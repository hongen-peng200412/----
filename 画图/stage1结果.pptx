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notesSlides/notesSlide20.xml" ContentType="application/vnd.openxmlformats-officedocument.presentationml.notesSlide+xml"/>
  <Override PartName="/ppt/comments/modernComment_118_FD483BD3.xml" ContentType="application/vnd.ms-powerpoint.comments+xml"/>
  <Override PartName="/ppt/notesSlides/notesSlide21.xml" ContentType="application/vnd.openxmlformats-officedocument.presentationml.notesSlide+xml"/>
  <Override PartName="/ppt/comments/modernComment_119_24E9D965.xml" ContentType="application/vnd.ms-powerpoint.comments+xml"/>
  <Override PartName="/ppt/notesSlides/notesSlide22.xml" ContentType="application/vnd.openxmlformats-officedocument.presentationml.notesSlide+xml"/>
  <Override PartName="/ppt/comments/modernComment_11A_487AF3F3.xml" ContentType="application/vnd.ms-powerpoint.comments+xml"/>
  <Override PartName="/ppt/notesSlides/notesSlide23.xml" ContentType="application/vnd.openxmlformats-officedocument.presentationml.notesSlide+xml"/>
  <Override PartName="/ppt/comments/modernComment_11B_1497C3EF.xml" ContentType="application/vnd.ms-powerpoint.comments+xml"/>
  <Override PartName="/ppt/notesSlides/notesSlide24.xml" ContentType="application/vnd.openxmlformats-officedocument.presentationml.notesSlide+xml"/>
  <Override PartName="/ppt/comments/modernComment_11C_4C35CE21.xml" ContentType="application/vnd.ms-powerpoint.comments+xml"/>
  <Override PartName="/ppt/notesSlides/notesSlide25.xml" ContentType="application/vnd.openxmlformats-officedocument.presentationml.notesSlide+xml"/>
  <Override PartName="/ppt/comments/modernComment_11D_24D69F6C.xml" ContentType="application/vnd.ms-powerpoint.comments+xml"/>
  <Override PartName="/ppt/notesSlides/notesSlide26.xml" ContentType="application/vnd.openxmlformats-officedocument.presentationml.notesSlide+xml"/>
  <Override PartName="/ppt/comments/modernComment_121_A31B444B.xml" ContentType="application/vnd.ms-powerpoint.comments+xml"/>
  <Override PartName="/ppt/notesSlides/notesSlide27.xml" ContentType="application/vnd.openxmlformats-officedocument.presentationml.notesSlide+xml"/>
  <Override PartName="/ppt/comments/modernComment_11E_BB180686.xml" ContentType="application/vnd.ms-powerpoint.comments+xml"/>
  <Override PartName="/ppt/notesSlides/notesSlide28.xml" ContentType="application/vnd.openxmlformats-officedocument.presentationml.notesSlide+xml"/>
  <Override PartName="/ppt/comments/modernComment_11F_99C1F4A8.xml" ContentType="application/vnd.ms-powerpoint.comments+xml"/>
  <Override PartName="/ppt/notesSlides/notesSlide29.xml" ContentType="application/vnd.openxmlformats-officedocument.presentationml.notesSlide+xml"/>
  <Override PartName="/ppt/comments/modernComment_120_1876B60E.xml" ContentType="application/vnd.ms-powerpoint.comments+xml"/>
  <Override PartName="/ppt/notesSlides/notesSlide30.xml" ContentType="application/vnd.openxmlformats-officedocument.presentationml.notesSlide+xml"/>
  <Override PartName="/ppt/comments/modernComment_122_5593E57B.xml" ContentType="application/vnd.ms-powerpoint.comments+xml"/>
  <Override PartName="/ppt/notesSlides/notesSlide31.xml" ContentType="application/vnd.openxmlformats-officedocument.presentationml.notesSlide+xml"/>
  <Override PartName="/ppt/comments/modernComment_123_BDEEEE2F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9001" r:id="rId2"/>
  </p:sldMasterIdLst>
  <p:notesMasterIdLst>
    <p:notesMasterId r:id="rId34"/>
  </p:notesMasterIdLst>
  <p:sldIdLst>
    <p:sldId id="277" r:id="rId3"/>
    <p:sldId id="278" r:id="rId4"/>
    <p:sldId id="272" r:id="rId5"/>
    <p:sldId id="273" r:id="rId6"/>
    <p:sldId id="274" r:id="rId7"/>
    <p:sldId id="275" r:id="rId8"/>
    <p:sldId id="259" r:id="rId9"/>
    <p:sldId id="261" r:id="rId10"/>
    <p:sldId id="262" r:id="rId11"/>
    <p:sldId id="260" r:id="rId12"/>
    <p:sldId id="269" r:id="rId13"/>
    <p:sldId id="256" r:id="rId14"/>
    <p:sldId id="257" r:id="rId15"/>
    <p:sldId id="258" r:id="rId16"/>
    <p:sldId id="263" r:id="rId17"/>
    <p:sldId id="264" r:id="rId18"/>
    <p:sldId id="265" r:id="rId19"/>
    <p:sldId id="266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9" r:id="rId28"/>
    <p:sldId id="286" r:id="rId29"/>
    <p:sldId id="287" r:id="rId30"/>
    <p:sldId id="288" r:id="rId31"/>
    <p:sldId id="290" r:id="rId32"/>
    <p:sldId id="291" r:id="rId33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2DFC118-06F7-430F-883E-A87A3078A56A}" name="Figure Editor" initials="FE" userId="figure-editor" providerId="None"/>
  <p188:author id="{4D04E04B-DFDC-4980-BC41-1AE9119E79C3}" name="Figure Editor" initials="FE" userId="figure-editor" providerId="None"/>
  <p188:author id="{45523D57-6339-42F2-A99F-1EA36929E478}" name="Figure Editor" initials="FE" userId="figure-editor" providerId="None"/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904" autoAdjust="0"/>
  </p:normalViewPr>
  <p:slideViewPr>
    <p:cSldViewPr snapToGrid="0">
      <p:cViewPr>
        <p:scale>
          <a:sx n="75" d="100"/>
          <a:sy n="75" d="100"/>
        </p:scale>
        <p:origin x="1184" y="32"/>
      </p:cViewPr>
      <p:guideLst/>
    </p:cSldViewPr>
  </p:slideViewPr>
  <p:notesTextViewPr>
    <p:cViewPr>
      <p:scale>
        <a:sx n="1" d="1"/>
        <a:sy n="1" d="1"/>
      </p:scale>
      <p:origin x="0" y="-85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microsoft.com/office/2018/10/relationships/authors" Target="author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t>@@stage1-cases-NO_LEVEL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1A_487AF3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BFC2C1-D1E8-4FB6-9CF4-10212D818CBC}" authorId="{92DFC118-06F7-430F-883E-A87A3078A56A}" created="2026-10-25T09:53:39.909Z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PROVENANCE v1</a:t>
        </a:r>
      </a:p>
      <a:p>
        <a:r>
          <a:t>id: stage1-candidate-quality-NO_LEVEL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stage1-candidate-quality-NO_LEVEL｜候选质量与有限候选数量下的检出</a:t>
        </a:r>
      </a:p>
      <a:p>
        <a:r>
          <a:t/>
        </a:r>
      </a:p>
      <a:p>
        <a:r>
          <a:t>当前载体为`画图/stage1结果.pptx`第22页。正文第二图。a、b读取冻结precision/recall及distribution；白点为中位数，粗线为四分位范围。c、d从完成度distributions[100/300]按pdb_id连接固定ids；12根柱的均值和95%区间由本入口计算。全配体100% GT/CA2/Emap为66.4008/55.5557/25.9111%，小分子为70.5259/59.8198/44.1805%；300%对应71.7164/63.2921/30.0944%及73.3007/68.5086/51.5544%。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PNG及面板对齐清单；`build_deck.mjs`把同源SVG的每段文字、路径、线、柱、散点和色条转成原生可编辑对象，备注保存双语图注，独立批注为@@stage1-candidate-quality-NO_LEVEL。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strict-threshold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andidate-quality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57A6230-EFAC-4BC0-99B6-1683B7BF1A08}" authorId="{92DFC118-06F7-430F-883E-A87A3078A56A}" created="2026-10-25T17:51:17.392+08:00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@@stage1-candidate-quality-NO_LEVEL</a:t>
        </a:r>
      </a:p>
    </p188:txBody>
  </p188:cm>
</p188:cmLst>
</file>

<file path=ppt/comments/modernComment_11B_1497C3E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9F15E70-BFD3-439E-800C-C448CA416893}" authorId="{92DFC118-06F7-430F-883E-A87A3078A56A}" created="2026-10-25T09:53:39.909Z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PROVENANCE v1</a:t>
        </a:r>
      </a:p>
      <a:p>
        <a:r>
          <a:t>id: stage1-strict-threshold-NO_LEVEL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stage1-strict-threshold-NO_LEVEL｜严格覆盖阈值下的检出</a:t>
        </a:r>
      </a:p>
      <a:p>
        <a:r>
          <a:t/>
        </a:r>
      </a:p>
      <a:p>
        <a:r>
          <a:t>当前载体为`画图/stage1结果.pptx`第23页。补充第一图。a、b只读取oto05的冻结均值、95%区间和逐PDB值，比较双向覆盖0.5下的实例级PRAUC。GT/CA2/Emap全配体均值0.557571/0.447013/0.126172，小分子0.604858/0.499294/0.293214。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PNG及面板对齐清单；`build_deck.mjs`把同源SVG的每段文字、路径、线、柱、散点和色条转成原生可编辑对象，备注保存双语图注，独立批注为@@stage1-strict-threshold-NO_LEVEL。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candidate-quality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strict-threshold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0C1434C5-3F7D-4AD2-9495-AAEBC721702A}" authorId="{92DFC118-06F7-430F-883E-A87A3078A56A}" created="2026-10-25T17:51:17.438+08:00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@@stage1-strict-threshold-NO_LEVEL</a:t>
        </a:r>
      </a:p>
    </p188:txBody>
  </p188:cm>
</p188:cmLst>
</file>

<file path=ppt/comments/modernComment_11C_4C35CE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365DD7B-3941-41EE-A29B-B32E4B28A49D}" authorId="{92DFC118-06F7-430F-883E-A87A3078A56A}" created="2026-10-25T09:53:39.909Z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PROVENANCE v1</a:t>
        </a:r>
      </a:p>
      <a:p>
        <a:r>
          <a:t>id: stage1-completion-curves-NO_LEVEL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stage1-completion-curves-NO_LEVEL｜完整候选排序检出曲线</a:t>
        </a:r>
      </a:p>
      <a:p>
        <a:r>
          <a:t/>
        </a:r>
      </a:p>
      <a:p>
        <a:r>
          <a:t>当前载体为`画图/stage1结果.pptx`第24页。补充第二图。六面板上排find_full，下排find_stage1_small；列依次GT、CA2、Emap2lig，直接读取curve和distributions并调用completion_plot.draw_panel。绿线和圆点为PDB等权均值，蓝线和菱形为中位数；灰点与小提琴为50/100/200/300%分布。旧@@find-only-instance-completion-NO_LEVEL第20页保留，本图用新图名呈现相同完成度口径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PNG及面板对齐清单；`build_deck.mjs`把同源SVG的每段文字、路径、线、柱、散点和色条转成原生可编辑对象，备注保存双语图注，独立批注为@@stage1-completion-curves-NO_LEVEL。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candidate-quality-NO_LEVEL、@@stage1-strict-threshold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ompletion-curves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818C847-1B3F-42F2-8057-AB84D22459BB}" authorId="{92DFC118-06F7-430F-883E-A87A3078A56A}" created="2026-10-25T17:51:17.744+08:00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@@stage1-completion-curves-NO_LEVEL</a:t>
        </a:r>
      </a:p>
    </p188:txBody>
  </p188:cm>
</p188:cmLst>
</file>

<file path=ppt/comments/modernComment_11D_24D69F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7B91DF-ADE1-40EA-A915-1C544C410703}" authorId="{45523D57-6339-42F2-A99F-1EA36929E478}" created="2026-10-27T10:38:19.489Z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PROVENANCE v1</a:t>
        </a:r>
      </a:p>
      <a:p>
        <a:r>
          <a:t>id: stage1-overall-performance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stage1-overall-performance｜显式推荐 level 条件</a:t>
        </a:r>
      </a:p>
      <a:p>
        <a:r>
          <a:t/>
        </a:r>
      </a:p>
      <a:p>
        <a:r>
          <a:t>本图与`@@stage1-candidate-quality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两行三列主图：a/b/c 全配体179 PDB／2502实例，d/e/f 全部小分子94／821。a,d为语义Dice及实例PRAUC（双向覆盖阈值0.3，图内省略下标），b,e为CA2相对Emap的逐PDB语义Dice，c,f为实例P/R。新Emap全配体Dice/PRAUC/P/R为0.24680538／0.26900337／0.23828192／0.31633615；小分子为0.35560853／0.48266770／0.31042905／0.55329599。语义Dice配对高／等／低为141／15／23和68／7／19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stage1-overall-performance`。统一入口按本记录inputs显式绑定条件，屏蔽旧temp，科学输入位于上列长期目录；临时图稿、PPT和receipt写本次temp构建目录。当前作者PPT保存新页及最小双语备注，旧页使用`-NO_LEVEL`。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93BD226F-1B26-45BF-93F8-E062E6CF5DAF}" authorId="{45523D57-6339-42F2-A99F-1EA36929E478}" created="2026-10-27T18:04:45.058+08:00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@@stage1-overall-performance</a:t>
        </a:r>
      </a:p>
    </p188:txBody>
  </p188:cm>
</p188:cmLst>
</file>

<file path=ppt/comments/modernComment_11E_BB1806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CCC3CD-B069-4CCC-A7AD-52593582C68F}" authorId="{45523D57-6339-42F2-A99F-1EA36929E478}" created="2026-10-27T10:38:19.490Z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PROVENANCE v1</a:t>
        </a:r>
      </a:p>
      <a:p>
        <a:r>
          <a:t>id: stage1-candidate-quality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stage1-candidate-quality｜显式推荐 level 条件</a:t>
        </a:r>
      </a:p>
      <a:p>
        <a:r>
          <a:t/>
        </a:r>
      </a:p>
      <a:p>
        <a:r>
          <a:t>本图与`@@stage1-overall-performance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本页保留原四面板模板，在补充材料展示新条件P/R分布与100%／300%候选预算检出完成度；不再单独进入正文。Emap全配体100%／300%为0.28548475／0.31400840，全部小分子为0.46613776／0.54886337。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stage1-candidate-quality`。统一入口按本记录inputs显式绑定条件，屏蔽旧temp，科学输入位于上列长期目录；临时图稿、PPT和receipt写本次temp构建目录。当前作者PPT保存新页及最小双语备注，旧页使用`-NO_LEVEL`。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9EF6AA6E-EC31-4904-9A93-8FA576C54D26}" authorId="{45523D57-6339-42F2-A99F-1EA36929E478}" created="2026-10-27T18:04:45.160+08:00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@@stage1-candidate-quality</a:t>
        </a:r>
      </a:p>
    </p188:txBody>
  </p188:cm>
</p188:cmLst>
</file>

<file path=ppt/comments/modernComment_11F_99C1F4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317D6FC-67AE-4A7C-8FF3-F22B59BB6EBC}" authorId="{45523D57-6339-42F2-A99F-1EA36929E478}" created="2026-10-27T10:38:19.491Z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PROVENANCE v1</a:t>
        </a:r>
      </a:p>
      <a:p>
        <a:r>
          <a:t>id: stage1-strict-threshold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stage1-strict-threshold｜显式推荐 level 条件</a:t>
        </a:r>
      </a:p>
      <a:p>
        <a:r>
          <a:t/>
        </a:r>
      </a:p>
      <a:p>
        <a:r>
          <a:t>本图与`@@stage1-overall-performance`、`@@stage1-candidate-quality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沿用原两面板严格阈值图。双向覆盖阈值0.5下，新Emap全配体／全部小分子的PDB等权实例PRAUC为0.15179729／0.33677677，GT/CA2原值不变。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stage1-strict-threshold`。统一入口按本记录inputs显式绑定条件，屏蔽旧temp，科学输入位于上列长期目录；临时图稿、PPT和receipt写本次temp构建目录。当前作者PPT保存新页及最小双语备注，旧页使用`-NO_LEVEL`。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D27B4932-85B0-465A-A653-46D213F01A6D}" authorId="{45523D57-6339-42F2-A99F-1EA36929E478}" created="2026-10-27T18:04:45.200+08:00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@@stage1-strict-threshold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t>@@stage1全测试集条形图-NO_LEVEL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t>@@stage1-legacy-pr-distribution-NO_LEVEL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t>@@stage1全测试集头对头语义PRAUC-NO_LEVEL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t>@@stage1全测试集头对头1to10.3PRAUC-NO_LEVEL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t>@@stage1-c-full-paired-NO_LEVEL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t>@@stage1-d-small-paired-NO_LEVEL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t>@@stage1-e-full-violin-NO_LEVEL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t>@@stage1-f-small-violin-NO_LEVEL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t>@@stage1-a-full-bar-NO_LEVEL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t>@@stage1-b-small-bar-NO_LEVEL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@@stage1-main-sixpanel-NO_LEVEL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  <p188:cm id="{FFA79300-DE28-4742-A5B4-7BA30D78D5D5}" authorId="{D3F71A66-0C34-DF1A-5236-FECDBC820DCB}" created="2026-10-22T15:53:22.978Z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PROVENANCE v1</a:t>
        </a:r>
      </a:p>
      <a:p>
        <a:r>
          <a:t>id: stage1-main-sixpanel-NO_LEVEL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stage1-main-sixpanel-NO_LEVEL｜Find 与 Emap2lig-Find 的六面板比较</a:t>
        </a:r>
      </a:p>
      <a:p>
        <a:r>
          <a:t/>
        </a:r>
      </a:p>
      <a:p>
        <a:r>
          <a:t>**共享关系与本图选择。** 本图与`@@ligandseek2-vs-ligandseek1`关联的共享代码位于 `stage1/calculate/stage1-main-sixpanel/`。两图只共享svg_to_scene.py的显示几何转换及其配置导入；两代比较的成员、科学数值、布局与bootstrap在自己的程序中，不与主六面板共同计算模型结果。 本次完整入口按稳定图名 `stage1-main-sixpanel`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main-sixpanel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本图为2026-10-25修订前的六面板统计原稿，保留在第19页；当前正文改用@@stage1-overall-performance-NO_LEVEL与@@stage1-candidate-quality-NO_LEVEL，0.5阈值移入@@stage1-strict-threshold-NO_LEVEL。原统计中，左列为 179 个 PDB 的全配体，右列为 94 个含小分子的 PDB、821 个实例。全配体共有 2,502 个真实实例。GT、Cryo、Emap 源键分别对应沉积受体 Find、CryoAtom2 受体 Find 和 Emap2lig 官方 Find/Li。不能把右列当作 Build 的 77 PDB／446 实例集合。</a:t>
        </a:r>
      </a:p>
      <a:p>
        <a:r>
          <a:t/>
        </a:r>
      </a:p>
      <a:p>
        <a:r>
          <a:t>直接制图函数为 `stage1/calculate/stage1-main-sixpanel/plot_figures.py::draw_panel(fig, kind, cohort, rect)`，三个 kind 是 `bar/paired/violin`。柱高和误差线只读取冻结的 `bars.mean/lower/upper`；点只读取逐 PDB 的 `values`；配对比较使用 Cryo 与 Emap 的 `oto03`；小提琴读取已算好的 `distribution`。同一函数服务六个单图与联图，联图稳定图名为 `stage1-main-sixpanel`。SVG 经 `svg_to_scene.py::convert()` 转为原生场景，再由 `build_deck.mjs` 装入 PPT。正式 PPT 保留作者的手工编辑，重新生成时先写候选图集。</a:t>
        </a:r>
      </a:p>
      <a:p>
        <a:r>
          <a:t/>
        </a:r>
      </a:p>
      <a:p>
        <a:r>
          <a:t>完整数值链是：</a:t>
        </a:r>
      </a:p>
      <a:p>
        <a:r>
          <a:t/>
        </a:r>
      </a:p>
      <a:p>
        <a:r>
          <a:t>```text</a:t>
        </a:r>
      </a:p>
      <a:p>
        <a:r>
          <a:t>data/server_metrics_and_pr.json</a:t>
        </a:r>
      </a:p>
      <a:p>
        <a:r>
          <a:t>→ science/prepare_plot_data.py（最初统计 0.6 档）</a:t>
        </a:r>
      </a:p>
      <a:p>
        <a:r>
          <a:t>→ science/replace_tau05.py（只将第三柱指标替换成 0.5 档）</a:t>
        </a:r>
      </a:p>
      <a:p>
        <a:r>
          <a:t>→ v4/data/plot_data.json</a:t>
        </a:r>
      </a:p>
      <a:p>
        <a:r>
          <a:t>→ v5/data/plot_data.json（统计不变，只更新显示名称）</a:t>
        </a:r>
      </a:p>
      <a:p>
        <a:r>
          <a:t>→ plot_figures.py::draw_panel</a:t>
        </a:r>
      </a:p>
      <a:p>
        <a:r>
          <a:t>→ svg_to_scene.py::convert → build_deck.mjs → 当前 PPT</a:t>
        </a:r>
      </a:p>
      <a:p>
        <a:r>
          <a:t>```</a:t>
        </a:r>
      </a:p>
      <a:p>
        <a:r>
          <a:t/>
        </a:r>
      </a:p>
      <a:p>
        <a:r>
          <a:t>`server_metrics_and_pr.json` 保存三个方法的 `full_rows/small_rows`、原汇总、分辨率以及 294 项来源记录。每个来源保留服务器路径和 SHA-256。Find 的原完整测试指标为 `/storage/penghongen/AdaLigand_stage1_inference/Find_1/{真实受体,CryoAtom2受体}/artifacts/Find_1/held_out_test_0/evaluation/f2_centered_gaussian_macro_selected.{metrics.json,jsonl}`；小分子源位于 `/storage/penghongen/AdaLigand_stage1_inference/small_molecule_only/test_0/`。实际每个文件的精确路径以 JSON `sources` 为准，不从花括号写法猜测文件是否存在。</a:t>
        </a:r>
      </a:p>
      <a:p>
        <a:r>
          <a:t/>
        </a:r>
      </a:p>
      <a:p>
        <a:r>
          <a:t>均值按 PDB 等权，误差线为 10,000 次 PDB bootstrap 百分位 95% 区间，种子 20260922；同一集合内方法与指标共享抽样索引。小提琴采用边界反射 KDE，带宽参数 0.045，保留所有 0／1 值；中位数和四分位由未反射指标计算。相等容差为 `1e-12`。当前高阈值字段为 `oto05`，不得因旧版 `oto06` 仍在归档中而换回 0.6。</a:t>
        </a:r>
      </a:p>
      <a:p>
        <a:r>
          <a:t/>
        </a:r>
      </a:p>
      <a:p>
        <a:r>
          <a:t>小分子 P/R 的补算入口为 `science/compute_small_pr.py::evaluate_selected()`：先在全类别真实实例中按双向覆盖均 ≥0.30 建边，以覆盖率几何均值最大且并列取较小 occurrence 编号确定候选类别，忽略归属于非小分子的候选，未归属候选仍保留。随后在最终 selected 预测和小分子真实实例上求最大基数二分匹配。空预测精确率记 0。Dice 和 PRAUC 直接来自既有评价，不由绘图脚本重算。</a:t>
        </a:r>
      </a:p>
      <a:p>
        <a:r>
          <a:t/>
        </a:r>
      </a:p>
      <a:p>
        <a:r>
          <a:t>正文 0.584／0.477／0.050、PRAUC₀.₃ 0.663／0.541／0.255、PRAUC₀.₅ 0.558／0.447／0.126，均对应当前 v5 全配体三方法均值的三位显示。配对计数为全配体 112／40／27、小分子 40／36／18。原科学汇总读取的小分子评价输入现已全部离线闭合：282份NPZ合计1,796,095字节，94份occurrence类别原件合计371,996字节。108份NPZ原已存在（Emap94、GT7、CA2 7），174份GT／CA2缺件共778,249字节已只读补齐到 `evaluation_metadata/{GT,Cryo}/&lt;pdb&gt;.npz`；现有Emap179份中的对应94份、94类别原件均复用原位置，不重复复制。所有文件SHA-256逐件等于原 `server_metrics_and_pr.json::sources` 的科学来源散列。`evaluation_metadata/source_receipt.json`给出每个原路径、当地复用/新位置、字节数及总体数量；`download_receipt.json`记录此次174件只读下载。完整概率图不是本图制图或现有逐PDB指标汇总的直接输入：制图读冻结plot_data，补算P/R读本记录已保存的交集、大小、实例编号和selected数组，因此本轮不下载整幅概率图或模型权重。它们属于重新模型推理/评价层，原来源根仍由科学来源文件明确定位，不将其未复制与绘图证据缺失混同。</a:t>
        </a:r>
      </a:p>
    </p188:txBody>
  </p188:cm>
</p188:cmLst>
</file>

<file path=ppt/comments/modernComment_118_FD483BD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748F5E-A561-4833-9DA7-22BD164955FA}" authorId="{D3F71A66-0C34-DF1A-5236-FECDBC820DCB}" created="2026-10-16T07:02:36.846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@@find-only-instance-completion-NO_LEVEL</a:t>
        </a:r>
      </a:p>
    </p188:txBody>
  </p188:cm>
  <p188:cm id="{57986A7B-73F5-4C29-91BB-F2EA0A872857}" authorId="{D3F71A66-0C34-DF1A-5236-FECDBC820DCB}" created="2026-10-22T15:53:22.978Z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PROVENANCE v1</a:t>
        </a:r>
      </a:p>
      <a:p>
        <a:r>
          <a:t>id: find-only-instance-completion-NO_LEVEL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find-only-instance-completion-NO_LEVEL｜候选排序中的实例检出完成度</a:t>
        </a:r>
      </a:p>
      <a:p>
        <a:r>
          <a:t/>
        </a:r>
      </a:p>
      <a:p>
        <a:r>
          <a:t>**共享关系与本图选择。** 本图与`@@e2e-find-build-direct-comparison-NO_LEVEL`、`@@stage3-predicted-region-head-to-head-NO_LEVEL`、`@@supp-find-correct-match-build-NO_LEVEL`关联的共享代码位于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`find-only-instance-completion`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nd-only-instance-completio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本图为第20页保留的原完成度图；当前正文采用@@stage1-candidate-quality-NO_LEVEL的柱图，完整曲线由新页@@stage1-completion-curves-NO_LEVEL进入补充。原六面板上排为全配体 179 PDB／2,502 实例，下排为全部小分子 94 PDB／821 实例。它只检查 Find 区域检出，不检查 Match 身份预测或 Build 构象。不能读取同一旧数据容器中的 `find_small`（77／446）替代当前下排的 `find_stage1_small`。</a:t>
        </a:r>
      </a:p>
      <a:p>
        <a:r>
          <a:t/>
        </a:r>
      </a:p>
      <a:p>
        <a:r>
          <a:t>小分子长期汇总入口是 `stage1/calculate/find-only-instance-completion/assemble_data.py::main()`。它读取当前原 Stage 1 小分子成员及 `sources/occurrences/&lt;pdb&gt;.jsonl` 的 `candidate_id/type_tag`，GT／CA2 读取冻结 strongest 容器中的完整 Find 字段，Emap2lig 读取其原生 Find NPZ。候选按 selected 在前、各段按原概率均值降序、同分按原 blob 编号升序。先在全类别上确定唯一对应，再忽略对应非小分子的候选；背景和重复命中仍占候选位置。每个真实实例只记录第一次检出。</a:t>
        </a:r>
      </a:p>
      <a:p>
        <a:r>
          <a:t/>
        </a:r>
      </a:p>
      <a:p>
        <a:r>
          <a:t>直接绘制联图的入口是 `stage1/calculate/find-only-instance-completion/plot.py::main()` 中 `find_full/find_stage1_small` 六面板选择；线、点、小提琴的具体绘制函数是 `e2e/calculate/find-build-shared/completion_plot.py::draw_panel()`。完成度事件构造复用 AdaLigand `ligandseek_pipeline/completion.py::make_panel()`，Emap2lig 唯一对应复用 Matcher `test_smallmolecule/build_manifest.py::_target_from_intersections()`。这两份外部科学程序的确定Git版本已由 `git show` 提取到 `stage1/output/stage1-main-sixpanel/evaluation_metadata/code/`，不复制当前工作区冒充历史版本：AdaLigand `ec91aa11859608164f662e31ce81b96f8b9fc0a5:ligandseek_pipeline/completion.py`、Matcher `578f0ecef190f6d9ce3382d76c5b282dbc062f18:test_smallmolecule/build_manifest.py`。完整模块字节、SHA、Git路径及端点见 `source_versions.json`；两个目标函数与当前调用源码的AST相同，AdaLigand模块的当前差异只是Docstring。不能用图中线条重新反推事件。</a:t>
        </a:r>
      </a:p>
      <a:p>
        <a:r>
          <a:t/>
        </a:r>
      </a:p>
      <a:p>
        <a:r>
          <a:t>冻结的 `panels.json` 顶层 `panels` 含 GT、CA2、Emap2lig 三份面板字典；`scope="find_stage1_small"`，`pdb_count=94`，`occurrence_count=821`。其中 `success_events` 保存实例编号及首次命中的候选位置，`distributions["100"]` 保存 94 个 PDB 各自的完成比例，`curve` 保存精确阶梯。给定每个 PDB 的真实实例数 N，相对候选量 ρ 允许考察 `floor(ρN)` 个候选；均值先按各 PDB 完成比例计算，再对 PDB 等权平均，包含未检出和零候选 PDB。</a:t>
        </a:r>
      </a:p>
      <a:p>
        <a:r>
          <a:t/>
        </a:r>
      </a:p>
      <a:p>
        <a:r>
          <a:t>下排在 100% 时 GT／CA2／Emap2lig 均值为 70.5259%／59.8198%／44.1805%；300% 时为 73.3007%／68.5086%／51.5544%，对应正文的 70.5／59.8／44.2 和 73.3／68.5／51.6。上排 100% 为 GT 66.4%、CA2 55.6%、Emap2lig 25.9%，来源是统一管线冻结的 `find_full` 面板。补充数据 `补充数据/Find-Match-Build_20261018/` 另有不可随意改写的已归档镜像及逐件源映射。</a:t>
        </a:r>
      </a:p>
      <a:p>
        <a:r>
          <a:t/>
        </a:r>
      </a:p>
      <a:p>
        <a:r>
          <a:t>输出 `sources/sources.json` 保留原类别文件的服务器路径、字节数和 SHA-256。当前图的可编辑版与图注在 PPT；修改图形只更新当前目标图页，不用整份旧生成 PPT 覆盖作者版本。</a:t>
        </a:r>
      </a:p>
    </p188:txBody>
  </p188:cm>
</p188:cmLst>
</file>

<file path=ppt/comments/modernComment_119_24E9D9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BA3111-D672-4A3C-8AB9-B2EF77F6B161}" authorId="{92DFC118-06F7-430F-883E-A87A3078A56A}" created="2026-10-25T09:53:39.909Z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PROVENANCE v1</a:t>
        </a:r>
      </a:p>
      <a:p>
        <a:r>
          <a:t>id: stage1-overall-performance-NO_LEVEL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stage1-overall-performance-NO_LEVEL｜整体配体区域检出</a:t>
        </a:r>
      </a:p>
      <a:p>
        <a:r>
          <a:t/>
        </a:r>
      </a:p>
      <a:p>
        <a:r>
          <a:t>当前载体为`画图/stage1结果.pptx`第21页。正文第一图。a、b读取dice和oto03的冻结均值、区间与逐PDB值；c、d用同一PDB的Cryo/Emap oto03配对，保留原模板的分辨率着色（1–4 Å）、色条和等比例坐标。较高／相等／较低为112／40／27及40／36／18，容差1e-12。Dice不使用实例覆盖阈值；PRAUC使用双向覆盖0.3，图内省略0.3下标。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PNG及面板对齐清单；`build_deck.mjs`把同源SVG的每段文字、路径、线、柱、散点和色条转成原生可编辑对象，备注保存双语图注，独立批注为@@stage1-overall-performance-NO_LEVEL。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candidate-quality-NO_LEVEL、@@stage1-strict-threshold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overall-performance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A71FB57D-5B08-4F77-B5F2-5F9AF5FD63A9}" authorId="{92DFC118-06F7-430F-883E-A87A3078A56A}" created="2026-10-25T17:51:17.279+08:00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@@stage1-overall-performance-NO_LEVEL</a:t>
        </a:r>
      </a:p>
    </p188:txBody>
  </p188:cm>
</p188:cmLst>
</file>

<file path=ppt/comments/modernComment_120_1876B60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E6E204A-1BCF-4F52-BD32-EEFD049526BC}" authorId="{45523D57-6339-42F2-A99F-1EA36929E478}" created="2026-10-27T10:38:19.491Z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PROVENANCE v1</a:t>
        </a:r>
      </a:p>
      <a:p>
        <a:r>
          <a:t>id: stage1-completion-curves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stage1-completion-curves｜显式推荐 level 条件</a:t>
        </a:r>
      </a:p>
      <a:p>
        <a:r>
          <a:t/>
        </a:r>
      </a:p>
      <a:p>
        <a:r>
          <a:t>本图与`@@stage1-overall-performance`、`@@stage1-candidate-quality`、`@@stage1-strict-threshold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全配体／全部小分子六面板完整曲线。分母179／2502与94／821；从全部真实类别中以双向覆盖均至少0.3、几何均值最大确定候选唯一归属，之后再判断范围。保留背景、重复命中和零候选PDB；小分子忽略其他真实类别候选。100%／300%按每PDB真实实例数取整预算，均值为逐PDB等权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stage1-completion-curves`。统一入口按本记录inputs显式绑定条件，屏蔽旧temp，科学输入位于上列长期目录；临时图稿、PPT和receipt写本次temp构建目录。当前作者PPT保存新页及最小双语备注，旧页使用`-NO_LEVEL`。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A23A788F-14FD-4670-854A-320FB628918C}" authorId="{45523D57-6339-42F2-A99F-1EA36929E478}" created="2026-10-27T18:04:45.477+08:00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@@stage1-completion-curves</a:t>
        </a:r>
      </a:p>
    </p188:txBody>
  </p188:cm>
</p188:cmLst>
</file>

<file path=ppt/comments/modernComment_121_A31B444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A7E5D11-B310-43BE-8FA9-29816007B23D}" authorId="{45523D57-6339-42F2-A99F-1EA36929E478}" created="2026-10-27T10:38:19.489Z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PROVENANCE v1</a:t>
        </a:r>
      </a:p>
      <a:p>
        <a:r>
          <a:t>id: stage1-overall-performance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stage1-overall-performance｜显式推荐 level 条件</a:t>
        </a:r>
      </a:p>
      <a:p>
        <a:r>
          <a:t/>
        </a:r>
      </a:p>
      <a:p>
        <a:r>
          <a:t>本图与`@@stage1-candidate-quality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两行三列主图：a/b/c 全配体179 PDB／2502实例，d/e/f 全部小分子94／821。a,d为语义Dice及实例PRAUC（双向覆盖阈值0.3，图内省略下标），b,e为CA2相对Emap的逐PDB语义Dice，c,f为实例P/R。新Emap全配体Dice/PRAUC/P/R为0.24680538／0.26900337／0.23828192／0.31633615；小分子为0.35560853／0.48266770／0.31042905／0.55329599。语义Dice配对高／等／低为141／15／23和68／7／19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stage1-overall-performance`。统一入口按本记录inputs显式绑定条件，屏蔽旧temp，科学输入位于上列长期目录；临时图稿、PPT和receipt写本次temp构建目录。当前作者PPT保存新页及最小双语备注，旧页使用`-NO_LEVEL`。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135A6738-7399-430A-A758-E55BFE696AF8}" authorId="{D3F71A66-0C34-DF1A-5236-FECDBC820DCB}" created="2026-10-29T08:19:15.478">
    <pc:sldMkLst xmlns:pc="http://schemas.microsoft.com/office/powerpoint/2013/main/command">
      <pc:docMk/>
      <pc:sldMk cId="2736473163" sldId="289"/>
    </pc:sldMkLst>
    <p188:txBody>
      <a:bodyPr/>
      <a:lstStyle/>
      <a:p>
        <a:r>
          <a:rPr lang="zh-CN" altLang="en-US"/>
          <a:t>@@stage1-overall-performance(v1)</a:t>
        </a:r>
      </a:p>
    </p188:txBody>
  </p188:cm>
</p188:cmLst>
</file>

<file path=ppt/comments/modernComment_122_5593E57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E009AFA-7B66-40F3-8A70-D8141539A1AC}" authorId="{4D04E04B-DFDC-4980-BC41-1AE9119E79C3}" created="2026-10-29T23:21:16.290+08:00">
    <pc:sldMkLst xmlns:pc="http://schemas.microsoft.com/office/powerpoint/2013/main/command">
      <pc:docMk/>
      <pc:sldMk cId="142699398" sldId="256"/>
    </pc:sldMkLst>
    <p188:pos x="0" y="0"/>
    <p188:txBody>
      <a:bodyPr/>
      <a:lstStyle/>
      <a:p>
        <a:r>
          <a:t>@@stage1-additional-analysis</a:t>
        </a:r>
      </a:p>
    </p188:txBody>
  </p188:cm>
  <p188:cm id="{D095C7CF-A2B1-46AA-94D8-3CF978F70E47}" authorId="{4D04E04B-DFDC-4980-BC41-1AE9119E79C3}" created="2026-10-29T15:30:44.446Z">
    <pc:sldMkLst xmlns:pc="http://schemas.microsoft.com/office/powerpoint/2013/main/command">
      <pc:docMk/>
      <pc:sldMk cId="142699398" sldId="256"/>
    </pc:sldMkLst>
    <p188:pos x="0" y="0"/>
    <p188:txBody>
      <a:bodyPr/>
      <a:lstStyle/>
      <a:p>
        <a:r>
          <a:t>PROVENANCE v1</a:t>
        </a:r>
      </a:p>
      <a:p>
        <a:r>
          <a:t>id: stage1-additional-analysis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stage1-additional-analysis｜Stage1 补充分析</a:t>
        </a:r>
      </a:p>
      <a:p>
        <a:r>
          <a:t/>
        </a:r>
      </a:p>
      <a:p>
        <a:r>
          <a:t>当前选择 `conditions.explicit_emdb_level`: 两行三列, a/d PRAUC@0.5、b/e P/R@0.5、c/f 100%和300%预算完成度。上行全配体179 PDB／2,502实例, 下行全部小分子94 PDB／821实例。两种 level 条件共同准备, 本图按上述键取数, 不通过改标签切换输入。</a:t>
        </a:r>
      </a:p>
      <a:p>
        <a:r>
          <a:t/>
        </a:r>
      </a:p>
      <a:p>
        <a:r>
          <a:t>直接入口为 `画图/画图代码/stage1/calculate/stage1-additional-analysis/prepare_data.py` 与 `plot.py`; 前者补齐0.5 P/R并逐PDB复现原0.3, 后者装配预算统计和面板。科学匹配唯一实现是 `stage1-main-sixpanel/science/compute_small_pr.py::evaluate_selected`, 小分子类别归属固定0.3、覆盖率几何均值最大、并列较小实例编号, P/R使用最终selected后的最大一对一匹配。原PRAUC和Dice保留冻结值; 不重新运行模型。新实验实际版本为37b0d9e7ad2a1b18fa096d91f154619085cee907, GT/CA2沿原冻结来源, 不是以当前论文Git版本代替实验版本。</a:t>
        </a:r>
      </a:p>
      <a:p>
        <a:r>
          <a:t/>
        </a:r>
      </a:p>
      <a:p>
        <a:r>
          <a:t>预算只来自显式level的 `completion_panels.json`, 命中阈值0.3、首次命中、背景及重复命中占位置, 小分子视图忽略归属其他类别的候选。100%/300%给每PDB最多floor(ρN)个候选, 零候选PDB记0。均值按PDB等权, 10,000次bootstrap, 种子20260922, 区间为2.5%/97.5%分位数。小提琴在0/1边界反射, 带宽沿原冻结值, 白点/粗线是中位数/四分位范围。</a:t>
        </a:r>
      </a:p>
      <a:p>
        <a:r>
          <a:t/>
        </a:r>
      </a:p>
      <a:p>
        <a:r>
          <a:t>本图与 @@stage1-no-level-comparison-NO_LEVEL 共享 `画图/画图代码/stage1/calculate/stage1-additional-analysis` 的全部准备和布局; 与上述四张旧图只共享 `画图/画图代码/stage1/calculate/stage1-results-revision/plot.py::draw_panel/export_figure` 与 `build_deck.mjs` 的原生图元运输。模型指标及预算定义不在新目录复制。数据字段与来源位置见本目录README; 原始交集NPZ及类别文件由 `source_receipt.json` 逐件定位。</a:t>
        </a:r>
      </a:p>
      <a:p>
        <a:r>
          <a:t/>
        </a:r>
      </a:p>
      <a:p>
        <a:r>
          <a:t>完整命令: `python -X utf8 -B 转换工具/ops/rebuild_figures.py --figure stage1-additional-analysis`。入口在屏蔽旧temp的目录依次准备数据、绘图、装配原生PPT并同步来源。正式PPT第30页, 所有图元可编辑, 备注保存双语图注, 独立批注为@@stage1-additional-analysis; 旧页保留。本轮两种阈值统计已复现并保存; 正式第30/31页均为原生可编辑图形, 无整图位图。两图完整重建均通过, old_temp_blocked=true, 同次生成的统计与长期留档逐字节一致。原29页科学图形及图注保留。</a:t>
        </a:r>
      </a:p>
      <a:p>
        <a:r>
          <a:t/>
        </a:r>
      </a:p>
      <a:p>
        <a:r>
          <a:t>完整共享图名: @@stage1-no-level-comparison-NO_LEVEL、@@stage1-overall-performance、@@stage1-candidate-quality、@@stage1-strict-threshold、@@stage1-completion-curves、@@stage1-main-sixpanel-NO_LEVEL、@@e2e-find-build-direct-comparison。共享原小分子匹配与SVG运输的目录为 `stage1/calculate/stage1-main-sixpanel`; `e2e/calculate/find-build-shared` 是原图元的间接导入, 本图只用本条所述Find统计, 不采用Build曲线或77／446分母。</a:t>
        </a:r>
      </a:p>
      <a:p>
        <a:r>
          <a:t/>
        </a:r>
      </a:p>
      <a:p>
        <a:r>
          <a:t>长期统计留档为 `stage1/output/stage1-additional-analysis/data/conditions.json`、`source_data.csv` 与 `verification.json`。完整重建从上述冻结原始评价重新准备, 只写本次 `FIGURE_BUILD_ROOT/data/`, 绘图只读同次新生成的 `data/conditions.json`, 不依赖旧派生缓存或旧temp。</a:t>
        </a:r>
      </a:p>
    </p188:txBody>
  </p188:cm>
</p188:cmLst>
</file>

<file path=ppt/comments/modernComment_123_BDEEEE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9C574C5-B1B7-449A-AA73-0E51197495A4}" authorId="{4D04E04B-DFDC-4980-BC41-1AE9119E79C3}" created="2026-10-29T23:21:17.066+08:00">
    <pc:sldMkLst xmlns:pc="http://schemas.microsoft.com/office/powerpoint/2013/main/command">
      <pc:docMk/>
      <pc:sldMk cId="728922859" sldId="257"/>
    </pc:sldMkLst>
    <p188:pos x="0" y="0"/>
    <p188:txBody>
      <a:bodyPr/>
      <a:lstStyle/>
      <a:p>
        <a:r>
          <a:t>@@stage1-no-level-comparison-NO_LEVEL</a:t>
        </a:r>
      </a:p>
    </p188:txBody>
  </p188:cm>
  <p188:cm id="{62160560-4BE2-45B9-A9F4-35947EA73D37}" authorId="{4D04E04B-DFDC-4980-BC41-1AE9119E79C3}" created="2026-10-29T15:30:44.448Z">
    <pc:sldMkLst xmlns:pc="http://schemas.microsoft.com/office/powerpoint/2013/main/command">
      <pc:docMk/>
      <pc:sldMk cId="728922859" sldId="257"/>
    </pc:sldMkLst>
    <p188:pos x="0" y="0"/>
    <p188:txBody>
      <a:bodyPr/>
      <a:lstStyle/>
      <a:p>
        <a:r>
          <a:t>PROVENANCE v1</a:t>
        </a:r>
      </a:p>
      <a:p>
        <a:r>
          <a:t>id: stage1-no-level-comparison-NO_LEVEL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stage1-no-level-comparison-NO_LEVEL｜Stage1 补充分析</a:t>
        </a:r>
      </a:p>
      <a:p>
        <a:r>
          <a:t/>
        </a:r>
      </a:p>
      <a:p>
        <a:r>
          <a:t>当前选择 `conditions.no_level`: 两行两列, a/c Dice、PRAUC@0.3/@0.5, b/d P03/R03/P05/R05; 图例明确 no level。上行全配体179 PDB／2,502实例, 下行全部小分子94 PDB／821实例。两种 level 条件共同准备, 本图按上述键取数, 不通过改标签切换输入。</a:t>
        </a:r>
      </a:p>
      <a:p>
        <a:r>
          <a:t/>
        </a:r>
      </a:p>
      <a:p>
        <a:r>
          <a:t>本图的Emap2lig输入是原 `stage1-main-sixpanel/v5/data/plot_data.json` 的 `no_level` 冻结结果。下述新实验提交37b0d9e7ad2a1b18fa096d91f154619085cee907只对应共享程序准备的另一条件 `explicit_emdb_level`, 不是本图的旧无level运行版本。下述预算过程也只用于共享的 @@stage1-additional-analysis, 未绘入本图。</a:t>
        </a:r>
      </a:p>
      <a:p>
        <a:r>
          <a:t/>
        </a:r>
      </a:p>
      <a:p>
        <a:r>
          <a:t>直接入口为 `画图/画图代码/stage1/calculate/stage1-additional-analysis/prepare_data.py` 与 `plot.py`; 前者补齐0.5 P/R并逐PDB复现原0.3, 后者装配预算统计和面板。科学匹配唯一实现是 `stage1-main-sixpanel/science/compute_small_pr.py::evaluate_selected`, 小分子类别归属固定0.3、覆盖率几何均值最大、并列较小实例编号, P/R使用最终selected后的最大一对一匹配。原PRAUC和Dice保留冻结值; 不重新运行模型。新实验实际版本为37b0d9e7ad2a1b18fa096d91f154619085cee907, GT/CA2沿原冻结来源, 不是以当前论文Git版本代替实验版本。</a:t>
        </a:r>
      </a:p>
      <a:p>
        <a:r>
          <a:t/>
        </a:r>
      </a:p>
      <a:p>
        <a:r>
          <a:t>预算只来自显式level的 `completion_panels.json`, 命中阈值0.3、首次命中、背景及重复命中占位置, 小分子视图忽略归属其他类别的候选。100%/300%给每PDB最多floor(ρN)个候选, 零候选PDB记0。均值按PDB等权, 10,000次bootstrap, 种子20260922, 区间为2.5%/97.5%分位数。小提琴在0/1边界反射, 带宽沿原冻结值, 白点/粗线是中位数/四分位范围。</a:t>
        </a:r>
      </a:p>
      <a:p>
        <a:r>
          <a:t/>
        </a:r>
      </a:p>
      <a:p>
        <a:r>
          <a:t>本图与 @@stage1-additional-analysis 共享 `画图/画图代码/stage1/calculate/stage1-additional-analysis` 的全部准备和布局; 与上述四张旧图只共享 `画图/画图代码/stage1/calculate/stage1-results-revision/plot.py::draw_panel/export_figure` 与 `build_deck.mjs` 的原生图元运输。模型指标及预算定义不在新目录复制。数据字段与来源位置见本目录README; 原始交集NPZ及类别文件由 `source_receipt.json` 逐件定位。</a:t>
        </a:r>
      </a:p>
      <a:p>
        <a:r>
          <a:t/>
        </a:r>
      </a:p>
      <a:p>
        <a:r>
          <a:t>完整命令: `python -X utf8 -B 转换工具/ops/rebuild_figures.py --figure stage1-no-level-comparison-NO_LEVEL`。入口在屏蔽旧temp的目录依次准备数据、绘图、装配原生PPT并同步来源。正式PPT第31页, 所有图元可编辑, 备注保存双语图注, 独立批注为@@stage1-no-level-comparison-NO_LEVEL; 旧页保留。本轮两种阈值统计已复现并保存; 正式第30/31页均为原生可编辑图形, 无整图位图。两图完整重建均通过, old_temp_blocked=true, 同次生成的统计与长期留档逐字节一致。原29页科学图形及图注保留。</a:t>
        </a:r>
      </a:p>
      <a:p>
        <a:r>
          <a:t/>
        </a:r>
      </a:p>
      <a:p>
        <a:r>
          <a:t>完整共享图名: @@stage1-additional-analysis、@@stage1-overall-performance、@@stage1-candidate-quality、@@stage1-strict-threshold、@@stage1-completion-curves、@@stage1-main-sixpanel-NO_LEVEL、@@e2e-find-build-direct-comparison。共享原小分子匹配与SVG运输的目录为 `stage1/calculate/stage1-main-sixpanel`; `e2e/calculate/find-build-shared` 是原图元的间接导入, 本图只用本条所述Find统计, 不采用Build曲线或77／446分母。</a:t>
        </a:r>
      </a:p>
      <a:p>
        <a:r>
          <a:t/>
        </a:r>
      </a:p>
      <a:p>
        <a:r>
          <a:t>长期统计留档为 `stage1/output/stage1-additional-analysis/data/conditions.json`、`source_data.csv` 与 `verification.json`。完整重建从上述冻结原始评价重新准备, 只写本次 `FIGURE_BUILD_ROOT/data/`, 绘图只读同次新生成的 `data/conditions.json`, 不依赖旧派生缓存或旧temp。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LigandSeek-Find</a:t>
            </a:r>
            <a:r>
              <a:rPr lang="zh-CN" altLang="en-US" dirty="0"/>
              <a:t>与</a:t>
            </a:r>
            <a:r>
              <a:rPr lang="en-US" dirty="0"/>
              <a:t>Emap2lig-Find</a:t>
            </a:r>
            <a:r>
              <a:rPr lang="zh-CN" altLang="en-US" dirty="0"/>
              <a:t>的配体实例检出比较。</a:t>
            </a:r>
            <a:r>
              <a:rPr lang="en-US" dirty="0"/>
              <a:t>a–c，</a:t>
            </a:r>
            <a:r>
              <a:rPr lang="zh-CN" altLang="en-US" dirty="0"/>
              <a:t>全配体，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dirty="0"/>
              <a:t>PDB、2,502</a:t>
            </a:r>
            <a:r>
              <a:rPr lang="zh-CN" altLang="en-US" dirty="0"/>
              <a:t>个实例；</a:t>
            </a:r>
            <a:r>
              <a:rPr lang="en-US" dirty="0"/>
              <a:t>d–f，</a:t>
            </a:r>
            <a:r>
              <a:rPr lang="zh-CN" altLang="en-US" dirty="0"/>
              <a:t>全部小分子，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dirty="0"/>
              <a:t>PDB、821</a:t>
            </a:r>
            <a:r>
              <a:rPr lang="zh-CN" altLang="en-US" dirty="0"/>
              <a:t>个实例。左、中列分别为</a:t>
            </a:r>
            <a:r>
              <a:rPr lang="en-US" dirty="0"/>
              <a:t>LigandSeek-Find</a:t>
            </a:r>
            <a:r>
              <a:rPr lang="zh-CN" altLang="en-US" dirty="0"/>
              <a:t>使用沉积受体</a:t>
            </a:r>
            <a:r>
              <a:rPr lang="en-US" altLang="zh-CN" dirty="0"/>
              <a:t>(</a:t>
            </a:r>
            <a:r>
              <a:rPr lang="en-US" dirty="0"/>
              <a:t>GT)</a:t>
            </a:r>
            <a:r>
              <a:rPr lang="zh-CN" altLang="en-US" dirty="0"/>
              <a:t>和</a:t>
            </a:r>
            <a:r>
              <a:rPr lang="en-US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</a:t>
            </a:r>
            <a:r>
              <a:rPr lang="en-US" dirty="0"/>
              <a:t>CA2)，</a:t>
            </a:r>
            <a:r>
              <a:rPr lang="zh-CN" altLang="en-US" dirty="0"/>
              <a:t>右列为</a:t>
            </a:r>
            <a:r>
              <a:rPr lang="en-US" dirty="0"/>
              <a:t>Emap2lig-Find。</a:t>
            </a:r>
            <a:r>
              <a:rPr lang="zh-CN" altLang="en-US" dirty="0"/>
              <a:t>候选与真实实例的双向覆盖均不低于</a:t>
            </a:r>
            <a:r>
              <a:rPr lang="en-US" altLang="zh-CN" dirty="0"/>
              <a:t>$0.3$</a:t>
            </a:r>
            <a:r>
              <a:rPr lang="zh-CN" altLang="en-US" dirty="0"/>
              <a:t>，并取几何平均最大的对应。横轴为依序考察的候选数相对于该</a:t>
            </a:r>
            <a:r>
              <a:rPr lang="en-US" dirty="0"/>
              <a:t>PDB</a:t>
            </a:r>
            <a:r>
              <a:rPr lang="zh-CN" altLang="en-US" dirty="0"/>
              <a:t>真实实例数的比例；</a:t>
            </a:r>
            <a:r>
              <a:rPr lang="en-US" altLang="zh-CN" dirty="0"/>
              <a:t>$100\%$</a:t>
            </a:r>
            <a:r>
              <a:rPr lang="zh-CN" altLang="en-US" dirty="0"/>
              <a:t>表示两者数量相同。全配体考察全部候选；小分子仅排除对应范围外真实配体的候选，保留背景候选。纵轴为检出的不同实例比例。绿线与圆点、蓝线与菱形分别表示</a:t>
            </a:r>
            <a:r>
              <a:rPr lang="en-US" dirty="0"/>
              <a:t>PDB</a:t>
            </a:r>
            <a:r>
              <a:rPr lang="zh-CN" altLang="en-US" dirty="0"/>
              <a:t>等权均值和中位数；灰点和小提琴表示</a:t>
            </a:r>
            <a:r>
              <a:rPr lang="en-US" altLang="zh-CN" dirty="0"/>
              <a:t>$50\%$</a:t>
            </a:r>
            <a:r>
              <a:rPr lang="zh-CN" altLang="en-US" dirty="0"/>
              <a:t>、</a:t>
            </a:r>
            <a:r>
              <a:rPr lang="en-US" altLang="zh-CN" dirty="0"/>
              <a:t>$100\%$</a:t>
            </a:r>
            <a:r>
              <a:rPr lang="zh-CN" altLang="en-US" dirty="0"/>
              <a:t>、</a:t>
            </a:r>
            <a:r>
              <a:rPr lang="en-US" altLang="zh-CN" dirty="0"/>
              <a:t>$200\%$</a:t>
            </a:r>
            <a:r>
              <a:rPr lang="zh-CN" altLang="en-US" dirty="0"/>
              <a:t>及</a:t>
            </a:r>
            <a:r>
              <a:rPr lang="en-US" altLang="zh-CN" dirty="0"/>
              <a:t>$300\%$</a:t>
            </a:r>
            <a:r>
              <a:rPr lang="zh-CN" altLang="en-US" dirty="0"/>
              <a:t>候选数量下的</a:t>
            </a:r>
            <a:r>
              <a:rPr lang="en-US" dirty="0"/>
              <a:t>PDB</a:t>
            </a:r>
            <a:r>
              <a:rPr lang="zh-CN" altLang="en-US" dirty="0"/>
              <a:t>分布。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Ligand-instance detection by LigandSeek-Find and Emap2lig-Find.</a:t>
            </a:r>
            <a:r>
              <a:rPr lang="zh-CN" altLang="zh-CN" dirty="0"/>
              <a:t> </a:t>
            </a:r>
            <a:r>
              <a:rPr lang="zh-CN" altLang="zh-CN" b="1" dirty="0"/>
              <a:t>a–c</a:t>
            </a:r>
            <a:r>
              <a:rPr lang="zh-CN" altLang="zh-CN" dirty="0"/>
              <a:t>, All ligands (179 PDBs, 2,502 instances). </a:t>
            </a:r>
            <a:r>
              <a:rPr lang="zh-CN" altLang="zh-CN" b="1" dirty="0"/>
              <a:t>d–f</a:t>
            </a:r>
            <a:r>
              <a:rPr lang="zh-CN" altLang="zh-CN" dirty="0"/>
              <a:t>, Small molecules only (94 PDBs, 821 instances). Left and middle, LigandSeek-Find with deposited receptors (GT) and CryoAtom2-reconstructed receptors (CA2), respectively. Right, Emap2lig-Find. The x-axis shows the number of candidates examined relative to the reference instance count per PDB; 100% denotes equal counts. The y-axis shows the percentage of distinct instances detected. Green lines and circles show the PDB-equal mean, and blue lines and diamonds show the median. Grey points and violins show PDB distributions at relative candidate counts of 50%, 100%, 200% and 300%.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8167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配体区域检出的整体表现。LigandSeek-Find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b，全配体和小分子的语义Dice，以及双向覆盖阈值0.3下的实例级PRAUC。柱高与横线为PDB等权均值，淡色点为逐PDB结果；误差条为10,000次PDB bootstrap的95%区间。</a:t>
            </a:r>
          </a:p>
          <a:p>
            <a:r>
              <a:t>c, d，同一PDB上CA2条件的LigandSeek-Find与Emap2lig-Find的实例级PRAUC比较；虚线表示分数相等，点颜色表示实验密度图分辨率。较高、相等、较低的PDB数分别为112/40/27和40/36/18。</a:t>
            </a:r>
          </a:p>
          <a:p>
            <a:r>
              <a:t>ENGLISH:</a:t>
            </a:r>
          </a:p>
          <a:p>
            <a:r>
              <a:t>Overall performance of ligand-region detection.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Semantic Dice, and instance-level PRAUC at a bidirectional coverage threshold of 0.3, for all ligands and small molecules, respectively. Bars and horizontal marks show PDB-equal means; faint points show individual PDB entries. Error bars show 95% intervals from 10,000 PDB bootstrap resamples.</a:t>
            </a:r>
          </a:p>
          <a:p>
            <a:r>
              <a:t>c, d, Paired instance-level PRAUC comparisons between LigandSeek-Find (CA2) and Emap2lig-Find. Each point represents one PDB entry; colours indicate map resolution, and dashed lines indicate equal scores. Higher/equal/lower counts are 112/40/27 for all ligands and 40/36/18 for small molecules.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>
            <a:r>
              <a:t>ENGLISH:</a:t>
            </a:r>
          </a:p>
          <a:p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>
            <a:r>
              <a:t>ENGLISH:</a:t>
            </a:r>
          </a:p>
          <a:p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>
            <a:r>
              <a:t>ENGLISH:</a:t>
            </a:r>
          </a:p>
          <a:p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配体区域检测的总体性能。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使用已提交的受体 </a:t>
            </a:r>
            <a:r>
              <a:rPr lang="en-US" altLang="zh-CN" dirty="0"/>
              <a:t>(GT) </a:t>
            </a:r>
            <a:r>
              <a:rPr lang="zh-CN" altLang="en-US" dirty="0"/>
              <a:t>或 </a:t>
            </a:r>
            <a:r>
              <a:rPr lang="en-US" altLang="zh-CN" dirty="0"/>
              <a:t>CryoAtom2 </a:t>
            </a:r>
            <a:r>
              <a:rPr lang="zh-CN" altLang="en-US" dirty="0"/>
              <a:t>重建的受体 </a:t>
            </a:r>
            <a:r>
              <a:rPr lang="en-US" altLang="zh-CN" dirty="0"/>
              <a:t>(CA2)</a:t>
            </a:r>
            <a:r>
              <a:rPr lang="zh-CN" altLang="en-US" dirty="0"/>
              <a:t>，并与仅基于密度的方法 </a:t>
            </a:r>
            <a:r>
              <a:rPr lang="en-US" altLang="zh-CN" dirty="0"/>
              <a:t>Emap2lig-Find </a:t>
            </a:r>
            <a:r>
              <a:rPr lang="zh-CN" altLang="en-US" dirty="0"/>
              <a:t>进行比较。第一行显示所有配体（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2,502 </a:t>
            </a:r>
            <a:r>
              <a:rPr lang="zh-CN" altLang="en-US" dirty="0"/>
              <a:t>个实例）；第二行仅显示小分子（</a:t>
            </a:r>
            <a:r>
              <a:rPr lang="en-US" altLang="zh-CN" dirty="0"/>
              <a:t>94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821 </a:t>
            </a:r>
            <a:r>
              <a:rPr lang="zh-CN" altLang="en-US" dirty="0"/>
              <a:t>个实例）。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，所有配体 </a:t>
            </a:r>
            <a:r>
              <a:rPr lang="en-US" altLang="zh-CN" dirty="0"/>
              <a:t>(a) </a:t>
            </a:r>
            <a:r>
              <a:rPr lang="zh-CN" altLang="en-US" dirty="0"/>
              <a:t>和小分子 </a:t>
            </a:r>
            <a:r>
              <a:rPr lang="en-US" altLang="zh-CN" dirty="0"/>
              <a:t>(d) </a:t>
            </a:r>
            <a:r>
              <a:rPr lang="zh-CN" altLang="en-US" dirty="0"/>
              <a:t>的语义 </a:t>
            </a:r>
            <a:r>
              <a:rPr lang="en-US" altLang="zh-CN" dirty="0"/>
              <a:t>Dice </a:t>
            </a:r>
            <a:r>
              <a:rPr lang="zh-CN" altLang="en-US" dirty="0"/>
              <a:t>系数和实例级 </a:t>
            </a:r>
            <a:r>
              <a:rPr lang="en-US" altLang="zh-CN" dirty="0"/>
              <a:t>PRAUC </a:t>
            </a:r>
            <a:r>
              <a:rPr lang="zh-CN" altLang="en-US" dirty="0"/>
              <a:t>值。柱状图和水平标记表示 </a:t>
            </a:r>
            <a:r>
              <a:rPr lang="en-US" altLang="zh-CN" dirty="0"/>
              <a:t>PDB </a:t>
            </a:r>
            <a:r>
              <a:rPr lang="zh-CN" altLang="en-US" dirty="0"/>
              <a:t>条目的平均值；浅色点表示单个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条目。误差线表示基于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altLang="zh-CN" dirty="0"/>
              <a:t>PDB </a:t>
            </a:r>
            <a:r>
              <a:rPr lang="zh-CN" altLang="en-US" dirty="0"/>
              <a:t>自举重采样得出的 </a:t>
            </a:r>
            <a:r>
              <a:rPr lang="en-US" altLang="zh-CN" dirty="0"/>
              <a:t>95% </a:t>
            </a:r>
            <a:r>
              <a:rPr lang="zh-CN" altLang="en-US" dirty="0"/>
              <a:t>置信区间。</a:t>
            </a:r>
            <a:r>
              <a:rPr lang="en-US" altLang="zh-CN" dirty="0"/>
              <a:t>b</a:t>
            </a:r>
            <a:r>
              <a:rPr lang="zh-CN" altLang="en-US" dirty="0"/>
              <a:t>、</a:t>
            </a:r>
            <a:r>
              <a:rPr lang="en-US" altLang="zh-CN" dirty="0"/>
              <a:t>e</a:t>
            </a:r>
            <a:r>
              <a:rPr lang="zh-CN" altLang="en-US" dirty="0"/>
              <a:t>，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/>
              <a:t>Emap2lig-Find </a:t>
            </a:r>
            <a:r>
              <a:rPr lang="zh-CN" altLang="en-US" dirty="0"/>
              <a:t>之间的成对语义 </a:t>
            </a:r>
            <a:r>
              <a:rPr lang="en-US" altLang="zh-CN" dirty="0"/>
              <a:t>Dice </a:t>
            </a:r>
            <a:r>
              <a:rPr lang="zh-CN" altLang="en-US" dirty="0"/>
              <a:t>系数比较。每个点代表一个 </a:t>
            </a:r>
            <a:r>
              <a:rPr lang="en-US" altLang="zh-CN" dirty="0"/>
              <a:t>PDB </a:t>
            </a:r>
            <a:r>
              <a:rPr lang="zh-CN" altLang="en-US" dirty="0"/>
              <a:t>条目；颜色表示地图分辨率，虚线表示对角线。所有配体和小分子的较高</a:t>
            </a:r>
            <a:r>
              <a:rPr lang="en-US" altLang="zh-CN" dirty="0"/>
              <a:t>/</a:t>
            </a:r>
            <a:r>
              <a:rPr lang="zh-CN" altLang="en-US" dirty="0"/>
              <a:t>相等</a:t>
            </a:r>
            <a:r>
              <a:rPr lang="en-US" altLang="zh-CN" dirty="0"/>
              <a:t>/</a:t>
            </a:r>
            <a:r>
              <a:rPr lang="zh-CN" altLang="en-US" dirty="0"/>
              <a:t>较低计数分别为 </a:t>
            </a:r>
            <a:r>
              <a:rPr lang="en-US" altLang="zh-CN" dirty="0"/>
              <a:t>141/15/23 </a:t>
            </a:r>
            <a:r>
              <a:rPr lang="zh-CN" altLang="en-US" dirty="0"/>
              <a:t>和 </a:t>
            </a:r>
            <a:r>
              <a:rPr lang="en-US" altLang="zh-CN" dirty="0"/>
              <a:t>68/7/19</a:t>
            </a:r>
            <a:r>
              <a:rPr lang="zh-CN" altLang="en-US" dirty="0"/>
              <a:t>。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分别表示所有配体 </a:t>
            </a:r>
            <a:r>
              <a:rPr lang="en-US" altLang="zh-CN" dirty="0"/>
              <a:t>(c) </a:t>
            </a:r>
            <a:r>
              <a:rPr lang="zh-CN" altLang="en-US" dirty="0"/>
              <a:t>和小分子 </a:t>
            </a:r>
            <a:r>
              <a:rPr lang="en-US" altLang="zh-CN" dirty="0"/>
              <a:t>(f) </a:t>
            </a:r>
            <a:r>
              <a:rPr lang="zh-CN" altLang="en-US" dirty="0"/>
              <a:t>的实例级精确率和召回率。小提琴形表示分布，浅色点表示单个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条目，白色圆圈和粗线分别表示中位数和四分位距。在图 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中，灰色、蓝色和青色分别代表 </a:t>
            </a:r>
            <a:r>
              <a:rPr lang="en-US" altLang="zh-CN" dirty="0"/>
              <a:t>Emap2lig-Find</a:t>
            </a:r>
            <a:r>
              <a:rPr lang="zh-CN" altLang="en-US" dirty="0"/>
              <a:t>、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 err="1"/>
              <a:t>LigandSeek</a:t>
            </a:r>
            <a:r>
              <a:rPr lang="en-US" altLang="zh-CN" dirty="0"/>
              <a:t>-Find (GT)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lang="zh-CN" altLang="zh-CN" sz="1200" b="1" kern="1200" dirty="0">
                <a:effectLst/>
              </a:rPr>
              <a:t>Overall performance of ligand-region detection.</a:t>
            </a:r>
            <a:r>
              <a:rPr lang="zh-CN" altLang="zh-CN" sz="1200" kern="1200" dirty="0">
                <a:effectLst/>
              </a:rPr>
              <a:t> LigandSeek-Find uses deposited receptors (GT) or CryoAtom2-reconstructed receptors (CA2) and is compared with the density-only method Emap2lig-Find. The top row shows all ligands (179 PDB entries, 2,502 instances); the next row shows only small molecules (94 PDB entries, 821 instances).</a:t>
            </a:r>
          </a:p>
          <a:p>
            <a:r>
              <a:rPr lang="zh-CN" altLang="zh-CN" sz="1200" b="1" kern="1200" dirty="0">
                <a:effectLst/>
              </a:rPr>
              <a:t>a, d,</a:t>
            </a:r>
            <a:r>
              <a:rPr lang="zh-CN" altLang="zh-CN" sz="1200" kern="1200" dirty="0">
                <a:effectLst/>
              </a:rPr>
              <a:t> Semantic Dice and instance-level PRAUC for all ligands (</a:t>
            </a:r>
            <a:r>
              <a:rPr lang="zh-CN" altLang="zh-CN" sz="1200" b="1" kern="1200" dirty="0">
                <a:effectLst/>
              </a:rPr>
              <a:t>a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d</a:t>
            </a:r>
            <a:r>
              <a:rPr lang="zh-CN" altLang="zh-CN" sz="1200" kern="1200" dirty="0">
                <a:effectLst/>
              </a:rPr>
              <a:t>). Bars and horizontal marks represent means across PDB entries; faint points indicate individual PDB entries. Error bars denote 95% confidence intervals derived from 10,000 PDB bootstrap resamples.</a:t>
            </a:r>
          </a:p>
          <a:p>
            <a:r>
              <a:rPr lang="zh-CN" altLang="zh-CN" sz="1200" b="1" kern="1200" dirty="0">
                <a:effectLst/>
              </a:rPr>
              <a:t>b, e,</a:t>
            </a:r>
            <a:r>
              <a:rPr lang="zh-CN" altLang="zh-CN" sz="1200" kern="1200" dirty="0">
                <a:effectLst/>
              </a:rPr>
              <a:t> Paired semantic Dice comparisons between LigandSeek-Find (CA2) and Emap2lig-Find. Each point represents one PDB entry; colours indicate map resolution, and dashed lines indicate the diagonal. Higher/equal/lower counts are 141/15/23 and 68/7/19 for all ligands and small molecules, respectively.</a:t>
            </a:r>
          </a:p>
          <a:p>
            <a:r>
              <a:rPr lang="zh-CN" altLang="zh-CN" sz="1200" b="1" kern="1200" dirty="0">
                <a:effectLst/>
              </a:rPr>
              <a:t>c, f,</a:t>
            </a:r>
            <a:r>
              <a:rPr lang="zh-CN" altLang="zh-CN" sz="1200" kern="1200" dirty="0">
                <a:effectLst/>
              </a:rPr>
              <a:t> Instance-level precision and recall for all ligands (</a:t>
            </a:r>
            <a:r>
              <a:rPr lang="zh-CN" altLang="zh-CN" sz="1200" b="1" kern="1200" dirty="0">
                <a:effectLst/>
              </a:rPr>
              <a:t>c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f</a:t>
            </a:r>
            <a:r>
              <a:rPr lang="zh-CN" altLang="zh-CN" sz="1200" kern="1200" dirty="0">
                <a:effectLst/>
              </a:rPr>
              <a:t>). Violins show distributions, faint points show individual PDB entries, and white circles and thick lines indicate medians and interquartile ranges, respectively. In </a:t>
            </a:r>
            <a:r>
              <a:rPr lang="zh-CN" altLang="zh-CN" sz="1200" b="1" kern="1200" dirty="0">
                <a:effectLst/>
              </a:rPr>
              <a:t>a, c, d, f</a:t>
            </a:r>
            <a:r>
              <a:rPr lang="zh-CN" altLang="zh-CN" sz="1200" kern="1200" dirty="0">
                <a:effectLst/>
              </a:rPr>
              <a:t>, grey, blue, and teal represent Emap2lig-Find, LigandSeek-Find (CA2), and LigandSeek-Find (GT),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92143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EAA2C-2759-EFDD-B378-6D3CF51E1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18523-BF22-9C9F-C48F-3C1D6EC6B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D30A3-7AA1-CB27-7093-D19BBE7B6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配体区域检测的总体性能。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使用已提交的受体 </a:t>
            </a:r>
            <a:r>
              <a:rPr lang="en-US" altLang="zh-CN" dirty="0"/>
              <a:t>(GT) </a:t>
            </a:r>
            <a:r>
              <a:rPr lang="zh-CN" altLang="en-US" dirty="0"/>
              <a:t>或 </a:t>
            </a:r>
            <a:r>
              <a:rPr lang="en-US" altLang="zh-CN" dirty="0"/>
              <a:t>CryoAtom2 </a:t>
            </a:r>
            <a:r>
              <a:rPr lang="zh-CN" altLang="en-US" dirty="0"/>
              <a:t>重建的受体 </a:t>
            </a:r>
            <a:r>
              <a:rPr lang="en-US" altLang="zh-CN" dirty="0"/>
              <a:t>(CA2)</a:t>
            </a:r>
            <a:r>
              <a:rPr lang="zh-CN" altLang="en-US" dirty="0"/>
              <a:t>，并与仅基于密度的方法 </a:t>
            </a:r>
            <a:r>
              <a:rPr lang="en-US" altLang="zh-CN" dirty="0"/>
              <a:t>Emap2lig-Find </a:t>
            </a:r>
            <a:r>
              <a:rPr lang="zh-CN" altLang="en-US" dirty="0"/>
              <a:t>进行比较。第一行显示所有配体（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2,502 </a:t>
            </a:r>
            <a:r>
              <a:rPr lang="zh-CN" altLang="en-US" dirty="0"/>
              <a:t>个实例）；第二行仅显示小分子（</a:t>
            </a:r>
            <a:r>
              <a:rPr lang="en-US" altLang="zh-CN" dirty="0"/>
              <a:t>94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821 </a:t>
            </a:r>
            <a:r>
              <a:rPr lang="zh-CN" altLang="en-US" dirty="0"/>
              <a:t>个实例）。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，所有配体 </a:t>
            </a:r>
            <a:r>
              <a:rPr lang="en-US" altLang="zh-CN" dirty="0"/>
              <a:t>(a) </a:t>
            </a:r>
            <a:r>
              <a:rPr lang="zh-CN" altLang="en-US" dirty="0"/>
              <a:t>和小分子 </a:t>
            </a:r>
            <a:r>
              <a:rPr lang="en-US" altLang="zh-CN" dirty="0"/>
              <a:t>(d) </a:t>
            </a:r>
            <a:r>
              <a:rPr lang="zh-CN" altLang="en-US" dirty="0"/>
              <a:t>的语义 </a:t>
            </a:r>
            <a:r>
              <a:rPr lang="en-US" altLang="zh-CN" dirty="0"/>
              <a:t>Dice </a:t>
            </a:r>
            <a:r>
              <a:rPr lang="zh-CN" altLang="en-US" dirty="0"/>
              <a:t>系数和实例级 </a:t>
            </a:r>
            <a:r>
              <a:rPr lang="en-US" altLang="zh-CN" dirty="0"/>
              <a:t>PRAUC </a:t>
            </a:r>
            <a:r>
              <a:rPr lang="zh-CN" altLang="en-US" dirty="0"/>
              <a:t>值。柱状图和水平标记表示 </a:t>
            </a:r>
            <a:r>
              <a:rPr lang="en-US" altLang="zh-CN" dirty="0"/>
              <a:t>PDB </a:t>
            </a:r>
            <a:r>
              <a:rPr lang="zh-CN" altLang="en-US" dirty="0"/>
              <a:t>条目的平均值；浅色点表示单个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条目。误差线表示基于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altLang="zh-CN" dirty="0"/>
              <a:t>PDB </a:t>
            </a:r>
            <a:r>
              <a:rPr lang="zh-CN" altLang="en-US" dirty="0"/>
              <a:t>自举重采样得出的 </a:t>
            </a:r>
            <a:r>
              <a:rPr lang="en-US" altLang="zh-CN" dirty="0"/>
              <a:t>95% </a:t>
            </a:r>
            <a:r>
              <a:rPr lang="zh-CN" altLang="en-US" dirty="0"/>
              <a:t>置信区间。</a:t>
            </a:r>
            <a:r>
              <a:rPr lang="en-US" altLang="zh-CN" dirty="0"/>
              <a:t>b</a:t>
            </a:r>
            <a:r>
              <a:rPr lang="zh-CN" altLang="en-US" dirty="0"/>
              <a:t>、</a:t>
            </a:r>
            <a:r>
              <a:rPr lang="en-US" altLang="zh-CN" dirty="0"/>
              <a:t>e</a:t>
            </a:r>
            <a:r>
              <a:rPr lang="zh-CN" altLang="en-US" dirty="0"/>
              <a:t>，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/>
              <a:t>Emap2lig-Find </a:t>
            </a:r>
            <a:r>
              <a:rPr lang="zh-CN" altLang="en-US" dirty="0"/>
              <a:t>之间的成对语义 </a:t>
            </a:r>
            <a:r>
              <a:rPr lang="en-US" altLang="zh-CN" dirty="0"/>
              <a:t>Dice </a:t>
            </a:r>
            <a:r>
              <a:rPr lang="zh-CN" altLang="en-US" dirty="0"/>
              <a:t>系数比较。每个点代表一个 </a:t>
            </a:r>
            <a:r>
              <a:rPr lang="en-US" altLang="zh-CN" dirty="0"/>
              <a:t>PDB </a:t>
            </a:r>
            <a:r>
              <a:rPr lang="zh-CN" altLang="en-US" dirty="0"/>
              <a:t>条目；颜色表示地图分辨率，虚线表示对角线。所有配体和小分子的较高</a:t>
            </a:r>
            <a:r>
              <a:rPr lang="en-US" altLang="zh-CN" dirty="0"/>
              <a:t>/</a:t>
            </a:r>
            <a:r>
              <a:rPr lang="zh-CN" altLang="en-US" dirty="0"/>
              <a:t>相等</a:t>
            </a:r>
            <a:r>
              <a:rPr lang="en-US" altLang="zh-CN" dirty="0"/>
              <a:t>/</a:t>
            </a:r>
            <a:r>
              <a:rPr lang="zh-CN" altLang="en-US" dirty="0"/>
              <a:t>较低计数分别为 </a:t>
            </a:r>
            <a:r>
              <a:rPr lang="en-US" altLang="zh-CN" dirty="0"/>
              <a:t>141/15/23 </a:t>
            </a:r>
            <a:r>
              <a:rPr lang="zh-CN" altLang="en-US" dirty="0"/>
              <a:t>和 </a:t>
            </a:r>
            <a:r>
              <a:rPr lang="en-US" altLang="zh-CN" dirty="0"/>
              <a:t>68/7/19</a:t>
            </a:r>
            <a:r>
              <a:rPr lang="zh-CN" altLang="en-US" dirty="0"/>
              <a:t>。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分别表示所有配体 </a:t>
            </a:r>
            <a:r>
              <a:rPr lang="en-US" altLang="zh-CN" dirty="0"/>
              <a:t>(c) </a:t>
            </a:r>
            <a:r>
              <a:rPr lang="zh-CN" altLang="en-US" dirty="0"/>
              <a:t>和小分子 </a:t>
            </a:r>
            <a:r>
              <a:rPr lang="en-US" altLang="zh-CN" dirty="0"/>
              <a:t>(f) </a:t>
            </a:r>
            <a:r>
              <a:rPr lang="zh-CN" altLang="en-US" dirty="0"/>
              <a:t>的实例级精确率和召回率。小提琴形表示分布，浅色点表示单个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条目，白色圆圈和粗线分别表示中位数和四分位距。在图 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中，灰色、蓝色和青色分别代表 </a:t>
            </a:r>
            <a:r>
              <a:rPr lang="en-US" altLang="zh-CN" dirty="0"/>
              <a:t>Emap2lig-Find</a:t>
            </a:r>
            <a:r>
              <a:rPr lang="zh-CN" altLang="en-US" dirty="0"/>
              <a:t>、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 err="1"/>
              <a:t>LigandSeek</a:t>
            </a:r>
            <a:r>
              <a:rPr lang="en-US" altLang="zh-CN" dirty="0"/>
              <a:t>-Find (GT)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lang="zh-CN" altLang="zh-CN" sz="1200" b="1" kern="1200" dirty="0">
                <a:effectLst/>
              </a:rPr>
              <a:t>Overall performance of ligand-region detection.</a:t>
            </a:r>
            <a:r>
              <a:rPr lang="zh-CN" altLang="zh-CN" sz="1200" kern="1200" dirty="0">
                <a:effectLst/>
              </a:rPr>
              <a:t> LigandSeek-Find uses deposited receptors (GT) or CryoAtom2-reconstructed receptors (CA2) and is compared with the density-only method Emap2lig-Find. The top row shows all ligands (179 PDB entries, 2,502 instances); the next row shows only small molecules (94 PDB entries, 821 instances).</a:t>
            </a:r>
          </a:p>
          <a:p>
            <a:r>
              <a:rPr lang="zh-CN" altLang="zh-CN" sz="1200" b="1" kern="1200" dirty="0">
                <a:effectLst/>
              </a:rPr>
              <a:t>a, d,</a:t>
            </a:r>
            <a:r>
              <a:rPr lang="zh-CN" altLang="zh-CN" sz="1200" kern="1200" dirty="0">
                <a:effectLst/>
              </a:rPr>
              <a:t> Semantic Dice and instance-level PRAUC for all ligands (</a:t>
            </a:r>
            <a:r>
              <a:rPr lang="zh-CN" altLang="zh-CN" sz="1200" b="1" kern="1200" dirty="0">
                <a:effectLst/>
              </a:rPr>
              <a:t>a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d</a:t>
            </a:r>
            <a:r>
              <a:rPr lang="zh-CN" altLang="zh-CN" sz="1200" kern="1200" dirty="0">
                <a:effectLst/>
              </a:rPr>
              <a:t>). Bars and horizontal marks represent means across PDB entries; faint points indicate individual PDB entries. Error bars denote 95% confidence intervals derived from 10,000 PDB bootstrap resamples.</a:t>
            </a:r>
          </a:p>
          <a:p>
            <a:r>
              <a:rPr lang="zh-CN" altLang="zh-CN" sz="1200" b="1" kern="1200" dirty="0">
                <a:effectLst/>
              </a:rPr>
              <a:t>b, e,</a:t>
            </a:r>
            <a:r>
              <a:rPr lang="zh-CN" altLang="zh-CN" sz="1200" kern="1200" dirty="0">
                <a:effectLst/>
              </a:rPr>
              <a:t> Paired semantic Dice comparisons between LigandSeek-Find (CA2) and Emap2lig-Find. Each point represents one PDB entry; colours indicate map resolution, and dashed lines indicate the diagonal. Higher/equal/lower counts are 141/15/23 and 68/7/19 for all ligands and small molecules, respectively.</a:t>
            </a:r>
          </a:p>
          <a:p>
            <a:r>
              <a:rPr lang="zh-CN" altLang="zh-CN" sz="1200" b="1" kern="1200" dirty="0">
                <a:effectLst/>
              </a:rPr>
              <a:t>c, f,</a:t>
            </a:r>
            <a:r>
              <a:rPr lang="zh-CN" altLang="zh-CN" sz="1200" kern="1200" dirty="0">
                <a:effectLst/>
              </a:rPr>
              <a:t> Instance-level precision and recall for all ligands (</a:t>
            </a:r>
            <a:r>
              <a:rPr lang="zh-CN" altLang="zh-CN" sz="1200" b="1" kern="1200" dirty="0">
                <a:effectLst/>
              </a:rPr>
              <a:t>c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f</a:t>
            </a:r>
            <a:r>
              <a:rPr lang="zh-CN" altLang="zh-CN" sz="1200" kern="1200" dirty="0">
                <a:effectLst/>
              </a:rPr>
              <a:t>). Violins show distributions, faint points show individual PDB entries, and white circles and thick lines indicate medians and interquartile ranges, respectively. In </a:t>
            </a:r>
            <a:r>
              <a:rPr lang="zh-CN" altLang="zh-CN" sz="1200" b="1" kern="1200" dirty="0">
                <a:effectLst/>
              </a:rPr>
              <a:t>a, c, d, f</a:t>
            </a:r>
            <a:r>
              <a:rPr lang="zh-CN" altLang="zh-CN" sz="1200" kern="1200" dirty="0">
                <a:effectLst/>
              </a:rPr>
              <a:t>, grey, blue, and teal represent Emap2lig-Find, LigandSeek-Find (CA2), and LigandSeek-Find (GT), respectively.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5254A-6137-3B4D-3183-194D00ACC64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79987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>
            <a:r>
              <a:t>ENGLISH:</a:t>
            </a:r>
          </a:p>
          <a:p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9095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>
            <a:r>
              <a:t>ENGLISH:</a:t>
            </a:r>
          </a:p>
          <a:p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960529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>
            <a:r>
              <a:t>ENGLISH:</a:t>
            </a:r>
          </a:p>
          <a:p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65109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配体区域检出的补充分析。全配体包含179个PDB、2,502个实例，小分子包含94个PDB、821个实例。LigandSeek-Find 使用沉积受体（GT）或 CryoAtom2 重建受体（CA2）。Emap2lig-Find 显式接收 EMDB 推荐 contour level。</a:t>
            </a:r>
          </a:p>
          <a:p>
            <a:r>
              <a:t xml:space="preserve">a, d，全配体和小分子在双向覆盖阈值0.5下的实例级 $\mathrm{PRAUC}_{0.5}$。柱高为PDB等权均值，淡色点为逐PDB结果；误差条为10,000次PDB bootstrap的95%区间。</a:t>
            </a:r>
          </a:p>
          <a:p>
            <a:r>
              <a:t xml:space="preserve">b, e，相同0.5阈值下的实例级精确率与召回率。小提琴为逐PDB分布，白点与粗线为中位数及四分位范围。</a:t>
            </a:r>
          </a:p>
          <a:p>
            <a:r>
              <a:t xml:space="preserve">c, f，100%和300%相对候选数量下的平均检出完成度。候选上限分别为每PDB真实实例数的一倍和三倍；命中仍要求双向覆盖至少0.3，每个真实实例只累计首次检出。背景与重复命中保留候选位置，小分子视图忽略归属于其他类别的候选。柱高为PDB等权均值，误差条同上。</a:t>
            </a:r>
          </a:p>
          <a:p>
            <a:r>
              <a:t xml:space="preserve">ENGLISH:</a:t>
            </a:r>
          </a:p>
          <a:p>
            <a:r>
              <a:t xml:space="preserve">Additional analyses of ligand-region detection. All ligands comprise 179 PDB entries and 2,502 instances; small molecules comprise 94 PDB entries and 821 instances. LigandSeek-Find uses deposited receptors (GT) or CryoAtom2-reconstructed receptors (CA2). Emap2lig-Find receives the EMDB-recommended contour level.</a:t>
            </a:r>
          </a:p>
          <a:p>
            <a:r>
              <a:t xml:space="preserve">a, d, Instance-level $\mathrm{PRAUC}_{0.5}$ for all ligands and small molecules at a bidirectional coverage threshold of 0.5. Bars show PDB-equal means, faint points show individual PDB entries, and error bars show 95% intervals from 10,000 PDB bootstrap resamples.</a:t>
            </a:r>
          </a:p>
          <a:p>
            <a:r>
              <a:t xml:space="preserve">b, e, Instance-level precision and recall at the same 0.5 threshold. Violins show PDB distributions; white circles and thick lines indicate medians and interquartile ranges.</a:t>
            </a:r>
          </a:p>
          <a:p>
            <a:r>
              <a:t xml:space="preserve">c, f, Mean detection completion at relative candidate counts of 100% and 300%, allowing one and three times the ground-truth instance count per PDB. Detection retains a bidirectional coverage threshold of 0.3, with each instance counted only on its first detection. Background candidates and repeated hits retain their positions; the small-molecule view omits candidates assigned to other classes. Bars show PDB-equal means; error bars are defined as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566003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未显式提供 contour level 时的配体区域检出。全配体包含179个PDB、2,502个实例，小分子包含94个PDB、821个实例。LigandSeek-Find 使用沉积受体（GT）或 CryoAtom2 重建受体（CA2）。Emap2lig-Find 未显式接收 EMDB 推荐 contour level。</a:t>
            </a:r>
          </a:p>
          <a:p>
            <a:r>
              <a:t xml:space="preserve">a, c，全配体和小分子的语义Dice、实例级 $\mathrm{PRAUC}_{0.3}$ 与 $\mathrm{PRAUC}_{0.5}$。柱高为PDB等权均值，淡色点为逐PDB结果；误差条为10,000次PDB bootstrap的95%区间。</a:t>
            </a:r>
          </a:p>
          <a:p>
            <a:r>
              <a:t xml:space="preserve">b, d，双向覆盖阈值0.3和0.5下的实例级精确率与召回率。小提琴为逐PDB分布，白点与粗线为中位数及四分位范围。两个阈值沿用同一最终候选选择与小分子类别归属。</a:t>
            </a:r>
          </a:p>
          <a:p>
            <a:r>
              <a:t xml:space="preserve">ENGLISH:</a:t>
            </a:r>
          </a:p>
          <a:p>
            <a:r>
              <a:t xml:space="preserve">Ligand-region detection without an explicitly supplied contour level. All ligands comprise 179 PDB entries and 2,502 instances; small molecules comprise 94 PDB entries and 821 instances. LigandSeek-Find uses deposited receptors (GT) or CryoAtom2-reconstructed receptors (CA2). Emap2lig-Find does not receive an explicit EMDB-recommended contour level.</a:t>
            </a:r>
          </a:p>
          <a:p>
            <a:r>
              <a:t xml:space="preserve">a, c, Semantic Dice, instance-level $\mathrm{PRAUC}_{0.3}$ and $\mathrm{PRAUC}_{0.5}$ for all ligands and small molecules. Bars show PDB-equal means, faint points show individual PDB entries, and error bars show 95% intervals from 10,000 PDB bootstrap resamples.</a:t>
            </a:r>
          </a:p>
          <a:p>
            <a:r>
              <a:t xml:space="preserve">b, d, Instance-level precision and recall at bidirectional coverage thresholds of 0.3 and 0.5. Violins show PDB distributions; white circles and thick lines indicate medians and interquartile ranges. Both thresholds retain the same final candidate selection and small-molecule class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7575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275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F0D971B-274E-4D05-913B-D58C0FA6B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324860"/>
            <a:ext cx="7620000" cy="127127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CE4691-4D14-46B8-AE61-F38D8A957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4840605"/>
            <a:ext cx="6667500" cy="9779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5148E14-12E8-4D4E-8F62-15B22A42D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667125"/>
            <a:ext cx="7620000" cy="14668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CAA4469-9B2A-4BD4-8E7E-6670D09A3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DFAAD70-08C5-4503-9823-D147AE009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8453438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83D3F5B-09A3-499A-B2D2-4A81C7299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BD186A2-3318-4BE4-A34A-E214C6EC4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EDC1866-5D56-4149-B33F-28CBBC7F506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060156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3B082-3AF0-4F9B-9E5B-7606A38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145DF85-A078-4CF5-9678-30E69FA81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90001" r:id="rId1"/>
    <p:sldLayoutId id="2147490002" r:id="rId2"/>
    <p:sldLayoutId id="2147490003" r:id="rId3"/>
    <p:sldLayoutId id="2147490004" r:id="rId4"/>
    <p:sldLayoutId id="2147490005" r:id="rId5"/>
    <p:sldLayoutId id="214749000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FD483BD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9_24E9D965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487AF3F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B_1497C3EF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C_4C35CE2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24D69F6C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A31B444B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BB180686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99C1F4A8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0_1876B60E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2_5593E57B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3_BDEEEE2F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01_find_only_0">
            <a:extLst>
              <a:ext uri="{FF2B5EF4-FFF2-40B4-BE49-F238E27FC236}">
                <a16:creationId xmlns:a16="http://schemas.microsoft.com/office/drawing/2014/main" id="{0C29EC50-882D-4AD9-A72B-077BB64B1234}"/>
              </a:ext>
            </a:extLst>
          </p:cNvPr>
          <p:cNvSpPr>
            <a:spLocks noGrp="1"/>
          </p:cNvSpPr>
          <p:nvPr/>
        </p:nvSpPr>
        <p:spPr>
          <a:xfrm>
            <a:off x="1462290" y="1741731"/>
            <a:ext cx="6600243" cy="531686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ind_only_1">
            <a:extLst>
              <a:ext uri="{FF2B5EF4-FFF2-40B4-BE49-F238E27FC236}">
                <a16:creationId xmlns:a16="http://schemas.microsoft.com/office/drawing/2014/main" id="{FF72BC82-FEEB-4683-B9CC-A67E09C9CF2D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ind_only_2">
            <a:extLst>
              <a:ext uri="{FF2B5EF4-FFF2-40B4-BE49-F238E27FC236}">
                <a16:creationId xmlns:a16="http://schemas.microsoft.com/office/drawing/2014/main" id="{64FCD328-CB22-43B6-A764-6E8E6E896FD9}"/>
              </a:ext>
            </a:extLst>
          </p:cNvPr>
          <p:cNvSpPr>
            <a:spLocks noGrp="1"/>
          </p:cNvSpPr>
          <p:nvPr/>
        </p:nvSpPr>
        <p:spPr>
          <a:xfrm>
            <a:off x="2227022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07" y="1257449"/>
                </a:lnTo>
                <a:lnTo>
                  <a:pt x="2780" y="1246883"/>
                </a:lnTo>
                <a:lnTo>
                  <a:pt x="6073" y="1236316"/>
                </a:lnTo>
                <a:lnTo>
                  <a:pt x="10367" y="1225749"/>
                </a:lnTo>
                <a:lnTo>
                  <a:pt x="15384" y="1215182"/>
                </a:lnTo>
                <a:lnTo>
                  <a:pt x="20823" y="1204615"/>
                </a:lnTo>
                <a:lnTo>
                  <a:pt x="26385" y="1194049"/>
                </a:lnTo>
                <a:lnTo>
                  <a:pt x="31798" y="1183482"/>
                </a:lnTo>
                <a:lnTo>
                  <a:pt x="36840" y="1172915"/>
                </a:lnTo>
                <a:lnTo>
                  <a:pt x="41344" y="1162348"/>
                </a:lnTo>
                <a:lnTo>
                  <a:pt x="45210" y="1151781"/>
                </a:lnTo>
                <a:lnTo>
                  <a:pt x="48393" y="1141215"/>
                </a:lnTo>
                <a:lnTo>
                  <a:pt x="50904" y="1130648"/>
                </a:lnTo>
                <a:lnTo>
                  <a:pt x="52786" y="1120081"/>
                </a:lnTo>
                <a:lnTo>
                  <a:pt x="54114" y="1109514"/>
                </a:lnTo>
                <a:lnTo>
                  <a:pt x="54970" y="1098947"/>
                </a:lnTo>
                <a:lnTo>
                  <a:pt x="55441" y="1088381"/>
                </a:lnTo>
                <a:lnTo>
                  <a:pt x="55608" y="1077814"/>
                </a:lnTo>
                <a:lnTo>
                  <a:pt x="55541" y="1067247"/>
                </a:lnTo>
                <a:lnTo>
                  <a:pt x="55295" y="1056680"/>
                </a:lnTo>
                <a:lnTo>
                  <a:pt x="54914" y="1046113"/>
                </a:lnTo>
                <a:lnTo>
                  <a:pt x="54429" y="1035547"/>
                </a:lnTo>
                <a:lnTo>
                  <a:pt x="53858" y="1024980"/>
                </a:lnTo>
                <a:lnTo>
                  <a:pt x="53213" y="1014413"/>
                </a:lnTo>
                <a:lnTo>
                  <a:pt x="52502" y="1003846"/>
                </a:lnTo>
                <a:lnTo>
                  <a:pt x="51725" y="993279"/>
                </a:lnTo>
                <a:lnTo>
                  <a:pt x="50884" y="982713"/>
                </a:lnTo>
                <a:lnTo>
                  <a:pt x="49978" y="972146"/>
                </a:lnTo>
                <a:lnTo>
                  <a:pt x="49007" y="961579"/>
                </a:lnTo>
                <a:lnTo>
                  <a:pt x="47975" y="951012"/>
                </a:lnTo>
                <a:lnTo>
                  <a:pt x="46889" y="940445"/>
                </a:lnTo>
                <a:lnTo>
                  <a:pt x="45759" y="929879"/>
                </a:lnTo>
                <a:lnTo>
                  <a:pt x="44603" y="919312"/>
                </a:lnTo>
                <a:lnTo>
                  <a:pt x="43443" y="908745"/>
                </a:lnTo>
                <a:lnTo>
                  <a:pt x="42306" y="898178"/>
                </a:lnTo>
                <a:lnTo>
                  <a:pt x="41222" y="887611"/>
                </a:lnTo>
                <a:lnTo>
                  <a:pt x="40217" y="877045"/>
                </a:lnTo>
                <a:lnTo>
                  <a:pt x="39316" y="866478"/>
                </a:lnTo>
                <a:lnTo>
                  <a:pt x="38530" y="855911"/>
                </a:lnTo>
                <a:lnTo>
                  <a:pt x="37860" y="845344"/>
                </a:lnTo>
                <a:lnTo>
                  <a:pt x="37287" y="834777"/>
                </a:lnTo>
                <a:lnTo>
                  <a:pt x="36777" y="824211"/>
                </a:lnTo>
                <a:lnTo>
                  <a:pt x="36277" y="813644"/>
                </a:lnTo>
                <a:lnTo>
                  <a:pt x="35718" y="803077"/>
                </a:lnTo>
                <a:lnTo>
                  <a:pt x="35024" y="792510"/>
                </a:lnTo>
                <a:lnTo>
                  <a:pt x="34113" y="781943"/>
                </a:lnTo>
                <a:lnTo>
                  <a:pt x="32908" y="771377"/>
                </a:lnTo>
                <a:lnTo>
                  <a:pt x="31348" y="760810"/>
                </a:lnTo>
                <a:lnTo>
                  <a:pt x="29393" y="750243"/>
                </a:lnTo>
                <a:lnTo>
                  <a:pt x="27037" y="739676"/>
                </a:lnTo>
                <a:lnTo>
                  <a:pt x="24313" y="729109"/>
                </a:lnTo>
                <a:lnTo>
                  <a:pt x="21296" y="718543"/>
                </a:lnTo>
                <a:lnTo>
                  <a:pt x="18111" y="707976"/>
                </a:lnTo>
                <a:lnTo>
                  <a:pt x="14918" y="697409"/>
                </a:lnTo>
                <a:lnTo>
                  <a:pt x="11914" y="686842"/>
                </a:lnTo>
                <a:lnTo>
                  <a:pt x="9308" y="676275"/>
                </a:lnTo>
                <a:lnTo>
                  <a:pt x="7311" y="665709"/>
                </a:lnTo>
                <a:lnTo>
                  <a:pt x="6111" y="655142"/>
                </a:lnTo>
                <a:lnTo>
                  <a:pt x="5854" y="644575"/>
                </a:lnTo>
                <a:lnTo>
                  <a:pt x="6629" y="634008"/>
                </a:lnTo>
                <a:lnTo>
                  <a:pt x="8454" y="623441"/>
                </a:lnTo>
                <a:lnTo>
                  <a:pt x="11275" y="612874"/>
                </a:lnTo>
                <a:lnTo>
                  <a:pt x="14969" y="602308"/>
                </a:lnTo>
                <a:lnTo>
                  <a:pt x="19361" y="591741"/>
                </a:lnTo>
                <a:lnTo>
                  <a:pt x="24233" y="581174"/>
                </a:lnTo>
                <a:lnTo>
                  <a:pt x="29357" y="570607"/>
                </a:lnTo>
                <a:lnTo>
                  <a:pt x="34504" y="560040"/>
                </a:lnTo>
                <a:lnTo>
                  <a:pt x="39473" y="549474"/>
                </a:lnTo>
                <a:lnTo>
                  <a:pt x="44099" y="538907"/>
                </a:lnTo>
                <a:lnTo>
                  <a:pt x="48263" y="528340"/>
                </a:lnTo>
                <a:lnTo>
                  <a:pt x="51894" y="517773"/>
                </a:lnTo>
                <a:lnTo>
                  <a:pt x="54965" y="507206"/>
                </a:lnTo>
                <a:lnTo>
                  <a:pt x="57487" y="496640"/>
                </a:lnTo>
                <a:lnTo>
                  <a:pt x="59501" y="486073"/>
                </a:lnTo>
                <a:lnTo>
                  <a:pt x="61066" y="475506"/>
                </a:lnTo>
                <a:lnTo>
                  <a:pt x="62248" y="464939"/>
                </a:lnTo>
                <a:lnTo>
                  <a:pt x="63118" y="454372"/>
                </a:lnTo>
                <a:lnTo>
                  <a:pt x="63743" y="443806"/>
                </a:lnTo>
                <a:lnTo>
                  <a:pt x="64179" y="433239"/>
                </a:lnTo>
                <a:lnTo>
                  <a:pt x="64475" y="422672"/>
                </a:lnTo>
                <a:lnTo>
                  <a:pt x="64673" y="412105"/>
                </a:lnTo>
                <a:lnTo>
                  <a:pt x="64800" y="401538"/>
                </a:lnTo>
                <a:lnTo>
                  <a:pt x="64881" y="390972"/>
                </a:lnTo>
                <a:lnTo>
                  <a:pt x="64931" y="380405"/>
                </a:lnTo>
                <a:lnTo>
                  <a:pt x="64960" y="369838"/>
                </a:lnTo>
                <a:lnTo>
                  <a:pt x="64978" y="359271"/>
                </a:lnTo>
                <a:lnTo>
                  <a:pt x="64988" y="348704"/>
                </a:lnTo>
                <a:lnTo>
                  <a:pt x="64994" y="338138"/>
                </a:lnTo>
                <a:lnTo>
                  <a:pt x="64997" y="327571"/>
                </a:lnTo>
                <a:lnTo>
                  <a:pt x="64998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2" y="317004"/>
                </a:lnTo>
                <a:lnTo>
                  <a:pt x="65003" y="327571"/>
                </a:lnTo>
                <a:lnTo>
                  <a:pt x="65006" y="338138"/>
                </a:lnTo>
                <a:lnTo>
                  <a:pt x="65012" y="348704"/>
                </a:lnTo>
                <a:lnTo>
                  <a:pt x="65022" y="359271"/>
                </a:lnTo>
                <a:lnTo>
                  <a:pt x="65040" y="369838"/>
                </a:lnTo>
                <a:lnTo>
                  <a:pt x="65069" y="380405"/>
                </a:lnTo>
                <a:lnTo>
                  <a:pt x="65119" y="390972"/>
                </a:lnTo>
                <a:lnTo>
                  <a:pt x="65200" y="401538"/>
                </a:lnTo>
                <a:lnTo>
                  <a:pt x="65327" y="412105"/>
                </a:lnTo>
                <a:lnTo>
                  <a:pt x="65525" y="422672"/>
                </a:lnTo>
                <a:lnTo>
                  <a:pt x="65821" y="433239"/>
                </a:lnTo>
                <a:lnTo>
                  <a:pt x="66257" y="443806"/>
                </a:lnTo>
                <a:lnTo>
                  <a:pt x="66882" y="454372"/>
                </a:lnTo>
                <a:lnTo>
                  <a:pt x="67752" y="464939"/>
                </a:lnTo>
                <a:lnTo>
                  <a:pt x="68934" y="475506"/>
                </a:lnTo>
                <a:lnTo>
                  <a:pt x="70499" y="486073"/>
                </a:lnTo>
                <a:lnTo>
                  <a:pt x="72513" y="496640"/>
                </a:lnTo>
                <a:lnTo>
                  <a:pt x="75035" y="507206"/>
                </a:lnTo>
                <a:lnTo>
                  <a:pt x="78106" y="517773"/>
                </a:lnTo>
                <a:lnTo>
                  <a:pt x="81737" y="528340"/>
                </a:lnTo>
                <a:lnTo>
                  <a:pt x="85901" y="538907"/>
                </a:lnTo>
                <a:lnTo>
                  <a:pt x="90527" y="549474"/>
                </a:lnTo>
                <a:lnTo>
                  <a:pt x="95496" y="560040"/>
                </a:lnTo>
                <a:lnTo>
                  <a:pt x="100643" y="570607"/>
                </a:lnTo>
                <a:lnTo>
                  <a:pt x="105767" y="581174"/>
                </a:lnTo>
                <a:lnTo>
                  <a:pt x="110639" y="591741"/>
                </a:lnTo>
                <a:lnTo>
                  <a:pt x="115031" y="602308"/>
                </a:lnTo>
                <a:lnTo>
                  <a:pt x="118725" y="612874"/>
                </a:lnTo>
                <a:lnTo>
                  <a:pt x="121546" y="623441"/>
                </a:lnTo>
                <a:lnTo>
                  <a:pt x="123371" y="634008"/>
                </a:lnTo>
                <a:lnTo>
                  <a:pt x="124146" y="644575"/>
                </a:lnTo>
                <a:lnTo>
                  <a:pt x="123889" y="655142"/>
                </a:lnTo>
                <a:lnTo>
                  <a:pt x="122689" y="665709"/>
                </a:lnTo>
                <a:lnTo>
                  <a:pt x="120692" y="676275"/>
                </a:lnTo>
                <a:lnTo>
                  <a:pt x="118086" y="686842"/>
                </a:lnTo>
                <a:lnTo>
                  <a:pt x="115082" y="697409"/>
                </a:lnTo>
                <a:lnTo>
                  <a:pt x="111889" y="707976"/>
                </a:lnTo>
                <a:lnTo>
                  <a:pt x="108704" y="718543"/>
                </a:lnTo>
                <a:lnTo>
                  <a:pt x="105687" y="729109"/>
                </a:lnTo>
                <a:lnTo>
                  <a:pt x="102963" y="739676"/>
                </a:lnTo>
                <a:lnTo>
                  <a:pt x="100607" y="750243"/>
                </a:lnTo>
                <a:lnTo>
                  <a:pt x="98652" y="760810"/>
                </a:lnTo>
                <a:lnTo>
                  <a:pt x="97092" y="771377"/>
                </a:lnTo>
                <a:lnTo>
                  <a:pt x="95887" y="781943"/>
                </a:lnTo>
                <a:lnTo>
                  <a:pt x="94976" y="792510"/>
                </a:lnTo>
                <a:lnTo>
                  <a:pt x="94282" y="803077"/>
                </a:lnTo>
                <a:lnTo>
                  <a:pt x="93723" y="813644"/>
                </a:lnTo>
                <a:lnTo>
                  <a:pt x="93223" y="824211"/>
                </a:lnTo>
                <a:lnTo>
                  <a:pt x="92713" y="834777"/>
                </a:lnTo>
                <a:lnTo>
                  <a:pt x="92140" y="845344"/>
                </a:lnTo>
                <a:lnTo>
                  <a:pt x="91470" y="855911"/>
                </a:lnTo>
                <a:lnTo>
                  <a:pt x="90684" y="866478"/>
                </a:lnTo>
                <a:lnTo>
                  <a:pt x="89783" y="877045"/>
                </a:lnTo>
                <a:lnTo>
                  <a:pt x="88778" y="887611"/>
                </a:lnTo>
                <a:lnTo>
                  <a:pt x="87694" y="898178"/>
                </a:lnTo>
                <a:lnTo>
                  <a:pt x="86557" y="908745"/>
                </a:lnTo>
                <a:lnTo>
                  <a:pt x="85397" y="919312"/>
                </a:lnTo>
                <a:lnTo>
                  <a:pt x="84241" y="929879"/>
                </a:lnTo>
                <a:lnTo>
                  <a:pt x="83111" y="940445"/>
                </a:lnTo>
                <a:lnTo>
                  <a:pt x="82025" y="951012"/>
                </a:lnTo>
                <a:lnTo>
                  <a:pt x="80993" y="961579"/>
                </a:lnTo>
                <a:lnTo>
                  <a:pt x="80022" y="972146"/>
                </a:lnTo>
                <a:lnTo>
                  <a:pt x="79116" y="982713"/>
                </a:lnTo>
                <a:lnTo>
                  <a:pt x="78275" y="993279"/>
                </a:lnTo>
                <a:lnTo>
                  <a:pt x="77498" y="1003846"/>
                </a:lnTo>
                <a:lnTo>
                  <a:pt x="76787" y="1014413"/>
                </a:lnTo>
                <a:lnTo>
                  <a:pt x="76142" y="1024980"/>
                </a:lnTo>
                <a:lnTo>
                  <a:pt x="75571" y="1035547"/>
                </a:lnTo>
                <a:lnTo>
                  <a:pt x="75086" y="1046113"/>
                </a:lnTo>
                <a:lnTo>
                  <a:pt x="74705" y="1056680"/>
                </a:lnTo>
                <a:lnTo>
                  <a:pt x="74459" y="1067247"/>
                </a:lnTo>
                <a:lnTo>
                  <a:pt x="74392" y="1077814"/>
                </a:lnTo>
                <a:lnTo>
                  <a:pt x="74559" y="1088381"/>
                </a:lnTo>
                <a:lnTo>
                  <a:pt x="75030" y="1098947"/>
                </a:lnTo>
                <a:lnTo>
                  <a:pt x="75886" y="1109514"/>
                </a:lnTo>
                <a:lnTo>
                  <a:pt x="77214" y="1120081"/>
                </a:lnTo>
                <a:lnTo>
                  <a:pt x="79096" y="1130648"/>
                </a:lnTo>
                <a:lnTo>
                  <a:pt x="81607" y="1141215"/>
                </a:lnTo>
                <a:lnTo>
                  <a:pt x="84790" y="1151781"/>
                </a:lnTo>
                <a:lnTo>
                  <a:pt x="88656" y="1162348"/>
                </a:lnTo>
                <a:lnTo>
                  <a:pt x="93160" y="1172915"/>
                </a:lnTo>
                <a:lnTo>
                  <a:pt x="98202" y="1183482"/>
                </a:lnTo>
                <a:lnTo>
                  <a:pt x="103615" y="1194049"/>
                </a:lnTo>
                <a:lnTo>
                  <a:pt x="109177" y="1204615"/>
                </a:lnTo>
                <a:lnTo>
                  <a:pt x="114616" y="1215182"/>
                </a:lnTo>
                <a:lnTo>
                  <a:pt x="119634" y="1225749"/>
                </a:lnTo>
                <a:lnTo>
                  <a:pt x="123927" y="1236316"/>
                </a:lnTo>
                <a:lnTo>
                  <a:pt x="127220" y="1246883"/>
                </a:lnTo>
                <a:lnTo>
                  <a:pt x="12929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ind_only_3">
            <a:extLst>
              <a:ext uri="{FF2B5EF4-FFF2-40B4-BE49-F238E27FC236}">
                <a16:creationId xmlns:a16="http://schemas.microsoft.com/office/drawing/2014/main" id="{E9820556-9F49-4819-9440-E56FD88A6FE4}"/>
              </a:ext>
            </a:extLst>
          </p:cNvPr>
          <p:cNvSpPr>
            <a:spLocks noGrp="1"/>
          </p:cNvSpPr>
          <p:nvPr/>
        </p:nvSpPr>
        <p:spPr>
          <a:xfrm>
            <a:off x="248166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0964" y="1268016"/>
                </a:moveTo>
                <a:lnTo>
                  <a:pt x="49036" y="1268016"/>
                </a:lnTo>
                <a:lnTo>
                  <a:pt x="49199" y="1257449"/>
                </a:lnTo>
                <a:lnTo>
                  <a:pt x="49676" y="1246883"/>
                </a:lnTo>
                <a:lnTo>
                  <a:pt x="50434" y="1236316"/>
                </a:lnTo>
                <a:lnTo>
                  <a:pt x="51421" y="1225749"/>
                </a:lnTo>
                <a:lnTo>
                  <a:pt x="52572" y="1215182"/>
                </a:lnTo>
                <a:lnTo>
                  <a:pt x="53818" y="1204615"/>
                </a:lnTo>
                <a:lnTo>
                  <a:pt x="55089" y="1194049"/>
                </a:lnTo>
                <a:lnTo>
                  <a:pt x="56324" y="1183482"/>
                </a:lnTo>
                <a:lnTo>
                  <a:pt x="57472" y="1172915"/>
                </a:lnTo>
                <a:lnTo>
                  <a:pt x="58498" y="1162348"/>
                </a:lnTo>
                <a:lnTo>
                  <a:pt x="59379" y="1151781"/>
                </a:lnTo>
                <a:lnTo>
                  <a:pt x="60109" y="1141215"/>
                </a:lnTo>
                <a:lnTo>
                  <a:pt x="60693" y="1130648"/>
                </a:lnTo>
                <a:lnTo>
                  <a:pt x="61141" y="1120081"/>
                </a:lnTo>
                <a:lnTo>
                  <a:pt x="61473" y="1109514"/>
                </a:lnTo>
                <a:lnTo>
                  <a:pt x="61708" y="1098947"/>
                </a:lnTo>
                <a:lnTo>
                  <a:pt x="61863" y="1088381"/>
                </a:lnTo>
                <a:lnTo>
                  <a:pt x="61955" y="1077814"/>
                </a:lnTo>
                <a:lnTo>
                  <a:pt x="61998" y="1067247"/>
                </a:lnTo>
                <a:lnTo>
                  <a:pt x="61999" y="1056680"/>
                </a:lnTo>
                <a:lnTo>
                  <a:pt x="61965" y="1046113"/>
                </a:lnTo>
                <a:lnTo>
                  <a:pt x="61899" y="1035547"/>
                </a:lnTo>
                <a:lnTo>
                  <a:pt x="61803" y="1024980"/>
                </a:lnTo>
                <a:lnTo>
                  <a:pt x="61679" y="1014413"/>
                </a:lnTo>
                <a:lnTo>
                  <a:pt x="61527" y="1003846"/>
                </a:lnTo>
                <a:lnTo>
                  <a:pt x="61349" y="993279"/>
                </a:lnTo>
                <a:lnTo>
                  <a:pt x="61149" y="982713"/>
                </a:lnTo>
                <a:lnTo>
                  <a:pt x="60929" y="972146"/>
                </a:lnTo>
                <a:lnTo>
                  <a:pt x="60695" y="961579"/>
                </a:lnTo>
                <a:lnTo>
                  <a:pt x="60453" y="951012"/>
                </a:lnTo>
                <a:lnTo>
                  <a:pt x="60207" y="940445"/>
                </a:lnTo>
                <a:lnTo>
                  <a:pt x="59967" y="929879"/>
                </a:lnTo>
                <a:lnTo>
                  <a:pt x="59739" y="919312"/>
                </a:lnTo>
                <a:lnTo>
                  <a:pt x="59531" y="908745"/>
                </a:lnTo>
                <a:lnTo>
                  <a:pt x="59350" y="898178"/>
                </a:lnTo>
                <a:lnTo>
                  <a:pt x="59202" y="887611"/>
                </a:lnTo>
                <a:lnTo>
                  <a:pt x="59093" y="877045"/>
                </a:lnTo>
                <a:lnTo>
                  <a:pt x="59023" y="866478"/>
                </a:lnTo>
                <a:lnTo>
                  <a:pt x="58991" y="855911"/>
                </a:lnTo>
                <a:lnTo>
                  <a:pt x="58991" y="845344"/>
                </a:lnTo>
                <a:lnTo>
                  <a:pt x="59014" y="834777"/>
                </a:lnTo>
                <a:lnTo>
                  <a:pt x="59045" y="824211"/>
                </a:lnTo>
                <a:lnTo>
                  <a:pt x="59065" y="813644"/>
                </a:lnTo>
                <a:lnTo>
                  <a:pt x="59051" y="803077"/>
                </a:lnTo>
                <a:lnTo>
                  <a:pt x="58978" y="792510"/>
                </a:lnTo>
                <a:lnTo>
                  <a:pt x="58820" y="781943"/>
                </a:lnTo>
                <a:lnTo>
                  <a:pt x="58554" y="771377"/>
                </a:lnTo>
                <a:lnTo>
                  <a:pt x="58159" y="760810"/>
                </a:lnTo>
                <a:lnTo>
                  <a:pt x="57620" y="750243"/>
                </a:lnTo>
                <a:lnTo>
                  <a:pt x="56932" y="739676"/>
                </a:lnTo>
                <a:lnTo>
                  <a:pt x="56102" y="729109"/>
                </a:lnTo>
                <a:lnTo>
                  <a:pt x="55148" y="718543"/>
                </a:lnTo>
                <a:lnTo>
                  <a:pt x="54103" y="707976"/>
                </a:lnTo>
                <a:lnTo>
                  <a:pt x="53012" y="697409"/>
                </a:lnTo>
                <a:lnTo>
                  <a:pt x="51929" y="686842"/>
                </a:lnTo>
                <a:lnTo>
                  <a:pt x="50914" y="676275"/>
                </a:lnTo>
                <a:lnTo>
                  <a:pt x="50029" y="665709"/>
                </a:lnTo>
                <a:lnTo>
                  <a:pt x="49327" y="655142"/>
                </a:lnTo>
                <a:lnTo>
                  <a:pt x="48853" y="644575"/>
                </a:lnTo>
                <a:lnTo>
                  <a:pt x="48633" y="634008"/>
                </a:lnTo>
                <a:lnTo>
                  <a:pt x="48673" y="623441"/>
                </a:lnTo>
                <a:lnTo>
                  <a:pt x="48959" y="612874"/>
                </a:lnTo>
                <a:lnTo>
                  <a:pt x="49458" y="602308"/>
                </a:lnTo>
                <a:lnTo>
                  <a:pt x="50118" y="591741"/>
                </a:lnTo>
                <a:lnTo>
                  <a:pt x="50879" y="581174"/>
                </a:lnTo>
                <a:lnTo>
                  <a:pt x="51675" y="570607"/>
                </a:lnTo>
                <a:lnTo>
                  <a:pt x="52443" y="560040"/>
                </a:lnTo>
                <a:lnTo>
                  <a:pt x="53127" y="549474"/>
                </a:lnTo>
                <a:lnTo>
                  <a:pt x="53685" y="538907"/>
                </a:lnTo>
                <a:lnTo>
                  <a:pt x="54088" y="528340"/>
                </a:lnTo>
                <a:lnTo>
                  <a:pt x="54326" y="517773"/>
                </a:lnTo>
                <a:lnTo>
                  <a:pt x="54404" y="507206"/>
                </a:lnTo>
                <a:lnTo>
                  <a:pt x="54339" y="496640"/>
                </a:lnTo>
                <a:lnTo>
                  <a:pt x="54161" y="486073"/>
                </a:lnTo>
                <a:lnTo>
                  <a:pt x="53904" y="475506"/>
                </a:lnTo>
                <a:lnTo>
                  <a:pt x="53609" y="464939"/>
                </a:lnTo>
                <a:lnTo>
                  <a:pt x="53311" y="454372"/>
                </a:lnTo>
                <a:lnTo>
                  <a:pt x="53044" y="443806"/>
                </a:lnTo>
                <a:lnTo>
                  <a:pt x="52834" y="433239"/>
                </a:lnTo>
                <a:lnTo>
                  <a:pt x="52697" y="422672"/>
                </a:lnTo>
                <a:lnTo>
                  <a:pt x="52642" y="412105"/>
                </a:lnTo>
                <a:lnTo>
                  <a:pt x="52669" y="401538"/>
                </a:lnTo>
                <a:lnTo>
                  <a:pt x="52771" y="390972"/>
                </a:lnTo>
                <a:lnTo>
                  <a:pt x="52937" y="380405"/>
                </a:lnTo>
                <a:lnTo>
                  <a:pt x="53153" y="369838"/>
                </a:lnTo>
                <a:lnTo>
                  <a:pt x="53405" y="359271"/>
                </a:lnTo>
                <a:lnTo>
                  <a:pt x="53683" y="348704"/>
                </a:lnTo>
                <a:lnTo>
                  <a:pt x="53978" y="338138"/>
                </a:lnTo>
                <a:lnTo>
                  <a:pt x="54285" y="327571"/>
                </a:lnTo>
                <a:lnTo>
                  <a:pt x="54606" y="317004"/>
                </a:lnTo>
                <a:lnTo>
                  <a:pt x="54941" y="306437"/>
                </a:lnTo>
                <a:lnTo>
                  <a:pt x="55293" y="295870"/>
                </a:lnTo>
                <a:lnTo>
                  <a:pt x="55667" y="285304"/>
                </a:lnTo>
                <a:lnTo>
                  <a:pt x="56061" y="274737"/>
                </a:lnTo>
                <a:lnTo>
                  <a:pt x="56475" y="264170"/>
                </a:lnTo>
                <a:lnTo>
                  <a:pt x="56900" y="253603"/>
                </a:lnTo>
                <a:lnTo>
                  <a:pt x="57325" y="243036"/>
                </a:lnTo>
                <a:lnTo>
                  <a:pt x="57730" y="232470"/>
                </a:lnTo>
                <a:lnTo>
                  <a:pt x="58087" y="221903"/>
                </a:lnTo>
                <a:lnTo>
                  <a:pt x="58362" y="211336"/>
                </a:lnTo>
                <a:lnTo>
                  <a:pt x="58508" y="200769"/>
                </a:lnTo>
                <a:lnTo>
                  <a:pt x="58469" y="190202"/>
                </a:lnTo>
                <a:lnTo>
                  <a:pt x="58179" y="179636"/>
                </a:lnTo>
                <a:lnTo>
                  <a:pt x="57561" y="169069"/>
                </a:lnTo>
                <a:lnTo>
                  <a:pt x="56531" y="158502"/>
                </a:lnTo>
                <a:lnTo>
                  <a:pt x="55004" y="147935"/>
                </a:lnTo>
                <a:lnTo>
                  <a:pt x="52900" y="137368"/>
                </a:lnTo>
                <a:lnTo>
                  <a:pt x="50154" y="126802"/>
                </a:lnTo>
                <a:lnTo>
                  <a:pt x="46727" y="116235"/>
                </a:lnTo>
                <a:lnTo>
                  <a:pt x="42620" y="105668"/>
                </a:lnTo>
                <a:lnTo>
                  <a:pt x="37884" y="95101"/>
                </a:lnTo>
                <a:lnTo>
                  <a:pt x="32626" y="84534"/>
                </a:lnTo>
                <a:lnTo>
                  <a:pt x="27018" y="73968"/>
                </a:lnTo>
                <a:lnTo>
                  <a:pt x="21286" y="63401"/>
                </a:lnTo>
                <a:lnTo>
                  <a:pt x="15703" y="52834"/>
                </a:lnTo>
                <a:lnTo>
                  <a:pt x="10569" y="42267"/>
                </a:lnTo>
                <a:lnTo>
                  <a:pt x="6186" y="31700"/>
                </a:lnTo>
                <a:lnTo>
                  <a:pt x="2830" y="21134"/>
                </a:lnTo>
                <a:lnTo>
                  <a:pt x="72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0" y="10567"/>
                </a:lnTo>
                <a:lnTo>
                  <a:pt x="127170" y="21134"/>
                </a:lnTo>
                <a:lnTo>
                  <a:pt x="123814" y="31700"/>
                </a:lnTo>
                <a:lnTo>
                  <a:pt x="119431" y="42267"/>
                </a:lnTo>
                <a:lnTo>
                  <a:pt x="114297" y="52834"/>
                </a:lnTo>
                <a:lnTo>
                  <a:pt x="108714" y="63401"/>
                </a:lnTo>
                <a:lnTo>
                  <a:pt x="102982" y="73968"/>
                </a:lnTo>
                <a:lnTo>
                  <a:pt x="97374" y="84534"/>
                </a:lnTo>
                <a:lnTo>
                  <a:pt x="92116" y="95101"/>
                </a:lnTo>
                <a:lnTo>
                  <a:pt x="87380" y="105668"/>
                </a:lnTo>
                <a:lnTo>
                  <a:pt x="83273" y="116235"/>
                </a:lnTo>
                <a:lnTo>
                  <a:pt x="79846" y="126802"/>
                </a:lnTo>
                <a:lnTo>
                  <a:pt x="77100" y="137368"/>
                </a:lnTo>
                <a:lnTo>
                  <a:pt x="74996" y="147935"/>
                </a:lnTo>
                <a:lnTo>
                  <a:pt x="73469" y="158502"/>
                </a:lnTo>
                <a:lnTo>
                  <a:pt x="72439" y="169069"/>
                </a:lnTo>
                <a:lnTo>
                  <a:pt x="71821" y="179636"/>
                </a:lnTo>
                <a:lnTo>
                  <a:pt x="71531" y="190202"/>
                </a:lnTo>
                <a:lnTo>
                  <a:pt x="71492" y="200769"/>
                </a:lnTo>
                <a:lnTo>
                  <a:pt x="71638" y="211336"/>
                </a:lnTo>
                <a:lnTo>
                  <a:pt x="71913" y="221903"/>
                </a:lnTo>
                <a:lnTo>
                  <a:pt x="72270" y="232470"/>
                </a:lnTo>
                <a:lnTo>
                  <a:pt x="72675" y="243036"/>
                </a:lnTo>
                <a:lnTo>
                  <a:pt x="73100" y="253603"/>
                </a:lnTo>
                <a:lnTo>
                  <a:pt x="73525" y="264170"/>
                </a:lnTo>
                <a:lnTo>
                  <a:pt x="73939" y="274737"/>
                </a:lnTo>
                <a:lnTo>
                  <a:pt x="74333" y="285304"/>
                </a:lnTo>
                <a:lnTo>
                  <a:pt x="74707" y="295870"/>
                </a:lnTo>
                <a:lnTo>
                  <a:pt x="75059" y="306437"/>
                </a:lnTo>
                <a:lnTo>
                  <a:pt x="75394" y="317004"/>
                </a:lnTo>
                <a:lnTo>
                  <a:pt x="75715" y="327571"/>
                </a:lnTo>
                <a:lnTo>
                  <a:pt x="76022" y="338138"/>
                </a:lnTo>
                <a:lnTo>
                  <a:pt x="76317" y="348704"/>
                </a:lnTo>
                <a:lnTo>
                  <a:pt x="76595" y="359271"/>
                </a:lnTo>
                <a:lnTo>
                  <a:pt x="76847" y="369838"/>
                </a:lnTo>
                <a:lnTo>
                  <a:pt x="77063" y="380405"/>
                </a:lnTo>
                <a:lnTo>
                  <a:pt x="77229" y="390972"/>
                </a:lnTo>
                <a:lnTo>
                  <a:pt x="77331" y="401538"/>
                </a:lnTo>
                <a:lnTo>
                  <a:pt x="77358" y="412105"/>
                </a:lnTo>
                <a:lnTo>
                  <a:pt x="77303" y="422672"/>
                </a:lnTo>
                <a:lnTo>
                  <a:pt x="77166" y="433239"/>
                </a:lnTo>
                <a:lnTo>
                  <a:pt x="76956" y="443806"/>
                </a:lnTo>
                <a:lnTo>
                  <a:pt x="76689" y="454372"/>
                </a:lnTo>
                <a:lnTo>
                  <a:pt x="76391" y="464939"/>
                </a:lnTo>
                <a:lnTo>
                  <a:pt x="76096" y="475506"/>
                </a:lnTo>
                <a:lnTo>
                  <a:pt x="75839" y="486073"/>
                </a:lnTo>
                <a:lnTo>
                  <a:pt x="75661" y="496640"/>
                </a:lnTo>
                <a:lnTo>
                  <a:pt x="75596" y="507206"/>
                </a:lnTo>
                <a:lnTo>
                  <a:pt x="75674" y="517773"/>
                </a:lnTo>
                <a:lnTo>
                  <a:pt x="75912" y="528340"/>
                </a:lnTo>
                <a:lnTo>
                  <a:pt x="76315" y="538907"/>
                </a:lnTo>
                <a:lnTo>
                  <a:pt x="76873" y="549474"/>
                </a:lnTo>
                <a:lnTo>
                  <a:pt x="77557" y="560040"/>
                </a:lnTo>
                <a:lnTo>
                  <a:pt x="78325" y="570607"/>
                </a:lnTo>
                <a:lnTo>
                  <a:pt x="79121" y="581174"/>
                </a:lnTo>
                <a:lnTo>
                  <a:pt x="79882" y="591741"/>
                </a:lnTo>
                <a:lnTo>
                  <a:pt x="80542" y="602308"/>
                </a:lnTo>
                <a:lnTo>
                  <a:pt x="81041" y="612874"/>
                </a:lnTo>
                <a:lnTo>
                  <a:pt x="81327" y="623441"/>
                </a:lnTo>
                <a:lnTo>
                  <a:pt x="81367" y="634008"/>
                </a:lnTo>
                <a:lnTo>
                  <a:pt x="81147" y="644575"/>
                </a:lnTo>
                <a:lnTo>
                  <a:pt x="80673" y="655142"/>
                </a:lnTo>
                <a:lnTo>
                  <a:pt x="79971" y="665709"/>
                </a:lnTo>
                <a:lnTo>
                  <a:pt x="79086" y="676275"/>
                </a:lnTo>
                <a:lnTo>
                  <a:pt x="78071" y="686842"/>
                </a:lnTo>
                <a:lnTo>
                  <a:pt x="76988" y="697409"/>
                </a:lnTo>
                <a:lnTo>
                  <a:pt x="75897" y="707976"/>
                </a:lnTo>
                <a:lnTo>
                  <a:pt x="74852" y="718543"/>
                </a:lnTo>
                <a:lnTo>
                  <a:pt x="73898" y="729109"/>
                </a:lnTo>
                <a:lnTo>
                  <a:pt x="73068" y="739676"/>
                </a:lnTo>
                <a:lnTo>
                  <a:pt x="72380" y="750243"/>
                </a:lnTo>
                <a:lnTo>
                  <a:pt x="71841" y="760810"/>
                </a:lnTo>
                <a:lnTo>
                  <a:pt x="71446" y="771377"/>
                </a:lnTo>
                <a:lnTo>
                  <a:pt x="71180" y="781943"/>
                </a:lnTo>
                <a:lnTo>
                  <a:pt x="71022" y="792510"/>
                </a:lnTo>
                <a:lnTo>
                  <a:pt x="70949" y="803077"/>
                </a:lnTo>
                <a:lnTo>
                  <a:pt x="70935" y="813644"/>
                </a:lnTo>
                <a:lnTo>
                  <a:pt x="70955" y="824211"/>
                </a:lnTo>
                <a:lnTo>
                  <a:pt x="70986" y="834777"/>
                </a:lnTo>
                <a:lnTo>
                  <a:pt x="71009" y="845344"/>
                </a:lnTo>
                <a:lnTo>
                  <a:pt x="71009" y="855911"/>
                </a:lnTo>
                <a:lnTo>
                  <a:pt x="70977" y="866478"/>
                </a:lnTo>
                <a:lnTo>
                  <a:pt x="70907" y="877045"/>
                </a:lnTo>
                <a:lnTo>
                  <a:pt x="70798" y="887611"/>
                </a:lnTo>
                <a:lnTo>
                  <a:pt x="70650" y="898178"/>
                </a:lnTo>
                <a:lnTo>
                  <a:pt x="70469" y="908745"/>
                </a:lnTo>
                <a:lnTo>
                  <a:pt x="70261" y="919312"/>
                </a:lnTo>
                <a:lnTo>
                  <a:pt x="70033" y="929879"/>
                </a:lnTo>
                <a:lnTo>
                  <a:pt x="69793" y="940445"/>
                </a:lnTo>
                <a:lnTo>
                  <a:pt x="69547" y="951012"/>
                </a:lnTo>
                <a:lnTo>
                  <a:pt x="69305" y="961579"/>
                </a:lnTo>
                <a:lnTo>
                  <a:pt x="69071" y="972146"/>
                </a:lnTo>
                <a:lnTo>
                  <a:pt x="68851" y="982713"/>
                </a:lnTo>
                <a:lnTo>
                  <a:pt x="68651" y="993279"/>
                </a:lnTo>
                <a:lnTo>
                  <a:pt x="68473" y="1003846"/>
                </a:lnTo>
                <a:lnTo>
                  <a:pt x="68321" y="1014413"/>
                </a:lnTo>
                <a:lnTo>
                  <a:pt x="68197" y="1024980"/>
                </a:lnTo>
                <a:lnTo>
                  <a:pt x="68101" y="1035547"/>
                </a:lnTo>
                <a:lnTo>
                  <a:pt x="68035" y="1046113"/>
                </a:lnTo>
                <a:lnTo>
                  <a:pt x="68001" y="1056680"/>
                </a:lnTo>
                <a:lnTo>
                  <a:pt x="68002" y="1067247"/>
                </a:lnTo>
                <a:lnTo>
                  <a:pt x="68045" y="1077814"/>
                </a:lnTo>
                <a:lnTo>
                  <a:pt x="68137" y="1088381"/>
                </a:lnTo>
                <a:lnTo>
                  <a:pt x="68292" y="1098947"/>
                </a:lnTo>
                <a:lnTo>
                  <a:pt x="68527" y="1109514"/>
                </a:lnTo>
                <a:lnTo>
                  <a:pt x="68859" y="1120081"/>
                </a:lnTo>
                <a:lnTo>
                  <a:pt x="69307" y="1130648"/>
                </a:lnTo>
                <a:lnTo>
                  <a:pt x="69891" y="1141215"/>
                </a:lnTo>
                <a:lnTo>
                  <a:pt x="70621" y="1151781"/>
                </a:lnTo>
                <a:lnTo>
                  <a:pt x="71502" y="1162348"/>
                </a:lnTo>
                <a:lnTo>
                  <a:pt x="72528" y="1172915"/>
                </a:lnTo>
                <a:lnTo>
                  <a:pt x="73676" y="1183482"/>
                </a:lnTo>
                <a:lnTo>
                  <a:pt x="74911" y="1194049"/>
                </a:lnTo>
                <a:lnTo>
                  <a:pt x="76182" y="1204615"/>
                </a:lnTo>
                <a:lnTo>
                  <a:pt x="77428" y="1215182"/>
                </a:lnTo>
                <a:lnTo>
                  <a:pt x="78579" y="1225749"/>
                </a:lnTo>
                <a:lnTo>
                  <a:pt x="79566" y="1236316"/>
                </a:lnTo>
                <a:lnTo>
                  <a:pt x="80324" y="1246883"/>
                </a:lnTo>
                <a:lnTo>
                  <a:pt x="80801" y="1257449"/>
                </a:lnTo>
                <a:lnTo>
                  <a:pt x="80964" y="1268016"/>
                </a:lnTo>
                <a:lnTo>
                  <a:pt x="80964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ind_only_4">
            <a:extLst>
              <a:ext uri="{FF2B5EF4-FFF2-40B4-BE49-F238E27FC236}">
                <a16:creationId xmlns:a16="http://schemas.microsoft.com/office/drawing/2014/main" id="{524AA670-F532-458B-9CF1-19432040B143}"/>
              </a:ext>
            </a:extLst>
          </p:cNvPr>
          <p:cNvSpPr>
            <a:spLocks noGrp="1"/>
          </p:cNvSpPr>
          <p:nvPr/>
        </p:nvSpPr>
        <p:spPr>
          <a:xfrm>
            <a:off x="2990939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6990" y="1268016"/>
                </a:moveTo>
                <a:lnTo>
                  <a:pt x="53010" y="1268016"/>
                </a:lnTo>
                <a:lnTo>
                  <a:pt x="53133" y="1257449"/>
                </a:lnTo>
                <a:lnTo>
                  <a:pt x="53495" y="1246883"/>
                </a:lnTo>
                <a:lnTo>
                  <a:pt x="54070" y="1236316"/>
                </a:lnTo>
                <a:lnTo>
                  <a:pt x="54820" y="1225749"/>
                </a:lnTo>
                <a:lnTo>
                  <a:pt x="55697" y="1215182"/>
                </a:lnTo>
                <a:lnTo>
                  <a:pt x="56648" y="1204615"/>
                </a:lnTo>
                <a:lnTo>
                  <a:pt x="57622" y="1194049"/>
                </a:lnTo>
                <a:lnTo>
                  <a:pt x="58571" y="1183482"/>
                </a:lnTo>
                <a:lnTo>
                  <a:pt x="59459" y="1172915"/>
                </a:lnTo>
                <a:lnTo>
                  <a:pt x="60256" y="1162348"/>
                </a:lnTo>
                <a:lnTo>
                  <a:pt x="60946" y="1151781"/>
                </a:lnTo>
                <a:lnTo>
                  <a:pt x="61522" y="1141215"/>
                </a:lnTo>
                <a:lnTo>
                  <a:pt x="61985" y="1130648"/>
                </a:lnTo>
                <a:lnTo>
                  <a:pt x="62343" y="1120081"/>
                </a:lnTo>
                <a:lnTo>
                  <a:pt x="62608" y="1109514"/>
                </a:lnTo>
                <a:lnTo>
                  <a:pt x="62793" y="1098947"/>
                </a:lnTo>
                <a:lnTo>
                  <a:pt x="62910" y="1088381"/>
                </a:lnTo>
                <a:lnTo>
                  <a:pt x="62972" y="1077814"/>
                </a:lnTo>
                <a:lnTo>
                  <a:pt x="62987" y="1067247"/>
                </a:lnTo>
                <a:lnTo>
                  <a:pt x="62963" y="1056680"/>
                </a:lnTo>
                <a:lnTo>
                  <a:pt x="62905" y="1046113"/>
                </a:lnTo>
                <a:lnTo>
                  <a:pt x="62819" y="1035547"/>
                </a:lnTo>
                <a:lnTo>
                  <a:pt x="62705" y="1024980"/>
                </a:lnTo>
                <a:lnTo>
                  <a:pt x="62568" y="1014413"/>
                </a:lnTo>
                <a:lnTo>
                  <a:pt x="62409" y="1003846"/>
                </a:lnTo>
                <a:lnTo>
                  <a:pt x="62232" y="993279"/>
                </a:lnTo>
                <a:lnTo>
                  <a:pt x="62039" y="982713"/>
                </a:lnTo>
                <a:lnTo>
                  <a:pt x="61835" y="972146"/>
                </a:lnTo>
                <a:lnTo>
                  <a:pt x="61623" y="961579"/>
                </a:lnTo>
                <a:lnTo>
                  <a:pt x="61409" y="951012"/>
                </a:lnTo>
                <a:lnTo>
                  <a:pt x="61196" y="940445"/>
                </a:lnTo>
                <a:lnTo>
                  <a:pt x="60991" y="929879"/>
                </a:lnTo>
                <a:lnTo>
                  <a:pt x="60799" y="919312"/>
                </a:lnTo>
                <a:lnTo>
                  <a:pt x="60626" y="908745"/>
                </a:lnTo>
                <a:lnTo>
                  <a:pt x="60477" y="898178"/>
                </a:lnTo>
                <a:lnTo>
                  <a:pt x="60358" y="887611"/>
                </a:lnTo>
                <a:lnTo>
                  <a:pt x="60271" y="877045"/>
                </a:lnTo>
                <a:lnTo>
                  <a:pt x="60220" y="866478"/>
                </a:lnTo>
                <a:lnTo>
                  <a:pt x="60204" y="855911"/>
                </a:lnTo>
                <a:lnTo>
                  <a:pt x="60221" y="845344"/>
                </a:lnTo>
                <a:lnTo>
                  <a:pt x="60264" y="834777"/>
                </a:lnTo>
                <a:lnTo>
                  <a:pt x="60326" y="824211"/>
                </a:lnTo>
                <a:lnTo>
                  <a:pt x="60394" y="813644"/>
                </a:lnTo>
                <a:lnTo>
                  <a:pt x="60456" y="803077"/>
                </a:lnTo>
                <a:lnTo>
                  <a:pt x="60496" y="792510"/>
                </a:lnTo>
                <a:lnTo>
                  <a:pt x="60501" y="781943"/>
                </a:lnTo>
                <a:lnTo>
                  <a:pt x="60455" y="771377"/>
                </a:lnTo>
                <a:lnTo>
                  <a:pt x="60346" y="760810"/>
                </a:lnTo>
                <a:lnTo>
                  <a:pt x="60166" y="750243"/>
                </a:lnTo>
                <a:lnTo>
                  <a:pt x="59910" y="739676"/>
                </a:lnTo>
                <a:lnTo>
                  <a:pt x="59579" y="729109"/>
                </a:lnTo>
                <a:lnTo>
                  <a:pt x="59181" y="718543"/>
                </a:lnTo>
                <a:lnTo>
                  <a:pt x="58730" y="707976"/>
                </a:lnTo>
                <a:lnTo>
                  <a:pt x="58246" y="697409"/>
                </a:lnTo>
                <a:lnTo>
                  <a:pt x="57753" y="686842"/>
                </a:lnTo>
                <a:lnTo>
                  <a:pt x="57279" y="676275"/>
                </a:lnTo>
                <a:lnTo>
                  <a:pt x="56851" y="665709"/>
                </a:lnTo>
                <a:lnTo>
                  <a:pt x="56494" y="655142"/>
                </a:lnTo>
                <a:lnTo>
                  <a:pt x="56229" y="644575"/>
                </a:lnTo>
                <a:lnTo>
                  <a:pt x="56068" y="634008"/>
                </a:lnTo>
                <a:lnTo>
                  <a:pt x="56014" y="623441"/>
                </a:lnTo>
                <a:lnTo>
                  <a:pt x="56062" y="612874"/>
                </a:lnTo>
                <a:lnTo>
                  <a:pt x="56195" y="602308"/>
                </a:lnTo>
                <a:lnTo>
                  <a:pt x="56392" y="591741"/>
                </a:lnTo>
                <a:lnTo>
                  <a:pt x="56626" y="581174"/>
                </a:lnTo>
                <a:lnTo>
                  <a:pt x="56867" y="570607"/>
                </a:lnTo>
                <a:lnTo>
                  <a:pt x="57088" y="560040"/>
                </a:lnTo>
                <a:lnTo>
                  <a:pt x="57263" y="549474"/>
                </a:lnTo>
                <a:lnTo>
                  <a:pt x="57374" y="538907"/>
                </a:lnTo>
                <a:lnTo>
                  <a:pt x="57411" y="528340"/>
                </a:lnTo>
                <a:lnTo>
                  <a:pt x="57369" y="517773"/>
                </a:lnTo>
                <a:lnTo>
                  <a:pt x="57255" y="507206"/>
                </a:lnTo>
                <a:lnTo>
                  <a:pt x="57081" y="496640"/>
                </a:lnTo>
                <a:lnTo>
                  <a:pt x="56864" y="486073"/>
                </a:lnTo>
                <a:lnTo>
                  <a:pt x="56628" y="475506"/>
                </a:lnTo>
                <a:lnTo>
                  <a:pt x="56395" y="464939"/>
                </a:lnTo>
                <a:lnTo>
                  <a:pt x="56191" y="454372"/>
                </a:lnTo>
                <a:lnTo>
                  <a:pt x="56034" y="443806"/>
                </a:lnTo>
                <a:lnTo>
                  <a:pt x="55942" y="433239"/>
                </a:lnTo>
                <a:lnTo>
                  <a:pt x="55923" y="422672"/>
                </a:lnTo>
                <a:lnTo>
                  <a:pt x="55981" y="412105"/>
                </a:lnTo>
                <a:lnTo>
                  <a:pt x="56110" y="401538"/>
                </a:lnTo>
                <a:lnTo>
                  <a:pt x="56303" y="390972"/>
                </a:lnTo>
                <a:lnTo>
                  <a:pt x="56544" y="380405"/>
                </a:lnTo>
                <a:lnTo>
                  <a:pt x="56818" y="369838"/>
                </a:lnTo>
                <a:lnTo>
                  <a:pt x="57108" y="359271"/>
                </a:lnTo>
                <a:lnTo>
                  <a:pt x="57399" y="348704"/>
                </a:lnTo>
                <a:lnTo>
                  <a:pt x="57680" y="338138"/>
                </a:lnTo>
                <a:lnTo>
                  <a:pt x="57943" y="327571"/>
                </a:lnTo>
                <a:lnTo>
                  <a:pt x="58185" y="317004"/>
                </a:lnTo>
                <a:lnTo>
                  <a:pt x="58405" y="306437"/>
                </a:lnTo>
                <a:lnTo>
                  <a:pt x="58606" y="295870"/>
                </a:lnTo>
                <a:lnTo>
                  <a:pt x="58792" y="285304"/>
                </a:lnTo>
                <a:lnTo>
                  <a:pt x="58968" y="274737"/>
                </a:lnTo>
                <a:lnTo>
                  <a:pt x="59136" y="264170"/>
                </a:lnTo>
                <a:lnTo>
                  <a:pt x="59295" y="253603"/>
                </a:lnTo>
                <a:lnTo>
                  <a:pt x="59443" y="243036"/>
                </a:lnTo>
                <a:lnTo>
                  <a:pt x="59568" y="232470"/>
                </a:lnTo>
                <a:lnTo>
                  <a:pt x="59654" y="221903"/>
                </a:lnTo>
                <a:lnTo>
                  <a:pt x="59674" y="211336"/>
                </a:lnTo>
                <a:lnTo>
                  <a:pt x="59590" y="200769"/>
                </a:lnTo>
                <a:lnTo>
                  <a:pt x="59352" y="190202"/>
                </a:lnTo>
                <a:lnTo>
                  <a:pt x="58898" y="179636"/>
                </a:lnTo>
                <a:lnTo>
                  <a:pt x="58150" y="169069"/>
                </a:lnTo>
                <a:lnTo>
                  <a:pt x="57025" y="158502"/>
                </a:lnTo>
                <a:lnTo>
                  <a:pt x="55433" y="147935"/>
                </a:lnTo>
                <a:lnTo>
                  <a:pt x="53289" y="137368"/>
                </a:lnTo>
                <a:lnTo>
                  <a:pt x="50519" y="126802"/>
                </a:lnTo>
                <a:lnTo>
                  <a:pt x="47078" y="116235"/>
                </a:lnTo>
                <a:lnTo>
                  <a:pt x="42959" y="105668"/>
                </a:lnTo>
                <a:lnTo>
                  <a:pt x="38207" y="95101"/>
                </a:lnTo>
                <a:lnTo>
                  <a:pt x="32925" y="84534"/>
                </a:lnTo>
                <a:lnTo>
                  <a:pt x="27283" y="73968"/>
                </a:lnTo>
                <a:lnTo>
                  <a:pt x="21508" y="63401"/>
                </a:lnTo>
                <a:lnTo>
                  <a:pt x="15876" y="52834"/>
                </a:lnTo>
                <a:lnTo>
                  <a:pt x="10691" y="42267"/>
                </a:lnTo>
                <a:lnTo>
                  <a:pt x="6260" y="31700"/>
                </a:lnTo>
                <a:lnTo>
                  <a:pt x="2864" y="21134"/>
                </a:lnTo>
                <a:lnTo>
                  <a:pt x="72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1" y="10567"/>
                </a:lnTo>
                <a:lnTo>
                  <a:pt x="127136" y="21134"/>
                </a:lnTo>
                <a:lnTo>
                  <a:pt x="123740" y="31700"/>
                </a:lnTo>
                <a:lnTo>
                  <a:pt x="119309" y="42267"/>
                </a:lnTo>
                <a:lnTo>
                  <a:pt x="114124" y="52834"/>
                </a:lnTo>
                <a:lnTo>
                  <a:pt x="108492" y="63401"/>
                </a:lnTo>
                <a:lnTo>
                  <a:pt x="102717" y="73968"/>
                </a:lnTo>
                <a:lnTo>
                  <a:pt x="97075" y="84534"/>
                </a:lnTo>
                <a:lnTo>
                  <a:pt x="91793" y="95101"/>
                </a:lnTo>
                <a:lnTo>
                  <a:pt x="87041" y="105668"/>
                </a:lnTo>
                <a:lnTo>
                  <a:pt x="82922" y="116235"/>
                </a:lnTo>
                <a:lnTo>
                  <a:pt x="79481" y="126802"/>
                </a:lnTo>
                <a:lnTo>
                  <a:pt x="76711" y="137368"/>
                </a:lnTo>
                <a:lnTo>
                  <a:pt x="74567" y="147935"/>
                </a:lnTo>
                <a:lnTo>
                  <a:pt x="72975" y="158502"/>
                </a:lnTo>
                <a:lnTo>
                  <a:pt x="71850" y="169069"/>
                </a:lnTo>
                <a:lnTo>
                  <a:pt x="71102" y="179636"/>
                </a:lnTo>
                <a:lnTo>
                  <a:pt x="70648" y="190202"/>
                </a:lnTo>
                <a:lnTo>
                  <a:pt x="70410" y="200769"/>
                </a:lnTo>
                <a:lnTo>
                  <a:pt x="70326" y="211336"/>
                </a:lnTo>
                <a:lnTo>
                  <a:pt x="70346" y="221903"/>
                </a:lnTo>
                <a:lnTo>
                  <a:pt x="70432" y="232470"/>
                </a:lnTo>
                <a:lnTo>
                  <a:pt x="70557" y="243036"/>
                </a:lnTo>
                <a:lnTo>
                  <a:pt x="70705" y="253603"/>
                </a:lnTo>
                <a:lnTo>
                  <a:pt x="70864" y="264170"/>
                </a:lnTo>
                <a:lnTo>
                  <a:pt x="71032" y="274737"/>
                </a:lnTo>
                <a:lnTo>
                  <a:pt x="71208" y="285304"/>
                </a:lnTo>
                <a:lnTo>
                  <a:pt x="71394" y="295870"/>
                </a:lnTo>
                <a:lnTo>
                  <a:pt x="71595" y="306437"/>
                </a:lnTo>
                <a:lnTo>
                  <a:pt x="71815" y="317004"/>
                </a:lnTo>
                <a:lnTo>
                  <a:pt x="72057" y="327571"/>
                </a:lnTo>
                <a:lnTo>
                  <a:pt x="72320" y="338138"/>
                </a:lnTo>
                <a:lnTo>
                  <a:pt x="72601" y="348704"/>
                </a:lnTo>
                <a:lnTo>
                  <a:pt x="72892" y="359271"/>
                </a:lnTo>
                <a:lnTo>
                  <a:pt x="73182" y="369838"/>
                </a:lnTo>
                <a:lnTo>
                  <a:pt x="73456" y="380405"/>
                </a:lnTo>
                <a:lnTo>
                  <a:pt x="73697" y="390972"/>
                </a:lnTo>
                <a:lnTo>
                  <a:pt x="73890" y="401538"/>
                </a:lnTo>
                <a:lnTo>
                  <a:pt x="74019" y="412105"/>
                </a:lnTo>
                <a:lnTo>
                  <a:pt x="74077" y="422672"/>
                </a:lnTo>
                <a:lnTo>
                  <a:pt x="74058" y="433239"/>
                </a:lnTo>
                <a:lnTo>
                  <a:pt x="73966" y="443806"/>
                </a:lnTo>
                <a:lnTo>
                  <a:pt x="73809" y="454372"/>
                </a:lnTo>
                <a:lnTo>
                  <a:pt x="73605" y="464939"/>
                </a:lnTo>
                <a:lnTo>
                  <a:pt x="73372" y="475506"/>
                </a:lnTo>
                <a:lnTo>
                  <a:pt x="73136" y="486073"/>
                </a:lnTo>
                <a:lnTo>
                  <a:pt x="72919" y="496640"/>
                </a:lnTo>
                <a:lnTo>
                  <a:pt x="72745" y="507206"/>
                </a:lnTo>
                <a:lnTo>
                  <a:pt x="72631" y="517773"/>
                </a:lnTo>
                <a:lnTo>
                  <a:pt x="72589" y="528340"/>
                </a:lnTo>
                <a:lnTo>
                  <a:pt x="72626" y="538907"/>
                </a:lnTo>
                <a:lnTo>
                  <a:pt x="72737" y="549474"/>
                </a:lnTo>
                <a:lnTo>
                  <a:pt x="72912" y="560040"/>
                </a:lnTo>
                <a:lnTo>
                  <a:pt x="73133" y="570607"/>
                </a:lnTo>
                <a:lnTo>
                  <a:pt x="73374" y="581174"/>
                </a:lnTo>
                <a:lnTo>
                  <a:pt x="73608" y="591741"/>
                </a:lnTo>
                <a:lnTo>
                  <a:pt x="73805" y="602308"/>
                </a:lnTo>
                <a:lnTo>
                  <a:pt x="73938" y="612874"/>
                </a:lnTo>
                <a:lnTo>
                  <a:pt x="73986" y="623441"/>
                </a:lnTo>
                <a:lnTo>
                  <a:pt x="73932" y="634008"/>
                </a:lnTo>
                <a:lnTo>
                  <a:pt x="73771" y="644575"/>
                </a:lnTo>
                <a:lnTo>
                  <a:pt x="73506" y="655142"/>
                </a:lnTo>
                <a:lnTo>
                  <a:pt x="73149" y="665709"/>
                </a:lnTo>
                <a:lnTo>
                  <a:pt x="72721" y="676275"/>
                </a:lnTo>
                <a:lnTo>
                  <a:pt x="72247" y="686842"/>
                </a:lnTo>
                <a:lnTo>
                  <a:pt x="71754" y="697409"/>
                </a:lnTo>
                <a:lnTo>
                  <a:pt x="71270" y="707976"/>
                </a:lnTo>
                <a:lnTo>
                  <a:pt x="70819" y="718543"/>
                </a:lnTo>
                <a:lnTo>
                  <a:pt x="70421" y="729109"/>
                </a:lnTo>
                <a:lnTo>
                  <a:pt x="70090" y="739676"/>
                </a:lnTo>
                <a:lnTo>
                  <a:pt x="69834" y="750243"/>
                </a:lnTo>
                <a:lnTo>
                  <a:pt x="69654" y="760810"/>
                </a:lnTo>
                <a:lnTo>
                  <a:pt x="69545" y="771377"/>
                </a:lnTo>
                <a:lnTo>
                  <a:pt x="69499" y="781943"/>
                </a:lnTo>
                <a:lnTo>
                  <a:pt x="69504" y="792510"/>
                </a:lnTo>
                <a:lnTo>
                  <a:pt x="69544" y="803077"/>
                </a:lnTo>
                <a:lnTo>
                  <a:pt x="69606" y="813644"/>
                </a:lnTo>
                <a:lnTo>
                  <a:pt x="69674" y="824211"/>
                </a:lnTo>
                <a:lnTo>
                  <a:pt x="69736" y="834777"/>
                </a:lnTo>
                <a:lnTo>
                  <a:pt x="69779" y="845344"/>
                </a:lnTo>
                <a:lnTo>
                  <a:pt x="69796" y="855911"/>
                </a:lnTo>
                <a:lnTo>
                  <a:pt x="69780" y="866478"/>
                </a:lnTo>
                <a:lnTo>
                  <a:pt x="69729" y="877045"/>
                </a:lnTo>
                <a:lnTo>
                  <a:pt x="69642" y="887611"/>
                </a:lnTo>
                <a:lnTo>
                  <a:pt x="69523" y="898178"/>
                </a:lnTo>
                <a:lnTo>
                  <a:pt x="69374" y="908745"/>
                </a:lnTo>
                <a:lnTo>
                  <a:pt x="69201" y="919312"/>
                </a:lnTo>
                <a:lnTo>
                  <a:pt x="69009" y="929879"/>
                </a:lnTo>
                <a:lnTo>
                  <a:pt x="68804" y="940445"/>
                </a:lnTo>
                <a:lnTo>
                  <a:pt x="68591" y="951012"/>
                </a:lnTo>
                <a:lnTo>
                  <a:pt x="68377" y="961579"/>
                </a:lnTo>
                <a:lnTo>
                  <a:pt x="68165" y="972146"/>
                </a:lnTo>
                <a:lnTo>
                  <a:pt x="67961" y="982713"/>
                </a:lnTo>
                <a:lnTo>
                  <a:pt x="67768" y="993279"/>
                </a:lnTo>
                <a:lnTo>
                  <a:pt x="67591" y="1003846"/>
                </a:lnTo>
                <a:lnTo>
                  <a:pt x="67432" y="1014413"/>
                </a:lnTo>
                <a:lnTo>
                  <a:pt x="67295" y="1024980"/>
                </a:lnTo>
                <a:lnTo>
                  <a:pt x="67181" y="1035547"/>
                </a:lnTo>
                <a:lnTo>
                  <a:pt x="67095" y="1046113"/>
                </a:lnTo>
                <a:lnTo>
                  <a:pt x="67037" y="1056680"/>
                </a:lnTo>
                <a:lnTo>
                  <a:pt x="67013" y="1067247"/>
                </a:lnTo>
                <a:lnTo>
                  <a:pt x="67028" y="1077814"/>
                </a:lnTo>
                <a:lnTo>
                  <a:pt x="67090" y="1088381"/>
                </a:lnTo>
                <a:lnTo>
                  <a:pt x="67207" y="1098947"/>
                </a:lnTo>
                <a:lnTo>
                  <a:pt x="67392" y="1109514"/>
                </a:lnTo>
                <a:lnTo>
                  <a:pt x="67657" y="1120081"/>
                </a:lnTo>
                <a:lnTo>
                  <a:pt x="68015" y="1130648"/>
                </a:lnTo>
                <a:lnTo>
                  <a:pt x="68478" y="1141215"/>
                </a:lnTo>
                <a:lnTo>
                  <a:pt x="69054" y="1151781"/>
                </a:lnTo>
                <a:lnTo>
                  <a:pt x="69744" y="1162348"/>
                </a:lnTo>
                <a:lnTo>
                  <a:pt x="70541" y="1172915"/>
                </a:lnTo>
                <a:lnTo>
                  <a:pt x="71429" y="1183482"/>
                </a:lnTo>
                <a:lnTo>
                  <a:pt x="72378" y="1194049"/>
                </a:lnTo>
                <a:lnTo>
                  <a:pt x="73352" y="1204615"/>
                </a:lnTo>
                <a:lnTo>
                  <a:pt x="74303" y="1215182"/>
                </a:lnTo>
                <a:lnTo>
                  <a:pt x="75180" y="1225749"/>
                </a:lnTo>
                <a:lnTo>
                  <a:pt x="75930" y="1236316"/>
                </a:lnTo>
                <a:lnTo>
                  <a:pt x="76505" y="1246883"/>
                </a:lnTo>
                <a:lnTo>
                  <a:pt x="76867" y="1257449"/>
                </a:lnTo>
                <a:lnTo>
                  <a:pt x="76990" y="1268016"/>
                </a:lnTo>
                <a:lnTo>
                  <a:pt x="7699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ind_only_5">
            <a:extLst>
              <a:ext uri="{FF2B5EF4-FFF2-40B4-BE49-F238E27FC236}">
                <a16:creationId xmlns:a16="http://schemas.microsoft.com/office/drawing/2014/main" id="{D58FDCC6-37D2-40CA-ADBD-EBE3B5946E0F}"/>
              </a:ext>
            </a:extLst>
          </p:cNvPr>
          <p:cNvSpPr>
            <a:spLocks noGrp="1"/>
          </p:cNvSpPr>
          <p:nvPr/>
        </p:nvSpPr>
        <p:spPr>
          <a:xfrm>
            <a:off x="3500217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5202" y="1268016"/>
                </a:moveTo>
                <a:lnTo>
                  <a:pt x="54798" y="1268016"/>
                </a:lnTo>
                <a:lnTo>
                  <a:pt x="54898" y="1257449"/>
                </a:lnTo>
                <a:lnTo>
                  <a:pt x="55190" y="1246883"/>
                </a:lnTo>
                <a:lnTo>
                  <a:pt x="55655" y="1236316"/>
                </a:lnTo>
                <a:lnTo>
                  <a:pt x="56259" y="1225749"/>
                </a:lnTo>
                <a:lnTo>
                  <a:pt x="56963" y="1215182"/>
                </a:lnTo>
                <a:lnTo>
                  <a:pt x="57723" y="1204615"/>
                </a:lnTo>
                <a:lnTo>
                  <a:pt x="58498" y="1194049"/>
                </a:lnTo>
                <a:lnTo>
                  <a:pt x="59250" y="1183482"/>
                </a:lnTo>
                <a:lnTo>
                  <a:pt x="59948" y="1172915"/>
                </a:lnTo>
                <a:lnTo>
                  <a:pt x="60571" y="1162348"/>
                </a:lnTo>
                <a:lnTo>
                  <a:pt x="61107" y="1151781"/>
                </a:lnTo>
                <a:lnTo>
                  <a:pt x="61551" y="1141215"/>
                </a:lnTo>
                <a:lnTo>
                  <a:pt x="61908" y="1130648"/>
                </a:lnTo>
                <a:lnTo>
                  <a:pt x="62185" y="1120081"/>
                </a:lnTo>
                <a:lnTo>
                  <a:pt x="62393" y="1109514"/>
                </a:lnTo>
                <a:lnTo>
                  <a:pt x="62542" y="1098947"/>
                </a:lnTo>
                <a:lnTo>
                  <a:pt x="62643" y="1088381"/>
                </a:lnTo>
                <a:lnTo>
                  <a:pt x="62705" y="1077814"/>
                </a:lnTo>
                <a:lnTo>
                  <a:pt x="62734" y="1067247"/>
                </a:lnTo>
                <a:lnTo>
                  <a:pt x="62734" y="1056680"/>
                </a:lnTo>
                <a:lnTo>
                  <a:pt x="62707" y="1046113"/>
                </a:lnTo>
                <a:lnTo>
                  <a:pt x="62654" y="1035547"/>
                </a:lnTo>
                <a:lnTo>
                  <a:pt x="62576" y="1024980"/>
                </a:lnTo>
                <a:lnTo>
                  <a:pt x="62473" y="1014413"/>
                </a:lnTo>
                <a:lnTo>
                  <a:pt x="62348" y="1003846"/>
                </a:lnTo>
                <a:lnTo>
                  <a:pt x="62201" y="993279"/>
                </a:lnTo>
                <a:lnTo>
                  <a:pt x="62035" y="982713"/>
                </a:lnTo>
                <a:lnTo>
                  <a:pt x="61854" y="972146"/>
                </a:lnTo>
                <a:lnTo>
                  <a:pt x="61663" y="961579"/>
                </a:lnTo>
                <a:lnTo>
                  <a:pt x="61465" y="951012"/>
                </a:lnTo>
                <a:lnTo>
                  <a:pt x="61266" y="940445"/>
                </a:lnTo>
                <a:lnTo>
                  <a:pt x="61072" y="929879"/>
                </a:lnTo>
                <a:lnTo>
                  <a:pt x="60889" y="919312"/>
                </a:lnTo>
                <a:lnTo>
                  <a:pt x="60724" y="908745"/>
                </a:lnTo>
                <a:lnTo>
                  <a:pt x="60580" y="898178"/>
                </a:lnTo>
                <a:lnTo>
                  <a:pt x="60465" y="887611"/>
                </a:lnTo>
                <a:lnTo>
                  <a:pt x="60382" y="877045"/>
                </a:lnTo>
                <a:lnTo>
                  <a:pt x="60333" y="866478"/>
                </a:lnTo>
                <a:lnTo>
                  <a:pt x="60318" y="855911"/>
                </a:lnTo>
                <a:lnTo>
                  <a:pt x="60334" y="845344"/>
                </a:lnTo>
                <a:lnTo>
                  <a:pt x="60377" y="834777"/>
                </a:lnTo>
                <a:lnTo>
                  <a:pt x="60437" y="824211"/>
                </a:lnTo>
                <a:lnTo>
                  <a:pt x="60503" y="813644"/>
                </a:lnTo>
                <a:lnTo>
                  <a:pt x="60564" y="803077"/>
                </a:lnTo>
                <a:lnTo>
                  <a:pt x="60603" y="792510"/>
                </a:lnTo>
                <a:lnTo>
                  <a:pt x="60608" y="781943"/>
                </a:lnTo>
                <a:lnTo>
                  <a:pt x="60563" y="771377"/>
                </a:lnTo>
                <a:lnTo>
                  <a:pt x="60457" y="760810"/>
                </a:lnTo>
                <a:lnTo>
                  <a:pt x="60281" y="750243"/>
                </a:lnTo>
                <a:lnTo>
                  <a:pt x="60031" y="739676"/>
                </a:lnTo>
                <a:lnTo>
                  <a:pt x="59708" y="729109"/>
                </a:lnTo>
                <a:lnTo>
                  <a:pt x="59319" y="718543"/>
                </a:lnTo>
                <a:lnTo>
                  <a:pt x="58879" y="707976"/>
                </a:lnTo>
                <a:lnTo>
                  <a:pt x="58406" y="697409"/>
                </a:lnTo>
                <a:lnTo>
                  <a:pt x="57925" y="686842"/>
                </a:lnTo>
                <a:lnTo>
                  <a:pt x="57463" y="676275"/>
                </a:lnTo>
                <a:lnTo>
                  <a:pt x="57045" y="665709"/>
                </a:lnTo>
                <a:lnTo>
                  <a:pt x="56698" y="655142"/>
                </a:lnTo>
                <a:lnTo>
                  <a:pt x="56440" y="644575"/>
                </a:lnTo>
                <a:lnTo>
                  <a:pt x="56284" y="634008"/>
                </a:lnTo>
                <a:lnTo>
                  <a:pt x="56234" y="623441"/>
                </a:lnTo>
                <a:lnTo>
                  <a:pt x="56283" y="612874"/>
                </a:lnTo>
                <a:lnTo>
                  <a:pt x="56418" y="602308"/>
                </a:lnTo>
                <a:lnTo>
                  <a:pt x="56617" y="591741"/>
                </a:lnTo>
                <a:lnTo>
                  <a:pt x="56854" y="581174"/>
                </a:lnTo>
                <a:lnTo>
                  <a:pt x="57101" y="570607"/>
                </a:lnTo>
                <a:lnTo>
                  <a:pt x="57332" y="560040"/>
                </a:lnTo>
                <a:lnTo>
                  <a:pt x="57521" y="549474"/>
                </a:lnTo>
                <a:lnTo>
                  <a:pt x="57653" y="538907"/>
                </a:lnTo>
                <a:lnTo>
                  <a:pt x="57715" y="528340"/>
                </a:lnTo>
                <a:lnTo>
                  <a:pt x="57705" y="517773"/>
                </a:lnTo>
                <a:lnTo>
                  <a:pt x="57626" y="507206"/>
                </a:lnTo>
                <a:lnTo>
                  <a:pt x="57491" y="496640"/>
                </a:lnTo>
                <a:lnTo>
                  <a:pt x="57316" y="486073"/>
                </a:lnTo>
                <a:lnTo>
                  <a:pt x="57119" y="475506"/>
                </a:lnTo>
                <a:lnTo>
                  <a:pt x="56924" y="464939"/>
                </a:lnTo>
                <a:lnTo>
                  <a:pt x="56752" y="454372"/>
                </a:lnTo>
                <a:lnTo>
                  <a:pt x="56619" y="443806"/>
                </a:lnTo>
                <a:lnTo>
                  <a:pt x="56541" y="433239"/>
                </a:lnTo>
                <a:lnTo>
                  <a:pt x="56526" y="422672"/>
                </a:lnTo>
                <a:lnTo>
                  <a:pt x="56576" y="412105"/>
                </a:lnTo>
                <a:lnTo>
                  <a:pt x="56688" y="401538"/>
                </a:lnTo>
                <a:lnTo>
                  <a:pt x="56852" y="390972"/>
                </a:lnTo>
                <a:lnTo>
                  <a:pt x="57056" y="380405"/>
                </a:lnTo>
                <a:lnTo>
                  <a:pt x="57286" y="369838"/>
                </a:lnTo>
                <a:lnTo>
                  <a:pt x="57527" y="359271"/>
                </a:lnTo>
                <a:lnTo>
                  <a:pt x="57768" y="348704"/>
                </a:lnTo>
                <a:lnTo>
                  <a:pt x="57997" y="338138"/>
                </a:lnTo>
                <a:lnTo>
                  <a:pt x="58210" y="327571"/>
                </a:lnTo>
                <a:lnTo>
                  <a:pt x="58405" y="317004"/>
                </a:lnTo>
                <a:lnTo>
                  <a:pt x="58582" y="306437"/>
                </a:lnTo>
                <a:lnTo>
                  <a:pt x="58746" y="295870"/>
                </a:lnTo>
                <a:lnTo>
                  <a:pt x="58901" y="285304"/>
                </a:lnTo>
                <a:lnTo>
                  <a:pt x="59052" y="274737"/>
                </a:lnTo>
                <a:lnTo>
                  <a:pt x="59202" y="264170"/>
                </a:lnTo>
                <a:lnTo>
                  <a:pt x="59352" y="253603"/>
                </a:lnTo>
                <a:lnTo>
                  <a:pt x="59497" y="243036"/>
                </a:lnTo>
                <a:lnTo>
                  <a:pt x="59626" y="232470"/>
                </a:lnTo>
                <a:lnTo>
                  <a:pt x="59721" y="221903"/>
                </a:lnTo>
                <a:lnTo>
                  <a:pt x="59754" y="211336"/>
                </a:lnTo>
                <a:lnTo>
                  <a:pt x="59686" y="200769"/>
                </a:lnTo>
                <a:lnTo>
                  <a:pt x="59464" y="190202"/>
                </a:lnTo>
                <a:lnTo>
                  <a:pt x="59025" y="179636"/>
                </a:lnTo>
                <a:lnTo>
                  <a:pt x="58290" y="169069"/>
                </a:lnTo>
                <a:lnTo>
                  <a:pt x="57174" y="158502"/>
                </a:lnTo>
                <a:lnTo>
                  <a:pt x="55586" y="147935"/>
                </a:lnTo>
                <a:lnTo>
                  <a:pt x="53441" y="137368"/>
                </a:lnTo>
                <a:lnTo>
                  <a:pt x="50665" y="126802"/>
                </a:lnTo>
                <a:lnTo>
                  <a:pt x="47213" y="116235"/>
                </a:lnTo>
                <a:lnTo>
                  <a:pt x="43080" y="105668"/>
                </a:lnTo>
                <a:lnTo>
                  <a:pt x="38312" y="95101"/>
                </a:lnTo>
                <a:lnTo>
                  <a:pt x="33013" y="84534"/>
                </a:lnTo>
                <a:lnTo>
                  <a:pt x="27353" y="73968"/>
                </a:lnTo>
                <a:lnTo>
                  <a:pt x="21561" y="63401"/>
                </a:lnTo>
                <a:lnTo>
                  <a:pt x="15913" y="52834"/>
                </a:lnTo>
                <a:lnTo>
                  <a:pt x="10715" y="42267"/>
                </a:lnTo>
                <a:lnTo>
                  <a:pt x="6274" y="31700"/>
                </a:lnTo>
                <a:lnTo>
                  <a:pt x="2870" y="21134"/>
                </a:lnTo>
                <a:lnTo>
                  <a:pt x="73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0" y="10567"/>
                </a:lnTo>
                <a:lnTo>
                  <a:pt x="127130" y="21134"/>
                </a:lnTo>
                <a:lnTo>
                  <a:pt x="123726" y="31700"/>
                </a:lnTo>
                <a:lnTo>
                  <a:pt x="119285" y="42267"/>
                </a:lnTo>
                <a:lnTo>
                  <a:pt x="114087" y="52834"/>
                </a:lnTo>
                <a:lnTo>
                  <a:pt x="108439" y="63401"/>
                </a:lnTo>
                <a:lnTo>
                  <a:pt x="102647" y="73968"/>
                </a:lnTo>
                <a:lnTo>
                  <a:pt x="96987" y="84534"/>
                </a:lnTo>
                <a:lnTo>
                  <a:pt x="91688" y="95101"/>
                </a:lnTo>
                <a:lnTo>
                  <a:pt x="86920" y="105668"/>
                </a:lnTo>
                <a:lnTo>
                  <a:pt x="82787" y="116235"/>
                </a:lnTo>
                <a:lnTo>
                  <a:pt x="79335" y="126802"/>
                </a:lnTo>
                <a:lnTo>
                  <a:pt x="76559" y="137368"/>
                </a:lnTo>
                <a:lnTo>
                  <a:pt x="74414" y="147935"/>
                </a:lnTo>
                <a:lnTo>
                  <a:pt x="72826" y="158502"/>
                </a:lnTo>
                <a:lnTo>
                  <a:pt x="71710" y="169069"/>
                </a:lnTo>
                <a:lnTo>
                  <a:pt x="70975" y="179636"/>
                </a:lnTo>
                <a:lnTo>
                  <a:pt x="70536" y="190202"/>
                </a:lnTo>
                <a:lnTo>
                  <a:pt x="70314" y="200769"/>
                </a:lnTo>
                <a:lnTo>
                  <a:pt x="70246" y="211336"/>
                </a:lnTo>
                <a:lnTo>
                  <a:pt x="70279" y="221903"/>
                </a:lnTo>
                <a:lnTo>
                  <a:pt x="70374" y="232470"/>
                </a:lnTo>
                <a:lnTo>
                  <a:pt x="70503" y="243036"/>
                </a:lnTo>
                <a:lnTo>
                  <a:pt x="70648" y="253603"/>
                </a:lnTo>
                <a:lnTo>
                  <a:pt x="70798" y="264170"/>
                </a:lnTo>
                <a:lnTo>
                  <a:pt x="70948" y="274737"/>
                </a:lnTo>
                <a:lnTo>
                  <a:pt x="71099" y="285304"/>
                </a:lnTo>
                <a:lnTo>
                  <a:pt x="71254" y="295870"/>
                </a:lnTo>
                <a:lnTo>
                  <a:pt x="71418" y="306437"/>
                </a:lnTo>
                <a:lnTo>
                  <a:pt x="71595" y="317004"/>
                </a:lnTo>
                <a:lnTo>
                  <a:pt x="71790" y="327571"/>
                </a:lnTo>
                <a:lnTo>
                  <a:pt x="72003" y="338138"/>
                </a:lnTo>
                <a:lnTo>
                  <a:pt x="72232" y="348704"/>
                </a:lnTo>
                <a:lnTo>
                  <a:pt x="72473" y="359271"/>
                </a:lnTo>
                <a:lnTo>
                  <a:pt x="72714" y="369838"/>
                </a:lnTo>
                <a:lnTo>
                  <a:pt x="72944" y="380405"/>
                </a:lnTo>
                <a:lnTo>
                  <a:pt x="73148" y="390972"/>
                </a:lnTo>
                <a:lnTo>
                  <a:pt x="73312" y="401538"/>
                </a:lnTo>
                <a:lnTo>
                  <a:pt x="73424" y="412105"/>
                </a:lnTo>
                <a:lnTo>
                  <a:pt x="73474" y="422672"/>
                </a:lnTo>
                <a:lnTo>
                  <a:pt x="73459" y="433239"/>
                </a:lnTo>
                <a:lnTo>
                  <a:pt x="73381" y="443806"/>
                </a:lnTo>
                <a:lnTo>
                  <a:pt x="73248" y="454372"/>
                </a:lnTo>
                <a:lnTo>
                  <a:pt x="73076" y="464939"/>
                </a:lnTo>
                <a:lnTo>
                  <a:pt x="72881" y="475506"/>
                </a:lnTo>
                <a:lnTo>
                  <a:pt x="72684" y="486073"/>
                </a:lnTo>
                <a:lnTo>
                  <a:pt x="72509" y="496640"/>
                </a:lnTo>
                <a:lnTo>
                  <a:pt x="72374" y="507206"/>
                </a:lnTo>
                <a:lnTo>
                  <a:pt x="72295" y="517773"/>
                </a:lnTo>
                <a:lnTo>
                  <a:pt x="72285" y="528340"/>
                </a:lnTo>
                <a:lnTo>
                  <a:pt x="72347" y="538907"/>
                </a:lnTo>
                <a:lnTo>
                  <a:pt x="72479" y="549474"/>
                </a:lnTo>
                <a:lnTo>
                  <a:pt x="72668" y="560040"/>
                </a:lnTo>
                <a:lnTo>
                  <a:pt x="72899" y="570607"/>
                </a:lnTo>
                <a:lnTo>
                  <a:pt x="73146" y="581174"/>
                </a:lnTo>
                <a:lnTo>
                  <a:pt x="73383" y="591741"/>
                </a:lnTo>
                <a:lnTo>
                  <a:pt x="73582" y="602308"/>
                </a:lnTo>
                <a:lnTo>
                  <a:pt x="73717" y="612874"/>
                </a:lnTo>
                <a:lnTo>
                  <a:pt x="73766" y="623441"/>
                </a:lnTo>
                <a:lnTo>
                  <a:pt x="73716" y="634008"/>
                </a:lnTo>
                <a:lnTo>
                  <a:pt x="73560" y="644575"/>
                </a:lnTo>
                <a:lnTo>
                  <a:pt x="73302" y="655142"/>
                </a:lnTo>
                <a:lnTo>
                  <a:pt x="72955" y="665709"/>
                </a:lnTo>
                <a:lnTo>
                  <a:pt x="72537" y="676275"/>
                </a:lnTo>
                <a:lnTo>
                  <a:pt x="72075" y="686842"/>
                </a:lnTo>
                <a:lnTo>
                  <a:pt x="71594" y="697409"/>
                </a:lnTo>
                <a:lnTo>
                  <a:pt x="71121" y="707976"/>
                </a:lnTo>
                <a:lnTo>
                  <a:pt x="70681" y="718543"/>
                </a:lnTo>
                <a:lnTo>
                  <a:pt x="70292" y="729109"/>
                </a:lnTo>
                <a:lnTo>
                  <a:pt x="69969" y="739676"/>
                </a:lnTo>
                <a:lnTo>
                  <a:pt x="69719" y="750243"/>
                </a:lnTo>
                <a:lnTo>
                  <a:pt x="69543" y="760810"/>
                </a:lnTo>
                <a:lnTo>
                  <a:pt x="69437" y="771377"/>
                </a:lnTo>
                <a:lnTo>
                  <a:pt x="69392" y="781943"/>
                </a:lnTo>
                <a:lnTo>
                  <a:pt x="69397" y="792510"/>
                </a:lnTo>
                <a:lnTo>
                  <a:pt x="69436" y="803077"/>
                </a:lnTo>
                <a:lnTo>
                  <a:pt x="69497" y="813644"/>
                </a:lnTo>
                <a:lnTo>
                  <a:pt x="69563" y="824211"/>
                </a:lnTo>
                <a:lnTo>
                  <a:pt x="69623" y="834777"/>
                </a:lnTo>
                <a:lnTo>
                  <a:pt x="69666" y="845344"/>
                </a:lnTo>
                <a:lnTo>
                  <a:pt x="69682" y="855911"/>
                </a:lnTo>
                <a:lnTo>
                  <a:pt x="69667" y="866478"/>
                </a:lnTo>
                <a:lnTo>
                  <a:pt x="69618" y="877045"/>
                </a:lnTo>
                <a:lnTo>
                  <a:pt x="69535" y="887611"/>
                </a:lnTo>
                <a:lnTo>
                  <a:pt x="69420" y="898178"/>
                </a:lnTo>
                <a:lnTo>
                  <a:pt x="69276" y="908745"/>
                </a:lnTo>
                <a:lnTo>
                  <a:pt x="69111" y="919312"/>
                </a:lnTo>
                <a:lnTo>
                  <a:pt x="68928" y="929879"/>
                </a:lnTo>
                <a:lnTo>
                  <a:pt x="68734" y="940445"/>
                </a:lnTo>
                <a:lnTo>
                  <a:pt x="68535" y="951012"/>
                </a:lnTo>
                <a:lnTo>
                  <a:pt x="68337" y="961579"/>
                </a:lnTo>
                <a:lnTo>
                  <a:pt x="68146" y="972146"/>
                </a:lnTo>
                <a:lnTo>
                  <a:pt x="67965" y="982713"/>
                </a:lnTo>
                <a:lnTo>
                  <a:pt x="67799" y="993279"/>
                </a:lnTo>
                <a:lnTo>
                  <a:pt x="67652" y="1003846"/>
                </a:lnTo>
                <a:lnTo>
                  <a:pt x="67527" y="1014413"/>
                </a:lnTo>
                <a:lnTo>
                  <a:pt x="67424" y="1024980"/>
                </a:lnTo>
                <a:lnTo>
                  <a:pt x="67346" y="1035547"/>
                </a:lnTo>
                <a:lnTo>
                  <a:pt x="67293" y="1046113"/>
                </a:lnTo>
                <a:lnTo>
                  <a:pt x="67266" y="1056680"/>
                </a:lnTo>
                <a:lnTo>
                  <a:pt x="67266" y="1067247"/>
                </a:lnTo>
                <a:lnTo>
                  <a:pt x="67295" y="1077814"/>
                </a:lnTo>
                <a:lnTo>
                  <a:pt x="67357" y="1088381"/>
                </a:lnTo>
                <a:lnTo>
                  <a:pt x="67458" y="1098947"/>
                </a:lnTo>
                <a:lnTo>
                  <a:pt x="67607" y="1109514"/>
                </a:lnTo>
                <a:lnTo>
                  <a:pt x="67815" y="1120081"/>
                </a:lnTo>
                <a:lnTo>
                  <a:pt x="68092" y="1130648"/>
                </a:lnTo>
                <a:lnTo>
                  <a:pt x="68449" y="1141215"/>
                </a:lnTo>
                <a:lnTo>
                  <a:pt x="68893" y="1151781"/>
                </a:lnTo>
                <a:lnTo>
                  <a:pt x="69429" y="1162348"/>
                </a:lnTo>
                <a:lnTo>
                  <a:pt x="70052" y="1172915"/>
                </a:lnTo>
                <a:lnTo>
                  <a:pt x="70750" y="1183482"/>
                </a:lnTo>
                <a:lnTo>
                  <a:pt x="71502" y="1194049"/>
                </a:lnTo>
                <a:lnTo>
                  <a:pt x="72277" y="1204615"/>
                </a:lnTo>
                <a:lnTo>
                  <a:pt x="73037" y="1215182"/>
                </a:lnTo>
                <a:lnTo>
                  <a:pt x="73741" y="1225749"/>
                </a:lnTo>
                <a:lnTo>
                  <a:pt x="74345" y="1236316"/>
                </a:lnTo>
                <a:lnTo>
                  <a:pt x="74810" y="1246883"/>
                </a:lnTo>
                <a:lnTo>
                  <a:pt x="75102" y="1257449"/>
                </a:lnTo>
                <a:lnTo>
                  <a:pt x="75202" y="1268016"/>
                </a:lnTo>
                <a:lnTo>
                  <a:pt x="75202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ind_only_6">
            <a:extLst>
              <a:ext uri="{FF2B5EF4-FFF2-40B4-BE49-F238E27FC236}">
                <a16:creationId xmlns:a16="http://schemas.microsoft.com/office/drawing/2014/main" id="{F3A34015-EFF7-43F2-A8E6-E4A2A6AE8601}"/>
              </a:ext>
            </a:extLst>
          </p:cNvPr>
          <p:cNvSpPr>
            <a:spLocks noGrp="1"/>
          </p:cNvSpPr>
          <p:nvPr/>
        </p:nvSpPr>
        <p:spPr>
          <a:xfrm>
            <a:off x="203858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01_find_only_7">
            <a:extLst>
              <a:ext uri="{FF2B5EF4-FFF2-40B4-BE49-F238E27FC236}">
                <a16:creationId xmlns:a16="http://schemas.microsoft.com/office/drawing/2014/main" id="{A91C88A9-1906-4D74-9751-2CE49C0EB155}"/>
              </a:ext>
            </a:extLst>
          </p:cNvPr>
          <p:cNvSpPr>
            <a:spLocks noGrp="1"/>
          </p:cNvSpPr>
          <p:nvPr/>
        </p:nvSpPr>
        <p:spPr>
          <a:xfrm>
            <a:off x="229322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01_find_only_8">
            <a:extLst>
              <a:ext uri="{FF2B5EF4-FFF2-40B4-BE49-F238E27FC236}">
                <a16:creationId xmlns:a16="http://schemas.microsoft.com/office/drawing/2014/main" id="{DA8CB5CB-56F8-40BE-B73A-CFC279E6C42D}"/>
              </a:ext>
            </a:extLst>
          </p:cNvPr>
          <p:cNvSpPr>
            <a:spLocks noGrp="1"/>
          </p:cNvSpPr>
          <p:nvPr/>
        </p:nvSpPr>
        <p:spPr>
          <a:xfrm>
            <a:off x="254786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01_find_only_9">
            <a:extLst>
              <a:ext uri="{FF2B5EF4-FFF2-40B4-BE49-F238E27FC236}">
                <a16:creationId xmlns:a16="http://schemas.microsoft.com/office/drawing/2014/main" id="{8862EC4C-24E5-427C-8110-871FE66F44EF}"/>
              </a:ext>
            </a:extLst>
          </p:cNvPr>
          <p:cNvSpPr>
            <a:spLocks noGrp="1"/>
          </p:cNvSpPr>
          <p:nvPr/>
        </p:nvSpPr>
        <p:spPr>
          <a:xfrm>
            <a:off x="305714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01_find_only_10">
            <a:extLst>
              <a:ext uri="{FF2B5EF4-FFF2-40B4-BE49-F238E27FC236}">
                <a16:creationId xmlns:a16="http://schemas.microsoft.com/office/drawing/2014/main" id="{63BD3064-5BDA-4EBA-9F80-9FB50E36D7B0}"/>
              </a:ext>
            </a:extLst>
          </p:cNvPr>
          <p:cNvSpPr>
            <a:spLocks noGrp="1"/>
          </p:cNvSpPr>
          <p:nvPr/>
        </p:nvSpPr>
        <p:spPr>
          <a:xfrm>
            <a:off x="356642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01_find_only_11">
            <a:extLst>
              <a:ext uri="{FF2B5EF4-FFF2-40B4-BE49-F238E27FC236}">
                <a16:creationId xmlns:a16="http://schemas.microsoft.com/office/drawing/2014/main" id="{2C516DC2-B1A0-4AED-AC02-07F343A957E8}"/>
              </a:ext>
            </a:extLst>
          </p:cNvPr>
          <p:cNvSpPr>
            <a:spLocks noGrp="1"/>
          </p:cNvSpPr>
          <p:nvPr/>
        </p:nvSpPr>
        <p:spPr>
          <a:xfrm>
            <a:off x="2023311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01_find_only_12">
            <a:extLst>
              <a:ext uri="{FF2B5EF4-FFF2-40B4-BE49-F238E27FC236}">
                <a16:creationId xmlns:a16="http://schemas.microsoft.com/office/drawing/2014/main" id="{584D327D-7A50-4840-A0D6-BFB1DA0D433E}"/>
              </a:ext>
            </a:extLst>
          </p:cNvPr>
          <p:cNvSpPr>
            <a:spLocks noGrp="1"/>
          </p:cNvSpPr>
          <p:nvPr/>
        </p:nvSpPr>
        <p:spPr>
          <a:xfrm>
            <a:off x="1984504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64E220D2-D924-4562-9A26-B5F9610B44A9}"/>
              </a:ext>
            </a:extLst>
          </p:cNvPr>
          <p:cNvSpPr>
            <a:spLocks noGrp="1"/>
          </p:cNvSpPr>
          <p:nvPr/>
        </p:nvSpPr>
        <p:spPr>
          <a:xfrm>
            <a:off x="1893194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" name="01_find_only_14">
            <a:extLst>
              <a:ext uri="{FF2B5EF4-FFF2-40B4-BE49-F238E27FC236}">
                <a16:creationId xmlns:a16="http://schemas.microsoft.com/office/drawing/2014/main" id="{427D88C7-03BD-4ED5-ADFC-75DBC4E44C74}"/>
              </a:ext>
            </a:extLst>
          </p:cNvPr>
          <p:cNvSpPr>
            <a:spLocks noGrp="1"/>
          </p:cNvSpPr>
          <p:nvPr/>
        </p:nvSpPr>
        <p:spPr>
          <a:xfrm>
            <a:off x="2023311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01_find_only_15">
            <a:extLst>
              <a:ext uri="{FF2B5EF4-FFF2-40B4-BE49-F238E27FC236}">
                <a16:creationId xmlns:a16="http://schemas.microsoft.com/office/drawing/2014/main" id="{641C2C0A-B5CA-4BC7-8D47-DDC2C686C870}"/>
              </a:ext>
            </a:extLst>
          </p:cNvPr>
          <p:cNvSpPr>
            <a:spLocks noGrp="1"/>
          </p:cNvSpPr>
          <p:nvPr/>
        </p:nvSpPr>
        <p:spPr>
          <a:xfrm>
            <a:off x="1984504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BE8A1AD3-659B-4089-A9AB-2A9A2FA6FD92}"/>
              </a:ext>
            </a:extLst>
          </p:cNvPr>
          <p:cNvSpPr>
            <a:spLocks noGrp="1"/>
          </p:cNvSpPr>
          <p:nvPr/>
        </p:nvSpPr>
        <p:spPr>
          <a:xfrm>
            <a:off x="1840690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8" name="01_find_only_17">
            <a:extLst>
              <a:ext uri="{FF2B5EF4-FFF2-40B4-BE49-F238E27FC236}">
                <a16:creationId xmlns:a16="http://schemas.microsoft.com/office/drawing/2014/main" id="{28AD2704-5E96-478E-ACFF-6F5275A12DA1}"/>
              </a:ext>
            </a:extLst>
          </p:cNvPr>
          <p:cNvSpPr>
            <a:spLocks noGrp="1"/>
          </p:cNvSpPr>
          <p:nvPr/>
        </p:nvSpPr>
        <p:spPr>
          <a:xfrm>
            <a:off x="2023311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ind_only_18">
            <a:extLst>
              <a:ext uri="{FF2B5EF4-FFF2-40B4-BE49-F238E27FC236}">
                <a16:creationId xmlns:a16="http://schemas.microsoft.com/office/drawing/2014/main" id="{9A440BA2-2DA4-4850-97E2-769274F00BF2}"/>
              </a:ext>
            </a:extLst>
          </p:cNvPr>
          <p:cNvSpPr>
            <a:spLocks noGrp="1"/>
          </p:cNvSpPr>
          <p:nvPr/>
        </p:nvSpPr>
        <p:spPr>
          <a:xfrm>
            <a:off x="1984504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E13D22A-24CF-40EA-AE23-E54877FEE52D}"/>
              </a:ext>
            </a:extLst>
          </p:cNvPr>
          <p:cNvSpPr>
            <a:spLocks noGrp="1"/>
          </p:cNvSpPr>
          <p:nvPr/>
        </p:nvSpPr>
        <p:spPr>
          <a:xfrm>
            <a:off x="178818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E0A0A5CC-F70F-479B-B799-29F60E25D016}"/>
              </a:ext>
            </a:extLst>
          </p:cNvPr>
          <p:cNvSpPr>
            <a:spLocks noGrp="1"/>
          </p:cNvSpPr>
          <p:nvPr/>
        </p:nvSpPr>
        <p:spPr>
          <a:xfrm rot="-5400000">
            <a:off x="1162699" y="3503944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 dirty="0"/>
              <a:t>Detected instances (%)</a:t>
            </a:r>
          </a:p>
        </p:txBody>
      </p:sp>
      <p:sp>
        <p:nvSpPr>
          <p:cNvPr id="22" name="01_find_only_21">
            <a:extLst>
              <a:ext uri="{FF2B5EF4-FFF2-40B4-BE49-F238E27FC236}">
                <a16:creationId xmlns:a16="http://schemas.microsoft.com/office/drawing/2014/main" id="{F82F967A-9335-4EFE-81D4-5AAC2B0A8558}"/>
              </a:ext>
            </a:extLst>
          </p:cNvPr>
          <p:cNvSpPr>
            <a:spLocks noGrp="1"/>
          </p:cNvSpPr>
          <p:nvPr/>
        </p:nvSpPr>
        <p:spPr>
          <a:xfrm>
            <a:off x="22551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01_find_only_22">
            <a:extLst>
              <a:ext uri="{FF2B5EF4-FFF2-40B4-BE49-F238E27FC236}">
                <a16:creationId xmlns:a16="http://schemas.microsoft.com/office/drawing/2014/main" id="{EDD7B2C8-C05E-40D0-9E11-5171F007B4CE}"/>
              </a:ext>
            </a:extLst>
          </p:cNvPr>
          <p:cNvSpPr>
            <a:spLocks noGrp="1"/>
          </p:cNvSpPr>
          <p:nvPr/>
        </p:nvSpPr>
        <p:spPr>
          <a:xfrm>
            <a:off x="22365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01_find_only_23">
            <a:extLst>
              <a:ext uri="{FF2B5EF4-FFF2-40B4-BE49-F238E27FC236}">
                <a16:creationId xmlns:a16="http://schemas.microsoft.com/office/drawing/2014/main" id="{1AAFE5C6-5C6F-4BD8-A385-F419206CF13C}"/>
              </a:ext>
            </a:extLst>
          </p:cNvPr>
          <p:cNvSpPr>
            <a:spLocks noGrp="1"/>
          </p:cNvSpPr>
          <p:nvPr/>
        </p:nvSpPr>
        <p:spPr>
          <a:xfrm>
            <a:off x="22516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01_find_only_24">
            <a:extLst>
              <a:ext uri="{FF2B5EF4-FFF2-40B4-BE49-F238E27FC236}">
                <a16:creationId xmlns:a16="http://schemas.microsoft.com/office/drawing/2014/main" id="{7B8351E0-248E-4BDA-BDFA-55C2AD19F7AC}"/>
              </a:ext>
            </a:extLst>
          </p:cNvPr>
          <p:cNvSpPr>
            <a:spLocks noGrp="1"/>
          </p:cNvSpPr>
          <p:nvPr/>
        </p:nvSpPr>
        <p:spPr>
          <a:xfrm>
            <a:off x="2251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01_find_only_25">
            <a:extLst>
              <a:ext uri="{FF2B5EF4-FFF2-40B4-BE49-F238E27FC236}">
                <a16:creationId xmlns:a16="http://schemas.microsoft.com/office/drawing/2014/main" id="{D75891A5-A4D9-4511-94ED-9A8B9AC3F89E}"/>
              </a:ext>
            </a:extLst>
          </p:cNvPr>
          <p:cNvSpPr>
            <a:spLocks noGrp="1"/>
          </p:cNvSpPr>
          <p:nvPr/>
        </p:nvSpPr>
        <p:spPr>
          <a:xfrm>
            <a:off x="2267788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01_find_only_26">
            <a:extLst>
              <a:ext uri="{FF2B5EF4-FFF2-40B4-BE49-F238E27FC236}">
                <a16:creationId xmlns:a16="http://schemas.microsoft.com/office/drawing/2014/main" id="{ED67A4BD-6619-48EB-AA33-42CD9E09BD1B}"/>
              </a:ext>
            </a:extLst>
          </p:cNvPr>
          <p:cNvSpPr>
            <a:spLocks noGrp="1"/>
          </p:cNvSpPr>
          <p:nvPr/>
        </p:nvSpPr>
        <p:spPr>
          <a:xfrm>
            <a:off x="22960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01_find_only_27">
            <a:extLst>
              <a:ext uri="{FF2B5EF4-FFF2-40B4-BE49-F238E27FC236}">
                <a16:creationId xmlns:a16="http://schemas.microsoft.com/office/drawing/2014/main" id="{1E406E0A-F2BB-4060-983C-B130A4C80E69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01_find_only_28">
            <a:extLst>
              <a:ext uri="{FF2B5EF4-FFF2-40B4-BE49-F238E27FC236}">
                <a16:creationId xmlns:a16="http://schemas.microsoft.com/office/drawing/2014/main" id="{B0C1AD3B-CB48-474F-90DA-3BE4FF0128D8}"/>
              </a:ext>
            </a:extLst>
          </p:cNvPr>
          <p:cNvSpPr>
            <a:spLocks noGrp="1"/>
          </p:cNvSpPr>
          <p:nvPr/>
        </p:nvSpPr>
        <p:spPr>
          <a:xfrm>
            <a:off x="224165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01_find_only_29">
            <a:extLst>
              <a:ext uri="{FF2B5EF4-FFF2-40B4-BE49-F238E27FC236}">
                <a16:creationId xmlns:a16="http://schemas.microsoft.com/office/drawing/2014/main" id="{8E742921-C6D9-4B2D-A13B-125586F75864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01_find_only_30">
            <a:extLst>
              <a:ext uri="{FF2B5EF4-FFF2-40B4-BE49-F238E27FC236}">
                <a16:creationId xmlns:a16="http://schemas.microsoft.com/office/drawing/2014/main" id="{166DBB21-0F4E-43C1-827C-E32C5CDF66C4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01_find_only_31">
            <a:extLst>
              <a:ext uri="{FF2B5EF4-FFF2-40B4-BE49-F238E27FC236}">
                <a16:creationId xmlns:a16="http://schemas.microsoft.com/office/drawing/2014/main" id="{55EADB7D-08D3-40BB-8BC1-311A1375A7BD}"/>
              </a:ext>
            </a:extLst>
          </p:cNvPr>
          <p:cNvSpPr>
            <a:spLocks noGrp="1"/>
          </p:cNvSpPr>
          <p:nvPr/>
        </p:nvSpPr>
        <p:spPr>
          <a:xfrm>
            <a:off x="22312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01_find_only_32">
            <a:extLst>
              <a:ext uri="{FF2B5EF4-FFF2-40B4-BE49-F238E27FC236}">
                <a16:creationId xmlns:a16="http://schemas.microsoft.com/office/drawing/2014/main" id="{9AC40AC7-11F7-4E20-AC9A-325BC6E79703}"/>
              </a:ext>
            </a:extLst>
          </p:cNvPr>
          <p:cNvSpPr>
            <a:spLocks noGrp="1"/>
          </p:cNvSpPr>
          <p:nvPr/>
        </p:nvSpPr>
        <p:spPr>
          <a:xfrm>
            <a:off x="23060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01_find_only_33">
            <a:extLst>
              <a:ext uri="{FF2B5EF4-FFF2-40B4-BE49-F238E27FC236}">
                <a16:creationId xmlns:a16="http://schemas.microsoft.com/office/drawing/2014/main" id="{B241028C-6063-46D9-B66E-29ED23E42149}"/>
              </a:ext>
            </a:extLst>
          </p:cNvPr>
          <p:cNvSpPr>
            <a:spLocks noGrp="1"/>
          </p:cNvSpPr>
          <p:nvPr/>
        </p:nvSpPr>
        <p:spPr>
          <a:xfrm>
            <a:off x="2325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ind_only_34">
            <a:extLst>
              <a:ext uri="{FF2B5EF4-FFF2-40B4-BE49-F238E27FC236}">
                <a16:creationId xmlns:a16="http://schemas.microsoft.com/office/drawing/2014/main" id="{84AC9477-671E-4322-A922-41680FF46D7B}"/>
              </a:ext>
            </a:extLst>
          </p:cNvPr>
          <p:cNvSpPr>
            <a:spLocks noGrp="1"/>
          </p:cNvSpPr>
          <p:nvPr/>
        </p:nvSpPr>
        <p:spPr>
          <a:xfrm>
            <a:off x="22674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ind_only_35">
            <a:extLst>
              <a:ext uri="{FF2B5EF4-FFF2-40B4-BE49-F238E27FC236}">
                <a16:creationId xmlns:a16="http://schemas.microsoft.com/office/drawing/2014/main" id="{A90FEBCC-3A8F-47A8-BB2E-E2CA066D7304}"/>
              </a:ext>
            </a:extLst>
          </p:cNvPr>
          <p:cNvSpPr>
            <a:spLocks noGrp="1"/>
          </p:cNvSpPr>
          <p:nvPr/>
        </p:nvSpPr>
        <p:spPr>
          <a:xfrm>
            <a:off x="232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ind_only_36">
            <a:extLst>
              <a:ext uri="{FF2B5EF4-FFF2-40B4-BE49-F238E27FC236}">
                <a16:creationId xmlns:a16="http://schemas.microsoft.com/office/drawing/2014/main" id="{F6BBA956-78C6-45D3-B8EC-2BDE591F1FE8}"/>
              </a:ext>
            </a:extLst>
          </p:cNvPr>
          <p:cNvSpPr>
            <a:spLocks noGrp="1"/>
          </p:cNvSpPr>
          <p:nvPr/>
        </p:nvSpPr>
        <p:spPr>
          <a:xfrm>
            <a:off x="2251563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ind_only_37">
            <a:extLst>
              <a:ext uri="{FF2B5EF4-FFF2-40B4-BE49-F238E27FC236}">
                <a16:creationId xmlns:a16="http://schemas.microsoft.com/office/drawing/2014/main" id="{CB9E3D73-0B35-49F0-9A27-E0E3BF974B5C}"/>
              </a:ext>
            </a:extLst>
          </p:cNvPr>
          <p:cNvSpPr>
            <a:spLocks noGrp="1"/>
          </p:cNvSpPr>
          <p:nvPr/>
        </p:nvSpPr>
        <p:spPr>
          <a:xfrm>
            <a:off x="2270022" y="36692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ind_only_38">
            <a:extLst>
              <a:ext uri="{FF2B5EF4-FFF2-40B4-BE49-F238E27FC236}">
                <a16:creationId xmlns:a16="http://schemas.microsoft.com/office/drawing/2014/main" id="{35FCF9CA-AD63-4DF8-A4A0-E6522E13D7A1}"/>
              </a:ext>
            </a:extLst>
          </p:cNvPr>
          <p:cNvSpPr>
            <a:spLocks noGrp="1"/>
          </p:cNvSpPr>
          <p:nvPr/>
        </p:nvSpPr>
        <p:spPr>
          <a:xfrm>
            <a:off x="229897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ind_only_39">
            <a:extLst>
              <a:ext uri="{FF2B5EF4-FFF2-40B4-BE49-F238E27FC236}">
                <a16:creationId xmlns:a16="http://schemas.microsoft.com/office/drawing/2014/main" id="{59FCCFF7-3D12-4B5D-83F6-E4C7A8D32E1A}"/>
              </a:ext>
            </a:extLst>
          </p:cNvPr>
          <p:cNvSpPr>
            <a:spLocks noGrp="1"/>
          </p:cNvSpPr>
          <p:nvPr/>
        </p:nvSpPr>
        <p:spPr>
          <a:xfrm>
            <a:off x="23163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ind_only_40">
            <a:extLst>
              <a:ext uri="{FF2B5EF4-FFF2-40B4-BE49-F238E27FC236}">
                <a16:creationId xmlns:a16="http://schemas.microsoft.com/office/drawing/2014/main" id="{1818E80E-A5B9-4A76-98D3-8FC5CA32D5CC}"/>
              </a:ext>
            </a:extLst>
          </p:cNvPr>
          <p:cNvSpPr>
            <a:spLocks noGrp="1"/>
          </p:cNvSpPr>
          <p:nvPr/>
        </p:nvSpPr>
        <p:spPr>
          <a:xfrm>
            <a:off x="232578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ind_only_41">
            <a:extLst>
              <a:ext uri="{FF2B5EF4-FFF2-40B4-BE49-F238E27FC236}">
                <a16:creationId xmlns:a16="http://schemas.microsoft.com/office/drawing/2014/main" id="{9784533F-86E7-479C-9843-F586B24F236A}"/>
              </a:ext>
            </a:extLst>
          </p:cNvPr>
          <p:cNvSpPr>
            <a:spLocks noGrp="1"/>
          </p:cNvSpPr>
          <p:nvPr/>
        </p:nvSpPr>
        <p:spPr>
          <a:xfrm>
            <a:off x="22922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ind_only_42">
            <a:extLst>
              <a:ext uri="{FF2B5EF4-FFF2-40B4-BE49-F238E27FC236}">
                <a16:creationId xmlns:a16="http://schemas.microsoft.com/office/drawing/2014/main" id="{95FCC931-DD82-4ED8-BA73-612599BEB8FD}"/>
              </a:ext>
            </a:extLst>
          </p:cNvPr>
          <p:cNvSpPr>
            <a:spLocks noGrp="1"/>
          </p:cNvSpPr>
          <p:nvPr/>
        </p:nvSpPr>
        <p:spPr>
          <a:xfrm>
            <a:off x="2234659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ind_only_43">
            <a:extLst>
              <a:ext uri="{FF2B5EF4-FFF2-40B4-BE49-F238E27FC236}">
                <a16:creationId xmlns:a16="http://schemas.microsoft.com/office/drawing/2014/main" id="{CC9EC987-CBF8-489C-97F4-CD5F31D8365A}"/>
              </a:ext>
            </a:extLst>
          </p:cNvPr>
          <p:cNvSpPr>
            <a:spLocks noGrp="1"/>
          </p:cNvSpPr>
          <p:nvPr/>
        </p:nvSpPr>
        <p:spPr>
          <a:xfrm>
            <a:off x="224903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ind_only_44">
            <a:extLst>
              <a:ext uri="{FF2B5EF4-FFF2-40B4-BE49-F238E27FC236}">
                <a16:creationId xmlns:a16="http://schemas.microsoft.com/office/drawing/2014/main" id="{A53DB29A-6C1C-4A7E-A5B2-87CB8C112695}"/>
              </a:ext>
            </a:extLst>
          </p:cNvPr>
          <p:cNvSpPr>
            <a:spLocks noGrp="1"/>
          </p:cNvSpPr>
          <p:nvPr/>
        </p:nvSpPr>
        <p:spPr>
          <a:xfrm>
            <a:off x="22553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ind_only_45">
            <a:extLst>
              <a:ext uri="{FF2B5EF4-FFF2-40B4-BE49-F238E27FC236}">
                <a16:creationId xmlns:a16="http://schemas.microsoft.com/office/drawing/2014/main" id="{D02104A2-A066-48C1-9254-9DBD843D6051}"/>
              </a:ext>
            </a:extLst>
          </p:cNvPr>
          <p:cNvSpPr>
            <a:spLocks noGrp="1"/>
          </p:cNvSpPr>
          <p:nvPr/>
        </p:nvSpPr>
        <p:spPr>
          <a:xfrm>
            <a:off x="223446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ind_only_46">
            <a:extLst>
              <a:ext uri="{FF2B5EF4-FFF2-40B4-BE49-F238E27FC236}">
                <a16:creationId xmlns:a16="http://schemas.microsoft.com/office/drawing/2014/main" id="{CFE8C616-91D5-4119-B345-1247E37D4D3D}"/>
              </a:ext>
            </a:extLst>
          </p:cNvPr>
          <p:cNvSpPr>
            <a:spLocks noGrp="1"/>
          </p:cNvSpPr>
          <p:nvPr/>
        </p:nvSpPr>
        <p:spPr>
          <a:xfrm>
            <a:off x="223388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ind_only_47">
            <a:extLst>
              <a:ext uri="{FF2B5EF4-FFF2-40B4-BE49-F238E27FC236}">
                <a16:creationId xmlns:a16="http://schemas.microsoft.com/office/drawing/2014/main" id="{95E5CF35-1590-4493-A744-F437AF00E459}"/>
              </a:ext>
            </a:extLst>
          </p:cNvPr>
          <p:cNvSpPr>
            <a:spLocks noGrp="1"/>
          </p:cNvSpPr>
          <p:nvPr/>
        </p:nvSpPr>
        <p:spPr>
          <a:xfrm>
            <a:off x="22527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ind_only_48">
            <a:extLst>
              <a:ext uri="{FF2B5EF4-FFF2-40B4-BE49-F238E27FC236}">
                <a16:creationId xmlns:a16="http://schemas.microsoft.com/office/drawing/2014/main" id="{0BF06AD6-5E05-49D4-8744-BD93E198C685}"/>
              </a:ext>
            </a:extLst>
          </p:cNvPr>
          <p:cNvSpPr>
            <a:spLocks noGrp="1"/>
          </p:cNvSpPr>
          <p:nvPr/>
        </p:nvSpPr>
        <p:spPr>
          <a:xfrm>
            <a:off x="22893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ind_only_49">
            <a:extLst>
              <a:ext uri="{FF2B5EF4-FFF2-40B4-BE49-F238E27FC236}">
                <a16:creationId xmlns:a16="http://schemas.microsoft.com/office/drawing/2014/main" id="{94E88439-B41A-4C8D-92E1-6F89A37CC225}"/>
              </a:ext>
            </a:extLst>
          </p:cNvPr>
          <p:cNvSpPr>
            <a:spLocks noGrp="1"/>
          </p:cNvSpPr>
          <p:nvPr/>
        </p:nvSpPr>
        <p:spPr>
          <a:xfrm>
            <a:off x="22475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ind_only_50">
            <a:extLst>
              <a:ext uri="{FF2B5EF4-FFF2-40B4-BE49-F238E27FC236}">
                <a16:creationId xmlns:a16="http://schemas.microsoft.com/office/drawing/2014/main" id="{C6EE425F-2EFB-4982-AE65-B8B069496E5E}"/>
              </a:ext>
            </a:extLst>
          </p:cNvPr>
          <p:cNvSpPr>
            <a:spLocks noGrp="1"/>
          </p:cNvSpPr>
          <p:nvPr/>
        </p:nvSpPr>
        <p:spPr>
          <a:xfrm>
            <a:off x="22767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ind_only_51">
            <a:extLst>
              <a:ext uri="{FF2B5EF4-FFF2-40B4-BE49-F238E27FC236}">
                <a16:creationId xmlns:a16="http://schemas.microsoft.com/office/drawing/2014/main" id="{64716EED-0FA2-4DB1-AC6E-F693A875518A}"/>
              </a:ext>
            </a:extLst>
          </p:cNvPr>
          <p:cNvSpPr>
            <a:spLocks noGrp="1"/>
          </p:cNvSpPr>
          <p:nvPr/>
        </p:nvSpPr>
        <p:spPr>
          <a:xfrm>
            <a:off x="2266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ind_only_52">
            <a:extLst>
              <a:ext uri="{FF2B5EF4-FFF2-40B4-BE49-F238E27FC236}">
                <a16:creationId xmlns:a16="http://schemas.microsoft.com/office/drawing/2014/main" id="{2C3609B2-37F6-415D-A43E-72AF6BAA06A5}"/>
              </a:ext>
            </a:extLst>
          </p:cNvPr>
          <p:cNvSpPr>
            <a:spLocks noGrp="1"/>
          </p:cNvSpPr>
          <p:nvPr/>
        </p:nvSpPr>
        <p:spPr>
          <a:xfrm>
            <a:off x="23146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ind_only_53">
            <a:extLst>
              <a:ext uri="{FF2B5EF4-FFF2-40B4-BE49-F238E27FC236}">
                <a16:creationId xmlns:a16="http://schemas.microsoft.com/office/drawing/2014/main" id="{93AC4809-75D4-44A8-B786-3788FCE92812}"/>
              </a:ext>
            </a:extLst>
          </p:cNvPr>
          <p:cNvSpPr>
            <a:spLocks noGrp="1"/>
          </p:cNvSpPr>
          <p:nvPr/>
        </p:nvSpPr>
        <p:spPr>
          <a:xfrm>
            <a:off x="2256810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ind_only_54">
            <a:extLst>
              <a:ext uri="{FF2B5EF4-FFF2-40B4-BE49-F238E27FC236}">
                <a16:creationId xmlns:a16="http://schemas.microsoft.com/office/drawing/2014/main" id="{719B737D-6F18-44B4-BF1B-EB7F4499A01D}"/>
              </a:ext>
            </a:extLst>
          </p:cNvPr>
          <p:cNvSpPr>
            <a:spLocks noGrp="1"/>
          </p:cNvSpPr>
          <p:nvPr/>
        </p:nvSpPr>
        <p:spPr>
          <a:xfrm>
            <a:off x="229673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ind_only_55">
            <a:extLst>
              <a:ext uri="{FF2B5EF4-FFF2-40B4-BE49-F238E27FC236}">
                <a16:creationId xmlns:a16="http://schemas.microsoft.com/office/drawing/2014/main" id="{3D7D4CCE-457A-4CF1-8EFF-F72EB1622358}"/>
              </a:ext>
            </a:extLst>
          </p:cNvPr>
          <p:cNvSpPr>
            <a:spLocks noGrp="1"/>
          </p:cNvSpPr>
          <p:nvPr/>
        </p:nvSpPr>
        <p:spPr>
          <a:xfrm>
            <a:off x="22991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ind_only_56">
            <a:extLst>
              <a:ext uri="{FF2B5EF4-FFF2-40B4-BE49-F238E27FC236}">
                <a16:creationId xmlns:a16="http://schemas.microsoft.com/office/drawing/2014/main" id="{48CDDBEE-46F7-4A8F-8B5B-4D065EFD5D25}"/>
              </a:ext>
            </a:extLst>
          </p:cNvPr>
          <p:cNvSpPr>
            <a:spLocks noGrp="1"/>
          </p:cNvSpPr>
          <p:nvPr/>
        </p:nvSpPr>
        <p:spPr>
          <a:xfrm>
            <a:off x="223417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ind_only_57">
            <a:extLst>
              <a:ext uri="{FF2B5EF4-FFF2-40B4-BE49-F238E27FC236}">
                <a16:creationId xmlns:a16="http://schemas.microsoft.com/office/drawing/2014/main" id="{D044E784-A241-4B6F-A23A-30ADCBED39A8}"/>
              </a:ext>
            </a:extLst>
          </p:cNvPr>
          <p:cNvSpPr>
            <a:spLocks noGrp="1"/>
          </p:cNvSpPr>
          <p:nvPr/>
        </p:nvSpPr>
        <p:spPr>
          <a:xfrm>
            <a:off x="23133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ind_only_58">
            <a:extLst>
              <a:ext uri="{FF2B5EF4-FFF2-40B4-BE49-F238E27FC236}">
                <a16:creationId xmlns:a16="http://schemas.microsoft.com/office/drawing/2014/main" id="{0BB71FE0-E335-4912-A18E-1BAB6492F9C8}"/>
              </a:ext>
            </a:extLst>
          </p:cNvPr>
          <p:cNvSpPr>
            <a:spLocks noGrp="1"/>
          </p:cNvSpPr>
          <p:nvPr/>
        </p:nvSpPr>
        <p:spPr>
          <a:xfrm>
            <a:off x="2231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ind_only_59">
            <a:extLst>
              <a:ext uri="{FF2B5EF4-FFF2-40B4-BE49-F238E27FC236}">
                <a16:creationId xmlns:a16="http://schemas.microsoft.com/office/drawing/2014/main" id="{AFBA0733-F523-42FB-9C39-2F2BFC0FE76A}"/>
              </a:ext>
            </a:extLst>
          </p:cNvPr>
          <p:cNvSpPr>
            <a:spLocks noGrp="1"/>
          </p:cNvSpPr>
          <p:nvPr/>
        </p:nvSpPr>
        <p:spPr>
          <a:xfrm>
            <a:off x="2313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ind_only_60">
            <a:extLst>
              <a:ext uri="{FF2B5EF4-FFF2-40B4-BE49-F238E27FC236}">
                <a16:creationId xmlns:a16="http://schemas.microsoft.com/office/drawing/2014/main" id="{6F9B22F7-A492-4721-94B4-A2054B5FA2A7}"/>
              </a:ext>
            </a:extLst>
          </p:cNvPr>
          <p:cNvSpPr>
            <a:spLocks noGrp="1"/>
          </p:cNvSpPr>
          <p:nvPr/>
        </p:nvSpPr>
        <p:spPr>
          <a:xfrm>
            <a:off x="23225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ind_only_61">
            <a:extLst>
              <a:ext uri="{FF2B5EF4-FFF2-40B4-BE49-F238E27FC236}">
                <a16:creationId xmlns:a16="http://schemas.microsoft.com/office/drawing/2014/main" id="{51CF08E8-5D9B-4233-B37A-E31E9CB827FD}"/>
              </a:ext>
            </a:extLst>
          </p:cNvPr>
          <p:cNvSpPr>
            <a:spLocks noGrp="1"/>
          </p:cNvSpPr>
          <p:nvPr/>
        </p:nvSpPr>
        <p:spPr>
          <a:xfrm>
            <a:off x="22899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ind_only_62">
            <a:extLst>
              <a:ext uri="{FF2B5EF4-FFF2-40B4-BE49-F238E27FC236}">
                <a16:creationId xmlns:a16="http://schemas.microsoft.com/office/drawing/2014/main" id="{5934E31D-D7D7-402E-BE2F-8E996DCD5A6B}"/>
              </a:ext>
            </a:extLst>
          </p:cNvPr>
          <p:cNvSpPr>
            <a:spLocks noGrp="1"/>
          </p:cNvSpPr>
          <p:nvPr/>
        </p:nvSpPr>
        <p:spPr>
          <a:xfrm>
            <a:off x="2260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ind_only_63">
            <a:extLst>
              <a:ext uri="{FF2B5EF4-FFF2-40B4-BE49-F238E27FC236}">
                <a16:creationId xmlns:a16="http://schemas.microsoft.com/office/drawing/2014/main" id="{F3E6B4F1-ED0C-4B20-ABB1-8226FCA68175}"/>
              </a:ext>
            </a:extLst>
          </p:cNvPr>
          <p:cNvSpPr>
            <a:spLocks noGrp="1"/>
          </p:cNvSpPr>
          <p:nvPr/>
        </p:nvSpPr>
        <p:spPr>
          <a:xfrm>
            <a:off x="23014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ind_only_64">
            <a:extLst>
              <a:ext uri="{FF2B5EF4-FFF2-40B4-BE49-F238E27FC236}">
                <a16:creationId xmlns:a16="http://schemas.microsoft.com/office/drawing/2014/main" id="{81E01F3A-6681-4C5F-969C-FB8459505680}"/>
              </a:ext>
            </a:extLst>
          </p:cNvPr>
          <p:cNvSpPr>
            <a:spLocks noGrp="1"/>
          </p:cNvSpPr>
          <p:nvPr/>
        </p:nvSpPr>
        <p:spPr>
          <a:xfrm>
            <a:off x="22520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ind_only_65">
            <a:extLst>
              <a:ext uri="{FF2B5EF4-FFF2-40B4-BE49-F238E27FC236}">
                <a16:creationId xmlns:a16="http://schemas.microsoft.com/office/drawing/2014/main" id="{749DE3B5-B211-4C4D-80AB-14ECB3B5D73D}"/>
              </a:ext>
            </a:extLst>
          </p:cNvPr>
          <p:cNvSpPr>
            <a:spLocks noGrp="1"/>
          </p:cNvSpPr>
          <p:nvPr/>
        </p:nvSpPr>
        <p:spPr>
          <a:xfrm>
            <a:off x="227701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ind_only_66">
            <a:extLst>
              <a:ext uri="{FF2B5EF4-FFF2-40B4-BE49-F238E27FC236}">
                <a16:creationId xmlns:a16="http://schemas.microsoft.com/office/drawing/2014/main" id="{AA78EB54-F56E-44D6-8379-5A222513BC71}"/>
              </a:ext>
            </a:extLst>
          </p:cNvPr>
          <p:cNvSpPr>
            <a:spLocks noGrp="1"/>
          </p:cNvSpPr>
          <p:nvPr/>
        </p:nvSpPr>
        <p:spPr>
          <a:xfrm>
            <a:off x="22770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ind_only_67">
            <a:extLst>
              <a:ext uri="{FF2B5EF4-FFF2-40B4-BE49-F238E27FC236}">
                <a16:creationId xmlns:a16="http://schemas.microsoft.com/office/drawing/2014/main" id="{F67264C7-3E69-47FB-92C4-3AE473407B9A}"/>
              </a:ext>
            </a:extLst>
          </p:cNvPr>
          <p:cNvSpPr>
            <a:spLocks noGrp="1"/>
          </p:cNvSpPr>
          <p:nvPr/>
        </p:nvSpPr>
        <p:spPr>
          <a:xfrm>
            <a:off x="2247872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ind_only_68">
            <a:extLst>
              <a:ext uri="{FF2B5EF4-FFF2-40B4-BE49-F238E27FC236}">
                <a16:creationId xmlns:a16="http://schemas.microsoft.com/office/drawing/2014/main" id="{C899F059-5CEC-4E12-BBB2-7AD676F2C8E9}"/>
              </a:ext>
            </a:extLst>
          </p:cNvPr>
          <p:cNvSpPr>
            <a:spLocks noGrp="1"/>
          </p:cNvSpPr>
          <p:nvPr/>
        </p:nvSpPr>
        <p:spPr>
          <a:xfrm>
            <a:off x="231558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ind_only_69">
            <a:extLst>
              <a:ext uri="{FF2B5EF4-FFF2-40B4-BE49-F238E27FC236}">
                <a16:creationId xmlns:a16="http://schemas.microsoft.com/office/drawing/2014/main" id="{56BF14AE-FD6A-4ECD-B50E-3CF9265842B3}"/>
              </a:ext>
            </a:extLst>
          </p:cNvPr>
          <p:cNvSpPr>
            <a:spLocks noGrp="1"/>
          </p:cNvSpPr>
          <p:nvPr/>
        </p:nvSpPr>
        <p:spPr>
          <a:xfrm>
            <a:off x="2262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ind_only_70">
            <a:extLst>
              <a:ext uri="{FF2B5EF4-FFF2-40B4-BE49-F238E27FC236}">
                <a16:creationId xmlns:a16="http://schemas.microsoft.com/office/drawing/2014/main" id="{78D7C170-DF2F-4C8B-9B86-DEDFBD05EF32}"/>
              </a:ext>
            </a:extLst>
          </p:cNvPr>
          <p:cNvSpPr>
            <a:spLocks noGrp="1"/>
          </p:cNvSpPr>
          <p:nvPr/>
        </p:nvSpPr>
        <p:spPr>
          <a:xfrm>
            <a:off x="22718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ind_only_71">
            <a:extLst>
              <a:ext uri="{FF2B5EF4-FFF2-40B4-BE49-F238E27FC236}">
                <a16:creationId xmlns:a16="http://schemas.microsoft.com/office/drawing/2014/main" id="{AD9F5388-E8BC-409E-89D0-BAFB569803C9}"/>
              </a:ext>
            </a:extLst>
          </p:cNvPr>
          <p:cNvSpPr>
            <a:spLocks noGrp="1"/>
          </p:cNvSpPr>
          <p:nvPr/>
        </p:nvSpPr>
        <p:spPr>
          <a:xfrm>
            <a:off x="2324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ind_only_72">
            <a:extLst>
              <a:ext uri="{FF2B5EF4-FFF2-40B4-BE49-F238E27FC236}">
                <a16:creationId xmlns:a16="http://schemas.microsoft.com/office/drawing/2014/main" id="{8274DF92-05C8-486C-B5C9-7CC1CEFFE2B5}"/>
              </a:ext>
            </a:extLst>
          </p:cNvPr>
          <p:cNvSpPr>
            <a:spLocks noGrp="1"/>
          </p:cNvSpPr>
          <p:nvPr/>
        </p:nvSpPr>
        <p:spPr>
          <a:xfrm>
            <a:off x="22957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ind_only_73">
            <a:extLst>
              <a:ext uri="{FF2B5EF4-FFF2-40B4-BE49-F238E27FC236}">
                <a16:creationId xmlns:a16="http://schemas.microsoft.com/office/drawing/2014/main" id="{5AEE47ED-F255-42B4-A585-D7787D4E6B53}"/>
              </a:ext>
            </a:extLst>
          </p:cNvPr>
          <p:cNvSpPr>
            <a:spLocks noGrp="1"/>
          </p:cNvSpPr>
          <p:nvPr/>
        </p:nvSpPr>
        <p:spPr>
          <a:xfrm>
            <a:off x="232141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ind_only_74">
            <a:extLst>
              <a:ext uri="{FF2B5EF4-FFF2-40B4-BE49-F238E27FC236}">
                <a16:creationId xmlns:a16="http://schemas.microsoft.com/office/drawing/2014/main" id="{757A8673-F02E-4B44-B05B-139E6ECC9398}"/>
              </a:ext>
            </a:extLst>
          </p:cNvPr>
          <p:cNvSpPr>
            <a:spLocks noGrp="1"/>
          </p:cNvSpPr>
          <p:nvPr/>
        </p:nvSpPr>
        <p:spPr>
          <a:xfrm>
            <a:off x="22355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ind_only_75">
            <a:extLst>
              <a:ext uri="{FF2B5EF4-FFF2-40B4-BE49-F238E27FC236}">
                <a16:creationId xmlns:a16="http://schemas.microsoft.com/office/drawing/2014/main" id="{3F4E5FF8-7922-4583-A87F-E2E6BBE5AB3A}"/>
              </a:ext>
            </a:extLst>
          </p:cNvPr>
          <p:cNvSpPr>
            <a:spLocks noGrp="1"/>
          </p:cNvSpPr>
          <p:nvPr/>
        </p:nvSpPr>
        <p:spPr>
          <a:xfrm>
            <a:off x="231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ind_only_76">
            <a:extLst>
              <a:ext uri="{FF2B5EF4-FFF2-40B4-BE49-F238E27FC236}">
                <a16:creationId xmlns:a16="http://schemas.microsoft.com/office/drawing/2014/main" id="{C9BA0266-2CF1-4254-AB4E-B77BDC83C3C2}"/>
              </a:ext>
            </a:extLst>
          </p:cNvPr>
          <p:cNvSpPr>
            <a:spLocks noGrp="1"/>
          </p:cNvSpPr>
          <p:nvPr/>
        </p:nvSpPr>
        <p:spPr>
          <a:xfrm>
            <a:off x="2301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ind_only_77">
            <a:extLst>
              <a:ext uri="{FF2B5EF4-FFF2-40B4-BE49-F238E27FC236}">
                <a16:creationId xmlns:a16="http://schemas.microsoft.com/office/drawing/2014/main" id="{D587FE57-5FED-4EA9-8203-E61C36615A2E}"/>
              </a:ext>
            </a:extLst>
          </p:cNvPr>
          <p:cNvSpPr>
            <a:spLocks noGrp="1"/>
          </p:cNvSpPr>
          <p:nvPr/>
        </p:nvSpPr>
        <p:spPr>
          <a:xfrm>
            <a:off x="2267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ind_only_78">
            <a:extLst>
              <a:ext uri="{FF2B5EF4-FFF2-40B4-BE49-F238E27FC236}">
                <a16:creationId xmlns:a16="http://schemas.microsoft.com/office/drawing/2014/main" id="{732811F3-14FF-4B75-8424-08DFB340AE15}"/>
              </a:ext>
            </a:extLst>
          </p:cNvPr>
          <p:cNvSpPr>
            <a:spLocks noGrp="1"/>
          </p:cNvSpPr>
          <p:nvPr/>
        </p:nvSpPr>
        <p:spPr>
          <a:xfrm>
            <a:off x="230519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ind_only_79">
            <a:extLst>
              <a:ext uri="{FF2B5EF4-FFF2-40B4-BE49-F238E27FC236}">
                <a16:creationId xmlns:a16="http://schemas.microsoft.com/office/drawing/2014/main" id="{F6FFC0AC-FD8A-4504-B6DC-731A86FFE841}"/>
              </a:ext>
            </a:extLst>
          </p:cNvPr>
          <p:cNvSpPr>
            <a:spLocks noGrp="1"/>
          </p:cNvSpPr>
          <p:nvPr/>
        </p:nvSpPr>
        <p:spPr>
          <a:xfrm>
            <a:off x="23253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ind_only_80">
            <a:extLst>
              <a:ext uri="{FF2B5EF4-FFF2-40B4-BE49-F238E27FC236}">
                <a16:creationId xmlns:a16="http://schemas.microsoft.com/office/drawing/2014/main" id="{A0BDD9A4-3B13-4B2A-9571-6B3EA966D333}"/>
              </a:ext>
            </a:extLst>
          </p:cNvPr>
          <p:cNvSpPr>
            <a:spLocks noGrp="1"/>
          </p:cNvSpPr>
          <p:nvPr/>
        </p:nvSpPr>
        <p:spPr>
          <a:xfrm>
            <a:off x="229499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ind_only_81">
            <a:extLst>
              <a:ext uri="{FF2B5EF4-FFF2-40B4-BE49-F238E27FC236}">
                <a16:creationId xmlns:a16="http://schemas.microsoft.com/office/drawing/2014/main" id="{95F5AF6F-66E2-410E-8E42-4A0E91596B33}"/>
              </a:ext>
            </a:extLst>
          </p:cNvPr>
          <p:cNvSpPr>
            <a:spLocks noGrp="1"/>
          </p:cNvSpPr>
          <p:nvPr/>
        </p:nvSpPr>
        <p:spPr>
          <a:xfrm>
            <a:off x="23024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ind_only_82">
            <a:extLst>
              <a:ext uri="{FF2B5EF4-FFF2-40B4-BE49-F238E27FC236}">
                <a16:creationId xmlns:a16="http://schemas.microsoft.com/office/drawing/2014/main" id="{11701A4D-5E10-447F-9E64-9E2629818E8E}"/>
              </a:ext>
            </a:extLst>
          </p:cNvPr>
          <p:cNvSpPr>
            <a:spLocks noGrp="1"/>
          </p:cNvSpPr>
          <p:nvPr/>
        </p:nvSpPr>
        <p:spPr>
          <a:xfrm>
            <a:off x="230159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ind_only_83">
            <a:extLst>
              <a:ext uri="{FF2B5EF4-FFF2-40B4-BE49-F238E27FC236}">
                <a16:creationId xmlns:a16="http://schemas.microsoft.com/office/drawing/2014/main" id="{ACBB1609-9650-4B2E-8605-0C214314F8BC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ind_only_84">
            <a:extLst>
              <a:ext uri="{FF2B5EF4-FFF2-40B4-BE49-F238E27FC236}">
                <a16:creationId xmlns:a16="http://schemas.microsoft.com/office/drawing/2014/main" id="{DD8A61BC-8586-4244-9C36-908086FF57DD}"/>
              </a:ext>
            </a:extLst>
          </p:cNvPr>
          <p:cNvSpPr>
            <a:spLocks noGrp="1"/>
          </p:cNvSpPr>
          <p:nvPr/>
        </p:nvSpPr>
        <p:spPr>
          <a:xfrm>
            <a:off x="2258947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ind_only_85">
            <a:extLst>
              <a:ext uri="{FF2B5EF4-FFF2-40B4-BE49-F238E27FC236}">
                <a16:creationId xmlns:a16="http://schemas.microsoft.com/office/drawing/2014/main" id="{08794C4F-0F8F-49C8-A05C-10921E407609}"/>
              </a:ext>
            </a:extLst>
          </p:cNvPr>
          <p:cNvSpPr>
            <a:spLocks noGrp="1"/>
          </p:cNvSpPr>
          <p:nvPr/>
        </p:nvSpPr>
        <p:spPr>
          <a:xfrm>
            <a:off x="2318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ind_only_86">
            <a:extLst>
              <a:ext uri="{FF2B5EF4-FFF2-40B4-BE49-F238E27FC236}">
                <a16:creationId xmlns:a16="http://schemas.microsoft.com/office/drawing/2014/main" id="{509377C6-B7A3-4A89-A1AB-12143339E6A5}"/>
              </a:ext>
            </a:extLst>
          </p:cNvPr>
          <p:cNvSpPr>
            <a:spLocks noGrp="1"/>
          </p:cNvSpPr>
          <p:nvPr/>
        </p:nvSpPr>
        <p:spPr>
          <a:xfrm>
            <a:off x="224864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ind_only_87">
            <a:extLst>
              <a:ext uri="{FF2B5EF4-FFF2-40B4-BE49-F238E27FC236}">
                <a16:creationId xmlns:a16="http://schemas.microsoft.com/office/drawing/2014/main" id="{2E37F5A9-99AD-4244-B65F-C79507043683}"/>
              </a:ext>
            </a:extLst>
          </p:cNvPr>
          <p:cNvSpPr>
            <a:spLocks noGrp="1"/>
          </p:cNvSpPr>
          <p:nvPr/>
        </p:nvSpPr>
        <p:spPr>
          <a:xfrm>
            <a:off x="224787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ind_only_88">
            <a:extLst>
              <a:ext uri="{FF2B5EF4-FFF2-40B4-BE49-F238E27FC236}">
                <a16:creationId xmlns:a16="http://schemas.microsoft.com/office/drawing/2014/main" id="{4D34C9F1-2C87-4DE5-90C5-B70653D9A473}"/>
              </a:ext>
            </a:extLst>
          </p:cNvPr>
          <p:cNvSpPr>
            <a:spLocks noGrp="1"/>
          </p:cNvSpPr>
          <p:nvPr/>
        </p:nvSpPr>
        <p:spPr>
          <a:xfrm>
            <a:off x="225224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ind_only_89">
            <a:extLst>
              <a:ext uri="{FF2B5EF4-FFF2-40B4-BE49-F238E27FC236}">
                <a16:creationId xmlns:a16="http://schemas.microsoft.com/office/drawing/2014/main" id="{A61341CB-DB2F-4F6B-B492-D97EB66B580B}"/>
              </a:ext>
            </a:extLst>
          </p:cNvPr>
          <p:cNvSpPr>
            <a:spLocks noGrp="1"/>
          </p:cNvSpPr>
          <p:nvPr/>
        </p:nvSpPr>
        <p:spPr>
          <a:xfrm>
            <a:off x="231995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ind_only_90">
            <a:extLst>
              <a:ext uri="{FF2B5EF4-FFF2-40B4-BE49-F238E27FC236}">
                <a16:creationId xmlns:a16="http://schemas.microsoft.com/office/drawing/2014/main" id="{A0CF0886-AC17-4844-A288-3A21C7833427}"/>
              </a:ext>
            </a:extLst>
          </p:cNvPr>
          <p:cNvSpPr>
            <a:spLocks noGrp="1"/>
          </p:cNvSpPr>
          <p:nvPr/>
        </p:nvSpPr>
        <p:spPr>
          <a:xfrm>
            <a:off x="230965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ind_only_91">
            <a:extLst>
              <a:ext uri="{FF2B5EF4-FFF2-40B4-BE49-F238E27FC236}">
                <a16:creationId xmlns:a16="http://schemas.microsoft.com/office/drawing/2014/main" id="{C8BD02F9-2D3C-473D-8590-1AE24480926A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ind_only_92">
            <a:extLst>
              <a:ext uri="{FF2B5EF4-FFF2-40B4-BE49-F238E27FC236}">
                <a16:creationId xmlns:a16="http://schemas.microsoft.com/office/drawing/2014/main" id="{D97937FA-91B6-4E4D-94B6-0577A3DE2B28}"/>
              </a:ext>
            </a:extLst>
          </p:cNvPr>
          <p:cNvSpPr>
            <a:spLocks noGrp="1"/>
          </p:cNvSpPr>
          <p:nvPr/>
        </p:nvSpPr>
        <p:spPr>
          <a:xfrm>
            <a:off x="2301790" y="36128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ind_only_93">
            <a:extLst>
              <a:ext uri="{FF2B5EF4-FFF2-40B4-BE49-F238E27FC236}">
                <a16:creationId xmlns:a16="http://schemas.microsoft.com/office/drawing/2014/main" id="{C09F58C0-C440-49B9-92C7-F33661610C18}"/>
              </a:ext>
            </a:extLst>
          </p:cNvPr>
          <p:cNvSpPr>
            <a:spLocks noGrp="1"/>
          </p:cNvSpPr>
          <p:nvPr/>
        </p:nvSpPr>
        <p:spPr>
          <a:xfrm>
            <a:off x="230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ind_only_94">
            <a:extLst>
              <a:ext uri="{FF2B5EF4-FFF2-40B4-BE49-F238E27FC236}">
                <a16:creationId xmlns:a16="http://schemas.microsoft.com/office/drawing/2014/main" id="{0E9D8887-7131-4538-977F-E448EB0A6E0F}"/>
              </a:ext>
            </a:extLst>
          </p:cNvPr>
          <p:cNvSpPr>
            <a:spLocks noGrp="1"/>
          </p:cNvSpPr>
          <p:nvPr/>
        </p:nvSpPr>
        <p:spPr>
          <a:xfrm>
            <a:off x="23176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ind_only_95">
            <a:extLst>
              <a:ext uri="{FF2B5EF4-FFF2-40B4-BE49-F238E27FC236}">
                <a16:creationId xmlns:a16="http://schemas.microsoft.com/office/drawing/2014/main" id="{4B5AD29A-03B7-4503-885F-E8B1836732F8}"/>
              </a:ext>
            </a:extLst>
          </p:cNvPr>
          <p:cNvSpPr>
            <a:spLocks noGrp="1"/>
          </p:cNvSpPr>
          <p:nvPr/>
        </p:nvSpPr>
        <p:spPr>
          <a:xfrm>
            <a:off x="2246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ind_only_96">
            <a:extLst>
              <a:ext uri="{FF2B5EF4-FFF2-40B4-BE49-F238E27FC236}">
                <a16:creationId xmlns:a16="http://schemas.microsoft.com/office/drawing/2014/main" id="{6A91F38F-32FC-4C24-B7BD-0454542ABBB0}"/>
              </a:ext>
            </a:extLst>
          </p:cNvPr>
          <p:cNvSpPr>
            <a:spLocks noGrp="1"/>
          </p:cNvSpPr>
          <p:nvPr/>
        </p:nvSpPr>
        <p:spPr>
          <a:xfrm>
            <a:off x="22539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ind_only_97">
            <a:extLst>
              <a:ext uri="{FF2B5EF4-FFF2-40B4-BE49-F238E27FC236}">
                <a16:creationId xmlns:a16="http://schemas.microsoft.com/office/drawing/2014/main" id="{29F803AE-C4B1-4403-A8A6-8059BA746DC7}"/>
              </a:ext>
            </a:extLst>
          </p:cNvPr>
          <p:cNvSpPr>
            <a:spLocks noGrp="1"/>
          </p:cNvSpPr>
          <p:nvPr/>
        </p:nvSpPr>
        <p:spPr>
          <a:xfrm>
            <a:off x="2300139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ind_only_98">
            <a:extLst>
              <a:ext uri="{FF2B5EF4-FFF2-40B4-BE49-F238E27FC236}">
                <a16:creationId xmlns:a16="http://schemas.microsoft.com/office/drawing/2014/main" id="{6C1ED081-672B-4002-BA95-9B8C73859D31}"/>
              </a:ext>
            </a:extLst>
          </p:cNvPr>
          <p:cNvSpPr>
            <a:spLocks noGrp="1"/>
          </p:cNvSpPr>
          <p:nvPr/>
        </p:nvSpPr>
        <p:spPr>
          <a:xfrm>
            <a:off x="225127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ind_only_99">
            <a:extLst>
              <a:ext uri="{FF2B5EF4-FFF2-40B4-BE49-F238E27FC236}">
                <a16:creationId xmlns:a16="http://schemas.microsoft.com/office/drawing/2014/main" id="{CBBAD634-713B-4CB4-9894-73DC031F4B39}"/>
              </a:ext>
            </a:extLst>
          </p:cNvPr>
          <p:cNvSpPr>
            <a:spLocks noGrp="1"/>
          </p:cNvSpPr>
          <p:nvPr/>
        </p:nvSpPr>
        <p:spPr>
          <a:xfrm>
            <a:off x="226069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ind_only_100">
            <a:extLst>
              <a:ext uri="{FF2B5EF4-FFF2-40B4-BE49-F238E27FC236}">
                <a16:creationId xmlns:a16="http://schemas.microsoft.com/office/drawing/2014/main" id="{093BAC22-8DA7-4CAA-BCE7-B79454A12F43}"/>
              </a:ext>
            </a:extLst>
          </p:cNvPr>
          <p:cNvSpPr>
            <a:spLocks noGrp="1"/>
          </p:cNvSpPr>
          <p:nvPr/>
        </p:nvSpPr>
        <p:spPr>
          <a:xfrm>
            <a:off x="2244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ind_only_101">
            <a:extLst>
              <a:ext uri="{FF2B5EF4-FFF2-40B4-BE49-F238E27FC236}">
                <a16:creationId xmlns:a16="http://schemas.microsoft.com/office/drawing/2014/main" id="{B0633225-0E0B-4F88-8C95-0DA7C41B2F6B}"/>
              </a:ext>
            </a:extLst>
          </p:cNvPr>
          <p:cNvSpPr>
            <a:spLocks noGrp="1"/>
          </p:cNvSpPr>
          <p:nvPr/>
        </p:nvSpPr>
        <p:spPr>
          <a:xfrm>
            <a:off x="22550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ind_only_102">
            <a:extLst>
              <a:ext uri="{FF2B5EF4-FFF2-40B4-BE49-F238E27FC236}">
                <a16:creationId xmlns:a16="http://schemas.microsoft.com/office/drawing/2014/main" id="{D91721DE-28CC-4E99-8E5E-57C3D930E70E}"/>
              </a:ext>
            </a:extLst>
          </p:cNvPr>
          <p:cNvSpPr>
            <a:spLocks noGrp="1"/>
          </p:cNvSpPr>
          <p:nvPr/>
        </p:nvSpPr>
        <p:spPr>
          <a:xfrm>
            <a:off x="225885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ind_only_103">
            <a:extLst>
              <a:ext uri="{FF2B5EF4-FFF2-40B4-BE49-F238E27FC236}">
                <a16:creationId xmlns:a16="http://schemas.microsoft.com/office/drawing/2014/main" id="{72CE357B-266C-4E0B-9BE2-5FEC976242D4}"/>
              </a:ext>
            </a:extLst>
          </p:cNvPr>
          <p:cNvSpPr>
            <a:spLocks noGrp="1"/>
          </p:cNvSpPr>
          <p:nvPr/>
        </p:nvSpPr>
        <p:spPr>
          <a:xfrm>
            <a:off x="23191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ind_only_104">
            <a:extLst>
              <a:ext uri="{FF2B5EF4-FFF2-40B4-BE49-F238E27FC236}">
                <a16:creationId xmlns:a16="http://schemas.microsoft.com/office/drawing/2014/main" id="{0B120530-EF9F-45F3-AE62-C34F35E0DF54}"/>
              </a:ext>
            </a:extLst>
          </p:cNvPr>
          <p:cNvSpPr>
            <a:spLocks noGrp="1"/>
          </p:cNvSpPr>
          <p:nvPr/>
        </p:nvSpPr>
        <p:spPr>
          <a:xfrm>
            <a:off x="22779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ind_only_105">
            <a:extLst>
              <a:ext uri="{FF2B5EF4-FFF2-40B4-BE49-F238E27FC236}">
                <a16:creationId xmlns:a16="http://schemas.microsoft.com/office/drawing/2014/main" id="{FBB26C85-5DFE-4551-88B7-9698D809D60C}"/>
              </a:ext>
            </a:extLst>
          </p:cNvPr>
          <p:cNvSpPr>
            <a:spLocks noGrp="1"/>
          </p:cNvSpPr>
          <p:nvPr/>
        </p:nvSpPr>
        <p:spPr>
          <a:xfrm>
            <a:off x="22463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ind_only_106">
            <a:extLst>
              <a:ext uri="{FF2B5EF4-FFF2-40B4-BE49-F238E27FC236}">
                <a16:creationId xmlns:a16="http://schemas.microsoft.com/office/drawing/2014/main" id="{330FAB57-CB4B-4AC2-A352-AD4F638E9703}"/>
              </a:ext>
            </a:extLst>
          </p:cNvPr>
          <p:cNvSpPr>
            <a:spLocks noGrp="1"/>
          </p:cNvSpPr>
          <p:nvPr/>
        </p:nvSpPr>
        <p:spPr>
          <a:xfrm>
            <a:off x="2260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ind_only_107">
            <a:extLst>
              <a:ext uri="{FF2B5EF4-FFF2-40B4-BE49-F238E27FC236}">
                <a16:creationId xmlns:a16="http://schemas.microsoft.com/office/drawing/2014/main" id="{622846F6-536E-4E13-B79C-8D2D8C7E3A27}"/>
              </a:ext>
            </a:extLst>
          </p:cNvPr>
          <p:cNvSpPr>
            <a:spLocks noGrp="1"/>
          </p:cNvSpPr>
          <p:nvPr/>
        </p:nvSpPr>
        <p:spPr>
          <a:xfrm>
            <a:off x="2314129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ind_only_108">
            <a:extLst>
              <a:ext uri="{FF2B5EF4-FFF2-40B4-BE49-F238E27FC236}">
                <a16:creationId xmlns:a16="http://schemas.microsoft.com/office/drawing/2014/main" id="{0E5DC43C-C060-4500-9124-A93AA9A6A371}"/>
              </a:ext>
            </a:extLst>
          </p:cNvPr>
          <p:cNvSpPr>
            <a:spLocks noGrp="1"/>
          </p:cNvSpPr>
          <p:nvPr/>
        </p:nvSpPr>
        <p:spPr>
          <a:xfrm>
            <a:off x="2295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ind_only_109">
            <a:extLst>
              <a:ext uri="{FF2B5EF4-FFF2-40B4-BE49-F238E27FC236}">
                <a16:creationId xmlns:a16="http://schemas.microsoft.com/office/drawing/2014/main" id="{E9E1E4F8-E53F-4F65-B7B7-2BE639B528C6}"/>
              </a:ext>
            </a:extLst>
          </p:cNvPr>
          <p:cNvSpPr>
            <a:spLocks noGrp="1"/>
          </p:cNvSpPr>
          <p:nvPr/>
        </p:nvSpPr>
        <p:spPr>
          <a:xfrm>
            <a:off x="2313740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ind_only_110">
            <a:extLst>
              <a:ext uri="{FF2B5EF4-FFF2-40B4-BE49-F238E27FC236}">
                <a16:creationId xmlns:a16="http://schemas.microsoft.com/office/drawing/2014/main" id="{89E8CF04-3FA0-4E19-9970-C25CE5E6146F}"/>
              </a:ext>
            </a:extLst>
          </p:cNvPr>
          <p:cNvSpPr>
            <a:spLocks noGrp="1"/>
          </p:cNvSpPr>
          <p:nvPr/>
        </p:nvSpPr>
        <p:spPr>
          <a:xfrm>
            <a:off x="22522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ind_only_111">
            <a:extLst>
              <a:ext uri="{FF2B5EF4-FFF2-40B4-BE49-F238E27FC236}">
                <a16:creationId xmlns:a16="http://schemas.microsoft.com/office/drawing/2014/main" id="{28D549B0-620C-4603-BB55-142BC83AB7F4}"/>
              </a:ext>
            </a:extLst>
          </p:cNvPr>
          <p:cNvSpPr>
            <a:spLocks noGrp="1"/>
          </p:cNvSpPr>
          <p:nvPr/>
        </p:nvSpPr>
        <p:spPr>
          <a:xfrm>
            <a:off x="227050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ind_only_112">
            <a:extLst>
              <a:ext uri="{FF2B5EF4-FFF2-40B4-BE49-F238E27FC236}">
                <a16:creationId xmlns:a16="http://schemas.microsoft.com/office/drawing/2014/main" id="{360208C8-C364-4824-AC9C-831097E2ECA7}"/>
              </a:ext>
            </a:extLst>
          </p:cNvPr>
          <p:cNvSpPr>
            <a:spLocks noGrp="1"/>
          </p:cNvSpPr>
          <p:nvPr/>
        </p:nvSpPr>
        <p:spPr>
          <a:xfrm>
            <a:off x="231442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ind_only_113">
            <a:extLst>
              <a:ext uri="{FF2B5EF4-FFF2-40B4-BE49-F238E27FC236}">
                <a16:creationId xmlns:a16="http://schemas.microsoft.com/office/drawing/2014/main" id="{43E25369-4B70-4E7A-B63D-DF85C2A11DD3}"/>
              </a:ext>
            </a:extLst>
          </p:cNvPr>
          <p:cNvSpPr>
            <a:spLocks noGrp="1"/>
          </p:cNvSpPr>
          <p:nvPr/>
        </p:nvSpPr>
        <p:spPr>
          <a:xfrm>
            <a:off x="23145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ind_only_114">
            <a:extLst>
              <a:ext uri="{FF2B5EF4-FFF2-40B4-BE49-F238E27FC236}">
                <a16:creationId xmlns:a16="http://schemas.microsoft.com/office/drawing/2014/main" id="{8A29B7BA-B0F7-4E73-AA5F-0CF541D87FF2}"/>
              </a:ext>
            </a:extLst>
          </p:cNvPr>
          <p:cNvSpPr>
            <a:spLocks noGrp="1"/>
          </p:cNvSpPr>
          <p:nvPr/>
        </p:nvSpPr>
        <p:spPr>
          <a:xfrm>
            <a:off x="23084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ind_only_115">
            <a:extLst>
              <a:ext uri="{FF2B5EF4-FFF2-40B4-BE49-F238E27FC236}">
                <a16:creationId xmlns:a16="http://schemas.microsoft.com/office/drawing/2014/main" id="{140F5D43-BAEF-4B5B-A55F-4C1F01087EFC}"/>
              </a:ext>
            </a:extLst>
          </p:cNvPr>
          <p:cNvSpPr>
            <a:spLocks noGrp="1"/>
          </p:cNvSpPr>
          <p:nvPr/>
        </p:nvSpPr>
        <p:spPr>
          <a:xfrm>
            <a:off x="23170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ind_only_116">
            <a:extLst>
              <a:ext uri="{FF2B5EF4-FFF2-40B4-BE49-F238E27FC236}">
                <a16:creationId xmlns:a16="http://schemas.microsoft.com/office/drawing/2014/main" id="{9AA4170B-77C5-4084-9AAA-3DF80E15797B}"/>
              </a:ext>
            </a:extLst>
          </p:cNvPr>
          <p:cNvSpPr>
            <a:spLocks noGrp="1"/>
          </p:cNvSpPr>
          <p:nvPr/>
        </p:nvSpPr>
        <p:spPr>
          <a:xfrm>
            <a:off x="226118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ind_only_117">
            <a:extLst>
              <a:ext uri="{FF2B5EF4-FFF2-40B4-BE49-F238E27FC236}">
                <a16:creationId xmlns:a16="http://schemas.microsoft.com/office/drawing/2014/main" id="{6B7B692C-069C-45BD-BFAD-BC59245D3E85}"/>
              </a:ext>
            </a:extLst>
          </p:cNvPr>
          <p:cNvSpPr>
            <a:spLocks noGrp="1"/>
          </p:cNvSpPr>
          <p:nvPr/>
        </p:nvSpPr>
        <p:spPr>
          <a:xfrm>
            <a:off x="2246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ind_only_118">
            <a:extLst>
              <a:ext uri="{FF2B5EF4-FFF2-40B4-BE49-F238E27FC236}">
                <a16:creationId xmlns:a16="http://schemas.microsoft.com/office/drawing/2014/main" id="{52018E54-55DB-46D3-80A9-5C1477B376E5}"/>
              </a:ext>
            </a:extLst>
          </p:cNvPr>
          <p:cNvSpPr>
            <a:spLocks noGrp="1"/>
          </p:cNvSpPr>
          <p:nvPr/>
        </p:nvSpPr>
        <p:spPr>
          <a:xfrm>
            <a:off x="23030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ind_only_119">
            <a:extLst>
              <a:ext uri="{FF2B5EF4-FFF2-40B4-BE49-F238E27FC236}">
                <a16:creationId xmlns:a16="http://schemas.microsoft.com/office/drawing/2014/main" id="{241834CF-748A-4EC5-9D53-2A7B4DB7CC09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ind_only_120">
            <a:extLst>
              <a:ext uri="{FF2B5EF4-FFF2-40B4-BE49-F238E27FC236}">
                <a16:creationId xmlns:a16="http://schemas.microsoft.com/office/drawing/2014/main" id="{71D54AF1-78AC-40CD-BE36-CBBFACD340C4}"/>
              </a:ext>
            </a:extLst>
          </p:cNvPr>
          <p:cNvSpPr>
            <a:spLocks noGrp="1"/>
          </p:cNvSpPr>
          <p:nvPr/>
        </p:nvSpPr>
        <p:spPr>
          <a:xfrm>
            <a:off x="22480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ind_only_121">
            <a:extLst>
              <a:ext uri="{FF2B5EF4-FFF2-40B4-BE49-F238E27FC236}">
                <a16:creationId xmlns:a16="http://schemas.microsoft.com/office/drawing/2014/main" id="{6E4E3BC7-CD90-4A7F-A67E-3C8A296DB875}"/>
              </a:ext>
            </a:extLst>
          </p:cNvPr>
          <p:cNvSpPr>
            <a:spLocks noGrp="1"/>
          </p:cNvSpPr>
          <p:nvPr/>
        </p:nvSpPr>
        <p:spPr>
          <a:xfrm>
            <a:off x="23054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ind_only_122">
            <a:extLst>
              <a:ext uri="{FF2B5EF4-FFF2-40B4-BE49-F238E27FC236}">
                <a16:creationId xmlns:a16="http://schemas.microsoft.com/office/drawing/2014/main" id="{1B618FA2-7D60-4AF1-A99C-7AB649650219}"/>
              </a:ext>
            </a:extLst>
          </p:cNvPr>
          <p:cNvSpPr>
            <a:spLocks noGrp="1"/>
          </p:cNvSpPr>
          <p:nvPr/>
        </p:nvSpPr>
        <p:spPr>
          <a:xfrm>
            <a:off x="2242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ind_only_123">
            <a:extLst>
              <a:ext uri="{FF2B5EF4-FFF2-40B4-BE49-F238E27FC236}">
                <a16:creationId xmlns:a16="http://schemas.microsoft.com/office/drawing/2014/main" id="{C4461B9C-5DF0-469F-9874-EA96E022E06B}"/>
              </a:ext>
            </a:extLst>
          </p:cNvPr>
          <p:cNvSpPr>
            <a:spLocks noGrp="1"/>
          </p:cNvSpPr>
          <p:nvPr/>
        </p:nvSpPr>
        <p:spPr>
          <a:xfrm>
            <a:off x="2324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ind_only_124">
            <a:extLst>
              <a:ext uri="{FF2B5EF4-FFF2-40B4-BE49-F238E27FC236}">
                <a16:creationId xmlns:a16="http://schemas.microsoft.com/office/drawing/2014/main" id="{86A3E8C5-483E-49DE-BBCD-DC8D6DA966EA}"/>
              </a:ext>
            </a:extLst>
          </p:cNvPr>
          <p:cNvSpPr>
            <a:spLocks noGrp="1"/>
          </p:cNvSpPr>
          <p:nvPr/>
        </p:nvSpPr>
        <p:spPr>
          <a:xfrm>
            <a:off x="23092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ind_only_125">
            <a:extLst>
              <a:ext uri="{FF2B5EF4-FFF2-40B4-BE49-F238E27FC236}">
                <a16:creationId xmlns:a16="http://schemas.microsoft.com/office/drawing/2014/main" id="{806EFCA2-40F5-4988-8ED5-8997112866DE}"/>
              </a:ext>
            </a:extLst>
          </p:cNvPr>
          <p:cNvSpPr>
            <a:spLocks noGrp="1"/>
          </p:cNvSpPr>
          <p:nvPr/>
        </p:nvSpPr>
        <p:spPr>
          <a:xfrm>
            <a:off x="22741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ind_only_126">
            <a:extLst>
              <a:ext uri="{FF2B5EF4-FFF2-40B4-BE49-F238E27FC236}">
                <a16:creationId xmlns:a16="http://schemas.microsoft.com/office/drawing/2014/main" id="{19EADA21-A634-4185-B178-465E539DBF30}"/>
              </a:ext>
            </a:extLst>
          </p:cNvPr>
          <p:cNvSpPr>
            <a:spLocks noGrp="1"/>
          </p:cNvSpPr>
          <p:nvPr/>
        </p:nvSpPr>
        <p:spPr>
          <a:xfrm>
            <a:off x="22576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ind_only_127">
            <a:extLst>
              <a:ext uri="{FF2B5EF4-FFF2-40B4-BE49-F238E27FC236}">
                <a16:creationId xmlns:a16="http://schemas.microsoft.com/office/drawing/2014/main" id="{4561625E-8F19-4BB5-A0FB-CBD79064087D}"/>
              </a:ext>
            </a:extLst>
          </p:cNvPr>
          <p:cNvSpPr>
            <a:spLocks noGrp="1"/>
          </p:cNvSpPr>
          <p:nvPr/>
        </p:nvSpPr>
        <p:spPr>
          <a:xfrm>
            <a:off x="2322678" y="36027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ind_only_128">
            <a:extLst>
              <a:ext uri="{FF2B5EF4-FFF2-40B4-BE49-F238E27FC236}">
                <a16:creationId xmlns:a16="http://schemas.microsoft.com/office/drawing/2014/main" id="{D5514286-8DB1-448B-8D17-C3547F14D978}"/>
              </a:ext>
            </a:extLst>
          </p:cNvPr>
          <p:cNvSpPr>
            <a:spLocks noGrp="1"/>
          </p:cNvSpPr>
          <p:nvPr/>
        </p:nvSpPr>
        <p:spPr>
          <a:xfrm>
            <a:off x="232685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ind_only_129">
            <a:extLst>
              <a:ext uri="{FF2B5EF4-FFF2-40B4-BE49-F238E27FC236}">
                <a16:creationId xmlns:a16="http://schemas.microsoft.com/office/drawing/2014/main" id="{E8301272-EAAC-424B-9756-EA96E9F7A74C}"/>
              </a:ext>
            </a:extLst>
          </p:cNvPr>
          <p:cNvSpPr>
            <a:spLocks noGrp="1"/>
          </p:cNvSpPr>
          <p:nvPr/>
        </p:nvSpPr>
        <p:spPr>
          <a:xfrm>
            <a:off x="2291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ind_only_130">
            <a:extLst>
              <a:ext uri="{FF2B5EF4-FFF2-40B4-BE49-F238E27FC236}">
                <a16:creationId xmlns:a16="http://schemas.microsoft.com/office/drawing/2014/main" id="{84C7ECAD-53BF-4942-80BA-6173B6A5485E}"/>
              </a:ext>
            </a:extLst>
          </p:cNvPr>
          <p:cNvSpPr>
            <a:spLocks noGrp="1"/>
          </p:cNvSpPr>
          <p:nvPr/>
        </p:nvSpPr>
        <p:spPr>
          <a:xfrm>
            <a:off x="23137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ind_only_131">
            <a:extLst>
              <a:ext uri="{FF2B5EF4-FFF2-40B4-BE49-F238E27FC236}">
                <a16:creationId xmlns:a16="http://schemas.microsoft.com/office/drawing/2014/main" id="{5D877337-F8CD-45A7-93A0-518B2B96CABA}"/>
              </a:ext>
            </a:extLst>
          </p:cNvPr>
          <p:cNvSpPr>
            <a:spLocks noGrp="1"/>
          </p:cNvSpPr>
          <p:nvPr/>
        </p:nvSpPr>
        <p:spPr>
          <a:xfrm>
            <a:off x="224563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ind_only_132">
            <a:extLst>
              <a:ext uri="{FF2B5EF4-FFF2-40B4-BE49-F238E27FC236}">
                <a16:creationId xmlns:a16="http://schemas.microsoft.com/office/drawing/2014/main" id="{F861FA86-F8A8-4EA5-B48E-B55B772A43FD}"/>
              </a:ext>
            </a:extLst>
          </p:cNvPr>
          <p:cNvSpPr>
            <a:spLocks noGrp="1"/>
          </p:cNvSpPr>
          <p:nvPr/>
        </p:nvSpPr>
        <p:spPr>
          <a:xfrm>
            <a:off x="2273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ind_only_133">
            <a:extLst>
              <a:ext uri="{FF2B5EF4-FFF2-40B4-BE49-F238E27FC236}">
                <a16:creationId xmlns:a16="http://schemas.microsoft.com/office/drawing/2014/main" id="{0C8D8780-BDB4-4E69-BBA0-FC8D18865592}"/>
              </a:ext>
            </a:extLst>
          </p:cNvPr>
          <p:cNvSpPr>
            <a:spLocks noGrp="1"/>
          </p:cNvSpPr>
          <p:nvPr/>
        </p:nvSpPr>
        <p:spPr>
          <a:xfrm>
            <a:off x="230771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ind_only_134">
            <a:extLst>
              <a:ext uri="{FF2B5EF4-FFF2-40B4-BE49-F238E27FC236}">
                <a16:creationId xmlns:a16="http://schemas.microsoft.com/office/drawing/2014/main" id="{04EBA921-2BA6-4E46-B42C-1CD49E82641B}"/>
              </a:ext>
            </a:extLst>
          </p:cNvPr>
          <p:cNvSpPr>
            <a:spLocks noGrp="1"/>
          </p:cNvSpPr>
          <p:nvPr/>
        </p:nvSpPr>
        <p:spPr>
          <a:xfrm>
            <a:off x="22397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ind_only_135">
            <a:extLst>
              <a:ext uri="{FF2B5EF4-FFF2-40B4-BE49-F238E27FC236}">
                <a16:creationId xmlns:a16="http://schemas.microsoft.com/office/drawing/2014/main" id="{AB40C941-2A6C-4059-BC2A-93E935899EF3}"/>
              </a:ext>
            </a:extLst>
          </p:cNvPr>
          <p:cNvSpPr>
            <a:spLocks noGrp="1"/>
          </p:cNvSpPr>
          <p:nvPr/>
        </p:nvSpPr>
        <p:spPr>
          <a:xfrm>
            <a:off x="2236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ind_only_136">
            <a:extLst>
              <a:ext uri="{FF2B5EF4-FFF2-40B4-BE49-F238E27FC236}">
                <a16:creationId xmlns:a16="http://schemas.microsoft.com/office/drawing/2014/main" id="{7039ED06-78C5-401E-B02C-92534E93D76E}"/>
              </a:ext>
            </a:extLst>
          </p:cNvPr>
          <p:cNvSpPr>
            <a:spLocks noGrp="1"/>
          </p:cNvSpPr>
          <p:nvPr/>
        </p:nvSpPr>
        <p:spPr>
          <a:xfrm>
            <a:off x="2293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ind_only_137">
            <a:extLst>
              <a:ext uri="{FF2B5EF4-FFF2-40B4-BE49-F238E27FC236}">
                <a16:creationId xmlns:a16="http://schemas.microsoft.com/office/drawing/2014/main" id="{80535FA2-D560-44B8-9E7C-1FB5607293A4}"/>
              </a:ext>
            </a:extLst>
          </p:cNvPr>
          <p:cNvSpPr>
            <a:spLocks noGrp="1"/>
          </p:cNvSpPr>
          <p:nvPr/>
        </p:nvSpPr>
        <p:spPr>
          <a:xfrm>
            <a:off x="2322095" y="36402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ind_only_138">
            <a:extLst>
              <a:ext uri="{FF2B5EF4-FFF2-40B4-BE49-F238E27FC236}">
                <a16:creationId xmlns:a16="http://schemas.microsoft.com/office/drawing/2014/main" id="{C99A5C52-18F8-446B-ABA5-223FE3142A85}"/>
              </a:ext>
            </a:extLst>
          </p:cNvPr>
          <p:cNvSpPr>
            <a:spLocks noGrp="1"/>
          </p:cNvSpPr>
          <p:nvPr/>
        </p:nvSpPr>
        <p:spPr>
          <a:xfrm>
            <a:off x="22319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ind_only_139">
            <a:extLst>
              <a:ext uri="{FF2B5EF4-FFF2-40B4-BE49-F238E27FC236}">
                <a16:creationId xmlns:a16="http://schemas.microsoft.com/office/drawing/2014/main" id="{CB75676F-645B-4018-916E-C8F3CBDD941A}"/>
              </a:ext>
            </a:extLst>
          </p:cNvPr>
          <p:cNvSpPr>
            <a:spLocks noGrp="1"/>
          </p:cNvSpPr>
          <p:nvPr/>
        </p:nvSpPr>
        <p:spPr>
          <a:xfrm>
            <a:off x="22699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ind_only_140">
            <a:extLst>
              <a:ext uri="{FF2B5EF4-FFF2-40B4-BE49-F238E27FC236}">
                <a16:creationId xmlns:a16="http://schemas.microsoft.com/office/drawing/2014/main" id="{18C82EF1-3467-4A26-93F3-5ACE35FFE36F}"/>
              </a:ext>
            </a:extLst>
          </p:cNvPr>
          <p:cNvSpPr>
            <a:spLocks noGrp="1"/>
          </p:cNvSpPr>
          <p:nvPr/>
        </p:nvSpPr>
        <p:spPr>
          <a:xfrm>
            <a:off x="2301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ind_only_141">
            <a:extLst>
              <a:ext uri="{FF2B5EF4-FFF2-40B4-BE49-F238E27FC236}">
                <a16:creationId xmlns:a16="http://schemas.microsoft.com/office/drawing/2014/main" id="{491924C5-1857-4572-8262-A68A45C1C4CD}"/>
              </a:ext>
            </a:extLst>
          </p:cNvPr>
          <p:cNvSpPr>
            <a:spLocks noGrp="1"/>
          </p:cNvSpPr>
          <p:nvPr/>
        </p:nvSpPr>
        <p:spPr>
          <a:xfrm>
            <a:off x="22719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ind_only_142">
            <a:extLst>
              <a:ext uri="{FF2B5EF4-FFF2-40B4-BE49-F238E27FC236}">
                <a16:creationId xmlns:a16="http://schemas.microsoft.com/office/drawing/2014/main" id="{C878F255-937F-48CB-8194-174D433C39F3}"/>
              </a:ext>
            </a:extLst>
          </p:cNvPr>
          <p:cNvSpPr>
            <a:spLocks noGrp="1"/>
          </p:cNvSpPr>
          <p:nvPr/>
        </p:nvSpPr>
        <p:spPr>
          <a:xfrm>
            <a:off x="2255547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ind_only_143">
            <a:extLst>
              <a:ext uri="{FF2B5EF4-FFF2-40B4-BE49-F238E27FC236}">
                <a16:creationId xmlns:a16="http://schemas.microsoft.com/office/drawing/2014/main" id="{EEFC314D-D24E-4922-AF71-291377BBA8D4}"/>
              </a:ext>
            </a:extLst>
          </p:cNvPr>
          <p:cNvSpPr>
            <a:spLocks noGrp="1"/>
          </p:cNvSpPr>
          <p:nvPr/>
        </p:nvSpPr>
        <p:spPr>
          <a:xfrm>
            <a:off x="22932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ind_only_144">
            <a:extLst>
              <a:ext uri="{FF2B5EF4-FFF2-40B4-BE49-F238E27FC236}">
                <a16:creationId xmlns:a16="http://schemas.microsoft.com/office/drawing/2014/main" id="{B5EF9D4C-1902-41D4-B3CD-179D3699A70A}"/>
              </a:ext>
            </a:extLst>
          </p:cNvPr>
          <p:cNvSpPr>
            <a:spLocks noGrp="1"/>
          </p:cNvSpPr>
          <p:nvPr/>
        </p:nvSpPr>
        <p:spPr>
          <a:xfrm>
            <a:off x="2290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ind_only_145">
            <a:extLst>
              <a:ext uri="{FF2B5EF4-FFF2-40B4-BE49-F238E27FC236}">
                <a16:creationId xmlns:a16="http://schemas.microsoft.com/office/drawing/2014/main" id="{EE3731C6-0B46-4BDA-8C33-29FE75424E43}"/>
              </a:ext>
            </a:extLst>
          </p:cNvPr>
          <p:cNvSpPr>
            <a:spLocks noGrp="1"/>
          </p:cNvSpPr>
          <p:nvPr/>
        </p:nvSpPr>
        <p:spPr>
          <a:xfrm>
            <a:off x="22783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ind_only_146">
            <a:extLst>
              <a:ext uri="{FF2B5EF4-FFF2-40B4-BE49-F238E27FC236}">
                <a16:creationId xmlns:a16="http://schemas.microsoft.com/office/drawing/2014/main" id="{DCA581CD-7E39-4F6C-86A6-ED400FBD48ED}"/>
              </a:ext>
            </a:extLst>
          </p:cNvPr>
          <p:cNvSpPr>
            <a:spLocks noGrp="1"/>
          </p:cNvSpPr>
          <p:nvPr/>
        </p:nvSpPr>
        <p:spPr>
          <a:xfrm>
            <a:off x="22878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ind_only_147">
            <a:extLst>
              <a:ext uri="{FF2B5EF4-FFF2-40B4-BE49-F238E27FC236}">
                <a16:creationId xmlns:a16="http://schemas.microsoft.com/office/drawing/2014/main" id="{C1280D73-6207-4AFD-BAE6-F6F32BB27E7D}"/>
              </a:ext>
            </a:extLst>
          </p:cNvPr>
          <p:cNvSpPr>
            <a:spLocks noGrp="1"/>
          </p:cNvSpPr>
          <p:nvPr/>
        </p:nvSpPr>
        <p:spPr>
          <a:xfrm>
            <a:off x="2259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ind_only_148">
            <a:extLst>
              <a:ext uri="{FF2B5EF4-FFF2-40B4-BE49-F238E27FC236}">
                <a16:creationId xmlns:a16="http://schemas.microsoft.com/office/drawing/2014/main" id="{8F37B63D-D9D0-40E0-B51B-22B4BA3DAAAD}"/>
              </a:ext>
            </a:extLst>
          </p:cNvPr>
          <p:cNvSpPr>
            <a:spLocks noGrp="1"/>
          </p:cNvSpPr>
          <p:nvPr/>
        </p:nvSpPr>
        <p:spPr>
          <a:xfrm>
            <a:off x="22816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ind_only_149">
            <a:extLst>
              <a:ext uri="{FF2B5EF4-FFF2-40B4-BE49-F238E27FC236}">
                <a16:creationId xmlns:a16="http://schemas.microsoft.com/office/drawing/2014/main" id="{49CCB677-5C3A-4860-A35A-67877AA09B11}"/>
              </a:ext>
            </a:extLst>
          </p:cNvPr>
          <p:cNvSpPr>
            <a:spLocks noGrp="1"/>
          </p:cNvSpPr>
          <p:nvPr/>
        </p:nvSpPr>
        <p:spPr>
          <a:xfrm>
            <a:off x="226089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ind_only_150">
            <a:extLst>
              <a:ext uri="{FF2B5EF4-FFF2-40B4-BE49-F238E27FC236}">
                <a16:creationId xmlns:a16="http://schemas.microsoft.com/office/drawing/2014/main" id="{0AF31748-849D-4394-B709-3728AFD43CD1}"/>
              </a:ext>
            </a:extLst>
          </p:cNvPr>
          <p:cNvSpPr>
            <a:spLocks noGrp="1"/>
          </p:cNvSpPr>
          <p:nvPr/>
        </p:nvSpPr>
        <p:spPr>
          <a:xfrm>
            <a:off x="22694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ind_only_151">
            <a:extLst>
              <a:ext uri="{FF2B5EF4-FFF2-40B4-BE49-F238E27FC236}">
                <a16:creationId xmlns:a16="http://schemas.microsoft.com/office/drawing/2014/main" id="{7813219B-5991-4133-89F0-D31AE541F78D}"/>
              </a:ext>
            </a:extLst>
          </p:cNvPr>
          <p:cNvSpPr>
            <a:spLocks noGrp="1"/>
          </p:cNvSpPr>
          <p:nvPr/>
        </p:nvSpPr>
        <p:spPr>
          <a:xfrm>
            <a:off x="231140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ind_only_152">
            <a:extLst>
              <a:ext uri="{FF2B5EF4-FFF2-40B4-BE49-F238E27FC236}">
                <a16:creationId xmlns:a16="http://schemas.microsoft.com/office/drawing/2014/main" id="{23350C48-9312-4ABC-BEF6-87737AC33B3D}"/>
              </a:ext>
            </a:extLst>
          </p:cNvPr>
          <p:cNvSpPr>
            <a:spLocks noGrp="1"/>
          </p:cNvSpPr>
          <p:nvPr/>
        </p:nvSpPr>
        <p:spPr>
          <a:xfrm>
            <a:off x="22426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ind_only_153">
            <a:extLst>
              <a:ext uri="{FF2B5EF4-FFF2-40B4-BE49-F238E27FC236}">
                <a16:creationId xmlns:a16="http://schemas.microsoft.com/office/drawing/2014/main" id="{BE24B214-8367-4DC5-94C8-C9F4F1A525A7}"/>
              </a:ext>
            </a:extLst>
          </p:cNvPr>
          <p:cNvSpPr>
            <a:spLocks noGrp="1"/>
          </p:cNvSpPr>
          <p:nvPr/>
        </p:nvSpPr>
        <p:spPr>
          <a:xfrm>
            <a:off x="224709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ind_only_154">
            <a:extLst>
              <a:ext uri="{FF2B5EF4-FFF2-40B4-BE49-F238E27FC236}">
                <a16:creationId xmlns:a16="http://schemas.microsoft.com/office/drawing/2014/main" id="{FDC25F31-9DA9-4F20-8D71-4CBF0F6CD320}"/>
              </a:ext>
            </a:extLst>
          </p:cNvPr>
          <p:cNvSpPr>
            <a:spLocks noGrp="1"/>
          </p:cNvSpPr>
          <p:nvPr/>
        </p:nvSpPr>
        <p:spPr>
          <a:xfrm>
            <a:off x="22875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ind_only_155">
            <a:extLst>
              <a:ext uri="{FF2B5EF4-FFF2-40B4-BE49-F238E27FC236}">
                <a16:creationId xmlns:a16="http://schemas.microsoft.com/office/drawing/2014/main" id="{F94E9D75-8FEC-4E98-86D2-CA92F99FF4E8}"/>
              </a:ext>
            </a:extLst>
          </p:cNvPr>
          <p:cNvSpPr>
            <a:spLocks noGrp="1"/>
          </p:cNvSpPr>
          <p:nvPr/>
        </p:nvSpPr>
        <p:spPr>
          <a:xfrm>
            <a:off x="22866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ind_only_156">
            <a:extLst>
              <a:ext uri="{FF2B5EF4-FFF2-40B4-BE49-F238E27FC236}">
                <a16:creationId xmlns:a16="http://schemas.microsoft.com/office/drawing/2014/main" id="{6AE51B99-1A1D-4598-8C0D-73C02F333D7C}"/>
              </a:ext>
            </a:extLst>
          </p:cNvPr>
          <p:cNvSpPr>
            <a:spLocks noGrp="1"/>
          </p:cNvSpPr>
          <p:nvPr/>
        </p:nvSpPr>
        <p:spPr>
          <a:xfrm>
            <a:off x="2318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ind_only_157">
            <a:extLst>
              <a:ext uri="{FF2B5EF4-FFF2-40B4-BE49-F238E27FC236}">
                <a16:creationId xmlns:a16="http://schemas.microsoft.com/office/drawing/2014/main" id="{7FBEFBD4-1764-4C00-BBA6-D32D149BC493}"/>
              </a:ext>
            </a:extLst>
          </p:cNvPr>
          <p:cNvSpPr>
            <a:spLocks noGrp="1"/>
          </p:cNvSpPr>
          <p:nvPr/>
        </p:nvSpPr>
        <p:spPr>
          <a:xfrm>
            <a:off x="23035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ind_only_158">
            <a:extLst>
              <a:ext uri="{FF2B5EF4-FFF2-40B4-BE49-F238E27FC236}">
                <a16:creationId xmlns:a16="http://schemas.microsoft.com/office/drawing/2014/main" id="{F7F6CD58-94CF-4A1A-8BB6-594B70EBF25B}"/>
              </a:ext>
            </a:extLst>
          </p:cNvPr>
          <p:cNvSpPr>
            <a:spLocks noGrp="1"/>
          </p:cNvSpPr>
          <p:nvPr/>
        </p:nvSpPr>
        <p:spPr>
          <a:xfrm>
            <a:off x="2243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ind_only_159">
            <a:extLst>
              <a:ext uri="{FF2B5EF4-FFF2-40B4-BE49-F238E27FC236}">
                <a16:creationId xmlns:a16="http://schemas.microsoft.com/office/drawing/2014/main" id="{FE2D5CCF-1E3B-4F89-BCD0-846DF63F7059}"/>
              </a:ext>
            </a:extLst>
          </p:cNvPr>
          <p:cNvSpPr>
            <a:spLocks noGrp="1"/>
          </p:cNvSpPr>
          <p:nvPr/>
        </p:nvSpPr>
        <p:spPr>
          <a:xfrm>
            <a:off x="225768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ind_only_160">
            <a:extLst>
              <a:ext uri="{FF2B5EF4-FFF2-40B4-BE49-F238E27FC236}">
                <a16:creationId xmlns:a16="http://schemas.microsoft.com/office/drawing/2014/main" id="{1059F66E-90EF-4E19-9C32-9663693B6993}"/>
              </a:ext>
            </a:extLst>
          </p:cNvPr>
          <p:cNvSpPr>
            <a:spLocks noGrp="1"/>
          </p:cNvSpPr>
          <p:nvPr/>
        </p:nvSpPr>
        <p:spPr>
          <a:xfrm>
            <a:off x="22962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ind_only_161">
            <a:extLst>
              <a:ext uri="{FF2B5EF4-FFF2-40B4-BE49-F238E27FC236}">
                <a16:creationId xmlns:a16="http://schemas.microsoft.com/office/drawing/2014/main" id="{E16C2636-63FA-436D-B673-C36AF369ED83}"/>
              </a:ext>
            </a:extLst>
          </p:cNvPr>
          <p:cNvSpPr>
            <a:spLocks noGrp="1"/>
          </p:cNvSpPr>
          <p:nvPr/>
        </p:nvSpPr>
        <p:spPr>
          <a:xfrm>
            <a:off x="22379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ind_only_162">
            <a:extLst>
              <a:ext uri="{FF2B5EF4-FFF2-40B4-BE49-F238E27FC236}">
                <a16:creationId xmlns:a16="http://schemas.microsoft.com/office/drawing/2014/main" id="{C6F998FE-DD8A-48CC-BBF7-F81D6EF4DB5A}"/>
              </a:ext>
            </a:extLst>
          </p:cNvPr>
          <p:cNvSpPr>
            <a:spLocks noGrp="1"/>
          </p:cNvSpPr>
          <p:nvPr/>
        </p:nvSpPr>
        <p:spPr>
          <a:xfrm>
            <a:off x="230548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ind_only_163">
            <a:extLst>
              <a:ext uri="{FF2B5EF4-FFF2-40B4-BE49-F238E27FC236}">
                <a16:creationId xmlns:a16="http://schemas.microsoft.com/office/drawing/2014/main" id="{0C58344A-1AF6-4CF8-90A2-5F2B7135A6FD}"/>
              </a:ext>
            </a:extLst>
          </p:cNvPr>
          <p:cNvSpPr>
            <a:spLocks noGrp="1"/>
          </p:cNvSpPr>
          <p:nvPr/>
        </p:nvSpPr>
        <p:spPr>
          <a:xfrm>
            <a:off x="23087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ind_only_164">
            <a:extLst>
              <a:ext uri="{FF2B5EF4-FFF2-40B4-BE49-F238E27FC236}">
                <a16:creationId xmlns:a16="http://schemas.microsoft.com/office/drawing/2014/main" id="{11A17A7B-035E-4144-95E4-A19B25648AA3}"/>
              </a:ext>
            </a:extLst>
          </p:cNvPr>
          <p:cNvSpPr>
            <a:spLocks noGrp="1"/>
          </p:cNvSpPr>
          <p:nvPr/>
        </p:nvSpPr>
        <p:spPr>
          <a:xfrm>
            <a:off x="22984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ind_only_165">
            <a:extLst>
              <a:ext uri="{FF2B5EF4-FFF2-40B4-BE49-F238E27FC236}">
                <a16:creationId xmlns:a16="http://schemas.microsoft.com/office/drawing/2014/main" id="{4333A219-2A8A-404B-A149-C46F43D0042C}"/>
              </a:ext>
            </a:extLst>
          </p:cNvPr>
          <p:cNvSpPr>
            <a:spLocks noGrp="1"/>
          </p:cNvSpPr>
          <p:nvPr/>
        </p:nvSpPr>
        <p:spPr>
          <a:xfrm>
            <a:off x="22976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ind_only_166">
            <a:extLst>
              <a:ext uri="{FF2B5EF4-FFF2-40B4-BE49-F238E27FC236}">
                <a16:creationId xmlns:a16="http://schemas.microsoft.com/office/drawing/2014/main" id="{6591BDA8-D6F0-4070-8C12-A8DBEAD394DD}"/>
              </a:ext>
            </a:extLst>
          </p:cNvPr>
          <p:cNvSpPr>
            <a:spLocks noGrp="1"/>
          </p:cNvSpPr>
          <p:nvPr/>
        </p:nvSpPr>
        <p:spPr>
          <a:xfrm>
            <a:off x="23017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ind_only_167">
            <a:extLst>
              <a:ext uri="{FF2B5EF4-FFF2-40B4-BE49-F238E27FC236}">
                <a16:creationId xmlns:a16="http://schemas.microsoft.com/office/drawing/2014/main" id="{2983E531-9879-4D0A-9314-651D5E57DD42}"/>
              </a:ext>
            </a:extLst>
          </p:cNvPr>
          <p:cNvSpPr>
            <a:spLocks noGrp="1"/>
          </p:cNvSpPr>
          <p:nvPr/>
        </p:nvSpPr>
        <p:spPr>
          <a:xfrm>
            <a:off x="22834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ind_only_168">
            <a:extLst>
              <a:ext uri="{FF2B5EF4-FFF2-40B4-BE49-F238E27FC236}">
                <a16:creationId xmlns:a16="http://schemas.microsoft.com/office/drawing/2014/main" id="{A2022623-5336-40AB-B8C4-CD8CA2C37CE5}"/>
              </a:ext>
            </a:extLst>
          </p:cNvPr>
          <p:cNvSpPr>
            <a:spLocks noGrp="1"/>
          </p:cNvSpPr>
          <p:nvPr/>
        </p:nvSpPr>
        <p:spPr>
          <a:xfrm>
            <a:off x="2233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ind_only_169">
            <a:extLst>
              <a:ext uri="{FF2B5EF4-FFF2-40B4-BE49-F238E27FC236}">
                <a16:creationId xmlns:a16="http://schemas.microsoft.com/office/drawing/2014/main" id="{35115A67-D7A0-4FE8-B1C3-AB1C540EAAEF}"/>
              </a:ext>
            </a:extLst>
          </p:cNvPr>
          <p:cNvSpPr>
            <a:spLocks noGrp="1"/>
          </p:cNvSpPr>
          <p:nvPr/>
        </p:nvSpPr>
        <p:spPr>
          <a:xfrm>
            <a:off x="22832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ind_only_170">
            <a:extLst>
              <a:ext uri="{FF2B5EF4-FFF2-40B4-BE49-F238E27FC236}">
                <a16:creationId xmlns:a16="http://schemas.microsoft.com/office/drawing/2014/main" id="{F54D6058-055B-4FC8-8383-7C3476C7A12B}"/>
              </a:ext>
            </a:extLst>
          </p:cNvPr>
          <p:cNvSpPr>
            <a:spLocks noGrp="1"/>
          </p:cNvSpPr>
          <p:nvPr/>
        </p:nvSpPr>
        <p:spPr>
          <a:xfrm>
            <a:off x="22458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ind_only_171">
            <a:extLst>
              <a:ext uri="{FF2B5EF4-FFF2-40B4-BE49-F238E27FC236}">
                <a16:creationId xmlns:a16="http://schemas.microsoft.com/office/drawing/2014/main" id="{867833C8-3415-49D0-9D46-5B377E9A3FE4}"/>
              </a:ext>
            </a:extLst>
          </p:cNvPr>
          <p:cNvSpPr>
            <a:spLocks noGrp="1"/>
          </p:cNvSpPr>
          <p:nvPr/>
        </p:nvSpPr>
        <p:spPr>
          <a:xfrm>
            <a:off x="2298002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ind_only_172">
            <a:extLst>
              <a:ext uri="{FF2B5EF4-FFF2-40B4-BE49-F238E27FC236}">
                <a16:creationId xmlns:a16="http://schemas.microsoft.com/office/drawing/2014/main" id="{B934D434-1DDF-4171-B55F-4554D797D442}"/>
              </a:ext>
            </a:extLst>
          </p:cNvPr>
          <p:cNvSpPr>
            <a:spLocks noGrp="1"/>
          </p:cNvSpPr>
          <p:nvPr/>
        </p:nvSpPr>
        <p:spPr>
          <a:xfrm>
            <a:off x="23108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ind_only_173">
            <a:extLst>
              <a:ext uri="{FF2B5EF4-FFF2-40B4-BE49-F238E27FC236}">
                <a16:creationId xmlns:a16="http://schemas.microsoft.com/office/drawing/2014/main" id="{5DF914F5-FD57-4A40-BF19-20EC6B2CA70E}"/>
              </a:ext>
            </a:extLst>
          </p:cNvPr>
          <p:cNvSpPr>
            <a:spLocks noGrp="1"/>
          </p:cNvSpPr>
          <p:nvPr/>
        </p:nvSpPr>
        <p:spPr>
          <a:xfrm>
            <a:off x="2244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ind_only_174">
            <a:extLst>
              <a:ext uri="{FF2B5EF4-FFF2-40B4-BE49-F238E27FC236}">
                <a16:creationId xmlns:a16="http://schemas.microsoft.com/office/drawing/2014/main" id="{7CBAFB84-C07E-4DE0-B565-A1BB9556D212}"/>
              </a:ext>
            </a:extLst>
          </p:cNvPr>
          <p:cNvSpPr>
            <a:spLocks noGrp="1"/>
          </p:cNvSpPr>
          <p:nvPr/>
        </p:nvSpPr>
        <p:spPr>
          <a:xfrm>
            <a:off x="22988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ind_only_175">
            <a:extLst>
              <a:ext uri="{FF2B5EF4-FFF2-40B4-BE49-F238E27FC236}">
                <a16:creationId xmlns:a16="http://schemas.microsoft.com/office/drawing/2014/main" id="{BE31A010-4354-400A-8CF4-E81FC599A91A}"/>
              </a:ext>
            </a:extLst>
          </p:cNvPr>
          <p:cNvSpPr>
            <a:spLocks noGrp="1"/>
          </p:cNvSpPr>
          <p:nvPr/>
        </p:nvSpPr>
        <p:spPr>
          <a:xfrm>
            <a:off x="2249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ind_only_176">
            <a:extLst>
              <a:ext uri="{FF2B5EF4-FFF2-40B4-BE49-F238E27FC236}">
                <a16:creationId xmlns:a16="http://schemas.microsoft.com/office/drawing/2014/main" id="{4A6993FF-809A-4548-A07B-BA4EB8665837}"/>
              </a:ext>
            </a:extLst>
          </p:cNvPr>
          <p:cNvSpPr>
            <a:spLocks noGrp="1"/>
          </p:cNvSpPr>
          <p:nvPr/>
        </p:nvSpPr>
        <p:spPr>
          <a:xfrm>
            <a:off x="225340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ind_only_177">
            <a:extLst>
              <a:ext uri="{FF2B5EF4-FFF2-40B4-BE49-F238E27FC236}">
                <a16:creationId xmlns:a16="http://schemas.microsoft.com/office/drawing/2014/main" id="{D38DFCE5-C65A-4009-B641-29ACC2546EE3}"/>
              </a:ext>
            </a:extLst>
          </p:cNvPr>
          <p:cNvSpPr>
            <a:spLocks noGrp="1"/>
          </p:cNvSpPr>
          <p:nvPr/>
        </p:nvSpPr>
        <p:spPr>
          <a:xfrm>
            <a:off x="2241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ind_only_178">
            <a:extLst>
              <a:ext uri="{FF2B5EF4-FFF2-40B4-BE49-F238E27FC236}">
                <a16:creationId xmlns:a16="http://schemas.microsoft.com/office/drawing/2014/main" id="{06583E1E-664B-49AA-BA59-89F35AD9E928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ind_only_179">
            <a:extLst>
              <a:ext uri="{FF2B5EF4-FFF2-40B4-BE49-F238E27FC236}">
                <a16:creationId xmlns:a16="http://schemas.microsoft.com/office/drawing/2014/main" id="{9E6DBF45-D101-4715-A50A-622F31F4C53C}"/>
              </a:ext>
            </a:extLst>
          </p:cNvPr>
          <p:cNvSpPr>
            <a:spLocks noGrp="1"/>
          </p:cNvSpPr>
          <p:nvPr/>
        </p:nvSpPr>
        <p:spPr>
          <a:xfrm>
            <a:off x="23228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ind_only_180">
            <a:extLst>
              <a:ext uri="{FF2B5EF4-FFF2-40B4-BE49-F238E27FC236}">
                <a16:creationId xmlns:a16="http://schemas.microsoft.com/office/drawing/2014/main" id="{865B1C70-FEB9-450F-9FB0-3DE5E56469A0}"/>
              </a:ext>
            </a:extLst>
          </p:cNvPr>
          <p:cNvSpPr>
            <a:spLocks noGrp="1"/>
          </p:cNvSpPr>
          <p:nvPr/>
        </p:nvSpPr>
        <p:spPr>
          <a:xfrm>
            <a:off x="232705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ind_only_181">
            <a:extLst>
              <a:ext uri="{FF2B5EF4-FFF2-40B4-BE49-F238E27FC236}">
                <a16:creationId xmlns:a16="http://schemas.microsoft.com/office/drawing/2014/main" id="{FB65AA1D-02A8-4D27-85A9-F8D641546A49}"/>
              </a:ext>
            </a:extLst>
          </p:cNvPr>
          <p:cNvSpPr>
            <a:spLocks noGrp="1"/>
          </p:cNvSpPr>
          <p:nvPr/>
        </p:nvSpPr>
        <p:spPr>
          <a:xfrm>
            <a:off x="226701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ind_only_182">
            <a:extLst>
              <a:ext uri="{FF2B5EF4-FFF2-40B4-BE49-F238E27FC236}">
                <a16:creationId xmlns:a16="http://schemas.microsoft.com/office/drawing/2014/main" id="{70C25487-84C7-413C-9184-779A4A68046E}"/>
              </a:ext>
            </a:extLst>
          </p:cNvPr>
          <p:cNvSpPr>
            <a:spLocks noGrp="1"/>
          </p:cNvSpPr>
          <p:nvPr/>
        </p:nvSpPr>
        <p:spPr>
          <a:xfrm>
            <a:off x="2302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ind_only_183">
            <a:extLst>
              <a:ext uri="{FF2B5EF4-FFF2-40B4-BE49-F238E27FC236}">
                <a16:creationId xmlns:a16="http://schemas.microsoft.com/office/drawing/2014/main" id="{A1B73846-5386-4C5A-8D6C-25E594BF6A17}"/>
              </a:ext>
            </a:extLst>
          </p:cNvPr>
          <p:cNvSpPr>
            <a:spLocks noGrp="1"/>
          </p:cNvSpPr>
          <p:nvPr/>
        </p:nvSpPr>
        <p:spPr>
          <a:xfrm>
            <a:off x="2321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ind_only_184">
            <a:extLst>
              <a:ext uri="{FF2B5EF4-FFF2-40B4-BE49-F238E27FC236}">
                <a16:creationId xmlns:a16="http://schemas.microsoft.com/office/drawing/2014/main" id="{B2FC3939-1E7E-487E-BF4D-8E2475B815FB}"/>
              </a:ext>
            </a:extLst>
          </p:cNvPr>
          <p:cNvSpPr>
            <a:spLocks noGrp="1"/>
          </p:cNvSpPr>
          <p:nvPr/>
        </p:nvSpPr>
        <p:spPr>
          <a:xfrm>
            <a:off x="231004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ind_only_185">
            <a:extLst>
              <a:ext uri="{FF2B5EF4-FFF2-40B4-BE49-F238E27FC236}">
                <a16:creationId xmlns:a16="http://schemas.microsoft.com/office/drawing/2014/main" id="{B14F5436-A77E-4E90-B845-659C49280466}"/>
              </a:ext>
            </a:extLst>
          </p:cNvPr>
          <p:cNvSpPr>
            <a:spLocks noGrp="1"/>
          </p:cNvSpPr>
          <p:nvPr/>
        </p:nvSpPr>
        <p:spPr>
          <a:xfrm>
            <a:off x="22997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ind_only_186">
            <a:extLst>
              <a:ext uri="{FF2B5EF4-FFF2-40B4-BE49-F238E27FC236}">
                <a16:creationId xmlns:a16="http://schemas.microsoft.com/office/drawing/2014/main" id="{F72A74EF-B11B-4E98-9981-0C047A625CAA}"/>
              </a:ext>
            </a:extLst>
          </p:cNvPr>
          <p:cNvSpPr>
            <a:spLocks noGrp="1"/>
          </p:cNvSpPr>
          <p:nvPr/>
        </p:nvSpPr>
        <p:spPr>
          <a:xfrm>
            <a:off x="22759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ind_only_187">
            <a:extLst>
              <a:ext uri="{FF2B5EF4-FFF2-40B4-BE49-F238E27FC236}">
                <a16:creationId xmlns:a16="http://schemas.microsoft.com/office/drawing/2014/main" id="{82DFAA31-41CC-4E7F-A216-85DC0AB6E979}"/>
              </a:ext>
            </a:extLst>
          </p:cNvPr>
          <p:cNvSpPr>
            <a:spLocks noGrp="1"/>
          </p:cNvSpPr>
          <p:nvPr/>
        </p:nvSpPr>
        <p:spPr>
          <a:xfrm>
            <a:off x="2273033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ind_only_188">
            <a:extLst>
              <a:ext uri="{FF2B5EF4-FFF2-40B4-BE49-F238E27FC236}">
                <a16:creationId xmlns:a16="http://schemas.microsoft.com/office/drawing/2014/main" id="{0407FFE7-0962-4BED-80C2-A8B4AA6E7128}"/>
              </a:ext>
            </a:extLst>
          </p:cNvPr>
          <p:cNvSpPr>
            <a:spLocks noGrp="1"/>
          </p:cNvSpPr>
          <p:nvPr/>
        </p:nvSpPr>
        <p:spPr>
          <a:xfrm>
            <a:off x="2240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ind_only_189">
            <a:extLst>
              <a:ext uri="{FF2B5EF4-FFF2-40B4-BE49-F238E27FC236}">
                <a16:creationId xmlns:a16="http://schemas.microsoft.com/office/drawing/2014/main" id="{BC6B065C-F5E8-47F7-9B5C-6F63C6DDF72D}"/>
              </a:ext>
            </a:extLst>
          </p:cNvPr>
          <p:cNvSpPr>
            <a:spLocks noGrp="1"/>
          </p:cNvSpPr>
          <p:nvPr/>
        </p:nvSpPr>
        <p:spPr>
          <a:xfrm>
            <a:off x="23218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ind_only_190">
            <a:extLst>
              <a:ext uri="{FF2B5EF4-FFF2-40B4-BE49-F238E27FC236}">
                <a16:creationId xmlns:a16="http://schemas.microsoft.com/office/drawing/2014/main" id="{D79B383B-564F-42C2-8110-9B89EBBB7A6F}"/>
              </a:ext>
            </a:extLst>
          </p:cNvPr>
          <p:cNvSpPr>
            <a:spLocks noGrp="1"/>
          </p:cNvSpPr>
          <p:nvPr/>
        </p:nvSpPr>
        <p:spPr>
          <a:xfrm>
            <a:off x="2311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ind_only_191">
            <a:extLst>
              <a:ext uri="{FF2B5EF4-FFF2-40B4-BE49-F238E27FC236}">
                <a16:creationId xmlns:a16="http://schemas.microsoft.com/office/drawing/2014/main" id="{68AB32E5-A405-415A-922D-105DA1D39384}"/>
              </a:ext>
            </a:extLst>
          </p:cNvPr>
          <p:cNvSpPr>
            <a:spLocks noGrp="1"/>
          </p:cNvSpPr>
          <p:nvPr/>
        </p:nvSpPr>
        <p:spPr>
          <a:xfrm>
            <a:off x="22968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ind_only_192">
            <a:extLst>
              <a:ext uri="{FF2B5EF4-FFF2-40B4-BE49-F238E27FC236}">
                <a16:creationId xmlns:a16="http://schemas.microsoft.com/office/drawing/2014/main" id="{2A74E260-0F58-4B3B-A7BB-FA68A34A4CA2}"/>
              </a:ext>
            </a:extLst>
          </p:cNvPr>
          <p:cNvSpPr>
            <a:spLocks noGrp="1"/>
          </p:cNvSpPr>
          <p:nvPr/>
        </p:nvSpPr>
        <p:spPr>
          <a:xfrm>
            <a:off x="22372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ind_only_193">
            <a:extLst>
              <a:ext uri="{FF2B5EF4-FFF2-40B4-BE49-F238E27FC236}">
                <a16:creationId xmlns:a16="http://schemas.microsoft.com/office/drawing/2014/main" id="{16CE6AB9-BAD8-4CAD-98A3-BFC28BE3EE85}"/>
              </a:ext>
            </a:extLst>
          </p:cNvPr>
          <p:cNvSpPr>
            <a:spLocks noGrp="1"/>
          </p:cNvSpPr>
          <p:nvPr/>
        </p:nvSpPr>
        <p:spPr>
          <a:xfrm>
            <a:off x="224670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ind_only_194">
            <a:extLst>
              <a:ext uri="{FF2B5EF4-FFF2-40B4-BE49-F238E27FC236}">
                <a16:creationId xmlns:a16="http://schemas.microsoft.com/office/drawing/2014/main" id="{D57236B7-7D84-4CBA-8443-CED5A114CEAC}"/>
              </a:ext>
            </a:extLst>
          </p:cNvPr>
          <p:cNvSpPr>
            <a:spLocks noGrp="1"/>
          </p:cNvSpPr>
          <p:nvPr/>
        </p:nvSpPr>
        <p:spPr>
          <a:xfrm>
            <a:off x="22561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ind_only_195">
            <a:extLst>
              <a:ext uri="{FF2B5EF4-FFF2-40B4-BE49-F238E27FC236}">
                <a16:creationId xmlns:a16="http://schemas.microsoft.com/office/drawing/2014/main" id="{F05783F2-1B09-4B7C-BC23-0D89CC1ADE2E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ind_only_196">
            <a:extLst>
              <a:ext uri="{FF2B5EF4-FFF2-40B4-BE49-F238E27FC236}">
                <a16:creationId xmlns:a16="http://schemas.microsoft.com/office/drawing/2014/main" id="{187DC3D5-8F56-45FB-93F1-33244BC53650}"/>
              </a:ext>
            </a:extLst>
          </p:cNvPr>
          <p:cNvSpPr>
            <a:spLocks noGrp="1"/>
          </p:cNvSpPr>
          <p:nvPr/>
        </p:nvSpPr>
        <p:spPr>
          <a:xfrm>
            <a:off x="228799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ind_only_197">
            <a:extLst>
              <a:ext uri="{FF2B5EF4-FFF2-40B4-BE49-F238E27FC236}">
                <a16:creationId xmlns:a16="http://schemas.microsoft.com/office/drawing/2014/main" id="{B3726358-6BE4-41C2-9D06-7ADA6E1092DD}"/>
              </a:ext>
            </a:extLst>
          </p:cNvPr>
          <p:cNvSpPr>
            <a:spLocks noGrp="1"/>
          </p:cNvSpPr>
          <p:nvPr/>
        </p:nvSpPr>
        <p:spPr>
          <a:xfrm>
            <a:off x="22507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ind_only_198">
            <a:extLst>
              <a:ext uri="{FF2B5EF4-FFF2-40B4-BE49-F238E27FC236}">
                <a16:creationId xmlns:a16="http://schemas.microsoft.com/office/drawing/2014/main" id="{00FCF7B3-25E8-4653-9EFD-3EAD6183DEAB}"/>
              </a:ext>
            </a:extLst>
          </p:cNvPr>
          <p:cNvSpPr>
            <a:spLocks noGrp="1"/>
          </p:cNvSpPr>
          <p:nvPr/>
        </p:nvSpPr>
        <p:spPr>
          <a:xfrm>
            <a:off x="22683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ind_only_199">
            <a:extLst>
              <a:ext uri="{FF2B5EF4-FFF2-40B4-BE49-F238E27FC236}">
                <a16:creationId xmlns:a16="http://schemas.microsoft.com/office/drawing/2014/main" id="{200627B2-2043-4F66-8225-894342AFE213}"/>
              </a:ext>
            </a:extLst>
          </p:cNvPr>
          <p:cNvSpPr>
            <a:spLocks noGrp="1"/>
          </p:cNvSpPr>
          <p:nvPr/>
        </p:nvSpPr>
        <p:spPr>
          <a:xfrm>
            <a:off x="2233979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ind_only_200">
            <a:extLst>
              <a:ext uri="{FF2B5EF4-FFF2-40B4-BE49-F238E27FC236}">
                <a16:creationId xmlns:a16="http://schemas.microsoft.com/office/drawing/2014/main" id="{3B8526E0-DE09-4A35-AA94-7A03F46EB063}"/>
              </a:ext>
            </a:extLst>
          </p:cNvPr>
          <p:cNvSpPr>
            <a:spLocks noGrp="1"/>
          </p:cNvSpPr>
          <p:nvPr/>
        </p:nvSpPr>
        <p:spPr>
          <a:xfrm>
            <a:off x="25097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ind_only_201">
            <a:extLst>
              <a:ext uri="{FF2B5EF4-FFF2-40B4-BE49-F238E27FC236}">
                <a16:creationId xmlns:a16="http://schemas.microsoft.com/office/drawing/2014/main" id="{1E7711AF-7D8D-4A64-BD05-A149C686D8A0}"/>
              </a:ext>
            </a:extLst>
          </p:cNvPr>
          <p:cNvSpPr>
            <a:spLocks noGrp="1"/>
          </p:cNvSpPr>
          <p:nvPr/>
        </p:nvSpPr>
        <p:spPr>
          <a:xfrm>
            <a:off x="2491144" y="32850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ind_only_202">
            <a:extLst>
              <a:ext uri="{FF2B5EF4-FFF2-40B4-BE49-F238E27FC236}">
                <a16:creationId xmlns:a16="http://schemas.microsoft.com/office/drawing/2014/main" id="{0487D04C-9E72-4B27-9021-9F8E316D4CA1}"/>
              </a:ext>
            </a:extLst>
          </p:cNvPr>
          <p:cNvSpPr>
            <a:spLocks noGrp="1"/>
          </p:cNvSpPr>
          <p:nvPr/>
        </p:nvSpPr>
        <p:spPr>
          <a:xfrm>
            <a:off x="2506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ind_only_203">
            <a:extLst>
              <a:ext uri="{FF2B5EF4-FFF2-40B4-BE49-F238E27FC236}">
                <a16:creationId xmlns:a16="http://schemas.microsoft.com/office/drawing/2014/main" id="{118D69E5-1F87-4718-9741-F2EBD882C04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ind_only_204">
            <a:extLst>
              <a:ext uri="{FF2B5EF4-FFF2-40B4-BE49-F238E27FC236}">
                <a16:creationId xmlns:a16="http://schemas.microsoft.com/office/drawing/2014/main" id="{2AEF0D52-BDD7-4271-AFD4-8A8B4C2F1996}"/>
              </a:ext>
            </a:extLst>
          </p:cNvPr>
          <p:cNvSpPr>
            <a:spLocks noGrp="1"/>
          </p:cNvSpPr>
          <p:nvPr/>
        </p:nvSpPr>
        <p:spPr>
          <a:xfrm>
            <a:off x="2522427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ind_only_205">
            <a:extLst>
              <a:ext uri="{FF2B5EF4-FFF2-40B4-BE49-F238E27FC236}">
                <a16:creationId xmlns:a16="http://schemas.microsoft.com/office/drawing/2014/main" id="{EEC6A79F-5D7F-4DFF-AAD8-587B944BD158}"/>
              </a:ext>
            </a:extLst>
          </p:cNvPr>
          <p:cNvSpPr>
            <a:spLocks noGrp="1"/>
          </p:cNvSpPr>
          <p:nvPr/>
        </p:nvSpPr>
        <p:spPr>
          <a:xfrm>
            <a:off x="25506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ind_only_206">
            <a:extLst>
              <a:ext uri="{FF2B5EF4-FFF2-40B4-BE49-F238E27FC236}">
                <a16:creationId xmlns:a16="http://schemas.microsoft.com/office/drawing/2014/main" id="{9F6FA799-FDAD-444D-81AE-A4624EE65F2A}"/>
              </a:ext>
            </a:extLst>
          </p:cNvPr>
          <p:cNvSpPr>
            <a:spLocks noGrp="1"/>
          </p:cNvSpPr>
          <p:nvPr/>
        </p:nvSpPr>
        <p:spPr>
          <a:xfrm>
            <a:off x="25684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ind_only_207">
            <a:extLst>
              <a:ext uri="{FF2B5EF4-FFF2-40B4-BE49-F238E27FC236}">
                <a16:creationId xmlns:a16="http://schemas.microsoft.com/office/drawing/2014/main" id="{374B73FE-7003-4D63-88E2-3310FC64B6F8}"/>
              </a:ext>
            </a:extLst>
          </p:cNvPr>
          <p:cNvSpPr>
            <a:spLocks noGrp="1"/>
          </p:cNvSpPr>
          <p:nvPr/>
        </p:nvSpPr>
        <p:spPr>
          <a:xfrm>
            <a:off x="249629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ind_only_208">
            <a:extLst>
              <a:ext uri="{FF2B5EF4-FFF2-40B4-BE49-F238E27FC236}">
                <a16:creationId xmlns:a16="http://schemas.microsoft.com/office/drawing/2014/main" id="{BA124EE5-9E38-4B15-82AD-5AFDD9CC9B10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ind_only_209">
            <a:extLst>
              <a:ext uri="{FF2B5EF4-FFF2-40B4-BE49-F238E27FC236}">
                <a16:creationId xmlns:a16="http://schemas.microsoft.com/office/drawing/2014/main" id="{B765F48E-08BD-4657-AFB6-0EB0D838F664}"/>
              </a:ext>
            </a:extLst>
          </p:cNvPr>
          <p:cNvSpPr>
            <a:spLocks noGrp="1"/>
          </p:cNvSpPr>
          <p:nvPr/>
        </p:nvSpPr>
        <p:spPr>
          <a:xfrm>
            <a:off x="249658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ind_only_210">
            <a:extLst>
              <a:ext uri="{FF2B5EF4-FFF2-40B4-BE49-F238E27FC236}">
                <a16:creationId xmlns:a16="http://schemas.microsoft.com/office/drawing/2014/main" id="{EF09B2F3-C93E-4E0A-A303-0CF6E0FA256A}"/>
              </a:ext>
            </a:extLst>
          </p:cNvPr>
          <p:cNvSpPr>
            <a:spLocks noGrp="1"/>
          </p:cNvSpPr>
          <p:nvPr/>
        </p:nvSpPr>
        <p:spPr>
          <a:xfrm>
            <a:off x="24858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ind_only_211">
            <a:extLst>
              <a:ext uri="{FF2B5EF4-FFF2-40B4-BE49-F238E27FC236}">
                <a16:creationId xmlns:a16="http://schemas.microsoft.com/office/drawing/2014/main" id="{67899452-D54E-4C6F-B543-CA66539954F8}"/>
              </a:ext>
            </a:extLst>
          </p:cNvPr>
          <p:cNvSpPr>
            <a:spLocks noGrp="1"/>
          </p:cNvSpPr>
          <p:nvPr/>
        </p:nvSpPr>
        <p:spPr>
          <a:xfrm>
            <a:off x="2560704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ind_only_212">
            <a:extLst>
              <a:ext uri="{FF2B5EF4-FFF2-40B4-BE49-F238E27FC236}">
                <a16:creationId xmlns:a16="http://schemas.microsoft.com/office/drawing/2014/main" id="{217110A6-D6FE-423E-B0A2-49D0286BE59E}"/>
              </a:ext>
            </a:extLst>
          </p:cNvPr>
          <p:cNvSpPr>
            <a:spLocks noGrp="1"/>
          </p:cNvSpPr>
          <p:nvPr/>
        </p:nvSpPr>
        <p:spPr>
          <a:xfrm>
            <a:off x="2580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ind_only_213">
            <a:extLst>
              <a:ext uri="{FF2B5EF4-FFF2-40B4-BE49-F238E27FC236}">
                <a16:creationId xmlns:a16="http://schemas.microsoft.com/office/drawing/2014/main" id="{8055B501-920E-42C1-B59F-85A0988C3067}"/>
              </a:ext>
            </a:extLst>
          </p:cNvPr>
          <p:cNvSpPr>
            <a:spLocks noGrp="1"/>
          </p:cNvSpPr>
          <p:nvPr/>
        </p:nvSpPr>
        <p:spPr>
          <a:xfrm>
            <a:off x="25221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ind_only_214">
            <a:extLst>
              <a:ext uri="{FF2B5EF4-FFF2-40B4-BE49-F238E27FC236}">
                <a16:creationId xmlns:a16="http://schemas.microsoft.com/office/drawing/2014/main" id="{13030B5F-FB1C-47B1-8599-43FC9337CAA3}"/>
              </a:ext>
            </a:extLst>
          </p:cNvPr>
          <p:cNvSpPr>
            <a:spLocks noGrp="1"/>
          </p:cNvSpPr>
          <p:nvPr/>
        </p:nvSpPr>
        <p:spPr>
          <a:xfrm>
            <a:off x="25753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ind_only_215">
            <a:extLst>
              <a:ext uri="{FF2B5EF4-FFF2-40B4-BE49-F238E27FC236}">
                <a16:creationId xmlns:a16="http://schemas.microsoft.com/office/drawing/2014/main" id="{2BAE706F-9180-4537-948E-92F8B608B3BB}"/>
              </a:ext>
            </a:extLst>
          </p:cNvPr>
          <p:cNvSpPr>
            <a:spLocks noGrp="1"/>
          </p:cNvSpPr>
          <p:nvPr/>
        </p:nvSpPr>
        <p:spPr>
          <a:xfrm>
            <a:off x="2506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ind_only_216">
            <a:extLst>
              <a:ext uri="{FF2B5EF4-FFF2-40B4-BE49-F238E27FC236}">
                <a16:creationId xmlns:a16="http://schemas.microsoft.com/office/drawing/2014/main" id="{396CDAAA-F06E-4632-90EE-09D3A0BB95FB}"/>
              </a:ext>
            </a:extLst>
          </p:cNvPr>
          <p:cNvSpPr>
            <a:spLocks noGrp="1"/>
          </p:cNvSpPr>
          <p:nvPr/>
        </p:nvSpPr>
        <p:spPr>
          <a:xfrm>
            <a:off x="2524661" y="33155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ind_only_217">
            <a:extLst>
              <a:ext uri="{FF2B5EF4-FFF2-40B4-BE49-F238E27FC236}">
                <a16:creationId xmlns:a16="http://schemas.microsoft.com/office/drawing/2014/main" id="{DFA9BAD8-8C21-4A21-A92D-04C1967925D7}"/>
              </a:ext>
            </a:extLst>
          </p:cNvPr>
          <p:cNvSpPr>
            <a:spLocks noGrp="1"/>
          </p:cNvSpPr>
          <p:nvPr/>
        </p:nvSpPr>
        <p:spPr>
          <a:xfrm>
            <a:off x="2553612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ind_only_218">
            <a:extLst>
              <a:ext uri="{FF2B5EF4-FFF2-40B4-BE49-F238E27FC236}">
                <a16:creationId xmlns:a16="http://schemas.microsoft.com/office/drawing/2014/main" id="{FC4AACE4-B4BB-495E-A06F-A0BF28C9D74F}"/>
              </a:ext>
            </a:extLst>
          </p:cNvPr>
          <p:cNvSpPr>
            <a:spLocks noGrp="1"/>
          </p:cNvSpPr>
          <p:nvPr/>
        </p:nvSpPr>
        <p:spPr>
          <a:xfrm>
            <a:off x="25710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ind_only_219">
            <a:extLst>
              <a:ext uri="{FF2B5EF4-FFF2-40B4-BE49-F238E27FC236}">
                <a16:creationId xmlns:a16="http://schemas.microsoft.com/office/drawing/2014/main" id="{9EB67C98-7115-412A-AA58-F9FCC6F726DB}"/>
              </a:ext>
            </a:extLst>
          </p:cNvPr>
          <p:cNvSpPr>
            <a:spLocks noGrp="1"/>
          </p:cNvSpPr>
          <p:nvPr/>
        </p:nvSpPr>
        <p:spPr>
          <a:xfrm>
            <a:off x="25804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ind_only_220">
            <a:extLst>
              <a:ext uri="{FF2B5EF4-FFF2-40B4-BE49-F238E27FC236}">
                <a16:creationId xmlns:a16="http://schemas.microsoft.com/office/drawing/2014/main" id="{7CAAD9DE-80A3-4941-8787-79AD6C3F5C51}"/>
              </a:ext>
            </a:extLst>
          </p:cNvPr>
          <p:cNvSpPr>
            <a:spLocks noGrp="1"/>
          </p:cNvSpPr>
          <p:nvPr/>
        </p:nvSpPr>
        <p:spPr>
          <a:xfrm>
            <a:off x="2546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ind_only_221">
            <a:extLst>
              <a:ext uri="{FF2B5EF4-FFF2-40B4-BE49-F238E27FC236}">
                <a16:creationId xmlns:a16="http://schemas.microsoft.com/office/drawing/2014/main" id="{B0F04234-6121-4778-B876-903D80B9822B}"/>
              </a:ext>
            </a:extLst>
          </p:cNvPr>
          <p:cNvSpPr>
            <a:spLocks noGrp="1"/>
          </p:cNvSpPr>
          <p:nvPr/>
        </p:nvSpPr>
        <p:spPr>
          <a:xfrm>
            <a:off x="2489298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ind_only_222">
            <a:extLst>
              <a:ext uri="{FF2B5EF4-FFF2-40B4-BE49-F238E27FC236}">
                <a16:creationId xmlns:a16="http://schemas.microsoft.com/office/drawing/2014/main" id="{8E258791-9671-4937-83F7-3F8CABD7DE30}"/>
              </a:ext>
            </a:extLst>
          </p:cNvPr>
          <p:cNvSpPr>
            <a:spLocks noGrp="1"/>
          </p:cNvSpPr>
          <p:nvPr/>
        </p:nvSpPr>
        <p:spPr>
          <a:xfrm>
            <a:off x="25036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ind_only_223">
            <a:extLst>
              <a:ext uri="{FF2B5EF4-FFF2-40B4-BE49-F238E27FC236}">
                <a16:creationId xmlns:a16="http://schemas.microsoft.com/office/drawing/2014/main" id="{A6B3AAFD-2BD1-43D9-9EB2-D2ABAA149574}"/>
              </a:ext>
            </a:extLst>
          </p:cNvPr>
          <p:cNvSpPr>
            <a:spLocks noGrp="1"/>
          </p:cNvSpPr>
          <p:nvPr/>
        </p:nvSpPr>
        <p:spPr>
          <a:xfrm>
            <a:off x="25099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ind_only_224">
            <a:extLst>
              <a:ext uri="{FF2B5EF4-FFF2-40B4-BE49-F238E27FC236}">
                <a16:creationId xmlns:a16="http://schemas.microsoft.com/office/drawing/2014/main" id="{4E90B2C4-1CD5-4A7F-87F9-094930ACF8E4}"/>
              </a:ext>
            </a:extLst>
          </p:cNvPr>
          <p:cNvSpPr>
            <a:spLocks noGrp="1"/>
          </p:cNvSpPr>
          <p:nvPr/>
        </p:nvSpPr>
        <p:spPr>
          <a:xfrm>
            <a:off x="24891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ind_only_225">
            <a:extLst>
              <a:ext uri="{FF2B5EF4-FFF2-40B4-BE49-F238E27FC236}">
                <a16:creationId xmlns:a16="http://schemas.microsoft.com/office/drawing/2014/main" id="{BD0FED62-E108-4EE3-BFD9-A39ADE93E8F6}"/>
              </a:ext>
            </a:extLst>
          </p:cNvPr>
          <p:cNvSpPr>
            <a:spLocks noGrp="1"/>
          </p:cNvSpPr>
          <p:nvPr/>
        </p:nvSpPr>
        <p:spPr>
          <a:xfrm>
            <a:off x="2488521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ind_only_226">
            <a:extLst>
              <a:ext uri="{FF2B5EF4-FFF2-40B4-BE49-F238E27FC236}">
                <a16:creationId xmlns:a16="http://schemas.microsoft.com/office/drawing/2014/main" id="{E3581317-854C-49A0-B01D-1AC08853E0D0}"/>
              </a:ext>
            </a:extLst>
          </p:cNvPr>
          <p:cNvSpPr>
            <a:spLocks noGrp="1"/>
          </p:cNvSpPr>
          <p:nvPr/>
        </p:nvSpPr>
        <p:spPr>
          <a:xfrm>
            <a:off x="2507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ind_only_227">
            <a:extLst>
              <a:ext uri="{FF2B5EF4-FFF2-40B4-BE49-F238E27FC236}">
                <a16:creationId xmlns:a16="http://schemas.microsoft.com/office/drawing/2014/main" id="{2F0205BA-5F31-4CA5-B137-6978B7F36052}"/>
              </a:ext>
            </a:extLst>
          </p:cNvPr>
          <p:cNvSpPr>
            <a:spLocks noGrp="1"/>
          </p:cNvSpPr>
          <p:nvPr/>
        </p:nvSpPr>
        <p:spPr>
          <a:xfrm>
            <a:off x="25439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ind_only_228">
            <a:extLst>
              <a:ext uri="{FF2B5EF4-FFF2-40B4-BE49-F238E27FC236}">
                <a16:creationId xmlns:a16="http://schemas.microsoft.com/office/drawing/2014/main" id="{0C1C1D34-FB1A-4016-ACC0-B206AE4FFA34}"/>
              </a:ext>
            </a:extLst>
          </p:cNvPr>
          <p:cNvSpPr>
            <a:spLocks noGrp="1"/>
          </p:cNvSpPr>
          <p:nvPr/>
        </p:nvSpPr>
        <p:spPr>
          <a:xfrm>
            <a:off x="250221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ind_only_229">
            <a:extLst>
              <a:ext uri="{FF2B5EF4-FFF2-40B4-BE49-F238E27FC236}">
                <a16:creationId xmlns:a16="http://schemas.microsoft.com/office/drawing/2014/main" id="{2A8717D3-B62A-4662-837D-51BB708DE1F0}"/>
              </a:ext>
            </a:extLst>
          </p:cNvPr>
          <p:cNvSpPr>
            <a:spLocks noGrp="1"/>
          </p:cNvSpPr>
          <p:nvPr/>
        </p:nvSpPr>
        <p:spPr>
          <a:xfrm>
            <a:off x="2531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ind_only_230">
            <a:extLst>
              <a:ext uri="{FF2B5EF4-FFF2-40B4-BE49-F238E27FC236}">
                <a16:creationId xmlns:a16="http://schemas.microsoft.com/office/drawing/2014/main" id="{7E4CF7D4-A574-4D86-B895-DA221093FC13}"/>
              </a:ext>
            </a:extLst>
          </p:cNvPr>
          <p:cNvSpPr>
            <a:spLocks noGrp="1"/>
          </p:cNvSpPr>
          <p:nvPr/>
        </p:nvSpPr>
        <p:spPr>
          <a:xfrm>
            <a:off x="2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ind_only_231">
            <a:extLst>
              <a:ext uri="{FF2B5EF4-FFF2-40B4-BE49-F238E27FC236}">
                <a16:creationId xmlns:a16="http://schemas.microsoft.com/office/drawing/2014/main" id="{74BB854B-EAD6-485F-A1D3-F29E8080798C}"/>
              </a:ext>
            </a:extLst>
          </p:cNvPr>
          <p:cNvSpPr>
            <a:spLocks noGrp="1"/>
          </p:cNvSpPr>
          <p:nvPr/>
        </p:nvSpPr>
        <p:spPr>
          <a:xfrm>
            <a:off x="25692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ind_only_232">
            <a:extLst>
              <a:ext uri="{FF2B5EF4-FFF2-40B4-BE49-F238E27FC236}">
                <a16:creationId xmlns:a16="http://schemas.microsoft.com/office/drawing/2014/main" id="{BB4A7EEF-C83F-4C42-9C93-D0021F4AC73C}"/>
              </a:ext>
            </a:extLst>
          </p:cNvPr>
          <p:cNvSpPr>
            <a:spLocks noGrp="1"/>
          </p:cNvSpPr>
          <p:nvPr/>
        </p:nvSpPr>
        <p:spPr>
          <a:xfrm>
            <a:off x="2511449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ind_only_233">
            <a:extLst>
              <a:ext uri="{FF2B5EF4-FFF2-40B4-BE49-F238E27FC236}">
                <a16:creationId xmlns:a16="http://schemas.microsoft.com/office/drawing/2014/main" id="{C7F6D6F6-DA24-4848-9B40-ACDA12796305}"/>
              </a:ext>
            </a:extLst>
          </p:cNvPr>
          <p:cNvSpPr>
            <a:spLocks noGrp="1"/>
          </p:cNvSpPr>
          <p:nvPr/>
        </p:nvSpPr>
        <p:spPr>
          <a:xfrm>
            <a:off x="255137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ind_only_234">
            <a:extLst>
              <a:ext uri="{FF2B5EF4-FFF2-40B4-BE49-F238E27FC236}">
                <a16:creationId xmlns:a16="http://schemas.microsoft.com/office/drawing/2014/main" id="{D590DA09-9C7F-45A1-B32E-430A7A8BE5F9}"/>
              </a:ext>
            </a:extLst>
          </p:cNvPr>
          <p:cNvSpPr>
            <a:spLocks noGrp="1"/>
          </p:cNvSpPr>
          <p:nvPr/>
        </p:nvSpPr>
        <p:spPr>
          <a:xfrm>
            <a:off x="25538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ind_only_235">
            <a:extLst>
              <a:ext uri="{FF2B5EF4-FFF2-40B4-BE49-F238E27FC236}">
                <a16:creationId xmlns:a16="http://schemas.microsoft.com/office/drawing/2014/main" id="{19B8CA84-E532-478A-A57D-50CF500C0691}"/>
              </a:ext>
            </a:extLst>
          </p:cNvPr>
          <p:cNvSpPr>
            <a:spLocks noGrp="1"/>
          </p:cNvSpPr>
          <p:nvPr/>
        </p:nvSpPr>
        <p:spPr>
          <a:xfrm>
            <a:off x="248881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ind_only_236">
            <a:extLst>
              <a:ext uri="{FF2B5EF4-FFF2-40B4-BE49-F238E27FC236}">
                <a16:creationId xmlns:a16="http://schemas.microsoft.com/office/drawing/2014/main" id="{E340B9B1-6A95-4C8F-B8BA-04A827E0A9DD}"/>
              </a:ext>
            </a:extLst>
          </p:cNvPr>
          <p:cNvSpPr>
            <a:spLocks noGrp="1"/>
          </p:cNvSpPr>
          <p:nvPr/>
        </p:nvSpPr>
        <p:spPr>
          <a:xfrm>
            <a:off x="2567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ind_only_237">
            <a:extLst>
              <a:ext uri="{FF2B5EF4-FFF2-40B4-BE49-F238E27FC236}">
                <a16:creationId xmlns:a16="http://schemas.microsoft.com/office/drawing/2014/main" id="{C120653D-BCB1-42D6-BFBE-CB48960E4AF2}"/>
              </a:ext>
            </a:extLst>
          </p:cNvPr>
          <p:cNvSpPr>
            <a:spLocks noGrp="1"/>
          </p:cNvSpPr>
          <p:nvPr/>
        </p:nvSpPr>
        <p:spPr>
          <a:xfrm>
            <a:off x="24864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ind_only_238">
            <a:extLst>
              <a:ext uri="{FF2B5EF4-FFF2-40B4-BE49-F238E27FC236}">
                <a16:creationId xmlns:a16="http://schemas.microsoft.com/office/drawing/2014/main" id="{D2798A61-0701-48FD-8706-48A5B8D9CB94}"/>
              </a:ext>
            </a:extLst>
          </p:cNvPr>
          <p:cNvSpPr>
            <a:spLocks noGrp="1"/>
          </p:cNvSpPr>
          <p:nvPr/>
        </p:nvSpPr>
        <p:spPr>
          <a:xfrm>
            <a:off x="25677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ind_only_239">
            <a:extLst>
              <a:ext uri="{FF2B5EF4-FFF2-40B4-BE49-F238E27FC236}">
                <a16:creationId xmlns:a16="http://schemas.microsoft.com/office/drawing/2014/main" id="{A6D4174E-C6C8-4E7C-951C-57AB1D817C80}"/>
              </a:ext>
            </a:extLst>
          </p:cNvPr>
          <p:cNvSpPr>
            <a:spLocks noGrp="1"/>
          </p:cNvSpPr>
          <p:nvPr/>
        </p:nvSpPr>
        <p:spPr>
          <a:xfrm>
            <a:off x="25772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ind_only_240">
            <a:extLst>
              <a:ext uri="{FF2B5EF4-FFF2-40B4-BE49-F238E27FC236}">
                <a16:creationId xmlns:a16="http://schemas.microsoft.com/office/drawing/2014/main" id="{6881E1A7-E3DF-4A90-AC5F-65A4ED63F4BE}"/>
              </a:ext>
            </a:extLst>
          </p:cNvPr>
          <p:cNvSpPr>
            <a:spLocks noGrp="1"/>
          </p:cNvSpPr>
          <p:nvPr/>
        </p:nvSpPr>
        <p:spPr>
          <a:xfrm>
            <a:off x="25445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ind_only_241">
            <a:extLst>
              <a:ext uri="{FF2B5EF4-FFF2-40B4-BE49-F238E27FC236}">
                <a16:creationId xmlns:a16="http://schemas.microsoft.com/office/drawing/2014/main" id="{8C875E10-73A4-458A-A6E0-2B6BAE64FC33}"/>
              </a:ext>
            </a:extLst>
          </p:cNvPr>
          <p:cNvSpPr>
            <a:spLocks noGrp="1"/>
          </p:cNvSpPr>
          <p:nvPr/>
        </p:nvSpPr>
        <p:spPr>
          <a:xfrm>
            <a:off x="25154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ind_only_242">
            <a:extLst>
              <a:ext uri="{FF2B5EF4-FFF2-40B4-BE49-F238E27FC236}">
                <a16:creationId xmlns:a16="http://schemas.microsoft.com/office/drawing/2014/main" id="{7A5259FC-7DE8-4633-AB1A-F0BB29100DF8}"/>
              </a:ext>
            </a:extLst>
          </p:cNvPr>
          <p:cNvSpPr>
            <a:spLocks noGrp="1"/>
          </p:cNvSpPr>
          <p:nvPr/>
        </p:nvSpPr>
        <p:spPr>
          <a:xfrm>
            <a:off x="2556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ind_only_243">
            <a:extLst>
              <a:ext uri="{FF2B5EF4-FFF2-40B4-BE49-F238E27FC236}">
                <a16:creationId xmlns:a16="http://schemas.microsoft.com/office/drawing/2014/main" id="{3F1D062E-562B-427F-9724-5D829BF8A0E0}"/>
              </a:ext>
            </a:extLst>
          </p:cNvPr>
          <p:cNvSpPr>
            <a:spLocks noGrp="1"/>
          </p:cNvSpPr>
          <p:nvPr/>
        </p:nvSpPr>
        <p:spPr>
          <a:xfrm>
            <a:off x="25066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ind_only_244">
            <a:extLst>
              <a:ext uri="{FF2B5EF4-FFF2-40B4-BE49-F238E27FC236}">
                <a16:creationId xmlns:a16="http://schemas.microsoft.com/office/drawing/2014/main" id="{CAFAE271-F28C-495D-82E2-59432EF8CDA2}"/>
              </a:ext>
            </a:extLst>
          </p:cNvPr>
          <p:cNvSpPr>
            <a:spLocks noGrp="1"/>
          </p:cNvSpPr>
          <p:nvPr/>
        </p:nvSpPr>
        <p:spPr>
          <a:xfrm>
            <a:off x="25316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ind_only_245">
            <a:extLst>
              <a:ext uri="{FF2B5EF4-FFF2-40B4-BE49-F238E27FC236}">
                <a16:creationId xmlns:a16="http://schemas.microsoft.com/office/drawing/2014/main" id="{04284F52-CCB3-4752-8632-11F89A1AA283}"/>
              </a:ext>
            </a:extLst>
          </p:cNvPr>
          <p:cNvSpPr>
            <a:spLocks noGrp="1"/>
          </p:cNvSpPr>
          <p:nvPr/>
        </p:nvSpPr>
        <p:spPr>
          <a:xfrm>
            <a:off x="25316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ind_only_246">
            <a:extLst>
              <a:ext uri="{FF2B5EF4-FFF2-40B4-BE49-F238E27FC236}">
                <a16:creationId xmlns:a16="http://schemas.microsoft.com/office/drawing/2014/main" id="{F27BD651-2BDC-48A4-8090-CE830167A231}"/>
              </a:ext>
            </a:extLst>
          </p:cNvPr>
          <p:cNvSpPr>
            <a:spLocks noGrp="1"/>
          </p:cNvSpPr>
          <p:nvPr/>
        </p:nvSpPr>
        <p:spPr>
          <a:xfrm>
            <a:off x="250251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ind_only_247">
            <a:extLst>
              <a:ext uri="{FF2B5EF4-FFF2-40B4-BE49-F238E27FC236}">
                <a16:creationId xmlns:a16="http://schemas.microsoft.com/office/drawing/2014/main" id="{E939F68D-7685-4750-9E10-DF2748E8B43F}"/>
              </a:ext>
            </a:extLst>
          </p:cNvPr>
          <p:cNvSpPr>
            <a:spLocks noGrp="1"/>
          </p:cNvSpPr>
          <p:nvPr/>
        </p:nvSpPr>
        <p:spPr>
          <a:xfrm>
            <a:off x="257022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ind_only_248">
            <a:extLst>
              <a:ext uri="{FF2B5EF4-FFF2-40B4-BE49-F238E27FC236}">
                <a16:creationId xmlns:a16="http://schemas.microsoft.com/office/drawing/2014/main" id="{513B95B0-A78D-4A60-9256-56C9D8DB2DC6}"/>
              </a:ext>
            </a:extLst>
          </p:cNvPr>
          <p:cNvSpPr>
            <a:spLocks noGrp="1"/>
          </p:cNvSpPr>
          <p:nvPr/>
        </p:nvSpPr>
        <p:spPr>
          <a:xfrm>
            <a:off x="25170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ind_only_249">
            <a:extLst>
              <a:ext uri="{FF2B5EF4-FFF2-40B4-BE49-F238E27FC236}">
                <a16:creationId xmlns:a16="http://schemas.microsoft.com/office/drawing/2014/main" id="{05555608-5CC2-4C63-9F2A-55CC5EFF5FF7}"/>
              </a:ext>
            </a:extLst>
          </p:cNvPr>
          <p:cNvSpPr>
            <a:spLocks noGrp="1"/>
          </p:cNvSpPr>
          <p:nvPr/>
        </p:nvSpPr>
        <p:spPr>
          <a:xfrm>
            <a:off x="2526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ind_only_250">
            <a:extLst>
              <a:ext uri="{FF2B5EF4-FFF2-40B4-BE49-F238E27FC236}">
                <a16:creationId xmlns:a16="http://schemas.microsoft.com/office/drawing/2014/main" id="{25C31D97-7EE0-4D71-9E3A-9A7B93BB040B}"/>
              </a:ext>
            </a:extLst>
          </p:cNvPr>
          <p:cNvSpPr>
            <a:spLocks noGrp="1"/>
          </p:cNvSpPr>
          <p:nvPr/>
        </p:nvSpPr>
        <p:spPr>
          <a:xfrm>
            <a:off x="25795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ind_only_251">
            <a:extLst>
              <a:ext uri="{FF2B5EF4-FFF2-40B4-BE49-F238E27FC236}">
                <a16:creationId xmlns:a16="http://schemas.microsoft.com/office/drawing/2014/main" id="{56089CCA-1E3F-49A8-A694-37B74B08C05E}"/>
              </a:ext>
            </a:extLst>
          </p:cNvPr>
          <p:cNvSpPr>
            <a:spLocks noGrp="1"/>
          </p:cNvSpPr>
          <p:nvPr/>
        </p:nvSpPr>
        <p:spPr>
          <a:xfrm>
            <a:off x="2550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ind_only_252">
            <a:extLst>
              <a:ext uri="{FF2B5EF4-FFF2-40B4-BE49-F238E27FC236}">
                <a16:creationId xmlns:a16="http://schemas.microsoft.com/office/drawing/2014/main" id="{6DCAF212-ADB1-443B-B1FC-F114F65F001D}"/>
              </a:ext>
            </a:extLst>
          </p:cNvPr>
          <p:cNvSpPr>
            <a:spLocks noGrp="1"/>
          </p:cNvSpPr>
          <p:nvPr/>
        </p:nvSpPr>
        <p:spPr>
          <a:xfrm>
            <a:off x="257605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ind_only_253">
            <a:extLst>
              <a:ext uri="{FF2B5EF4-FFF2-40B4-BE49-F238E27FC236}">
                <a16:creationId xmlns:a16="http://schemas.microsoft.com/office/drawing/2014/main" id="{AFBDA1D8-7AED-4CA9-9A2E-85277C3FB09B}"/>
              </a:ext>
            </a:extLst>
          </p:cNvPr>
          <p:cNvSpPr>
            <a:spLocks noGrp="1"/>
          </p:cNvSpPr>
          <p:nvPr/>
        </p:nvSpPr>
        <p:spPr>
          <a:xfrm>
            <a:off x="24901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ind_only_254">
            <a:extLst>
              <a:ext uri="{FF2B5EF4-FFF2-40B4-BE49-F238E27FC236}">
                <a16:creationId xmlns:a16="http://schemas.microsoft.com/office/drawing/2014/main" id="{5E476844-73BE-4B88-AEC8-3BE2C5E8CEA8}"/>
              </a:ext>
            </a:extLst>
          </p:cNvPr>
          <p:cNvSpPr>
            <a:spLocks noGrp="1"/>
          </p:cNvSpPr>
          <p:nvPr/>
        </p:nvSpPr>
        <p:spPr>
          <a:xfrm>
            <a:off x="25688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ind_only_255">
            <a:extLst>
              <a:ext uri="{FF2B5EF4-FFF2-40B4-BE49-F238E27FC236}">
                <a16:creationId xmlns:a16="http://schemas.microsoft.com/office/drawing/2014/main" id="{BE9F3D27-448D-4B60-A31B-61670EF73F5C}"/>
              </a:ext>
            </a:extLst>
          </p:cNvPr>
          <p:cNvSpPr>
            <a:spLocks noGrp="1"/>
          </p:cNvSpPr>
          <p:nvPr/>
        </p:nvSpPr>
        <p:spPr>
          <a:xfrm>
            <a:off x="255604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ind_only_256">
            <a:extLst>
              <a:ext uri="{FF2B5EF4-FFF2-40B4-BE49-F238E27FC236}">
                <a16:creationId xmlns:a16="http://schemas.microsoft.com/office/drawing/2014/main" id="{E4EC82EC-B95A-4D68-B4C6-E569D1600A1F}"/>
              </a:ext>
            </a:extLst>
          </p:cNvPr>
          <p:cNvSpPr>
            <a:spLocks noGrp="1"/>
          </p:cNvSpPr>
          <p:nvPr/>
        </p:nvSpPr>
        <p:spPr>
          <a:xfrm>
            <a:off x="25225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ind_only_257">
            <a:extLst>
              <a:ext uri="{FF2B5EF4-FFF2-40B4-BE49-F238E27FC236}">
                <a16:creationId xmlns:a16="http://schemas.microsoft.com/office/drawing/2014/main" id="{480C6F5A-9D7E-4D7D-BB21-2D038ADCCDEE}"/>
              </a:ext>
            </a:extLst>
          </p:cNvPr>
          <p:cNvSpPr>
            <a:spLocks noGrp="1"/>
          </p:cNvSpPr>
          <p:nvPr/>
        </p:nvSpPr>
        <p:spPr>
          <a:xfrm>
            <a:off x="255983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ind_only_258">
            <a:extLst>
              <a:ext uri="{FF2B5EF4-FFF2-40B4-BE49-F238E27FC236}">
                <a16:creationId xmlns:a16="http://schemas.microsoft.com/office/drawing/2014/main" id="{83F88375-BEBC-4D18-B010-A11E22D962A5}"/>
              </a:ext>
            </a:extLst>
          </p:cNvPr>
          <p:cNvSpPr>
            <a:spLocks noGrp="1"/>
          </p:cNvSpPr>
          <p:nvPr/>
        </p:nvSpPr>
        <p:spPr>
          <a:xfrm>
            <a:off x="258003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ind_only_259">
            <a:extLst>
              <a:ext uri="{FF2B5EF4-FFF2-40B4-BE49-F238E27FC236}">
                <a16:creationId xmlns:a16="http://schemas.microsoft.com/office/drawing/2014/main" id="{FFA4850F-3DE0-4903-AAD3-0FD074E129A0}"/>
              </a:ext>
            </a:extLst>
          </p:cNvPr>
          <p:cNvSpPr>
            <a:spLocks noGrp="1"/>
          </p:cNvSpPr>
          <p:nvPr/>
        </p:nvSpPr>
        <p:spPr>
          <a:xfrm>
            <a:off x="25496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ind_only_260">
            <a:extLst>
              <a:ext uri="{FF2B5EF4-FFF2-40B4-BE49-F238E27FC236}">
                <a16:creationId xmlns:a16="http://schemas.microsoft.com/office/drawing/2014/main" id="{951E6021-E82B-46F4-A8A6-2267E33B017F}"/>
              </a:ext>
            </a:extLst>
          </p:cNvPr>
          <p:cNvSpPr>
            <a:spLocks noGrp="1"/>
          </p:cNvSpPr>
          <p:nvPr/>
        </p:nvSpPr>
        <p:spPr>
          <a:xfrm>
            <a:off x="2557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ind_only_261">
            <a:extLst>
              <a:ext uri="{FF2B5EF4-FFF2-40B4-BE49-F238E27FC236}">
                <a16:creationId xmlns:a16="http://schemas.microsoft.com/office/drawing/2014/main" id="{EB1C556D-FA95-44D0-B72E-CF24B55275C9}"/>
              </a:ext>
            </a:extLst>
          </p:cNvPr>
          <p:cNvSpPr>
            <a:spLocks noGrp="1"/>
          </p:cNvSpPr>
          <p:nvPr/>
        </p:nvSpPr>
        <p:spPr>
          <a:xfrm>
            <a:off x="255623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ind_only_262">
            <a:extLst>
              <a:ext uri="{FF2B5EF4-FFF2-40B4-BE49-F238E27FC236}">
                <a16:creationId xmlns:a16="http://schemas.microsoft.com/office/drawing/2014/main" id="{CED0EF54-0066-41DE-A9AB-3BC61C5735FD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ind_only_263">
            <a:extLst>
              <a:ext uri="{FF2B5EF4-FFF2-40B4-BE49-F238E27FC236}">
                <a16:creationId xmlns:a16="http://schemas.microsoft.com/office/drawing/2014/main" id="{7B88DFDB-0CB6-42F9-8484-CAFB0DFFD35F}"/>
              </a:ext>
            </a:extLst>
          </p:cNvPr>
          <p:cNvSpPr>
            <a:spLocks noGrp="1"/>
          </p:cNvSpPr>
          <p:nvPr/>
        </p:nvSpPr>
        <p:spPr>
          <a:xfrm>
            <a:off x="251358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ind_only_264">
            <a:extLst>
              <a:ext uri="{FF2B5EF4-FFF2-40B4-BE49-F238E27FC236}">
                <a16:creationId xmlns:a16="http://schemas.microsoft.com/office/drawing/2014/main" id="{E68EC438-1E8C-4156-9311-1376459A17DA}"/>
              </a:ext>
            </a:extLst>
          </p:cNvPr>
          <p:cNvSpPr>
            <a:spLocks noGrp="1"/>
          </p:cNvSpPr>
          <p:nvPr/>
        </p:nvSpPr>
        <p:spPr>
          <a:xfrm>
            <a:off x="25732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ind_only_265">
            <a:extLst>
              <a:ext uri="{FF2B5EF4-FFF2-40B4-BE49-F238E27FC236}">
                <a16:creationId xmlns:a16="http://schemas.microsoft.com/office/drawing/2014/main" id="{8A61669A-59F5-41E7-AB96-54DB02E6CA72}"/>
              </a:ext>
            </a:extLst>
          </p:cNvPr>
          <p:cNvSpPr>
            <a:spLocks noGrp="1"/>
          </p:cNvSpPr>
          <p:nvPr/>
        </p:nvSpPr>
        <p:spPr>
          <a:xfrm>
            <a:off x="25032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ind_only_266">
            <a:extLst>
              <a:ext uri="{FF2B5EF4-FFF2-40B4-BE49-F238E27FC236}">
                <a16:creationId xmlns:a16="http://schemas.microsoft.com/office/drawing/2014/main" id="{F03CD282-92AE-4076-9321-769E851B9A83}"/>
              </a:ext>
            </a:extLst>
          </p:cNvPr>
          <p:cNvSpPr>
            <a:spLocks noGrp="1"/>
          </p:cNvSpPr>
          <p:nvPr/>
        </p:nvSpPr>
        <p:spPr>
          <a:xfrm>
            <a:off x="2502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ind_only_267">
            <a:extLst>
              <a:ext uri="{FF2B5EF4-FFF2-40B4-BE49-F238E27FC236}">
                <a16:creationId xmlns:a16="http://schemas.microsoft.com/office/drawing/2014/main" id="{47D05FFD-C8C2-4333-B058-A57BF0288C46}"/>
              </a:ext>
            </a:extLst>
          </p:cNvPr>
          <p:cNvSpPr>
            <a:spLocks noGrp="1"/>
          </p:cNvSpPr>
          <p:nvPr/>
        </p:nvSpPr>
        <p:spPr>
          <a:xfrm>
            <a:off x="25068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ind_only_268">
            <a:extLst>
              <a:ext uri="{FF2B5EF4-FFF2-40B4-BE49-F238E27FC236}">
                <a16:creationId xmlns:a16="http://schemas.microsoft.com/office/drawing/2014/main" id="{EFACA2AF-B3C4-41A1-B941-1C7E1E6C6CD6}"/>
              </a:ext>
            </a:extLst>
          </p:cNvPr>
          <p:cNvSpPr>
            <a:spLocks noGrp="1"/>
          </p:cNvSpPr>
          <p:nvPr/>
        </p:nvSpPr>
        <p:spPr>
          <a:xfrm>
            <a:off x="2574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ind_only_269">
            <a:extLst>
              <a:ext uri="{FF2B5EF4-FFF2-40B4-BE49-F238E27FC236}">
                <a16:creationId xmlns:a16="http://schemas.microsoft.com/office/drawing/2014/main" id="{588B86C1-D584-49DF-96F3-4474107749B2}"/>
              </a:ext>
            </a:extLst>
          </p:cNvPr>
          <p:cNvSpPr>
            <a:spLocks noGrp="1"/>
          </p:cNvSpPr>
          <p:nvPr/>
        </p:nvSpPr>
        <p:spPr>
          <a:xfrm>
            <a:off x="25642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ind_only_270">
            <a:extLst>
              <a:ext uri="{FF2B5EF4-FFF2-40B4-BE49-F238E27FC236}">
                <a16:creationId xmlns:a16="http://schemas.microsoft.com/office/drawing/2014/main" id="{4EB5D8FD-20E6-46C1-9080-148BD27D8CFD}"/>
              </a:ext>
            </a:extLst>
          </p:cNvPr>
          <p:cNvSpPr>
            <a:spLocks noGrp="1"/>
          </p:cNvSpPr>
          <p:nvPr/>
        </p:nvSpPr>
        <p:spPr>
          <a:xfrm>
            <a:off x="2568476" y="31953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ind_only_271">
            <a:extLst>
              <a:ext uri="{FF2B5EF4-FFF2-40B4-BE49-F238E27FC236}">
                <a16:creationId xmlns:a16="http://schemas.microsoft.com/office/drawing/2014/main" id="{01B83C18-3A25-4970-B5C9-3C30A6CC6E96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ind_only_272">
            <a:extLst>
              <a:ext uri="{FF2B5EF4-FFF2-40B4-BE49-F238E27FC236}">
                <a16:creationId xmlns:a16="http://schemas.microsoft.com/office/drawing/2014/main" id="{4194CDF7-E087-4605-B719-2758B0D2D293}"/>
              </a:ext>
            </a:extLst>
          </p:cNvPr>
          <p:cNvSpPr>
            <a:spLocks noGrp="1"/>
          </p:cNvSpPr>
          <p:nvPr/>
        </p:nvSpPr>
        <p:spPr>
          <a:xfrm>
            <a:off x="25639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ind_only_273">
            <a:extLst>
              <a:ext uri="{FF2B5EF4-FFF2-40B4-BE49-F238E27FC236}">
                <a16:creationId xmlns:a16="http://schemas.microsoft.com/office/drawing/2014/main" id="{1FD83A2A-7A4B-4759-95A2-D0B61E55FC79}"/>
              </a:ext>
            </a:extLst>
          </p:cNvPr>
          <p:cNvSpPr>
            <a:spLocks noGrp="1"/>
          </p:cNvSpPr>
          <p:nvPr/>
        </p:nvSpPr>
        <p:spPr>
          <a:xfrm>
            <a:off x="2572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ind_only_274">
            <a:extLst>
              <a:ext uri="{FF2B5EF4-FFF2-40B4-BE49-F238E27FC236}">
                <a16:creationId xmlns:a16="http://schemas.microsoft.com/office/drawing/2014/main" id="{32350563-6963-417E-89AC-0D91B3098177}"/>
              </a:ext>
            </a:extLst>
          </p:cNvPr>
          <p:cNvSpPr>
            <a:spLocks noGrp="1"/>
          </p:cNvSpPr>
          <p:nvPr/>
        </p:nvSpPr>
        <p:spPr>
          <a:xfrm>
            <a:off x="25009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ind_only_275">
            <a:extLst>
              <a:ext uri="{FF2B5EF4-FFF2-40B4-BE49-F238E27FC236}">
                <a16:creationId xmlns:a16="http://schemas.microsoft.com/office/drawing/2014/main" id="{85514523-D0F1-4F74-B70E-13B8C4E20D1C}"/>
              </a:ext>
            </a:extLst>
          </p:cNvPr>
          <p:cNvSpPr>
            <a:spLocks noGrp="1"/>
          </p:cNvSpPr>
          <p:nvPr/>
        </p:nvSpPr>
        <p:spPr>
          <a:xfrm>
            <a:off x="25086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ind_only_276">
            <a:extLst>
              <a:ext uri="{FF2B5EF4-FFF2-40B4-BE49-F238E27FC236}">
                <a16:creationId xmlns:a16="http://schemas.microsoft.com/office/drawing/2014/main" id="{2F19290D-296E-47B3-BDE3-65BF4A47121A}"/>
              </a:ext>
            </a:extLst>
          </p:cNvPr>
          <p:cNvSpPr>
            <a:spLocks noGrp="1"/>
          </p:cNvSpPr>
          <p:nvPr/>
        </p:nvSpPr>
        <p:spPr>
          <a:xfrm>
            <a:off x="25547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ind_only_277">
            <a:extLst>
              <a:ext uri="{FF2B5EF4-FFF2-40B4-BE49-F238E27FC236}">
                <a16:creationId xmlns:a16="http://schemas.microsoft.com/office/drawing/2014/main" id="{2098C7CD-7345-41A1-9507-47516C17B6F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ind_only_278">
            <a:extLst>
              <a:ext uri="{FF2B5EF4-FFF2-40B4-BE49-F238E27FC236}">
                <a16:creationId xmlns:a16="http://schemas.microsoft.com/office/drawing/2014/main" id="{3098C86F-28F0-4E9E-A67E-0E182BD4277F}"/>
              </a:ext>
            </a:extLst>
          </p:cNvPr>
          <p:cNvSpPr>
            <a:spLocks noGrp="1"/>
          </p:cNvSpPr>
          <p:nvPr/>
        </p:nvSpPr>
        <p:spPr>
          <a:xfrm>
            <a:off x="2515334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ind_only_279">
            <a:extLst>
              <a:ext uri="{FF2B5EF4-FFF2-40B4-BE49-F238E27FC236}">
                <a16:creationId xmlns:a16="http://schemas.microsoft.com/office/drawing/2014/main" id="{04B84ACF-E51B-47D5-824C-37E0AEF20242}"/>
              </a:ext>
            </a:extLst>
          </p:cNvPr>
          <p:cNvSpPr>
            <a:spLocks noGrp="1"/>
          </p:cNvSpPr>
          <p:nvPr/>
        </p:nvSpPr>
        <p:spPr>
          <a:xfrm>
            <a:off x="24994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ind_only_280">
            <a:extLst>
              <a:ext uri="{FF2B5EF4-FFF2-40B4-BE49-F238E27FC236}">
                <a16:creationId xmlns:a16="http://schemas.microsoft.com/office/drawing/2014/main" id="{67560E67-38EA-4B18-B51D-B18BDCE9A195}"/>
              </a:ext>
            </a:extLst>
          </p:cNvPr>
          <p:cNvSpPr>
            <a:spLocks noGrp="1"/>
          </p:cNvSpPr>
          <p:nvPr/>
        </p:nvSpPr>
        <p:spPr>
          <a:xfrm>
            <a:off x="25097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ind_only_281">
            <a:extLst>
              <a:ext uri="{FF2B5EF4-FFF2-40B4-BE49-F238E27FC236}">
                <a16:creationId xmlns:a16="http://schemas.microsoft.com/office/drawing/2014/main" id="{CF311F6D-6A39-4661-A59A-326F3B0E09AC}"/>
              </a:ext>
            </a:extLst>
          </p:cNvPr>
          <p:cNvSpPr>
            <a:spLocks noGrp="1"/>
          </p:cNvSpPr>
          <p:nvPr/>
        </p:nvSpPr>
        <p:spPr>
          <a:xfrm>
            <a:off x="251348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ind_only_282">
            <a:extLst>
              <a:ext uri="{FF2B5EF4-FFF2-40B4-BE49-F238E27FC236}">
                <a16:creationId xmlns:a16="http://schemas.microsoft.com/office/drawing/2014/main" id="{EF7D747C-0DD9-4828-9CBA-735E0539C7FE}"/>
              </a:ext>
            </a:extLst>
          </p:cNvPr>
          <p:cNvSpPr>
            <a:spLocks noGrp="1"/>
          </p:cNvSpPr>
          <p:nvPr/>
        </p:nvSpPr>
        <p:spPr>
          <a:xfrm>
            <a:off x="257382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ind_only_283">
            <a:extLst>
              <a:ext uri="{FF2B5EF4-FFF2-40B4-BE49-F238E27FC236}">
                <a16:creationId xmlns:a16="http://schemas.microsoft.com/office/drawing/2014/main" id="{8090C95E-D218-44A3-8355-ADA2213855FF}"/>
              </a:ext>
            </a:extLst>
          </p:cNvPr>
          <p:cNvSpPr>
            <a:spLocks noGrp="1"/>
          </p:cNvSpPr>
          <p:nvPr/>
        </p:nvSpPr>
        <p:spPr>
          <a:xfrm>
            <a:off x="253262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ind_only_284">
            <a:extLst>
              <a:ext uri="{FF2B5EF4-FFF2-40B4-BE49-F238E27FC236}">
                <a16:creationId xmlns:a16="http://schemas.microsoft.com/office/drawing/2014/main" id="{3E937F1A-B11B-40DE-B79E-9177F784B342}"/>
              </a:ext>
            </a:extLst>
          </p:cNvPr>
          <p:cNvSpPr>
            <a:spLocks noGrp="1"/>
          </p:cNvSpPr>
          <p:nvPr/>
        </p:nvSpPr>
        <p:spPr>
          <a:xfrm>
            <a:off x="25009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ind_only_285">
            <a:extLst>
              <a:ext uri="{FF2B5EF4-FFF2-40B4-BE49-F238E27FC236}">
                <a16:creationId xmlns:a16="http://schemas.microsoft.com/office/drawing/2014/main" id="{4E1CB197-A6C2-4D8E-BDDF-BBBEA52FE36E}"/>
              </a:ext>
            </a:extLst>
          </p:cNvPr>
          <p:cNvSpPr>
            <a:spLocks noGrp="1"/>
          </p:cNvSpPr>
          <p:nvPr/>
        </p:nvSpPr>
        <p:spPr>
          <a:xfrm>
            <a:off x="251504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ind_only_286">
            <a:extLst>
              <a:ext uri="{FF2B5EF4-FFF2-40B4-BE49-F238E27FC236}">
                <a16:creationId xmlns:a16="http://schemas.microsoft.com/office/drawing/2014/main" id="{29325D3C-BD57-47F5-A7B7-766942E27AB6}"/>
              </a:ext>
            </a:extLst>
          </p:cNvPr>
          <p:cNvSpPr>
            <a:spLocks noGrp="1"/>
          </p:cNvSpPr>
          <p:nvPr/>
        </p:nvSpPr>
        <p:spPr>
          <a:xfrm>
            <a:off x="25687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ind_only_287">
            <a:extLst>
              <a:ext uri="{FF2B5EF4-FFF2-40B4-BE49-F238E27FC236}">
                <a16:creationId xmlns:a16="http://schemas.microsoft.com/office/drawing/2014/main" id="{BBD2ABDF-86B4-4B4B-B8F4-14A1C445B016}"/>
              </a:ext>
            </a:extLst>
          </p:cNvPr>
          <p:cNvSpPr>
            <a:spLocks noGrp="1"/>
          </p:cNvSpPr>
          <p:nvPr/>
        </p:nvSpPr>
        <p:spPr>
          <a:xfrm>
            <a:off x="2550406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ind_only_288">
            <a:extLst>
              <a:ext uri="{FF2B5EF4-FFF2-40B4-BE49-F238E27FC236}">
                <a16:creationId xmlns:a16="http://schemas.microsoft.com/office/drawing/2014/main" id="{0C88AE06-432C-4FE0-8ACA-8F88085CD851}"/>
              </a:ext>
            </a:extLst>
          </p:cNvPr>
          <p:cNvSpPr>
            <a:spLocks noGrp="1"/>
          </p:cNvSpPr>
          <p:nvPr/>
        </p:nvSpPr>
        <p:spPr>
          <a:xfrm>
            <a:off x="2568379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ind_only_289">
            <a:extLst>
              <a:ext uri="{FF2B5EF4-FFF2-40B4-BE49-F238E27FC236}">
                <a16:creationId xmlns:a16="http://schemas.microsoft.com/office/drawing/2014/main" id="{56BCB185-F147-4552-B04C-686569D86B2D}"/>
              </a:ext>
            </a:extLst>
          </p:cNvPr>
          <p:cNvSpPr>
            <a:spLocks noGrp="1"/>
          </p:cNvSpPr>
          <p:nvPr/>
        </p:nvSpPr>
        <p:spPr>
          <a:xfrm>
            <a:off x="250688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ind_only_290">
            <a:extLst>
              <a:ext uri="{FF2B5EF4-FFF2-40B4-BE49-F238E27FC236}">
                <a16:creationId xmlns:a16="http://schemas.microsoft.com/office/drawing/2014/main" id="{50AB3662-4BC9-4DCD-B982-25E9D989C5FA}"/>
              </a:ext>
            </a:extLst>
          </p:cNvPr>
          <p:cNvSpPr>
            <a:spLocks noGrp="1"/>
          </p:cNvSpPr>
          <p:nvPr/>
        </p:nvSpPr>
        <p:spPr>
          <a:xfrm>
            <a:off x="2525147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ind_only_291">
            <a:extLst>
              <a:ext uri="{FF2B5EF4-FFF2-40B4-BE49-F238E27FC236}">
                <a16:creationId xmlns:a16="http://schemas.microsoft.com/office/drawing/2014/main" id="{17F1E9AE-2FB5-4C7C-AEBA-50DD07A1AB42}"/>
              </a:ext>
            </a:extLst>
          </p:cNvPr>
          <p:cNvSpPr>
            <a:spLocks noGrp="1"/>
          </p:cNvSpPr>
          <p:nvPr/>
        </p:nvSpPr>
        <p:spPr>
          <a:xfrm>
            <a:off x="256905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ind_only_292">
            <a:extLst>
              <a:ext uri="{FF2B5EF4-FFF2-40B4-BE49-F238E27FC236}">
                <a16:creationId xmlns:a16="http://schemas.microsoft.com/office/drawing/2014/main" id="{FB929825-DAD6-4550-8E3E-4E1E6FFFDC31}"/>
              </a:ext>
            </a:extLst>
          </p:cNvPr>
          <p:cNvSpPr>
            <a:spLocks noGrp="1"/>
          </p:cNvSpPr>
          <p:nvPr/>
        </p:nvSpPr>
        <p:spPr>
          <a:xfrm>
            <a:off x="25691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ind_only_293">
            <a:extLst>
              <a:ext uri="{FF2B5EF4-FFF2-40B4-BE49-F238E27FC236}">
                <a16:creationId xmlns:a16="http://schemas.microsoft.com/office/drawing/2014/main" id="{FF37C933-1966-4ABE-A4D3-38FC670F6823}"/>
              </a:ext>
            </a:extLst>
          </p:cNvPr>
          <p:cNvSpPr>
            <a:spLocks noGrp="1"/>
          </p:cNvSpPr>
          <p:nvPr/>
        </p:nvSpPr>
        <p:spPr>
          <a:xfrm>
            <a:off x="2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ind_only_294">
            <a:extLst>
              <a:ext uri="{FF2B5EF4-FFF2-40B4-BE49-F238E27FC236}">
                <a16:creationId xmlns:a16="http://schemas.microsoft.com/office/drawing/2014/main" id="{94B62BAD-F462-48D4-AC78-794FA734C06C}"/>
              </a:ext>
            </a:extLst>
          </p:cNvPr>
          <p:cNvSpPr>
            <a:spLocks noGrp="1"/>
          </p:cNvSpPr>
          <p:nvPr/>
        </p:nvSpPr>
        <p:spPr>
          <a:xfrm>
            <a:off x="2571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ind_only_295">
            <a:extLst>
              <a:ext uri="{FF2B5EF4-FFF2-40B4-BE49-F238E27FC236}">
                <a16:creationId xmlns:a16="http://schemas.microsoft.com/office/drawing/2014/main" id="{A08E7D06-6E50-463A-9D10-EA24E56E7773}"/>
              </a:ext>
            </a:extLst>
          </p:cNvPr>
          <p:cNvSpPr>
            <a:spLocks noGrp="1"/>
          </p:cNvSpPr>
          <p:nvPr/>
        </p:nvSpPr>
        <p:spPr>
          <a:xfrm>
            <a:off x="251582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ind_only_296">
            <a:extLst>
              <a:ext uri="{FF2B5EF4-FFF2-40B4-BE49-F238E27FC236}">
                <a16:creationId xmlns:a16="http://schemas.microsoft.com/office/drawing/2014/main" id="{6B45A0D9-D47A-4102-AFD5-6A7588FD0CB3}"/>
              </a:ext>
            </a:extLst>
          </p:cNvPr>
          <p:cNvSpPr>
            <a:spLocks noGrp="1"/>
          </p:cNvSpPr>
          <p:nvPr/>
        </p:nvSpPr>
        <p:spPr>
          <a:xfrm>
            <a:off x="25011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ind_only_297">
            <a:extLst>
              <a:ext uri="{FF2B5EF4-FFF2-40B4-BE49-F238E27FC236}">
                <a16:creationId xmlns:a16="http://schemas.microsoft.com/office/drawing/2014/main" id="{02776D56-B08D-4921-9F14-F416B37FA282}"/>
              </a:ext>
            </a:extLst>
          </p:cNvPr>
          <p:cNvSpPr>
            <a:spLocks noGrp="1"/>
          </p:cNvSpPr>
          <p:nvPr/>
        </p:nvSpPr>
        <p:spPr>
          <a:xfrm>
            <a:off x="25576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ind_only_298">
            <a:extLst>
              <a:ext uri="{FF2B5EF4-FFF2-40B4-BE49-F238E27FC236}">
                <a16:creationId xmlns:a16="http://schemas.microsoft.com/office/drawing/2014/main" id="{B718DBFD-B5F3-4828-9D6F-5C4693E17669}"/>
              </a:ext>
            </a:extLst>
          </p:cNvPr>
          <p:cNvSpPr>
            <a:spLocks noGrp="1"/>
          </p:cNvSpPr>
          <p:nvPr/>
        </p:nvSpPr>
        <p:spPr>
          <a:xfrm>
            <a:off x="24965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ind_only_299">
            <a:extLst>
              <a:ext uri="{FF2B5EF4-FFF2-40B4-BE49-F238E27FC236}">
                <a16:creationId xmlns:a16="http://schemas.microsoft.com/office/drawing/2014/main" id="{E4841614-CBA8-4C89-8DA1-18E5DF7DD534}"/>
              </a:ext>
            </a:extLst>
          </p:cNvPr>
          <p:cNvSpPr>
            <a:spLocks noGrp="1"/>
          </p:cNvSpPr>
          <p:nvPr/>
        </p:nvSpPr>
        <p:spPr>
          <a:xfrm>
            <a:off x="25027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ind_only_300">
            <a:extLst>
              <a:ext uri="{FF2B5EF4-FFF2-40B4-BE49-F238E27FC236}">
                <a16:creationId xmlns:a16="http://schemas.microsoft.com/office/drawing/2014/main" id="{E52A4711-7E00-4400-9736-EAC9553B34BF}"/>
              </a:ext>
            </a:extLst>
          </p:cNvPr>
          <p:cNvSpPr>
            <a:spLocks noGrp="1"/>
          </p:cNvSpPr>
          <p:nvPr/>
        </p:nvSpPr>
        <p:spPr>
          <a:xfrm>
            <a:off x="256012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ind_only_301">
            <a:extLst>
              <a:ext uri="{FF2B5EF4-FFF2-40B4-BE49-F238E27FC236}">
                <a16:creationId xmlns:a16="http://schemas.microsoft.com/office/drawing/2014/main" id="{E3CE7857-A316-47ED-B543-D0E1EC0120CB}"/>
              </a:ext>
            </a:extLst>
          </p:cNvPr>
          <p:cNvSpPr>
            <a:spLocks noGrp="1"/>
          </p:cNvSpPr>
          <p:nvPr/>
        </p:nvSpPr>
        <p:spPr>
          <a:xfrm>
            <a:off x="2497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ind_only_302">
            <a:extLst>
              <a:ext uri="{FF2B5EF4-FFF2-40B4-BE49-F238E27FC236}">
                <a16:creationId xmlns:a16="http://schemas.microsoft.com/office/drawing/2014/main" id="{3BFBFB8F-304A-4847-8527-4FC6B7BB20EC}"/>
              </a:ext>
            </a:extLst>
          </p:cNvPr>
          <p:cNvSpPr>
            <a:spLocks noGrp="1"/>
          </p:cNvSpPr>
          <p:nvPr/>
        </p:nvSpPr>
        <p:spPr>
          <a:xfrm>
            <a:off x="2578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ind_only_303">
            <a:extLst>
              <a:ext uri="{FF2B5EF4-FFF2-40B4-BE49-F238E27FC236}">
                <a16:creationId xmlns:a16="http://schemas.microsoft.com/office/drawing/2014/main" id="{D27A70A2-86B9-4737-AC1A-45B4BA66F82E}"/>
              </a:ext>
            </a:extLst>
          </p:cNvPr>
          <p:cNvSpPr>
            <a:spLocks noGrp="1"/>
          </p:cNvSpPr>
          <p:nvPr/>
        </p:nvSpPr>
        <p:spPr>
          <a:xfrm>
            <a:off x="256391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ind_only_304">
            <a:extLst>
              <a:ext uri="{FF2B5EF4-FFF2-40B4-BE49-F238E27FC236}">
                <a16:creationId xmlns:a16="http://schemas.microsoft.com/office/drawing/2014/main" id="{73704B42-1A9C-4D16-A063-D2C3F782CB34}"/>
              </a:ext>
            </a:extLst>
          </p:cNvPr>
          <p:cNvSpPr>
            <a:spLocks noGrp="1"/>
          </p:cNvSpPr>
          <p:nvPr/>
        </p:nvSpPr>
        <p:spPr>
          <a:xfrm>
            <a:off x="25287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ind_only_305">
            <a:extLst>
              <a:ext uri="{FF2B5EF4-FFF2-40B4-BE49-F238E27FC236}">
                <a16:creationId xmlns:a16="http://schemas.microsoft.com/office/drawing/2014/main" id="{4A2794F4-ECC0-43F2-99CE-24C5903DE5C3}"/>
              </a:ext>
            </a:extLst>
          </p:cNvPr>
          <p:cNvSpPr>
            <a:spLocks noGrp="1"/>
          </p:cNvSpPr>
          <p:nvPr/>
        </p:nvSpPr>
        <p:spPr>
          <a:xfrm>
            <a:off x="25123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ind_only_306">
            <a:extLst>
              <a:ext uri="{FF2B5EF4-FFF2-40B4-BE49-F238E27FC236}">
                <a16:creationId xmlns:a16="http://schemas.microsoft.com/office/drawing/2014/main" id="{981D4B63-BA64-4539-BBF6-FA4BB8984BCD}"/>
              </a:ext>
            </a:extLst>
          </p:cNvPr>
          <p:cNvSpPr>
            <a:spLocks noGrp="1"/>
          </p:cNvSpPr>
          <p:nvPr/>
        </p:nvSpPr>
        <p:spPr>
          <a:xfrm>
            <a:off x="2577317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ind_only_307">
            <a:extLst>
              <a:ext uri="{FF2B5EF4-FFF2-40B4-BE49-F238E27FC236}">
                <a16:creationId xmlns:a16="http://schemas.microsoft.com/office/drawing/2014/main" id="{CD7A8287-21C9-4213-B38F-14863970FF0A}"/>
              </a:ext>
            </a:extLst>
          </p:cNvPr>
          <p:cNvSpPr>
            <a:spLocks noGrp="1"/>
          </p:cNvSpPr>
          <p:nvPr/>
        </p:nvSpPr>
        <p:spPr>
          <a:xfrm>
            <a:off x="2581495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ind_only_308">
            <a:extLst>
              <a:ext uri="{FF2B5EF4-FFF2-40B4-BE49-F238E27FC236}">
                <a16:creationId xmlns:a16="http://schemas.microsoft.com/office/drawing/2014/main" id="{966748EF-A223-4C16-A226-831D830F7E51}"/>
              </a:ext>
            </a:extLst>
          </p:cNvPr>
          <p:cNvSpPr>
            <a:spLocks noGrp="1"/>
          </p:cNvSpPr>
          <p:nvPr/>
        </p:nvSpPr>
        <p:spPr>
          <a:xfrm>
            <a:off x="25462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ind_only_309">
            <a:extLst>
              <a:ext uri="{FF2B5EF4-FFF2-40B4-BE49-F238E27FC236}">
                <a16:creationId xmlns:a16="http://schemas.microsoft.com/office/drawing/2014/main" id="{55354DE5-B8A6-4D8A-8F3A-7040E3810E8E}"/>
              </a:ext>
            </a:extLst>
          </p:cNvPr>
          <p:cNvSpPr>
            <a:spLocks noGrp="1"/>
          </p:cNvSpPr>
          <p:nvPr/>
        </p:nvSpPr>
        <p:spPr>
          <a:xfrm>
            <a:off x="25683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ind_only_310">
            <a:extLst>
              <a:ext uri="{FF2B5EF4-FFF2-40B4-BE49-F238E27FC236}">
                <a16:creationId xmlns:a16="http://schemas.microsoft.com/office/drawing/2014/main" id="{7808E1B3-8DE6-4BAC-97A6-DF017980B8C9}"/>
              </a:ext>
            </a:extLst>
          </p:cNvPr>
          <p:cNvSpPr>
            <a:spLocks noGrp="1"/>
          </p:cNvSpPr>
          <p:nvPr/>
        </p:nvSpPr>
        <p:spPr>
          <a:xfrm>
            <a:off x="25002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ind_only_311">
            <a:extLst>
              <a:ext uri="{FF2B5EF4-FFF2-40B4-BE49-F238E27FC236}">
                <a16:creationId xmlns:a16="http://schemas.microsoft.com/office/drawing/2014/main" id="{264599A0-6B89-4535-A882-F83809FECE3B}"/>
              </a:ext>
            </a:extLst>
          </p:cNvPr>
          <p:cNvSpPr>
            <a:spLocks noGrp="1"/>
          </p:cNvSpPr>
          <p:nvPr/>
        </p:nvSpPr>
        <p:spPr>
          <a:xfrm>
            <a:off x="25276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ind_only_312">
            <a:extLst>
              <a:ext uri="{FF2B5EF4-FFF2-40B4-BE49-F238E27FC236}">
                <a16:creationId xmlns:a16="http://schemas.microsoft.com/office/drawing/2014/main" id="{56A52CE2-B886-45BD-89EC-C417F0A3DEC7}"/>
              </a:ext>
            </a:extLst>
          </p:cNvPr>
          <p:cNvSpPr>
            <a:spLocks noGrp="1"/>
          </p:cNvSpPr>
          <p:nvPr/>
        </p:nvSpPr>
        <p:spPr>
          <a:xfrm>
            <a:off x="2562356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ind_only_313">
            <a:extLst>
              <a:ext uri="{FF2B5EF4-FFF2-40B4-BE49-F238E27FC236}">
                <a16:creationId xmlns:a16="http://schemas.microsoft.com/office/drawing/2014/main" id="{A2CDA613-21B6-415F-B734-4655293A69F9}"/>
              </a:ext>
            </a:extLst>
          </p:cNvPr>
          <p:cNvSpPr>
            <a:spLocks noGrp="1"/>
          </p:cNvSpPr>
          <p:nvPr/>
        </p:nvSpPr>
        <p:spPr>
          <a:xfrm>
            <a:off x="24943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ind_only_314">
            <a:extLst>
              <a:ext uri="{FF2B5EF4-FFF2-40B4-BE49-F238E27FC236}">
                <a16:creationId xmlns:a16="http://schemas.microsoft.com/office/drawing/2014/main" id="{E01D2A73-ED8F-407B-AF51-558137E3D5B5}"/>
              </a:ext>
            </a:extLst>
          </p:cNvPr>
          <p:cNvSpPr>
            <a:spLocks noGrp="1"/>
          </p:cNvSpPr>
          <p:nvPr/>
        </p:nvSpPr>
        <p:spPr>
          <a:xfrm>
            <a:off x="24908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ind_only_315">
            <a:extLst>
              <a:ext uri="{FF2B5EF4-FFF2-40B4-BE49-F238E27FC236}">
                <a16:creationId xmlns:a16="http://schemas.microsoft.com/office/drawing/2014/main" id="{8A5D4C9A-CE89-4F24-97F5-A9527584C9B3}"/>
              </a:ext>
            </a:extLst>
          </p:cNvPr>
          <p:cNvSpPr>
            <a:spLocks noGrp="1"/>
          </p:cNvSpPr>
          <p:nvPr/>
        </p:nvSpPr>
        <p:spPr>
          <a:xfrm>
            <a:off x="25482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ind_only_316">
            <a:extLst>
              <a:ext uri="{FF2B5EF4-FFF2-40B4-BE49-F238E27FC236}">
                <a16:creationId xmlns:a16="http://schemas.microsoft.com/office/drawing/2014/main" id="{0520C904-829F-4CDA-8A63-187BBDA55762}"/>
              </a:ext>
            </a:extLst>
          </p:cNvPr>
          <p:cNvSpPr>
            <a:spLocks noGrp="1"/>
          </p:cNvSpPr>
          <p:nvPr/>
        </p:nvSpPr>
        <p:spPr>
          <a:xfrm>
            <a:off x="2576734" y="32097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ind_only_317">
            <a:extLst>
              <a:ext uri="{FF2B5EF4-FFF2-40B4-BE49-F238E27FC236}">
                <a16:creationId xmlns:a16="http://schemas.microsoft.com/office/drawing/2014/main" id="{3E0B3570-0E0C-402E-9187-527039E5F05C}"/>
              </a:ext>
            </a:extLst>
          </p:cNvPr>
          <p:cNvSpPr>
            <a:spLocks noGrp="1"/>
          </p:cNvSpPr>
          <p:nvPr/>
        </p:nvSpPr>
        <p:spPr>
          <a:xfrm>
            <a:off x="24865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ind_only_318">
            <a:extLst>
              <a:ext uri="{FF2B5EF4-FFF2-40B4-BE49-F238E27FC236}">
                <a16:creationId xmlns:a16="http://schemas.microsoft.com/office/drawing/2014/main" id="{87553954-AEA3-41DE-873C-8D221BBB95DA}"/>
              </a:ext>
            </a:extLst>
          </p:cNvPr>
          <p:cNvSpPr>
            <a:spLocks noGrp="1"/>
          </p:cNvSpPr>
          <p:nvPr/>
        </p:nvSpPr>
        <p:spPr>
          <a:xfrm>
            <a:off x="252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ind_only_319">
            <a:extLst>
              <a:ext uri="{FF2B5EF4-FFF2-40B4-BE49-F238E27FC236}">
                <a16:creationId xmlns:a16="http://schemas.microsoft.com/office/drawing/2014/main" id="{1587DD76-3397-490D-8F20-012C96B53643}"/>
              </a:ext>
            </a:extLst>
          </p:cNvPr>
          <p:cNvSpPr>
            <a:spLocks noGrp="1"/>
          </p:cNvSpPr>
          <p:nvPr/>
        </p:nvSpPr>
        <p:spPr>
          <a:xfrm>
            <a:off x="25557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ind_only_320">
            <a:extLst>
              <a:ext uri="{FF2B5EF4-FFF2-40B4-BE49-F238E27FC236}">
                <a16:creationId xmlns:a16="http://schemas.microsoft.com/office/drawing/2014/main" id="{3669CDCF-430F-463E-9531-9D61541EE948}"/>
              </a:ext>
            </a:extLst>
          </p:cNvPr>
          <p:cNvSpPr>
            <a:spLocks noGrp="1"/>
          </p:cNvSpPr>
          <p:nvPr/>
        </p:nvSpPr>
        <p:spPr>
          <a:xfrm>
            <a:off x="25266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ind_only_321">
            <a:extLst>
              <a:ext uri="{FF2B5EF4-FFF2-40B4-BE49-F238E27FC236}">
                <a16:creationId xmlns:a16="http://schemas.microsoft.com/office/drawing/2014/main" id="{57754C32-8B78-429B-90DA-CD8B70A07A6E}"/>
              </a:ext>
            </a:extLst>
          </p:cNvPr>
          <p:cNvSpPr>
            <a:spLocks noGrp="1"/>
          </p:cNvSpPr>
          <p:nvPr/>
        </p:nvSpPr>
        <p:spPr>
          <a:xfrm>
            <a:off x="251018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ind_only_322">
            <a:extLst>
              <a:ext uri="{FF2B5EF4-FFF2-40B4-BE49-F238E27FC236}">
                <a16:creationId xmlns:a16="http://schemas.microsoft.com/office/drawing/2014/main" id="{B5BDF530-A0C1-40CC-8E2A-40AD3572941B}"/>
              </a:ext>
            </a:extLst>
          </p:cNvPr>
          <p:cNvSpPr>
            <a:spLocks noGrp="1"/>
          </p:cNvSpPr>
          <p:nvPr/>
        </p:nvSpPr>
        <p:spPr>
          <a:xfrm>
            <a:off x="25478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ind_only_323">
            <a:extLst>
              <a:ext uri="{FF2B5EF4-FFF2-40B4-BE49-F238E27FC236}">
                <a16:creationId xmlns:a16="http://schemas.microsoft.com/office/drawing/2014/main" id="{5D07692F-AEF6-45E1-987B-48687665D6E2}"/>
              </a:ext>
            </a:extLst>
          </p:cNvPr>
          <p:cNvSpPr>
            <a:spLocks noGrp="1"/>
          </p:cNvSpPr>
          <p:nvPr/>
        </p:nvSpPr>
        <p:spPr>
          <a:xfrm>
            <a:off x="2544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ind_only_324">
            <a:extLst>
              <a:ext uri="{FF2B5EF4-FFF2-40B4-BE49-F238E27FC236}">
                <a16:creationId xmlns:a16="http://schemas.microsoft.com/office/drawing/2014/main" id="{0D5295CB-FE5F-4D7A-86B4-DE68C53D2EE5}"/>
              </a:ext>
            </a:extLst>
          </p:cNvPr>
          <p:cNvSpPr>
            <a:spLocks noGrp="1"/>
          </p:cNvSpPr>
          <p:nvPr/>
        </p:nvSpPr>
        <p:spPr>
          <a:xfrm>
            <a:off x="2533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ind_only_325">
            <a:extLst>
              <a:ext uri="{FF2B5EF4-FFF2-40B4-BE49-F238E27FC236}">
                <a16:creationId xmlns:a16="http://schemas.microsoft.com/office/drawing/2014/main" id="{7DA13CD3-D2A7-4E95-AE46-9B1D68C393F3}"/>
              </a:ext>
            </a:extLst>
          </p:cNvPr>
          <p:cNvSpPr>
            <a:spLocks noGrp="1"/>
          </p:cNvSpPr>
          <p:nvPr/>
        </p:nvSpPr>
        <p:spPr>
          <a:xfrm>
            <a:off x="254243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ind_only_326">
            <a:extLst>
              <a:ext uri="{FF2B5EF4-FFF2-40B4-BE49-F238E27FC236}">
                <a16:creationId xmlns:a16="http://schemas.microsoft.com/office/drawing/2014/main" id="{F40385A0-465D-4E00-83F6-675319C63C40}"/>
              </a:ext>
            </a:extLst>
          </p:cNvPr>
          <p:cNvSpPr>
            <a:spLocks noGrp="1"/>
          </p:cNvSpPr>
          <p:nvPr/>
        </p:nvSpPr>
        <p:spPr>
          <a:xfrm>
            <a:off x="25145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ind_only_327">
            <a:extLst>
              <a:ext uri="{FF2B5EF4-FFF2-40B4-BE49-F238E27FC236}">
                <a16:creationId xmlns:a16="http://schemas.microsoft.com/office/drawing/2014/main" id="{17C9A44C-C6BE-4F6B-BCCA-1032C16B17FD}"/>
              </a:ext>
            </a:extLst>
          </p:cNvPr>
          <p:cNvSpPr>
            <a:spLocks noGrp="1"/>
          </p:cNvSpPr>
          <p:nvPr/>
        </p:nvSpPr>
        <p:spPr>
          <a:xfrm>
            <a:off x="2536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ind_only_328">
            <a:extLst>
              <a:ext uri="{FF2B5EF4-FFF2-40B4-BE49-F238E27FC236}">
                <a16:creationId xmlns:a16="http://schemas.microsoft.com/office/drawing/2014/main" id="{06DCF2ED-EB69-4677-9FE9-1E2E96530275}"/>
              </a:ext>
            </a:extLst>
          </p:cNvPr>
          <p:cNvSpPr>
            <a:spLocks noGrp="1"/>
          </p:cNvSpPr>
          <p:nvPr/>
        </p:nvSpPr>
        <p:spPr>
          <a:xfrm>
            <a:off x="2515529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ind_only_329">
            <a:extLst>
              <a:ext uri="{FF2B5EF4-FFF2-40B4-BE49-F238E27FC236}">
                <a16:creationId xmlns:a16="http://schemas.microsoft.com/office/drawing/2014/main" id="{B24C0970-D2E3-4EAA-8AF8-DA8FCA739C1B}"/>
              </a:ext>
            </a:extLst>
          </p:cNvPr>
          <p:cNvSpPr>
            <a:spLocks noGrp="1"/>
          </p:cNvSpPr>
          <p:nvPr/>
        </p:nvSpPr>
        <p:spPr>
          <a:xfrm>
            <a:off x="2524078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ind_only_330">
            <a:extLst>
              <a:ext uri="{FF2B5EF4-FFF2-40B4-BE49-F238E27FC236}">
                <a16:creationId xmlns:a16="http://schemas.microsoft.com/office/drawing/2014/main" id="{FEB37CC3-FED4-4052-A8E5-58FC1705755D}"/>
              </a:ext>
            </a:extLst>
          </p:cNvPr>
          <p:cNvSpPr>
            <a:spLocks noGrp="1"/>
          </p:cNvSpPr>
          <p:nvPr/>
        </p:nvSpPr>
        <p:spPr>
          <a:xfrm>
            <a:off x="256604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ind_only_331">
            <a:extLst>
              <a:ext uri="{FF2B5EF4-FFF2-40B4-BE49-F238E27FC236}">
                <a16:creationId xmlns:a16="http://schemas.microsoft.com/office/drawing/2014/main" id="{E2619A04-8EDB-495A-892C-57AB562F7071}"/>
              </a:ext>
            </a:extLst>
          </p:cNvPr>
          <p:cNvSpPr>
            <a:spLocks noGrp="1"/>
          </p:cNvSpPr>
          <p:nvPr/>
        </p:nvSpPr>
        <p:spPr>
          <a:xfrm>
            <a:off x="24972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ind_only_332">
            <a:extLst>
              <a:ext uri="{FF2B5EF4-FFF2-40B4-BE49-F238E27FC236}">
                <a16:creationId xmlns:a16="http://schemas.microsoft.com/office/drawing/2014/main" id="{EE19CF8A-E811-4DB0-8F97-EE5314980B1F}"/>
              </a:ext>
            </a:extLst>
          </p:cNvPr>
          <p:cNvSpPr>
            <a:spLocks noGrp="1"/>
          </p:cNvSpPr>
          <p:nvPr/>
        </p:nvSpPr>
        <p:spPr>
          <a:xfrm>
            <a:off x="25017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ind_only_333">
            <a:extLst>
              <a:ext uri="{FF2B5EF4-FFF2-40B4-BE49-F238E27FC236}">
                <a16:creationId xmlns:a16="http://schemas.microsoft.com/office/drawing/2014/main" id="{C182ADA4-57AE-4ED2-82A0-E6EC2687AA97}"/>
              </a:ext>
            </a:extLst>
          </p:cNvPr>
          <p:cNvSpPr>
            <a:spLocks noGrp="1"/>
          </p:cNvSpPr>
          <p:nvPr/>
        </p:nvSpPr>
        <p:spPr>
          <a:xfrm>
            <a:off x="25421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ind_only_334">
            <a:extLst>
              <a:ext uri="{FF2B5EF4-FFF2-40B4-BE49-F238E27FC236}">
                <a16:creationId xmlns:a16="http://schemas.microsoft.com/office/drawing/2014/main" id="{7574347E-EDA5-488E-BEC0-7F538871A7D3}"/>
              </a:ext>
            </a:extLst>
          </p:cNvPr>
          <p:cNvSpPr>
            <a:spLocks noGrp="1"/>
          </p:cNvSpPr>
          <p:nvPr/>
        </p:nvSpPr>
        <p:spPr>
          <a:xfrm>
            <a:off x="25412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ind_only_335">
            <a:extLst>
              <a:ext uri="{FF2B5EF4-FFF2-40B4-BE49-F238E27FC236}">
                <a16:creationId xmlns:a16="http://schemas.microsoft.com/office/drawing/2014/main" id="{F0DF08E5-E85B-40E7-8206-3E8B7B1F7848}"/>
              </a:ext>
            </a:extLst>
          </p:cNvPr>
          <p:cNvSpPr>
            <a:spLocks noGrp="1"/>
          </p:cNvSpPr>
          <p:nvPr/>
        </p:nvSpPr>
        <p:spPr>
          <a:xfrm>
            <a:off x="2572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ind_only_336">
            <a:extLst>
              <a:ext uri="{FF2B5EF4-FFF2-40B4-BE49-F238E27FC236}">
                <a16:creationId xmlns:a16="http://schemas.microsoft.com/office/drawing/2014/main" id="{8F749266-2D81-4A91-9E55-54E863B9E446}"/>
              </a:ext>
            </a:extLst>
          </p:cNvPr>
          <p:cNvSpPr>
            <a:spLocks noGrp="1"/>
          </p:cNvSpPr>
          <p:nvPr/>
        </p:nvSpPr>
        <p:spPr>
          <a:xfrm>
            <a:off x="2558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ind_only_337">
            <a:extLst>
              <a:ext uri="{FF2B5EF4-FFF2-40B4-BE49-F238E27FC236}">
                <a16:creationId xmlns:a16="http://schemas.microsoft.com/office/drawing/2014/main" id="{9368811E-D970-4F59-AACC-F9D55395F090}"/>
              </a:ext>
            </a:extLst>
          </p:cNvPr>
          <p:cNvSpPr>
            <a:spLocks noGrp="1"/>
          </p:cNvSpPr>
          <p:nvPr/>
        </p:nvSpPr>
        <p:spPr>
          <a:xfrm>
            <a:off x="24982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ind_only_338">
            <a:extLst>
              <a:ext uri="{FF2B5EF4-FFF2-40B4-BE49-F238E27FC236}">
                <a16:creationId xmlns:a16="http://schemas.microsoft.com/office/drawing/2014/main" id="{0BE9D8B8-4DFE-47FD-A077-2826FDC72C54}"/>
              </a:ext>
            </a:extLst>
          </p:cNvPr>
          <p:cNvSpPr>
            <a:spLocks noGrp="1"/>
          </p:cNvSpPr>
          <p:nvPr/>
        </p:nvSpPr>
        <p:spPr>
          <a:xfrm>
            <a:off x="251232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ind_only_339">
            <a:extLst>
              <a:ext uri="{FF2B5EF4-FFF2-40B4-BE49-F238E27FC236}">
                <a16:creationId xmlns:a16="http://schemas.microsoft.com/office/drawing/2014/main" id="{7BBA6DC6-F663-43F8-A1C6-96067C806300}"/>
              </a:ext>
            </a:extLst>
          </p:cNvPr>
          <p:cNvSpPr>
            <a:spLocks noGrp="1"/>
          </p:cNvSpPr>
          <p:nvPr/>
        </p:nvSpPr>
        <p:spPr>
          <a:xfrm>
            <a:off x="25508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ind_only_340">
            <a:extLst>
              <a:ext uri="{FF2B5EF4-FFF2-40B4-BE49-F238E27FC236}">
                <a16:creationId xmlns:a16="http://schemas.microsoft.com/office/drawing/2014/main" id="{196F4CA8-E030-46F3-A882-691B87279BE1}"/>
              </a:ext>
            </a:extLst>
          </p:cNvPr>
          <p:cNvSpPr>
            <a:spLocks noGrp="1"/>
          </p:cNvSpPr>
          <p:nvPr/>
        </p:nvSpPr>
        <p:spPr>
          <a:xfrm>
            <a:off x="2492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ind_only_341">
            <a:extLst>
              <a:ext uri="{FF2B5EF4-FFF2-40B4-BE49-F238E27FC236}">
                <a16:creationId xmlns:a16="http://schemas.microsoft.com/office/drawing/2014/main" id="{9493F945-AC7F-4268-8177-701720EB5E5E}"/>
              </a:ext>
            </a:extLst>
          </p:cNvPr>
          <p:cNvSpPr>
            <a:spLocks noGrp="1"/>
          </p:cNvSpPr>
          <p:nvPr/>
        </p:nvSpPr>
        <p:spPr>
          <a:xfrm>
            <a:off x="256012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ind_only_342">
            <a:extLst>
              <a:ext uri="{FF2B5EF4-FFF2-40B4-BE49-F238E27FC236}">
                <a16:creationId xmlns:a16="http://schemas.microsoft.com/office/drawing/2014/main" id="{85C8BCB3-6625-4AC4-B717-6BD57E885DAB}"/>
              </a:ext>
            </a:extLst>
          </p:cNvPr>
          <p:cNvSpPr>
            <a:spLocks noGrp="1"/>
          </p:cNvSpPr>
          <p:nvPr/>
        </p:nvSpPr>
        <p:spPr>
          <a:xfrm>
            <a:off x="25634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ind_only_343">
            <a:extLst>
              <a:ext uri="{FF2B5EF4-FFF2-40B4-BE49-F238E27FC236}">
                <a16:creationId xmlns:a16="http://schemas.microsoft.com/office/drawing/2014/main" id="{76300D56-0BD1-4EFA-8460-9F333B7DEBC1}"/>
              </a:ext>
            </a:extLst>
          </p:cNvPr>
          <p:cNvSpPr>
            <a:spLocks noGrp="1"/>
          </p:cNvSpPr>
          <p:nvPr/>
        </p:nvSpPr>
        <p:spPr>
          <a:xfrm>
            <a:off x="2553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ind_only_344">
            <a:extLst>
              <a:ext uri="{FF2B5EF4-FFF2-40B4-BE49-F238E27FC236}">
                <a16:creationId xmlns:a16="http://schemas.microsoft.com/office/drawing/2014/main" id="{E348B200-6641-4B12-8A4C-128513D6D92C}"/>
              </a:ext>
            </a:extLst>
          </p:cNvPr>
          <p:cNvSpPr>
            <a:spLocks noGrp="1"/>
          </p:cNvSpPr>
          <p:nvPr/>
        </p:nvSpPr>
        <p:spPr>
          <a:xfrm>
            <a:off x="2552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ind_only_345">
            <a:extLst>
              <a:ext uri="{FF2B5EF4-FFF2-40B4-BE49-F238E27FC236}">
                <a16:creationId xmlns:a16="http://schemas.microsoft.com/office/drawing/2014/main" id="{9D282BF8-40CC-4607-B150-8FC248174ADC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ind_only_346">
            <a:extLst>
              <a:ext uri="{FF2B5EF4-FFF2-40B4-BE49-F238E27FC236}">
                <a16:creationId xmlns:a16="http://schemas.microsoft.com/office/drawing/2014/main" id="{D22B76FB-D94E-4AC4-95E7-DC968FD4C6AE}"/>
              </a:ext>
            </a:extLst>
          </p:cNvPr>
          <p:cNvSpPr>
            <a:spLocks noGrp="1"/>
          </p:cNvSpPr>
          <p:nvPr/>
        </p:nvSpPr>
        <p:spPr>
          <a:xfrm>
            <a:off x="253806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ind_only_347">
            <a:extLst>
              <a:ext uri="{FF2B5EF4-FFF2-40B4-BE49-F238E27FC236}">
                <a16:creationId xmlns:a16="http://schemas.microsoft.com/office/drawing/2014/main" id="{FC80AABF-F85E-488E-AD0C-57EB87784002}"/>
              </a:ext>
            </a:extLst>
          </p:cNvPr>
          <p:cNvSpPr>
            <a:spLocks noGrp="1"/>
          </p:cNvSpPr>
          <p:nvPr/>
        </p:nvSpPr>
        <p:spPr>
          <a:xfrm>
            <a:off x="2487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ind_only_348">
            <a:extLst>
              <a:ext uri="{FF2B5EF4-FFF2-40B4-BE49-F238E27FC236}">
                <a16:creationId xmlns:a16="http://schemas.microsoft.com/office/drawing/2014/main" id="{30D1B07D-49F8-4F43-977B-A47129A80D68}"/>
              </a:ext>
            </a:extLst>
          </p:cNvPr>
          <p:cNvSpPr>
            <a:spLocks noGrp="1"/>
          </p:cNvSpPr>
          <p:nvPr/>
        </p:nvSpPr>
        <p:spPr>
          <a:xfrm>
            <a:off x="25378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ind_only_349">
            <a:extLst>
              <a:ext uri="{FF2B5EF4-FFF2-40B4-BE49-F238E27FC236}">
                <a16:creationId xmlns:a16="http://schemas.microsoft.com/office/drawing/2014/main" id="{C3429362-CA58-4948-8458-F469F2E869A3}"/>
              </a:ext>
            </a:extLst>
          </p:cNvPr>
          <p:cNvSpPr>
            <a:spLocks noGrp="1"/>
          </p:cNvSpPr>
          <p:nvPr/>
        </p:nvSpPr>
        <p:spPr>
          <a:xfrm>
            <a:off x="25004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ind_only_350">
            <a:extLst>
              <a:ext uri="{FF2B5EF4-FFF2-40B4-BE49-F238E27FC236}">
                <a16:creationId xmlns:a16="http://schemas.microsoft.com/office/drawing/2014/main" id="{7FD2F1A2-9679-4583-BA3A-88D318283F8A}"/>
              </a:ext>
            </a:extLst>
          </p:cNvPr>
          <p:cNvSpPr>
            <a:spLocks noGrp="1"/>
          </p:cNvSpPr>
          <p:nvPr/>
        </p:nvSpPr>
        <p:spPr>
          <a:xfrm>
            <a:off x="2552641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ind_only_351">
            <a:extLst>
              <a:ext uri="{FF2B5EF4-FFF2-40B4-BE49-F238E27FC236}">
                <a16:creationId xmlns:a16="http://schemas.microsoft.com/office/drawing/2014/main" id="{D519FD94-940A-428C-97A6-16AAB741DD42}"/>
              </a:ext>
            </a:extLst>
          </p:cNvPr>
          <p:cNvSpPr>
            <a:spLocks noGrp="1"/>
          </p:cNvSpPr>
          <p:nvPr/>
        </p:nvSpPr>
        <p:spPr>
          <a:xfrm>
            <a:off x="2565465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ind_only_352">
            <a:extLst>
              <a:ext uri="{FF2B5EF4-FFF2-40B4-BE49-F238E27FC236}">
                <a16:creationId xmlns:a16="http://schemas.microsoft.com/office/drawing/2014/main" id="{B7B7FD7B-A5C0-4E48-8AC3-BC5697FA138B}"/>
              </a:ext>
            </a:extLst>
          </p:cNvPr>
          <p:cNvSpPr>
            <a:spLocks noGrp="1"/>
          </p:cNvSpPr>
          <p:nvPr/>
        </p:nvSpPr>
        <p:spPr>
          <a:xfrm>
            <a:off x="24989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ind_only_353">
            <a:extLst>
              <a:ext uri="{FF2B5EF4-FFF2-40B4-BE49-F238E27FC236}">
                <a16:creationId xmlns:a16="http://schemas.microsoft.com/office/drawing/2014/main" id="{8A59CE2B-B087-4C86-8DBF-1515E315217C}"/>
              </a:ext>
            </a:extLst>
          </p:cNvPr>
          <p:cNvSpPr>
            <a:spLocks noGrp="1"/>
          </p:cNvSpPr>
          <p:nvPr/>
        </p:nvSpPr>
        <p:spPr>
          <a:xfrm>
            <a:off x="2553515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ind_only_354">
            <a:extLst>
              <a:ext uri="{FF2B5EF4-FFF2-40B4-BE49-F238E27FC236}">
                <a16:creationId xmlns:a16="http://schemas.microsoft.com/office/drawing/2014/main" id="{CA9A7563-E148-4F90-A986-5CDBCBB4BFE2}"/>
              </a:ext>
            </a:extLst>
          </p:cNvPr>
          <p:cNvSpPr>
            <a:spLocks noGrp="1"/>
          </p:cNvSpPr>
          <p:nvPr/>
        </p:nvSpPr>
        <p:spPr>
          <a:xfrm>
            <a:off x="2503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ind_only_355">
            <a:extLst>
              <a:ext uri="{FF2B5EF4-FFF2-40B4-BE49-F238E27FC236}">
                <a16:creationId xmlns:a16="http://schemas.microsoft.com/office/drawing/2014/main" id="{4EC4A727-54FC-4200-9B06-0186817CE2AB}"/>
              </a:ext>
            </a:extLst>
          </p:cNvPr>
          <p:cNvSpPr>
            <a:spLocks noGrp="1"/>
          </p:cNvSpPr>
          <p:nvPr/>
        </p:nvSpPr>
        <p:spPr>
          <a:xfrm>
            <a:off x="25080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ind_only_356">
            <a:extLst>
              <a:ext uri="{FF2B5EF4-FFF2-40B4-BE49-F238E27FC236}">
                <a16:creationId xmlns:a16="http://schemas.microsoft.com/office/drawing/2014/main" id="{4603344D-AB86-4187-9675-AE5F7BE8ABFA}"/>
              </a:ext>
            </a:extLst>
          </p:cNvPr>
          <p:cNvSpPr>
            <a:spLocks noGrp="1"/>
          </p:cNvSpPr>
          <p:nvPr/>
        </p:nvSpPr>
        <p:spPr>
          <a:xfrm>
            <a:off x="24964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ind_only_357">
            <a:extLst>
              <a:ext uri="{FF2B5EF4-FFF2-40B4-BE49-F238E27FC236}">
                <a16:creationId xmlns:a16="http://schemas.microsoft.com/office/drawing/2014/main" id="{6F3D7C2A-0EDA-48B4-B56D-41CF1083D1FA}"/>
              </a:ext>
            </a:extLst>
          </p:cNvPr>
          <p:cNvSpPr>
            <a:spLocks noGrp="1"/>
          </p:cNvSpPr>
          <p:nvPr/>
        </p:nvSpPr>
        <p:spPr>
          <a:xfrm>
            <a:off x="255244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ind_only_358">
            <a:extLst>
              <a:ext uri="{FF2B5EF4-FFF2-40B4-BE49-F238E27FC236}">
                <a16:creationId xmlns:a16="http://schemas.microsoft.com/office/drawing/2014/main" id="{627D1E50-BFD1-434B-B7FE-848B35313929}"/>
              </a:ext>
            </a:extLst>
          </p:cNvPr>
          <p:cNvSpPr>
            <a:spLocks noGrp="1"/>
          </p:cNvSpPr>
          <p:nvPr/>
        </p:nvSpPr>
        <p:spPr>
          <a:xfrm>
            <a:off x="2577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ind_only_359">
            <a:extLst>
              <a:ext uri="{FF2B5EF4-FFF2-40B4-BE49-F238E27FC236}">
                <a16:creationId xmlns:a16="http://schemas.microsoft.com/office/drawing/2014/main" id="{DBD046AF-737E-4438-9B43-E0055C158927}"/>
              </a:ext>
            </a:extLst>
          </p:cNvPr>
          <p:cNvSpPr>
            <a:spLocks noGrp="1"/>
          </p:cNvSpPr>
          <p:nvPr/>
        </p:nvSpPr>
        <p:spPr>
          <a:xfrm>
            <a:off x="258168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ind_only_360">
            <a:extLst>
              <a:ext uri="{FF2B5EF4-FFF2-40B4-BE49-F238E27FC236}">
                <a16:creationId xmlns:a16="http://schemas.microsoft.com/office/drawing/2014/main" id="{4F6D4F4F-511C-4977-B86B-E14EB0E1444C}"/>
              </a:ext>
            </a:extLst>
          </p:cNvPr>
          <p:cNvSpPr>
            <a:spLocks noGrp="1"/>
          </p:cNvSpPr>
          <p:nvPr/>
        </p:nvSpPr>
        <p:spPr>
          <a:xfrm>
            <a:off x="25216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ind_only_361">
            <a:extLst>
              <a:ext uri="{FF2B5EF4-FFF2-40B4-BE49-F238E27FC236}">
                <a16:creationId xmlns:a16="http://schemas.microsoft.com/office/drawing/2014/main" id="{069E069F-A127-4D22-A2AA-596E7C159C14}"/>
              </a:ext>
            </a:extLst>
          </p:cNvPr>
          <p:cNvSpPr>
            <a:spLocks noGrp="1"/>
          </p:cNvSpPr>
          <p:nvPr/>
        </p:nvSpPr>
        <p:spPr>
          <a:xfrm>
            <a:off x="25573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ind_only_362">
            <a:extLst>
              <a:ext uri="{FF2B5EF4-FFF2-40B4-BE49-F238E27FC236}">
                <a16:creationId xmlns:a16="http://schemas.microsoft.com/office/drawing/2014/main" id="{3DAE0B96-0379-42CD-94E0-B5C495292EFC}"/>
              </a:ext>
            </a:extLst>
          </p:cNvPr>
          <p:cNvSpPr>
            <a:spLocks noGrp="1"/>
          </p:cNvSpPr>
          <p:nvPr/>
        </p:nvSpPr>
        <p:spPr>
          <a:xfrm>
            <a:off x="2576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ind_only_363">
            <a:extLst>
              <a:ext uri="{FF2B5EF4-FFF2-40B4-BE49-F238E27FC236}">
                <a16:creationId xmlns:a16="http://schemas.microsoft.com/office/drawing/2014/main" id="{7544ADD5-A154-40A9-B30E-4D8B949947F9}"/>
              </a:ext>
            </a:extLst>
          </p:cNvPr>
          <p:cNvSpPr>
            <a:spLocks noGrp="1"/>
          </p:cNvSpPr>
          <p:nvPr/>
        </p:nvSpPr>
        <p:spPr>
          <a:xfrm>
            <a:off x="25646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ind_only_364">
            <a:extLst>
              <a:ext uri="{FF2B5EF4-FFF2-40B4-BE49-F238E27FC236}">
                <a16:creationId xmlns:a16="http://schemas.microsoft.com/office/drawing/2014/main" id="{37F34928-71F6-4990-8739-5E602C2F547E}"/>
              </a:ext>
            </a:extLst>
          </p:cNvPr>
          <p:cNvSpPr>
            <a:spLocks noGrp="1"/>
          </p:cNvSpPr>
          <p:nvPr/>
        </p:nvSpPr>
        <p:spPr>
          <a:xfrm>
            <a:off x="2554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ind_only_365">
            <a:extLst>
              <a:ext uri="{FF2B5EF4-FFF2-40B4-BE49-F238E27FC236}">
                <a16:creationId xmlns:a16="http://schemas.microsoft.com/office/drawing/2014/main" id="{E20249BE-8643-474F-A7E7-D97F71B2118F}"/>
              </a:ext>
            </a:extLst>
          </p:cNvPr>
          <p:cNvSpPr>
            <a:spLocks noGrp="1"/>
          </p:cNvSpPr>
          <p:nvPr/>
        </p:nvSpPr>
        <p:spPr>
          <a:xfrm>
            <a:off x="25305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ind_only_366">
            <a:extLst>
              <a:ext uri="{FF2B5EF4-FFF2-40B4-BE49-F238E27FC236}">
                <a16:creationId xmlns:a16="http://schemas.microsoft.com/office/drawing/2014/main" id="{7C3EE567-7997-4B1F-B114-03469C10772F}"/>
              </a:ext>
            </a:extLst>
          </p:cNvPr>
          <p:cNvSpPr>
            <a:spLocks noGrp="1"/>
          </p:cNvSpPr>
          <p:nvPr/>
        </p:nvSpPr>
        <p:spPr>
          <a:xfrm>
            <a:off x="2527672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ind_only_367">
            <a:extLst>
              <a:ext uri="{FF2B5EF4-FFF2-40B4-BE49-F238E27FC236}">
                <a16:creationId xmlns:a16="http://schemas.microsoft.com/office/drawing/2014/main" id="{529124F9-3EAA-413D-A73C-6943E693A7C2}"/>
              </a:ext>
            </a:extLst>
          </p:cNvPr>
          <p:cNvSpPr>
            <a:spLocks noGrp="1"/>
          </p:cNvSpPr>
          <p:nvPr/>
        </p:nvSpPr>
        <p:spPr>
          <a:xfrm>
            <a:off x="24953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ind_only_368">
            <a:extLst>
              <a:ext uri="{FF2B5EF4-FFF2-40B4-BE49-F238E27FC236}">
                <a16:creationId xmlns:a16="http://schemas.microsoft.com/office/drawing/2014/main" id="{25A3B803-CBC4-4935-8E66-69B609B5F70D}"/>
              </a:ext>
            </a:extLst>
          </p:cNvPr>
          <p:cNvSpPr>
            <a:spLocks noGrp="1"/>
          </p:cNvSpPr>
          <p:nvPr/>
        </p:nvSpPr>
        <p:spPr>
          <a:xfrm>
            <a:off x="25764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ind_only_369">
            <a:extLst>
              <a:ext uri="{FF2B5EF4-FFF2-40B4-BE49-F238E27FC236}">
                <a16:creationId xmlns:a16="http://schemas.microsoft.com/office/drawing/2014/main" id="{067C7887-8415-4C62-A6EB-CFE2EEA66307}"/>
              </a:ext>
            </a:extLst>
          </p:cNvPr>
          <p:cNvSpPr>
            <a:spLocks noGrp="1"/>
          </p:cNvSpPr>
          <p:nvPr/>
        </p:nvSpPr>
        <p:spPr>
          <a:xfrm>
            <a:off x="25661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ind_only_370">
            <a:extLst>
              <a:ext uri="{FF2B5EF4-FFF2-40B4-BE49-F238E27FC236}">
                <a16:creationId xmlns:a16="http://schemas.microsoft.com/office/drawing/2014/main" id="{DC292025-8830-4192-9571-5C543D16FCF4}"/>
              </a:ext>
            </a:extLst>
          </p:cNvPr>
          <p:cNvSpPr>
            <a:spLocks noGrp="1"/>
          </p:cNvSpPr>
          <p:nvPr/>
        </p:nvSpPr>
        <p:spPr>
          <a:xfrm>
            <a:off x="25514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ind_only_371">
            <a:extLst>
              <a:ext uri="{FF2B5EF4-FFF2-40B4-BE49-F238E27FC236}">
                <a16:creationId xmlns:a16="http://schemas.microsoft.com/office/drawing/2014/main" id="{D894F062-791D-4474-9652-F7D0A4964CE1}"/>
              </a:ext>
            </a:extLst>
          </p:cNvPr>
          <p:cNvSpPr>
            <a:spLocks noGrp="1"/>
          </p:cNvSpPr>
          <p:nvPr/>
        </p:nvSpPr>
        <p:spPr>
          <a:xfrm>
            <a:off x="24919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ind_only_372">
            <a:extLst>
              <a:ext uri="{FF2B5EF4-FFF2-40B4-BE49-F238E27FC236}">
                <a16:creationId xmlns:a16="http://schemas.microsoft.com/office/drawing/2014/main" id="{EA256C66-56CA-4AB6-B81B-0472B9A1C5BE}"/>
              </a:ext>
            </a:extLst>
          </p:cNvPr>
          <p:cNvSpPr>
            <a:spLocks noGrp="1"/>
          </p:cNvSpPr>
          <p:nvPr/>
        </p:nvSpPr>
        <p:spPr>
          <a:xfrm>
            <a:off x="2501344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ind_only_373">
            <a:extLst>
              <a:ext uri="{FF2B5EF4-FFF2-40B4-BE49-F238E27FC236}">
                <a16:creationId xmlns:a16="http://schemas.microsoft.com/office/drawing/2014/main" id="{3609D104-96A1-4E48-9305-17A02B80E1BF}"/>
              </a:ext>
            </a:extLst>
          </p:cNvPr>
          <p:cNvSpPr>
            <a:spLocks noGrp="1"/>
          </p:cNvSpPr>
          <p:nvPr/>
        </p:nvSpPr>
        <p:spPr>
          <a:xfrm>
            <a:off x="2510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ind_only_374">
            <a:extLst>
              <a:ext uri="{FF2B5EF4-FFF2-40B4-BE49-F238E27FC236}">
                <a16:creationId xmlns:a16="http://schemas.microsoft.com/office/drawing/2014/main" id="{DF3AFDC2-E670-41E7-9F5D-4952A1D4EBEF}"/>
              </a:ext>
            </a:extLst>
          </p:cNvPr>
          <p:cNvSpPr>
            <a:spLocks noGrp="1"/>
          </p:cNvSpPr>
          <p:nvPr/>
        </p:nvSpPr>
        <p:spPr>
          <a:xfrm>
            <a:off x="25524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ind_only_375">
            <a:extLst>
              <a:ext uri="{FF2B5EF4-FFF2-40B4-BE49-F238E27FC236}">
                <a16:creationId xmlns:a16="http://schemas.microsoft.com/office/drawing/2014/main" id="{2F5C0AB9-D03F-4F2D-BD9D-A6824518F974}"/>
              </a:ext>
            </a:extLst>
          </p:cNvPr>
          <p:cNvSpPr>
            <a:spLocks noGrp="1"/>
          </p:cNvSpPr>
          <p:nvPr/>
        </p:nvSpPr>
        <p:spPr>
          <a:xfrm>
            <a:off x="25426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ind_only_376">
            <a:extLst>
              <a:ext uri="{FF2B5EF4-FFF2-40B4-BE49-F238E27FC236}">
                <a16:creationId xmlns:a16="http://schemas.microsoft.com/office/drawing/2014/main" id="{3F87F125-793D-44DB-91D2-A9191E127156}"/>
              </a:ext>
            </a:extLst>
          </p:cNvPr>
          <p:cNvSpPr>
            <a:spLocks noGrp="1"/>
          </p:cNvSpPr>
          <p:nvPr/>
        </p:nvSpPr>
        <p:spPr>
          <a:xfrm>
            <a:off x="250542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ind_only_377">
            <a:extLst>
              <a:ext uri="{FF2B5EF4-FFF2-40B4-BE49-F238E27FC236}">
                <a16:creationId xmlns:a16="http://schemas.microsoft.com/office/drawing/2014/main" id="{89B8CBE1-B31A-4639-AA60-1D8C4F648D41}"/>
              </a:ext>
            </a:extLst>
          </p:cNvPr>
          <p:cNvSpPr>
            <a:spLocks noGrp="1"/>
          </p:cNvSpPr>
          <p:nvPr/>
        </p:nvSpPr>
        <p:spPr>
          <a:xfrm>
            <a:off x="25230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ind_only_378">
            <a:extLst>
              <a:ext uri="{FF2B5EF4-FFF2-40B4-BE49-F238E27FC236}">
                <a16:creationId xmlns:a16="http://schemas.microsoft.com/office/drawing/2014/main" id="{D1088841-D673-4B4C-960D-4774D83FF839}"/>
              </a:ext>
            </a:extLst>
          </p:cNvPr>
          <p:cNvSpPr>
            <a:spLocks noGrp="1"/>
          </p:cNvSpPr>
          <p:nvPr/>
        </p:nvSpPr>
        <p:spPr>
          <a:xfrm>
            <a:off x="2488618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ind_only_379">
            <a:extLst>
              <a:ext uri="{FF2B5EF4-FFF2-40B4-BE49-F238E27FC236}">
                <a16:creationId xmlns:a16="http://schemas.microsoft.com/office/drawing/2014/main" id="{F6C81549-178A-4BFE-9974-438FCA3E014A}"/>
              </a:ext>
            </a:extLst>
          </p:cNvPr>
          <p:cNvSpPr>
            <a:spLocks noGrp="1"/>
          </p:cNvSpPr>
          <p:nvPr/>
        </p:nvSpPr>
        <p:spPr>
          <a:xfrm>
            <a:off x="3019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ind_only_380">
            <a:extLst>
              <a:ext uri="{FF2B5EF4-FFF2-40B4-BE49-F238E27FC236}">
                <a16:creationId xmlns:a16="http://schemas.microsoft.com/office/drawing/2014/main" id="{32F39798-BDC4-4806-8856-2D9D3767EA75}"/>
              </a:ext>
            </a:extLst>
          </p:cNvPr>
          <p:cNvSpPr>
            <a:spLocks noGrp="1"/>
          </p:cNvSpPr>
          <p:nvPr/>
        </p:nvSpPr>
        <p:spPr>
          <a:xfrm>
            <a:off x="3000422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ind_only_381">
            <a:extLst>
              <a:ext uri="{FF2B5EF4-FFF2-40B4-BE49-F238E27FC236}">
                <a16:creationId xmlns:a16="http://schemas.microsoft.com/office/drawing/2014/main" id="{D0E66807-ECE9-408C-A168-7398E4940F04}"/>
              </a:ext>
            </a:extLst>
          </p:cNvPr>
          <p:cNvSpPr>
            <a:spLocks noGrp="1"/>
          </p:cNvSpPr>
          <p:nvPr/>
        </p:nvSpPr>
        <p:spPr>
          <a:xfrm>
            <a:off x="3015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ind_only_382">
            <a:extLst>
              <a:ext uri="{FF2B5EF4-FFF2-40B4-BE49-F238E27FC236}">
                <a16:creationId xmlns:a16="http://schemas.microsoft.com/office/drawing/2014/main" id="{37F6F0D8-1409-416F-82E3-A847DD40EDE9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ind_only_383">
            <a:extLst>
              <a:ext uri="{FF2B5EF4-FFF2-40B4-BE49-F238E27FC236}">
                <a16:creationId xmlns:a16="http://schemas.microsoft.com/office/drawing/2014/main" id="{89802846-F291-4150-BFF1-91A259873B8F}"/>
              </a:ext>
            </a:extLst>
          </p:cNvPr>
          <p:cNvSpPr>
            <a:spLocks noGrp="1"/>
          </p:cNvSpPr>
          <p:nvPr/>
        </p:nvSpPr>
        <p:spPr>
          <a:xfrm>
            <a:off x="30317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ind_only_384">
            <a:extLst>
              <a:ext uri="{FF2B5EF4-FFF2-40B4-BE49-F238E27FC236}">
                <a16:creationId xmlns:a16="http://schemas.microsoft.com/office/drawing/2014/main" id="{875145CF-E6CF-48E6-9951-B1315C203899}"/>
              </a:ext>
            </a:extLst>
          </p:cNvPr>
          <p:cNvSpPr>
            <a:spLocks noGrp="1"/>
          </p:cNvSpPr>
          <p:nvPr/>
        </p:nvSpPr>
        <p:spPr>
          <a:xfrm>
            <a:off x="30599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ind_only_385">
            <a:extLst>
              <a:ext uri="{FF2B5EF4-FFF2-40B4-BE49-F238E27FC236}">
                <a16:creationId xmlns:a16="http://schemas.microsoft.com/office/drawing/2014/main" id="{4410B4EA-7CE9-4056-BC56-0E32257F792B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ind_only_386">
            <a:extLst>
              <a:ext uri="{FF2B5EF4-FFF2-40B4-BE49-F238E27FC236}">
                <a16:creationId xmlns:a16="http://schemas.microsoft.com/office/drawing/2014/main" id="{8B24B70D-6054-4795-B3FA-496B729A7981}"/>
              </a:ext>
            </a:extLst>
          </p:cNvPr>
          <p:cNvSpPr>
            <a:spLocks noGrp="1"/>
          </p:cNvSpPr>
          <p:nvPr/>
        </p:nvSpPr>
        <p:spPr>
          <a:xfrm>
            <a:off x="3005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ind_only_387">
            <a:extLst>
              <a:ext uri="{FF2B5EF4-FFF2-40B4-BE49-F238E27FC236}">
                <a16:creationId xmlns:a16="http://schemas.microsoft.com/office/drawing/2014/main" id="{C8336243-1A74-45A8-83C9-61DFBE05D973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ind_only_388">
            <a:extLst>
              <a:ext uri="{FF2B5EF4-FFF2-40B4-BE49-F238E27FC236}">
                <a16:creationId xmlns:a16="http://schemas.microsoft.com/office/drawing/2014/main" id="{F14AAD93-9F5D-4E7F-BCC7-EDBA8FEFF5E2}"/>
              </a:ext>
            </a:extLst>
          </p:cNvPr>
          <p:cNvSpPr>
            <a:spLocks noGrp="1"/>
          </p:cNvSpPr>
          <p:nvPr/>
        </p:nvSpPr>
        <p:spPr>
          <a:xfrm>
            <a:off x="30058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ind_only_389">
            <a:extLst>
              <a:ext uri="{FF2B5EF4-FFF2-40B4-BE49-F238E27FC236}">
                <a16:creationId xmlns:a16="http://schemas.microsoft.com/office/drawing/2014/main" id="{AC5BDFC5-0563-493A-B732-959C5C1017E8}"/>
              </a:ext>
            </a:extLst>
          </p:cNvPr>
          <p:cNvSpPr>
            <a:spLocks noGrp="1"/>
          </p:cNvSpPr>
          <p:nvPr/>
        </p:nvSpPr>
        <p:spPr>
          <a:xfrm>
            <a:off x="29951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ind_only_390">
            <a:extLst>
              <a:ext uri="{FF2B5EF4-FFF2-40B4-BE49-F238E27FC236}">
                <a16:creationId xmlns:a16="http://schemas.microsoft.com/office/drawing/2014/main" id="{FFC4FB64-A08F-429A-9CB2-B5E3C42542CD}"/>
              </a:ext>
            </a:extLst>
          </p:cNvPr>
          <p:cNvSpPr>
            <a:spLocks noGrp="1"/>
          </p:cNvSpPr>
          <p:nvPr/>
        </p:nvSpPr>
        <p:spPr>
          <a:xfrm>
            <a:off x="30699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ind_only_391">
            <a:extLst>
              <a:ext uri="{FF2B5EF4-FFF2-40B4-BE49-F238E27FC236}">
                <a16:creationId xmlns:a16="http://schemas.microsoft.com/office/drawing/2014/main" id="{60A9F4A0-B67C-4C7E-B568-3E8197CA0B23}"/>
              </a:ext>
            </a:extLst>
          </p:cNvPr>
          <p:cNvSpPr>
            <a:spLocks noGrp="1"/>
          </p:cNvSpPr>
          <p:nvPr/>
        </p:nvSpPr>
        <p:spPr>
          <a:xfrm>
            <a:off x="3089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ind_only_392">
            <a:extLst>
              <a:ext uri="{FF2B5EF4-FFF2-40B4-BE49-F238E27FC236}">
                <a16:creationId xmlns:a16="http://schemas.microsoft.com/office/drawing/2014/main" id="{FF1490FB-CB85-473C-9826-667F215879AA}"/>
              </a:ext>
            </a:extLst>
          </p:cNvPr>
          <p:cNvSpPr>
            <a:spLocks noGrp="1"/>
          </p:cNvSpPr>
          <p:nvPr/>
        </p:nvSpPr>
        <p:spPr>
          <a:xfrm>
            <a:off x="30314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ind_only_393">
            <a:extLst>
              <a:ext uri="{FF2B5EF4-FFF2-40B4-BE49-F238E27FC236}">
                <a16:creationId xmlns:a16="http://schemas.microsoft.com/office/drawing/2014/main" id="{4FC60BD4-0496-40CA-92A4-727FFFDEEA4D}"/>
              </a:ext>
            </a:extLst>
          </p:cNvPr>
          <p:cNvSpPr>
            <a:spLocks noGrp="1"/>
          </p:cNvSpPr>
          <p:nvPr/>
        </p:nvSpPr>
        <p:spPr>
          <a:xfrm>
            <a:off x="30846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ind_only_394">
            <a:extLst>
              <a:ext uri="{FF2B5EF4-FFF2-40B4-BE49-F238E27FC236}">
                <a16:creationId xmlns:a16="http://schemas.microsoft.com/office/drawing/2014/main" id="{3670B35F-4ADC-42E9-AF96-CD116D44155F}"/>
              </a:ext>
            </a:extLst>
          </p:cNvPr>
          <p:cNvSpPr>
            <a:spLocks noGrp="1"/>
          </p:cNvSpPr>
          <p:nvPr/>
        </p:nvSpPr>
        <p:spPr>
          <a:xfrm>
            <a:off x="301548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ind_only_395">
            <a:extLst>
              <a:ext uri="{FF2B5EF4-FFF2-40B4-BE49-F238E27FC236}">
                <a16:creationId xmlns:a16="http://schemas.microsoft.com/office/drawing/2014/main" id="{B67651EE-1CA1-4A09-BE7C-8F3D3893C8C5}"/>
              </a:ext>
            </a:extLst>
          </p:cNvPr>
          <p:cNvSpPr>
            <a:spLocks noGrp="1"/>
          </p:cNvSpPr>
          <p:nvPr/>
        </p:nvSpPr>
        <p:spPr>
          <a:xfrm>
            <a:off x="3033939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ind_only_396">
            <a:extLst>
              <a:ext uri="{FF2B5EF4-FFF2-40B4-BE49-F238E27FC236}">
                <a16:creationId xmlns:a16="http://schemas.microsoft.com/office/drawing/2014/main" id="{2DC68384-7020-448B-B72A-F85A0C90B55A}"/>
              </a:ext>
            </a:extLst>
          </p:cNvPr>
          <p:cNvSpPr>
            <a:spLocks noGrp="1"/>
          </p:cNvSpPr>
          <p:nvPr/>
        </p:nvSpPr>
        <p:spPr>
          <a:xfrm>
            <a:off x="3062890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ind_only_397">
            <a:extLst>
              <a:ext uri="{FF2B5EF4-FFF2-40B4-BE49-F238E27FC236}">
                <a16:creationId xmlns:a16="http://schemas.microsoft.com/office/drawing/2014/main" id="{A8266B92-1EFD-4781-91FE-C87D9AC43969}"/>
              </a:ext>
            </a:extLst>
          </p:cNvPr>
          <p:cNvSpPr>
            <a:spLocks noGrp="1"/>
          </p:cNvSpPr>
          <p:nvPr/>
        </p:nvSpPr>
        <p:spPr>
          <a:xfrm>
            <a:off x="3080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ind_only_398">
            <a:extLst>
              <a:ext uri="{FF2B5EF4-FFF2-40B4-BE49-F238E27FC236}">
                <a16:creationId xmlns:a16="http://schemas.microsoft.com/office/drawing/2014/main" id="{A6D6FFD9-69AE-40D7-BD00-830E65F7A0EA}"/>
              </a:ext>
            </a:extLst>
          </p:cNvPr>
          <p:cNvSpPr>
            <a:spLocks noGrp="1"/>
          </p:cNvSpPr>
          <p:nvPr/>
        </p:nvSpPr>
        <p:spPr>
          <a:xfrm>
            <a:off x="30897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ind_only_399">
            <a:extLst>
              <a:ext uri="{FF2B5EF4-FFF2-40B4-BE49-F238E27FC236}">
                <a16:creationId xmlns:a16="http://schemas.microsoft.com/office/drawing/2014/main" id="{56986980-0F2A-4B65-8310-2E64CAD904CD}"/>
              </a:ext>
            </a:extLst>
          </p:cNvPr>
          <p:cNvSpPr>
            <a:spLocks noGrp="1"/>
          </p:cNvSpPr>
          <p:nvPr/>
        </p:nvSpPr>
        <p:spPr>
          <a:xfrm>
            <a:off x="3056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ind_only_400">
            <a:extLst>
              <a:ext uri="{FF2B5EF4-FFF2-40B4-BE49-F238E27FC236}">
                <a16:creationId xmlns:a16="http://schemas.microsoft.com/office/drawing/2014/main" id="{5756B06E-9809-476F-9FA7-55121D2C2278}"/>
              </a:ext>
            </a:extLst>
          </p:cNvPr>
          <p:cNvSpPr>
            <a:spLocks noGrp="1"/>
          </p:cNvSpPr>
          <p:nvPr/>
        </p:nvSpPr>
        <p:spPr>
          <a:xfrm>
            <a:off x="2998576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ind_only_401">
            <a:extLst>
              <a:ext uri="{FF2B5EF4-FFF2-40B4-BE49-F238E27FC236}">
                <a16:creationId xmlns:a16="http://schemas.microsoft.com/office/drawing/2014/main" id="{AA16FA6A-42DE-46AB-8A65-3963B19EF96A}"/>
              </a:ext>
            </a:extLst>
          </p:cNvPr>
          <p:cNvSpPr>
            <a:spLocks noGrp="1"/>
          </p:cNvSpPr>
          <p:nvPr/>
        </p:nvSpPr>
        <p:spPr>
          <a:xfrm>
            <a:off x="301295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ind_only_402">
            <a:extLst>
              <a:ext uri="{FF2B5EF4-FFF2-40B4-BE49-F238E27FC236}">
                <a16:creationId xmlns:a16="http://schemas.microsoft.com/office/drawing/2014/main" id="{43923053-6072-4103-A31A-C119D0A74243}"/>
              </a:ext>
            </a:extLst>
          </p:cNvPr>
          <p:cNvSpPr>
            <a:spLocks noGrp="1"/>
          </p:cNvSpPr>
          <p:nvPr/>
        </p:nvSpPr>
        <p:spPr>
          <a:xfrm>
            <a:off x="3019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ind_only_403">
            <a:extLst>
              <a:ext uri="{FF2B5EF4-FFF2-40B4-BE49-F238E27FC236}">
                <a16:creationId xmlns:a16="http://schemas.microsoft.com/office/drawing/2014/main" id="{11B69AAA-A4BA-4935-8CB0-7F2A2B2EF72F}"/>
              </a:ext>
            </a:extLst>
          </p:cNvPr>
          <p:cNvSpPr>
            <a:spLocks noGrp="1"/>
          </p:cNvSpPr>
          <p:nvPr/>
        </p:nvSpPr>
        <p:spPr>
          <a:xfrm>
            <a:off x="29983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ind_only_404">
            <a:extLst>
              <a:ext uri="{FF2B5EF4-FFF2-40B4-BE49-F238E27FC236}">
                <a16:creationId xmlns:a16="http://schemas.microsoft.com/office/drawing/2014/main" id="{D1C0E0AB-2626-4B87-9C86-176000CFFF94}"/>
              </a:ext>
            </a:extLst>
          </p:cNvPr>
          <p:cNvSpPr>
            <a:spLocks noGrp="1"/>
          </p:cNvSpPr>
          <p:nvPr/>
        </p:nvSpPr>
        <p:spPr>
          <a:xfrm>
            <a:off x="299779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ind_only_405">
            <a:extLst>
              <a:ext uri="{FF2B5EF4-FFF2-40B4-BE49-F238E27FC236}">
                <a16:creationId xmlns:a16="http://schemas.microsoft.com/office/drawing/2014/main" id="{573E291E-6264-44F3-87ED-170757D988D3}"/>
              </a:ext>
            </a:extLst>
          </p:cNvPr>
          <p:cNvSpPr>
            <a:spLocks noGrp="1"/>
          </p:cNvSpPr>
          <p:nvPr/>
        </p:nvSpPr>
        <p:spPr>
          <a:xfrm>
            <a:off x="3016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ind_only_406">
            <a:extLst>
              <a:ext uri="{FF2B5EF4-FFF2-40B4-BE49-F238E27FC236}">
                <a16:creationId xmlns:a16="http://schemas.microsoft.com/office/drawing/2014/main" id="{0D680C20-4619-4AFC-B46D-AAB33ADF9392}"/>
              </a:ext>
            </a:extLst>
          </p:cNvPr>
          <p:cNvSpPr>
            <a:spLocks noGrp="1"/>
          </p:cNvSpPr>
          <p:nvPr/>
        </p:nvSpPr>
        <p:spPr>
          <a:xfrm>
            <a:off x="3053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ind_only_407">
            <a:extLst>
              <a:ext uri="{FF2B5EF4-FFF2-40B4-BE49-F238E27FC236}">
                <a16:creationId xmlns:a16="http://schemas.microsoft.com/office/drawing/2014/main" id="{58959C87-5EC1-40FD-B6F0-83395147D547}"/>
              </a:ext>
            </a:extLst>
          </p:cNvPr>
          <p:cNvSpPr>
            <a:spLocks noGrp="1"/>
          </p:cNvSpPr>
          <p:nvPr/>
        </p:nvSpPr>
        <p:spPr>
          <a:xfrm>
            <a:off x="301149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ind_only_408">
            <a:extLst>
              <a:ext uri="{FF2B5EF4-FFF2-40B4-BE49-F238E27FC236}">
                <a16:creationId xmlns:a16="http://schemas.microsoft.com/office/drawing/2014/main" id="{A1D66A2F-26CE-466F-BEDF-EE219B9CF057}"/>
              </a:ext>
            </a:extLst>
          </p:cNvPr>
          <p:cNvSpPr>
            <a:spLocks noGrp="1"/>
          </p:cNvSpPr>
          <p:nvPr/>
        </p:nvSpPr>
        <p:spPr>
          <a:xfrm>
            <a:off x="30406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ind_only_409">
            <a:extLst>
              <a:ext uri="{FF2B5EF4-FFF2-40B4-BE49-F238E27FC236}">
                <a16:creationId xmlns:a16="http://schemas.microsoft.com/office/drawing/2014/main" id="{6300B276-010C-4B5C-933B-6F7DABEFAF6C}"/>
              </a:ext>
            </a:extLst>
          </p:cNvPr>
          <p:cNvSpPr>
            <a:spLocks noGrp="1"/>
          </p:cNvSpPr>
          <p:nvPr/>
        </p:nvSpPr>
        <p:spPr>
          <a:xfrm>
            <a:off x="3030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ind_only_410">
            <a:extLst>
              <a:ext uri="{FF2B5EF4-FFF2-40B4-BE49-F238E27FC236}">
                <a16:creationId xmlns:a16="http://schemas.microsoft.com/office/drawing/2014/main" id="{159F6A39-4BEF-48C8-863D-C820DE8E64E2}"/>
              </a:ext>
            </a:extLst>
          </p:cNvPr>
          <p:cNvSpPr>
            <a:spLocks noGrp="1"/>
          </p:cNvSpPr>
          <p:nvPr/>
        </p:nvSpPr>
        <p:spPr>
          <a:xfrm>
            <a:off x="30785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ind_only_411">
            <a:extLst>
              <a:ext uri="{FF2B5EF4-FFF2-40B4-BE49-F238E27FC236}">
                <a16:creationId xmlns:a16="http://schemas.microsoft.com/office/drawing/2014/main" id="{1A28C0DE-F715-4EBD-BDED-4FC8A692EDD6}"/>
              </a:ext>
            </a:extLst>
          </p:cNvPr>
          <p:cNvSpPr>
            <a:spLocks noGrp="1"/>
          </p:cNvSpPr>
          <p:nvPr/>
        </p:nvSpPr>
        <p:spPr>
          <a:xfrm>
            <a:off x="3020727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ind_only_412">
            <a:extLst>
              <a:ext uri="{FF2B5EF4-FFF2-40B4-BE49-F238E27FC236}">
                <a16:creationId xmlns:a16="http://schemas.microsoft.com/office/drawing/2014/main" id="{C4D1B68D-3E54-4AE7-BCF6-813028C387A9}"/>
              </a:ext>
            </a:extLst>
          </p:cNvPr>
          <p:cNvSpPr>
            <a:spLocks noGrp="1"/>
          </p:cNvSpPr>
          <p:nvPr/>
        </p:nvSpPr>
        <p:spPr>
          <a:xfrm>
            <a:off x="306065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ind_only_413">
            <a:extLst>
              <a:ext uri="{FF2B5EF4-FFF2-40B4-BE49-F238E27FC236}">
                <a16:creationId xmlns:a16="http://schemas.microsoft.com/office/drawing/2014/main" id="{8DEC5A1C-4875-4688-8879-55BD8DA9ECA2}"/>
              </a:ext>
            </a:extLst>
          </p:cNvPr>
          <p:cNvSpPr>
            <a:spLocks noGrp="1"/>
          </p:cNvSpPr>
          <p:nvPr/>
        </p:nvSpPr>
        <p:spPr>
          <a:xfrm>
            <a:off x="30630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ind_only_414">
            <a:extLst>
              <a:ext uri="{FF2B5EF4-FFF2-40B4-BE49-F238E27FC236}">
                <a16:creationId xmlns:a16="http://schemas.microsoft.com/office/drawing/2014/main" id="{430F8A8B-E3C5-4A36-AE4D-4A62DDD3D477}"/>
              </a:ext>
            </a:extLst>
          </p:cNvPr>
          <p:cNvSpPr>
            <a:spLocks noGrp="1"/>
          </p:cNvSpPr>
          <p:nvPr/>
        </p:nvSpPr>
        <p:spPr>
          <a:xfrm>
            <a:off x="299809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ind_only_415">
            <a:extLst>
              <a:ext uri="{FF2B5EF4-FFF2-40B4-BE49-F238E27FC236}">
                <a16:creationId xmlns:a16="http://schemas.microsoft.com/office/drawing/2014/main" id="{3AEF7D8A-E080-477D-BD69-24F6B09588BF}"/>
              </a:ext>
            </a:extLst>
          </p:cNvPr>
          <p:cNvSpPr>
            <a:spLocks noGrp="1"/>
          </p:cNvSpPr>
          <p:nvPr/>
        </p:nvSpPr>
        <p:spPr>
          <a:xfrm>
            <a:off x="3077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ind_only_416">
            <a:extLst>
              <a:ext uri="{FF2B5EF4-FFF2-40B4-BE49-F238E27FC236}">
                <a16:creationId xmlns:a16="http://schemas.microsoft.com/office/drawing/2014/main" id="{A795F63A-E15D-421D-96F2-79DBD8DA9029}"/>
              </a:ext>
            </a:extLst>
          </p:cNvPr>
          <p:cNvSpPr>
            <a:spLocks noGrp="1"/>
          </p:cNvSpPr>
          <p:nvPr/>
        </p:nvSpPr>
        <p:spPr>
          <a:xfrm>
            <a:off x="2995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ind_only_417">
            <a:extLst>
              <a:ext uri="{FF2B5EF4-FFF2-40B4-BE49-F238E27FC236}">
                <a16:creationId xmlns:a16="http://schemas.microsoft.com/office/drawing/2014/main" id="{11D569D3-F56C-4C24-BD6C-A029D6ED8DB1}"/>
              </a:ext>
            </a:extLst>
          </p:cNvPr>
          <p:cNvSpPr>
            <a:spLocks noGrp="1"/>
          </p:cNvSpPr>
          <p:nvPr/>
        </p:nvSpPr>
        <p:spPr>
          <a:xfrm>
            <a:off x="3077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ind_only_418">
            <a:extLst>
              <a:ext uri="{FF2B5EF4-FFF2-40B4-BE49-F238E27FC236}">
                <a16:creationId xmlns:a16="http://schemas.microsoft.com/office/drawing/2014/main" id="{8E9CC6B2-ECC9-498F-B49B-932A1BBF88D3}"/>
              </a:ext>
            </a:extLst>
          </p:cNvPr>
          <p:cNvSpPr>
            <a:spLocks noGrp="1"/>
          </p:cNvSpPr>
          <p:nvPr/>
        </p:nvSpPr>
        <p:spPr>
          <a:xfrm>
            <a:off x="30864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ind_only_419">
            <a:extLst>
              <a:ext uri="{FF2B5EF4-FFF2-40B4-BE49-F238E27FC236}">
                <a16:creationId xmlns:a16="http://schemas.microsoft.com/office/drawing/2014/main" id="{197A967D-1521-47CD-88AE-EE446943BA45}"/>
              </a:ext>
            </a:extLst>
          </p:cNvPr>
          <p:cNvSpPr>
            <a:spLocks noGrp="1"/>
          </p:cNvSpPr>
          <p:nvPr/>
        </p:nvSpPr>
        <p:spPr>
          <a:xfrm>
            <a:off x="30538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ind_only_420">
            <a:extLst>
              <a:ext uri="{FF2B5EF4-FFF2-40B4-BE49-F238E27FC236}">
                <a16:creationId xmlns:a16="http://schemas.microsoft.com/office/drawing/2014/main" id="{EECD85F5-E6DB-48BA-9B31-34E9FA07B37F}"/>
              </a:ext>
            </a:extLst>
          </p:cNvPr>
          <p:cNvSpPr>
            <a:spLocks noGrp="1"/>
          </p:cNvSpPr>
          <p:nvPr/>
        </p:nvSpPr>
        <p:spPr>
          <a:xfrm>
            <a:off x="30247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ind_only_421">
            <a:extLst>
              <a:ext uri="{FF2B5EF4-FFF2-40B4-BE49-F238E27FC236}">
                <a16:creationId xmlns:a16="http://schemas.microsoft.com/office/drawing/2014/main" id="{3DFC94F7-4EBC-4064-B324-A14F3DAD4A54}"/>
              </a:ext>
            </a:extLst>
          </p:cNvPr>
          <p:cNvSpPr>
            <a:spLocks noGrp="1"/>
          </p:cNvSpPr>
          <p:nvPr/>
        </p:nvSpPr>
        <p:spPr>
          <a:xfrm>
            <a:off x="30654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ind_only_422">
            <a:extLst>
              <a:ext uri="{FF2B5EF4-FFF2-40B4-BE49-F238E27FC236}">
                <a16:creationId xmlns:a16="http://schemas.microsoft.com/office/drawing/2014/main" id="{23B80638-3621-4FA7-AF32-1513D5CE168E}"/>
              </a:ext>
            </a:extLst>
          </p:cNvPr>
          <p:cNvSpPr>
            <a:spLocks noGrp="1"/>
          </p:cNvSpPr>
          <p:nvPr/>
        </p:nvSpPr>
        <p:spPr>
          <a:xfrm>
            <a:off x="30159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ind_only_423">
            <a:extLst>
              <a:ext uri="{FF2B5EF4-FFF2-40B4-BE49-F238E27FC236}">
                <a16:creationId xmlns:a16="http://schemas.microsoft.com/office/drawing/2014/main" id="{DECDA8A3-F0AE-4954-BB99-312A4264C47B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ind_only_424">
            <a:extLst>
              <a:ext uri="{FF2B5EF4-FFF2-40B4-BE49-F238E27FC236}">
                <a16:creationId xmlns:a16="http://schemas.microsoft.com/office/drawing/2014/main" id="{3A98BC76-D652-4B3F-958C-40C9FE233A08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ind_only_425">
            <a:extLst>
              <a:ext uri="{FF2B5EF4-FFF2-40B4-BE49-F238E27FC236}">
                <a16:creationId xmlns:a16="http://schemas.microsoft.com/office/drawing/2014/main" id="{6321E915-FBCB-49EF-BF91-A79CE93CF717}"/>
              </a:ext>
            </a:extLst>
          </p:cNvPr>
          <p:cNvSpPr>
            <a:spLocks noGrp="1"/>
          </p:cNvSpPr>
          <p:nvPr/>
        </p:nvSpPr>
        <p:spPr>
          <a:xfrm>
            <a:off x="3011789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ind_only_426">
            <a:extLst>
              <a:ext uri="{FF2B5EF4-FFF2-40B4-BE49-F238E27FC236}">
                <a16:creationId xmlns:a16="http://schemas.microsoft.com/office/drawing/2014/main" id="{AF56314A-1983-4685-9071-4955BAF5FA7A}"/>
              </a:ext>
            </a:extLst>
          </p:cNvPr>
          <p:cNvSpPr>
            <a:spLocks noGrp="1"/>
          </p:cNvSpPr>
          <p:nvPr/>
        </p:nvSpPr>
        <p:spPr>
          <a:xfrm>
            <a:off x="30795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ind_only_427">
            <a:extLst>
              <a:ext uri="{FF2B5EF4-FFF2-40B4-BE49-F238E27FC236}">
                <a16:creationId xmlns:a16="http://schemas.microsoft.com/office/drawing/2014/main" id="{22C64427-5E8E-4FAA-9483-89F389676340}"/>
              </a:ext>
            </a:extLst>
          </p:cNvPr>
          <p:cNvSpPr>
            <a:spLocks noGrp="1"/>
          </p:cNvSpPr>
          <p:nvPr/>
        </p:nvSpPr>
        <p:spPr>
          <a:xfrm>
            <a:off x="30263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ind_only_428">
            <a:extLst>
              <a:ext uri="{FF2B5EF4-FFF2-40B4-BE49-F238E27FC236}">
                <a16:creationId xmlns:a16="http://schemas.microsoft.com/office/drawing/2014/main" id="{8108DB3A-FDD7-4C50-8B22-0E9D06419BC9}"/>
              </a:ext>
            </a:extLst>
          </p:cNvPr>
          <p:cNvSpPr>
            <a:spLocks noGrp="1"/>
          </p:cNvSpPr>
          <p:nvPr/>
        </p:nvSpPr>
        <p:spPr>
          <a:xfrm>
            <a:off x="3035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ind_only_429">
            <a:extLst>
              <a:ext uri="{FF2B5EF4-FFF2-40B4-BE49-F238E27FC236}">
                <a16:creationId xmlns:a16="http://schemas.microsoft.com/office/drawing/2014/main" id="{3E24BB00-5092-4B17-A91F-24E0A13AD74B}"/>
              </a:ext>
            </a:extLst>
          </p:cNvPr>
          <p:cNvSpPr>
            <a:spLocks noGrp="1"/>
          </p:cNvSpPr>
          <p:nvPr/>
        </p:nvSpPr>
        <p:spPr>
          <a:xfrm>
            <a:off x="30888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ind_only_430">
            <a:extLst>
              <a:ext uri="{FF2B5EF4-FFF2-40B4-BE49-F238E27FC236}">
                <a16:creationId xmlns:a16="http://schemas.microsoft.com/office/drawing/2014/main" id="{2232E1BA-1686-4889-8EDA-236C05ABB269}"/>
              </a:ext>
            </a:extLst>
          </p:cNvPr>
          <p:cNvSpPr>
            <a:spLocks noGrp="1"/>
          </p:cNvSpPr>
          <p:nvPr/>
        </p:nvSpPr>
        <p:spPr>
          <a:xfrm>
            <a:off x="30596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ind_only_431">
            <a:extLst>
              <a:ext uri="{FF2B5EF4-FFF2-40B4-BE49-F238E27FC236}">
                <a16:creationId xmlns:a16="http://schemas.microsoft.com/office/drawing/2014/main" id="{5F12B768-3D1C-4726-A6D2-FA9308EE686C}"/>
              </a:ext>
            </a:extLst>
          </p:cNvPr>
          <p:cNvSpPr>
            <a:spLocks noGrp="1"/>
          </p:cNvSpPr>
          <p:nvPr/>
        </p:nvSpPr>
        <p:spPr>
          <a:xfrm>
            <a:off x="308533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ind_only_432">
            <a:extLst>
              <a:ext uri="{FF2B5EF4-FFF2-40B4-BE49-F238E27FC236}">
                <a16:creationId xmlns:a16="http://schemas.microsoft.com/office/drawing/2014/main" id="{E782A812-9598-4472-B983-BB3278044C99}"/>
              </a:ext>
            </a:extLst>
          </p:cNvPr>
          <p:cNvSpPr>
            <a:spLocks noGrp="1"/>
          </p:cNvSpPr>
          <p:nvPr/>
        </p:nvSpPr>
        <p:spPr>
          <a:xfrm>
            <a:off x="29994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ind_only_433">
            <a:extLst>
              <a:ext uri="{FF2B5EF4-FFF2-40B4-BE49-F238E27FC236}">
                <a16:creationId xmlns:a16="http://schemas.microsoft.com/office/drawing/2014/main" id="{11F3DB5E-D99D-4143-8D60-C8EAD539F938}"/>
              </a:ext>
            </a:extLst>
          </p:cNvPr>
          <p:cNvSpPr>
            <a:spLocks noGrp="1"/>
          </p:cNvSpPr>
          <p:nvPr/>
        </p:nvSpPr>
        <p:spPr>
          <a:xfrm>
            <a:off x="30781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ind_only_434">
            <a:extLst>
              <a:ext uri="{FF2B5EF4-FFF2-40B4-BE49-F238E27FC236}">
                <a16:creationId xmlns:a16="http://schemas.microsoft.com/office/drawing/2014/main" id="{FD553E94-86AB-4393-9752-5167306343D0}"/>
              </a:ext>
            </a:extLst>
          </p:cNvPr>
          <p:cNvSpPr>
            <a:spLocks noGrp="1"/>
          </p:cNvSpPr>
          <p:nvPr/>
        </p:nvSpPr>
        <p:spPr>
          <a:xfrm>
            <a:off x="306531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ind_only_435">
            <a:extLst>
              <a:ext uri="{FF2B5EF4-FFF2-40B4-BE49-F238E27FC236}">
                <a16:creationId xmlns:a16="http://schemas.microsoft.com/office/drawing/2014/main" id="{69213D3C-089A-45DE-8057-ED17D31E0898}"/>
              </a:ext>
            </a:extLst>
          </p:cNvPr>
          <p:cNvSpPr>
            <a:spLocks noGrp="1"/>
          </p:cNvSpPr>
          <p:nvPr/>
        </p:nvSpPr>
        <p:spPr>
          <a:xfrm>
            <a:off x="30318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ind_only_436">
            <a:extLst>
              <a:ext uri="{FF2B5EF4-FFF2-40B4-BE49-F238E27FC236}">
                <a16:creationId xmlns:a16="http://schemas.microsoft.com/office/drawing/2014/main" id="{9115F582-E4C5-4062-BFDB-B98BBA611183}"/>
              </a:ext>
            </a:extLst>
          </p:cNvPr>
          <p:cNvSpPr>
            <a:spLocks noGrp="1"/>
          </p:cNvSpPr>
          <p:nvPr/>
        </p:nvSpPr>
        <p:spPr>
          <a:xfrm>
            <a:off x="306910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ind_only_437">
            <a:extLst>
              <a:ext uri="{FF2B5EF4-FFF2-40B4-BE49-F238E27FC236}">
                <a16:creationId xmlns:a16="http://schemas.microsoft.com/office/drawing/2014/main" id="{C1949342-2F30-4BC6-AA31-3750E6F8309A}"/>
              </a:ext>
            </a:extLst>
          </p:cNvPr>
          <p:cNvSpPr>
            <a:spLocks noGrp="1"/>
          </p:cNvSpPr>
          <p:nvPr/>
        </p:nvSpPr>
        <p:spPr>
          <a:xfrm>
            <a:off x="308931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ind_only_438">
            <a:extLst>
              <a:ext uri="{FF2B5EF4-FFF2-40B4-BE49-F238E27FC236}">
                <a16:creationId xmlns:a16="http://schemas.microsoft.com/office/drawing/2014/main" id="{CC3BDBC8-38F3-4BFA-9E02-3E886EADB4A2}"/>
              </a:ext>
            </a:extLst>
          </p:cNvPr>
          <p:cNvSpPr>
            <a:spLocks noGrp="1"/>
          </p:cNvSpPr>
          <p:nvPr/>
        </p:nvSpPr>
        <p:spPr>
          <a:xfrm>
            <a:off x="30589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ind_only_439">
            <a:extLst>
              <a:ext uri="{FF2B5EF4-FFF2-40B4-BE49-F238E27FC236}">
                <a16:creationId xmlns:a16="http://schemas.microsoft.com/office/drawing/2014/main" id="{36955E5F-91A1-44FF-83B9-8818C0B84033}"/>
              </a:ext>
            </a:extLst>
          </p:cNvPr>
          <p:cNvSpPr>
            <a:spLocks noGrp="1"/>
          </p:cNvSpPr>
          <p:nvPr/>
        </p:nvSpPr>
        <p:spPr>
          <a:xfrm>
            <a:off x="3066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ind_only_440">
            <a:extLst>
              <a:ext uri="{FF2B5EF4-FFF2-40B4-BE49-F238E27FC236}">
                <a16:creationId xmlns:a16="http://schemas.microsoft.com/office/drawing/2014/main" id="{365A90F7-D9DE-4302-BDF5-503C6D4D2CD9}"/>
              </a:ext>
            </a:extLst>
          </p:cNvPr>
          <p:cNvSpPr>
            <a:spLocks noGrp="1"/>
          </p:cNvSpPr>
          <p:nvPr/>
        </p:nvSpPr>
        <p:spPr>
          <a:xfrm>
            <a:off x="306551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ind_only_441">
            <a:extLst>
              <a:ext uri="{FF2B5EF4-FFF2-40B4-BE49-F238E27FC236}">
                <a16:creationId xmlns:a16="http://schemas.microsoft.com/office/drawing/2014/main" id="{125E1F69-F057-48F1-901E-C9E3A3190397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ind_only_442">
            <a:extLst>
              <a:ext uri="{FF2B5EF4-FFF2-40B4-BE49-F238E27FC236}">
                <a16:creationId xmlns:a16="http://schemas.microsoft.com/office/drawing/2014/main" id="{6B2CA372-5779-471D-B309-3852735BB765}"/>
              </a:ext>
            </a:extLst>
          </p:cNvPr>
          <p:cNvSpPr>
            <a:spLocks noGrp="1"/>
          </p:cNvSpPr>
          <p:nvPr/>
        </p:nvSpPr>
        <p:spPr>
          <a:xfrm>
            <a:off x="302286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ind_only_443">
            <a:extLst>
              <a:ext uri="{FF2B5EF4-FFF2-40B4-BE49-F238E27FC236}">
                <a16:creationId xmlns:a16="http://schemas.microsoft.com/office/drawing/2014/main" id="{790CC7AF-ECD6-4193-A33D-9A83509D1AA0}"/>
              </a:ext>
            </a:extLst>
          </p:cNvPr>
          <p:cNvSpPr>
            <a:spLocks noGrp="1"/>
          </p:cNvSpPr>
          <p:nvPr/>
        </p:nvSpPr>
        <p:spPr>
          <a:xfrm>
            <a:off x="308251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ind_only_444">
            <a:extLst>
              <a:ext uri="{FF2B5EF4-FFF2-40B4-BE49-F238E27FC236}">
                <a16:creationId xmlns:a16="http://schemas.microsoft.com/office/drawing/2014/main" id="{FC62771E-8775-414C-B400-39200CC8D4D5}"/>
              </a:ext>
            </a:extLst>
          </p:cNvPr>
          <p:cNvSpPr>
            <a:spLocks noGrp="1"/>
          </p:cNvSpPr>
          <p:nvPr/>
        </p:nvSpPr>
        <p:spPr>
          <a:xfrm>
            <a:off x="30125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ind_only_445">
            <a:extLst>
              <a:ext uri="{FF2B5EF4-FFF2-40B4-BE49-F238E27FC236}">
                <a16:creationId xmlns:a16="http://schemas.microsoft.com/office/drawing/2014/main" id="{B3151BF3-F2A9-4CDB-94A4-A0957331A6C9}"/>
              </a:ext>
            </a:extLst>
          </p:cNvPr>
          <p:cNvSpPr>
            <a:spLocks noGrp="1"/>
          </p:cNvSpPr>
          <p:nvPr/>
        </p:nvSpPr>
        <p:spPr>
          <a:xfrm>
            <a:off x="3011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ind_only_446">
            <a:extLst>
              <a:ext uri="{FF2B5EF4-FFF2-40B4-BE49-F238E27FC236}">
                <a16:creationId xmlns:a16="http://schemas.microsoft.com/office/drawing/2014/main" id="{AFB0EC9E-5F8F-421D-9449-7D3264DAEA66}"/>
              </a:ext>
            </a:extLst>
          </p:cNvPr>
          <p:cNvSpPr>
            <a:spLocks noGrp="1"/>
          </p:cNvSpPr>
          <p:nvPr/>
        </p:nvSpPr>
        <p:spPr>
          <a:xfrm>
            <a:off x="30161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ind_only_447">
            <a:extLst>
              <a:ext uri="{FF2B5EF4-FFF2-40B4-BE49-F238E27FC236}">
                <a16:creationId xmlns:a16="http://schemas.microsoft.com/office/drawing/2014/main" id="{783B73A3-FB86-4AAB-8ADC-C818FBA61A28}"/>
              </a:ext>
            </a:extLst>
          </p:cNvPr>
          <p:cNvSpPr>
            <a:spLocks noGrp="1"/>
          </p:cNvSpPr>
          <p:nvPr/>
        </p:nvSpPr>
        <p:spPr>
          <a:xfrm>
            <a:off x="308387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ind_only_448">
            <a:extLst>
              <a:ext uri="{FF2B5EF4-FFF2-40B4-BE49-F238E27FC236}">
                <a16:creationId xmlns:a16="http://schemas.microsoft.com/office/drawing/2014/main" id="{DB6B5618-B2FA-4E03-A66D-8FE040F907C4}"/>
              </a:ext>
            </a:extLst>
          </p:cNvPr>
          <p:cNvSpPr>
            <a:spLocks noGrp="1"/>
          </p:cNvSpPr>
          <p:nvPr/>
        </p:nvSpPr>
        <p:spPr>
          <a:xfrm>
            <a:off x="30735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ind_only_449">
            <a:extLst>
              <a:ext uri="{FF2B5EF4-FFF2-40B4-BE49-F238E27FC236}">
                <a16:creationId xmlns:a16="http://schemas.microsoft.com/office/drawing/2014/main" id="{035BCC33-F82C-48C7-9969-ABEBF776982E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ind_only_450">
            <a:extLst>
              <a:ext uri="{FF2B5EF4-FFF2-40B4-BE49-F238E27FC236}">
                <a16:creationId xmlns:a16="http://schemas.microsoft.com/office/drawing/2014/main" id="{4648E507-CB76-4DB4-B346-FDD6094DF6DE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ind_only_451">
            <a:extLst>
              <a:ext uri="{FF2B5EF4-FFF2-40B4-BE49-F238E27FC236}">
                <a16:creationId xmlns:a16="http://schemas.microsoft.com/office/drawing/2014/main" id="{21A06D36-73A0-4D40-B41B-A78CF36A9DD6}"/>
              </a:ext>
            </a:extLst>
          </p:cNvPr>
          <p:cNvSpPr>
            <a:spLocks noGrp="1"/>
          </p:cNvSpPr>
          <p:nvPr/>
        </p:nvSpPr>
        <p:spPr>
          <a:xfrm>
            <a:off x="30731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ind_only_452">
            <a:extLst>
              <a:ext uri="{FF2B5EF4-FFF2-40B4-BE49-F238E27FC236}">
                <a16:creationId xmlns:a16="http://schemas.microsoft.com/office/drawing/2014/main" id="{74E7F3CE-0A30-445A-9035-E0EA5A28E007}"/>
              </a:ext>
            </a:extLst>
          </p:cNvPr>
          <p:cNvSpPr>
            <a:spLocks noGrp="1"/>
          </p:cNvSpPr>
          <p:nvPr/>
        </p:nvSpPr>
        <p:spPr>
          <a:xfrm>
            <a:off x="30815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ind_only_453">
            <a:extLst>
              <a:ext uri="{FF2B5EF4-FFF2-40B4-BE49-F238E27FC236}">
                <a16:creationId xmlns:a16="http://schemas.microsoft.com/office/drawing/2014/main" id="{C7E59709-B6C5-4245-B1F2-1B573D34DE72}"/>
              </a:ext>
            </a:extLst>
          </p:cNvPr>
          <p:cNvSpPr>
            <a:spLocks noGrp="1"/>
          </p:cNvSpPr>
          <p:nvPr/>
        </p:nvSpPr>
        <p:spPr>
          <a:xfrm>
            <a:off x="301023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ind_only_454">
            <a:extLst>
              <a:ext uri="{FF2B5EF4-FFF2-40B4-BE49-F238E27FC236}">
                <a16:creationId xmlns:a16="http://schemas.microsoft.com/office/drawing/2014/main" id="{45648904-105E-4905-9ABA-F74FC3220491}"/>
              </a:ext>
            </a:extLst>
          </p:cNvPr>
          <p:cNvSpPr>
            <a:spLocks noGrp="1"/>
          </p:cNvSpPr>
          <p:nvPr/>
        </p:nvSpPr>
        <p:spPr>
          <a:xfrm>
            <a:off x="3017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ind_only_455">
            <a:extLst>
              <a:ext uri="{FF2B5EF4-FFF2-40B4-BE49-F238E27FC236}">
                <a16:creationId xmlns:a16="http://schemas.microsoft.com/office/drawing/2014/main" id="{C444E411-3CE1-4AF4-A5F5-F7DF2AF2A5F7}"/>
              </a:ext>
            </a:extLst>
          </p:cNvPr>
          <p:cNvSpPr>
            <a:spLocks noGrp="1"/>
          </p:cNvSpPr>
          <p:nvPr/>
        </p:nvSpPr>
        <p:spPr>
          <a:xfrm>
            <a:off x="3064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ind_only_456">
            <a:extLst>
              <a:ext uri="{FF2B5EF4-FFF2-40B4-BE49-F238E27FC236}">
                <a16:creationId xmlns:a16="http://schemas.microsoft.com/office/drawing/2014/main" id="{D704297D-2ABB-4004-A55B-FB65A3950BD6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ind_only_457">
            <a:extLst>
              <a:ext uri="{FF2B5EF4-FFF2-40B4-BE49-F238E27FC236}">
                <a16:creationId xmlns:a16="http://schemas.microsoft.com/office/drawing/2014/main" id="{38018432-6C77-4734-B898-F5DF26379B65}"/>
              </a:ext>
            </a:extLst>
          </p:cNvPr>
          <p:cNvSpPr>
            <a:spLocks noGrp="1"/>
          </p:cNvSpPr>
          <p:nvPr/>
        </p:nvSpPr>
        <p:spPr>
          <a:xfrm>
            <a:off x="3024612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ind_only_458">
            <a:extLst>
              <a:ext uri="{FF2B5EF4-FFF2-40B4-BE49-F238E27FC236}">
                <a16:creationId xmlns:a16="http://schemas.microsoft.com/office/drawing/2014/main" id="{DC64F746-414D-44BF-8081-5571D7B4A6DE}"/>
              </a:ext>
            </a:extLst>
          </p:cNvPr>
          <p:cNvSpPr>
            <a:spLocks noGrp="1"/>
          </p:cNvSpPr>
          <p:nvPr/>
        </p:nvSpPr>
        <p:spPr>
          <a:xfrm>
            <a:off x="30086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ind_only_459">
            <a:extLst>
              <a:ext uri="{FF2B5EF4-FFF2-40B4-BE49-F238E27FC236}">
                <a16:creationId xmlns:a16="http://schemas.microsoft.com/office/drawing/2014/main" id="{B31C57EA-1FF0-4E03-83E5-DC96253F2EA2}"/>
              </a:ext>
            </a:extLst>
          </p:cNvPr>
          <p:cNvSpPr>
            <a:spLocks noGrp="1"/>
          </p:cNvSpPr>
          <p:nvPr/>
        </p:nvSpPr>
        <p:spPr>
          <a:xfrm>
            <a:off x="3018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ind_only_460">
            <a:extLst>
              <a:ext uri="{FF2B5EF4-FFF2-40B4-BE49-F238E27FC236}">
                <a16:creationId xmlns:a16="http://schemas.microsoft.com/office/drawing/2014/main" id="{9DFAA277-B9C1-4397-9F47-694A8A6265EC}"/>
              </a:ext>
            </a:extLst>
          </p:cNvPr>
          <p:cNvSpPr>
            <a:spLocks noGrp="1"/>
          </p:cNvSpPr>
          <p:nvPr/>
        </p:nvSpPr>
        <p:spPr>
          <a:xfrm>
            <a:off x="3022767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ind_only_461">
            <a:extLst>
              <a:ext uri="{FF2B5EF4-FFF2-40B4-BE49-F238E27FC236}">
                <a16:creationId xmlns:a16="http://schemas.microsoft.com/office/drawing/2014/main" id="{6EE84F2E-A584-422C-BC33-630AE1948CD9}"/>
              </a:ext>
            </a:extLst>
          </p:cNvPr>
          <p:cNvSpPr>
            <a:spLocks noGrp="1"/>
          </p:cNvSpPr>
          <p:nvPr/>
        </p:nvSpPr>
        <p:spPr>
          <a:xfrm>
            <a:off x="308309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ind_only_462">
            <a:extLst>
              <a:ext uri="{FF2B5EF4-FFF2-40B4-BE49-F238E27FC236}">
                <a16:creationId xmlns:a16="http://schemas.microsoft.com/office/drawing/2014/main" id="{E56D4225-93AA-4610-B74A-24825238CB55}"/>
              </a:ext>
            </a:extLst>
          </p:cNvPr>
          <p:cNvSpPr>
            <a:spLocks noGrp="1"/>
          </p:cNvSpPr>
          <p:nvPr/>
        </p:nvSpPr>
        <p:spPr>
          <a:xfrm>
            <a:off x="30419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ind_only_463">
            <a:extLst>
              <a:ext uri="{FF2B5EF4-FFF2-40B4-BE49-F238E27FC236}">
                <a16:creationId xmlns:a16="http://schemas.microsoft.com/office/drawing/2014/main" id="{A2584FD5-3682-4159-8485-A63FAF39295A}"/>
              </a:ext>
            </a:extLst>
          </p:cNvPr>
          <p:cNvSpPr>
            <a:spLocks noGrp="1"/>
          </p:cNvSpPr>
          <p:nvPr/>
        </p:nvSpPr>
        <p:spPr>
          <a:xfrm>
            <a:off x="301023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ind_only_464">
            <a:extLst>
              <a:ext uri="{FF2B5EF4-FFF2-40B4-BE49-F238E27FC236}">
                <a16:creationId xmlns:a16="http://schemas.microsoft.com/office/drawing/2014/main" id="{3EE4CA57-7667-4714-9D9F-1905432733F7}"/>
              </a:ext>
            </a:extLst>
          </p:cNvPr>
          <p:cNvSpPr>
            <a:spLocks noGrp="1"/>
          </p:cNvSpPr>
          <p:nvPr/>
        </p:nvSpPr>
        <p:spPr>
          <a:xfrm>
            <a:off x="302432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ind_only_465">
            <a:extLst>
              <a:ext uri="{FF2B5EF4-FFF2-40B4-BE49-F238E27FC236}">
                <a16:creationId xmlns:a16="http://schemas.microsoft.com/office/drawing/2014/main" id="{B1928282-4E44-4233-98EE-56ACAAC30F56}"/>
              </a:ext>
            </a:extLst>
          </p:cNvPr>
          <p:cNvSpPr>
            <a:spLocks noGrp="1"/>
          </p:cNvSpPr>
          <p:nvPr/>
        </p:nvSpPr>
        <p:spPr>
          <a:xfrm>
            <a:off x="307804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ind_only_466">
            <a:extLst>
              <a:ext uri="{FF2B5EF4-FFF2-40B4-BE49-F238E27FC236}">
                <a16:creationId xmlns:a16="http://schemas.microsoft.com/office/drawing/2014/main" id="{3613D5A2-8935-40C0-9C0D-0C0F7332035F}"/>
              </a:ext>
            </a:extLst>
          </p:cNvPr>
          <p:cNvSpPr>
            <a:spLocks noGrp="1"/>
          </p:cNvSpPr>
          <p:nvPr/>
        </p:nvSpPr>
        <p:spPr>
          <a:xfrm>
            <a:off x="30596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ind_only_467">
            <a:extLst>
              <a:ext uri="{FF2B5EF4-FFF2-40B4-BE49-F238E27FC236}">
                <a16:creationId xmlns:a16="http://schemas.microsoft.com/office/drawing/2014/main" id="{328ECB98-0DE5-4B4F-87F8-F9D9C0BDB999}"/>
              </a:ext>
            </a:extLst>
          </p:cNvPr>
          <p:cNvSpPr>
            <a:spLocks noGrp="1"/>
          </p:cNvSpPr>
          <p:nvPr/>
        </p:nvSpPr>
        <p:spPr>
          <a:xfrm>
            <a:off x="3077657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ind_only_468">
            <a:extLst>
              <a:ext uri="{FF2B5EF4-FFF2-40B4-BE49-F238E27FC236}">
                <a16:creationId xmlns:a16="http://schemas.microsoft.com/office/drawing/2014/main" id="{4A5C2440-524D-4681-A94A-4BEDB16F57D6}"/>
              </a:ext>
            </a:extLst>
          </p:cNvPr>
          <p:cNvSpPr>
            <a:spLocks noGrp="1"/>
          </p:cNvSpPr>
          <p:nvPr/>
        </p:nvSpPr>
        <p:spPr>
          <a:xfrm>
            <a:off x="301616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ind_only_469">
            <a:extLst>
              <a:ext uri="{FF2B5EF4-FFF2-40B4-BE49-F238E27FC236}">
                <a16:creationId xmlns:a16="http://schemas.microsoft.com/office/drawing/2014/main" id="{333986D1-123D-4706-BECD-56D2BBEDB674}"/>
              </a:ext>
            </a:extLst>
          </p:cNvPr>
          <p:cNvSpPr>
            <a:spLocks noGrp="1"/>
          </p:cNvSpPr>
          <p:nvPr/>
        </p:nvSpPr>
        <p:spPr>
          <a:xfrm>
            <a:off x="3034425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ind_only_470">
            <a:extLst>
              <a:ext uri="{FF2B5EF4-FFF2-40B4-BE49-F238E27FC236}">
                <a16:creationId xmlns:a16="http://schemas.microsoft.com/office/drawing/2014/main" id="{37F89752-62FC-4E46-B9F4-A4F1FD917145}"/>
              </a:ext>
            </a:extLst>
          </p:cNvPr>
          <p:cNvSpPr>
            <a:spLocks noGrp="1"/>
          </p:cNvSpPr>
          <p:nvPr/>
        </p:nvSpPr>
        <p:spPr>
          <a:xfrm>
            <a:off x="3078337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ind_only_471">
            <a:extLst>
              <a:ext uri="{FF2B5EF4-FFF2-40B4-BE49-F238E27FC236}">
                <a16:creationId xmlns:a16="http://schemas.microsoft.com/office/drawing/2014/main" id="{426FA80B-B44A-4EE7-875D-0C5081480221}"/>
              </a:ext>
            </a:extLst>
          </p:cNvPr>
          <p:cNvSpPr>
            <a:spLocks noGrp="1"/>
          </p:cNvSpPr>
          <p:nvPr/>
        </p:nvSpPr>
        <p:spPr>
          <a:xfrm>
            <a:off x="30784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ind_only_472">
            <a:extLst>
              <a:ext uri="{FF2B5EF4-FFF2-40B4-BE49-F238E27FC236}">
                <a16:creationId xmlns:a16="http://schemas.microsoft.com/office/drawing/2014/main" id="{80F28C63-DD40-4BF4-BBE2-A99F2C182A48}"/>
              </a:ext>
            </a:extLst>
          </p:cNvPr>
          <p:cNvSpPr>
            <a:spLocks noGrp="1"/>
          </p:cNvSpPr>
          <p:nvPr/>
        </p:nvSpPr>
        <p:spPr>
          <a:xfrm>
            <a:off x="3072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ind_only_473">
            <a:extLst>
              <a:ext uri="{FF2B5EF4-FFF2-40B4-BE49-F238E27FC236}">
                <a16:creationId xmlns:a16="http://schemas.microsoft.com/office/drawing/2014/main" id="{53568E27-0CD7-420A-A81B-E6FD652C888E}"/>
              </a:ext>
            </a:extLst>
          </p:cNvPr>
          <p:cNvSpPr>
            <a:spLocks noGrp="1"/>
          </p:cNvSpPr>
          <p:nvPr/>
        </p:nvSpPr>
        <p:spPr>
          <a:xfrm>
            <a:off x="30809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ind_only_474">
            <a:extLst>
              <a:ext uri="{FF2B5EF4-FFF2-40B4-BE49-F238E27FC236}">
                <a16:creationId xmlns:a16="http://schemas.microsoft.com/office/drawing/2014/main" id="{6B1A46A4-E089-4F22-88EA-7852C7EFD042}"/>
              </a:ext>
            </a:extLst>
          </p:cNvPr>
          <p:cNvSpPr>
            <a:spLocks noGrp="1"/>
          </p:cNvSpPr>
          <p:nvPr/>
        </p:nvSpPr>
        <p:spPr>
          <a:xfrm>
            <a:off x="302509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ind_only_475">
            <a:extLst>
              <a:ext uri="{FF2B5EF4-FFF2-40B4-BE49-F238E27FC236}">
                <a16:creationId xmlns:a16="http://schemas.microsoft.com/office/drawing/2014/main" id="{C6AD498D-D082-477E-AE6C-07C13E95DD30}"/>
              </a:ext>
            </a:extLst>
          </p:cNvPr>
          <p:cNvSpPr>
            <a:spLocks noGrp="1"/>
          </p:cNvSpPr>
          <p:nvPr/>
        </p:nvSpPr>
        <p:spPr>
          <a:xfrm>
            <a:off x="3010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ind_only_476">
            <a:extLst>
              <a:ext uri="{FF2B5EF4-FFF2-40B4-BE49-F238E27FC236}">
                <a16:creationId xmlns:a16="http://schemas.microsoft.com/office/drawing/2014/main" id="{3F8FEC9F-62B2-44D2-9CD7-B79CF8314EA1}"/>
              </a:ext>
            </a:extLst>
          </p:cNvPr>
          <p:cNvSpPr>
            <a:spLocks noGrp="1"/>
          </p:cNvSpPr>
          <p:nvPr/>
        </p:nvSpPr>
        <p:spPr>
          <a:xfrm>
            <a:off x="30669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ind_only_477">
            <a:extLst>
              <a:ext uri="{FF2B5EF4-FFF2-40B4-BE49-F238E27FC236}">
                <a16:creationId xmlns:a16="http://schemas.microsoft.com/office/drawing/2014/main" id="{8F1A30B1-8C8F-4151-9F0F-9B2093C64056}"/>
              </a:ext>
            </a:extLst>
          </p:cNvPr>
          <p:cNvSpPr>
            <a:spLocks noGrp="1"/>
          </p:cNvSpPr>
          <p:nvPr/>
        </p:nvSpPr>
        <p:spPr>
          <a:xfrm>
            <a:off x="30058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ind_only_478">
            <a:extLst>
              <a:ext uri="{FF2B5EF4-FFF2-40B4-BE49-F238E27FC236}">
                <a16:creationId xmlns:a16="http://schemas.microsoft.com/office/drawing/2014/main" id="{09CE5494-9525-4488-A1FD-2E485AFC3137}"/>
              </a:ext>
            </a:extLst>
          </p:cNvPr>
          <p:cNvSpPr>
            <a:spLocks noGrp="1"/>
          </p:cNvSpPr>
          <p:nvPr/>
        </p:nvSpPr>
        <p:spPr>
          <a:xfrm>
            <a:off x="30119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ind_only_479">
            <a:extLst>
              <a:ext uri="{FF2B5EF4-FFF2-40B4-BE49-F238E27FC236}">
                <a16:creationId xmlns:a16="http://schemas.microsoft.com/office/drawing/2014/main" id="{5FF9633B-0DD9-47DF-B62C-7596D94372A4}"/>
              </a:ext>
            </a:extLst>
          </p:cNvPr>
          <p:cNvSpPr>
            <a:spLocks noGrp="1"/>
          </p:cNvSpPr>
          <p:nvPr/>
        </p:nvSpPr>
        <p:spPr>
          <a:xfrm>
            <a:off x="306939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ind_only_480">
            <a:extLst>
              <a:ext uri="{FF2B5EF4-FFF2-40B4-BE49-F238E27FC236}">
                <a16:creationId xmlns:a16="http://schemas.microsoft.com/office/drawing/2014/main" id="{DD502A3F-EA9C-4BE3-93B8-BDDD1EE4D443}"/>
              </a:ext>
            </a:extLst>
          </p:cNvPr>
          <p:cNvSpPr>
            <a:spLocks noGrp="1"/>
          </p:cNvSpPr>
          <p:nvPr/>
        </p:nvSpPr>
        <p:spPr>
          <a:xfrm>
            <a:off x="3006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ind_only_481">
            <a:extLst>
              <a:ext uri="{FF2B5EF4-FFF2-40B4-BE49-F238E27FC236}">
                <a16:creationId xmlns:a16="http://schemas.microsoft.com/office/drawing/2014/main" id="{670DB1DB-551B-4DEC-B26D-6BBEB169C047}"/>
              </a:ext>
            </a:extLst>
          </p:cNvPr>
          <p:cNvSpPr>
            <a:spLocks noGrp="1"/>
          </p:cNvSpPr>
          <p:nvPr/>
        </p:nvSpPr>
        <p:spPr>
          <a:xfrm>
            <a:off x="3088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ind_only_482">
            <a:extLst>
              <a:ext uri="{FF2B5EF4-FFF2-40B4-BE49-F238E27FC236}">
                <a16:creationId xmlns:a16="http://schemas.microsoft.com/office/drawing/2014/main" id="{FE7D2800-05B1-4F67-A695-DC92986714F8}"/>
              </a:ext>
            </a:extLst>
          </p:cNvPr>
          <p:cNvSpPr>
            <a:spLocks noGrp="1"/>
          </p:cNvSpPr>
          <p:nvPr/>
        </p:nvSpPr>
        <p:spPr>
          <a:xfrm>
            <a:off x="30731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ind_only_483">
            <a:extLst>
              <a:ext uri="{FF2B5EF4-FFF2-40B4-BE49-F238E27FC236}">
                <a16:creationId xmlns:a16="http://schemas.microsoft.com/office/drawing/2014/main" id="{396445E6-8A18-48CB-B78E-8EBC3913435A}"/>
              </a:ext>
            </a:extLst>
          </p:cNvPr>
          <p:cNvSpPr>
            <a:spLocks noGrp="1"/>
          </p:cNvSpPr>
          <p:nvPr/>
        </p:nvSpPr>
        <p:spPr>
          <a:xfrm>
            <a:off x="30380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ind_only_484">
            <a:extLst>
              <a:ext uri="{FF2B5EF4-FFF2-40B4-BE49-F238E27FC236}">
                <a16:creationId xmlns:a16="http://schemas.microsoft.com/office/drawing/2014/main" id="{63911C5C-AAFA-4E9C-9548-8D3485E6E59E}"/>
              </a:ext>
            </a:extLst>
          </p:cNvPr>
          <p:cNvSpPr>
            <a:spLocks noGrp="1"/>
          </p:cNvSpPr>
          <p:nvPr/>
        </p:nvSpPr>
        <p:spPr>
          <a:xfrm>
            <a:off x="30216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ind_only_485">
            <a:extLst>
              <a:ext uri="{FF2B5EF4-FFF2-40B4-BE49-F238E27FC236}">
                <a16:creationId xmlns:a16="http://schemas.microsoft.com/office/drawing/2014/main" id="{D9DE927A-C8F9-4004-9F9F-80A37E2C0A6E}"/>
              </a:ext>
            </a:extLst>
          </p:cNvPr>
          <p:cNvSpPr>
            <a:spLocks noGrp="1"/>
          </p:cNvSpPr>
          <p:nvPr/>
        </p:nvSpPr>
        <p:spPr>
          <a:xfrm>
            <a:off x="3086595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ind_only_486">
            <a:extLst>
              <a:ext uri="{FF2B5EF4-FFF2-40B4-BE49-F238E27FC236}">
                <a16:creationId xmlns:a16="http://schemas.microsoft.com/office/drawing/2014/main" id="{80EEAB57-5AAC-4B53-B766-20812B0CAD70}"/>
              </a:ext>
            </a:extLst>
          </p:cNvPr>
          <p:cNvSpPr>
            <a:spLocks noGrp="1"/>
          </p:cNvSpPr>
          <p:nvPr/>
        </p:nvSpPr>
        <p:spPr>
          <a:xfrm>
            <a:off x="3090773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ind_only_487">
            <a:extLst>
              <a:ext uri="{FF2B5EF4-FFF2-40B4-BE49-F238E27FC236}">
                <a16:creationId xmlns:a16="http://schemas.microsoft.com/office/drawing/2014/main" id="{0717CA02-027D-4AA0-9387-96CA7C1E5DE0}"/>
              </a:ext>
            </a:extLst>
          </p:cNvPr>
          <p:cNvSpPr>
            <a:spLocks noGrp="1"/>
          </p:cNvSpPr>
          <p:nvPr/>
        </p:nvSpPr>
        <p:spPr>
          <a:xfrm>
            <a:off x="3055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ind_only_488">
            <a:extLst>
              <a:ext uri="{FF2B5EF4-FFF2-40B4-BE49-F238E27FC236}">
                <a16:creationId xmlns:a16="http://schemas.microsoft.com/office/drawing/2014/main" id="{0B4071DD-7DB8-4225-8A93-81959BB1D990}"/>
              </a:ext>
            </a:extLst>
          </p:cNvPr>
          <p:cNvSpPr>
            <a:spLocks noGrp="1"/>
          </p:cNvSpPr>
          <p:nvPr/>
        </p:nvSpPr>
        <p:spPr>
          <a:xfrm>
            <a:off x="30776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ind_only_489">
            <a:extLst>
              <a:ext uri="{FF2B5EF4-FFF2-40B4-BE49-F238E27FC236}">
                <a16:creationId xmlns:a16="http://schemas.microsoft.com/office/drawing/2014/main" id="{052524E3-ED64-40ED-95F5-560337AC1211}"/>
              </a:ext>
            </a:extLst>
          </p:cNvPr>
          <p:cNvSpPr>
            <a:spLocks noGrp="1"/>
          </p:cNvSpPr>
          <p:nvPr/>
        </p:nvSpPr>
        <p:spPr>
          <a:xfrm>
            <a:off x="30095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ind_only_490">
            <a:extLst>
              <a:ext uri="{FF2B5EF4-FFF2-40B4-BE49-F238E27FC236}">
                <a16:creationId xmlns:a16="http://schemas.microsoft.com/office/drawing/2014/main" id="{7A7D9A14-B4E6-457B-8199-DFC8F3A7615E}"/>
              </a:ext>
            </a:extLst>
          </p:cNvPr>
          <p:cNvSpPr>
            <a:spLocks noGrp="1"/>
          </p:cNvSpPr>
          <p:nvPr/>
        </p:nvSpPr>
        <p:spPr>
          <a:xfrm>
            <a:off x="30369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ind_only_491">
            <a:extLst>
              <a:ext uri="{FF2B5EF4-FFF2-40B4-BE49-F238E27FC236}">
                <a16:creationId xmlns:a16="http://schemas.microsoft.com/office/drawing/2014/main" id="{B394EA8B-60F9-494D-9469-7434125AA70F}"/>
              </a:ext>
            </a:extLst>
          </p:cNvPr>
          <p:cNvSpPr>
            <a:spLocks noGrp="1"/>
          </p:cNvSpPr>
          <p:nvPr/>
        </p:nvSpPr>
        <p:spPr>
          <a:xfrm>
            <a:off x="3071634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ind_only_492">
            <a:extLst>
              <a:ext uri="{FF2B5EF4-FFF2-40B4-BE49-F238E27FC236}">
                <a16:creationId xmlns:a16="http://schemas.microsoft.com/office/drawing/2014/main" id="{2FCBFA3E-88C0-47F7-9AC0-A3C91F703194}"/>
              </a:ext>
            </a:extLst>
          </p:cNvPr>
          <p:cNvSpPr>
            <a:spLocks noGrp="1"/>
          </p:cNvSpPr>
          <p:nvPr/>
        </p:nvSpPr>
        <p:spPr>
          <a:xfrm>
            <a:off x="30036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ind_only_493">
            <a:extLst>
              <a:ext uri="{FF2B5EF4-FFF2-40B4-BE49-F238E27FC236}">
                <a16:creationId xmlns:a16="http://schemas.microsoft.com/office/drawing/2014/main" id="{D026E91A-B319-44F8-BD0F-59287DBCC078}"/>
              </a:ext>
            </a:extLst>
          </p:cNvPr>
          <p:cNvSpPr>
            <a:spLocks noGrp="1"/>
          </p:cNvSpPr>
          <p:nvPr/>
        </p:nvSpPr>
        <p:spPr>
          <a:xfrm>
            <a:off x="30001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ind_only_494">
            <a:extLst>
              <a:ext uri="{FF2B5EF4-FFF2-40B4-BE49-F238E27FC236}">
                <a16:creationId xmlns:a16="http://schemas.microsoft.com/office/drawing/2014/main" id="{D31CFFA8-2DBC-4F37-9E89-115DE00D7719}"/>
              </a:ext>
            </a:extLst>
          </p:cNvPr>
          <p:cNvSpPr>
            <a:spLocks noGrp="1"/>
          </p:cNvSpPr>
          <p:nvPr/>
        </p:nvSpPr>
        <p:spPr>
          <a:xfrm>
            <a:off x="30575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ind_only_495">
            <a:extLst>
              <a:ext uri="{FF2B5EF4-FFF2-40B4-BE49-F238E27FC236}">
                <a16:creationId xmlns:a16="http://schemas.microsoft.com/office/drawing/2014/main" id="{234DD949-9FF0-4669-8748-96E91B8A4BB1}"/>
              </a:ext>
            </a:extLst>
          </p:cNvPr>
          <p:cNvSpPr>
            <a:spLocks noGrp="1"/>
          </p:cNvSpPr>
          <p:nvPr/>
        </p:nvSpPr>
        <p:spPr>
          <a:xfrm>
            <a:off x="30860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ind_only_496">
            <a:extLst>
              <a:ext uri="{FF2B5EF4-FFF2-40B4-BE49-F238E27FC236}">
                <a16:creationId xmlns:a16="http://schemas.microsoft.com/office/drawing/2014/main" id="{D038E9D4-68CB-47CE-835C-35D9E88349CF}"/>
              </a:ext>
            </a:extLst>
          </p:cNvPr>
          <p:cNvSpPr>
            <a:spLocks noGrp="1"/>
          </p:cNvSpPr>
          <p:nvPr/>
        </p:nvSpPr>
        <p:spPr>
          <a:xfrm>
            <a:off x="29958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ind_only_497">
            <a:extLst>
              <a:ext uri="{FF2B5EF4-FFF2-40B4-BE49-F238E27FC236}">
                <a16:creationId xmlns:a16="http://schemas.microsoft.com/office/drawing/2014/main" id="{3A740E67-F3A2-4ED5-9EBE-F35CBD58B78D}"/>
              </a:ext>
            </a:extLst>
          </p:cNvPr>
          <p:cNvSpPr>
            <a:spLocks noGrp="1"/>
          </p:cNvSpPr>
          <p:nvPr/>
        </p:nvSpPr>
        <p:spPr>
          <a:xfrm>
            <a:off x="30338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ind_only_498">
            <a:extLst>
              <a:ext uri="{FF2B5EF4-FFF2-40B4-BE49-F238E27FC236}">
                <a16:creationId xmlns:a16="http://schemas.microsoft.com/office/drawing/2014/main" id="{E3A23A76-3633-47AE-BBCA-93DC77754FD3}"/>
              </a:ext>
            </a:extLst>
          </p:cNvPr>
          <p:cNvSpPr>
            <a:spLocks noGrp="1"/>
          </p:cNvSpPr>
          <p:nvPr/>
        </p:nvSpPr>
        <p:spPr>
          <a:xfrm>
            <a:off x="30650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ind_only_499">
            <a:extLst>
              <a:ext uri="{FF2B5EF4-FFF2-40B4-BE49-F238E27FC236}">
                <a16:creationId xmlns:a16="http://schemas.microsoft.com/office/drawing/2014/main" id="{830AEB96-698D-4483-A2F2-7636ECDA1409}"/>
              </a:ext>
            </a:extLst>
          </p:cNvPr>
          <p:cNvSpPr>
            <a:spLocks noGrp="1"/>
          </p:cNvSpPr>
          <p:nvPr/>
        </p:nvSpPr>
        <p:spPr>
          <a:xfrm>
            <a:off x="30358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ind_only_500">
            <a:extLst>
              <a:ext uri="{FF2B5EF4-FFF2-40B4-BE49-F238E27FC236}">
                <a16:creationId xmlns:a16="http://schemas.microsoft.com/office/drawing/2014/main" id="{A65B202D-8DE8-4558-A7FE-0C0B1BE51762}"/>
              </a:ext>
            </a:extLst>
          </p:cNvPr>
          <p:cNvSpPr>
            <a:spLocks noGrp="1"/>
          </p:cNvSpPr>
          <p:nvPr/>
        </p:nvSpPr>
        <p:spPr>
          <a:xfrm>
            <a:off x="3019464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ind_only_501">
            <a:extLst>
              <a:ext uri="{FF2B5EF4-FFF2-40B4-BE49-F238E27FC236}">
                <a16:creationId xmlns:a16="http://schemas.microsoft.com/office/drawing/2014/main" id="{4DE2F9E3-7985-4CB7-B619-06182D0FAAE8}"/>
              </a:ext>
            </a:extLst>
          </p:cNvPr>
          <p:cNvSpPr>
            <a:spLocks noGrp="1"/>
          </p:cNvSpPr>
          <p:nvPr/>
        </p:nvSpPr>
        <p:spPr>
          <a:xfrm>
            <a:off x="30571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ind_only_502">
            <a:extLst>
              <a:ext uri="{FF2B5EF4-FFF2-40B4-BE49-F238E27FC236}">
                <a16:creationId xmlns:a16="http://schemas.microsoft.com/office/drawing/2014/main" id="{BA528F24-DB67-4A49-B047-D3759ED3CAD7}"/>
              </a:ext>
            </a:extLst>
          </p:cNvPr>
          <p:cNvSpPr>
            <a:spLocks noGrp="1"/>
          </p:cNvSpPr>
          <p:nvPr/>
        </p:nvSpPr>
        <p:spPr>
          <a:xfrm>
            <a:off x="3054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ind_only_503">
            <a:extLst>
              <a:ext uri="{FF2B5EF4-FFF2-40B4-BE49-F238E27FC236}">
                <a16:creationId xmlns:a16="http://schemas.microsoft.com/office/drawing/2014/main" id="{D15511CF-139C-4A32-B034-279D40EF5BFD}"/>
              </a:ext>
            </a:extLst>
          </p:cNvPr>
          <p:cNvSpPr>
            <a:spLocks noGrp="1"/>
          </p:cNvSpPr>
          <p:nvPr/>
        </p:nvSpPr>
        <p:spPr>
          <a:xfrm>
            <a:off x="30422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ind_only_504">
            <a:extLst>
              <a:ext uri="{FF2B5EF4-FFF2-40B4-BE49-F238E27FC236}">
                <a16:creationId xmlns:a16="http://schemas.microsoft.com/office/drawing/2014/main" id="{0142AA35-190E-486A-9D54-D65030908DBC}"/>
              </a:ext>
            </a:extLst>
          </p:cNvPr>
          <p:cNvSpPr>
            <a:spLocks noGrp="1"/>
          </p:cNvSpPr>
          <p:nvPr/>
        </p:nvSpPr>
        <p:spPr>
          <a:xfrm>
            <a:off x="3051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ind_only_505">
            <a:extLst>
              <a:ext uri="{FF2B5EF4-FFF2-40B4-BE49-F238E27FC236}">
                <a16:creationId xmlns:a16="http://schemas.microsoft.com/office/drawing/2014/main" id="{A12566F3-E1A0-45F9-BB95-4CDBDEC24B7E}"/>
              </a:ext>
            </a:extLst>
          </p:cNvPr>
          <p:cNvSpPr>
            <a:spLocks noGrp="1"/>
          </p:cNvSpPr>
          <p:nvPr/>
        </p:nvSpPr>
        <p:spPr>
          <a:xfrm>
            <a:off x="3023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ind_only_506">
            <a:extLst>
              <a:ext uri="{FF2B5EF4-FFF2-40B4-BE49-F238E27FC236}">
                <a16:creationId xmlns:a16="http://schemas.microsoft.com/office/drawing/2014/main" id="{D8E4CD7A-FA38-457F-82A9-79DADE06157B}"/>
              </a:ext>
            </a:extLst>
          </p:cNvPr>
          <p:cNvSpPr>
            <a:spLocks noGrp="1"/>
          </p:cNvSpPr>
          <p:nvPr/>
        </p:nvSpPr>
        <p:spPr>
          <a:xfrm>
            <a:off x="30455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ind_only_507">
            <a:extLst>
              <a:ext uri="{FF2B5EF4-FFF2-40B4-BE49-F238E27FC236}">
                <a16:creationId xmlns:a16="http://schemas.microsoft.com/office/drawing/2014/main" id="{54C7FC6C-84A1-4405-B6AE-B6997DD9AA37}"/>
              </a:ext>
            </a:extLst>
          </p:cNvPr>
          <p:cNvSpPr>
            <a:spLocks noGrp="1"/>
          </p:cNvSpPr>
          <p:nvPr/>
        </p:nvSpPr>
        <p:spPr>
          <a:xfrm>
            <a:off x="3024807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ind_only_508">
            <a:extLst>
              <a:ext uri="{FF2B5EF4-FFF2-40B4-BE49-F238E27FC236}">
                <a16:creationId xmlns:a16="http://schemas.microsoft.com/office/drawing/2014/main" id="{6C181840-BE09-48FD-8305-2A14E2BA2452}"/>
              </a:ext>
            </a:extLst>
          </p:cNvPr>
          <p:cNvSpPr>
            <a:spLocks noGrp="1"/>
          </p:cNvSpPr>
          <p:nvPr/>
        </p:nvSpPr>
        <p:spPr>
          <a:xfrm>
            <a:off x="3033356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ind_only_509">
            <a:extLst>
              <a:ext uri="{FF2B5EF4-FFF2-40B4-BE49-F238E27FC236}">
                <a16:creationId xmlns:a16="http://schemas.microsoft.com/office/drawing/2014/main" id="{3A2BA744-9A29-4D57-B4A3-3D0A686F27D1}"/>
              </a:ext>
            </a:extLst>
          </p:cNvPr>
          <p:cNvSpPr>
            <a:spLocks noGrp="1"/>
          </p:cNvSpPr>
          <p:nvPr/>
        </p:nvSpPr>
        <p:spPr>
          <a:xfrm>
            <a:off x="307532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ind_only_510">
            <a:extLst>
              <a:ext uri="{FF2B5EF4-FFF2-40B4-BE49-F238E27FC236}">
                <a16:creationId xmlns:a16="http://schemas.microsoft.com/office/drawing/2014/main" id="{87F64C40-93EB-42B4-A9C7-9FAF7D687A1B}"/>
              </a:ext>
            </a:extLst>
          </p:cNvPr>
          <p:cNvSpPr>
            <a:spLocks noGrp="1"/>
          </p:cNvSpPr>
          <p:nvPr/>
        </p:nvSpPr>
        <p:spPr>
          <a:xfrm>
            <a:off x="3006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ind_only_511">
            <a:extLst>
              <a:ext uri="{FF2B5EF4-FFF2-40B4-BE49-F238E27FC236}">
                <a16:creationId xmlns:a16="http://schemas.microsoft.com/office/drawing/2014/main" id="{F8BEDF89-FAAB-4F62-BE5E-D2A9ED3D9469}"/>
              </a:ext>
            </a:extLst>
          </p:cNvPr>
          <p:cNvSpPr>
            <a:spLocks noGrp="1"/>
          </p:cNvSpPr>
          <p:nvPr/>
        </p:nvSpPr>
        <p:spPr>
          <a:xfrm>
            <a:off x="30110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ind_only_512">
            <a:extLst>
              <a:ext uri="{FF2B5EF4-FFF2-40B4-BE49-F238E27FC236}">
                <a16:creationId xmlns:a16="http://schemas.microsoft.com/office/drawing/2014/main" id="{69AD8A8A-0E20-4C37-8CC4-D42F3A10BA63}"/>
              </a:ext>
            </a:extLst>
          </p:cNvPr>
          <p:cNvSpPr>
            <a:spLocks noGrp="1"/>
          </p:cNvSpPr>
          <p:nvPr/>
        </p:nvSpPr>
        <p:spPr>
          <a:xfrm>
            <a:off x="30514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ind_only_513">
            <a:extLst>
              <a:ext uri="{FF2B5EF4-FFF2-40B4-BE49-F238E27FC236}">
                <a16:creationId xmlns:a16="http://schemas.microsoft.com/office/drawing/2014/main" id="{933FE0D2-C532-4844-9A06-B928F1E07862}"/>
              </a:ext>
            </a:extLst>
          </p:cNvPr>
          <p:cNvSpPr>
            <a:spLocks noGrp="1"/>
          </p:cNvSpPr>
          <p:nvPr/>
        </p:nvSpPr>
        <p:spPr>
          <a:xfrm>
            <a:off x="30505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ind_only_514">
            <a:extLst>
              <a:ext uri="{FF2B5EF4-FFF2-40B4-BE49-F238E27FC236}">
                <a16:creationId xmlns:a16="http://schemas.microsoft.com/office/drawing/2014/main" id="{63DCB763-52A8-4D91-A010-061FFD79302B}"/>
              </a:ext>
            </a:extLst>
          </p:cNvPr>
          <p:cNvSpPr>
            <a:spLocks noGrp="1"/>
          </p:cNvSpPr>
          <p:nvPr/>
        </p:nvSpPr>
        <p:spPr>
          <a:xfrm>
            <a:off x="3082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ind_only_515">
            <a:extLst>
              <a:ext uri="{FF2B5EF4-FFF2-40B4-BE49-F238E27FC236}">
                <a16:creationId xmlns:a16="http://schemas.microsoft.com/office/drawing/2014/main" id="{CF9BF30D-F41E-412A-A693-BC5EF88830B2}"/>
              </a:ext>
            </a:extLst>
          </p:cNvPr>
          <p:cNvSpPr>
            <a:spLocks noGrp="1"/>
          </p:cNvSpPr>
          <p:nvPr/>
        </p:nvSpPr>
        <p:spPr>
          <a:xfrm>
            <a:off x="3067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ind_only_516">
            <a:extLst>
              <a:ext uri="{FF2B5EF4-FFF2-40B4-BE49-F238E27FC236}">
                <a16:creationId xmlns:a16="http://schemas.microsoft.com/office/drawing/2014/main" id="{FF2B2D92-A50B-4562-A1B2-B234CA028297}"/>
              </a:ext>
            </a:extLst>
          </p:cNvPr>
          <p:cNvSpPr>
            <a:spLocks noGrp="1"/>
          </p:cNvSpPr>
          <p:nvPr/>
        </p:nvSpPr>
        <p:spPr>
          <a:xfrm>
            <a:off x="3007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ind_only_517">
            <a:extLst>
              <a:ext uri="{FF2B5EF4-FFF2-40B4-BE49-F238E27FC236}">
                <a16:creationId xmlns:a16="http://schemas.microsoft.com/office/drawing/2014/main" id="{BEFD38B1-7EDF-4982-B545-6923942FCB4A}"/>
              </a:ext>
            </a:extLst>
          </p:cNvPr>
          <p:cNvSpPr>
            <a:spLocks noGrp="1"/>
          </p:cNvSpPr>
          <p:nvPr/>
        </p:nvSpPr>
        <p:spPr>
          <a:xfrm>
            <a:off x="302160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ind_only_518">
            <a:extLst>
              <a:ext uri="{FF2B5EF4-FFF2-40B4-BE49-F238E27FC236}">
                <a16:creationId xmlns:a16="http://schemas.microsoft.com/office/drawing/2014/main" id="{DF164753-3474-4954-BD2B-4A4F58F10C6A}"/>
              </a:ext>
            </a:extLst>
          </p:cNvPr>
          <p:cNvSpPr>
            <a:spLocks noGrp="1"/>
          </p:cNvSpPr>
          <p:nvPr/>
        </p:nvSpPr>
        <p:spPr>
          <a:xfrm>
            <a:off x="306017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ind_only_519">
            <a:extLst>
              <a:ext uri="{FF2B5EF4-FFF2-40B4-BE49-F238E27FC236}">
                <a16:creationId xmlns:a16="http://schemas.microsoft.com/office/drawing/2014/main" id="{6DDC797C-4576-436D-9934-587033EDEEB6}"/>
              </a:ext>
            </a:extLst>
          </p:cNvPr>
          <p:cNvSpPr>
            <a:spLocks noGrp="1"/>
          </p:cNvSpPr>
          <p:nvPr/>
        </p:nvSpPr>
        <p:spPr>
          <a:xfrm>
            <a:off x="3001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ind_only_520">
            <a:extLst>
              <a:ext uri="{FF2B5EF4-FFF2-40B4-BE49-F238E27FC236}">
                <a16:creationId xmlns:a16="http://schemas.microsoft.com/office/drawing/2014/main" id="{22F407E2-14BE-4426-9C4F-B839D81868C1}"/>
              </a:ext>
            </a:extLst>
          </p:cNvPr>
          <p:cNvSpPr>
            <a:spLocks noGrp="1"/>
          </p:cNvSpPr>
          <p:nvPr/>
        </p:nvSpPr>
        <p:spPr>
          <a:xfrm>
            <a:off x="30693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ind_only_521">
            <a:extLst>
              <a:ext uri="{FF2B5EF4-FFF2-40B4-BE49-F238E27FC236}">
                <a16:creationId xmlns:a16="http://schemas.microsoft.com/office/drawing/2014/main" id="{9747B6CF-BB0C-433D-91D9-560CC592C43D}"/>
              </a:ext>
            </a:extLst>
          </p:cNvPr>
          <p:cNvSpPr>
            <a:spLocks noGrp="1"/>
          </p:cNvSpPr>
          <p:nvPr/>
        </p:nvSpPr>
        <p:spPr>
          <a:xfrm>
            <a:off x="30727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ind_only_522">
            <a:extLst>
              <a:ext uri="{FF2B5EF4-FFF2-40B4-BE49-F238E27FC236}">
                <a16:creationId xmlns:a16="http://schemas.microsoft.com/office/drawing/2014/main" id="{5817864B-D0C3-458B-89FF-1B831C8E3D08}"/>
              </a:ext>
            </a:extLst>
          </p:cNvPr>
          <p:cNvSpPr>
            <a:spLocks noGrp="1"/>
          </p:cNvSpPr>
          <p:nvPr/>
        </p:nvSpPr>
        <p:spPr>
          <a:xfrm>
            <a:off x="30624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ind_only_523">
            <a:extLst>
              <a:ext uri="{FF2B5EF4-FFF2-40B4-BE49-F238E27FC236}">
                <a16:creationId xmlns:a16="http://schemas.microsoft.com/office/drawing/2014/main" id="{CBC021E3-727B-4AE5-999D-C206C73F1A25}"/>
              </a:ext>
            </a:extLst>
          </p:cNvPr>
          <p:cNvSpPr>
            <a:spLocks noGrp="1"/>
          </p:cNvSpPr>
          <p:nvPr/>
        </p:nvSpPr>
        <p:spPr>
          <a:xfrm>
            <a:off x="3061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ind_only_524">
            <a:extLst>
              <a:ext uri="{FF2B5EF4-FFF2-40B4-BE49-F238E27FC236}">
                <a16:creationId xmlns:a16="http://schemas.microsoft.com/office/drawing/2014/main" id="{CF66BCF3-E853-4D09-832D-DCD216FB90FD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ind_only_525">
            <a:extLst>
              <a:ext uri="{FF2B5EF4-FFF2-40B4-BE49-F238E27FC236}">
                <a16:creationId xmlns:a16="http://schemas.microsoft.com/office/drawing/2014/main" id="{E67E9125-378B-4B18-ADAE-D598BD986A48}"/>
              </a:ext>
            </a:extLst>
          </p:cNvPr>
          <p:cNvSpPr>
            <a:spLocks noGrp="1"/>
          </p:cNvSpPr>
          <p:nvPr/>
        </p:nvSpPr>
        <p:spPr>
          <a:xfrm>
            <a:off x="3047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ind_only_526">
            <a:extLst>
              <a:ext uri="{FF2B5EF4-FFF2-40B4-BE49-F238E27FC236}">
                <a16:creationId xmlns:a16="http://schemas.microsoft.com/office/drawing/2014/main" id="{51DD91EC-B6DC-4A01-ABF9-8AA128E01BAA}"/>
              </a:ext>
            </a:extLst>
          </p:cNvPr>
          <p:cNvSpPr>
            <a:spLocks noGrp="1"/>
          </p:cNvSpPr>
          <p:nvPr/>
        </p:nvSpPr>
        <p:spPr>
          <a:xfrm>
            <a:off x="2996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ind_only_527">
            <a:extLst>
              <a:ext uri="{FF2B5EF4-FFF2-40B4-BE49-F238E27FC236}">
                <a16:creationId xmlns:a16="http://schemas.microsoft.com/office/drawing/2014/main" id="{26C28B22-8DF1-4FC7-97B7-168F18F67AC0}"/>
              </a:ext>
            </a:extLst>
          </p:cNvPr>
          <p:cNvSpPr>
            <a:spLocks noGrp="1"/>
          </p:cNvSpPr>
          <p:nvPr/>
        </p:nvSpPr>
        <p:spPr>
          <a:xfrm>
            <a:off x="30471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ind_only_528">
            <a:extLst>
              <a:ext uri="{FF2B5EF4-FFF2-40B4-BE49-F238E27FC236}">
                <a16:creationId xmlns:a16="http://schemas.microsoft.com/office/drawing/2014/main" id="{95B58C0B-87C8-4935-B06E-260D45C79660}"/>
              </a:ext>
            </a:extLst>
          </p:cNvPr>
          <p:cNvSpPr>
            <a:spLocks noGrp="1"/>
          </p:cNvSpPr>
          <p:nvPr/>
        </p:nvSpPr>
        <p:spPr>
          <a:xfrm>
            <a:off x="30097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ind_only_529">
            <a:extLst>
              <a:ext uri="{FF2B5EF4-FFF2-40B4-BE49-F238E27FC236}">
                <a16:creationId xmlns:a16="http://schemas.microsoft.com/office/drawing/2014/main" id="{F9699593-D166-4691-9A19-8F76C617FB6C}"/>
              </a:ext>
            </a:extLst>
          </p:cNvPr>
          <p:cNvSpPr>
            <a:spLocks noGrp="1"/>
          </p:cNvSpPr>
          <p:nvPr/>
        </p:nvSpPr>
        <p:spPr>
          <a:xfrm>
            <a:off x="3061919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ind_only_530">
            <a:extLst>
              <a:ext uri="{FF2B5EF4-FFF2-40B4-BE49-F238E27FC236}">
                <a16:creationId xmlns:a16="http://schemas.microsoft.com/office/drawing/2014/main" id="{4D351281-5C16-4FE7-8679-01F2A5C42B60}"/>
              </a:ext>
            </a:extLst>
          </p:cNvPr>
          <p:cNvSpPr>
            <a:spLocks noGrp="1"/>
          </p:cNvSpPr>
          <p:nvPr/>
        </p:nvSpPr>
        <p:spPr>
          <a:xfrm>
            <a:off x="3074743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ind_only_531">
            <a:extLst>
              <a:ext uri="{FF2B5EF4-FFF2-40B4-BE49-F238E27FC236}">
                <a16:creationId xmlns:a16="http://schemas.microsoft.com/office/drawing/2014/main" id="{3656E2B7-DCA8-494C-BA1B-9680138AB412}"/>
              </a:ext>
            </a:extLst>
          </p:cNvPr>
          <p:cNvSpPr>
            <a:spLocks noGrp="1"/>
          </p:cNvSpPr>
          <p:nvPr/>
        </p:nvSpPr>
        <p:spPr>
          <a:xfrm>
            <a:off x="30081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ind_only_532">
            <a:extLst>
              <a:ext uri="{FF2B5EF4-FFF2-40B4-BE49-F238E27FC236}">
                <a16:creationId xmlns:a16="http://schemas.microsoft.com/office/drawing/2014/main" id="{70968130-DD59-4792-BDB7-F79C4E180BD4}"/>
              </a:ext>
            </a:extLst>
          </p:cNvPr>
          <p:cNvSpPr>
            <a:spLocks noGrp="1"/>
          </p:cNvSpPr>
          <p:nvPr/>
        </p:nvSpPr>
        <p:spPr>
          <a:xfrm>
            <a:off x="30627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ind_only_533">
            <a:extLst>
              <a:ext uri="{FF2B5EF4-FFF2-40B4-BE49-F238E27FC236}">
                <a16:creationId xmlns:a16="http://schemas.microsoft.com/office/drawing/2014/main" id="{D1D6FCDB-7163-448A-ACFE-69E4B962F2B8}"/>
              </a:ext>
            </a:extLst>
          </p:cNvPr>
          <p:cNvSpPr>
            <a:spLocks noGrp="1"/>
          </p:cNvSpPr>
          <p:nvPr/>
        </p:nvSpPr>
        <p:spPr>
          <a:xfrm>
            <a:off x="3013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ind_only_534">
            <a:extLst>
              <a:ext uri="{FF2B5EF4-FFF2-40B4-BE49-F238E27FC236}">
                <a16:creationId xmlns:a16="http://schemas.microsoft.com/office/drawing/2014/main" id="{EC8FF4F7-0DCE-46E8-8CA1-E1C2750A8899}"/>
              </a:ext>
            </a:extLst>
          </p:cNvPr>
          <p:cNvSpPr>
            <a:spLocks noGrp="1"/>
          </p:cNvSpPr>
          <p:nvPr/>
        </p:nvSpPr>
        <p:spPr>
          <a:xfrm>
            <a:off x="30173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ind_only_535">
            <a:extLst>
              <a:ext uri="{FF2B5EF4-FFF2-40B4-BE49-F238E27FC236}">
                <a16:creationId xmlns:a16="http://schemas.microsoft.com/office/drawing/2014/main" id="{C6716878-6AE3-4576-8B5F-3E221360FE7E}"/>
              </a:ext>
            </a:extLst>
          </p:cNvPr>
          <p:cNvSpPr>
            <a:spLocks noGrp="1"/>
          </p:cNvSpPr>
          <p:nvPr/>
        </p:nvSpPr>
        <p:spPr>
          <a:xfrm>
            <a:off x="30057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ind_only_536">
            <a:extLst>
              <a:ext uri="{FF2B5EF4-FFF2-40B4-BE49-F238E27FC236}">
                <a16:creationId xmlns:a16="http://schemas.microsoft.com/office/drawing/2014/main" id="{D42730E8-E694-4A7F-BCCA-669C92178D4D}"/>
              </a:ext>
            </a:extLst>
          </p:cNvPr>
          <p:cNvSpPr>
            <a:spLocks noGrp="1"/>
          </p:cNvSpPr>
          <p:nvPr/>
        </p:nvSpPr>
        <p:spPr>
          <a:xfrm>
            <a:off x="306172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ind_only_537">
            <a:extLst>
              <a:ext uri="{FF2B5EF4-FFF2-40B4-BE49-F238E27FC236}">
                <a16:creationId xmlns:a16="http://schemas.microsoft.com/office/drawing/2014/main" id="{DB0303FD-9FA9-4BB5-9A66-58A7835F9BE6}"/>
              </a:ext>
            </a:extLst>
          </p:cNvPr>
          <p:cNvSpPr>
            <a:spLocks noGrp="1"/>
          </p:cNvSpPr>
          <p:nvPr/>
        </p:nvSpPr>
        <p:spPr>
          <a:xfrm>
            <a:off x="3086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ind_only_538">
            <a:extLst>
              <a:ext uri="{FF2B5EF4-FFF2-40B4-BE49-F238E27FC236}">
                <a16:creationId xmlns:a16="http://schemas.microsoft.com/office/drawing/2014/main" id="{C118CCBC-1D85-4097-B268-F4A40F4ABEE4}"/>
              </a:ext>
            </a:extLst>
          </p:cNvPr>
          <p:cNvSpPr>
            <a:spLocks noGrp="1"/>
          </p:cNvSpPr>
          <p:nvPr/>
        </p:nvSpPr>
        <p:spPr>
          <a:xfrm>
            <a:off x="309096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ind_only_539">
            <a:extLst>
              <a:ext uri="{FF2B5EF4-FFF2-40B4-BE49-F238E27FC236}">
                <a16:creationId xmlns:a16="http://schemas.microsoft.com/office/drawing/2014/main" id="{CEF03DF0-8C8B-46A1-BF1E-EC09C476848C}"/>
              </a:ext>
            </a:extLst>
          </p:cNvPr>
          <p:cNvSpPr>
            <a:spLocks noGrp="1"/>
          </p:cNvSpPr>
          <p:nvPr/>
        </p:nvSpPr>
        <p:spPr>
          <a:xfrm>
            <a:off x="30309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ind_only_540">
            <a:extLst>
              <a:ext uri="{FF2B5EF4-FFF2-40B4-BE49-F238E27FC236}">
                <a16:creationId xmlns:a16="http://schemas.microsoft.com/office/drawing/2014/main" id="{E7BD03F6-857B-4A2A-B33C-A9861ECF74AE}"/>
              </a:ext>
            </a:extLst>
          </p:cNvPr>
          <p:cNvSpPr>
            <a:spLocks noGrp="1"/>
          </p:cNvSpPr>
          <p:nvPr/>
        </p:nvSpPr>
        <p:spPr>
          <a:xfrm>
            <a:off x="30665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ind_only_541">
            <a:extLst>
              <a:ext uri="{FF2B5EF4-FFF2-40B4-BE49-F238E27FC236}">
                <a16:creationId xmlns:a16="http://schemas.microsoft.com/office/drawing/2014/main" id="{A6DA21F5-F2D5-4F9A-87E6-3592C9F398CE}"/>
              </a:ext>
            </a:extLst>
          </p:cNvPr>
          <p:cNvSpPr>
            <a:spLocks noGrp="1"/>
          </p:cNvSpPr>
          <p:nvPr/>
        </p:nvSpPr>
        <p:spPr>
          <a:xfrm>
            <a:off x="3085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ind_only_542">
            <a:extLst>
              <a:ext uri="{FF2B5EF4-FFF2-40B4-BE49-F238E27FC236}">
                <a16:creationId xmlns:a16="http://schemas.microsoft.com/office/drawing/2014/main" id="{B4E6EA9E-AA19-4ECD-A214-32D1430789DA}"/>
              </a:ext>
            </a:extLst>
          </p:cNvPr>
          <p:cNvSpPr>
            <a:spLocks noGrp="1"/>
          </p:cNvSpPr>
          <p:nvPr/>
        </p:nvSpPr>
        <p:spPr>
          <a:xfrm>
            <a:off x="307396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ind_only_543">
            <a:extLst>
              <a:ext uri="{FF2B5EF4-FFF2-40B4-BE49-F238E27FC236}">
                <a16:creationId xmlns:a16="http://schemas.microsoft.com/office/drawing/2014/main" id="{33E19E5A-275C-4CDD-A4EA-2D752D027679}"/>
              </a:ext>
            </a:extLst>
          </p:cNvPr>
          <p:cNvSpPr>
            <a:spLocks noGrp="1"/>
          </p:cNvSpPr>
          <p:nvPr/>
        </p:nvSpPr>
        <p:spPr>
          <a:xfrm>
            <a:off x="30636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ind_only_544">
            <a:extLst>
              <a:ext uri="{FF2B5EF4-FFF2-40B4-BE49-F238E27FC236}">
                <a16:creationId xmlns:a16="http://schemas.microsoft.com/office/drawing/2014/main" id="{7388310C-100B-4E7D-B4D7-4E80E0664CFF}"/>
              </a:ext>
            </a:extLst>
          </p:cNvPr>
          <p:cNvSpPr>
            <a:spLocks noGrp="1"/>
          </p:cNvSpPr>
          <p:nvPr/>
        </p:nvSpPr>
        <p:spPr>
          <a:xfrm>
            <a:off x="30398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ind_only_545">
            <a:extLst>
              <a:ext uri="{FF2B5EF4-FFF2-40B4-BE49-F238E27FC236}">
                <a16:creationId xmlns:a16="http://schemas.microsoft.com/office/drawing/2014/main" id="{3C2DB7A8-D1D9-4C8D-A6A8-6F01686FF325}"/>
              </a:ext>
            </a:extLst>
          </p:cNvPr>
          <p:cNvSpPr>
            <a:spLocks noGrp="1"/>
          </p:cNvSpPr>
          <p:nvPr/>
        </p:nvSpPr>
        <p:spPr>
          <a:xfrm>
            <a:off x="3036950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ind_only_546">
            <a:extLst>
              <a:ext uri="{FF2B5EF4-FFF2-40B4-BE49-F238E27FC236}">
                <a16:creationId xmlns:a16="http://schemas.microsoft.com/office/drawing/2014/main" id="{B517232D-9652-4BF2-B26A-30F139E5A46B}"/>
              </a:ext>
            </a:extLst>
          </p:cNvPr>
          <p:cNvSpPr>
            <a:spLocks noGrp="1"/>
          </p:cNvSpPr>
          <p:nvPr/>
        </p:nvSpPr>
        <p:spPr>
          <a:xfrm>
            <a:off x="30045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ind_only_547">
            <a:extLst>
              <a:ext uri="{FF2B5EF4-FFF2-40B4-BE49-F238E27FC236}">
                <a16:creationId xmlns:a16="http://schemas.microsoft.com/office/drawing/2014/main" id="{8265D445-035A-48D8-AFF9-471C33B810F8}"/>
              </a:ext>
            </a:extLst>
          </p:cNvPr>
          <p:cNvSpPr>
            <a:spLocks noGrp="1"/>
          </p:cNvSpPr>
          <p:nvPr/>
        </p:nvSpPr>
        <p:spPr>
          <a:xfrm>
            <a:off x="30857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ind_only_548">
            <a:extLst>
              <a:ext uri="{FF2B5EF4-FFF2-40B4-BE49-F238E27FC236}">
                <a16:creationId xmlns:a16="http://schemas.microsoft.com/office/drawing/2014/main" id="{246779E6-51C6-44F1-9B6A-0ED580061F64}"/>
              </a:ext>
            </a:extLst>
          </p:cNvPr>
          <p:cNvSpPr>
            <a:spLocks noGrp="1"/>
          </p:cNvSpPr>
          <p:nvPr/>
        </p:nvSpPr>
        <p:spPr>
          <a:xfrm>
            <a:off x="30754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ind_only_549">
            <a:extLst>
              <a:ext uri="{FF2B5EF4-FFF2-40B4-BE49-F238E27FC236}">
                <a16:creationId xmlns:a16="http://schemas.microsoft.com/office/drawing/2014/main" id="{CFCFBF33-59EC-4DF5-A3CB-9A4345452C11}"/>
              </a:ext>
            </a:extLst>
          </p:cNvPr>
          <p:cNvSpPr>
            <a:spLocks noGrp="1"/>
          </p:cNvSpPr>
          <p:nvPr/>
        </p:nvSpPr>
        <p:spPr>
          <a:xfrm>
            <a:off x="30607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ind_only_550">
            <a:extLst>
              <a:ext uri="{FF2B5EF4-FFF2-40B4-BE49-F238E27FC236}">
                <a16:creationId xmlns:a16="http://schemas.microsoft.com/office/drawing/2014/main" id="{A7A330DB-AECF-4BF3-9A7B-269BAFF14BF8}"/>
              </a:ext>
            </a:extLst>
          </p:cNvPr>
          <p:cNvSpPr>
            <a:spLocks noGrp="1"/>
          </p:cNvSpPr>
          <p:nvPr/>
        </p:nvSpPr>
        <p:spPr>
          <a:xfrm>
            <a:off x="30011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ind_only_551">
            <a:extLst>
              <a:ext uri="{FF2B5EF4-FFF2-40B4-BE49-F238E27FC236}">
                <a16:creationId xmlns:a16="http://schemas.microsoft.com/office/drawing/2014/main" id="{FDB89EB7-D461-40A2-83AC-F34B336DE543}"/>
              </a:ext>
            </a:extLst>
          </p:cNvPr>
          <p:cNvSpPr>
            <a:spLocks noGrp="1"/>
          </p:cNvSpPr>
          <p:nvPr/>
        </p:nvSpPr>
        <p:spPr>
          <a:xfrm>
            <a:off x="3010622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ind_only_552">
            <a:extLst>
              <a:ext uri="{FF2B5EF4-FFF2-40B4-BE49-F238E27FC236}">
                <a16:creationId xmlns:a16="http://schemas.microsoft.com/office/drawing/2014/main" id="{661F0AE9-4635-4DD8-8487-CA922C3E6551}"/>
              </a:ext>
            </a:extLst>
          </p:cNvPr>
          <p:cNvSpPr>
            <a:spLocks noGrp="1"/>
          </p:cNvSpPr>
          <p:nvPr/>
        </p:nvSpPr>
        <p:spPr>
          <a:xfrm>
            <a:off x="3020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ind_only_553">
            <a:extLst>
              <a:ext uri="{FF2B5EF4-FFF2-40B4-BE49-F238E27FC236}">
                <a16:creationId xmlns:a16="http://schemas.microsoft.com/office/drawing/2014/main" id="{6CBDCB2D-C70A-4152-AE7B-0C5A8AE94145}"/>
              </a:ext>
            </a:extLst>
          </p:cNvPr>
          <p:cNvSpPr>
            <a:spLocks noGrp="1"/>
          </p:cNvSpPr>
          <p:nvPr/>
        </p:nvSpPr>
        <p:spPr>
          <a:xfrm>
            <a:off x="3061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ind_only_554">
            <a:extLst>
              <a:ext uri="{FF2B5EF4-FFF2-40B4-BE49-F238E27FC236}">
                <a16:creationId xmlns:a16="http://schemas.microsoft.com/office/drawing/2014/main" id="{18ED8FC6-7903-4C93-B3B2-FB81CC7CBD16}"/>
              </a:ext>
            </a:extLst>
          </p:cNvPr>
          <p:cNvSpPr>
            <a:spLocks noGrp="1"/>
          </p:cNvSpPr>
          <p:nvPr/>
        </p:nvSpPr>
        <p:spPr>
          <a:xfrm>
            <a:off x="3051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ind_only_555">
            <a:extLst>
              <a:ext uri="{FF2B5EF4-FFF2-40B4-BE49-F238E27FC236}">
                <a16:creationId xmlns:a16="http://schemas.microsoft.com/office/drawing/2014/main" id="{F20E7E2E-6173-4E7C-85FA-2261071A564A}"/>
              </a:ext>
            </a:extLst>
          </p:cNvPr>
          <p:cNvSpPr>
            <a:spLocks noGrp="1"/>
          </p:cNvSpPr>
          <p:nvPr/>
        </p:nvSpPr>
        <p:spPr>
          <a:xfrm>
            <a:off x="301470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ind_only_556">
            <a:extLst>
              <a:ext uri="{FF2B5EF4-FFF2-40B4-BE49-F238E27FC236}">
                <a16:creationId xmlns:a16="http://schemas.microsoft.com/office/drawing/2014/main" id="{77F0AD10-A54F-431E-9A72-E9F4A674F254}"/>
              </a:ext>
            </a:extLst>
          </p:cNvPr>
          <p:cNvSpPr>
            <a:spLocks noGrp="1"/>
          </p:cNvSpPr>
          <p:nvPr/>
        </p:nvSpPr>
        <p:spPr>
          <a:xfrm>
            <a:off x="30322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ind_only_557">
            <a:extLst>
              <a:ext uri="{FF2B5EF4-FFF2-40B4-BE49-F238E27FC236}">
                <a16:creationId xmlns:a16="http://schemas.microsoft.com/office/drawing/2014/main" id="{7E56258D-1306-476D-BDF6-D0F206BC4466}"/>
              </a:ext>
            </a:extLst>
          </p:cNvPr>
          <p:cNvSpPr>
            <a:spLocks noGrp="1"/>
          </p:cNvSpPr>
          <p:nvPr/>
        </p:nvSpPr>
        <p:spPr>
          <a:xfrm>
            <a:off x="2997896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ind_only_558">
            <a:extLst>
              <a:ext uri="{FF2B5EF4-FFF2-40B4-BE49-F238E27FC236}">
                <a16:creationId xmlns:a16="http://schemas.microsoft.com/office/drawing/2014/main" id="{348B2A9B-B0EF-471C-BE40-3EE5C2A04019}"/>
              </a:ext>
            </a:extLst>
          </p:cNvPr>
          <p:cNvSpPr>
            <a:spLocks noGrp="1"/>
          </p:cNvSpPr>
          <p:nvPr/>
        </p:nvSpPr>
        <p:spPr>
          <a:xfrm>
            <a:off x="3528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ind_only_559">
            <a:extLst>
              <a:ext uri="{FF2B5EF4-FFF2-40B4-BE49-F238E27FC236}">
                <a16:creationId xmlns:a16="http://schemas.microsoft.com/office/drawing/2014/main" id="{9E88B4F3-A618-4F17-B044-14106931178D}"/>
              </a:ext>
            </a:extLst>
          </p:cNvPr>
          <p:cNvSpPr>
            <a:spLocks noGrp="1"/>
          </p:cNvSpPr>
          <p:nvPr/>
        </p:nvSpPr>
        <p:spPr>
          <a:xfrm>
            <a:off x="3509700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ind_only_560">
            <a:extLst>
              <a:ext uri="{FF2B5EF4-FFF2-40B4-BE49-F238E27FC236}">
                <a16:creationId xmlns:a16="http://schemas.microsoft.com/office/drawing/2014/main" id="{1803C01E-C78F-48E0-A8FD-85FD9FAF72EE}"/>
              </a:ext>
            </a:extLst>
          </p:cNvPr>
          <p:cNvSpPr>
            <a:spLocks noGrp="1"/>
          </p:cNvSpPr>
          <p:nvPr/>
        </p:nvSpPr>
        <p:spPr>
          <a:xfrm>
            <a:off x="35248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ind_only_561">
            <a:extLst>
              <a:ext uri="{FF2B5EF4-FFF2-40B4-BE49-F238E27FC236}">
                <a16:creationId xmlns:a16="http://schemas.microsoft.com/office/drawing/2014/main" id="{98824672-6C13-4596-93D4-17BA5C0D019B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ind_only_562">
            <a:extLst>
              <a:ext uri="{FF2B5EF4-FFF2-40B4-BE49-F238E27FC236}">
                <a16:creationId xmlns:a16="http://schemas.microsoft.com/office/drawing/2014/main" id="{251B5C6A-3602-40C5-A4F1-32EA286077FA}"/>
              </a:ext>
            </a:extLst>
          </p:cNvPr>
          <p:cNvSpPr>
            <a:spLocks noGrp="1"/>
          </p:cNvSpPr>
          <p:nvPr/>
        </p:nvSpPr>
        <p:spPr>
          <a:xfrm>
            <a:off x="35409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ind_only_563">
            <a:extLst>
              <a:ext uri="{FF2B5EF4-FFF2-40B4-BE49-F238E27FC236}">
                <a16:creationId xmlns:a16="http://schemas.microsoft.com/office/drawing/2014/main" id="{7C16C3B0-46FB-421C-BAD1-81F14E33259F}"/>
              </a:ext>
            </a:extLst>
          </p:cNvPr>
          <p:cNvSpPr>
            <a:spLocks noGrp="1"/>
          </p:cNvSpPr>
          <p:nvPr/>
        </p:nvSpPr>
        <p:spPr>
          <a:xfrm>
            <a:off x="35692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ind_only_564">
            <a:extLst>
              <a:ext uri="{FF2B5EF4-FFF2-40B4-BE49-F238E27FC236}">
                <a16:creationId xmlns:a16="http://schemas.microsoft.com/office/drawing/2014/main" id="{A932FDCE-A88F-4AE7-B9BB-F4B346D7B14A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ind_only_565">
            <a:extLst>
              <a:ext uri="{FF2B5EF4-FFF2-40B4-BE49-F238E27FC236}">
                <a16:creationId xmlns:a16="http://schemas.microsoft.com/office/drawing/2014/main" id="{C48A06FC-97B6-49B1-8341-7C3309B4ECAD}"/>
              </a:ext>
            </a:extLst>
          </p:cNvPr>
          <p:cNvSpPr>
            <a:spLocks noGrp="1"/>
          </p:cNvSpPr>
          <p:nvPr/>
        </p:nvSpPr>
        <p:spPr>
          <a:xfrm>
            <a:off x="3514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ind_only_566">
            <a:extLst>
              <a:ext uri="{FF2B5EF4-FFF2-40B4-BE49-F238E27FC236}">
                <a16:creationId xmlns:a16="http://schemas.microsoft.com/office/drawing/2014/main" id="{0B82A83B-6737-45F8-B31B-BBB1B87E5D07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ind_only_567">
            <a:extLst>
              <a:ext uri="{FF2B5EF4-FFF2-40B4-BE49-F238E27FC236}">
                <a16:creationId xmlns:a16="http://schemas.microsoft.com/office/drawing/2014/main" id="{9D7A4B25-8330-4D20-83F8-9FAD148DAB58}"/>
              </a:ext>
            </a:extLst>
          </p:cNvPr>
          <p:cNvSpPr>
            <a:spLocks noGrp="1"/>
          </p:cNvSpPr>
          <p:nvPr/>
        </p:nvSpPr>
        <p:spPr>
          <a:xfrm>
            <a:off x="35151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ind_only_568">
            <a:extLst>
              <a:ext uri="{FF2B5EF4-FFF2-40B4-BE49-F238E27FC236}">
                <a16:creationId xmlns:a16="http://schemas.microsoft.com/office/drawing/2014/main" id="{E516EFFA-DC9C-4F3D-9A54-38C852EFD207}"/>
              </a:ext>
            </a:extLst>
          </p:cNvPr>
          <p:cNvSpPr>
            <a:spLocks noGrp="1"/>
          </p:cNvSpPr>
          <p:nvPr/>
        </p:nvSpPr>
        <p:spPr>
          <a:xfrm>
            <a:off x="35044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ind_only_569">
            <a:extLst>
              <a:ext uri="{FF2B5EF4-FFF2-40B4-BE49-F238E27FC236}">
                <a16:creationId xmlns:a16="http://schemas.microsoft.com/office/drawing/2014/main" id="{7CB0C842-3A57-42E1-9DCF-9C83AE66C8FD}"/>
              </a:ext>
            </a:extLst>
          </p:cNvPr>
          <p:cNvSpPr>
            <a:spLocks noGrp="1"/>
          </p:cNvSpPr>
          <p:nvPr/>
        </p:nvSpPr>
        <p:spPr>
          <a:xfrm>
            <a:off x="3579260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ind_only_570">
            <a:extLst>
              <a:ext uri="{FF2B5EF4-FFF2-40B4-BE49-F238E27FC236}">
                <a16:creationId xmlns:a16="http://schemas.microsoft.com/office/drawing/2014/main" id="{6B876EDB-8FA1-43D0-8144-7DC552CA3E2E}"/>
              </a:ext>
            </a:extLst>
          </p:cNvPr>
          <p:cNvSpPr>
            <a:spLocks noGrp="1"/>
          </p:cNvSpPr>
          <p:nvPr/>
        </p:nvSpPr>
        <p:spPr>
          <a:xfrm>
            <a:off x="3599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ind_only_571">
            <a:extLst>
              <a:ext uri="{FF2B5EF4-FFF2-40B4-BE49-F238E27FC236}">
                <a16:creationId xmlns:a16="http://schemas.microsoft.com/office/drawing/2014/main" id="{7E0758F7-29D8-411D-AE76-FEA64D5B9146}"/>
              </a:ext>
            </a:extLst>
          </p:cNvPr>
          <p:cNvSpPr>
            <a:spLocks noGrp="1"/>
          </p:cNvSpPr>
          <p:nvPr/>
        </p:nvSpPr>
        <p:spPr>
          <a:xfrm>
            <a:off x="3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ind_only_572">
            <a:extLst>
              <a:ext uri="{FF2B5EF4-FFF2-40B4-BE49-F238E27FC236}">
                <a16:creationId xmlns:a16="http://schemas.microsoft.com/office/drawing/2014/main" id="{D997CDC7-5FF4-4009-9AE3-DB1ADB1D4E9B}"/>
              </a:ext>
            </a:extLst>
          </p:cNvPr>
          <p:cNvSpPr>
            <a:spLocks noGrp="1"/>
          </p:cNvSpPr>
          <p:nvPr/>
        </p:nvSpPr>
        <p:spPr>
          <a:xfrm>
            <a:off x="35939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ind_only_573">
            <a:extLst>
              <a:ext uri="{FF2B5EF4-FFF2-40B4-BE49-F238E27FC236}">
                <a16:creationId xmlns:a16="http://schemas.microsoft.com/office/drawing/2014/main" id="{689FFCFD-7DA7-4E12-B885-7457A39153F6}"/>
              </a:ext>
            </a:extLst>
          </p:cNvPr>
          <p:cNvSpPr>
            <a:spLocks noGrp="1"/>
          </p:cNvSpPr>
          <p:nvPr/>
        </p:nvSpPr>
        <p:spPr>
          <a:xfrm>
            <a:off x="352475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ind_only_574">
            <a:extLst>
              <a:ext uri="{FF2B5EF4-FFF2-40B4-BE49-F238E27FC236}">
                <a16:creationId xmlns:a16="http://schemas.microsoft.com/office/drawing/2014/main" id="{7C1EE36E-7F14-462E-8129-D1F248F953E1}"/>
              </a:ext>
            </a:extLst>
          </p:cNvPr>
          <p:cNvSpPr>
            <a:spLocks noGrp="1"/>
          </p:cNvSpPr>
          <p:nvPr/>
        </p:nvSpPr>
        <p:spPr>
          <a:xfrm>
            <a:off x="3543217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ind_only_575">
            <a:extLst>
              <a:ext uri="{FF2B5EF4-FFF2-40B4-BE49-F238E27FC236}">
                <a16:creationId xmlns:a16="http://schemas.microsoft.com/office/drawing/2014/main" id="{F3CD7F3D-6917-46C9-A637-F14B7D0C8E6D}"/>
              </a:ext>
            </a:extLst>
          </p:cNvPr>
          <p:cNvSpPr>
            <a:spLocks noGrp="1"/>
          </p:cNvSpPr>
          <p:nvPr/>
        </p:nvSpPr>
        <p:spPr>
          <a:xfrm>
            <a:off x="3572168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ind_only_576">
            <a:extLst>
              <a:ext uri="{FF2B5EF4-FFF2-40B4-BE49-F238E27FC236}">
                <a16:creationId xmlns:a16="http://schemas.microsoft.com/office/drawing/2014/main" id="{CEA7782E-75C2-4B2F-8106-17B286D72119}"/>
              </a:ext>
            </a:extLst>
          </p:cNvPr>
          <p:cNvSpPr>
            <a:spLocks noGrp="1"/>
          </p:cNvSpPr>
          <p:nvPr/>
        </p:nvSpPr>
        <p:spPr>
          <a:xfrm>
            <a:off x="35895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ind_only_577">
            <a:extLst>
              <a:ext uri="{FF2B5EF4-FFF2-40B4-BE49-F238E27FC236}">
                <a16:creationId xmlns:a16="http://schemas.microsoft.com/office/drawing/2014/main" id="{A64C116D-01B4-4098-8BA7-524AB0334F75}"/>
              </a:ext>
            </a:extLst>
          </p:cNvPr>
          <p:cNvSpPr>
            <a:spLocks noGrp="1"/>
          </p:cNvSpPr>
          <p:nvPr/>
        </p:nvSpPr>
        <p:spPr>
          <a:xfrm>
            <a:off x="359898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ind_only_578">
            <a:extLst>
              <a:ext uri="{FF2B5EF4-FFF2-40B4-BE49-F238E27FC236}">
                <a16:creationId xmlns:a16="http://schemas.microsoft.com/office/drawing/2014/main" id="{4A63C133-F4C1-4310-88F4-A2AFAFEE739B}"/>
              </a:ext>
            </a:extLst>
          </p:cNvPr>
          <p:cNvSpPr>
            <a:spLocks noGrp="1"/>
          </p:cNvSpPr>
          <p:nvPr/>
        </p:nvSpPr>
        <p:spPr>
          <a:xfrm>
            <a:off x="35654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ind_only_579">
            <a:extLst>
              <a:ext uri="{FF2B5EF4-FFF2-40B4-BE49-F238E27FC236}">
                <a16:creationId xmlns:a16="http://schemas.microsoft.com/office/drawing/2014/main" id="{BF1D8CEE-13DF-4D50-ABD0-2B459452E780}"/>
              </a:ext>
            </a:extLst>
          </p:cNvPr>
          <p:cNvSpPr>
            <a:spLocks noGrp="1"/>
          </p:cNvSpPr>
          <p:nvPr/>
        </p:nvSpPr>
        <p:spPr>
          <a:xfrm>
            <a:off x="3507854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ind_only_580">
            <a:extLst>
              <a:ext uri="{FF2B5EF4-FFF2-40B4-BE49-F238E27FC236}">
                <a16:creationId xmlns:a16="http://schemas.microsoft.com/office/drawing/2014/main" id="{487C75FD-FE23-4B33-A981-CF86AD139152}"/>
              </a:ext>
            </a:extLst>
          </p:cNvPr>
          <p:cNvSpPr>
            <a:spLocks noGrp="1"/>
          </p:cNvSpPr>
          <p:nvPr/>
        </p:nvSpPr>
        <p:spPr>
          <a:xfrm>
            <a:off x="352223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ind_only_581">
            <a:extLst>
              <a:ext uri="{FF2B5EF4-FFF2-40B4-BE49-F238E27FC236}">
                <a16:creationId xmlns:a16="http://schemas.microsoft.com/office/drawing/2014/main" id="{41C17961-5080-4873-BF2D-BFC91615EBFE}"/>
              </a:ext>
            </a:extLst>
          </p:cNvPr>
          <p:cNvSpPr>
            <a:spLocks noGrp="1"/>
          </p:cNvSpPr>
          <p:nvPr/>
        </p:nvSpPr>
        <p:spPr>
          <a:xfrm>
            <a:off x="3528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ind_only_582">
            <a:extLst>
              <a:ext uri="{FF2B5EF4-FFF2-40B4-BE49-F238E27FC236}">
                <a16:creationId xmlns:a16="http://schemas.microsoft.com/office/drawing/2014/main" id="{0C6A3F28-C55C-4222-84F7-A8A955DFD8D7}"/>
              </a:ext>
            </a:extLst>
          </p:cNvPr>
          <p:cNvSpPr>
            <a:spLocks noGrp="1"/>
          </p:cNvSpPr>
          <p:nvPr/>
        </p:nvSpPr>
        <p:spPr>
          <a:xfrm>
            <a:off x="35076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ind_only_583">
            <a:extLst>
              <a:ext uri="{FF2B5EF4-FFF2-40B4-BE49-F238E27FC236}">
                <a16:creationId xmlns:a16="http://schemas.microsoft.com/office/drawing/2014/main" id="{55E99381-985D-4E1E-A5C5-BDAD37946C7F}"/>
              </a:ext>
            </a:extLst>
          </p:cNvPr>
          <p:cNvSpPr>
            <a:spLocks noGrp="1"/>
          </p:cNvSpPr>
          <p:nvPr/>
        </p:nvSpPr>
        <p:spPr>
          <a:xfrm>
            <a:off x="350707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ind_only_584">
            <a:extLst>
              <a:ext uri="{FF2B5EF4-FFF2-40B4-BE49-F238E27FC236}">
                <a16:creationId xmlns:a16="http://schemas.microsoft.com/office/drawing/2014/main" id="{9900D3E7-3BCC-49FE-88A0-B2B47035F8B3}"/>
              </a:ext>
            </a:extLst>
          </p:cNvPr>
          <p:cNvSpPr>
            <a:spLocks noGrp="1"/>
          </p:cNvSpPr>
          <p:nvPr/>
        </p:nvSpPr>
        <p:spPr>
          <a:xfrm>
            <a:off x="3525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ind_only_585">
            <a:extLst>
              <a:ext uri="{FF2B5EF4-FFF2-40B4-BE49-F238E27FC236}">
                <a16:creationId xmlns:a16="http://schemas.microsoft.com/office/drawing/2014/main" id="{D290F7EE-D94D-4B7B-9FEA-7CFDE4D0B852}"/>
              </a:ext>
            </a:extLst>
          </p:cNvPr>
          <p:cNvSpPr>
            <a:spLocks noGrp="1"/>
          </p:cNvSpPr>
          <p:nvPr/>
        </p:nvSpPr>
        <p:spPr>
          <a:xfrm>
            <a:off x="35625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ind_only_586">
            <a:extLst>
              <a:ext uri="{FF2B5EF4-FFF2-40B4-BE49-F238E27FC236}">
                <a16:creationId xmlns:a16="http://schemas.microsoft.com/office/drawing/2014/main" id="{54DB583A-5FD1-491E-9488-335993DEE6AB}"/>
              </a:ext>
            </a:extLst>
          </p:cNvPr>
          <p:cNvSpPr>
            <a:spLocks noGrp="1"/>
          </p:cNvSpPr>
          <p:nvPr/>
        </p:nvSpPr>
        <p:spPr>
          <a:xfrm>
            <a:off x="35207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ind_only_587">
            <a:extLst>
              <a:ext uri="{FF2B5EF4-FFF2-40B4-BE49-F238E27FC236}">
                <a16:creationId xmlns:a16="http://schemas.microsoft.com/office/drawing/2014/main" id="{031380E3-7C2B-4FA4-B63A-AB3869AAAB06}"/>
              </a:ext>
            </a:extLst>
          </p:cNvPr>
          <p:cNvSpPr>
            <a:spLocks noGrp="1"/>
          </p:cNvSpPr>
          <p:nvPr/>
        </p:nvSpPr>
        <p:spPr>
          <a:xfrm>
            <a:off x="35499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ind_only_588">
            <a:extLst>
              <a:ext uri="{FF2B5EF4-FFF2-40B4-BE49-F238E27FC236}">
                <a16:creationId xmlns:a16="http://schemas.microsoft.com/office/drawing/2014/main" id="{9C85A31B-95A5-44E4-B133-3BED3ACDEC62}"/>
              </a:ext>
            </a:extLst>
          </p:cNvPr>
          <p:cNvSpPr>
            <a:spLocks noGrp="1"/>
          </p:cNvSpPr>
          <p:nvPr/>
        </p:nvSpPr>
        <p:spPr>
          <a:xfrm>
            <a:off x="3539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ind_only_589">
            <a:extLst>
              <a:ext uri="{FF2B5EF4-FFF2-40B4-BE49-F238E27FC236}">
                <a16:creationId xmlns:a16="http://schemas.microsoft.com/office/drawing/2014/main" id="{E23595B3-9588-4479-B79F-6BED17D95906}"/>
              </a:ext>
            </a:extLst>
          </p:cNvPr>
          <p:cNvSpPr>
            <a:spLocks noGrp="1"/>
          </p:cNvSpPr>
          <p:nvPr/>
        </p:nvSpPr>
        <p:spPr>
          <a:xfrm>
            <a:off x="35878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ind_only_590">
            <a:extLst>
              <a:ext uri="{FF2B5EF4-FFF2-40B4-BE49-F238E27FC236}">
                <a16:creationId xmlns:a16="http://schemas.microsoft.com/office/drawing/2014/main" id="{006F7107-2572-4A97-8B99-97447FD23415}"/>
              </a:ext>
            </a:extLst>
          </p:cNvPr>
          <p:cNvSpPr>
            <a:spLocks noGrp="1"/>
          </p:cNvSpPr>
          <p:nvPr/>
        </p:nvSpPr>
        <p:spPr>
          <a:xfrm>
            <a:off x="3530005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ind_only_591">
            <a:extLst>
              <a:ext uri="{FF2B5EF4-FFF2-40B4-BE49-F238E27FC236}">
                <a16:creationId xmlns:a16="http://schemas.microsoft.com/office/drawing/2014/main" id="{A448D0EC-5A50-4F11-B689-FF42E3E2F315}"/>
              </a:ext>
            </a:extLst>
          </p:cNvPr>
          <p:cNvSpPr>
            <a:spLocks noGrp="1"/>
          </p:cNvSpPr>
          <p:nvPr/>
        </p:nvSpPr>
        <p:spPr>
          <a:xfrm>
            <a:off x="356993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ind_only_592">
            <a:extLst>
              <a:ext uri="{FF2B5EF4-FFF2-40B4-BE49-F238E27FC236}">
                <a16:creationId xmlns:a16="http://schemas.microsoft.com/office/drawing/2014/main" id="{F5AA103A-6A72-443B-A73D-E7BC02117404}"/>
              </a:ext>
            </a:extLst>
          </p:cNvPr>
          <p:cNvSpPr>
            <a:spLocks noGrp="1"/>
          </p:cNvSpPr>
          <p:nvPr/>
        </p:nvSpPr>
        <p:spPr>
          <a:xfrm>
            <a:off x="35723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ind_only_593">
            <a:extLst>
              <a:ext uri="{FF2B5EF4-FFF2-40B4-BE49-F238E27FC236}">
                <a16:creationId xmlns:a16="http://schemas.microsoft.com/office/drawing/2014/main" id="{FE5E2BE9-70D4-4429-9CC8-A62C35BD8D94}"/>
              </a:ext>
            </a:extLst>
          </p:cNvPr>
          <p:cNvSpPr>
            <a:spLocks noGrp="1"/>
          </p:cNvSpPr>
          <p:nvPr/>
        </p:nvSpPr>
        <p:spPr>
          <a:xfrm>
            <a:off x="350736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ind_only_594">
            <a:extLst>
              <a:ext uri="{FF2B5EF4-FFF2-40B4-BE49-F238E27FC236}">
                <a16:creationId xmlns:a16="http://schemas.microsoft.com/office/drawing/2014/main" id="{8D2707CF-68B2-4D36-8D10-4E98BBF7E057}"/>
              </a:ext>
            </a:extLst>
          </p:cNvPr>
          <p:cNvSpPr>
            <a:spLocks noGrp="1"/>
          </p:cNvSpPr>
          <p:nvPr/>
        </p:nvSpPr>
        <p:spPr>
          <a:xfrm>
            <a:off x="3586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ind_only_595">
            <a:extLst>
              <a:ext uri="{FF2B5EF4-FFF2-40B4-BE49-F238E27FC236}">
                <a16:creationId xmlns:a16="http://schemas.microsoft.com/office/drawing/2014/main" id="{5B1711EA-D2FA-43AD-BE6C-CC4470EAA7DD}"/>
              </a:ext>
            </a:extLst>
          </p:cNvPr>
          <p:cNvSpPr>
            <a:spLocks noGrp="1"/>
          </p:cNvSpPr>
          <p:nvPr/>
        </p:nvSpPr>
        <p:spPr>
          <a:xfrm>
            <a:off x="3505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ind_only_596">
            <a:extLst>
              <a:ext uri="{FF2B5EF4-FFF2-40B4-BE49-F238E27FC236}">
                <a16:creationId xmlns:a16="http://schemas.microsoft.com/office/drawing/2014/main" id="{FBA5D376-4BFD-4CFF-85FE-AB057CEF80F7}"/>
              </a:ext>
            </a:extLst>
          </p:cNvPr>
          <p:cNvSpPr>
            <a:spLocks noGrp="1"/>
          </p:cNvSpPr>
          <p:nvPr/>
        </p:nvSpPr>
        <p:spPr>
          <a:xfrm>
            <a:off x="3586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ind_only_597">
            <a:extLst>
              <a:ext uri="{FF2B5EF4-FFF2-40B4-BE49-F238E27FC236}">
                <a16:creationId xmlns:a16="http://schemas.microsoft.com/office/drawing/2014/main" id="{B06E4DFD-DF1D-42D7-8CC3-B9C9A5FB4C13}"/>
              </a:ext>
            </a:extLst>
          </p:cNvPr>
          <p:cNvSpPr>
            <a:spLocks noGrp="1"/>
          </p:cNvSpPr>
          <p:nvPr/>
        </p:nvSpPr>
        <p:spPr>
          <a:xfrm>
            <a:off x="35957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ind_only_598">
            <a:extLst>
              <a:ext uri="{FF2B5EF4-FFF2-40B4-BE49-F238E27FC236}">
                <a16:creationId xmlns:a16="http://schemas.microsoft.com/office/drawing/2014/main" id="{9E9F4A7E-6CCE-423C-9E8B-4AA77B77362D}"/>
              </a:ext>
            </a:extLst>
          </p:cNvPr>
          <p:cNvSpPr>
            <a:spLocks noGrp="1"/>
          </p:cNvSpPr>
          <p:nvPr/>
        </p:nvSpPr>
        <p:spPr>
          <a:xfrm>
            <a:off x="3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ind_only_599">
            <a:extLst>
              <a:ext uri="{FF2B5EF4-FFF2-40B4-BE49-F238E27FC236}">
                <a16:creationId xmlns:a16="http://schemas.microsoft.com/office/drawing/2014/main" id="{F30D36C3-10FA-44D5-BF20-CF8CA57E8AA8}"/>
              </a:ext>
            </a:extLst>
          </p:cNvPr>
          <p:cNvSpPr>
            <a:spLocks noGrp="1"/>
          </p:cNvSpPr>
          <p:nvPr/>
        </p:nvSpPr>
        <p:spPr>
          <a:xfrm>
            <a:off x="35339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ind_only_600">
            <a:extLst>
              <a:ext uri="{FF2B5EF4-FFF2-40B4-BE49-F238E27FC236}">
                <a16:creationId xmlns:a16="http://schemas.microsoft.com/office/drawing/2014/main" id="{9E395609-BB72-4D1A-9F7C-C50B278A7440}"/>
              </a:ext>
            </a:extLst>
          </p:cNvPr>
          <p:cNvSpPr>
            <a:spLocks noGrp="1"/>
          </p:cNvSpPr>
          <p:nvPr/>
        </p:nvSpPr>
        <p:spPr>
          <a:xfrm>
            <a:off x="35746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ind_only_601">
            <a:extLst>
              <a:ext uri="{FF2B5EF4-FFF2-40B4-BE49-F238E27FC236}">
                <a16:creationId xmlns:a16="http://schemas.microsoft.com/office/drawing/2014/main" id="{E73CFA3E-28F2-48A3-962F-5E88A1389F98}"/>
              </a:ext>
            </a:extLst>
          </p:cNvPr>
          <p:cNvSpPr>
            <a:spLocks noGrp="1"/>
          </p:cNvSpPr>
          <p:nvPr/>
        </p:nvSpPr>
        <p:spPr>
          <a:xfrm>
            <a:off x="35252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ind_only_602">
            <a:extLst>
              <a:ext uri="{FF2B5EF4-FFF2-40B4-BE49-F238E27FC236}">
                <a16:creationId xmlns:a16="http://schemas.microsoft.com/office/drawing/2014/main" id="{C93EA0C0-86AB-41CA-AA69-EB395CB85520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ind_only_603">
            <a:extLst>
              <a:ext uri="{FF2B5EF4-FFF2-40B4-BE49-F238E27FC236}">
                <a16:creationId xmlns:a16="http://schemas.microsoft.com/office/drawing/2014/main" id="{4D75D0F4-F023-46C6-B097-2A282400EE54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ind_only_604">
            <a:extLst>
              <a:ext uri="{FF2B5EF4-FFF2-40B4-BE49-F238E27FC236}">
                <a16:creationId xmlns:a16="http://schemas.microsoft.com/office/drawing/2014/main" id="{487C9F61-5609-4843-9C65-2DFF8BC56F1F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ind_only_605">
            <a:extLst>
              <a:ext uri="{FF2B5EF4-FFF2-40B4-BE49-F238E27FC236}">
                <a16:creationId xmlns:a16="http://schemas.microsoft.com/office/drawing/2014/main" id="{3E59B504-7273-40D0-91D2-CCE7815A16BC}"/>
              </a:ext>
            </a:extLst>
          </p:cNvPr>
          <p:cNvSpPr>
            <a:spLocks noGrp="1"/>
          </p:cNvSpPr>
          <p:nvPr/>
        </p:nvSpPr>
        <p:spPr>
          <a:xfrm>
            <a:off x="35887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ind_only_606">
            <a:extLst>
              <a:ext uri="{FF2B5EF4-FFF2-40B4-BE49-F238E27FC236}">
                <a16:creationId xmlns:a16="http://schemas.microsoft.com/office/drawing/2014/main" id="{8F734C9B-5AF5-424B-B282-C22E86673481}"/>
              </a:ext>
            </a:extLst>
          </p:cNvPr>
          <p:cNvSpPr>
            <a:spLocks noGrp="1"/>
          </p:cNvSpPr>
          <p:nvPr/>
        </p:nvSpPr>
        <p:spPr>
          <a:xfrm>
            <a:off x="35356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ind_only_607">
            <a:extLst>
              <a:ext uri="{FF2B5EF4-FFF2-40B4-BE49-F238E27FC236}">
                <a16:creationId xmlns:a16="http://schemas.microsoft.com/office/drawing/2014/main" id="{EEDAA5D1-FA12-4233-A706-509D18E10A8B}"/>
              </a:ext>
            </a:extLst>
          </p:cNvPr>
          <p:cNvSpPr>
            <a:spLocks noGrp="1"/>
          </p:cNvSpPr>
          <p:nvPr/>
        </p:nvSpPr>
        <p:spPr>
          <a:xfrm>
            <a:off x="35450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ind_only_608">
            <a:extLst>
              <a:ext uri="{FF2B5EF4-FFF2-40B4-BE49-F238E27FC236}">
                <a16:creationId xmlns:a16="http://schemas.microsoft.com/office/drawing/2014/main" id="{91C81AE4-B5CB-4E93-BC31-5243046FBCFD}"/>
              </a:ext>
            </a:extLst>
          </p:cNvPr>
          <p:cNvSpPr>
            <a:spLocks noGrp="1"/>
          </p:cNvSpPr>
          <p:nvPr/>
        </p:nvSpPr>
        <p:spPr>
          <a:xfrm>
            <a:off x="35981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ind_only_609">
            <a:extLst>
              <a:ext uri="{FF2B5EF4-FFF2-40B4-BE49-F238E27FC236}">
                <a16:creationId xmlns:a16="http://schemas.microsoft.com/office/drawing/2014/main" id="{57B9119B-A666-4DBF-B1C3-02ADD9FD5EE4}"/>
              </a:ext>
            </a:extLst>
          </p:cNvPr>
          <p:cNvSpPr>
            <a:spLocks noGrp="1"/>
          </p:cNvSpPr>
          <p:nvPr/>
        </p:nvSpPr>
        <p:spPr>
          <a:xfrm>
            <a:off x="3568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ind_only_610">
            <a:extLst>
              <a:ext uri="{FF2B5EF4-FFF2-40B4-BE49-F238E27FC236}">
                <a16:creationId xmlns:a16="http://schemas.microsoft.com/office/drawing/2014/main" id="{5BEEAE2F-BA3C-47B9-A9CB-A933512067A1}"/>
              </a:ext>
            </a:extLst>
          </p:cNvPr>
          <p:cNvSpPr>
            <a:spLocks noGrp="1"/>
          </p:cNvSpPr>
          <p:nvPr/>
        </p:nvSpPr>
        <p:spPr>
          <a:xfrm>
            <a:off x="35946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ind_only_611">
            <a:extLst>
              <a:ext uri="{FF2B5EF4-FFF2-40B4-BE49-F238E27FC236}">
                <a16:creationId xmlns:a16="http://schemas.microsoft.com/office/drawing/2014/main" id="{A04694F9-028F-49CD-B712-3C8BA9C6A6CB}"/>
              </a:ext>
            </a:extLst>
          </p:cNvPr>
          <p:cNvSpPr>
            <a:spLocks noGrp="1"/>
          </p:cNvSpPr>
          <p:nvPr/>
        </p:nvSpPr>
        <p:spPr>
          <a:xfrm>
            <a:off x="3508728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ind_only_612">
            <a:extLst>
              <a:ext uri="{FF2B5EF4-FFF2-40B4-BE49-F238E27FC236}">
                <a16:creationId xmlns:a16="http://schemas.microsoft.com/office/drawing/2014/main" id="{5D57599F-D737-4E16-AB20-DA5B1B35B3A6}"/>
              </a:ext>
            </a:extLst>
          </p:cNvPr>
          <p:cNvSpPr>
            <a:spLocks noGrp="1"/>
          </p:cNvSpPr>
          <p:nvPr/>
        </p:nvSpPr>
        <p:spPr>
          <a:xfrm>
            <a:off x="3587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ind_only_613">
            <a:extLst>
              <a:ext uri="{FF2B5EF4-FFF2-40B4-BE49-F238E27FC236}">
                <a16:creationId xmlns:a16="http://schemas.microsoft.com/office/drawing/2014/main" id="{D2A1A0A5-33C3-434B-BF7E-9BBBA6A885FB}"/>
              </a:ext>
            </a:extLst>
          </p:cNvPr>
          <p:cNvSpPr>
            <a:spLocks noGrp="1"/>
          </p:cNvSpPr>
          <p:nvPr/>
        </p:nvSpPr>
        <p:spPr>
          <a:xfrm>
            <a:off x="357459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ind_only_614">
            <a:extLst>
              <a:ext uri="{FF2B5EF4-FFF2-40B4-BE49-F238E27FC236}">
                <a16:creationId xmlns:a16="http://schemas.microsoft.com/office/drawing/2014/main" id="{A72295BA-BB64-4F08-A690-86C4A766FE35}"/>
              </a:ext>
            </a:extLst>
          </p:cNvPr>
          <p:cNvSpPr>
            <a:spLocks noGrp="1"/>
          </p:cNvSpPr>
          <p:nvPr/>
        </p:nvSpPr>
        <p:spPr>
          <a:xfrm>
            <a:off x="35410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ind_only_615">
            <a:extLst>
              <a:ext uri="{FF2B5EF4-FFF2-40B4-BE49-F238E27FC236}">
                <a16:creationId xmlns:a16="http://schemas.microsoft.com/office/drawing/2014/main" id="{16380848-FA26-4112-A457-395B53EACE80}"/>
              </a:ext>
            </a:extLst>
          </p:cNvPr>
          <p:cNvSpPr>
            <a:spLocks noGrp="1"/>
          </p:cNvSpPr>
          <p:nvPr/>
        </p:nvSpPr>
        <p:spPr>
          <a:xfrm>
            <a:off x="357838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ind_only_616">
            <a:extLst>
              <a:ext uri="{FF2B5EF4-FFF2-40B4-BE49-F238E27FC236}">
                <a16:creationId xmlns:a16="http://schemas.microsoft.com/office/drawing/2014/main" id="{FECFFAC4-9B88-4330-9862-7C9050E96AD5}"/>
              </a:ext>
            </a:extLst>
          </p:cNvPr>
          <p:cNvSpPr>
            <a:spLocks noGrp="1"/>
          </p:cNvSpPr>
          <p:nvPr/>
        </p:nvSpPr>
        <p:spPr>
          <a:xfrm>
            <a:off x="35985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ind_only_617">
            <a:extLst>
              <a:ext uri="{FF2B5EF4-FFF2-40B4-BE49-F238E27FC236}">
                <a16:creationId xmlns:a16="http://schemas.microsoft.com/office/drawing/2014/main" id="{54364450-1B26-4A95-BBD8-C8187E7FD357}"/>
              </a:ext>
            </a:extLst>
          </p:cNvPr>
          <p:cNvSpPr>
            <a:spLocks noGrp="1"/>
          </p:cNvSpPr>
          <p:nvPr/>
        </p:nvSpPr>
        <p:spPr>
          <a:xfrm>
            <a:off x="356818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ind_only_618">
            <a:extLst>
              <a:ext uri="{FF2B5EF4-FFF2-40B4-BE49-F238E27FC236}">
                <a16:creationId xmlns:a16="http://schemas.microsoft.com/office/drawing/2014/main" id="{34E489C0-4729-4340-B6C6-5EC8530B9C55}"/>
              </a:ext>
            </a:extLst>
          </p:cNvPr>
          <p:cNvSpPr>
            <a:spLocks noGrp="1"/>
          </p:cNvSpPr>
          <p:nvPr/>
        </p:nvSpPr>
        <p:spPr>
          <a:xfrm>
            <a:off x="3575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ind_only_619">
            <a:extLst>
              <a:ext uri="{FF2B5EF4-FFF2-40B4-BE49-F238E27FC236}">
                <a16:creationId xmlns:a16="http://schemas.microsoft.com/office/drawing/2014/main" id="{F292B8DF-401B-415E-908A-A56C2DC06963}"/>
              </a:ext>
            </a:extLst>
          </p:cNvPr>
          <p:cNvSpPr>
            <a:spLocks noGrp="1"/>
          </p:cNvSpPr>
          <p:nvPr/>
        </p:nvSpPr>
        <p:spPr>
          <a:xfrm>
            <a:off x="357479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ind_only_620">
            <a:extLst>
              <a:ext uri="{FF2B5EF4-FFF2-40B4-BE49-F238E27FC236}">
                <a16:creationId xmlns:a16="http://schemas.microsoft.com/office/drawing/2014/main" id="{7F47F44C-CB8E-4998-801B-0C3D4564A3C5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ind_only_621">
            <a:extLst>
              <a:ext uri="{FF2B5EF4-FFF2-40B4-BE49-F238E27FC236}">
                <a16:creationId xmlns:a16="http://schemas.microsoft.com/office/drawing/2014/main" id="{85182346-57A2-429A-BA2D-4C2F503D84A2}"/>
              </a:ext>
            </a:extLst>
          </p:cNvPr>
          <p:cNvSpPr>
            <a:spLocks noGrp="1"/>
          </p:cNvSpPr>
          <p:nvPr/>
        </p:nvSpPr>
        <p:spPr>
          <a:xfrm>
            <a:off x="353214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ind_only_622">
            <a:extLst>
              <a:ext uri="{FF2B5EF4-FFF2-40B4-BE49-F238E27FC236}">
                <a16:creationId xmlns:a16="http://schemas.microsoft.com/office/drawing/2014/main" id="{F5230032-51D7-46D8-B1B1-6745B83F81E9}"/>
              </a:ext>
            </a:extLst>
          </p:cNvPr>
          <p:cNvSpPr>
            <a:spLocks noGrp="1"/>
          </p:cNvSpPr>
          <p:nvPr/>
        </p:nvSpPr>
        <p:spPr>
          <a:xfrm>
            <a:off x="35917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ind_only_623">
            <a:extLst>
              <a:ext uri="{FF2B5EF4-FFF2-40B4-BE49-F238E27FC236}">
                <a16:creationId xmlns:a16="http://schemas.microsoft.com/office/drawing/2014/main" id="{8AB58B69-4F6E-49CF-96C9-9108430FEE68}"/>
              </a:ext>
            </a:extLst>
          </p:cNvPr>
          <p:cNvSpPr>
            <a:spLocks noGrp="1"/>
          </p:cNvSpPr>
          <p:nvPr/>
        </p:nvSpPr>
        <p:spPr>
          <a:xfrm>
            <a:off x="352184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ind_only_624">
            <a:extLst>
              <a:ext uri="{FF2B5EF4-FFF2-40B4-BE49-F238E27FC236}">
                <a16:creationId xmlns:a16="http://schemas.microsoft.com/office/drawing/2014/main" id="{93FB3229-EFFA-4574-9848-D0EB9E47B104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ind_only_625">
            <a:extLst>
              <a:ext uri="{FF2B5EF4-FFF2-40B4-BE49-F238E27FC236}">
                <a16:creationId xmlns:a16="http://schemas.microsoft.com/office/drawing/2014/main" id="{79A5C756-BEC2-4D99-B8C5-77EB3E77AE76}"/>
              </a:ext>
            </a:extLst>
          </p:cNvPr>
          <p:cNvSpPr>
            <a:spLocks noGrp="1"/>
          </p:cNvSpPr>
          <p:nvPr/>
        </p:nvSpPr>
        <p:spPr>
          <a:xfrm>
            <a:off x="35254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ind_only_626">
            <a:extLst>
              <a:ext uri="{FF2B5EF4-FFF2-40B4-BE49-F238E27FC236}">
                <a16:creationId xmlns:a16="http://schemas.microsoft.com/office/drawing/2014/main" id="{F29CC810-1D0E-4949-8FA2-F89B08BF2BC1}"/>
              </a:ext>
            </a:extLst>
          </p:cNvPr>
          <p:cNvSpPr>
            <a:spLocks noGrp="1"/>
          </p:cNvSpPr>
          <p:nvPr/>
        </p:nvSpPr>
        <p:spPr>
          <a:xfrm>
            <a:off x="35931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ind_only_627">
            <a:extLst>
              <a:ext uri="{FF2B5EF4-FFF2-40B4-BE49-F238E27FC236}">
                <a16:creationId xmlns:a16="http://schemas.microsoft.com/office/drawing/2014/main" id="{37F6848C-867C-44D4-9994-8223C02E8231}"/>
              </a:ext>
            </a:extLst>
          </p:cNvPr>
          <p:cNvSpPr>
            <a:spLocks noGrp="1"/>
          </p:cNvSpPr>
          <p:nvPr/>
        </p:nvSpPr>
        <p:spPr>
          <a:xfrm>
            <a:off x="358285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ind_only_628">
            <a:extLst>
              <a:ext uri="{FF2B5EF4-FFF2-40B4-BE49-F238E27FC236}">
                <a16:creationId xmlns:a16="http://schemas.microsoft.com/office/drawing/2014/main" id="{44C80C4D-1FF2-4EC8-8A42-4626681D2B2D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ind_only_629">
            <a:extLst>
              <a:ext uri="{FF2B5EF4-FFF2-40B4-BE49-F238E27FC236}">
                <a16:creationId xmlns:a16="http://schemas.microsoft.com/office/drawing/2014/main" id="{8149CDE8-A8C1-4833-997E-DC0E668275B2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ind_only_630">
            <a:extLst>
              <a:ext uri="{FF2B5EF4-FFF2-40B4-BE49-F238E27FC236}">
                <a16:creationId xmlns:a16="http://schemas.microsoft.com/office/drawing/2014/main" id="{1AC9FD92-DBAB-45EE-8849-C3CE1BC42D5F}"/>
              </a:ext>
            </a:extLst>
          </p:cNvPr>
          <p:cNvSpPr>
            <a:spLocks noGrp="1"/>
          </p:cNvSpPr>
          <p:nvPr/>
        </p:nvSpPr>
        <p:spPr>
          <a:xfrm>
            <a:off x="35824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ind_only_631">
            <a:extLst>
              <a:ext uri="{FF2B5EF4-FFF2-40B4-BE49-F238E27FC236}">
                <a16:creationId xmlns:a16="http://schemas.microsoft.com/office/drawing/2014/main" id="{A1F4B928-9719-4449-BF88-A8057278CFA3}"/>
              </a:ext>
            </a:extLst>
          </p:cNvPr>
          <p:cNvSpPr>
            <a:spLocks noGrp="1"/>
          </p:cNvSpPr>
          <p:nvPr/>
        </p:nvSpPr>
        <p:spPr>
          <a:xfrm>
            <a:off x="35908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ind_only_632">
            <a:extLst>
              <a:ext uri="{FF2B5EF4-FFF2-40B4-BE49-F238E27FC236}">
                <a16:creationId xmlns:a16="http://schemas.microsoft.com/office/drawing/2014/main" id="{528662C7-92F6-48A5-85CD-EE8760CBDCEA}"/>
              </a:ext>
            </a:extLst>
          </p:cNvPr>
          <p:cNvSpPr>
            <a:spLocks noGrp="1"/>
          </p:cNvSpPr>
          <p:nvPr/>
        </p:nvSpPr>
        <p:spPr>
          <a:xfrm>
            <a:off x="3519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ind_only_633">
            <a:extLst>
              <a:ext uri="{FF2B5EF4-FFF2-40B4-BE49-F238E27FC236}">
                <a16:creationId xmlns:a16="http://schemas.microsoft.com/office/drawing/2014/main" id="{81C7EB4C-A69D-4024-BDE5-BE324DB0C99B}"/>
              </a:ext>
            </a:extLst>
          </p:cNvPr>
          <p:cNvSpPr>
            <a:spLocks noGrp="1"/>
          </p:cNvSpPr>
          <p:nvPr/>
        </p:nvSpPr>
        <p:spPr>
          <a:xfrm>
            <a:off x="3527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ind_only_634">
            <a:extLst>
              <a:ext uri="{FF2B5EF4-FFF2-40B4-BE49-F238E27FC236}">
                <a16:creationId xmlns:a16="http://schemas.microsoft.com/office/drawing/2014/main" id="{EC135D46-B16B-4E71-BB3F-D1834ED3E12F}"/>
              </a:ext>
            </a:extLst>
          </p:cNvPr>
          <p:cNvSpPr>
            <a:spLocks noGrp="1"/>
          </p:cNvSpPr>
          <p:nvPr/>
        </p:nvSpPr>
        <p:spPr>
          <a:xfrm>
            <a:off x="3573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ind_only_635">
            <a:extLst>
              <a:ext uri="{FF2B5EF4-FFF2-40B4-BE49-F238E27FC236}">
                <a16:creationId xmlns:a16="http://schemas.microsoft.com/office/drawing/2014/main" id="{80F3EA81-37C3-449B-8AFD-08ABAC830C97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ind_only_636">
            <a:extLst>
              <a:ext uri="{FF2B5EF4-FFF2-40B4-BE49-F238E27FC236}">
                <a16:creationId xmlns:a16="http://schemas.microsoft.com/office/drawing/2014/main" id="{B3F31C65-12BD-4334-8B79-38948C7C5B4A}"/>
              </a:ext>
            </a:extLst>
          </p:cNvPr>
          <p:cNvSpPr>
            <a:spLocks noGrp="1"/>
          </p:cNvSpPr>
          <p:nvPr/>
        </p:nvSpPr>
        <p:spPr>
          <a:xfrm>
            <a:off x="3533890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ind_only_637">
            <a:extLst>
              <a:ext uri="{FF2B5EF4-FFF2-40B4-BE49-F238E27FC236}">
                <a16:creationId xmlns:a16="http://schemas.microsoft.com/office/drawing/2014/main" id="{D5C8B91B-4A0C-4977-882C-99B761539860}"/>
              </a:ext>
            </a:extLst>
          </p:cNvPr>
          <p:cNvSpPr>
            <a:spLocks noGrp="1"/>
          </p:cNvSpPr>
          <p:nvPr/>
        </p:nvSpPr>
        <p:spPr>
          <a:xfrm>
            <a:off x="35179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ind_only_638">
            <a:extLst>
              <a:ext uri="{FF2B5EF4-FFF2-40B4-BE49-F238E27FC236}">
                <a16:creationId xmlns:a16="http://schemas.microsoft.com/office/drawing/2014/main" id="{56426A7D-3D64-46FB-8B83-1BFB43D346A3}"/>
              </a:ext>
            </a:extLst>
          </p:cNvPr>
          <p:cNvSpPr>
            <a:spLocks noGrp="1"/>
          </p:cNvSpPr>
          <p:nvPr/>
        </p:nvSpPr>
        <p:spPr>
          <a:xfrm>
            <a:off x="35282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ind_only_639">
            <a:extLst>
              <a:ext uri="{FF2B5EF4-FFF2-40B4-BE49-F238E27FC236}">
                <a16:creationId xmlns:a16="http://schemas.microsoft.com/office/drawing/2014/main" id="{A18E76D3-7686-479D-9394-89C3A4FB46D2}"/>
              </a:ext>
            </a:extLst>
          </p:cNvPr>
          <p:cNvSpPr>
            <a:spLocks noGrp="1"/>
          </p:cNvSpPr>
          <p:nvPr/>
        </p:nvSpPr>
        <p:spPr>
          <a:xfrm>
            <a:off x="3532045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ind_only_640">
            <a:extLst>
              <a:ext uri="{FF2B5EF4-FFF2-40B4-BE49-F238E27FC236}">
                <a16:creationId xmlns:a16="http://schemas.microsoft.com/office/drawing/2014/main" id="{031BA341-216F-4774-AAEA-59DA6E9EECF0}"/>
              </a:ext>
            </a:extLst>
          </p:cNvPr>
          <p:cNvSpPr>
            <a:spLocks noGrp="1"/>
          </p:cNvSpPr>
          <p:nvPr/>
        </p:nvSpPr>
        <p:spPr>
          <a:xfrm>
            <a:off x="35923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ind_only_641">
            <a:extLst>
              <a:ext uri="{FF2B5EF4-FFF2-40B4-BE49-F238E27FC236}">
                <a16:creationId xmlns:a16="http://schemas.microsoft.com/office/drawing/2014/main" id="{B5AD8ABC-C989-475A-B0A9-69526D9026E6}"/>
              </a:ext>
            </a:extLst>
          </p:cNvPr>
          <p:cNvSpPr>
            <a:spLocks noGrp="1"/>
          </p:cNvSpPr>
          <p:nvPr/>
        </p:nvSpPr>
        <p:spPr>
          <a:xfrm>
            <a:off x="35511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ind_only_642">
            <a:extLst>
              <a:ext uri="{FF2B5EF4-FFF2-40B4-BE49-F238E27FC236}">
                <a16:creationId xmlns:a16="http://schemas.microsoft.com/office/drawing/2014/main" id="{6AF2F2A3-1835-4889-8513-09C3A729AC0C}"/>
              </a:ext>
            </a:extLst>
          </p:cNvPr>
          <p:cNvSpPr>
            <a:spLocks noGrp="1"/>
          </p:cNvSpPr>
          <p:nvPr/>
        </p:nvSpPr>
        <p:spPr>
          <a:xfrm>
            <a:off x="351951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ind_only_643">
            <a:extLst>
              <a:ext uri="{FF2B5EF4-FFF2-40B4-BE49-F238E27FC236}">
                <a16:creationId xmlns:a16="http://schemas.microsoft.com/office/drawing/2014/main" id="{6D9909BE-D2D5-44DB-AB60-DFDAD0B5AAF9}"/>
              </a:ext>
            </a:extLst>
          </p:cNvPr>
          <p:cNvSpPr>
            <a:spLocks noGrp="1"/>
          </p:cNvSpPr>
          <p:nvPr/>
        </p:nvSpPr>
        <p:spPr>
          <a:xfrm>
            <a:off x="353359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ind_only_644">
            <a:extLst>
              <a:ext uri="{FF2B5EF4-FFF2-40B4-BE49-F238E27FC236}">
                <a16:creationId xmlns:a16="http://schemas.microsoft.com/office/drawing/2014/main" id="{9E65615D-BEFE-4037-9FBF-63B6A05ECA7C}"/>
              </a:ext>
            </a:extLst>
          </p:cNvPr>
          <p:cNvSpPr>
            <a:spLocks noGrp="1"/>
          </p:cNvSpPr>
          <p:nvPr/>
        </p:nvSpPr>
        <p:spPr>
          <a:xfrm>
            <a:off x="3587324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ind_only_645">
            <a:extLst>
              <a:ext uri="{FF2B5EF4-FFF2-40B4-BE49-F238E27FC236}">
                <a16:creationId xmlns:a16="http://schemas.microsoft.com/office/drawing/2014/main" id="{0D2294EB-DE60-4390-AFF5-1347CF03AB16}"/>
              </a:ext>
            </a:extLst>
          </p:cNvPr>
          <p:cNvSpPr>
            <a:spLocks noGrp="1"/>
          </p:cNvSpPr>
          <p:nvPr/>
        </p:nvSpPr>
        <p:spPr>
          <a:xfrm>
            <a:off x="35689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ind_only_646">
            <a:extLst>
              <a:ext uri="{FF2B5EF4-FFF2-40B4-BE49-F238E27FC236}">
                <a16:creationId xmlns:a16="http://schemas.microsoft.com/office/drawing/2014/main" id="{F89D4C80-A418-4191-88B9-B06A2CDE813F}"/>
              </a:ext>
            </a:extLst>
          </p:cNvPr>
          <p:cNvSpPr>
            <a:spLocks noGrp="1"/>
          </p:cNvSpPr>
          <p:nvPr/>
        </p:nvSpPr>
        <p:spPr>
          <a:xfrm>
            <a:off x="3586935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ind_only_647">
            <a:extLst>
              <a:ext uri="{FF2B5EF4-FFF2-40B4-BE49-F238E27FC236}">
                <a16:creationId xmlns:a16="http://schemas.microsoft.com/office/drawing/2014/main" id="{224F5583-9829-46BA-A8AD-B483F3DDD3AC}"/>
              </a:ext>
            </a:extLst>
          </p:cNvPr>
          <p:cNvSpPr>
            <a:spLocks noGrp="1"/>
          </p:cNvSpPr>
          <p:nvPr/>
        </p:nvSpPr>
        <p:spPr>
          <a:xfrm>
            <a:off x="352543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ind_only_648">
            <a:extLst>
              <a:ext uri="{FF2B5EF4-FFF2-40B4-BE49-F238E27FC236}">
                <a16:creationId xmlns:a16="http://schemas.microsoft.com/office/drawing/2014/main" id="{C7369C32-21D0-4951-A009-243A1A52D375}"/>
              </a:ext>
            </a:extLst>
          </p:cNvPr>
          <p:cNvSpPr>
            <a:spLocks noGrp="1"/>
          </p:cNvSpPr>
          <p:nvPr/>
        </p:nvSpPr>
        <p:spPr>
          <a:xfrm>
            <a:off x="3543703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ind_only_649">
            <a:extLst>
              <a:ext uri="{FF2B5EF4-FFF2-40B4-BE49-F238E27FC236}">
                <a16:creationId xmlns:a16="http://schemas.microsoft.com/office/drawing/2014/main" id="{EE5C4805-D17D-480A-9FBA-B5F2C83A141B}"/>
              </a:ext>
            </a:extLst>
          </p:cNvPr>
          <p:cNvSpPr>
            <a:spLocks noGrp="1"/>
          </p:cNvSpPr>
          <p:nvPr/>
        </p:nvSpPr>
        <p:spPr>
          <a:xfrm>
            <a:off x="3587615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ind_only_650">
            <a:extLst>
              <a:ext uri="{FF2B5EF4-FFF2-40B4-BE49-F238E27FC236}">
                <a16:creationId xmlns:a16="http://schemas.microsoft.com/office/drawing/2014/main" id="{6014070D-D68C-4E42-85DA-FF2A49F747B8}"/>
              </a:ext>
            </a:extLst>
          </p:cNvPr>
          <p:cNvSpPr>
            <a:spLocks noGrp="1"/>
          </p:cNvSpPr>
          <p:nvPr/>
        </p:nvSpPr>
        <p:spPr>
          <a:xfrm>
            <a:off x="3587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ind_only_651">
            <a:extLst>
              <a:ext uri="{FF2B5EF4-FFF2-40B4-BE49-F238E27FC236}">
                <a16:creationId xmlns:a16="http://schemas.microsoft.com/office/drawing/2014/main" id="{F5870615-29DD-4C12-9662-D2763590D974}"/>
              </a:ext>
            </a:extLst>
          </p:cNvPr>
          <p:cNvSpPr>
            <a:spLocks noGrp="1"/>
          </p:cNvSpPr>
          <p:nvPr/>
        </p:nvSpPr>
        <p:spPr>
          <a:xfrm>
            <a:off x="3581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ind_only_652">
            <a:extLst>
              <a:ext uri="{FF2B5EF4-FFF2-40B4-BE49-F238E27FC236}">
                <a16:creationId xmlns:a16="http://schemas.microsoft.com/office/drawing/2014/main" id="{828832DE-FF81-4DBC-A5B5-0A020E69A2BE}"/>
              </a:ext>
            </a:extLst>
          </p:cNvPr>
          <p:cNvSpPr>
            <a:spLocks noGrp="1"/>
          </p:cNvSpPr>
          <p:nvPr/>
        </p:nvSpPr>
        <p:spPr>
          <a:xfrm>
            <a:off x="35902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ind_only_653">
            <a:extLst>
              <a:ext uri="{FF2B5EF4-FFF2-40B4-BE49-F238E27FC236}">
                <a16:creationId xmlns:a16="http://schemas.microsoft.com/office/drawing/2014/main" id="{585095B0-0348-483E-9C63-87FC3FD1B859}"/>
              </a:ext>
            </a:extLst>
          </p:cNvPr>
          <p:cNvSpPr>
            <a:spLocks noGrp="1"/>
          </p:cNvSpPr>
          <p:nvPr/>
        </p:nvSpPr>
        <p:spPr>
          <a:xfrm>
            <a:off x="353437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ind_only_654">
            <a:extLst>
              <a:ext uri="{FF2B5EF4-FFF2-40B4-BE49-F238E27FC236}">
                <a16:creationId xmlns:a16="http://schemas.microsoft.com/office/drawing/2014/main" id="{D3316D22-625A-4E7D-AC3A-E322A1603103}"/>
              </a:ext>
            </a:extLst>
          </p:cNvPr>
          <p:cNvSpPr>
            <a:spLocks noGrp="1"/>
          </p:cNvSpPr>
          <p:nvPr/>
        </p:nvSpPr>
        <p:spPr>
          <a:xfrm>
            <a:off x="3519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ind_only_655">
            <a:extLst>
              <a:ext uri="{FF2B5EF4-FFF2-40B4-BE49-F238E27FC236}">
                <a16:creationId xmlns:a16="http://schemas.microsoft.com/office/drawing/2014/main" id="{36103783-011E-450B-9642-3E54982CDF74}"/>
              </a:ext>
            </a:extLst>
          </p:cNvPr>
          <p:cNvSpPr>
            <a:spLocks noGrp="1"/>
          </p:cNvSpPr>
          <p:nvPr/>
        </p:nvSpPr>
        <p:spPr>
          <a:xfrm>
            <a:off x="35762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ind_only_656">
            <a:extLst>
              <a:ext uri="{FF2B5EF4-FFF2-40B4-BE49-F238E27FC236}">
                <a16:creationId xmlns:a16="http://schemas.microsoft.com/office/drawing/2014/main" id="{0A9757BB-0C0D-47EA-A897-8D242536E298}"/>
              </a:ext>
            </a:extLst>
          </p:cNvPr>
          <p:cNvSpPr>
            <a:spLocks noGrp="1"/>
          </p:cNvSpPr>
          <p:nvPr/>
        </p:nvSpPr>
        <p:spPr>
          <a:xfrm>
            <a:off x="351514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ind_only_657">
            <a:extLst>
              <a:ext uri="{FF2B5EF4-FFF2-40B4-BE49-F238E27FC236}">
                <a16:creationId xmlns:a16="http://schemas.microsoft.com/office/drawing/2014/main" id="{F2907E2C-46BF-41A7-A957-4C8A7721231F}"/>
              </a:ext>
            </a:extLst>
          </p:cNvPr>
          <p:cNvSpPr>
            <a:spLocks noGrp="1"/>
          </p:cNvSpPr>
          <p:nvPr/>
        </p:nvSpPr>
        <p:spPr>
          <a:xfrm>
            <a:off x="35212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ind_only_658">
            <a:extLst>
              <a:ext uri="{FF2B5EF4-FFF2-40B4-BE49-F238E27FC236}">
                <a16:creationId xmlns:a16="http://schemas.microsoft.com/office/drawing/2014/main" id="{D0D743B9-2E57-4852-9042-7941C018B11F}"/>
              </a:ext>
            </a:extLst>
          </p:cNvPr>
          <p:cNvSpPr>
            <a:spLocks noGrp="1"/>
          </p:cNvSpPr>
          <p:nvPr/>
        </p:nvSpPr>
        <p:spPr>
          <a:xfrm>
            <a:off x="357867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ind_only_659">
            <a:extLst>
              <a:ext uri="{FF2B5EF4-FFF2-40B4-BE49-F238E27FC236}">
                <a16:creationId xmlns:a16="http://schemas.microsoft.com/office/drawing/2014/main" id="{36E2C5C0-5CDA-4DA9-8859-0905BD81B886}"/>
              </a:ext>
            </a:extLst>
          </p:cNvPr>
          <p:cNvSpPr>
            <a:spLocks noGrp="1"/>
          </p:cNvSpPr>
          <p:nvPr/>
        </p:nvSpPr>
        <p:spPr>
          <a:xfrm>
            <a:off x="3516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ind_only_660">
            <a:extLst>
              <a:ext uri="{FF2B5EF4-FFF2-40B4-BE49-F238E27FC236}">
                <a16:creationId xmlns:a16="http://schemas.microsoft.com/office/drawing/2014/main" id="{9FAC71FF-3694-45A7-B162-9A17AD121162}"/>
              </a:ext>
            </a:extLst>
          </p:cNvPr>
          <p:cNvSpPr>
            <a:spLocks noGrp="1"/>
          </p:cNvSpPr>
          <p:nvPr/>
        </p:nvSpPr>
        <p:spPr>
          <a:xfrm>
            <a:off x="3597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ind_only_661">
            <a:extLst>
              <a:ext uri="{FF2B5EF4-FFF2-40B4-BE49-F238E27FC236}">
                <a16:creationId xmlns:a16="http://schemas.microsoft.com/office/drawing/2014/main" id="{A6354353-1565-4C34-B7EC-935F0AE301C4}"/>
              </a:ext>
            </a:extLst>
          </p:cNvPr>
          <p:cNvSpPr>
            <a:spLocks noGrp="1"/>
          </p:cNvSpPr>
          <p:nvPr/>
        </p:nvSpPr>
        <p:spPr>
          <a:xfrm>
            <a:off x="35824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ind_only_662">
            <a:extLst>
              <a:ext uri="{FF2B5EF4-FFF2-40B4-BE49-F238E27FC236}">
                <a16:creationId xmlns:a16="http://schemas.microsoft.com/office/drawing/2014/main" id="{115D751D-E764-4C1A-9B70-38C142D3CF15}"/>
              </a:ext>
            </a:extLst>
          </p:cNvPr>
          <p:cNvSpPr>
            <a:spLocks noGrp="1"/>
          </p:cNvSpPr>
          <p:nvPr/>
        </p:nvSpPr>
        <p:spPr>
          <a:xfrm>
            <a:off x="35472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ind_only_663">
            <a:extLst>
              <a:ext uri="{FF2B5EF4-FFF2-40B4-BE49-F238E27FC236}">
                <a16:creationId xmlns:a16="http://schemas.microsoft.com/office/drawing/2014/main" id="{B2483092-C7DB-46DF-AE2D-0CA09FBA4DAA}"/>
              </a:ext>
            </a:extLst>
          </p:cNvPr>
          <p:cNvSpPr>
            <a:spLocks noGrp="1"/>
          </p:cNvSpPr>
          <p:nvPr/>
        </p:nvSpPr>
        <p:spPr>
          <a:xfrm>
            <a:off x="35308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ind_only_664">
            <a:extLst>
              <a:ext uri="{FF2B5EF4-FFF2-40B4-BE49-F238E27FC236}">
                <a16:creationId xmlns:a16="http://schemas.microsoft.com/office/drawing/2014/main" id="{30D42FEA-233E-4A23-9D26-4DF7A85F849D}"/>
              </a:ext>
            </a:extLst>
          </p:cNvPr>
          <p:cNvSpPr>
            <a:spLocks noGrp="1"/>
          </p:cNvSpPr>
          <p:nvPr/>
        </p:nvSpPr>
        <p:spPr>
          <a:xfrm>
            <a:off x="3595872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ind_only_665">
            <a:extLst>
              <a:ext uri="{FF2B5EF4-FFF2-40B4-BE49-F238E27FC236}">
                <a16:creationId xmlns:a16="http://schemas.microsoft.com/office/drawing/2014/main" id="{26AE5293-CA34-4137-B5F4-17FECF5BA722}"/>
              </a:ext>
            </a:extLst>
          </p:cNvPr>
          <p:cNvSpPr>
            <a:spLocks noGrp="1"/>
          </p:cNvSpPr>
          <p:nvPr/>
        </p:nvSpPr>
        <p:spPr>
          <a:xfrm>
            <a:off x="360005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ind_only_666">
            <a:extLst>
              <a:ext uri="{FF2B5EF4-FFF2-40B4-BE49-F238E27FC236}">
                <a16:creationId xmlns:a16="http://schemas.microsoft.com/office/drawing/2014/main" id="{3B5D349F-167B-4230-8E11-2219F9376474}"/>
              </a:ext>
            </a:extLst>
          </p:cNvPr>
          <p:cNvSpPr>
            <a:spLocks noGrp="1"/>
          </p:cNvSpPr>
          <p:nvPr/>
        </p:nvSpPr>
        <p:spPr>
          <a:xfrm>
            <a:off x="35647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ind_only_667">
            <a:extLst>
              <a:ext uri="{FF2B5EF4-FFF2-40B4-BE49-F238E27FC236}">
                <a16:creationId xmlns:a16="http://schemas.microsoft.com/office/drawing/2014/main" id="{A18CA036-AE91-49E4-8BF2-6EB4FBE521A1}"/>
              </a:ext>
            </a:extLst>
          </p:cNvPr>
          <p:cNvSpPr>
            <a:spLocks noGrp="1"/>
          </p:cNvSpPr>
          <p:nvPr/>
        </p:nvSpPr>
        <p:spPr>
          <a:xfrm>
            <a:off x="3586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ind_only_668">
            <a:extLst>
              <a:ext uri="{FF2B5EF4-FFF2-40B4-BE49-F238E27FC236}">
                <a16:creationId xmlns:a16="http://schemas.microsoft.com/office/drawing/2014/main" id="{B05537E7-BAC3-448A-956C-0C0B456915AD}"/>
              </a:ext>
            </a:extLst>
          </p:cNvPr>
          <p:cNvSpPr>
            <a:spLocks noGrp="1"/>
          </p:cNvSpPr>
          <p:nvPr/>
        </p:nvSpPr>
        <p:spPr>
          <a:xfrm>
            <a:off x="35188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ind_only_669">
            <a:extLst>
              <a:ext uri="{FF2B5EF4-FFF2-40B4-BE49-F238E27FC236}">
                <a16:creationId xmlns:a16="http://schemas.microsoft.com/office/drawing/2014/main" id="{E5113611-9E67-4437-8357-3A1B6CFD747F}"/>
              </a:ext>
            </a:extLst>
          </p:cNvPr>
          <p:cNvSpPr>
            <a:spLocks noGrp="1"/>
          </p:cNvSpPr>
          <p:nvPr/>
        </p:nvSpPr>
        <p:spPr>
          <a:xfrm>
            <a:off x="35462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ind_only_670">
            <a:extLst>
              <a:ext uri="{FF2B5EF4-FFF2-40B4-BE49-F238E27FC236}">
                <a16:creationId xmlns:a16="http://schemas.microsoft.com/office/drawing/2014/main" id="{9A56E6AB-FD6C-4D61-9F7B-EB2CBE2D6AD3}"/>
              </a:ext>
            </a:extLst>
          </p:cNvPr>
          <p:cNvSpPr>
            <a:spLocks noGrp="1"/>
          </p:cNvSpPr>
          <p:nvPr/>
        </p:nvSpPr>
        <p:spPr>
          <a:xfrm>
            <a:off x="3580912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ind_only_671">
            <a:extLst>
              <a:ext uri="{FF2B5EF4-FFF2-40B4-BE49-F238E27FC236}">
                <a16:creationId xmlns:a16="http://schemas.microsoft.com/office/drawing/2014/main" id="{10A9B5DE-76F2-403F-8960-63916F0051C7}"/>
              </a:ext>
            </a:extLst>
          </p:cNvPr>
          <p:cNvSpPr>
            <a:spLocks noGrp="1"/>
          </p:cNvSpPr>
          <p:nvPr/>
        </p:nvSpPr>
        <p:spPr>
          <a:xfrm>
            <a:off x="35129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ind_only_672">
            <a:extLst>
              <a:ext uri="{FF2B5EF4-FFF2-40B4-BE49-F238E27FC236}">
                <a16:creationId xmlns:a16="http://schemas.microsoft.com/office/drawing/2014/main" id="{2929F62F-EFDF-44A7-B3E5-DAD85189CF18}"/>
              </a:ext>
            </a:extLst>
          </p:cNvPr>
          <p:cNvSpPr>
            <a:spLocks noGrp="1"/>
          </p:cNvSpPr>
          <p:nvPr/>
        </p:nvSpPr>
        <p:spPr>
          <a:xfrm>
            <a:off x="35094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ind_only_673">
            <a:extLst>
              <a:ext uri="{FF2B5EF4-FFF2-40B4-BE49-F238E27FC236}">
                <a16:creationId xmlns:a16="http://schemas.microsoft.com/office/drawing/2014/main" id="{8277784A-2F9A-4AB4-8DAE-A88BF087907E}"/>
              </a:ext>
            </a:extLst>
          </p:cNvPr>
          <p:cNvSpPr>
            <a:spLocks noGrp="1"/>
          </p:cNvSpPr>
          <p:nvPr/>
        </p:nvSpPr>
        <p:spPr>
          <a:xfrm>
            <a:off x="35668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ind_only_674">
            <a:extLst>
              <a:ext uri="{FF2B5EF4-FFF2-40B4-BE49-F238E27FC236}">
                <a16:creationId xmlns:a16="http://schemas.microsoft.com/office/drawing/2014/main" id="{BF067B65-5982-4D72-B7CC-81799AF40481}"/>
              </a:ext>
            </a:extLst>
          </p:cNvPr>
          <p:cNvSpPr>
            <a:spLocks noGrp="1"/>
          </p:cNvSpPr>
          <p:nvPr/>
        </p:nvSpPr>
        <p:spPr>
          <a:xfrm>
            <a:off x="35952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ind_only_675">
            <a:extLst>
              <a:ext uri="{FF2B5EF4-FFF2-40B4-BE49-F238E27FC236}">
                <a16:creationId xmlns:a16="http://schemas.microsoft.com/office/drawing/2014/main" id="{9EF8009D-C250-495F-B1CE-9C6784242490}"/>
              </a:ext>
            </a:extLst>
          </p:cNvPr>
          <p:cNvSpPr>
            <a:spLocks noGrp="1"/>
          </p:cNvSpPr>
          <p:nvPr/>
        </p:nvSpPr>
        <p:spPr>
          <a:xfrm>
            <a:off x="3505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ind_only_676">
            <a:extLst>
              <a:ext uri="{FF2B5EF4-FFF2-40B4-BE49-F238E27FC236}">
                <a16:creationId xmlns:a16="http://schemas.microsoft.com/office/drawing/2014/main" id="{38412AC5-199C-44D7-8E80-843EB5FA6EB5}"/>
              </a:ext>
            </a:extLst>
          </p:cNvPr>
          <p:cNvSpPr>
            <a:spLocks noGrp="1"/>
          </p:cNvSpPr>
          <p:nvPr/>
        </p:nvSpPr>
        <p:spPr>
          <a:xfrm>
            <a:off x="35431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ind_only_677">
            <a:extLst>
              <a:ext uri="{FF2B5EF4-FFF2-40B4-BE49-F238E27FC236}">
                <a16:creationId xmlns:a16="http://schemas.microsoft.com/office/drawing/2014/main" id="{CF210988-68D1-4AC2-A4FF-F32373D4AF77}"/>
              </a:ext>
            </a:extLst>
          </p:cNvPr>
          <p:cNvSpPr>
            <a:spLocks noGrp="1"/>
          </p:cNvSpPr>
          <p:nvPr/>
        </p:nvSpPr>
        <p:spPr>
          <a:xfrm>
            <a:off x="35743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ind_only_678">
            <a:extLst>
              <a:ext uri="{FF2B5EF4-FFF2-40B4-BE49-F238E27FC236}">
                <a16:creationId xmlns:a16="http://schemas.microsoft.com/office/drawing/2014/main" id="{86292359-E310-46B1-994E-5DF5A7BA497D}"/>
              </a:ext>
            </a:extLst>
          </p:cNvPr>
          <p:cNvSpPr>
            <a:spLocks noGrp="1"/>
          </p:cNvSpPr>
          <p:nvPr/>
        </p:nvSpPr>
        <p:spPr>
          <a:xfrm>
            <a:off x="3545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ind_only_679">
            <a:extLst>
              <a:ext uri="{FF2B5EF4-FFF2-40B4-BE49-F238E27FC236}">
                <a16:creationId xmlns:a16="http://schemas.microsoft.com/office/drawing/2014/main" id="{453AD5AA-DA02-4110-95F0-3AF6DEE71A34}"/>
              </a:ext>
            </a:extLst>
          </p:cNvPr>
          <p:cNvSpPr>
            <a:spLocks noGrp="1"/>
          </p:cNvSpPr>
          <p:nvPr/>
        </p:nvSpPr>
        <p:spPr>
          <a:xfrm>
            <a:off x="352874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ind_only_680">
            <a:extLst>
              <a:ext uri="{FF2B5EF4-FFF2-40B4-BE49-F238E27FC236}">
                <a16:creationId xmlns:a16="http://schemas.microsoft.com/office/drawing/2014/main" id="{C50B7354-765F-4D00-87CC-1CD6F77FD3A7}"/>
              </a:ext>
            </a:extLst>
          </p:cNvPr>
          <p:cNvSpPr>
            <a:spLocks noGrp="1"/>
          </p:cNvSpPr>
          <p:nvPr/>
        </p:nvSpPr>
        <p:spPr>
          <a:xfrm>
            <a:off x="3566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ind_only_681">
            <a:extLst>
              <a:ext uri="{FF2B5EF4-FFF2-40B4-BE49-F238E27FC236}">
                <a16:creationId xmlns:a16="http://schemas.microsoft.com/office/drawing/2014/main" id="{351E9A2D-0B1D-41EA-B1E4-679E48442559}"/>
              </a:ext>
            </a:extLst>
          </p:cNvPr>
          <p:cNvSpPr>
            <a:spLocks noGrp="1"/>
          </p:cNvSpPr>
          <p:nvPr/>
        </p:nvSpPr>
        <p:spPr>
          <a:xfrm>
            <a:off x="35633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ind_only_682">
            <a:extLst>
              <a:ext uri="{FF2B5EF4-FFF2-40B4-BE49-F238E27FC236}">
                <a16:creationId xmlns:a16="http://schemas.microsoft.com/office/drawing/2014/main" id="{319870A5-E577-40AE-9BD6-ADA554D2CBF3}"/>
              </a:ext>
            </a:extLst>
          </p:cNvPr>
          <p:cNvSpPr>
            <a:spLocks noGrp="1"/>
          </p:cNvSpPr>
          <p:nvPr/>
        </p:nvSpPr>
        <p:spPr>
          <a:xfrm>
            <a:off x="35515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ind_only_683">
            <a:extLst>
              <a:ext uri="{FF2B5EF4-FFF2-40B4-BE49-F238E27FC236}">
                <a16:creationId xmlns:a16="http://schemas.microsoft.com/office/drawing/2014/main" id="{E4A4575C-325D-45E1-B0BC-260BE62DF9DE}"/>
              </a:ext>
            </a:extLst>
          </p:cNvPr>
          <p:cNvSpPr>
            <a:spLocks noGrp="1"/>
          </p:cNvSpPr>
          <p:nvPr/>
        </p:nvSpPr>
        <p:spPr>
          <a:xfrm>
            <a:off x="3560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ind_only_684">
            <a:extLst>
              <a:ext uri="{FF2B5EF4-FFF2-40B4-BE49-F238E27FC236}">
                <a16:creationId xmlns:a16="http://schemas.microsoft.com/office/drawing/2014/main" id="{5FFA3650-15A2-4A40-B6EF-19F3FC3FAC80}"/>
              </a:ext>
            </a:extLst>
          </p:cNvPr>
          <p:cNvSpPr>
            <a:spLocks noGrp="1"/>
          </p:cNvSpPr>
          <p:nvPr/>
        </p:nvSpPr>
        <p:spPr>
          <a:xfrm>
            <a:off x="3533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ind_only_685">
            <a:extLst>
              <a:ext uri="{FF2B5EF4-FFF2-40B4-BE49-F238E27FC236}">
                <a16:creationId xmlns:a16="http://schemas.microsoft.com/office/drawing/2014/main" id="{7ED79F7E-DBF7-4E75-A52A-0F0BB5B5F2AF}"/>
              </a:ext>
            </a:extLst>
          </p:cNvPr>
          <p:cNvSpPr>
            <a:spLocks noGrp="1"/>
          </p:cNvSpPr>
          <p:nvPr/>
        </p:nvSpPr>
        <p:spPr>
          <a:xfrm>
            <a:off x="355487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ind_only_686">
            <a:extLst>
              <a:ext uri="{FF2B5EF4-FFF2-40B4-BE49-F238E27FC236}">
                <a16:creationId xmlns:a16="http://schemas.microsoft.com/office/drawing/2014/main" id="{E62D1E10-9EE7-41A5-B917-DEE945671445}"/>
              </a:ext>
            </a:extLst>
          </p:cNvPr>
          <p:cNvSpPr>
            <a:spLocks noGrp="1"/>
          </p:cNvSpPr>
          <p:nvPr/>
        </p:nvSpPr>
        <p:spPr>
          <a:xfrm>
            <a:off x="353408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ind_only_687">
            <a:extLst>
              <a:ext uri="{FF2B5EF4-FFF2-40B4-BE49-F238E27FC236}">
                <a16:creationId xmlns:a16="http://schemas.microsoft.com/office/drawing/2014/main" id="{980094EA-C531-4BEA-8728-9FF95F221C81}"/>
              </a:ext>
            </a:extLst>
          </p:cNvPr>
          <p:cNvSpPr>
            <a:spLocks noGrp="1"/>
          </p:cNvSpPr>
          <p:nvPr/>
        </p:nvSpPr>
        <p:spPr>
          <a:xfrm>
            <a:off x="3542634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ind_only_688">
            <a:extLst>
              <a:ext uri="{FF2B5EF4-FFF2-40B4-BE49-F238E27FC236}">
                <a16:creationId xmlns:a16="http://schemas.microsoft.com/office/drawing/2014/main" id="{980A9B2B-9D08-4843-8AFA-B9733BE5CCE9}"/>
              </a:ext>
            </a:extLst>
          </p:cNvPr>
          <p:cNvSpPr>
            <a:spLocks noGrp="1"/>
          </p:cNvSpPr>
          <p:nvPr/>
        </p:nvSpPr>
        <p:spPr>
          <a:xfrm>
            <a:off x="358460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ind_only_689">
            <a:extLst>
              <a:ext uri="{FF2B5EF4-FFF2-40B4-BE49-F238E27FC236}">
                <a16:creationId xmlns:a16="http://schemas.microsoft.com/office/drawing/2014/main" id="{51E61EFA-030C-4499-B7B1-5E9F8E920471}"/>
              </a:ext>
            </a:extLst>
          </p:cNvPr>
          <p:cNvSpPr>
            <a:spLocks noGrp="1"/>
          </p:cNvSpPr>
          <p:nvPr/>
        </p:nvSpPr>
        <p:spPr>
          <a:xfrm>
            <a:off x="3515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ind_only_690">
            <a:extLst>
              <a:ext uri="{FF2B5EF4-FFF2-40B4-BE49-F238E27FC236}">
                <a16:creationId xmlns:a16="http://schemas.microsoft.com/office/drawing/2014/main" id="{37E8D1EA-E12B-44EE-B703-CD23DD29CCE5}"/>
              </a:ext>
            </a:extLst>
          </p:cNvPr>
          <p:cNvSpPr>
            <a:spLocks noGrp="1"/>
          </p:cNvSpPr>
          <p:nvPr/>
        </p:nvSpPr>
        <p:spPr>
          <a:xfrm>
            <a:off x="35202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ind_only_691">
            <a:extLst>
              <a:ext uri="{FF2B5EF4-FFF2-40B4-BE49-F238E27FC236}">
                <a16:creationId xmlns:a16="http://schemas.microsoft.com/office/drawing/2014/main" id="{E0015032-6FE7-4FED-8C38-7A2208D2B181}"/>
              </a:ext>
            </a:extLst>
          </p:cNvPr>
          <p:cNvSpPr>
            <a:spLocks noGrp="1"/>
          </p:cNvSpPr>
          <p:nvPr/>
        </p:nvSpPr>
        <p:spPr>
          <a:xfrm>
            <a:off x="35607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ind_only_692">
            <a:extLst>
              <a:ext uri="{FF2B5EF4-FFF2-40B4-BE49-F238E27FC236}">
                <a16:creationId xmlns:a16="http://schemas.microsoft.com/office/drawing/2014/main" id="{CFA7CF55-62DA-47ED-8371-CF15BD1FE1C1}"/>
              </a:ext>
            </a:extLst>
          </p:cNvPr>
          <p:cNvSpPr>
            <a:spLocks noGrp="1"/>
          </p:cNvSpPr>
          <p:nvPr/>
        </p:nvSpPr>
        <p:spPr>
          <a:xfrm>
            <a:off x="35598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ind_only_693">
            <a:extLst>
              <a:ext uri="{FF2B5EF4-FFF2-40B4-BE49-F238E27FC236}">
                <a16:creationId xmlns:a16="http://schemas.microsoft.com/office/drawing/2014/main" id="{D3D0AE43-1542-4807-9220-69A134A1A266}"/>
              </a:ext>
            </a:extLst>
          </p:cNvPr>
          <p:cNvSpPr>
            <a:spLocks noGrp="1"/>
          </p:cNvSpPr>
          <p:nvPr/>
        </p:nvSpPr>
        <p:spPr>
          <a:xfrm>
            <a:off x="3591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ind_only_694">
            <a:extLst>
              <a:ext uri="{FF2B5EF4-FFF2-40B4-BE49-F238E27FC236}">
                <a16:creationId xmlns:a16="http://schemas.microsoft.com/office/drawing/2014/main" id="{317611D6-3634-4B7B-9555-4C8F21CA908C}"/>
              </a:ext>
            </a:extLst>
          </p:cNvPr>
          <p:cNvSpPr>
            <a:spLocks noGrp="1"/>
          </p:cNvSpPr>
          <p:nvPr/>
        </p:nvSpPr>
        <p:spPr>
          <a:xfrm>
            <a:off x="35767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ind_only_695">
            <a:extLst>
              <a:ext uri="{FF2B5EF4-FFF2-40B4-BE49-F238E27FC236}">
                <a16:creationId xmlns:a16="http://schemas.microsoft.com/office/drawing/2014/main" id="{2D94FF41-AF19-4F41-BE3D-F7EE3A6C9279}"/>
              </a:ext>
            </a:extLst>
          </p:cNvPr>
          <p:cNvSpPr>
            <a:spLocks noGrp="1"/>
          </p:cNvSpPr>
          <p:nvPr/>
        </p:nvSpPr>
        <p:spPr>
          <a:xfrm>
            <a:off x="3516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ind_only_696">
            <a:extLst>
              <a:ext uri="{FF2B5EF4-FFF2-40B4-BE49-F238E27FC236}">
                <a16:creationId xmlns:a16="http://schemas.microsoft.com/office/drawing/2014/main" id="{0DE3C0BC-A94C-456D-B255-9B9BB9A695B5}"/>
              </a:ext>
            </a:extLst>
          </p:cNvPr>
          <p:cNvSpPr>
            <a:spLocks noGrp="1"/>
          </p:cNvSpPr>
          <p:nvPr/>
        </p:nvSpPr>
        <p:spPr>
          <a:xfrm>
            <a:off x="3530878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ind_only_697">
            <a:extLst>
              <a:ext uri="{FF2B5EF4-FFF2-40B4-BE49-F238E27FC236}">
                <a16:creationId xmlns:a16="http://schemas.microsoft.com/office/drawing/2014/main" id="{39F49F5B-21B7-4840-ACBF-0820F119D800}"/>
              </a:ext>
            </a:extLst>
          </p:cNvPr>
          <p:cNvSpPr>
            <a:spLocks noGrp="1"/>
          </p:cNvSpPr>
          <p:nvPr/>
        </p:nvSpPr>
        <p:spPr>
          <a:xfrm>
            <a:off x="35694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ind_only_698">
            <a:extLst>
              <a:ext uri="{FF2B5EF4-FFF2-40B4-BE49-F238E27FC236}">
                <a16:creationId xmlns:a16="http://schemas.microsoft.com/office/drawing/2014/main" id="{AC5E3190-5DE5-4135-A3DF-E679D3F4D327}"/>
              </a:ext>
            </a:extLst>
          </p:cNvPr>
          <p:cNvSpPr>
            <a:spLocks noGrp="1"/>
          </p:cNvSpPr>
          <p:nvPr/>
        </p:nvSpPr>
        <p:spPr>
          <a:xfrm>
            <a:off x="3511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ind_only_699">
            <a:extLst>
              <a:ext uri="{FF2B5EF4-FFF2-40B4-BE49-F238E27FC236}">
                <a16:creationId xmlns:a16="http://schemas.microsoft.com/office/drawing/2014/main" id="{ED538878-248A-4506-84B2-7A6ECFD8F6F2}"/>
              </a:ext>
            </a:extLst>
          </p:cNvPr>
          <p:cNvSpPr>
            <a:spLocks noGrp="1"/>
          </p:cNvSpPr>
          <p:nvPr/>
        </p:nvSpPr>
        <p:spPr>
          <a:xfrm>
            <a:off x="357867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ind_only_700">
            <a:extLst>
              <a:ext uri="{FF2B5EF4-FFF2-40B4-BE49-F238E27FC236}">
                <a16:creationId xmlns:a16="http://schemas.microsoft.com/office/drawing/2014/main" id="{614F4901-A795-4F29-82C5-6B24739F0C0F}"/>
              </a:ext>
            </a:extLst>
          </p:cNvPr>
          <p:cNvSpPr>
            <a:spLocks noGrp="1"/>
          </p:cNvSpPr>
          <p:nvPr/>
        </p:nvSpPr>
        <p:spPr>
          <a:xfrm>
            <a:off x="35819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ind_only_701">
            <a:extLst>
              <a:ext uri="{FF2B5EF4-FFF2-40B4-BE49-F238E27FC236}">
                <a16:creationId xmlns:a16="http://schemas.microsoft.com/office/drawing/2014/main" id="{1CD8FD14-0555-42DE-AE4F-E7315E679209}"/>
              </a:ext>
            </a:extLst>
          </p:cNvPr>
          <p:cNvSpPr>
            <a:spLocks noGrp="1"/>
          </p:cNvSpPr>
          <p:nvPr/>
        </p:nvSpPr>
        <p:spPr>
          <a:xfrm>
            <a:off x="3571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ind_only_702">
            <a:extLst>
              <a:ext uri="{FF2B5EF4-FFF2-40B4-BE49-F238E27FC236}">
                <a16:creationId xmlns:a16="http://schemas.microsoft.com/office/drawing/2014/main" id="{1C1E9496-ED92-4080-BFB3-BDD3E373FE17}"/>
              </a:ext>
            </a:extLst>
          </p:cNvPr>
          <p:cNvSpPr>
            <a:spLocks noGrp="1"/>
          </p:cNvSpPr>
          <p:nvPr/>
        </p:nvSpPr>
        <p:spPr>
          <a:xfrm>
            <a:off x="3570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ind_only_703">
            <a:extLst>
              <a:ext uri="{FF2B5EF4-FFF2-40B4-BE49-F238E27FC236}">
                <a16:creationId xmlns:a16="http://schemas.microsoft.com/office/drawing/2014/main" id="{23FEFC27-EACC-4287-9526-4F5322FE6B6C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ind_only_704">
            <a:extLst>
              <a:ext uri="{FF2B5EF4-FFF2-40B4-BE49-F238E27FC236}">
                <a16:creationId xmlns:a16="http://schemas.microsoft.com/office/drawing/2014/main" id="{0832F2F9-6FCE-48EE-95D1-AFF245D3D85F}"/>
              </a:ext>
            </a:extLst>
          </p:cNvPr>
          <p:cNvSpPr>
            <a:spLocks noGrp="1"/>
          </p:cNvSpPr>
          <p:nvPr/>
        </p:nvSpPr>
        <p:spPr>
          <a:xfrm>
            <a:off x="3556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ind_only_705">
            <a:extLst>
              <a:ext uri="{FF2B5EF4-FFF2-40B4-BE49-F238E27FC236}">
                <a16:creationId xmlns:a16="http://schemas.microsoft.com/office/drawing/2014/main" id="{D87CDBC4-AC88-414B-8334-A648775FA601}"/>
              </a:ext>
            </a:extLst>
          </p:cNvPr>
          <p:cNvSpPr>
            <a:spLocks noGrp="1"/>
          </p:cNvSpPr>
          <p:nvPr/>
        </p:nvSpPr>
        <p:spPr>
          <a:xfrm>
            <a:off x="3506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ind_only_706">
            <a:extLst>
              <a:ext uri="{FF2B5EF4-FFF2-40B4-BE49-F238E27FC236}">
                <a16:creationId xmlns:a16="http://schemas.microsoft.com/office/drawing/2014/main" id="{4B0B0635-EAA6-4020-9A7B-3448E18A0B67}"/>
              </a:ext>
            </a:extLst>
          </p:cNvPr>
          <p:cNvSpPr>
            <a:spLocks noGrp="1"/>
          </p:cNvSpPr>
          <p:nvPr/>
        </p:nvSpPr>
        <p:spPr>
          <a:xfrm>
            <a:off x="35564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ind_only_707">
            <a:extLst>
              <a:ext uri="{FF2B5EF4-FFF2-40B4-BE49-F238E27FC236}">
                <a16:creationId xmlns:a16="http://schemas.microsoft.com/office/drawing/2014/main" id="{9257CF74-D11E-4366-A846-33FA940F6EFF}"/>
              </a:ext>
            </a:extLst>
          </p:cNvPr>
          <p:cNvSpPr>
            <a:spLocks noGrp="1"/>
          </p:cNvSpPr>
          <p:nvPr/>
        </p:nvSpPr>
        <p:spPr>
          <a:xfrm>
            <a:off x="35190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ind_only_708">
            <a:extLst>
              <a:ext uri="{FF2B5EF4-FFF2-40B4-BE49-F238E27FC236}">
                <a16:creationId xmlns:a16="http://schemas.microsoft.com/office/drawing/2014/main" id="{9ACB97A6-4405-471E-B274-194309C4A409}"/>
              </a:ext>
            </a:extLst>
          </p:cNvPr>
          <p:cNvSpPr>
            <a:spLocks noGrp="1"/>
          </p:cNvSpPr>
          <p:nvPr/>
        </p:nvSpPr>
        <p:spPr>
          <a:xfrm>
            <a:off x="3571197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ind_only_709">
            <a:extLst>
              <a:ext uri="{FF2B5EF4-FFF2-40B4-BE49-F238E27FC236}">
                <a16:creationId xmlns:a16="http://schemas.microsoft.com/office/drawing/2014/main" id="{31CAA8FD-AF6C-4275-B6BA-EA237DACFD05}"/>
              </a:ext>
            </a:extLst>
          </p:cNvPr>
          <p:cNvSpPr>
            <a:spLocks noGrp="1"/>
          </p:cNvSpPr>
          <p:nvPr/>
        </p:nvSpPr>
        <p:spPr>
          <a:xfrm>
            <a:off x="3584021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ind_only_710">
            <a:extLst>
              <a:ext uri="{FF2B5EF4-FFF2-40B4-BE49-F238E27FC236}">
                <a16:creationId xmlns:a16="http://schemas.microsoft.com/office/drawing/2014/main" id="{C9486BDC-995C-48E5-8718-E06BC3444200}"/>
              </a:ext>
            </a:extLst>
          </p:cNvPr>
          <p:cNvSpPr>
            <a:spLocks noGrp="1"/>
          </p:cNvSpPr>
          <p:nvPr/>
        </p:nvSpPr>
        <p:spPr>
          <a:xfrm>
            <a:off x="35174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ind_only_711">
            <a:extLst>
              <a:ext uri="{FF2B5EF4-FFF2-40B4-BE49-F238E27FC236}">
                <a16:creationId xmlns:a16="http://schemas.microsoft.com/office/drawing/2014/main" id="{4979660D-C5DD-4B1B-8D80-B687509EA76C}"/>
              </a:ext>
            </a:extLst>
          </p:cNvPr>
          <p:cNvSpPr>
            <a:spLocks noGrp="1"/>
          </p:cNvSpPr>
          <p:nvPr/>
        </p:nvSpPr>
        <p:spPr>
          <a:xfrm>
            <a:off x="35720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ind_only_712">
            <a:extLst>
              <a:ext uri="{FF2B5EF4-FFF2-40B4-BE49-F238E27FC236}">
                <a16:creationId xmlns:a16="http://schemas.microsoft.com/office/drawing/2014/main" id="{30F556A8-0288-4D90-B98B-A799947B869D}"/>
              </a:ext>
            </a:extLst>
          </p:cNvPr>
          <p:cNvSpPr>
            <a:spLocks noGrp="1"/>
          </p:cNvSpPr>
          <p:nvPr/>
        </p:nvSpPr>
        <p:spPr>
          <a:xfrm>
            <a:off x="3522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ind_only_713">
            <a:extLst>
              <a:ext uri="{FF2B5EF4-FFF2-40B4-BE49-F238E27FC236}">
                <a16:creationId xmlns:a16="http://schemas.microsoft.com/office/drawing/2014/main" id="{AD0EFF97-EEA7-459E-9E50-C229FBC0B90D}"/>
              </a:ext>
            </a:extLst>
          </p:cNvPr>
          <p:cNvSpPr>
            <a:spLocks noGrp="1"/>
          </p:cNvSpPr>
          <p:nvPr/>
        </p:nvSpPr>
        <p:spPr>
          <a:xfrm>
            <a:off x="35266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ind_only_714">
            <a:extLst>
              <a:ext uri="{FF2B5EF4-FFF2-40B4-BE49-F238E27FC236}">
                <a16:creationId xmlns:a16="http://schemas.microsoft.com/office/drawing/2014/main" id="{B20F92C7-AC8C-4B7F-8325-E777D6B2FCC6}"/>
              </a:ext>
            </a:extLst>
          </p:cNvPr>
          <p:cNvSpPr>
            <a:spLocks noGrp="1"/>
          </p:cNvSpPr>
          <p:nvPr/>
        </p:nvSpPr>
        <p:spPr>
          <a:xfrm>
            <a:off x="35150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ind_only_715">
            <a:extLst>
              <a:ext uri="{FF2B5EF4-FFF2-40B4-BE49-F238E27FC236}">
                <a16:creationId xmlns:a16="http://schemas.microsoft.com/office/drawing/2014/main" id="{F695135C-6F6D-4A8A-B3E2-C33D040D9954}"/>
              </a:ext>
            </a:extLst>
          </p:cNvPr>
          <p:cNvSpPr>
            <a:spLocks noGrp="1"/>
          </p:cNvSpPr>
          <p:nvPr/>
        </p:nvSpPr>
        <p:spPr>
          <a:xfrm>
            <a:off x="357100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ind_only_716">
            <a:extLst>
              <a:ext uri="{FF2B5EF4-FFF2-40B4-BE49-F238E27FC236}">
                <a16:creationId xmlns:a16="http://schemas.microsoft.com/office/drawing/2014/main" id="{3407BAD3-AA23-4CB7-961F-F874107DA56E}"/>
              </a:ext>
            </a:extLst>
          </p:cNvPr>
          <p:cNvSpPr>
            <a:spLocks noGrp="1"/>
          </p:cNvSpPr>
          <p:nvPr/>
        </p:nvSpPr>
        <p:spPr>
          <a:xfrm>
            <a:off x="3596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ind_only_717">
            <a:extLst>
              <a:ext uri="{FF2B5EF4-FFF2-40B4-BE49-F238E27FC236}">
                <a16:creationId xmlns:a16="http://schemas.microsoft.com/office/drawing/2014/main" id="{70BF7971-2948-40F5-B005-82446B9C204B}"/>
              </a:ext>
            </a:extLst>
          </p:cNvPr>
          <p:cNvSpPr>
            <a:spLocks noGrp="1"/>
          </p:cNvSpPr>
          <p:nvPr/>
        </p:nvSpPr>
        <p:spPr>
          <a:xfrm>
            <a:off x="360024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ind_only_718">
            <a:extLst>
              <a:ext uri="{FF2B5EF4-FFF2-40B4-BE49-F238E27FC236}">
                <a16:creationId xmlns:a16="http://schemas.microsoft.com/office/drawing/2014/main" id="{4A6DC209-EDE0-40F0-BC3F-716D147C677A}"/>
              </a:ext>
            </a:extLst>
          </p:cNvPr>
          <p:cNvSpPr>
            <a:spLocks noGrp="1"/>
          </p:cNvSpPr>
          <p:nvPr/>
        </p:nvSpPr>
        <p:spPr>
          <a:xfrm>
            <a:off x="35402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ind_only_719">
            <a:extLst>
              <a:ext uri="{FF2B5EF4-FFF2-40B4-BE49-F238E27FC236}">
                <a16:creationId xmlns:a16="http://schemas.microsoft.com/office/drawing/2014/main" id="{71CA8CD1-0385-486C-A7BB-CAAB2D2307D6}"/>
              </a:ext>
            </a:extLst>
          </p:cNvPr>
          <p:cNvSpPr>
            <a:spLocks noGrp="1"/>
          </p:cNvSpPr>
          <p:nvPr/>
        </p:nvSpPr>
        <p:spPr>
          <a:xfrm>
            <a:off x="35758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ind_only_720">
            <a:extLst>
              <a:ext uri="{FF2B5EF4-FFF2-40B4-BE49-F238E27FC236}">
                <a16:creationId xmlns:a16="http://schemas.microsoft.com/office/drawing/2014/main" id="{02B6ACFB-B254-4486-956F-14D22D88A0A5}"/>
              </a:ext>
            </a:extLst>
          </p:cNvPr>
          <p:cNvSpPr>
            <a:spLocks noGrp="1"/>
          </p:cNvSpPr>
          <p:nvPr/>
        </p:nvSpPr>
        <p:spPr>
          <a:xfrm>
            <a:off x="3594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ind_only_721">
            <a:extLst>
              <a:ext uri="{FF2B5EF4-FFF2-40B4-BE49-F238E27FC236}">
                <a16:creationId xmlns:a16="http://schemas.microsoft.com/office/drawing/2014/main" id="{DA563FFA-ED3C-4396-AF19-8B2BA5FE7C6E}"/>
              </a:ext>
            </a:extLst>
          </p:cNvPr>
          <p:cNvSpPr>
            <a:spLocks noGrp="1"/>
          </p:cNvSpPr>
          <p:nvPr/>
        </p:nvSpPr>
        <p:spPr>
          <a:xfrm>
            <a:off x="358324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ind_only_722">
            <a:extLst>
              <a:ext uri="{FF2B5EF4-FFF2-40B4-BE49-F238E27FC236}">
                <a16:creationId xmlns:a16="http://schemas.microsoft.com/office/drawing/2014/main" id="{2A7AAF09-241D-41B9-B3A0-29A640483552}"/>
              </a:ext>
            </a:extLst>
          </p:cNvPr>
          <p:cNvSpPr>
            <a:spLocks noGrp="1"/>
          </p:cNvSpPr>
          <p:nvPr/>
        </p:nvSpPr>
        <p:spPr>
          <a:xfrm>
            <a:off x="35729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ind_only_723">
            <a:extLst>
              <a:ext uri="{FF2B5EF4-FFF2-40B4-BE49-F238E27FC236}">
                <a16:creationId xmlns:a16="http://schemas.microsoft.com/office/drawing/2014/main" id="{D9761904-A242-4D8E-9FF7-5B86A47CAFC3}"/>
              </a:ext>
            </a:extLst>
          </p:cNvPr>
          <p:cNvSpPr>
            <a:spLocks noGrp="1"/>
          </p:cNvSpPr>
          <p:nvPr/>
        </p:nvSpPr>
        <p:spPr>
          <a:xfrm>
            <a:off x="35491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ind_only_724">
            <a:extLst>
              <a:ext uri="{FF2B5EF4-FFF2-40B4-BE49-F238E27FC236}">
                <a16:creationId xmlns:a16="http://schemas.microsoft.com/office/drawing/2014/main" id="{E829F6A2-042F-44AD-B448-841929BDD6B0}"/>
              </a:ext>
            </a:extLst>
          </p:cNvPr>
          <p:cNvSpPr>
            <a:spLocks noGrp="1"/>
          </p:cNvSpPr>
          <p:nvPr/>
        </p:nvSpPr>
        <p:spPr>
          <a:xfrm>
            <a:off x="3546228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ind_only_725">
            <a:extLst>
              <a:ext uri="{FF2B5EF4-FFF2-40B4-BE49-F238E27FC236}">
                <a16:creationId xmlns:a16="http://schemas.microsoft.com/office/drawing/2014/main" id="{2E020D39-27BC-4C43-A5B3-C2B3472D4F5D}"/>
              </a:ext>
            </a:extLst>
          </p:cNvPr>
          <p:cNvSpPr>
            <a:spLocks noGrp="1"/>
          </p:cNvSpPr>
          <p:nvPr/>
        </p:nvSpPr>
        <p:spPr>
          <a:xfrm>
            <a:off x="35138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ind_only_726">
            <a:extLst>
              <a:ext uri="{FF2B5EF4-FFF2-40B4-BE49-F238E27FC236}">
                <a16:creationId xmlns:a16="http://schemas.microsoft.com/office/drawing/2014/main" id="{B5186B82-33D6-4B25-86DE-19F62529B9ED}"/>
              </a:ext>
            </a:extLst>
          </p:cNvPr>
          <p:cNvSpPr>
            <a:spLocks noGrp="1"/>
          </p:cNvSpPr>
          <p:nvPr/>
        </p:nvSpPr>
        <p:spPr>
          <a:xfrm>
            <a:off x="35949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ind_only_727">
            <a:extLst>
              <a:ext uri="{FF2B5EF4-FFF2-40B4-BE49-F238E27FC236}">
                <a16:creationId xmlns:a16="http://schemas.microsoft.com/office/drawing/2014/main" id="{60DE58A7-E5E2-497B-BE45-A335646A05C0}"/>
              </a:ext>
            </a:extLst>
          </p:cNvPr>
          <p:cNvSpPr>
            <a:spLocks noGrp="1"/>
          </p:cNvSpPr>
          <p:nvPr/>
        </p:nvSpPr>
        <p:spPr>
          <a:xfrm>
            <a:off x="35847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ind_only_728">
            <a:extLst>
              <a:ext uri="{FF2B5EF4-FFF2-40B4-BE49-F238E27FC236}">
                <a16:creationId xmlns:a16="http://schemas.microsoft.com/office/drawing/2014/main" id="{73044635-F3FA-4EBB-95A9-CC16622C4131}"/>
              </a:ext>
            </a:extLst>
          </p:cNvPr>
          <p:cNvSpPr>
            <a:spLocks noGrp="1"/>
          </p:cNvSpPr>
          <p:nvPr/>
        </p:nvSpPr>
        <p:spPr>
          <a:xfrm>
            <a:off x="35700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ind_only_729">
            <a:extLst>
              <a:ext uri="{FF2B5EF4-FFF2-40B4-BE49-F238E27FC236}">
                <a16:creationId xmlns:a16="http://schemas.microsoft.com/office/drawing/2014/main" id="{844B7E61-9980-477E-9F5A-78688E82A032}"/>
              </a:ext>
            </a:extLst>
          </p:cNvPr>
          <p:cNvSpPr>
            <a:spLocks noGrp="1"/>
          </p:cNvSpPr>
          <p:nvPr/>
        </p:nvSpPr>
        <p:spPr>
          <a:xfrm>
            <a:off x="35104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ind_only_730">
            <a:extLst>
              <a:ext uri="{FF2B5EF4-FFF2-40B4-BE49-F238E27FC236}">
                <a16:creationId xmlns:a16="http://schemas.microsoft.com/office/drawing/2014/main" id="{756DA816-64A4-41EE-B6D1-6033D57848BA}"/>
              </a:ext>
            </a:extLst>
          </p:cNvPr>
          <p:cNvSpPr>
            <a:spLocks noGrp="1"/>
          </p:cNvSpPr>
          <p:nvPr/>
        </p:nvSpPr>
        <p:spPr>
          <a:xfrm>
            <a:off x="3519900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ind_only_731">
            <a:extLst>
              <a:ext uri="{FF2B5EF4-FFF2-40B4-BE49-F238E27FC236}">
                <a16:creationId xmlns:a16="http://schemas.microsoft.com/office/drawing/2014/main" id="{08301E52-1063-42F5-8810-C4CF2D0696F3}"/>
              </a:ext>
            </a:extLst>
          </p:cNvPr>
          <p:cNvSpPr>
            <a:spLocks noGrp="1"/>
          </p:cNvSpPr>
          <p:nvPr/>
        </p:nvSpPr>
        <p:spPr>
          <a:xfrm>
            <a:off x="35293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ind_only_732">
            <a:extLst>
              <a:ext uri="{FF2B5EF4-FFF2-40B4-BE49-F238E27FC236}">
                <a16:creationId xmlns:a16="http://schemas.microsoft.com/office/drawing/2014/main" id="{4CF5CB80-9588-45FE-B83D-CA5EF2EF0E61}"/>
              </a:ext>
            </a:extLst>
          </p:cNvPr>
          <p:cNvSpPr>
            <a:spLocks noGrp="1"/>
          </p:cNvSpPr>
          <p:nvPr/>
        </p:nvSpPr>
        <p:spPr>
          <a:xfrm>
            <a:off x="3571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ind_only_733">
            <a:extLst>
              <a:ext uri="{FF2B5EF4-FFF2-40B4-BE49-F238E27FC236}">
                <a16:creationId xmlns:a16="http://schemas.microsoft.com/office/drawing/2014/main" id="{54B432C9-45DE-4817-9069-5DEE9725120B}"/>
              </a:ext>
            </a:extLst>
          </p:cNvPr>
          <p:cNvSpPr>
            <a:spLocks noGrp="1"/>
          </p:cNvSpPr>
          <p:nvPr/>
        </p:nvSpPr>
        <p:spPr>
          <a:xfrm>
            <a:off x="35611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ind_only_734">
            <a:extLst>
              <a:ext uri="{FF2B5EF4-FFF2-40B4-BE49-F238E27FC236}">
                <a16:creationId xmlns:a16="http://schemas.microsoft.com/office/drawing/2014/main" id="{5D6368F2-F3D7-4CF2-944E-2C4646AF3627}"/>
              </a:ext>
            </a:extLst>
          </p:cNvPr>
          <p:cNvSpPr>
            <a:spLocks noGrp="1"/>
          </p:cNvSpPr>
          <p:nvPr/>
        </p:nvSpPr>
        <p:spPr>
          <a:xfrm>
            <a:off x="352398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ind_only_735">
            <a:extLst>
              <a:ext uri="{FF2B5EF4-FFF2-40B4-BE49-F238E27FC236}">
                <a16:creationId xmlns:a16="http://schemas.microsoft.com/office/drawing/2014/main" id="{DB5C6AE6-A159-4D40-AD5D-2FD337B9D516}"/>
              </a:ext>
            </a:extLst>
          </p:cNvPr>
          <p:cNvSpPr>
            <a:spLocks noGrp="1"/>
          </p:cNvSpPr>
          <p:nvPr/>
        </p:nvSpPr>
        <p:spPr>
          <a:xfrm>
            <a:off x="3541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ind_only_736">
            <a:extLst>
              <a:ext uri="{FF2B5EF4-FFF2-40B4-BE49-F238E27FC236}">
                <a16:creationId xmlns:a16="http://schemas.microsoft.com/office/drawing/2014/main" id="{ADFF3A4E-16AD-4AC2-A323-02060D62E187}"/>
              </a:ext>
            </a:extLst>
          </p:cNvPr>
          <p:cNvSpPr>
            <a:spLocks noGrp="1"/>
          </p:cNvSpPr>
          <p:nvPr/>
        </p:nvSpPr>
        <p:spPr>
          <a:xfrm>
            <a:off x="3507174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ind_only_737">
            <a:extLst>
              <a:ext uri="{FF2B5EF4-FFF2-40B4-BE49-F238E27FC236}">
                <a16:creationId xmlns:a16="http://schemas.microsoft.com/office/drawing/2014/main" id="{5C2E5265-C07C-4BF2-B9BC-97C7CFA61B99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39" name="01_find_only_738">
            <a:extLst>
              <a:ext uri="{FF2B5EF4-FFF2-40B4-BE49-F238E27FC236}">
                <a16:creationId xmlns:a16="http://schemas.microsoft.com/office/drawing/2014/main" id="{0F50577F-CE20-4CD6-9744-8BE0DEA263EF}"/>
              </a:ext>
            </a:extLst>
          </p:cNvPr>
          <p:cNvSpPr>
            <a:spLocks noGrp="1"/>
          </p:cNvSpPr>
          <p:nvPr/>
        </p:nvSpPr>
        <p:spPr>
          <a:xfrm>
            <a:off x="2023311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0" name="text_739">
            <a:extLst>
              <a:ext uri="{FF2B5EF4-FFF2-40B4-BE49-F238E27FC236}">
                <a16:creationId xmlns:a16="http://schemas.microsoft.com/office/drawing/2014/main" id="{363337D4-484F-48AC-A863-F61FF69C3461}"/>
              </a:ext>
            </a:extLst>
          </p:cNvPr>
          <p:cNvSpPr>
            <a:spLocks noGrp="1"/>
          </p:cNvSpPr>
          <p:nvPr/>
        </p:nvSpPr>
        <p:spPr>
          <a:xfrm>
            <a:off x="1792302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a</a:t>
            </a:r>
          </a:p>
        </p:txBody>
      </p:sp>
      <p:sp>
        <p:nvSpPr>
          <p:cNvPr id="741" name="text_740">
            <a:extLst>
              <a:ext uri="{FF2B5EF4-FFF2-40B4-BE49-F238E27FC236}">
                <a16:creationId xmlns:a16="http://schemas.microsoft.com/office/drawing/2014/main" id="{6254AAF0-4711-43CB-9093-60F48B86EDD9}"/>
              </a:ext>
            </a:extLst>
          </p:cNvPr>
          <p:cNvSpPr>
            <a:spLocks noGrp="1"/>
          </p:cNvSpPr>
          <p:nvPr/>
        </p:nvSpPr>
        <p:spPr>
          <a:xfrm>
            <a:off x="2023311" y="2654988"/>
            <a:ext cx="72785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GT</a:t>
            </a:r>
          </a:p>
        </p:txBody>
      </p:sp>
      <p:sp>
        <p:nvSpPr>
          <p:cNvPr id="742" name="01_find_only_741">
            <a:extLst>
              <a:ext uri="{FF2B5EF4-FFF2-40B4-BE49-F238E27FC236}">
                <a16:creationId xmlns:a16="http://schemas.microsoft.com/office/drawing/2014/main" id="{2EA30FE5-2718-4D4F-9E29-70FDCFA1F3EC}"/>
              </a:ext>
            </a:extLst>
          </p:cNvPr>
          <p:cNvSpPr>
            <a:spLocks noGrp="1"/>
          </p:cNvSpPr>
          <p:nvPr/>
        </p:nvSpPr>
        <p:spPr>
          <a:xfrm>
            <a:off x="2038589" y="3288146"/>
            <a:ext cx="1527834" cy="926249"/>
          </a:xfrm>
          <a:custGeom>
            <a:avLst/>
            <a:gdLst/>
            <a:ahLst/>
            <a:cxnLst/>
            <a:rect l="0" t="0" r="0" b="0"/>
            <a:pathLst>
              <a:path w="1500000" h="909375">
                <a:moveTo>
                  <a:pt x="0" y="909375"/>
                </a:moveTo>
                <a:lnTo>
                  <a:pt x="14493" y="907968"/>
                </a:lnTo>
                <a:lnTo>
                  <a:pt x="15217" y="907819"/>
                </a:lnTo>
                <a:lnTo>
                  <a:pt x="19231" y="906685"/>
                </a:lnTo>
                <a:lnTo>
                  <a:pt x="20161" y="905157"/>
                </a:lnTo>
                <a:lnTo>
                  <a:pt x="25000" y="904094"/>
                </a:lnTo>
                <a:lnTo>
                  <a:pt x="26316" y="902388"/>
                </a:lnTo>
                <a:lnTo>
                  <a:pt x="27778" y="902296"/>
                </a:lnTo>
                <a:lnTo>
                  <a:pt x="28986" y="899983"/>
                </a:lnTo>
                <a:lnTo>
                  <a:pt x="33333" y="898663"/>
                </a:lnTo>
                <a:lnTo>
                  <a:pt x="34632" y="897546"/>
                </a:lnTo>
                <a:lnTo>
                  <a:pt x="35714" y="897531"/>
                </a:lnTo>
                <a:lnTo>
                  <a:pt x="36797" y="894852"/>
                </a:lnTo>
                <a:lnTo>
                  <a:pt x="40984" y="893518"/>
                </a:lnTo>
                <a:lnTo>
                  <a:pt x="41667" y="889204"/>
                </a:lnTo>
                <a:lnTo>
                  <a:pt x="47826" y="887800"/>
                </a:lnTo>
                <a:lnTo>
                  <a:pt x="49180" y="887577"/>
                </a:lnTo>
                <a:lnTo>
                  <a:pt x="50000" y="887546"/>
                </a:lnTo>
                <a:lnTo>
                  <a:pt x="51282" y="885905"/>
                </a:lnTo>
                <a:lnTo>
                  <a:pt x="55556" y="884583"/>
                </a:lnTo>
                <a:lnTo>
                  <a:pt x="56522" y="881191"/>
                </a:lnTo>
                <a:lnTo>
                  <a:pt x="62500" y="880020"/>
                </a:lnTo>
                <a:lnTo>
                  <a:pt x="62771" y="870396"/>
                </a:lnTo>
                <a:lnTo>
                  <a:pt x="68966" y="869137"/>
                </a:lnTo>
                <a:lnTo>
                  <a:pt x="69444" y="868666"/>
                </a:lnTo>
                <a:lnTo>
                  <a:pt x="71429" y="868559"/>
                </a:lnTo>
                <a:lnTo>
                  <a:pt x="72826" y="863251"/>
                </a:lnTo>
                <a:lnTo>
                  <a:pt x="76923" y="862140"/>
                </a:lnTo>
                <a:lnTo>
                  <a:pt x="78261" y="860626"/>
                </a:lnTo>
                <a:lnTo>
                  <a:pt x="83333" y="859835"/>
                </a:lnTo>
                <a:lnTo>
                  <a:pt x="84416" y="841339"/>
                </a:lnTo>
                <a:lnTo>
                  <a:pt x="90909" y="840348"/>
                </a:lnTo>
                <a:lnTo>
                  <a:pt x="91667" y="839479"/>
                </a:lnTo>
                <a:lnTo>
                  <a:pt x="95652" y="838077"/>
                </a:lnTo>
                <a:lnTo>
                  <a:pt x="96774" y="836517"/>
                </a:lnTo>
                <a:lnTo>
                  <a:pt x="100000" y="836127"/>
                </a:lnTo>
                <a:lnTo>
                  <a:pt x="101087" y="827478"/>
                </a:lnTo>
                <a:lnTo>
                  <a:pt x="107143" y="826270"/>
                </a:lnTo>
                <a:lnTo>
                  <a:pt x="108333" y="823784"/>
                </a:lnTo>
                <a:lnTo>
                  <a:pt x="111111" y="823544"/>
                </a:lnTo>
                <a:lnTo>
                  <a:pt x="111957" y="820184"/>
                </a:lnTo>
                <a:lnTo>
                  <a:pt x="115385" y="820015"/>
                </a:lnTo>
                <a:lnTo>
                  <a:pt x="116667" y="818090"/>
                </a:lnTo>
                <a:lnTo>
                  <a:pt x="125000" y="816994"/>
                </a:lnTo>
                <a:lnTo>
                  <a:pt x="126087" y="773019"/>
                </a:lnTo>
                <a:lnTo>
                  <a:pt x="133333" y="772223"/>
                </a:lnTo>
                <a:lnTo>
                  <a:pt x="134615" y="769851"/>
                </a:lnTo>
                <a:lnTo>
                  <a:pt x="138889" y="768784"/>
                </a:lnTo>
                <a:lnTo>
                  <a:pt x="140217" y="766982"/>
                </a:lnTo>
                <a:lnTo>
                  <a:pt x="142857" y="766742"/>
                </a:lnTo>
                <a:lnTo>
                  <a:pt x="143478" y="761583"/>
                </a:lnTo>
                <a:lnTo>
                  <a:pt x="150000" y="760941"/>
                </a:lnTo>
                <a:lnTo>
                  <a:pt x="151087" y="758709"/>
                </a:lnTo>
                <a:lnTo>
                  <a:pt x="155172" y="757424"/>
                </a:lnTo>
                <a:lnTo>
                  <a:pt x="156522" y="755745"/>
                </a:lnTo>
                <a:lnTo>
                  <a:pt x="166667" y="754892"/>
                </a:lnTo>
                <a:lnTo>
                  <a:pt x="167391" y="700943"/>
                </a:lnTo>
                <a:lnTo>
                  <a:pt x="173077" y="700546"/>
                </a:lnTo>
                <a:lnTo>
                  <a:pt x="173913" y="698990"/>
                </a:lnTo>
                <a:lnTo>
                  <a:pt x="178571" y="697687"/>
                </a:lnTo>
                <a:lnTo>
                  <a:pt x="179487" y="696078"/>
                </a:lnTo>
                <a:lnTo>
                  <a:pt x="187500" y="694848"/>
                </a:lnTo>
                <a:lnTo>
                  <a:pt x="188406" y="685356"/>
                </a:lnTo>
                <a:lnTo>
                  <a:pt x="192308" y="684729"/>
                </a:lnTo>
                <a:lnTo>
                  <a:pt x="193548" y="683714"/>
                </a:lnTo>
                <a:lnTo>
                  <a:pt x="194444" y="683714"/>
                </a:lnTo>
                <a:lnTo>
                  <a:pt x="195652" y="682006"/>
                </a:lnTo>
                <a:lnTo>
                  <a:pt x="200000" y="681808"/>
                </a:lnTo>
                <a:lnTo>
                  <a:pt x="201087" y="671742"/>
                </a:lnTo>
                <a:lnTo>
                  <a:pt x="208333" y="671135"/>
                </a:lnTo>
                <a:lnTo>
                  <a:pt x="209677" y="667089"/>
                </a:lnTo>
                <a:lnTo>
                  <a:pt x="211538" y="666582"/>
                </a:lnTo>
                <a:lnTo>
                  <a:pt x="211957" y="665386"/>
                </a:lnTo>
                <a:lnTo>
                  <a:pt x="214286" y="665356"/>
                </a:lnTo>
                <a:lnTo>
                  <a:pt x="215217" y="659361"/>
                </a:lnTo>
                <a:lnTo>
                  <a:pt x="222222" y="658041"/>
                </a:lnTo>
                <a:lnTo>
                  <a:pt x="222222" y="655286"/>
                </a:lnTo>
                <a:lnTo>
                  <a:pt x="227273" y="653893"/>
                </a:lnTo>
                <a:lnTo>
                  <a:pt x="228261" y="653233"/>
                </a:lnTo>
                <a:lnTo>
                  <a:pt x="233696" y="651828"/>
                </a:lnTo>
                <a:lnTo>
                  <a:pt x="234783" y="651797"/>
                </a:lnTo>
                <a:lnTo>
                  <a:pt x="247826" y="650395"/>
                </a:lnTo>
                <a:lnTo>
                  <a:pt x="247826" y="650379"/>
                </a:lnTo>
                <a:lnTo>
                  <a:pt x="250000" y="650379"/>
                </a:lnTo>
                <a:lnTo>
                  <a:pt x="251087" y="511223"/>
                </a:lnTo>
                <a:lnTo>
                  <a:pt x="263158" y="509861"/>
                </a:lnTo>
                <a:lnTo>
                  <a:pt x="264130" y="509397"/>
                </a:lnTo>
                <a:lnTo>
                  <a:pt x="269231" y="509054"/>
                </a:lnTo>
                <a:lnTo>
                  <a:pt x="269565" y="507585"/>
                </a:lnTo>
                <a:lnTo>
                  <a:pt x="275862" y="506197"/>
                </a:lnTo>
                <a:lnTo>
                  <a:pt x="277174" y="505922"/>
                </a:lnTo>
                <a:lnTo>
                  <a:pt x="277778" y="505922"/>
                </a:lnTo>
                <a:lnTo>
                  <a:pt x="278261" y="503151"/>
                </a:lnTo>
                <a:lnTo>
                  <a:pt x="285714" y="502168"/>
                </a:lnTo>
                <a:lnTo>
                  <a:pt x="286957" y="498764"/>
                </a:lnTo>
                <a:lnTo>
                  <a:pt x="289855" y="497452"/>
                </a:lnTo>
                <a:lnTo>
                  <a:pt x="290323" y="497258"/>
                </a:lnTo>
                <a:lnTo>
                  <a:pt x="291667" y="497242"/>
                </a:lnTo>
                <a:lnTo>
                  <a:pt x="292391" y="494748"/>
                </a:lnTo>
                <a:lnTo>
                  <a:pt x="300000" y="494401"/>
                </a:lnTo>
                <a:lnTo>
                  <a:pt x="301282" y="485954"/>
                </a:lnTo>
                <a:lnTo>
                  <a:pt x="307692" y="484579"/>
                </a:lnTo>
                <a:lnTo>
                  <a:pt x="308696" y="483383"/>
                </a:lnTo>
                <a:lnTo>
                  <a:pt x="312500" y="482592"/>
                </a:lnTo>
                <a:lnTo>
                  <a:pt x="313043" y="477854"/>
                </a:lnTo>
                <a:lnTo>
                  <a:pt x="321429" y="476623"/>
                </a:lnTo>
                <a:lnTo>
                  <a:pt x="322581" y="475520"/>
                </a:lnTo>
                <a:lnTo>
                  <a:pt x="333333" y="474169"/>
                </a:lnTo>
                <a:lnTo>
                  <a:pt x="333333" y="425726"/>
                </a:lnTo>
                <a:lnTo>
                  <a:pt x="346154" y="424925"/>
                </a:lnTo>
                <a:lnTo>
                  <a:pt x="346739" y="424002"/>
                </a:lnTo>
                <a:lnTo>
                  <a:pt x="354167" y="422829"/>
                </a:lnTo>
                <a:lnTo>
                  <a:pt x="355435" y="422324"/>
                </a:lnTo>
                <a:lnTo>
                  <a:pt x="357143" y="422324"/>
                </a:lnTo>
                <a:lnTo>
                  <a:pt x="358333" y="418817"/>
                </a:lnTo>
                <a:lnTo>
                  <a:pt x="362069" y="417454"/>
                </a:lnTo>
                <a:lnTo>
                  <a:pt x="363043" y="417092"/>
                </a:lnTo>
                <a:lnTo>
                  <a:pt x="365385" y="416432"/>
                </a:lnTo>
                <a:lnTo>
                  <a:pt x="366667" y="415315"/>
                </a:lnTo>
                <a:lnTo>
                  <a:pt x="375000" y="414999"/>
                </a:lnTo>
                <a:lnTo>
                  <a:pt x="376344" y="393095"/>
                </a:lnTo>
                <a:lnTo>
                  <a:pt x="389130" y="391689"/>
                </a:lnTo>
                <a:lnTo>
                  <a:pt x="390217" y="391658"/>
                </a:lnTo>
                <a:lnTo>
                  <a:pt x="392857" y="391240"/>
                </a:lnTo>
                <a:lnTo>
                  <a:pt x="393478" y="390212"/>
                </a:lnTo>
                <a:lnTo>
                  <a:pt x="400000" y="389601"/>
                </a:lnTo>
                <a:lnTo>
                  <a:pt x="401087" y="383077"/>
                </a:lnTo>
                <a:lnTo>
                  <a:pt x="409091" y="382186"/>
                </a:lnTo>
                <a:lnTo>
                  <a:pt x="410256" y="381451"/>
                </a:lnTo>
                <a:lnTo>
                  <a:pt x="416667" y="381088"/>
                </a:lnTo>
                <a:lnTo>
                  <a:pt x="417391" y="364945"/>
                </a:lnTo>
                <a:lnTo>
                  <a:pt x="428571" y="364459"/>
                </a:lnTo>
                <a:lnTo>
                  <a:pt x="429487" y="362328"/>
                </a:lnTo>
                <a:lnTo>
                  <a:pt x="437500" y="361860"/>
                </a:lnTo>
                <a:lnTo>
                  <a:pt x="438043" y="358893"/>
                </a:lnTo>
                <a:lnTo>
                  <a:pt x="444444" y="358483"/>
                </a:lnTo>
                <a:lnTo>
                  <a:pt x="444444" y="357303"/>
                </a:lnTo>
                <a:lnTo>
                  <a:pt x="458333" y="356084"/>
                </a:lnTo>
                <a:lnTo>
                  <a:pt x="458696" y="353589"/>
                </a:lnTo>
                <a:lnTo>
                  <a:pt x="464286" y="352938"/>
                </a:lnTo>
                <a:lnTo>
                  <a:pt x="464286" y="351926"/>
                </a:lnTo>
                <a:lnTo>
                  <a:pt x="500000" y="350611"/>
                </a:lnTo>
                <a:lnTo>
                  <a:pt x="500000" y="67402"/>
                </a:lnTo>
                <a:lnTo>
                  <a:pt x="541667" y="66404"/>
                </a:lnTo>
                <a:lnTo>
                  <a:pt x="541667" y="65814"/>
                </a:lnTo>
                <a:lnTo>
                  <a:pt x="562500" y="65106"/>
                </a:lnTo>
                <a:lnTo>
                  <a:pt x="562500" y="63925"/>
                </a:lnTo>
                <a:lnTo>
                  <a:pt x="583333" y="62913"/>
                </a:lnTo>
                <a:lnTo>
                  <a:pt x="583333" y="57797"/>
                </a:lnTo>
                <a:lnTo>
                  <a:pt x="600000" y="57797"/>
                </a:lnTo>
                <a:lnTo>
                  <a:pt x="600000" y="56380"/>
                </a:lnTo>
                <a:lnTo>
                  <a:pt x="625000" y="55691"/>
                </a:lnTo>
                <a:lnTo>
                  <a:pt x="625000" y="53478"/>
                </a:lnTo>
                <a:lnTo>
                  <a:pt x="642857" y="53478"/>
                </a:lnTo>
                <a:lnTo>
                  <a:pt x="642857" y="51454"/>
                </a:lnTo>
                <a:lnTo>
                  <a:pt x="666667" y="51011"/>
                </a:lnTo>
                <a:lnTo>
                  <a:pt x="666667" y="47076"/>
                </a:lnTo>
                <a:lnTo>
                  <a:pt x="694444" y="45747"/>
                </a:lnTo>
                <a:lnTo>
                  <a:pt x="694444" y="45354"/>
                </a:lnTo>
                <a:lnTo>
                  <a:pt x="750000" y="44911"/>
                </a:lnTo>
                <a:lnTo>
                  <a:pt x="750000" y="19675"/>
                </a:lnTo>
                <a:lnTo>
                  <a:pt x="833333" y="18848"/>
                </a:lnTo>
                <a:lnTo>
                  <a:pt x="833333" y="16487"/>
                </a:lnTo>
                <a:lnTo>
                  <a:pt x="875000" y="16251"/>
                </a:lnTo>
                <a:lnTo>
                  <a:pt x="875000" y="12709"/>
                </a:lnTo>
                <a:lnTo>
                  <a:pt x="1000000" y="12473"/>
                </a:lnTo>
                <a:lnTo>
                  <a:pt x="1000000" y="10162"/>
                </a:lnTo>
                <a:lnTo>
                  <a:pt x="1312500" y="8981"/>
                </a:lnTo>
                <a:lnTo>
                  <a:pt x="1312500" y="8096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3" name="01_find_only_742">
            <a:extLst>
              <a:ext uri="{FF2B5EF4-FFF2-40B4-BE49-F238E27FC236}">
                <a16:creationId xmlns:a16="http://schemas.microsoft.com/office/drawing/2014/main" id="{AC833347-B655-4403-B9DC-24E56A5291B0}"/>
              </a:ext>
            </a:extLst>
          </p:cNvPr>
          <p:cNvSpPr>
            <a:spLocks noGrp="1"/>
          </p:cNvSpPr>
          <p:nvPr/>
        </p:nvSpPr>
        <p:spPr>
          <a:xfrm>
            <a:off x="2038589" y="3138107"/>
            <a:ext cx="1527834" cy="1076288"/>
          </a:xfrm>
          <a:custGeom>
            <a:avLst/>
            <a:gdLst/>
            <a:ahLst/>
            <a:cxnLst/>
            <a:rect l="0" t="0" r="0" b="0"/>
            <a:pathLst>
              <a:path w="1500000" h="1056680">
                <a:moveTo>
                  <a:pt x="0" y="1056680"/>
                </a:moveTo>
                <a:lnTo>
                  <a:pt x="125000" y="1056680"/>
                </a:lnTo>
                <a:lnTo>
                  <a:pt x="125000" y="1005550"/>
                </a:lnTo>
                <a:lnTo>
                  <a:pt x="126087" y="1005550"/>
                </a:lnTo>
                <a:lnTo>
                  <a:pt x="142857" y="1005550"/>
                </a:lnTo>
                <a:lnTo>
                  <a:pt x="142857" y="920821"/>
                </a:lnTo>
                <a:lnTo>
                  <a:pt x="143478" y="920821"/>
                </a:lnTo>
                <a:lnTo>
                  <a:pt x="166667" y="920821"/>
                </a:lnTo>
                <a:lnTo>
                  <a:pt x="166667" y="786447"/>
                </a:lnTo>
                <a:lnTo>
                  <a:pt x="167391" y="786447"/>
                </a:lnTo>
                <a:lnTo>
                  <a:pt x="173077" y="786447"/>
                </a:lnTo>
                <a:lnTo>
                  <a:pt x="173913" y="774899"/>
                </a:lnTo>
                <a:lnTo>
                  <a:pt x="173913" y="774899"/>
                </a:lnTo>
                <a:lnTo>
                  <a:pt x="187500" y="774899"/>
                </a:lnTo>
                <a:lnTo>
                  <a:pt x="187500" y="764061"/>
                </a:lnTo>
                <a:lnTo>
                  <a:pt x="188406" y="764061"/>
                </a:lnTo>
                <a:lnTo>
                  <a:pt x="194444" y="764061"/>
                </a:lnTo>
                <a:lnTo>
                  <a:pt x="194444" y="739676"/>
                </a:lnTo>
                <a:lnTo>
                  <a:pt x="195652" y="739676"/>
                </a:lnTo>
                <a:lnTo>
                  <a:pt x="250000" y="739676"/>
                </a:lnTo>
                <a:lnTo>
                  <a:pt x="250000" y="563563"/>
                </a:lnTo>
                <a:lnTo>
                  <a:pt x="251087" y="563563"/>
                </a:lnTo>
                <a:lnTo>
                  <a:pt x="270833" y="563563"/>
                </a:lnTo>
                <a:lnTo>
                  <a:pt x="270833" y="549474"/>
                </a:lnTo>
                <a:lnTo>
                  <a:pt x="271739" y="549474"/>
                </a:lnTo>
                <a:lnTo>
                  <a:pt x="300000" y="549474"/>
                </a:lnTo>
                <a:lnTo>
                  <a:pt x="300000" y="520212"/>
                </a:lnTo>
                <a:lnTo>
                  <a:pt x="301282" y="520212"/>
                </a:lnTo>
                <a:lnTo>
                  <a:pt x="307692" y="520212"/>
                </a:lnTo>
                <a:lnTo>
                  <a:pt x="307692" y="513245"/>
                </a:lnTo>
                <a:lnTo>
                  <a:pt x="308696" y="513245"/>
                </a:lnTo>
                <a:lnTo>
                  <a:pt x="312500" y="513245"/>
                </a:lnTo>
                <a:lnTo>
                  <a:pt x="312500" y="486073"/>
                </a:lnTo>
                <a:lnTo>
                  <a:pt x="313043" y="486073"/>
                </a:lnTo>
                <a:lnTo>
                  <a:pt x="325000" y="486073"/>
                </a:lnTo>
                <a:lnTo>
                  <a:pt x="325000" y="475506"/>
                </a:lnTo>
                <a:lnTo>
                  <a:pt x="326087" y="475506"/>
                </a:lnTo>
                <a:lnTo>
                  <a:pt x="333333" y="475506"/>
                </a:lnTo>
                <a:lnTo>
                  <a:pt x="333333" y="422672"/>
                </a:lnTo>
                <a:lnTo>
                  <a:pt x="500000" y="422672"/>
                </a:lnTo>
                <a:lnTo>
                  <a:pt x="500000" y="211336"/>
                </a:lnTo>
                <a:lnTo>
                  <a:pt x="562500" y="211336"/>
                </a:lnTo>
                <a:lnTo>
                  <a:pt x="562500" y="184919"/>
                </a:lnTo>
                <a:lnTo>
                  <a:pt x="583333" y="184919"/>
                </a:lnTo>
                <a:lnTo>
                  <a:pt x="583333" y="180095"/>
                </a:lnTo>
                <a:lnTo>
                  <a:pt x="625000" y="180095"/>
                </a:lnTo>
                <a:lnTo>
                  <a:pt x="625000" y="150954"/>
                </a:lnTo>
                <a:lnTo>
                  <a:pt x="642857" y="150954"/>
                </a:lnTo>
                <a:lnTo>
                  <a:pt x="642857" y="105668"/>
                </a:lnTo>
                <a:lnTo>
                  <a:pt x="750000" y="105668"/>
                </a:lnTo>
                <a:lnTo>
                  <a:pt x="750000" y="74990"/>
                </a:lnTo>
                <a:lnTo>
                  <a:pt x="875000" y="74990"/>
                </a:lnTo>
                <a:lnTo>
                  <a:pt x="875000" y="52834"/>
                </a:lnTo>
                <a:lnTo>
                  <a:pt x="1250000" y="52834"/>
                </a:lnTo>
                <a:lnTo>
                  <a:pt x="1250000" y="42267"/>
                </a:lnTo>
                <a:lnTo>
                  <a:pt x="1500000" y="4226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44" name="01_find_only_743">
            <a:extLst>
              <a:ext uri="{FF2B5EF4-FFF2-40B4-BE49-F238E27FC236}">
                <a16:creationId xmlns:a16="http://schemas.microsoft.com/office/drawing/2014/main" id="{6CA53177-6B02-45EC-AEEA-D7D9D07EAFEA}"/>
              </a:ext>
            </a:extLst>
          </p:cNvPr>
          <p:cNvSpPr>
            <a:spLocks noGrp="1"/>
          </p:cNvSpPr>
          <p:nvPr/>
        </p:nvSpPr>
        <p:spPr>
          <a:xfrm>
            <a:off x="2271238" y="378688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5" name="01_find_only_744">
            <a:extLst>
              <a:ext uri="{FF2B5EF4-FFF2-40B4-BE49-F238E27FC236}">
                <a16:creationId xmlns:a16="http://schemas.microsoft.com/office/drawing/2014/main" id="{84589AEF-7579-42B8-948B-7322B7A20C26}"/>
              </a:ext>
            </a:extLst>
          </p:cNvPr>
          <p:cNvSpPr>
            <a:spLocks noGrp="1"/>
          </p:cNvSpPr>
          <p:nvPr/>
        </p:nvSpPr>
        <p:spPr>
          <a:xfrm>
            <a:off x="2525877" y="333480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6" name="01_find_only_745">
            <a:extLst>
              <a:ext uri="{FF2B5EF4-FFF2-40B4-BE49-F238E27FC236}">
                <a16:creationId xmlns:a16="http://schemas.microsoft.com/office/drawing/2014/main" id="{E5DAC7B3-E0CA-4991-9C23-8FCA4030FDF0}"/>
              </a:ext>
            </a:extLst>
          </p:cNvPr>
          <p:cNvSpPr>
            <a:spLocks noGrp="1"/>
          </p:cNvSpPr>
          <p:nvPr/>
        </p:nvSpPr>
        <p:spPr>
          <a:xfrm>
            <a:off x="3035155" y="327650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7" name="01_find_only_746">
            <a:extLst>
              <a:ext uri="{FF2B5EF4-FFF2-40B4-BE49-F238E27FC236}">
                <a16:creationId xmlns:a16="http://schemas.microsoft.com/office/drawing/2014/main" id="{77CBD04C-DB0E-459A-BE42-902FDD5EC56C}"/>
              </a:ext>
            </a:extLst>
          </p:cNvPr>
          <p:cNvSpPr>
            <a:spLocks noGrp="1"/>
          </p:cNvSpPr>
          <p:nvPr/>
        </p:nvSpPr>
        <p:spPr>
          <a:xfrm>
            <a:off x="3544432" y="326615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8" name="01_find_only_747">
            <a:extLst>
              <a:ext uri="{FF2B5EF4-FFF2-40B4-BE49-F238E27FC236}">
                <a16:creationId xmlns:a16="http://schemas.microsoft.com/office/drawing/2014/main" id="{6986E5B9-3D4C-4528-8B19-6DC71B7FE4E5}"/>
              </a:ext>
            </a:extLst>
          </p:cNvPr>
          <p:cNvSpPr>
            <a:spLocks noGrp="1"/>
          </p:cNvSpPr>
          <p:nvPr/>
        </p:nvSpPr>
        <p:spPr>
          <a:xfrm>
            <a:off x="2256641" y="3675540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49" name="01_find_only_748">
            <a:extLst>
              <a:ext uri="{FF2B5EF4-FFF2-40B4-BE49-F238E27FC236}">
                <a16:creationId xmlns:a16="http://schemas.microsoft.com/office/drawing/2014/main" id="{694DA40C-0834-49B0-A996-B47A621A8FEE}"/>
              </a:ext>
            </a:extLst>
          </p:cNvPr>
          <p:cNvSpPr>
            <a:spLocks noGrp="1"/>
          </p:cNvSpPr>
          <p:nvPr/>
        </p:nvSpPr>
        <p:spPr>
          <a:xfrm>
            <a:off x="2511280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0" name="01_find_only_749">
            <a:extLst>
              <a:ext uri="{FF2B5EF4-FFF2-40B4-BE49-F238E27FC236}">
                <a16:creationId xmlns:a16="http://schemas.microsoft.com/office/drawing/2014/main" id="{F6A678CC-F83D-4DC0-A2B3-4E968D2332C2}"/>
              </a:ext>
            </a:extLst>
          </p:cNvPr>
          <p:cNvSpPr>
            <a:spLocks noGrp="1"/>
          </p:cNvSpPr>
          <p:nvPr/>
        </p:nvSpPr>
        <p:spPr>
          <a:xfrm>
            <a:off x="3020558" y="315533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1" name="01_find_only_750">
            <a:extLst>
              <a:ext uri="{FF2B5EF4-FFF2-40B4-BE49-F238E27FC236}">
                <a16:creationId xmlns:a16="http://schemas.microsoft.com/office/drawing/2014/main" id="{2ABC3EE0-B449-481A-A21C-73529D8314E7}"/>
              </a:ext>
            </a:extLst>
          </p:cNvPr>
          <p:cNvSpPr>
            <a:spLocks noGrp="1"/>
          </p:cNvSpPr>
          <p:nvPr/>
        </p:nvSpPr>
        <p:spPr>
          <a:xfrm>
            <a:off x="3529835" y="3101519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2" name="01_find_only_751">
            <a:extLst>
              <a:ext uri="{FF2B5EF4-FFF2-40B4-BE49-F238E27FC236}">
                <a16:creationId xmlns:a16="http://schemas.microsoft.com/office/drawing/2014/main" id="{278C4736-CA00-4EE2-B407-2713E97554F9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01_find_only_752">
            <a:extLst>
              <a:ext uri="{FF2B5EF4-FFF2-40B4-BE49-F238E27FC236}">
                <a16:creationId xmlns:a16="http://schemas.microsoft.com/office/drawing/2014/main" id="{5E33967C-2C0A-44AC-8C5F-5F6D98851AF3}"/>
              </a:ext>
            </a:extLst>
          </p:cNvPr>
          <p:cNvSpPr>
            <a:spLocks noGrp="1"/>
          </p:cNvSpPr>
          <p:nvPr/>
        </p:nvSpPr>
        <p:spPr>
          <a:xfrm>
            <a:off x="438860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7" y="1257449"/>
                </a:lnTo>
                <a:lnTo>
                  <a:pt x="2740" y="1246883"/>
                </a:lnTo>
                <a:lnTo>
                  <a:pt x="5991" y="1236316"/>
                </a:lnTo>
                <a:lnTo>
                  <a:pt x="10236" y="1225749"/>
                </a:lnTo>
                <a:lnTo>
                  <a:pt x="15209" y="1215182"/>
                </a:lnTo>
                <a:lnTo>
                  <a:pt x="20619" y="1204615"/>
                </a:lnTo>
                <a:lnTo>
                  <a:pt x="26177" y="1194049"/>
                </a:lnTo>
                <a:lnTo>
                  <a:pt x="31617" y="1183482"/>
                </a:lnTo>
                <a:lnTo>
                  <a:pt x="36723" y="1172915"/>
                </a:lnTo>
                <a:lnTo>
                  <a:pt x="41329" y="1162348"/>
                </a:lnTo>
                <a:lnTo>
                  <a:pt x="45332" y="1151781"/>
                </a:lnTo>
                <a:lnTo>
                  <a:pt x="48685" y="1141215"/>
                </a:lnTo>
                <a:lnTo>
                  <a:pt x="51387" y="1130648"/>
                </a:lnTo>
                <a:lnTo>
                  <a:pt x="53478" y="1120081"/>
                </a:lnTo>
                <a:lnTo>
                  <a:pt x="55020" y="1109514"/>
                </a:lnTo>
                <a:lnTo>
                  <a:pt x="56088" y="1098947"/>
                </a:lnTo>
                <a:lnTo>
                  <a:pt x="56762" y="1088381"/>
                </a:lnTo>
                <a:lnTo>
                  <a:pt x="57115" y="1077814"/>
                </a:lnTo>
                <a:lnTo>
                  <a:pt x="57215" y="1067247"/>
                </a:lnTo>
                <a:lnTo>
                  <a:pt x="57115" y="1056680"/>
                </a:lnTo>
                <a:lnTo>
                  <a:pt x="56858" y="1046113"/>
                </a:lnTo>
                <a:lnTo>
                  <a:pt x="56478" y="1035547"/>
                </a:lnTo>
                <a:lnTo>
                  <a:pt x="55996" y="1024980"/>
                </a:lnTo>
                <a:lnTo>
                  <a:pt x="55431" y="1014413"/>
                </a:lnTo>
                <a:lnTo>
                  <a:pt x="54794" y="1003846"/>
                </a:lnTo>
                <a:lnTo>
                  <a:pt x="54095" y="993279"/>
                </a:lnTo>
                <a:lnTo>
                  <a:pt x="53341" y="982713"/>
                </a:lnTo>
                <a:lnTo>
                  <a:pt x="52538" y="972146"/>
                </a:lnTo>
                <a:lnTo>
                  <a:pt x="51692" y="961579"/>
                </a:lnTo>
                <a:lnTo>
                  <a:pt x="50810" y="951012"/>
                </a:lnTo>
                <a:lnTo>
                  <a:pt x="49901" y="940445"/>
                </a:lnTo>
                <a:lnTo>
                  <a:pt x="48975" y="929879"/>
                </a:lnTo>
                <a:lnTo>
                  <a:pt x="48047" y="919312"/>
                </a:lnTo>
                <a:lnTo>
                  <a:pt x="47131" y="908745"/>
                </a:lnTo>
                <a:lnTo>
                  <a:pt x="46248" y="898178"/>
                </a:lnTo>
                <a:lnTo>
                  <a:pt x="45416" y="887611"/>
                </a:lnTo>
                <a:lnTo>
                  <a:pt x="44654" y="877045"/>
                </a:lnTo>
                <a:lnTo>
                  <a:pt x="43980" y="866478"/>
                </a:lnTo>
                <a:lnTo>
                  <a:pt x="43401" y="855911"/>
                </a:lnTo>
                <a:lnTo>
                  <a:pt x="42919" y="845344"/>
                </a:lnTo>
                <a:lnTo>
                  <a:pt x="42525" y="834777"/>
                </a:lnTo>
                <a:lnTo>
                  <a:pt x="42197" y="824211"/>
                </a:lnTo>
                <a:lnTo>
                  <a:pt x="41901" y="813644"/>
                </a:lnTo>
                <a:lnTo>
                  <a:pt x="41593" y="803077"/>
                </a:lnTo>
                <a:lnTo>
                  <a:pt x="41224" y="792510"/>
                </a:lnTo>
                <a:lnTo>
                  <a:pt x="40737" y="781943"/>
                </a:lnTo>
                <a:lnTo>
                  <a:pt x="40082" y="771377"/>
                </a:lnTo>
                <a:lnTo>
                  <a:pt x="39214" y="760810"/>
                </a:lnTo>
                <a:lnTo>
                  <a:pt x="38104" y="750243"/>
                </a:lnTo>
                <a:lnTo>
                  <a:pt x="36744" y="739676"/>
                </a:lnTo>
                <a:lnTo>
                  <a:pt x="35150" y="729109"/>
                </a:lnTo>
                <a:lnTo>
                  <a:pt x="33370" y="718543"/>
                </a:lnTo>
                <a:lnTo>
                  <a:pt x="31479" y="707976"/>
                </a:lnTo>
                <a:lnTo>
                  <a:pt x="29582" y="697409"/>
                </a:lnTo>
                <a:lnTo>
                  <a:pt x="27806" y="686842"/>
                </a:lnTo>
                <a:lnTo>
                  <a:pt x="26287" y="676275"/>
                </a:lnTo>
                <a:lnTo>
                  <a:pt x="25163" y="665709"/>
                </a:lnTo>
                <a:lnTo>
                  <a:pt x="24558" y="655142"/>
                </a:lnTo>
                <a:lnTo>
                  <a:pt x="24567" y="644575"/>
                </a:lnTo>
                <a:lnTo>
                  <a:pt x="25248" y="634008"/>
                </a:lnTo>
                <a:lnTo>
                  <a:pt x="26613" y="623441"/>
                </a:lnTo>
                <a:lnTo>
                  <a:pt x="28625" y="612874"/>
                </a:lnTo>
                <a:lnTo>
                  <a:pt x="31203" y="602308"/>
                </a:lnTo>
                <a:lnTo>
                  <a:pt x="34229" y="591741"/>
                </a:lnTo>
                <a:lnTo>
                  <a:pt x="37560" y="581174"/>
                </a:lnTo>
                <a:lnTo>
                  <a:pt x="41043" y="570607"/>
                </a:lnTo>
                <a:lnTo>
                  <a:pt x="44528" y="560040"/>
                </a:lnTo>
                <a:lnTo>
                  <a:pt x="47883" y="549474"/>
                </a:lnTo>
                <a:lnTo>
                  <a:pt x="50998" y="538907"/>
                </a:lnTo>
                <a:lnTo>
                  <a:pt x="53798" y="528340"/>
                </a:lnTo>
                <a:lnTo>
                  <a:pt x="56234" y="517773"/>
                </a:lnTo>
                <a:lnTo>
                  <a:pt x="58293" y="507206"/>
                </a:lnTo>
                <a:lnTo>
                  <a:pt x="59982" y="496640"/>
                </a:lnTo>
                <a:lnTo>
                  <a:pt x="61330" y="486073"/>
                </a:lnTo>
                <a:lnTo>
                  <a:pt x="62375" y="475506"/>
                </a:lnTo>
                <a:lnTo>
                  <a:pt x="63165" y="464939"/>
                </a:lnTo>
                <a:lnTo>
                  <a:pt x="63746" y="454372"/>
                </a:lnTo>
                <a:lnTo>
                  <a:pt x="64162" y="443806"/>
                </a:lnTo>
                <a:lnTo>
                  <a:pt x="64453" y="433239"/>
                </a:lnTo>
                <a:lnTo>
                  <a:pt x="64651" y="422672"/>
                </a:lnTo>
                <a:lnTo>
                  <a:pt x="64782" y="412105"/>
                </a:lnTo>
                <a:lnTo>
                  <a:pt x="64867" y="401538"/>
                </a:lnTo>
                <a:lnTo>
                  <a:pt x="64921" y="390972"/>
                </a:lnTo>
                <a:lnTo>
                  <a:pt x="64954" y="380405"/>
                </a:lnTo>
                <a:lnTo>
                  <a:pt x="64974" y="369838"/>
                </a:lnTo>
                <a:lnTo>
                  <a:pt x="64985" y="359271"/>
                </a:lnTo>
                <a:lnTo>
                  <a:pt x="64992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8" y="348704"/>
                </a:lnTo>
                <a:lnTo>
                  <a:pt x="65015" y="359271"/>
                </a:lnTo>
                <a:lnTo>
                  <a:pt x="65026" y="369838"/>
                </a:lnTo>
                <a:lnTo>
                  <a:pt x="65046" y="380405"/>
                </a:lnTo>
                <a:lnTo>
                  <a:pt x="65079" y="390972"/>
                </a:lnTo>
                <a:lnTo>
                  <a:pt x="65133" y="401538"/>
                </a:lnTo>
                <a:lnTo>
                  <a:pt x="65218" y="412105"/>
                </a:lnTo>
                <a:lnTo>
                  <a:pt x="65349" y="422672"/>
                </a:lnTo>
                <a:lnTo>
                  <a:pt x="65547" y="433239"/>
                </a:lnTo>
                <a:lnTo>
                  <a:pt x="65838" y="443806"/>
                </a:lnTo>
                <a:lnTo>
                  <a:pt x="66254" y="454372"/>
                </a:lnTo>
                <a:lnTo>
                  <a:pt x="66835" y="464939"/>
                </a:lnTo>
                <a:lnTo>
                  <a:pt x="67625" y="475506"/>
                </a:lnTo>
                <a:lnTo>
                  <a:pt x="68670" y="486073"/>
                </a:lnTo>
                <a:lnTo>
                  <a:pt x="70018" y="496640"/>
                </a:lnTo>
                <a:lnTo>
                  <a:pt x="71707" y="507206"/>
                </a:lnTo>
                <a:lnTo>
                  <a:pt x="73766" y="517773"/>
                </a:lnTo>
                <a:lnTo>
                  <a:pt x="76202" y="528340"/>
                </a:lnTo>
                <a:lnTo>
                  <a:pt x="79002" y="538907"/>
                </a:lnTo>
                <a:lnTo>
                  <a:pt x="82117" y="549474"/>
                </a:lnTo>
                <a:lnTo>
                  <a:pt x="85472" y="560040"/>
                </a:lnTo>
                <a:lnTo>
                  <a:pt x="88958" y="570607"/>
                </a:lnTo>
                <a:lnTo>
                  <a:pt x="92440" y="581174"/>
                </a:lnTo>
                <a:lnTo>
                  <a:pt x="95771" y="591741"/>
                </a:lnTo>
                <a:lnTo>
                  <a:pt x="98797" y="602308"/>
                </a:lnTo>
                <a:lnTo>
                  <a:pt x="101375" y="612874"/>
                </a:lnTo>
                <a:lnTo>
                  <a:pt x="103387" y="623441"/>
                </a:lnTo>
                <a:lnTo>
                  <a:pt x="104752" y="634008"/>
                </a:lnTo>
                <a:lnTo>
                  <a:pt x="105433" y="644575"/>
                </a:lnTo>
                <a:lnTo>
                  <a:pt x="105442" y="655142"/>
                </a:lnTo>
                <a:lnTo>
                  <a:pt x="104837" y="665709"/>
                </a:lnTo>
                <a:lnTo>
                  <a:pt x="103713" y="676275"/>
                </a:lnTo>
                <a:lnTo>
                  <a:pt x="102194" y="686842"/>
                </a:lnTo>
                <a:lnTo>
                  <a:pt x="100418" y="697409"/>
                </a:lnTo>
                <a:lnTo>
                  <a:pt x="98521" y="707976"/>
                </a:lnTo>
                <a:lnTo>
                  <a:pt x="96630" y="718543"/>
                </a:lnTo>
                <a:lnTo>
                  <a:pt x="94850" y="729109"/>
                </a:lnTo>
                <a:lnTo>
                  <a:pt x="93256" y="739676"/>
                </a:lnTo>
                <a:lnTo>
                  <a:pt x="91896" y="750243"/>
                </a:lnTo>
                <a:lnTo>
                  <a:pt x="90786" y="760810"/>
                </a:lnTo>
                <a:lnTo>
                  <a:pt x="89918" y="771377"/>
                </a:lnTo>
                <a:lnTo>
                  <a:pt x="89263" y="781943"/>
                </a:lnTo>
                <a:lnTo>
                  <a:pt x="88776" y="792510"/>
                </a:lnTo>
                <a:lnTo>
                  <a:pt x="88407" y="803077"/>
                </a:lnTo>
                <a:lnTo>
                  <a:pt x="88099" y="813644"/>
                </a:lnTo>
                <a:lnTo>
                  <a:pt x="87803" y="824211"/>
                </a:lnTo>
                <a:lnTo>
                  <a:pt x="87475" y="834777"/>
                </a:lnTo>
                <a:lnTo>
                  <a:pt x="87081" y="845344"/>
                </a:lnTo>
                <a:lnTo>
                  <a:pt x="86599" y="855911"/>
                </a:lnTo>
                <a:lnTo>
                  <a:pt x="86020" y="866478"/>
                </a:lnTo>
                <a:lnTo>
                  <a:pt x="85346" y="877045"/>
                </a:lnTo>
                <a:lnTo>
                  <a:pt x="84584" y="887611"/>
                </a:lnTo>
                <a:lnTo>
                  <a:pt x="83752" y="898178"/>
                </a:lnTo>
                <a:lnTo>
                  <a:pt x="82869" y="908745"/>
                </a:lnTo>
                <a:lnTo>
                  <a:pt x="81953" y="919312"/>
                </a:lnTo>
                <a:lnTo>
                  <a:pt x="81025" y="929879"/>
                </a:lnTo>
                <a:lnTo>
                  <a:pt x="80099" y="940445"/>
                </a:lnTo>
                <a:lnTo>
                  <a:pt x="79190" y="951012"/>
                </a:lnTo>
                <a:lnTo>
                  <a:pt x="78308" y="961579"/>
                </a:lnTo>
                <a:lnTo>
                  <a:pt x="77462" y="972146"/>
                </a:lnTo>
                <a:lnTo>
                  <a:pt x="76659" y="982713"/>
                </a:lnTo>
                <a:lnTo>
                  <a:pt x="75905" y="993279"/>
                </a:lnTo>
                <a:lnTo>
                  <a:pt x="75206" y="1003846"/>
                </a:lnTo>
                <a:lnTo>
                  <a:pt x="74569" y="1014413"/>
                </a:lnTo>
                <a:lnTo>
                  <a:pt x="74004" y="1024980"/>
                </a:lnTo>
                <a:lnTo>
                  <a:pt x="73522" y="1035547"/>
                </a:lnTo>
                <a:lnTo>
                  <a:pt x="73142" y="1046113"/>
                </a:lnTo>
                <a:lnTo>
                  <a:pt x="72885" y="1056680"/>
                </a:lnTo>
                <a:lnTo>
                  <a:pt x="72785" y="1067247"/>
                </a:lnTo>
                <a:lnTo>
                  <a:pt x="72885" y="1077814"/>
                </a:lnTo>
                <a:lnTo>
                  <a:pt x="73238" y="1088381"/>
                </a:lnTo>
                <a:lnTo>
                  <a:pt x="73912" y="1098947"/>
                </a:lnTo>
                <a:lnTo>
                  <a:pt x="74980" y="1109514"/>
                </a:lnTo>
                <a:lnTo>
                  <a:pt x="76522" y="1120081"/>
                </a:lnTo>
                <a:lnTo>
                  <a:pt x="78613" y="1130648"/>
                </a:lnTo>
                <a:lnTo>
                  <a:pt x="81315" y="1141215"/>
                </a:lnTo>
                <a:lnTo>
                  <a:pt x="84668" y="1151781"/>
                </a:lnTo>
                <a:lnTo>
                  <a:pt x="88671" y="1162348"/>
                </a:lnTo>
                <a:lnTo>
                  <a:pt x="93277" y="1172915"/>
                </a:lnTo>
                <a:lnTo>
                  <a:pt x="98383" y="1183482"/>
                </a:lnTo>
                <a:lnTo>
                  <a:pt x="103823" y="1194049"/>
                </a:lnTo>
                <a:lnTo>
                  <a:pt x="109381" y="1204615"/>
                </a:lnTo>
                <a:lnTo>
                  <a:pt x="114791" y="1215182"/>
                </a:lnTo>
                <a:lnTo>
                  <a:pt x="119764" y="1225749"/>
                </a:lnTo>
                <a:lnTo>
                  <a:pt x="124009" y="1236316"/>
                </a:lnTo>
                <a:lnTo>
                  <a:pt x="127260" y="1246883"/>
                </a:lnTo>
                <a:lnTo>
                  <a:pt x="12930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4" name="01_find_only_753">
            <a:extLst>
              <a:ext uri="{FF2B5EF4-FFF2-40B4-BE49-F238E27FC236}">
                <a16:creationId xmlns:a16="http://schemas.microsoft.com/office/drawing/2014/main" id="{0EDA5066-0F85-4659-98BC-11D3AE998F5E}"/>
              </a:ext>
            </a:extLst>
          </p:cNvPr>
          <p:cNvSpPr>
            <a:spLocks noGrp="1"/>
          </p:cNvSpPr>
          <p:nvPr/>
        </p:nvSpPr>
        <p:spPr>
          <a:xfrm>
            <a:off x="464324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6859" y="1268016"/>
                </a:moveTo>
                <a:lnTo>
                  <a:pt x="23141" y="1268016"/>
                </a:lnTo>
                <a:lnTo>
                  <a:pt x="23581" y="1257449"/>
                </a:lnTo>
                <a:lnTo>
                  <a:pt x="24871" y="1246883"/>
                </a:lnTo>
                <a:lnTo>
                  <a:pt x="26925" y="1236316"/>
                </a:lnTo>
                <a:lnTo>
                  <a:pt x="29609" y="1225749"/>
                </a:lnTo>
                <a:lnTo>
                  <a:pt x="32758" y="1215182"/>
                </a:lnTo>
                <a:lnTo>
                  <a:pt x="36188" y="1204615"/>
                </a:lnTo>
                <a:lnTo>
                  <a:pt x="39719" y="1194049"/>
                </a:lnTo>
                <a:lnTo>
                  <a:pt x="43183" y="1183482"/>
                </a:lnTo>
                <a:lnTo>
                  <a:pt x="46443" y="1172915"/>
                </a:lnTo>
                <a:lnTo>
                  <a:pt x="49393" y="1162348"/>
                </a:lnTo>
                <a:lnTo>
                  <a:pt x="51967" y="1151781"/>
                </a:lnTo>
                <a:lnTo>
                  <a:pt x="54130" y="1141215"/>
                </a:lnTo>
                <a:lnTo>
                  <a:pt x="55882" y="1130648"/>
                </a:lnTo>
                <a:lnTo>
                  <a:pt x="57241" y="1120081"/>
                </a:lnTo>
                <a:lnTo>
                  <a:pt x="58243" y="1109514"/>
                </a:lnTo>
                <a:lnTo>
                  <a:pt x="58933" y="1098947"/>
                </a:lnTo>
                <a:lnTo>
                  <a:pt x="59357" y="1088381"/>
                </a:lnTo>
                <a:lnTo>
                  <a:pt x="59557" y="1077814"/>
                </a:lnTo>
                <a:lnTo>
                  <a:pt x="59573" y="1067247"/>
                </a:lnTo>
                <a:lnTo>
                  <a:pt x="59438" y="1056680"/>
                </a:lnTo>
                <a:lnTo>
                  <a:pt x="59177" y="1046113"/>
                </a:lnTo>
                <a:lnTo>
                  <a:pt x="58811" y="1035547"/>
                </a:lnTo>
                <a:lnTo>
                  <a:pt x="58357" y="1024980"/>
                </a:lnTo>
                <a:lnTo>
                  <a:pt x="57829" y="1014413"/>
                </a:lnTo>
                <a:lnTo>
                  <a:pt x="57241" y="1003846"/>
                </a:lnTo>
                <a:lnTo>
                  <a:pt x="56602" y="993279"/>
                </a:lnTo>
                <a:lnTo>
                  <a:pt x="55923" y="982713"/>
                </a:lnTo>
                <a:lnTo>
                  <a:pt x="55216" y="972146"/>
                </a:lnTo>
                <a:lnTo>
                  <a:pt x="54491" y="961579"/>
                </a:lnTo>
                <a:lnTo>
                  <a:pt x="53758" y="951012"/>
                </a:lnTo>
                <a:lnTo>
                  <a:pt x="53030" y="940445"/>
                </a:lnTo>
                <a:lnTo>
                  <a:pt x="52319" y="929879"/>
                </a:lnTo>
                <a:lnTo>
                  <a:pt x="51639" y="919312"/>
                </a:lnTo>
                <a:lnTo>
                  <a:pt x="51008" y="908745"/>
                </a:lnTo>
                <a:lnTo>
                  <a:pt x="50442" y="898178"/>
                </a:lnTo>
                <a:lnTo>
                  <a:pt x="49960" y="887611"/>
                </a:lnTo>
                <a:lnTo>
                  <a:pt x="49576" y="877045"/>
                </a:lnTo>
                <a:lnTo>
                  <a:pt x="49302" y="866478"/>
                </a:lnTo>
                <a:lnTo>
                  <a:pt x="49145" y="855911"/>
                </a:lnTo>
                <a:lnTo>
                  <a:pt x="49099" y="845344"/>
                </a:lnTo>
                <a:lnTo>
                  <a:pt x="49152" y="834777"/>
                </a:lnTo>
                <a:lnTo>
                  <a:pt x="49277" y="824211"/>
                </a:lnTo>
                <a:lnTo>
                  <a:pt x="49438" y="813644"/>
                </a:lnTo>
                <a:lnTo>
                  <a:pt x="49590" y="803077"/>
                </a:lnTo>
                <a:lnTo>
                  <a:pt x="49682" y="792510"/>
                </a:lnTo>
                <a:lnTo>
                  <a:pt x="49657" y="781943"/>
                </a:lnTo>
                <a:lnTo>
                  <a:pt x="49466" y="771377"/>
                </a:lnTo>
                <a:lnTo>
                  <a:pt x="49064" y="760810"/>
                </a:lnTo>
                <a:lnTo>
                  <a:pt x="48418" y="750243"/>
                </a:lnTo>
                <a:lnTo>
                  <a:pt x="47514" y="739676"/>
                </a:lnTo>
                <a:lnTo>
                  <a:pt x="46358" y="729109"/>
                </a:lnTo>
                <a:lnTo>
                  <a:pt x="44979" y="718543"/>
                </a:lnTo>
                <a:lnTo>
                  <a:pt x="43429" y="707976"/>
                </a:lnTo>
                <a:lnTo>
                  <a:pt x="41784" y="697409"/>
                </a:lnTo>
                <a:lnTo>
                  <a:pt x="40132" y="686842"/>
                </a:lnTo>
                <a:lnTo>
                  <a:pt x="38577" y="676275"/>
                </a:lnTo>
                <a:lnTo>
                  <a:pt x="37220" y="665709"/>
                </a:lnTo>
                <a:lnTo>
                  <a:pt x="36156" y="655142"/>
                </a:lnTo>
                <a:lnTo>
                  <a:pt x="35460" y="644575"/>
                </a:lnTo>
                <a:lnTo>
                  <a:pt x="35182" y="634008"/>
                </a:lnTo>
                <a:lnTo>
                  <a:pt x="35339" y="623441"/>
                </a:lnTo>
                <a:lnTo>
                  <a:pt x="35916" y="612874"/>
                </a:lnTo>
                <a:lnTo>
                  <a:pt x="36862" y="602308"/>
                </a:lnTo>
                <a:lnTo>
                  <a:pt x="38099" y="591741"/>
                </a:lnTo>
                <a:lnTo>
                  <a:pt x="39530" y="581174"/>
                </a:lnTo>
                <a:lnTo>
                  <a:pt x="41046" y="570607"/>
                </a:lnTo>
                <a:lnTo>
                  <a:pt x="42538" y="560040"/>
                </a:lnTo>
                <a:lnTo>
                  <a:pt x="43908" y="549474"/>
                </a:lnTo>
                <a:lnTo>
                  <a:pt x="45074" y="538907"/>
                </a:lnTo>
                <a:lnTo>
                  <a:pt x="45977" y="528340"/>
                </a:lnTo>
                <a:lnTo>
                  <a:pt x="46588" y="517773"/>
                </a:lnTo>
                <a:lnTo>
                  <a:pt x="46904" y="507206"/>
                </a:lnTo>
                <a:lnTo>
                  <a:pt x="46947" y="496640"/>
                </a:lnTo>
                <a:lnTo>
                  <a:pt x="46763" y="486073"/>
                </a:lnTo>
                <a:lnTo>
                  <a:pt x="46413" y="475506"/>
                </a:lnTo>
                <a:lnTo>
                  <a:pt x="45969" y="464939"/>
                </a:lnTo>
                <a:lnTo>
                  <a:pt x="45503" y="454372"/>
                </a:lnTo>
                <a:lnTo>
                  <a:pt x="45085" y="443806"/>
                </a:lnTo>
                <a:lnTo>
                  <a:pt x="44772" y="433239"/>
                </a:lnTo>
                <a:lnTo>
                  <a:pt x="44606" y="422672"/>
                </a:lnTo>
                <a:lnTo>
                  <a:pt x="44613" y="412105"/>
                </a:lnTo>
                <a:lnTo>
                  <a:pt x="44799" y="401538"/>
                </a:lnTo>
                <a:lnTo>
                  <a:pt x="45154" y="390972"/>
                </a:lnTo>
                <a:lnTo>
                  <a:pt x="45657" y="380405"/>
                </a:lnTo>
                <a:lnTo>
                  <a:pt x="46277" y="369838"/>
                </a:lnTo>
                <a:lnTo>
                  <a:pt x="46981" y="359271"/>
                </a:lnTo>
                <a:lnTo>
                  <a:pt x="47736" y="348704"/>
                </a:lnTo>
                <a:lnTo>
                  <a:pt x="48514" y="338138"/>
                </a:lnTo>
                <a:lnTo>
                  <a:pt x="49293" y="327571"/>
                </a:lnTo>
                <a:lnTo>
                  <a:pt x="50057" y="317004"/>
                </a:lnTo>
                <a:lnTo>
                  <a:pt x="50798" y="306437"/>
                </a:lnTo>
                <a:lnTo>
                  <a:pt x="51511" y="295870"/>
                </a:lnTo>
                <a:lnTo>
                  <a:pt x="52195" y="285304"/>
                </a:lnTo>
                <a:lnTo>
                  <a:pt x="52848" y="274737"/>
                </a:lnTo>
                <a:lnTo>
                  <a:pt x="53468" y="264170"/>
                </a:lnTo>
                <a:lnTo>
                  <a:pt x="54051" y="253603"/>
                </a:lnTo>
                <a:lnTo>
                  <a:pt x="54586" y="243036"/>
                </a:lnTo>
                <a:lnTo>
                  <a:pt x="55060" y="232470"/>
                </a:lnTo>
                <a:lnTo>
                  <a:pt x="55453" y="221903"/>
                </a:lnTo>
                <a:lnTo>
                  <a:pt x="55735" y="211336"/>
                </a:lnTo>
                <a:lnTo>
                  <a:pt x="55870" y="200769"/>
                </a:lnTo>
                <a:lnTo>
                  <a:pt x="55811" y="190202"/>
                </a:lnTo>
                <a:lnTo>
                  <a:pt x="55501" y="179636"/>
                </a:lnTo>
                <a:lnTo>
                  <a:pt x="54873" y="169069"/>
                </a:lnTo>
                <a:lnTo>
                  <a:pt x="53854" y="158502"/>
                </a:lnTo>
                <a:lnTo>
                  <a:pt x="52367" y="147935"/>
                </a:lnTo>
                <a:lnTo>
                  <a:pt x="50338" y="137368"/>
                </a:lnTo>
                <a:lnTo>
                  <a:pt x="47707" y="126802"/>
                </a:lnTo>
                <a:lnTo>
                  <a:pt x="44438" y="116235"/>
                </a:lnTo>
                <a:lnTo>
                  <a:pt x="40529" y="105668"/>
                </a:lnTo>
                <a:lnTo>
                  <a:pt x="36027" y="95101"/>
                </a:lnTo>
                <a:lnTo>
                  <a:pt x="31032" y="84534"/>
                </a:lnTo>
                <a:lnTo>
                  <a:pt x="25703" y="73968"/>
                </a:lnTo>
                <a:lnTo>
                  <a:pt x="20255" y="63401"/>
                </a:lnTo>
                <a:lnTo>
                  <a:pt x="14947" y="52834"/>
                </a:lnTo>
                <a:lnTo>
                  <a:pt x="10063" y="42267"/>
                </a:lnTo>
                <a:lnTo>
                  <a:pt x="5891" y="31700"/>
                </a:lnTo>
                <a:lnTo>
                  <a:pt x="2695" y="21134"/>
                </a:lnTo>
                <a:lnTo>
                  <a:pt x="68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14" y="10567"/>
                </a:lnTo>
                <a:lnTo>
                  <a:pt x="127305" y="21134"/>
                </a:lnTo>
                <a:lnTo>
                  <a:pt x="124109" y="31700"/>
                </a:lnTo>
                <a:lnTo>
                  <a:pt x="119937" y="42267"/>
                </a:lnTo>
                <a:lnTo>
                  <a:pt x="115053" y="52834"/>
                </a:lnTo>
                <a:lnTo>
                  <a:pt x="109745" y="63401"/>
                </a:lnTo>
                <a:lnTo>
                  <a:pt x="104297" y="73968"/>
                </a:lnTo>
                <a:lnTo>
                  <a:pt x="98968" y="84534"/>
                </a:lnTo>
                <a:lnTo>
                  <a:pt x="93973" y="95101"/>
                </a:lnTo>
                <a:lnTo>
                  <a:pt x="89471" y="105668"/>
                </a:lnTo>
                <a:lnTo>
                  <a:pt x="85562" y="116235"/>
                </a:lnTo>
                <a:lnTo>
                  <a:pt x="82293" y="126802"/>
                </a:lnTo>
                <a:lnTo>
                  <a:pt x="79662" y="137368"/>
                </a:lnTo>
                <a:lnTo>
                  <a:pt x="77633" y="147935"/>
                </a:lnTo>
                <a:lnTo>
                  <a:pt x="76146" y="158502"/>
                </a:lnTo>
                <a:lnTo>
                  <a:pt x="75127" y="169069"/>
                </a:lnTo>
                <a:lnTo>
                  <a:pt x="74499" y="179636"/>
                </a:lnTo>
                <a:lnTo>
                  <a:pt x="74189" y="190202"/>
                </a:lnTo>
                <a:lnTo>
                  <a:pt x="74130" y="200769"/>
                </a:lnTo>
                <a:lnTo>
                  <a:pt x="74265" y="211336"/>
                </a:lnTo>
                <a:lnTo>
                  <a:pt x="74547" y="221903"/>
                </a:lnTo>
                <a:lnTo>
                  <a:pt x="74940" y="232470"/>
                </a:lnTo>
                <a:lnTo>
                  <a:pt x="75414" y="243036"/>
                </a:lnTo>
                <a:lnTo>
                  <a:pt x="75949" y="253603"/>
                </a:lnTo>
                <a:lnTo>
                  <a:pt x="76532" y="264170"/>
                </a:lnTo>
                <a:lnTo>
                  <a:pt x="77152" y="274737"/>
                </a:lnTo>
                <a:lnTo>
                  <a:pt x="77805" y="285304"/>
                </a:lnTo>
                <a:lnTo>
                  <a:pt x="78489" y="295870"/>
                </a:lnTo>
                <a:lnTo>
                  <a:pt x="79202" y="306437"/>
                </a:lnTo>
                <a:lnTo>
                  <a:pt x="79943" y="317004"/>
                </a:lnTo>
                <a:lnTo>
                  <a:pt x="80707" y="327571"/>
                </a:lnTo>
                <a:lnTo>
                  <a:pt x="81486" y="338138"/>
                </a:lnTo>
                <a:lnTo>
                  <a:pt x="82264" y="348704"/>
                </a:lnTo>
                <a:lnTo>
                  <a:pt x="83019" y="359271"/>
                </a:lnTo>
                <a:lnTo>
                  <a:pt x="83723" y="369838"/>
                </a:lnTo>
                <a:lnTo>
                  <a:pt x="84343" y="380405"/>
                </a:lnTo>
                <a:lnTo>
                  <a:pt x="84846" y="390972"/>
                </a:lnTo>
                <a:lnTo>
                  <a:pt x="85201" y="401538"/>
                </a:lnTo>
                <a:lnTo>
                  <a:pt x="85387" y="412105"/>
                </a:lnTo>
                <a:lnTo>
                  <a:pt x="85394" y="422672"/>
                </a:lnTo>
                <a:lnTo>
                  <a:pt x="85228" y="433239"/>
                </a:lnTo>
                <a:lnTo>
                  <a:pt x="84915" y="443806"/>
                </a:lnTo>
                <a:lnTo>
                  <a:pt x="84497" y="454372"/>
                </a:lnTo>
                <a:lnTo>
                  <a:pt x="84031" y="464939"/>
                </a:lnTo>
                <a:lnTo>
                  <a:pt x="83587" y="475506"/>
                </a:lnTo>
                <a:lnTo>
                  <a:pt x="83237" y="486073"/>
                </a:lnTo>
                <a:lnTo>
                  <a:pt x="83053" y="496640"/>
                </a:lnTo>
                <a:lnTo>
                  <a:pt x="83096" y="507206"/>
                </a:lnTo>
                <a:lnTo>
                  <a:pt x="83412" y="517773"/>
                </a:lnTo>
                <a:lnTo>
                  <a:pt x="84023" y="528340"/>
                </a:lnTo>
                <a:lnTo>
                  <a:pt x="84926" y="538907"/>
                </a:lnTo>
                <a:lnTo>
                  <a:pt x="86092" y="549474"/>
                </a:lnTo>
                <a:lnTo>
                  <a:pt x="87462" y="560040"/>
                </a:lnTo>
                <a:lnTo>
                  <a:pt x="88954" y="570607"/>
                </a:lnTo>
                <a:lnTo>
                  <a:pt x="90470" y="581174"/>
                </a:lnTo>
                <a:lnTo>
                  <a:pt x="91901" y="591741"/>
                </a:lnTo>
                <a:lnTo>
                  <a:pt x="93138" y="602308"/>
                </a:lnTo>
                <a:lnTo>
                  <a:pt x="94084" y="612874"/>
                </a:lnTo>
                <a:lnTo>
                  <a:pt x="94661" y="623441"/>
                </a:lnTo>
                <a:lnTo>
                  <a:pt x="94818" y="634008"/>
                </a:lnTo>
                <a:lnTo>
                  <a:pt x="94540" y="644575"/>
                </a:lnTo>
                <a:lnTo>
                  <a:pt x="93844" y="655142"/>
                </a:lnTo>
                <a:lnTo>
                  <a:pt x="92780" y="665709"/>
                </a:lnTo>
                <a:lnTo>
                  <a:pt x="91423" y="676275"/>
                </a:lnTo>
                <a:lnTo>
                  <a:pt x="89868" y="686842"/>
                </a:lnTo>
                <a:lnTo>
                  <a:pt x="88216" y="697409"/>
                </a:lnTo>
                <a:lnTo>
                  <a:pt x="86571" y="707976"/>
                </a:lnTo>
                <a:lnTo>
                  <a:pt x="85021" y="718543"/>
                </a:lnTo>
                <a:lnTo>
                  <a:pt x="83642" y="729109"/>
                </a:lnTo>
                <a:lnTo>
                  <a:pt x="82486" y="739676"/>
                </a:lnTo>
                <a:lnTo>
                  <a:pt x="81582" y="750243"/>
                </a:lnTo>
                <a:lnTo>
                  <a:pt x="80936" y="760810"/>
                </a:lnTo>
                <a:lnTo>
                  <a:pt x="80534" y="771377"/>
                </a:lnTo>
                <a:lnTo>
                  <a:pt x="80343" y="781943"/>
                </a:lnTo>
                <a:lnTo>
                  <a:pt x="80318" y="792510"/>
                </a:lnTo>
                <a:lnTo>
                  <a:pt x="80410" y="803077"/>
                </a:lnTo>
                <a:lnTo>
                  <a:pt x="80562" y="813644"/>
                </a:lnTo>
                <a:lnTo>
                  <a:pt x="80723" y="824211"/>
                </a:lnTo>
                <a:lnTo>
                  <a:pt x="80848" y="834777"/>
                </a:lnTo>
                <a:lnTo>
                  <a:pt x="80901" y="845344"/>
                </a:lnTo>
                <a:lnTo>
                  <a:pt x="80855" y="855911"/>
                </a:lnTo>
                <a:lnTo>
                  <a:pt x="80698" y="866478"/>
                </a:lnTo>
                <a:lnTo>
                  <a:pt x="80424" y="877045"/>
                </a:lnTo>
                <a:lnTo>
                  <a:pt x="80040" y="887611"/>
                </a:lnTo>
                <a:lnTo>
                  <a:pt x="79558" y="898178"/>
                </a:lnTo>
                <a:lnTo>
                  <a:pt x="78992" y="908745"/>
                </a:lnTo>
                <a:lnTo>
                  <a:pt x="78361" y="919312"/>
                </a:lnTo>
                <a:lnTo>
                  <a:pt x="77681" y="929879"/>
                </a:lnTo>
                <a:lnTo>
                  <a:pt x="76970" y="940445"/>
                </a:lnTo>
                <a:lnTo>
                  <a:pt x="76242" y="951012"/>
                </a:lnTo>
                <a:lnTo>
                  <a:pt x="75509" y="961579"/>
                </a:lnTo>
                <a:lnTo>
                  <a:pt x="74784" y="972146"/>
                </a:lnTo>
                <a:lnTo>
                  <a:pt x="74077" y="982713"/>
                </a:lnTo>
                <a:lnTo>
                  <a:pt x="73398" y="993279"/>
                </a:lnTo>
                <a:lnTo>
                  <a:pt x="72759" y="1003846"/>
                </a:lnTo>
                <a:lnTo>
                  <a:pt x="72171" y="1014413"/>
                </a:lnTo>
                <a:lnTo>
                  <a:pt x="71643" y="1024980"/>
                </a:lnTo>
                <a:lnTo>
                  <a:pt x="71189" y="1035547"/>
                </a:lnTo>
                <a:lnTo>
                  <a:pt x="70823" y="1046113"/>
                </a:lnTo>
                <a:lnTo>
                  <a:pt x="70562" y="1056680"/>
                </a:lnTo>
                <a:lnTo>
                  <a:pt x="70427" y="1067247"/>
                </a:lnTo>
                <a:lnTo>
                  <a:pt x="70443" y="1077814"/>
                </a:lnTo>
                <a:lnTo>
                  <a:pt x="70643" y="1088381"/>
                </a:lnTo>
                <a:lnTo>
                  <a:pt x="71067" y="1098947"/>
                </a:lnTo>
                <a:lnTo>
                  <a:pt x="71757" y="1109514"/>
                </a:lnTo>
                <a:lnTo>
                  <a:pt x="72759" y="1120081"/>
                </a:lnTo>
                <a:lnTo>
                  <a:pt x="74118" y="1130648"/>
                </a:lnTo>
                <a:lnTo>
                  <a:pt x="75870" y="1141215"/>
                </a:lnTo>
                <a:lnTo>
                  <a:pt x="78033" y="1151781"/>
                </a:lnTo>
                <a:lnTo>
                  <a:pt x="80607" y="1162348"/>
                </a:lnTo>
                <a:lnTo>
                  <a:pt x="83557" y="1172915"/>
                </a:lnTo>
                <a:lnTo>
                  <a:pt x="86817" y="1183482"/>
                </a:lnTo>
                <a:lnTo>
                  <a:pt x="90281" y="1194049"/>
                </a:lnTo>
                <a:lnTo>
                  <a:pt x="93812" y="1204615"/>
                </a:lnTo>
                <a:lnTo>
                  <a:pt x="97242" y="1215182"/>
                </a:lnTo>
                <a:lnTo>
                  <a:pt x="100391" y="1225749"/>
                </a:lnTo>
                <a:lnTo>
                  <a:pt x="103075" y="1236316"/>
                </a:lnTo>
                <a:lnTo>
                  <a:pt x="105129" y="1246883"/>
                </a:lnTo>
                <a:lnTo>
                  <a:pt x="106419" y="1257449"/>
                </a:lnTo>
                <a:lnTo>
                  <a:pt x="106859" y="1268016"/>
                </a:lnTo>
                <a:lnTo>
                  <a:pt x="106859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5" name="01_find_only_754">
            <a:extLst>
              <a:ext uri="{FF2B5EF4-FFF2-40B4-BE49-F238E27FC236}">
                <a16:creationId xmlns:a16="http://schemas.microsoft.com/office/drawing/2014/main" id="{54CEFB34-FC64-4083-A397-71CEC19E6C17}"/>
              </a:ext>
            </a:extLst>
          </p:cNvPr>
          <p:cNvSpPr>
            <a:spLocks noGrp="1"/>
          </p:cNvSpPr>
          <p:nvPr/>
        </p:nvSpPr>
        <p:spPr>
          <a:xfrm>
            <a:off x="515251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0067" y="1268016"/>
                </a:moveTo>
                <a:lnTo>
                  <a:pt x="39933" y="1268016"/>
                </a:lnTo>
                <a:lnTo>
                  <a:pt x="40194" y="1257449"/>
                </a:lnTo>
                <a:lnTo>
                  <a:pt x="40958" y="1246883"/>
                </a:lnTo>
                <a:lnTo>
                  <a:pt x="42174" y="1236316"/>
                </a:lnTo>
                <a:lnTo>
                  <a:pt x="43763" y="1225749"/>
                </a:lnTo>
                <a:lnTo>
                  <a:pt x="45628" y="1215182"/>
                </a:lnTo>
                <a:lnTo>
                  <a:pt x="47660" y="1204615"/>
                </a:lnTo>
                <a:lnTo>
                  <a:pt x="49751" y="1194049"/>
                </a:lnTo>
                <a:lnTo>
                  <a:pt x="51802" y="1183482"/>
                </a:lnTo>
                <a:lnTo>
                  <a:pt x="53733" y="1172915"/>
                </a:lnTo>
                <a:lnTo>
                  <a:pt x="55479" y="1162348"/>
                </a:lnTo>
                <a:lnTo>
                  <a:pt x="57002" y="1151781"/>
                </a:lnTo>
                <a:lnTo>
                  <a:pt x="58283" y="1141215"/>
                </a:lnTo>
                <a:lnTo>
                  <a:pt x="59319" y="1130648"/>
                </a:lnTo>
                <a:lnTo>
                  <a:pt x="60123" y="1120081"/>
                </a:lnTo>
                <a:lnTo>
                  <a:pt x="60718" y="1109514"/>
                </a:lnTo>
                <a:lnTo>
                  <a:pt x="61129" y="1098947"/>
                </a:lnTo>
                <a:lnTo>
                  <a:pt x="61384" y="1088381"/>
                </a:lnTo>
                <a:lnTo>
                  <a:pt x="61511" y="1077814"/>
                </a:lnTo>
                <a:lnTo>
                  <a:pt x="61533" y="1067247"/>
                </a:lnTo>
                <a:lnTo>
                  <a:pt x="61470" y="1056680"/>
                </a:lnTo>
                <a:lnTo>
                  <a:pt x="61338" y="1046113"/>
                </a:lnTo>
                <a:lnTo>
                  <a:pt x="61151" y="1035547"/>
                </a:lnTo>
                <a:lnTo>
                  <a:pt x="60920" y="1024980"/>
                </a:lnTo>
                <a:lnTo>
                  <a:pt x="60655" y="1014413"/>
                </a:lnTo>
                <a:lnTo>
                  <a:pt x="60365" y="1003846"/>
                </a:lnTo>
                <a:lnTo>
                  <a:pt x="60057" y="993279"/>
                </a:lnTo>
                <a:lnTo>
                  <a:pt x="59739" y="982713"/>
                </a:lnTo>
                <a:lnTo>
                  <a:pt x="59419" y="972146"/>
                </a:lnTo>
                <a:lnTo>
                  <a:pt x="59104" y="961579"/>
                </a:lnTo>
                <a:lnTo>
                  <a:pt x="58799" y="951012"/>
                </a:lnTo>
                <a:lnTo>
                  <a:pt x="58511" y="940445"/>
                </a:lnTo>
                <a:lnTo>
                  <a:pt x="58245" y="929879"/>
                </a:lnTo>
                <a:lnTo>
                  <a:pt x="58005" y="919312"/>
                </a:lnTo>
                <a:lnTo>
                  <a:pt x="57795" y="908745"/>
                </a:lnTo>
                <a:lnTo>
                  <a:pt x="57618" y="898178"/>
                </a:lnTo>
                <a:lnTo>
                  <a:pt x="57477" y="887611"/>
                </a:lnTo>
                <a:lnTo>
                  <a:pt x="57374" y="877045"/>
                </a:lnTo>
                <a:lnTo>
                  <a:pt x="57308" y="866478"/>
                </a:lnTo>
                <a:lnTo>
                  <a:pt x="57278" y="855911"/>
                </a:lnTo>
                <a:lnTo>
                  <a:pt x="57277" y="845344"/>
                </a:lnTo>
                <a:lnTo>
                  <a:pt x="57298" y="834777"/>
                </a:lnTo>
                <a:lnTo>
                  <a:pt x="57328" y="824211"/>
                </a:lnTo>
                <a:lnTo>
                  <a:pt x="57351" y="813644"/>
                </a:lnTo>
                <a:lnTo>
                  <a:pt x="57347" y="803077"/>
                </a:lnTo>
                <a:lnTo>
                  <a:pt x="57295" y="792510"/>
                </a:lnTo>
                <a:lnTo>
                  <a:pt x="57172" y="781943"/>
                </a:lnTo>
                <a:lnTo>
                  <a:pt x="56958" y="771377"/>
                </a:lnTo>
                <a:lnTo>
                  <a:pt x="56633" y="760810"/>
                </a:lnTo>
                <a:lnTo>
                  <a:pt x="56186" y="750243"/>
                </a:lnTo>
                <a:lnTo>
                  <a:pt x="55610" y="739676"/>
                </a:lnTo>
                <a:lnTo>
                  <a:pt x="54911" y="729109"/>
                </a:lnTo>
                <a:lnTo>
                  <a:pt x="54104" y="718543"/>
                </a:lnTo>
                <a:lnTo>
                  <a:pt x="53217" y="707976"/>
                </a:lnTo>
                <a:lnTo>
                  <a:pt x="52286" y="697409"/>
                </a:lnTo>
                <a:lnTo>
                  <a:pt x="51360" y="686842"/>
                </a:lnTo>
                <a:lnTo>
                  <a:pt x="50490" y="676275"/>
                </a:lnTo>
                <a:lnTo>
                  <a:pt x="49728" y="665709"/>
                </a:lnTo>
                <a:lnTo>
                  <a:pt x="49122" y="655142"/>
                </a:lnTo>
                <a:lnTo>
                  <a:pt x="48711" y="644575"/>
                </a:lnTo>
                <a:lnTo>
                  <a:pt x="48518" y="634008"/>
                </a:lnTo>
                <a:lnTo>
                  <a:pt x="48549" y="623441"/>
                </a:lnTo>
                <a:lnTo>
                  <a:pt x="48794" y="612874"/>
                </a:lnTo>
                <a:lnTo>
                  <a:pt x="49222" y="602308"/>
                </a:lnTo>
                <a:lnTo>
                  <a:pt x="49790" y="591741"/>
                </a:lnTo>
                <a:lnTo>
                  <a:pt x="50441" y="581174"/>
                </a:lnTo>
                <a:lnTo>
                  <a:pt x="51118" y="570607"/>
                </a:lnTo>
                <a:lnTo>
                  <a:pt x="51760" y="560040"/>
                </a:lnTo>
                <a:lnTo>
                  <a:pt x="52315" y="549474"/>
                </a:lnTo>
                <a:lnTo>
                  <a:pt x="52741" y="538907"/>
                </a:lnTo>
                <a:lnTo>
                  <a:pt x="53011" y="528340"/>
                </a:lnTo>
                <a:lnTo>
                  <a:pt x="53114" y="517773"/>
                </a:lnTo>
                <a:lnTo>
                  <a:pt x="53055" y="507206"/>
                </a:lnTo>
                <a:lnTo>
                  <a:pt x="52857" y="496640"/>
                </a:lnTo>
                <a:lnTo>
                  <a:pt x="52553" y="486073"/>
                </a:lnTo>
                <a:lnTo>
                  <a:pt x="52187" y="475506"/>
                </a:lnTo>
                <a:lnTo>
                  <a:pt x="51809" y="464939"/>
                </a:lnTo>
                <a:lnTo>
                  <a:pt x="51470" y="454372"/>
                </a:lnTo>
                <a:lnTo>
                  <a:pt x="51214" y="443806"/>
                </a:lnTo>
                <a:lnTo>
                  <a:pt x="51080" y="433239"/>
                </a:lnTo>
                <a:lnTo>
                  <a:pt x="51093" y="422672"/>
                </a:lnTo>
                <a:lnTo>
                  <a:pt x="51267" y="412105"/>
                </a:lnTo>
                <a:lnTo>
                  <a:pt x="51600" y="401538"/>
                </a:lnTo>
                <a:lnTo>
                  <a:pt x="52080" y="390972"/>
                </a:lnTo>
                <a:lnTo>
                  <a:pt x="52682" y="380405"/>
                </a:lnTo>
                <a:lnTo>
                  <a:pt x="53376" y="369838"/>
                </a:lnTo>
                <a:lnTo>
                  <a:pt x="54128" y="359271"/>
                </a:lnTo>
                <a:lnTo>
                  <a:pt x="54906" y="348704"/>
                </a:lnTo>
                <a:lnTo>
                  <a:pt x="55677" y="338138"/>
                </a:lnTo>
                <a:lnTo>
                  <a:pt x="56416" y="327571"/>
                </a:lnTo>
                <a:lnTo>
                  <a:pt x="57104" y="317004"/>
                </a:lnTo>
                <a:lnTo>
                  <a:pt x="57726" y="306437"/>
                </a:lnTo>
                <a:lnTo>
                  <a:pt x="58274" y="295870"/>
                </a:lnTo>
                <a:lnTo>
                  <a:pt x="58742" y="285304"/>
                </a:lnTo>
                <a:lnTo>
                  <a:pt x="59131" y="274737"/>
                </a:lnTo>
                <a:lnTo>
                  <a:pt x="59440" y="264170"/>
                </a:lnTo>
                <a:lnTo>
                  <a:pt x="59669" y="253603"/>
                </a:lnTo>
                <a:lnTo>
                  <a:pt x="59817" y="243036"/>
                </a:lnTo>
                <a:lnTo>
                  <a:pt x="59880" y="232470"/>
                </a:lnTo>
                <a:lnTo>
                  <a:pt x="59848" y="221903"/>
                </a:lnTo>
                <a:lnTo>
                  <a:pt x="59704" y="211336"/>
                </a:lnTo>
                <a:lnTo>
                  <a:pt x="59422" y="200769"/>
                </a:lnTo>
                <a:lnTo>
                  <a:pt x="58965" y="190202"/>
                </a:lnTo>
                <a:lnTo>
                  <a:pt x="58283" y="179636"/>
                </a:lnTo>
                <a:lnTo>
                  <a:pt x="57314" y="169069"/>
                </a:lnTo>
                <a:lnTo>
                  <a:pt x="55987" y="158502"/>
                </a:lnTo>
                <a:lnTo>
                  <a:pt x="54225" y="147935"/>
                </a:lnTo>
                <a:lnTo>
                  <a:pt x="51951" y="137368"/>
                </a:lnTo>
                <a:lnTo>
                  <a:pt x="49102" y="126802"/>
                </a:lnTo>
                <a:lnTo>
                  <a:pt x="45637" y="116235"/>
                </a:lnTo>
                <a:lnTo>
                  <a:pt x="41549" y="105668"/>
                </a:lnTo>
                <a:lnTo>
                  <a:pt x="36882" y="95101"/>
                </a:lnTo>
                <a:lnTo>
                  <a:pt x="31733" y="84534"/>
                </a:lnTo>
                <a:lnTo>
                  <a:pt x="26261" y="73968"/>
                </a:lnTo>
                <a:lnTo>
                  <a:pt x="20681" y="63401"/>
                </a:lnTo>
                <a:lnTo>
                  <a:pt x="15253" y="52834"/>
                </a:lnTo>
                <a:lnTo>
                  <a:pt x="10265" y="42267"/>
                </a:lnTo>
                <a:lnTo>
                  <a:pt x="6008" y="31700"/>
                </a:lnTo>
                <a:lnTo>
                  <a:pt x="2748" y="21134"/>
                </a:lnTo>
                <a:lnTo>
                  <a:pt x="69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01" y="10567"/>
                </a:lnTo>
                <a:lnTo>
                  <a:pt x="127252" y="21134"/>
                </a:lnTo>
                <a:lnTo>
                  <a:pt x="123992" y="31700"/>
                </a:lnTo>
                <a:lnTo>
                  <a:pt x="119735" y="42267"/>
                </a:lnTo>
                <a:lnTo>
                  <a:pt x="114747" y="52834"/>
                </a:lnTo>
                <a:lnTo>
                  <a:pt x="109319" y="63401"/>
                </a:lnTo>
                <a:lnTo>
                  <a:pt x="103739" y="73968"/>
                </a:lnTo>
                <a:lnTo>
                  <a:pt x="98267" y="84534"/>
                </a:lnTo>
                <a:lnTo>
                  <a:pt x="93118" y="95101"/>
                </a:lnTo>
                <a:lnTo>
                  <a:pt x="88451" y="105668"/>
                </a:lnTo>
                <a:lnTo>
                  <a:pt x="84363" y="116235"/>
                </a:lnTo>
                <a:lnTo>
                  <a:pt x="80898" y="126802"/>
                </a:lnTo>
                <a:lnTo>
                  <a:pt x="78048" y="137368"/>
                </a:lnTo>
                <a:lnTo>
                  <a:pt x="75775" y="147935"/>
                </a:lnTo>
                <a:lnTo>
                  <a:pt x="74013" y="158502"/>
                </a:lnTo>
                <a:lnTo>
                  <a:pt x="72686" y="169069"/>
                </a:lnTo>
                <a:lnTo>
                  <a:pt x="71717" y="179636"/>
                </a:lnTo>
                <a:lnTo>
                  <a:pt x="71035" y="190202"/>
                </a:lnTo>
                <a:lnTo>
                  <a:pt x="70578" y="200769"/>
                </a:lnTo>
                <a:lnTo>
                  <a:pt x="70296" y="211336"/>
                </a:lnTo>
                <a:lnTo>
                  <a:pt x="70152" y="221903"/>
                </a:lnTo>
                <a:lnTo>
                  <a:pt x="70120" y="232470"/>
                </a:lnTo>
                <a:lnTo>
                  <a:pt x="70183" y="243036"/>
                </a:lnTo>
                <a:lnTo>
                  <a:pt x="70331" y="253603"/>
                </a:lnTo>
                <a:lnTo>
                  <a:pt x="70560" y="264170"/>
                </a:lnTo>
                <a:lnTo>
                  <a:pt x="70869" y="274737"/>
                </a:lnTo>
                <a:lnTo>
                  <a:pt x="71258" y="285304"/>
                </a:lnTo>
                <a:lnTo>
                  <a:pt x="71726" y="295870"/>
                </a:lnTo>
                <a:lnTo>
                  <a:pt x="72274" y="306437"/>
                </a:lnTo>
                <a:lnTo>
                  <a:pt x="72896" y="317004"/>
                </a:lnTo>
                <a:lnTo>
                  <a:pt x="73584" y="327571"/>
                </a:lnTo>
                <a:lnTo>
                  <a:pt x="74323" y="338138"/>
                </a:lnTo>
                <a:lnTo>
                  <a:pt x="75094" y="348704"/>
                </a:lnTo>
                <a:lnTo>
                  <a:pt x="75872" y="359271"/>
                </a:lnTo>
                <a:lnTo>
                  <a:pt x="76624" y="369838"/>
                </a:lnTo>
                <a:lnTo>
                  <a:pt x="77318" y="380405"/>
                </a:lnTo>
                <a:lnTo>
                  <a:pt x="77920" y="390972"/>
                </a:lnTo>
                <a:lnTo>
                  <a:pt x="78400" y="401538"/>
                </a:lnTo>
                <a:lnTo>
                  <a:pt x="78733" y="412105"/>
                </a:lnTo>
                <a:lnTo>
                  <a:pt x="78907" y="422672"/>
                </a:lnTo>
                <a:lnTo>
                  <a:pt x="78920" y="433239"/>
                </a:lnTo>
                <a:lnTo>
                  <a:pt x="78786" y="443806"/>
                </a:lnTo>
                <a:lnTo>
                  <a:pt x="78530" y="454372"/>
                </a:lnTo>
                <a:lnTo>
                  <a:pt x="78191" y="464939"/>
                </a:lnTo>
                <a:lnTo>
                  <a:pt x="77813" y="475506"/>
                </a:lnTo>
                <a:lnTo>
                  <a:pt x="77447" y="486073"/>
                </a:lnTo>
                <a:lnTo>
                  <a:pt x="77143" y="496640"/>
                </a:lnTo>
                <a:lnTo>
                  <a:pt x="76944" y="507206"/>
                </a:lnTo>
                <a:lnTo>
                  <a:pt x="76886" y="517773"/>
                </a:lnTo>
                <a:lnTo>
                  <a:pt x="76989" y="528340"/>
                </a:lnTo>
                <a:lnTo>
                  <a:pt x="77259" y="538907"/>
                </a:lnTo>
                <a:lnTo>
                  <a:pt x="77685" y="549474"/>
                </a:lnTo>
                <a:lnTo>
                  <a:pt x="78240" y="560040"/>
                </a:lnTo>
                <a:lnTo>
                  <a:pt x="78882" y="570607"/>
                </a:lnTo>
                <a:lnTo>
                  <a:pt x="79559" y="581174"/>
                </a:lnTo>
                <a:lnTo>
                  <a:pt x="80210" y="591741"/>
                </a:lnTo>
                <a:lnTo>
                  <a:pt x="80778" y="602308"/>
                </a:lnTo>
                <a:lnTo>
                  <a:pt x="81206" y="612874"/>
                </a:lnTo>
                <a:lnTo>
                  <a:pt x="81451" y="623441"/>
                </a:lnTo>
                <a:lnTo>
                  <a:pt x="81482" y="634008"/>
                </a:lnTo>
                <a:lnTo>
                  <a:pt x="81289" y="644575"/>
                </a:lnTo>
                <a:lnTo>
                  <a:pt x="80878" y="655142"/>
                </a:lnTo>
                <a:lnTo>
                  <a:pt x="80272" y="665709"/>
                </a:lnTo>
                <a:lnTo>
                  <a:pt x="79510" y="676275"/>
                </a:lnTo>
                <a:lnTo>
                  <a:pt x="78640" y="686842"/>
                </a:lnTo>
                <a:lnTo>
                  <a:pt x="77714" y="697409"/>
                </a:lnTo>
                <a:lnTo>
                  <a:pt x="76783" y="707976"/>
                </a:lnTo>
                <a:lnTo>
                  <a:pt x="75896" y="718543"/>
                </a:lnTo>
                <a:lnTo>
                  <a:pt x="75089" y="729109"/>
                </a:lnTo>
                <a:lnTo>
                  <a:pt x="74390" y="739676"/>
                </a:lnTo>
                <a:lnTo>
                  <a:pt x="73814" y="750243"/>
                </a:lnTo>
                <a:lnTo>
                  <a:pt x="73367" y="760810"/>
                </a:lnTo>
                <a:lnTo>
                  <a:pt x="73042" y="771377"/>
                </a:lnTo>
                <a:lnTo>
                  <a:pt x="72828" y="781943"/>
                </a:lnTo>
                <a:lnTo>
                  <a:pt x="72705" y="792510"/>
                </a:lnTo>
                <a:lnTo>
                  <a:pt x="72653" y="803077"/>
                </a:lnTo>
                <a:lnTo>
                  <a:pt x="72649" y="813644"/>
                </a:lnTo>
                <a:lnTo>
                  <a:pt x="72672" y="824211"/>
                </a:lnTo>
                <a:lnTo>
                  <a:pt x="72702" y="834777"/>
                </a:lnTo>
                <a:lnTo>
                  <a:pt x="72723" y="845344"/>
                </a:lnTo>
                <a:lnTo>
                  <a:pt x="72722" y="855911"/>
                </a:lnTo>
                <a:lnTo>
                  <a:pt x="72692" y="866478"/>
                </a:lnTo>
                <a:lnTo>
                  <a:pt x="72626" y="877045"/>
                </a:lnTo>
                <a:lnTo>
                  <a:pt x="72523" y="887611"/>
                </a:lnTo>
                <a:lnTo>
                  <a:pt x="72382" y="898178"/>
                </a:lnTo>
                <a:lnTo>
                  <a:pt x="72205" y="908745"/>
                </a:lnTo>
                <a:lnTo>
                  <a:pt x="71995" y="919312"/>
                </a:lnTo>
                <a:lnTo>
                  <a:pt x="71755" y="929879"/>
                </a:lnTo>
                <a:lnTo>
                  <a:pt x="71489" y="940445"/>
                </a:lnTo>
                <a:lnTo>
                  <a:pt x="71201" y="951012"/>
                </a:lnTo>
                <a:lnTo>
                  <a:pt x="70896" y="961579"/>
                </a:lnTo>
                <a:lnTo>
                  <a:pt x="70581" y="972146"/>
                </a:lnTo>
                <a:lnTo>
                  <a:pt x="70261" y="982713"/>
                </a:lnTo>
                <a:lnTo>
                  <a:pt x="69943" y="993279"/>
                </a:lnTo>
                <a:lnTo>
                  <a:pt x="69635" y="1003846"/>
                </a:lnTo>
                <a:lnTo>
                  <a:pt x="69345" y="1014413"/>
                </a:lnTo>
                <a:lnTo>
                  <a:pt x="69080" y="1024980"/>
                </a:lnTo>
                <a:lnTo>
                  <a:pt x="68849" y="1035547"/>
                </a:lnTo>
                <a:lnTo>
                  <a:pt x="68662" y="1046113"/>
                </a:lnTo>
                <a:lnTo>
                  <a:pt x="68530" y="1056680"/>
                </a:lnTo>
                <a:lnTo>
                  <a:pt x="68467" y="1067247"/>
                </a:lnTo>
                <a:lnTo>
                  <a:pt x="68489" y="1077814"/>
                </a:lnTo>
                <a:lnTo>
                  <a:pt x="68616" y="1088381"/>
                </a:lnTo>
                <a:lnTo>
                  <a:pt x="68871" y="1098947"/>
                </a:lnTo>
                <a:lnTo>
                  <a:pt x="69282" y="1109514"/>
                </a:lnTo>
                <a:lnTo>
                  <a:pt x="69877" y="1120081"/>
                </a:lnTo>
                <a:lnTo>
                  <a:pt x="70681" y="1130648"/>
                </a:lnTo>
                <a:lnTo>
                  <a:pt x="71717" y="1141215"/>
                </a:lnTo>
                <a:lnTo>
                  <a:pt x="72998" y="1151781"/>
                </a:lnTo>
                <a:lnTo>
                  <a:pt x="74521" y="1162348"/>
                </a:lnTo>
                <a:lnTo>
                  <a:pt x="76267" y="1172915"/>
                </a:lnTo>
                <a:lnTo>
                  <a:pt x="78198" y="1183482"/>
                </a:lnTo>
                <a:lnTo>
                  <a:pt x="80249" y="1194049"/>
                </a:lnTo>
                <a:lnTo>
                  <a:pt x="82340" y="1204615"/>
                </a:lnTo>
                <a:lnTo>
                  <a:pt x="84372" y="1215182"/>
                </a:lnTo>
                <a:lnTo>
                  <a:pt x="86237" y="1225749"/>
                </a:lnTo>
                <a:lnTo>
                  <a:pt x="87826" y="1236316"/>
                </a:lnTo>
                <a:lnTo>
                  <a:pt x="89042" y="1246883"/>
                </a:lnTo>
                <a:lnTo>
                  <a:pt x="89806" y="1257449"/>
                </a:lnTo>
                <a:lnTo>
                  <a:pt x="90067" y="1268016"/>
                </a:lnTo>
                <a:lnTo>
                  <a:pt x="9006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6" name="01_find_only_755">
            <a:extLst>
              <a:ext uri="{FF2B5EF4-FFF2-40B4-BE49-F238E27FC236}">
                <a16:creationId xmlns:a16="http://schemas.microsoft.com/office/drawing/2014/main" id="{EC327409-9CF6-4987-9360-F7EC21011014}"/>
              </a:ext>
            </a:extLst>
          </p:cNvPr>
          <p:cNvSpPr>
            <a:spLocks noGrp="1"/>
          </p:cNvSpPr>
          <p:nvPr/>
        </p:nvSpPr>
        <p:spPr>
          <a:xfrm>
            <a:off x="566179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7607" y="1268016"/>
                </a:moveTo>
                <a:lnTo>
                  <a:pt x="42393" y="1268016"/>
                </a:lnTo>
                <a:lnTo>
                  <a:pt x="42627" y="1257449"/>
                </a:lnTo>
                <a:lnTo>
                  <a:pt x="43312" y="1246883"/>
                </a:lnTo>
                <a:lnTo>
                  <a:pt x="44404" y="1236316"/>
                </a:lnTo>
                <a:lnTo>
                  <a:pt x="45832" y="1225749"/>
                </a:lnTo>
                <a:lnTo>
                  <a:pt x="47506" y="1215182"/>
                </a:lnTo>
                <a:lnTo>
                  <a:pt x="49330" y="1204615"/>
                </a:lnTo>
                <a:lnTo>
                  <a:pt x="51208" y="1194049"/>
                </a:lnTo>
                <a:lnTo>
                  <a:pt x="53050" y="1183482"/>
                </a:lnTo>
                <a:lnTo>
                  <a:pt x="54782" y="1172915"/>
                </a:lnTo>
                <a:lnTo>
                  <a:pt x="56350" y="1162348"/>
                </a:lnTo>
                <a:lnTo>
                  <a:pt x="57716" y="1151781"/>
                </a:lnTo>
                <a:lnTo>
                  <a:pt x="58864" y="1141215"/>
                </a:lnTo>
                <a:lnTo>
                  <a:pt x="59792" y="1130648"/>
                </a:lnTo>
                <a:lnTo>
                  <a:pt x="60511" y="1120081"/>
                </a:lnTo>
                <a:lnTo>
                  <a:pt x="61041" y="1109514"/>
                </a:lnTo>
                <a:lnTo>
                  <a:pt x="61405" y="1098947"/>
                </a:lnTo>
                <a:lnTo>
                  <a:pt x="61629" y="1088381"/>
                </a:lnTo>
                <a:lnTo>
                  <a:pt x="61736" y="1077814"/>
                </a:lnTo>
                <a:lnTo>
                  <a:pt x="61748" y="1067247"/>
                </a:lnTo>
                <a:lnTo>
                  <a:pt x="61683" y="1056680"/>
                </a:lnTo>
                <a:lnTo>
                  <a:pt x="61554" y="1046113"/>
                </a:lnTo>
                <a:lnTo>
                  <a:pt x="61376" y="1035547"/>
                </a:lnTo>
                <a:lnTo>
                  <a:pt x="61157" y="1024980"/>
                </a:lnTo>
                <a:lnTo>
                  <a:pt x="60906" y="1014413"/>
                </a:lnTo>
                <a:lnTo>
                  <a:pt x="60632" y="1003846"/>
                </a:lnTo>
                <a:lnTo>
                  <a:pt x="60341" y="993279"/>
                </a:lnTo>
                <a:lnTo>
                  <a:pt x="60041" y="982713"/>
                </a:lnTo>
                <a:lnTo>
                  <a:pt x="59739" y="972146"/>
                </a:lnTo>
                <a:lnTo>
                  <a:pt x="59442" y="961579"/>
                </a:lnTo>
                <a:lnTo>
                  <a:pt x="59155" y="951012"/>
                </a:lnTo>
                <a:lnTo>
                  <a:pt x="58884" y="940445"/>
                </a:lnTo>
                <a:lnTo>
                  <a:pt x="58633" y="929879"/>
                </a:lnTo>
                <a:lnTo>
                  <a:pt x="58407" y="919312"/>
                </a:lnTo>
                <a:lnTo>
                  <a:pt x="58209" y="908745"/>
                </a:lnTo>
                <a:lnTo>
                  <a:pt x="58042" y="898178"/>
                </a:lnTo>
                <a:lnTo>
                  <a:pt x="57910" y="887611"/>
                </a:lnTo>
                <a:lnTo>
                  <a:pt x="57814" y="877045"/>
                </a:lnTo>
                <a:lnTo>
                  <a:pt x="57753" y="866478"/>
                </a:lnTo>
                <a:lnTo>
                  <a:pt x="57727" y="855911"/>
                </a:lnTo>
                <a:lnTo>
                  <a:pt x="57731" y="845344"/>
                </a:lnTo>
                <a:lnTo>
                  <a:pt x="57757" y="834777"/>
                </a:lnTo>
                <a:lnTo>
                  <a:pt x="57793" y="824211"/>
                </a:lnTo>
                <a:lnTo>
                  <a:pt x="57827" y="813644"/>
                </a:lnTo>
                <a:lnTo>
                  <a:pt x="57841" y="803077"/>
                </a:lnTo>
                <a:lnTo>
                  <a:pt x="57815" y="792510"/>
                </a:lnTo>
                <a:lnTo>
                  <a:pt x="57731" y="781943"/>
                </a:lnTo>
                <a:lnTo>
                  <a:pt x="57569" y="771377"/>
                </a:lnTo>
                <a:lnTo>
                  <a:pt x="57313" y="760810"/>
                </a:lnTo>
                <a:lnTo>
                  <a:pt x="56953" y="750243"/>
                </a:lnTo>
                <a:lnTo>
                  <a:pt x="56483" y="739676"/>
                </a:lnTo>
                <a:lnTo>
                  <a:pt x="55908" y="729109"/>
                </a:lnTo>
                <a:lnTo>
                  <a:pt x="55241" y="718543"/>
                </a:lnTo>
                <a:lnTo>
                  <a:pt x="54506" y="707976"/>
                </a:lnTo>
                <a:lnTo>
                  <a:pt x="53736" y="697409"/>
                </a:lnTo>
                <a:lnTo>
                  <a:pt x="52971" y="686842"/>
                </a:lnTo>
                <a:lnTo>
                  <a:pt x="52256" y="676275"/>
                </a:lnTo>
                <a:lnTo>
                  <a:pt x="51636" y="665709"/>
                </a:lnTo>
                <a:lnTo>
                  <a:pt x="51152" y="655142"/>
                </a:lnTo>
                <a:lnTo>
                  <a:pt x="50836" y="644575"/>
                </a:lnTo>
                <a:lnTo>
                  <a:pt x="50709" y="634008"/>
                </a:lnTo>
                <a:lnTo>
                  <a:pt x="50775" y="623441"/>
                </a:lnTo>
                <a:lnTo>
                  <a:pt x="51022" y="612874"/>
                </a:lnTo>
                <a:lnTo>
                  <a:pt x="51423" y="602308"/>
                </a:lnTo>
                <a:lnTo>
                  <a:pt x="51939" y="591741"/>
                </a:lnTo>
                <a:lnTo>
                  <a:pt x="52519" y="581174"/>
                </a:lnTo>
                <a:lnTo>
                  <a:pt x="53111" y="570607"/>
                </a:lnTo>
                <a:lnTo>
                  <a:pt x="53662" y="560040"/>
                </a:lnTo>
                <a:lnTo>
                  <a:pt x="54125" y="549474"/>
                </a:lnTo>
                <a:lnTo>
                  <a:pt x="54464" y="538907"/>
                </a:lnTo>
                <a:lnTo>
                  <a:pt x="54654" y="528340"/>
                </a:lnTo>
                <a:lnTo>
                  <a:pt x="54687" y="517773"/>
                </a:lnTo>
                <a:lnTo>
                  <a:pt x="54568" y="507206"/>
                </a:lnTo>
                <a:lnTo>
                  <a:pt x="54319" y="496640"/>
                </a:lnTo>
                <a:lnTo>
                  <a:pt x="53970" y="486073"/>
                </a:lnTo>
                <a:lnTo>
                  <a:pt x="53563" y="475506"/>
                </a:lnTo>
                <a:lnTo>
                  <a:pt x="53143" y="464939"/>
                </a:lnTo>
                <a:lnTo>
                  <a:pt x="52755" y="454372"/>
                </a:lnTo>
                <a:lnTo>
                  <a:pt x="52442" y="443806"/>
                </a:lnTo>
                <a:lnTo>
                  <a:pt x="52239" y="433239"/>
                </a:lnTo>
                <a:lnTo>
                  <a:pt x="52170" y="422672"/>
                </a:lnTo>
                <a:lnTo>
                  <a:pt x="52249" y="412105"/>
                </a:lnTo>
                <a:lnTo>
                  <a:pt x="52477" y="401538"/>
                </a:lnTo>
                <a:lnTo>
                  <a:pt x="52843" y="390972"/>
                </a:lnTo>
                <a:lnTo>
                  <a:pt x="53328" y="380405"/>
                </a:lnTo>
                <a:lnTo>
                  <a:pt x="53904" y="369838"/>
                </a:lnTo>
                <a:lnTo>
                  <a:pt x="54542" y="359271"/>
                </a:lnTo>
                <a:lnTo>
                  <a:pt x="55212" y="348704"/>
                </a:lnTo>
                <a:lnTo>
                  <a:pt x="55886" y="338138"/>
                </a:lnTo>
                <a:lnTo>
                  <a:pt x="56538" y="327571"/>
                </a:lnTo>
                <a:lnTo>
                  <a:pt x="57148" y="317004"/>
                </a:lnTo>
                <a:lnTo>
                  <a:pt x="57703" y="306437"/>
                </a:lnTo>
                <a:lnTo>
                  <a:pt x="58193" y="295870"/>
                </a:lnTo>
                <a:lnTo>
                  <a:pt x="58613" y="285304"/>
                </a:lnTo>
                <a:lnTo>
                  <a:pt x="58962" y="274737"/>
                </a:lnTo>
                <a:lnTo>
                  <a:pt x="59239" y="264170"/>
                </a:lnTo>
                <a:lnTo>
                  <a:pt x="59446" y="253603"/>
                </a:lnTo>
                <a:lnTo>
                  <a:pt x="59583" y="243036"/>
                </a:lnTo>
                <a:lnTo>
                  <a:pt x="59647" y="232470"/>
                </a:lnTo>
                <a:lnTo>
                  <a:pt x="59629" y="221903"/>
                </a:lnTo>
                <a:lnTo>
                  <a:pt x="59514" y="211336"/>
                </a:lnTo>
                <a:lnTo>
                  <a:pt x="59276" y="200769"/>
                </a:lnTo>
                <a:lnTo>
                  <a:pt x="58877" y="190202"/>
                </a:lnTo>
                <a:lnTo>
                  <a:pt x="58266" y="179636"/>
                </a:lnTo>
                <a:lnTo>
                  <a:pt x="57376" y="169069"/>
                </a:lnTo>
                <a:lnTo>
                  <a:pt x="56133" y="158502"/>
                </a:lnTo>
                <a:lnTo>
                  <a:pt x="54454" y="147935"/>
                </a:lnTo>
                <a:lnTo>
                  <a:pt x="52258" y="137368"/>
                </a:lnTo>
                <a:lnTo>
                  <a:pt x="49474" y="126802"/>
                </a:lnTo>
                <a:lnTo>
                  <a:pt x="46056" y="116235"/>
                </a:lnTo>
                <a:lnTo>
                  <a:pt x="41994" y="105668"/>
                </a:lnTo>
                <a:lnTo>
                  <a:pt x="37329" y="95101"/>
                </a:lnTo>
                <a:lnTo>
                  <a:pt x="32159" y="84534"/>
                </a:lnTo>
                <a:lnTo>
                  <a:pt x="26644" y="73968"/>
                </a:lnTo>
                <a:lnTo>
                  <a:pt x="21003" y="63401"/>
                </a:lnTo>
                <a:lnTo>
                  <a:pt x="15503" y="52834"/>
                </a:lnTo>
                <a:lnTo>
                  <a:pt x="10441" y="42267"/>
                </a:lnTo>
                <a:lnTo>
                  <a:pt x="6114" y="31700"/>
                </a:lnTo>
                <a:lnTo>
                  <a:pt x="2797" y="21134"/>
                </a:lnTo>
                <a:lnTo>
                  <a:pt x="712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8" y="10567"/>
                </a:lnTo>
                <a:lnTo>
                  <a:pt x="127203" y="21134"/>
                </a:lnTo>
                <a:lnTo>
                  <a:pt x="123886" y="31700"/>
                </a:lnTo>
                <a:lnTo>
                  <a:pt x="119560" y="42267"/>
                </a:lnTo>
                <a:lnTo>
                  <a:pt x="114497" y="52834"/>
                </a:lnTo>
                <a:lnTo>
                  <a:pt x="108997" y="63401"/>
                </a:lnTo>
                <a:lnTo>
                  <a:pt x="103356" y="73968"/>
                </a:lnTo>
                <a:lnTo>
                  <a:pt x="97841" y="84534"/>
                </a:lnTo>
                <a:lnTo>
                  <a:pt x="92671" y="95101"/>
                </a:lnTo>
                <a:lnTo>
                  <a:pt x="88006" y="105668"/>
                </a:lnTo>
                <a:lnTo>
                  <a:pt x="83944" y="116235"/>
                </a:lnTo>
                <a:lnTo>
                  <a:pt x="80526" y="126802"/>
                </a:lnTo>
                <a:lnTo>
                  <a:pt x="77742" y="137368"/>
                </a:lnTo>
                <a:lnTo>
                  <a:pt x="75546" y="147935"/>
                </a:lnTo>
                <a:lnTo>
                  <a:pt x="73867" y="158502"/>
                </a:lnTo>
                <a:lnTo>
                  <a:pt x="72624" y="169069"/>
                </a:lnTo>
                <a:lnTo>
                  <a:pt x="71734" y="179636"/>
                </a:lnTo>
                <a:lnTo>
                  <a:pt x="71123" y="190202"/>
                </a:lnTo>
                <a:lnTo>
                  <a:pt x="70724" y="200769"/>
                </a:lnTo>
                <a:lnTo>
                  <a:pt x="70486" y="211336"/>
                </a:lnTo>
                <a:lnTo>
                  <a:pt x="70371" y="221903"/>
                </a:lnTo>
                <a:lnTo>
                  <a:pt x="70353" y="232470"/>
                </a:lnTo>
                <a:lnTo>
                  <a:pt x="70417" y="243036"/>
                </a:lnTo>
                <a:lnTo>
                  <a:pt x="70554" y="253603"/>
                </a:lnTo>
                <a:lnTo>
                  <a:pt x="70761" y="264170"/>
                </a:lnTo>
                <a:lnTo>
                  <a:pt x="71038" y="274737"/>
                </a:lnTo>
                <a:lnTo>
                  <a:pt x="71387" y="285304"/>
                </a:lnTo>
                <a:lnTo>
                  <a:pt x="71807" y="295870"/>
                </a:lnTo>
                <a:lnTo>
                  <a:pt x="72297" y="306437"/>
                </a:lnTo>
                <a:lnTo>
                  <a:pt x="72852" y="317004"/>
                </a:lnTo>
                <a:lnTo>
                  <a:pt x="73463" y="327571"/>
                </a:lnTo>
                <a:lnTo>
                  <a:pt x="74114" y="338138"/>
                </a:lnTo>
                <a:lnTo>
                  <a:pt x="74788" y="348704"/>
                </a:lnTo>
                <a:lnTo>
                  <a:pt x="75458" y="359271"/>
                </a:lnTo>
                <a:lnTo>
                  <a:pt x="76096" y="369838"/>
                </a:lnTo>
                <a:lnTo>
                  <a:pt x="76672" y="380405"/>
                </a:lnTo>
                <a:lnTo>
                  <a:pt x="77157" y="390972"/>
                </a:lnTo>
                <a:lnTo>
                  <a:pt x="77523" y="401538"/>
                </a:lnTo>
                <a:lnTo>
                  <a:pt x="77751" y="412105"/>
                </a:lnTo>
                <a:lnTo>
                  <a:pt x="77830" y="422672"/>
                </a:lnTo>
                <a:lnTo>
                  <a:pt x="77761" y="433239"/>
                </a:lnTo>
                <a:lnTo>
                  <a:pt x="77558" y="443806"/>
                </a:lnTo>
                <a:lnTo>
                  <a:pt x="77245" y="454372"/>
                </a:lnTo>
                <a:lnTo>
                  <a:pt x="76857" y="464939"/>
                </a:lnTo>
                <a:lnTo>
                  <a:pt x="76437" y="475506"/>
                </a:lnTo>
                <a:lnTo>
                  <a:pt x="76030" y="486073"/>
                </a:lnTo>
                <a:lnTo>
                  <a:pt x="75681" y="496640"/>
                </a:lnTo>
                <a:lnTo>
                  <a:pt x="75432" y="507206"/>
                </a:lnTo>
                <a:lnTo>
                  <a:pt x="75313" y="517773"/>
                </a:lnTo>
                <a:lnTo>
                  <a:pt x="75346" y="528340"/>
                </a:lnTo>
                <a:lnTo>
                  <a:pt x="75536" y="538907"/>
                </a:lnTo>
                <a:lnTo>
                  <a:pt x="75875" y="549474"/>
                </a:lnTo>
                <a:lnTo>
                  <a:pt x="76338" y="560040"/>
                </a:lnTo>
                <a:lnTo>
                  <a:pt x="76889" y="570607"/>
                </a:lnTo>
                <a:lnTo>
                  <a:pt x="77481" y="581174"/>
                </a:lnTo>
                <a:lnTo>
                  <a:pt x="78061" y="591741"/>
                </a:lnTo>
                <a:lnTo>
                  <a:pt x="78577" y="602308"/>
                </a:lnTo>
                <a:lnTo>
                  <a:pt x="78978" y="612874"/>
                </a:lnTo>
                <a:lnTo>
                  <a:pt x="79225" y="623441"/>
                </a:lnTo>
                <a:lnTo>
                  <a:pt x="79291" y="634008"/>
                </a:lnTo>
                <a:lnTo>
                  <a:pt x="79164" y="644575"/>
                </a:lnTo>
                <a:lnTo>
                  <a:pt x="78848" y="655142"/>
                </a:lnTo>
                <a:lnTo>
                  <a:pt x="78364" y="665709"/>
                </a:lnTo>
                <a:lnTo>
                  <a:pt x="77744" y="676275"/>
                </a:lnTo>
                <a:lnTo>
                  <a:pt x="77029" y="686842"/>
                </a:lnTo>
                <a:lnTo>
                  <a:pt x="76264" y="697409"/>
                </a:lnTo>
                <a:lnTo>
                  <a:pt x="75494" y="707976"/>
                </a:lnTo>
                <a:lnTo>
                  <a:pt x="74759" y="718543"/>
                </a:lnTo>
                <a:lnTo>
                  <a:pt x="74092" y="729109"/>
                </a:lnTo>
                <a:lnTo>
                  <a:pt x="73517" y="739676"/>
                </a:lnTo>
                <a:lnTo>
                  <a:pt x="73047" y="750243"/>
                </a:lnTo>
                <a:lnTo>
                  <a:pt x="72687" y="760810"/>
                </a:lnTo>
                <a:lnTo>
                  <a:pt x="72431" y="771377"/>
                </a:lnTo>
                <a:lnTo>
                  <a:pt x="72269" y="781943"/>
                </a:lnTo>
                <a:lnTo>
                  <a:pt x="72185" y="792510"/>
                </a:lnTo>
                <a:lnTo>
                  <a:pt x="72159" y="803077"/>
                </a:lnTo>
                <a:lnTo>
                  <a:pt x="72173" y="813644"/>
                </a:lnTo>
                <a:lnTo>
                  <a:pt x="72207" y="824211"/>
                </a:lnTo>
                <a:lnTo>
                  <a:pt x="72243" y="834777"/>
                </a:lnTo>
                <a:lnTo>
                  <a:pt x="72269" y="845344"/>
                </a:lnTo>
                <a:lnTo>
                  <a:pt x="72273" y="855911"/>
                </a:lnTo>
                <a:lnTo>
                  <a:pt x="72247" y="866478"/>
                </a:lnTo>
                <a:lnTo>
                  <a:pt x="72186" y="877045"/>
                </a:lnTo>
                <a:lnTo>
                  <a:pt x="72090" y="887611"/>
                </a:lnTo>
                <a:lnTo>
                  <a:pt x="71958" y="898178"/>
                </a:lnTo>
                <a:lnTo>
                  <a:pt x="71791" y="908745"/>
                </a:lnTo>
                <a:lnTo>
                  <a:pt x="71593" y="919312"/>
                </a:lnTo>
                <a:lnTo>
                  <a:pt x="71367" y="929879"/>
                </a:lnTo>
                <a:lnTo>
                  <a:pt x="71116" y="940445"/>
                </a:lnTo>
                <a:lnTo>
                  <a:pt x="70845" y="951012"/>
                </a:lnTo>
                <a:lnTo>
                  <a:pt x="70558" y="961579"/>
                </a:lnTo>
                <a:lnTo>
                  <a:pt x="70261" y="972146"/>
                </a:lnTo>
                <a:lnTo>
                  <a:pt x="69959" y="982713"/>
                </a:lnTo>
                <a:lnTo>
                  <a:pt x="69659" y="993279"/>
                </a:lnTo>
                <a:lnTo>
                  <a:pt x="69368" y="1003846"/>
                </a:lnTo>
                <a:lnTo>
                  <a:pt x="69094" y="1014413"/>
                </a:lnTo>
                <a:lnTo>
                  <a:pt x="68843" y="1024980"/>
                </a:lnTo>
                <a:lnTo>
                  <a:pt x="68624" y="1035547"/>
                </a:lnTo>
                <a:lnTo>
                  <a:pt x="68446" y="1046113"/>
                </a:lnTo>
                <a:lnTo>
                  <a:pt x="68317" y="1056680"/>
                </a:lnTo>
                <a:lnTo>
                  <a:pt x="68252" y="1067247"/>
                </a:lnTo>
                <a:lnTo>
                  <a:pt x="68264" y="1077814"/>
                </a:lnTo>
                <a:lnTo>
                  <a:pt x="68371" y="1088381"/>
                </a:lnTo>
                <a:lnTo>
                  <a:pt x="68595" y="1098947"/>
                </a:lnTo>
                <a:lnTo>
                  <a:pt x="68959" y="1109514"/>
                </a:lnTo>
                <a:lnTo>
                  <a:pt x="69489" y="1120081"/>
                </a:lnTo>
                <a:lnTo>
                  <a:pt x="70208" y="1130648"/>
                </a:lnTo>
                <a:lnTo>
                  <a:pt x="71136" y="1141215"/>
                </a:lnTo>
                <a:lnTo>
                  <a:pt x="72284" y="1151781"/>
                </a:lnTo>
                <a:lnTo>
                  <a:pt x="73650" y="1162348"/>
                </a:lnTo>
                <a:lnTo>
                  <a:pt x="75218" y="1172915"/>
                </a:lnTo>
                <a:lnTo>
                  <a:pt x="76950" y="1183482"/>
                </a:lnTo>
                <a:lnTo>
                  <a:pt x="78792" y="1194049"/>
                </a:lnTo>
                <a:lnTo>
                  <a:pt x="80670" y="1204615"/>
                </a:lnTo>
                <a:lnTo>
                  <a:pt x="82494" y="1215182"/>
                </a:lnTo>
                <a:lnTo>
                  <a:pt x="84168" y="1225749"/>
                </a:lnTo>
                <a:lnTo>
                  <a:pt x="85596" y="1236316"/>
                </a:lnTo>
                <a:lnTo>
                  <a:pt x="86688" y="1246883"/>
                </a:lnTo>
                <a:lnTo>
                  <a:pt x="87373" y="1257449"/>
                </a:lnTo>
                <a:lnTo>
                  <a:pt x="87607" y="1268016"/>
                </a:lnTo>
                <a:lnTo>
                  <a:pt x="8760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7" name="01_find_only_756">
            <a:extLst>
              <a:ext uri="{FF2B5EF4-FFF2-40B4-BE49-F238E27FC236}">
                <a16:creationId xmlns:a16="http://schemas.microsoft.com/office/drawing/2014/main" id="{291BE996-CC40-4D74-B11C-BBBCA01B72ED}"/>
              </a:ext>
            </a:extLst>
          </p:cNvPr>
          <p:cNvSpPr>
            <a:spLocks noGrp="1"/>
          </p:cNvSpPr>
          <p:nvPr/>
        </p:nvSpPr>
        <p:spPr>
          <a:xfrm>
            <a:off x="420016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8" name="01_find_only_757">
            <a:extLst>
              <a:ext uri="{FF2B5EF4-FFF2-40B4-BE49-F238E27FC236}">
                <a16:creationId xmlns:a16="http://schemas.microsoft.com/office/drawing/2014/main" id="{F852CB9F-5E47-43CE-998C-375A02BD05EB}"/>
              </a:ext>
            </a:extLst>
          </p:cNvPr>
          <p:cNvSpPr>
            <a:spLocks noGrp="1"/>
          </p:cNvSpPr>
          <p:nvPr/>
        </p:nvSpPr>
        <p:spPr>
          <a:xfrm>
            <a:off x="445480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9" name="01_find_only_758">
            <a:extLst>
              <a:ext uri="{FF2B5EF4-FFF2-40B4-BE49-F238E27FC236}">
                <a16:creationId xmlns:a16="http://schemas.microsoft.com/office/drawing/2014/main" id="{26BA8DE7-E9D3-488E-855C-619A6E36C693}"/>
              </a:ext>
            </a:extLst>
          </p:cNvPr>
          <p:cNvSpPr>
            <a:spLocks noGrp="1"/>
          </p:cNvSpPr>
          <p:nvPr/>
        </p:nvSpPr>
        <p:spPr>
          <a:xfrm>
            <a:off x="470944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0" name="01_find_only_759">
            <a:extLst>
              <a:ext uri="{FF2B5EF4-FFF2-40B4-BE49-F238E27FC236}">
                <a16:creationId xmlns:a16="http://schemas.microsoft.com/office/drawing/2014/main" id="{21810CE2-9C69-45AE-A81C-FEB0FB85A5F4}"/>
              </a:ext>
            </a:extLst>
          </p:cNvPr>
          <p:cNvSpPr>
            <a:spLocks noGrp="1"/>
          </p:cNvSpPr>
          <p:nvPr/>
        </p:nvSpPr>
        <p:spPr>
          <a:xfrm>
            <a:off x="521872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1" name="01_find_only_760">
            <a:extLst>
              <a:ext uri="{FF2B5EF4-FFF2-40B4-BE49-F238E27FC236}">
                <a16:creationId xmlns:a16="http://schemas.microsoft.com/office/drawing/2014/main" id="{0EED7357-32F9-4A0E-892B-A54AF486F6C3}"/>
              </a:ext>
            </a:extLst>
          </p:cNvPr>
          <p:cNvSpPr>
            <a:spLocks noGrp="1"/>
          </p:cNvSpPr>
          <p:nvPr/>
        </p:nvSpPr>
        <p:spPr>
          <a:xfrm>
            <a:off x="572800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2" name="01_find_only_761">
            <a:extLst>
              <a:ext uri="{FF2B5EF4-FFF2-40B4-BE49-F238E27FC236}">
                <a16:creationId xmlns:a16="http://schemas.microsoft.com/office/drawing/2014/main" id="{02D2E821-7F2A-4739-AC31-2CC0BF9832E0}"/>
              </a:ext>
            </a:extLst>
          </p:cNvPr>
          <p:cNvSpPr>
            <a:spLocks noGrp="1"/>
          </p:cNvSpPr>
          <p:nvPr/>
        </p:nvSpPr>
        <p:spPr>
          <a:xfrm>
            <a:off x="4184890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3" name="01_find_only_762">
            <a:extLst>
              <a:ext uri="{FF2B5EF4-FFF2-40B4-BE49-F238E27FC236}">
                <a16:creationId xmlns:a16="http://schemas.microsoft.com/office/drawing/2014/main" id="{5B213607-8C05-41F1-95BC-96777535C1D5}"/>
              </a:ext>
            </a:extLst>
          </p:cNvPr>
          <p:cNvSpPr>
            <a:spLocks noGrp="1"/>
          </p:cNvSpPr>
          <p:nvPr/>
        </p:nvSpPr>
        <p:spPr>
          <a:xfrm>
            <a:off x="414608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763">
            <a:extLst>
              <a:ext uri="{FF2B5EF4-FFF2-40B4-BE49-F238E27FC236}">
                <a16:creationId xmlns:a16="http://schemas.microsoft.com/office/drawing/2014/main" id="{3743A05C-D051-42A4-8AAE-B3787DB7DF02}"/>
              </a:ext>
            </a:extLst>
          </p:cNvPr>
          <p:cNvSpPr>
            <a:spLocks noGrp="1"/>
          </p:cNvSpPr>
          <p:nvPr/>
        </p:nvSpPr>
        <p:spPr>
          <a:xfrm>
            <a:off x="405477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765" name="01_find_only_764">
            <a:extLst>
              <a:ext uri="{FF2B5EF4-FFF2-40B4-BE49-F238E27FC236}">
                <a16:creationId xmlns:a16="http://schemas.microsoft.com/office/drawing/2014/main" id="{5B31F991-42F8-4BBA-AB69-A642AF96CF6C}"/>
              </a:ext>
            </a:extLst>
          </p:cNvPr>
          <p:cNvSpPr>
            <a:spLocks noGrp="1"/>
          </p:cNvSpPr>
          <p:nvPr/>
        </p:nvSpPr>
        <p:spPr>
          <a:xfrm>
            <a:off x="4184890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6" name="01_find_only_765">
            <a:extLst>
              <a:ext uri="{FF2B5EF4-FFF2-40B4-BE49-F238E27FC236}">
                <a16:creationId xmlns:a16="http://schemas.microsoft.com/office/drawing/2014/main" id="{107DBC53-50F1-4CC6-817B-A6057CC9926B}"/>
              </a:ext>
            </a:extLst>
          </p:cNvPr>
          <p:cNvSpPr>
            <a:spLocks noGrp="1"/>
          </p:cNvSpPr>
          <p:nvPr/>
        </p:nvSpPr>
        <p:spPr>
          <a:xfrm>
            <a:off x="414608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7" name="text_766">
            <a:extLst>
              <a:ext uri="{FF2B5EF4-FFF2-40B4-BE49-F238E27FC236}">
                <a16:creationId xmlns:a16="http://schemas.microsoft.com/office/drawing/2014/main" id="{15682E56-2A2E-4E2F-85F7-16BF9B1EA7B2}"/>
              </a:ext>
            </a:extLst>
          </p:cNvPr>
          <p:cNvSpPr>
            <a:spLocks noGrp="1"/>
          </p:cNvSpPr>
          <p:nvPr/>
        </p:nvSpPr>
        <p:spPr>
          <a:xfrm>
            <a:off x="4002269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768" name="01_find_only_767">
            <a:extLst>
              <a:ext uri="{FF2B5EF4-FFF2-40B4-BE49-F238E27FC236}">
                <a16:creationId xmlns:a16="http://schemas.microsoft.com/office/drawing/2014/main" id="{EEB2C4ED-A190-401F-9DD3-481F4C63CCB8}"/>
              </a:ext>
            </a:extLst>
          </p:cNvPr>
          <p:cNvSpPr>
            <a:spLocks noGrp="1"/>
          </p:cNvSpPr>
          <p:nvPr/>
        </p:nvSpPr>
        <p:spPr>
          <a:xfrm>
            <a:off x="4184890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9" name="01_find_only_768">
            <a:extLst>
              <a:ext uri="{FF2B5EF4-FFF2-40B4-BE49-F238E27FC236}">
                <a16:creationId xmlns:a16="http://schemas.microsoft.com/office/drawing/2014/main" id="{92F86A8A-5B6D-4C07-A924-FD925D7C94A1}"/>
              </a:ext>
            </a:extLst>
          </p:cNvPr>
          <p:cNvSpPr>
            <a:spLocks noGrp="1"/>
          </p:cNvSpPr>
          <p:nvPr/>
        </p:nvSpPr>
        <p:spPr>
          <a:xfrm>
            <a:off x="414608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769">
            <a:extLst>
              <a:ext uri="{FF2B5EF4-FFF2-40B4-BE49-F238E27FC236}">
                <a16:creationId xmlns:a16="http://schemas.microsoft.com/office/drawing/2014/main" id="{84020FA2-D8B4-43BC-8E5F-810F7A51A778}"/>
              </a:ext>
            </a:extLst>
          </p:cNvPr>
          <p:cNvSpPr>
            <a:spLocks noGrp="1"/>
          </p:cNvSpPr>
          <p:nvPr/>
        </p:nvSpPr>
        <p:spPr>
          <a:xfrm>
            <a:off x="394976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771" name="01_find_only_770">
            <a:extLst>
              <a:ext uri="{FF2B5EF4-FFF2-40B4-BE49-F238E27FC236}">
                <a16:creationId xmlns:a16="http://schemas.microsoft.com/office/drawing/2014/main" id="{6FED5938-B4C9-472F-B22F-F20D17906826}"/>
              </a:ext>
            </a:extLst>
          </p:cNvPr>
          <p:cNvSpPr>
            <a:spLocks noGrp="1"/>
          </p:cNvSpPr>
          <p:nvPr/>
        </p:nvSpPr>
        <p:spPr>
          <a:xfrm>
            <a:off x="4416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01_find_only_771">
            <a:extLst>
              <a:ext uri="{FF2B5EF4-FFF2-40B4-BE49-F238E27FC236}">
                <a16:creationId xmlns:a16="http://schemas.microsoft.com/office/drawing/2014/main" id="{FD2DED29-A2FA-434C-9584-55411A7FE497}"/>
              </a:ext>
            </a:extLst>
          </p:cNvPr>
          <p:cNvSpPr>
            <a:spLocks noGrp="1"/>
          </p:cNvSpPr>
          <p:nvPr/>
        </p:nvSpPr>
        <p:spPr>
          <a:xfrm>
            <a:off x="4398084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01_find_only_772">
            <a:extLst>
              <a:ext uri="{FF2B5EF4-FFF2-40B4-BE49-F238E27FC236}">
                <a16:creationId xmlns:a16="http://schemas.microsoft.com/office/drawing/2014/main" id="{A8B70907-D8F3-4769-91DA-57F76F549778}"/>
              </a:ext>
            </a:extLst>
          </p:cNvPr>
          <p:cNvSpPr>
            <a:spLocks noGrp="1"/>
          </p:cNvSpPr>
          <p:nvPr/>
        </p:nvSpPr>
        <p:spPr>
          <a:xfrm>
            <a:off x="44132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01_find_only_773">
            <a:extLst>
              <a:ext uri="{FF2B5EF4-FFF2-40B4-BE49-F238E27FC236}">
                <a16:creationId xmlns:a16="http://schemas.microsoft.com/office/drawing/2014/main" id="{6E09C504-7264-4F57-869E-F7ED3C26F21E}"/>
              </a:ext>
            </a:extLst>
          </p:cNvPr>
          <p:cNvSpPr>
            <a:spLocks noGrp="1"/>
          </p:cNvSpPr>
          <p:nvPr/>
        </p:nvSpPr>
        <p:spPr>
          <a:xfrm>
            <a:off x="44128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01_find_only_774">
            <a:extLst>
              <a:ext uri="{FF2B5EF4-FFF2-40B4-BE49-F238E27FC236}">
                <a16:creationId xmlns:a16="http://schemas.microsoft.com/office/drawing/2014/main" id="{AE266A26-A611-4EBD-B8A9-7D7873E56B70}"/>
              </a:ext>
            </a:extLst>
          </p:cNvPr>
          <p:cNvSpPr>
            <a:spLocks noGrp="1"/>
          </p:cNvSpPr>
          <p:nvPr/>
        </p:nvSpPr>
        <p:spPr>
          <a:xfrm>
            <a:off x="44293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01_find_only_775">
            <a:extLst>
              <a:ext uri="{FF2B5EF4-FFF2-40B4-BE49-F238E27FC236}">
                <a16:creationId xmlns:a16="http://schemas.microsoft.com/office/drawing/2014/main" id="{EF96A642-B7C2-40B0-A931-BAAA85F16DF1}"/>
              </a:ext>
            </a:extLst>
          </p:cNvPr>
          <p:cNvSpPr>
            <a:spLocks noGrp="1"/>
          </p:cNvSpPr>
          <p:nvPr/>
        </p:nvSpPr>
        <p:spPr>
          <a:xfrm>
            <a:off x="44576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01_find_only_776">
            <a:extLst>
              <a:ext uri="{FF2B5EF4-FFF2-40B4-BE49-F238E27FC236}">
                <a16:creationId xmlns:a16="http://schemas.microsoft.com/office/drawing/2014/main" id="{9A02D74F-DAD8-4D4B-81BD-EEE1B841EC43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01_find_only_777">
            <a:extLst>
              <a:ext uri="{FF2B5EF4-FFF2-40B4-BE49-F238E27FC236}">
                <a16:creationId xmlns:a16="http://schemas.microsoft.com/office/drawing/2014/main" id="{B79305FD-7A56-4954-BA4B-A8BACFBD6739}"/>
              </a:ext>
            </a:extLst>
          </p:cNvPr>
          <p:cNvSpPr>
            <a:spLocks noGrp="1"/>
          </p:cNvSpPr>
          <p:nvPr/>
        </p:nvSpPr>
        <p:spPr>
          <a:xfrm>
            <a:off x="44032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01_find_only_778">
            <a:extLst>
              <a:ext uri="{FF2B5EF4-FFF2-40B4-BE49-F238E27FC236}">
                <a16:creationId xmlns:a16="http://schemas.microsoft.com/office/drawing/2014/main" id="{32CBD20D-C7D7-4555-BAEB-8E4EC49512A9}"/>
              </a:ext>
            </a:extLst>
          </p:cNvPr>
          <p:cNvSpPr>
            <a:spLocks noGrp="1"/>
          </p:cNvSpPr>
          <p:nvPr/>
        </p:nvSpPr>
        <p:spPr>
          <a:xfrm>
            <a:off x="44476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01_find_only_779">
            <a:extLst>
              <a:ext uri="{FF2B5EF4-FFF2-40B4-BE49-F238E27FC236}">
                <a16:creationId xmlns:a16="http://schemas.microsoft.com/office/drawing/2014/main" id="{44015680-4E07-47B7-B060-50EC5FC9D18E}"/>
              </a:ext>
            </a:extLst>
          </p:cNvPr>
          <p:cNvSpPr>
            <a:spLocks noGrp="1"/>
          </p:cNvSpPr>
          <p:nvPr/>
        </p:nvSpPr>
        <p:spPr>
          <a:xfrm>
            <a:off x="4403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01_find_only_780">
            <a:extLst>
              <a:ext uri="{FF2B5EF4-FFF2-40B4-BE49-F238E27FC236}">
                <a16:creationId xmlns:a16="http://schemas.microsoft.com/office/drawing/2014/main" id="{BAD5C4FA-9E9D-4288-A430-F6B7E22DF4F3}"/>
              </a:ext>
            </a:extLst>
          </p:cNvPr>
          <p:cNvSpPr>
            <a:spLocks noGrp="1"/>
          </p:cNvSpPr>
          <p:nvPr/>
        </p:nvSpPr>
        <p:spPr>
          <a:xfrm>
            <a:off x="4392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01_find_only_781">
            <a:extLst>
              <a:ext uri="{FF2B5EF4-FFF2-40B4-BE49-F238E27FC236}">
                <a16:creationId xmlns:a16="http://schemas.microsoft.com/office/drawing/2014/main" id="{EC411FC7-83EB-4B52-BBD4-9547FB69CD0B}"/>
              </a:ext>
            </a:extLst>
          </p:cNvPr>
          <p:cNvSpPr>
            <a:spLocks noGrp="1"/>
          </p:cNvSpPr>
          <p:nvPr/>
        </p:nvSpPr>
        <p:spPr>
          <a:xfrm>
            <a:off x="446764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01_find_only_782">
            <a:extLst>
              <a:ext uri="{FF2B5EF4-FFF2-40B4-BE49-F238E27FC236}">
                <a16:creationId xmlns:a16="http://schemas.microsoft.com/office/drawing/2014/main" id="{EA8B2E31-CDC8-4D6E-9106-41D233069A16}"/>
              </a:ext>
            </a:extLst>
          </p:cNvPr>
          <p:cNvSpPr>
            <a:spLocks noGrp="1"/>
          </p:cNvSpPr>
          <p:nvPr/>
        </p:nvSpPr>
        <p:spPr>
          <a:xfrm>
            <a:off x="4487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01_find_only_783">
            <a:extLst>
              <a:ext uri="{FF2B5EF4-FFF2-40B4-BE49-F238E27FC236}">
                <a16:creationId xmlns:a16="http://schemas.microsoft.com/office/drawing/2014/main" id="{36D0457F-75A0-4ADF-8079-0BF57EB8F02A}"/>
              </a:ext>
            </a:extLst>
          </p:cNvPr>
          <p:cNvSpPr>
            <a:spLocks noGrp="1"/>
          </p:cNvSpPr>
          <p:nvPr/>
        </p:nvSpPr>
        <p:spPr>
          <a:xfrm>
            <a:off x="44290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01_find_only_784">
            <a:extLst>
              <a:ext uri="{FF2B5EF4-FFF2-40B4-BE49-F238E27FC236}">
                <a16:creationId xmlns:a16="http://schemas.microsoft.com/office/drawing/2014/main" id="{EBECE399-B601-4F13-9421-BD1CCA5DAC64}"/>
              </a:ext>
            </a:extLst>
          </p:cNvPr>
          <p:cNvSpPr>
            <a:spLocks noGrp="1"/>
          </p:cNvSpPr>
          <p:nvPr/>
        </p:nvSpPr>
        <p:spPr>
          <a:xfrm>
            <a:off x="448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01_find_only_785">
            <a:extLst>
              <a:ext uri="{FF2B5EF4-FFF2-40B4-BE49-F238E27FC236}">
                <a16:creationId xmlns:a16="http://schemas.microsoft.com/office/drawing/2014/main" id="{0AE81050-6B25-4F42-9E65-B7AE03FB7489}"/>
              </a:ext>
            </a:extLst>
          </p:cNvPr>
          <p:cNvSpPr>
            <a:spLocks noGrp="1"/>
          </p:cNvSpPr>
          <p:nvPr/>
        </p:nvSpPr>
        <p:spPr>
          <a:xfrm>
            <a:off x="441314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01_find_only_786">
            <a:extLst>
              <a:ext uri="{FF2B5EF4-FFF2-40B4-BE49-F238E27FC236}">
                <a16:creationId xmlns:a16="http://schemas.microsoft.com/office/drawing/2014/main" id="{2AFF90FA-B7FD-42FC-975F-D083FDC81612}"/>
              </a:ext>
            </a:extLst>
          </p:cNvPr>
          <p:cNvSpPr>
            <a:spLocks noGrp="1"/>
          </p:cNvSpPr>
          <p:nvPr/>
        </p:nvSpPr>
        <p:spPr>
          <a:xfrm>
            <a:off x="4431602" y="36608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01_find_only_787">
            <a:extLst>
              <a:ext uri="{FF2B5EF4-FFF2-40B4-BE49-F238E27FC236}">
                <a16:creationId xmlns:a16="http://schemas.microsoft.com/office/drawing/2014/main" id="{4EA09CEA-9BC1-46B6-A696-3EFAE38051E0}"/>
              </a:ext>
            </a:extLst>
          </p:cNvPr>
          <p:cNvSpPr>
            <a:spLocks noGrp="1"/>
          </p:cNvSpPr>
          <p:nvPr/>
        </p:nvSpPr>
        <p:spPr>
          <a:xfrm>
            <a:off x="446055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01_find_only_788">
            <a:extLst>
              <a:ext uri="{FF2B5EF4-FFF2-40B4-BE49-F238E27FC236}">
                <a16:creationId xmlns:a16="http://schemas.microsoft.com/office/drawing/2014/main" id="{E193F6FA-4E4A-4AE6-8747-230C8764B486}"/>
              </a:ext>
            </a:extLst>
          </p:cNvPr>
          <p:cNvSpPr>
            <a:spLocks noGrp="1"/>
          </p:cNvSpPr>
          <p:nvPr/>
        </p:nvSpPr>
        <p:spPr>
          <a:xfrm>
            <a:off x="44779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01_find_only_789">
            <a:extLst>
              <a:ext uri="{FF2B5EF4-FFF2-40B4-BE49-F238E27FC236}">
                <a16:creationId xmlns:a16="http://schemas.microsoft.com/office/drawing/2014/main" id="{4C9773A9-544C-4E6D-8F44-B596FCC14798}"/>
              </a:ext>
            </a:extLst>
          </p:cNvPr>
          <p:cNvSpPr>
            <a:spLocks noGrp="1"/>
          </p:cNvSpPr>
          <p:nvPr/>
        </p:nvSpPr>
        <p:spPr>
          <a:xfrm>
            <a:off x="44873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01_find_only_790">
            <a:extLst>
              <a:ext uri="{FF2B5EF4-FFF2-40B4-BE49-F238E27FC236}">
                <a16:creationId xmlns:a16="http://schemas.microsoft.com/office/drawing/2014/main" id="{4B76AE34-0668-4B20-AF91-06F41468F9CF}"/>
              </a:ext>
            </a:extLst>
          </p:cNvPr>
          <p:cNvSpPr>
            <a:spLocks noGrp="1"/>
          </p:cNvSpPr>
          <p:nvPr/>
        </p:nvSpPr>
        <p:spPr>
          <a:xfrm>
            <a:off x="445384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01_find_only_791">
            <a:extLst>
              <a:ext uri="{FF2B5EF4-FFF2-40B4-BE49-F238E27FC236}">
                <a16:creationId xmlns:a16="http://schemas.microsoft.com/office/drawing/2014/main" id="{38961AC0-527B-40A6-BAA7-6E4A0D672082}"/>
              </a:ext>
            </a:extLst>
          </p:cNvPr>
          <p:cNvSpPr>
            <a:spLocks noGrp="1"/>
          </p:cNvSpPr>
          <p:nvPr/>
        </p:nvSpPr>
        <p:spPr>
          <a:xfrm>
            <a:off x="4396238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01_find_only_792">
            <a:extLst>
              <a:ext uri="{FF2B5EF4-FFF2-40B4-BE49-F238E27FC236}">
                <a16:creationId xmlns:a16="http://schemas.microsoft.com/office/drawing/2014/main" id="{9180226D-1302-4E54-9299-318D6CF91690}"/>
              </a:ext>
            </a:extLst>
          </p:cNvPr>
          <p:cNvSpPr>
            <a:spLocks noGrp="1"/>
          </p:cNvSpPr>
          <p:nvPr/>
        </p:nvSpPr>
        <p:spPr>
          <a:xfrm>
            <a:off x="441061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01_find_only_793">
            <a:extLst>
              <a:ext uri="{FF2B5EF4-FFF2-40B4-BE49-F238E27FC236}">
                <a16:creationId xmlns:a16="http://schemas.microsoft.com/office/drawing/2014/main" id="{2A55E869-B816-41A5-BA83-93D3F23FA8DD}"/>
              </a:ext>
            </a:extLst>
          </p:cNvPr>
          <p:cNvSpPr>
            <a:spLocks noGrp="1"/>
          </p:cNvSpPr>
          <p:nvPr/>
        </p:nvSpPr>
        <p:spPr>
          <a:xfrm>
            <a:off x="44169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01_find_only_794">
            <a:extLst>
              <a:ext uri="{FF2B5EF4-FFF2-40B4-BE49-F238E27FC236}">
                <a16:creationId xmlns:a16="http://schemas.microsoft.com/office/drawing/2014/main" id="{492D2C0B-E1A4-4DA5-A77E-7805081A7D8B}"/>
              </a:ext>
            </a:extLst>
          </p:cNvPr>
          <p:cNvSpPr>
            <a:spLocks noGrp="1"/>
          </p:cNvSpPr>
          <p:nvPr/>
        </p:nvSpPr>
        <p:spPr>
          <a:xfrm>
            <a:off x="43960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01_find_only_795">
            <a:extLst>
              <a:ext uri="{FF2B5EF4-FFF2-40B4-BE49-F238E27FC236}">
                <a16:creationId xmlns:a16="http://schemas.microsoft.com/office/drawing/2014/main" id="{5CB41849-A216-465F-AE03-988949C02E71}"/>
              </a:ext>
            </a:extLst>
          </p:cNvPr>
          <p:cNvSpPr>
            <a:spLocks noGrp="1"/>
          </p:cNvSpPr>
          <p:nvPr/>
        </p:nvSpPr>
        <p:spPr>
          <a:xfrm>
            <a:off x="43954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01_find_only_796">
            <a:extLst>
              <a:ext uri="{FF2B5EF4-FFF2-40B4-BE49-F238E27FC236}">
                <a16:creationId xmlns:a16="http://schemas.microsoft.com/office/drawing/2014/main" id="{9712F0E6-4517-4277-9326-C9F4D929B61D}"/>
              </a:ext>
            </a:extLst>
          </p:cNvPr>
          <p:cNvSpPr>
            <a:spLocks noGrp="1"/>
          </p:cNvSpPr>
          <p:nvPr/>
        </p:nvSpPr>
        <p:spPr>
          <a:xfrm>
            <a:off x="44143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01_find_only_797">
            <a:extLst>
              <a:ext uri="{FF2B5EF4-FFF2-40B4-BE49-F238E27FC236}">
                <a16:creationId xmlns:a16="http://schemas.microsoft.com/office/drawing/2014/main" id="{25772F25-1185-49FE-A41D-9223A303AE7C}"/>
              </a:ext>
            </a:extLst>
          </p:cNvPr>
          <p:cNvSpPr>
            <a:spLocks noGrp="1"/>
          </p:cNvSpPr>
          <p:nvPr/>
        </p:nvSpPr>
        <p:spPr>
          <a:xfrm>
            <a:off x="4450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01_find_only_798">
            <a:extLst>
              <a:ext uri="{FF2B5EF4-FFF2-40B4-BE49-F238E27FC236}">
                <a16:creationId xmlns:a16="http://schemas.microsoft.com/office/drawing/2014/main" id="{135C8474-CCAA-4A52-A97D-4281A5ACBF38}"/>
              </a:ext>
            </a:extLst>
          </p:cNvPr>
          <p:cNvSpPr>
            <a:spLocks noGrp="1"/>
          </p:cNvSpPr>
          <p:nvPr/>
        </p:nvSpPr>
        <p:spPr>
          <a:xfrm>
            <a:off x="44091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01_find_only_799">
            <a:extLst>
              <a:ext uri="{FF2B5EF4-FFF2-40B4-BE49-F238E27FC236}">
                <a16:creationId xmlns:a16="http://schemas.microsoft.com/office/drawing/2014/main" id="{211A018C-B8A1-4D74-BC3B-C646D731265D}"/>
              </a:ext>
            </a:extLst>
          </p:cNvPr>
          <p:cNvSpPr>
            <a:spLocks noGrp="1"/>
          </p:cNvSpPr>
          <p:nvPr/>
        </p:nvSpPr>
        <p:spPr>
          <a:xfrm>
            <a:off x="44383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01_find_only_800">
            <a:extLst>
              <a:ext uri="{FF2B5EF4-FFF2-40B4-BE49-F238E27FC236}">
                <a16:creationId xmlns:a16="http://schemas.microsoft.com/office/drawing/2014/main" id="{5EC77C9F-ADEB-49CA-B339-87AF0335D8A9}"/>
              </a:ext>
            </a:extLst>
          </p:cNvPr>
          <p:cNvSpPr>
            <a:spLocks noGrp="1"/>
          </p:cNvSpPr>
          <p:nvPr/>
        </p:nvSpPr>
        <p:spPr>
          <a:xfrm>
            <a:off x="4428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01_find_only_801">
            <a:extLst>
              <a:ext uri="{FF2B5EF4-FFF2-40B4-BE49-F238E27FC236}">
                <a16:creationId xmlns:a16="http://schemas.microsoft.com/office/drawing/2014/main" id="{83BD3DA1-61A4-41A0-948C-F200F9405712}"/>
              </a:ext>
            </a:extLst>
          </p:cNvPr>
          <p:cNvSpPr>
            <a:spLocks noGrp="1"/>
          </p:cNvSpPr>
          <p:nvPr/>
        </p:nvSpPr>
        <p:spPr>
          <a:xfrm>
            <a:off x="44761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01_find_only_802">
            <a:extLst>
              <a:ext uri="{FF2B5EF4-FFF2-40B4-BE49-F238E27FC236}">
                <a16:creationId xmlns:a16="http://schemas.microsoft.com/office/drawing/2014/main" id="{F408006B-D06D-444E-995D-F416C12BC227}"/>
              </a:ext>
            </a:extLst>
          </p:cNvPr>
          <p:cNvSpPr>
            <a:spLocks noGrp="1"/>
          </p:cNvSpPr>
          <p:nvPr/>
        </p:nvSpPr>
        <p:spPr>
          <a:xfrm>
            <a:off x="4418389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01_find_only_803">
            <a:extLst>
              <a:ext uri="{FF2B5EF4-FFF2-40B4-BE49-F238E27FC236}">
                <a16:creationId xmlns:a16="http://schemas.microsoft.com/office/drawing/2014/main" id="{90967391-484E-480F-9AF2-92574EDD405D}"/>
              </a:ext>
            </a:extLst>
          </p:cNvPr>
          <p:cNvSpPr>
            <a:spLocks noGrp="1"/>
          </p:cNvSpPr>
          <p:nvPr/>
        </p:nvSpPr>
        <p:spPr>
          <a:xfrm>
            <a:off x="4458318" y="35849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01_find_only_804">
            <a:extLst>
              <a:ext uri="{FF2B5EF4-FFF2-40B4-BE49-F238E27FC236}">
                <a16:creationId xmlns:a16="http://schemas.microsoft.com/office/drawing/2014/main" id="{12A30212-A6D1-4540-9C45-4301713BF9E8}"/>
              </a:ext>
            </a:extLst>
          </p:cNvPr>
          <p:cNvSpPr>
            <a:spLocks noGrp="1"/>
          </p:cNvSpPr>
          <p:nvPr/>
        </p:nvSpPr>
        <p:spPr>
          <a:xfrm>
            <a:off x="44607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01_find_only_805">
            <a:extLst>
              <a:ext uri="{FF2B5EF4-FFF2-40B4-BE49-F238E27FC236}">
                <a16:creationId xmlns:a16="http://schemas.microsoft.com/office/drawing/2014/main" id="{DD305404-8C56-4D32-AC30-C6D5A762F6E0}"/>
              </a:ext>
            </a:extLst>
          </p:cNvPr>
          <p:cNvSpPr>
            <a:spLocks noGrp="1"/>
          </p:cNvSpPr>
          <p:nvPr/>
        </p:nvSpPr>
        <p:spPr>
          <a:xfrm>
            <a:off x="43957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01_find_only_806">
            <a:extLst>
              <a:ext uri="{FF2B5EF4-FFF2-40B4-BE49-F238E27FC236}">
                <a16:creationId xmlns:a16="http://schemas.microsoft.com/office/drawing/2014/main" id="{933BCC99-589F-4AA0-A85C-F0362B4DBEBA}"/>
              </a:ext>
            </a:extLst>
          </p:cNvPr>
          <p:cNvSpPr>
            <a:spLocks noGrp="1"/>
          </p:cNvSpPr>
          <p:nvPr/>
        </p:nvSpPr>
        <p:spPr>
          <a:xfrm>
            <a:off x="44749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01_find_only_807">
            <a:extLst>
              <a:ext uri="{FF2B5EF4-FFF2-40B4-BE49-F238E27FC236}">
                <a16:creationId xmlns:a16="http://schemas.microsoft.com/office/drawing/2014/main" id="{6C195288-E5DB-417C-9FBD-464B2D8293A3}"/>
              </a:ext>
            </a:extLst>
          </p:cNvPr>
          <p:cNvSpPr>
            <a:spLocks noGrp="1"/>
          </p:cNvSpPr>
          <p:nvPr/>
        </p:nvSpPr>
        <p:spPr>
          <a:xfrm>
            <a:off x="4393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01_find_only_808">
            <a:extLst>
              <a:ext uri="{FF2B5EF4-FFF2-40B4-BE49-F238E27FC236}">
                <a16:creationId xmlns:a16="http://schemas.microsoft.com/office/drawing/2014/main" id="{0C301780-657A-4021-B966-B5BC92AFCD26}"/>
              </a:ext>
            </a:extLst>
          </p:cNvPr>
          <p:cNvSpPr>
            <a:spLocks noGrp="1"/>
          </p:cNvSpPr>
          <p:nvPr/>
        </p:nvSpPr>
        <p:spPr>
          <a:xfrm>
            <a:off x="4474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01_find_only_809">
            <a:extLst>
              <a:ext uri="{FF2B5EF4-FFF2-40B4-BE49-F238E27FC236}">
                <a16:creationId xmlns:a16="http://schemas.microsoft.com/office/drawing/2014/main" id="{A440C08D-60DD-4787-AEE3-7AE2759525B3}"/>
              </a:ext>
            </a:extLst>
          </p:cNvPr>
          <p:cNvSpPr>
            <a:spLocks noGrp="1"/>
          </p:cNvSpPr>
          <p:nvPr/>
        </p:nvSpPr>
        <p:spPr>
          <a:xfrm>
            <a:off x="4484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01_find_only_810">
            <a:extLst>
              <a:ext uri="{FF2B5EF4-FFF2-40B4-BE49-F238E27FC236}">
                <a16:creationId xmlns:a16="http://schemas.microsoft.com/office/drawing/2014/main" id="{637A7F70-5337-4E85-949B-B76D7E058A9F}"/>
              </a:ext>
            </a:extLst>
          </p:cNvPr>
          <p:cNvSpPr>
            <a:spLocks noGrp="1"/>
          </p:cNvSpPr>
          <p:nvPr/>
        </p:nvSpPr>
        <p:spPr>
          <a:xfrm>
            <a:off x="44515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01_find_only_811">
            <a:extLst>
              <a:ext uri="{FF2B5EF4-FFF2-40B4-BE49-F238E27FC236}">
                <a16:creationId xmlns:a16="http://schemas.microsoft.com/office/drawing/2014/main" id="{66EF84D4-CA63-4BAB-8ADD-1A03570F41FA}"/>
              </a:ext>
            </a:extLst>
          </p:cNvPr>
          <p:cNvSpPr>
            <a:spLocks noGrp="1"/>
          </p:cNvSpPr>
          <p:nvPr/>
        </p:nvSpPr>
        <p:spPr>
          <a:xfrm>
            <a:off x="4422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01_find_only_812">
            <a:extLst>
              <a:ext uri="{FF2B5EF4-FFF2-40B4-BE49-F238E27FC236}">
                <a16:creationId xmlns:a16="http://schemas.microsoft.com/office/drawing/2014/main" id="{3A536C5B-122A-48A9-AAC5-6806B07BB8A1}"/>
              </a:ext>
            </a:extLst>
          </p:cNvPr>
          <p:cNvSpPr>
            <a:spLocks noGrp="1"/>
          </p:cNvSpPr>
          <p:nvPr/>
        </p:nvSpPr>
        <p:spPr>
          <a:xfrm>
            <a:off x="44630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01_find_only_813">
            <a:extLst>
              <a:ext uri="{FF2B5EF4-FFF2-40B4-BE49-F238E27FC236}">
                <a16:creationId xmlns:a16="http://schemas.microsoft.com/office/drawing/2014/main" id="{2149C08A-9D93-44C8-BB91-C8E1B3605EE1}"/>
              </a:ext>
            </a:extLst>
          </p:cNvPr>
          <p:cNvSpPr>
            <a:spLocks noGrp="1"/>
          </p:cNvSpPr>
          <p:nvPr/>
        </p:nvSpPr>
        <p:spPr>
          <a:xfrm>
            <a:off x="44136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01_find_only_814">
            <a:extLst>
              <a:ext uri="{FF2B5EF4-FFF2-40B4-BE49-F238E27FC236}">
                <a16:creationId xmlns:a16="http://schemas.microsoft.com/office/drawing/2014/main" id="{2D8BEE4F-E042-402D-AB90-515DC92FB194}"/>
              </a:ext>
            </a:extLst>
          </p:cNvPr>
          <p:cNvSpPr>
            <a:spLocks noGrp="1"/>
          </p:cNvSpPr>
          <p:nvPr/>
        </p:nvSpPr>
        <p:spPr>
          <a:xfrm>
            <a:off x="443859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01_find_only_815">
            <a:extLst>
              <a:ext uri="{FF2B5EF4-FFF2-40B4-BE49-F238E27FC236}">
                <a16:creationId xmlns:a16="http://schemas.microsoft.com/office/drawing/2014/main" id="{32D6BB99-5B62-49DE-ABF5-4EB6BE181F73}"/>
              </a:ext>
            </a:extLst>
          </p:cNvPr>
          <p:cNvSpPr>
            <a:spLocks noGrp="1"/>
          </p:cNvSpPr>
          <p:nvPr/>
        </p:nvSpPr>
        <p:spPr>
          <a:xfrm>
            <a:off x="44385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01_find_only_816">
            <a:extLst>
              <a:ext uri="{FF2B5EF4-FFF2-40B4-BE49-F238E27FC236}">
                <a16:creationId xmlns:a16="http://schemas.microsoft.com/office/drawing/2014/main" id="{D69E0EE7-3C4E-4177-8879-F565A948A223}"/>
              </a:ext>
            </a:extLst>
          </p:cNvPr>
          <p:cNvSpPr>
            <a:spLocks noGrp="1"/>
          </p:cNvSpPr>
          <p:nvPr/>
        </p:nvSpPr>
        <p:spPr>
          <a:xfrm>
            <a:off x="440945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01_find_only_817">
            <a:extLst>
              <a:ext uri="{FF2B5EF4-FFF2-40B4-BE49-F238E27FC236}">
                <a16:creationId xmlns:a16="http://schemas.microsoft.com/office/drawing/2014/main" id="{F432B513-90E4-4E99-9983-F45E3A71134A}"/>
              </a:ext>
            </a:extLst>
          </p:cNvPr>
          <p:cNvSpPr>
            <a:spLocks noGrp="1"/>
          </p:cNvSpPr>
          <p:nvPr/>
        </p:nvSpPr>
        <p:spPr>
          <a:xfrm>
            <a:off x="447716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01_find_only_818">
            <a:extLst>
              <a:ext uri="{FF2B5EF4-FFF2-40B4-BE49-F238E27FC236}">
                <a16:creationId xmlns:a16="http://schemas.microsoft.com/office/drawing/2014/main" id="{DE716A6B-9D1A-4A2D-9775-6FCA9B832205}"/>
              </a:ext>
            </a:extLst>
          </p:cNvPr>
          <p:cNvSpPr>
            <a:spLocks noGrp="1"/>
          </p:cNvSpPr>
          <p:nvPr/>
        </p:nvSpPr>
        <p:spPr>
          <a:xfrm>
            <a:off x="4424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01_find_only_819">
            <a:extLst>
              <a:ext uri="{FF2B5EF4-FFF2-40B4-BE49-F238E27FC236}">
                <a16:creationId xmlns:a16="http://schemas.microsoft.com/office/drawing/2014/main" id="{8DA7BA5F-7570-441C-8054-8D1E9A8BDDDE}"/>
              </a:ext>
            </a:extLst>
          </p:cNvPr>
          <p:cNvSpPr>
            <a:spLocks noGrp="1"/>
          </p:cNvSpPr>
          <p:nvPr/>
        </p:nvSpPr>
        <p:spPr>
          <a:xfrm>
            <a:off x="44334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01_find_only_820">
            <a:extLst>
              <a:ext uri="{FF2B5EF4-FFF2-40B4-BE49-F238E27FC236}">
                <a16:creationId xmlns:a16="http://schemas.microsoft.com/office/drawing/2014/main" id="{34FD6B8B-180E-424F-A94E-2935648D8946}"/>
              </a:ext>
            </a:extLst>
          </p:cNvPr>
          <p:cNvSpPr>
            <a:spLocks noGrp="1"/>
          </p:cNvSpPr>
          <p:nvPr/>
        </p:nvSpPr>
        <p:spPr>
          <a:xfrm>
            <a:off x="44864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01_find_only_821">
            <a:extLst>
              <a:ext uri="{FF2B5EF4-FFF2-40B4-BE49-F238E27FC236}">
                <a16:creationId xmlns:a16="http://schemas.microsoft.com/office/drawing/2014/main" id="{27AF203F-511B-41EB-A123-2D745F897A7D}"/>
              </a:ext>
            </a:extLst>
          </p:cNvPr>
          <p:cNvSpPr>
            <a:spLocks noGrp="1"/>
          </p:cNvSpPr>
          <p:nvPr/>
        </p:nvSpPr>
        <p:spPr>
          <a:xfrm>
            <a:off x="4457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01_find_only_822">
            <a:extLst>
              <a:ext uri="{FF2B5EF4-FFF2-40B4-BE49-F238E27FC236}">
                <a16:creationId xmlns:a16="http://schemas.microsoft.com/office/drawing/2014/main" id="{24196C49-C6DC-4B0B-9CE4-C129ED89AABB}"/>
              </a:ext>
            </a:extLst>
          </p:cNvPr>
          <p:cNvSpPr>
            <a:spLocks noGrp="1"/>
          </p:cNvSpPr>
          <p:nvPr/>
        </p:nvSpPr>
        <p:spPr>
          <a:xfrm>
            <a:off x="448299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01_find_only_823">
            <a:extLst>
              <a:ext uri="{FF2B5EF4-FFF2-40B4-BE49-F238E27FC236}">
                <a16:creationId xmlns:a16="http://schemas.microsoft.com/office/drawing/2014/main" id="{33F838C8-6803-42AE-9466-53B2BD5CB114}"/>
              </a:ext>
            </a:extLst>
          </p:cNvPr>
          <p:cNvSpPr>
            <a:spLocks noGrp="1"/>
          </p:cNvSpPr>
          <p:nvPr/>
        </p:nvSpPr>
        <p:spPr>
          <a:xfrm>
            <a:off x="43971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01_find_only_824">
            <a:extLst>
              <a:ext uri="{FF2B5EF4-FFF2-40B4-BE49-F238E27FC236}">
                <a16:creationId xmlns:a16="http://schemas.microsoft.com/office/drawing/2014/main" id="{60201D5C-5C0A-4D5D-A176-55A3E7300E19}"/>
              </a:ext>
            </a:extLst>
          </p:cNvPr>
          <p:cNvSpPr>
            <a:spLocks noGrp="1"/>
          </p:cNvSpPr>
          <p:nvPr/>
        </p:nvSpPr>
        <p:spPr>
          <a:xfrm>
            <a:off x="44758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01_find_only_825">
            <a:extLst>
              <a:ext uri="{FF2B5EF4-FFF2-40B4-BE49-F238E27FC236}">
                <a16:creationId xmlns:a16="http://schemas.microsoft.com/office/drawing/2014/main" id="{304A5BFD-1D24-4DA9-A952-C19C9D048320}"/>
              </a:ext>
            </a:extLst>
          </p:cNvPr>
          <p:cNvSpPr>
            <a:spLocks noGrp="1"/>
          </p:cNvSpPr>
          <p:nvPr/>
        </p:nvSpPr>
        <p:spPr>
          <a:xfrm>
            <a:off x="446298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01_find_only_826">
            <a:extLst>
              <a:ext uri="{FF2B5EF4-FFF2-40B4-BE49-F238E27FC236}">
                <a16:creationId xmlns:a16="http://schemas.microsoft.com/office/drawing/2014/main" id="{35FEAB9F-19AF-44D5-B1C0-89317D24FFEC}"/>
              </a:ext>
            </a:extLst>
          </p:cNvPr>
          <p:cNvSpPr>
            <a:spLocks noGrp="1"/>
          </p:cNvSpPr>
          <p:nvPr/>
        </p:nvSpPr>
        <p:spPr>
          <a:xfrm>
            <a:off x="4429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01_find_only_827">
            <a:extLst>
              <a:ext uri="{FF2B5EF4-FFF2-40B4-BE49-F238E27FC236}">
                <a16:creationId xmlns:a16="http://schemas.microsoft.com/office/drawing/2014/main" id="{16FCB37A-F2B9-4D71-8555-C0E0B586788C}"/>
              </a:ext>
            </a:extLst>
          </p:cNvPr>
          <p:cNvSpPr>
            <a:spLocks noGrp="1"/>
          </p:cNvSpPr>
          <p:nvPr/>
        </p:nvSpPr>
        <p:spPr>
          <a:xfrm>
            <a:off x="446677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01_find_only_828">
            <a:extLst>
              <a:ext uri="{FF2B5EF4-FFF2-40B4-BE49-F238E27FC236}">
                <a16:creationId xmlns:a16="http://schemas.microsoft.com/office/drawing/2014/main" id="{F4EAB19B-65F7-4776-9831-2FD911E0FE81}"/>
              </a:ext>
            </a:extLst>
          </p:cNvPr>
          <p:cNvSpPr>
            <a:spLocks noGrp="1"/>
          </p:cNvSpPr>
          <p:nvPr/>
        </p:nvSpPr>
        <p:spPr>
          <a:xfrm>
            <a:off x="4486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01_find_only_829">
            <a:extLst>
              <a:ext uri="{FF2B5EF4-FFF2-40B4-BE49-F238E27FC236}">
                <a16:creationId xmlns:a16="http://schemas.microsoft.com/office/drawing/2014/main" id="{71D3AC49-2B2F-42DD-AD88-D2AF1DA9B054}"/>
              </a:ext>
            </a:extLst>
          </p:cNvPr>
          <p:cNvSpPr>
            <a:spLocks noGrp="1"/>
          </p:cNvSpPr>
          <p:nvPr/>
        </p:nvSpPr>
        <p:spPr>
          <a:xfrm>
            <a:off x="445657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01_find_only_830">
            <a:extLst>
              <a:ext uri="{FF2B5EF4-FFF2-40B4-BE49-F238E27FC236}">
                <a16:creationId xmlns:a16="http://schemas.microsoft.com/office/drawing/2014/main" id="{B1C4BD61-4B69-4CA3-A0E6-00857DD9BFAF}"/>
              </a:ext>
            </a:extLst>
          </p:cNvPr>
          <p:cNvSpPr>
            <a:spLocks noGrp="1"/>
          </p:cNvSpPr>
          <p:nvPr/>
        </p:nvSpPr>
        <p:spPr>
          <a:xfrm>
            <a:off x="446405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01_find_only_831">
            <a:extLst>
              <a:ext uri="{FF2B5EF4-FFF2-40B4-BE49-F238E27FC236}">
                <a16:creationId xmlns:a16="http://schemas.microsoft.com/office/drawing/2014/main" id="{95347DFB-A9F8-4071-97C8-2841D18BC4B4}"/>
              </a:ext>
            </a:extLst>
          </p:cNvPr>
          <p:cNvSpPr>
            <a:spLocks noGrp="1"/>
          </p:cNvSpPr>
          <p:nvPr/>
        </p:nvSpPr>
        <p:spPr>
          <a:xfrm>
            <a:off x="446317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01_find_only_832">
            <a:extLst>
              <a:ext uri="{FF2B5EF4-FFF2-40B4-BE49-F238E27FC236}">
                <a16:creationId xmlns:a16="http://schemas.microsoft.com/office/drawing/2014/main" id="{13FC3BC7-D975-4D2A-97AC-D27D57A2EEF1}"/>
              </a:ext>
            </a:extLst>
          </p:cNvPr>
          <p:cNvSpPr>
            <a:spLocks noGrp="1"/>
          </p:cNvSpPr>
          <p:nvPr/>
        </p:nvSpPr>
        <p:spPr>
          <a:xfrm>
            <a:off x="44476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01_find_only_833">
            <a:extLst>
              <a:ext uri="{FF2B5EF4-FFF2-40B4-BE49-F238E27FC236}">
                <a16:creationId xmlns:a16="http://schemas.microsoft.com/office/drawing/2014/main" id="{96F6C4E0-53B9-4E67-8DE7-7B80378A9D25}"/>
              </a:ext>
            </a:extLst>
          </p:cNvPr>
          <p:cNvSpPr>
            <a:spLocks noGrp="1"/>
          </p:cNvSpPr>
          <p:nvPr/>
        </p:nvSpPr>
        <p:spPr>
          <a:xfrm>
            <a:off x="442052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01_find_only_834">
            <a:extLst>
              <a:ext uri="{FF2B5EF4-FFF2-40B4-BE49-F238E27FC236}">
                <a16:creationId xmlns:a16="http://schemas.microsoft.com/office/drawing/2014/main" id="{66D3A814-DF35-446F-B4D0-6F5C4448FDFA}"/>
              </a:ext>
            </a:extLst>
          </p:cNvPr>
          <p:cNvSpPr>
            <a:spLocks noGrp="1"/>
          </p:cNvSpPr>
          <p:nvPr/>
        </p:nvSpPr>
        <p:spPr>
          <a:xfrm>
            <a:off x="44801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01_find_only_835">
            <a:extLst>
              <a:ext uri="{FF2B5EF4-FFF2-40B4-BE49-F238E27FC236}">
                <a16:creationId xmlns:a16="http://schemas.microsoft.com/office/drawing/2014/main" id="{8EA3A474-888B-455B-B734-2FFC65182104}"/>
              </a:ext>
            </a:extLst>
          </p:cNvPr>
          <p:cNvSpPr>
            <a:spLocks noGrp="1"/>
          </p:cNvSpPr>
          <p:nvPr/>
        </p:nvSpPr>
        <p:spPr>
          <a:xfrm>
            <a:off x="44102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01_find_only_836">
            <a:extLst>
              <a:ext uri="{FF2B5EF4-FFF2-40B4-BE49-F238E27FC236}">
                <a16:creationId xmlns:a16="http://schemas.microsoft.com/office/drawing/2014/main" id="{613E28F4-8CB0-4F1F-B81A-97B0C1C0F9CE}"/>
              </a:ext>
            </a:extLst>
          </p:cNvPr>
          <p:cNvSpPr>
            <a:spLocks noGrp="1"/>
          </p:cNvSpPr>
          <p:nvPr/>
        </p:nvSpPr>
        <p:spPr>
          <a:xfrm>
            <a:off x="44094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01_find_only_837">
            <a:extLst>
              <a:ext uri="{FF2B5EF4-FFF2-40B4-BE49-F238E27FC236}">
                <a16:creationId xmlns:a16="http://schemas.microsoft.com/office/drawing/2014/main" id="{3215BA19-11A7-4A95-9B91-5202FFDC5813}"/>
              </a:ext>
            </a:extLst>
          </p:cNvPr>
          <p:cNvSpPr>
            <a:spLocks noGrp="1"/>
          </p:cNvSpPr>
          <p:nvPr/>
        </p:nvSpPr>
        <p:spPr>
          <a:xfrm>
            <a:off x="44138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01_find_only_838">
            <a:extLst>
              <a:ext uri="{FF2B5EF4-FFF2-40B4-BE49-F238E27FC236}">
                <a16:creationId xmlns:a16="http://schemas.microsoft.com/office/drawing/2014/main" id="{F0281E39-AC02-48B1-87BF-D420765E8A68}"/>
              </a:ext>
            </a:extLst>
          </p:cNvPr>
          <p:cNvSpPr>
            <a:spLocks noGrp="1"/>
          </p:cNvSpPr>
          <p:nvPr/>
        </p:nvSpPr>
        <p:spPr>
          <a:xfrm>
            <a:off x="448153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01_find_only_839">
            <a:extLst>
              <a:ext uri="{FF2B5EF4-FFF2-40B4-BE49-F238E27FC236}">
                <a16:creationId xmlns:a16="http://schemas.microsoft.com/office/drawing/2014/main" id="{D8B0A5D4-37F5-4360-8CA4-EDCE4E486FC1}"/>
              </a:ext>
            </a:extLst>
          </p:cNvPr>
          <p:cNvSpPr>
            <a:spLocks noGrp="1"/>
          </p:cNvSpPr>
          <p:nvPr/>
        </p:nvSpPr>
        <p:spPr>
          <a:xfrm>
            <a:off x="447123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01_find_only_840">
            <a:extLst>
              <a:ext uri="{FF2B5EF4-FFF2-40B4-BE49-F238E27FC236}">
                <a16:creationId xmlns:a16="http://schemas.microsoft.com/office/drawing/2014/main" id="{B07C5898-67A5-464D-AE0E-19BF0A2A41A4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01_find_only_841">
            <a:extLst>
              <a:ext uri="{FF2B5EF4-FFF2-40B4-BE49-F238E27FC236}">
                <a16:creationId xmlns:a16="http://schemas.microsoft.com/office/drawing/2014/main" id="{2E259DC8-E37D-499B-A6FA-F0F4DFAA8662}"/>
              </a:ext>
            </a:extLst>
          </p:cNvPr>
          <p:cNvSpPr>
            <a:spLocks noGrp="1"/>
          </p:cNvSpPr>
          <p:nvPr/>
        </p:nvSpPr>
        <p:spPr>
          <a:xfrm>
            <a:off x="446336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01_find_only_842">
            <a:extLst>
              <a:ext uri="{FF2B5EF4-FFF2-40B4-BE49-F238E27FC236}">
                <a16:creationId xmlns:a16="http://schemas.microsoft.com/office/drawing/2014/main" id="{CC6BBBBF-DA06-4148-8EC1-B94ECA71A329}"/>
              </a:ext>
            </a:extLst>
          </p:cNvPr>
          <p:cNvSpPr>
            <a:spLocks noGrp="1"/>
          </p:cNvSpPr>
          <p:nvPr/>
        </p:nvSpPr>
        <p:spPr>
          <a:xfrm>
            <a:off x="447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01_find_only_843">
            <a:extLst>
              <a:ext uri="{FF2B5EF4-FFF2-40B4-BE49-F238E27FC236}">
                <a16:creationId xmlns:a16="http://schemas.microsoft.com/office/drawing/2014/main" id="{7B4E8EC0-3DA2-4E57-B1AC-9B3BEC79AE20}"/>
              </a:ext>
            </a:extLst>
          </p:cNvPr>
          <p:cNvSpPr>
            <a:spLocks noGrp="1"/>
          </p:cNvSpPr>
          <p:nvPr/>
        </p:nvSpPr>
        <p:spPr>
          <a:xfrm>
            <a:off x="4479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01_find_only_844">
            <a:extLst>
              <a:ext uri="{FF2B5EF4-FFF2-40B4-BE49-F238E27FC236}">
                <a16:creationId xmlns:a16="http://schemas.microsoft.com/office/drawing/2014/main" id="{680FB0A9-7B22-4EA5-9D3B-4F0B82132B8D}"/>
              </a:ext>
            </a:extLst>
          </p:cNvPr>
          <p:cNvSpPr>
            <a:spLocks noGrp="1"/>
          </p:cNvSpPr>
          <p:nvPr/>
        </p:nvSpPr>
        <p:spPr>
          <a:xfrm>
            <a:off x="44078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01_find_only_845">
            <a:extLst>
              <a:ext uri="{FF2B5EF4-FFF2-40B4-BE49-F238E27FC236}">
                <a16:creationId xmlns:a16="http://schemas.microsoft.com/office/drawing/2014/main" id="{16A50A6F-96E6-477F-9AC0-89AED6B87CA3}"/>
              </a:ext>
            </a:extLst>
          </p:cNvPr>
          <p:cNvSpPr>
            <a:spLocks noGrp="1"/>
          </p:cNvSpPr>
          <p:nvPr/>
        </p:nvSpPr>
        <p:spPr>
          <a:xfrm>
            <a:off x="44155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01_find_only_846">
            <a:extLst>
              <a:ext uri="{FF2B5EF4-FFF2-40B4-BE49-F238E27FC236}">
                <a16:creationId xmlns:a16="http://schemas.microsoft.com/office/drawing/2014/main" id="{C7654264-2688-4F9D-84D9-EFFA85D1315D}"/>
              </a:ext>
            </a:extLst>
          </p:cNvPr>
          <p:cNvSpPr>
            <a:spLocks noGrp="1"/>
          </p:cNvSpPr>
          <p:nvPr/>
        </p:nvSpPr>
        <p:spPr>
          <a:xfrm>
            <a:off x="4461718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01_find_only_847">
            <a:extLst>
              <a:ext uri="{FF2B5EF4-FFF2-40B4-BE49-F238E27FC236}">
                <a16:creationId xmlns:a16="http://schemas.microsoft.com/office/drawing/2014/main" id="{A6AFD3B9-37C1-4F49-991C-6604560D0D51}"/>
              </a:ext>
            </a:extLst>
          </p:cNvPr>
          <p:cNvSpPr>
            <a:spLocks noGrp="1"/>
          </p:cNvSpPr>
          <p:nvPr/>
        </p:nvSpPr>
        <p:spPr>
          <a:xfrm>
            <a:off x="441285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01_find_only_848">
            <a:extLst>
              <a:ext uri="{FF2B5EF4-FFF2-40B4-BE49-F238E27FC236}">
                <a16:creationId xmlns:a16="http://schemas.microsoft.com/office/drawing/2014/main" id="{1735DA44-DAAC-4049-97A3-1161CB63B525}"/>
              </a:ext>
            </a:extLst>
          </p:cNvPr>
          <p:cNvSpPr>
            <a:spLocks noGrp="1"/>
          </p:cNvSpPr>
          <p:nvPr/>
        </p:nvSpPr>
        <p:spPr>
          <a:xfrm>
            <a:off x="442227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01_find_only_849">
            <a:extLst>
              <a:ext uri="{FF2B5EF4-FFF2-40B4-BE49-F238E27FC236}">
                <a16:creationId xmlns:a16="http://schemas.microsoft.com/office/drawing/2014/main" id="{3515918C-133C-4E2C-A85B-4FD340BA824F}"/>
              </a:ext>
            </a:extLst>
          </p:cNvPr>
          <p:cNvSpPr>
            <a:spLocks noGrp="1"/>
          </p:cNvSpPr>
          <p:nvPr/>
        </p:nvSpPr>
        <p:spPr>
          <a:xfrm>
            <a:off x="4406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01_find_only_850">
            <a:extLst>
              <a:ext uri="{FF2B5EF4-FFF2-40B4-BE49-F238E27FC236}">
                <a16:creationId xmlns:a16="http://schemas.microsoft.com/office/drawing/2014/main" id="{8AE18145-2379-4F8A-9D94-03AACDDB052F}"/>
              </a:ext>
            </a:extLst>
          </p:cNvPr>
          <p:cNvSpPr>
            <a:spLocks noGrp="1"/>
          </p:cNvSpPr>
          <p:nvPr/>
        </p:nvSpPr>
        <p:spPr>
          <a:xfrm>
            <a:off x="4416640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01_find_only_851">
            <a:extLst>
              <a:ext uri="{FF2B5EF4-FFF2-40B4-BE49-F238E27FC236}">
                <a16:creationId xmlns:a16="http://schemas.microsoft.com/office/drawing/2014/main" id="{EE710A54-B8E7-40D4-B389-75C2E70C5BCE}"/>
              </a:ext>
            </a:extLst>
          </p:cNvPr>
          <p:cNvSpPr>
            <a:spLocks noGrp="1"/>
          </p:cNvSpPr>
          <p:nvPr/>
        </p:nvSpPr>
        <p:spPr>
          <a:xfrm>
            <a:off x="442042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01_find_only_852">
            <a:extLst>
              <a:ext uri="{FF2B5EF4-FFF2-40B4-BE49-F238E27FC236}">
                <a16:creationId xmlns:a16="http://schemas.microsoft.com/office/drawing/2014/main" id="{82110621-EAD4-41D2-910D-6D95BA55D713}"/>
              </a:ext>
            </a:extLst>
          </p:cNvPr>
          <p:cNvSpPr>
            <a:spLocks noGrp="1"/>
          </p:cNvSpPr>
          <p:nvPr/>
        </p:nvSpPr>
        <p:spPr>
          <a:xfrm>
            <a:off x="448076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01_find_only_853">
            <a:extLst>
              <a:ext uri="{FF2B5EF4-FFF2-40B4-BE49-F238E27FC236}">
                <a16:creationId xmlns:a16="http://schemas.microsoft.com/office/drawing/2014/main" id="{27EF750E-D0C6-442D-9AC1-181E79DE76C0}"/>
              </a:ext>
            </a:extLst>
          </p:cNvPr>
          <p:cNvSpPr>
            <a:spLocks noGrp="1"/>
          </p:cNvSpPr>
          <p:nvPr/>
        </p:nvSpPr>
        <p:spPr>
          <a:xfrm>
            <a:off x="44395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01_find_only_854">
            <a:extLst>
              <a:ext uri="{FF2B5EF4-FFF2-40B4-BE49-F238E27FC236}">
                <a16:creationId xmlns:a16="http://schemas.microsoft.com/office/drawing/2014/main" id="{13A00C21-AF24-4BC7-89B3-7407F9BE04B1}"/>
              </a:ext>
            </a:extLst>
          </p:cNvPr>
          <p:cNvSpPr>
            <a:spLocks noGrp="1"/>
          </p:cNvSpPr>
          <p:nvPr/>
        </p:nvSpPr>
        <p:spPr>
          <a:xfrm>
            <a:off x="44078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01_find_only_855">
            <a:extLst>
              <a:ext uri="{FF2B5EF4-FFF2-40B4-BE49-F238E27FC236}">
                <a16:creationId xmlns:a16="http://schemas.microsoft.com/office/drawing/2014/main" id="{5D206756-2127-4C44-8D2D-E3207AC9C101}"/>
              </a:ext>
            </a:extLst>
          </p:cNvPr>
          <p:cNvSpPr>
            <a:spLocks noGrp="1"/>
          </p:cNvSpPr>
          <p:nvPr/>
        </p:nvSpPr>
        <p:spPr>
          <a:xfrm>
            <a:off x="4421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01_find_only_856">
            <a:extLst>
              <a:ext uri="{FF2B5EF4-FFF2-40B4-BE49-F238E27FC236}">
                <a16:creationId xmlns:a16="http://schemas.microsoft.com/office/drawing/2014/main" id="{5515507F-DE42-4AC8-9306-98D68D49E32C}"/>
              </a:ext>
            </a:extLst>
          </p:cNvPr>
          <p:cNvSpPr>
            <a:spLocks noGrp="1"/>
          </p:cNvSpPr>
          <p:nvPr/>
        </p:nvSpPr>
        <p:spPr>
          <a:xfrm>
            <a:off x="4475708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01_find_only_857">
            <a:extLst>
              <a:ext uri="{FF2B5EF4-FFF2-40B4-BE49-F238E27FC236}">
                <a16:creationId xmlns:a16="http://schemas.microsoft.com/office/drawing/2014/main" id="{39ED6E60-084E-4078-96CA-3203E74556A3}"/>
              </a:ext>
            </a:extLst>
          </p:cNvPr>
          <p:cNvSpPr>
            <a:spLocks noGrp="1"/>
          </p:cNvSpPr>
          <p:nvPr/>
        </p:nvSpPr>
        <p:spPr>
          <a:xfrm>
            <a:off x="44573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01_find_only_858">
            <a:extLst>
              <a:ext uri="{FF2B5EF4-FFF2-40B4-BE49-F238E27FC236}">
                <a16:creationId xmlns:a16="http://schemas.microsoft.com/office/drawing/2014/main" id="{4C0C4A23-AD58-489A-B6AD-65DA897823F1}"/>
              </a:ext>
            </a:extLst>
          </p:cNvPr>
          <p:cNvSpPr>
            <a:spLocks noGrp="1"/>
          </p:cNvSpPr>
          <p:nvPr/>
        </p:nvSpPr>
        <p:spPr>
          <a:xfrm>
            <a:off x="44753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01_find_only_859">
            <a:extLst>
              <a:ext uri="{FF2B5EF4-FFF2-40B4-BE49-F238E27FC236}">
                <a16:creationId xmlns:a16="http://schemas.microsoft.com/office/drawing/2014/main" id="{99318F77-C7ED-40AF-8150-A4380984D064}"/>
              </a:ext>
            </a:extLst>
          </p:cNvPr>
          <p:cNvSpPr>
            <a:spLocks noGrp="1"/>
          </p:cNvSpPr>
          <p:nvPr/>
        </p:nvSpPr>
        <p:spPr>
          <a:xfrm>
            <a:off x="44138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01_find_only_860">
            <a:extLst>
              <a:ext uri="{FF2B5EF4-FFF2-40B4-BE49-F238E27FC236}">
                <a16:creationId xmlns:a16="http://schemas.microsoft.com/office/drawing/2014/main" id="{B3EFDF31-9135-45D7-9F73-F22B60216CE7}"/>
              </a:ext>
            </a:extLst>
          </p:cNvPr>
          <p:cNvSpPr>
            <a:spLocks noGrp="1"/>
          </p:cNvSpPr>
          <p:nvPr/>
        </p:nvSpPr>
        <p:spPr>
          <a:xfrm>
            <a:off x="443208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01_find_only_861">
            <a:extLst>
              <a:ext uri="{FF2B5EF4-FFF2-40B4-BE49-F238E27FC236}">
                <a16:creationId xmlns:a16="http://schemas.microsoft.com/office/drawing/2014/main" id="{56987106-4BF0-4997-A03E-643FEDDCF45A}"/>
              </a:ext>
            </a:extLst>
          </p:cNvPr>
          <p:cNvSpPr>
            <a:spLocks noGrp="1"/>
          </p:cNvSpPr>
          <p:nvPr/>
        </p:nvSpPr>
        <p:spPr>
          <a:xfrm>
            <a:off x="447600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01_find_only_862">
            <a:extLst>
              <a:ext uri="{FF2B5EF4-FFF2-40B4-BE49-F238E27FC236}">
                <a16:creationId xmlns:a16="http://schemas.microsoft.com/office/drawing/2014/main" id="{3792F8A6-1381-45C9-A88F-65B618833539}"/>
              </a:ext>
            </a:extLst>
          </p:cNvPr>
          <p:cNvSpPr>
            <a:spLocks noGrp="1"/>
          </p:cNvSpPr>
          <p:nvPr/>
        </p:nvSpPr>
        <p:spPr>
          <a:xfrm>
            <a:off x="44760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01_find_only_863">
            <a:extLst>
              <a:ext uri="{FF2B5EF4-FFF2-40B4-BE49-F238E27FC236}">
                <a16:creationId xmlns:a16="http://schemas.microsoft.com/office/drawing/2014/main" id="{1359CED6-5679-4338-ADD1-009812A8DC85}"/>
              </a:ext>
            </a:extLst>
          </p:cNvPr>
          <p:cNvSpPr>
            <a:spLocks noGrp="1"/>
          </p:cNvSpPr>
          <p:nvPr/>
        </p:nvSpPr>
        <p:spPr>
          <a:xfrm>
            <a:off x="44700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01_find_only_864">
            <a:extLst>
              <a:ext uri="{FF2B5EF4-FFF2-40B4-BE49-F238E27FC236}">
                <a16:creationId xmlns:a16="http://schemas.microsoft.com/office/drawing/2014/main" id="{1FCD5C57-D502-4FBA-B209-C5CC9F9DC847}"/>
              </a:ext>
            </a:extLst>
          </p:cNvPr>
          <p:cNvSpPr>
            <a:spLocks noGrp="1"/>
          </p:cNvSpPr>
          <p:nvPr/>
        </p:nvSpPr>
        <p:spPr>
          <a:xfrm>
            <a:off x="44786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01_find_only_865">
            <a:extLst>
              <a:ext uri="{FF2B5EF4-FFF2-40B4-BE49-F238E27FC236}">
                <a16:creationId xmlns:a16="http://schemas.microsoft.com/office/drawing/2014/main" id="{E6411D36-96B2-4269-8227-8B293061D79B}"/>
              </a:ext>
            </a:extLst>
          </p:cNvPr>
          <p:cNvSpPr>
            <a:spLocks noGrp="1"/>
          </p:cNvSpPr>
          <p:nvPr/>
        </p:nvSpPr>
        <p:spPr>
          <a:xfrm>
            <a:off x="44227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01_find_only_866">
            <a:extLst>
              <a:ext uri="{FF2B5EF4-FFF2-40B4-BE49-F238E27FC236}">
                <a16:creationId xmlns:a16="http://schemas.microsoft.com/office/drawing/2014/main" id="{FBC748B0-1D1D-400E-A839-FA992A193ED7}"/>
              </a:ext>
            </a:extLst>
          </p:cNvPr>
          <p:cNvSpPr>
            <a:spLocks noGrp="1"/>
          </p:cNvSpPr>
          <p:nvPr/>
        </p:nvSpPr>
        <p:spPr>
          <a:xfrm>
            <a:off x="44080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01_find_only_867">
            <a:extLst>
              <a:ext uri="{FF2B5EF4-FFF2-40B4-BE49-F238E27FC236}">
                <a16:creationId xmlns:a16="http://schemas.microsoft.com/office/drawing/2014/main" id="{64FBB218-FF49-4A42-A50B-0FE83F899A20}"/>
              </a:ext>
            </a:extLst>
          </p:cNvPr>
          <p:cNvSpPr>
            <a:spLocks noGrp="1"/>
          </p:cNvSpPr>
          <p:nvPr/>
        </p:nvSpPr>
        <p:spPr>
          <a:xfrm>
            <a:off x="44646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01_find_only_868">
            <a:extLst>
              <a:ext uri="{FF2B5EF4-FFF2-40B4-BE49-F238E27FC236}">
                <a16:creationId xmlns:a16="http://schemas.microsoft.com/office/drawing/2014/main" id="{B90B9BD6-95BC-4AA4-BC09-F4C838B1949E}"/>
              </a:ext>
            </a:extLst>
          </p:cNvPr>
          <p:cNvSpPr>
            <a:spLocks noGrp="1"/>
          </p:cNvSpPr>
          <p:nvPr/>
        </p:nvSpPr>
        <p:spPr>
          <a:xfrm>
            <a:off x="44035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01_find_only_869">
            <a:extLst>
              <a:ext uri="{FF2B5EF4-FFF2-40B4-BE49-F238E27FC236}">
                <a16:creationId xmlns:a16="http://schemas.microsoft.com/office/drawing/2014/main" id="{B6F73CA2-FF82-4036-87F6-E6F6C2EBCE83}"/>
              </a:ext>
            </a:extLst>
          </p:cNvPr>
          <p:cNvSpPr>
            <a:spLocks noGrp="1"/>
          </p:cNvSpPr>
          <p:nvPr/>
        </p:nvSpPr>
        <p:spPr>
          <a:xfrm>
            <a:off x="44096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01_find_only_870">
            <a:extLst>
              <a:ext uri="{FF2B5EF4-FFF2-40B4-BE49-F238E27FC236}">
                <a16:creationId xmlns:a16="http://schemas.microsoft.com/office/drawing/2014/main" id="{7ACCDCB3-3DEC-43F6-8E96-1D90CFEC2878}"/>
              </a:ext>
            </a:extLst>
          </p:cNvPr>
          <p:cNvSpPr>
            <a:spLocks noGrp="1"/>
          </p:cNvSpPr>
          <p:nvPr/>
        </p:nvSpPr>
        <p:spPr>
          <a:xfrm>
            <a:off x="44670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01_find_only_871">
            <a:extLst>
              <a:ext uri="{FF2B5EF4-FFF2-40B4-BE49-F238E27FC236}">
                <a16:creationId xmlns:a16="http://schemas.microsoft.com/office/drawing/2014/main" id="{824B6C9A-9B8C-42DE-B147-DCED1C2D2788}"/>
              </a:ext>
            </a:extLst>
          </p:cNvPr>
          <p:cNvSpPr>
            <a:spLocks noGrp="1"/>
          </p:cNvSpPr>
          <p:nvPr/>
        </p:nvSpPr>
        <p:spPr>
          <a:xfrm>
            <a:off x="44043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01_find_only_872">
            <a:extLst>
              <a:ext uri="{FF2B5EF4-FFF2-40B4-BE49-F238E27FC236}">
                <a16:creationId xmlns:a16="http://schemas.microsoft.com/office/drawing/2014/main" id="{82602FC5-5526-4E98-97B4-3F9EB1CC19B2}"/>
              </a:ext>
            </a:extLst>
          </p:cNvPr>
          <p:cNvSpPr>
            <a:spLocks noGrp="1"/>
          </p:cNvSpPr>
          <p:nvPr/>
        </p:nvSpPr>
        <p:spPr>
          <a:xfrm>
            <a:off x="44857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01_find_only_873">
            <a:extLst>
              <a:ext uri="{FF2B5EF4-FFF2-40B4-BE49-F238E27FC236}">
                <a16:creationId xmlns:a16="http://schemas.microsoft.com/office/drawing/2014/main" id="{E75AB5C5-A7F4-4549-9800-D910633F5E3D}"/>
              </a:ext>
            </a:extLst>
          </p:cNvPr>
          <p:cNvSpPr>
            <a:spLocks noGrp="1"/>
          </p:cNvSpPr>
          <p:nvPr/>
        </p:nvSpPr>
        <p:spPr>
          <a:xfrm>
            <a:off x="447085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01_find_only_874">
            <a:extLst>
              <a:ext uri="{FF2B5EF4-FFF2-40B4-BE49-F238E27FC236}">
                <a16:creationId xmlns:a16="http://schemas.microsoft.com/office/drawing/2014/main" id="{3393A193-ACB1-4847-B97A-35405F500CB5}"/>
              </a:ext>
            </a:extLst>
          </p:cNvPr>
          <p:cNvSpPr>
            <a:spLocks noGrp="1"/>
          </p:cNvSpPr>
          <p:nvPr/>
        </p:nvSpPr>
        <p:spPr>
          <a:xfrm>
            <a:off x="443568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01_find_only_875">
            <a:extLst>
              <a:ext uri="{FF2B5EF4-FFF2-40B4-BE49-F238E27FC236}">
                <a16:creationId xmlns:a16="http://schemas.microsoft.com/office/drawing/2014/main" id="{DF1871FB-0BC3-4D7D-B840-F08CD5333EFF}"/>
              </a:ext>
            </a:extLst>
          </p:cNvPr>
          <p:cNvSpPr>
            <a:spLocks noGrp="1"/>
          </p:cNvSpPr>
          <p:nvPr/>
        </p:nvSpPr>
        <p:spPr>
          <a:xfrm>
            <a:off x="44192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01_find_only_876">
            <a:extLst>
              <a:ext uri="{FF2B5EF4-FFF2-40B4-BE49-F238E27FC236}">
                <a16:creationId xmlns:a16="http://schemas.microsoft.com/office/drawing/2014/main" id="{D269EDD1-1B57-4CB3-BA68-910F43B6EE58}"/>
              </a:ext>
            </a:extLst>
          </p:cNvPr>
          <p:cNvSpPr>
            <a:spLocks noGrp="1"/>
          </p:cNvSpPr>
          <p:nvPr/>
        </p:nvSpPr>
        <p:spPr>
          <a:xfrm>
            <a:off x="4484257" y="363054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01_find_only_877">
            <a:extLst>
              <a:ext uri="{FF2B5EF4-FFF2-40B4-BE49-F238E27FC236}">
                <a16:creationId xmlns:a16="http://schemas.microsoft.com/office/drawing/2014/main" id="{13680451-5C2A-44ED-85AF-6CBAC9A357E1}"/>
              </a:ext>
            </a:extLst>
          </p:cNvPr>
          <p:cNvSpPr>
            <a:spLocks noGrp="1"/>
          </p:cNvSpPr>
          <p:nvPr/>
        </p:nvSpPr>
        <p:spPr>
          <a:xfrm>
            <a:off x="44884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01_find_only_878">
            <a:extLst>
              <a:ext uri="{FF2B5EF4-FFF2-40B4-BE49-F238E27FC236}">
                <a16:creationId xmlns:a16="http://schemas.microsoft.com/office/drawing/2014/main" id="{E0AD4837-2640-4003-A197-655854AA414C}"/>
              </a:ext>
            </a:extLst>
          </p:cNvPr>
          <p:cNvSpPr>
            <a:spLocks noGrp="1"/>
          </p:cNvSpPr>
          <p:nvPr/>
        </p:nvSpPr>
        <p:spPr>
          <a:xfrm>
            <a:off x="44531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01_find_only_879">
            <a:extLst>
              <a:ext uri="{FF2B5EF4-FFF2-40B4-BE49-F238E27FC236}">
                <a16:creationId xmlns:a16="http://schemas.microsoft.com/office/drawing/2014/main" id="{054AC38E-A351-4EAD-93F5-F79EB27402C7}"/>
              </a:ext>
            </a:extLst>
          </p:cNvPr>
          <p:cNvSpPr>
            <a:spLocks noGrp="1"/>
          </p:cNvSpPr>
          <p:nvPr/>
        </p:nvSpPr>
        <p:spPr>
          <a:xfrm>
            <a:off x="4475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01_find_only_880">
            <a:extLst>
              <a:ext uri="{FF2B5EF4-FFF2-40B4-BE49-F238E27FC236}">
                <a16:creationId xmlns:a16="http://schemas.microsoft.com/office/drawing/2014/main" id="{DC4FCE1A-884E-46B5-BD17-07FB7A9124F9}"/>
              </a:ext>
            </a:extLst>
          </p:cNvPr>
          <p:cNvSpPr>
            <a:spLocks noGrp="1"/>
          </p:cNvSpPr>
          <p:nvPr/>
        </p:nvSpPr>
        <p:spPr>
          <a:xfrm>
            <a:off x="440721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01_find_only_881">
            <a:extLst>
              <a:ext uri="{FF2B5EF4-FFF2-40B4-BE49-F238E27FC236}">
                <a16:creationId xmlns:a16="http://schemas.microsoft.com/office/drawing/2014/main" id="{11DFF823-E67A-46CE-8C71-DE223C3AA6C2}"/>
              </a:ext>
            </a:extLst>
          </p:cNvPr>
          <p:cNvSpPr>
            <a:spLocks noGrp="1"/>
          </p:cNvSpPr>
          <p:nvPr/>
        </p:nvSpPr>
        <p:spPr>
          <a:xfrm>
            <a:off x="44346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01_find_only_882">
            <a:extLst>
              <a:ext uri="{FF2B5EF4-FFF2-40B4-BE49-F238E27FC236}">
                <a16:creationId xmlns:a16="http://schemas.microsoft.com/office/drawing/2014/main" id="{0FBD5C5B-0C8A-44F8-A568-11463FA2CF29}"/>
              </a:ext>
            </a:extLst>
          </p:cNvPr>
          <p:cNvSpPr>
            <a:spLocks noGrp="1"/>
          </p:cNvSpPr>
          <p:nvPr/>
        </p:nvSpPr>
        <p:spPr>
          <a:xfrm>
            <a:off x="446929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01_find_only_883">
            <a:extLst>
              <a:ext uri="{FF2B5EF4-FFF2-40B4-BE49-F238E27FC236}">
                <a16:creationId xmlns:a16="http://schemas.microsoft.com/office/drawing/2014/main" id="{0A1A2E1C-CE59-4644-AAA4-23B5EB101D97}"/>
              </a:ext>
            </a:extLst>
          </p:cNvPr>
          <p:cNvSpPr>
            <a:spLocks noGrp="1"/>
          </p:cNvSpPr>
          <p:nvPr/>
        </p:nvSpPr>
        <p:spPr>
          <a:xfrm>
            <a:off x="4401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01_find_only_884">
            <a:extLst>
              <a:ext uri="{FF2B5EF4-FFF2-40B4-BE49-F238E27FC236}">
                <a16:creationId xmlns:a16="http://schemas.microsoft.com/office/drawing/2014/main" id="{0F03A1BE-71BA-4F09-B9D8-71AB580E0366}"/>
              </a:ext>
            </a:extLst>
          </p:cNvPr>
          <p:cNvSpPr>
            <a:spLocks noGrp="1"/>
          </p:cNvSpPr>
          <p:nvPr/>
        </p:nvSpPr>
        <p:spPr>
          <a:xfrm>
            <a:off x="4397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01_find_only_885">
            <a:extLst>
              <a:ext uri="{FF2B5EF4-FFF2-40B4-BE49-F238E27FC236}">
                <a16:creationId xmlns:a16="http://schemas.microsoft.com/office/drawing/2014/main" id="{9E0B6896-90C7-41AA-8BAD-D04F26795337}"/>
              </a:ext>
            </a:extLst>
          </p:cNvPr>
          <p:cNvSpPr>
            <a:spLocks noGrp="1"/>
          </p:cNvSpPr>
          <p:nvPr/>
        </p:nvSpPr>
        <p:spPr>
          <a:xfrm>
            <a:off x="4455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01_find_only_886">
            <a:extLst>
              <a:ext uri="{FF2B5EF4-FFF2-40B4-BE49-F238E27FC236}">
                <a16:creationId xmlns:a16="http://schemas.microsoft.com/office/drawing/2014/main" id="{B86B66E0-7D4E-4961-AE63-AB436BE8AA22}"/>
              </a:ext>
            </a:extLst>
          </p:cNvPr>
          <p:cNvSpPr>
            <a:spLocks noGrp="1"/>
          </p:cNvSpPr>
          <p:nvPr/>
        </p:nvSpPr>
        <p:spPr>
          <a:xfrm>
            <a:off x="4483674" y="37048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01_find_only_887">
            <a:extLst>
              <a:ext uri="{FF2B5EF4-FFF2-40B4-BE49-F238E27FC236}">
                <a16:creationId xmlns:a16="http://schemas.microsoft.com/office/drawing/2014/main" id="{7A88E9C1-E890-46D5-8B4E-57587C475330}"/>
              </a:ext>
            </a:extLst>
          </p:cNvPr>
          <p:cNvSpPr>
            <a:spLocks noGrp="1"/>
          </p:cNvSpPr>
          <p:nvPr/>
        </p:nvSpPr>
        <p:spPr>
          <a:xfrm>
            <a:off x="439351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01_find_only_888">
            <a:extLst>
              <a:ext uri="{FF2B5EF4-FFF2-40B4-BE49-F238E27FC236}">
                <a16:creationId xmlns:a16="http://schemas.microsoft.com/office/drawing/2014/main" id="{349FE75D-FF89-4E8C-B3C7-252CF3AC74B6}"/>
              </a:ext>
            </a:extLst>
          </p:cNvPr>
          <p:cNvSpPr>
            <a:spLocks noGrp="1"/>
          </p:cNvSpPr>
          <p:nvPr/>
        </p:nvSpPr>
        <p:spPr>
          <a:xfrm>
            <a:off x="4431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01_find_only_889">
            <a:extLst>
              <a:ext uri="{FF2B5EF4-FFF2-40B4-BE49-F238E27FC236}">
                <a16:creationId xmlns:a16="http://schemas.microsoft.com/office/drawing/2014/main" id="{440567D2-69F1-4AEC-A322-C9CC0A866919}"/>
              </a:ext>
            </a:extLst>
          </p:cNvPr>
          <p:cNvSpPr>
            <a:spLocks noGrp="1"/>
          </p:cNvSpPr>
          <p:nvPr/>
        </p:nvSpPr>
        <p:spPr>
          <a:xfrm>
            <a:off x="4462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01_find_only_890">
            <a:extLst>
              <a:ext uri="{FF2B5EF4-FFF2-40B4-BE49-F238E27FC236}">
                <a16:creationId xmlns:a16="http://schemas.microsoft.com/office/drawing/2014/main" id="{5B3B4D85-DBB0-49AF-97AB-7AD8204A4A73}"/>
              </a:ext>
            </a:extLst>
          </p:cNvPr>
          <p:cNvSpPr>
            <a:spLocks noGrp="1"/>
          </p:cNvSpPr>
          <p:nvPr/>
        </p:nvSpPr>
        <p:spPr>
          <a:xfrm>
            <a:off x="44335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01_find_only_891">
            <a:extLst>
              <a:ext uri="{FF2B5EF4-FFF2-40B4-BE49-F238E27FC236}">
                <a16:creationId xmlns:a16="http://schemas.microsoft.com/office/drawing/2014/main" id="{0C9B0678-34A6-44C6-9738-D5EA3B8AD67D}"/>
              </a:ext>
            </a:extLst>
          </p:cNvPr>
          <p:cNvSpPr>
            <a:spLocks noGrp="1"/>
          </p:cNvSpPr>
          <p:nvPr/>
        </p:nvSpPr>
        <p:spPr>
          <a:xfrm>
            <a:off x="441712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01_find_only_892">
            <a:extLst>
              <a:ext uri="{FF2B5EF4-FFF2-40B4-BE49-F238E27FC236}">
                <a16:creationId xmlns:a16="http://schemas.microsoft.com/office/drawing/2014/main" id="{01246DC1-1E08-41D6-9F1D-65A0E5ADCFCA}"/>
              </a:ext>
            </a:extLst>
          </p:cNvPr>
          <p:cNvSpPr>
            <a:spLocks noGrp="1"/>
          </p:cNvSpPr>
          <p:nvPr/>
        </p:nvSpPr>
        <p:spPr>
          <a:xfrm>
            <a:off x="4454821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01_find_only_893">
            <a:extLst>
              <a:ext uri="{FF2B5EF4-FFF2-40B4-BE49-F238E27FC236}">
                <a16:creationId xmlns:a16="http://schemas.microsoft.com/office/drawing/2014/main" id="{BA967164-77EE-481D-91C9-685DA066EDA8}"/>
              </a:ext>
            </a:extLst>
          </p:cNvPr>
          <p:cNvSpPr>
            <a:spLocks noGrp="1"/>
          </p:cNvSpPr>
          <p:nvPr/>
        </p:nvSpPr>
        <p:spPr>
          <a:xfrm>
            <a:off x="4451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01_find_only_894">
            <a:extLst>
              <a:ext uri="{FF2B5EF4-FFF2-40B4-BE49-F238E27FC236}">
                <a16:creationId xmlns:a16="http://schemas.microsoft.com/office/drawing/2014/main" id="{4622DC55-ABE7-44F0-A436-C0F5F64275D4}"/>
              </a:ext>
            </a:extLst>
          </p:cNvPr>
          <p:cNvSpPr>
            <a:spLocks noGrp="1"/>
          </p:cNvSpPr>
          <p:nvPr/>
        </p:nvSpPr>
        <p:spPr>
          <a:xfrm>
            <a:off x="44399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01_find_only_895">
            <a:extLst>
              <a:ext uri="{FF2B5EF4-FFF2-40B4-BE49-F238E27FC236}">
                <a16:creationId xmlns:a16="http://schemas.microsoft.com/office/drawing/2014/main" id="{116506BE-95CF-4C58-992D-DEADC1BF4CB2}"/>
              </a:ext>
            </a:extLst>
          </p:cNvPr>
          <p:cNvSpPr>
            <a:spLocks noGrp="1"/>
          </p:cNvSpPr>
          <p:nvPr/>
        </p:nvSpPr>
        <p:spPr>
          <a:xfrm>
            <a:off x="44493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01_find_only_896">
            <a:extLst>
              <a:ext uri="{FF2B5EF4-FFF2-40B4-BE49-F238E27FC236}">
                <a16:creationId xmlns:a16="http://schemas.microsoft.com/office/drawing/2014/main" id="{D7332931-9ADA-4352-9703-5F02EE8E67E9}"/>
              </a:ext>
            </a:extLst>
          </p:cNvPr>
          <p:cNvSpPr>
            <a:spLocks noGrp="1"/>
          </p:cNvSpPr>
          <p:nvPr/>
        </p:nvSpPr>
        <p:spPr>
          <a:xfrm>
            <a:off x="44214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01_find_only_897">
            <a:extLst>
              <a:ext uri="{FF2B5EF4-FFF2-40B4-BE49-F238E27FC236}">
                <a16:creationId xmlns:a16="http://schemas.microsoft.com/office/drawing/2014/main" id="{60786664-F5C3-45EB-8CE8-B585F934C9D9}"/>
              </a:ext>
            </a:extLst>
          </p:cNvPr>
          <p:cNvSpPr>
            <a:spLocks noGrp="1"/>
          </p:cNvSpPr>
          <p:nvPr/>
        </p:nvSpPr>
        <p:spPr>
          <a:xfrm>
            <a:off x="444325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01_find_only_898">
            <a:extLst>
              <a:ext uri="{FF2B5EF4-FFF2-40B4-BE49-F238E27FC236}">
                <a16:creationId xmlns:a16="http://schemas.microsoft.com/office/drawing/2014/main" id="{F0E20B95-DCFD-42C9-88C7-0BAF6C722B96}"/>
              </a:ext>
            </a:extLst>
          </p:cNvPr>
          <p:cNvSpPr>
            <a:spLocks noGrp="1"/>
          </p:cNvSpPr>
          <p:nvPr/>
        </p:nvSpPr>
        <p:spPr>
          <a:xfrm>
            <a:off x="442246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01_find_only_899">
            <a:extLst>
              <a:ext uri="{FF2B5EF4-FFF2-40B4-BE49-F238E27FC236}">
                <a16:creationId xmlns:a16="http://schemas.microsoft.com/office/drawing/2014/main" id="{ACA37BF6-0D48-451D-9BD0-1DC70CB2DDD4}"/>
              </a:ext>
            </a:extLst>
          </p:cNvPr>
          <p:cNvSpPr>
            <a:spLocks noGrp="1"/>
          </p:cNvSpPr>
          <p:nvPr/>
        </p:nvSpPr>
        <p:spPr>
          <a:xfrm>
            <a:off x="443101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01_find_only_900">
            <a:extLst>
              <a:ext uri="{FF2B5EF4-FFF2-40B4-BE49-F238E27FC236}">
                <a16:creationId xmlns:a16="http://schemas.microsoft.com/office/drawing/2014/main" id="{499B2B31-D825-4306-BC63-B201D954F1BB}"/>
              </a:ext>
            </a:extLst>
          </p:cNvPr>
          <p:cNvSpPr>
            <a:spLocks noGrp="1"/>
          </p:cNvSpPr>
          <p:nvPr/>
        </p:nvSpPr>
        <p:spPr>
          <a:xfrm>
            <a:off x="4472988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01_find_only_901">
            <a:extLst>
              <a:ext uri="{FF2B5EF4-FFF2-40B4-BE49-F238E27FC236}">
                <a16:creationId xmlns:a16="http://schemas.microsoft.com/office/drawing/2014/main" id="{445C05EA-9C13-48A9-8D7E-50F1A4DB9C9A}"/>
              </a:ext>
            </a:extLst>
          </p:cNvPr>
          <p:cNvSpPr>
            <a:spLocks noGrp="1"/>
          </p:cNvSpPr>
          <p:nvPr/>
        </p:nvSpPr>
        <p:spPr>
          <a:xfrm>
            <a:off x="44042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01_find_only_902">
            <a:extLst>
              <a:ext uri="{FF2B5EF4-FFF2-40B4-BE49-F238E27FC236}">
                <a16:creationId xmlns:a16="http://schemas.microsoft.com/office/drawing/2014/main" id="{048C8252-8B42-4053-A949-94D67F563FAF}"/>
              </a:ext>
            </a:extLst>
          </p:cNvPr>
          <p:cNvSpPr>
            <a:spLocks noGrp="1"/>
          </p:cNvSpPr>
          <p:nvPr/>
        </p:nvSpPr>
        <p:spPr>
          <a:xfrm>
            <a:off x="44086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01_find_only_903">
            <a:extLst>
              <a:ext uri="{FF2B5EF4-FFF2-40B4-BE49-F238E27FC236}">
                <a16:creationId xmlns:a16="http://schemas.microsoft.com/office/drawing/2014/main" id="{295AD25F-ED74-4DE2-A350-0ECCC0C60AAA}"/>
              </a:ext>
            </a:extLst>
          </p:cNvPr>
          <p:cNvSpPr>
            <a:spLocks noGrp="1"/>
          </p:cNvSpPr>
          <p:nvPr/>
        </p:nvSpPr>
        <p:spPr>
          <a:xfrm>
            <a:off x="44490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01_find_only_904">
            <a:extLst>
              <a:ext uri="{FF2B5EF4-FFF2-40B4-BE49-F238E27FC236}">
                <a16:creationId xmlns:a16="http://schemas.microsoft.com/office/drawing/2014/main" id="{E7D09A05-E934-4F7F-870F-235C30768D77}"/>
              </a:ext>
            </a:extLst>
          </p:cNvPr>
          <p:cNvSpPr>
            <a:spLocks noGrp="1"/>
          </p:cNvSpPr>
          <p:nvPr/>
        </p:nvSpPr>
        <p:spPr>
          <a:xfrm>
            <a:off x="44482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01_find_only_905">
            <a:extLst>
              <a:ext uri="{FF2B5EF4-FFF2-40B4-BE49-F238E27FC236}">
                <a16:creationId xmlns:a16="http://schemas.microsoft.com/office/drawing/2014/main" id="{C40B9236-FE8A-4A4B-97C3-82C986A2604C}"/>
              </a:ext>
            </a:extLst>
          </p:cNvPr>
          <p:cNvSpPr>
            <a:spLocks noGrp="1"/>
          </p:cNvSpPr>
          <p:nvPr/>
        </p:nvSpPr>
        <p:spPr>
          <a:xfrm>
            <a:off x="44797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01_find_only_906">
            <a:extLst>
              <a:ext uri="{FF2B5EF4-FFF2-40B4-BE49-F238E27FC236}">
                <a16:creationId xmlns:a16="http://schemas.microsoft.com/office/drawing/2014/main" id="{2A306585-E458-40FE-AADA-7168BB316CA4}"/>
              </a:ext>
            </a:extLst>
          </p:cNvPr>
          <p:cNvSpPr>
            <a:spLocks noGrp="1"/>
          </p:cNvSpPr>
          <p:nvPr/>
        </p:nvSpPr>
        <p:spPr>
          <a:xfrm>
            <a:off x="44651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01_find_only_907">
            <a:extLst>
              <a:ext uri="{FF2B5EF4-FFF2-40B4-BE49-F238E27FC236}">
                <a16:creationId xmlns:a16="http://schemas.microsoft.com/office/drawing/2014/main" id="{92A6AE4A-991A-436F-ABB4-12684CB2254A}"/>
              </a:ext>
            </a:extLst>
          </p:cNvPr>
          <p:cNvSpPr>
            <a:spLocks noGrp="1"/>
          </p:cNvSpPr>
          <p:nvPr/>
        </p:nvSpPr>
        <p:spPr>
          <a:xfrm>
            <a:off x="4405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01_find_only_908">
            <a:extLst>
              <a:ext uri="{FF2B5EF4-FFF2-40B4-BE49-F238E27FC236}">
                <a16:creationId xmlns:a16="http://schemas.microsoft.com/office/drawing/2014/main" id="{1064AB5E-54A5-474C-B319-9DFE1E4D3A91}"/>
              </a:ext>
            </a:extLst>
          </p:cNvPr>
          <p:cNvSpPr>
            <a:spLocks noGrp="1"/>
          </p:cNvSpPr>
          <p:nvPr/>
        </p:nvSpPr>
        <p:spPr>
          <a:xfrm>
            <a:off x="441926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01_find_only_909">
            <a:extLst>
              <a:ext uri="{FF2B5EF4-FFF2-40B4-BE49-F238E27FC236}">
                <a16:creationId xmlns:a16="http://schemas.microsoft.com/office/drawing/2014/main" id="{16CDDD9E-4910-473D-ABD0-CABFCF859FEC}"/>
              </a:ext>
            </a:extLst>
          </p:cNvPr>
          <p:cNvSpPr>
            <a:spLocks noGrp="1"/>
          </p:cNvSpPr>
          <p:nvPr/>
        </p:nvSpPr>
        <p:spPr>
          <a:xfrm>
            <a:off x="44578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01_find_only_910">
            <a:extLst>
              <a:ext uri="{FF2B5EF4-FFF2-40B4-BE49-F238E27FC236}">
                <a16:creationId xmlns:a16="http://schemas.microsoft.com/office/drawing/2014/main" id="{A793658F-BC55-43C2-A11E-2824BB172D59}"/>
              </a:ext>
            </a:extLst>
          </p:cNvPr>
          <p:cNvSpPr>
            <a:spLocks noGrp="1"/>
          </p:cNvSpPr>
          <p:nvPr/>
        </p:nvSpPr>
        <p:spPr>
          <a:xfrm>
            <a:off x="4399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01_find_only_911">
            <a:extLst>
              <a:ext uri="{FF2B5EF4-FFF2-40B4-BE49-F238E27FC236}">
                <a16:creationId xmlns:a16="http://schemas.microsoft.com/office/drawing/2014/main" id="{8B929719-9533-4C59-BDAB-15E4562C7693}"/>
              </a:ext>
            </a:extLst>
          </p:cNvPr>
          <p:cNvSpPr>
            <a:spLocks noGrp="1"/>
          </p:cNvSpPr>
          <p:nvPr/>
        </p:nvSpPr>
        <p:spPr>
          <a:xfrm>
            <a:off x="446706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01_find_only_912">
            <a:extLst>
              <a:ext uri="{FF2B5EF4-FFF2-40B4-BE49-F238E27FC236}">
                <a16:creationId xmlns:a16="http://schemas.microsoft.com/office/drawing/2014/main" id="{626B63CE-E2E2-4E8E-80A7-EF8AE7A61231}"/>
              </a:ext>
            </a:extLst>
          </p:cNvPr>
          <p:cNvSpPr>
            <a:spLocks noGrp="1"/>
          </p:cNvSpPr>
          <p:nvPr/>
        </p:nvSpPr>
        <p:spPr>
          <a:xfrm>
            <a:off x="44703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01_find_only_913">
            <a:extLst>
              <a:ext uri="{FF2B5EF4-FFF2-40B4-BE49-F238E27FC236}">
                <a16:creationId xmlns:a16="http://schemas.microsoft.com/office/drawing/2014/main" id="{88EA2452-E55E-40B3-9FFF-7D487BC9128D}"/>
              </a:ext>
            </a:extLst>
          </p:cNvPr>
          <p:cNvSpPr>
            <a:spLocks noGrp="1"/>
          </p:cNvSpPr>
          <p:nvPr/>
        </p:nvSpPr>
        <p:spPr>
          <a:xfrm>
            <a:off x="44600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01_find_only_914">
            <a:extLst>
              <a:ext uri="{FF2B5EF4-FFF2-40B4-BE49-F238E27FC236}">
                <a16:creationId xmlns:a16="http://schemas.microsoft.com/office/drawing/2014/main" id="{1580E612-0429-499B-B5F0-99855AC91DC4}"/>
              </a:ext>
            </a:extLst>
          </p:cNvPr>
          <p:cNvSpPr>
            <a:spLocks noGrp="1"/>
          </p:cNvSpPr>
          <p:nvPr/>
        </p:nvSpPr>
        <p:spPr>
          <a:xfrm>
            <a:off x="44591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01_find_only_915">
            <a:extLst>
              <a:ext uri="{FF2B5EF4-FFF2-40B4-BE49-F238E27FC236}">
                <a16:creationId xmlns:a16="http://schemas.microsoft.com/office/drawing/2014/main" id="{60EA7462-A65B-4641-9819-4B37998FF1E0}"/>
              </a:ext>
            </a:extLst>
          </p:cNvPr>
          <p:cNvSpPr>
            <a:spLocks noGrp="1"/>
          </p:cNvSpPr>
          <p:nvPr/>
        </p:nvSpPr>
        <p:spPr>
          <a:xfrm>
            <a:off x="44633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01_find_only_916">
            <a:extLst>
              <a:ext uri="{FF2B5EF4-FFF2-40B4-BE49-F238E27FC236}">
                <a16:creationId xmlns:a16="http://schemas.microsoft.com/office/drawing/2014/main" id="{98C1D935-20FF-47AB-B019-7F13E87CF0B7}"/>
              </a:ext>
            </a:extLst>
          </p:cNvPr>
          <p:cNvSpPr>
            <a:spLocks noGrp="1"/>
          </p:cNvSpPr>
          <p:nvPr/>
        </p:nvSpPr>
        <p:spPr>
          <a:xfrm>
            <a:off x="4445008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01_find_only_917">
            <a:extLst>
              <a:ext uri="{FF2B5EF4-FFF2-40B4-BE49-F238E27FC236}">
                <a16:creationId xmlns:a16="http://schemas.microsoft.com/office/drawing/2014/main" id="{41AC5026-322F-4F14-8EE4-C7852C7461CA}"/>
              </a:ext>
            </a:extLst>
          </p:cNvPr>
          <p:cNvSpPr>
            <a:spLocks noGrp="1"/>
          </p:cNvSpPr>
          <p:nvPr/>
        </p:nvSpPr>
        <p:spPr>
          <a:xfrm>
            <a:off x="439458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01_find_only_918">
            <a:extLst>
              <a:ext uri="{FF2B5EF4-FFF2-40B4-BE49-F238E27FC236}">
                <a16:creationId xmlns:a16="http://schemas.microsoft.com/office/drawing/2014/main" id="{66AE5AB1-EB61-4B24-B3AB-D865BCEEDF0B}"/>
              </a:ext>
            </a:extLst>
          </p:cNvPr>
          <p:cNvSpPr>
            <a:spLocks noGrp="1"/>
          </p:cNvSpPr>
          <p:nvPr/>
        </p:nvSpPr>
        <p:spPr>
          <a:xfrm>
            <a:off x="44448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01_find_only_919">
            <a:extLst>
              <a:ext uri="{FF2B5EF4-FFF2-40B4-BE49-F238E27FC236}">
                <a16:creationId xmlns:a16="http://schemas.microsoft.com/office/drawing/2014/main" id="{4D1E15AD-444D-4EF1-94CF-29AAB408F836}"/>
              </a:ext>
            </a:extLst>
          </p:cNvPr>
          <p:cNvSpPr>
            <a:spLocks noGrp="1"/>
          </p:cNvSpPr>
          <p:nvPr/>
        </p:nvSpPr>
        <p:spPr>
          <a:xfrm>
            <a:off x="4407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01_find_only_920">
            <a:extLst>
              <a:ext uri="{FF2B5EF4-FFF2-40B4-BE49-F238E27FC236}">
                <a16:creationId xmlns:a16="http://schemas.microsoft.com/office/drawing/2014/main" id="{F07936A3-A379-4EBA-8A80-D558D66C8FE8}"/>
              </a:ext>
            </a:extLst>
          </p:cNvPr>
          <p:cNvSpPr>
            <a:spLocks noGrp="1"/>
          </p:cNvSpPr>
          <p:nvPr/>
        </p:nvSpPr>
        <p:spPr>
          <a:xfrm>
            <a:off x="4459581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01_find_only_921">
            <a:extLst>
              <a:ext uri="{FF2B5EF4-FFF2-40B4-BE49-F238E27FC236}">
                <a16:creationId xmlns:a16="http://schemas.microsoft.com/office/drawing/2014/main" id="{8EC2FAFA-6FCB-464B-AA14-25C4C00EAD0A}"/>
              </a:ext>
            </a:extLst>
          </p:cNvPr>
          <p:cNvSpPr>
            <a:spLocks noGrp="1"/>
          </p:cNvSpPr>
          <p:nvPr/>
        </p:nvSpPr>
        <p:spPr>
          <a:xfrm>
            <a:off x="4472405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01_find_only_922">
            <a:extLst>
              <a:ext uri="{FF2B5EF4-FFF2-40B4-BE49-F238E27FC236}">
                <a16:creationId xmlns:a16="http://schemas.microsoft.com/office/drawing/2014/main" id="{5989EE9B-90FB-49F0-B5B0-09070A68F689}"/>
              </a:ext>
            </a:extLst>
          </p:cNvPr>
          <p:cNvSpPr>
            <a:spLocks noGrp="1"/>
          </p:cNvSpPr>
          <p:nvPr/>
        </p:nvSpPr>
        <p:spPr>
          <a:xfrm>
            <a:off x="440585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01_find_only_923">
            <a:extLst>
              <a:ext uri="{FF2B5EF4-FFF2-40B4-BE49-F238E27FC236}">
                <a16:creationId xmlns:a16="http://schemas.microsoft.com/office/drawing/2014/main" id="{CB691D21-1FD9-434D-8062-614E893AC7FD}"/>
              </a:ext>
            </a:extLst>
          </p:cNvPr>
          <p:cNvSpPr>
            <a:spLocks noGrp="1"/>
          </p:cNvSpPr>
          <p:nvPr/>
        </p:nvSpPr>
        <p:spPr>
          <a:xfrm>
            <a:off x="446045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01_find_only_924">
            <a:extLst>
              <a:ext uri="{FF2B5EF4-FFF2-40B4-BE49-F238E27FC236}">
                <a16:creationId xmlns:a16="http://schemas.microsoft.com/office/drawing/2014/main" id="{BE3A9113-5D8C-4C9E-A703-C11592462081}"/>
              </a:ext>
            </a:extLst>
          </p:cNvPr>
          <p:cNvSpPr>
            <a:spLocks noGrp="1"/>
          </p:cNvSpPr>
          <p:nvPr/>
        </p:nvSpPr>
        <p:spPr>
          <a:xfrm>
            <a:off x="44107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01_find_only_925">
            <a:extLst>
              <a:ext uri="{FF2B5EF4-FFF2-40B4-BE49-F238E27FC236}">
                <a16:creationId xmlns:a16="http://schemas.microsoft.com/office/drawing/2014/main" id="{4A951265-BB32-46A1-9E51-40CD45EEB60E}"/>
              </a:ext>
            </a:extLst>
          </p:cNvPr>
          <p:cNvSpPr>
            <a:spLocks noGrp="1"/>
          </p:cNvSpPr>
          <p:nvPr/>
        </p:nvSpPr>
        <p:spPr>
          <a:xfrm>
            <a:off x="44149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01_find_only_926">
            <a:extLst>
              <a:ext uri="{FF2B5EF4-FFF2-40B4-BE49-F238E27FC236}">
                <a16:creationId xmlns:a16="http://schemas.microsoft.com/office/drawing/2014/main" id="{B0F423CD-290A-457F-9ACD-3777DA149939}"/>
              </a:ext>
            </a:extLst>
          </p:cNvPr>
          <p:cNvSpPr>
            <a:spLocks noGrp="1"/>
          </p:cNvSpPr>
          <p:nvPr/>
        </p:nvSpPr>
        <p:spPr>
          <a:xfrm>
            <a:off x="440342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01_find_only_927">
            <a:extLst>
              <a:ext uri="{FF2B5EF4-FFF2-40B4-BE49-F238E27FC236}">
                <a16:creationId xmlns:a16="http://schemas.microsoft.com/office/drawing/2014/main" id="{8D1D7E89-342B-419F-934E-3276E1915D5C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01_find_only_928">
            <a:extLst>
              <a:ext uri="{FF2B5EF4-FFF2-40B4-BE49-F238E27FC236}">
                <a16:creationId xmlns:a16="http://schemas.microsoft.com/office/drawing/2014/main" id="{290DCE7B-1CA0-42F5-A268-08333769DACE}"/>
              </a:ext>
            </a:extLst>
          </p:cNvPr>
          <p:cNvSpPr>
            <a:spLocks noGrp="1"/>
          </p:cNvSpPr>
          <p:nvPr/>
        </p:nvSpPr>
        <p:spPr>
          <a:xfrm>
            <a:off x="44844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01_find_only_929">
            <a:extLst>
              <a:ext uri="{FF2B5EF4-FFF2-40B4-BE49-F238E27FC236}">
                <a16:creationId xmlns:a16="http://schemas.microsoft.com/office/drawing/2014/main" id="{E71B7BA0-0D7A-46E4-8CCC-0175C35782A6}"/>
              </a:ext>
            </a:extLst>
          </p:cNvPr>
          <p:cNvSpPr>
            <a:spLocks noGrp="1"/>
          </p:cNvSpPr>
          <p:nvPr/>
        </p:nvSpPr>
        <p:spPr>
          <a:xfrm>
            <a:off x="448863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01_find_only_930">
            <a:extLst>
              <a:ext uri="{FF2B5EF4-FFF2-40B4-BE49-F238E27FC236}">
                <a16:creationId xmlns:a16="http://schemas.microsoft.com/office/drawing/2014/main" id="{5121921B-491B-4F97-A53E-24AF5887B915}"/>
              </a:ext>
            </a:extLst>
          </p:cNvPr>
          <p:cNvSpPr>
            <a:spLocks noGrp="1"/>
          </p:cNvSpPr>
          <p:nvPr/>
        </p:nvSpPr>
        <p:spPr>
          <a:xfrm>
            <a:off x="44285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01_find_only_931">
            <a:extLst>
              <a:ext uri="{FF2B5EF4-FFF2-40B4-BE49-F238E27FC236}">
                <a16:creationId xmlns:a16="http://schemas.microsoft.com/office/drawing/2014/main" id="{1BD667D0-13A5-4FBD-9A5F-CE3B0CDE9DA7}"/>
              </a:ext>
            </a:extLst>
          </p:cNvPr>
          <p:cNvSpPr>
            <a:spLocks noGrp="1"/>
          </p:cNvSpPr>
          <p:nvPr/>
        </p:nvSpPr>
        <p:spPr>
          <a:xfrm>
            <a:off x="44642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01_find_only_932">
            <a:extLst>
              <a:ext uri="{FF2B5EF4-FFF2-40B4-BE49-F238E27FC236}">
                <a16:creationId xmlns:a16="http://schemas.microsoft.com/office/drawing/2014/main" id="{168B6FEA-D370-482F-84E7-80ED7BAB4148}"/>
              </a:ext>
            </a:extLst>
          </p:cNvPr>
          <p:cNvSpPr>
            <a:spLocks noGrp="1"/>
          </p:cNvSpPr>
          <p:nvPr/>
        </p:nvSpPr>
        <p:spPr>
          <a:xfrm>
            <a:off x="4483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01_find_only_933">
            <a:extLst>
              <a:ext uri="{FF2B5EF4-FFF2-40B4-BE49-F238E27FC236}">
                <a16:creationId xmlns:a16="http://schemas.microsoft.com/office/drawing/2014/main" id="{E6DFA11F-77F7-483E-8B94-A0C956056E94}"/>
              </a:ext>
            </a:extLst>
          </p:cNvPr>
          <p:cNvSpPr>
            <a:spLocks noGrp="1"/>
          </p:cNvSpPr>
          <p:nvPr/>
        </p:nvSpPr>
        <p:spPr>
          <a:xfrm>
            <a:off x="44716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01_find_only_934">
            <a:extLst>
              <a:ext uri="{FF2B5EF4-FFF2-40B4-BE49-F238E27FC236}">
                <a16:creationId xmlns:a16="http://schemas.microsoft.com/office/drawing/2014/main" id="{B1D936B8-5C33-4322-8280-380CFBAD89C7}"/>
              </a:ext>
            </a:extLst>
          </p:cNvPr>
          <p:cNvSpPr>
            <a:spLocks noGrp="1"/>
          </p:cNvSpPr>
          <p:nvPr/>
        </p:nvSpPr>
        <p:spPr>
          <a:xfrm>
            <a:off x="4461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01_find_only_935">
            <a:extLst>
              <a:ext uri="{FF2B5EF4-FFF2-40B4-BE49-F238E27FC236}">
                <a16:creationId xmlns:a16="http://schemas.microsoft.com/office/drawing/2014/main" id="{82D14969-01F0-4E66-9A07-D1708D3D412D}"/>
              </a:ext>
            </a:extLst>
          </p:cNvPr>
          <p:cNvSpPr>
            <a:spLocks noGrp="1"/>
          </p:cNvSpPr>
          <p:nvPr/>
        </p:nvSpPr>
        <p:spPr>
          <a:xfrm>
            <a:off x="44375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01_find_only_936">
            <a:extLst>
              <a:ext uri="{FF2B5EF4-FFF2-40B4-BE49-F238E27FC236}">
                <a16:creationId xmlns:a16="http://schemas.microsoft.com/office/drawing/2014/main" id="{FA37AC13-7EB8-43E4-A701-7F20365E3B7D}"/>
              </a:ext>
            </a:extLst>
          </p:cNvPr>
          <p:cNvSpPr>
            <a:spLocks noGrp="1"/>
          </p:cNvSpPr>
          <p:nvPr/>
        </p:nvSpPr>
        <p:spPr>
          <a:xfrm>
            <a:off x="4434613" y="37917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01_find_only_937">
            <a:extLst>
              <a:ext uri="{FF2B5EF4-FFF2-40B4-BE49-F238E27FC236}">
                <a16:creationId xmlns:a16="http://schemas.microsoft.com/office/drawing/2014/main" id="{4EC14785-138E-4271-A2F2-B1FF7CC5D6E2}"/>
              </a:ext>
            </a:extLst>
          </p:cNvPr>
          <p:cNvSpPr>
            <a:spLocks noGrp="1"/>
          </p:cNvSpPr>
          <p:nvPr/>
        </p:nvSpPr>
        <p:spPr>
          <a:xfrm>
            <a:off x="4402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01_find_only_938">
            <a:extLst>
              <a:ext uri="{FF2B5EF4-FFF2-40B4-BE49-F238E27FC236}">
                <a16:creationId xmlns:a16="http://schemas.microsoft.com/office/drawing/2014/main" id="{F7EB1AB0-EA19-47A6-B1ED-BEF58B9CCABD}"/>
              </a:ext>
            </a:extLst>
          </p:cNvPr>
          <p:cNvSpPr>
            <a:spLocks noGrp="1"/>
          </p:cNvSpPr>
          <p:nvPr/>
        </p:nvSpPr>
        <p:spPr>
          <a:xfrm>
            <a:off x="44833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01_find_only_939">
            <a:extLst>
              <a:ext uri="{FF2B5EF4-FFF2-40B4-BE49-F238E27FC236}">
                <a16:creationId xmlns:a16="http://schemas.microsoft.com/office/drawing/2014/main" id="{9CCFE265-F679-4B70-8936-AA45333776C8}"/>
              </a:ext>
            </a:extLst>
          </p:cNvPr>
          <p:cNvSpPr>
            <a:spLocks noGrp="1"/>
          </p:cNvSpPr>
          <p:nvPr/>
        </p:nvSpPr>
        <p:spPr>
          <a:xfrm>
            <a:off x="44730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01_find_only_940">
            <a:extLst>
              <a:ext uri="{FF2B5EF4-FFF2-40B4-BE49-F238E27FC236}">
                <a16:creationId xmlns:a16="http://schemas.microsoft.com/office/drawing/2014/main" id="{B9248EE1-B0FE-4041-B8D9-5FB790FD3201}"/>
              </a:ext>
            </a:extLst>
          </p:cNvPr>
          <p:cNvSpPr>
            <a:spLocks noGrp="1"/>
          </p:cNvSpPr>
          <p:nvPr/>
        </p:nvSpPr>
        <p:spPr>
          <a:xfrm>
            <a:off x="4458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01_find_only_941">
            <a:extLst>
              <a:ext uri="{FF2B5EF4-FFF2-40B4-BE49-F238E27FC236}">
                <a16:creationId xmlns:a16="http://schemas.microsoft.com/office/drawing/2014/main" id="{48FBCB86-A379-4A46-89E0-7C92852666C1}"/>
              </a:ext>
            </a:extLst>
          </p:cNvPr>
          <p:cNvSpPr>
            <a:spLocks noGrp="1"/>
          </p:cNvSpPr>
          <p:nvPr/>
        </p:nvSpPr>
        <p:spPr>
          <a:xfrm>
            <a:off x="43988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01_find_only_942">
            <a:extLst>
              <a:ext uri="{FF2B5EF4-FFF2-40B4-BE49-F238E27FC236}">
                <a16:creationId xmlns:a16="http://schemas.microsoft.com/office/drawing/2014/main" id="{EE011411-9FC5-49F4-914C-B23C73E4629D}"/>
              </a:ext>
            </a:extLst>
          </p:cNvPr>
          <p:cNvSpPr>
            <a:spLocks noGrp="1"/>
          </p:cNvSpPr>
          <p:nvPr/>
        </p:nvSpPr>
        <p:spPr>
          <a:xfrm>
            <a:off x="4408285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01_find_only_943">
            <a:extLst>
              <a:ext uri="{FF2B5EF4-FFF2-40B4-BE49-F238E27FC236}">
                <a16:creationId xmlns:a16="http://schemas.microsoft.com/office/drawing/2014/main" id="{43ECB1FE-33DC-4C22-9595-4989682A3145}"/>
              </a:ext>
            </a:extLst>
          </p:cNvPr>
          <p:cNvSpPr>
            <a:spLocks noGrp="1"/>
          </p:cNvSpPr>
          <p:nvPr/>
        </p:nvSpPr>
        <p:spPr>
          <a:xfrm>
            <a:off x="4417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01_find_only_944">
            <a:extLst>
              <a:ext uri="{FF2B5EF4-FFF2-40B4-BE49-F238E27FC236}">
                <a16:creationId xmlns:a16="http://schemas.microsoft.com/office/drawing/2014/main" id="{06F0B6F3-C3BF-4B20-9DBA-E4598838E49F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01_find_only_945">
            <a:extLst>
              <a:ext uri="{FF2B5EF4-FFF2-40B4-BE49-F238E27FC236}">
                <a16:creationId xmlns:a16="http://schemas.microsoft.com/office/drawing/2014/main" id="{504AB01F-9AC4-4BA3-A3D1-D936AAFCB173}"/>
              </a:ext>
            </a:extLst>
          </p:cNvPr>
          <p:cNvSpPr>
            <a:spLocks noGrp="1"/>
          </p:cNvSpPr>
          <p:nvPr/>
        </p:nvSpPr>
        <p:spPr>
          <a:xfrm>
            <a:off x="4449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01_find_only_946">
            <a:extLst>
              <a:ext uri="{FF2B5EF4-FFF2-40B4-BE49-F238E27FC236}">
                <a16:creationId xmlns:a16="http://schemas.microsoft.com/office/drawing/2014/main" id="{86D41DB0-2746-4522-B54C-F64C974004BE}"/>
              </a:ext>
            </a:extLst>
          </p:cNvPr>
          <p:cNvSpPr>
            <a:spLocks noGrp="1"/>
          </p:cNvSpPr>
          <p:nvPr/>
        </p:nvSpPr>
        <p:spPr>
          <a:xfrm>
            <a:off x="441236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01_find_only_947">
            <a:extLst>
              <a:ext uri="{FF2B5EF4-FFF2-40B4-BE49-F238E27FC236}">
                <a16:creationId xmlns:a16="http://schemas.microsoft.com/office/drawing/2014/main" id="{BF962D5E-8DA0-41DB-BA80-FB2B9E62B667}"/>
              </a:ext>
            </a:extLst>
          </p:cNvPr>
          <p:cNvSpPr>
            <a:spLocks noGrp="1"/>
          </p:cNvSpPr>
          <p:nvPr/>
        </p:nvSpPr>
        <p:spPr>
          <a:xfrm>
            <a:off x="44299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01_find_only_948">
            <a:extLst>
              <a:ext uri="{FF2B5EF4-FFF2-40B4-BE49-F238E27FC236}">
                <a16:creationId xmlns:a16="http://schemas.microsoft.com/office/drawing/2014/main" id="{546AE752-A9A6-49C3-8CC7-3D1AEFF88A7A}"/>
              </a:ext>
            </a:extLst>
          </p:cNvPr>
          <p:cNvSpPr>
            <a:spLocks noGrp="1"/>
          </p:cNvSpPr>
          <p:nvPr/>
        </p:nvSpPr>
        <p:spPr>
          <a:xfrm>
            <a:off x="4395558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01_find_only_949">
            <a:extLst>
              <a:ext uri="{FF2B5EF4-FFF2-40B4-BE49-F238E27FC236}">
                <a16:creationId xmlns:a16="http://schemas.microsoft.com/office/drawing/2014/main" id="{621BD9D6-F634-4BCD-BBAB-A472ABFF618D}"/>
              </a:ext>
            </a:extLst>
          </p:cNvPr>
          <p:cNvSpPr>
            <a:spLocks noGrp="1"/>
          </p:cNvSpPr>
          <p:nvPr/>
        </p:nvSpPr>
        <p:spPr>
          <a:xfrm>
            <a:off x="46713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01_find_only_950">
            <a:extLst>
              <a:ext uri="{FF2B5EF4-FFF2-40B4-BE49-F238E27FC236}">
                <a16:creationId xmlns:a16="http://schemas.microsoft.com/office/drawing/2014/main" id="{ED42D65B-83CA-4F26-95A3-89974354512D}"/>
              </a:ext>
            </a:extLst>
          </p:cNvPr>
          <p:cNvSpPr>
            <a:spLocks noGrp="1"/>
          </p:cNvSpPr>
          <p:nvPr/>
        </p:nvSpPr>
        <p:spPr>
          <a:xfrm>
            <a:off x="46527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01_find_only_951">
            <a:extLst>
              <a:ext uri="{FF2B5EF4-FFF2-40B4-BE49-F238E27FC236}">
                <a16:creationId xmlns:a16="http://schemas.microsoft.com/office/drawing/2014/main" id="{1BDEAD0F-C5AF-4AB6-948E-5D88C3C46645}"/>
              </a:ext>
            </a:extLst>
          </p:cNvPr>
          <p:cNvSpPr>
            <a:spLocks noGrp="1"/>
          </p:cNvSpPr>
          <p:nvPr/>
        </p:nvSpPr>
        <p:spPr>
          <a:xfrm>
            <a:off x="4667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01_find_only_952">
            <a:extLst>
              <a:ext uri="{FF2B5EF4-FFF2-40B4-BE49-F238E27FC236}">
                <a16:creationId xmlns:a16="http://schemas.microsoft.com/office/drawing/2014/main" id="{6727C1AB-2A18-4E74-B632-E0892CAA0313}"/>
              </a:ext>
            </a:extLst>
          </p:cNvPr>
          <p:cNvSpPr>
            <a:spLocks noGrp="1"/>
          </p:cNvSpPr>
          <p:nvPr/>
        </p:nvSpPr>
        <p:spPr>
          <a:xfrm>
            <a:off x="4667490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01_find_only_953">
            <a:extLst>
              <a:ext uri="{FF2B5EF4-FFF2-40B4-BE49-F238E27FC236}">
                <a16:creationId xmlns:a16="http://schemas.microsoft.com/office/drawing/2014/main" id="{8CE07DF1-CB60-452E-BE12-C1DD4D6A02B4}"/>
              </a:ext>
            </a:extLst>
          </p:cNvPr>
          <p:cNvSpPr>
            <a:spLocks noGrp="1"/>
          </p:cNvSpPr>
          <p:nvPr/>
        </p:nvSpPr>
        <p:spPr>
          <a:xfrm>
            <a:off x="46840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01_find_only_954">
            <a:extLst>
              <a:ext uri="{FF2B5EF4-FFF2-40B4-BE49-F238E27FC236}">
                <a16:creationId xmlns:a16="http://schemas.microsoft.com/office/drawing/2014/main" id="{723A02D5-E40F-491A-AF43-04186306E499}"/>
              </a:ext>
            </a:extLst>
          </p:cNvPr>
          <p:cNvSpPr>
            <a:spLocks noGrp="1"/>
          </p:cNvSpPr>
          <p:nvPr/>
        </p:nvSpPr>
        <p:spPr>
          <a:xfrm>
            <a:off x="4712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01_find_only_955">
            <a:extLst>
              <a:ext uri="{FF2B5EF4-FFF2-40B4-BE49-F238E27FC236}">
                <a16:creationId xmlns:a16="http://schemas.microsoft.com/office/drawing/2014/main" id="{8F36C275-3B5D-4CCE-B3C6-23D397CC4435}"/>
              </a:ext>
            </a:extLst>
          </p:cNvPr>
          <p:cNvSpPr>
            <a:spLocks noGrp="1"/>
          </p:cNvSpPr>
          <p:nvPr/>
        </p:nvSpPr>
        <p:spPr>
          <a:xfrm>
            <a:off x="4730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01_find_only_956">
            <a:extLst>
              <a:ext uri="{FF2B5EF4-FFF2-40B4-BE49-F238E27FC236}">
                <a16:creationId xmlns:a16="http://schemas.microsoft.com/office/drawing/2014/main" id="{9BA2FE49-96E9-4649-80BC-5B0D3DE5645C}"/>
              </a:ext>
            </a:extLst>
          </p:cNvPr>
          <p:cNvSpPr>
            <a:spLocks noGrp="1"/>
          </p:cNvSpPr>
          <p:nvPr/>
        </p:nvSpPr>
        <p:spPr>
          <a:xfrm>
            <a:off x="46578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01_find_only_957">
            <a:extLst>
              <a:ext uri="{FF2B5EF4-FFF2-40B4-BE49-F238E27FC236}">
                <a16:creationId xmlns:a16="http://schemas.microsoft.com/office/drawing/2014/main" id="{6B6AD308-9E31-4D79-88C4-94FB2D41019F}"/>
              </a:ext>
            </a:extLst>
          </p:cNvPr>
          <p:cNvSpPr>
            <a:spLocks noGrp="1"/>
          </p:cNvSpPr>
          <p:nvPr/>
        </p:nvSpPr>
        <p:spPr>
          <a:xfrm>
            <a:off x="4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01_find_only_958">
            <a:extLst>
              <a:ext uri="{FF2B5EF4-FFF2-40B4-BE49-F238E27FC236}">
                <a16:creationId xmlns:a16="http://schemas.microsoft.com/office/drawing/2014/main" id="{6A6A6FE3-907D-4769-A321-9C6CC3C4D318}"/>
              </a:ext>
            </a:extLst>
          </p:cNvPr>
          <p:cNvSpPr>
            <a:spLocks noGrp="1"/>
          </p:cNvSpPr>
          <p:nvPr/>
        </p:nvSpPr>
        <p:spPr>
          <a:xfrm>
            <a:off x="46581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01_find_only_959">
            <a:extLst>
              <a:ext uri="{FF2B5EF4-FFF2-40B4-BE49-F238E27FC236}">
                <a16:creationId xmlns:a16="http://schemas.microsoft.com/office/drawing/2014/main" id="{233B4B1D-4B56-46F0-986C-2B4D0B2E290A}"/>
              </a:ext>
            </a:extLst>
          </p:cNvPr>
          <p:cNvSpPr>
            <a:spLocks noGrp="1"/>
          </p:cNvSpPr>
          <p:nvPr/>
        </p:nvSpPr>
        <p:spPr>
          <a:xfrm>
            <a:off x="4647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01_find_only_960">
            <a:extLst>
              <a:ext uri="{FF2B5EF4-FFF2-40B4-BE49-F238E27FC236}">
                <a16:creationId xmlns:a16="http://schemas.microsoft.com/office/drawing/2014/main" id="{D6B6ECAD-0182-4AC0-9A4C-4B29094C861B}"/>
              </a:ext>
            </a:extLst>
          </p:cNvPr>
          <p:cNvSpPr>
            <a:spLocks noGrp="1"/>
          </p:cNvSpPr>
          <p:nvPr/>
        </p:nvSpPr>
        <p:spPr>
          <a:xfrm>
            <a:off x="47222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01_find_only_961">
            <a:extLst>
              <a:ext uri="{FF2B5EF4-FFF2-40B4-BE49-F238E27FC236}">
                <a16:creationId xmlns:a16="http://schemas.microsoft.com/office/drawing/2014/main" id="{BCB8D3CB-418F-40FB-BD67-253CF9582283}"/>
              </a:ext>
            </a:extLst>
          </p:cNvPr>
          <p:cNvSpPr>
            <a:spLocks noGrp="1"/>
          </p:cNvSpPr>
          <p:nvPr/>
        </p:nvSpPr>
        <p:spPr>
          <a:xfrm>
            <a:off x="474219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01_find_only_962">
            <a:extLst>
              <a:ext uri="{FF2B5EF4-FFF2-40B4-BE49-F238E27FC236}">
                <a16:creationId xmlns:a16="http://schemas.microsoft.com/office/drawing/2014/main" id="{B32C40BF-6218-43F8-B419-7E57B22E46D9}"/>
              </a:ext>
            </a:extLst>
          </p:cNvPr>
          <p:cNvSpPr>
            <a:spLocks noGrp="1"/>
          </p:cNvSpPr>
          <p:nvPr/>
        </p:nvSpPr>
        <p:spPr>
          <a:xfrm>
            <a:off x="46837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01_find_only_963">
            <a:extLst>
              <a:ext uri="{FF2B5EF4-FFF2-40B4-BE49-F238E27FC236}">
                <a16:creationId xmlns:a16="http://schemas.microsoft.com/office/drawing/2014/main" id="{CAE7BE4E-D177-4A0E-9CED-FB99D3D6F776}"/>
              </a:ext>
            </a:extLst>
          </p:cNvPr>
          <p:cNvSpPr>
            <a:spLocks noGrp="1"/>
          </p:cNvSpPr>
          <p:nvPr/>
        </p:nvSpPr>
        <p:spPr>
          <a:xfrm>
            <a:off x="47369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01_find_only_964">
            <a:extLst>
              <a:ext uri="{FF2B5EF4-FFF2-40B4-BE49-F238E27FC236}">
                <a16:creationId xmlns:a16="http://schemas.microsoft.com/office/drawing/2014/main" id="{2031DFD0-106E-4F75-94C2-5CE51DB506D1}"/>
              </a:ext>
            </a:extLst>
          </p:cNvPr>
          <p:cNvSpPr>
            <a:spLocks noGrp="1"/>
          </p:cNvSpPr>
          <p:nvPr/>
        </p:nvSpPr>
        <p:spPr>
          <a:xfrm>
            <a:off x="4667781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01_find_only_965">
            <a:extLst>
              <a:ext uri="{FF2B5EF4-FFF2-40B4-BE49-F238E27FC236}">
                <a16:creationId xmlns:a16="http://schemas.microsoft.com/office/drawing/2014/main" id="{44D489DE-729F-4EA3-BA2A-5128C5B2D34A}"/>
              </a:ext>
            </a:extLst>
          </p:cNvPr>
          <p:cNvSpPr>
            <a:spLocks noGrp="1"/>
          </p:cNvSpPr>
          <p:nvPr/>
        </p:nvSpPr>
        <p:spPr>
          <a:xfrm>
            <a:off x="4686241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01_find_only_966">
            <a:extLst>
              <a:ext uri="{FF2B5EF4-FFF2-40B4-BE49-F238E27FC236}">
                <a16:creationId xmlns:a16="http://schemas.microsoft.com/office/drawing/2014/main" id="{322F6911-1AA2-4C04-9F42-BF8B35FE832E}"/>
              </a:ext>
            </a:extLst>
          </p:cNvPr>
          <p:cNvSpPr>
            <a:spLocks noGrp="1"/>
          </p:cNvSpPr>
          <p:nvPr/>
        </p:nvSpPr>
        <p:spPr>
          <a:xfrm>
            <a:off x="4715191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01_find_only_967">
            <a:extLst>
              <a:ext uri="{FF2B5EF4-FFF2-40B4-BE49-F238E27FC236}">
                <a16:creationId xmlns:a16="http://schemas.microsoft.com/office/drawing/2014/main" id="{80458CD4-D958-4962-A8D3-2C6CD311F984}"/>
              </a:ext>
            </a:extLst>
          </p:cNvPr>
          <p:cNvSpPr>
            <a:spLocks noGrp="1"/>
          </p:cNvSpPr>
          <p:nvPr/>
        </p:nvSpPr>
        <p:spPr>
          <a:xfrm>
            <a:off x="4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01_find_only_968">
            <a:extLst>
              <a:ext uri="{FF2B5EF4-FFF2-40B4-BE49-F238E27FC236}">
                <a16:creationId xmlns:a16="http://schemas.microsoft.com/office/drawing/2014/main" id="{4D6B26DF-9649-46C8-BE39-BC8807E62546}"/>
              </a:ext>
            </a:extLst>
          </p:cNvPr>
          <p:cNvSpPr>
            <a:spLocks noGrp="1"/>
          </p:cNvSpPr>
          <p:nvPr/>
        </p:nvSpPr>
        <p:spPr>
          <a:xfrm>
            <a:off x="47420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01_find_only_969">
            <a:extLst>
              <a:ext uri="{FF2B5EF4-FFF2-40B4-BE49-F238E27FC236}">
                <a16:creationId xmlns:a16="http://schemas.microsoft.com/office/drawing/2014/main" id="{5E49342E-007E-4803-BDA5-3FEEC0D64A33}"/>
              </a:ext>
            </a:extLst>
          </p:cNvPr>
          <p:cNvSpPr>
            <a:spLocks noGrp="1"/>
          </p:cNvSpPr>
          <p:nvPr/>
        </p:nvSpPr>
        <p:spPr>
          <a:xfrm>
            <a:off x="470848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01_find_only_970">
            <a:extLst>
              <a:ext uri="{FF2B5EF4-FFF2-40B4-BE49-F238E27FC236}">
                <a16:creationId xmlns:a16="http://schemas.microsoft.com/office/drawing/2014/main" id="{7D02946F-7ECC-4A2E-A336-540833F6AB1D}"/>
              </a:ext>
            </a:extLst>
          </p:cNvPr>
          <p:cNvSpPr>
            <a:spLocks noGrp="1"/>
          </p:cNvSpPr>
          <p:nvPr/>
        </p:nvSpPr>
        <p:spPr>
          <a:xfrm>
            <a:off x="4650877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01_find_only_971">
            <a:extLst>
              <a:ext uri="{FF2B5EF4-FFF2-40B4-BE49-F238E27FC236}">
                <a16:creationId xmlns:a16="http://schemas.microsoft.com/office/drawing/2014/main" id="{D3C7485C-C12E-4F4B-8EE8-A741070A97ED}"/>
              </a:ext>
            </a:extLst>
          </p:cNvPr>
          <p:cNvSpPr>
            <a:spLocks noGrp="1"/>
          </p:cNvSpPr>
          <p:nvPr/>
        </p:nvSpPr>
        <p:spPr>
          <a:xfrm>
            <a:off x="466525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01_find_only_972">
            <a:extLst>
              <a:ext uri="{FF2B5EF4-FFF2-40B4-BE49-F238E27FC236}">
                <a16:creationId xmlns:a16="http://schemas.microsoft.com/office/drawing/2014/main" id="{0A79760B-B3B9-4F8C-8156-990A922ECAE1}"/>
              </a:ext>
            </a:extLst>
          </p:cNvPr>
          <p:cNvSpPr>
            <a:spLocks noGrp="1"/>
          </p:cNvSpPr>
          <p:nvPr/>
        </p:nvSpPr>
        <p:spPr>
          <a:xfrm>
            <a:off x="46715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01_find_only_973">
            <a:extLst>
              <a:ext uri="{FF2B5EF4-FFF2-40B4-BE49-F238E27FC236}">
                <a16:creationId xmlns:a16="http://schemas.microsoft.com/office/drawing/2014/main" id="{D1079F78-017D-4030-9297-2D3BF78822FE}"/>
              </a:ext>
            </a:extLst>
          </p:cNvPr>
          <p:cNvSpPr>
            <a:spLocks noGrp="1"/>
          </p:cNvSpPr>
          <p:nvPr/>
        </p:nvSpPr>
        <p:spPr>
          <a:xfrm>
            <a:off x="46506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01_find_only_974">
            <a:extLst>
              <a:ext uri="{FF2B5EF4-FFF2-40B4-BE49-F238E27FC236}">
                <a16:creationId xmlns:a16="http://schemas.microsoft.com/office/drawing/2014/main" id="{8FAFD2E1-81EA-47D1-A7CD-0796BC66FFC5}"/>
              </a:ext>
            </a:extLst>
          </p:cNvPr>
          <p:cNvSpPr>
            <a:spLocks noGrp="1"/>
          </p:cNvSpPr>
          <p:nvPr/>
        </p:nvSpPr>
        <p:spPr>
          <a:xfrm>
            <a:off x="465010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01_find_only_975">
            <a:extLst>
              <a:ext uri="{FF2B5EF4-FFF2-40B4-BE49-F238E27FC236}">
                <a16:creationId xmlns:a16="http://schemas.microsoft.com/office/drawing/2014/main" id="{F5917130-4E2B-4A50-844C-D5E51615FB13}"/>
              </a:ext>
            </a:extLst>
          </p:cNvPr>
          <p:cNvSpPr>
            <a:spLocks noGrp="1"/>
          </p:cNvSpPr>
          <p:nvPr/>
        </p:nvSpPr>
        <p:spPr>
          <a:xfrm>
            <a:off x="4668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01_find_only_976">
            <a:extLst>
              <a:ext uri="{FF2B5EF4-FFF2-40B4-BE49-F238E27FC236}">
                <a16:creationId xmlns:a16="http://schemas.microsoft.com/office/drawing/2014/main" id="{1ED1C2CD-29B2-4163-84CE-D3AFCAA49E62}"/>
              </a:ext>
            </a:extLst>
          </p:cNvPr>
          <p:cNvSpPr>
            <a:spLocks noGrp="1"/>
          </p:cNvSpPr>
          <p:nvPr/>
        </p:nvSpPr>
        <p:spPr>
          <a:xfrm>
            <a:off x="4705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01_find_only_977">
            <a:extLst>
              <a:ext uri="{FF2B5EF4-FFF2-40B4-BE49-F238E27FC236}">
                <a16:creationId xmlns:a16="http://schemas.microsoft.com/office/drawing/2014/main" id="{BD3FD589-1903-4E37-BE01-CD5B206A6D02}"/>
              </a:ext>
            </a:extLst>
          </p:cNvPr>
          <p:cNvSpPr>
            <a:spLocks noGrp="1"/>
          </p:cNvSpPr>
          <p:nvPr/>
        </p:nvSpPr>
        <p:spPr>
          <a:xfrm>
            <a:off x="46637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01_find_only_978">
            <a:extLst>
              <a:ext uri="{FF2B5EF4-FFF2-40B4-BE49-F238E27FC236}">
                <a16:creationId xmlns:a16="http://schemas.microsoft.com/office/drawing/2014/main" id="{EB7A93DB-53CF-4222-A7FF-BF1DBEC880D9}"/>
              </a:ext>
            </a:extLst>
          </p:cNvPr>
          <p:cNvSpPr>
            <a:spLocks noGrp="1"/>
          </p:cNvSpPr>
          <p:nvPr/>
        </p:nvSpPr>
        <p:spPr>
          <a:xfrm>
            <a:off x="46929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01_find_only_979">
            <a:extLst>
              <a:ext uri="{FF2B5EF4-FFF2-40B4-BE49-F238E27FC236}">
                <a16:creationId xmlns:a16="http://schemas.microsoft.com/office/drawing/2014/main" id="{A9CB87EF-91CE-48C7-AA56-9EA294F3A29D}"/>
              </a:ext>
            </a:extLst>
          </p:cNvPr>
          <p:cNvSpPr>
            <a:spLocks noGrp="1"/>
          </p:cNvSpPr>
          <p:nvPr/>
        </p:nvSpPr>
        <p:spPr>
          <a:xfrm>
            <a:off x="4682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01_find_only_980">
            <a:extLst>
              <a:ext uri="{FF2B5EF4-FFF2-40B4-BE49-F238E27FC236}">
                <a16:creationId xmlns:a16="http://schemas.microsoft.com/office/drawing/2014/main" id="{36DBAE76-CA3C-487A-8602-00FBF8DB7355}"/>
              </a:ext>
            </a:extLst>
          </p:cNvPr>
          <p:cNvSpPr>
            <a:spLocks noGrp="1"/>
          </p:cNvSpPr>
          <p:nvPr/>
        </p:nvSpPr>
        <p:spPr>
          <a:xfrm>
            <a:off x="47308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01_find_only_981">
            <a:extLst>
              <a:ext uri="{FF2B5EF4-FFF2-40B4-BE49-F238E27FC236}">
                <a16:creationId xmlns:a16="http://schemas.microsoft.com/office/drawing/2014/main" id="{6D934F7F-1657-41F0-8C30-8C200939AA9A}"/>
              </a:ext>
            </a:extLst>
          </p:cNvPr>
          <p:cNvSpPr>
            <a:spLocks noGrp="1"/>
          </p:cNvSpPr>
          <p:nvPr/>
        </p:nvSpPr>
        <p:spPr>
          <a:xfrm>
            <a:off x="4673028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01_find_only_982">
            <a:extLst>
              <a:ext uri="{FF2B5EF4-FFF2-40B4-BE49-F238E27FC236}">
                <a16:creationId xmlns:a16="http://schemas.microsoft.com/office/drawing/2014/main" id="{3825054D-850F-4CEA-872A-7AAE3C6C06E0}"/>
              </a:ext>
            </a:extLst>
          </p:cNvPr>
          <p:cNvSpPr>
            <a:spLocks noGrp="1"/>
          </p:cNvSpPr>
          <p:nvPr/>
        </p:nvSpPr>
        <p:spPr>
          <a:xfrm>
            <a:off x="47129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01_find_only_983">
            <a:extLst>
              <a:ext uri="{FF2B5EF4-FFF2-40B4-BE49-F238E27FC236}">
                <a16:creationId xmlns:a16="http://schemas.microsoft.com/office/drawing/2014/main" id="{682F361A-A68E-4C0E-A117-4B13A06B1EC9}"/>
              </a:ext>
            </a:extLst>
          </p:cNvPr>
          <p:cNvSpPr>
            <a:spLocks noGrp="1"/>
          </p:cNvSpPr>
          <p:nvPr/>
        </p:nvSpPr>
        <p:spPr>
          <a:xfrm>
            <a:off x="47153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01_find_only_984">
            <a:extLst>
              <a:ext uri="{FF2B5EF4-FFF2-40B4-BE49-F238E27FC236}">
                <a16:creationId xmlns:a16="http://schemas.microsoft.com/office/drawing/2014/main" id="{D5DB9465-BBB8-4732-81D3-48155F98D0D4}"/>
              </a:ext>
            </a:extLst>
          </p:cNvPr>
          <p:cNvSpPr>
            <a:spLocks noGrp="1"/>
          </p:cNvSpPr>
          <p:nvPr/>
        </p:nvSpPr>
        <p:spPr>
          <a:xfrm>
            <a:off x="465039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01_find_only_985">
            <a:extLst>
              <a:ext uri="{FF2B5EF4-FFF2-40B4-BE49-F238E27FC236}">
                <a16:creationId xmlns:a16="http://schemas.microsoft.com/office/drawing/2014/main" id="{9DE5FA11-90A1-4DC1-9BCE-9604895F647C}"/>
              </a:ext>
            </a:extLst>
          </p:cNvPr>
          <p:cNvSpPr>
            <a:spLocks noGrp="1"/>
          </p:cNvSpPr>
          <p:nvPr/>
        </p:nvSpPr>
        <p:spPr>
          <a:xfrm>
            <a:off x="4729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01_find_only_986">
            <a:extLst>
              <a:ext uri="{FF2B5EF4-FFF2-40B4-BE49-F238E27FC236}">
                <a16:creationId xmlns:a16="http://schemas.microsoft.com/office/drawing/2014/main" id="{CBF0E98B-CDBF-4C58-9063-FCAC0F5B258E}"/>
              </a:ext>
            </a:extLst>
          </p:cNvPr>
          <p:cNvSpPr>
            <a:spLocks noGrp="1"/>
          </p:cNvSpPr>
          <p:nvPr/>
        </p:nvSpPr>
        <p:spPr>
          <a:xfrm>
            <a:off x="46480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01_find_only_987">
            <a:extLst>
              <a:ext uri="{FF2B5EF4-FFF2-40B4-BE49-F238E27FC236}">
                <a16:creationId xmlns:a16="http://schemas.microsoft.com/office/drawing/2014/main" id="{376C4EB1-2EDB-4BE0-83C8-9698B10D9D8D}"/>
              </a:ext>
            </a:extLst>
          </p:cNvPr>
          <p:cNvSpPr>
            <a:spLocks noGrp="1"/>
          </p:cNvSpPr>
          <p:nvPr/>
        </p:nvSpPr>
        <p:spPr>
          <a:xfrm>
            <a:off x="472937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01_find_only_988">
            <a:extLst>
              <a:ext uri="{FF2B5EF4-FFF2-40B4-BE49-F238E27FC236}">
                <a16:creationId xmlns:a16="http://schemas.microsoft.com/office/drawing/2014/main" id="{AF4C4555-77DF-4518-8896-DEB062BA7A05}"/>
              </a:ext>
            </a:extLst>
          </p:cNvPr>
          <p:cNvSpPr>
            <a:spLocks noGrp="1"/>
          </p:cNvSpPr>
          <p:nvPr/>
        </p:nvSpPr>
        <p:spPr>
          <a:xfrm>
            <a:off x="47387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01_find_only_989">
            <a:extLst>
              <a:ext uri="{FF2B5EF4-FFF2-40B4-BE49-F238E27FC236}">
                <a16:creationId xmlns:a16="http://schemas.microsoft.com/office/drawing/2014/main" id="{3CF49011-13BA-4D42-A0C3-7DB45BB0FA4F}"/>
              </a:ext>
            </a:extLst>
          </p:cNvPr>
          <p:cNvSpPr>
            <a:spLocks noGrp="1"/>
          </p:cNvSpPr>
          <p:nvPr/>
        </p:nvSpPr>
        <p:spPr>
          <a:xfrm>
            <a:off x="4706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01_find_only_990">
            <a:extLst>
              <a:ext uri="{FF2B5EF4-FFF2-40B4-BE49-F238E27FC236}">
                <a16:creationId xmlns:a16="http://schemas.microsoft.com/office/drawing/2014/main" id="{1534A6FD-B899-447C-8A80-6BC202FD5B51}"/>
              </a:ext>
            </a:extLst>
          </p:cNvPr>
          <p:cNvSpPr>
            <a:spLocks noGrp="1"/>
          </p:cNvSpPr>
          <p:nvPr/>
        </p:nvSpPr>
        <p:spPr>
          <a:xfrm>
            <a:off x="46770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01_find_only_991">
            <a:extLst>
              <a:ext uri="{FF2B5EF4-FFF2-40B4-BE49-F238E27FC236}">
                <a16:creationId xmlns:a16="http://schemas.microsoft.com/office/drawing/2014/main" id="{B934E15D-1AF0-4AF1-B0E1-B77207520944}"/>
              </a:ext>
            </a:extLst>
          </p:cNvPr>
          <p:cNvSpPr>
            <a:spLocks noGrp="1"/>
          </p:cNvSpPr>
          <p:nvPr/>
        </p:nvSpPr>
        <p:spPr>
          <a:xfrm>
            <a:off x="4717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01_find_only_992">
            <a:extLst>
              <a:ext uri="{FF2B5EF4-FFF2-40B4-BE49-F238E27FC236}">
                <a16:creationId xmlns:a16="http://schemas.microsoft.com/office/drawing/2014/main" id="{823F041E-5199-4ACF-9CD0-EE87415C1A59}"/>
              </a:ext>
            </a:extLst>
          </p:cNvPr>
          <p:cNvSpPr>
            <a:spLocks noGrp="1"/>
          </p:cNvSpPr>
          <p:nvPr/>
        </p:nvSpPr>
        <p:spPr>
          <a:xfrm>
            <a:off x="46682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01_find_only_993">
            <a:extLst>
              <a:ext uri="{FF2B5EF4-FFF2-40B4-BE49-F238E27FC236}">
                <a16:creationId xmlns:a16="http://schemas.microsoft.com/office/drawing/2014/main" id="{D08984F9-62CE-4A92-A2CC-2595DE7978D6}"/>
              </a:ext>
            </a:extLst>
          </p:cNvPr>
          <p:cNvSpPr>
            <a:spLocks noGrp="1"/>
          </p:cNvSpPr>
          <p:nvPr/>
        </p:nvSpPr>
        <p:spPr>
          <a:xfrm>
            <a:off x="46932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01_find_only_994">
            <a:extLst>
              <a:ext uri="{FF2B5EF4-FFF2-40B4-BE49-F238E27FC236}">
                <a16:creationId xmlns:a16="http://schemas.microsoft.com/office/drawing/2014/main" id="{2311F126-EDEF-4C3A-A106-68D3D94D862C}"/>
              </a:ext>
            </a:extLst>
          </p:cNvPr>
          <p:cNvSpPr>
            <a:spLocks noGrp="1"/>
          </p:cNvSpPr>
          <p:nvPr/>
        </p:nvSpPr>
        <p:spPr>
          <a:xfrm>
            <a:off x="46932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01_find_only_995">
            <a:extLst>
              <a:ext uri="{FF2B5EF4-FFF2-40B4-BE49-F238E27FC236}">
                <a16:creationId xmlns:a16="http://schemas.microsoft.com/office/drawing/2014/main" id="{6A0350C5-38F9-4D47-AD6D-237E432ED4D4}"/>
              </a:ext>
            </a:extLst>
          </p:cNvPr>
          <p:cNvSpPr>
            <a:spLocks noGrp="1"/>
          </p:cNvSpPr>
          <p:nvPr/>
        </p:nvSpPr>
        <p:spPr>
          <a:xfrm>
            <a:off x="466409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01_find_only_996">
            <a:extLst>
              <a:ext uri="{FF2B5EF4-FFF2-40B4-BE49-F238E27FC236}">
                <a16:creationId xmlns:a16="http://schemas.microsoft.com/office/drawing/2014/main" id="{F00E28F2-B521-458F-8458-6CCE325BA1DB}"/>
              </a:ext>
            </a:extLst>
          </p:cNvPr>
          <p:cNvSpPr>
            <a:spLocks noGrp="1"/>
          </p:cNvSpPr>
          <p:nvPr/>
        </p:nvSpPr>
        <p:spPr>
          <a:xfrm>
            <a:off x="473180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01_find_only_997">
            <a:extLst>
              <a:ext uri="{FF2B5EF4-FFF2-40B4-BE49-F238E27FC236}">
                <a16:creationId xmlns:a16="http://schemas.microsoft.com/office/drawing/2014/main" id="{3300F388-2DA1-47DC-BCBE-D9B678D348BB}"/>
              </a:ext>
            </a:extLst>
          </p:cNvPr>
          <p:cNvSpPr>
            <a:spLocks noGrp="1"/>
          </p:cNvSpPr>
          <p:nvPr/>
        </p:nvSpPr>
        <p:spPr>
          <a:xfrm>
            <a:off x="46786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01_find_only_998">
            <a:extLst>
              <a:ext uri="{FF2B5EF4-FFF2-40B4-BE49-F238E27FC236}">
                <a16:creationId xmlns:a16="http://schemas.microsoft.com/office/drawing/2014/main" id="{2BD5E910-592C-418D-8DE6-67FFA3A2C85C}"/>
              </a:ext>
            </a:extLst>
          </p:cNvPr>
          <p:cNvSpPr>
            <a:spLocks noGrp="1"/>
          </p:cNvSpPr>
          <p:nvPr/>
        </p:nvSpPr>
        <p:spPr>
          <a:xfrm>
            <a:off x="46880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01_find_only_999">
            <a:extLst>
              <a:ext uri="{FF2B5EF4-FFF2-40B4-BE49-F238E27FC236}">
                <a16:creationId xmlns:a16="http://schemas.microsoft.com/office/drawing/2014/main" id="{4A11D42F-A876-46F3-929F-AE68A42EDDF0}"/>
              </a:ext>
            </a:extLst>
          </p:cNvPr>
          <p:cNvSpPr>
            <a:spLocks noGrp="1"/>
          </p:cNvSpPr>
          <p:nvPr/>
        </p:nvSpPr>
        <p:spPr>
          <a:xfrm>
            <a:off x="47411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01_find_only_1000">
            <a:extLst>
              <a:ext uri="{FF2B5EF4-FFF2-40B4-BE49-F238E27FC236}">
                <a16:creationId xmlns:a16="http://schemas.microsoft.com/office/drawing/2014/main" id="{0F061288-D4D3-4C10-AC17-EE1B8DFE94D1}"/>
              </a:ext>
            </a:extLst>
          </p:cNvPr>
          <p:cNvSpPr>
            <a:spLocks noGrp="1"/>
          </p:cNvSpPr>
          <p:nvPr/>
        </p:nvSpPr>
        <p:spPr>
          <a:xfrm>
            <a:off x="47119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01_find_only_1001">
            <a:extLst>
              <a:ext uri="{FF2B5EF4-FFF2-40B4-BE49-F238E27FC236}">
                <a16:creationId xmlns:a16="http://schemas.microsoft.com/office/drawing/2014/main" id="{3A7D2C46-2AF0-4366-BD00-9670795D222C}"/>
              </a:ext>
            </a:extLst>
          </p:cNvPr>
          <p:cNvSpPr>
            <a:spLocks noGrp="1"/>
          </p:cNvSpPr>
          <p:nvPr/>
        </p:nvSpPr>
        <p:spPr>
          <a:xfrm>
            <a:off x="473763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01_find_only_1002">
            <a:extLst>
              <a:ext uri="{FF2B5EF4-FFF2-40B4-BE49-F238E27FC236}">
                <a16:creationId xmlns:a16="http://schemas.microsoft.com/office/drawing/2014/main" id="{50282A16-A494-440F-BFD8-29F39CCDE07B}"/>
              </a:ext>
            </a:extLst>
          </p:cNvPr>
          <p:cNvSpPr>
            <a:spLocks noGrp="1"/>
          </p:cNvSpPr>
          <p:nvPr/>
        </p:nvSpPr>
        <p:spPr>
          <a:xfrm>
            <a:off x="46517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01_find_only_1003">
            <a:extLst>
              <a:ext uri="{FF2B5EF4-FFF2-40B4-BE49-F238E27FC236}">
                <a16:creationId xmlns:a16="http://schemas.microsoft.com/office/drawing/2014/main" id="{7EB82CDA-5FDE-48E0-8848-E80DD7646D88}"/>
              </a:ext>
            </a:extLst>
          </p:cNvPr>
          <p:cNvSpPr>
            <a:spLocks noGrp="1"/>
          </p:cNvSpPr>
          <p:nvPr/>
        </p:nvSpPr>
        <p:spPr>
          <a:xfrm>
            <a:off x="4730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01_find_only_1004">
            <a:extLst>
              <a:ext uri="{FF2B5EF4-FFF2-40B4-BE49-F238E27FC236}">
                <a16:creationId xmlns:a16="http://schemas.microsoft.com/office/drawing/2014/main" id="{4415607C-F5B3-4BD9-AA96-38774CB3EADF}"/>
              </a:ext>
            </a:extLst>
          </p:cNvPr>
          <p:cNvSpPr>
            <a:spLocks noGrp="1"/>
          </p:cNvSpPr>
          <p:nvPr/>
        </p:nvSpPr>
        <p:spPr>
          <a:xfrm>
            <a:off x="4717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01_find_only_1005">
            <a:extLst>
              <a:ext uri="{FF2B5EF4-FFF2-40B4-BE49-F238E27FC236}">
                <a16:creationId xmlns:a16="http://schemas.microsoft.com/office/drawing/2014/main" id="{E5F77351-6479-49CC-B56D-3081669F72E8}"/>
              </a:ext>
            </a:extLst>
          </p:cNvPr>
          <p:cNvSpPr>
            <a:spLocks noGrp="1"/>
          </p:cNvSpPr>
          <p:nvPr/>
        </p:nvSpPr>
        <p:spPr>
          <a:xfrm>
            <a:off x="46841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01_find_only_1006">
            <a:extLst>
              <a:ext uri="{FF2B5EF4-FFF2-40B4-BE49-F238E27FC236}">
                <a16:creationId xmlns:a16="http://schemas.microsoft.com/office/drawing/2014/main" id="{9B44D1D8-3C7E-414C-B233-C49B6C6F98C2}"/>
              </a:ext>
            </a:extLst>
          </p:cNvPr>
          <p:cNvSpPr>
            <a:spLocks noGrp="1"/>
          </p:cNvSpPr>
          <p:nvPr/>
        </p:nvSpPr>
        <p:spPr>
          <a:xfrm>
            <a:off x="472140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01_find_only_1007">
            <a:extLst>
              <a:ext uri="{FF2B5EF4-FFF2-40B4-BE49-F238E27FC236}">
                <a16:creationId xmlns:a16="http://schemas.microsoft.com/office/drawing/2014/main" id="{3AA38532-6BAE-4089-8DE9-96675E4677C6}"/>
              </a:ext>
            </a:extLst>
          </p:cNvPr>
          <p:cNvSpPr>
            <a:spLocks noGrp="1"/>
          </p:cNvSpPr>
          <p:nvPr/>
        </p:nvSpPr>
        <p:spPr>
          <a:xfrm>
            <a:off x="47416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01_find_only_1008">
            <a:extLst>
              <a:ext uri="{FF2B5EF4-FFF2-40B4-BE49-F238E27FC236}">
                <a16:creationId xmlns:a16="http://schemas.microsoft.com/office/drawing/2014/main" id="{B9E04E84-2F22-4BD3-8381-6F0B573ECDD0}"/>
              </a:ext>
            </a:extLst>
          </p:cNvPr>
          <p:cNvSpPr>
            <a:spLocks noGrp="1"/>
          </p:cNvSpPr>
          <p:nvPr/>
        </p:nvSpPr>
        <p:spPr>
          <a:xfrm>
            <a:off x="47112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01_find_only_1009">
            <a:extLst>
              <a:ext uri="{FF2B5EF4-FFF2-40B4-BE49-F238E27FC236}">
                <a16:creationId xmlns:a16="http://schemas.microsoft.com/office/drawing/2014/main" id="{4886D9DD-4410-4C8C-9C87-CC9ED16BA377}"/>
              </a:ext>
            </a:extLst>
          </p:cNvPr>
          <p:cNvSpPr>
            <a:spLocks noGrp="1"/>
          </p:cNvSpPr>
          <p:nvPr/>
        </p:nvSpPr>
        <p:spPr>
          <a:xfrm>
            <a:off x="4718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01_find_only_1010">
            <a:extLst>
              <a:ext uri="{FF2B5EF4-FFF2-40B4-BE49-F238E27FC236}">
                <a16:creationId xmlns:a16="http://schemas.microsoft.com/office/drawing/2014/main" id="{8AFB7F69-67FA-4436-9A01-F6B04167C33C}"/>
              </a:ext>
            </a:extLst>
          </p:cNvPr>
          <p:cNvSpPr>
            <a:spLocks noGrp="1"/>
          </p:cNvSpPr>
          <p:nvPr/>
        </p:nvSpPr>
        <p:spPr>
          <a:xfrm>
            <a:off x="471781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01_find_only_1011">
            <a:extLst>
              <a:ext uri="{FF2B5EF4-FFF2-40B4-BE49-F238E27FC236}">
                <a16:creationId xmlns:a16="http://schemas.microsoft.com/office/drawing/2014/main" id="{0DEB80B2-5980-4FA8-9E01-CAC487B89218}"/>
              </a:ext>
            </a:extLst>
          </p:cNvPr>
          <p:cNvSpPr>
            <a:spLocks noGrp="1"/>
          </p:cNvSpPr>
          <p:nvPr/>
        </p:nvSpPr>
        <p:spPr>
          <a:xfrm>
            <a:off x="470227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01_find_only_1012">
            <a:extLst>
              <a:ext uri="{FF2B5EF4-FFF2-40B4-BE49-F238E27FC236}">
                <a16:creationId xmlns:a16="http://schemas.microsoft.com/office/drawing/2014/main" id="{0AD985B9-D7E7-4A55-B8EF-29401E150576}"/>
              </a:ext>
            </a:extLst>
          </p:cNvPr>
          <p:cNvSpPr>
            <a:spLocks noGrp="1"/>
          </p:cNvSpPr>
          <p:nvPr/>
        </p:nvSpPr>
        <p:spPr>
          <a:xfrm>
            <a:off x="4675165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01_find_only_1013">
            <a:extLst>
              <a:ext uri="{FF2B5EF4-FFF2-40B4-BE49-F238E27FC236}">
                <a16:creationId xmlns:a16="http://schemas.microsoft.com/office/drawing/2014/main" id="{CB2D2E4A-94A3-462E-9F0E-732760628688}"/>
              </a:ext>
            </a:extLst>
          </p:cNvPr>
          <p:cNvSpPr>
            <a:spLocks noGrp="1"/>
          </p:cNvSpPr>
          <p:nvPr/>
        </p:nvSpPr>
        <p:spPr>
          <a:xfrm>
            <a:off x="473481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01_find_only_1014">
            <a:extLst>
              <a:ext uri="{FF2B5EF4-FFF2-40B4-BE49-F238E27FC236}">
                <a16:creationId xmlns:a16="http://schemas.microsoft.com/office/drawing/2014/main" id="{E50E37A1-4604-4278-99A2-19D7D72173FE}"/>
              </a:ext>
            </a:extLst>
          </p:cNvPr>
          <p:cNvSpPr>
            <a:spLocks noGrp="1"/>
          </p:cNvSpPr>
          <p:nvPr/>
        </p:nvSpPr>
        <p:spPr>
          <a:xfrm>
            <a:off x="466486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01_find_only_1015">
            <a:extLst>
              <a:ext uri="{FF2B5EF4-FFF2-40B4-BE49-F238E27FC236}">
                <a16:creationId xmlns:a16="http://schemas.microsoft.com/office/drawing/2014/main" id="{66618620-4702-4D44-939F-E1D72CC07D9A}"/>
              </a:ext>
            </a:extLst>
          </p:cNvPr>
          <p:cNvSpPr>
            <a:spLocks noGrp="1"/>
          </p:cNvSpPr>
          <p:nvPr/>
        </p:nvSpPr>
        <p:spPr>
          <a:xfrm>
            <a:off x="46640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01_find_only_1016">
            <a:extLst>
              <a:ext uri="{FF2B5EF4-FFF2-40B4-BE49-F238E27FC236}">
                <a16:creationId xmlns:a16="http://schemas.microsoft.com/office/drawing/2014/main" id="{C84C8719-501C-4F66-B207-A3A2CA759656}"/>
              </a:ext>
            </a:extLst>
          </p:cNvPr>
          <p:cNvSpPr>
            <a:spLocks noGrp="1"/>
          </p:cNvSpPr>
          <p:nvPr/>
        </p:nvSpPr>
        <p:spPr>
          <a:xfrm>
            <a:off x="46684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01_find_only_1017">
            <a:extLst>
              <a:ext uri="{FF2B5EF4-FFF2-40B4-BE49-F238E27FC236}">
                <a16:creationId xmlns:a16="http://schemas.microsoft.com/office/drawing/2014/main" id="{2D1E6E79-2127-40DE-85AF-01B9EB55AFDE}"/>
              </a:ext>
            </a:extLst>
          </p:cNvPr>
          <p:cNvSpPr>
            <a:spLocks noGrp="1"/>
          </p:cNvSpPr>
          <p:nvPr/>
        </p:nvSpPr>
        <p:spPr>
          <a:xfrm>
            <a:off x="47361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01_find_only_1018">
            <a:extLst>
              <a:ext uri="{FF2B5EF4-FFF2-40B4-BE49-F238E27FC236}">
                <a16:creationId xmlns:a16="http://schemas.microsoft.com/office/drawing/2014/main" id="{1A7FB321-7ED6-4A13-8737-0739D07D576D}"/>
              </a:ext>
            </a:extLst>
          </p:cNvPr>
          <p:cNvSpPr>
            <a:spLocks noGrp="1"/>
          </p:cNvSpPr>
          <p:nvPr/>
        </p:nvSpPr>
        <p:spPr>
          <a:xfrm>
            <a:off x="472587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01_find_only_1019">
            <a:extLst>
              <a:ext uri="{FF2B5EF4-FFF2-40B4-BE49-F238E27FC236}">
                <a16:creationId xmlns:a16="http://schemas.microsoft.com/office/drawing/2014/main" id="{A5AF4AAC-5796-40D5-8139-0D9F682BD923}"/>
              </a:ext>
            </a:extLst>
          </p:cNvPr>
          <p:cNvSpPr>
            <a:spLocks noGrp="1"/>
          </p:cNvSpPr>
          <p:nvPr/>
        </p:nvSpPr>
        <p:spPr>
          <a:xfrm>
            <a:off x="4730056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01_find_only_1020">
            <a:extLst>
              <a:ext uri="{FF2B5EF4-FFF2-40B4-BE49-F238E27FC236}">
                <a16:creationId xmlns:a16="http://schemas.microsoft.com/office/drawing/2014/main" id="{6A415713-5E94-4839-85FF-7F840EB9FFE5}"/>
              </a:ext>
            </a:extLst>
          </p:cNvPr>
          <p:cNvSpPr>
            <a:spLocks noGrp="1"/>
          </p:cNvSpPr>
          <p:nvPr/>
        </p:nvSpPr>
        <p:spPr>
          <a:xfrm>
            <a:off x="4718008" y="30258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01_find_only_1021">
            <a:extLst>
              <a:ext uri="{FF2B5EF4-FFF2-40B4-BE49-F238E27FC236}">
                <a16:creationId xmlns:a16="http://schemas.microsoft.com/office/drawing/2014/main" id="{FCF47A4D-09C1-40B7-AB6B-A201C61458DF}"/>
              </a:ext>
            </a:extLst>
          </p:cNvPr>
          <p:cNvSpPr>
            <a:spLocks noGrp="1"/>
          </p:cNvSpPr>
          <p:nvPr/>
        </p:nvSpPr>
        <p:spPr>
          <a:xfrm>
            <a:off x="4725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01_find_only_1022">
            <a:extLst>
              <a:ext uri="{FF2B5EF4-FFF2-40B4-BE49-F238E27FC236}">
                <a16:creationId xmlns:a16="http://schemas.microsoft.com/office/drawing/2014/main" id="{3EA44EF4-EC83-4354-B13F-E053BAB6F2BD}"/>
              </a:ext>
            </a:extLst>
          </p:cNvPr>
          <p:cNvSpPr>
            <a:spLocks noGrp="1"/>
          </p:cNvSpPr>
          <p:nvPr/>
        </p:nvSpPr>
        <p:spPr>
          <a:xfrm>
            <a:off x="47338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01_find_only_1023">
            <a:extLst>
              <a:ext uri="{FF2B5EF4-FFF2-40B4-BE49-F238E27FC236}">
                <a16:creationId xmlns:a16="http://schemas.microsoft.com/office/drawing/2014/main" id="{ED70816A-48BF-4455-A6F8-8BF11262611F}"/>
              </a:ext>
            </a:extLst>
          </p:cNvPr>
          <p:cNvSpPr>
            <a:spLocks noGrp="1"/>
          </p:cNvSpPr>
          <p:nvPr/>
        </p:nvSpPr>
        <p:spPr>
          <a:xfrm>
            <a:off x="46625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01_find_only_1024">
            <a:extLst>
              <a:ext uri="{FF2B5EF4-FFF2-40B4-BE49-F238E27FC236}">
                <a16:creationId xmlns:a16="http://schemas.microsoft.com/office/drawing/2014/main" id="{D8EE44FD-1B02-4309-896A-3BC53D56954E}"/>
              </a:ext>
            </a:extLst>
          </p:cNvPr>
          <p:cNvSpPr>
            <a:spLocks noGrp="1"/>
          </p:cNvSpPr>
          <p:nvPr/>
        </p:nvSpPr>
        <p:spPr>
          <a:xfrm>
            <a:off x="4670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01_find_only_1025">
            <a:extLst>
              <a:ext uri="{FF2B5EF4-FFF2-40B4-BE49-F238E27FC236}">
                <a16:creationId xmlns:a16="http://schemas.microsoft.com/office/drawing/2014/main" id="{E121104C-4614-4274-BBFF-010C1FBF46B9}"/>
              </a:ext>
            </a:extLst>
          </p:cNvPr>
          <p:cNvSpPr>
            <a:spLocks noGrp="1"/>
          </p:cNvSpPr>
          <p:nvPr/>
        </p:nvSpPr>
        <p:spPr>
          <a:xfrm>
            <a:off x="4716357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01_find_only_1026">
            <a:extLst>
              <a:ext uri="{FF2B5EF4-FFF2-40B4-BE49-F238E27FC236}">
                <a16:creationId xmlns:a16="http://schemas.microsoft.com/office/drawing/2014/main" id="{E87A40A6-07B5-4F1B-9065-8F746FB35799}"/>
              </a:ext>
            </a:extLst>
          </p:cNvPr>
          <p:cNvSpPr>
            <a:spLocks noGrp="1"/>
          </p:cNvSpPr>
          <p:nvPr/>
        </p:nvSpPr>
        <p:spPr>
          <a:xfrm>
            <a:off x="46674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01_find_only_1027">
            <a:extLst>
              <a:ext uri="{FF2B5EF4-FFF2-40B4-BE49-F238E27FC236}">
                <a16:creationId xmlns:a16="http://schemas.microsoft.com/office/drawing/2014/main" id="{1B2AC527-C231-4020-AE0B-45D454FC4691}"/>
              </a:ext>
            </a:extLst>
          </p:cNvPr>
          <p:cNvSpPr>
            <a:spLocks noGrp="1"/>
          </p:cNvSpPr>
          <p:nvPr/>
        </p:nvSpPr>
        <p:spPr>
          <a:xfrm>
            <a:off x="4676914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01_find_only_1028">
            <a:extLst>
              <a:ext uri="{FF2B5EF4-FFF2-40B4-BE49-F238E27FC236}">
                <a16:creationId xmlns:a16="http://schemas.microsoft.com/office/drawing/2014/main" id="{9A35F644-EEF2-4A13-9310-E1B6880E5BE4}"/>
              </a:ext>
            </a:extLst>
          </p:cNvPr>
          <p:cNvSpPr>
            <a:spLocks noGrp="1"/>
          </p:cNvSpPr>
          <p:nvPr/>
        </p:nvSpPr>
        <p:spPr>
          <a:xfrm>
            <a:off x="4660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01_find_only_1029">
            <a:extLst>
              <a:ext uri="{FF2B5EF4-FFF2-40B4-BE49-F238E27FC236}">
                <a16:creationId xmlns:a16="http://schemas.microsoft.com/office/drawing/2014/main" id="{B8567344-96B8-45A9-B7E6-7F043A62FF8E}"/>
              </a:ext>
            </a:extLst>
          </p:cNvPr>
          <p:cNvSpPr>
            <a:spLocks noGrp="1"/>
          </p:cNvSpPr>
          <p:nvPr/>
        </p:nvSpPr>
        <p:spPr>
          <a:xfrm>
            <a:off x="4671279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01_find_only_1030">
            <a:extLst>
              <a:ext uri="{FF2B5EF4-FFF2-40B4-BE49-F238E27FC236}">
                <a16:creationId xmlns:a16="http://schemas.microsoft.com/office/drawing/2014/main" id="{366ADC85-B7B0-4147-AE0A-D5DE086CE5A8}"/>
              </a:ext>
            </a:extLst>
          </p:cNvPr>
          <p:cNvSpPr>
            <a:spLocks noGrp="1"/>
          </p:cNvSpPr>
          <p:nvPr/>
        </p:nvSpPr>
        <p:spPr>
          <a:xfrm>
            <a:off x="467506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01_find_only_1031">
            <a:extLst>
              <a:ext uri="{FF2B5EF4-FFF2-40B4-BE49-F238E27FC236}">
                <a16:creationId xmlns:a16="http://schemas.microsoft.com/office/drawing/2014/main" id="{26595BF2-1837-4A4C-977A-60566AD1025C}"/>
              </a:ext>
            </a:extLst>
          </p:cNvPr>
          <p:cNvSpPr>
            <a:spLocks noGrp="1"/>
          </p:cNvSpPr>
          <p:nvPr/>
        </p:nvSpPr>
        <p:spPr>
          <a:xfrm>
            <a:off x="473539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01_find_only_1032">
            <a:extLst>
              <a:ext uri="{FF2B5EF4-FFF2-40B4-BE49-F238E27FC236}">
                <a16:creationId xmlns:a16="http://schemas.microsoft.com/office/drawing/2014/main" id="{EDBF355C-C3CA-4548-A820-41074895A521}"/>
              </a:ext>
            </a:extLst>
          </p:cNvPr>
          <p:cNvSpPr>
            <a:spLocks noGrp="1"/>
          </p:cNvSpPr>
          <p:nvPr/>
        </p:nvSpPr>
        <p:spPr>
          <a:xfrm>
            <a:off x="469420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01_find_only_1033">
            <a:extLst>
              <a:ext uri="{FF2B5EF4-FFF2-40B4-BE49-F238E27FC236}">
                <a16:creationId xmlns:a16="http://schemas.microsoft.com/office/drawing/2014/main" id="{BF0666A9-0967-4738-969B-BD60B4375C39}"/>
              </a:ext>
            </a:extLst>
          </p:cNvPr>
          <p:cNvSpPr>
            <a:spLocks noGrp="1"/>
          </p:cNvSpPr>
          <p:nvPr/>
        </p:nvSpPr>
        <p:spPr>
          <a:xfrm>
            <a:off x="466253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01_find_only_1034">
            <a:extLst>
              <a:ext uri="{FF2B5EF4-FFF2-40B4-BE49-F238E27FC236}">
                <a16:creationId xmlns:a16="http://schemas.microsoft.com/office/drawing/2014/main" id="{22EC62D3-07D4-4AF8-BE70-9F66EBCF3E21}"/>
              </a:ext>
            </a:extLst>
          </p:cNvPr>
          <p:cNvSpPr>
            <a:spLocks noGrp="1"/>
          </p:cNvSpPr>
          <p:nvPr/>
        </p:nvSpPr>
        <p:spPr>
          <a:xfrm>
            <a:off x="467662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01_find_only_1035">
            <a:extLst>
              <a:ext uri="{FF2B5EF4-FFF2-40B4-BE49-F238E27FC236}">
                <a16:creationId xmlns:a16="http://schemas.microsoft.com/office/drawing/2014/main" id="{B8423B5C-E21B-4C88-AD23-BF6853599FBE}"/>
              </a:ext>
            </a:extLst>
          </p:cNvPr>
          <p:cNvSpPr>
            <a:spLocks noGrp="1"/>
          </p:cNvSpPr>
          <p:nvPr/>
        </p:nvSpPr>
        <p:spPr>
          <a:xfrm>
            <a:off x="4730347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01_find_only_1036">
            <a:extLst>
              <a:ext uri="{FF2B5EF4-FFF2-40B4-BE49-F238E27FC236}">
                <a16:creationId xmlns:a16="http://schemas.microsoft.com/office/drawing/2014/main" id="{663B896F-9C3D-4A38-B938-60D44CB3BF8A}"/>
              </a:ext>
            </a:extLst>
          </p:cNvPr>
          <p:cNvSpPr>
            <a:spLocks noGrp="1"/>
          </p:cNvSpPr>
          <p:nvPr/>
        </p:nvSpPr>
        <p:spPr>
          <a:xfrm>
            <a:off x="471198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01_find_only_1037">
            <a:extLst>
              <a:ext uri="{FF2B5EF4-FFF2-40B4-BE49-F238E27FC236}">
                <a16:creationId xmlns:a16="http://schemas.microsoft.com/office/drawing/2014/main" id="{AC49BA27-CC99-42B6-9ED0-81633F24CEA4}"/>
              </a:ext>
            </a:extLst>
          </p:cNvPr>
          <p:cNvSpPr>
            <a:spLocks noGrp="1"/>
          </p:cNvSpPr>
          <p:nvPr/>
        </p:nvSpPr>
        <p:spPr>
          <a:xfrm>
            <a:off x="4729958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01_find_only_1038">
            <a:extLst>
              <a:ext uri="{FF2B5EF4-FFF2-40B4-BE49-F238E27FC236}">
                <a16:creationId xmlns:a16="http://schemas.microsoft.com/office/drawing/2014/main" id="{B51A8485-DB1E-4FD8-9166-677A22AD121D}"/>
              </a:ext>
            </a:extLst>
          </p:cNvPr>
          <p:cNvSpPr>
            <a:spLocks noGrp="1"/>
          </p:cNvSpPr>
          <p:nvPr/>
        </p:nvSpPr>
        <p:spPr>
          <a:xfrm>
            <a:off x="466846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01_find_only_1039">
            <a:extLst>
              <a:ext uri="{FF2B5EF4-FFF2-40B4-BE49-F238E27FC236}">
                <a16:creationId xmlns:a16="http://schemas.microsoft.com/office/drawing/2014/main" id="{F3073B04-43EC-4ACA-8340-CCB438763F9E}"/>
              </a:ext>
            </a:extLst>
          </p:cNvPr>
          <p:cNvSpPr>
            <a:spLocks noGrp="1"/>
          </p:cNvSpPr>
          <p:nvPr/>
        </p:nvSpPr>
        <p:spPr>
          <a:xfrm>
            <a:off x="4686727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01_find_only_1040">
            <a:extLst>
              <a:ext uri="{FF2B5EF4-FFF2-40B4-BE49-F238E27FC236}">
                <a16:creationId xmlns:a16="http://schemas.microsoft.com/office/drawing/2014/main" id="{E8A3E5B2-9C72-4D87-9CB1-4367AE1CFB7F}"/>
              </a:ext>
            </a:extLst>
          </p:cNvPr>
          <p:cNvSpPr>
            <a:spLocks noGrp="1"/>
          </p:cNvSpPr>
          <p:nvPr/>
        </p:nvSpPr>
        <p:spPr>
          <a:xfrm>
            <a:off x="473063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01_find_only_1041">
            <a:extLst>
              <a:ext uri="{FF2B5EF4-FFF2-40B4-BE49-F238E27FC236}">
                <a16:creationId xmlns:a16="http://schemas.microsoft.com/office/drawing/2014/main" id="{2DBCE5C4-F154-400F-9E07-DBC872CEC934}"/>
              </a:ext>
            </a:extLst>
          </p:cNvPr>
          <p:cNvSpPr>
            <a:spLocks noGrp="1"/>
          </p:cNvSpPr>
          <p:nvPr/>
        </p:nvSpPr>
        <p:spPr>
          <a:xfrm>
            <a:off x="473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01_find_only_1042">
            <a:extLst>
              <a:ext uri="{FF2B5EF4-FFF2-40B4-BE49-F238E27FC236}">
                <a16:creationId xmlns:a16="http://schemas.microsoft.com/office/drawing/2014/main" id="{A1C0DEB9-A495-4343-AE1C-5002927797FB}"/>
              </a:ext>
            </a:extLst>
          </p:cNvPr>
          <p:cNvSpPr>
            <a:spLocks noGrp="1"/>
          </p:cNvSpPr>
          <p:nvPr/>
        </p:nvSpPr>
        <p:spPr>
          <a:xfrm>
            <a:off x="4724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01_find_only_1043">
            <a:extLst>
              <a:ext uri="{FF2B5EF4-FFF2-40B4-BE49-F238E27FC236}">
                <a16:creationId xmlns:a16="http://schemas.microsoft.com/office/drawing/2014/main" id="{B5A5C2F0-BB95-47DE-8A6C-3306AD11FAB0}"/>
              </a:ext>
            </a:extLst>
          </p:cNvPr>
          <p:cNvSpPr>
            <a:spLocks noGrp="1"/>
          </p:cNvSpPr>
          <p:nvPr/>
        </p:nvSpPr>
        <p:spPr>
          <a:xfrm>
            <a:off x="4733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01_find_only_1044">
            <a:extLst>
              <a:ext uri="{FF2B5EF4-FFF2-40B4-BE49-F238E27FC236}">
                <a16:creationId xmlns:a16="http://schemas.microsoft.com/office/drawing/2014/main" id="{5417F565-F6F2-4174-9A39-FA975E06DA09}"/>
              </a:ext>
            </a:extLst>
          </p:cNvPr>
          <p:cNvSpPr>
            <a:spLocks noGrp="1"/>
          </p:cNvSpPr>
          <p:nvPr/>
        </p:nvSpPr>
        <p:spPr>
          <a:xfrm>
            <a:off x="4677400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01_find_only_1045">
            <a:extLst>
              <a:ext uri="{FF2B5EF4-FFF2-40B4-BE49-F238E27FC236}">
                <a16:creationId xmlns:a16="http://schemas.microsoft.com/office/drawing/2014/main" id="{30682A0B-231B-4E42-A862-C48FF1A7F0BB}"/>
              </a:ext>
            </a:extLst>
          </p:cNvPr>
          <p:cNvSpPr>
            <a:spLocks noGrp="1"/>
          </p:cNvSpPr>
          <p:nvPr/>
        </p:nvSpPr>
        <p:spPr>
          <a:xfrm>
            <a:off x="46627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01_find_only_1046">
            <a:extLst>
              <a:ext uri="{FF2B5EF4-FFF2-40B4-BE49-F238E27FC236}">
                <a16:creationId xmlns:a16="http://schemas.microsoft.com/office/drawing/2014/main" id="{1F9F2B29-B4E9-4CBC-86B6-0AA9FC601246}"/>
              </a:ext>
            </a:extLst>
          </p:cNvPr>
          <p:cNvSpPr>
            <a:spLocks noGrp="1"/>
          </p:cNvSpPr>
          <p:nvPr/>
        </p:nvSpPr>
        <p:spPr>
          <a:xfrm>
            <a:off x="471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01_find_only_1047">
            <a:extLst>
              <a:ext uri="{FF2B5EF4-FFF2-40B4-BE49-F238E27FC236}">
                <a16:creationId xmlns:a16="http://schemas.microsoft.com/office/drawing/2014/main" id="{F038B7C9-6BCE-4223-AC7C-6730FC6F71AC}"/>
              </a:ext>
            </a:extLst>
          </p:cNvPr>
          <p:cNvSpPr>
            <a:spLocks noGrp="1"/>
          </p:cNvSpPr>
          <p:nvPr/>
        </p:nvSpPr>
        <p:spPr>
          <a:xfrm>
            <a:off x="46581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01_find_only_1048">
            <a:extLst>
              <a:ext uri="{FF2B5EF4-FFF2-40B4-BE49-F238E27FC236}">
                <a16:creationId xmlns:a16="http://schemas.microsoft.com/office/drawing/2014/main" id="{390CED8A-1603-4CD9-9E49-6597533797BD}"/>
              </a:ext>
            </a:extLst>
          </p:cNvPr>
          <p:cNvSpPr>
            <a:spLocks noGrp="1"/>
          </p:cNvSpPr>
          <p:nvPr/>
        </p:nvSpPr>
        <p:spPr>
          <a:xfrm>
            <a:off x="46642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01_find_only_1049">
            <a:extLst>
              <a:ext uri="{FF2B5EF4-FFF2-40B4-BE49-F238E27FC236}">
                <a16:creationId xmlns:a16="http://schemas.microsoft.com/office/drawing/2014/main" id="{58F4A363-474D-4859-8AA9-E1695B089555}"/>
              </a:ext>
            </a:extLst>
          </p:cNvPr>
          <p:cNvSpPr>
            <a:spLocks noGrp="1"/>
          </p:cNvSpPr>
          <p:nvPr/>
        </p:nvSpPr>
        <p:spPr>
          <a:xfrm>
            <a:off x="472170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01_find_only_1050">
            <a:extLst>
              <a:ext uri="{FF2B5EF4-FFF2-40B4-BE49-F238E27FC236}">
                <a16:creationId xmlns:a16="http://schemas.microsoft.com/office/drawing/2014/main" id="{534984EE-C940-4A5D-BC18-0334FE1C017F}"/>
              </a:ext>
            </a:extLst>
          </p:cNvPr>
          <p:cNvSpPr>
            <a:spLocks noGrp="1"/>
          </p:cNvSpPr>
          <p:nvPr/>
        </p:nvSpPr>
        <p:spPr>
          <a:xfrm>
            <a:off x="46590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01_find_only_1051">
            <a:extLst>
              <a:ext uri="{FF2B5EF4-FFF2-40B4-BE49-F238E27FC236}">
                <a16:creationId xmlns:a16="http://schemas.microsoft.com/office/drawing/2014/main" id="{A0BCA4A0-4895-4AA3-9643-00623DF647B7}"/>
              </a:ext>
            </a:extLst>
          </p:cNvPr>
          <p:cNvSpPr>
            <a:spLocks noGrp="1"/>
          </p:cNvSpPr>
          <p:nvPr/>
        </p:nvSpPr>
        <p:spPr>
          <a:xfrm>
            <a:off x="47403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01_find_only_1052">
            <a:extLst>
              <a:ext uri="{FF2B5EF4-FFF2-40B4-BE49-F238E27FC236}">
                <a16:creationId xmlns:a16="http://schemas.microsoft.com/office/drawing/2014/main" id="{671FC14E-4A5E-41FC-B4D2-46AC28A97E84}"/>
              </a:ext>
            </a:extLst>
          </p:cNvPr>
          <p:cNvSpPr>
            <a:spLocks noGrp="1"/>
          </p:cNvSpPr>
          <p:nvPr/>
        </p:nvSpPr>
        <p:spPr>
          <a:xfrm>
            <a:off x="47254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01_find_only_1053">
            <a:extLst>
              <a:ext uri="{FF2B5EF4-FFF2-40B4-BE49-F238E27FC236}">
                <a16:creationId xmlns:a16="http://schemas.microsoft.com/office/drawing/2014/main" id="{468DF765-5C80-40B4-9DAE-DABCCB1CA347}"/>
              </a:ext>
            </a:extLst>
          </p:cNvPr>
          <p:cNvSpPr>
            <a:spLocks noGrp="1"/>
          </p:cNvSpPr>
          <p:nvPr/>
        </p:nvSpPr>
        <p:spPr>
          <a:xfrm>
            <a:off x="46903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01_find_only_1054">
            <a:extLst>
              <a:ext uri="{FF2B5EF4-FFF2-40B4-BE49-F238E27FC236}">
                <a16:creationId xmlns:a16="http://schemas.microsoft.com/office/drawing/2014/main" id="{841BF906-BB26-4C85-A955-F521682CE975}"/>
              </a:ext>
            </a:extLst>
          </p:cNvPr>
          <p:cNvSpPr>
            <a:spLocks noGrp="1"/>
          </p:cNvSpPr>
          <p:nvPr/>
        </p:nvSpPr>
        <p:spPr>
          <a:xfrm>
            <a:off x="46739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01_find_only_1055">
            <a:extLst>
              <a:ext uri="{FF2B5EF4-FFF2-40B4-BE49-F238E27FC236}">
                <a16:creationId xmlns:a16="http://schemas.microsoft.com/office/drawing/2014/main" id="{D7F52177-BA69-4ED5-A18F-54D97E129C31}"/>
              </a:ext>
            </a:extLst>
          </p:cNvPr>
          <p:cNvSpPr>
            <a:spLocks noGrp="1"/>
          </p:cNvSpPr>
          <p:nvPr/>
        </p:nvSpPr>
        <p:spPr>
          <a:xfrm>
            <a:off x="4738896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01_find_only_1056">
            <a:extLst>
              <a:ext uri="{FF2B5EF4-FFF2-40B4-BE49-F238E27FC236}">
                <a16:creationId xmlns:a16="http://schemas.microsoft.com/office/drawing/2014/main" id="{F7A8B031-144E-48C1-B8FD-32B5318AAA9D}"/>
              </a:ext>
            </a:extLst>
          </p:cNvPr>
          <p:cNvSpPr>
            <a:spLocks noGrp="1"/>
          </p:cNvSpPr>
          <p:nvPr/>
        </p:nvSpPr>
        <p:spPr>
          <a:xfrm>
            <a:off x="474307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01_find_only_1057">
            <a:extLst>
              <a:ext uri="{FF2B5EF4-FFF2-40B4-BE49-F238E27FC236}">
                <a16:creationId xmlns:a16="http://schemas.microsoft.com/office/drawing/2014/main" id="{9965F1F5-FC64-406F-A068-EF0A1294194C}"/>
              </a:ext>
            </a:extLst>
          </p:cNvPr>
          <p:cNvSpPr>
            <a:spLocks noGrp="1"/>
          </p:cNvSpPr>
          <p:nvPr/>
        </p:nvSpPr>
        <p:spPr>
          <a:xfrm>
            <a:off x="47078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01_find_only_1058">
            <a:extLst>
              <a:ext uri="{FF2B5EF4-FFF2-40B4-BE49-F238E27FC236}">
                <a16:creationId xmlns:a16="http://schemas.microsoft.com/office/drawing/2014/main" id="{33878A90-96CA-426B-A3E1-33BBBDA8E0F5}"/>
              </a:ext>
            </a:extLst>
          </p:cNvPr>
          <p:cNvSpPr>
            <a:spLocks noGrp="1"/>
          </p:cNvSpPr>
          <p:nvPr/>
        </p:nvSpPr>
        <p:spPr>
          <a:xfrm>
            <a:off x="47299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01_find_only_1059">
            <a:extLst>
              <a:ext uri="{FF2B5EF4-FFF2-40B4-BE49-F238E27FC236}">
                <a16:creationId xmlns:a16="http://schemas.microsoft.com/office/drawing/2014/main" id="{DCDA06DB-63FD-45BD-8FE7-237F77A56428}"/>
              </a:ext>
            </a:extLst>
          </p:cNvPr>
          <p:cNvSpPr>
            <a:spLocks noGrp="1"/>
          </p:cNvSpPr>
          <p:nvPr/>
        </p:nvSpPr>
        <p:spPr>
          <a:xfrm>
            <a:off x="466185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01_find_only_1060">
            <a:extLst>
              <a:ext uri="{FF2B5EF4-FFF2-40B4-BE49-F238E27FC236}">
                <a16:creationId xmlns:a16="http://schemas.microsoft.com/office/drawing/2014/main" id="{192B33B8-DBD0-4872-B30B-31DCF0FE157A}"/>
              </a:ext>
            </a:extLst>
          </p:cNvPr>
          <p:cNvSpPr>
            <a:spLocks noGrp="1"/>
          </p:cNvSpPr>
          <p:nvPr/>
        </p:nvSpPr>
        <p:spPr>
          <a:xfrm>
            <a:off x="4689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01_find_only_1061">
            <a:extLst>
              <a:ext uri="{FF2B5EF4-FFF2-40B4-BE49-F238E27FC236}">
                <a16:creationId xmlns:a16="http://schemas.microsoft.com/office/drawing/2014/main" id="{72F4F59C-15EF-4E91-9952-A25C6D88E357}"/>
              </a:ext>
            </a:extLst>
          </p:cNvPr>
          <p:cNvSpPr>
            <a:spLocks noGrp="1"/>
          </p:cNvSpPr>
          <p:nvPr/>
        </p:nvSpPr>
        <p:spPr>
          <a:xfrm>
            <a:off x="47239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01_find_only_1062">
            <a:extLst>
              <a:ext uri="{FF2B5EF4-FFF2-40B4-BE49-F238E27FC236}">
                <a16:creationId xmlns:a16="http://schemas.microsoft.com/office/drawing/2014/main" id="{A9390857-50D3-4D98-91B9-05F87E7AF8ED}"/>
              </a:ext>
            </a:extLst>
          </p:cNvPr>
          <p:cNvSpPr>
            <a:spLocks noGrp="1"/>
          </p:cNvSpPr>
          <p:nvPr/>
        </p:nvSpPr>
        <p:spPr>
          <a:xfrm>
            <a:off x="46559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01_find_only_1063">
            <a:extLst>
              <a:ext uri="{FF2B5EF4-FFF2-40B4-BE49-F238E27FC236}">
                <a16:creationId xmlns:a16="http://schemas.microsoft.com/office/drawing/2014/main" id="{F0876C2B-9D1D-40C8-8EEA-AD0FFBA22C51}"/>
              </a:ext>
            </a:extLst>
          </p:cNvPr>
          <p:cNvSpPr>
            <a:spLocks noGrp="1"/>
          </p:cNvSpPr>
          <p:nvPr/>
        </p:nvSpPr>
        <p:spPr>
          <a:xfrm>
            <a:off x="46524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01_find_only_1064">
            <a:extLst>
              <a:ext uri="{FF2B5EF4-FFF2-40B4-BE49-F238E27FC236}">
                <a16:creationId xmlns:a16="http://schemas.microsoft.com/office/drawing/2014/main" id="{BD92F2C8-9EF4-455C-8951-B5856E806629}"/>
              </a:ext>
            </a:extLst>
          </p:cNvPr>
          <p:cNvSpPr>
            <a:spLocks noGrp="1"/>
          </p:cNvSpPr>
          <p:nvPr/>
        </p:nvSpPr>
        <p:spPr>
          <a:xfrm>
            <a:off x="47098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01_find_only_1065">
            <a:extLst>
              <a:ext uri="{FF2B5EF4-FFF2-40B4-BE49-F238E27FC236}">
                <a16:creationId xmlns:a16="http://schemas.microsoft.com/office/drawing/2014/main" id="{1E1B262E-8067-4019-B79B-999D4E2FA57D}"/>
              </a:ext>
            </a:extLst>
          </p:cNvPr>
          <p:cNvSpPr>
            <a:spLocks noGrp="1"/>
          </p:cNvSpPr>
          <p:nvPr/>
        </p:nvSpPr>
        <p:spPr>
          <a:xfrm>
            <a:off x="47383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01_find_only_1066">
            <a:extLst>
              <a:ext uri="{FF2B5EF4-FFF2-40B4-BE49-F238E27FC236}">
                <a16:creationId xmlns:a16="http://schemas.microsoft.com/office/drawing/2014/main" id="{F836731B-0E09-4233-934C-BEBE73B75691}"/>
              </a:ext>
            </a:extLst>
          </p:cNvPr>
          <p:cNvSpPr>
            <a:spLocks noGrp="1"/>
          </p:cNvSpPr>
          <p:nvPr/>
        </p:nvSpPr>
        <p:spPr>
          <a:xfrm>
            <a:off x="4648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01_find_only_1067">
            <a:extLst>
              <a:ext uri="{FF2B5EF4-FFF2-40B4-BE49-F238E27FC236}">
                <a16:creationId xmlns:a16="http://schemas.microsoft.com/office/drawing/2014/main" id="{42E5130A-F3A8-4C7A-A158-E11C0F4FBC9E}"/>
              </a:ext>
            </a:extLst>
          </p:cNvPr>
          <p:cNvSpPr>
            <a:spLocks noGrp="1"/>
          </p:cNvSpPr>
          <p:nvPr/>
        </p:nvSpPr>
        <p:spPr>
          <a:xfrm>
            <a:off x="46861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01_find_only_1068">
            <a:extLst>
              <a:ext uri="{FF2B5EF4-FFF2-40B4-BE49-F238E27FC236}">
                <a16:creationId xmlns:a16="http://schemas.microsoft.com/office/drawing/2014/main" id="{0B42ABCD-8E51-487D-94DE-47195DD292F7}"/>
              </a:ext>
            </a:extLst>
          </p:cNvPr>
          <p:cNvSpPr>
            <a:spLocks noGrp="1"/>
          </p:cNvSpPr>
          <p:nvPr/>
        </p:nvSpPr>
        <p:spPr>
          <a:xfrm>
            <a:off x="4717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01_find_only_1069">
            <a:extLst>
              <a:ext uri="{FF2B5EF4-FFF2-40B4-BE49-F238E27FC236}">
                <a16:creationId xmlns:a16="http://schemas.microsoft.com/office/drawing/2014/main" id="{3812386B-FC32-4191-8F3E-C8447F0F90B9}"/>
              </a:ext>
            </a:extLst>
          </p:cNvPr>
          <p:cNvSpPr>
            <a:spLocks noGrp="1"/>
          </p:cNvSpPr>
          <p:nvPr/>
        </p:nvSpPr>
        <p:spPr>
          <a:xfrm>
            <a:off x="46881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01_find_only_1070">
            <a:extLst>
              <a:ext uri="{FF2B5EF4-FFF2-40B4-BE49-F238E27FC236}">
                <a16:creationId xmlns:a16="http://schemas.microsoft.com/office/drawing/2014/main" id="{C21C812E-9191-4ECA-847C-9CC6D951B82B}"/>
              </a:ext>
            </a:extLst>
          </p:cNvPr>
          <p:cNvSpPr>
            <a:spLocks noGrp="1"/>
          </p:cNvSpPr>
          <p:nvPr/>
        </p:nvSpPr>
        <p:spPr>
          <a:xfrm>
            <a:off x="4671765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01_find_only_1071">
            <a:extLst>
              <a:ext uri="{FF2B5EF4-FFF2-40B4-BE49-F238E27FC236}">
                <a16:creationId xmlns:a16="http://schemas.microsoft.com/office/drawing/2014/main" id="{B26EDBAF-67AE-49E4-9402-25EC2A0C4266}"/>
              </a:ext>
            </a:extLst>
          </p:cNvPr>
          <p:cNvSpPr>
            <a:spLocks noGrp="1"/>
          </p:cNvSpPr>
          <p:nvPr/>
        </p:nvSpPr>
        <p:spPr>
          <a:xfrm>
            <a:off x="470946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01_find_only_1072">
            <a:extLst>
              <a:ext uri="{FF2B5EF4-FFF2-40B4-BE49-F238E27FC236}">
                <a16:creationId xmlns:a16="http://schemas.microsoft.com/office/drawing/2014/main" id="{88442AC9-10E1-42A9-AF3B-018BD8840FAB}"/>
              </a:ext>
            </a:extLst>
          </p:cNvPr>
          <p:cNvSpPr>
            <a:spLocks noGrp="1"/>
          </p:cNvSpPr>
          <p:nvPr/>
        </p:nvSpPr>
        <p:spPr>
          <a:xfrm>
            <a:off x="47063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01_find_only_1073">
            <a:extLst>
              <a:ext uri="{FF2B5EF4-FFF2-40B4-BE49-F238E27FC236}">
                <a16:creationId xmlns:a16="http://schemas.microsoft.com/office/drawing/2014/main" id="{0F7FA416-7C38-465C-BACA-5D1EC8BF9DE4}"/>
              </a:ext>
            </a:extLst>
          </p:cNvPr>
          <p:cNvSpPr>
            <a:spLocks noGrp="1"/>
          </p:cNvSpPr>
          <p:nvPr/>
        </p:nvSpPr>
        <p:spPr>
          <a:xfrm>
            <a:off x="46945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01_find_only_1074">
            <a:extLst>
              <a:ext uri="{FF2B5EF4-FFF2-40B4-BE49-F238E27FC236}">
                <a16:creationId xmlns:a16="http://schemas.microsoft.com/office/drawing/2014/main" id="{AAE37275-B7C0-4CF2-B81E-8E4C8450796F}"/>
              </a:ext>
            </a:extLst>
          </p:cNvPr>
          <p:cNvSpPr>
            <a:spLocks noGrp="1"/>
          </p:cNvSpPr>
          <p:nvPr/>
        </p:nvSpPr>
        <p:spPr>
          <a:xfrm>
            <a:off x="47040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01_find_only_1075">
            <a:extLst>
              <a:ext uri="{FF2B5EF4-FFF2-40B4-BE49-F238E27FC236}">
                <a16:creationId xmlns:a16="http://schemas.microsoft.com/office/drawing/2014/main" id="{6E6DCC54-61DB-4055-B459-404BCCF0BE8F}"/>
              </a:ext>
            </a:extLst>
          </p:cNvPr>
          <p:cNvSpPr>
            <a:spLocks noGrp="1"/>
          </p:cNvSpPr>
          <p:nvPr/>
        </p:nvSpPr>
        <p:spPr>
          <a:xfrm>
            <a:off x="4676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01_find_only_1076">
            <a:extLst>
              <a:ext uri="{FF2B5EF4-FFF2-40B4-BE49-F238E27FC236}">
                <a16:creationId xmlns:a16="http://schemas.microsoft.com/office/drawing/2014/main" id="{351A0482-6D37-43AB-BF01-28E5D465D8B9}"/>
              </a:ext>
            </a:extLst>
          </p:cNvPr>
          <p:cNvSpPr>
            <a:spLocks noGrp="1"/>
          </p:cNvSpPr>
          <p:nvPr/>
        </p:nvSpPr>
        <p:spPr>
          <a:xfrm>
            <a:off x="46978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01_find_only_1077">
            <a:extLst>
              <a:ext uri="{FF2B5EF4-FFF2-40B4-BE49-F238E27FC236}">
                <a16:creationId xmlns:a16="http://schemas.microsoft.com/office/drawing/2014/main" id="{550FF756-1AD2-4088-A7CC-C17CAFFDA85D}"/>
              </a:ext>
            </a:extLst>
          </p:cNvPr>
          <p:cNvSpPr>
            <a:spLocks noGrp="1"/>
          </p:cNvSpPr>
          <p:nvPr/>
        </p:nvSpPr>
        <p:spPr>
          <a:xfrm>
            <a:off x="4677108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01_find_only_1078">
            <a:extLst>
              <a:ext uri="{FF2B5EF4-FFF2-40B4-BE49-F238E27FC236}">
                <a16:creationId xmlns:a16="http://schemas.microsoft.com/office/drawing/2014/main" id="{D015106F-244E-472D-AB14-01D53681FE71}"/>
              </a:ext>
            </a:extLst>
          </p:cNvPr>
          <p:cNvSpPr>
            <a:spLocks noGrp="1"/>
          </p:cNvSpPr>
          <p:nvPr/>
        </p:nvSpPr>
        <p:spPr>
          <a:xfrm>
            <a:off x="46856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01_find_only_1079">
            <a:extLst>
              <a:ext uri="{FF2B5EF4-FFF2-40B4-BE49-F238E27FC236}">
                <a16:creationId xmlns:a16="http://schemas.microsoft.com/office/drawing/2014/main" id="{4A48EEC6-2157-4945-88DA-2E6B106B533E}"/>
              </a:ext>
            </a:extLst>
          </p:cNvPr>
          <p:cNvSpPr>
            <a:spLocks noGrp="1"/>
          </p:cNvSpPr>
          <p:nvPr/>
        </p:nvSpPr>
        <p:spPr>
          <a:xfrm>
            <a:off x="4727627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01_find_only_1080">
            <a:extLst>
              <a:ext uri="{FF2B5EF4-FFF2-40B4-BE49-F238E27FC236}">
                <a16:creationId xmlns:a16="http://schemas.microsoft.com/office/drawing/2014/main" id="{D42FDAE9-5EAE-4E62-AB52-65186B0C8A7C}"/>
              </a:ext>
            </a:extLst>
          </p:cNvPr>
          <p:cNvSpPr>
            <a:spLocks noGrp="1"/>
          </p:cNvSpPr>
          <p:nvPr/>
        </p:nvSpPr>
        <p:spPr>
          <a:xfrm>
            <a:off x="46588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01_find_only_1081">
            <a:extLst>
              <a:ext uri="{FF2B5EF4-FFF2-40B4-BE49-F238E27FC236}">
                <a16:creationId xmlns:a16="http://schemas.microsoft.com/office/drawing/2014/main" id="{26273B81-3122-416C-BCD9-601A212DB508}"/>
              </a:ext>
            </a:extLst>
          </p:cNvPr>
          <p:cNvSpPr>
            <a:spLocks noGrp="1"/>
          </p:cNvSpPr>
          <p:nvPr/>
        </p:nvSpPr>
        <p:spPr>
          <a:xfrm>
            <a:off x="466331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01_find_only_1082">
            <a:extLst>
              <a:ext uri="{FF2B5EF4-FFF2-40B4-BE49-F238E27FC236}">
                <a16:creationId xmlns:a16="http://schemas.microsoft.com/office/drawing/2014/main" id="{6EF4B5B0-893D-4046-B4DD-DB4E48550B87}"/>
              </a:ext>
            </a:extLst>
          </p:cNvPr>
          <p:cNvSpPr>
            <a:spLocks noGrp="1"/>
          </p:cNvSpPr>
          <p:nvPr/>
        </p:nvSpPr>
        <p:spPr>
          <a:xfrm>
            <a:off x="47037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01_find_only_1083">
            <a:extLst>
              <a:ext uri="{FF2B5EF4-FFF2-40B4-BE49-F238E27FC236}">
                <a16:creationId xmlns:a16="http://schemas.microsoft.com/office/drawing/2014/main" id="{265E2C89-D552-4A11-A914-C35A3D496BBB}"/>
              </a:ext>
            </a:extLst>
          </p:cNvPr>
          <p:cNvSpPr>
            <a:spLocks noGrp="1"/>
          </p:cNvSpPr>
          <p:nvPr/>
        </p:nvSpPr>
        <p:spPr>
          <a:xfrm>
            <a:off x="47028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01_find_only_1084">
            <a:extLst>
              <a:ext uri="{FF2B5EF4-FFF2-40B4-BE49-F238E27FC236}">
                <a16:creationId xmlns:a16="http://schemas.microsoft.com/office/drawing/2014/main" id="{BB9B41B8-316D-41FC-9CCA-A0BB4E83E0B1}"/>
              </a:ext>
            </a:extLst>
          </p:cNvPr>
          <p:cNvSpPr>
            <a:spLocks noGrp="1"/>
          </p:cNvSpPr>
          <p:nvPr/>
        </p:nvSpPr>
        <p:spPr>
          <a:xfrm>
            <a:off x="4734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01_find_only_1085">
            <a:extLst>
              <a:ext uri="{FF2B5EF4-FFF2-40B4-BE49-F238E27FC236}">
                <a16:creationId xmlns:a16="http://schemas.microsoft.com/office/drawing/2014/main" id="{D5CCEC74-6C2B-44A6-A4FB-F484352C1372}"/>
              </a:ext>
            </a:extLst>
          </p:cNvPr>
          <p:cNvSpPr>
            <a:spLocks noGrp="1"/>
          </p:cNvSpPr>
          <p:nvPr/>
        </p:nvSpPr>
        <p:spPr>
          <a:xfrm>
            <a:off x="47197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01_find_only_1086">
            <a:extLst>
              <a:ext uri="{FF2B5EF4-FFF2-40B4-BE49-F238E27FC236}">
                <a16:creationId xmlns:a16="http://schemas.microsoft.com/office/drawing/2014/main" id="{B485F006-8544-4650-800E-376E0B1D5CE1}"/>
              </a:ext>
            </a:extLst>
          </p:cNvPr>
          <p:cNvSpPr>
            <a:spLocks noGrp="1"/>
          </p:cNvSpPr>
          <p:nvPr/>
        </p:nvSpPr>
        <p:spPr>
          <a:xfrm>
            <a:off x="4659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01_find_only_1087">
            <a:extLst>
              <a:ext uri="{FF2B5EF4-FFF2-40B4-BE49-F238E27FC236}">
                <a16:creationId xmlns:a16="http://schemas.microsoft.com/office/drawing/2014/main" id="{F0FAE3F4-343F-466A-917D-93932CA6BBCB}"/>
              </a:ext>
            </a:extLst>
          </p:cNvPr>
          <p:cNvSpPr>
            <a:spLocks noGrp="1"/>
          </p:cNvSpPr>
          <p:nvPr/>
        </p:nvSpPr>
        <p:spPr>
          <a:xfrm>
            <a:off x="4673902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01_find_only_1088">
            <a:extLst>
              <a:ext uri="{FF2B5EF4-FFF2-40B4-BE49-F238E27FC236}">
                <a16:creationId xmlns:a16="http://schemas.microsoft.com/office/drawing/2014/main" id="{763D83A7-F25B-49F4-8438-3B4019025675}"/>
              </a:ext>
            </a:extLst>
          </p:cNvPr>
          <p:cNvSpPr>
            <a:spLocks noGrp="1"/>
          </p:cNvSpPr>
          <p:nvPr/>
        </p:nvSpPr>
        <p:spPr>
          <a:xfrm>
            <a:off x="47124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01_find_only_1089">
            <a:extLst>
              <a:ext uri="{FF2B5EF4-FFF2-40B4-BE49-F238E27FC236}">
                <a16:creationId xmlns:a16="http://schemas.microsoft.com/office/drawing/2014/main" id="{CA4C1234-EA56-4462-9244-1C7CF896AB69}"/>
              </a:ext>
            </a:extLst>
          </p:cNvPr>
          <p:cNvSpPr>
            <a:spLocks noGrp="1"/>
          </p:cNvSpPr>
          <p:nvPr/>
        </p:nvSpPr>
        <p:spPr>
          <a:xfrm>
            <a:off x="46541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01_find_only_1090">
            <a:extLst>
              <a:ext uri="{FF2B5EF4-FFF2-40B4-BE49-F238E27FC236}">
                <a16:creationId xmlns:a16="http://schemas.microsoft.com/office/drawing/2014/main" id="{ABEDDF5B-B2E9-460E-AB27-7C2A07376F8B}"/>
              </a:ext>
            </a:extLst>
          </p:cNvPr>
          <p:cNvSpPr>
            <a:spLocks noGrp="1"/>
          </p:cNvSpPr>
          <p:nvPr/>
        </p:nvSpPr>
        <p:spPr>
          <a:xfrm>
            <a:off x="472170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01_find_only_1091">
            <a:extLst>
              <a:ext uri="{FF2B5EF4-FFF2-40B4-BE49-F238E27FC236}">
                <a16:creationId xmlns:a16="http://schemas.microsoft.com/office/drawing/2014/main" id="{8446E2FB-ACDF-438B-B782-74A693D792C9}"/>
              </a:ext>
            </a:extLst>
          </p:cNvPr>
          <p:cNvSpPr>
            <a:spLocks noGrp="1"/>
          </p:cNvSpPr>
          <p:nvPr/>
        </p:nvSpPr>
        <p:spPr>
          <a:xfrm>
            <a:off x="47250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01_find_only_1092">
            <a:extLst>
              <a:ext uri="{FF2B5EF4-FFF2-40B4-BE49-F238E27FC236}">
                <a16:creationId xmlns:a16="http://schemas.microsoft.com/office/drawing/2014/main" id="{7F1BCE23-6D2D-4CD6-83BE-978CAF801349}"/>
              </a:ext>
            </a:extLst>
          </p:cNvPr>
          <p:cNvSpPr>
            <a:spLocks noGrp="1"/>
          </p:cNvSpPr>
          <p:nvPr/>
        </p:nvSpPr>
        <p:spPr>
          <a:xfrm>
            <a:off x="471470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01_find_only_1093">
            <a:extLst>
              <a:ext uri="{FF2B5EF4-FFF2-40B4-BE49-F238E27FC236}">
                <a16:creationId xmlns:a16="http://schemas.microsoft.com/office/drawing/2014/main" id="{AB53E035-EB87-4CA9-AA24-AE372C47F535}"/>
              </a:ext>
            </a:extLst>
          </p:cNvPr>
          <p:cNvSpPr>
            <a:spLocks noGrp="1"/>
          </p:cNvSpPr>
          <p:nvPr/>
        </p:nvSpPr>
        <p:spPr>
          <a:xfrm>
            <a:off x="471383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01_find_only_1094">
            <a:extLst>
              <a:ext uri="{FF2B5EF4-FFF2-40B4-BE49-F238E27FC236}">
                <a16:creationId xmlns:a16="http://schemas.microsoft.com/office/drawing/2014/main" id="{04020494-D95D-4196-9401-D211D84726A1}"/>
              </a:ext>
            </a:extLst>
          </p:cNvPr>
          <p:cNvSpPr>
            <a:spLocks noGrp="1"/>
          </p:cNvSpPr>
          <p:nvPr/>
        </p:nvSpPr>
        <p:spPr>
          <a:xfrm>
            <a:off x="47180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01_find_only_1095">
            <a:extLst>
              <a:ext uri="{FF2B5EF4-FFF2-40B4-BE49-F238E27FC236}">
                <a16:creationId xmlns:a16="http://schemas.microsoft.com/office/drawing/2014/main" id="{7332588C-3D6B-4310-B193-1FA5847AFC5E}"/>
              </a:ext>
            </a:extLst>
          </p:cNvPr>
          <p:cNvSpPr>
            <a:spLocks noGrp="1"/>
          </p:cNvSpPr>
          <p:nvPr/>
        </p:nvSpPr>
        <p:spPr>
          <a:xfrm>
            <a:off x="46996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01_find_only_1096">
            <a:extLst>
              <a:ext uri="{FF2B5EF4-FFF2-40B4-BE49-F238E27FC236}">
                <a16:creationId xmlns:a16="http://schemas.microsoft.com/office/drawing/2014/main" id="{31776D0E-38BB-4400-8125-7A7B1BD9460C}"/>
              </a:ext>
            </a:extLst>
          </p:cNvPr>
          <p:cNvSpPr>
            <a:spLocks noGrp="1"/>
          </p:cNvSpPr>
          <p:nvPr/>
        </p:nvSpPr>
        <p:spPr>
          <a:xfrm>
            <a:off x="46492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01_find_only_1097">
            <a:extLst>
              <a:ext uri="{FF2B5EF4-FFF2-40B4-BE49-F238E27FC236}">
                <a16:creationId xmlns:a16="http://schemas.microsoft.com/office/drawing/2014/main" id="{E646629C-6E39-44C9-A50A-FEEDB78268EF}"/>
              </a:ext>
            </a:extLst>
          </p:cNvPr>
          <p:cNvSpPr>
            <a:spLocks noGrp="1"/>
          </p:cNvSpPr>
          <p:nvPr/>
        </p:nvSpPr>
        <p:spPr>
          <a:xfrm>
            <a:off x="46994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01_find_only_1098">
            <a:extLst>
              <a:ext uri="{FF2B5EF4-FFF2-40B4-BE49-F238E27FC236}">
                <a16:creationId xmlns:a16="http://schemas.microsoft.com/office/drawing/2014/main" id="{2491655E-8986-476E-A2F5-08200EFC0A3F}"/>
              </a:ext>
            </a:extLst>
          </p:cNvPr>
          <p:cNvSpPr>
            <a:spLocks noGrp="1"/>
          </p:cNvSpPr>
          <p:nvPr/>
        </p:nvSpPr>
        <p:spPr>
          <a:xfrm>
            <a:off x="4662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01_find_only_1099">
            <a:extLst>
              <a:ext uri="{FF2B5EF4-FFF2-40B4-BE49-F238E27FC236}">
                <a16:creationId xmlns:a16="http://schemas.microsoft.com/office/drawing/2014/main" id="{DD38BAF7-C3AE-4B1B-9C75-8F2AC34F084F}"/>
              </a:ext>
            </a:extLst>
          </p:cNvPr>
          <p:cNvSpPr>
            <a:spLocks noGrp="1"/>
          </p:cNvSpPr>
          <p:nvPr/>
        </p:nvSpPr>
        <p:spPr>
          <a:xfrm>
            <a:off x="4714220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01_find_only_1100">
            <a:extLst>
              <a:ext uri="{FF2B5EF4-FFF2-40B4-BE49-F238E27FC236}">
                <a16:creationId xmlns:a16="http://schemas.microsoft.com/office/drawing/2014/main" id="{88F413F1-3C50-4CC8-8593-7556F4292492}"/>
              </a:ext>
            </a:extLst>
          </p:cNvPr>
          <p:cNvSpPr>
            <a:spLocks noGrp="1"/>
          </p:cNvSpPr>
          <p:nvPr/>
        </p:nvSpPr>
        <p:spPr>
          <a:xfrm>
            <a:off x="47270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01_find_only_1101">
            <a:extLst>
              <a:ext uri="{FF2B5EF4-FFF2-40B4-BE49-F238E27FC236}">
                <a16:creationId xmlns:a16="http://schemas.microsoft.com/office/drawing/2014/main" id="{D5A95C5F-68F2-4262-8B94-21DE7472C84E}"/>
              </a:ext>
            </a:extLst>
          </p:cNvPr>
          <p:cNvSpPr>
            <a:spLocks noGrp="1"/>
          </p:cNvSpPr>
          <p:nvPr/>
        </p:nvSpPr>
        <p:spPr>
          <a:xfrm>
            <a:off x="46604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01_find_only_1102">
            <a:extLst>
              <a:ext uri="{FF2B5EF4-FFF2-40B4-BE49-F238E27FC236}">
                <a16:creationId xmlns:a16="http://schemas.microsoft.com/office/drawing/2014/main" id="{0486AC41-5C6D-4242-91EF-C59710B429D9}"/>
              </a:ext>
            </a:extLst>
          </p:cNvPr>
          <p:cNvSpPr>
            <a:spLocks noGrp="1"/>
          </p:cNvSpPr>
          <p:nvPr/>
        </p:nvSpPr>
        <p:spPr>
          <a:xfrm>
            <a:off x="4715094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01_find_only_1103">
            <a:extLst>
              <a:ext uri="{FF2B5EF4-FFF2-40B4-BE49-F238E27FC236}">
                <a16:creationId xmlns:a16="http://schemas.microsoft.com/office/drawing/2014/main" id="{B9360AE9-2739-4BA2-AAE2-C4B29A434382}"/>
              </a:ext>
            </a:extLst>
          </p:cNvPr>
          <p:cNvSpPr>
            <a:spLocks noGrp="1"/>
          </p:cNvSpPr>
          <p:nvPr/>
        </p:nvSpPr>
        <p:spPr>
          <a:xfrm>
            <a:off x="46653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01_find_only_1104">
            <a:extLst>
              <a:ext uri="{FF2B5EF4-FFF2-40B4-BE49-F238E27FC236}">
                <a16:creationId xmlns:a16="http://schemas.microsoft.com/office/drawing/2014/main" id="{0EC02F43-5A10-4C7F-839B-9216E4BB8EE7}"/>
              </a:ext>
            </a:extLst>
          </p:cNvPr>
          <p:cNvSpPr>
            <a:spLocks noGrp="1"/>
          </p:cNvSpPr>
          <p:nvPr/>
        </p:nvSpPr>
        <p:spPr>
          <a:xfrm>
            <a:off x="46696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01_find_only_1105">
            <a:extLst>
              <a:ext uri="{FF2B5EF4-FFF2-40B4-BE49-F238E27FC236}">
                <a16:creationId xmlns:a16="http://schemas.microsoft.com/office/drawing/2014/main" id="{EB39137C-AB96-4F08-9BC8-64B5DBB650FB}"/>
              </a:ext>
            </a:extLst>
          </p:cNvPr>
          <p:cNvSpPr>
            <a:spLocks noGrp="1"/>
          </p:cNvSpPr>
          <p:nvPr/>
        </p:nvSpPr>
        <p:spPr>
          <a:xfrm>
            <a:off x="46580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01_find_only_1106">
            <a:extLst>
              <a:ext uri="{FF2B5EF4-FFF2-40B4-BE49-F238E27FC236}">
                <a16:creationId xmlns:a16="http://schemas.microsoft.com/office/drawing/2014/main" id="{167A716D-7493-4FEF-9F56-521458B09842}"/>
              </a:ext>
            </a:extLst>
          </p:cNvPr>
          <p:cNvSpPr>
            <a:spLocks noGrp="1"/>
          </p:cNvSpPr>
          <p:nvPr/>
        </p:nvSpPr>
        <p:spPr>
          <a:xfrm>
            <a:off x="471402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01_find_only_1107">
            <a:extLst>
              <a:ext uri="{FF2B5EF4-FFF2-40B4-BE49-F238E27FC236}">
                <a16:creationId xmlns:a16="http://schemas.microsoft.com/office/drawing/2014/main" id="{189584DC-7429-4C9D-8D5C-4546BD3F9253}"/>
              </a:ext>
            </a:extLst>
          </p:cNvPr>
          <p:cNvSpPr>
            <a:spLocks noGrp="1"/>
          </p:cNvSpPr>
          <p:nvPr/>
        </p:nvSpPr>
        <p:spPr>
          <a:xfrm>
            <a:off x="47390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01_find_only_1108">
            <a:extLst>
              <a:ext uri="{FF2B5EF4-FFF2-40B4-BE49-F238E27FC236}">
                <a16:creationId xmlns:a16="http://schemas.microsoft.com/office/drawing/2014/main" id="{1E35BB8A-E215-4282-B5BC-4AEAED1CFEAE}"/>
              </a:ext>
            </a:extLst>
          </p:cNvPr>
          <p:cNvSpPr>
            <a:spLocks noGrp="1"/>
          </p:cNvSpPr>
          <p:nvPr/>
        </p:nvSpPr>
        <p:spPr>
          <a:xfrm>
            <a:off x="474326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01_find_only_1109">
            <a:extLst>
              <a:ext uri="{FF2B5EF4-FFF2-40B4-BE49-F238E27FC236}">
                <a16:creationId xmlns:a16="http://schemas.microsoft.com/office/drawing/2014/main" id="{AD0D3E51-9112-4340-91FA-92BAC0D0A318}"/>
              </a:ext>
            </a:extLst>
          </p:cNvPr>
          <p:cNvSpPr>
            <a:spLocks noGrp="1"/>
          </p:cNvSpPr>
          <p:nvPr/>
        </p:nvSpPr>
        <p:spPr>
          <a:xfrm>
            <a:off x="46832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01_find_only_1110">
            <a:extLst>
              <a:ext uri="{FF2B5EF4-FFF2-40B4-BE49-F238E27FC236}">
                <a16:creationId xmlns:a16="http://schemas.microsoft.com/office/drawing/2014/main" id="{3C166DAE-7AE4-4829-99DA-FC93EB158B91}"/>
              </a:ext>
            </a:extLst>
          </p:cNvPr>
          <p:cNvSpPr>
            <a:spLocks noGrp="1"/>
          </p:cNvSpPr>
          <p:nvPr/>
        </p:nvSpPr>
        <p:spPr>
          <a:xfrm>
            <a:off x="47188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01_find_only_1111">
            <a:extLst>
              <a:ext uri="{FF2B5EF4-FFF2-40B4-BE49-F238E27FC236}">
                <a16:creationId xmlns:a16="http://schemas.microsoft.com/office/drawing/2014/main" id="{FFB85862-4338-47F2-9848-86D59404A496}"/>
              </a:ext>
            </a:extLst>
          </p:cNvPr>
          <p:cNvSpPr>
            <a:spLocks noGrp="1"/>
          </p:cNvSpPr>
          <p:nvPr/>
        </p:nvSpPr>
        <p:spPr>
          <a:xfrm>
            <a:off x="47377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01_find_only_1112">
            <a:extLst>
              <a:ext uri="{FF2B5EF4-FFF2-40B4-BE49-F238E27FC236}">
                <a16:creationId xmlns:a16="http://schemas.microsoft.com/office/drawing/2014/main" id="{A34D54C9-BA4D-4FC2-8D89-75A90D7AB496}"/>
              </a:ext>
            </a:extLst>
          </p:cNvPr>
          <p:cNvSpPr>
            <a:spLocks noGrp="1"/>
          </p:cNvSpPr>
          <p:nvPr/>
        </p:nvSpPr>
        <p:spPr>
          <a:xfrm>
            <a:off x="472626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01_find_only_1113">
            <a:extLst>
              <a:ext uri="{FF2B5EF4-FFF2-40B4-BE49-F238E27FC236}">
                <a16:creationId xmlns:a16="http://schemas.microsoft.com/office/drawing/2014/main" id="{8BE1451B-FF45-423B-A525-D492FEDE3F3F}"/>
              </a:ext>
            </a:extLst>
          </p:cNvPr>
          <p:cNvSpPr>
            <a:spLocks noGrp="1"/>
          </p:cNvSpPr>
          <p:nvPr/>
        </p:nvSpPr>
        <p:spPr>
          <a:xfrm>
            <a:off x="4715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01_find_only_1114">
            <a:extLst>
              <a:ext uri="{FF2B5EF4-FFF2-40B4-BE49-F238E27FC236}">
                <a16:creationId xmlns:a16="http://schemas.microsoft.com/office/drawing/2014/main" id="{C3D157B3-7440-4A5C-9674-2DD86DC28CE2}"/>
              </a:ext>
            </a:extLst>
          </p:cNvPr>
          <p:cNvSpPr>
            <a:spLocks noGrp="1"/>
          </p:cNvSpPr>
          <p:nvPr/>
        </p:nvSpPr>
        <p:spPr>
          <a:xfrm>
            <a:off x="46921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01_find_only_1115">
            <a:extLst>
              <a:ext uri="{FF2B5EF4-FFF2-40B4-BE49-F238E27FC236}">
                <a16:creationId xmlns:a16="http://schemas.microsoft.com/office/drawing/2014/main" id="{22651E26-6395-4949-97F4-56768A0D0B96}"/>
              </a:ext>
            </a:extLst>
          </p:cNvPr>
          <p:cNvSpPr>
            <a:spLocks noGrp="1"/>
          </p:cNvSpPr>
          <p:nvPr/>
        </p:nvSpPr>
        <p:spPr>
          <a:xfrm>
            <a:off x="4689252" y="34730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01_find_only_1116">
            <a:extLst>
              <a:ext uri="{FF2B5EF4-FFF2-40B4-BE49-F238E27FC236}">
                <a16:creationId xmlns:a16="http://schemas.microsoft.com/office/drawing/2014/main" id="{5ABD7DB3-3047-47EB-A606-E5640C50F0A7}"/>
              </a:ext>
            </a:extLst>
          </p:cNvPr>
          <p:cNvSpPr>
            <a:spLocks noGrp="1"/>
          </p:cNvSpPr>
          <p:nvPr/>
        </p:nvSpPr>
        <p:spPr>
          <a:xfrm>
            <a:off x="4656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01_find_only_1117">
            <a:extLst>
              <a:ext uri="{FF2B5EF4-FFF2-40B4-BE49-F238E27FC236}">
                <a16:creationId xmlns:a16="http://schemas.microsoft.com/office/drawing/2014/main" id="{D5A33166-149D-4992-B925-6BF33B718D3A}"/>
              </a:ext>
            </a:extLst>
          </p:cNvPr>
          <p:cNvSpPr>
            <a:spLocks noGrp="1"/>
          </p:cNvSpPr>
          <p:nvPr/>
        </p:nvSpPr>
        <p:spPr>
          <a:xfrm>
            <a:off x="47380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01_find_only_1118">
            <a:extLst>
              <a:ext uri="{FF2B5EF4-FFF2-40B4-BE49-F238E27FC236}">
                <a16:creationId xmlns:a16="http://schemas.microsoft.com/office/drawing/2014/main" id="{FC70C4BE-925D-4F9F-A94A-DD90D5730A7F}"/>
              </a:ext>
            </a:extLst>
          </p:cNvPr>
          <p:cNvSpPr>
            <a:spLocks noGrp="1"/>
          </p:cNvSpPr>
          <p:nvPr/>
        </p:nvSpPr>
        <p:spPr>
          <a:xfrm>
            <a:off x="4727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01_find_only_1119">
            <a:extLst>
              <a:ext uri="{FF2B5EF4-FFF2-40B4-BE49-F238E27FC236}">
                <a16:creationId xmlns:a16="http://schemas.microsoft.com/office/drawing/2014/main" id="{B967A8D1-DA6B-4004-9B64-0011AF98EAE3}"/>
              </a:ext>
            </a:extLst>
          </p:cNvPr>
          <p:cNvSpPr>
            <a:spLocks noGrp="1"/>
          </p:cNvSpPr>
          <p:nvPr/>
        </p:nvSpPr>
        <p:spPr>
          <a:xfrm>
            <a:off x="47130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01_find_only_1120">
            <a:extLst>
              <a:ext uri="{FF2B5EF4-FFF2-40B4-BE49-F238E27FC236}">
                <a16:creationId xmlns:a16="http://schemas.microsoft.com/office/drawing/2014/main" id="{1F0C7C7B-FA02-43C4-8633-B3461F2DECA1}"/>
              </a:ext>
            </a:extLst>
          </p:cNvPr>
          <p:cNvSpPr>
            <a:spLocks noGrp="1"/>
          </p:cNvSpPr>
          <p:nvPr/>
        </p:nvSpPr>
        <p:spPr>
          <a:xfrm>
            <a:off x="46535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01_find_only_1121">
            <a:extLst>
              <a:ext uri="{FF2B5EF4-FFF2-40B4-BE49-F238E27FC236}">
                <a16:creationId xmlns:a16="http://schemas.microsoft.com/office/drawing/2014/main" id="{07991CB0-473B-4A2A-AB71-B4D5BCCD07E3}"/>
              </a:ext>
            </a:extLst>
          </p:cNvPr>
          <p:cNvSpPr>
            <a:spLocks noGrp="1"/>
          </p:cNvSpPr>
          <p:nvPr/>
        </p:nvSpPr>
        <p:spPr>
          <a:xfrm>
            <a:off x="4662924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01_find_only_1122">
            <a:extLst>
              <a:ext uri="{FF2B5EF4-FFF2-40B4-BE49-F238E27FC236}">
                <a16:creationId xmlns:a16="http://schemas.microsoft.com/office/drawing/2014/main" id="{811F896E-6A54-4438-B0B5-BD80172C3F03}"/>
              </a:ext>
            </a:extLst>
          </p:cNvPr>
          <p:cNvSpPr>
            <a:spLocks noGrp="1"/>
          </p:cNvSpPr>
          <p:nvPr/>
        </p:nvSpPr>
        <p:spPr>
          <a:xfrm>
            <a:off x="46723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01_find_only_1123">
            <a:extLst>
              <a:ext uri="{FF2B5EF4-FFF2-40B4-BE49-F238E27FC236}">
                <a16:creationId xmlns:a16="http://schemas.microsoft.com/office/drawing/2014/main" id="{87CA167E-1038-42BA-AFBD-C7B12C8EBCC6}"/>
              </a:ext>
            </a:extLst>
          </p:cNvPr>
          <p:cNvSpPr>
            <a:spLocks noGrp="1"/>
          </p:cNvSpPr>
          <p:nvPr/>
        </p:nvSpPr>
        <p:spPr>
          <a:xfrm>
            <a:off x="47140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01_find_only_1124">
            <a:extLst>
              <a:ext uri="{FF2B5EF4-FFF2-40B4-BE49-F238E27FC236}">
                <a16:creationId xmlns:a16="http://schemas.microsoft.com/office/drawing/2014/main" id="{1DCA939D-BA93-4D6F-B7D7-231EA5504C38}"/>
              </a:ext>
            </a:extLst>
          </p:cNvPr>
          <p:cNvSpPr>
            <a:spLocks noGrp="1"/>
          </p:cNvSpPr>
          <p:nvPr/>
        </p:nvSpPr>
        <p:spPr>
          <a:xfrm>
            <a:off x="4704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01_find_only_1125">
            <a:extLst>
              <a:ext uri="{FF2B5EF4-FFF2-40B4-BE49-F238E27FC236}">
                <a16:creationId xmlns:a16="http://schemas.microsoft.com/office/drawing/2014/main" id="{D737EF48-6654-4F91-8F67-F9D665D93B2F}"/>
              </a:ext>
            </a:extLst>
          </p:cNvPr>
          <p:cNvSpPr>
            <a:spLocks noGrp="1"/>
          </p:cNvSpPr>
          <p:nvPr/>
        </p:nvSpPr>
        <p:spPr>
          <a:xfrm>
            <a:off x="46670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01_find_only_1126">
            <a:extLst>
              <a:ext uri="{FF2B5EF4-FFF2-40B4-BE49-F238E27FC236}">
                <a16:creationId xmlns:a16="http://schemas.microsoft.com/office/drawing/2014/main" id="{52F386EA-EFA7-43C5-9FAC-9D3AC707B670}"/>
              </a:ext>
            </a:extLst>
          </p:cNvPr>
          <p:cNvSpPr>
            <a:spLocks noGrp="1"/>
          </p:cNvSpPr>
          <p:nvPr/>
        </p:nvSpPr>
        <p:spPr>
          <a:xfrm>
            <a:off x="46845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01_find_only_1127">
            <a:extLst>
              <a:ext uri="{FF2B5EF4-FFF2-40B4-BE49-F238E27FC236}">
                <a16:creationId xmlns:a16="http://schemas.microsoft.com/office/drawing/2014/main" id="{927FC731-46F5-47B3-A088-FBA26240CDD0}"/>
              </a:ext>
            </a:extLst>
          </p:cNvPr>
          <p:cNvSpPr>
            <a:spLocks noGrp="1"/>
          </p:cNvSpPr>
          <p:nvPr/>
        </p:nvSpPr>
        <p:spPr>
          <a:xfrm>
            <a:off x="4650197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01_find_only_1128">
            <a:extLst>
              <a:ext uri="{FF2B5EF4-FFF2-40B4-BE49-F238E27FC236}">
                <a16:creationId xmlns:a16="http://schemas.microsoft.com/office/drawing/2014/main" id="{C14C794F-49F1-4742-AFA3-BAF119C06C80}"/>
              </a:ext>
            </a:extLst>
          </p:cNvPr>
          <p:cNvSpPr>
            <a:spLocks noGrp="1"/>
          </p:cNvSpPr>
          <p:nvPr/>
        </p:nvSpPr>
        <p:spPr>
          <a:xfrm>
            <a:off x="51806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01_find_only_1129">
            <a:extLst>
              <a:ext uri="{FF2B5EF4-FFF2-40B4-BE49-F238E27FC236}">
                <a16:creationId xmlns:a16="http://schemas.microsoft.com/office/drawing/2014/main" id="{FE21B94B-6401-406C-A00A-327D87EC8914}"/>
              </a:ext>
            </a:extLst>
          </p:cNvPr>
          <p:cNvSpPr>
            <a:spLocks noGrp="1"/>
          </p:cNvSpPr>
          <p:nvPr/>
        </p:nvSpPr>
        <p:spPr>
          <a:xfrm>
            <a:off x="51620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01_find_only_1130">
            <a:extLst>
              <a:ext uri="{FF2B5EF4-FFF2-40B4-BE49-F238E27FC236}">
                <a16:creationId xmlns:a16="http://schemas.microsoft.com/office/drawing/2014/main" id="{BAC08835-E8CA-4D86-93DF-F1A718C9403F}"/>
              </a:ext>
            </a:extLst>
          </p:cNvPr>
          <p:cNvSpPr>
            <a:spLocks noGrp="1"/>
          </p:cNvSpPr>
          <p:nvPr/>
        </p:nvSpPr>
        <p:spPr>
          <a:xfrm>
            <a:off x="5177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01_find_only_1131">
            <a:extLst>
              <a:ext uri="{FF2B5EF4-FFF2-40B4-BE49-F238E27FC236}">
                <a16:creationId xmlns:a16="http://schemas.microsoft.com/office/drawing/2014/main" id="{51188A4A-CB3A-414A-BD10-14F7F7468C72}"/>
              </a:ext>
            </a:extLst>
          </p:cNvPr>
          <p:cNvSpPr>
            <a:spLocks noGrp="1"/>
          </p:cNvSpPr>
          <p:nvPr/>
        </p:nvSpPr>
        <p:spPr>
          <a:xfrm>
            <a:off x="5176768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01_find_only_1132">
            <a:extLst>
              <a:ext uri="{FF2B5EF4-FFF2-40B4-BE49-F238E27FC236}">
                <a16:creationId xmlns:a16="http://schemas.microsoft.com/office/drawing/2014/main" id="{9CFC3C68-F37C-4981-9E00-89D72164F33E}"/>
              </a:ext>
            </a:extLst>
          </p:cNvPr>
          <p:cNvSpPr>
            <a:spLocks noGrp="1"/>
          </p:cNvSpPr>
          <p:nvPr/>
        </p:nvSpPr>
        <p:spPr>
          <a:xfrm>
            <a:off x="51932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01_find_only_1133">
            <a:extLst>
              <a:ext uri="{FF2B5EF4-FFF2-40B4-BE49-F238E27FC236}">
                <a16:creationId xmlns:a16="http://schemas.microsoft.com/office/drawing/2014/main" id="{67FD86C8-260E-4940-950E-5381F1C83016}"/>
              </a:ext>
            </a:extLst>
          </p:cNvPr>
          <p:cNvSpPr>
            <a:spLocks noGrp="1"/>
          </p:cNvSpPr>
          <p:nvPr/>
        </p:nvSpPr>
        <p:spPr>
          <a:xfrm>
            <a:off x="522155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01_find_only_1134">
            <a:extLst>
              <a:ext uri="{FF2B5EF4-FFF2-40B4-BE49-F238E27FC236}">
                <a16:creationId xmlns:a16="http://schemas.microsoft.com/office/drawing/2014/main" id="{EF2D8ACE-EF37-48CC-ABEF-937D4BBC4028}"/>
              </a:ext>
            </a:extLst>
          </p:cNvPr>
          <p:cNvSpPr>
            <a:spLocks noGrp="1"/>
          </p:cNvSpPr>
          <p:nvPr/>
        </p:nvSpPr>
        <p:spPr>
          <a:xfrm>
            <a:off x="52393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01_find_only_1135">
            <a:extLst>
              <a:ext uri="{FF2B5EF4-FFF2-40B4-BE49-F238E27FC236}">
                <a16:creationId xmlns:a16="http://schemas.microsoft.com/office/drawing/2014/main" id="{8ADC0F03-0103-4A05-844B-732E1D2CF372}"/>
              </a:ext>
            </a:extLst>
          </p:cNvPr>
          <p:cNvSpPr>
            <a:spLocks noGrp="1"/>
          </p:cNvSpPr>
          <p:nvPr/>
        </p:nvSpPr>
        <p:spPr>
          <a:xfrm>
            <a:off x="51671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01_find_only_1136">
            <a:extLst>
              <a:ext uri="{FF2B5EF4-FFF2-40B4-BE49-F238E27FC236}">
                <a16:creationId xmlns:a16="http://schemas.microsoft.com/office/drawing/2014/main" id="{4E2A4B01-AD56-41FB-A979-5F79A23754A7}"/>
              </a:ext>
            </a:extLst>
          </p:cNvPr>
          <p:cNvSpPr>
            <a:spLocks noGrp="1"/>
          </p:cNvSpPr>
          <p:nvPr/>
        </p:nvSpPr>
        <p:spPr>
          <a:xfrm>
            <a:off x="52115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01_find_only_1137">
            <a:extLst>
              <a:ext uri="{FF2B5EF4-FFF2-40B4-BE49-F238E27FC236}">
                <a16:creationId xmlns:a16="http://schemas.microsoft.com/office/drawing/2014/main" id="{BEC28523-C13D-44B7-8146-FC8ACA5F8EB0}"/>
              </a:ext>
            </a:extLst>
          </p:cNvPr>
          <p:cNvSpPr>
            <a:spLocks noGrp="1"/>
          </p:cNvSpPr>
          <p:nvPr/>
        </p:nvSpPr>
        <p:spPr>
          <a:xfrm>
            <a:off x="51674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01_find_only_1138">
            <a:extLst>
              <a:ext uri="{FF2B5EF4-FFF2-40B4-BE49-F238E27FC236}">
                <a16:creationId xmlns:a16="http://schemas.microsoft.com/office/drawing/2014/main" id="{546FC062-614D-49F2-ACE5-830BC7CC5350}"/>
              </a:ext>
            </a:extLst>
          </p:cNvPr>
          <p:cNvSpPr>
            <a:spLocks noGrp="1"/>
          </p:cNvSpPr>
          <p:nvPr/>
        </p:nvSpPr>
        <p:spPr>
          <a:xfrm>
            <a:off x="5156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01_find_only_1139">
            <a:extLst>
              <a:ext uri="{FF2B5EF4-FFF2-40B4-BE49-F238E27FC236}">
                <a16:creationId xmlns:a16="http://schemas.microsoft.com/office/drawing/2014/main" id="{E65854CC-1B6F-42DC-9424-7EBBE4D17478}"/>
              </a:ext>
            </a:extLst>
          </p:cNvPr>
          <p:cNvSpPr>
            <a:spLocks noGrp="1"/>
          </p:cNvSpPr>
          <p:nvPr/>
        </p:nvSpPr>
        <p:spPr>
          <a:xfrm>
            <a:off x="523156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01_find_only_1140">
            <a:extLst>
              <a:ext uri="{FF2B5EF4-FFF2-40B4-BE49-F238E27FC236}">
                <a16:creationId xmlns:a16="http://schemas.microsoft.com/office/drawing/2014/main" id="{295DBF99-5275-42DB-8668-51C6A995CCEF}"/>
              </a:ext>
            </a:extLst>
          </p:cNvPr>
          <p:cNvSpPr>
            <a:spLocks noGrp="1"/>
          </p:cNvSpPr>
          <p:nvPr/>
        </p:nvSpPr>
        <p:spPr>
          <a:xfrm>
            <a:off x="52514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01_find_only_1141">
            <a:extLst>
              <a:ext uri="{FF2B5EF4-FFF2-40B4-BE49-F238E27FC236}">
                <a16:creationId xmlns:a16="http://schemas.microsoft.com/office/drawing/2014/main" id="{DB64C877-FBC6-45CD-B5F9-013B23F181B5}"/>
              </a:ext>
            </a:extLst>
          </p:cNvPr>
          <p:cNvSpPr>
            <a:spLocks noGrp="1"/>
          </p:cNvSpPr>
          <p:nvPr/>
        </p:nvSpPr>
        <p:spPr>
          <a:xfrm>
            <a:off x="51929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01_find_only_1142">
            <a:extLst>
              <a:ext uri="{FF2B5EF4-FFF2-40B4-BE49-F238E27FC236}">
                <a16:creationId xmlns:a16="http://schemas.microsoft.com/office/drawing/2014/main" id="{11A390B2-8A24-4AFD-8337-F390EEA0CA08}"/>
              </a:ext>
            </a:extLst>
          </p:cNvPr>
          <p:cNvSpPr>
            <a:spLocks noGrp="1"/>
          </p:cNvSpPr>
          <p:nvPr/>
        </p:nvSpPr>
        <p:spPr>
          <a:xfrm>
            <a:off x="52462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01_find_only_1143">
            <a:extLst>
              <a:ext uri="{FF2B5EF4-FFF2-40B4-BE49-F238E27FC236}">
                <a16:creationId xmlns:a16="http://schemas.microsoft.com/office/drawing/2014/main" id="{AE683825-FB38-43DF-B823-B84FF102543E}"/>
              </a:ext>
            </a:extLst>
          </p:cNvPr>
          <p:cNvSpPr>
            <a:spLocks noGrp="1"/>
          </p:cNvSpPr>
          <p:nvPr/>
        </p:nvSpPr>
        <p:spPr>
          <a:xfrm>
            <a:off x="517705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01_find_only_1144">
            <a:extLst>
              <a:ext uri="{FF2B5EF4-FFF2-40B4-BE49-F238E27FC236}">
                <a16:creationId xmlns:a16="http://schemas.microsoft.com/office/drawing/2014/main" id="{6A33ACDF-BBB1-4D3C-824A-8CD33123232E}"/>
              </a:ext>
            </a:extLst>
          </p:cNvPr>
          <p:cNvSpPr>
            <a:spLocks noGrp="1"/>
          </p:cNvSpPr>
          <p:nvPr/>
        </p:nvSpPr>
        <p:spPr>
          <a:xfrm>
            <a:off x="5195519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01_find_only_1145">
            <a:extLst>
              <a:ext uri="{FF2B5EF4-FFF2-40B4-BE49-F238E27FC236}">
                <a16:creationId xmlns:a16="http://schemas.microsoft.com/office/drawing/2014/main" id="{374CE679-B79A-4CCA-B4C0-9D0C35B43066}"/>
              </a:ext>
            </a:extLst>
          </p:cNvPr>
          <p:cNvSpPr>
            <a:spLocks noGrp="1"/>
          </p:cNvSpPr>
          <p:nvPr/>
        </p:nvSpPr>
        <p:spPr>
          <a:xfrm>
            <a:off x="5224469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01_find_only_1146">
            <a:extLst>
              <a:ext uri="{FF2B5EF4-FFF2-40B4-BE49-F238E27FC236}">
                <a16:creationId xmlns:a16="http://schemas.microsoft.com/office/drawing/2014/main" id="{73453101-7440-49D2-9423-E11FA080CEA1}"/>
              </a:ext>
            </a:extLst>
          </p:cNvPr>
          <p:cNvSpPr>
            <a:spLocks noGrp="1"/>
          </p:cNvSpPr>
          <p:nvPr/>
        </p:nvSpPr>
        <p:spPr>
          <a:xfrm>
            <a:off x="5241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01_find_only_1147">
            <a:extLst>
              <a:ext uri="{FF2B5EF4-FFF2-40B4-BE49-F238E27FC236}">
                <a16:creationId xmlns:a16="http://schemas.microsoft.com/office/drawing/2014/main" id="{75C1F1B1-30B5-4449-90C0-431DD2A1371D}"/>
              </a:ext>
            </a:extLst>
          </p:cNvPr>
          <p:cNvSpPr>
            <a:spLocks noGrp="1"/>
          </p:cNvSpPr>
          <p:nvPr/>
        </p:nvSpPr>
        <p:spPr>
          <a:xfrm>
            <a:off x="52512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01_find_only_1148">
            <a:extLst>
              <a:ext uri="{FF2B5EF4-FFF2-40B4-BE49-F238E27FC236}">
                <a16:creationId xmlns:a16="http://schemas.microsoft.com/office/drawing/2014/main" id="{7F4B9088-45FC-48AA-88F9-FCEA477B05F8}"/>
              </a:ext>
            </a:extLst>
          </p:cNvPr>
          <p:cNvSpPr>
            <a:spLocks noGrp="1"/>
          </p:cNvSpPr>
          <p:nvPr/>
        </p:nvSpPr>
        <p:spPr>
          <a:xfrm>
            <a:off x="52177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01_find_only_1149">
            <a:extLst>
              <a:ext uri="{FF2B5EF4-FFF2-40B4-BE49-F238E27FC236}">
                <a16:creationId xmlns:a16="http://schemas.microsoft.com/office/drawing/2014/main" id="{3817BC47-D69B-4797-B90A-DF566766A661}"/>
              </a:ext>
            </a:extLst>
          </p:cNvPr>
          <p:cNvSpPr>
            <a:spLocks noGrp="1"/>
          </p:cNvSpPr>
          <p:nvPr/>
        </p:nvSpPr>
        <p:spPr>
          <a:xfrm>
            <a:off x="5160155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01_find_only_1150">
            <a:extLst>
              <a:ext uri="{FF2B5EF4-FFF2-40B4-BE49-F238E27FC236}">
                <a16:creationId xmlns:a16="http://schemas.microsoft.com/office/drawing/2014/main" id="{CF8CBD25-C5C6-4699-A750-7FF5C0F9EFE5}"/>
              </a:ext>
            </a:extLst>
          </p:cNvPr>
          <p:cNvSpPr>
            <a:spLocks noGrp="1"/>
          </p:cNvSpPr>
          <p:nvPr/>
        </p:nvSpPr>
        <p:spPr>
          <a:xfrm>
            <a:off x="517453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01_find_only_1151">
            <a:extLst>
              <a:ext uri="{FF2B5EF4-FFF2-40B4-BE49-F238E27FC236}">
                <a16:creationId xmlns:a16="http://schemas.microsoft.com/office/drawing/2014/main" id="{B71C1212-D4B7-4941-AB73-BE26D5E88001}"/>
              </a:ext>
            </a:extLst>
          </p:cNvPr>
          <p:cNvSpPr>
            <a:spLocks noGrp="1"/>
          </p:cNvSpPr>
          <p:nvPr/>
        </p:nvSpPr>
        <p:spPr>
          <a:xfrm>
            <a:off x="5180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01_find_only_1152">
            <a:extLst>
              <a:ext uri="{FF2B5EF4-FFF2-40B4-BE49-F238E27FC236}">
                <a16:creationId xmlns:a16="http://schemas.microsoft.com/office/drawing/2014/main" id="{EAC806A4-2FE5-4A88-9991-92755B6B962E}"/>
              </a:ext>
            </a:extLst>
          </p:cNvPr>
          <p:cNvSpPr>
            <a:spLocks noGrp="1"/>
          </p:cNvSpPr>
          <p:nvPr/>
        </p:nvSpPr>
        <p:spPr>
          <a:xfrm>
            <a:off x="51599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01_find_only_1153">
            <a:extLst>
              <a:ext uri="{FF2B5EF4-FFF2-40B4-BE49-F238E27FC236}">
                <a16:creationId xmlns:a16="http://schemas.microsoft.com/office/drawing/2014/main" id="{E406C5BB-68F5-435F-B240-A856DED0ECA4}"/>
              </a:ext>
            </a:extLst>
          </p:cNvPr>
          <p:cNvSpPr>
            <a:spLocks noGrp="1"/>
          </p:cNvSpPr>
          <p:nvPr/>
        </p:nvSpPr>
        <p:spPr>
          <a:xfrm>
            <a:off x="515937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01_find_only_1154">
            <a:extLst>
              <a:ext uri="{FF2B5EF4-FFF2-40B4-BE49-F238E27FC236}">
                <a16:creationId xmlns:a16="http://schemas.microsoft.com/office/drawing/2014/main" id="{4756446C-EF96-4CE9-AA62-C1403CCF47C8}"/>
              </a:ext>
            </a:extLst>
          </p:cNvPr>
          <p:cNvSpPr>
            <a:spLocks noGrp="1"/>
          </p:cNvSpPr>
          <p:nvPr/>
        </p:nvSpPr>
        <p:spPr>
          <a:xfrm>
            <a:off x="5178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01_find_only_1155">
            <a:extLst>
              <a:ext uri="{FF2B5EF4-FFF2-40B4-BE49-F238E27FC236}">
                <a16:creationId xmlns:a16="http://schemas.microsoft.com/office/drawing/2014/main" id="{7C6F535D-7116-4949-BBDE-9A23FB5CAE1F}"/>
              </a:ext>
            </a:extLst>
          </p:cNvPr>
          <p:cNvSpPr>
            <a:spLocks noGrp="1"/>
          </p:cNvSpPr>
          <p:nvPr/>
        </p:nvSpPr>
        <p:spPr>
          <a:xfrm>
            <a:off x="52148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01_find_only_1156">
            <a:extLst>
              <a:ext uri="{FF2B5EF4-FFF2-40B4-BE49-F238E27FC236}">
                <a16:creationId xmlns:a16="http://schemas.microsoft.com/office/drawing/2014/main" id="{51FDB4BC-2179-4E7B-96CF-8EC54F1F15B5}"/>
              </a:ext>
            </a:extLst>
          </p:cNvPr>
          <p:cNvSpPr>
            <a:spLocks noGrp="1"/>
          </p:cNvSpPr>
          <p:nvPr/>
        </p:nvSpPr>
        <p:spPr>
          <a:xfrm>
            <a:off x="51730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01_find_only_1157">
            <a:extLst>
              <a:ext uri="{FF2B5EF4-FFF2-40B4-BE49-F238E27FC236}">
                <a16:creationId xmlns:a16="http://schemas.microsoft.com/office/drawing/2014/main" id="{6C9EA615-6A4D-42FE-8AF3-8D9017CA5EE0}"/>
              </a:ext>
            </a:extLst>
          </p:cNvPr>
          <p:cNvSpPr>
            <a:spLocks noGrp="1"/>
          </p:cNvSpPr>
          <p:nvPr/>
        </p:nvSpPr>
        <p:spPr>
          <a:xfrm>
            <a:off x="52022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01_find_only_1158">
            <a:extLst>
              <a:ext uri="{FF2B5EF4-FFF2-40B4-BE49-F238E27FC236}">
                <a16:creationId xmlns:a16="http://schemas.microsoft.com/office/drawing/2014/main" id="{99D0914B-0D70-467D-943F-D66B034E5194}"/>
              </a:ext>
            </a:extLst>
          </p:cNvPr>
          <p:cNvSpPr>
            <a:spLocks noGrp="1"/>
          </p:cNvSpPr>
          <p:nvPr/>
        </p:nvSpPr>
        <p:spPr>
          <a:xfrm>
            <a:off x="5191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01_find_only_1159">
            <a:extLst>
              <a:ext uri="{FF2B5EF4-FFF2-40B4-BE49-F238E27FC236}">
                <a16:creationId xmlns:a16="http://schemas.microsoft.com/office/drawing/2014/main" id="{657EB740-ADDC-4261-AE22-0A784275645B}"/>
              </a:ext>
            </a:extLst>
          </p:cNvPr>
          <p:cNvSpPr>
            <a:spLocks noGrp="1"/>
          </p:cNvSpPr>
          <p:nvPr/>
        </p:nvSpPr>
        <p:spPr>
          <a:xfrm>
            <a:off x="5240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01_find_only_1160">
            <a:extLst>
              <a:ext uri="{FF2B5EF4-FFF2-40B4-BE49-F238E27FC236}">
                <a16:creationId xmlns:a16="http://schemas.microsoft.com/office/drawing/2014/main" id="{365B85A5-D2DB-4415-BC79-442E621A6C00}"/>
              </a:ext>
            </a:extLst>
          </p:cNvPr>
          <p:cNvSpPr>
            <a:spLocks noGrp="1"/>
          </p:cNvSpPr>
          <p:nvPr/>
        </p:nvSpPr>
        <p:spPr>
          <a:xfrm>
            <a:off x="5182306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01_find_only_1161">
            <a:extLst>
              <a:ext uri="{FF2B5EF4-FFF2-40B4-BE49-F238E27FC236}">
                <a16:creationId xmlns:a16="http://schemas.microsoft.com/office/drawing/2014/main" id="{AC601FA7-F788-46B7-973F-4D94ABA7F14C}"/>
              </a:ext>
            </a:extLst>
          </p:cNvPr>
          <p:cNvSpPr>
            <a:spLocks noGrp="1"/>
          </p:cNvSpPr>
          <p:nvPr/>
        </p:nvSpPr>
        <p:spPr>
          <a:xfrm>
            <a:off x="522223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01_find_only_1162">
            <a:extLst>
              <a:ext uri="{FF2B5EF4-FFF2-40B4-BE49-F238E27FC236}">
                <a16:creationId xmlns:a16="http://schemas.microsoft.com/office/drawing/2014/main" id="{4A57EFB4-8254-4E54-9888-EFB246EF8265}"/>
              </a:ext>
            </a:extLst>
          </p:cNvPr>
          <p:cNvSpPr>
            <a:spLocks noGrp="1"/>
          </p:cNvSpPr>
          <p:nvPr/>
        </p:nvSpPr>
        <p:spPr>
          <a:xfrm>
            <a:off x="52246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01_find_only_1163">
            <a:extLst>
              <a:ext uri="{FF2B5EF4-FFF2-40B4-BE49-F238E27FC236}">
                <a16:creationId xmlns:a16="http://schemas.microsoft.com/office/drawing/2014/main" id="{36739264-BA35-44E3-8735-B9608C94A5B0}"/>
              </a:ext>
            </a:extLst>
          </p:cNvPr>
          <p:cNvSpPr>
            <a:spLocks noGrp="1"/>
          </p:cNvSpPr>
          <p:nvPr/>
        </p:nvSpPr>
        <p:spPr>
          <a:xfrm>
            <a:off x="515967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01_find_only_1164">
            <a:extLst>
              <a:ext uri="{FF2B5EF4-FFF2-40B4-BE49-F238E27FC236}">
                <a16:creationId xmlns:a16="http://schemas.microsoft.com/office/drawing/2014/main" id="{9CE32CD0-551E-4471-B997-59F39416D7B2}"/>
              </a:ext>
            </a:extLst>
          </p:cNvPr>
          <p:cNvSpPr>
            <a:spLocks noGrp="1"/>
          </p:cNvSpPr>
          <p:nvPr/>
        </p:nvSpPr>
        <p:spPr>
          <a:xfrm>
            <a:off x="5238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01_find_only_1165">
            <a:extLst>
              <a:ext uri="{FF2B5EF4-FFF2-40B4-BE49-F238E27FC236}">
                <a16:creationId xmlns:a16="http://schemas.microsoft.com/office/drawing/2014/main" id="{B267B2F5-362B-4350-99F8-1A646F8AC37E}"/>
              </a:ext>
            </a:extLst>
          </p:cNvPr>
          <p:cNvSpPr>
            <a:spLocks noGrp="1"/>
          </p:cNvSpPr>
          <p:nvPr/>
        </p:nvSpPr>
        <p:spPr>
          <a:xfrm>
            <a:off x="51573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01_find_only_1166">
            <a:extLst>
              <a:ext uri="{FF2B5EF4-FFF2-40B4-BE49-F238E27FC236}">
                <a16:creationId xmlns:a16="http://schemas.microsoft.com/office/drawing/2014/main" id="{4C1F4AD4-D1D2-47CA-B6F5-7F67EB2A0FB0}"/>
              </a:ext>
            </a:extLst>
          </p:cNvPr>
          <p:cNvSpPr>
            <a:spLocks noGrp="1"/>
          </p:cNvSpPr>
          <p:nvPr/>
        </p:nvSpPr>
        <p:spPr>
          <a:xfrm>
            <a:off x="52386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01_find_only_1167">
            <a:extLst>
              <a:ext uri="{FF2B5EF4-FFF2-40B4-BE49-F238E27FC236}">
                <a16:creationId xmlns:a16="http://schemas.microsoft.com/office/drawing/2014/main" id="{5F3710E7-78F5-442C-BD13-D8650D11BC8F}"/>
              </a:ext>
            </a:extLst>
          </p:cNvPr>
          <p:cNvSpPr>
            <a:spLocks noGrp="1"/>
          </p:cNvSpPr>
          <p:nvPr/>
        </p:nvSpPr>
        <p:spPr>
          <a:xfrm>
            <a:off x="52480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01_find_only_1168">
            <a:extLst>
              <a:ext uri="{FF2B5EF4-FFF2-40B4-BE49-F238E27FC236}">
                <a16:creationId xmlns:a16="http://schemas.microsoft.com/office/drawing/2014/main" id="{BFB099BE-8E58-4DD9-A052-E54DA7161CB6}"/>
              </a:ext>
            </a:extLst>
          </p:cNvPr>
          <p:cNvSpPr>
            <a:spLocks noGrp="1"/>
          </p:cNvSpPr>
          <p:nvPr/>
        </p:nvSpPr>
        <p:spPr>
          <a:xfrm>
            <a:off x="52154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01_find_only_1169">
            <a:extLst>
              <a:ext uri="{FF2B5EF4-FFF2-40B4-BE49-F238E27FC236}">
                <a16:creationId xmlns:a16="http://schemas.microsoft.com/office/drawing/2014/main" id="{E382683A-9849-4876-9561-C6A5BD7C2D24}"/>
              </a:ext>
            </a:extLst>
          </p:cNvPr>
          <p:cNvSpPr>
            <a:spLocks noGrp="1"/>
          </p:cNvSpPr>
          <p:nvPr/>
        </p:nvSpPr>
        <p:spPr>
          <a:xfrm>
            <a:off x="51862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01_find_only_1170">
            <a:extLst>
              <a:ext uri="{FF2B5EF4-FFF2-40B4-BE49-F238E27FC236}">
                <a16:creationId xmlns:a16="http://schemas.microsoft.com/office/drawing/2014/main" id="{F50F2580-17DE-45E1-8C1B-80366CA42130}"/>
              </a:ext>
            </a:extLst>
          </p:cNvPr>
          <p:cNvSpPr>
            <a:spLocks noGrp="1"/>
          </p:cNvSpPr>
          <p:nvPr/>
        </p:nvSpPr>
        <p:spPr>
          <a:xfrm>
            <a:off x="5226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01_find_only_1171">
            <a:extLst>
              <a:ext uri="{FF2B5EF4-FFF2-40B4-BE49-F238E27FC236}">
                <a16:creationId xmlns:a16="http://schemas.microsoft.com/office/drawing/2014/main" id="{EF96423A-F656-4002-B4AC-76CCB0BD3946}"/>
              </a:ext>
            </a:extLst>
          </p:cNvPr>
          <p:cNvSpPr>
            <a:spLocks noGrp="1"/>
          </p:cNvSpPr>
          <p:nvPr/>
        </p:nvSpPr>
        <p:spPr>
          <a:xfrm>
            <a:off x="51775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01_find_only_1172">
            <a:extLst>
              <a:ext uri="{FF2B5EF4-FFF2-40B4-BE49-F238E27FC236}">
                <a16:creationId xmlns:a16="http://schemas.microsoft.com/office/drawing/2014/main" id="{5E82C6DD-205C-4222-9512-EE61D738183F}"/>
              </a:ext>
            </a:extLst>
          </p:cNvPr>
          <p:cNvSpPr>
            <a:spLocks noGrp="1"/>
          </p:cNvSpPr>
          <p:nvPr/>
        </p:nvSpPr>
        <p:spPr>
          <a:xfrm>
            <a:off x="52025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01_find_only_1173">
            <a:extLst>
              <a:ext uri="{FF2B5EF4-FFF2-40B4-BE49-F238E27FC236}">
                <a16:creationId xmlns:a16="http://schemas.microsoft.com/office/drawing/2014/main" id="{0E6BB4D3-CA89-4F52-94E1-A23D6B7B10C4}"/>
              </a:ext>
            </a:extLst>
          </p:cNvPr>
          <p:cNvSpPr>
            <a:spLocks noGrp="1"/>
          </p:cNvSpPr>
          <p:nvPr/>
        </p:nvSpPr>
        <p:spPr>
          <a:xfrm>
            <a:off x="52025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01_find_only_1174">
            <a:extLst>
              <a:ext uri="{FF2B5EF4-FFF2-40B4-BE49-F238E27FC236}">
                <a16:creationId xmlns:a16="http://schemas.microsoft.com/office/drawing/2014/main" id="{A7FB8342-CE40-4F73-BD7A-98507696413C}"/>
              </a:ext>
            </a:extLst>
          </p:cNvPr>
          <p:cNvSpPr>
            <a:spLocks noGrp="1"/>
          </p:cNvSpPr>
          <p:nvPr/>
        </p:nvSpPr>
        <p:spPr>
          <a:xfrm>
            <a:off x="5173368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01_find_only_1175">
            <a:extLst>
              <a:ext uri="{FF2B5EF4-FFF2-40B4-BE49-F238E27FC236}">
                <a16:creationId xmlns:a16="http://schemas.microsoft.com/office/drawing/2014/main" id="{DA345CED-997A-43E0-A85F-14CA61558240}"/>
              </a:ext>
            </a:extLst>
          </p:cNvPr>
          <p:cNvSpPr>
            <a:spLocks noGrp="1"/>
          </p:cNvSpPr>
          <p:nvPr/>
        </p:nvSpPr>
        <p:spPr>
          <a:xfrm>
            <a:off x="5241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01_find_only_1176">
            <a:extLst>
              <a:ext uri="{FF2B5EF4-FFF2-40B4-BE49-F238E27FC236}">
                <a16:creationId xmlns:a16="http://schemas.microsoft.com/office/drawing/2014/main" id="{5DF16DA6-0C77-41B1-BA8C-257F628FC852}"/>
              </a:ext>
            </a:extLst>
          </p:cNvPr>
          <p:cNvSpPr>
            <a:spLocks noGrp="1"/>
          </p:cNvSpPr>
          <p:nvPr/>
        </p:nvSpPr>
        <p:spPr>
          <a:xfrm>
            <a:off x="51879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01_find_only_1177">
            <a:extLst>
              <a:ext uri="{FF2B5EF4-FFF2-40B4-BE49-F238E27FC236}">
                <a16:creationId xmlns:a16="http://schemas.microsoft.com/office/drawing/2014/main" id="{20E3227E-C297-473F-82B3-6B23A8613359}"/>
              </a:ext>
            </a:extLst>
          </p:cNvPr>
          <p:cNvSpPr>
            <a:spLocks noGrp="1"/>
          </p:cNvSpPr>
          <p:nvPr/>
        </p:nvSpPr>
        <p:spPr>
          <a:xfrm>
            <a:off x="51973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01_find_only_1178">
            <a:extLst>
              <a:ext uri="{FF2B5EF4-FFF2-40B4-BE49-F238E27FC236}">
                <a16:creationId xmlns:a16="http://schemas.microsoft.com/office/drawing/2014/main" id="{4C8149AE-AC3E-4B50-AC6C-D5D8A62EBF32}"/>
              </a:ext>
            </a:extLst>
          </p:cNvPr>
          <p:cNvSpPr>
            <a:spLocks noGrp="1"/>
          </p:cNvSpPr>
          <p:nvPr/>
        </p:nvSpPr>
        <p:spPr>
          <a:xfrm>
            <a:off x="52504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01_find_only_1179">
            <a:extLst>
              <a:ext uri="{FF2B5EF4-FFF2-40B4-BE49-F238E27FC236}">
                <a16:creationId xmlns:a16="http://schemas.microsoft.com/office/drawing/2014/main" id="{63582FC4-09BE-4EE2-904C-2E6F779EA0C1}"/>
              </a:ext>
            </a:extLst>
          </p:cNvPr>
          <p:cNvSpPr>
            <a:spLocks noGrp="1"/>
          </p:cNvSpPr>
          <p:nvPr/>
        </p:nvSpPr>
        <p:spPr>
          <a:xfrm>
            <a:off x="52212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01_find_only_1180">
            <a:extLst>
              <a:ext uri="{FF2B5EF4-FFF2-40B4-BE49-F238E27FC236}">
                <a16:creationId xmlns:a16="http://schemas.microsoft.com/office/drawing/2014/main" id="{0AA56CC2-0460-4E86-BDAA-D4B1A32F898D}"/>
              </a:ext>
            </a:extLst>
          </p:cNvPr>
          <p:cNvSpPr>
            <a:spLocks noGrp="1"/>
          </p:cNvSpPr>
          <p:nvPr/>
        </p:nvSpPr>
        <p:spPr>
          <a:xfrm>
            <a:off x="524691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01_find_only_1181">
            <a:extLst>
              <a:ext uri="{FF2B5EF4-FFF2-40B4-BE49-F238E27FC236}">
                <a16:creationId xmlns:a16="http://schemas.microsoft.com/office/drawing/2014/main" id="{6BDAC259-0561-407B-B5AB-49728D0918EF}"/>
              </a:ext>
            </a:extLst>
          </p:cNvPr>
          <p:cNvSpPr>
            <a:spLocks noGrp="1"/>
          </p:cNvSpPr>
          <p:nvPr/>
        </p:nvSpPr>
        <p:spPr>
          <a:xfrm>
            <a:off x="51610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01_find_only_1182">
            <a:extLst>
              <a:ext uri="{FF2B5EF4-FFF2-40B4-BE49-F238E27FC236}">
                <a16:creationId xmlns:a16="http://schemas.microsoft.com/office/drawing/2014/main" id="{6CF92A79-7FF0-4E8F-8BC2-C15B36EDF4C8}"/>
              </a:ext>
            </a:extLst>
          </p:cNvPr>
          <p:cNvSpPr>
            <a:spLocks noGrp="1"/>
          </p:cNvSpPr>
          <p:nvPr/>
        </p:nvSpPr>
        <p:spPr>
          <a:xfrm>
            <a:off x="52397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01_find_only_1183">
            <a:extLst>
              <a:ext uri="{FF2B5EF4-FFF2-40B4-BE49-F238E27FC236}">
                <a16:creationId xmlns:a16="http://schemas.microsoft.com/office/drawing/2014/main" id="{38A44FB3-D6C4-4F5F-80DC-2D7F1B26F4B5}"/>
              </a:ext>
            </a:extLst>
          </p:cNvPr>
          <p:cNvSpPr>
            <a:spLocks noGrp="1"/>
          </p:cNvSpPr>
          <p:nvPr/>
        </p:nvSpPr>
        <p:spPr>
          <a:xfrm>
            <a:off x="5226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01_find_only_1184">
            <a:extLst>
              <a:ext uri="{FF2B5EF4-FFF2-40B4-BE49-F238E27FC236}">
                <a16:creationId xmlns:a16="http://schemas.microsoft.com/office/drawing/2014/main" id="{EC88FE19-0A31-4884-8E00-3C456D81C8F6}"/>
              </a:ext>
            </a:extLst>
          </p:cNvPr>
          <p:cNvSpPr>
            <a:spLocks noGrp="1"/>
          </p:cNvSpPr>
          <p:nvPr/>
        </p:nvSpPr>
        <p:spPr>
          <a:xfrm>
            <a:off x="51933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01_find_only_1185">
            <a:extLst>
              <a:ext uri="{FF2B5EF4-FFF2-40B4-BE49-F238E27FC236}">
                <a16:creationId xmlns:a16="http://schemas.microsoft.com/office/drawing/2014/main" id="{F31C6655-AE1D-4B62-AF42-ECAFDF4EB42E}"/>
              </a:ext>
            </a:extLst>
          </p:cNvPr>
          <p:cNvSpPr>
            <a:spLocks noGrp="1"/>
          </p:cNvSpPr>
          <p:nvPr/>
        </p:nvSpPr>
        <p:spPr>
          <a:xfrm>
            <a:off x="523068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01_find_only_1186">
            <a:extLst>
              <a:ext uri="{FF2B5EF4-FFF2-40B4-BE49-F238E27FC236}">
                <a16:creationId xmlns:a16="http://schemas.microsoft.com/office/drawing/2014/main" id="{68D7C537-BF19-4451-AC58-B3A26BF23B85}"/>
              </a:ext>
            </a:extLst>
          </p:cNvPr>
          <p:cNvSpPr>
            <a:spLocks noGrp="1"/>
          </p:cNvSpPr>
          <p:nvPr/>
        </p:nvSpPr>
        <p:spPr>
          <a:xfrm>
            <a:off x="5250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01_find_only_1187">
            <a:extLst>
              <a:ext uri="{FF2B5EF4-FFF2-40B4-BE49-F238E27FC236}">
                <a16:creationId xmlns:a16="http://schemas.microsoft.com/office/drawing/2014/main" id="{964D8D1B-4CD5-46C8-B5EE-4BF1AF46ED37}"/>
              </a:ext>
            </a:extLst>
          </p:cNvPr>
          <p:cNvSpPr>
            <a:spLocks noGrp="1"/>
          </p:cNvSpPr>
          <p:nvPr/>
        </p:nvSpPr>
        <p:spPr>
          <a:xfrm>
            <a:off x="52204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01_find_only_1188">
            <a:extLst>
              <a:ext uri="{FF2B5EF4-FFF2-40B4-BE49-F238E27FC236}">
                <a16:creationId xmlns:a16="http://schemas.microsoft.com/office/drawing/2014/main" id="{73B534BA-D494-4756-84B3-B61D5CA22EDE}"/>
              </a:ext>
            </a:extLst>
          </p:cNvPr>
          <p:cNvSpPr>
            <a:spLocks noGrp="1"/>
          </p:cNvSpPr>
          <p:nvPr/>
        </p:nvSpPr>
        <p:spPr>
          <a:xfrm>
            <a:off x="52279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01_find_only_1189">
            <a:extLst>
              <a:ext uri="{FF2B5EF4-FFF2-40B4-BE49-F238E27FC236}">
                <a16:creationId xmlns:a16="http://schemas.microsoft.com/office/drawing/2014/main" id="{5B27CBB2-F291-4645-A886-05094919D955}"/>
              </a:ext>
            </a:extLst>
          </p:cNvPr>
          <p:cNvSpPr>
            <a:spLocks noGrp="1"/>
          </p:cNvSpPr>
          <p:nvPr/>
        </p:nvSpPr>
        <p:spPr>
          <a:xfrm>
            <a:off x="522709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01_find_only_1190">
            <a:extLst>
              <a:ext uri="{FF2B5EF4-FFF2-40B4-BE49-F238E27FC236}">
                <a16:creationId xmlns:a16="http://schemas.microsoft.com/office/drawing/2014/main" id="{E1DFC827-9783-4878-882B-793F77C3D493}"/>
              </a:ext>
            </a:extLst>
          </p:cNvPr>
          <p:cNvSpPr>
            <a:spLocks noGrp="1"/>
          </p:cNvSpPr>
          <p:nvPr/>
        </p:nvSpPr>
        <p:spPr>
          <a:xfrm>
            <a:off x="521154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01_find_only_1191">
            <a:extLst>
              <a:ext uri="{FF2B5EF4-FFF2-40B4-BE49-F238E27FC236}">
                <a16:creationId xmlns:a16="http://schemas.microsoft.com/office/drawing/2014/main" id="{E1978932-E42A-45C1-B315-565C1797A3AE}"/>
              </a:ext>
            </a:extLst>
          </p:cNvPr>
          <p:cNvSpPr>
            <a:spLocks noGrp="1"/>
          </p:cNvSpPr>
          <p:nvPr/>
        </p:nvSpPr>
        <p:spPr>
          <a:xfrm>
            <a:off x="5184443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01_find_only_1192">
            <a:extLst>
              <a:ext uri="{FF2B5EF4-FFF2-40B4-BE49-F238E27FC236}">
                <a16:creationId xmlns:a16="http://schemas.microsoft.com/office/drawing/2014/main" id="{AFEA4B5D-9938-415D-B199-5A1B301D1A3A}"/>
              </a:ext>
            </a:extLst>
          </p:cNvPr>
          <p:cNvSpPr>
            <a:spLocks noGrp="1"/>
          </p:cNvSpPr>
          <p:nvPr/>
        </p:nvSpPr>
        <p:spPr>
          <a:xfrm>
            <a:off x="524409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01_find_only_1193">
            <a:extLst>
              <a:ext uri="{FF2B5EF4-FFF2-40B4-BE49-F238E27FC236}">
                <a16:creationId xmlns:a16="http://schemas.microsoft.com/office/drawing/2014/main" id="{FEF614D4-C947-4B83-AF43-ED4C9A2D1C88}"/>
              </a:ext>
            </a:extLst>
          </p:cNvPr>
          <p:cNvSpPr>
            <a:spLocks noGrp="1"/>
          </p:cNvSpPr>
          <p:nvPr/>
        </p:nvSpPr>
        <p:spPr>
          <a:xfrm>
            <a:off x="5174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01_find_only_1194">
            <a:extLst>
              <a:ext uri="{FF2B5EF4-FFF2-40B4-BE49-F238E27FC236}">
                <a16:creationId xmlns:a16="http://schemas.microsoft.com/office/drawing/2014/main" id="{335F410A-61DB-48A8-8CA6-A24D9F15F831}"/>
              </a:ext>
            </a:extLst>
          </p:cNvPr>
          <p:cNvSpPr>
            <a:spLocks noGrp="1"/>
          </p:cNvSpPr>
          <p:nvPr/>
        </p:nvSpPr>
        <p:spPr>
          <a:xfrm>
            <a:off x="5173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01_find_only_1195">
            <a:extLst>
              <a:ext uri="{FF2B5EF4-FFF2-40B4-BE49-F238E27FC236}">
                <a16:creationId xmlns:a16="http://schemas.microsoft.com/office/drawing/2014/main" id="{7C78E3DA-DE91-4F64-AE31-99155F61967A}"/>
              </a:ext>
            </a:extLst>
          </p:cNvPr>
          <p:cNvSpPr>
            <a:spLocks noGrp="1"/>
          </p:cNvSpPr>
          <p:nvPr/>
        </p:nvSpPr>
        <p:spPr>
          <a:xfrm>
            <a:off x="5177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01_find_only_1196">
            <a:extLst>
              <a:ext uri="{FF2B5EF4-FFF2-40B4-BE49-F238E27FC236}">
                <a16:creationId xmlns:a16="http://schemas.microsoft.com/office/drawing/2014/main" id="{72A75D54-DFCE-401D-8A64-7794E8358622}"/>
              </a:ext>
            </a:extLst>
          </p:cNvPr>
          <p:cNvSpPr>
            <a:spLocks noGrp="1"/>
          </p:cNvSpPr>
          <p:nvPr/>
        </p:nvSpPr>
        <p:spPr>
          <a:xfrm>
            <a:off x="524545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01_find_only_1197">
            <a:extLst>
              <a:ext uri="{FF2B5EF4-FFF2-40B4-BE49-F238E27FC236}">
                <a16:creationId xmlns:a16="http://schemas.microsoft.com/office/drawing/2014/main" id="{75BFB1C7-55A0-4946-A026-D075AD0E6564}"/>
              </a:ext>
            </a:extLst>
          </p:cNvPr>
          <p:cNvSpPr>
            <a:spLocks noGrp="1"/>
          </p:cNvSpPr>
          <p:nvPr/>
        </p:nvSpPr>
        <p:spPr>
          <a:xfrm>
            <a:off x="523515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01_find_only_1198">
            <a:extLst>
              <a:ext uri="{FF2B5EF4-FFF2-40B4-BE49-F238E27FC236}">
                <a16:creationId xmlns:a16="http://schemas.microsoft.com/office/drawing/2014/main" id="{D13D0232-D6E4-4176-A8BE-CB83070D6DA5}"/>
              </a:ext>
            </a:extLst>
          </p:cNvPr>
          <p:cNvSpPr>
            <a:spLocks noGrp="1"/>
          </p:cNvSpPr>
          <p:nvPr/>
        </p:nvSpPr>
        <p:spPr>
          <a:xfrm>
            <a:off x="5239334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01_find_only_1199">
            <a:extLst>
              <a:ext uri="{FF2B5EF4-FFF2-40B4-BE49-F238E27FC236}">
                <a16:creationId xmlns:a16="http://schemas.microsoft.com/office/drawing/2014/main" id="{3EEA78B2-F429-4D20-B725-313A817F9326}"/>
              </a:ext>
            </a:extLst>
          </p:cNvPr>
          <p:cNvSpPr>
            <a:spLocks noGrp="1"/>
          </p:cNvSpPr>
          <p:nvPr/>
        </p:nvSpPr>
        <p:spPr>
          <a:xfrm>
            <a:off x="52272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01_find_only_1200">
            <a:extLst>
              <a:ext uri="{FF2B5EF4-FFF2-40B4-BE49-F238E27FC236}">
                <a16:creationId xmlns:a16="http://schemas.microsoft.com/office/drawing/2014/main" id="{FFFAEB7B-5F37-4229-A5C1-C5E227F62442}"/>
              </a:ext>
            </a:extLst>
          </p:cNvPr>
          <p:cNvSpPr>
            <a:spLocks noGrp="1"/>
          </p:cNvSpPr>
          <p:nvPr/>
        </p:nvSpPr>
        <p:spPr>
          <a:xfrm>
            <a:off x="5234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01_find_only_1201">
            <a:extLst>
              <a:ext uri="{FF2B5EF4-FFF2-40B4-BE49-F238E27FC236}">
                <a16:creationId xmlns:a16="http://schemas.microsoft.com/office/drawing/2014/main" id="{76C20C6E-08B6-4C9E-9BB0-FB84BC898368}"/>
              </a:ext>
            </a:extLst>
          </p:cNvPr>
          <p:cNvSpPr>
            <a:spLocks noGrp="1"/>
          </p:cNvSpPr>
          <p:nvPr/>
        </p:nvSpPr>
        <p:spPr>
          <a:xfrm>
            <a:off x="52431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01_find_only_1202">
            <a:extLst>
              <a:ext uri="{FF2B5EF4-FFF2-40B4-BE49-F238E27FC236}">
                <a16:creationId xmlns:a16="http://schemas.microsoft.com/office/drawing/2014/main" id="{0B283C5D-507B-402A-B00F-891FF370B262}"/>
              </a:ext>
            </a:extLst>
          </p:cNvPr>
          <p:cNvSpPr>
            <a:spLocks noGrp="1"/>
          </p:cNvSpPr>
          <p:nvPr/>
        </p:nvSpPr>
        <p:spPr>
          <a:xfrm>
            <a:off x="51718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01_find_only_1203">
            <a:extLst>
              <a:ext uri="{FF2B5EF4-FFF2-40B4-BE49-F238E27FC236}">
                <a16:creationId xmlns:a16="http://schemas.microsoft.com/office/drawing/2014/main" id="{3574E9DB-8354-4F34-BD86-0064C9C9FBF0}"/>
              </a:ext>
            </a:extLst>
          </p:cNvPr>
          <p:cNvSpPr>
            <a:spLocks noGrp="1"/>
          </p:cNvSpPr>
          <p:nvPr/>
        </p:nvSpPr>
        <p:spPr>
          <a:xfrm>
            <a:off x="5179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01_find_only_1204">
            <a:extLst>
              <a:ext uri="{FF2B5EF4-FFF2-40B4-BE49-F238E27FC236}">
                <a16:creationId xmlns:a16="http://schemas.microsoft.com/office/drawing/2014/main" id="{66637C13-599B-4BDC-AD18-86BB4BA2E4C6}"/>
              </a:ext>
            </a:extLst>
          </p:cNvPr>
          <p:cNvSpPr>
            <a:spLocks noGrp="1"/>
          </p:cNvSpPr>
          <p:nvPr/>
        </p:nvSpPr>
        <p:spPr>
          <a:xfrm>
            <a:off x="5225635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01_find_only_1205">
            <a:extLst>
              <a:ext uri="{FF2B5EF4-FFF2-40B4-BE49-F238E27FC236}">
                <a16:creationId xmlns:a16="http://schemas.microsoft.com/office/drawing/2014/main" id="{A25103F9-F756-4041-824D-CAD4E9ED5891}"/>
              </a:ext>
            </a:extLst>
          </p:cNvPr>
          <p:cNvSpPr>
            <a:spLocks noGrp="1"/>
          </p:cNvSpPr>
          <p:nvPr/>
        </p:nvSpPr>
        <p:spPr>
          <a:xfrm>
            <a:off x="5176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01_find_only_1206">
            <a:extLst>
              <a:ext uri="{FF2B5EF4-FFF2-40B4-BE49-F238E27FC236}">
                <a16:creationId xmlns:a16="http://schemas.microsoft.com/office/drawing/2014/main" id="{111AAE25-0778-4827-8C29-0C328001FD9E}"/>
              </a:ext>
            </a:extLst>
          </p:cNvPr>
          <p:cNvSpPr>
            <a:spLocks noGrp="1"/>
          </p:cNvSpPr>
          <p:nvPr/>
        </p:nvSpPr>
        <p:spPr>
          <a:xfrm>
            <a:off x="5186192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01_find_only_1207">
            <a:extLst>
              <a:ext uri="{FF2B5EF4-FFF2-40B4-BE49-F238E27FC236}">
                <a16:creationId xmlns:a16="http://schemas.microsoft.com/office/drawing/2014/main" id="{2957991F-7A78-4539-A702-6FA3BB544850}"/>
              </a:ext>
            </a:extLst>
          </p:cNvPr>
          <p:cNvSpPr>
            <a:spLocks noGrp="1"/>
          </p:cNvSpPr>
          <p:nvPr/>
        </p:nvSpPr>
        <p:spPr>
          <a:xfrm>
            <a:off x="51702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01_find_only_1208">
            <a:extLst>
              <a:ext uri="{FF2B5EF4-FFF2-40B4-BE49-F238E27FC236}">
                <a16:creationId xmlns:a16="http://schemas.microsoft.com/office/drawing/2014/main" id="{4C37B5C5-BF5D-4692-BBA2-F1B6BC67FD74}"/>
              </a:ext>
            </a:extLst>
          </p:cNvPr>
          <p:cNvSpPr>
            <a:spLocks noGrp="1"/>
          </p:cNvSpPr>
          <p:nvPr/>
        </p:nvSpPr>
        <p:spPr>
          <a:xfrm>
            <a:off x="518055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01_find_only_1209">
            <a:extLst>
              <a:ext uri="{FF2B5EF4-FFF2-40B4-BE49-F238E27FC236}">
                <a16:creationId xmlns:a16="http://schemas.microsoft.com/office/drawing/2014/main" id="{0281BA5E-C607-483F-9CE5-1B064C046A0C}"/>
              </a:ext>
            </a:extLst>
          </p:cNvPr>
          <p:cNvSpPr>
            <a:spLocks noGrp="1"/>
          </p:cNvSpPr>
          <p:nvPr/>
        </p:nvSpPr>
        <p:spPr>
          <a:xfrm>
            <a:off x="518434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01_find_only_1210">
            <a:extLst>
              <a:ext uri="{FF2B5EF4-FFF2-40B4-BE49-F238E27FC236}">
                <a16:creationId xmlns:a16="http://schemas.microsoft.com/office/drawing/2014/main" id="{7A15CB1A-3425-4242-A19A-F0CDE4D8EAAA}"/>
              </a:ext>
            </a:extLst>
          </p:cNvPr>
          <p:cNvSpPr>
            <a:spLocks noGrp="1"/>
          </p:cNvSpPr>
          <p:nvPr/>
        </p:nvSpPr>
        <p:spPr>
          <a:xfrm>
            <a:off x="524467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01_find_only_1211">
            <a:extLst>
              <a:ext uri="{FF2B5EF4-FFF2-40B4-BE49-F238E27FC236}">
                <a16:creationId xmlns:a16="http://schemas.microsoft.com/office/drawing/2014/main" id="{7A65103E-78D7-4A6D-BAFB-1CC3DD1DAD63}"/>
              </a:ext>
            </a:extLst>
          </p:cNvPr>
          <p:cNvSpPr>
            <a:spLocks noGrp="1"/>
          </p:cNvSpPr>
          <p:nvPr/>
        </p:nvSpPr>
        <p:spPr>
          <a:xfrm>
            <a:off x="5203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01_find_only_1212">
            <a:extLst>
              <a:ext uri="{FF2B5EF4-FFF2-40B4-BE49-F238E27FC236}">
                <a16:creationId xmlns:a16="http://schemas.microsoft.com/office/drawing/2014/main" id="{74985E60-2FFD-4B56-BA48-F67C012A570C}"/>
              </a:ext>
            </a:extLst>
          </p:cNvPr>
          <p:cNvSpPr>
            <a:spLocks noGrp="1"/>
          </p:cNvSpPr>
          <p:nvPr/>
        </p:nvSpPr>
        <p:spPr>
          <a:xfrm>
            <a:off x="517181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01_find_only_1213">
            <a:extLst>
              <a:ext uri="{FF2B5EF4-FFF2-40B4-BE49-F238E27FC236}">
                <a16:creationId xmlns:a16="http://schemas.microsoft.com/office/drawing/2014/main" id="{1DA9913C-58E6-44E1-88FB-798ABEFC4B88}"/>
              </a:ext>
            </a:extLst>
          </p:cNvPr>
          <p:cNvSpPr>
            <a:spLocks noGrp="1"/>
          </p:cNvSpPr>
          <p:nvPr/>
        </p:nvSpPr>
        <p:spPr>
          <a:xfrm>
            <a:off x="51859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01_find_only_1214">
            <a:extLst>
              <a:ext uri="{FF2B5EF4-FFF2-40B4-BE49-F238E27FC236}">
                <a16:creationId xmlns:a16="http://schemas.microsoft.com/office/drawing/2014/main" id="{19C8D582-A0E5-417B-B7FD-653CE33F0BA6}"/>
              </a:ext>
            </a:extLst>
          </p:cNvPr>
          <p:cNvSpPr>
            <a:spLocks noGrp="1"/>
          </p:cNvSpPr>
          <p:nvPr/>
        </p:nvSpPr>
        <p:spPr>
          <a:xfrm>
            <a:off x="5239625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01_find_only_1215">
            <a:extLst>
              <a:ext uri="{FF2B5EF4-FFF2-40B4-BE49-F238E27FC236}">
                <a16:creationId xmlns:a16="http://schemas.microsoft.com/office/drawing/2014/main" id="{C26A162A-4D5D-4DAC-B62E-E013871B7450}"/>
              </a:ext>
            </a:extLst>
          </p:cNvPr>
          <p:cNvSpPr>
            <a:spLocks noGrp="1"/>
          </p:cNvSpPr>
          <p:nvPr/>
        </p:nvSpPr>
        <p:spPr>
          <a:xfrm>
            <a:off x="52212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01_find_only_1216">
            <a:extLst>
              <a:ext uri="{FF2B5EF4-FFF2-40B4-BE49-F238E27FC236}">
                <a16:creationId xmlns:a16="http://schemas.microsoft.com/office/drawing/2014/main" id="{1AAC8AEE-113B-4F95-B905-672C5F7F360B}"/>
              </a:ext>
            </a:extLst>
          </p:cNvPr>
          <p:cNvSpPr>
            <a:spLocks noGrp="1"/>
          </p:cNvSpPr>
          <p:nvPr/>
        </p:nvSpPr>
        <p:spPr>
          <a:xfrm>
            <a:off x="5239236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01_find_only_1217">
            <a:extLst>
              <a:ext uri="{FF2B5EF4-FFF2-40B4-BE49-F238E27FC236}">
                <a16:creationId xmlns:a16="http://schemas.microsoft.com/office/drawing/2014/main" id="{0A68A0A7-88F0-457C-8005-0F22E32C6464}"/>
              </a:ext>
            </a:extLst>
          </p:cNvPr>
          <p:cNvSpPr>
            <a:spLocks noGrp="1"/>
          </p:cNvSpPr>
          <p:nvPr/>
        </p:nvSpPr>
        <p:spPr>
          <a:xfrm>
            <a:off x="517774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01_find_only_1218">
            <a:extLst>
              <a:ext uri="{FF2B5EF4-FFF2-40B4-BE49-F238E27FC236}">
                <a16:creationId xmlns:a16="http://schemas.microsoft.com/office/drawing/2014/main" id="{3B16FBBE-62D6-43C0-81C3-2E8C668FF7B4}"/>
              </a:ext>
            </a:extLst>
          </p:cNvPr>
          <p:cNvSpPr>
            <a:spLocks noGrp="1"/>
          </p:cNvSpPr>
          <p:nvPr/>
        </p:nvSpPr>
        <p:spPr>
          <a:xfrm>
            <a:off x="5196005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01_find_only_1219">
            <a:extLst>
              <a:ext uri="{FF2B5EF4-FFF2-40B4-BE49-F238E27FC236}">
                <a16:creationId xmlns:a16="http://schemas.microsoft.com/office/drawing/2014/main" id="{10D7EE3F-E6EB-4B77-99E7-34E36F85770F}"/>
              </a:ext>
            </a:extLst>
          </p:cNvPr>
          <p:cNvSpPr>
            <a:spLocks noGrp="1"/>
          </p:cNvSpPr>
          <p:nvPr/>
        </p:nvSpPr>
        <p:spPr>
          <a:xfrm>
            <a:off x="5239916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01_find_only_1220">
            <a:extLst>
              <a:ext uri="{FF2B5EF4-FFF2-40B4-BE49-F238E27FC236}">
                <a16:creationId xmlns:a16="http://schemas.microsoft.com/office/drawing/2014/main" id="{4520A63D-2365-48A3-B4BC-1A4BF1E23E1D}"/>
              </a:ext>
            </a:extLst>
          </p:cNvPr>
          <p:cNvSpPr>
            <a:spLocks noGrp="1"/>
          </p:cNvSpPr>
          <p:nvPr/>
        </p:nvSpPr>
        <p:spPr>
          <a:xfrm>
            <a:off x="52400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01_find_only_1221">
            <a:extLst>
              <a:ext uri="{FF2B5EF4-FFF2-40B4-BE49-F238E27FC236}">
                <a16:creationId xmlns:a16="http://schemas.microsoft.com/office/drawing/2014/main" id="{CA38C8F6-76E8-4CA1-8917-DCFAA4BCAB2A}"/>
              </a:ext>
            </a:extLst>
          </p:cNvPr>
          <p:cNvSpPr>
            <a:spLocks noGrp="1"/>
          </p:cNvSpPr>
          <p:nvPr/>
        </p:nvSpPr>
        <p:spPr>
          <a:xfrm>
            <a:off x="5233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01_find_only_1222">
            <a:extLst>
              <a:ext uri="{FF2B5EF4-FFF2-40B4-BE49-F238E27FC236}">
                <a16:creationId xmlns:a16="http://schemas.microsoft.com/office/drawing/2014/main" id="{84947922-D1A3-472A-8FB4-77C798BAEFAA}"/>
              </a:ext>
            </a:extLst>
          </p:cNvPr>
          <p:cNvSpPr>
            <a:spLocks noGrp="1"/>
          </p:cNvSpPr>
          <p:nvPr/>
        </p:nvSpPr>
        <p:spPr>
          <a:xfrm>
            <a:off x="524253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01_find_only_1223">
            <a:extLst>
              <a:ext uri="{FF2B5EF4-FFF2-40B4-BE49-F238E27FC236}">
                <a16:creationId xmlns:a16="http://schemas.microsoft.com/office/drawing/2014/main" id="{070A232B-FAEB-432A-8B83-232C86FC1A4A}"/>
              </a:ext>
            </a:extLst>
          </p:cNvPr>
          <p:cNvSpPr>
            <a:spLocks noGrp="1"/>
          </p:cNvSpPr>
          <p:nvPr/>
        </p:nvSpPr>
        <p:spPr>
          <a:xfrm>
            <a:off x="518667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01_find_only_1224">
            <a:extLst>
              <a:ext uri="{FF2B5EF4-FFF2-40B4-BE49-F238E27FC236}">
                <a16:creationId xmlns:a16="http://schemas.microsoft.com/office/drawing/2014/main" id="{DD5ACF9D-19CF-4BEC-81CD-0D046D93417F}"/>
              </a:ext>
            </a:extLst>
          </p:cNvPr>
          <p:cNvSpPr>
            <a:spLocks noGrp="1"/>
          </p:cNvSpPr>
          <p:nvPr/>
        </p:nvSpPr>
        <p:spPr>
          <a:xfrm>
            <a:off x="5172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01_find_only_1225">
            <a:extLst>
              <a:ext uri="{FF2B5EF4-FFF2-40B4-BE49-F238E27FC236}">
                <a16:creationId xmlns:a16="http://schemas.microsoft.com/office/drawing/2014/main" id="{8C3CAAEF-FB17-4FDC-874D-91BDB0B3447F}"/>
              </a:ext>
            </a:extLst>
          </p:cNvPr>
          <p:cNvSpPr>
            <a:spLocks noGrp="1"/>
          </p:cNvSpPr>
          <p:nvPr/>
        </p:nvSpPr>
        <p:spPr>
          <a:xfrm>
            <a:off x="52285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01_find_only_1226">
            <a:extLst>
              <a:ext uri="{FF2B5EF4-FFF2-40B4-BE49-F238E27FC236}">
                <a16:creationId xmlns:a16="http://schemas.microsoft.com/office/drawing/2014/main" id="{D24F90D6-519E-4AFE-92A5-1E347936BD76}"/>
              </a:ext>
            </a:extLst>
          </p:cNvPr>
          <p:cNvSpPr>
            <a:spLocks noGrp="1"/>
          </p:cNvSpPr>
          <p:nvPr/>
        </p:nvSpPr>
        <p:spPr>
          <a:xfrm>
            <a:off x="51674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01_find_only_1227">
            <a:extLst>
              <a:ext uri="{FF2B5EF4-FFF2-40B4-BE49-F238E27FC236}">
                <a16:creationId xmlns:a16="http://schemas.microsoft.com/office/drawing/2014/main" id="{28BB9B48-7A33-4051-89A6-3335289A2F54}"/>
              </a:ext>
            </a:extLst>
          </p:cNvPr>
          <p:cNvSpPr>
            <a:spLocks noGrp="1"/>
          </p:cNvSpPr>
          <p:nvPr/>
        </p:nvSpPr>
        <p:spPr>
          <a:xfrm>
            <a:off x="51735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01_find_only_1228">
            <a:extLst>
              <a:ext uri="{FF2B5EF4-FFF2-40B4-BE49-F238E27FC236}">
                <a16:creationId xmlns:a16="http://schemas.microsoft.com/office/drawing/2014/main" id="{D238397B-539F-4325-986C-95D6E3D87A43}"/>
              </a:ext>
            </a:extLst>
          </p:cNvPr>
          <p:cNvSpPr>
            <a:spLocks noGrp="1"/>
          </p:cNvSpPr>
          <p:nvPr/>
        </p:nvSpPr>
        <p:spPr>
          <a:xfrm>
            <a:off x="523097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01_find_only_1229">
            <a:extLst>
              <a:ext uri="{FF2B5EF4-FFF2-40B4-BE49-F238E27FC236}">
                <a16:creationId xmlns:a16="http://schemas.microsoft.com/office/drawing/2014/main" id="{2554B3BC-C50A-4589-B535-A6AC1B99543E}"/>
              </a:ext>
            </a:extLst>
          </p:cNvPr>
          <p:cNvSpPr>
            <a:spLocks noGrp="1"/>
          </p:cNvSpPr>
          <p:nvPr/>
        </p:nvSpPr>
        <p:spPr>
          <a:xfrm>
            <a:off x="51683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01_find_only_1230">
            <a:extLst>
              <a:ext uri="{FF2B5EF4-FFF2-40B4-BE49-F238E27FC236}">
                <a16:creationId xmlns:a16="http://schemas.microsoft.com/office/drawing/2014/main" id="{263A48E0-4FEA-4351-A7D9-61CC94AE9612}"/>
              </a:ext>
            </a:extLst>
          </p:cNvPr>
          <p:cNvSpPr>
            <a:spLocks noGrp="1"/>
          </p:cNvSpPr>
          <p:nvPr/>
        </p:nvSpPr>
        <p:spPr>
          <a:xfrm>
            <a:off x="5249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01_find_only_1231">
            <a:extLst>
              <a:ext uri="{FF2B5EF4-FFF2-40B4-BE49-F238E27FC236}">
                <a16:creationId xmlns:a16="http://schemas.microsoft.com/office/drawing/2014/main" id="{E248BCF1-ECC5-4611-822D-0C8780CC27AE}"/>
              </a:ext>
            </a:extLst>
          </p:cNvPr>
          <p:cNvSpPr>
            <a:spLocks noGrp="1"/>
          </p:cNvSpPr>
          <p:nvPr/>
        </p:nvSpPr>
        <p:spPr>
          <a:xfrm>
            <a:off x="52347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01_find_only_1232">
            <a:extLst>
              <a:ext uri="{FF2B5EF4-FFF2-40B4-BE49-F238E27FC236}">
                <a16:creationId xmlns:a16="http://schemas.microsoft.com/office/drawing/2014/main" id="{DC2498BD-55E0-402A-9144-EE2216DB9F3A}"/>
              </a:ext>
            </a:extLst>
          </p:cNvPr>
          <p:cNvSpPr>
            <a:spLocks noGrp="1"/>
          </p:cNvSpPr>
          <p:nvPr/>
        </p:nvSpPr>
        <p:spPr>
          <a:xfrm>
            <a:off x="51995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01_find_only_1233">
            <a:extLst>
              <a:ext uri="{FF2B5EF4-FFF2-40B4-BE49-F238E27FC236}">
                <a16:creationId xmlns:a16="http://schemas.microsoft.com/office/drawing/2014/main" id="{0FFA30A9-9A59-414A-B0D4-AEED0F98CDE3}"/>
              </a:ext>
            </a:extLst>
          </p:cNvPr>
          <p:cNvSpPr>
            <a:spLocks noGrp="1"/>
          </p:cNvSpPr>
          <p:nvPr/>
        </p:nvSpPr>
        <p:spPr>
          <a:xfrm>
            <a:off x="51831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01_find_only_1234">
            <a:extLst>
              <a:ext uri="{FF2B5EF4-FFF2-40B4-BE49-F238E27FC236}">
                <a16:creationId xmlns:a16="http://schemas.microsoft.com/office/drawing/2014/main" id="{54C33186-F05F-4F47-A997-CF93E46B5A05}"/>
              </a:ext>
            </a:extLst>
          </p:cNvPr>
          <p:cNvSpPr>
            <a:spLocks noGrp="1"/>
          </p:cNvSpPr>
          <p:nvPr/>
        </p:nvSpPr>
        <p:spPr>
          <a:xfrm>
            <a:off x="5248174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01_find_only_1235">
            <a:extLst>
              <a:ext uri="{FF2B5EF4-FFF2-40B4-BE49-F238E27FC236}">
                <a16:creationId xmlns:a16="http://schemas.microsoft.com/office/drawing/2014/main" id="{09D6D423-17B5-4DF0-A69B-62F4364BEFCA}"/>
              </a:ext>
            </a:extLst>
          </p:cNvPr>
          <p:cNvSpPr>
            <a:spLocks noGrp="1"/>
          </p:cNvSpPr>
          <p:nvPr/>
        </p:nvSpPr>
        <p:spPr>
          <a:xfrm>
            <a:off x="5252352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01_find_only_1236">
            <a:extLst>
              <a:ext uri="{FF2B5EF4-FFF2-40B4-BE49-F238E27FC236}">
                <a16:creationId xmlns:a16="http://schemas.microsoft.com/office/drawing/2014/main" id="{9C4C759E-E2FB-42D1-88C2-B1FEBF2C55F8}"/>
              </a:ext>
            </a:extLst>
          </p:cNvPr>
          <p:cNvSpPr>
            <a:spLocks noGrp="1"/>
          </p:cNvSpPr>
          <p:nvPr/>
        </p:nvSpPr>
        <p:spPr>
          <a:xfrm>
            <a:off x="52170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01_find_only_1237">
            <a:extLst>
              <a:ext uri="{FF2B5EF4-FFF2-40B4-BE49-F238E27FC236}">
                <a16:creationId xmlns:a16="http://schemas.microsoft.com/office/drawing/2014/main" id="{D6407AC3-4366-46EA-AE7D-5AE9F3755BE1}"/>
              </a:ext>
            </a:extLst>
          </p:cNvPr>
          <p:cNvSpPr>
            <a:spLocks noGrp="1"/>
          </p:cNvSpPr>
          <p:nvPr/>
        </p:nvSpPr>
        <p:spPr>
          <a:xfrm>
            <a:off x="52392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01_find_only_1238">
            <a:extLst>
              <a:ext uri="{FF2B5EF4-FFF2-40B4-BE49-F238E27FC236}">
                <a16:creationId xmlns:a16="http://schemas.microsoft.com/office/drawing/2014/main" id="{1BA23E23-AC63-47A4-B2B7-09043B4AD76B}"/>
              </a:ext>
            </a:extLst>
          </p:cNvPr>
          <p:cNvSpPr>
            <a:spLocks noGrp="1"/>
          </p:cNvSpPr>
          <p:nvPr/>
        </p:nvSpPr>
        <p:spPr>
          <a:xfrm>
            <a:off x="5171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01_find_only_1239">
            <a:extLst>
              <a:ext uri="{FF2B5EF4-FFF2-40B4-BE49-F238E27FC236}">
                <a16:creationId xmlns:a16="http://schemas.microsoft.com/office/drawing/2014/main" id="{96E7163E-0BAF-4E69-AC70-2F982CCA087E}"/>
              </a:ext>
            </a:extLst>
          </p:cNvPr>
          <p:cNvSpPr>
            <a:spLocks noGrp="1"/>
          </p:cNvSpPr>
          <p:nvPr/>
        </p:nvSpPr>
        <p:spPr>
          <a:xfrm>
            <a:off x="5198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01_find_only_1240">
            <a:extLst>
              <a:ext uri="{FF2B5EF4-FFF2-40B4-BE49-F238E27FC236}">
                <a16:creationId xmlns:a16="http://schemas.microsoft.com/office/drawing/2014/main" id="{9349D9C5-7B90-4C2A-9307-1342B4578C2D}"/>
              </a:ext>
            </a:extLst>
          </p:cNvPr>
          <p:cNvSpPr>
            <a:spLocks noGrp="1"/>
          </p:cNvSpPr>
          <p:nvPr/>
        </p:nvSpPr>
        <p:spPr>
          <a:xfrm>
            <a:off x="5233213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01_find_only_1241">
            <a:extLst>
              <a:ext uri="{FF2B5EF4-FFF2-40B4-BE49-F238E27FC236}">
                <a16:creationId xmlns:a16="http://schemas.microsoft.com/office/drawing/2014/main" id="{F44BD1BB-2C9C-44F9-82B5-93CDB134C541}"/>
              </a:ext>
            </a:extLst>
          </p:cNvPr>
          <p:cNvSpPr>
            <a:spLocks noGrp="1"/>
          </p:cNvSpPr>
          <p:nvPr/>
        </p:nvSpPr>
        <p:spPr>
          <a:xfrm>
            <a:off x="51652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01_find_only_1242">
            <a:extLst>
              <a:ext uri="{FF2B5EF4-FFF2-40B4-BE49-F238E27FC236}">
                <a16:creationId xmlns:a16="http://schemas.microsoft.com/office/drawing/2014/main" id="{6A97892D-B336-4374-BDDA-B8486C36424A}"/>
              </a:ext>
            </a:extLst>
          </p:cNvPr>
          <p:cNvSpPr>
            <a:spLocks noGrp="1"/>
          </p:cNvSpPr>
          <p:nvPr/>
        </p:nvSpPr>
        <p:spPr>
          <a:xfrm>
            <a:off x="51617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01_find_only_1243">
            <a:extLst>
              <a:ext uri="{FF2B5EF4-FFF2-40B4-BE49-F238E27FC236}">
                <a16:creationId xmlns:a16="http://schemas.microsoft.com/office/drawing/2014/main" id="{74DBD69A-F1F7-4A10-8B52-F64B4F29C92B}"/>
              </a:ext>
            </a:extLst>
          </p:cNvPr>
          <p:cNvSpPr>
            <a:spLocks noGrp="1"/>
          </p:cNvSpPr>
          <p:nvPr/>
        </p:nvSpPr>
        <p:spPr>
          <a:xfrm>
            <a:off x="52191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01_find_only_1244">
            <a:extLst>
              <a:ext uri="{FF2B5EF4-FFF2-40B4-BE49-F238E27FC236}">
                <a16:creationId xmlns:a16="http://schemas.microsoft.com/office/drawing/2014/main" id="{F9EC7E91-BF79-4F2B-8DAE-E02998B3EA13}"/>
              </a:ext>
            </a:extLst>
          </p:cNvPr>
          <p:cNvSpPr>
            <a:spLocks noGrp="1"/>
          </p:cNvSpPr>
          <p:nvPr/>
        </p:nvSpPr>
        <p:spPr>
          <a:xfrm>
            <a:off x="5247591" y="29514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01_find_only_1245">
            <a:extLst>
              <a:ext uri="{FF2B5EF4-FFF2-40B4-BE49-F238E27FC236}">
                <a16:creationId xmlns:a16="http://schemas.microsoft.com/office/drawing/2014/main" id="{D227056B-C97E-455F-9E29-212885DADD96}"/>
              </a:ext>
            </a:extLst>
          </p:cNvPr>
          <p:cNvSpPr>
            <a:spLocks noGrp="1"/>
          </p:cNvSpPr>
          <p:nvPr/>
        </p:nvSpPr>
        <p:spPr>
          <a:xfrm>
            <a:off x="51574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01_find_only_1246">
            <a:extLst>
              <a:ext uri="{FF2B5EF4-FFF2-40B4-BE49-F238E27FC236}">
                <a16:creationId xmlns:a16="http://schemas.microsoft.com/office/drawing/2014/main" id="{A9B26296-43FD-4558-9B93-8C643CCB9D2E}"/>
              </a:ext>
            </a:extLst>
          </p:cNvPr>
          <p:cNvSpPr>
            <a:spLocks noGrp="1"/>
          </p:cNvSpPr>
          <p:nvPr/>
        </p:nvSpPr>
        <p:spPr>
          <a:xfrm>
            <a:off x="51954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01_find_only_1247">
            <a:extLst>
              <a:ext uri="{FF2B5EF4-FFF2-40B4-BE49-F238E27FC236}">
                <a16:creationId xmlns:a16="http://schemas.microsoft.com/office/drawing/2014/main" id="{F627716B-C357-4EE1-A917-521BEFC50C7A}"/>
              </a:ext>
            </a:extLst>
          </p:cNvPr>
          <p:cNvSpPr>
            <a:spLocks noGrp="1"/>
          </p:cNvSpPr>
          <p:nvPr/>
        </p:nvSpPr>
        <p:spPr>
          <a:xfrm>
            <a:off x="5226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01_find_only_1248">
            <a:extLst>
              <a:ext uri="{FF2B5EF4-FFF2-40B4-BE49-F238E27FC236}">
                <a16:creationId xmlns:a16="http://schemas.microsoft.com/office/drawing/2014/main" id="{20BC2972-72D8-4CBC-8CE4-78B9478A421E}"/>
              </a:ext>
            </a:extLst>
          </p:cNvPr>
          <p:cNvSpPr>
            <a:spLocks noGrp="1"/>
          </p:cNvSpPr>
          <p:nvPr/>
        </p:nvSpPr>
        <p:spPr>
          <a:xfrm>
            <a:off x="51974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01_find_only_1249">
            <a:extLst>
              <a:ext uri="{FF2B5EF4-FFF2-40B4-BE49-F238E27FC236}">
                <a16:creationId xmlns:a16="http://schemas.microsoft.com/office/drawing/2014/main" id="{B9F068AB-F492-4CFD-B44B-B3D29C8C5881}"/>
              </a:ext>
            </a:extLst>
          </p:cNvPr>
          <p:cNvSpPr>
            <a:spLocks noGrp="1"/>
          </p:cNvSpPr>
          <p:nvPr/>
        </p:nvSpPr>
        <p:spPr>
          <a:xfrm>
            <a:off x="5181043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01_find_only_1250">
            <a:extLst>
              <a:ext uri="{FF2B5EF4-FFF2-40B4-BE49-F238E27FC236}">
                <a16:creationId xmlns:a16="http://schemas.microsoft.com/office/drawing/2014/main" id="{46645D76-D4F1-4688-AADF-419A31B917F1}"/>
              </a:ext>
            </a:extLst>
          </p:cNvPr>
          <p:cNvSpPr>
            <a:spLocks noGrp="1"/>
          </p:cNvSpPr>
          <p:nvPr/>
        </p:nvSpPr>
        <p:spPr>
          <a:xfrm>
            <a:off x="521873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01_find_only_1251">
            <a:extLst>
              <a:ext uri="{FF2B5EF4-FFF2-40B4-BE49-F238E27FC236}">
                <a16:creationId xmlns:a16="http://schemas.microsoft.com/office/drawing/2014/main" id="{7388E9A7-67C0-4850-B8C1-B6149F899BEB}"/>
              </a:ext>
            </a:extLst>
          </p:cNvPr>
          <p:cNvSpPr>
            <a:spLocks noGrp="1"/>
          </p:cNvSpPr>
          <p:nvPr/>
        </p:nvSpPr>
        <p:spPr>
          <a:xfrm>
            <a:off x="5215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01_find_only_1252">
            <a:extLst>
              <a:ext uri="{FF2B5EF4-FFF2-40B4-BE49-F238E27FC236}">
                <a16:creationId xmlns:a16="http://schemas.microsoft.com/office/drawing/2014/main" id="{4AED7634-5A06-406E-AB26-944C7FBCBDBB}"/>
              </a:ext>
            </a:extLst>
          </p:cNvPr>
          <p:cNvSpPr>
            <a:spLocks noGrp="1"/>
          </p:cNvSpPr>
          <p:nvPr/>
        </p:nvSpPr>
        <p:spPr>
          <a:xfrm>
            <a:off x="52038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01_find_only_1253">
            <a:extLst>
              <a:ext uri="{FF2B5EF4-FFF2-40B4-BE49-F238E27FC236}">
                <a16:creationId xmlns:a16="http://schemas.microsoft.com/office/drawing/2014/main" id="{5E482121-0823-49F5-92AF-F71DB69E6C49}"/>
              </a:ext>
            </a:extLst>
          </p:cNvPr>
          <p:cNvSpPr>
            <a:spLocks noGrp="1"/>
          </p:cNvSpPr>
          <p:nvPr/>
        </p:nvSpPr>
        <p:spPr>
          <a:xfrm>
            <a:off x="52132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01_find_only_1254">
            <a:extLst>
              <a:ext uri="{FF2B5EF4-FFF2-40B4-BE49-F238E27FC236}">
                <a16:creationId xmlns:a16="http://schemas.microsoft.com/office/drawing/2014/main" id="{40E75442-889E-4E19-BFD7-CC3B8E241657}"/>
              </a:ext>
            </a:extLst>
          </p:cNvPr>
          <p:cNvSpPr>
            <a:spLocks noGrp="1"/>
          </p:cNvSpPr>
          <p:nvPr/>
        </p:nvSpPr>
        <p:spPr>
          <a:xfrm>
            <a:off x="5185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01_find_only_1255">
            <a:extLst>
              <a:ext uri="{FF2B5EF4-FFF2-40B4-BE49-F238E27FC236}">
                <a16:creationId xmlns:a16="http://schemas.microsoft.com/office/drawing/2014/main" id="{12F2A8DC-145E-4F8C-A4C8-1E1EF382C336}"/>
              </a:ext>
            </a:extLst>
          </p:cNvPr>
          <p:cNvSpPr>
            <a:spLocks noGrp="1"/>
          </p:cNvSpPr>
          <p:nvPr/>
        </p:nvSpPr>
        <p:spPr>
          <a:xfrm>
            <a:off x="52071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01_find_only_1256">
            <a:extLst>
              <a:ext uri="{FF2B5EF4-FFF2-40B4-BE49-F238E27FC236}">
                <a16:creationId xmlns:a16="http://schemas.microsoft.com/office/drawing/2014/main" id="{655639EB-2D31-45D4-B1E7-881EEDCBA664}"/>
              </a:ext>
            </a:extLst>
          </p:cNvPr>
          <p:cNvSpPr>
            <a:spLocks noGrp="1"/>
          </p:cNvSpPr>
          <p:nvPr/>
        </p:nvSpPr>
        <p:spPr>
          <a:xfrm>
            <a:off x="518638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01_find_only_1257">
            <a:extLst>
              <a:ext uri="{FF2B5EF4-FFF2-40B4-BE49-F238E27FC236}">
                <a16:creationId xmlns:a16="http://schemas.microsoft.com/office/drawing/2014/main" id="{7684D068-C386-4098-A8E9-FE2DAF0CAC6B}"/>
              </a:ext>
            </a:extLst>
          </p:cNvPr>
          <p:cNvSpPr>
            <a:spLocks noGrp="1"/>
          </p:cNvSpPr>
          <p:nvPr/>
        </p:nvSpPr>
        <p:spPr>
          <a:xfrm>
            <a:off x="51949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01_find_only_1258">
            <a:extLst>
              <a:ext uri="{FF2B5EF4-FFF2-40B4-BE49-F238E27FC236}">
                <a16:creationId xmlns:a16="http://schemas.microsoft.com/office/drawing/2014/main" id="{8F8ACEB0-6013-4D48-BD69-61860828C8B3}"/>
              </a:ext>
            </a:extLst>
          </p:cNvPr>
          <p:cNvSpPr>
            <a:spLocks noGrp="1"/>
          </p:cNvSpPr>
          <p:nvPr/>
        </p:nvSpPr>
        <p:spPr>
          <a:xfrm>
            <a:off x="5236905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01_find_only_1259">
            <a:extLst>
              <a:ext uri="{FF2B5EF4-FFF2-40B4-BE49-F238E27FC236}">
                <a16:creationId xmlns:a16="http://schemas.microsoft.com/office/drawing/2014/main" id="{C33C68B6-0D45-45E5-B723-AFFF63541F71}"/>
              </a:ext>
            </a:extLst>
          </p:cNvPr>
          <p:cNvSpPr>
            <a:spLocks noGrp="1"/>
          </p:cNvSpPr>
          <p:nvPr/>
        </p:nvSpPr>
        <p:spPr>
          <a:xfrm>
            <a:off x="51681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01_find_only_1260">
            <a:extLst>
              <a:ext uri="{FF2B5EF4-FFF2-40B4-BE49-F238E27FC236}">
                <a16:creationId xmlns:a16="http://schemas.microsoft.com/office/drawing/2014/main" id="{90A3F83F-BB35-4F85-B0FD-38D3341B999C}"/>
              </a:ext>
            </a:extLst>
          </p:cNvPr>
          <p:cNvSpPr>
            <a:spLocks noGrp="1"/>
          </p:cNvSpPr>
          <p:nvPr/>
        </p:nvSpPr>
        <p:spPr>
          <a:xfrm>
            <a:off x="517259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01_find_only_1261">
            <a:extLst>
              <a:ext uri="{FF2B5EF4-FFF2-40B4-BE49-F238E27FC236}">
                <a16:creationId xmlns:a16="http://schemas.microsoft.com/office/drawing/2014/main" id="{EF5A1C3D-E840-46B6-81CD-4AA173FBA243}"/>
              </a:ext>
            </a:extLst>
          </p:cNvPr>
          <p:cNvSpPr>
            <a:spLocks noGrp="1"/>
          </p:cNvSpPr>
          <p:nvPr/>
        </p:nvSpPr>
        <p:spPr>
          <a:xfrm>
            <a:off x="52130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01_find_only_1262">
            <a:extLst>
              <a:ext uri="{FF2B5EF4-FFF2-40B4-BE49-F238E27FC236}">
                <a16:creationId xmlns:a16="http://schemas.microsoft.com/office/drawing/2014/main" id="{5B15677C-6FBB-46C0-A6C9-0BC12DAD918D}"/>
              </a:ext>
            </a:extLst>
          </p:cNvPr>
          <p:cNvSpPr>
            <a:spLocks noGrp="1"/>
          </p:cNvSpPr>
          <p:nvPr/>
        </p:nvSpPr>
        <p:spPr>
          <a:xfrm>
            <a:off x="52121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01_find_only_1263">
            <a:extLst>
              <a:ext uri="{FF2B5EF4-FFF2-40B4-BE49-F238E27FC236}">
                <a16:creationId xmlns:a16="http://schemas.microsoft.com/office/drawing/2014/main" id="{ACD29539-2EC1-4BB7-95C3-984138A8CDA0}"/>
              </a:ext>
            </a:extLst>
          </p:cNvPr>
          <p:cNvSpPr>
            <a:spLocks noGrp="1"/>
          </p:cNvSpPr>
          <p:nvPr/>
        </p:nvSpPr>
        <p:spPr>
          <a:xfrm>
            <a:off x="5243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01_find_only_1264">
            <a:extLst>
              <a:ext uri="{FF2B5EF4-FFF2-40B4-BE49-F238E27FC236}">
                <a16:creationId xmlns:a16="http://schemas.microsoft.com/office/drawing/2014/main" id="{16EC27FC-6C44-40E6-8783-7C157D24C991}"/>
              </a:ext>
            </a:extLst>
          </p:cNvPr>
          <p:cNvSpPr>
            <a:spLocks noGrp="1"/>
          </p:cNvSpPr>
          <p:nvPr/>
        </p:nvSpPr>
        <p:spPr>
          <a:xfrm>
            <a:off x="52290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01_find_only_1265">
            <a:extLst>
              <a:ext uri="{FF2B5EF4-FFF2-40B4-BE49-F238E27FC236}">
                <a16:creationId xmlns:a16="http://schemas.microsoft.com/office/drawing/2014/main" id="{40BB62B9-D2CF-4312-9596-B11FBA11205D}"/>
              </a:ext>
            </a:extLst>
          </p:cNvPr>
          <p:cNvSpPr>
            <a:spLocks noGrp="1"/>
          </p:cNvSpPr>
          <p:nvPr/>
        </p:nvSpPr>
        <p:spPr>
          <a:xfrm>
            <a:off x="5169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01_find_only_1266">
            <a:extLst>
              <a:ext uri="{FF2B5EF4-FFF2-40B4-BE49-F238E27FC236}">
                <a16:creationId xmlns:a16="http://schemas.microsoft.com/office/drawing/2014/main" id="{9E94DEA1-A690-4635-BE38-1DD8D7FBE11A}"/>
              </a:ext>
            </a:extLst>
          </p:cNvPr>
          <p:cNvSpPr>
            <a:spLocks noGrp="1"/>
          </p:cNvSpPr>
          <p:nvPr/>
        </p:nvSpPr>
        <p:spPr>
          <a:xfrm>
            <a:off x="518318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01_find_only_1267">
            <a:extLst>
              <a:ext uri="{FF2B5EF4-FFF2-40B4-BE49-F238E27FC236}">
                <a16:creationId xmlns:a16="http://schemas.microsoft.com/office/drawing/2014/main" id="{D33DEDA8-8357-4C1B-9F0B-AF9A19E8255E}"/>
              </a:ext>
            </a:extLst>
          </p:cNvPr>
          <p:cNvSpPr>
            <a:spLocks noGrp="1"/>
          </p:cNvSpPr>
          <p:nvPr/>
        </p:nvSpPr>
        <p:spPr>
          <a:xfrm>
            <a:off x="522175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01_find_only_1268">
            <a:extLst>
              <a:ext uri="{FF2B5EF4-FFF2-40B4-BE49-F238E27FC236}">
                <a16:creationId xmlns:a16="http://schemas.microsoft.com/office/drawing/2014/main" id="{55F9944E-CCCA-4658-A52C-85C00CD85303}"/>
              </a:ext>
            </a:extLst>
          </p:cNvPr>
          <p:cNvSpPr>
            <a:spLocks noGrp="1"/>
          </p:cNvSpPr>
          <p:nvPr/>
        </p:nvSpPr>
        <p:spPr>
          <a:xfrm>
            <a:off x="5163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01_find_only_1269">
            <a:extLst>
              <a:ext uri="{FF2B5EF4-FFF2-40B4-BE49-F238E27FC236}">
                <a16:creationId xmlns:a16="http://schemas.microsoft.com/office/drawing/2014/main" id="{2EFD71D3-70EA-4277-83A7-6A5F38FD39CF}"/>
              </a:ext>
            </a:extLst>
          </p:cNvPr>
          <p:cNvSpPr>
            <a:spLocks noGrp="1"/>
          </p:cNvSpPr>
          <p:nvPr/>
        </p:nvSpPr>
        <p:spPr>
          <a:xfrm>
            <a:off x="523097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01_find_only_1270">
            <a:extLst>
              <a:ext uri="{FF2B5EF4-FFF2-40B4-BE49-F238E27FC236}">
                <a16:creationId xmlns:a16="http://schemas.microsoft.com/office/drawing/2014/main" id="{3F5AE31B-A99B-4AF8-BFE9-5A1DF8A8968F}"/>
              </a:ext>
            </a:extLst>
          </p:cNvPr>
          <p:cNvSpPr>
            <a:spLocks noGrp="1"/>
          </p:cNvSpPr>
          <p:nvPr/>
        </p:nvSpPr>
        <p:spPr>
          <a:xfrm>
            <a:off x="52342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01_find_only_1271">
            <a:extLst>
              <a:ext uri="{FF2B5EF4-FFF2-40B4-BE49-F238E27FC236}">
                <a16:creationId xmlns:a16="http://schemas.microsoft.com/office/drawing/2014/main" id="{3CEBE938-E5EC-4483-8EF9-0BBFA045C095}"/>
              </a:ext>
            </a:extLst>
          </p:cNvPr>
          <p:cNvSpPr>
            <a:spLocks noGrp="1"/>
          </p:cNvSpPr>
          <p:nvPr/>
        </p:nvSpPr>
        <p:spPr>
          <a:xfrm>
            <a:off x="52239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01_find_only_1272">
            <a:extLst>
              <a:ext uri="{FF2B5EF4-FFF2-40B4-BE49-F238E27FC236}">
                <a16:creationId xmlns:a16="http://schemas.microsoft.com/office/drawing/2014/main" id="{902AC863-CCA7-411F-872D-ED8CFF161550}"/>
              </a:ext>
            </a:extLst>
          </p:cNvPr>
          <p:cNvSpPr>
            <a:spLocks noGrp="1"/>
          </p:cNvSpPr>
          <p:nvPr/>
        </p:nvSpPr>
        <p:spPr>
          <a:xfrm>
            <a:off x="5223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01_find_only_1273">
            <a:extLst>
              <a:ext uri="{FF2B5EF4-FFF2-40B4-BE49-F238E27FC236}">
                <a16:creationId xmlns:a16="http://schemas.microsoft.com/office/drawing/2014/main" id="{306DA2A9-8240-467F-B6C8-993CD1461709}"/>
              </a:ext>
            </a:extLst>
          </p:cNvPr>
          <p:cNvSpPr>
            <a:spLocks noGrp="1"/>
          </p:cNvSpPr>
          <p:nvPr/>
        </p:nvSpPr>
        <p:spPr>
          <a:xfrm>
            <a:off x="52272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01_find_only_1274">
            <a:extLst>
              <a:ext uri="{FF2B5EF4-FFF2-40B4-BE49-F238E27FC236}">
                <a16:creationId xmlns:a16="http://schemas.microsoft.com/office/drawing/2014/main" id="{D5904AC4-EA02-4D55-803A-3E7CF45B901D}"/>
              </a:ext>
            </a:extLst>
          </p:cNvPr>
          <p:cNvSpPr>
            <a:spLocks noGrp="1"/>
          </p:cNvSpPr>
          <p:nvPr/>
        </p:nvSpPr>
        <p:spPr>
          <a:xfrm>
            <a:off x="5208925" y="2989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01_find_only_1275">
            <a:extLst>
              <a:ext uri="{FF2B5EF4-FFF2-40B4-BE49-F238E27FC236}">
                <a16:creationId xmlns:a16="http://schemas.microsoft.com/office/drawing/2014/main" id="{391C850B-6C12-4572-B64F-B913875CADF0}"/>
              </a:ext>
            </a:extLst>
          </p:cNvPr>
          <p:cNvSpPr>
            <a:spLocks noGrp="1"/>
          </p:cNvSpPr>
          <p:nvPr/>
        </p:nvSpPr>
        <p:spPr>
          <a:xfrm>
            <a:off x="51585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01_find_only_1276">
            <a:extLst>
              <a:ext uri="{FF2B5EF4-FFF2-40B4-BE49-F238E27FC236}">
                <a16:creationId xmlns:a16="http://schemas.microsoft.com/office/drawing/2014/main" id="{45CCB8EE-A4CE-4109-A0A1-5F973AF30DEF}"/>
              </a:ext>
            </a:extLst>
          </p:cNvPr>
          <p:cNvSpPr>
            <a:spLocks noGrp="1"/>
          </p:cNvSpPr>
          <p:nvPr/>
        </p:nvSpPr>
        <p:spPr>
          <a:xfrm>
            <a:off x="52087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01_find_only_1277">
            <a:extLst>
              <a:ext uri="{FF2B5EF4-FFF2-40B4-BE49-F238E27FC236}">
                <a16:creationId xmlns:a16="http://schemas.microsoft.com/office/drawing/2014/main" id="{19BA5539-A056-4F8B-9426-099BD54AAE86}"/>
              </a:ext>
            </a:extLst>
          </p:cNvPr>
          <p:cNvSpPr>
            <a:spLocks noGrp="1"/>
          </p:cNvSpPr>
          <p:nvPr/>
        </p:nvSpPr>
        <p:spPr>
          <a:xfrm>
            <a:off x="51713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01_find_only_1278">
            <a:extLst>
              <a:ext uri="{FF2B5EF4-FFF2-40B4-BE49-F238E27FC236}">
                <a16:creationId xmlns:a16="http://schemas.microsoft.com/office/drawing/2014/main" id="{D239EDEE-8556-41A0-88AA-13EF4AA4EB0E}"/>
              </a:ext>
            </a:extLst>
          </p:cNvPr>
          <p:cNvSpPr>
            <a:spLocks noGrp="1"/>
          </p:cNvSpPr>
          <p:nvPr/>
        </p:nvSpPr>
        <p:spPr>
          <a:xfrm>
            <a:off x="52234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01_find_only_1279">
            <a:extLst>
              <a:ext uri="{FF2B5EF4-FFF2-40B4-BE49-F238E27FC236}">
                <a16:creationId xmlns:a16="http://schemas.microsoft.com/office/drawing/2014/main" id="{BA71D564-4CE3-401A-B794-B8A550196C82}"/>
              </a:ext>
            </a:extLst>
          </p:cNvPr>
          <p:cNvSpPr>
            <a:spLocks noGrp="1"/>
          </p:cNvSpPr>
          <p:nvPr/>
        </p:nvSpPr>
        <p:spPr>
          <a:xfrm>
            <a:off x="52363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01_find_only_1280">
            <a:extLst>
              <a:ext uri="{FF2B5EF4-FFF2-40B4-BE49-F238E27FC236}">
                <a16:creationId xmlns:a16="http://schemas.microsoft.com/office/drawing/2014/main" id="{F81D6F26-6B21-4708-99B3-659D5BA5F585}"/>
              </a:ext>
            </a:extLst>
          </p:cNvPr>
          <p:cNvSpPr>
            <a:spLocks noGrp="1"/>
          </p:cNvSpPr>
          <p:nvPr/>
        </p:nvSpPr>
        <p:spPr>
          <a:xfrm>
            <a:off x="51697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01_find_only_1281">
            <a:extLst>
              <a:ext uri="{FF2B5EF4-FFF2-40B4-BE49-F238E27FC236}">
                <a16:creationId xmlns:a16="http://schemas.microsoft.com/office/drawing/2014/main" id="{EE56F2E4-4062-47F8-A2C3-36942E52B3DA}"/>
              </a:ext>
            </a:extLst>
          </p:cNvPr>
          <p:cNvSpPr>
            <a:spLocks noGrp="1"/>
          </p:cNvSpPr>
          <p:nvPr/>
        </p:nvSpPr>
        <p:spPr>
          <a:xfrm>
            <a:off x="52243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01_find_only_1282">
            <a:extLst>
              <a:ext uri="{FF2B5EF4-FFF2-40B4-BE49-F238E27FC236}">
                <a16:creationId xmlns:a16="http://schemas.microsoft.com/office/drawing/2014/main" id="{E3C6B18E-E256-49DA-888E-93E5EEE5B868}"/>
              </a:ext>
            </a:extLst>
          </p:cNvPr>
          <p:cNvSpPr>
            <a:spLocks noGrp="1"/>
          </p:cNvSpPr>
          <p:nvPr/>
        </p:nvSpPr>
        <p:spPr>
          <a:xfrm>
            <a:off x="5174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01_find_only_1283">
            <a:extLst>
              <a:ext uri="{FF2B5EF4-FFF2-40B4-BE49-F238E27FC236}">
                <a16:creationId xmlns:a16="http://schemas.microsoft.com/office/drawing/2014/main" id="{37AD86E4-66F0-4066-A337-F2EC051A2688}"/>
              </a:ext>
            </a:extLst>
          </p:cNvPr>
          <p:cNvSpPr>
            <a:spLocks noGrp="1"/>
          </p:cNvSpPr>
          <p:nvPr/>
        </p:nvSpPr>
        <p:spPr>
          <a:xfrm>
            <a:off x="517890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01_find_only_1284">
            <a:extLst>
              <a:ext uri="{FF2B5EF4-FFF2-40B4-BE49-F238E27FC236}">
                <a16:creationId xmlns:a16="http://schemas.microsoft.com/office/drawing/2014/main" id="{C474A213-21E1-4727-A3D3-0280A4C76BA5}"/>
              </a:ext>
            </a:extLst>
          </p:cNvPr>
          <p:cNvSpPr>
            <a:spLocks noGrp="1"/>
          </p:cNvSpPr>
          <p:nvPr/>
        </p:nvSpPr>
        <p:spPr>
          <a:xfrm>
            <a:off x="51673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01_find_only_1285">
            <a:extLst>
              <a:ext uri="{FF2B5EF4-FFF2-40B4-BE49-F238E27FC236}">
                <a16:creationId xmlns:a16="http://schemas.microsoft.com/office/drawing/2014/main" id="{FF645DE3-7878-4DCA-9ED6-6A854AF5E21F}"/>
              </a:ext>
            </a:extLst>
          </p:cNvPr>
          <p:cNvSpPr>
            <a:spLocks noGrp="1"/>
          </p:cNvSpPr>
          <p:nvPr/>
        </p:nvSpPr>
        <p:spPr>
          <a:xfrm>
            <a:off x="522330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01_find_only_1286">
            <a:extLst>
              <a:ext uri="{FF2B5EF4-FFF2-40B4-BE49-F238E27FC236}">
                <a16:creationId xmlns:a16="http://schemas.microsoft.com/office/drawing/2014/main" id="{D57F8BBA-9BC4-4C42-9091-20D2B7FBE511}"/>
              </a:ext>
            </a:extLst>
          </p:cNvPr>
          <p:cNvSpPr>
            <a:spLocks noGrp="1"/>
          </p:cNvSpPr>
          <p:nvPr/>
        </p:nvSpPr>
        <p:spPr>
          <a:xfrm>
            <a:off x="52483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01_find_only_1287">
            <a:extLst>
              <a:ext uri="{FF2B5EF4-FFF2-40B4-BE49-F238E27FC236}">
                <a16:creationId xmlns:a16="http://schemas.microsoft.com/office/drawing/2014/main" id="{D9C8B837-5B0D-45E9-B30D-072479132B09}"/>
              </a:ext>
            </a:extLst>
          </p:cNvPr>
          <p:cNvSpPr>
            <a:spLocks noGrp="1"/>
          </p:cNvSpPr>
          <p:nvPr/>
        </p:nvSpPr>
        <p:spPr>
          <a:xfrm>
            <a:off x="525254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01_find_only_1288">
            <a:extLst>
              <a:ext uri="{FF2B5EF4-FFF2-40B4-BE49-F238E27FC236}">
                <a16:creationId xmlns:a16="http://schemas.microsoft.com/office/drawing/2014/main" id="{F543F85C-4366-4F43-816E-78DBDF093098}"/>
              </a:ext>
            </a:extLst>
          </p:cNvPr>
          <p:cNvSpPr>
            <a:spLocks noGrp="1"/>
          </p:cNvSpPr>
          <p:nvPr/>
        </p:nvSpPr>
        <p:spPr>
          <a:xfrm>
            <a:off x="5192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01_find_only_1289">
            <a:extLst>
              <a:ext uri="{FF2B5EF4-FFF2-40B4-BE49-F238E27FC236}">
                <a16:creationId xmlns:a16="http://schemas.microsoft.com/office/drawing/2014/main" id="{3D254881-B3AB-4C15-85B3-3B53A0F7FCD4}"/>
              </a:ext>
            </a:extLst>
          </p:cNvPr>
          <p:cNvSpPr>
            <a:spLocks noGrp="1"/>
          </p:cNvSpPr>
          <p:nvPr/>
        </p:nvSpPr>
        <p:spPr>
          <a:xfrm>
            <a:off x="52281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01_find_only_1290">
            <a:extLst>
              <a:ext uri="{FF2B5EF4-FFF2-40B4-BE49-F238E27FC236}">
                <a16:creationId xmlns:a16="http://schemas.microsoft.com/office/drawing/2014/main" id="{A5C0BC99-4430-4C8A-B577-1F7B94BE6D5F}"/>
              </a:ext>
            </a:extLst>
          </p:cNvPr>
          <p:cNvSpPr>
            <a:spLocks noGrp="1"/>
          </p:cNvSpPr>
          <p:nvPr/>
        </p:nvSpPr>
        <p:spPr>
          <a:xfrm>
            <a:off x="52470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01_find_only_1291">
            <a:extLst>
              <a:ext uri="{FF2B5EF4-FFF2-40B4-BE49-F238E27FC236}">
                <a16:creationId xmlns:a16="http://schemas.microsoft.com/office/drawing/2014/main" id="{17704B6C-7AC5-4CC1-BAE3-31BCE0E05304}"/>
              </a:ext>
            </a:extLst>
          </p:cNvPr>
          <p:cNvSpPr>
            <a:spLocks noGrp="1"/>
          </p:cNvSpPr>
          <p:nvPr/>
        </p:nvSpPr>
        <p:spPr>
          <a:xfrm>
            <a:off x="523554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01_find_only_1292">
            <a:extLst>
              <a:ext uri="{FF2B5EF4-FFF2-40B4-BE49-F238E27FC236}">
                <a16:creationId xmlns:a16="http://schemas.microsoft.com/office/drawing/2014/main" id="{78D466C0-2929-48D9-B353-569156D36F43}"/>
              </a:ext>
            </a:extLst>
          </p:cNvPr>
          <p:cNvSpPr>
            <a:spLocks noGrp="1"/>
          </p:cNvSpPr>
          <p:nvPr/>
        </p:nvSpPr>
        <p:spPr>
          <a:xfrm>
            <a:off x="52252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01_find_only_1293">
            <a:extLst>
              <a:ext uri="{FF2B5EF4-FFF2-40B4-BE49-F238E27FC236}">
                <a16:creationId xmlns:a16="http://schemas.microsoft.com/office/drawing/2014/main" id="{8F38F7F4-FD63-43D6-9EE4-E2E4A9BF8693}"/>
              </a:ext>
            </a:extLst>
          </p:cNvPr>
          <p:cNvSpPr>
            <a:spLocks noGrp="1"/>
          </p:cNvSpPr>
          <p:nvPr/>
        </p:nvSpPr>
        <p:spPr>
          <a:xfrm>
            <a:off x="52014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01_find_only_1294">
            <a:extLst>
              <a:ext uri="{FF2B5EF4-FFF2-40B4-BE49-F238E27FC236}">
                <a16:creationId xmlns:a16="http://schemas.microsoft.com/office/drawing/2014/main" id="{83C9E5B0-3611-41A0-AA51-9FC215A1BD80}"/>
              </a:ext>
            </a:extLst>
          </p:cNvPr>
          <p:cNvSpPr>
            <a:spLocks noGrp="1"/>
          </p:cNvSpPr>
          <p:nvPr/>
        </p:nvSpPr>
        <p:spPr>
          <a:xfrm>
            <a:off x="5198530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01_find_only_1295">
            <a:extLst>
              <a:ext uri="{FF2B5EF4-FFF2-40B4-BE49-F238E27FC236}">
                <a16:creationId xmlns:a16="http://schemas.microsoft.com/office/drawing/2014/main" id="{95C98CAB-F298-4E73-BE83-66274ABF8297}"/>
              </a:ext>
            </a:extLst>
          </p:cNvPr>
          <p:cNvSpPr>
            <a:spLocks noGrp="1"/>
          </p:cNvSpPr>
          <p:nvPr/>
        </p:nvSpPr>
        <p:spPr>
          <a:xfrm>
            <a:off x="51661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01_find_only_1296">
            <a:extLst>
              <a:ext uri="{FF2B5EF4-FFF2-40B4-BE49-F238E27FC236}">
                <a16:creationId xmlns:a16="http://schemas.microsoft.com/office/drawing/2014/main" id="{2A12DF97-6763-475F-B1FE-4EB2C3836F37}"/>
              </a:ext>
            </a:extLst>
          </p:cNvPr>
          <p:cNvSpPr>
            <a:spLocks noGrp="1"/>
          </p:cNvSpPr>
          <p:nvPr/>
        </p:nvSpPr>
        <p:spPr>
          <a:xfrm>
            <a:off x="5247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01_find_only_1297">
            <a:extLst>
              <a:ext uri="{FF2B5EF4-FFF2-40B4-BE49-F238E27FC236}">
                <a16:creationId xmlns:a16="http://schemas.microsoft.com/office/drawing/2014/main" id="{43364ED7-7FA4-4B82-941A-DEA09AEE5AF7}"/>
              </a:ext>
            </a:extLst>
          </p:cNvPr>
          <p:cNvSpPr>
            <a:spLocks noGrp="1"/>
          </p:cNvSpPr>
          <p:nvPr/>
        </p:nvSpPr>
        <p:spPr>
          <a:xfrm>
            <a:off x="5237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01_find_only_1298">
            <a:extLst>
              <a:ext uri="{FF2B5EF4-FFF2-40B4-BE49-F238E27FC236}">
                <a16:creationId xmlns:a16="http://schemas.microsoft.com/office/drawing/2014/main" id="{ED1C5C4D-89D9-4024-9C3F-A0369B2CED9D}"/>
              </a:ext>
            </a:extLst>
          </p:cNvPr>
          <p:cNvSpPr>
            <a:spLocks noGrp="1"/>
          </p:cNvSpPr>
          <p:nvPr/>
        </p:nvSpPr>
        <p:spPr>
          <a:xfrm>
            <a:off x="52223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01_find_only_1299">
            <a:extLst>
              <a:ext uri="{FF2B5EF4-FFF2-40B4-BE49-F238E27FC236}">
                <a16:creationId xmlns:a16="http://schemas.microsoft.com/office/drawing/2014/main" id="{0749B6C0-96FB-4809-BA10-1532DE0AD4FF}"/>
              </a:ext>
            </a:extLst>
          </p:cNvPr>
          <p:cNvSpPr>
            <a:spLocks noGrp="1"/>
          </p:cNvSpPr>
          <p:nvPr/>
        </p:nvSpPr>
        <p:spPr>
          <a:xfrm>
            <a:off x="51627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01_find_only_1300">
            <a:extLst>
              <a:ext uri="{FF2B5EF4-FFF2-40B4-BE49-F238E27FC236}">
                <a16:creationId xmlns:a16="http://schemas.microsoft.com/office/drawing/2014/main" id="{980BCFBE-E136-4C04-AE19-19D74A5D1B48}"/>
              </a:ext>
            </a:extLst>
          </p:cNvPr>
          <p:cNvSpPr>
            <a:spLocks noGrp="1"/>
          </p:cNvSpPr>
          <p:nvPr/>
        </p:nvSpPr>
        <p:spPr>
          <a:xfrm>
            <a:off x="5172202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01_find_only_1301">
            <a:extLst>
              <a:ext uri="{FF2B5EF4-FFF2-40B4-BE49-F238E27FC236}">
                <a16:creationId xmlns:a16="http://schemas.microsoft.com/office/drawing/2014/main" id="{C4483E7D-6BB1-435B-A75A-F2978EB9A572}"/>
              </a:ext>
            </a:extLst>
          </p:cNvPr>
          <p:cNvSpPr>
            <a:spLocks noGrp="1"/>
          </p:cNvSpPr>
          <p:nvPr/>
        </p:nvSpPr>
        <p:spPr>
          <a:xfrm>
            <a:off x="51816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01_find_only_1302">
            <a:extLst>
              <a:ext uri="{FF2B5EF4-FFF2-40B4-BE49-F238E27FC236}">
                <a16:creationId xmlns:a16="http://schemas.microsoft.com/office/drawing/2014/main" id="{8618C236-9CD7-4757-A6AA-7C6CB7A40686}"/>
              </a:ext>
            </a:extLst>
          </p:cNvPr>
          <p:cNvSpPr>
            <a:spLocks noGrp="1"/>
          </p:cNvSpPr>
          <p:nvPr/>
        </p:nvSpPr>
        <p:spPr>
          <a:xfrm>
            <a:off x="5223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01_find_only_1303">
            <a:extLst>
              <a:ext uri="{FF2B5EF4-FFF2-40B4-BE49-F238E27FC236}">
                <a16:creationId xmlns:a16="http://schemas.microsoft.com/office/drawing/2014/main" id="{290BA35F-D3AE-47C3-9730-E7F0C4942CAE}"/>
              </a:ext>
            </a:extLst>
          </p:cNvPr>
          <p:cNvSpPr>
            <a:spLocks noGrp="1"/>
          </p:cNvSpPr>
          <p:nvPr/>
        </p:nvSpPr>
        <p:spPr>
          <a:xfrm>
            <a:off x="52134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01_find_only_1304">
            <a:extLst>
              <a:ext uri="{FF2B5EF4-FFF2-40B4-BE49-F238E27FC236}">
                <a16:creationId xmlns:a16="http://schemas.microsoft.com/office/drawing/2014/main" id="{F2581C4E-50EB-41AF-A0D0-5C10501B7221}"/>
              </a:ext>
            </a:extLst>
          </p:cNvPr>
          <p:cNvSpPr>
            <a:spLocks noGrp="1"/>
          </p:cNvSpPr>
          <p:nvPr/>
        </p:nvSpPr>
        <p:spPr>
          <a:xfrm>
            <a:off x="51762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01_find_only_1305">
            <a:extLst>
              <a:ext uri="{FF2B5EF4-FFF2-40B4-BE49-F238E27FC236}">
                <a16:creationId xmlns:a16="http://schemas.microsoft.com/office/drawing/2014/main" id="{2F9DC535-5CA3-441D-84C7-E065D7484C47}"/>
              </a:ext>
            </a:extLst>
          </p:cNvPr>
          <p:cNvSpPr>
            <a:spLocks noGrp="1"/>
          </p:cNvSpPr>
          <p:nvPr/>
        </p:nvSpPr>
        <p:spPr>
          <a:xfrm>
            <a:off x="51938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01_find_only_1306">
            <a:extLst>
              <a:ext uri="{FF2B5EF4-FFF2-40B4-BE49-F238E27FC236}">
                <a16:creationId xmlns:a16="http://schemas.microsoft.com/office/drawing/2014/main" id="{7A9457E5-02FE-43CC-AC34-C85A1198107E}"/>
              </a:ext>
            </a:extLst>
          </p:cNvPr>
          <p:cNvSpPr>
            <a:spLocks noGrp="1"/>
          </p:cNvSpPr>
          <p:nvPr/>
        </p:nvSpPr>
        <p:spPr>
          <a:xfrm>
            <a:off x="5159475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01_find_only_1307">
            <a:extLst>
              <a:ext uri="{FF2B5EF4-FFF2-40B4-BE49-F238E27FC236}">
                <a16:creationId xmlns:a16="http://schemas.microsoft.com/office/drawing/2014/main" id="{897005BE-99C4-42A1-9C73-9FA94571ACED}"/>
              </a:ext>
            </a:extLst>
          </p:cNvPr>
          <p:cNvSpPr>
            <a:spLocks noGrp="1"/>
          </p:cNvSpPr>
          <p:nvPr/>
        </p:nvSpPr>
        <p:spPr>
          <a:xfrm>
            <a:off x="56899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01_find_only_1308">
            <a:extLst>
              <a:ext uri="{FF2B5EF4-FFF2-40B4-BE49-F238E27FC236}">
                <a16:creationId xmlns:a16="http://schemas.microsoft.com/office/drawing/2014/main" id="{AD452880-0A8B-4F10-A712-5C333F43E3DC}"/>
              </a:ext>
            </a:extLst>
          </p:cNvPr>
          <p:cNvSpPr>
            <a:spLocks noGrp="1"/>
          </p:cNvSpPr>
          <p:nvPr/>
        </p:nvSpPr>
        <p:spPr>
          <a:xfrm>
            <a:off x="56712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01_find_only_1309">
            <a:extLst>
              <a:ext uri="{FF2B5EF4-FFF2-40B4-BE49-F238E27FC236}">
                <a16:creationId xmlns:a16="http://schemas.microsoft.com/office/drawing/2014/main" id="{17889EEB-91DA-46FA-92CD-7BFAE6CAD5B5}"/>
              </a:ext>
            </a:extLst>
          </p:cNvPr>
          <p:cNvSpPr>
            <a:spLocks noGrp="1"/>
          </p:cNvSpPr>
          <p:nvPr/>
        </p:nvSpPr>
        <p:spPr>
          <a:xfrm>
            <a:off x="56864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01_find_only_1310">
            <a:extLst>
              <a:ext uri="{FF2B5EF4-FFF2-40B4-BE49-F238E27FC236}">
                <a16:creationId xmlns:a16="http://schemas.microsoft.com/office/drawing/2014/main" id="{9E966056-4B29-48CE-9794-94EB48F4B8CD}"/>
              </a:ext>
            </a:extLst>
          </p:cNvPr>
          <p:cNvSpPr>
            <a:spLocks noGrp="1"/>
          </p:cNvSpPr>
          <p:nvPr/>
        </p:nvSpPr>
        <p:spPr>
          <a:xfrm>
            <a:off x="5686046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01_find_only_1311">
            <a:extLst>
              <a:ext uri="{FF2B5EF4-FFF2-40B4-BE49-F238E27FC236}">
                <a16:creationId xmlns:a16="http://schemas.microsoft.com/office/drawing/2014/main" id="{6BD7B9C4-687D-471F-BCE3-D1FB9CC140FD}"/>
              </a:ext>
            </a:extLst>
          </p:cNvPr>
          <p:cNvSpPr>
            <a:spLocks noGrp="1"/>
          </p:cNvSpPr>
          <p:nvPr/>
        </p:nvSpPr>
        <p:spPr>
          <a:xfrm>
            <a:off x="57025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01_find_only_1312">
            <a:extLst>
              <a:ext uri="{FF2B5EF4-FFF2-40B4-BE49-F238E27FC236}">
                <a16:creationId xmlns:a16="http://schemas.microsoft.com/office/drawing/2014/main" id="{CF5DBDDF-1CB2-4E4B-BF25-527271360BF0}"/>
              </a:ext>
            </a:extLst>
          </p:cNvPr>
          <p:cNvSpPr>
            <a:spLocks noGrp="1"/>
          </p:cNvSpPr>
          <p:nvPr/>
        </p:nvSpPr>
        <p:spPr>
          <a:xfrm>
            <a:off x="57308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01_find_only_1313">
            <a:extLst>
              <a:ext uri="{FF2B5EF4-FFF2-40B4-BE49-F238E27FC236}">
                <a16:creationId xmlns:a16="http://schemas.microsoft.com/office/drawing/2014/main" id="{228B8E77-868B-4A07-B3A4-6FDEDE1BB095}"/>
              </a:ext>
            </a:extLst>
          </p:cNvPr>
          <p:cNvSpPr>
            <a:spLocks noGrp="1"/>
          </p:cNvSpPr>
          <p:nvPr/>
        </p:nvSpPr>
        <p:spPr>
          <a:xfrm>
            <a:off x="57486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01_find_only_1314">
            <a:extLst>
              <a:ext uri="{FF2B5EF4-FFF2-40B4-BE49-F238E27FC236}">
                <a16:creationId xmlns:a16="http://schemas.microsoft.com/office/drawing/2014/main" id="{71F0C87C-D1D6-4888-80C6-32FD0BA05A62}"/>
              </a:ext>
            </a:extLst>
          </p:cNvPr>
          <p:cNvSpPr>
            <a:spLocks noGrp="1"/>
          </p:cNvSpPr>
          <p:nvPr/>
        </p:nvSpPr>
        <p:spPr>
          <a:xfrm>
            <a:off x="56764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01_find_only_1315">
            <a:extLst>
              <a:ext uri="{FF2B5EF4-FFF2-40B4-BE49-F238E27FC236}">
                <a16:creationId xmlns:a16="http://schemas.microsoft.com/office/drawing/2014/main" id="{F947E25D-2302-4B83-BD16-DDAB5FC7275D}"/>
              </a:ext>
            </a:extLst>
          </p:cNvPr>
          <p:cNvSpPr>
            <a:spLocks noGrp="1"/>
          </p:cNvSpPr>
          <p:nvPr/>
        </p:nvSpPr>
        <p:spPr>
          <a:xfrm>
            <a:off x="57208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01_find_only_1316">
            <a:extLst>
              <a:ext uri="{FF2B5EF4-FFF2-40B4-BE49-F238E27FC236}">
                <a16:creationId xmlns:a16="http://schemas.microsoft.com/office/drawing/2014/main" id="{4929F2A0-42F5-429B-BBF4-460BE4ADF38B}"/>
              </a:ext>
            </a:extLst>
          </p:cNvPr>
          <p:cNvSpPr>
            <a:spLocks noGrp="1"/>
          </p:cNvSpPr>
          <p:nvPr/>
        </p:nvSpPr>
        <p:spPr>
          <a:xfrm>
            <a:off x="56767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01_find_only_1317">
            <a:extLst>
              <a:ext uri="{FF2B5EF4-FFF2-40B4-BE49-F238E27FC236}">
                <a16:creationId xmlns:a16="http://schemas.microsoft.com/office/drawing/2014/main" id="{BA992096-62C7-47BF-8C3C-BA6D1C93EEED}"/>
              </a:ext>
            </a:extLst>
          </p:cNvPr>
          <p:cNvSpPr>
            <a:spLocks noGrp="1"/>
          </p:cNvSpPr>
          <p:nvPr/>
        </p:nvSpPr>
        <p:spPr>
          <a:xfrm>
            <a:off x="5666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01_find_only_1318">
            <a:extLst>
              <a:ext uri="{FF2B5EF4-FFF2-40B4-BE49-F238E27FC236}">
                <a16:creationId xmlns:a16="http://schemas.microsoft.com/office/drawing/2014/main" id="{5CD17590-767E-49D3-BC36-CF9A9316AB95}"/>
              </a:ext>
            </a:extLst>
          </p:cNvPr>
          <p:cNvSpPr>
            <a:spLocks noGrp="1"/>
          </p:cNvSpPr>
          <p:nvPr/>
        </p:nvSpPr>
        <p:spPr>
          <a:xfrm>
            <a:off x="5740839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01_find_only_1319">
            <a:extLst>
              <a:ext uri="{FF2B5EF4-FFF2-40B4-BE49-F238E27FC236}">
                <a16:creationId xmlns:a16="http://schemas.microsoft.com/office/drawing/2014/main" id="{F4095572-27EC-4329-9F95-94BE94A1DAD1}"/>
              </a:ext>
            </a:extLst>
          </p:cNvPr>
          <p:cNvSpPr>
            <a:spLocks noGrp="1"/>
          </p:cNvSpPr>
          <p:nvPr/>
        </p:nvSpPr>
        <p:spPr>
          <a:xfrm>
            <a:off x="576075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01_find_only_1320">
            <a:extLst>
              <a:ext uri="{FF2B5EF4-FFF2-40B4-BE49-F238E27FC236}">
                <a16:creationId xmlns:a16="http://schemas.microsoft.com/office/drawing/2014/main" id="{FC10FE9D-AF8D-49F7-A0F3-D550B02C55A3}"/>
              </a:ext>
            </a:extLst>
          </p:cNvPr>
          <p:cNvSpPr>
            <a:spLocks noGrp="1"/>
          </p:cNvSpPr>
          <p:nvPr/>
        </p:nvSpPr>
        <p:spPr>
          <a:xfrm>
            <a:off x="5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01_find_only_1321">
            <a:extLst>
              <a:ext uri="{FF2B5EF4-FFF2-40B4-BE49-F238E27FC236}">
                <a16:creationId xmlns:a16="http://schemas.microsoft.com/office/drawing/2014/main" id="{7F9C3031-D4A5-47B6-BC7C-C102FD83508C}"/>
              </a:ext>
            </a:extLst>
          </p:cNvPr>
          <p:cNvSpPr>
            <a:spLocks noGrp="1"/>
          </p:cNvSpPr>
          <p:nvPr/>
        </p:nvSpPr>
        <p:spPr>
          <a:xfrm>
            <a:off x="57555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01_find_only_1322">
            <a:extLst>
              <a:ext uri="{FF2B5EF4-FFF2-40B4-BE49-F238E27FC236}">
                <a16:creationId xmlns:a16="http://schemas.microsoft.com/office/drawing/2014/main" id="{6E924DA8-4C40-4F2E-9E72-57E6D945D803}"/>
              </a:ext>
            </a:extLst>
          </p:cNvPr>
          <p:cNvSpPr>
            <a:spLocks noGrp="1"/>
          </p:cNvSpPr>
          <p:nvPr/>
        </p:nvSpPr>
        <p:spPr>
          <a:xfrm>
            <a:off x="568633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01_find_only_1323">
            <a:extLst>
              <a:ext uri="{FF2B5EF4-FFF2-40B4-BE49-F238E27FC236}">
                <a16:creationId xmlns:a16="http://schemas.microsoft.com/office/drawing/2014/main" id="{A7729632-9777-4AE6-B571-F7A9C624D118}"/>
              </a:ext>
            </a:extLst>
          </p:cNvPr>
          <p:cNvSpPr>
            <a:spLocks noGrp="1"/>
          </p:cNvSpPr>
          <p:nvPr/>
        </p:nvSpPr>
        <p:spPr>
          <a:xfrm>
            <a:off x="5704797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01_find_only_1324">
            <a:extLst>
              <a:ext uri="{FF2B5EF4-FFF2-40B4-BE49-F238E27FC236}">
                <a16:creationId xmlns:a16="http://schemas.microsoft.com/office/drawing/2014/main" id="{D951C918-68C6-4CFB-8F95-EFD009F1154A}"/>
              </a:ext>
            </a:extLst>
          </p:cNvPr>
          <p:cNvSpPr>
            <a:spLocks noGrp="1"/>
          </p:cNvSpPr>
          <p:nvPr/>
        </p:nvSpPr>
        <p:spPr>
          <a:xfrm>
            <a:off x="5733747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01_find_only_1325">
            <a:extLst>
              <a:ext uri="{FF2B5EF4-FFF2-40B4-BE49-F238E27FC236}">
                <a16:creationId xmlns:a16="http://schemas.microsoft.com/office/drawing/2014/main" id="{D3B378C6-24A4-4C33-A195-F64FCF17F18B}"/>
              </a:ext>
            </a:extLst>
          </p:cNvPr>
          <p:cNvSpPr>
            <a:spLocks noGrp="1"/>
          </p:cNvSpPr>
          <p:nvPr/>
        </p:nvSpPr>
        <p:spPr>
          <a:xfrm>
            <a:off x="5751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01_find_only_1326">
            <a:extLst>
              <a:ext uri="{FF2B5EF4-FFF2-40B4-BE49-F238E27FC236}">
                <a16:creationId xmlns:a16="http://schemas.microsoft.com/office/drawing/2014/main" id="{57DBDF7A-D0B4-406B-B630-8C2C2192F194}"/>
              </a:ext>
            </a:extLst>
          </p:cNvPr>
          <p:cNvSpPr>
            <a:spLocks noGrp="1"/>
          </p:cNvSpPr>
          <p:nvPr/>
        </p:nvSpPr>
        <p:spPr>
          <a:xfrm>
            <a:off x="57605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01_find_only_1327">
            <a:extLst>
              <a:ext uri="{FF2B5EF4-FFF2-40B4-BE49-F238E27FC236}">
                <a16:creationId xmlns:a16="http://schemas.microsoft.com/office/drawing/2014/main" id="{70D48603-F143-4C01-8E25-08ED19E8BA33}"/>
              </a:ext>
            </a:extLst>
          </p:cNvPr>
          <p:cNvSpPr>
            <a:spLocks noGrp="1"/>
          </p:cNvSpPr>
          <p:nvPr/>
        </p:nvSpPr>
        <p:spPr>
          <a:xfrm>
            <a:off x="57270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01_find_only_1328">
            <a:extLst>
              <a:ext uri="{FF2B5EF4-FFF2-40B4-BE49-F238E27FC236}">
                <a16:creationId xmlns:a16="http://schemas.microsoft.com/office/drawing/2014/main" id="{B71BAEC6-AEF6-48FF-A9EC-526EB8E4DE88}"/>
              </a:ext>
            </a:extLst>
          </p:cNvPr>
          <p:cNvSpPr>
            <a:spLocks noGrp="1"/>
          </p:cNvSpPr>
          <p:nvPr/>
        </p:nvSpPr>
        <p:spPr>
          <a:xfrm>
            <a:off x="5669433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01_find_only_1329">
            <a:extLst>
              <a:ext uri="{FF2B5EF4-FFF2-40B4-BE49-F238E27FC236}">
                <a16:creationId xmlns:a16="http://schemas.microsoft.com/office/drawing/2014/main" id="{EAE1E3CE-15AF-4570-B050-168EB29D9882}"/>
              </a:ext>
            </a:extLst>
          </p:cNvPr>
          <p:cNvSpPr>
            <a:spLocks noGrp="1"/>
          </p:cNvSpPr>
          <p:nvPr/>
        </p:nvSpPr>
        <p:spPr>
          <a:xfrm>
            <a:off x="568381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01_find_only_1330">
            <a:extLst>
              <a:ext uri="{FF2B5EF4-FFF2-40B4-BE49-F238E27FC236}">
                <a16:creationId xmlns:a16="http://schemas.microsoft.com/office/drawing/2014/main" id="{3B884AA3-70A0-4247-B6E1-10EC45CA4496}"/>
              </a:ext>
            </a:extLst>
          </p:cNvPr>
          <p:cNvSpPr>
            <a:spLocks noGrp="1"/>
          </p:cNvSpPr>
          <p:nvPr/>
        </p:nvSpPr>
        <p:spPr>
          <a:xfrm>
            <a:off x="5690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01_find_only_1331">
            <a:extLst>
              <a:ext uri="{FF2B5EF4-FFF2-40B4-BE49-F238E27FC236}">
                <a16:creationId xmlns:a16="http://schemas.microsoft.com/office/drawing/2014/main" id="{4897DC53-2AE0-4400-894F-B8AD684B69DD}"/>
              </a:ext>
            </a:extLst>
          </p:cNvPr>
          <p:cNvSpPr>
            <a:spLocks noGrp="1"/>
          </p:cNvSpPr>
          <p:nvPr/>
        </p:nvSpPr>
        <p:spPr>
          <a:xfrm>
            <a:off x="56692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01_find_only_1332">
            <a:extLst>
              <a:ext uri="{FF2B5EF4-FFF2-40B4-BE49-F238E27FC236}">
                <a16:creationId xmlns:a16="http://schemas.microsoft.com/office/drawing/2014/main" id="{5437D693-2826-40DE-9D1D-4D15FDFCF6AA}"/>
              </a:ext>
            </a:extLst>
          </p:cNvPr>
          <p:cNvSpPr>
            <a:spLocks noGrp="1"/>
          </p:cNvSpPr>
          <p:nvPr/>
        </p:nvSpPr>
        <p:spPr>
          <a:xfrm>
            <a:off x="566865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01_find_only_1333">
            <a:extLst>
              <a:ext uri="{FF2B5EF4-FFF2-40B4-BE49-F238E27FC236}">
                <a16:creationId xmlns:a16="http://schemas.microsoft.com/office/drawing/2014/main" id="{A8611F20-6B10-4270-A14A-B68076D94FD8}"/>
              </a:ext>
            </a:extLst>
          </p:cNvPr>
          <p:cNvSpPr>
            <a:spLocks noGrp="1"/>
          </p:cNvSpPr>
          <p:nvPr/>
        </p:nvSpPr>
        <p:spPr>
          <a:xfrm>
            <a:off x="5687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01_find_only_1334">
            <a:extLst>
              <a:ext uri="{FF2B5EF4-FFF2-40B4-BE49-F238E27FC236}">
                <a16:creationId xmlns:a16="http://schemas.microsoft.com/office/drawing/2014/main" id="{B07E03AE-B3B1-4F64-8EF8-C8DE20DE703E}"/>
              </a:ext>
            </a:extLst>
          </p:cNvPr>
          <p:cNvSpPr>
            <a:spLocks noGrp="1"/>
          </p:cNvSpPr>
          <p:nvPr/>
        </p:nvSpPr>
        <p:spPr>
          <a:xfrm>
            <a:off x="57241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01_find_only_1335">
            <a:extLst>
              <a:ext uri="{FF2B5EF4-FFF2-40B4-BE49-F238E27FC236}">
                <a16:creationId xmlns:a16="http://schemas.microsoft.com/office/drawing/2014/main" id="{FF831C73-661B-413F-A0BE-7A416275D32C}"/>
              </a:ext>
            </a:extLst>
          </p:cNvPr>
          <p:cNvSpPr>
            <a:spLocks noGrp="1"/>
          </p:cNvSpPr>
          <p:nvPr/>
        </p:nvSpPr>
        <p:spPr>
          <a:xfrm>
            <a:off x="56823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01_find_only_1336">
            <a:extLst>
              <a:ext uri="{FF2B5EF4-FFF2-40B4-BE49-F238E27FC236}">
                <a16:creationId xmlns:a16="http://schemas.microsoft.com/office/drawing/2014/main" id="{244DE95B-DE46-4E93-8EEF-0E10103B83E1}"/>
              </a:ext>
            </a:extLst>
          </p:cNvPr>
          <p:cNvSpPr>
            <a:spLocks noGrp="1"/>
          </p:cNvSpPr>
          <p:nvPr/>
        </p:nvSpPr>
        <p:spPr>
          <a:xfrm>
            <a:off x="57115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01_find_only_1337">
            <a:extLst>
              <a:ext uri="{FF2B5EF4-FFF2-40B4-BE49-F238E27FC236}">
                <a16:creationId xmlns:a16="http://schemas.microsoft.com/office/drawing/2014/main" id="{BFAD0DD3-EB05-4C8F-B722-4EF71B80F040}"/>
              </a:ext>
            </a:extLst>
          </p:cNvPr>
          <p:cNvSpPr>
            <a:spLocks noGrp="1"/>
          </p:cNvSpPr>
          <p:nvPr/>
        </p:nvSpPr>
        <p:spPr>
          <a:xfrm>
            <a:off x="5701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01_find_only_1338">
            <a:extLst>
              <a:ext uri="{FF2B5EF4-FFF2-40B4-BE49-F238E27FC236}">
                <a16:creationId xmlns:a16="http://schemas.microsoft.com/office/drawing/2014/main" id="{31B2A378-E539-4D60-AB96-DB669045DC55}"/>
              </a:ext>
            </a:extLst>
          </p:cNvPr>
          <p:cNvSpPr>
            <a:spLocks noGrp="1"/>
          </p:cNvSpPr>
          <p:nvPr/>
        </p:nvSpPr>
        <p:spPr>
          <a:xfrm>
            <a:off x="5749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01_find_only_1339">
            <a:extLst>
              <a:ext uri="{FF2B5EF4-FFF2-40B4-BE49-F238E27FC236}">
                <a16:creationId xmlns:a16="http://schemas.microsoft.com/office/drawing/2014/main" id="{341BA005-4E49-42AB-B5F7-E3FEA29134C1}"/>
              </a:ext>
            </a:extLst>
          </p:cNvPr>
          <p:cNvSpPr>
            <a:spLocks noGrp="1"/>
          </p:cNvSpPr>
          <p:nvPr/>
        </p:nvSpPr>
        <p:spPr>
          <a:xfrm>
            <a:off x="5691584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01_find_only_1340">
            <a:extLst>
              <a:ext uri="{FF2B5EF4-FFF2-40B4-BE49-F238E27FC236}">
                <a16:creationId xmlns:a16="http://schemas.microsoft.com/office/drawing/2014/main" id="{16AB33F2-51C2-4B1C-BE9E-93DCEB4A4C70}"/>
              </a:ext>
            </a:extLst>
          </p:cNvPr>
          <p:cNvSpPr>
            <a:spLocks noGrp="1"/>
          </p:cNvSpPr>
          <p:nvPr/>
        </p:nvSpPr>
        <p:spPr>
          <a:xfrm>
            <a:off x="57315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01_find_only_1341">
            <a:extLst>
              <a:ext uri="{FF2B5EF4-FFF2-40B4-BE49-F238E27FC236}">
                <a16:creationId xmlns:a16="http://schemas.microsoft.com/office/drawing/2014/main" id="{C265FC63-EF53-422F-BEEF-EA2F32600834}"/>
              </a:ext>
            </a:extLst>
          </p:cNvPr>
          <p:cNvSpPr>
            <a:spLocks noGrp="1"/>
          </p:cNvSpPr>
          <p:nvPr/>
        </p:nvSpPr>
        <p:spPr>
          <a:xfrm>
            <a:off x="57339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01_find_only_1342">
            <a:extLst>
              <a:ext uri="{FF2B5EF4-FFF2-40B4-BE49-F238E27FC236}">
                <a16:creationId xmlns:a16="http://schemas.microsoft.com/office/drawing/2014/main" id="{280373C9-7A35-4EEE-BA90-01A802D2EF5D}"/>
              </a:ext>
            </a:extLst>
          </p:cNvPr>
          <p:cNvSpPr>
            <a:spLocks noGrp="1"/>
          </p:cNvSpPr>
          <p:nvPr/>
        </p:nvSpPr>
        <p:spPr>
          <a:xfrm>
            <a:off x="56689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01_find_only_1343">
            <a:extLst>
              <a:ext uri="{FF2B5EF4-FFF2-40B4-BE49-F238E27FC236}">
                <a16:creationId xmlns:a16="http://schemas.microsoft.com/office/drawing/2014/main" id="{E28D1952-F929-41AB-AAD7-8425A52218E6}"/>
              </a:ext>
            </a:extLst>
          </p:cNvPr>
          <p:cNvSpPr>
            <a:spLocks noGrp="1"/>
          </p:cNvSpPr>
          <p:nvPr/>
        </p:nvSpPr>
        <p:spPr>
          <a:xfrm>
            <a:off x="5748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01_find_only_1344">
            <a:extLst>
              <a:ext uri="{FF2B5EF4-FFF2-40B4-BE49-F238E27FC236}">
                <a16:creationId xmlns:a16="http://schemas.microsoft.com/office/drawing/2014/main" id="{C40F18B3-F07D-4EB8-945F-5305DAEDF919}"/>
              </a:ext>
            </a:extLst>
          </p:cNvPr>
          <p:cNvSpPr>
            <a:spLocks noGrp="1"/>
          </p:cNvSpPr>
          <p:nvPr/>
        </p:nvSpPr>
        <p:spPr>
          <a:xfrm>
            <a:off x="56666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01_find_only_1345">
            <a:extLst>
              <a:ext uri="{FF2B5EF4-FFF2-40B4-BE49-F238E27FC236}">
                <a16:creationId xmlns:a16="http://schemas.microsoft.com/office/drawing/2014/main" id="{BF3078B3-ACD8-45A7-A9A8-E3AE8EC6F309}"/>
              </a:ext>
            </a:extLst>
          </p:cNvPr>
          <p:cNvSpPr>
            <a:spLocks noGrp="1"/>
          </p:cNvSpPr>
          <p:nvPr/>
        </p:nvSpPr>
        <p:spPr>
          <a:xfrm>
            <a:off x="57479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01_find_only_1346">
            <a:extLst>
              <a:ext uri="{FF2B5EF4-FFF2-40B4-BE49-F238E27FC236}">
                <a16:creationId xmlns:a16="http://schemas.microsoft.com/office/drawing/2014/main" id="{0BA55F54-9D59-4072-86EA-B98F0F1B22D2}"/>
              </a:ext>
            </a:extLst>
          </p:cNvPr>
          <p:cNvSpPr>
            <a:spLocks noGrp="1"/>
          </p:cNvSpPr>
          <p:nvPr/>
        </p:nvSpPr>
        <p:spPr>
          <a:xfrm>
            <a:off x="57573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01_find_only_1347">
            <a:extLst>
              <a:ext uri="{FF2B5EF4-FFF2-40B4-BE49-F238E27FC236}">
                <a16:creationId xmlns:a16="http://schemas.microsoft.com/office/drawing/2014/main" id="{A1C1954B-E6AD-4BEA-8605-49A908BD74DB}"/>
              </a:ext>
            </a:extLst>
          </p:cNvPr>
          <p:cNvSpPr>
            <a:spLocks noGrp="1"/>
          </p:cNvSpPr>
          <p:nvPr/>
        </p:nvSpPr>
        <p:spPr>
          <a:xfrm>
            <a:off x="57247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01_find_only_1348">
            <a:extLst>
              <a:ext uri="{FF2B5EF4-FFF2-40B4-BE49-F238E27FC236}">
                <a16:creationId xmlns:a16="http://schemas.microsoft.com/office/drawing/2014/main" id="{77F2E192-75C5-40CF-B657-699216EA2AEF}"/>
              </a:ext>
            </a:extLst>
          </p:cNvPr>
          <p:cNvSpPr>
            <a:spLocks noGrp="1"/>
          </p:cNvSpPr>
          <p:nvPr/>
        </p:nvSpPr>
        <p:spPr>
          <a:xfrm>
            <a:off x="56955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01_find_only_1349">
            <a:extLst>
              <a:ext uri="{FF2B5EF4-FFF2-40B4-BE49-F238E27FC236}">
                <a16:creationId xmlns:a16="http://schemas.microsoft.com/office/drawing/2014/main" id="{1E7402CA-BC04-475F-8A78-F8D8ED621400}"/>
              </a:ext>
            </a:extLst>
          </p:cNvPr>
          <p:cNvSpPr>
            <a:spLocks noGrp="1"/>
          </p:cNvSpPr>
          <p:nvPr/>
        </p:nvSpPr>
        <p:spPr>
          <a:xfrm>
            <a:off x="57362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01_find_only_1350">
            <a:extLst>
              <a:ext uri="{FF2B5EF4-FFF2-40B4-BE49-F238E27FC236}">
                <a16:creationId xmlns:a16="http://schemas.microsoft.com/office/drawing/2014/main" id="{236D1476-2ECD-455C-BDFB-E390863AE97D}"/>
              </a:ext>
            </a:extLst>
          </p:cNvPr>
          <p:cNvSpPr>
            <a:spLocks noGrp="1"/>
          </p:cNvSpPr>
          <p:nvPr/>
        </p:nvSpPr>
        <p:spPr>
          <a:xfrm>
            <a:off x="56868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01_find_only_1351">
            <a:extLst>
              <a:ext uri="{FF2B5EF4-FFF2-40B4-BE49-F238E27FC236}">
                <a16:creationId xmlns:a16="http://schemas.microsoft.com/office/drawing/2014/main" id="{7DB31407-85CC-47EC-98AF-BADE99245AB9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01_find_only_1352">
            <a:extLst>
              <a:ext uri="{FF2B5EF4-FFF2-40B4-BE49-F238E27FC236}">
                <a16:creationId xmlns:a16="http://schemas.microsoft.com/office/drawing/2014/main" id="{0D590ED9-BE00-4D96-B6F0-6E5AB9C8F8B4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01_find_only_1353">
            <a:extLst>
              <a:ext uri="{FF2B5EF4-FFF2-40B4-BE49-F238E27FC236}">
                <a16:creationId xmlns:a16="http://schemas.microsoft.com/office/drawing/2014/main" id="{AED96A5E-6597-4702-B94D-6B6F32D95FFF}"/>
              </a:ext>
            </a:extLst>
          </p:cNvPr>
          <p:cNvSpPr>
            <a:spLocks noGrp="1"/>
          </p:cNvSpPr>
          <p:nvPr/>
        </p:nvSpPr>
        <p:spPr>
          <a:xfrm>
            <a:off x="5682646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01_find_only_1354">
            <a:extLst>
              <a:ext uri="{FF2B5EF4-FFF2-40B4-BE49-F238E27FC236}">
                <a16:creationId xmlns:a16="http://schemas.microsoft.com/office/drawing/2014/main" id="{B9D85F62-D461-4ED4-852A-0DDC9F51EEC7}"/>
              </a:ext>
            </a:extLst>
          </p:cNvPr>
          <p:cNvSpPr>
            <a:spLocks noGrp="1"/>
          </p:cNvSpPr>
          <p:nvPr/>
        </p:nvSpPr>
        <p:spPr>
          <a:xfrm>
            <a:off x="57503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01_find_only_1355">
            <a:extLst>
              <a:ext uri="{FF2B5EF4-FFF2-40B4-BE49-F238E27FC236}">
                <a16:creationId xmlns:a16="http://schemas.microsoft.com/office/drawing/2014/main" id="{6BCAF62E-8A99-4AF8-AB92-B4A42C679744}"/>
              </a:ext>
            </a:extLst>
          </p:cNvPr>
          <p:cNvSpPr>
            <a:spLocks noGrp="1"/>
          </p:cNvSpPr>
          <p:nvPr/>
        </p:nvSpPr>
        <p:spPr>
          <a:xfrm>
            <a:off x="56972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01_find_only_1356">
            <a:extLst>
              <a:ext uri="{FF2B5EF4-FFF2-40B4-BE49-F238E27FC236}">
                <a16:creationId xmlns:a16="http://schemas.microsoft.com/office/drawing/2014/main" id="{4E0EB5D1-F6E6-4E18-B7C8-BA20BCC58538}"/>
              </a:ext>
            </a:extLst>
          </p:cNvPr>
          <p:cNvSpPr>
            <a:spLocks noGrp="1"/>
          </p:cNvSpPr>
          <p:nvPr/>
        </p:nvSpPr>
        <p:spPr>
          <a:xfrm>
            <a:off x="57066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01_find_only_1357">
            <a:extLst>
              <a:ext uri="{FF2B5EF4-FFF2-40B4-BE49-F238E27FC236}">
                <a16:creationId xmlns:a16="http://schemas.microsoft.com/office/drawing/2014/main" id="{FB1A0D81-EC23-4429-B75D-B34AA48A034F}"/>
              </a:ext>
            </a:extLst>
          </p:cNvPr>
          <p:cNvSpPr>
            <a:spLocks noGrp="1"/>
          </p:cNvSpPr>
          <p:nvPr/>
        </p:nvSpPr>
        <p:spPr>
          <a:xfrm>
            <a:off x="57596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01_find_only_1358">
            <a:extLst>
              <a:ext uri="{FF2B5EF4-FFF2-40B4-BE49-F238E27FC236}">
                <a16:creationId xmlns:a16="http://schemas.microsoft.com/office/drawing/2014/main" id="{ECB1577B-0629-4A33-BA8C-2932C14DBDD9}"/>
              </a:ext>
            </a:extLst>
          </p:cNvPr>
          <p:cNvSpPr>
            <a:spLocks noGrp="1"/>
          </p:cNvSpPr>
          <p:nvPr/>
        </p:nvSpPr>
        <p:spPr>
          <a:xfrm>
            <a:off x="57305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01_find_only_1359">
            <a:extLst>
              <a:ext uri="{FF2B5EF4-FFF2-40B4-BE49-F238E27FC236}">
                <a16:creationId xmlns:a16="http://schemas.microsoft.com/office/drawing/2014/main" id="{B97F5889-589B-40CB-AC29-214D7E3B22AD}"/>
              </a:ext>
            </a:extLst>
          </p:cNvPr>
          <p:cNvSpPr>
            <a:spLocks noGrp="1"/>
          </p:cNvSpPr>
          <p:nvPr/>
        </p:nvSpPr>
        <p:spPr>
          <a:xfrm>
            <a:off x="575618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01_find_only_1360">
            <a:extLst>
              <a:ext uri="{FF2B5EF4-FFF2-40B4-BE49-F238E27FC236}">
                <a16:creationId xmlns:a16="http://schemas.microsoft.com/office/drawing/2014/main" id="{B4EA57A9-DDF1-4C6D-95DF-B02AEDCE49F6}"/>
              </a:ext>
            </a:extLst>
          </p:cNvPr>
          <p:cNvSpPr>
            <a:spLocks noGrp="1"/>
          </p:cNvSpPr>
          <p:nvPr/>
        </p:nvSpPr>
        <p:spPr>
          <a:xfrm>
            <a:off x="56703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01_find_only_1361">
            <a:extLst>
              <a:ext uri="{FF2B5EF4-FFF2-40B4-BE49-F238E27FC236}">
                <a16:creationId xmlns:a16="http://schemas.microsoft.com/office/drawing/2014/main" id="{C943739C-4994-4EF8-9F00-74520B9B5397}"/>
              </a:ext>
            </a:extLst>
          </p:cNvPr>
          <p:cNvSpPr>
            <a:spLocks noGrp="1"/>
          </p:cNvSpPr>
          <p:nvPr/>
        </p:nvSpPr>
        <p:spPr>
          <a:xfrm>
            <a:off x="57490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01_find_only_1362">
            <a:extLst>
              <a:ext uri="{FF2B5EF4-FFF2-40B4-BE49-F238E27FC236}">
                <a16:creationId xmlns:a16="http://schemas.microsoft.com/office/drawing/2014/main" id="{029A4C5E-7384-4490-9F5A-FDA7CE156B72}"/>
              </a:ext>
            </a:extLst>
          </p:cNvPr>
          <p:cNvSpPr>
            <a:spLocks noGrp="1"/>
          </p:cNvSpPr>
          <p:nvPr/>
        </p:nvSpPr>
        <p:spPr>
          <a:xfrm>
            <a:off x="5736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01_find_only_1363">
            <a:extLst>
              <a:ext uri="{FF2B5EF4-FFF2-40B4-BE49-F238E27FC236}">
                <a16:creationId xmlns:a16="http://schemas.microsoft.com/office/drawing/2014/main" id="{B232E04A-BE7C-43E6-916F-88F2C91A846E}"/>
              </a:ext>
            </a:extLst>
          </p:cNvPr>
          <p:cNvSpPr>
            <a:spLocks noGrp="1"/>
          </p:cNvSpPr>
          <p:nvPr/>
        </p:nvSpPr>
        <p:spPr>
          <a:xfrm>
            <a:off x="57026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01_find_only_1364">
            <a:extLst>
              <a:ext uri="{FF2B5EF4-FFF2-40B4-BE49-F238E27FC236}">
                <a16:creationId xmlns:a16="http://schemas.microsoft.com/office/drawing/2014/main" id="{CAF158DB-9313-4A73-BCAD-1FA8E24E8557}"/>
              </a:ext>
            </a:extLst>
          </p:cNvPr>
          <p:cNvSpPr>
            <a:spLocks noGrp="1"/>
          </p:cNvSpPr>
          <p:nvPr/>
        </p:nvSpPr>
        <p:spPr>
          <a:xfrm>
            <a:off x="573996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01_find_only_1365">
            <a:extLst>
              <a:ext uri="{FF2B5EF4-FFF2-40B4-BE49-F238E27FC236}">
                <a16:creationId xmlns:a16="http://schemas.microsoft.com/office/drawing/2014/main" id="{241394CC-8146-4178-9441-19F2B56DD3CA}"/>
              </a:ext>
            </a:extLst>
          </p:cNvPr>
          <p:cNvSpPr>
            <a:spLocks noGrp="1"/>
          </p:cNvSpPr>
          <p:nvPr/>
        </p:nvSpPr>
        <p:spPr>
          <a:xfrm>
            <a:off x="57601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01_find_only_1366">
            <a:extLst>
              <a:ext uri="{FF2B5EF4-FFF2-40B4-BE49-F238E27FC236}">
                <a16:creationId xmlns:a16="http://schemas.microsoft.com/office/drawing/2014/main" id="{AD8DDF93-8DA5-43FD-9B65-529F98707ADA}"/>
              </a:ext>
            </a:extLst>
          </p:cNvPr>
          <p:cNvSpPr>
            <a:spLocks noGrp="1"/>
          </p:cNvSpPr>
          <p:nvPr/>
        </p:nvSpPr>
        <p:spPr>
          <a:xfrm>
            <a:off x="57297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01_find_only_1367">
            <a:extLst>
              <a:ext uri="{FF2B5EF4-FFF2-40B4-BE49-F238E27FC236}">
                <a16:creationId xmlns:a16="http://schemas.microsoft.com/office/drawing/2014/main" id="{35896856-7E17-4ED8-8245-1B3A60C7437F}"/>
              </a:ext>
            </a:extLst>
          </p:cNvPr>
          <p:cNvSpPr>
            <a:spLocks noGrp="1"/>
          </p:cNvSpPr>
          <p:nvPr/>
        </p:nvSpPr>
        <p:spPr>
          <a:xfrm>
            <a:off x="57372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01_find_only_1368">
            <a:extLst>
              <a:ext uri="{FF2B5EF4-FFF2-40B4-BE49-F238E27FC236}">
                <a16:creationId xmlns:a16="http://schemas.microsoft.com/office/drawing/2014/main" id="{43E8FC3C-0BAE-41AD-8E29-047CCEFD5B8A}"/>
              </a:ext>
            </a:extLst>
          </p:cNvPr>
          <p:cNvSpPr>
            <a:spLocks noGrp="1"/>
          </p:cNvSpPr>
          <p:nvPr/>
        </p:nvSpPr>
        <p:spPr>
          <a:xfrm>
            <a:off x="573637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01_find_only_1369">
            <a:extLst>
              <a:ext uri="{FF2B5EF4-FFF2-40B4-BE49-F238E27FC236}">
                <a16:creationId xmlns:a16="http://schemas.microsoft.com/office/drawing/2014/main" id="{2D6B7B06-5844-4E68-9A28-57EE8035E486}"/>
              </a:ext>
            </a:extLst>
          </p:cNvPr>
          <p:cNvSpPr>
            <a:spLocks noGrp="1"/>
          </p:cNvSpPr>
          <p:nvPr/>
        </p:nvSpPr>
        <p:spPr>
          <a:xfrm>
            <a:off x="57208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01_find_only_1370">
            <a:extLst>
              <a:ext uri="{FF2B5EF4-FFF2-40B4-BE49-F238E27FC236}">
                <a16:creationId xmlns:a16="http://schemas.microsoft.com/office/drawing/2014/main" id="{A64136C3-11EE-4529-A7FC-58D3128DA31F}"/>
              </a:ext>
            </a:extLst>
          </p:cNvPr>
          <p:cNvSpPr>
            <a:spLocks noGrp="1"/>
          </p:cNvSpPr>
          <p:nvPr/>
        </p:nvSpPr>
        <p:spPr>
          <a:xfrm>
            <a:off x="569372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01_find_only_1371">
            <a:extLst>
              <a:ext uri="{FF2B5EF4-FFF2-40B4-BE49-F238E27FC236}">
                <a16:creationId xmlns:a16="http://schemas.microsoft.com/office/drawing/2014/main" id="{3AFC42DD-BF98-479D-99B0-35A2E16DDA2D}"/>
              </a:ext>
            </a:extLst>
          </p:cNvPr>
          <p:cNvSpPr>
            <a:spLocks noGrp="1"/>
          </p:cNvSpPr>
          <p:nvPr/>
        </p:nvSpPr>
        <p:spPr>
          <a:xfrm>
            <a:off x="57533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01_find_only_1372">
            <a:extLst>
              <a:ext uri="{FF2B5EF4-FFF2-40B4-BE49-F238E27FC236}">
                <a16:creationId xmlns:a16="http://schemas.microsoft.com/office/drawing/2014/main" id="{EB3AD9D4-BAE2-4EB0-A7A0-E1CB18B9A871}"/>
              </a:ext>
            </a:extLst>
          </p:cNvPr>
          <p:cNvSpPr>
            <a:spLocks noGrp="1"/>
          </p:cNvSpPr>
          <p:nvPr/>
        </p:nvSpPr>
        <p:spPr>
          <a:xfrm>
            <a:off x="5683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01_find_only_1373">
            <a:extLst>
              <a:ext uri="{FF2B5EF4-FFF2-40B4-BE49-F238E27FC236}">
                <a16:creationId xmlns:a16="http://schemas.microsoft.com/office/drawing/2014/main" id="{DD8332EB-6158-46BE-A7C7-1188C80570F1}"/>
              </a:ext>
            </a:extLst>
          </p:cNvPr>
          <p:cNvSpPr>
            <a:spLocks noGrp="1"/>
          </p:cNvSpPr>
          <p:nvPr/>
        </p:nvSpPr>
        <p:spPr>
          <a:xfrm>
            <a:off x="5682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01_find_only_1374">
            <a:extLst>
              <a:ext uri="{FF2B5EF4-FFF2-40B4-BE49-F238E27FC236}">
                <a16:creationId xmlns:a16="http://schemas.microsoft.com/office/drawing/2014/main" id="{D6CA5030-6634-4465-A39E-04E872BA6299}"/>
              </a:ext>
            </a:extLst>
          </p:cNvPr>
          <p:cNvSpPr>
            <a:spLocks noGrp="1"/>
          </p:cNvSpPr>
          <p:nvPr/>
        </p:nvSpPr>
        <p:spPr>
          <a:xfrm>
            <a:off x="56870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01_find_only_1375">
            <a:extLst>
              <a:ext uri="{FF2B5EF4-FFF2-40B4-BE49-F238E27FC236}">
                <a16:creationId xmlns:a16="http://schemas.microsoft.com/office/drawing/2014/main" id="{A578992C-00B2-4C78-AB65-6C4C88D18465}"/>
              </a:ext>
            </a:extLst>
          </p:cNvPr>
          <p:cNvSpPr>
            <a:spLocks noGrp="1"/>
          </p:cNvSpPr>
          <p:nvPr/>
        </p:nvSpPr>
        <p:spPr>
          <a:xfrm>
            <a:off x="57547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01_find_only_1376">
            <a:extLst>
              <a:ext uri="{FF2B5EF4-FFF2-40B4-BE49-F238E27FC236}">
                <a16:creationId xmlns:a16="http://schemas.microsoft.com/office/drawing/2014/main" id="{889FAF86-774F-4212-B23B-646D5DE3F2DB}"/>
              </a:ext>
            </a:extLst>
          </p:cNvPr>
          <p:cNvSpPr>
            <a:spLocks noGrp="1"/>
          </p:cNvSpPr>
          <p:nvPr/>
        </p:nvSpPr>
        <p:spPr>
          <a:xfrm>
            <a:off x="574443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01_find_only_1377">
            <a:extLst>
              <a:ext uri="{FF2B5EF4-FFF2-40B4-BE49-F238E27FC236}">
                <a16:creationId xmlns:a16="http://schemas.microsoft.com/office/drawing/2014/main" id="{265DF77A-EA8D-4938-8E2E-B93B3C4FC636}"/>
              </a:ext>
            </a:extLst>
          </p:cNvPr>
          <p:cNvSpPr>
            <a:spLocks noGrp="1"/>
          </p:cNvSpPr>
          <p:nvPr/>
        </p:nvSpPr>
        <p:spPr>
          <a:xfrm>
            <a:off x="5748612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01_find_only_1378">
            <a:extLst>
              <a:ext uri="{FF2B5EF4-FFF2-40B4-BE49-F238E27FC236}">
                <a16:creationId xmlns:a16="http://schemas.microsoft.com/office/drawing/2014/main" id="{924EB11E-56A8-4FC7-9A46-25BD7349FDFA}"/>
              </a:ext>
            </a:extLst>
          </p:cNvPr>
          <p:cNvSpPr>
            <a:spLocks noGrp="1"/>
          </p:cNvSpPr>
          <p:nvPr/>
        </p:nvSpPr>
        <p:spPr>
          <a:xfrm>
            <a:off x="57365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01_find_only_1379">
            <a:extLst>
              <a:ext uri="{FF2B5EF4-FFF2-40B4-BE49-F238E27FC236}">
                <a16:creationId xmlns:a16="http://schemas.microsoft.com/office/drawing/2014/main" id="{D598D318-E9EA-415A-9CEF-15A1AF96436F}"/>
              </a:ext>
            </a:extLst>
          </p:cNvPr>
          <p:cNvSpPr>
            <a:spLocks noGrp="1"/>
          </p:cNvSpPr>
          <p:nvPr/>
        </p:nvSpPr>
        <p:spPr>
          <a:xfrm>
            <a:off x="57440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01_find_only_1380">
            <a:extLst>
              <a:ext uri="{FF2B5EF4-FFF2-40B4-BE49-F238E27FC236}">
                <a16:creationId xmlns:a16="http://schemas.microsoft.com/office/drawing/2014/main" id="{E6765037-1BA6-4986-82CB-7DEFE3993A7C}"/>
              </a:ext>
            </a:extLst>
          </p:cNvPr>
          <p:cNvSpPr>
            <a:spLocks noGrp="1"/>
          </p:cNvSpPr>
          <p:nvPr/>
        </p:nvSpPr>
        <p:spPr>
          <a:xfrm>
            <a:off x="57524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01_find_only_1381">
            <a:extLst>
              <a:ext uri="{FF2B5EF4-FFF2-40B4-BE49-F238E27FC236}">
                <a16:creationId xmlns:a16="http://schemas.microsoft.com/office/drawing/2014/main" id="{04E25B89-A662-4F88-A5EB-625B8805E02E}"/>
              </a:ext>
            </a:extLst>
          </p:cNvPr>
          <p:cNvSpPr>
            <a:spLocks noGrp="1"/>
          </p:cNvSpPr>
          <p:nvPr/>
        </p:nvSpPr>
        <p:spPr>
          <a:xfrm>
            <a:off x="5681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01_find_only_1382">
            <a:extLst>
              <a:ext uri="{FF2B5EF4-FFF2-40B4-BE49-F238E27FC236}">
                <a16:creationId xmlns:a16="http://schemas.microsoft.com/office/drawing/2014/main" id="{0D16BDD9-48EB-492C-9401-43B06D8D2793}"/>
              </a:ext>
            </a:extLst>
          </p:cNvPr>
          <p:cNvSpPr>
            <a:spLocks noGrp="1"/>
          </p:cNvSpPr>
          <p:nvPr/>
        </p:nvSpPr>
        <p:spPr>
          <a:xfrm>
            <a:off x="5688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01_find_only_1383">
            <a:extLst>
              <a:ext uri="{FF2B5EF4-FFF2-40B4-BE49-F238E27FC236}">
                <a16:creationId xmlns:a16="http://schemas.microsoft.com/office/drawing/2014/main" id="{E7F3866F-1D93-4DC8-9341-C0F0E3D7C71A}"/>
              </a:ext>
            </a:extLst>
          </p:cNvPr>
          <p:cNvSpPr>
            <a:spLocks noGrp="1"/>
          </p:cNvSpPr>
          <p:nvPr/>
        </p:nvSpPr>
        <p:spPr>
          <a:xfrm>
            <a:off x="5734913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01_find_only_1384">
            <a:extLst>
              <a:ext uri="{FF2B5EF4-FFF2-40B4-BE49-F238E27FC236}">
                <a16:creationId xmlns:a16="http://schemas.microsoft.com/office/drawing/2014/main" id="{32C78615-4CF0-401B-84C4-5D3165427F65}"/>
              </a:ext>
            </a:extLst>
          </p:cNvPr>
          <p:cNvSpPr>
            <a:spLocks noGrp="1"/>
          </p:cNvSpPr>
          <p:nvPr/>
        </p:nvSpPr>
        <p:spPr>
          <a:xfrm>
            <a:off x="5686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01_find_only_1385">
            <a:extLst>
              <a:ext uri="{FF2B5EF4-FFF2-40B4-BE49-F238E27FC236}">
                <a16:creationId xmlns:a16="http://schemas.microsoft.com/office/drawing/2014/main" id="{0F38565E-5B8D-43AD-A74E-3E2C2D0712BB}"/>
              </a:ext>
            </a:extLst>
          </p:cNvPr>
          <p:cNvSpPr>
            <a:spLocks noGrp="1"/>
          </p:cNvSpPr>
          <p:nvPr/>
        </p:nvSpPr>
        <p:spPr>
          <a:xfrm>
            <a:off x="5695470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01_find_only_1386">
            <a:extLst>
              <a:ext uri="{FF2B5EF4-FFF2-40B4-BE49-F238E27FC236}">
                <a16:creationId xmlns:a16="http://schemas.microsoft.com/office/drawing/2014/main" id="{930FFD39-0AC5-46B2-A0C4-F04D40691E91}"/>
              </a:ext>
            </a:extLst>
          </p:cNvPr>
          <p:cNvSpPr>
            <a:spLocks noGrp="1"/>
          </p:cNvSpPr>
          <p:nvPr/>
        </p:nvSpPr>
        <p:spPr>
          <a:xfrm>
            <a:off x="56795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01_find_only_1387">
            <a:extLst>
              <a:ext uri="{FF2B5EF4-FFF2-40B4-BE49-F238E27FC236}">
                <a16:creationId xmlns:a16="http://schemas.microsoft.com/office/drawing/2014/main" id="{7C923442-CBF2-47AF-BE72-48EF126D1DD9}"/>
              </a:ext>
            </a:extLst>
          </p:cNvPr>
          <p:cNvSpPr>
            <a:spLocks noGrp="1"/>
          </p:cNvSpPr>
          <p:nvPr/>
        </p:nvSpPr>
        <p:spPr>
          <a:xfrm>
            <a:off x="5689835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01_find_only_1388">
            <a:extLst>
              <a:ext uri="{FF2B5EF4-FFF2-40B4-BE49-F238E27FC236}">
                <a16:creationId xmlns:a16="http://schemas.microsoft.com/office/drawing/2014/main" id="{822583FE-29F3-43AE-BA6D-C5629A69B02C}"/>
              </a:ext>
            </a:extLst>
          </p:cNvPr>
          <p:cNvSpPr>
            <a:spLocks noGrp="1"/>
          </p:cNvSpPr>
          <p:nvPr/>
        </p:nvSpPr>
        <p:spPr>
          <a:xfrm>
            <a:off x="5693624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01_find_only_1389">
            <a:extLst>
              <a:ext uri="{FF2B5EF4-FFF2-40B4-BE49-F238E27FC236}">
                <a16:creationId xmlns:a16="http://schemas.microsoft.com/office/drawing/2014/main" id="{F91E993D-62BD-4492-B915-1C2FA44E5413}"/>
              </a:ext>
            </a:extLst>
          </p:cNvPr>
          <p:cNvSpPr>
            <a:spLocks noGrp="1"/>
          </p:cNvSpPr>
          <p:nvPr/>
        </p:nvSpPr>
        <p:spPr>
          <a:xfrm>
            <a:off x="575395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01_find_only_1390">
            <a:extLst>
              <a:ext uri="{FF2B5EF4-FFF2-40B4-BE49-F238E27FC236}">
                <a16:creationId xmlns:a16="http://schemas.microsoft.com/office/drawing/2014/main" id="{F4406F7A-CA30-4724-AC9B-8918BD3458D9}"/>
              </a:ext>
            </a:extLst>
          </p:cNvPr>
          <p:cNvSpPr>
            <a:spLocks noGrp="1"/>
          </p:cNvSpPr>
          <p:nvPr/>
        </p:nvSpPr>
        <p:spPr>
          <a:xfrm>
            <a:off x="57127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01_find_only_1391">
            <a:extLst>
              <a:ext uri="{FF2B5EF4-FFF2-40B4-BE49-F238E27FC236}">
                <a16:creationId xmlns:a16="http://schemas.microsoft.com/office/drawing/2014/main" id="{493C250A-7375-4366-B3CA-ED6E593AD9EF}"/>
              </a:ext>
            </a:extLst>
          </p:cNvPr>
          <p:cNvSpPr>
            <a:spLocks noGrp="1"/>
          </p:cNvSpPr>
          <p:nvPr/>
        </p:nvSpPr>
        <p:spPr>
          <a:xfrm>
            <a:off x="568109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01_find_only_1392">
            <a:extLst>
              <a:ext uri="{FF2B5EF4-FFF2-40B4-BE49-F238E27FC236}">
                <a16:creationId xmlns:a16="http://schemas.microsoft.com/office/drawing/2014/main" id="{494A5D99-1565-476D-AB99-A3E1FA33595B}"/>
              </a:ext>
            </a:extLst>
          </p:cNvPr>
          <p:cNvSpPr>
            <a:spLocks noGrp="1"/>
          </p:cNvSpPr>
          <p:nvPr/>
        </p:nvSpPr>
        <p:spPr>
          <a:xfrm>
            <a:off x="5695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01_find_only_1393">
            <a:extLst>
              <a:ext uri="{FF2B5EF4-FFF2-40B4-BE49-F238E27FC236}">
                <a16:creationId xmlns:a16="http://schemas.microsoft.com/office/drawing/2014/main" id="{360AC5B3-CA43-4CCD-BD6C-57186DEA998C}"/>
              </a:ext>
            </a:extLst>
          </p:cNvPr>
          <p:cNvSpPr>
            <a:spLocks noGrp="1"/>
          </p:cNvSpPr>
          <p:nvPr/>
        </p:nvSpPr>
        <p:spPr>
          <a:xfrm>
            <a:off x="5748903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01_find_only_1394">
            <a:extLst>
              <a:ext uri="{FF2B5EF4-FFF2-40B4-BE49-F238E27FC236}">
                <a16:creationId xmlns:a16="http://schemas.microsoft.com/office/drawing/2014/main" id="{C15B4A72-9F60-43FA-A2B9-2DD66B566BD4}"/>
              </a:ext>
            </a:extLst>
          </p:cNvPr>
          <p:cNvSpPr>
            <a:spLocks noGrp="1"/>
          </p:cNvSpPr>
          <p:nvPr/>
        </p:nvSpPr>
        <p:spPr>
          <a:xfrm>
            <a:off x="57305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01_find_only_1395">
            <a:extLst>
              <a:ext uri="{FF2B5EF4-FFF2-40B4-BE49-F238E27FC236}">
                <a16:creationId xmlns:a16="http://schemas.microsoft.com/office/drawing/2014/main" id="{A9B78432-7155-466D-BBD3-A49042374437}"/>
              </a:ext>
            </a:extLst>
          </p:cNvPr>
          <p:cNvSpPr>
            <a:spLocks noGrp="1"/>
          </p:cNvSpPr>
          <p:nvPr/>
        </p:nvSpPr>
        <p:spPr>
          <a:xfrm>
            <a:off x="5748514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01_find_only_1396">
            <a:extLst>
              <a:ext uri="{FF2B5EF4-FFF2-40B4-BE49-F238E27FC236}">
                <a16:creationId xmlns:a16="http://schemas.microsoft.com/office/drawing/2014/main" id="{A365EA64-6E2C-414B-BD5D-DC9B64D50D56}"/>
              </a:ext>
            </a:extLst>
          </p:cNvPr>
          <p:cNvSpPr>
            <a:spLocks noGrp="1"/>
          </p:cNvSpPr>
          <p:nvPr/>
        </p:nvSpPr>
        <p:spPr>
          <a:xfrm>
            <a:off x="568701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01_find_only_1397">
            <a:extLst>
              <a:ext uri="{FF2B5EF4-FFF2-40B4-BE49-F238E27FC236}">
                <a16:creationId xmlns:a16="http://schemas.microsoft.com/office/drawing/2014/main" id="{5F7F9516-8778-4E9B-922F-1E12E7A82EF4}"/>
              </a:ext>
            </a:extLst>
          </p:cNvPr>
          <p:cNvSpPr>
            <a:spLocks noGrp="1"/>
          </p:cNvSpPr>
          <p:nvPr/>
        </p:nvSpPr>
        <p:spPr>
          <a:xfrm>
            <a:off x="5705282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01_find_only_1398">
            <a:extLst>
              <a:ext uri="{FF2B5EF4-FFF2-40B4-BE49-F238E27FC236}">
                <a16:creationId xmlns:a16="http://schemas.microsoft.com/office/drawing/2014/main" id="{6A242B45-F2C4-4671-99F0-186968331515}"/>
              </a:ext>
            </a:extLst>
          </p:cNvPr>
          <p:cNvSpPr>
            <a:spLocks noGrp="1"/>
          </p:cNvSpPr>
          <p:nvPr/>
        </p:nvSpPr>
        <p:spPr>
          <a:xfrm>
            <a:off x="5749194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01_find_only_1399">
            <a:extLst>
              <a:ext uri="{FF2B5EF4-FFF2-40B4-BE49-F238E27FC236}">
                <a16:creationId xmlns:a16="http://schemas.microsoft.com/office/drawing/2014/main" id="{4194D5AB-F2F4-4A1D-8919-45FFEF2473E0}"/>
              </a:ext>
            </a:extLst>
          </p:cNvPr>
          <p:cNvSpPr>
            <a:spLocks noGrp="1"/>
          </p:cNvSpPr>
          <p:nvPr/>
        </p:nvSpPr>
        <p:spPr>
          <a:xfrm>
            <a:off x="5749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01_find_only_1400">
            <a:extLst>
              <a:ext uri="{FF2B5EF4-FFF2-40B4-BE49-F238E27FC236}">
                <a16:creationId xmlns:a16="http://schemas.microsoft.com/office/drawing/2014/main" id="{5E3DC014-CE45-40F4-A5DC-9279F10E6B76}"/>
              </a:ext>
            </a:extLst>
          </p:cNvPr>
          <p:cNvSpPr>
            <a:spLocks noGrp="1"/>
          </p:cNvSpPr>
          <p:nvPr/>
        </p:nvSpPr>
        <p:spPr>
          <a:xfrm>
            <a:off x="5743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01_find_only_1401">
            <a:extLst>
              <a:ext uri="{FF2B5EF4-FFF2-40B4-BE49-F238E27FC236}">
                <a16:creationId xmlns:a16="http://schemas.microsoft.com/office/drawing/2014/main" id="{3D05DD76-EE3E-4485-96D9-6678AA0B4D14}"/>
              </a:ext>
            </a:extLst>
          </p:cNvPr>
          <p:cNvSpPr>
            <a:spLocks noGrp="1"/>
          </p:cNvSpPr>
          <p:nvPr/>
        </p:nvSpPr>
        <p:spPr>
          <a:xfrm>
            <a:off x="57518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01_find_only_1402">
            <a:extLst>
              <a:ext uri="{FF2B5EF4-FFF2-40B4-BE49-F238E27FC236}">
                <a16:creationId xmlns:a16="http://schemas.microsoft.com/office/drawing/2014/main" id="{36476626-121C-44C8-B2BF-37A3414A7C06}"/>
              </a:ext>
            </a:extLst>
          </p:cNvPr>
          <p:cNvSpPr>
            <a:spLocks noGrp="1"/>
          </p:cNvSpPr>
          <p:nvPr/>
        </p:nvSpPr>
        <p:spPr>
          <a:xfrm>
            <a:off x="569595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01_find_only_1403">
            <a:extLst>
              <a:ext uri="{FF2B5EF4-FFF2-40B4-BE49-F238E27FC236}">
                <a16:creationId xmlns:a16="http://schemas.microsoft.com/office/drawing/2014/main" id="{D00EE22E-5A7B-4635-9CD2-1AB3E86FC69D}"/>
              </a:ext>
            </a:extLst>
          </p:cNvPr>
          <p:cNvSpPr>
            <a:spLocks noGrp="1"/>
          </p:cNvSpPr>
          <p:nvPr/>
        </p:nvSpPr>
        <p:spPr>
          <a:xfrm>
            <a:off x="5681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01_find_only_1404">
            <a:extLst>
              <a:ext uri="{FF2B5EF4-FFF2-40B4-BE49-F238E27FC236}">
                <a16:creationId xmlns:a16="http://schemas.microsoft.com/office/drawing/2014/main" id="{61701392-42C9-45CE-B89B-D77D40C92AF8}"/>
              </a:ext>
            </a:extLst>
          </p:cNvPr>
          <p:cNvSpPr>
            <a:spLocks noGrp="1"/>
          </p:cNvSpPr>
          <p:nvPr/>
        </p:nvSpPr>
        <p:spPr>
          <a:xfrm>
            <a:off x="57378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01_find_only_1405">
            <a:extLst>
              <a:ext uri="{FF2B5EF4-FFF2-40B4-BE49-F238E27FC236}">
                <a16:creationId xmlns:a16="http://schemas.microsoft.com/office/drawing/2014/main" id="{AEC3B0C7-025C-4B2B-95C6-E45C870BFCEF}"/>
              </a:ext>
            </a:extLst>
          </p:cNvPr>
          <p:cNvSpPr>
            <a:spLocks noGrp="1"/>
          </p:cNvSpPr>
          <p:nvPr/>
        </p:nvSpPr>
        <p:spPr>
          <a:xfrm>
            <a:off x="56767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01_find_only_1406">
            <a:extLst>
              <a:ext uri="{FF2B5EF4-FFF2-40B4-BE49-F238E27FC236}">
                <a16:creationId xmlns:a16="http://schemas.microsoft.com/office/drawing/2014/main" id="{391AABCD-EF5D-445D-B105-DF9E32E9EE4D}"/>
              </a:ext>
            </a:extLst>
          </p:cNvPr>
          <p:cNvSpPr>
            <a:spLocks noGrp="1"/>
          </p:cNvSpPr>
          <p:nvPr/>
        </p:nvSpPr>
        <p:spPr>
          <a:xfrm>
            <a:off x="56828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01_find_only_1407">
            <a:extLst>
              <a:ext uri="{FF2B5EF4-FFF2-40B4-BE49-F238E27FC236}">
                <a16:creationId xmlns:a16="http://schemas.microsoft.com/office/drawing/2014/main" id="{51DBF055-72AC-4781-9E6E-6B2B59ABB1C9}"/>
              </a:ext>
            </a:extLst>
          </p:cNvPr>
          <p:cNvSpPr>
            <a:spLocks noGrp="1"/>
          </p:cNvSpPr>
          <p:nvPr/>
        </p:nvSpPr>
        <p:spPr>
          <a:xfrm>
            <a:off x="574025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01_find_only_1408">
            <a:extLst>
              <a:ext uri="{FF2B5EF4-FFF2-40B4-BE49-F238E27FC236}">
                <a16:creationId xmlns:a16="http://schemas.microsoft.com/office/drawing/2014/main" id="{5E6821FF-E4C7-4764-A0E4-069731044184}"/>
              </a:ext>
            </a:extLst>
          </p:cNvPr>
          <p:cNvSpPr>
            <a:spLocks noGrp="1"/>
          </p:cNvSpPr>
          <p:nvPr/>
        </p:nvSpPr>
        <p:spPr>
          <a:xfrm>
            <a:off x="56775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01_find_only_1409">
            <a:extLst>
              <a:ext uri="{FF2B5EF4-FFF2-40B4-BE49-F238E27FC236}">
                <a16:creationId xmlns:a16="http://schemas.microsoft.com/office/drawing/2014/main" id="{4934BDD0-2EFC-44FD-B544-F8229850A3DB}"/>
              </a:ext>
            </a:extLst>
          </p:cNvPr>
          <p:cNvSpPr>
            <a:spLocks noGrp="1"/>
          </p:cNvSpPr>
          <p:nvPr/>
        </p:nvSpPr>
        <p:spPr>
          <a:xfrm>
            <a:off x="5758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01_find_only_1410">
            <a:extLst>
              <a:ext uri="{FF2B5EF4-FFF2-40B4-BE49-F238E27FC236}">
                <a16:creationId xmlns:a16="http://schemas.microsoft.com/office/drawing/2014/main" id="{C5DBE8AF-B9B6-4DCF-88D5-FB441C2B780B}"/>
              </a:ext>
            </a:extLst>
          </p:cNvPr>
          <p:cNvSpPr>
            <a:spLocks noGrp="1"/>
          </p:cNvSpPr>
          <p:nvPr/>
        </p:nvSpPr>
        <p:spPr>
          <a:xfrm>
            <a:off x="57440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01_find_only_1411">
            <a:extLst>
              <a:ext uri="{FF2B5EF4-FFF2-40B4-BE49-F238E27FC236}">
                <a16:creationId xmlns:a16="http://schemas.microsoft.com/office/drawing/2014/main" id="{EF1748D4-A881-49C1-8E28-0F7D6435452B}"/>
              </a:ext>
            </a:extLst>
          </p:cNvPr>
          <p:cNvSpPr>
            <a:spLocks noGrp="1"/>
          </p:cNvSpPr>
          <p:nvPr/>
        </p:nvSpPr>
        <p:spPr>
          <a:xfrm>
            <a:off x="57088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01_find_only_1412">
            <a:extLst>
              <a:ext uri="{FF2B5EF4-FFF2-40B4-BE49-F238E27FC236}">
                <a16:creationId xmlns:a16="http://schemas.microsoft.com/office/drawing/2014/main" id="{E6608C8C-3DB6-4EE6-93BD-E6F2F5538A7A}"/>
              </a:ext>
            </a:extLst>
          </p:cNvPr>
          <p:cNvSpPr>
            <a:spLocks noGrp="1"/>
          </p:cNvSpPr>
          <p:nvPr/>
        </p:nvSpPr>
        <p:spPr>
          <a:xfrm>
            <a:off x="56924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01_find_only_1413">
            <a:extLst>
              <a:ext uri="{FF2B5EF4-FFF2-40B4-BE49-F238E27FC236}">
                <a16:creationId xmlns:a16="http://schemas.microsoft.com/office/drawing/2014/main" id="{96F63A57-06F3-46CD-8B61-EE5E73F3CFCA}"/>
              </a:ext>
            </a:extLst>
          </p:cNvPr>
          <p:cNvSpPr>
            <a:spLocks noGrp="1"/>
          </p:cNvSpPr>
          <p:nvPr/>
        </p:nvSpPr>
        <p:spPr>
          <a:xfrm>
            <a:off x="5757452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01_find_only_1414">
            <a:extLst>
              <a:ext uri="{FF2B5EF4-FFF2-40B4-BE49-F238E27FC236}">
                <a16:creationId xmlns:a16="http://schemas.microsoft.com/office/drawing/2014/main" id="{F8B3E4A4-2583-4BCB-BB98-B9ADC4FD20CC}"/>
              </a:ext>
            </a:extLst>
          </p:cNvPr>
          <p:cNvSpPr>
            <a:spLocks noGrp="1"/>
          </p:cNvSpPr>
          <p:nvPr/>
        </p:nvSpPr>
        <p:spPr>
          <a:xfrm>
            <a:off x="5761630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01_find_only_1415">
            <a:extLst>
              <a:ext uri="{FF2B5EF4-FFF2-40B4-BE49-F238E27FC236}">
                <a16:creationId xmlns:a16="http://schemas.microsoft.com/office/drawing/2014/main" id="{B00A10CE-1FD1-4F07-81D2-168249BD0C31}"/>
              </a:ext>
            </a:extLst>
          </p:cNvPr>
          <p:cNvSpPr>
            <a:spLocks noGrp="1"/>
          </p:cNvSpPr>
          <p:nvPr/>
        </p:nvSpPr>
        <p:spPr>
          <a:xfrm>
            <a:off x="5726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01_find_only_1416">
            <a:extLst>
              <a:ext uri="{FF2B5EF4-FFF2-40B4-BE49-F238E27FC236}">
                <a16:creationId xmlns:a16="http://schemas.microsoft.com/office/drawing/2014/main" id="{0BDB444D-C24F-47CA-BCF7-0A863EED8F88}"/>
              </a:ext>
            </a:extLst>
          </p:cNvPr>
          <p:cNvSpPr>
            <a:spLocks noGrp="1"/>
          </p:cNvSpPr>
          <p:nvPr/>
        </p:nvSpPr>
        <p:spPr>
          <a:xfrm>
            <a:off x="57485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01_find_only_1417">
            <a:extLst>
              <a:ext uri="{FF2B5EF4-FFF2-40B4-BE49-F238E27FC236}">
                <a16:creationId xmlns:a16="http://schemas.microsoft.com/office/drawing/2014/main" id="{90452EB2-08F0-4A22-92AD-4A744C55F69A}"/>
              </a:ext>
            </a:extLst>
          </p:cNvPr>
          <p:cNvSpPr>
            <a:spLocks noGrp="1"/>
          </p:cNvSpPr>
          <p:nvPr/>
        </p:nvSpPr>
        <p:spPr>
          <a:xfrm>
            <a:off x="5680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01_find_only_1418">
            <a:extLst>
              <a:ext uri="{FF2B5EF4-FFF2-40B4-BE49-F238E27FC236}">
                <a16:creationId xmlns:a16="http://schemas.microsoft.com/office/drawing/2014/main" id="{9D97109C-E715-4E66-BF92-639BA3822E00}"/>
              </a:ext>
            </a:extLst>
          </p:cNvPr>
          <p:cNvSpPr>
            <a:spLocks noGrp="1"/>
          </p:cNvSpPr>
          <p:nvPr/>
        </p:nvSpPr>
        <p:spPr>
          <a:xfrm>
            <a:off x="57078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01_find_only_1419">
            <a:extLst>
              <a:ext uri="{FF2B5EF4-FFF2-40B4-BE49-F238E27FC236}">
                <a16:creationId xmlns:a16="http://schemas.microsoft.com/office/drawing/2014/main" id="{60D4A873-4A5F-478B-954F-95B339FDB2CA}"/>
              </a:ext>
            </a:extLst>
          </p:cNvPr>
          <p:cNvSpPr>
            <a:spLocks noGrp="1"/>
          </p:cNvSpPr>
          <p:nvPr/>
        </p:nvSpPr>
        <p:spPr>
          <a:xfrm>
            <a:off x="574249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01_find_only_1420">
            <a:extLst>
              <a:ext uri="{FF2B5EF4-FFF2-40B4-BE49-F238E27FC236}">
                <a16:creationId xmlns:a16="http://schemas.microsoft.com/office/drawing/2014/main" id="{11112DC7-93DD-402F-B40B-9A0FC1CDF002}"/>
              </a:ext>
            </a:extLst>
          </p:cNvPr>
          <p:cNvSpPr>
            <a:spLocks noGrp="1"/>
          </p:cNvSpPr>
          <p:nvPr/>
        </p:nvSpPr>
        <p:spPr>
          <a:xfrm>
            <a:off x="5674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01_find_only_1421">
            <a:extLst>
              <a:ext uri="{FF2B5EF4-FFF2-40B4-BE49-F238E27FC236}">
                <a16:creationId xmlns:a16="http://schemas.microsoft.com/office/drawing/2014/main" id="{54E42D27-3DBA-41DA-A348-F96E497282AD}"/>
              </a:ext>
            </a:extLst>
          </p:cNvPr>
          <p:cNvSpPr>
            <a:spLocks noGrp="1"/>
          </p:cNvSpPr>
          <p:nvPr/>
        </p:nvSpPr>
        <p:spPr>
          <a:xfrm>
            <a:off x="56709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01_find_only_1422">
            <a:extLst>
              <a:ext uri="{FF2B5EF4-FFF2-40B4-BE49-F238E27FC236}">
                <a16:creationId xmlns:a16="http://schemas.microsoft.com/office/drawing/2014/main" id="{3565DDB4-059B-4BC1-9ECC-A91A2F72EE5E}"/>
              </a:ext>
            </a:extLst>
          </p:cNvPr>
          <p:cNvSpPr>
            <a:spLocks noGrp="1"/>
          </p:cNvSpPr>
          <p:nvPr/>
        </p:nvSpPr>
        <p:spPr>
          <a:xfrm>
            <a:off x="57284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01_find_only_1423">
            <a:extLst>
              <a:ext uri="{FF2B5EF4-FFF2-40B4-BE49-F238E27FC236}">
                <a16:creationId xmlns:a16="http://schemas.microsoft.com/office/drawing/2014/main" id="{A2876AED-46B0-43B3-9DBC-AE8ECE24A055}"/>
              </a:ext>
            </a:extLst>
          </p:cNvPr>
          <p:cNvSpPr>
            <a:spLocks noGrp="1"/>
          </p:cNvSpPr>
          <p:nvPr/>
        </p:nvSpPr>
        <p:spPr>
          <a:xfrm>
            <a:off x="57568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01_find_only_1424">
            <a:extLst>
              <a:ext uri="{FF2B5EF4-FFF2-40B4-BE49-F238E27FC236}">
                <a16:creationId xmlns:a16="http://schemas.microsoft.com/office/drawing/2014/main" id="{57BB15A3-8AF9-464D-8953-372008A6BC44}"/>
              </a:ext>
            </a:extLst>
          </p:cNvPr>
          <p:cNvSpPr>
            <a:spLocks noGrp="1"/>
          </p:cNvSpPr>
          <p:nvPr/>
        </p:nvSpPr>
        <p:spPr>
          <a:xfrm>
            <a:off x="56667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01_find_only_1425">
            <a:extLst>
              <a:ext uri="{FF2B5EF4-FFF2-40B4-BE49-F238E27FC236}">
                <a16:creationId xmlns:a16="http://schemas.microsoft.com/office/drawing/2014/main" id="{24C9EB03-15A8-4C1A-9B27-15CED16274A4}"/>
              </a:ext>
            </a:extLst>
          </p:cNvPr>
          <p:cNvSpPr>
            <a:spLocks noGrp="1"/>
          </p:cNvSpPr>
          <p:nvPr/>
        </p:nvSpPr>
        <p:spPr>
          <a:xfrm>
            <a:off x="57046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01_find_only_1426">
            <a:extLst>
              <a:ext uri="{FF2B5EF4-FFF2-40B4-BE49-F238E27FC236}">
                <a16:creationId xmlns:a16="http://schemas.microsoft.com/office/drawing/2014/main" id="{C3967B54-64DC-4555-82A3-73B38DFEBF01}"/>
              </a:ext>
            </a:extLst>
          </p:cNvPr>
          <p:cNvSpPr>
            <a:spLocks noGrp="1"/>
          </p:cNvSpPr>
          <p:nvPr/>
        </p:nvSpPr>
        <p:spPr>
          <a:xfrm>
            <a:off x="57358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01_find_only_1427">
            <a:extLst>
              <a:ext uri="{FF2B5EF4-FFF2-40B4-BE49-F238E27FC236}">
                <a16:creationId xmlns:a16="http://schemas.microsoft.com/office/drawing/2014/main" id="{DC3A954A-D286-4F45-BD48-27E9BC22C4CC}"/>
              </a:ext>
            </a:extLst>
          </p:cNvPr>
          <p:cNvSpPr>
            <a:spLocks noGrp="1"/>
          </p:cNvSpPr>
          <p:nvPr/>
        </p:nvSpPr>
        <p:spPr>
          <a:xfrm>
            <a:off x="57067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01_find_only_1428">
            <a:extLst>
              <a:ext uri="{FF2B5EF4-FFF2-40B4-BE49-F238E27FC236}">
                <a16:creationId xmlns:a16="http://schemas.microsoft.com/office/drawing/2014/main" id="{9A6C300B-E07E-400B-85C5-7B75E4253AD1}"/>
              </a:ext>
            </a:extLst>
          </p:cNvPr>
          <p:cNvSpPr>
            <a:spLocks noGrp="1"/>
          </p:cNvSpPr>
          <p:nvPr/>
        </p:nvSpPr>
        <p:spPr>
          <a:xfrm>
            <a:off x="569032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01_find_only_1429">
            <a:extLst>
              <a:ext uri="{FF2B5EF4-FFF2-40B4-BE49-F238E27FC236}">
                <a16:creationId xmlns:a16="http://schemas.microsoft.com/office/drawing/2014/main" id="{BCD4B461-132B-4B0C-89D1-FC66C73CE15E}"/>
              </a:ext>
            </a:extLst>
          </p:cNvPr>
          <p:cNvSpPr>
            <a:spLocks noGrp="1"/>
          </p:cNvSpPr>
          <p:nvPr/>
        </p:nvSpPr>
        <p:spPr>
          <a:xfrm>
            <a:off x="5728016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01_find_only_1430">
            <a:extLst>
              <a:ext uri="{FF2B5EF4-FFF2-40B4-BE49-F238E27FC236}">
                <a16:creationId xmlns:a16="http://schemas.microsoft.com/office/drawing/2014/main" id="{478E6A5A-0CF8-48DE-BB59-239B56770662}"/>
              </a:ext>
            </a:extLst>
          </p:cNvPr>
          <p:cNvSpPr>
            <a:spLocks noGrp="1"/>
          </p:cNvSpPr>
          <p:nvPr/>
        </p:nvSpPr>
        <p:spPr>
          <a:xfrm>
            <a:off x="57249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01_find_only_1431">
            <a:extLst>
              <a:ext uri="{FF2B5EF4-FFF2-40B4-BE49-F238E27FC236}">
                <a16:creationId xmlns:a16="http://schemas.microsoft.com/office/drawing/2014/main" id="{BDAE67CD-9A14-4050-BA01-55996A240621}"/>
              </a:ext>
            </a:extLst>
          </p:cNvPr>
          <p:cNvSpPr>
            <a:spLocks noGrp="1"/>
          </p:cNvSpPr>
          <p:nvPr/>
        </p:nvSpPr>
        <p:spPr>
          <a:xfrm>
            <a:off x="5713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01_find_only_1432">
            <a:extLst>
              <a:ext uri="{FF2B5EF4-FFF2-40B4-BE49-F238E27FC236}">
                <a16:creationId xmlns:a16="http://schemas.microsoft.com/office/drawing/2014/main" id="{76B954C0-B4A7-4B7E-9B39-89A11B52E853}"/>
              </a:ext>
            </a:extLst>
          </p:cNvPr>
          <p:cNvSpPr>
            <a:spLocks noGrp="1"/>
          </p:cNvSpPr>
          <p:nvPr/>
        </p:nvSpPr>
        <p:spPr>
          <a:xfrm>
            <a:off x="57225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01_find_only_1433">
            <a:extLst>
              <a:ext uri="{FF2B5EF4-FFF2-40B4-BE49-F238E27FC236}">
                <a16:creationId xmlns:a16="http://schemas.microsoft.com/office/drawing/2014/main" id="{2FE78D98-9B36-43DF-ACDA-530E22F5AEC6}"/>
              </a:ext>
            </a:extLst>
          </p:cNvPr>
          <p:cNvSpPr>
            <a:spLocks noGrp="1"/>
          </p:cNvSpPr>
          <p:nvPr/>
        </p:nvSpPr>
        <p:spPr>
          <a:xfrm>
            <a:off x="56946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01_find_only_1434">
            <a:extLst>
              <a:ext uri="{FF2B5EF4-FFF2-40B4-BE49-F238E27FC236}">
                <a16:creationId xmlns:a16="http://schemas.microsoft.com/office/drawing/2014/main" id="{5C47EC54-CBB2-42AB-97E3-8EA7035B17BB}"/>
              </a:ext>
            </a:extLst>
          </p:cNvPr>
          <p:cNvSpPr>
            <a:spLocks noGrp="1"/>
          </p:cNvSpPr>
          <p:nvPr/>
        </p:nvSpPr>
        <p:spPr>
          <a:xfrm>
            <a:off x="57164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01_find_only_1435">
            <a:extLst>
              <a:ext uri="{FF2B5EF4-FFF2-40B4-BE49-F238E27FC236}">
                <a16:creationId xmlns:a16="http://schemas.microsoft.com/office/drawing/2014/main" id="{22EBFADC-014A-47E2-9709-BE8C53257FCA}"/>
              </a:ext>
            </a:extLst>
          </p:cNvPr>
          <p:cNvSpPr>
            <a:spLocks noGrp="1"/>
          </p:cNvSpPr>
          <p:nvPr/>
        </p:nvSpPr>
        <p:spPr>
          <a:xfrm>
            <a:off x="569566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01_find_only_1436">
            <a:extLst>
              <a:ext uri="{FF2B5EF4-FFF2-40B4-BE49-F238E27FC236}">
                <a16:creationId xmlns:a16="http://schemas.microsoft.com/office/drawing/2014/main" id="{98BB2ACD-B99E-47BA-8FDF-EA88BE1E5696}"/>
              </a:ext>
            </a:extLst>
          </p:cNvPr>
          <p:cNvSpPr>
            <a:spLocks noGrp="1"/>
          </p:cNvSpPr>
          <p:nvPr/>
        </p:nvSpPr>
        <p:spPr>
          <a:xfrm>
            <a:off x="570421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01_find_only_1437">
            <a:extLst>
              <a:ext uri="{FF2B5EF4-FFF2-40B4-BE49-F238E27FC236}">
                <a16:creationId xmlns:a16="http://schemas.microsoft.com/office/drawing/2014/main" id="{BA5890CB-87D0-484B-B414-AF6ECA0B509D}"/>
              </a:ext>
            </a:extLst>
          </p:cNvPr>
          <p:cNvSpPr>
            <a:spLocks noGrp="1"/>
          </p:cNvSpPr>
          <p:nvPr/>
        </p:nvSpPr>
        <p:spPr>
          <a:xfrm>
            <a:off x="5746183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01_find_only_1438">
            <a:extLst>
              <a:ext uri="{FF2B5EF4-FFF2-40B4-BE49-F238E27FC236}">
                <a16:creationId xmlns:a16="http://schemas.microsoft.com/office/drawing/2014/main" id="{2D36E780-54E7-4A76-882C-B40C122121F3}"/>
              </a:ext>
            </a:extLst>
          </p:cNvPr>
          <p:cNvSpPr>
            <a:spLocks noGrp="1"/>
          </p:cNvSpPr>
          <p:nvPr/>
        </p:nvSpPr>
        <p:spPr>
          <a:xfrm>
            <a:off x="56774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01_find_only_1439">
            <a:extLst>
              <a:ext uri="{FF2B5EF4-FFF2-40B4-BE49-F238E27FC236}">
                <a16:creationId xmlns:a16="http://schemas.microsoft.com/office/drawing/2014/main" id="{40E8F97E-F086-401A-BADC-BF903CC612B1}"/>
              </a:ext>
            </a:extLst>
          </p:cNvPr>
          <p:cNvSpPr>
            <a:spLocks noGrp="1"/>
          </p:cNvSpPr>
          <p:nvPr/>
        </p:nvSpPr>
        <p:spPr>
          <a:xfrm>
            <a:off x="56818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01_find_only_1440">
            <a:extLst>
              <a:ext uri="{FF2B5EF4-FFF2-40B4-BE49-F238E27FC236}">
                <a16:creationId xmlns:a16="http://schemas.microsoft.com/office/drawing/2014/main" id="{7353241F-D6A9-4906-836F-F6769C90A1BB}"/>
              </a:ext>
            </a:extLst>
          </p:cNvPr>
          <p:cNvSpPr>
            <a:spLocks noGrp="1"/>
          </p:cNvSpPr>
          <p:nvPr/>
        </p:nvSpPr>
        <p:spPr>
          <a:xfrm>
            <a:off x="57222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01_find_only_1441">
            <a:extLst>
              <a:ext uri="{FF2B5EF4-FFF2-40B4-BE49-F238E27FC236}">
                <a16:creationId xmlns:a16="http://schemas.microsoft.com/office/drawing/2014/main" id="{2CC2F39D-9BF3-4D17-B9ED-0168E7EC7D4D}"/>
              </a:ext>
            </a:extLst>
          </p:cNvPr>
          <p:cNvSpPr>
            <a:spLocks noGrp="1"/>
          </p:cNvSpPr>
          <p:nvPr/>
        </p:nvSpPr>
        <p:spPr>
          <a:xfrm>
            <a:off x="57214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01_find_only_1442">
            <a:extLst>
              <a:ext uri="{FF2B5EF4-FFF2-40B4-BE49-F238E27FC236}">
                <a16:creationId xmlns:a16="http://schemas.microsoft.com/office/drawing/2014/main" id="{CAA11967-0A4F-4B41-B8A2-C50A8CFAE14D}"/>
              </a:ext>
            </a:extLst>
          </p:cNvPr>
          <p:cNvSpPr>
            <a:spLocks noGrp="1"/>
          </p:cNvSpPr>
          <p:nvPr/>
        </p:nvSpPr>
        <p:spPr>
          <a:xfrm>
            <a:off x="5752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01_find_only_1443">
            <a:extLst>
              <a:ext uri="{FF2B5EF4-FFF2-40B4-BE49-F238E27FC236}">
                <a16:creationId xmlns:a16="http://schemas.microsoft.com/office/drawing/2014/main" id="{6B95027A-5E69-47BC-B7A6-B111789D474A}"/>
              </a:ext>
            </a:extLst>
          </p:cNvPr>
          <p:cNvSpPr>
            <a:spLocks noGrp="1"/>
          </p:cNvSpPr>
          <p:nvPr/>
        </p:nvSpPr>
        <p:spPr>
          <a:xfrm>
            <a:off x="57383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01_find_only_1444">
            <a:extLst>
              <a:ext uri="{FF2B5EF4-FFF2-40B4-BE49-F238E27FC236}">
                <a16:creationId xmlns:a16="http://schemas.microsoft.com/office/drawing/2014/main" id="{45A3445D-61B7-4BA2-A544-25A6E2B589A0}"/>
              </a:ext>
            </a:extLst>
          </p:cNvPr>
          <p:cNvSpPr>
            <a:spLocks noGrp="1"/>
          </p:cNvSpPr>
          <p:nvPr/>
        </p:nvSpPr>
        <p:spPr>
          <a:xfrm>
            <a:off x="56783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01_find_only_1445">
            <a:extLst>
              <a:ext uri="{FF2B5EF4-FFF2-40B4-BE49-F238E27FC236}">
                <a16:creationId xmlns:a16="http://schemas.microsoft.com/office/drawing/2014/main" id="{F1A0E0A7-2687-45A5-8E1C-93EE66A21D13}"/>
              </a:ext>
            </a:extLst>
          </p:cNvPr>
          <p:cNvSpPr>
            <a:spLocks noGrp="1"/>
          </p:cNvSpPr>
          <p:nvPr/>
        </p:nvSpPr>
        <p:spPr>
          <a:xfrm>
            <a:off x="5692458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01_find_only_1446">
            <a:extLst>
              <a:ext uri="{FF2B5EF4-FFF2-40B4-BE49-F238E27FC236}">
                <a16:creationId xmlns:a16="http://schemas.microsoft.com/office/drawing/2014/main" id="{AB0DD939-DC15-481B-A946-FBABD98326CB}"/>
              </a:ext>
            </a:extLst>
          </p:cNvPr>
          <p:cNvSpPr>
            <a:spLocks noGrp="1"/>
          </p:cNvSpPr>
          <p:nvPr/>
        </p:nvSpPr>
        <p:spPr>
          <a:xfrm>
            <a:off x="573102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01_find_only_1447">
            <a:extLst>
              <a:ext uri="{FF2B5EF4-FFF2-40B4-BE49-F238E27FC236}">
                <a16:creationId xmlns:a16="http://schemas.microsoft.com/office/drawing/2014/main" id="{4061ADFE-20EE-4A86-9D78-C6AA57E3916E}"/>
              </a:ext>
            </a:extLst>
          </p:cNvPr>
          <p:cNvSpPr>
            <a:spLocks noGrp="1"/>
          </p:cNvSpPr>
          <p:nvPr/>
        </p:nvSpPr>
        <p:spPr>
          <a:xfrm>
            <a:off x="5672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01_find_only_1448">
            <a:extLst>
              <a:ext uri="{FF2B5EF4-FFF2-40B4-BE49-F238E27FC236}">
                <a16:creationId xmlns:a16="http://schemas.microsoft.com/office/drawing/2014/main" id="{26D4CD1F-D3CC-484B-A7FD-C74796C66DF2}"/>
              </a:ext>
            </a:extLst>
          </p:cNvPr>
          <p:cNvSpPr>
            <a:spLocks noGrp="1"/>
          </p:cNvSpPr>
          <p:nvPr/>
        </p:nvSpPr>
        <p:spPr>
          <a:xfrm>
            <a:off x="57402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01_find_only_1449">
            <a:extLst>
              <a:ext uri="{FF2B5EF4-FFF2-40B4-BE49-F238E27FC236}">
                <a16:creationId xmlns:a16="http://schemas.microsoft.com/office/drawing/2014/main" id="{13BB352F-5254-4F32-9458-72E168D618F7}"/>
              </a:ext>
            </a:extLst>
          </p:cNvPr>
          <p:cNvSpPr>
            <a:spLocks noGrp="1"/>
          </p:cNvSpPr>
          <p:nvPr/>
        </p:nvSpPr>
        <p:spPr>
          <a:xfrm>
            <a:off x="57435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01_find_only_1450">
            <a:extLst>
              <a:ext uri="{FF2B5EF4-FFF2-40B4-BE49-F238E27FC236}">
                <a16:creationId xmlns:a16="http://schemas.microsoft.com/office/drawing/2014/main" id="{5E62E3D8-CC95-4719-9B64-1F4D4BCD7CB7}"/>
              </a:ext>
            </a:extLst>
          </p:cNvPr>
          <p:cNvSpPr>
            <a:spLocks noGrp="1"/>
          </p:cNvSpPr>
          <p:nvPr/>
        </p:nvSpPr>
        <p:spPr>
          <a:xfrm>
            <a:off x="573326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01_find_only_1451">
            <a:extLst>
              <a:ext uri="{FF2B5EF4-FFF2-40B4-BE49-F238E27FC236}">
                <a16:creationId xmlns:a16="http://schemas.microsoft.com/office/drawing/2014/main" id="{46DAF2F3-724A-4CFA-AB37-BEB262DBDFBC}"/>
              </a:ext>
            </a:extLst>
          </p:cNvPr>
          <p:cNvSpPr>
            <a:spLocks noGrp="1"/>
          </p:cNvSpPr>
          <p:nvPr/>
        </p:nvSpPr>
        <p:spPr>
          <a:xfrm>
            <a:off x="5732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01_find_only_1452">
            <a:extLst>
              <a:ext uri="{FF2B5EF4-FFF2-40B4-BE49-F238E27FC236}">
                <a16:creationId xmlns:a16="http://schemas.microsoft.com/office/drawing/2014/main" id="{65882875-E9AF-4153-B4FE-F0B24F8D66B7}"/>
              </a:ext>
            </a:extLst>
          </p:cNvPr>
          <p:cNvSpPr>
            <a:spLocks noGrp="1"/>
          </p:cNvSpPr>
          <p:nvPr/>
        </p:nvSpPr>
        <p:spPr>
          <a:xfrm>
            <a:off x="57365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01_find_only_1453">
            <a:extLst>
              <a:ext uri="{FF2B5EF4-FFF2-40B4-BE49-F238E27FC236}">
                <a16:creationId xmlns:a16="http://schemas.microsoft.com/office/drawing/2014/main" id="{F8A918AB-0FD8-439B-BDDF-9D36C6AB4048}"/>
              </a:ext>
            </a:extLst>
          </p:cNvPr>
          <p:cNvSpPr>
            <a:spLocks noGrp="1"/>
          </p:cNvSpPr>
          <p:nvPr/>
        </p:nvSpPr>
        <p:spPr>
          <a:xfrm>
            <a:off x="57182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01_find_only_1454">
            <a:extLst>
              <a:ext uri="{FF2B5EF4-FFF2-40B4-BE49-F238E27FC236}">
                <a16:creationId xmlns:a16="http://schemas.microsoft.com/office/drawing/2014/main" id="{DC23E70D-D281-43D0-B1C0-CBFD1BBDD17C}"/>
              </a:ext>
            </a:extLst>
          </p:cNvPr>
          <p:cNvSpPr>
            <a:spLocks noGrp="1"/>
          </p:cNvSpPr>
          <p:nvPr/>
        </p:nvSpPr>
        <p:spPr>
          <a:xfrm>
            <a:off x="566778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01_find_only_1455">
            <a:extLst>
              <a:ext uri="{FF2B5EF4-FFF2-40B4-BE49-F238E27FC236}">
                <a16:creationId xmlns:a16="http://schemas.microsoft.com/office/drawing/2014/main" id="{AFA8F0EB-65C4-4F37-8C8D-D72F7308F1CF}"/>
              </a:ext>
            </a:extLst>
          </p:cNvPr>
          <p:cNvSpPr>
            <a:spLocks noGrp="1"/>
          </p:cNvSpPr>
          <p:nvPr/>
        </p:nvSpPr>
        <p:spPr>
          <a:xfrm>
            <a:off x="57180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01_find_only_1456">
            <a:extLst>
              <a:ext uri="{FF2B5EF4-FFF2-40B4-BE49-F238E27FC236}">
                <a16:creationId xmlns:a16="http://schemas.microsoft.com/office/drawing/2014/main" id="{B05F5AE6-6453-4629-8182-925D60D6B494}"/>
              </a:ext>
            </a:extLst>
          </p:cNvPr>
          <p:cNvSpPr>
            <a:spLocks noGrp="1"/>
          </p:cNvSpPr>
          <p:nvPr/>
        </p:nvSpPr>
        <p:spPr>
          <a:xfrm>
            <a:off x="56806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01_find_only_1457">
            <a:extLst>
              <a:ext uri="{FF2B5EF4-FFF2-40B4-BE49-F238E27FC236}">
                <a16:creationId xmlns:a16="http://schemas.microsoft.com/office/drawing/2014/main" id="{3C432365-C629-46DC-8B08-486707652A03}"/>
              </a:ext>
            </a:extLst>
          </p:cNvPr>
          <p:cNvSpPr>
            <a:spLocks noGrp="1"/>
          </p:cNvSpPr>
          <p:nvPr/>
        </p:nvSpPr>
        <p:spPr>
          <a:xfrm>
            <a:off x="57327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01_find_only_1458">
            <a:extLst>
              <a:ext uri="{FF2B5EF4-FFF2-40B4-BE49-F238E27FC236}">
                <a16:creationId xmlns:a16="http://schemas.microsoft.com/office/drawing/2014/main" id="{157844C2-71E7-4E2E-80F0-11AEBCA0F2BE}"/>
              </a:ext>
            </a:extLst>
          </p:cNvPr>
          <p:cNvSpPr>
            <a:spLocks noGrp="1"/>
          </p:cNvSpPr>
          <p:nvPr/>
        </p:nvSpPr>
        <p:spPr>
          <a:xfrm>
            <a:off x="57456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01_find_only_1459">
            <a:extLst>
              <a:ext uri="{FF2B5EF4-FFF2-40B4-BE49-F238E27FC236}">
                <a16:creationId xmlns:a16="http://schemas.microsoft.com/office/drawing/2014/main" id="{F7361622-0AD2-4E41-A8B4-B6C6CAA7372A}"/>
              </a:ext>
            </a:extLst>
          </p:cNvPr>
          <p:cNvSpPr>
            <a:spLocks noGrp="1"/>
          </p:cNvSpPr>
          <p:nvPr/>
        </p:nvSpPr>
        <p:spPr>
          <a:xfrm>
            <a:off x="56790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01_find_only_1460">
            <a:extLst>
              <a:ext uri="{FF2B5EF4-FFF2-40B4-BE49-F238E27FC236}">
                <a16:creationId xmlns:a16="http://schemas.microsoft.com/office/drawing/2014/main" id="{F09CEE74-8C69-4C68-9030-79DF491E0DCA}"/>
              </a:ext>
            </a:extLst>
          </p:cNvPr>
          <p:cNvSpPr>
            <a:spLocks noGrp="1"/>
          </p:cNvSpPr>
          <p:nvPr/>
        </p:nvSpPr>
        <p:spPr>
          <a:xfrm>
            <a:off x="57336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01_find_only_1461">
            <a:extLst>
              <a:ext uri="{FF2B5EF4-FFF2-40B4-BE49-F238E27FC236}">
                <a16:creationId xmlns:a16="http://schemas.microsoft.com/office/drawing/2014/main" id="{A80EC69B-A7E8-4F68-B942-70FDAD1537CA}"/>
              </a:ext>
            </a:extLst>
          </p:cNvPr>
          <p:cNvSpPr>
            <a:spLocks noGrp="1"/>
          </p:cNvSpPr>
          <p:nvPr/>
        </p:nvSpPr>
        <p:spPr>
          <a:xfrm>
            <a:off x="5683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01_find_only_1462">
            <a:extLst>
              <a:ext uri="{FF2B5EF4-FFF2-40B4-BE49-F238E27FC236}">
                <a16:creationId xmlns:a16="http://schemas.microsoft.com/office/drawing/2014/main" id="{07B2EE98-8131-4103-BF9C-83D3D03C07C9}"/>
              </a:ext>
            </a:extLst>
          </p:cNvPr>
          <p:cNvSpPr>
            <a:spLocks noGrp="1"/>
          </p:cNvSpPr>
          <p:nvPr/>
        </p:nvSpPr>
        <p:spPr>
          <a:xfrm>
            <a:off x="568818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01_find_only_1463">
            <a:extLst>
              <a:ext uri="{FF2B5EF4-FFF2-40B4-BE49-F238E27FC236}">
                <a16:creationId xmlns:a16="http://schemas.microsoft.com/office/drawing/2014/main" id="{BF13527D-0EA6-4AAD-A6D8-5B99D14E2312}"/>
              </a:ext>
            </a:extLst>
          </p:cNvPr>
          <p:cNvSpPr>
            <a:spLocks noGrp="1"/>
          </p:cNvSpPr>
          <p:nvPr/>
        </p:nvSpPr>
        <p:spPr>
          <a:xfrm>
            <a:off x="56766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01_find_only_1464">
            <a:extLst>
              <a:ext uri="{FF2B5EF4-FFF2-40B4-BE49-F238E27FC236}">
                <a16:creationId xmlns:a16="http://schemas.microsoft.com/office/drawing/2014/main" id="{0830EE26-B0D5-45A2-A517-8EE29122F78C}"/>
              </a:ext>
            </a:extLst>
          </p:cNvPr>
          <p:cNvSpPr>
            <a:spLocks noGrp="1"/>
          </p:cNvSpPr>
          <p:nvPr/>
        </p:nvSpPr>
        <p:spPr>
          <a:xfrm>
            <a:off x="57325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01_find_only_1465">
            <a:extLst>
              <a:ext uri="{FF2B5EF4-FFF2-40B4-BE49-F238E27FC236}">
                <a16:creationId xmlns:a16="http://schemas.microsoft.com/office/drawing/2014/main" id="{0B463FC6-8A03-442A-B17F-C5313B3822F3}"/>
              </a:ext>
            </a:extLst>
          </p:cNvPr>
          <p:cNvSpPr>
            <a:spLocks noGrp="1"/>
          </p:cNvSpPr>
          <p:nvPr/>
        </p:nvSpPr>
        <p:spPr>
          <a:xfrm>
            <a:off x="5757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01_find_only_1466">
            <a:extLst>
              <a:ext uri="{FF2B5EF4-FFF2-40B4-BE49-F238E27FC236}">
                <a16:creationId xmlns:a16="http://schemas.microsoft.com/office/drawing/2014/main" id="{816C8E1E-30DD-46A8-8361-2472244F5A6D}"/>
              </a:ext>
            </a:extLst>
          </p:cNvPr>
          <p:cNvSpPr>
            <a:spLocks noGrp="1"/>
          </p:cNvSpPr>
          <p:nvPr/>
        </p:nvSpPr>
        <p:spPr>
          <a:xfrm>
            <a:off x="576182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01_find_only_1467">
            <a:extLst>
              <a:ext uri="{FF2B5EF4-FFF2-40B4-BE49-F238E27FC236}">
                <a16:creationId xmlns:a16="http://schemas.microsoft.com/office/drawing/2014/main" id="{51130641-F632-4F8E-893C-0540623AF132}"/>
              </a:ext>
            </a:extLst>
          </p:cNvPr>
          <p:cNvSpPr>
            <a:spLocks noGrp="1"/>
          </p:cNvSpPr>
          <p:nvPr/>
        </p:nvSpPr>
        <p:spPr>
          <a:xfrm>
            <a:off x="5701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01_find_only_1468">
            <a:extLst>
              <a:ext uri="{FF2B5EF4-FFF2-40B4-BE49-F238E27FC236}">
                <a16:creationId xmlns:a16="http://schemas.microsoft.com/office/drawing/2014/main" id="{36C3C6DB-109A-4E96-8CFA-6D10364B396D}"/>
              </a:ext>
            </a:extLst>
          </p:cNvPr>
          <p:cNvSpPr>
            <a:spLocks noGrp="1"/>
          </p:cNvSpPr>
          <p:nvPr/>
        </p:nvSpPr>
        <p:spPr>
          <a:xfrm>
            <a:off x="573743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01_find_only_1469">
            <a:extLst>
              <a:ext uri="{FF2B5EF4-FFF2-40B4-BE49-F238E27FC236}">
                <a16:creationId xmlns:a16="http://schemas.microsoft.com/office/drawing/2014/main" id="{8CB8B2A6-A8AE-42D1-BF74-7BC409BDD13B}"/>
              </a:ext>
            </a:extLst>
          </p:cNvPr>
          <p:cNvSpPr>
            <a:spLocks noGrp="1"/>
          </p:cNvSpPr>
          <p:nvPr/>
        </p:nvSpPr>
        <p:spPr>
          <a:xfrm>
            <a:off x="57562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01_find_only_1470">
            <a:extLst>
              <a:ext uri="{FF2B5EF4-FFF2-40B4-BE49-F238E27FC236}">
                <a16:creationId xmlns:a16="http://schemas.microsoft.com/office/drawing/2014/main" id="{19408ED2-EA7D-4512-B088-D7CA5F44DBAD}"/>
              </a:ext>
            </a:extLst>
          </p:cNvPr>
          <p:cNvSpPr>
            <a:spLocks noGrp="1"/>
          </p:cNvSpPr>
          <p:nvPr/>
        </p:nvSpPr>
        <p:spPr>
          <a:xfrm>
            <a:off x="574482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01_find_only_1471">
            <a:extLst>
              <a:ext uri="{FF2B5EF4-FFF2-40B4-BE49-F238E27FC236}">
                <a16:creationId xmlns:a16="http://schemas.microsoft.com/office/drawing/2014/main" id="{F87A9FB6-1734-486B-A73D-9084641FF512}"/>
              </a:ext>
            </a:extLst>
          </p:cNvPr>
          <p:cNvSpPr>
            <a:spLocks noGrp="1"/>
          </p:cNvSpPr>
          <p:nvPr/>
        </p:nvSpPr>
        <p:spPr>
          <a:xfrm>
            <a:off x="5734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01_find_only_1472">
            <a:extLst>
              <a:ext uri="{FF2B5EF4-FFF2-40B4-BE49-F238E27FC236}">
                <a16:creationId xmlns:a16="http://schemas.microsoft.com/office/drawing/2014/main" id="{E9F90CEF-C2F0-4BC1-A3AD-93EFF4D3FB44}"/>
              </a:ext>
            </a:extLst>
          </p:cNvPr>
          <p:cNvSpPr>
            <a:spLocks noGrp="1"/>
          </p:cNvSpPr>
          <p:nvPr/>
        </p:nvSpPr>
        <p:spPr>
          <a:xfrm>
            <a:off x="57107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01_find_only_1473">
            <a:extLst>
              <a:ext uri="{FF2B5EF4-FFF2-40B4-BE49-F238E27FC236}">
                <a16:creationId xmlns:a16="http://schemas.microsoft.com/office/drawing/2014/main" id="{9B123927-833A-4339-A0D6-FE61B87F761C}"/>
              </a:ext>
            </a:extLst>
          </p:cNvPr>
          <p:cNvSpPr>
            <a:spLocks noGrp="1"/>
          </p:cNvSpPr>
          <p:nvPr/>
        </p:nvSpPr>
        <p:spPr>
          <a:xfrm>
            <a:off x="5707807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01_find_only_1474">
            <a:extLst>
              <a:ext uri="{FF2B5EF4-FFF2-40B4-BE49-F238E27FC236}">
                <a16:creationId xmlns:a16="http://schemas.microsoft.com/office/drawing/2014/main" id="{C38DAB1F-18BE-4A34-9AA0-81AA34D2BFEE}"/>
              </a:ext>
            </a:extLst>
          </p:cNvPr>
          <p:cNvSpPr>
            <a:spLocks noGrp="1"/>
          </p:cNvSpPr>
          <p:nvPr/>
        </p:nvSpPr>
        <p:spPr>
          <a:xfrm>
            <a:off x="5675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01_find_only_1475">
            <a:extLst>
              <a:ext uri="{FF2B5EF4-FFF2-40B4-BE49-F238E27FC236}">
                <a16:creationId xmlns:a16="http://schemas.microsoft.com/office/drawing/2014/main" id="{C1D29A15-2F88-4602-A0E7-6222B4EE0DBF}"/>
              </a:ext>
            </a:extLst>
          </p:cNvPr>
          <p:cNvSpPr>
            <a:spLocks noGrp="1"/>
          </p:cNvSpPr>
          <p:nvPr/>
        </p:nvSpPr>
        <p:spPr>
          <a:xfrm>
            <a:off x="5756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01_find_only_1476">
            <a:extLst>
              <a:ext uri="{FF2B5EF4-FFF2-40B4-BE49-F238E27FC236}">
                <a16:creationId xmlns:a16="http://schemas.microsoft.com/office/drawing/2014/main" id="{2033AF56-FC7C-4247-8FBB-6990AFB8877B}"/>
              </a:ext>
            </a:extLst>
          </p:cNvPr>
          <p:cNvSpPr>
            <a:spLocks noGrp="1"/>
          </p:cNvSpPr>
          <p:nvPr/>
        </p:nvSpPr>
        <p:spPr>
          <a:xfrm>
            <a:off x="5746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01_find_only_1477">
            <a:extLst>
              <a:ext uri="{FF2B5EF4-FFF2-40B4-BE49-F238E27FC236}">
                <a16:creationId xmlns:a16="http://schemas.microsoft.com/office/drawing/2014/main" id="{D5662078-684A-4846-9A42-386A4D5443AF}"/>
              </a:ext>
            </a:extLst>
          </p:cNvPr>
          <p:cNvSpPr>
            <a:spLocks noGrp="1"/>
          </p:cNvSpPr>
          <p:nvPr/>
        </p:nvSpPr>
        <p:spPr>
          <a:xfrm>
            <a:off x="57316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01_find_only_1478">
            <a:extLst>
              <a:ext uri="{FF2B5EF4-FFF2-40B4-BE49-F238E27FC236}">
                <a16:creationId xmlns:a16="http://schemas.microsoft.com/office/drawing/2014/main" id="{EF4F83D7-F18D-4EB3-9B86-D3F44085E966}"/>
              </a:ext>
            </a:extLst>
          </p:cNvPr>
          <p:cNvSpPr>
            <a:spLocks noGrp="1"/>
          </p:cNvSpPr>
          <p:nvPr/>
        </p:nvSpPr>
        <p:spPr>
          <a:xfrm>
            <a:off x="5672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01_find_only_1479">
            <a:extLst>
              <a:ext uri="{FF2B5EF4-FFF2-40B4-BE49-F238E27FC236}">
                <a16:creationId xmlns:a16="http://schemas.microsoft.com/office/drawing/2014/main" id="{E224C98E-1358-4EDC-84EB-F742430C1AEC}"/>
              </a:ext>
            </a:extLst>
          </p:cNvPr>
          <p:cNvSpPr>
            <a:spLocks noGrp="1"/>
          </p:cNvSpPr>
          <p:nvPr/>
        </p:nvSpPr>
        <p:spPr>
          <a:xfrm>
            <a:off x="5681480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01_find_only_1480">
            <a:extLst>
              <a:ext uri="{FF2B5EF4-FFF2-40B4-BE49-F238E27FC236}">
                <a16:creationId xmlns:a16="http://schemas.microsoft.com/office/drawing/2014/main" id="{75A9B149-9EA7-448B-8744-0518A0DB7087}"/>
              </a:ext>
            </a:extLst>
          </p:cNvPr>
          <p:cNvSpPr>
            <a:spLocks noGrp="1"/>
          </p:cNvSpPr>
          <p:nvPr/>
        </p:nvSpPr>
        <p:spPr>
          <a:xfrm>
            <a:off x="56909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01_find_only_1481">
            <a:extLst>
              <a:ext uri="{FF2B5EF4-FFF2-40B4-BE49-F238E27FC236}">
                <a16:creationId xmlns:a16="http://schemas.microsoft.com/office/drawing/2014/main" id="{A85CF83D-A661-4EFC-A3C7-783AA39DCC6A}"/>
              </a:ext>
            </a:extLst>
          </p:cNvPr>
          <p:cNvSpPr>
            <a:spLocks noGrp="1"/>
          </p:cNvSpPr>
          <p:nvPr/>
        </p:nvSpPr>
        <p:spPr>
          <a:xfrm>
            <a:off x="5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01_find_only_1482">
            <a:extLst>
              <a:ext uri="{FF2B5EF4-FFF2-40B4-BE49-F238E27FC236}">
                <a16:creationId xmlns:a16="http://schemas.microsoft.com/office/drawing/2014/main" id="{E7A12FD6-EC15-4D86-A481-7579EE5C6BBE}"/>
              </a:ext>
            </a:extLst>
          </p:cNvPr>
          <p:cNvSpPr>
            <a:spLocks noGrp="1"/>
          </p:cNvSpPr>
          <p:nvPr/>
        </p:nvSpPr>
        <p:spPr>
          <a:xfrm>
            <a:off x="57227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01_find_only_1483">
            <a:extLst>
              <a:ext uri="{FF2B5EF4-FFF2-40B4-BE49-F238E27FC236}">
                <a16:creationId xmlns:a16="http://schemas.microsoft.com/office/drawing/2014/main" id="{B9FBD070-7584-43AE-8F73-EAFB3CD2968F}"/>
              </a:ext>
            </a:extLst>
          </p:cNvPr>
          <p:cNvSpPr>
            <a:spLocks noGrp="1"/>
          </p:cNvSpPr>
          <p:nvPr/>
        </p:nvSpPr>
        <p:spPr>
          <a:xfrm>
            <a:off x="56855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01_find_only_1484">
            <a:extLst>
              <a:ext uri="{FF2B5EF4-FFF2-40B4-BE49-F238E27FC236}">
                <a16:creationId xmlns:a16="http://schemas.microsoft.com/office/drawing/2014/main" id="{8EF0EAD6-DF6B-418E-9644-82C4BC1AC975}"/>
              </a:ext>
            </a:extLst>
          </p:cNvPr>
          <p:cNvSpPr>
            <a:spLocks noGrp="1"/>
          </p:cNvSpPr>
          <p:nvPr/>
        </p:nvSpPr>
        <p:spPr>
          <a:xfrm>
            <a:off x="5703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01_find_only_1485">
            <a:extLst>
              <a:ext uri="{FF2B5EF4-FFF2-40B4-BE49-F238E27FC236}">
                <a16:creationId xmlns:a16="http://schemas.microsoft.com/office/drawing/2014/main" id="{93BB951C-C484-4A36-99AD-C251BA82EBF4}"/>
              </a:ext>
            </a:extLst>
          </p:cNvPr>
          <p:cNvSpPr>
            <a:spLocks noGrp="1"/>
          </p:cNvSpPr>
          <p:nvPr/>
        </p:nvSpPr>
        <p:spPr>
          <a:xfrm>
            <a:off x="5668753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01_find_only_1486">
            <a:extLst>
              <a:ext uri="{FF2B5EF4-FFF2-40B4-BE49-F238E27FC236}">
                <a16:creationId xmlns:a16="http://schemas.microsoft.com/office/drawing/2014/main" id="{DBFB5DA9-D914-42A9-A273-383E6473FA03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1_find_only_1487">
            <a:extLst>
              <a:ext uri="{FF2B5EF4-FFF2-40B4-BE49-F238E27FC236}">
                <a16:creationId xmlns:a16="http://schemas.microsoft.com/office/drawing/2014/main" id="{3EDD909C-F9A9-4560-9FBF-C7BBAAE19722}"/>
              </a:ext>
            </a:extLst>
          </p:cNvPr>
          <p:cNvSpPr>
            <a:spLocks noGrp="1"/>
          </p:cNvSpPr>
          <p:nvPr/>
        </p:nvSpPr>
        <p:spPr>
          <a:xfrm>
            <a:off x="4184890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9" name="text_1488">
            <a:extLst>
              <a:ext uri="{FF2B5EF4-FFF2-40B4-BE49-F238E27FC236}">
                <a16:creationId xmlns:a16="http://schemas.microsoft.com/office/drawing/2014/main" id="{144595BB-D138-4DA9-A1D1-26CDC12F7A9A}"/>
              </a:ext>
            </a:extLst>
          </p:cNvPr>
          <p:cNvSpPr>
            <a:spLocks noGrp="1"/>
          </p:cNvSpPr>
          <p:nvPr/>
        </p:nvSpPr>
        <p:spPr>
          <a:xfrm>
            <a:off x="3953882" y="2663980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b</a:t>
            </a:r>
          </a:p>
        </p:txBody>
      </p:sp>
      <p:sp>
        <p:nvSpPr>
          <p:cNvPr id="1490" name="text_1489">
            <a:extLst>
              <a:ext uri="{FF2B5EF4-FFF2-40B4-BE49-F238E27FC236}">
                <a16:creationId xmlns:a16="http://schemas.microsoft.com/office/drawing/2014/main" id="{9D5DAE44-14C9-4E32-BA43-42616A0F18C4}"/>
              </a:ext>
            </a:extLst>
          </p:cNvPr>
          <p:cNvSpPr>
            <a:spLocks noGrp="1"/>
          </p:cNvSpPr>
          <p:nvPr/>
        </p:nvSpPr>
        <p:spPr>
          <a:xfrm>
            <a:off x="4184890" y="2654988"/>
            <a:ext cx="788985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CA2</a:t>
            </a:r>
          </a:p>
        </p:txBody>
      </p:sp>
      <p:sp>
        <p:nvSpPr>
          <p:cNvPr id="1491" name="01_find_only_1490">
            <a:extLst>
              <a:ext uri="{FF2B5EF4-FFF2-40B4-BE49-F238E27FC236}">
                <a16:creationId xmlns:a16="http://schemas.microsoft.com/office/drawing/2014/main" id="{0BCA3B29-D190-4C19-B37B-BA3D0B46EEAE}"/>
              </a:ext>
            </a:extLst>
          </p:cNvPr>
          <p:cNvSpPr>
            <a:spLocks noGrp="1"/>
          </p:cNvSpPr>
          <p:nvPr/>
        </p:nvSpPr>
        <p:spPr>
          <a:xfrm>
            <a:off x="4200168" y="3396949"/>
            <a:ext cx="1527834" cy="817446"/>
          </a:xfrm>
          <a:custGeom>
            <a:avLst/>
            <a:gdLst/>
            <a:ahLst/>
            <a:cxnLst/>
            <a:rect l="0" t="0" r="0" b="0"/>
            <a:pathLst>
              <a:path w="1500000" h="802554">
                <a:moveTo>
                  <a:pt x="0" y="802554"/>
                </a:moveTo>
                <a:lnTo>
                  <a:pt x="14493" y="801176"/>
                </a:lnTo>
                <a:lnTo>
                  <a:pt x="15217" y="801028"/>
                </a:lnTo>
                <a:lnTo>
                  <a:pt x="19231" y="800233"/>
                </a:lnTo>
                <a:lnTo>
                  <a:pt x="19565" y="798734"/>
                </a:lnTo>
                <a:lnTo>
                  <a:pt x="25000" y="797701"/>
                </a:lnTo>
                <a:lnTo>
                  <a:pt x="26316" y="796349"/>
                </a:lnTo>
                <a:lnTo>
                  <a:pt x="27778" y="796257"/>
                </a:lnTo>
                <a:lnTo>
                  <a:pt x="28986" y="793916"/>
                </a:lnTo>
                <a:lnTo>
                  <a:pt x="32051" y="792511"/>
                </a:lnTo>
                <a:lnTo>
                  <a:pt x="33333" y="791355"/>
                </a:lnTo>
                <a:lnTo>
                  <a:pt x="35714" y="791324"/>
                </a:lnTo>
                <a:lnTo>
                  <a:pt x="36957" y="788883"/>
                </a:lnTo>
                <a:lnTo>
                  <a:pt x="40984" y="787549"/>
                </a:lnTo>
                <a:lnTo>
                  <a:pt x="42391" y="782676"/>
                </a:lnTo>
                <a:lnTo>
                  <a:pt x="48387" y="781286"/>
                </a:lnTo>
                <a:lnTo>
                  <a:pt x="49180" y="781079"/>
                </a:lnTo>
                <a:lnTo>
                  <a:pt x="50000" y="781079"/>
                </a:lnTo>
                <a:lnTo>
                  <a:pt x="51282" y="779453"/>
                </a:lnTo>
                <a:lnTo>
                  <a:pt x="55556" y="778430"/>
                </a:lnTo>
                <a:lnTo>
                  <a:pt x="56522" y="775069"/>
                </a:lnTo>
                <a:lnTo>
                  <a:pt x="62500" y="774170"/>
                </a:lnTo>
                <a:lnTo>
                  <a:pt x="63043" y="764531"/>
                </a:lnTo>
                <a:lnTo>
                  <a:pt x="68966" y="763211"/>
                </a:lnTo>
                <a:lnTo>
                  <a:pt x="69565" y="762755"/>
                </a:lnTo>
                <a:lnTo>
                  <a:pt x="71429" y="762649"/>
                </a:lnTo>
                <a:lnTo>
                  <a:pt x="72826" y="756328"/>
                </a:lnTo>
                <a:lnTo>
                  <a:pt x="76923" y="754939"/>
                </a:lnTo>
                <a:lnTo>
                  <a:pt x="78261" y="753455"/>
                </a:lnTo>
                <a:lnTo>
                  <a:pt x="83333" y="752771"/>
                </a:lnTo>
                <a:lnTo>
                  <a:pt x="83696" y="734149"/>
                </a:lnTo>
                <a:lnTo>
                  <a:pt x="90909" y="733261"/>
                </a:lnTo>
                <a:lnTo>
                  <a:pt x="91667" y="732376"/>
                </a:lnTo>
                <a:lnTo>
                  <a:pt x="96154" y="731401"/>
                </a:lnTo>
                <a:lnTo>
                  <a:pt x="97222" y="730205"/>
                </a:lnTo>
                <a:lnTo>
                  <a:pt x="100000" y="730027"/>
                </a:lnTo>
                <a:lnTo>
                  <a:pt x="101087" y="719725"/>
                </a:lnTo>
                <a:lnTo>
                  <a:pt x="107143" y="718395"/>
                </a:lnTo>
                <a:lnTo>
                  <a:pt x="108333" y="716162"/>
                </a:lnTo>
                <a:lnTo>
                  <a:pt x="111111" y="715938"/>
                </a:lnTo>
                <a:lnTo>
                  <a:pt x="111111" y="712592"/>
                </a:lnTo>
                <a:lnTo>
                  <a:pt x="115385" y="712439"/>
                </a:lnTo>
                <a:lnTo>
                  <a:pt x="116304" y="710868"/>
                </a:lnTo>
                <a:lnTo>
                  <a:pt x="125000" y="710047"/>
                </a:lnTo>
                <a:lnTo>
                  <a:pt x="126087" y="674736"/>
                </a:lnTo>
                <a:lnTo>
                  <a:pt x="134409" y="673334"/>
                </a:lnTo>
                <a:lnTo>
                  <a:pt x="134615" y="671805"/>
                </a:lnTo>
                <a:lnTo>
                  <a:pt x="138889" y="670809"/>
                </a:lnTo>
                <a:lnTo>
                  <a:pt x="140217" y="668947"/>
                </a:lnTo>
                <a:lnTo>
                  <a:pt x="142857" y="668676"/>
                </a:lnTo>
                <a:lnTo>
                  <a:pt x="143478" y="662474"/>
                </a:lnTo>
                <a:lnTo>
                  <a:pt x="150000" y="661771"/>
                </a:lnTo>
                <a:lnTo>
                  <a:pt x="151087" y="660837"/>
                </a:lnTo>
                <a:lnTo>
                  <a:pt x="153846" y="660579"/>
                </a:lnTo>
                <a:lnTo>
                  <a:pt x="155172" y="659139"/>
                </a:lnTo>
                <a:lnTo>
                  <a:pt x="156250" y="659017"/>
                </a:lnTo>
                <a:lnTo>
                  <a:pt x="157609" y="657657"/>
                </a:lnTo>
                <a:lnTo>
                  <a:pt x="166667" y="656815"/>
                </a:lnTo>
                <a:lnTo>
                  <a:pt x="167391" y="618983"/>
                </a:lnTo>
                <a:lnTo>
                  <a:pt x="173077" y="618555"/>
                </a:lnTo>
                <a:lnTo>
                  <a:pt x="173913" y="617225"/>
                </a:lnTo>
                <a:lnTo>
                  <a:pt x="178571" y="616246"/>
                </a:lnTo>
                <a:lnTo>
                  <a:pt x="179487" y="614622"/>
                </a:lnTo>
                <a:lnTo>
                  <a:pt x="187500" y="613825"/>
                </a:lnTo>
                <a:lnTo>
                  <a:pt x="188406" y="605336"/>
                </a:lnTo>
                <a:lnTo>
                  <a:pt x="192308" y="604559"/>
                </a:lnTo>
                <a:lnTo>
                  <a:pt x="193478" y="603636"/>
                </a:lnTo>
                <a:lnTo>
                  <a:pt x="200000" y="602441"/>
                </a:lnTo>
                <a:lnTo>
                  <a:pt x="201299" y="591990"/>
                </a:lnTo>
                <a:lnTo>
                  <a:pt x="208333" y="591322"/>
                </a:lnTo>
                <a:lnTo>
                  <a:pt x="209677" y="587098"/>
                </a:lnTo>
                <a:lnTo>
                  <a:pt x="211538" y="586577"/>
                </a:lnTo>
                <a:lnTo>
                  <a:pt x="212121" y="585093"/>
                </a:lnTo>
                <a:lnTo>
                  <a:pt x="214286" y="585078"/>
                </a:lnTo>
                <a:lnTo>
                  <a:pt x="215217" y="580095"/>
                </a:lnTo>
                <a:lnTo>
                  <a:pt x="222222" y="579630"/>
                </a:lnTo>
                <a:lnTo>
                  <a:pt x="222222" y="577269"/>
                </a:lnTo>
                <a:lnTo>
                  <a:pt x="227174" y="575867"/>
                </a:lnTo>
                <a:lnTo>
                  <a:pt x="228261" y="575192"/>
                </a:lnTo>
                <a:lnTo>
                  <a:pt x="231884" y="573866"/>
                </a:lnTo>
                <a:lnTo>
                  <a:pt x="231884" y="573764"/>
                </a:lnTo>
                <a:lnTo>
                  <a:pt x="241379" y="572481"/>
                </a:lnTo>
                <a:lnTo>
                  <a:pt x="242424" y="571997"/>
                </a:lnTo>
                <a:lnTo>
                  <a:pt x="250000" y="571619"/>
                </a:lnTo>
                <a:lnTo>
                  <a:pt x="251087" y="444126"/>
                </a:lnTo>
                <a:lnTo>
                  <a:pt x="262821" y="442717"/>
                </a:lnTo>
                <a:lnTo>
                  <a:pt x="264130" y="442146"/>
                </a:lnTo>
                <a:lnTo>
                  <a:pt x="269231" y="441757"/>
                </a:lnTo>
                <a:lnTo>
                  <a:pt x="269565" y="440289"/>
                </a:lnTo>
                <a:lnTo>
                  <a:pt x="275000" y="439227"/>
                </a:lnTo>
                <a:lnTo>
                  <a:pt x="275862" y="438066"/>
                </a:lnTo>
                <a:lnTo>
                  <a:pt x="277778" y="438050"/>
                </a:lnTo>
                <a:lnTo>
                  <a:pt x="277778" y="435295"/>
                </a:lnTo>
                <a:lnTo>
                  <a:pt x="285714" y="434445"/>
                </a:lnTo>
                <a:lnTo>
                  <a:pt x="286957" y="432053"/>
                </a:lnTo>
                <a:lnTo>
                  <a:pt x="291667" y="430889"/>
                </a:lnTo>
                <a:lnTo>
                  <a:pt x="292391" y="427596"/>
                </a:lnTo>
                <a:lnTo>
                  <a:pt x="300000" y="426929"/>
                </a:lnTo>
                <a:lnTo>
                  <a:pt x="301282" y="421095"/>
                </a:lnTo>
                <a:lnTo>
                  <a:pt x="306452" y="419688"/>
                </a:lnTo>
                <a:lnTo>
                  <a:pt x="307692" y="418915"/>
                </a:lnTo>
                <a:lnTo>
                  <a:pt x="312500" y="418235"/>
                </a:lnTo>
                <a:lnTo>
                  <a:pt x="313853" y="413761"/>
                </a:lnTo>
                <a:lnTo>
                  <a:pt x="321429" y="412516"/>
                </a:lnTo>
                <a:lnTo>
                  <a:pt x="322826" y="411366"/>
                </a:lnTo>
                <a:lnTo>
                  <a:pt x="327586" y="410197"/>
                </a:lnTo>
                <a:lnTo>
                  <a:pt x="327957" y="409876"/>
                </a:lnTo>
                <a:lnTo>
                  <a:pt x="333333" y="409769"/>
                </a:lnTo>
                <a:lnTo>
                  <a:pt x="333333" y="366556"/>
                </a:lnTo>
                <a:lnTo>
                  <a:pt x="346154" y="365566"/>
                </a:lnTo>
                <a:lnTo>
                  <a:pt x="346739" y="364914"/>
                </a:lnTo>
                <a:lnTo>
                  <a:pt x="357143" y="364343"/>
                </a:lnTo>
                <a:lnTo>
                  <a:pt x="358333" y="359794"/>
                </a:lnTo>
                <a:lnTo>
                  <a:pt x="363636" y="358675"/>
                </a:lnTo>
                <a:lnTo>
                  <a:pt x="364130" y="357985"/>
                </a:lnTo>
                <a:lnTo>
                  <a:pt x="375000" y="357153"/>
                </a:lnTo>
                <a:lnTo>
                  <a:pt x="376344" y="340119"/>
                </a:lnTo>
                <a:lnTo>
                  <a:pt x="388889" y="339071"/>
                </a:lnTo>
                <a:lnTo>
                  <a:pt x="390217" y="338253"/>
                </a:lnTo>
                <a:lnTo>
                  <a:pt x="397436" y="336848"/>
                </a:lnTo>
                <a:lnTo>
                  <a:pt x="398268" y="336635"/>
                </a:lnTo>
                <a:lnTo>
                  <a:pt x="400000" y="336635"/>
                </a:lnTo>
                <a:lnTo>
                  <a:pt x="401087" y="331173"/>
                </a:lnTo>
                <a:lnTo>
                  <a:pt x="409091" y="330369"/>
                </a:lnTo>
                <a:lnTo>
                  <a:pt x="410256" y="329634"/>
                </a:lnTo>
                <a:lnTo>
                  <a:pt x="416667" y="329512"/>
                </a:lnTo>
                <a:lnTo>
                  <a:pt x="417749" y="318962"/>
                </a:lnTo>
                <a:lnTo>
                  <a:pt x="428571" y="317685"/>
                </a:lnTo>
                <a:lnTo>
                  <a:pt x="429487" y="316582"/>
                </a:lnTo>
                <a:lnTo>
                  <a:pt x="437500" y="316327"/>
                </a:lnTo>
                <a:lnTo>
                  <a:pt x="437500" y="314556"/>
                </a:lnTo>
                <a:lnTo>
                  <a:pt x="454545" y="313675"/>
                </a:lnTo>
                <a:lnTo>
                  <a:pt x="455128" y="312910"/>
                </a:lnTo>
                <a:lnTo>
                  <a:pt x="458333" y="312910"/>
                </a:lnTo>
                <a:lnTo>
                  <a:pt x="458874" y="310400"/>
                </a:lnTo>
                <a:lnTo>
                  <a:pt x="464286" y="309975"/>
                </a:lnTo>
                <a:lnTo>
                  <a:pt x="465368" y="308933"/>
                </a:lnTo>
                <a:lnTo>
                  <a:pt x="480769" y="307692"/>
                </a:lnTo>
                <a:lnTo>
                  <a:pt x="480769" y="307329"/>
                </a:lnTo>
                <a:lnTo>
                  <a:pt x="500000" y="307025"/>
                </a:lnTo>
                <a:lnTo>
                  <a:pt x="500000" y="98098"/>
                </a:lnTo>
                <a:lnTo>
                  <a:pt x="541667" y="97107"/>
                </a:lnTo>
                <a:lnTo>
                  <a:pt x="541667" y="96517"/>
                </a:lnTo>
                <a:lnTo>
                  <a:pt x="583333" y="95430"/>
                </a:lnTo>
                <a:lnTo>
                  <a:pt x="583333" y="87048"/>
                </a:lnTo>
                <a:lnTo>
                  <a:pt x="600000" y="86487"/>
                </a:lnTo>
                <a:lnTo>
                  <a:pt x="600000" y="83535"/>
                </a:lnTo>
                <a:lnTo>
                  <a:pt x="625000" y="83417"/>
                </a:lnTo>
                <a:lnTo>
                  <a:pt x="625000" y="76481"/>
                </a:lnTo>
                <a:lnTo>
                  <a:pt x="666667" y="75684"/>
                </a:lnTo>
                <a:lnTo>
                  <a:pt x="666667" y="66711"/>
                </a:lnTo>
                <a:lnTo>
                  <a:pt x="700000" y="65383"/>
                </a:lnTo>
                <a:lnTo>
                  <a:pt x="700000" y="65265"/>
                </a:lnTo>
                <a:lnTo>
                  <a:pt x="714286" y="64674"/>
                </a:lnTo>
                <a:lnTo>
                  <a:pt x="714286" y="63662"/>
                </a:lnTo>
                <a:lnTo>
                  <a:pt x="750000" y="63101"/>
                </a:lnTo>
                <a:lnTo>
                  <a:pt x="750000" y="38898"/>
                </a:lnTo>
                <a:lnTo>
                  <a:pt x="785714" y="38780"/>
                </a:lnTo>
                <a:lnTo>
                  <a:pt x="785714" y="36756"/>
                </a:lnTo>
                <a:lnTo>
                  <a:pt x="875000" y="36284"/>
                </a:lnTo>
                <a:lnTo>
                  <a:pt x="875000" y="33923"/>
                </a:lnTo>
                <a:lnTo>
                  <a:pt x="958333" y="32624"/>
                </a:lnTo>
                <a:lnTo>
                  <a:pt x="958333" y="32506"/>
                </a:lnTo>
                <a:lnTo>
                  <a:pt x="1000000" y="32388"/>
                </a:lnTo>
                <a:lnTo>
                  <a:pt x="1000000" y="17039"/>
                </a:lnTo>
                <a:lnTo>
                  <a:pt x="1083333" y="15791"/>
                </a:lnTo>
                <a:lnTo>
                  <a:pt x="1083333" y="14611"/>
                </a:lnTo>
                <a:lnTo>
                  <a:pt x="1125000" y="14611"/>
                </a:lnTo>
                <a:lnTo>
                  <a:pt x="1125000" y="12840"/>
                </a:lnTo>
                <a:lnTo>
                  <a:pt x="1500000" y="1239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492" name="01_find_only_1491">
            <a:extLst>
              <a:ext uri="{FF2B5EF4-FFF2-40B4-BE49-F238E27FC236}">
                <a16:creationId xmlns:a16="http://schemas.microsoft.com/office/drawing/2014/main" id="{77A2C8A2-EB33-49B6-B95F-DB5809818EFE}"/>
              </a:ext>
            </a:extLst>
          </p:cNvPr>
          <p:cNvSpPr>
            <a:spLocks noGrp="1"/>
          </p:cNvSpPr>
          <p:nvPr/>
        </p:nvSpPr>
        <p:spPr>
          <a:xfrm>
            <a:off x="4200168" y="3353365"/>
            <a:ext cx="1527834" cy="861030"/>
          </a:xfrm>
          <a:custGeom>
            <a:avLst/>
            <a:gdLst/>
            <a:ahLst/>
            <a:cxnLst/>
            <a:rect l="0" t="0" r="0" b="0"/>
            <a:pathLst>
              <a:path w="1500000" h="845344">
                <a:moveTo>
                  <a:pt x="0" y="845344"/>
                </a:moveTo>
                <a:lnTo>
                  <a:pt x="142857" y="845344"/>
                </a:lnTo>
                <a:lnTo>
                  <a:pt x="142857" y="800058"/>
                </a:lnTo>
                <a:lnTo>
                  <a:pt x="143478" y="800058"/>
                </a:lnTo>
                <a:lnTo>
                  <a:pt x="166667" y="800058"/>
                </a:lnTo>
                <a:lnTo>
                  <a:pt x="166667" y="634008"/>
                </a:lnTo>
                <a:lnTo>
                  <a:pt x="167391" y="634008"/>
                </a:lnTo>
                <a:lnTo>
                  <a:pt x="250000" y="634008"/>
                </a:lnTo>
                <a:lnTo>
                  <a:pt x="250000" y="422672"/>
                </a:lnTo>
                <a:lnTo>
                  <a:pt x="251087" y="422672"/>
                </a:lnTo>
                <a:lnTo>
                  <a:pt x="333333" y="422672"/>
                </a:lnTo>
                <a:lnTo>
                  <a:pt x="333333" y="301909"/>
                </a:lnTo>
                <a:lnTo>
                  <a:pt x="375000" y="301909"/>
                </a:lnTo>
                <a:lnTo>
                  <a:pt x="375000" y="268973"/>
                </a:lnTo>
                <a:lnTo>
                  <a:pt x="376344" y="268973"/>
                </a:lnTo>
                <a:lnTo>
                  <a:pt x="378788" y="268973"/>
                </a:lnTo>
                <a:lnTo>
                  <a:pt x="378788" y="263484"/>
                </a:lnTo>
                <a:lnTo>
                  <a:pt x="385281" y="263484"/>
                </a:lnTo>
                <a:lnTo>
                  <a:pt x="385281" y="257995"/>
                </a:lnTo>
                <a:lnTo>
                  <a:pt x="391775" y="257995"/>
                </a:lnTo>
                <a:lnTo>
                  <a:pt x="391775" y="252505"/>
                </a:lnTo>
                <a:lnTo>
                  <a:pt x="392857" y="252505"/>
                </a:lnTo>
                <a:lnTo>
                  <a:pt x="393939" y="252505"/>
                </a:lnTo>
                <a:lnTo>
                  <a:pt x="393939" y="247016"/>
                </a:lnTo>
                <a:lnTo>
                  <a:pt x="394565" y="247016"/>
                </a:lnTo>
                <a:lnTo>
                  <a:pt x="398268" y="247016"/>
                </a:lnTo>
                <a:lnTo>
                  <a:pt x="398268" y="241527"/>
                </a:lnTo>
                <a:lnTo>
                  <a:pt x="400000" y="241527"/>
                </a:lnTo>
                <a:lnTo>
                  <a:pt x="400000" y="211336"/>
                </a:lnTo>
                <a:lnTo>
                  <a:pt x="401087" y="211336"/>
                </a:lnTo>
                <a:lnTo>
                  <a:pt x="666667" y="211336"/>
                </a:lnTo>
                <a:lnTo>
                  <a:pt x="666667" y="145749"/>
                </a:lnTo>
                <a:lnTo>
                  <a:pt x="750000" y="145749"/>
                </a:lnTo>
                <a:lnTo>
                  <a:pt x="750000" y="1838"/>
                </a:lnTo>
                <a:lnTo>
                  <a:pt x="916667" y="1838"/>
                </a:lnTo>
                <a:lnTo>
                  <a:pt x="916667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493" name="01_find_only_1492">
            <a:extLst>
              <a:ext uri="{FF2B5EF4-FFF2-40B4-BE49-F238E27FC236}">
                <a16:creationId xmlns:a16="http://schemas.microsoft.com/office/drawing/2014/main" id="{78FC753B-F586-4503-849F-BC1C52A84448}"/>
              </a:ext>
            </a:extLst>
          </p:cNvPr>
          <p:cNvSpPr>
            <a:spLocks noGrp="1"/>
          </p:cNvSpPr>
          <p:nvPr/>
        </p:nvSpPr>
        <p:spPr>
          <a:xfrm>
            <a:off x="4432817" y="382734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4" name="01_find_only_1493">
            <a:extLst>
              <a:ext uri="{FF2B5EF4-FFF2-40B4-BE49-F238E27FC236}">
                <a16:creationId xmlns:a16="http://schemas.microsoft.com/office/drawing/2014/main" id="{95C9F7DB-D243-4099-A016-21E12EB110D0}"/>
              </a:ext>
            </a:extLst>
          </p:cNvPr>
          <p:cNvSpPr>
            <a:spLocks noGrp="1"/>
          </p:cNvSpPr>
          <p:nvPr/>
        </p:nvSpPr>
        <p:spPr>
          <a:xfrm>
            <a:off x="4687456" y="3474877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5" name="01_find_only_1494">
            <a:extLst>
              <a:ext uri="{FF2B5EF4-FFF2-40B4-BE49-F238E27FC236}">
                <a16:creationId xmlns:a16="http://schemas.microsoft.com/office/drawing/2014/main" id="{21CECF89-85F5-4C28-ADFF-C5D4413EDC12}"/>
              </a:ext>
            </a:extLst>
          </p:cNvPr>
          <p:cNvSpPr>
            <a:spLocks noGrp="1"/>
          </p:cNvSpPr>
          <p:nvPr/>
        </p:nvSpPr>
        <p:spPr>
          <a:xfrm>
            <a:off x="5196734" y="339231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6" name="01_find_only_1495">
            <a:extLst>
              <a:ext uri="{FF2B5EF4-FFF2-40B4-BE49-F238E27FC236}">
                <a16:creationId xmlns:a16="http://schemas.microsoft.com/office/drawing/2014/main" id="{C8A32DAC-5234-44E9-8C67-E4A9D9B62490}"/>
              </a:ext>
            </a:extLst>
          </p:cNvPr>
          <p:cNvSpPr>
            <a:spLocks noGrp="1"/>
          </p:cNvSpPr>
          <p:nvPr/>
        </p:nvSpPr>
        <p:spPr>
          <a:xfrm>
            <a:off x="5706012" y="337495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7" name="01_find_only_1496">
            <a:extLst>
              <a:ext uri="{FF2B5EF4-FFF2-40B4-BE49-F238E27FC236}">
                <a16:creationId xmlns:a16="http://schemas.microsoft.com/office/drawing/2014/main" id="{2EFA459F-A47C-47E9-BF43-3D1391FAC56E}"/>
              </a:ext>
            </a:extLst>
          </p:cNvPr>
          <p:cNvSpPr>
            <a:spLocks noGrp="1"/>
          </p:cNvSpPr>
          <p:nvPr/>
        </p:nvSpPr>
        <p:spPr>
          <a:xfrm>
            <a:off x="4418220" y="3747292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8" name="01_find_only_1497">
            <a:extLst>
              <a:ext uri="{FF2B5EF4-FFF2-40B4-BE49-F238E27FC236}">
                <a16:creationId xmlns:a16="http://schemas.microsoft.com/office/drawing/2014/main" id="{3A52A5EF-6E0C-4330-9CA5-289FA468ECCE}"/>
              </a:ext>
            </a:extLst>
          </p:cNvPr>
          <p:cNvSpPr>
            <a:spLocks noGrp="1"/>
          </p:cNvSpPr>
          <p:nvPr/>
        </p:nvSpPr>
        <p:spPr>
          <a:xfrm>
            <a:off x="4672859" y="353203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9" name="01_find_only_1498">
            <a:extLst>
              <a:ext uri="{FF2B5EF4-FFF2-40B4-BE49-F238E27FC236}">
                <a16:creationId xmlns:a16="http://schemas.microsoft.com/office/drawing/2014/main" id="{6007867A-F565-4E03-B689-BD80E3B3FFE3}"/>
              </a:ext>
            </a:extLst>
          </p:cNvPr>
          <p:cNvSpPr>
            <a:spLocks noGrp="1"/>
          </p:cNvSpPr>
          <p:nvPr/>
        </p:nvSpPr>
        <p:spPr>
          <a:xfrm>
            <a:off x="5182137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0" name="01_find_only_1499">
            <a:extLst>
              <a:ext uri="{FF2B5EF4-FFF2-40B4-BE49-F238E27FC236}">
                <a16:creationId xmlns:a16="http://schemas.microsoft.com/office/drawing/2014/main" id="{9BF91A9F-BDFD-4C93-AB7A-99DB33E58803}"/>
              </a:ext>
            </a:extLst>
          </p:cNvPr>
          <p:cNvSpPr>
            <a:spLocks noGrp="1"/>
          </p:cNvSpPr>
          <p:nvPr/>
        </p:nvSpPr>
        <p:spPr>
          <a:xfrm>
            <a:off x="5691415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1" name="01_find_only_1500">
            <a:extLst>
              <a:ext uri="{FF2B5EF4-FFF2-40B4-BE49-F238E27FC236}">
                <a16:creationId xmlns:a16="http://schemas.microsoft.com/office/drawing/2014/main" id="{A1BF0658-55C8-4D5D-AB74-D2FA28B982CC}"/>
              </a:ext>
            </a:extLst>
          </p:cNvPr>
          <p:cNvSpPr>
            <a:spLocks noGrp="1"/>
          </p:cNvSpPr>
          <p:nvPr/>
        </p:nvSpPr>
        <p:spPr>
          <a:xfrm>
            <a:off x="6346469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01_find_only_1501">
            <a:extLst>
              <a:ext uri="{FF2B5EF4-FFF2-40B4-BE49-F238E27FC236}">
                <a16:creationId xmlns:a16="http://schemas.microsoft.com/office/drawing/2014/main" id="{779A701F-2B45-4A45-AF4C-CB87DB732750}"/>
              </a:ext>
            </a:extLst>
          </p:cNvPr>
          <p:cNvSpPr>
            <a:spLocks noGrp="1"/>
          </p:cNvSpPr>
          <p:nvPr/>
        </p:nvSpPr>
        <p:spPr>
          <a:xfrm>
            <a:off x="655018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1" y="1257449"/>
                </a:lnTo>
                <a:lnTo>
                  <a:pt x="2836" y="1246883"/>
                </a:lnTo>
                <a:lnTo>
                  <a:pt x="6201" y="1236316"/>
                </a:lnTo>
                <a:lnTo>
                  <a:pt x="10594" y="1225749"/>
                </a:lnTo>
                <a:lnTo>
                  <a:pt x="15741" y="1215182"/>
                </a:lnTo>
                <a:lnTo>
                  <a:pt x="21340" y="1204615"/>
                </a:lnTo>
                <a:lnTo>
                  <a:pt x="27093" y="1194049"/>
                </a:lnTo>
                <a:lnTo>
                  <a:pt x="32730" y="1183482"/>
                </a:lnTo>
                <a:lnTo>
                  <a:pt x="38026" y="1172915"/>
                </a:lnTo>
                <a:lnTo>
                  <a:pt x="42818" y="1162348"/>
                </a:lnTo>
                <a:lnTo>
                  <a:pt x="47003" y="1151781"/>
                </a:lnTo>
                <a:lnTo>
                  <a:pt x="50537" y="1141215"/>
                </a:lnTo>
                <a:lnTo>
                  <a:pt x="53427" y="1130648"/>
                </a:lnTo>
                <a:lnTo>
                  <a:pt x="55717" y="1120081"/>
                </a:lnTo>
                <a:lnTo>
                  <a:pt x="57477" y="1109514"/>
                </a:lnTo>
                <a:lnTo>
                  <a:pt x="58790" y="1098947"/>
                </a:lnTo>
                <a:lnTo>
                  <a:pt x="59742" y="1088381"/>
                </a:lnTo>
                <a:lnTo>
                  <a:pt x="60413" y="1077814"/>
                </a:lnTo>
                <a:lnTo>
                  <a:pt x="60873" y="1067247"/>
                </a:lnTo>
                <a:lnTo>
                  <a:pt x="61180" y="1056680"/>
                </a:lnTo>
                <a:lnTo>
                  <a:pt x="61378" y="1046113"/>
                </a:lnTo>
                <a:lnTo>
                  <a:pt x="61499" y="1035547"/>
                </a:lnTo>
                <a:lnTo>
                  <a:pt x="61562" y="1024980"/>
                </a:lnTo>
                <a:lnTo>
                  <a:pt x="61582" y="1014413"/>
                </a:lnTo>
                <a:lnTo>
                  <a:pt x="61565" y="1003846"/>
                </a:lnTo>
                <a:lnTo>
                  <a:pt x="61514" y="993279"/>
                </a:lnTo>
                <a:lnTo>
                  <a:pt x="61429" y="982713"/>
                </a:lnTo>
                <a:lnTo>
                  <a:pt x="61311" y="972146"/>
                </a:lnTo>
                <a:lnTo>
                  <a:pt x="61159" y="961579"/>
                </a:lnTo>
                <a:lnTo>
                  <a:pt x="60973" y="951012"/>
                </a:lnTo>
                <a:lnTo>
                  <a:pt x="60758" y="940445"/>
                </a:lnTo>
                <a:lnTo>
                  <a:pt x="60516" y="929879"/>
                </a:lnTo>
                <a:lnTo>
                  <a:pt x="60253" y="919312"/>
                </a:lnTo>
                <a:lnTo>
                  <a:pt x="59977" y="908745"/>
                </a:lnTo>
                <a:lnTo>
                  <a:pt x="59694" y="898178"/>
                </a:lnTo>
                <a:lnTo>
                  <a:pt x="59414" y="887611"/>
                </a:lnTo>
                <a:lnTo>
                  <a:pt x="59145" y="877045"/>
                </a:lnTo>
                <a:lnTo>
                  <a:pt x="58893" y="866478"/>
                </a:lnTo>
                <a:lnTo>
                  <a:pt x="58664" y="855911"/>
                </a:lnTo>
                <a:lnTo>
                  <a:pt x="58460" y="845344"/>
                </a:lnTo>
                <a:lnTo>
                  <a:pt x="58281" y="834777"/>
                </a:lnTo>
                <a:lnTo>
                  <a:pt x="58122" y="824211"/>
                </a:lnTo>
                <a:lnTo>
                  <a:pt x="57978" y="813644"/>
                </a:lnTo>
                <a:lnTo>
                  <a:pt x="57837" y="803077"/>
                </a:lnTo>
                <a:lnTo>
                  <a:pt x="57690" y="792510"/>
                </a:lnTo>
                <a:lnTo>
                  <a:pt x="57524" y="781943"/>
                </a:lnTo>
                <a:lnTo>
                  <a:pt x="57328" y="771377"/>
                </a:lnTo>
                <a:lnTo>
                  <a:pt x="57093" y="760810"/>
                </a:lnTo>
                <a:lnTo>
                  <a:pt x="56813" y="750243"/>
                </a:lnTo>
                <a:lnTo>
                  <a:pt x="56487" y="739676"/>
                </a:lnTo>
                <a:lnTo>
                  <a:pt x="56120" y="729109"/>
                </a:lnTo>
                <a:lnTo>
                  <a:pt x="55722" y="718543"/>
                </a:lnTo>
                <a:lnTo>
                  <a:pt x="55314" y="707976"/>
                </a:lnTo>
                <a:lnTo>
                  <a:pt x="54918" y="697409"/>
                </a:lnTo>
                <a:lnTo>
                  <a:pt x="54565" y="686842"/>
                </a:lnTo>
                <a:lnTo>
                  <a:pt x="54285" y="676275"/>
                </a:lnTo>
                <a:lnTo>
                  <a:pt x="54110" y="665709"/>
                </a:lnTo>
                <a:lnTo>
                  <a:pt x="54067" y="655142"/>
                </a:lnTo>
                <a:lnTo>
                  <a:pt x="54178" y="644575"/>
                </a:lnTo>
                <a:lnTo>
                  <a:pt x="54453" y="634008"/>
                </a:lnTo>
                <a:lnTo>
                  <a:pt x="54892" y="623441"/>
                </a:lnTo>
                <a:lnTo>
                  <a:pt x="55486" y="612874"/>
                </a:lnTo>
                <a:lnTo>
                  <a:pt x="56212" y="602308"/>
                </a:lnTo>
                <a:lnTo>
                  <a:pt x="57039" y="591741"/>
                </a:lnTo>
                <a:lnTo>
                  <a:pt x="57932" y="581174"/>
                </a:lnTo>
                <a:lnTo>
                  <a:pt x="58854" y="570607"/>
                </a:lnTo>
                <a:lnTo>
                  <a:pt x="59766" y="560040"/>
                </a:lnTo>
                <a:lnTo>
                  <a:pt x="60637" y="549474"/>
                </a:lnTo>
                <a:lnTo>
                  <a:pt x="61441" y="538907"/>
                </a:lnTo>
                <a:lnTo>
                  <a:pt x="62159" y="528340"/>
                </a:lnTo>
                <a:lnTo>
                  <a:pt x="62782" y="517773"/>
                </a:lnTo>
                <a:lnTo>
                  <a:pt x="63306" y="507206"/>
                </a:lnTo>
                <a:lnTo>
                  <a:pt x="63735" y="496640"/>
                </a:lnTo>
                <a:lnTo>
                  <a:pt x="64076" y="486073"/>
                </a:lnTo>
                <a:lnTo>
                  <a:pt x="64341" y="475506"/>
                </a:lnTo>
                <a:lnTo>
                  <a:pt x="64540" y="464939"/>
                </a:lnTo>
                <a:lnTo>
                  <a:pt x="64686" y="454372"/>
                </a:lnTo>
                <a:lnTo>
                  <a:pt x="64790" y="443806"/>
                </a:lnTo>
                <a:lnTo>
                  <a:pt x="64863" y="433239"/>
                </a:lnTo>
                <a:lnTo>
                  <a:pt x="64913" y="422672"/>
                </a:lnTo>
                <a:lnTo>
                  <a:pt x="64946" y="412105"/>
                </a:lnTo>
                <a:lnTo>
                  <a:pt x="64967" y="401538"/>
                </a:lnTo>
                <a:lnTo>
                  <a:pt x="64980" y="390972"/>
                </a:lnTo>
                <a:lnTo>
                  <a:pt x="64989" y="380405"/>
                </a:lnTo>
                <a:lnTo>
                  <a:pt x="64993" y="369838"/>
                </a:lnTo>
                <a:lnTo>
                  <a:pt x="64996" y="359271"/>
                </a:lnTo>
                <a:lnTo>
                  <a:pt x="64998" y="348704"/>
                </a:lnTo>
                <a:lnTo>
                  <a:pt x="64999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1" y="338138"/>
                </a:lnTo>
                <a:lnTo>
                  <a:pt x="65002" y="348704"/>
                </a:lnTo>
                <a:lnTo>
                  <a:pt x="65004" y="359271"/>
                </a:lnTo>
                <a:lnTo>
                  <a:pt x="65007" y="369838"/>
                </a:lnTo>
                <a:lnTo>
                  <a:pt x="65011" y="380405"/>
                </a:lnTo>
                <a:lnTo>
                  <a:pt x="65020" y="390972"/>
                </a:lnTo>
                <a:lnTo>
                  <a:pt x="65033" y="401538"/>
                </a:lnTo>
                <a:lnTo>
                  <a:pt x="65054" y="412105"/>
                </a:lnTo>
                <a:lnTo>
                  <a:pt x="65087" y="422672"/>
                </a:lnTo>
                <a:lnTo>
                  <a:pt x="65137" y="433239"/>
                </a:lnTo>
                <a:lnTo>
                  <a:pt x="65210" y="443806"/>
                </a:lnTo>
                <a:lnTo>
                  <a:pt x="65314" y="454372"/>
                </a:lnTo>
                <a:lnTo>
                  <a:pt x="65460" y="464939"/>
                </a:lnTo>
                <a:lnTo>
                  <a:pt x="65659" y="475506"/>
                </a:lnTo>
                <a:lnTo>
                  <a:pt x="65924" y="486073"/>
                </a:lnTo>
                <a:lnTo>
                  <a:pt x="66265" y="496640"/>
                </a:lnTo>
                <a:lnTo>
                  <a:pt x="66694" y="507206"/>
                </a:lnTo>
                <a:lnTo>
                  <a:pt x="67218" y="517773"/>
                </a:lnTo>
                <a:lnTo>
                  <a:pt x="67841" y="528340"/>
                </a:lnTo>
                <a:lnTo>
                  <a:pt x="68559" y="538907"/>
                </a:lnTo>
                <a:lnTo>
                  <a:pt x="69363" y="549474"/>
                </a:lnTo>
                <a:lnTo>
                  <a:pt x="70234" y="560040"/>
                </a:lnTo>
                <a:lnTo>
                  <a:pt x="71146" y="570607"/>
                </a:lnTo>
                <a:lnTo>
                  <a:pt x="72068" y="581174"/>
                </a:lnTo>
                <a:lnTo>
                  <a:pt x="72961" y="591741"/>
                </a:lnTo>
                <a:lnTo>
                  <a:pt x="73788" y="602308"/>
                </a:lnTo>
                <a:lnTo>
                  <a:pt x="74514" y="612874"/>
                </a:lnTo>
                <a:lnTo>
                  <a:pt x="75108" y="623441"/>
                </a:lnTo>
                <a:lnTo>
                  <a:pt x="75547" y="634008"/>
                </a:lnTo>
                <a:lnTo>
                  <a:pt x="75822" y="644575"/>
                </a:lnTo>
                <a:lnTo>
                  <a:pt x="75933" y="655142"/>
                </a:lnTo>
                <a:lnTo>
                  <a:pt x="75890" y="665709"/>
                </a:lnTo>
                <a:lnTo>
                  <a:pt x="75715" y="676275"/>
                </a:lnTo>
                <a:lnTo>
                  <a:pt x="75435" y="686842"/>
                </a:lnTo>
                <a:lnTo>
                  <a:pt x="75082" y="697409"/>
                </a:lnTo>
                <a:lnTo>
                  <a:pt x="74686" y="707976"/>
                </a:lnTo>
                <a:lnTo>
                  <a:pt x="74277" y="718543"/>
                </a:lnTo>
                <a:lnTo>
                  <a:pt x="73880" y="729109"/>
                </a:lnTo>
                <a:lnTo>
                  <a:pt x="73513" y="739676"/>
                </a:lnTo>
                <a:lnTo>
                  <a:pt x="73187" y="750243"/>
                </a:lnTo>
                <a:lnTo>
                  <a:pt x="72907" y="760810"/>
                </a:lnTo>
                <a:lnTo>
                  <a:pt x="72672" y="771377"/>
                </a:lnTo>
                <a:lnTo>
                  <a:pt x="72476" y="781943"/>
                </a:lnTo>
                <a:lnTo>
                  <a:pt x="72310" y="792510"/>
                </a:lnTo>
                <a:lnTo>
                  <a:pt x="72163" y="803077"/>
                </a:lnTo>
                <a:lnTo>
                  <a:pt x="72022" y="813644"/>
                </a:lnTo>
                <a:lnTo>
                  <a:pt x="71878" y="824211"/>
                </a:lnTo>
                <a:lnTo>
                  <a:pt x="71719" y="834777"/>
                </a:lnTo>
                <a:lnTo>
                  <a:pt x="71540" y="845344"/>
                </a:lnTo>
                <a:lnTo>
                  <a:pt x="71336" y="855911"/>
                </a:lnTo>
                <a:lnTo>
                  <a:pt x="71107" y="866478"/>
                </a:lnTo>
                <a:lnTo>
                  <a:pt x="70855" y="877045"/>
                </a:lnTo>
                <a:lnTo>
                  <a:pt x="70586" y="887611"/>
                </a:lnTo>
                <a:lnTo>
                  <a:pt x="70306" y="898178"/>
                </a:lnTo>
                <a:lnTo>
                  <a:pt x="70023" y="908745"/>
                </a:lnTo>
                <a:lnTo>
                  <a:pt x="69747" y="919312"/>
                </a:lnTo>
                <a:lnTo>
                  <a:pt x="69484" y="929879"/>
                </a:lnTo>
                <a:lnTo>
                  <a:pt x="69242" y="940445"/>
                </a:lnTo>
                <a:lnTo>
                  <a:pt x="69027" y="951012"/>
                </a:lnTo>
                <a:lnTo>
                  <a:pt x="68841" y="961579"/>
                </a:lnTo>
                <a:lnTo>
                  <a:pt x="68689" y="972146"/>
                </a:lnTo>
                <a:lnTo>
                  <a:pt x="68571" y="982713"/>
                </a:lnTo>
                <a:lnTo>
                  <a:pt x="68486" y="993279"/>
                </a:lnTo>
                <a:lnTo>
                  <a:pt x="68434" y="1003846"/>
                </a:lnTo>
                <a:lnTo>
                  <a:pt x="68418" y="1014413"/>
                </a:lnTo>
                <a:lnTo>
                  <a:pt x="68438" y="1024980"/>
                </a:lnTo>
                <a:lnTo>
                  <a:pt x="68501" y="1035547"/>
                </a:lnTo>
                <a:lnTo>
                  <a:pt x="68622" y="1046113"/>
                </a:lnTo>
                <a:lnTo>
                  <a:pt x="68820" y="1056680"/>
                </a:lnTo>
                <a:lnTo>
                  <a:pt x="69127" y="1067247"/>
                </a:lnTo>
                <a:lnTo>
                  <a:pt x="69587" y="1077814"/>
                </a:lnTo>
                <a:lnTo>
                  <a:pt x="70258" y="1088381"/>
                </a:lnTo>
                <a:lnTo>
                  <a:pt x="71210" y="1098947"/>
                </a:lnTo>
                <a:lnTo>
                  <a:pt x="72523" y="1109514"/>
                </a:lnTo>
                <a:lnTo>
                  <a:pt x="74283" y="1120081"/>
                </a:lnTo>
                <a:lnTo>
                  <a:pt x="76573" y="1130648"/>
                </a:lnTo>
                <a:lnTo>
                  <a:pt x="79463" y="1141215"/>
                </a:lnTo>
                <a:lnTo>
                  <a:pt x="82997" y="1151781"/>
                </a:lnTo>
                <a:lnTo>
                  <a:pt x="87182" y="1162348"/>
                </a:lnTo>
                <a:lnTo>
                  <a:pt x="91974" y="1172915"/>
                </a:lnTo>
                <a:lnTo>
                  <a:pt x="97270" y="1183482"/>
                </a:lnTo>
                <a:lnTo>
                  <a:pt x="102907" y="1194049"/>
                </a:lnTo>
                <a:lnTo>
                  <a:pt x="108660" y="1204615"/>
                </a:lnTo>
                <a:lnTo>
                  <a:pt x="114259" y="1215182"/>
                </a:lnTo>
                <a:lnTo>
                  <a:pt x="119406" y="1225749"/>
                </a:lnTo>
                <a:lnTo>
                  <a:pt x="123799" y="1236316"/>
                </a:lnTo>
                <a:lnTo>
                  <a:pt x="127164" y="1246883"/>
                </a:lnTo>
                <a:lnTo>
                  <a:pt x="129279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3" name="01_find_only_1502">
            <a:extLst>
              <a:ext uri="{FF2B5EF4-FFF2-40B4-BE49-F238E27FC236}">
                <a16:creationId xmlns:a16="http://schemas.microsoft.com/office/drawing/2014/main" id="{96CEB1DB-330C-41EC-B437-B3C5315E190B}"/>
              </a:ext>
            </a:extLst>
          </p:cNvPr>
          <p:cNvSpPr>
            <a:spLocks noGrp="1"/>
          </p:cNvSpPr>
          <p:nvPr/>
        </p:nvSpPr>
        <p:spPr>
          <a:xfrm>
            <a:off x="680482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4" y="1257449"/>
                </a:lnTo>
                <a:lnTo>
                  <a:pt x="2846" y="1246883"/>
                </a:lnTo>
                <a:lnTo>
                  <a:pt x="6222" y="1236316"/>
                </a:lnTo>
                <a:lnTo>
                  <a:pt x="10630" y="1225749"/>
                </a:lnTo>
                <a:lnTo>
                  <a:pt x="15792" y="1215182"/>
                </a:lnTo>
                <a:lnTo>
                  <a:pt x="21405" y="1204615"/>
                </a:lnTo>
                <a:lnTo>
                  <a:pt x="27169" y="1194049"/>
                </a:lnTo>
                <a:lnTo>
                  <a:pt x="32812" y="1183482"/>
                </a:lnTo>
                <a:lnTo>
                  <a:pt x="38109" y="1172915"/>
                </a:lnTo>
                <a:lnTo>
                  <a:pt x="42896" y="1162348"/>
                </a:lnTo>
                <a:lnTo>
                  <a:pt x="47069" y="1151781"/>
                </a:lnTo>
                <a:lnTo>
                  <a:pt x="50585" y="1141215"/>
                </a:lnTo>
                <a:lnTo>
                  <a:pt x="53451" y="1130648"/>
                </a:lnTo>
                <a:lnTo>
                  <a:pt x="55715" y="1120081"/>
                </a:lnTo>
                <a:lnTo>
                  <a:pt x="57447" y="1109514"/>
                </a:lnTo>
                <a:lnTo>
                  <a:pt x="58733" y="1098947"/>
                </a:lnTo>
                <a:lnTo>
                  <a:pt x="59660" y="1088381"/>
                </a:lnTo>
                <a:lnTo>
                  <a:pt x="60310" y="1077814"/>
                </a:lnTo>
                <a:lnTo>
                  <a:pt x="60755" y="1067247"/>
                </a:lnTo>
                <a:lnTo>
                  <a:pt x="61052" y="1056680"/>
                </a:lnTo>
                <a:lnTo>
                  <a:pt x="61247" y="1046113"/>
                </a:lnTo>
                <a:lnTo>
                  <a:pt x="61370" y="1035547"/>
                </a:lnTo>
                <a:lnTo>
                  <a:pt x="61441" y="1024980"/>
                </a:lnTo>
                <a:lnTo>
                  <a:pt x="61473" y="1014413"/>
                </a:lnTo>
                <a:lnTo>
                  <a:pt x="61470" y="1003846"/>
                </a:lnTo>
                <a:lnTo>
                  <a:pt x="61436" y="993279"/>
                </a:lnTo>
                <a:lnTo>
                  <a:pt x="61369" y="982713"/>
                </a:lnTo>
                <a:lnTo>
                  <a:pt x="61269" y="972146"/>
                </a:lnTo>
                <a:lnTo>
                  <a:pt x="61136" y="961579"/>
                </a:lnTo>
                <a:lnTo>
                  <a:pt x="60972" y="951012"/>
                </a:lnTo>
                <a:lnTo>
                  <a:pt x="60780" y="940445"/>
                </a:lnTo>
                <a:lnTo>
                  <a:pt x="60564" y="929879"/>
                </a:lnTo>
                <a:lnTo>
                  <a:pt x="60333" y="919312"/>
                </a:lnTo>
                <a:lnTo>
                  <a:pt x="60094" y="908745"/>
                </a:lnTo>
                <a:lnTo>
                  <a:pt x="59859" y="898178"/>
                </a:lnTo>
                <a:lnTo>
                  <a:pt x="59639" y="887611"/>
                </a:lnTo>
                <a:lnTo>
                  <a:pt x="59445" y="877045"/>
                </a:lnTo>
                <a:lnTo>
                  <a:pt x="59287" y="866478"/>
                </a:lnTo>
                <a:lnTo>
                  <a:pt x="59173" y="855911"/>
                </a:lnTo>
                <a:lnTo>
                  <a:pt x="59108" y="845344"/>
                </a:lnTo>
                <a:lnTo>
                  <a:pt x="59091" y="834777"/>
                </a:lnTo>
                <a:lnTo>
                  <a:pt x="59119" y="824211"/>
                </a:lnTo>
                <a:lnTo>
                  <a:pt x="59181" y="813644"/>
                </a:lnTo>
                <a:lnTo>
                  <a:pt x="59263" y="803077"/>
                </a:lnTo>
                <a:lnTo>
                  <a:pt x="59348" y="792510"/>
                </a:lnTo>
                <a:lnTo>
                  <a:pt x="59415" y="781943"/>
                </a:lnTo>
                <a:lnTo>
                  <a:pt x="59443" y="771377"/>
                </a:lnTo>
                <a:lnTo>
                  <a:pt x="59414" y="760810"/>
                </a:lnTo>
                <a:lnTo>
                  <a:pt x="59312" y="750243"/>
                </a:lnTo>
                <a:lnTo>
                  <a:pt x="59128" y="739676"/>
                </a:lnTo>
                <a:lnTo>
                  <a:pt x="58858" y="729109"/>
                </a:lnTo>
                <a:lnTo>
                  <a:pt x="58508" y="718543"/>
                </a:lnTo>
                <a:lnTo>
                  <a:pt x="58094" y="707976"/>
                </a:lnTo>
                <a:lnTo>
                  <a:pt x="57637" y="697409"/>
                </a:lnTo>
                <a:lnTo>
                  <a:pt x="57166" y="686842"/>
                </a:lnTo>
                <a:lnTo>
                  <a:pt x="56716" y="676275"/>
                </a:lnTo>
                <a:lnTo>
                  <a:pt x="56321" y="665709"/>
                </a:lnTo>
                <a:lnTo>
                  <a:pt x="56012" y="655142"/>
                </a:lnTo>
                <a:lnTo>
                  <a:pt x="55816" y="644575"/>
                </a:lnTo>
                <a:lnTo>
                  <a:pt x="55751" y="634008"/>
                </a:lnTo>
                <a:lnTo>
                  <a:pt x="55824" y="623441"/>
                </a:lnTo>
                <a:lnTo>
                  <a:pt x="56032" y="612874"/>
                </a:lnTo>
                <a:lnTo>
                  <a:pt x="56361" y="602308"/>
                </a:lnTo>
                <a:lnTo>
                  <a:pt x="56787" y="591741"/>
                </a:lnTo>
                <a:lnTo>
                  <a:pt x="57283" y="581174"/>
                </a:lnTo>
                <a:lnTo>
                  <a:pt x="57817" y="570607"/>
                </a:lnTo>
                <a:lnTo>
                  <a:pt x="58359" y="560040"/>
                </a:lnTo>
                <a:lnTo>
                  <a:pt x="58883" y="549474"/>
                </a:lnTo>
                <a:lnTo>
                  <a:pt x="59367" y="538907"/>
                </a:lnTo>
                <a:lnTo>
                  <a:pt x="59797" y="528340"/>
                </a:lnTo>
                <a:lnTo>
                  <a:pt x="60166" y="517773"/>
                </a:lnTo>
                <a:lnTo>
                  <a:pt x="60471" y="507206"/>
                </a:lnTo>
                <a:lnTo>
                  <a:pt x="60717" y="496640"/>
                </a:lnTo>
                <a:lnTo>
                  <a:pt x="60910" y="486073"/>
                </a:lnTo>
                <a:lnTo>
                  <a:pt x="61059" y="475506"/>
                </a:lnTo>
                <a:lnTo>
                  <a:pt x="61173" y="464939"/>
                </a:lnTo>
                <a:lnTo>
                  <a:pt x="61261" y="454372"/>
                </a:lnTo>
                <a:lnTo>
                  <a:pt x="61329" y="443806"/>
                </a:lnTo>
                <a:lnTo>
                  <a:pt x="61384" y="433239"/>
                </a:lnTo>
                <a:lnTo>
                  <a:pt x="61428" y="422672"/>
                </a:lnTo>
                <a:lnTo>
                  <a:pt x="61466" y="412105"/>
                </a:lnTo>
                <a:lnTo>
                  <a:pt x="61499" y="401538"/>
                </a:lnTo>
                <a:lnTo>
                  <a:pt x="61531" y="390972"/>
                </a:lnTo>
                <a:lnTo>
                  <a:pt x="61563" y="380405"/>
                </a:lnTo>
                <a:lnTo>
                  <a:pt x="61599" y="369838"/>
                </a:lnTo>
                <a:lnTo>
                  <a:pt x="61643" y="359271"/>
                </a:lnTo>
                <a:lnTo>
                  <a:pt x="61698" y="348704"/>
                </a:lnTo>
                <a:lnTo>
                  <a:pt x="61768" y="338138"/>
                </a:lnTo>
                <a:lnTo>
                  <a:pt x="61857" y="327571"/>
                </a:lnTo>
                <a:lnTo>
                  <a:pt x="61967" y="317004"/>
                </a:lnTo>
                <a:lnTo>
                  <a:pt x="62100" y="306437"/>
                </a:lnTo>
                <a:lnTo>
                  <a:pt x="62254" y="295870"/>
                </a:lnTo>
                <a:lnTo>
                  <a:pt x="62430" y="285304"/>
                </a:lnTo>
                <a:lnTo>
                  <a:pt x="62622" y="274737"/>
                </a:lnTo>
                <a:lnTo>
                  <a:pt x="62827" y="264170"/>
                </a:lnTo>
                <a:lnTo>
                  <a:pt x="63039" y="253603"/>
                </a:lnTo>
                <a:lnTo>
                  <a:pt x="63250" y="243036"/>
                </a:lnTo>
                <a:lnTo>
                  <a:pt x="63453" y="232470"/>
                </a:lnTo>
                <a:lnTo>
                  <a:pt x="63640" y="221903"/>
                </a:lnTo>
                <a:lnTo>
                  <a:pt x="63803" y="211336"/>
                </a:lnTo>
                <a:lnTo>
                  <a:pt x="63933" y="200769"/>
                </a:lnTo>
                <a:lnTo>
                  <a:pt x="64021" y="190202"/>
                </a:lnTo>
                <a:lnTo>
                  <a:pt x="64057" y="179636"/>
                </a:lnTo>
                <a:lnTo>
                  <a:pt x="64030" y="169069"/>
                </a:lnTo>
                <a:lnTo>
                  <a:pt x="63929" y="158502"/>
                </a:lnTo>
                <a:lnTo>
                  <a:pt x="63744" y="147935"/>
                </a:lnTo>
                <a:lnTo>
                  <a:pt x="63466" y="137368"/>
                </a:lnTo>
                <a:lnTo>
                  <a:pt x="63086" y="126802"/>
                </a:lnTo>
                <a:lnTo>
                  <a:pt x="62601" y="116235"/>
                </a:lnTo>
                <a:lnTo>
                  <a:pt x="62014" y="105668"/>
                </a:lnTo>
                <a:lnTo>
                  <a:pt x="61333" y="95101"/>
                </a:lnTo>
                <a:lnTo>
                  <a:pt x="60574" y="84534"/>
                </a:lnTo>
                <a:lnTo>
                  <a:pt x="59763" y="73968"/>
                </a:lnTo>
                <a:lnTo>
                  <a:pt x="58934" y="63401"/>
                </a:lnTo>
                <a:lnTo>
                  <a:pt x="58127" y="52834"/>
                </a:lnTo>
                <a:lnTo>
                  <a:pt x="57384" y="42267"/>
                </a:lnTo>
                <a:lnTo>
                  <a:pt x="56750" y="31700"/>
                </a:lnTo>
                <a:lnTo>
                  <a:pt x="56265" y="21134"/>
                </a:lnTo>
                <a:lnTo>
                  <a:pt x="55960" y="10567"/>
                </a:lnTo>
                <a:lnTo>
                  <a:pt x="55856" y="0"/>
                </a:lnTo>
                <a:lnTo>
                  <a:pt x="74144" y="0"/>
                </a:lnTo>
                <a:lnTo>
                  <a:pt x="74144" y="0"/>
                </a:lnTo>
                <a:lnTo>
                  <a:pt x="74040" y="10567"/>
                </a:lnTo>
                <a:lnTo>
                  <a:pt x="73735" y="21134"/>
                </a:lnTo>
                <a:lnTo>
                  <a:pt x="73250" y="31700"/>
                </a:lnTo>
                <a:lnTo>
                  <a:pt x="72616" y="42267"/>
                </a:lnTo>
                <a:lnTo>
                  <a:pt x="71873" y="52834"/>
                </a:lnTo>
                <a:lnTo>
                  <a:pt x="71066" y="63401"/>
                </a:lnTo>
                <a:lnTo>
                  <a:pt x="70237" y="73968"/>
                </a:lnTo>
                <a:lnTo>
                  <a:pt x="69426" y="84534"/>
                </a:lnTo>
                <a:lnTo>
                  <a:pt x="68667" y="95101"/>
                </a:lnTo>
                <a:lnTo>
                  <a:pt x="67986" y="105668"/>
                </a:lnTo>
                <a:lnTo>
                  <a:pt x="67399" y="116235"/>
                </a:lnTo>
                <a:lnTo>
                  <a:pt x="66914" y="126802"/>
                </a:lnTo>
                <a:lnTo>
                  <a:pt x="66534" y="137368"/>
                </a:lnTo>
                <a:lnTo>
                  <a:pt x="66256" y="147935"/>
                </a:lnTo>
                <a:lnTo>
                  <a:pt x="66071" y="158502"/>
                </a:lnTo>
                <a:lnTo>
                  <a:pt x="65970" y="169069"/>
                </a:lnTo>
                <a:lnTo>
                  <a:pt x="65943" y="179636"/>
                </a:lnTo>
                <a:lnTo>
                  <a:pt x="65979" y="190202"/>
                </a:lnTo>
                <a:lnTo>
                  <a:pt x="66067" y="200769"/>
                </a:lnTo>
                <a:lnTo>
                  <a:pt x="66197" y="211336"/>
                </a:lnTo>
                <a:lnTo>
                  <a:pt x="66360" y="221903"/>
                </a:lnTo>
                <a:lnTo>
                  <a:pt x="66547" y="232470"/>
                </a:lnTo>
                <a:lnTo>
                  <a:pt x="66750" y="243036"/>
                </a:lnTo>
                <a:lnTo>
                  <a:pt x="66961" y="253603"/>
                </a:lnTo>
                <a:lnTo>
                  <a:pt x="67173" y="264170"/>
                </a:lnTo>
                <a:lnTo>
                  <a:pt x="67378" y="274737"/>
                </a:lnTo>
                <a:lnTo>
                  <a:pt x="67570" y="285304"/>
                </a:lnTo>
                <a:lnTo>
                  <a:pt x="67746" y="295870"/>
                </a:lnTo>
                <a:lnTo>
                  <a:pt x="67900" y="306437"/>
                </a:lnTo>
                <a:lnTo>
                  <a:pt x="68033" y="317004"/>
                </a:lnTo>
                <a:lnTo>
                  <a:pt x="68143" y="327571"/>
                </a:lnTo>
                <a:lnTo>
                  <a:pt x="68232" y="338138"/>
                </a:lnTo>
                <a:lnTo>
                  <a:pt x="68302" y="348704"/>
                </a:lnTo>
                <a:lnTo>
                  <a:pt x="68357" y="359271"/>
                </a:lnTo>
                <a:lnTo>
                  <a:pt x="68401" y="369838"/>
                </a:lnTo>
                <a:lnTo>
                  <a:pt x="68437" y="380405"/>
                </a:lnTo>
                <a:lnTo>
                  <a:pt x="68469" y="390972"/>
                </a:lnTo>
                <a:lnTo>
                  <a:pt x="68501" y="401538"/>
                </a:lnTo>
                <a:lnTo>
                  <a:pt x="68534" y="412105"/>
                </a:lnTo>
                <a:lnTo>
                  <a:pt x="68572" y="422672"/>
                </a:lnTo>
                <a:lnTo>
                  <a:pt x="68616" y="433239"/>
                </a:lnTo>
                <a:lnTo>
                  <a:pt x="68671" y="443806"/>
                </a:lnTo>
                <a:lnTo>
                  <a:pt x="68739" y="454372"/>
                </a:lnTo>
                <a:lnTo>
                  <a:pt x="68826" y="464939"/>
                </a:lnTo>
                <a:lnTo>
                  <a:pt x="68941" y="475506"/>
                </a:lnTo>
                <a:lnTo>
                  <a:pt x="69090" y="486073"/>
                </a:lnTo>
                <a:lnTo>
                  <a:pt x="69283" y="496640"/>
                </a:lnTo>
                <a:lnTo>
                  <a:pt x="69529" y="507206"/>
                </a:lnTo>
                <a:lnTo>
                  <a:pt x="69834" y="517773"/>
                </a:lnTo>
                <a:lnTo>
                  <a:pt x="70203" y="528340"/>
                </a:lnTo>
                <a:lnTo>
                  <a:pt x="70633" y="538907"/>
                </a:lnTo>
                <a:lnTo>
                  <a:pt x="71117" y="549474"/>
                </a:lnTo>
                <a:lnTo>
                  <a:pt x="71641" y="560040"/>
                </a:lnTo>
                <a:lnTo>
                  <a:pt x="72183" y="570607"/>
                </a:lnTo>
                <a:lnTo>
                  <a:pt x="72717" y="581174"/>
                </a:lnTo>
                <a:lnTo>
                  <a:pt x="73213" y="591741"/>
                </a:lnTo>
                <a:lnTo>
                  <a:pt x="73639" y="602308"/>
                </a:lnTo>
                <a:lnTo>
                  <a:pt x="73968" y="612874"/>
                </a:lnTo>
                <a:lnTo>
                  <a:pt x="74176" y="623441"/>
                </a:lnTo>
                <a:lnTo>
                  <a:pt x="74249" y="634008"/>
                </a:lnTo>
                <a:lnTo>
                  <a:pt x="74184" y="644575"/>
                </a:lnTo>
                <a:lnTo>
                  <a:pt x="73988" y="655142"/>
                </a:lnTo>
                <a:lnTo>
                  <a:pt x="73679" y="665709"/>
                </a:lnTo>
                <a:lnTo>
                  <a:pt x="73284" y="676275"/>
                </a:lnTo>
                <a:lnTo>
                  <a:pt x="72834" y="686842"/>
                </a:lnTo>
                <a:lnTo>
                  <a:pt x="72363" y="697409"/>
                </a:lnTo>
                <a:lnTo>
                  <a:pt x="71906" y="707976"/>
                </a:lnTo>
                <a:lnTo>
                  <a:pt x="71492" y="718543"/>
                </a:lnTo>
                <a:lnTo>
                  <a:pt x="71142" y="729109"/>
                </a:lnTo>
                <a:lnTo>
                  <a:pt x="70872" y="739676"/>
                </a:lnTo>
                <a:lnTo>
                  <a:pt x="70688" y="750243"/>
                </a:lnTo>
                <a:lnTo>
                  <a:pt x="70586" y="760810"/>
                </a:lnTo>
                <a:lnTo>
                  <a:pt x="70557" y="771377"/>
                </a:lnTo>
                <a:lnTo>
                  <a:pt x="70585" y="781943"/>
                </a:lnTo>
                <a:lnTo>
                  <a:pt x="70652" y="792510"/>
                </a:lnTo>
                <a:lnTo>
                  <a:pt x="70737" y="803077"/>
                </a:lnTo>
                <a:lnTo>
                  <a:pt x="70819" y="813644"/>
                </a:lnTo>
                <a:lnTo>
                  <a:pt x="70881" y="824211"/>
                </a:lnTo>
                <a:lnTo>
                  <a:pt x="70909" y="834777"/>
                </a:lnTo>
                <a:lnTo>
                  <a:pt x="70892" y="845344"/>
                </a:lnTo>
                <a:lnTo>
                  <a:pt x="70827" y="855911"/>
                </a:lnTo>
                <a:lnTo>
                  <a:pt x="70713" y="866478"/>
                </a:lnTo>
                <a:lnTo>
                  <a:pt x="70555" y="877045"/>
                </a:lnTo>
                <a:lnTo>
                  <a:pt x="70361" y="887611"/>
                </a:lnTo>
                <a:lnTo>
                  <a:pt x="70141" y="898178"/>
                </a:lnTo>
                <a:lnTo>
                  <a:pt x="69906" y="908745"/>
                </a:lnTo>
                <a:lnTo>
                  <a:pt x="69667" y="919312"/>
                </a:lnTo>
                <a:lnTo>
                  <a:pt x="69436" y="929879"/>
                </a:lnTo>
                <a:lnTo>
                  <a:pt x="69220" y="940445"/>
                </a:lnTo>
                <a:lnTo>
                  <a:pt x="69028" y="951012"/>
                </a:lnTo>
                <a:lnTo>
                  <a:pt x="68864" y="961579"/>
                </a:lnTo>
                <a:lnTo>
                  <a:pt x="68731" y="972146"/>
                </a:lnTo>
                <a:lnTo>
                  <a:pt x="68631" y="982713"/>
                </a:lnTo>
                <a:lnTo>
                  <a:pt x="68564" y="993279"/>
                </a:lnTo>
                <a:lnTo>
                  <a:pt x="68530" y="1003846"/>
                </a:lnTo>
                <a:lnTo>
                  <a:pt x="68527" y="1014413"/>
                </a:lnTo>
                <a:lnTo>
                  <a:pt x="68559" y="1024980"/>
                </a:lnTo>
                <a:lnTo>
                  <a:pt x="68630" y="1035547"/>
                </a:lnTo>
                <a:lnTo>
                  <a:pt x="68753" y="1046113"/>
                </a:lnTo>
                <a:lnTo>
                  <a:pt x="68948" y="1056680"/>
                </a:lnTo>
                <a:lnTo>
                  <a:pt x="69245" y="1067247"/>
                </a:lnTo>
                <a:lnTo>
                  <a:pt x="69690" y="1077814"/>
                </a:lnTo>
                <a:lnTo>
                  <a:pt x="70340" y="1088381"/>
                </a:lnTo>
                <a:lnTo>
                  <a:pt x="71267" y="1098947"/>
                </a:lnTo>
                <a:lnTo>
                  <a:pt x="72553" y="1109514"/>
                </a:lnTo>
                <a:lnTo>
                  <a:pt x="74285" y="1120081"/>
                </a:lnTo>
                <a:lnTo>
                  <a:pt x="76549" y="1130648"/>
                </a:lnTo>
                <a:lnTo>
                  <a:pt x="79415" y="1141215"/>
                </a:lnTo>
                <a:lnTo>
                  <a:pt x="82931" y="1151781"/>
                </a:lnTo>
                <a:lnTo>
                  <a:pt x="87104" y="1162348"/>
                </a:lnTo>
                <a:lnTo>
                  <a:pt x="91891" y="1172915"/>
                </a:lnTo>
                <a:lnTo>
                  <a:pt x="97188" y="1183482"/>
                </a:lnTo>
                <a:lnTo>
                  <a:pt x="102831" y="1194049"/>
                </a:lnTo>
                <a:lnTo>
                  <a:pt x="108595" y="1204615"/>
                </a:lnTo>
                <a:lnTo>
                  <a:pt x="114208" y="1215182"/>
                </a:lnTo>
                <a:lnTo>
                  <a:pt x="119370" y="1225749"/>
                </a:lnTo>
                <a:lnTo>
                  <a:pt x="123778" y="1236316"/>
                </a:lnTo>
                <a:lnTo>
                  <a:pt x="127154" y="1246883"/>
                </a:lnTo>
                <a:lnTo>
                  <a:pt x="12927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4" name="01_find_only_1503">
            <a:extLst>
              <a:ext uri="{FF2B5EF4-FFF2-40B4-BE49-F238E27FC236}">
                <a16:creationId xmlns:a16="http://schemas.microsoft.com/office/drawing/2014/main" id="{1621B154-3DDF-4D27-84F0-CA200FB11A4C}"/>
              </a:ext>
            </a:extLst>
          </p:cNvPr>
          <p:cNvSpPr>
            <a:spLocks noGrp="1"/>
          </p:cNvSpPr>
          <p:nvPr/>
        </p:nvSpPr>
        <p:spPr>
          <a:xfrm>
            <a:off x="731409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40" y="1246883"/>
                </a:lnTo>
                <a:lnTo>
                  <a:pt x="6208" y="1236316"/>
                </a:lnTo>
                <a:lnTo>
                  <a:pt x="10608" y="1225749"/>
                </a:lnTo>
                <a:lnTo>
                  <a:pt x="15762" y="1215182"/>
                </a:lnTo>
                <a:lnTo>
                  <a:pt x="21370" y="1204615"/>
                </a:lnTo>
                <a:lnTo>
                  <a:pt x="27133" y="1194049"/>
                </a:lnTo>
                <a:lnTo>
                  <a:pt x="32780" y="1183482"/>
                </a:lnTo>
                <a:lnTo>
                  <a:pt x="38088" y="1172915"/>
                </a:lnTo>
                <a:lnTo>
                  <a:pt x="42890" y="1162348"/>
                </a:lnTo>
                <a:lnTo>
                  <a:pt x="47084" y="1151781"/>
                </a:lnTo>
                <a:lnTo>
                  <a:pt x="50626" y="1141215"/>
                </a:lnTo>
                <a:lnTo>
                  <a:pt x="53521" y="1130648"/>
                </a:lnTo>
                <a:lnTo>
                  <a:pt x="55813" y="1120081"/>
                </a:lnTo>
                <a:lnTo>
                  <a:pt x="57572" y="1109514"/>
                </a:lnTo>
                <a:lnTo>
                  <a:pt x="58879" y="1098947"/>
                </a:lnTo>
                <a:lnTo>
                  <a:pt x="59820" y="1088381"/>
                </a:lnTo>
                <a:lnTo>
                  <a:pt x="60475" y="1077814"/>
                </a:lnTo>
                <a:lnTo>
                  <a:pt x="60915" y="1067247"/>
                </a:lnTo>
                <a:lnTo>
                  <a:pt x="61197" y="1056680"/>
                </a:lnTo>
                <a:lnTo>
                  <a:pt x="61366" y="1046113"/>
                </a:lnTo>
                <a:lnTo>
                  <a:pt x="61456" y="1035547"/>
                </a:lnTo>
                <a:lnTo>
                  <a:pt x="61487" y="1024980"/>
                </a:lnTo>
                <a:lnTo>
                  <a:pt x="61477" y="1014413"/>
                </a:lnTo>
                <a:lnTo>
                  <a:pt x="61432" y="1003846"/>
                </a:lnTo>
                <a:lnTo>
                  <a:pt x="61359" y="993279"/>
                </a:lnTo>
                <a:lnTo>
                  <a:pt x="61259" y="982713"/>
                </a:lnTo>
                <a:lnTo>
                  <a:pt x="61133" y="972146"/>
                </a:lnTo>
                <a:lnTo>
                  <a:pt x="60981" y="961579"/>
                </a:lnTo>
                <a:lnTo>
                  <a:pt x="60806" y="951012"/>
                </a:lnTo>
                <a:lnTo>
                  <a:pt x="60609" y="940445"/>
                </a:lnTo>
                <a:lnTo>
                  <a:pt x="60394" y="929879"/>
                </a:lnTo>
                <a:lnTo>
                  <a:pt x="60167" y="919312"/>
                </a:lnTo>
                <a:lnTo>
                  <a:pt x="59937" y="908745"/>
                </a:lnTo>
                <a:lnTo>
                  <a:pt x="59714" y="898178"/>
                </a:lnTo>
                <a:lnTo>
                  <a:pt x="59509" y="887611"/>
                </a:lnTo>
                <a:lnTo>
                  <a:pt x="59335" y="877045"/>
                </a:lnTo>
                <a:lnTo>
                  <a:pt x="59201" y="866478"/>
                </a:lnTo>
                <a:lnTo>
                  <a:pt x="59116" y="855911"/>
                </a:lnTo>
                <a:lnTo>
                  <a:pt x="59085" y="845344"/>
                </a:lnTo>
                <a:lnTo>
                  <a:pt x="59107" y="834777"/>
                </a:lnTo>
                <a:lnTo>
                  <a:pt x="59177" y="824211"/>
                </a:lnTo>
                <a:lnTo>
                  <a:pt x="59283" y="813644"/>
                </a:lnTo>
                <a:lnTo>
                  <a:pt x="59410" y="803077"/>
                </a:lnTo>
                <a:lnTo>
                  <a:pt x="59540" y="792510"/>
                </a:lnTo>
                <a:lnTo>
                  <a:pt x="59650" y="781943"/>
                </a:lnTo>
                <a:lnTo>
                  <a:pt x="59721" y="771377"/>
                </a:lnTo>
                <a:lnTo>
                  <a:pt x="59735" y="760810"/>
                </a:lnTo>
                <a:lnTo>
                  <a:pt x="59680" y="750243"/>
                </a:lnTo>
                <a:lnTo>
                  <a:pt x="59548" y="739676"/>
                </a:lnTo>
                <a:lnTo>
                  <a:pt x="59339" y="729109"/>
                </a:lnTo>
                <a:lnTo>
                  <a:pt x="59063" y="718543"/>
                </a:lnTo>
                <a:lnTo>
                  <a:pt x="58734" y="707976"/>
                </a:lnTo>
                <a:lnTo>
                  <a:pt x="58376" y="697409"/>
                </a:lnTo>
                <a:lnTo>
                  <a:pt x="58014" y="686842"/>
                </a:lnTo>
                <a:lnTo>
                  <a:pt x="57679" y="676275"/>
                </a:lnTo>
                <a:lnTo>
                  <a:pt x="57400" y="665709"/>
                </a:lnTo>
                <a:lnTo>
                  <a:pt x="57200" y="655142"/>
                </a:lnTo>
                <a:lnTo>
                  <a:pt x="57101" y="644575"/>
                </a:lnTo>
                <a:lnTo>
                  <a:pt x="57112" y="634008"/>
                </a:lnTo>
                <a:lnTo>
                  <a:pt x="57236" y="623441"/>
                </a:lnTo>
                <a:lnTo>
                  <a:pt x="57464" y="612874"/>
                </a:lnTo>
                <a:lnTo>
                  <a:pt x="57781" y="602308"/>
                </a:lnTo>
                <a:lnTo>
                  <a:pt x="58164" y="591741"/>
                </a:lnTo>
                <a:lnTo>
                  <a:pt x="58585" y="581174"/>
                </a:lnTo>
                <a:lnTo>
                  <a:pt x="59019" y="570607"/>
                </a:lnTo>
                <a:lnTo>
                  <a:pt x="59438" y="560040"/>
                </a:lnTo>
                <a:lnTo>
                  <a:pt x="59822" y="549474"/>
                </a:lnTo>
                <a:lnTo>
                  <a:pt x="60156" y="538907"/>
                </a:lnTo>
                <a:lnTo>
                  <a:pt x="60429" y="528340"/>
                </a:lnTo>
                <a:lnTo>
                  <a:pt x="60639" y="517773"/>
                </a:lnTo>
                <a:lnTo>
                  <a:pt x="60788" y="507206"/>
                </a:lnTo>
                <a:lnTo>
                  <a:pt x="60884" y="496640"/>
                </a:lnTo>
                <a:lnTo>
                  <a:pt x="60934" y="486073"/>
                </a:lnTo>
                <a:lnTo>
                  <a:pt x="60950" y="475506"/>
                </a:lnTo>
                <a:lnTo>
                  <a:pt x="60940" y="464939"/>
                </a:lnTo>
                <a:lnTo>
                  <a:pt x="60915" y="454372"/>
                </a:lnTo>
                <a:lnTo>
                  <a:pt x="60880" y="443806"/>
                </a:lnTo>
                <a:lnTo>
                  <a:pt x="60842" y="433239"/>
                </a:lnTo>
                <a:lnTo>
                  <a:pt x="60805" y="422672"/>
                </a:lnTo>
                <a:lnTo>
                  <a:pt x="60770" y="412105"/>
                </a:lnTo>
                <a:lnTo>
                  <a:pt x="60742" y="401538"/>
                </a:lnTo>
                <a:lnTo>
                  <a:pt x="60722" y="390972"/>
                </a:lnTo>
                <a:lnTo>
                  <a:pt x="60713" y="380405"/>
                </a:lnTo>
                <a:lnTo>
                  <a:pt x="60718" y="369838"/>
                </a:lnTo>
                <a:lnTo>
                  <a:pt x="60739" y="359271"/>
                </a:lnTo>
                <a:lnTo>
                  <a:pt x="60781" y="348704"/>
                </a:lnTo>
                <a:lnTo>
                  <a:pt x="60845" y="338138"/>
                </a:lnTo>
                <a:lnTo>
                  <a:pt x="60934" y="327571"/>
                </a:lnTo>
                <a:lnTo>
                  <a:pt x="61049" y="317004"/>
                </a:lnTo>
                <a:lnTo>
                  <a:pt x="61189" y="306437"/>
                </a:lnTo>
                <a:lnTo>
                  <a:pt x="61353" y="295870"/>
                </a:lnTo>
                <a:lnTo>
                  <a:pt x="61536" y="285304"/>
                </a:lnTo>
                <a:lnTo>
                  <a:pt x="61735" y="274737"/>
                </a:lnTo>
                <a:lnTo>
                  <a:pt x="61945" y="264170"/>
                </a:lnTo>
                <a:lnTo>
                  <a:pt x="62158" y="253603"/>
                </a:lnTo>
                <a:lnTo>
                  <a:pt x="62369" y="243036"/>
                </a:lnTo>
                <a:lnTo>
                  <a:pt x="62570" y="232470"/>
                </a:lnTo>
                <a:lnTo>
                  <a:pt x="62755" y="221903"/>
                </a:lnTo>
                <a:lnTo>
                  <a:pt x="62916" y="211336"/>
                </a:lnTo>
                <a:lnTo>
                  <a:pt x="63043" y="200769"/>
                </a:lnTo>
                <a:lnTo>
                  <a:pt x="63126" y="190202"/>
                </a:lnTo>
                <a:lnTo>
                  <a:pt x="63152" y="179636"/>
                </a:lnTo>
                <a:lnTo>
                  <a:pt x="63106" y="169069"/>
                </a:lnTo>
                <a:lnTo>
                  <a:pt x="62971" y="158502"/>
                </a:lnTo>
                <a:lnTo>
                  <a:pt x="62730" y="147935"/>
                </a:lnTo>
                <a:lnTo>
                  <a:pt x="62367" y="137368"/>
                </a:lnTo>
                <a:lnTo>
                  <a:pt x="61866" y="126802"/>
                </a:lnTo>
                <a:lnTo>
                  <a:pt x="61221" y="116235"/>
                </a:lnTo>
                <a:lnTo>
                  <a:pt x="60429" y="105668"/>
                </a:lnTo>
                <a:lnTo>
                  <a:pt x="59501" y="95101"/>
                </a:lnTo>
                <a:lnTo>
                  <a:pt x="58460" y="84534"/>
                </a:lnTo>
                <a:lnTo>
                  <a:pt x="57339" y="73968"/>
                </a:lnTo>
                <a:lnTo>
                  <a:pt x="56186" y="63401"/>
                </a:lnTo>
                <a:lnTo>
                  <a:pt x="55058" y="52834"/>
                </a:lnTo>
                <a:lnTo>
                  <a:pt x="54017" y="42267"/>
                </a:lnTo>
                <a:lnTo>
                  <a:pt x="53126" y="31700"/>
                </a:lnTo>
                <a:lnTo>
                  <a:pt x="52442" y="21134"/>
                </a:lnTo>
                <a:lnTo>
                  <a:pt x="52012" y="10567"/>
                </a:lnTo>
                <a:lnTo>
                  <a:pt x="51865" y="0"/>
                </a:lnTo>
                <a:lnTo>
                  <a:pt x="78135" y="0"/>
                </a:lnTo>
                <a:lnTo>
                  <a:pt x="78135" y="0"/>
                </a:lnTo>
                <a:lnTo>
                  <a:pt x="77988" y="10567"/>
                </a:lnTo>
                <a:lnTo>
                  <a:pt x="77558" y="21134"/>
                </a:lnTo>
                <a:lnTo>
                  <a:pt x="76874" y="31700"/>
                </a:lnTo>
                <a:lnTo>
                  <a:pt x="75983" y="42267"/>
                </a:lnTo>
                <a:lnTo>
                  <a:pt x="74942" y="52834"/>
                </a:lnTo>
                <a:lnTo>
                  <a:pt x="73814" y="63401"/>
                </a:lnTo>
                <a:lnTo>
                  <a:pt x="72661" y="73968"/>
                </a:lnTo>
                <a:lnTo>
                  <a:pt x="71540" y="84534"/>
                </a:lnTo>
                <a:lnTo>
                  <a:pt x="70499" y="95101"/>
                </a:lnTo>
                <a:lnTo>
                  <a:pt x="69571" y="105668"/>
                </a:lnTo>
                <a:lnTo>
                  <a:pt x="68779" y="116235"/>
                </a:lnTo>
                <a:lnTo>
                  <a:pt x="68134" y="126802"/>
                </a:lnTo>
                <a:lnTo>
                  <a:pt x="67633" y="137368"/>
                </a:lnTo>
                <a:lnTo>
                  <a:pt x="67270" y="147935"/>
                </a:lnTo>
                <a:lnTo>
                  <a:pt x="67029" y="158502"/>
                </a:lnTo>
                <a:lnTo>
                  <a:pt x="66894" y="169069"/>
                </a:lnTo>
                <a:lnTo>
                  <a:pt x="66848" y="179636"/>
                </a:lnTo>
                <a:lnTo>
                  <a:pt x="66874" y="190202"/>
                </a:lnTo>
                <a:lnTo>
                  <a:pt x="66957" y="200769"/>
                </a:lnTo>
                <a:lnTo>
                  <a:pt x="67084" y="211336"/>
                </a:lnTo>
                <a:lnTo>
                  <a:pt x="67245" y="221903"/>
                </a:lnTo>
                <a:lnTo>
                  <a:pt x="67430" y="232470"/>
                </a:lnTo>
                <a:lnTo>
                  <a:pt x="67631" y="243036"/>
                </a:lnTo>
                <a:lnTo>
                  <a:pt x="67842" y="253603"/>
                </a:lnTo>
                <a:lnTo>
                  <a:pt x="68055" y="264170"/>
                </a:lnTo>
                <a:lnTo>
                  <a:pt x="68265" y="274737"/>
                </a:lnTo>
                <a:lnTo>
                  <a:pt x="68464" y="285304"/>
                </a:lnTo>
                <a:lnTo>
                  <a:pt x="68647" y="295870"/>
                </a:lnTo>
                <a:lnTo>
                  <a:pt x="68811" y="306437"/>
                </a:lnTo>
                <a:lnTo>
                  <a:pt x="68951" y="317004"/>
                </a:lnTo>
                <a:lnTo>
                  <a:pt x="69066" y="327571"/>
                </a:lnTo>
                <a:lnTo>
                  <a:pt x="69155" y="338138"/>
                </a:lnTo>
                <a:lnTo>
                  <a:pt x="69219" y="348704"/>
                </a:lnTo>
                <a:lnTo>
                  <a:pt x="69261" y="359271"/>
                </a:lnTo>
                <a:lnTo>
                  <a:pt x="69282" y="369838"/>
                </a:lnTo>
                <a:lnTo>
                  <a:pt x="69287" y="380405"/>
                </a:lnTo>
                <a:lnTo>
                  <a:pt x="69278" y="390972"/>
                </a:lnTo>
                <a:lnTo>
                  <a:pt x="69258" y="401538"/>
                </a:lnTo>
                <a:lnTo>
                  <a:pt x="69230" y="412105"/>
                </a:lnTo>
                <a:lnTo>
                  <a:pt x="69195" y="422672"/>
                </a:lnTo>
                <a:lnTo>
                  <a:pt x="69158" y="433239"/>
                </a:lnTo>
                <a:lnTo>
                  <a:pt x="69120" y="443806"/>
                </a:lnTo>
                <a:lnTo>
                  <a:pt x="69085" y="454372"/>
                </a:lnTo>
                <a:lnTo>
                  <a:pt x="69060" y="464939"/>
                </a:lnTo>
                <a:lnTo>
                  <a:pt x="69050" y="475506"/>
                </a:lnTo>
                <a:lnTo>
                  <a:pt x="69066" y="486073"/>
                </a:lnTo>
                <a:lnTo>
                  <a:pt x="69116" y="496640"/>
                </a:lnTo>
                <a:lnTo>
                  <a:pt x="69212" y="507206"/>
                </a:lnTo>
                <a:lnTo>
                  <a:pt x="69361" y="517773"/>
                </a:lnTo>
                <a:lnTo>
                  <a:pt x="69571" y="528340"/>
                </a:lnTo>
                <a:lnTo>
                  <a:pt x="69844" y="538907"/>
                </a:lnTo>
                <a:lnTo>
                  <a:pt x="70178" y="549474"/>
                </a:lnTo>
                <a:lnTo>
                  <a:pt x="70562" y="560040"/>
                </a:lnTo>
                <a:lnTo>
                  <a:pt x="70981" y="570607"/>
                </a:lnTo>
                <a:lnTo>
                  <a:pt x="71415" y="581174"/>
                </a:lnTo>
                <a:lnTo>
                  <a:pt x="71836" y="591741"/>
                </a:lnTo>
                <a:lnTo>
                  <a:pt x="72219" y="602308"/>
                </a:lnTo>
                <a:lnTo>
                  <a:pt x="72536" y="612874"/>
                </a:lnTo>
                <a:lnTo>
                  <a:pt x="72764" y="623441"/>
                </a:lnTo>
                <a:lnTo>
                  <a:pt x="72888" y="634008"/>
                </a:lnTo>
                <a:lnTo>
                  <a:pt x="72899" y="644575"/>
                </a:lnTo>
                <a:lnTo>
                  <a:pt x="72800" y="655142"/>
                </a:lnTo>
                <a:lnTo>
                  <a:pt x="72600" y="665709"/>
                </a:lnTo>
                <a:lnTo>
                  <a:pt x="72321" y="676275"/>
                </a:lnTo>
                <a:lnTo>
                  <a:pt x="71986" y="686842"/>
                </a:lnTo>
                <a:lnTo>
                  <a:pt x="71624" y="697409"/>
                </a:lnTo>
                <a:lnTo>
                  <a:pt x="71266" y="707976"/>
                </a:lnTo>
                <a:lnTo>
                  <a:pt x="70937" y="718543"/>
                </a:lnTo>
                <a:lnTo>
                  <a:pt x="70661" y="729109"/>
                </a:lnTo>
                <a:lnTo>
                  <a:pt x="70452" y="739676"/>
                </a:lnTo>
                <a:lnTo>
                  <a:pt x="70320" y="750243"/>
                </a:lnTo>
                <a:lnTo>
                  <a:pt x="70265" y="760810"/>
                </a:lnTo>
                <a:lnTo>
                  <a:pt x="70279" y="771377"/>
                </a:lnTo>
                <a:lnTo>
                  <a:pt x="70350" y="781943"/>
                </a:lnTo>
                <a:lnTo>
                  <a:pt x="70460" y="792510"/>
                </a:lnTo>
                <a:lnTo>
                  <a:pt x="70590" y="803077"/>
                </a:lnTo>
                <a:lnTo>
                  <a:pt x="70717" y="813644"/>
                </a:lnTo>
                <a:lnTo>
                  <a:pt x="70823" y="824211"/>
                </a:lnTo>
                <a:lnTo>
                  <a:pt x="70893" y="834777"/>
                </a:lnTo>
                <a:lnTo>
                  <a:pt x="70915" y="845344"/>
                </a:lnTo>
                <a:lnTo>
                  <a:pt x="70884" y="855911"/>
                </a:lnTo>
                <a:lnTo>
                  <a:pt x="70799" y="866478"/>
                </a:lnTo>
                <a:lnTo>
                  <a:pt x="70665" y="877045"/>
                </a:lnTo>
                <a:lnTo>
                  <a:pt x="70491" y="887611"/>
                </a:lnTo>
                <a:lnTo>
                  <a:pt x="70286" y="898178"/>
                </a:lnTo>
                <a:lnTo>
                  <a:pt x="70063" y="908745"/>
                </a:lnTo>
                <a:lnTo>
                  <a:pt x="69833" y="919312"/>
                </a:lnTo>
                <a:lnTo>
                  <a:pt x="69606" y="929879"/>
                </a:lnTo>
                <a:lnTo>
                  <a:pt x="69391" y="940445"/>
                </a:lnTo>
                <a:lnTo>
                  <a:pt x="69194" y="951012"/>
                </a:lnTo>
                <a:lnTo>
                  <a:pt x="69019" y="961579"/>
                </a:lnTo>
                <a:lnTo>
                  <a:pt x="68867" y="972146"/>
                </a:lnTo>
                <a:lnTo>
                  <a:pt x="68741" y="982713"/>
                </a:lnTo>
                <a:lnTo>
                  <a:pt x="68641" y="993279"/>
                </a:lnTo>
                <a:lnTo>
                  <a:pt x="68568" y="1003846"/>
                </a:lnTo>
                <a:lnTo>
                  <a:pt x="68523" y="1014413"/>
                </a:lnTo>
                <a:lnTo>
                  <a:pt x="68513" y="1024980"/>
                </a:lnTo>
                <a:lnTo>
                  <a:pt x="68544" y="1035547"/>
                </a:lnTo>
                <a:lnTo>
                  <a:pt x="68634" y="1046113"/>
                </a:lnTo>
                <a:lnTo>
                  <a:pt x="68803" y="1056680"/>
                </a:lnTo>
                <a:lnTo>
                  <a:pt x="69085" y="1067247"/>
                </a:lnTo>
                <a:lnTo>
                  <a:pt x="69525" y="1077814"/>
                </a:lnTo>
                <a:lnTo>
                  <a:pt x="70180" y="1088381"/>
                </a:lnTo>
                <a:lnTo>
                  <a:pt x="71121" y="1098947"/>
                </a:lnTo>
                <a:lnTo>
                  <a:pt x="72428" y="1109514"/>
                </a:lnTo>
                <a:lnTo>
                  <a:pt x="74187" y="1120081"/>
                </a:lnTo>
                <a:lnTo>
                  <a:pt x="76479" y="1130648"/>
                </a:lnTo>
                <a:lnTo>
                  <a:pt x="79374" y="1141215"/>
                </a:lnTo>
                <a:lnTo>
                  <a:pt x="82916" y="1151781"/>
                </a:lnTo>
                <a:lnTo>
                  <a:pt x="87110" y="1162348"/>
                </a:lnTo>
                <a:lnTo>
                  <a:pt x="91912" y="1172915"/>
                </a:lnTo>
                <a:lnTo>
                  <a:pt x="97220" y="1183482"/>
                </a:lnTo>
                <a:lnTo>
                  <a:pt x="102867" y="1194049"/>
                </a:lnTo>
                <a:lnTo>
                  <a:pt x="108630" y="1204615"/>
                </a:lnTo>
                <a:lnTo>
                  <a:pt x="114238" y="1215182"/>
                </a:lnTo>
                <a:lnTo>
                  <a:pt x="119392" y="1225749"/>
                </a:lnTo>
                <a:lnTo>
                  <a:pt x="123792" y="1236316"/>
                </a:lnTo>
                <a:lnTo>
                  <a:pt x="127160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5" name="01_find_only_1504">
            <a:extLst>
              <a:ext uri="{FF2B5EF4-FFF2-40B4-BE49-F238E27FC236}">
                <a16:creationId xmlns:a16="http://schemas.microsoft.com/office/drawing/2014/main" id="{AED729A6-8332-4FA8-8438-ED474DF23D5E}"/>
              </a:ext>
            </a:extLst>
          </p:cNvPr>
          <p:cNvSpPr>
            <a:spLocks noGrp="1"/>
          </p:cNvSpPr>
          <p:nvPr/>
        </p:nvSpPr>
        <p:spPr>
          <a:xfrm>
            <a:off x="782337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9" y="1246883"/>
                </a:lnTo>
                <a:lnTo>
                  <a:pt x="6207" y="1236316"/>
                </a:lnTo>
                <a:lnTo>
                  <a:pt x="10604" y="1225749"/>
                </a:lnTo>
                <a:lnTo>
                  <a:pt x="15757" y="1215182"/>
                </a:lnTo>
                <a:lnTo>
                  <a:pt x="21363" y="1204615"/>
                </a:lnTo>
                <a:lnTo>
                  <a:pt x="27124" y="1194049"/>
                </a:lnTo>
                <a:lnTo>
                  <a:pt x="32770" y="1183482"/>
                </a:lnTo>
                <a:lnTo>
                  <a:pt x="38076" y="1172915"/>
                </a:lnTo>
                <a:lnTo>
                  <a:pt x="42877" y="1162348"/>
                </a:lnTo>
                <a:lnTo>
                  <a:pt x="47071" y="1151781"/>
                </a:lnTo>
                <a:lnTo>
                  <a:pt x="50613" y="1141215"/>
                </a:lnTo>
                <a:lnTo>
                  <a:pt x="53510" y="1130648"/>
                </a:lnTo>
                <a:lnTo>
                  <a:pt x="55806" y="1120081"/>
                </a:lnTo>
                <a:lnTo>
                  <a:pt x="57571" y="1109514"/>
                </a:lnTo>
                <a:lnTo>
                  <a:pt x="58888" y="1098947"/>
                </a:lnTo>
                <a:lnTo>
                  <a:pt x="59842" y="1088381"/>
                </a:lnTo>
                <a:lnTo>
                  <a:pt x="60514" y="1077814"/>
                </a:lnTo>
                <a:lnTo>
                  <a:pt x="60975" y="1067247"/>
                </a:lnTo>
                <a:lnTo>
                  <a:pt x="61282" y="1056680"/>
                </a:lnTo>
                <a:lnTo>
                  <a:pt x="61481" y="1046113"/>
                </a:lnTo>
                <a:lnTo>
                  <a:pt x="61604" y="1035547"/>
                </a:lnTo>
                <a:lnTo>
                  <a:pt x="61672" y="1024980"/>
                </a:lnTo>
                <a:lnTo>
                  <a:pt x="61701" y="1014413"/>
                </a:lnTo>
                <a:lnTo>
                  <a:pt x="61697" y="1003846"/>
                </a:lnTo>
                <a:lnTo>
                  <a:pt x="61663" y="993279"/>
                </a:lnTo>
                <a:lnTo>
                  <a:pt x="61601" y="982713"/>
                </a:lnTo>
                <a:lnTo>
                  <a:pt x="61511" y="972146"/>
                </a:lnTo>
                <a:lnTo>
                  <a:pt x="61391" y="961579"/>
                </a:lnTo>
                <a:lnTo>
                  <a:pt x="61243" y="951012"/>
                </a:lnTo>
                <a:lnTo>
                  <a:pt x="61068" y="940445"/>
                </a:lnTo>
                <a:lnTo>
                  <a:pt x="60869" y="929879"/>
                </a:lnTo>
                <a:lnTo>
                  <a:pt x="60654" y="919312"/>
                </a:lnTo>
                <a:lnTo>
                  <a:pt x="60429" y="908745"/>
                </a:lnTo>
                <a:lnTo>
                  <a:pt x="60206" y="898178"/>
                </a:lnTo>
                <a:lnTo>
                  <a:pt x="59996" y="887611"/>
                </a:lnTo>
                <a:lnTo>
                  <a:pt x="59811" y="877045"/>
                </a:lnTo>
                <a:lnTo>
                  <a:pt x="59662" y="866478"/>
                </a:lnTo>
                <a:lnTo>
                  <a:pt x="59556" y="855911"/>
                </a:lnTo>
                <a:lnTo>
                  <a:pt x="59499" y="845344"/>
                </a:lnTo>
                <a:lnTo>
                  <a:pt x="59490" y="834777"/>
                </a:lnTo>
                <a:lnTo>
                  <a:pt x="59524" y="824211"/>
                </a:lnTo>
                <a:lnTo>
                  <a:pt x="59590" y="813644"/>
                </a:lnTo>
                <a:lnTo>
                  <a:pt x="59673" y="803077"/>
                </a:lnTo>
                <a:lnTo>
                  <a:pt x="59754" y="792510"/>
                </a:lnTo>
                <a:lnTo>
                  <a:pt x="59813" y="781943"/>
                </a:lnTo>
                <a:lnTo>
                  <a:pt x="59831" y="771377"/>
                </a:lnTo>
                <a:lnTo>
                  <a:pt x="59791" y="760810"/>
                </a:lnTo>
                <a:lnTo>
                  <a:pt x="59679" y="750243"/>
                </a:lnTo>
                <a:lnTo>
                  <a:pt x="59490" y="739676"/>
                </a:lnTo>
                <a:lnTo>
                  <a:pt x="59224" y="729109"/>
                </a:lnTo>
                <a:lnTo>
                  <a:pt x="58891" y="718543"/>
                </a:lnTo>
                <a:lnTo>
                  <a:pt x="58508" y="707976"/>
                </a:lnTo>
                <a:lnTo>
                  <a:pt x="58098" y="697409"/>
                </a:lnTo>
                <a:lnTo>
                  <a:pt x="57690" y="686842"/>
                </a:lnTo>
                <a:lnTo>
                  <a:pt x="57314" y="676275"/>
                </a:lnTo>
                <a:lnTo>
                  <a:pt x="57001" y="665709"/>
                </a:lnTo>
                <a:lnTo>
                  <a:pt x="56779" y="655142"/>
                </a:lnTo>
                <a:lnTo>
                  <a:pt x="56667" y="644575"/>
                </a:lnTo>
                <a:lnTo>
                  <a:pt x="56678" y="634008"/>
                </a:lnTo>
                <a:lnTo>
                  <a:pt x="56814" y="623441"/>
                </a:lnTo>
                <a:lnTo>
                  <a:pt x="57067" y="612874"/>
                </a:lnTo>
                <a:lnTo>
                  <a:pt x="57419" y="602308"/>
                </a:lnTo>
                <a:lnTo>
                  <a:pt x="57847" y="591741"/>
                </a:lnTo>
                <a:lnTo>
                  <a:pt x="58323" y="581174"/>
                </a:lnTo>
                <a:lnTo>
                  <a:pt x="58817" y="570607"/>
                </a:lnTo>
                <a:lnTo>
                  <a:pt x="59301" y="560040"/>
                </a:lnTo>
                <a:lnTo>
                  <a:pt x="59753" y="549474"/>
                </a:lnTo>
                <a:lnTo>
                  <a:pt x="60154" y="538907"/>
                </a:lnTo>
                <a:lnTo>
                  <a:pt x="60495" y="528340"/>
                </a:lnTo>
                <a:lnTo>
                  <a:pt x="60770" y="517773"/>
                </a:lnTo>
                <a:lnTo>
                  <a:pt x="60982" y="507206"/>
                </a:lnTo>
                <a:lnTo>
                  <a:pt x="61137" y="496640"/>
                </a:lnTo>
                <a:lnTo>
                  <a:pt x="61242" y="486073"/>
                </a:lnTo>
                <a:lnTo>
                  <a:pt x="61307" y="475506"/>
                </a:lnTo>
                <a:lnTo>
                  <a:pt x="61341" y="464939"/>
                </a:lnTo>
                <a:lnTo>
                  <a:pt x="61353" y="454372"/>
                </a:lnTo>
                <a:lnTo>
                  <a:pt x="61348" y="443806"/>
                </a:lnTo>
                <a:lnTo>
                  <a:pt x="61329" y="433239"/>
                </a:lnTo>
                <a:lnTo>
                  <a:pt x="61301" y="422672"/>
                </a:lnTo>
                <a:lnTo>
                  <a:pt x="61263" y="412105"/>
                </a:lnTo>
                <a:lnTo>
                  <a:pt x="61218" y="401538"/>
                </a:lnTo>
                <a:lnTo>
                  <a:pt x="61166" y="390972"/>
                </a:lnTo>
                <a:lnTo>
                  <a:pt x="61109" y="380405"/>
                </a:lnTo>
                <a:lnTo>
                  <a:pt x="61050" y="369838"/>
                </a:lnTo>
                <a:lnTo>
                  <a:pt x="60994" y="359271"/>
                </a:lnTo>
                <a:lnTo>
                  <a:pt x="60945" y="348704"/>
                </a:lnTo>
                <a:lnTo>
                  <a:pt x="60908" y="338138"/>
                </a:lnTo>
                <a:lnTo>
                  <a:pt x="60889" y="327571"/>
                </a:lnTo>
                <a:lnTo>
                  <a:pt x="60891" y="317004"/>
                </a:lnTo>
                <a:lnTo>
                  <a:pt x="60919" y="306437"/>
                </a:lnTo>
                <a:lnTo>
                  <a:pt x="60972" y="295870"/>
                </a:lnTo>
                <a:lnTo>
                  <a:pt x="61052" y="285304"/>
                </a:lnTo>
                <a:lnTo>
                  <a:pt x="61156" y="274737"/>
                </a:lnTo>
                <a:lnTo>
                  <a:pt x="61280" y="264170"/>
                </a:lnTo>
                <a:lnTo>
                  <a:pt x="61421" y="253603"/>
                </a:lnTo>
                <a:lnTo>
                  <a:pt x="61573" y="243036"/>
                </a:lnTo>
                <a:lnTo>
                  <a:pt x="61730" y="232470"/>
                </a:lnTo>
                <a:lnTo>
                  <a:pt x="61885" y="221903"/>
                </a:lnTo>
                <a:lnTo>
                  <a:pt x="62029" y="211336"/>
                </a:lnTo>
                <a:lnTo>
                  <a:pt x="62153" y="200769"/>
                </a:lnTo>
                <a:lnTo>
                  <a:pt x="62245" y="190202"/>
                </a:lnTo>
                <a:lnTo>
                  <a:pt x="62288" y="179636"/>
                </a:lnTo>
                <a:lnTo>
                  <a:pt x="62268" y="169069"/>
                </a:lnTo>
                <a:lnTo>
                  <a:pt x="62163" y="158502"/>
                </a:lnTo>
                <a:lnTo>
                  <a:pt x="61954" y="147935"/>
                </a:lnTo>
                <a:lnTo>
                  <a:pt x="61620" y="137368"/>
                </a:lnTo>
                <a:lnTo>
                  <a:pt x="61145" y="126802"/>
                </a:lnTo>
                <a:lnTo>
                  <a:pt x="60517" y="116235"/>
                </a:lnTo>
                <a:lnTo>
                  <a:pt x="59732" y="105668"/>
                </a:lnTo>
                <a:lnTo>
                  <a:pt x="58800" y="95101"/>
                </a:lnTo>
                <a:lnTo>
                  <a:pt x="57743" y="84534"/>
                </a:lnTo>
                <a:lnTo>
                  <a:pt x="56596" y="73968"/>
                </a:lnTo>
                <a:lnTo>
                  <a:pt x="55409" y="63401"/>
                </a:lnTo>
                <a:lnTo>
                  <a:pt x="54242" y="52834"/>
                </a:lnTo>
                <a:lnTo>
                  <a:pt x="53161" y="42267"/>
                </a:lnTo>
                <a:lnTo>
                  <a:pt x="52233" y="31700"/>
                </a:lnTo>
                <a:lnTo>
                  <a:pt x="51520" y="21134"/>
                </a:lnTo>
                <a:lnTo>
                  <a:pt x="51070" y="10567"/>
                </a:lnTo>
                <a:lnTo>
                  <a:pt x="50917" y="0"/>
                </a:lnTo>
                <a:lnTo>
                  <a:pt x="79083" y="0"/>
                </a:lnTo>
                <a:lnTo>
                  <a:pt x="79083" y="0"/>
                </a:lnTo>
                <a:lnTo>
                  <a:pt x="78930" y="10567"/>
                </a:lnTo>
                <a:lnTo>
                  <a:pt x="78480" y="21134"/>
                </a:lnTo>
                <a:lnTo>
                  <a:pt x="77767" y="31700"/>
                </a:lnTo>
                <a:lnTo>
                  <a:pt x="76839" y="42267"/>
                </a:lnTo>
                <a:lnTo>
                  <a:pt x="75758" y="52834"/>
                </a:lnTo>
                <a:lnTo>
                  <a:pt x="74591" y="63401"/>
                </a:lnTo>
                <a:lnTo>
                  <a:pt x="73404" y="73968"/>
                </a:lnTo>
                <a:lnTo>
                  <a:pt x="72257" y="84534"/>
                </a:lnTo>
                <a:lnTo>
                  <a:pt x="71200" y="95101"/>
                </a:lnTo>
                <a:lnTo>
                  <a:pt x="70268" y="105668"/>
                </a:lnTo>
                <a:lnTo>
                  <a:pt x="69483" y="116235"/>
                </a:lnTo>
                <a:lnTo>
                  <a:pt x="68855" y="126802"/>
                </a:lnTo>
                <a:lnTo>
                  <a:pt x="68380" y="137368"/>
                </a:lnTo>
                <a:lnTo>
                  <a:pt x="68046" y="147935"/>
                </a:lnTo>
                <a:lnTo>
                  <a:pt x="67837" y="158502"/>
                </a:lnTo>
                <a:lnTo>
                  <a:pt x="67732" y="169069"/>
                </a:lnTo>
                <a:lnTo>
                  <a:pt x="67712" y="179636"/>
                </a:lnTo>
                <a:lnTo>
                  <a:pt x="67755" y="190202"/>
                </a:lnTo>
                <a:lnTo>
                  <a:pt x="67847" y="200769"/>
                </a:lnTo>
                <a:lnTo>
                  <a:pt x="67971" y="211336"/>
                </a:lnTo>
                <a:lnTo>
                  <a:pt x="68115" y="221903"/>
                </a:lnTo>
                <a:lnTo>
                  <a:pt x="68270" y="232470"/>
                </a:lnTo>
                <a:lnTo>
                  <a:pt x="68427" y="243036"/>
                </a:lnTo>
                <a:lnTo>
                  <a:pt x="68579" y="253603"/>
                </a:lnTo>
                <a:lnTo>
                  <a:pt x="68720" y="264170"/>
                </a:lnTo>
                <a:lnTo>
                  <a:pt x="68845" y="274737"/>
                </a:lnTo>
                <a:lnTo>
                  <a:pt x="68948" y="285304"/>
                </a:lnTo>
                <a:lnTo>
                  <a:pt x="69028" y="295870"/>
                </a:lnTo>
                <a:lnTo>
                  <a:pt x="69081" y="306437"/>
                </a:lnTo>
                <a:lnTo>
                  <a:pt x="69109" y="317004"/>
                </a:lnTo>
                <a:lnTo>
                  <a:pt x="69111" y="327571"/>
                </a:lnTo>
                <a:lnTo>
                  <a:pt x="69092" y="338138"/>
                </a:lnTo>
                <a:lnTo>
                  <a:pt x="69056" y="348704"/>
                </a:lnTo>
                <a:lnTo>
                  <a:pt x="69006" y="359271"/>
                </a:lnTo>
                <a:lnTo>
                  <a:pt x="68950" y="369838"/>
                </a:lnTo>
                <a:lnTo>
                  <a:pt x="68891" y="380405"/>
                </a:lnTo>
                <a:lnTo>
                  <a:pt x="68834" y="390972"/>
                </a:lnTo>
                <a:lnTo>
                  <a:pt x="68782" y="401538"/>
                </a:lnTo>
                <a:lnTo>
                  <a:pt x="68737" y="412105"/>
                </a:lnTo>
                <a:lnTo>
                  <a:pt x="68699" y="422672"/>
                </a:lnTo>
                <a:lnTo>
                  <a:pt x="68671" y="433239"/>
                </a:lnTo>
                <a:lnTo>
                  <a:pt x="68652" y="443806"/>
                </a:lnTo>
                <a:lnTo>
                  <a:pt x="68647" y="454372"/>
                </a:lnTo>
                <a:lnTo>
                  <a:pt x="68659" y="464939"/>
                </a:lnTo>
                <a:lnTo>
                  <a:pt x="68693" y="475506"/>
                </a:lnTo>
                <a:lnTo>
                  <a:pt x="68758" y="486073"/>
                </a:lnTo>
                <a:lnTo>
                  <a:pt x="68863" y="496640"/>
                </a:lnTo>
                <a:lnTo>
                  <a:pt x="69018" y="507206"/>
                </a:lnTo>
                <a:lnTo>
                  <a:pt x="69230" y="517773"/>
                </a:lnTo>
                <a:lnTo>
                  <a:pt x="69505" y="528340"/>
                </a:lnTo>
                <a:lnTo>
                  <a:pt x="69846" y="538907"/>
                </a:lnTo>
                <a:lnTo>
                  <a:pt x="70247" y="549474"/>
                </a:lnTo>
                <a:lnTo>
                  <a:pt x="70699" y="560040"/>
                </a:lnTo>
                <a:lnTo>
                  <a:pt x="71183" y="570607"/>
                </a:lnTo>
                <a:lnTo>
                  <a:pt x="71677" y="581174"/>
                </a:lnTo>
                <a:lnTo>
                  <a:pt x="72153" y="591741"/>
                </a:lnTo>
                <a:lnTo>
                  <a:pt x="72581" y="602308"/>
                </a:lnTo>
                <a:lnTo>
                  <a:pt x="72933" y="612874"/>
                </a:lnTo>
                <a:lnTo>
                  <a:pt x="73186" y="623441"/>
                </a:lnTo>
                <a:lnTo>
                  <a:pt x="73322" y="634008"/>
                </a:lnTo>
                <a:lnTo>
                  <a:pt x="73333" y="644575"/>
                </a:lnTo>
                <a:lnTo>
                  <a:pt x="73221" y="655142"/>
                </a:lnTo>
                <a:lnTo>
                  <a:pt x="72999" y="665709"/>
                </a:lnTo>
                <a:lnTo>
                  <a:pt x="72686" y="676275"/>
                </a:lnTo>
                <a:lnTo>
                  <a:pt x="72310" y="686842"/>
                </a:lnTo>
                <a:lnTo>
                  <a:pt x="71902" y="697409"/>
                </a:lnTo>
                <a:lnTo>
                  <a:pt x="71492" y="707976"/>
                </a:lnTo>
                <a:lnTo>
                  <a:pt x="71109" y="718543"/>
                </a:lnTo>
                <a:lnTo>
                  <a:pt x="70776" y="729109"/>
                </a:lnTo>
                <a:lnTo>
                  <a:pt x="70510" y="739676"/>
                </a:lnTo>
                <a:lnTo>
                  <a:pt x="70321" y="750243"/>
                </a:lnTo>
                <a:lnTo>
                  <a:pt x="70209" y="760810"/>
                </a:lnTo>
                <a:lnTo>
                  <a:pt x="70169" y="771377"/>
                </a:lnTo>
                <a:lnTo>
                  <a:pt x="70187" y="781943"/>
                </a:lnTo>
                <a:lnTo>
                  <a:pt x="70246" y="792510"/>
                </a:lnTo>
                <a:lnTo>
                  <a:pt x="70327" y="803077"/>
                </a:lnTo>
                <a:lnTo>
                  <a:pt x="70410" y="813644"/>
                </a:lnTo>
                <a:lnTo>
                  <a:pt x="70476" y="824211"/>
                </a:lnTo>
                <a:lnTo>
                  <a:pt x="70510" y="834777"/>
                </a:lnTo>
                <a:lnTo>
                  <a:pt x="70501" y="845344"/>
                </a:lnTo>
                <a:lnTo>
                  <a:pt x="70444" y="855911"/>
                </a:lnTo>
                <a:lnTo>
                  <a:pt x="70338" y="866478"/>
                </a:lnTo>
                <a:lnTo>
                  <a:pt x="70189" y="877045"/>
                </a:lnTo>
                <a:lnTo>
                  <a:pt x="70004" y="887611"/>
                </a:lnTo>
                <a:lnTo>
                  <a:pt x="69794" y="898178"/>
                </a:lnTo>
                <a:lnTo>
                  <a:pt x="69571" y="908745"/>
                </a:lnTo>
                <a:lnTo>
                  <a:pt x="69346" y="919312"/>
                </a:lnTo>
                <a:lnTo>
                  <a:pt x="69131" y="929879"/>
                </a:lnTo>
                <a:lnTo>
                  <a:pt x="68932" y="940445"/>
                </a:lnTo>
                <a:lnTo>
                  <a:pt x="68757" y="951012"/>
                </a:lnTo>
                <a:lnTo>
                  <a:pt x="68609" y="961579"/>
                </a:lnTo>
                <a:lnTo>
                  <a:pt x="68489" y="972146"/>
                </a:lnTo>
                <a:lnTo>
                  <a:pt x="68399" y="982713"/>
                </a:lnTo>
                <a:lnTo>
                  <a:pt x="68337" y="993279"/>
                </a:lnTo>
                <a:lnTo>
                  <a:pt x="68303" y="1003846"/>
                </a:lnTo>
                <a:lnTo>
                  <a:pt x="68299" y="1014413"/>
                </a:lnTo>
                <a:lnTo>
                  <a:pt x="68328" y="1024980"/>
                </a:lnTo>
                <a:lnTo>
                  <a:pt x="68396" y="1035547"/>
                </a:lnTo>
                <a:lnTo>
                  <a:pt x="68519" y="1046113"/>
                </a:lnTo>
                <a:lnTo>
                  <a:pt x="68718" y="1056680"/>
                </a:lnTo>
                <a:lnTo>
                  <a:pt x="69025" y="1067247"/>
                </a:lnTo>
                <a:lnTo>
                  <a:pt x="69486" y="1077814"/>
                </a:lnTo>
                <a:lnTo>
                  <a:pt x="70158" y="1088381"/>
                </a:lnTo>
                <a:lnTo>
                  <a:pt x="71112" y="1098947"/>
                </a:lnTo>
                <a:lnTo>
                  <a:pt x="72429" y="1109514"/>
                </a:lnTo>
                <a:lnTo>
                  <a:pt x="74194" y="1120081"/>
                </a:lnTo>
                <a:lnTo>
                  <a:pt x="76490" y="1130648"/>
                </a:lnTo>
                <a:lnTo>
                  <a:pt x="79387" y="1141215"/>
                </a:lnTo>
                <a:lnTo>
                  <a:pt x="82929" y="1151781"/>
                </a:lnTo>
                <a:lnTo>
                  <a:pt x="87123" y="1162348"/>
                </a:lnTo>
                <a:lnTo>
                  <a:pt x="91924" y="1172915"/>
                </a:lnTo>
                <a:lnTo>
                  <a:pt x="97230" y="1183482"/>
                </a:lnTo>
                <a:lnTo>
                  <a:pt x="102876" y="1194049"/>
                </a:lnTo>
                <a:lnTo>
                  <a:pt x="108637" y="1204615"/>
                </a:lnTo>
                <a:lnTo>
                  <a:pt x="114243" y="1215182"/>
                </a:lnTo>
                <a:lnTo>
                  <a:pt x="119396" y="1225749"/>
                </a:lnTo>
                <a:lnTo>
                  <a:pt x="123793" y="1236316"/>
                </a:lnTo>
                <a:lnTo>
                  <a:pt x="127161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6" name="01_find_only_1505">
            <a:extLst>
              <a:ext uri="{FF2B5EF4-FFF2-40B4-BE49-F238E27FC236}">
                <a16:creationId xmlns:a16="http://schemas.microsoft.com/office/drawing/2014/main" id="{02579330-B994-4CEE-9033-7C25D8CA46DC}"/>
              </a:ext>
            </a:extLst>
          </p:cNvPr>
          <p:cNvSpPr>
            <a:spLocks noGrp="1"/>
          </p:cNvSpPr>
          <p:nvPr/>
        </p:nvSpPr>
        <p:spPr>
          <a:xfrm>
            <a:off x="636174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7" name="01_find_only_1506">
            <a:extLst>
              <a:ext uri="{FF2B5EF4-FFF2-40B4-BE49-F238E27FC236}">
                <a16:creationId xmlns:a16="http://schemas.microsoft.com/office/drawing/2014/main" id="{9A30C598-4CB8-4D01-9279-3EA9427F8D52}"/>
              </a:ext>
            </a:extLst>
          </p:cNvPr>
          <p:cNvSpPr>
            <a:spLocks noGrp="1"/>
          </p:cNvSpPr>
          <p:nvPr/>
        </p:nvSpPr>
        <p:spPr>
          <a:xfrm>
            <a:off x="661638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8" name="01_find_only_1507">
            <a:extLst>
              <a:ext uri="{FF2B5EF4-FFF2-40B4-BE49-F238E27FC236}">
                <a16:creationId xmlns:a16="http://schemas.microsoft.com/office/drawing/2014/main" id="{0A0C02B3-83D3-4D24-8D44-A1F25C5F7EAA}"/>
              </a:ext>
            </a:extLst>
          </p:cNvPr>
          <p:cNvSpPr>
            <a:spLocks noGrp="1"/>
          </p:cNvSpPr>
          <p:nvPr/>
        </p:nvSpPr>
        <p:spPr>
          <a:xfrm>
            <a:off x="6871026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9" name="01_find_only_1508">
            <a:extLst>
              <a:ext uri="{FF2B5EF4-FFF2-40B4-BE49-F238E27FC236}">
                <a16:creationId xmlns:a16="http://schemas.microsoft.com/office/drawing/2014/main" id="{A5F4D421-C325-46E0-94CA-FC2EBCE7482A}"/>
              </a:ext>
            </a:extLst>
          </p:cNvPr>
          <p:cNvSpPr>
            <a:spLocks noGrp="1"/>
          </p:cNvSpPr>
          <p:nvPr/>
        </p:nvSpPr>
        <p:spPr>
          <a:xfrm>
            <a:off x="7380304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0" name="01_find_only_1509">
            <a:extLst>
              <a:ext uri="{FF2B5EF4-FFF2-40B4-BE49-F238E27FC236}">
                <a16:creationId xmlns:a16="http://schemas.microsoft.com/office/drawing/2014/main" id="{92951ED4-EAF0-4B47-8933-98DCEB8EF18D}"/>
              </a:ext>
            </a:extLst>
          </p:cNvPr>
          <p:cNvSpPr>
            <a:spLocks noGrp="1"/>
          </p:cNvSpPr>
          <p:nvPr/>
        </p:nvSpPr>
        <p:spPr>
          <a:xfrm>
            <a:off x="7889582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1" name="01_find_only_1510">
            <a:extLst>
              <a:ext uri="{FF2B5EF4-FFF2-40B4-BE49-F238E27FC236}">
                <a16:creationId xmlns:a16="http://schemas.microsoft.com/office/drawing/2014/main" id="{FDB3F3F5-5266-44A4-9564-EC475DD9FF9F}"/>
              </a:ext>
            </a:extLst>
          </p:cNvPr>
          <p:cNvSpPr>
            <a:spLocks noGrp="1"/>
          </p:cNvSpPr>
          <p:nvPr/>
        </p:nvSpPr>
        <p:spPr>
          <a:xfrm>
            <a:off x="6346469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2" name="01_find_only_1511">
            <a:extLst>
              <a:ext uri="{FF2B5EF4-FFF2-40B4-BE49-F238E27FC236}">
                <a16:creationId xmlns:a16="http://schemas.microsoft.com/office/drawing/2014/main" id="{CBFE8E6F-2D34-4B69-A66F-2CD100F582D6}"/>
              </a:ext>
            </a:extLst>
          </p:cNvPr>
          <p:cNvSpPr>
            <a:spLocks noGrp="1"/>
          </p:cNvSpPr>
          <p:nvPr/>
        </p:nvSpPr>
        <p:spPr>
          <a:xfrm>
            <a:off x="630766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3" name="text_1512">
            <a:extLst>
              <a:ext uri="{FF2B5EF4-FFF2-40B4-BE49-F238E27FC236}">
                <a16:creationId xmlns:a16="http://schemas.microsoft.com/office/drawing/2014/main" id="{3DC7B16A-3614-43C6-9827-3BAD7B0D1FFF}"/>
              </a:ext>
            </a:extLst>
          </p:cNvPr>
          <p:cNvSpPr>
            <a:spLocks noGrp="1"/>
          </p:cNvSpPr>
          <p:nvPr/>
        </p:nvSpPr>
        <p:spPr>
          <a:xfrm>
            <a:off x="621635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14" name="01_find_only_1513">
            <a:extLst>
              <a:ext uri="{FF2B5EF4-FFF2-40B4-BE49-F238E27FC236}">
                <a16:creationId xmlns:a16="http://schemas.microsoft.com/office/drawing/2014/main" id="{AF0849E8-CEB4-43DE-9A76-D9C69C52B398}"/>
              </a:ext>
            </a:extLst>
          </p:cNvPr>
          <p:cNvSpPr>
            <a:spLocks noGrp="1"/>
          </p:cNvSpPr>
          <p:nvPr/>
        </p:nvSpPr>
        <p:spPr>
          <a:xfrm>
            <a:off x="6346469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5" name="01_find_only_1514">
            <a:extLst>
              <a:ext uri="{FF2B5EF4-FFF2-40B4-BE49-F238E27FC236}">
                <a16:creationId xmlns:a16="http://schemas.microsoft.com/office/drawing/2014/main" id="{FA723A30-2C69-4287-9383-0616651A39BA}"/>
              </a:ext>
            </a:extLst>
          </p:cNvPr>
          <p:cNvSpPr>
            <a:spLocks noGrp="1"/>
          </p:cNvSpPr>
          <p:nvPr/>
        </p:nvSpPr>
        <p:spPr>
          <a:xfrm>
            <a:off x="630766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6" name="text_1515">
            <a:extLst>
              <a:ext uri="{FF2B5EF4-FFF2-40B4-BE49-F238E27FC236}">
                <a16:creationId xmlns:a16="http://schemas.microsoft.com/office/drawing/2014/main" id="{13E36258-0A30-4FA3-8278-02E635233650}"/>
              </a:ext>
            </a:extLst>
          </p:cNvPr>
          <p:cNvSpPr>
            <a:spLocks noGrp="1"/>
          </p:cNvSpPr>
          <p:nvPr/>
        </p:nvSpPr>
        <p:spPr>
          <a:xfrm>
            <a:off x="6163848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517" name="01_find_only_1516">
            <a:extLst>
              <a:ext uri="{FF2B5EF4-FFF2-40B4-BE49-F238E27FC236}">
                <a16:creationId xmlns:a16="http://schemas.microsoft.com/office/drawing/2014/main" id="{05177BB5-723C-49E2-9E51-6C6F527A1BD4}"/>
              </a:ext>
            </a:extLst>
          </p:cNvPr>
          <p:cNvSpPr>
            <a:spLocks noGrp="1"/>
          </p:cNvSpPr>
          <p:nvPr/>
        </p:nvSpPr>
        <p:spPr>
          <a:xfrm>
            <a:off x="6346469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8" name="01_find_only_1517">
            <a:extLst>
              <a:ext uri="{FF2B5EF4-FFF2-40B4-BE49-F238E27FC236}">
                <a16:creationId xmlns:a16="http://schemas.microsoft.com/office/drawing/2014/main" id="{28FCF425-B92A-482C-BEF2-D8855DCA1688}"/>
              </a:ext>
            </a:extLst>
          </p:cNvPr>
          <p:cNvSpPr>
            <a:spLocks noGrp="1"/>
          </p:cNvSpPr>
          <p:nvPr/>
        </p:nvSpPr>
        <p:spPr>
          <a:xfrm>
            <a:off x="630766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9" name="text_1518">
            <a:extLst>
              <a:ext uri="{FF2B5EF4-FFF2-40B4-BE49-F238E27FC236}">
                <a16:creationId xmlns:a16="http://schemas.microsoft.com/office/drawing/2014/main" id="{7EB53064-6D2E-4687-8466-7D20E9FBAC6A}"/>
              </a:ext>
            </a:extLst>
          </p:cNvPr>
          <p:cNvSpPr>
            <a:spLocks noGrp="1"/>
          </p:cNvSpPr>
          <p:nvPr/>
        </p:nvSpPr>
        <p:spPr>
          <a:xfrm>
            <a:off x="6111346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1520" name="01_find_only_1519">
            <a:extLst>
              <a:ext uri="{FF2B5EF4-FFF2-40B4-BE49-F238E27FC236}">
                <a16:creationId xmlns:a16="http://schemas.microsoft.com/office/drawing/2014/main" id="{CD7BBAD4-8F1A-4CB3-8B12-AAFC4ECAA560}"/>
              </a:ext>
            </a:extLst>
          </p:cNvPr>
          <p:cNvSpPr>
            <a:spLocks noGrp="1"/>
          </p:cNvSpPr>
          <p:nvPr/>
        </p:nvSpPr>
        <p:spPr>
          <a:xfrm>
            <a:off x="657831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01_find_only_1520">
            <a:extLst>
              <a:ext uri="{FF2B5EF4-FFF2-40B4-BE49-F238E27FC236}">
                <a16:creationId xmlns:a16="http://schemas.microsoft.com/office/drawing/2014/main" id="{2F6E4D76-A2A4-493A-B2D1-7790BD167AB5}"/>
              </a:ext>
            </a:extLst>
          </p:cNvPr>
          <p:cNvSpPr>
            <a:spLocks noGrp="1"/>
          </p:cNvSpPr>
          <p:nvPr/>
        </p:nvSpPr>
        <p:spPr>
          <a:xfrm>
            <a:off x="6559664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01_find_only_1521">
            <a:extLst>
              <a:ext uri="{FF2B5EF4-FFF2-40B4-BE49-F238E27FC236}">
                <a16:creationId xmlns:a16="http://schemas.microsoft.com/office/drawing/2014/main" id="{CC609F71-4970-4906-9C62-B3A5F758AD57}"/>
              </a:ext>
            </a:extLst>
          </p:cNvPr>
          <p:cNvSpPr>
            <a:spLocks noGrp="1"/>
          </p:cNvSpPr>
          <p:nvPr/>
        </p:nvSpPr>
        <p:spPr>
          <a:xfrm>
            <a:off x="6574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01_find_only_1522">
            <a:extLst>
              <a:ext uri="{FF2B5EF4-FFF2-40B4-BE49-F238E27FC236}">
                <a16:creationId xmlns:a16="http://schemas.microsoft.com/office/drawing/2014/main" id="{5466C486-DFDF-4EA6-B7CC-8384D23DB680}"/>
              </a:ext>
            </a:extLst>
          </p:cNvPr>
          <p:cNvSpPr>
            <a:spLocks noGrp="1"/>
          </p:cNvSpPr>
          <p:nvPr/>
        </p:nvSpPr>
        <p:spPr>
          <a:xfrm>
            <a:off x="6574431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01_find_only_1523">
            <a:extLst>
              <a:ext uri="{FF2B5EF4-FFF2-40B4-BE49-F238E27FC236}">
                <a16:creationId xmlns:a16="http://schemas.microsoft.com/office/drawing/2014/main" id="{C883A4F4-E44D-43EF-A140-9382BE24C2F5}"/>
              </a:ext>
            </a:extLst>
          </p:cNvPr>
          <p:cNvSpPr>
            <a:spLocks noGrp="1"/>
          </p:cNvSpPr>
          <p:nvPr/>
        </p:nvSpPr>
        <p:spPr>
          <a:xfrm>
            <a:off x="65909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01_find_only_1524">
            <a:extLst>
              <a:ext uri="{FF2B5EF4-FFF2-40B4-BE49-F238E27FC236}">
                <a16:creationId xmlns:a16="http://schemas.microsoft.com/office/drawing/2014/main" id="{F33CC3E1-5E01-4F25-AF5F-6E211B769758}"/>
              </a:ext>
            </a:extLst>
          </p:cNvPr>
          <p:cNvSpPr>
            <a:spLocks noGrp="1"/>
          </p:cNvSpPr>
          <p:nvPr/>
        </p:nvSpPr>
        <p:spPr>
          <a:xfrm>
            <a:off x="66192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01_find_only_1525">
            <a:extLst>
              <a:ext uri="{FF2B5EF4-FFF2-40B4-BE49-F238E27FC236}">
                <a16:creationId xmlns:a16="http://schemas.microsoft.com/office/drawing/2014/main" id="{6CFDEA4D-530D-44F3-B238-0B52E3EE8B08}"/>
              </a:ext>
            </a:extLst>
          </p:cNvPr>
          <p:cNvSpPr>
            <a:spLocks noGrp="1"/>
          </p:cNvSpPr>
          <p:nvPr/>
        </p:nvSpPr>
        <p:spPr>
          <a:xfrm>
            <a:off x="6636996" y="36700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01_find_only_1526">
            <a:extLst>
              <a:ext uri="{FF2B5EF4-FFF2-40B4-BE49-F238E27FC236}">
                <a16:creationId xmlns:a16="http://schemas.microsoft.com/office/drawing/2014/main" id="{3786CAEE-B6E7-4CDD-BF37-ACFD8F7C1927}"/>
              </a:ext>
            </a:extLst>
          </p:cNvPr>
          <p:cNvSpPr>
            <a:spLocks noGrp="1"/>
          </p:cNvSpPr>
          <p:nvPr/>
        </p:nvSpPr>
        <p:spPr>
          <a:xfrm>
            <a:off x="65648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01_find_only_1527">
            <a:extLst>
              <a:ext uri="{FF2B5EF4-FFF2-40B4-BE49-F238E27FC236}">
                <a16:creationId xmlns:a16="http://schemas.microsoft.com/office/drawing/2014/main" id="{A3AFE284-3877-42CC-AAD2-9344AA332E2C}"/>
              </a:ext>
            </a:extLst>
          </p:cNvPr>
          <p:cNvSpPr>
            <a:spLocks noGrp="1"/>
          </p:cNvSpPr>
          <p:nvPr/>
        </p:nvSpPr>
        <p:spPr>
          <a:xfrm>
            <a:off x="6609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01_find_only_1528">
            <a:extLst>
              <a:ext uri="{FF2B5EF4-FFF2-40B4-BE49-F238E27FC236}">
                <a16:creationId xmlns:a16="http://schemas.microsoft.com/office/drawing/2014/main" id="{1908E2F0-86C7-42FE-B4EB-DD7202397A8A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01_find_only_1529">
            <a:extLst>
              <a:ext uri="{FF2B5EF4-FFF2-40B4-BE49-F238E27FC236}">
                <a16:creationId xmlns:a16="http://schemas.microsoft.com/office/drawing/2014/main" id="{5ED163A9-CD7C-4D79-99E0-D0202FC5680B}"/>
              </a:ext>
            </a:extLst>
          </p:cNvPr>
          <p:cNvSpPr>
            <a:spLocks noGrp="1"/>
          </p:cNvSpPr>
          <p:nvPr/>
        </p:nvSpPr>
        <p:spPr>
          <a:xfrm>
            <a:off x="65544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01_find_only_1530">
            <a:extLst>
              <a:ext uri="{FF2B5EF4-FFF2-40B4-BE49-F238E27FC236}">
                <a16:creationId xmlns:a16="http://schemas.microsoft.com/office/drawing/2014/main" id="{D4D2D40F-A54A-41EB-ACEC-3287013908BF}"/>
              </a:ext>
            </a:extLst>
          </p:cNvPr>
          <p:cNvSpPr>
            <a:spLocks noGrp="1"/>
          </p:cNvSpPr>
          <p:nvPr/>
        </p:nvSpPr>
        <p:spPr>
          <a:xfrm>
            <a:off x="662922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01_find_only_1531">
            <a:extLst>
              <a:ext uri="{FF2B5EF4-FFF2-40B4-BE49-F238E27FC236}">
                <a16:creationId xmlns:a16="http://schemas.microsoft.com/office/drawing/2014/main" id="{3204F205-CB5E-405D-B550-7E115EF57D0A}"/>
              </a:ext>
            </a:extLst>
          </p:cNvPr>
          <p:cNvSpPr>
            <a:spLocks noGrp="1"/>
          </p:cNvSpPr>
          <p:nvPr/>
        </p:nvSpPr>
        <p:spPr>
          <a:xfrm>
            <a:off x="66491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01_find_only_1532">
            <a:extLst>
              <a:ext uri="{FF2B5EF4-FFF2-40B4-BE49-F238E27FC236}">
                <a16:creationId xmlns:a16="http://schemas.microsoft.com/office/drawing/2014/main" id="{0D3561FE-1A7E-4FB1-91E0-50CAD757BE01}"/>
              </a:ext>
            </a:extLst>
          </p:cNvPr>
          <p:cNvSpPr>
            <a:spLocks noGrp="1"/>
          </p:cNvSpPr>
          <p:nvPr/>
        </p:nvSpPr>
        <p:spPr>
          <a:xfrm>
            <a:off x="65906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01_find_only_1533">
            <a:extLst>
              <a:ext uri="{FF2B5EF4-FFF2-40B4-BE49-F238E27FC236}">
                <a16:creationId xmlns:a16="http://schemas.microsoft.com/office/drawing/2014/main" id="{7A8F1E10-B84F-492B-BBE1-653FD98E5BB2}"/>
              </a:ext>
            </a:extLst>
          </p:cNvPr>
          <p:cNvSpPr>
            <a:spLocks noGrp="1"/>
          </p:cNvSpPr>
          <p:nvPr/>
        </p:nvSpPr>
        <p:spPr>
          <a:xfrm>
            <a:off x="6643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01_find_only_1534">
            <a:extLst>
              <a:ext uri="{FF2B5EF4-FFF2-40B4-BE49-F238E27FC236}">
                <a16:creationId xmlns:a16="http://schemas.microsoft.com/office/drawing/2014/main" id="{8C9C8C65-17D4-403B-9A0F-3812504F0E37}"/>
              </a:ext>
            </a:extLst>
          </p:cNvPr>
          <p:cNvSpPr>
            <a:spLocks noGrp="1"/>
          </p:cNvSpPr>
          <p:nvPr/>
        </p:nvSpPr>
        <p:spPr>
          <a:xfrm>
            <a:off x="657472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01_find_only_1535">
            <a:extLst>
              <a:ext uri="{FF2B5EF4-FFF2-40B4-BE49-F238E27FC236}">
                <a16:creationId xmlns:a16="http://schemas.microsoft.com/office/drawing/2014/main" id="{FB2FC725-7E9D-4739-A240-3F76CAF451C9}"/>
              </a:ext>
            </a:extLst>
          </p:cNvPr>
          <p:cNvSpPr>
            <a:spLocks noGrp="1"/>
          </p:cNvSpPr>
          <p:nvPr/>
        </p:nvSpPr>
        <p:spPr>
          <a:xfrm>
            <a:off x="65931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01_find_only_1536">
            <a:extLst>
              <a:ext uri="{FF2B5EF4-FFF2-40B4-BE49-F238E27FC236}">
                <a16:creationId xmlns:a16="http://schemas.microsoft.com/office/drawing/2014/main" id="{C1875097-95CA-48C0-B496-C56FD0715C44}"/>
              </a:ext>
            </a:extLst>
          </p:cNvPr>
          <p:cNvSpPr>
            <a:spLocks noGrp="1"/>
          </p:cNvSpPr>
          <p:nvPr/>
        </p:nvSpPr>
        <p:spPr>
          <a:xfrm>
            <a:off x="662213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01_find_only_1537">
            <a:extLst>
              <a:ext uri="{FF2B5EF4-FFF2-40B4-BE49-F238E27FC236}">
                <a16:creationId xmlns:a16="http://schemas.microsoft.com/office/drawing/2014/main" id="{22F6BA22-BFF1-492D-8642-E994FB0D58AB}"/>
              </a:ext>
            </a:extLst>
          </p:cNvPr>
          <p:cNvSpPr>
            <a:spLocks noGrp="1"/>
          </p:cNvSpPr>
          <p:nvPr/>
        </p:nvSpPr>
        <p:spPr>
          <a:xfrm>
            <a:off x="66395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01_find_only_1538">
            <a:extLst>
              <a:ext uri="{FF2B5EF4-FFF2-40B4-BE49-F238E27FC236}">
                <a16:creationId xmlns:a16="http://schemas.microsoft.com/office/drawing/2014/main" id="{ED38E62F-E7ED-4CAF-94F4-566BA806B9D9}"/>
              </a:ext>
            </a:extLst>
          </p:cNvPr>
          <p:cNvSpPr>
            <a:spLocks noGrp="1"/>
          </p:cNvSpPr>
          <p:nvPr/>
        </p:nvSpPr>
        <p:spPr>
          <a:xfrm>
            <a:off x="66489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01_find_only_1539">
            <a:extLst>
              <a:ext uri="{FF2B5EF4-FFF2-40B4-BE49-F238E27FC236}">
                <a16:creationId xmlns:a16="http://schemas.microsoft.com/office/drawing/2014/main" id="{873BD3CD-33C7-42A7-B662-7A7C3E45267D}"/>
              </a:ext>
            </a:extLst>
          </p:cNvPr>
          <p:cNvSpPr>
            <a:spLocks noGrp="1"/>
          </p:cNvSpPr>
          <p:nvPr/>
        </p:nvSpPr>
        <p:spPr>
          <a:xfrm>
            <a:off x="6615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01_find_only_1540">
            <a:extLst>
              <a:ext uri="{FF2B5EF4-FFF2-40B4-BE49-F238E27FC236}">
                <a16:creationId xmlns:a16="http://schemas.microsoft.com/office/drawing/2014/main" id="{A560A109-B010-4581-A720-3236A58314C6}"/>
              </a:ext>
            </a:extLst>
          </p:cNvPr>
          <p:cNvSpPr>
            <a:spLocks noGrp="1"/>
          </p:cNvSpPr>
          <p:nvPr/>
        </p:nvSpPr>
        <p:spPr>
          <a:xfrm>
            <a:off x="6557818" y="36561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01_find_only_1541">
            <a:extLst>
              <a:ext uri="{FF2B5EF4-FFF2-40B4-BE49-F238E27FC236}">
                <a16:creationId xmlns:a16="http://schemas.microsoft.com/office/drawing/2014/main" id="{FEA8A4B1-C93A-46B0-884A-BE60E0E391C4}"/>
              </a:ext>
            </a:extLst>
          </p:cNvPr>
          <p:cNvSpPr>
            <a:spLocks noGrp="1"/>
          </p:cNvSpPr>
          <p:nvPr/>
        </p:nvSpPr>
        <p:spPr>
          <a:xfrm>
            <a:off x="65721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01_find_only_1542">
            <a:extLst>
              <a:ext uri="{FF2B5EF4-FFF2-40B4-BE49-F238E27FC236}">
                <a16:creationId xmlns:a16="http://schemas.microsoft.com/office/drawing/2014/main" id="{A986AB60-6566-48D2-8CAE-A8C3C4AC562A}"/>
              </a:ext>
            </a:extLst>
          </p:cNvPr>
          <p:cNvSpPr>
            <a:spLocks noGrp="1"/>
          </p:cNvSpPr>
          <p:nvPr/>
        </p:nvSpPr>
        <p:spPr>
          <a:xfrm>
            <a:off x="6578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01_find_only_1543">
            <a:extLst>
              <a:ext uri="{FF2B5EF4-FFF2-40B4-BE49-F238E27FC236}">
                <a16:creationId xmlns:a16="http://schemas.microsoft.com/office/drawing/2014/main" id="{8D82852E-8334-4890-B377-76EAE881552B}"/>
              </a:ext>
            </a:extLst>
          </p:cNvPr>
          <p:cNvSpPr>
            <a:spLocks noGrp="1"/>
          </p:cNvSpPr>
          <p:nvPr/>
        </p:nvSpPr>
        <p:spPr>
          <a:xfrm>
            <a:off x="6557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01_find_only_1544">
            <a:extLst>
              <a:ext uri="{FF2B5EF4-FFF2-40B4-BE49-F238E27FC236}">
                <a16:creationId xmlns:a16="http://schemas.microsoft.com/office/drawing/2014/main" id="{020352ED-A7D5-4A99-A811-21E8D79BCFAC}"/>
              </a:ext>
            </a:extLst>
          </p:cNvPr>
          <p:cNvSpPr>
            <a:spLocks noGrp="1"/>
          </p:cNvSpPr>
          <p:nvPr/>
        </p:nvSpPr>
        <p:spPr>
          <a:xfrm>
            <a:off x="655704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01_find_only_1545">
            <a:extLst>
              <a:ext uri="{FF2B5EF4-FFF2-40B4-BE49-F238E27FC236}">
                <a16:creationId xmlns:a16="http://schemas.microsoft.com/office/drawing/2014/main" id="{C481C1CC-6BC4-40C2-87F2-B721205C539A}"/>
              </a:ext>
            </a:extLst>
          </p:cNvPr>
          <p:cNvSpPr>
            <a:spLocks noGrp="1"/>
          </p:cNvSpPr>
          <p:nvPr/>
        </p:nvSpPr>
        <p:spPr>
          <a:xfrm>
            <a:off x="65758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01_find_only_1546">
            <a:extLst>
              <a:ext uri="{FF2B5EF4-FFF2-40B4-BE49-F238E27FC236}">
                <a16:creationId xmlns:a16="http://schemas.microsoft.com/office/drawing/2014/main" id="{AB1B2CFC-8CCD-434C-AE33-637EEA231117}"/>
              </a:ext>
            </a:extLst>
          </p:cNvPr>
          <p:cNvSpPr>
            <a:spLocks noGrp="1"/>
          </p:cNvSpPr>
          <p:nvPr/>
        </p:nvSpPr>
        <p:spPr>
          <a:xfrm>
            <a:off x="6612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01_find_only_1547">
            <a:extLst>
              <a:ext uri="{FF2B5EF4-FFF2-40B4-BE49-F238E27FC236}">
                <a16:creationId xmlns:a16="http://schemas.microsoft.com/office/drawing/2014/main" id="{BE6DAB3E-8F94-4680-AC51-9F64C39D226A}"/>
              </a:ext>
            </a:extLst>
          </p:cNvPr>
          <p:cNvSpPr>
            <a:spLocks noGrp="1"/>
          </p:cNvSpPr>
          <p:nvPr/>
        </p:nvSpPr>
        <p:spPr>
          <a:xfrm>
            <a:off x="65707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01_find_only_1548">
            <a:extLst>
              <a:ext uri="{FF2B5EF4-FFF2-40B4-BE49-F238E27FC236}">
                <a16:creationId xmlns:a16="http://schemas.microsoft.com/office/drawing/2014/main" id="{2B2D1E64-BFFB-49E9-9481-5450AC69F523}"/>
              </a:ext>
            </a:extLst>
          </p:cNvPr>
          <p:cNvSpPr>
            <a:spLocks noGrp="1"/>
          </p:cNvSpPr>
          <p:nvPr/>
        </p:nvSpPr>
        <p:spPr>
          <a:xfrm>
            <a:off x="6599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01_find_only_1549">
            <a:extLst>
              <a:ext uri="{FF2B5EF4-FFF2-40B4-BE49-F238E27FC236}">
                <a16:creationId xmlns:a16="http://schemas.microsoft.com/office/drawing/2014/main" id="{FA8EC274-4A59-46EA-8E1D-7CE3A9DF7275}"/>
              </a:ext>
            </a:extLst>
          </p:cNvPr>
          <p:cNvSpPr>
            <a:spLocks noGrp="1"/>
          </p:cNvSpPr>
          <p:nvPr/>
        </p:nvSpPr>
        <p:spPr>
          <a:xfrm>
            <a:off x="6589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01_find_only_1550">
            <a:extLst>
              <a:ext uri="{FF2B5EF4-FFF2-40B4-BE49-F238E27FC236}">
                <a16:creationId xmlns:a16="http://schemas.microsoft.com/office/drawing/2014/main" id="{D7EF2052-B368-4A58-8543-7B80276BF006}"/>
              </a:ext>
            </a:extLst>
          </p:cNvPr>
          <p:cNvSpPr>
            <a:spLocks noGrp="1"/>
          </p:cNvSpPr>
          <p:nvPr/>
        </p:nvSpPr>
        <p:spPr>
          <a:xfrm>
            <a:off x="66377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01_find_only_1551">
            <a:extLst>
              <a:ext uri="{FF2B5EF4-FFF2-40B4-BE49-F238E27FC236}">
                <a16:creationId xmlns:a16="http://schemas.microsoft.com/office/drawing/2014/main" id="{4ACAC366-C26E-49DC-861E-F4C34A7A68DA}"/>
              </a:ext>
            </a:extLst>
          </p:cNvPr>
          <p:cNvSpPr>
            <a:spLocks noGrp="1"/>
          </p:cNvSpPr>
          <p:nvPr/>
        </p:nvSpPr>
        <p:spPr>
          <a:xfrm>
            <a:off x="6579968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01_find_only_1552">
            <a:extLst>
              <a:ext uri="{FF2B5EF4-FFF2-40B4-BE49-F238E27FC236}">
                <a16:creationId xmlns:a16="http://schemas.microsoft.com/office/drawing/2014/main" id="{37FC003F-531D-4703-AF85-8B10CE5C55EF}"/>
              </a:ext>
            </a:extLst>
          </p:cNvPr>
          <p:cNvSpPr>
            <a:spLocks noGrp="1"/>
          </p:cNvSpPr>
          <p:nvPr/>
        </p:nvSpPr>
        <p:spPr>
          <a:xfrm>
            <a:off x="66198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01_find_only_1553">
            <a:extLst>
              <a:ext uri="{FF2B5EF4-FFF2-40B4-BE49-F238E27FC236}">
                <a16:creationId xmlns:a16="http://schemas.microsoft.com/office/drawing/2014/main" id="{E8A4E70B-0C42-41DA-B2FB-B1AFD4A1830B}"/>
              </a:ext>
            </a:extLst>
          </p:cNvPr>
          <p:cNvSpPr>
            <a:spLocks noGrp="1"/>
          </p:cNvSpPr>
          <p:nvPr/>
        </p:nvSpPr>
        <p:spPr>
          <a:xfrm>
            <a:off x="66223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01_find_only_1554">
            <a:extLst>
              <a:ext uri="{FF2B5EF4-FFF2-40B4-BE49-F238E27FC236}">
                <a16:creationId xmlns:a16="http://schemas.microsoft.com/office/drawing/2014/main" id="{E7380294-B2C6-4B25-AAAB-4D05FFC76FFC}"/>
              </a:ext>
            </a:extLst>
          </p:cNvPr>
          <p:cNvSpPr>
            <a:spLocks noGrp="1"/>
          </p:cNvSpPr>
          <p:nvPr/>
        </p:nvSpPr>
        <p:spPr>
          <a:xfrm>
            <a:off x="65573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01_find_only_1555">
            <a:extLst>
              <a:ext uri="{FF2B5EF4-FFF2-40B4-BE49-F238E27FC236}">
                <a16:creationId xmlns:a16="http://schemas.microsoft.com/office/drawing/2014/main" id="{3BFF4073-0260-41B4-A78C-254B5359E77F}"/>
              </a:ext>
            </a:extLst>
          </p:cNvPr>
          <p:cNvSpPr>
            <a:spLocks noGrp="1"/>
          </p:cNvSpPr>
          <p:nvPr/>
        </p:nvSpPr>
        <p:spPr>
          <a:xfrm>
            <a:off x="66365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01_find_only_1556">
            <a:extLst>
              <a:ext uri="{FF2B5EF4-FFF2-40B4-BE49-F238E27FC236}">
                <a16:creationId xmlns:a16="http://schemas.microsoft.com/office/drawing/2014/main" id="{6637560E-5984-49D3-88A3-852626CAB0A9}"/>
              </a:ext>
            </a:extLst>
          </p:cNvPr>
          <p:cNvSpPr>
            <a:spLocks noGrp="1"/>
          </p:cNvSpPr>
          <p:nvPr/>
        </p:nvSpPr>
        <p:spPr>
          <a:xfrm>
            <a:off x="65550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01_find_only_1557">
            <a:extLst>
              <a:ext uri="{FF2B5EF4-FFF2-40B4-BE49-F238E27FC236}">
                <a16:creationId xmlns:a16="http://schemas.microsoft.com/office/drawing/2014/main" id="{A74D8028-DFC3-4F67-9013-4B32DFB705C1}"/>
              </a:ext>
            </a:extLst>
          </p:cNvPr>
          <p:cNvSpPr>
            <a:spLocks noGrp="1"/>
          </p:cNvSpPr>
          <p:nvPr/>
        </p:nvSpPr>
        <p:spPr>
          <a:xfrm>
            <a:off x="6636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01_find_only_1558">
            <a:extLst>
              <a:ext uri="{FF2B5EF4-FFF2-40B4-BE49-F238E27FC236}">
                <a16:creationId xmlns:a16="http://schemas.microsoft.com/office/drawing/2014/main" id="{3AEBB5E2-FB39-4782-A742-58997E985EC7}"/>
              </a:ext>
            </a:extLst>
          </p:cNvPr>
          <p:cNvSpPr>
            <a:spLocks noGrp="1"/>
          </p:cNvSpPr>
          <p:nvPr/>
        </p:nvSpPr>
        <p:spPr>
          <a:xfrm>
            <a:off x="6645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01_find_only_1559">
            <a:extLst>
              <a:ext uri="{FF2B5EF4-FFF2-40B4-BE49-F238E27FC236}">
                <a16:creationId xmlns:a16="http://schemas.microsoft.com/office/drawing/2014/main" id="{B7D216B8-E47D-418F-8233-BC25BEFC303A}"/>
              </a:ext>
            </a:extLst>
          </p:cNvPr>
          <p:cNvSpPr>
            <a:spLocks noGrp="1"/>
          </p:cNvSpPr>
          <p:nvPr/>
        </p:nvSpPr>
        <p:spPr>
          <a:xfrm>
            <a:off x="66130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01_find_only_1560">
            <a:extLst>
              <a:ext uri="{FF2B5EF4-FFF2-40B4-BE49-F238E27FC236}">
                <a16:creationId xmlns:a16="http://schemas.microsoft.com/office/drawing/2014/main" id="{2114FDBC-AAF5-4CDF-B9B6-979F9EE85AEE}"/>
              </a:ext>
            </a:extLst>
          </p:cNvPr>
          <p:cNvSpPr>
            <a:spLocks noGrp="1"/>
          </p:cNvSpPr>
          <p:nvPr/>
        </p:nvSpPr>
        <p:spPr>
          <a:xfrm>
            <a:off x="6583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01_find_only_1561">
            <a:extLst>
              <a:ext uri="{FF2B5EF4-FFF2-40B4-BE49-F238E27FC236}">
                <a16:creationId xmlns:a16="http://schemas.microsoft.com/office/drawing/2014/main" id="{F312ECD0-E620-4B62-9DCF-75EE22E24FFB}"/>
              </a:ext>
            </a:extLst>
          </p:cNvPr>
          <p:cNvSpPr>
            <a:spLocks noGrp="1"/>
          </p:cNvSpPr>
          <p:nvPr/>
        </p:nvSpPr>
        <p:spPr>
          <a:xfrm>
            <a:off x="66246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01_find_only_1562">
            <a:extLst>
              <a:ext uri="{FF2B5EF4-FFF2-40B4-BE49-F238E27FC236}">
                <a16:creationId xmlns:a16="http://schemas.microsoft.com/office/drawing/2014/main" id="{E5FA5484-BE3B-4D39-AB87-93EC6CFC92DE}"/>
              </a:ext>
            </a:extLst>
          </p:cNvPr>
          <p:cNvSpPr>
            <a:spLocks noGrp="1"/>
          </p:cNvSpPr>
          <p:nvPr/>
        </p:nvSpPr>
        <p:spPr>
          <a:xfrm>
            <a:off x="6575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01_find_only_1563">
            <a:extLst>
              <a:ext uri="{FF2B5EF4-FFF2-40B4-BE49-F238E27FC236}">
                <a16:creationId xmlns:a16="http://schemas.microsoft.com/office/drawing/2014/main" id="{AE5F9175-27BA-4DB6-9A8D-9252A5C3F6D2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01_find_only_1564">
            <a:extLst>
              <a:ext uri="{FF2B5EF4-FFF2-40B4-BE49-F238E27FC236}">
                <a16:creationId xmlns:a16="http://schemas.microsoft.com/office/drawing/2014/main" id="{072E8CF9-4F49-440C-A755-F4CBE1A4A04D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01_find_only_1565">
            <a:extLst>
              <a:ext uri="{FF2B5EF4-FFF2-40B4-BE49-F238E27FC236}">
                <a16:creationId xmlns:a16="http://schemas.microsoft.com/office/drawing/2014/main" id="{0BE2F6D3-95CD-432F-84F8-AFF7DDC37A8B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01_find_only_1566">
            <a:extLst>
              <a:ext uri="{FF2B5EF4-FFF2-40B4-BE49-F238E27FC236}">
                <a16:creationId xmlns:a16="http://schemas.microsoft.com/office/drawing/2014/main" id="{505138F3-D935-4821-BE1E-C3B524B3D70A}"/>
              </a:ext>
            </a:extLst>
          </p:cNvPr>
          <p:cNvSpPr>
            <a:spLocks noGrp="1"/>
          </p:cNvSpPr>
          <p:nvPr/>
        </p:nvSpPr>
        <p:spPr>
          <a:xfrm>
            <a:off x="66387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01_find_only_1567">
            <a:extLst>
              <a:ext uri="{FF2B5EF4-FFF2-40B4-BE49-F238E27FC236}">
                <a16:creationId xmlns:a16="http://schemas.microsoft.com/office/drawing/2014/main" id="{E579A8E7-BC2D-436D-8530-988BD728E501}"/>
              </a:ext>
            </a:extLst>
          </p:cNvPr>
          <p:cNvSpPr>
            <a:spLocks noGrp="1"/>
          </p:cNvSpPr>
          <p:nvPr/>
        </p:nvSpPr>
        <p:spPr>
          <a:xfrm>
            <a:off x="65856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01_find_only_1568">
            <a:extLst>
              <a:ext uri="{FF2B5EF4-FFF2-40B4-BE49-F238E27FC236}">
                <a16:creationId xmlns:a16="http://schemas.microsoft.com/office/drawing/2014/main" id="{03482C76-FCB8-4FE3-BBC2-929FB6A6DC0E}"/>
              </a:ext>
            </a:extLst>
          </p:cNvPr>
          <p:cNvSpPr>
            <a:spLocks noGrp="1"/>
          </p:cNvSpPr>
          <p:nvPr/>
        </p:nvSpPr>
        <p:spPr>
          <a:xfrm>
            <a:off x="65950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01_find_only_1569">
            <a:extLst>
              <a:ext uri="{FF2B5EF4-FFF2-40B4-BE49-F238E27FC236}">
                <a16:creationId xmlns:a16="http://schemas.microsoft.com/office/drawing/2014/main" id="{A7552A18-69CE-4DDD-AED0-96FEB2102FB8}"/>
              </a:ext>
            </a:extLst>
          </p:cNvPr>
          <p:cNvSpPr>
            <a:spLocks noGrp="1"/>
          </p:cNvSpPr>
          <p:nvPr/>
        </p:nvSpPr>
        <p:spPr>
          <a:xfrm>
            <a:off x="6648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01_find_only_1570">
            <a:extLst>
              <a:ext uri="{FF2B5EF4-FFF2-40B4-BE49-F238E27FC236}">
                <a16:creationId xmlns:a16="http://schemas.microsoft.com/office/drawing/2014/main" id="{3C5BE689-FE1A-4E1E-B882-A0B825CA92E8}"/>
              </a:ext>
            </a:extLst>
          </p:cNvPr>
          <p:cNvSpPr>
            <a:spLocks noGrp="1"/>
          </p:cNvSpPr>
          <p:nvPr/>
        </p:nvSpPr>
        <p:spPr>
          <a:xfrm>
            <a:off x="66189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01_find_only_1571">
            <a:extLst>
              <a:ext uri="{FF2B5EF4-FFF2-40B4-BE49-F238E27FC236}">
                <a16:creationId xmlns:a16="http://schemas.microsoft.com/office/drawing/2014/main" id="{DD9462BD-06BA-44C3-987A-E3E52DBEF49D}"/>
              </a:ext>
            </a:extLst>
          </p:cNvPr>
          <p:cNvSpPr>
            <a:spLocks noGrp="1"/>
          </p:cNvSpPr>
          <p:nvPr/>
        </p:nvSpPr>
        <p:spPr>
          <a:xfrm>
            <a:off x="66445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01_find_only_1572">
            <a:extLst>
              <a:ext uri="{FF2B5EF4-FFF2-40B4-BE49-F238E27FC236}">
                <a16:creationId xmlns:a16="http://schemas.microsoft.com/office/drawing/2014/main" id="{C4634DE8-E67A-42D2-9770-70635F25A027}"/>
              </a:ext>
            </a:extLst>
          </p:cNvPr>
          <p:cNvSpPr>
            <a:spLocks noGrp="1"/>
          </p:cNvSpPr>
          <p:nvPr/>
        </p:nvSpPr>
        <p:spPr>
          <a:xfrm>
            <a:off x="65586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01_find_only_1573">
            <a:extLst>
              <a:ext uri="{FF2B5EF4-FFF2-40B4-BE49-F238E27FC236}">
                <a16:creationId xmlns:a16="http://schemas.microsoft.com/office/drawing/2014/main" id="{40936605-A8E2-4C70-A2B1-B1F02BA19583}"/>
              </a:ext>
            </a:extLst>
          </p:cNvPr>
          <p:cNvSpPr>
            <a:spLocks noGrp="1"/>
          </p:cNvSpPr>
          <p:nvPr/>
        </p:nvSpPr>
        <p:spPr>
          <a:xfrm>
            <a:off x="6637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01_find_only_1574">
            <a:extLst>
              <a:ext uri="{FF2B5EF4-FFF2-40B4-BE49-F238E27FC236}">
                <a16:creationId xmlns:a16="http://schemas.microsoft.com/office/drawing/2014/main" id="{DE977B93-1F96-4775-916B-70FB519C3FB7}"/>
              </a:ext>
            </a:extLst>
          </p:cNvPr>
          <p:cNvSpPr>
            <a:spLocks noGrp="1"/>
          </p:cNvSpPr>
          <p:nvPr/>
        </p:nvSpPr>
        <p:spPr>
          <a:xfrm>
            <a:off x="66245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01_find_only_1575">
            <a:extLst>
              <a:ext uri="{FF2B5EF4-FFF2-40B4-BE49-F238E27FC236}">
                <a16:creationId xmlns:a16="http://schemas.microsoft.com/office/drawing/2014/main" id="{CD33D72C-1EE0-4A8B-BB50-DBF28935730A}"/>
              </a:ext>
            </a:extLst>
          </p:cNvPr>
          <p:cNvSpPr>
            <a:spLocks noGrp="1"/>
          </p:cNvSpPr>
          <p:nvPr/>
        </p:nvSpPr>
        <p:spPr>
          <a:xfrm>
            <a:off x="65910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01_find_only_1576">
            <a:extLst>
              <a:ext uri="{FF2B5EF4-FFF2-40B4-BE49-F238E27FC236}">
                <a16:creationId xmlns:a16="http://schemas.microsoft.com/office/drawing/2014/main" id="{5CC83F4F-94D6-4F3E-B8C4-E457A6F30EC1}"/>
              </a:ext>
            </a:extLst>
          </p:cNvPr>
          <p:cNvSpPr>
            <a:spLocks noGrp="1"/>
          </p:cNvSpPr>
          <p:nvPr/>
        </p:nvSpPr>
        <p:spPr>
          <a:xfrm>
            <a:off x="66283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01_find_only_1577">
            <a:extLst>
              <a:ext uri="{FF2B5EF4-FFF2-40B4-BE49-F238E27FC236}">
                <a16:creationId xmlns:a16="http://schemas.microsoft.com/office/drawing/2014/main" id="{02D1B69D-4C5C-491D-819B-4C0FF8E7206F}"/>
              </a:ext>
            </a:extLst>
          </p:cNvPr>
          <p:cNvSpPr>
            <a:spLocks noGrp="1"/>
          </p:cNvSpPr>
          <p:nvPr/>
        </p:nvSpPr>
        <p:spPr>
          <a:xfrm>
            <a:off x="66485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01_find_only_1578">
            <a:extLst>
              <a:ext uri="{FF2B5EF4-FFF2-40B4-BE49-F238E27FC236}">
                <a16:creationId xmlns:a16="http://schemas.microsoft.com/office/drawing/2014/main" id="{8B87B8AB-1238-4EEF-899C-D6CF37070E19}"/>
              </a:ext>
            </a:extLst>
          </p:cNvPr>
          <p:cNvSpPr>
            <a:spLocks noGrp="1"/>
          </p:cNvSpPr>
          <p:nvPr/>
        </p:nvSpPr>
        <p:spPr>
          <a:xfrm>
            <a:off x="66181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01_find_only_1579">
            <a:extLst>
              <a:ext uri="{FF2B5EF4-FFF2-40B4-BE49-F238E27FC236}">
                <a16:creationId xmlns:a16="http://schemas.microsoft.com/office/drawing/2014/main" id="{03B33D5C-B09A-410B-A776-52212F16E9EA}"/>
              </a:ext>
            </a:extLst>
          </p:cNvPr>
          <p:cNvSpPr>
            <a:spLocks noGrp="1"/>
          </p:cNvSpPr>
          <p:nvPr/>
        </p:nvSpPr>
        <p:spPr>
          <a:xfrm>
            <a:off x="6625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01_find_only_1580">
            <a:extLst>
              <a:ext uri="{FF2B5EF4-FFF2-40B4-BE49-F238E27FC236}">
                <a16:creationId xmlns:a16="http://schemas.microsoft.com/office/drawing/2014/main" id="{688F0669-3964-461F-A181-C7417F7CD77C}"/>
              </a:ext>
            </a:extLst>
          </p:cNvPr>
          <p:cNvSpPr>
            <a:spLocks noGrp="1"/>
          </p:cNvSpPr>
          <p:nvPr/>
        </p:nvSpPr>
        <p:spPr>
          <a:xfrm>
            <a:off x="66247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01_find_only_1581">
            <a:extLst>
              <a:ext uri="{FF2B5EF4-FFF2-40B4-BE49-F238E27FC236}">
                <a16:creationId xmlns:a16="http://schemas.microsoft.com/office/drawing/2014/main" id="{CF0374F6-EE76-4DCB-A4EB-37D03D496EBD}"/>
              </a:ext>
            </a:extLst>
          </p:cNvPr>
          <p:cNvSpPr>
            <a:spLocks noGrp="1"/>
          </p:cNvSpPr>
          <p:nvPr/>
        </p:nvSpPr>
        <p:spPr>
          <a:xfrm>
            <a:off x="66092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01_find_only_1582">
            <a:extLst>
              <a:ext uri="{FF2B5EF4-FFF2-40B4-BE49-F238E27FC236}">
                <a16:creationId xmlns:a16="http://schemas.microsoft.com/office/drawing/2014/main" id="{7BF42223-5E98-4616-B959-0181DB1D51E5}"/>
              </a:ext>
            </a:extLst>
          </p:cNvPr>
          <p:cNvSpPr>
            <a:spLocks noGrp="1"/>
          </p:cNvSpPr>
          <p:nvPr/>
        </p:nvSpPr>
        <p:spPr>
          <a:xfrm>
            <a:off x="658210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01_find_only_1583">
            <a:extLst>
              <a:ext uri="{FF2B5EF4-FFF2-40B4-BE49-F238E27FC236}">
                <a16:creationId xmlns:a16="http://schemas.microsoft.com/office/drawing/2014/main" id="{D2769C27-60F1-40A4-A030-98049FC74EAB}"/>
              </a:ext>
            </a:extLst>
          </p:cNvPr>
          <p:cNvSpPr>
            <a:spLocks noGrp="1"/>
          </p:cNvSpPr>
          <p:nvPr/>
        </p:nvSpPr>
        <p:spPr>
          <a:xfrm>
            <a:off x="6641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01_find_only_1584">
            <a:extLst>
              <a:ext uri="{FF2B5EF4-FFF2-40B4-BE49-F238E27FC236}">
                <a16:creationId xmlns:a16="http://schemas.microsoft.com/office/drawing/2014/main" id="{9BD40047-972D-4C84-A56E-49D36886401A}"/>
              </a:ext>
            </a:extLst>
          </p:cNvPr>
          <p:cNvSpPr>
            <a:spLocks noGrp="1"/>
          </p:cNvSpPr>
          <p:nvPr/>
        </p:nvSpPr>
        <p:spPr>
          <a:xfrm>
            <a:off x="657180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01_find_only_1585">
            <a:extLst>
              <a:ext uri="{FF2B5EF4-FFF2-40B4-BE49-F238E27FC236}">
                <a16:creationId xmlns:a16="http://schemas.microsoft.com/office/drawing/2014/main" id="{6BC055DA-F971-4481-B487-F9389A34F284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01_find_only_1586">
            <a:extLst>
              <a:ext uri="{FF2B5EF4-FFF2-40B4-BE49-F238E27FC236}">
                <a16:creationId xmlns:a16="http://schemas.microsoft.com/office/drawing/2014/main" id="{EB03B157-630B-42F8-B87F-4C462EDAA9BF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01_find_only_1587">
            <a:extLst>
              <a:ext uri="{FF2B5EF4-FFF2-40B4-BE49-F238E27FC236}">
                <a16:creationId xmlns:a16="http://schemas.microsoft.com/office/drawing/2014/main" id="{144B2901-1F3B-4FA4-A250-30C0DDCD57FD}"/>
              </a:ext>
            </a:extLst>
          </p:cNvPr>
          <p:cNvSpPr>
            <a:spLocks noGrp="1"/>
          </p:cNvSpPr>
          <p:nvPr/>
        </p:nvSpPr>
        <p:spPr>
          <a:xfrm>
            <a:off x="664311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01_find_only_1588">
            <a:extLst>
              <a:ext uri="{FF2B5EF4-FFF2-40B4-BE49-F238E27FC236}">
                <a16:creationId xmlns:a16="http://schemas.microsoft.com/office/drawing/2014/main" id="{B44287A5-D44B-4E9F-8506-D69EA4801D6C}"/>
              </a:ext>
            </a:extLst>
          </p:cNvPr>
          <p:cNvSpPr>
            <a:spLocks noGrp="1"/>
          </p:cNvSpPr>
          <p:nvPr/>
        </p:nvSpPr>
        <p:spPr>
          <a:xfrm>
            <a:off x="66328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01_find_only_1589">
            <a:extLst>
              <a:ext uri="{FF2B5EF4-FFF2-40B4-BE49-F238E27FC236}">
                <a16:creationId xmlns:a16="http://schemas.microsoft.com/office/drawing/2014/main" id="{CCAD33FC-0522-4598-B6CD-DA507F6367FC}"/>
              </a:ext>
            </a:extLst>
          </p:cNvPr>
          <p:cNvSpPr>
            <a:spLocks noGrp="1"/>
          </p:cNvSpPr>
          <p:nvPr/>
        </p:nvSpPr>
        <p:spPr>
          <a:xfrm>
            <a:off x="66369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01_find_only_1590">
            <a:extLst>
              <a:ext uri="{FF2B5EF4-FFF2-40B4-BE49-F238E27FC236}">
                <a16:creationId xmlns:a16="http://schemas.microsoft.com/office/drawing/2014/main" id="{30B75EE0-B938-4103-9E82-4EB61E15F244}"/>
              </a:ext>
            </a:extLst>
          </p:cNvPr>
          <p:cNvSpPr>
            <a:spLocks noGrp="1"/>
          </p:cNvSpPr>
          <p:nvPr/>
        </p:nvSpPr>
        <p:spPr>
          <a:xfrm>
            <a:off x="662494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01_find_only_1591">
            <a:extLst>
              <a:ext uri="{FF2B5EF4-FFF2-40B4-BE49-F238E27FC236}">
                <a16:creationId xmlns:a16="http://schemas.microsoft.com/office/drawing/2014/main" id="{4B6229EF-5AF2-418E-8691-2D5C568C109D}"/>
              </a:ext>
            </a:extLst>
          </p:cNvPr>
          <p:cNvSpPr>
            <a:spLocks noGrp="1"/>
          </p:cNvSpPr>
          <p:nvPr/>
        </p:nvSpPr>
        <p:spPr>
          <a:xfrm>
            <a:off x="66324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01_find_only_1592">
            <a:extLst>
              <a:ext uri="{FF2B5EF4-FFF2-40B4-BE49-F238E27FC236}">
                <a16:creationId xmlns:a16="http://schemas.microsoft.com/office/drawing/2014/main" id="{FBAE1D83-B4AE-448E-BE77-3E4D711E89AA}"/>
              </a:ext>
            </a:extLst>
          </p:cNvPr>
          <p:cNvSpPr>
            <a:spLocks noGrp="1"/>
          </p:cNvSpPr>
          <p:nvPr/>
        </p:nvSpPr>
        <p:spPr>
          <a:xfrm>
            <a:off x="66407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01_find_only_1593">
            <a:extLst>
              <a:ext uri="{FF2B5EF4-FFF2-40B4-BE49-F238E27FC236}">
                <a16:creationId xmlns:a16="http://schemas.microsoft.com/office/drawing/2014/main" id="{BAF27644-B825-4F84-AD0B-432E882E98C9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01_find_only_1594">
            <a:extLst>
              <a:ext uri="{FF2B5EF4-FFF2-40B4-BE49-F238E27FC236}">
                <a16:creationId xmlns:a16="http://schemas.microsoft.com/office/drawing/2014/main" id="{C3AFE72F-F723-44FD-821A-D5EA82F30DE7}"/>
              </a:ext>
            </a:extLst>
          </p:cNvPr>
          <p:cNvSpPr>
            <a:spLocks noGrp="1"/>
          </p:cNvSpPr>
          <p:nvPr/>
        </p:nvSpPr>
        <p:spPr>
          <a:xfrm>
            <a:off x="65771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01_find_only_1595">
            <a:extLst>
              <a:ext uri="{FF2B5EF4-FFF2-40B4-BE49-F238E27FC236}">
                <a16:creationId xmlns:a16="http://schemas.microsoft.com/office/drawing/2014/main" id="{DB93FE92-483E-4BAD-8E8E-28E1D01995E9}"/>
              </a:ext>
            </a:extLst>
          </p:cNvPr>
          <p:cNvSpPr>
            <a:spLocks noGrp="1"/>
          </p:cNvSpPr>
          <p:nvPr/>
        </p:nvSpPr>
        <p:spPr>
          <a:xfrm>
            <a:off x="6623298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01_find_only_1596">
            <a:extLst>
              <a:ext uri="{FF2B5EF4-FFF2-40B4-BE49-F238E27FC236}">
                <a16:creationId xmlns:a16="http://schemas.microsoft.com/office/drawing/2014/main" id="{404C5293-AE10-4352-870F-08479DCDFCF9}"/>
              </a:ext>
            </a:extLst>
          </p:cNvPr>
          <p:cNvSpPr>
            <a:spLocks noGrp="1"/>
          </p:cNvSpPr>
          <p:nvPr/>
        </p:nvSpPr>
        <p:spPr>
          <a:xfrm>
            <a:off x="65744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01_find_only_1597">
            <a:extLst>
              <a:ext uri="{FF2B5EF4-FFF2-40B4-BE49-F238E27FC236}">
                <a16:creationId xmlns:a16="http://schemas.microsoft.com/office/drawing/2014/main" id="{2D5AD165-2ABF-4F27-90CD-6E5F74D3E64B}"/>
              </a:ext>
            </a:extLst>
          </p:cNvPr>
          <p:cNvSpPr>
            <a:spLocks noGrp="1"/>
          </p:cNvSpPr>
          <p:nvPr/>
        </p:nvSpPr>
        <p:spPr>
          <a:xfrm>
            <a:off x="6583854" y="36758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01_find_only_1598">
            <a:extLst>
              <a:ext uri="{FF2B5EF4-FFF2-40B4-BE49-F238E27FC236}">
                <a16:creationId xmlns:a16="http://schemas.microsoft.com/office/drawing/2014/main" id="{FA1F7A90-504C-4FDD-8BD2-D7BF05FC0953}"/>
              </a:ext>
            </a:extLst>
          </p:cNvPr>
          <p:cNvSpPr>
            <a:spLocks noGrp="1"/>
          </p:cNvSpPr>
          <p:nvPr/>
        </p:nvSpPr>
        <p:spPr>
          <a:xfrm>
            <a:off x="65679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01_find_only_1599">
            <a:extLst>
              <a:ext uri="{FF2B5EF4-FFF2-40B4-BE49-F238E27FC236}">
                <a16:creationId xmlns:a16="http://schemas.microsoft.com/office/drawing/2014/main" id="{AB1863BA-B029-474B-9815-51F152FF66C6}"/>
              </a:ext>
            </a:extLst>
          </p:cNvPr>
          <p:cNvSpPr>
            <a:spLocks noGrp="1"/>
          </p:cNvSpPr>
          <p:nvPr/>
        </p:nvSpPr>
        <p:spPr>
          <a:xfrm>
            <a:off x="65782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01_find_only_1600">
            <a:extLst>
              <a:ext uri="{FF2B5EF4-FFF2-40B4-BE49-F238E27FC236}">
                <a16:creationId xmlns:a16="http://schemas.microsoft.com/office/drawing/2014/main" id="{80F6B3EA-206C-4FD8-B863-30FBB49A3AEC}"/>
              </a:ext>
            </a:extLst>
          </p:cNvPr>
          <p:cNvSpPr>
            <a:spLocks noGrp="1"/>
          </p:cNvSpPr>
          <p:nvPr/>
        </p:nvSpPr>
        <p:spPr>
          <a:xfrm>
            <a:off x="65820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01_find_only_1601">
            <a:extLst>
              <a:ext uri="{FF2B5EF4-FFF2-40B4-BE49-F238E27FC236}">
                <a16:creationId xmlns:a16="http://schemas.microsoft.com/office/drawing/2014/main" id="{D163C168-9478-478A-96F5-78C1A86E2A3D}"/>
              </a:ext>
            </a:extLst>
          </p:cNvPr>
          <p:cNvSpPr>
            <a:spLocks noGrp="1"/>
          </p:cNvSpPr>
          <p:nvPr/>
        </p:nvSpPr>
        <p:spPr>
          <a:xfrm>
            <a:off x="66423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01_find_only_1602">
            <a:extLst>
              <a:ext uri="{FF2B5EF4-FFF2-40B4-BE49-F238E27FC236}">
                <a16:creationId xmlns:a16="http://schemas.microsoft.com/office/drawing/2014/main" id="{ECF6547C-3032-4A3F-8057-15778B6F7275}"/>
              </a:ext>
            </a:extLst>
          </p:cNvPr>
          <p:cNvSpPr>
            <a:spLocks noGrp="1"/>
          </p:cNvSpPr>
          <p:nvPr/>
        </p:nvSpPr>
        <p:spPr>
          <a:xfrm>
            <a:off x="66011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01_find_only_1603">
            <a:extLst>
              <a:ext uri="{FF2B5EF4-FFF2-40B4-BE49-F238E27FC236}">
                <a16:creationId xmlns:a16="http://schemas.microsoft.com/office/drawing/2014/main" id="{976E0442-D38F-4821-B316-044F98A16B8D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01_find_only_1604">
            <a:extLst>
              <a:ext uri="{FF2B5EF4-FFF2-40B4-BE49-F238E27FC236}">
                <a16:creationId xmlns:a16="http://schemas.microsoft.com/office/drawing/2014/main" id="{CBE488C9-37FB-40D9-982F-0FFC3FCA1EBD}"/>
              </a:ext>
            </a:extLst>
          </p:cNvPr>
          <p:cNvSpPr>
            <a:spLocks noGrp="1"/>
          </p:cNvSpPr>
          <p:nvPr/>
        </p:nvSpPr>
        <p:spPr>
          <a:xfrm>
            <a:off x="658356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01_find_only_1605">
            <a:extLst>
              <a:ext uri="{FF2B5EF4-FFF2-40B4-BE49-F238E27FC236}">
                <a16:creationId xmlns:a16="http://schemas.microsoft.com/office/drawing/2014/main" id="{A45522B2-7455-4D9C-8B48-3F67EAF048B6}"/>
              </a:ext>
            </a:extLst>
          </p:cNvPr>
          <p:cNvSpPr>
            <a:spLocks noGrp="1"/>
          </p:cNvSpPr>
          <p:nvPr/>
        </p:nvSpPr>
        <p:spPr>
          <a:xfrm>
            <a:off x="6637288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01_find_only_1606">
            <a:extLst>
              <a:ext uri="{FF2B5EF4-FFF2-40B4-BE49-F238E27FC236}">
                <a16:creationId xmlns:a16="http://schemas.microsoft.com/office/drawing/2014/main" id="{E23431F4-2F8E-485D-B4DA-DB40B3357323}"/>
              </a:ext>
            </a:extLst>
          </p:cNvPr>
          <p:cNvSpPr>
            <a:spLocks noGrp="1"/>
          </p:cNvSpPr>
          <p:nvPr/>
        </p:nvSpPr>
        <p:spPr>
          <a:xfrm>
            <a:off x="66189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01_find_only_1607">
            <a:extLst>
              <a:ext uri="{FF2B5EF4-FFF2-40B4-BE49-F238E27FC236}">
                <a16:creationId xmlns:a16="http://schemas.microsoft.com/office/drawing/2014/main" id="{06063970-F447-4616-8138-D5B078AE1735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01_find_only_1608">
            <a:extLst>
              <a:ext uri="{FF2B5EF4-FFF2-40B4-BE49-F238E27FC236}">
                <a16:creationId xmlns:a16="http://schemas.microsoft.com/office/drawing/2014/main" id="{B252C730-D04B-4661-BF21-9B72B09A8DC4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01_find_only_1609">
            <a:extLst>
              <a:ext uri="{FF2B5EF4-FFF2-40B4-BE49-F238E27FC236}">
                <a16:creationId xmlns:a16="http://schemas.microsoft.com/office/drawing/2014/main" id="{AE1FFEE4-36DF-4ACD-B3BC-6C0CAFC9C78A}"/>
              </a:ext>
            </a:extLst>
          </p:cNvPr>
          <p:cNvSpPr>
            <a:spLocks noGrp="1"/>
          </p:cNvSpPr>
          <p:nvPr/>
        </p:nvSpPr>
        <p:spPr>
          <a:xfrm>
            <a:off x="6593667" y="402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01_find_only_1610">
            <a:extLst>
              <a:ext uri="{FF2B5EF4-FFF2-40B4-BE49-F238E27FC236}">
                <a16:creationId xmlns:a16="http://schemas.microsoft.com/office/drawing/2014/main" id="{E7D64FA3-068B-4F51-A22A-1FE15451B26F}"/>
              </a:ext>
            </a:extLst>
          </p:cNvPr>
          <p:cNvSpPr>
            <a:spLocks noGrp="1"/>
          </p:cNvSpPr>
          <p:nvPr/>
        </p:nvSpPr>
        <p:spPr>
          <a:xfrm>
            <a:off x="6637579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01_find_only_1611">
            <a:extLst>
              <a:ext uri="{FF2B5EF4-FFF2-40B4-BE49-F238E27FC236}">
                <a16:creationId xmlns:a16="http://schemas.microsoft.com/office/drawing/2014/main" id="{5699C4CB-B798-4A5E-A2D8-7BAC12CC3E06}"/>
              </a:ext>
            </a:extLst>
          </p:cNvPr>
          <p:cNvSpPr>
            <a:spLocks noGrp="1"/>
          </p:cNvSpPr>
          <p:nvPr/>
        </p:nvSpPr>
        <p:spPr>
          <a:xfrm>
            <a:off x="66376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01_find_only_1612">
            <a:extLst>
              <a:ext uri="{FF2B5EF4-FFF2-40B4-BE49-F238E27FC236}">
                <a16:creationId xmlns:a16="http://schemas.microsoft.com/office/drawing/2014/main" id="{B9ABD39F-5A2B-40FD-8F40-009B82EAF95C}"/>
              </a:ext>
            </a:extLst>
          </p:cNvPr>
          <p:cNvSpPr>
            <a:spLocks noGrp="1"/>
          </p:cNvSpPr>
          <p:nvPr/>
        </p:nvSpPr>
        <p:spPr>
          <a:xfrm>
            <a:off x="66316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01_find_only_1613">
            <a:extLst>
              <a:ext uri="{FF2B5EF4-FFF2-40B4-BE49-F238E27FC236}">
                <a16:creationId xmlns:a16="http://schemas.microsoft.com/office/drawing/2014/main" id="{8A20AA94-5F6D-4F4A-BFD3-46CFFD1D8A82}"/>
              </a:ext>
            </a:extLst>
          </p:cNvPr>
          <p:cNvSpPr>
            <a:spLocks noGrp="1"/>
          </p:cNvSpPr>
          <p:nvPr/>
        </p:nvSpPr>
        <p:spPr>
          <a:xfrm>
            <a:off x="6640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01_find_only_1614">
            <a:extLst>
              <a:ext uri="{FF2B5EF4-FFF2-40B4-BE49-F238E27FC236}">
                <a16:creationId xmlns:a16="http://schemas.microsoft.com/office/drawing/2014/main" id="{92EEFD37-70C5-4430-A6C0-CABFF773E94E}"/>
              </a:ext>
            </a:extLst>
          </p:cNvPr>
          <p:cNvSpPr>
            <a:spLocks noGrp="1"/>
          </p:cNvSpPr>
          <p:nvPr/>
        </p:nvSpPr>
        <p:spPr>
          <a:xfrm>
            <a:off x="658434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01_find_only_1615">
            <a:extLst>
              <a:ext uri="{FF2B5EF4-FFF2-40B4-BE49-F238E27FC236}">
                <a16:creationId xmlns:a16="http://schemas.microsoft.com/office/drawing/2014/main" id="{9EB14FBA-D7EF-4C2B-850C-7CA683AA296B}"/>
              </a:ext>
            </a:extLst>
          </p:cNvPr>
          <p:cNvSpPr>
            <a:spLocks noGrp="1"/>
          </p:cNvSpPr>
          <p:nvPr/>
        </p:nvSpPr>
        <p:spPr>
          <a:xfrm>
            <a:off x="65696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01_find_only_1616">
            <a:extLst>
              <a:ext uri="{FF2B5EF4-FFF2-40B4-BE49-F238E27FC236}">
                <a16:creationId xmlns:a16="http://schemas.microsoft.com/office/drawing/2014/main" id="{491E29C1-F12E-4C6E-B541-892165344A27}"/>
              </a:ext>
            </a:extLst>
          </p:cNvPr>
          <p:cNvSpPr>
            <a:spLocks noGrp="1"/>
          </p:cNvSpPr>
          <p:nvPr/>
        </p:nvSpPr>
        <p:spPr>
          <a:xfrm>
            <a:off x="6626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01_find_only_1617">
            <a:extLst>
              <a:ext uri="{FF2B5EF4-FFF2-40B4-BE49-F238E27FC236}">
                <a16:creationId xmlns:a16="http://schemas.microsoft.com/office/drawing/2014/main" id="{5CADC7DA-BF2F-4398-A442-97E69E3A88E5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01_find_only_1618">
            <a:extLst>
              <a:ext uri="{FF2B5EF4-FFF2-40B4-BE49-F238E27FC236}">
                <a16:creationId xmlns:a16="http://schemas.microsoft.com/office/drawing/2014/main" id="{0E9BB555-24AA-4F17-A6EA-F4ADF65E7FC2}"/>
              </a:ext>
            </a:extLst>
          </p:cNvPr>
          <p:cNvSpPr>
            <a:spLocks noGrp="1"/>
          </p:cNvSpPr>
          <p:nvPr/>
        </p:nvSpPr>
        <p:spPr>
          <a:xfrm>
            <a:off x="65712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01_find_only_1619">
            <a:extLst>
              <a:ext uri="{FF2B5EF4-FFF2-40B4-BE49-F238E27FC236}">
                <a16:creationId xmlns:a16="http://schemas.microsoft.com/office/drawing/2014/main" id="{265A79AF-A33A-40F3-A818-CCD95D829572}"/>
              </a:ext>
            </a:extLst>
          </p:cNvPr>
          <p:cNvSpPr>
            <a:spLocks noGrp="1"/>
          </p:cNvSpPr>
          <p:nvPr/>
        </p:nvSpPr>
        <p:spPr>
          <a:xfrm>
            <a:off x="66286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01_find_only_1620">
            <a:extLst>
              <a:ext uri="{FF2B5EF4-FFF2-40B4-BE49-F238E27FC236}">
                <a16:creationId xmlns:a16="http://schemas.microsoft.com/office/drawing/2014/main" id="{05A84546-FCA4-4A1D-AF20-3CF9D76C186D}"/>
              </a:ext>
            </a:extLst>
          </p:cNvPr>
          <p:cNvSpPr>
            <a:spLocks noGrp="1"/>
          </p:cNvSpPr>
          <p:nvPr/>
        </p:nvSpPr>
        <p:spPr>
          <a:xfrm>
            <a:off x="6565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01_find_only_1621">
            <a:extLst>
              <a:ext uri="{FF2B5EF4-FFF2-40B4-BE49-F238E27FC236}">
                <a16:creationId xmlns:a16="http://schemas.microsoft.com/office/drawing/2014/main" id="{B2DCBEC1-586F-4155-8AAF-672A55DEDB19}"/>
              </a:ext>
            </a:extLst>
          </p:cNvPr>
          <p:cNvSpPr>
            <a:spLocks noGrp="1"/>
          </p:cNvSpPr>
          <p:nvPr/>
        </p:nvSpPr>
        <p:spPr>
          <a:xfrm>
            <a:off x="6647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01_find_only_1622">
            <a:extLst>
              <a:ext uri="{FF2B5EF4-FFF2-40B4-BE49-F238E27FC236}">
                <a16:creationId xmlns:a16="http://schemas.microsoft.com/office/drawing/2014/main" id="{AFDA986B-1DAA-446F-8614-0239A2B340D0}"/>
              </a:ext>
            </a:extLst>
          </p:cNvPr>
          <p:cNvSpPr>
            <a:spLocks noGrp="1"/>
          </p:cNvSpPr>
          <p:nvPr/>
        </p:nvSpPr>
        <p:spPr>
          <a:xfrm>
            <a:off x="663243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01_find_only_1623">
            <a:extLst>
              <a:ext uri="{FF2B5EF4-FFF2-40B4-BE49-F238E27FC236}">
                <a16:creationId xmlns:a16="http://schemas.microsoft.com/office/drawing/2014/main" id="{9377F567-0986-4D96-8792-45736423E229}"/>
              </a:ext>
            </a:extLst>
          </p:cNvPr>
          <p:cNvSpPr>
            <a:spLocks noGrp="1"/>
          </p:cNvSpPr>
          <p:nvPr/>
        </p:nvSpPr>
        <p:spPr>
          <a:xfrm>
            <a:off x="6597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01_find_only_1624">
            <a:extLst>
              <a:ext uri="{FF2B5EF4-FFF2-40B4-BE49-F238E27FC236}">
                <a16:creationId xmlns:a16="http://schemas.microsoft.com/office/drawing/2014/main" id="{050FA39B-F4BA-4BFA-9D2A-40A9E735D0D3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01_find_only_1625">
            <a:extLst>
              <a:ext uri="{FF2B5EF4-FFF2-40B4-BE49-F238E27FC236}">
                <a16:creationId xmlns:a16="http://schemas.microsoft.com/office/drawing/2014/main" id="{1F51D3BF-A9CE-4412-9241-3EB4AD8A9117}"/>
              </a:ext>
            </a:extLst>
          </p:cNvPr>
          <p:cNvSpPr>
            <a:spLocks noGrp="1"/>
          </p:cNvSpPr>
          <p:nvPr/>
        </p:nvSpPr>
        <p:spPr>
          <a:xfrm>
            <a:off x="6645836" y="35749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01_find_only_1626">
            <a:extLst>
              <a:ext uri="{FF2B5EF4-FFF2-40B4-BE49-F238E27FC236}">
                <a16:creationId xmlns:a16="http://schemas.microsoft.com/office/drawing/2014/main" id="{ED356846-ED86-441F-A802-CF8C665A4CC3}"/>
              </a:ext>
            </a:extLst>
          </p:cNvPr>
          <p:cNvSpPr>
            <a:spLocks noGrp="1"/>
          </p:cNvSpPr>
          <p:nvPr/>
        </p:nvSpPr>
        <p:spPr>
          <a:xfrm>
            <a:off x="665001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01_find_only_1627">
            <a:extLst>
              <a:ext uri="{FF2B5EF4-FFF2-40B4-BE49-F238E27FC236}">
                <a16:creationId xmlns:a16="http://schemas.microsoft.com/office/drawing/2014/main" id="{599808F7-678E-40E9-97F4-4E238C12EC34}"/>
              </a:ext>
            </a:extLst>
          </p:cNvPr>
          <p:cNvSpPr>
            <a:spLocks noGrp="1"/>
          </p:cNvSpPr>
          <p:nvPr/>
        </p:nvSpPr>
        <p:spPr>
          <a:xfrm>
            <a:off x="66147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01_find_only_1628">
            <a:extLst>
              <a:ext uri="{FF2B5EF4-FFF2-40B4-BE49-F238E27FC236}">
                <a16:creationId xmlns:a16="http://schemas.microsoft.com/office/drawing/2014/main" id="{F52EE82E-C41D-4AFE-9575-A0CBF7CB33AE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01_find_only_1629">
            <a:extLst>
              <a:ext uri="{FF2B5EF4-FFF2-40B4-BE49-F238E27FC236}">
                <a16:creationId xmlns:a16="http://schemas.microsoft.com/office/drawing/2014/main" id="{D490122F-2425-4BE1-B0CE-477BCAAFC862}"/>
              </a:ext>
            </a:extLst>
          </p:cNvPr>
          <p:cNvSpPr>
            <a:spLocks noGrp="1"/>
          </p:cNvSpPr>
          <p:nvPr/>
        </p:nvSpPr>
        <p:spPr>
          <a:xfrm>
            <a:off x="656879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01_find_only_1630">
            <a:extLst>
              <a:ext uri="{FF2B5EF4-FFF2-40B4-BE49-F238E27FC236}">
                <a16:creationId xmlns:a16="http://schemas.microsoft.com/office/drawing/2014/main" id="{A16D29B3-AC09-4CB4-B7F7-441C95D40F79}"/>
              </a:ext>
            </a:extLst>
          </p:cNvPr>
          <p:cNvSpPr>
            <a:spLocks noGrp="1"/>
          </p:cNvSpPr>
          <p:nvPr/>
        </p:nvSpPr>
        <p:spPr>
          <a:xfrm>
            <a:off x="65961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01_find_only_1631">
            <a:extLst>
              <a:ext uri="{FF2B5EF4-FFF2-40B4-BE49-F238E27FC236}">
                <a16:creationId xmlns:a16="http://schemas.microsoft.com/office/drawing/2014/main" id="{6E846E20-8916-40E2-966B-22AC70C5CE57}"/>
              </a:ext>
            </a:extLst>
          </p:cNvPr>
          <p:cNvSpPr>
            <a:spLocks noGrp="1"/>
          </p:cNvSpPr>
          <p:nvPr/>
        </p:nvSpPr>
        <p:spPr>
          <a:xfrm>
            <a:off x="6630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01_find_only_1632">
            <a:extLst>
              <a:ext uri="{FF2B5EF4-FFF2-40B4-BE49-F238E27FC236}">
                <a16:creationId xmlns:a16="http://schemas.microsoft.com/office/drawing/2014/main" id="{617B0CBC-EF66-4313-8592-CDD6DAB6F7CC}"/>
              </a:ext>
            </a:extLst>
          </p:cNvPr>
          <p:cNvSpPr>
            <a:spLocks noGrp="1"/>
          </p:cNvSpPr>
          <p:nvPr/>
        </p:nvSpPr>
        <p:spPr>
          <a:xfrm>
            <a:off x="656287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01_find_only_1633">
            <a:extLst>
              <a:ext uri="{FF2B5EF4-FFF2-40B4-BE49-F238E27FC236}">
                <a16:creationId xmlns:a16="http://schemas.microsoft.com/office/drawing/2014/main" id="{60BCDE7E-B725-42A3-9733-ACA84D9D87A3}"/>
              </a:ext>
            </a:extLst>
          </p:cNvPr>
          <p:cNvSpPr>
            <a:spLocks noGrp="1"/>
          </p:cNvSpPr>
          <p:nvPr/>
        </p:nvSpPr>
        <p:spPr>
          <a:xfrm>
            <a:off x="6559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01_find_only_1634">
            <a:extLst>
              <a:ext uri="{FF2B5EF4-FFF2-40B4-BE49-F238E27FC236}">
                <a16:creationId xmlns:a16="http://schemas.microsoft.com/office/drawing/2014/main" id="{42C057AB-7990-49EF-920A-04413AA336C3}"/>
              </a:ext>
            </a:extLst>
          </p:cNvPr>
          <p:cNvSpPr>
            <a:spLocks noGrp="1"/>
          </p:cNvSpPr>
          <p:nvPr/>
        </p:nvSpPr>
        <p:spPr>
          <a:xfrm>
            <a:off x="66167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01_find_only_1635">
            <a:extLst>
              <a:ext uri="{FF2B5EF4-FFF2-40B4-BE49-F238E27FC236}">
                <a16:creationId xmlns:a16="http://schemas.microsoft.com/office/drawing/2014/main" id="{77218052-FAD7-4B63-A661-68E4BD733DF3}"/>
              </a:ext>
            </a:extLst>
          </p:cNvPr>
          <p:cNvSpPr>
            <a:spLocks noGrp="1"/>
          </p:cNvSpPr>
          <p:nvPr/>
        </p:nvSpPr>
        <p:spPr>
          <a:xfrm>
            <a:off x="6645254" y="3575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01_find_only_1636">
            <a:extLst>
              <a:ext uri="{FF2B5EF4-FFF2-40B4-BE49-F238E27FC236}">
                <a16:creationId xmlns:a16="http://schemas.microsoft.com/office/drawing/2014/main" id="{F3FB349D-C89B-41E6-9F98-F1C323DD6FDC}"/>
              </a:ext>
            </a:extLst>
          </p:cNvPr>
          <p:cNvSpPr>
            <a:spLocks noGrp="1"/>
          </p:cNvSpPr>
          <p:nvPr/>
        </p:nvSpPr>
        <p:spPr>
          <a:xfrm>
            <a:off x="65550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01_find_only_1637">
            <a:extLst>
              <a:ext uri="{FF2B5EF4-FFF2-40B4-BE49-F238E27FC236}">
                <a16:creationId xmlns:a16="http://schemas.microsoft.com/office/drawing/2014/main" id="{7189E5F3-8AA5-4BC4-B7CC-02393D1288AE}"/>
              </a:ext>
            </a:extLst>
          </p:cNvPr>
          <p:cNvSpPr>
            <a:spLocks noGrp="1"/>
          </p:cNvSpPr>
          <p:nvPr/>
        </p:nvSpPr>
        <p:spPr>
          <a:xfrm>
            <a:off x="6593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01_find_only_1638">
            <a:extLst>
              <a:ext uri="{FF2B5EF4-FFF2-40B4-BE49-F238E27FC236}">
                <a16:creationId xmlns:a16="http://schemas.microsoft.com/office/drawing/2014/main" id="{E8E47EB0-4F07-47B5-88A8-B03F7AEF1E3C}"/>
              </a:ext>
            </a:extLst>
          </p:cNvPr>
          <p:cNvSpPr>
            <a:spLocks noGrp="1"/>
          </p:cNvSpPr>
          <p:nvPr/>
        </p:nvSpPr>
        <p:spPr>
          <a:xfrm>
            <a:off x="66242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01_find_only_1639">
            <a:extLst>
              <a:ext uri="{FF2B5EF4-FFF2-40B4-BE49-F238E27FC236}">
                <a16:creationId xmlns:a16="http://schemas.microsoft.com/office/drawing/2014/main" id="{77EC6303-29DE-4E18-BF84-1BA8689E3958}"/>
              </a:ext>
            </a:extLst>
          </p:cNvPr>
          <p:cNvSpPr>
            <a:spLocks noGrp="1"/>
          </p:cNvSpPr>
          <p:nvPr/>
        </p:nvSpPr>
        <p:spPr>
          <a:xfrm>
            <a:off x="65951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01_find_only_1640">
            <a:extLst>
              <a:ext uri="{FF2B5EF4-FFF2-40B4-BE49-F238E27FC236}">
                <a16:creationId xmlns:a16="http://schemas.microsoft.com/office/drawing/2014/main" id="{E8300E6C-FD04-4508-B475-7553CAC42F4B}"/>
              </a:ext>
            </a:extLst>
          </p:cNvPr>
          <p:cNvSpPr>
            <a:spLocks noGrp="1"/>
          </p:cNvSpPr>
          <p:nvPr/>
        </p:nvSpPr>
        <p:spPr>
          <a:xfrm>
            <a:off x="6578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01_find_only_1641">
            <a:extLst>
              <a:ext uri="{FF2B5EF4-FFF2-40B4-BE49-F238E27FC236}">
                <a16:creationId xmlns:a16="http://schemas.microsoft.com/office/drawing/2014/main" id="{53222E32-1A3D-482D-A006-63BF7A60F5F8}"/>
              </a:ext>
            </a:extLst>
          </p:cNvPr>
          <p:cNvSpPr>
            <a:spLocks noGrp="1"/>
          </p:cNvSpPr>
          <p:nvPr/>
        </p:nvSpPr>
        <p:spPr>
          <a:xfrm>
            <a:off x="66164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01_find_only_1642">
            <a:extLst>
              <a:ext uri="{FF2B5EF4-FFF2-40B4-BE49-F238E27FC236}">
                <a16:creationId xmlns:a16="http://schemas.microsoft.com/office/drawing/2014/main" id="{FF561817-CE0F-455A-8156-24F7CC46B18E}"/>
              </a:ext>
            </a:extLst>
          </p:cNvPr>
          <p:cNvSpPr>
            <a:spLocks noGrp="1"/>
          </p:cNvSpPr>
          <p:nvPr/>
        </p:nvSpPr>
        <p:spPr>
          <a:xfrm>
            <a:off x="66132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01_find_only_1643">
            <a:extLst>
              <a:ext uri="{FF2B5EF4-FFF2-40B4-BE49-F238E27FC236}">
                <a16:creationId xmlns:a16="http://schemas.microsoft.com/office/drawing/2014/main" id="{2471AAAD-2BD3-480F-9827-4BF6410B87CA}"/>
              </a:ext>
            </a:extLst>
          </p:cNvPr>
          <p:cNvSpPr>
            <a:spLocks noGrp="1"/>
          </p:cNvSpPr>
          <p:nvPr/>
        </p:nvSpPr>
        <p:spPr>
          <a:xfrm>
            <a:off x="6601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01_find_only_1644">
            <a:extLst>
              <a:ext uri="{FF2B5EF4-FFF2-40B4-BE49-F238E27FC236}">
                <a16:creationId xmlns:a16="http://schemas.microsoft.com/office/drawing/2014/main" id="{15EFE4D7-665E-4967-A8F1-D94751064DC3}"/>
              </a:ext>
            </a:extLst>
          </p:cNvPr>
          <p:cNvSpPr>
            <a:spLocks noGrp="1"/>
          </p:cNvSpPr>
          <p:nvPr/>
        </p:nvSpPr>
        <p:spPr>
          <a:xfrm>
            <a:off x="66109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01_find_only_1645">
            <a:extLst>
              <a:ext uri="{FF2B5EF4-FFF2-40B4-BE49-F238E27FC236}">
                <a16:creationId xmlns:a16="http://schemas.microsoft.com/office/drawing/2014/main" id="{F2AD9532-6DBC-4729-91BF-30131AF65109}"/>
              </a:ext>
            </a:extLst>
          </p:cNvPr>
          <p:cNvSpPr>
            <a:spLocks noGrp="1"/>
          </p:cNvSpPr>
          <p:nvPr/>
        </p:nvSpPr>
        <p:spPr>
          <a:xfrm>
            <a:off x="65830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01_find_only_1646">
            <a:extLst>
              <a:ext uri="{FF2B5EF4-FFF2-40B4-BE49-F238E27FC236}">
                <a16:creationId xmlns:a16="http://schemas.microsoft.com/office/drawing/2014/main" id="{4899CB66-BF7F-49E0-A028-6594EC911B54}"/>
              </a:ext>
            </a:extLst>
          </p:cNvPr>
          <p:cNvSpPr>
            <a:spLocks noGrp="1"/>
          </p:cNvSpPr>
          <p:nvPr/>
        </p:nvSpPr>
        <p:spPr>
          <a:xfrm>
            <a:off x="6604839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01_find_only_1647">
            <a:extLst>
              <a:ext uri="{FF2B5EF4-FFF2-40B4-BE49-F238E27FC236}">
                <a16:creationId xmlns:a16="http://schemas.microsoft.com/office/drawing/2014/main" id="{CEB9349E-2E9A-42F4-A487-01D9036C373C}"/>
              </a:ext>
            </a:extLst>
          </p:cNvPr>
          <p:cNvSpPr>
            <a:spLocks noGrp="1"/>
          </p:cNvSpPr>
          <p:nvPr/>
        </p:nvSpPr>
        <p:spPr>
          <a:xfrm>
            <a:off x="658404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01_find_only_1648">
            <a:extLst>
              <a:ext uri="{FF2B5EF4-FFF2-40B4-BE49-F238E27FC236}">
                <a16:creationId xmlns:a16="http://schemas.microsoft.com/office/drawing/2014/main" id="{AF387625-CDB6-4EB6-AE9B-C4901E209D6E}"/>
              </a:ext>
            </a:extLst>
          </p:cNvPr>
          <p:cNvSpPr>
            <a:spLocks noGrp="1"/>
          </p:cNvSpPr>
          <p:nvPr/>
        </p:nvSpPr>
        <p:spPr>
          <a:xfrm>
            <a:off x="659259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01_find_only_1649">
            <a:extLst>
              <a:ext uri="{FF2B5EF4-FFF2-40B4-BE49-F238E27FC236}">
                <a16:creationId xmlns:a16="http://schemas.microsoft.com/office/drawing/2014/main" id="{90AE57FA-C1DE-4133-8996-E0641E03A975}"/>
              </a:ext>
            </a:extLst>
          </p:cNvPr>
          <p:cNvSpPr>
            <a:spLocks noGrp="1"/>
          </p:cNvSpPr>
          <p:nvPr/>
        </p:nvSpPr>
        <p:spPr>
          <a:xfrm>
            <a:off x="663456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01_find_only_1650">
            <a:extLst>
              <a:ext uri="{FF2B5EF4-FFF2-40B4-BE49-F238E27FC236}">
                <a16:creationId xmlns:a16="http://schemas.microsoft.com/office/drawing/2014/main" id="{E68F1450-3599-47DB-AEB0-AB3BD32F0BEC}"/>
              </a:ext>
            </a:extLst>
          </p:cNvPr>
          <p:cNvSpPr>
            <a:spLocks noGrp="1"/>
          </p:cNvSpPr>
          <p:nvPr/>
        </p:nvSpPr>
        <p:spPr>
          <a:xfrm>
            <a:off x="6565784" y="361873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01_find_only_1651">
            <a:extLst>
              <a:ext uri="{FF2B5EF4-FFF2-40B4-BE49-F238E27FC236}">
                <a16:creationId xmlns:a16="http://schemas.microsoft.com/office/drawing/2014/main" id="{B55AE275-66A9-4CC6-84BA-3651C53DE8D8}"/>
              </a:ext>
            </a:extLst>
          </p:cNvPr>
          <p:cNvSpPr>
            <a:spLocks noGrp="1"/>
          </p:cNvSpPr>
          <p:nvPr/>
        </p:nvSpPr>
        <p:spPr>
          <a:xfrm>
            <a:off x="65702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01_find_only_1652">
            <a:extLst>
              <a:ext uri="{FF2B5EF4-FFF2-40B4-BE49-F238E27FC236}">
                <a16:creationId xmlns:a16="http://schemas.microsoft.com/office/drawing/2014/main" id="{AB1F5F03-BBF9-4CA2-8B4D-EBE30980175E}"/>
              </a:ext>
            </a:extLst>
          </p:cNvPr>
          <p:cNvSpPr>
            <a:spLocks noGrp="1"/>
          </p:cNvSpPr>
          <p:nvPr/>
        </p:nvSpPr>
        <p:spPr>
          <a:xfrm>
            <a:off x="66106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01_find_only_1653">
            <a:extLst>
              <a:ext uri="{FF2B5EF4-FFF2-40B4-BE49-F238E27FC236}">
                <a16:creationId xmlns:a16="http://schemas.microsoft.com/office/drawing/2014/main" id="{E8512390-BF6E-4941-9891-FF8597B748D6}"/>
              </a:ext>
            </a:extLst>
          </p:cNvPr>
          <p:cNvSpPr>
            <a:spLocks noGrp="1"/>
          </p:cNvSpPr>
          <p:nvPr/>
        </p:nvSpPr>
        <p:spPr>
          <a:xfrm>
            <a:off x="660979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01_find_only_1654">
            <a:extLst>
              <a:ext uri="{FF2B5EF4-FFF2-40B4-BE49-F238E27FC236}">
                <a16:creationId xmlns:a16="http://schemas.microsoft.com/office/drawing/2014/main" id="{5B83A8CA-1FAD-45EA-9942-83A1FD914EB7}"/>
              </a:ext>
            </a:extLst>
          </p:cNvPr>
          <p:cNvSpPr>
            <a:spLocks noGrp="1"/>
          </p:cNvSpPr>
          <p:nvPr/>
        </p:nvSpPr>
        <p:spPr>
          <a:xfrm>
            <a:off x="66413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01_find_only_1655">
            <a:extLst>
              <a:ext uri="{FF2B5EF4-FFF2-40B4-BE49-F238E27FC236}">
                <a16:creationId xmlns:a16="http://schemas.microsoft.com/office/drawing/2014/main" id="{FFCCE06E-8A3D-4399-A24A-78CBB3930713}"/>
              </a:ext>
            </a:extLst>
          </p:cNvPr>
          <p:cNvSpPr>
            <a:spLocks noGrp="1"/>
          </p:cNvSpPr>
          <p:nvPr/>
        </p:nvSpPr>
        <p:spPr>
          <a:xfrm>
            <a:off x="66266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01_find_only_1656">
            <a:extLst>
              <a:ext uri="{FF2B5EF4-FFF2-40B4-BE49-F238E27FC236}">
                <a16:creationId xmlns:a16="http://schemas.microsoft.com/office/drawing/2014/main" id="{13C06B3A-4D99-4721-9E11-7FE330B8E669}"/>
              </a:ext>
            </a:extLst>
          </p:cNvPr>
          <p:cNvSpPr>
            <a:spLocks noGrp="1"/>
          </p:cNvSpPr>
          <p:nvPr/>
        </p:nvSpPr>
        <p:spPr>
          <a:xfrm>
            <a:off x="6566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01_find_only_1657">
            <a:extLst>
              <a:ext uri="{FF2B5EF4-FFF2-40B4-BE49-F238E27FC236}">
                <a16:creationId xmlns:a16="http://schemas.microsoft.com/office/drawing/2014/main" id="{0727AD34-9D1E-491D-9A37-B0B6AD0D15A6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01_find_only_1658">
            <a:extLst>
              <a:ext uri="{FF2B5EF4-FFF2-40B4-BE49-F238E27FC236}">
                <a16:creationId xmlns:a16="http://schemas.microsoft.com/office/drawing/2014/main" id="{468CB652-36EC-4789-A26E-3AAB7EE20348}"/>
              </a:ext>
            </a:extLst>
          </p:cNvPr>
          <p:cNvSpPr>
            <a:spLocks noGrp="1"/>
          </p:cNvSpPr>
          <p:nvPr/>
        </p:nvSpPr>
        <p:spPr>
          <a:xfrm>
            <a:off x="6619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01_find_only_1659">
            <a:extLst>
              <a:ext uri="{FF2B5EF4-FFF2-40B4-BE49-F238E27FC236}">
                <a16:creationId xmlns:a16="http://schemas.microsoft.com/office/drawing/2014/main" id="{9634112C-3C46-44FB-8F72-AB00A61769E5}"/>
              </a:ext>
            </a:extLst>
          </p:cNvPr>
          <p:cNvSpPr>
            <a:spLocks noGrp="1"/>
          </p:cNvSpPr>
          <p:nvPr/>
        </p:nvSpPr>
        <p:spPr>
          <a:xfrm>
            <a:off x="6561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01_find_only_1660">
            <a:extLst>
              <a:ext uri="{FF2B5EF4-FFF2-40B4-BE49-F238E27FC236}">
                <a16:creationId xmlns:a16="http://schemas.microsoft.com/office/drawing/2014/main" id="{1597CA66-1FA8-4C97-B411-4EC3BCCBE6D3}"/>
              </a:ext>
            </a:extLst>
          </p:cNvPr>
          <p:cNvSpPr>
            <a:spLocks noGrp="1"/>
          </p:cNvSpPr>
          <p:nvPr/>
        </p:nvSpPr>
        <p:spPr>
          <a:xfrm>
            <a:off x="6628641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01_find_only_1661">
            <a:extLst>
              <a:ext uri="{FF2B5EF4-FFF2-40B4-BE49-F238E27FC236}">
                <a16:creationId xmlns:a16="http://schemas.microsoft.com/office/drawing/2014/main" id="{3BFF2D5D-840C-434F-AE3D-A4F36286FD2F}"/>
              </a:ext>
            </a:extLst>
          </p:cNvPr>
          <p:cNvSpPr>
            <a:spLocks noGrp="1"/>
          </p:cNvSpPr>
          <p:nvPr/>
        </p:nvSpPr>
        <p:spPr>
          <a:xfrm>
            <a:off x="6631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01_find_only_1662">
            <a:extLst>
              <a:ext uri="{FF2B5EF4-FFF2-40B4-BE49-F238E27FC236}">
                <a16:creationId xmlns:a16="http://schemas.microsoft.com/office/drawing/2014/main" id="{AACB64F0-08C8-4A70-93A7-53D2484F9E71}"/>
              </a:ext>
            </a:extLst>
          </p:cNvPr>
          <p:cNvSpPr>
            <a:spLocks noGrp="1"/>
          </p:cNvSpPr>
          <p:nvPr/>
        </p:nvSpPr>
        <p:spPr>
          <a:xfrm>
            <a:off x="6621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01_find_only_1663">
            <a:extLst>
              <a:ext uri="{FF2B5EF4-FFF2-40B4-BE49-F238E27FC236}">
                <a16:creationId xmlns:a16="http://schemas.microsoft.com/office/drawing/2014/main" id="{7F24E813-FA41-4C93-BED6-808B6CBEA9EB}"/>
              </a:ext>
            </a:extLst>
          </p:cNvPr>
          <p:cNvSpPr>
            <a:spLocks noGrp="1"/>
          </p:cNvSpPr>
          <p:nvPr/>
        </p:nvSpPr>
        <p:spPr>
          <a:xfrm>
            <a:off x="6620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01_find_only_1664">
            <a:extLst>
              <a:ext uri="{FF2B5EF4-FFF2-40B4-BE49-F238E27FC236}">
                <a16:creationId xmlns:a16="http://schemas.microsoft.com/office/drawing/2014/main" id="{8E11AE71-8F19-4647-BB4C-FE533A412693}"/>
              </a:ext>
            </a:extLst>
          </p:cNvPr>
          <p:cNvSpPr>
            <a:spLocks noGrp="1"/>
          </p:cNvSpPr>
          <p:nvPr/>
        </p:nvSpPr>
        <p:spPr>
          <a:xfrm>
            <a:off x="66249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01_find_only_1665">
            <a:extLst>
              <a:ext uri="{FF2B5EF4-FFF2-40B4-BE49-F238E27FC236}">
                <a16:creationId xmlns:a16="http://schemas.microsoft.com/office/drawing/2014/main" id="{00540144-0B9A-45B4-984A-644551DCCCDA}"/>
              </a:ext>
            </a:extLst>
          </p:cNvPr>
          <p:cNvSpPr>
            <a:spLocks noGrp="1"/>
          </p:cNvSpPr>
          <p:nvPr/>
        </p:nvSpPr>
        <p:spPr>
          <a:xfrm>
            <a:off x="6606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01_find_only_1666">
            <a:extLst>
              <a:ext uri="{FF2B5EF4-FFF2-40B4-BE49-F238E27FC236}">
                <a16:creationId xmlns:a16="http://schemas.microsoft.com/office/drawing/2014/main" id="{2D5B5BE3-AB10-4A9C-BF3C-6C8B38BE03D5}"/>
              </a:ext>
            </a:extLst>
          </p:cNvPr>
          <p:cNvSpPr>
            <a:spLocks noGrp="1"/>
          </p:cNvSpPr>
          <p:nvPr/>
        </p:nvSpPr>
        <p:spPr>
          <a:xfrm>
            <a:off x="65561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01_find_only_1667">
            <a:extLst>
              <a:ext uri="{FF2B5EF4-FFF2-40B4-BE49-F238E27FC236}">
                <a16:creationId xmlns:a16="http://schemas.microsoft.com/office/drawing/2014/main" id="{4501905F-3A12-4FE2-B724-CA3A9B47EFB9}"/>
              </a:ext>
            </a:extLst>
          </p:cNvPr>
          <p:cNvSpPr>
            <a:spLocks noGrp="1"/>
          </p:cNvSpPr>
          <p:nvPr/>
        </p:nvSpPr>
        <p:spPr>
          <a:xfrm>
            <a:off x="6606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01_find_only_1668">
            <a:extLst>
              <a:ext uri="{FF2B5EF4-FFF2-40B4-BE49-F238E27FC236}">
                <a16:creationId xmlns:a16="http://schemas.microsoft.com/office/drawing/2014/main" id="{6CE875EF-0656-4FBF-9A46-07FBADB78C85}"/>
              </a:ext>
            </a:extLst>
          </p:cNvPr>
          <p:cNvSpPr>
            <a:spLocks noGrp="1"/>
          </p:cNvSpPr>
          <p:nvPr/>
        </p:nvSpPr>
        <p:spPr>
          <a:xfrm>
            <a:off x="65689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01_find_only_1669">
            <a:extLst>
              <a:ext uri="{FF2B5EF4-FFF2-40B4-BE49-F238E27FC236}">
                <a16:creationId xmlns:a16="http://schemas.microsoft.com/office/drawing/2014/main" id="{1F44DE09-C799-4AE6-B86C-7A3BBE24B959}"/>
              </a:ext>
            </a:extLst>
          </p:cNvPr>
          <p:cNvSpPr>
            <a:spLocks noGrp="1"/>
          </p:cNvSpPr>
          <p:nvPr/>
        </p:nvSpPr>
        <p:spPr>
          <a:xfrm>
            <a:off x="6621161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01_find_only_1670">
            <a:extLst>
              <a:ext uri="{FF2B5EF4-FFF2-40B4-BE49-F238E27FC236}">
                <a16:creationId xmlns:a16="http://schemas.microsoft.com/office/drawing/2014/main" id="{81E56336-2503-409F-A3BA-F3C2CF22A9D4}"/>
              </a:ext>
            </a:extLst>
          </p:cNvPr>
          <p:cNvSpPr>
            <a:spLocks noGrp="1"/>
          </p:cNvSpPr>
          <p:nvPr/>
        </p:nvSpPr>
        <p:spPr>
          <a:xfrm>
            <a:off x="6633984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01_find_only_1671">
            <a:extLst>
              <a:ext uri="{FF2B5EF4-FFF2-40B4-BE49-F238E27FC236}">
                <a16:creationId xmlns:a16="http://schemas.microsoft.com/office/drawing/2014/main" id="{925B3DB2-F079-4C4C-B0E5-38442782552A}"/>
              </a:ext>
            </a:extLst>
          </p:cNvPr>
          <p:cNvSpPr>
            <a:spLocks noGrp="1"/>
          </p:cNvSpPr>
          <p:nvPr/>
        </p:nvSpPr>
        <p:spPr>
          <a:xfrm>
            <a:off x="6567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01_find_only_1672">
            <a:extLst>
              <a:ext uri="{FF2B5EF4-FFF2-40B4-BE49-F238E27FC236}">
                <a16:creationId xmlns:a16="http://schemas.microsoft.com/office/drawing/2014/main" id="{D056B5DE-7270-4CD5-8CD0-4405F10A187F}"/>
              </a:ext>
            </a:extLst>
          </p:cNvPr>
          <p:cNvSpPr>
            <a:spLocks noGrp="1"/>
          </p:cNvSpPr>
          <p:nvPr/>
        </p:nvSpPr>
        <p:spPr>
          <a:xfrm>
            <a:off x="662203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01_find_only_1673">
            <a:extLst>
              <a:ext uri="{FF2B5EF4-FFF2-40B4-BE49-F238E27FC236}">
                <a16:creationId xmlns:a16="http://schemas.microsoft.com/office/drawing/2014/main" id="{BBB0BED2-8EAC-40AD-B9C7-A43770FD902F}"/>
              </a:ext>
            </a:extLst>
          </p:cNvPr>
          <p:cNvSpPr>
            <a:spLocks noGrp="1"/>
          </p:cNvSpPr>
          <p:nvPr/>
        </p:nvSpPr>
        <p:spPr>
          <a:xfrm>
            <a:off x="6572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01_find_only_1674">
            <a:extLst>
              <a:ext uri="{FF2B5EF4-FFF2-40B4-BE49-F238E27FC236}">
                <a16:creationId xmlns:a16="http://schemas.microsoft.com/office/drawing/2014/main" id="{2999CB63-966E-4B90-8D51-2B7153F58FA8}"/>
              </a:ext>
            </a:extLst>
          </p:cNvPr>
          <p:cNvSpPr>
            <a:spLocks noGrp="1"/>
          </p:cNvSpPr>
          <p:nvPr/>
        </p:nvSpPr>
        <p:spPr>
          <a:xfrm>
            <a:off x="65765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01_find_only_1675">
            <a:extLst>
              <a:ext uri="{FF2B5EF4-FFF2-40B4-BE49-F238E27FC236}">
                <a16:creationId xmlns:a16="http://schemas.microsoft.com/office/drawing/2014/main" id="{B0E0C1FF-0BA3-45B0-8F7C-768D906E17F0}"/>
              </a:ext>
            </a:extLst>
          </p:cNvPr>
          <p:cNvSpPr>
            <a:spLocks noGrp="1"/>
          </p:cNvSpPr>
          <p:nvPr/>
        </p:nvSpPr>
        <p:spPr>
          <a:xfrm>
            <a:off x="6565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01_find_only_1676">
            <a:extLst>
              <a:ext uri="{FF2B5EF4-FFF2-40B4-BE49-F238E27FC236}">
                <a16:creationId xmlns:a16="http://schemas.microsoft.com/office/drawing/2014/main" id="{9D77B387-F20A-44CC-9D1D-DEE490894EF3}"/>
              </a:ext>
            </a:extLst>
          </p:cNvPr>
          <p:cNvSpPr>
            <a:spLocks noGrp="1"/>
          </p:cNvSpPr>
          <p:nvPr/>
        </p:nvSpPr>
        <p:spPr>
          <a:xfrm>
            <a:off x="662096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01_find_only_1677">
            <a:extLst>
              <a:ext uri="{FF2B5EF4-FFF2-40B4-BE49-F238E27FC236}">
                <a16:creationId xmlns:a16="http://schemas.microsoft.com/office/drawing/2014/main" id="{E08DA3A6-400A-4FE5-BE0F-28D991B683DD}"/>
              </a:ext>
            </a:extLst>
          </p:cNvPr>
          <p:cNvSpPr>
            <a:spLocks noGrp="1"/>
          </p:cNvSpPr>
          <p:nvPr/>
        </p:nvSpPr>
        <p:spPr>
          <a:xfrm>
            <a:off x="6646031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01_find_only_1678">
            <a:extLst>
              <a:ext uri="{FF2B5EF4-FFF2-40B4-BE49-F238E27FC236}">
                <a16:creationId xmlns:a16="http://schemas.microsoft.com/office/drawing/2014/main" id="{FA808F16-9147-4FF4-BC6E-71BFAB68193C}"/>
              </a:ext>
            </a:extLst>
          </p:cNvPr>
          <p:cNvSpPr>
            <a:spLocks noGrp="1"/>
          </p:cNvSpPr>
          <p:nvPr/>
        </p:nvSpPr>
        <p:spPr>
          <a:xfrm>
            <a:off x="66502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01_find_only_1679">
            <a:extLst>
              <a:ext uri="{FF2B5EF4-FFF2-40B4-BE49-F238E27FC236}">
                <a16:creationId xmlns:a16="http://schemas.microsoft.com/office/drawing/2014/main" id="{372966AA-3337-4C67-B7EA-F0A2AEA99BC2}"/>
              </a:ext>
            </a:extLst>
          </p:cNvPr>
          <p:cNvSpPr>
            <a:spLocks noGrp="1"/>
          </p:cNvSpPr>
          <p:nvPr/>
        </p:nvSpPr>
        <p:spPr>
          <a:xfrm>
            <a:off x="65901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01_find_only_1680">
            <a:extLst>
              <a:ext uri="{FF2B5EF4-FFF2-40B4-BE49-F238E27FC236}">
                <a16:creationId xmlns:a16="http://schemas.microsoft.com/office/drawing/2014/main" id="{C1E65863-99D9-4110-B47C-A0028DB6895B}"/>
              </a:ext>
            </a:extLst>
          </p:cNvPr>
          <p:cNvSpPr>
            <a:spLocks noGrp="1"/>
          </p:cNvSpPr>
          <p:nvPr/>
        </p:nvSpPr>
        <p:spPr>
          <a:xfrm>
            <a:off x="6625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01_find_only_1681">
            <a:extLst>
              <a:ext uri="{FF2B5EF4-FFF2-40B4-BE49-F238E27FC236}">
                <a16:creationId xmlns:a16="http://schemas.microsoft.com/office/drawing/2014/main" id="{0971D461-1E30-4CF9-B489-44AAEDF18637}"/>
              </a:ext>
            </a:extLst>
          </p:cNvPr>
          <p:cNvSpPr>
            <a:spLocks noGrp="1"/>
          </p:cNvSpPr>
          <p:nvPr/>
        </p:nvSpPr>
        <p:spPr>
          <a:xfrm>
            <a:off x="6644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01_find_only_1682">
            <a:extLst>
              <a:ext uri="{FF2B5EF4-FFF2-40B4-BE49-F238E27FC236}">
                <a16:creationId xmlns:a16="http://schemas.microsoft.com/office/drawing/2014/main" id="{86CCD656-08BC-4BD1-AE38-C8213E1DD4C6}"/>
              </a:ext>
            </a:extLst>
          </p:cNvPr>
          <p:cNvSpPr>
            <a:spLocks noGrp="1"/>
          </p:cNvSpPr>
          <p:nvPr/>
        </p:nvSpPr>
        <p:spPr>
          <a:xfrm>
            <a:off x="663320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01_find_only_1683">
            <a:extLst>
              <a:ext uri="{FF2B5EF4-FFF2-40B4-BE49-F238E27FC236}">
                <a16:creationId xmlns:a16="http://schemas.microsoft.com/office/drawing/2014/main" id="{8297E631-3EC5-440F-9F38-291D7474FEF7}"/>
              </a:ext>
            </a:extLst>
          </p:cNvPr>
          <p:cNvSpPr>
            <a:spLocks noGrp="1"/>
          </p:cNvSpPr>
          <p:nvPr/>
        </p:nvSpPr>
        <p:spPr>
          <a:xfrm>
            <a:off x="66229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01_find_only_1684">
            <a:extLst>
              <a:ext uri="{FF2B5EF4-FFF2-40B4-BE49-F238E27FC236}">
                <a16:creationId xmlns:a16="http://schemas.microsoft.com/office/drawing/2014/main" id="{8830580E-F32D-46AB-96CD-C5554CBCF8A9}"/>
              </a:ext>
            </a:extLst>
          </p:cNvPr>
          <p:cNvSpPr>
            <a:spLocks noGrp="1"/>
          </p:cNvSpPr>
          <p:nvPr/>
        </p:nvSpPr>
        <p:spPr>
          <a:xfrm>
            <a:off x="65991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01_find_only_1685">
            <a:extLst>
              <a:ext uri="{FF2B5EF4-FFF2-40B4-BE49-F238E27FC236}">
                <a16:creationId xmlns:a16="http://schemas.microsoft.com/office/drawing/2014/main" id="{3230B464-FB82-4261-82BB-373B1329A5F9}"/>
              </a:ext>
            </a:extLst>
          </p:cNvPr>
          <p:cNvSpPr>
            <a:spLocks noGrp="1"/>
          </p:cNvSpPr>
          <p:nvPr/>
        </p:nvSpPr>
        <p:spPr>
          <a:xfrm>
            <a:off x="6596192" y="38029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01_find_only_1686">
            <a:extLst>
              <a:ext uri="{FF2B5EF4-FFF2-40B4-BE49-F238E27FC236}">
                <a16:creationId xmlns:a16="http://schemas.microsoft.com/office/drawing/2014/main" id="{B9D308B1-F0F1-4744-B9DA-E72430DB967C}"/>
              </a:ext>
            </a:extLst>
          </p:cNvPr>
          <p:cNvSpPr>
            <a:spLocks noGrp="1"/>
          </p:cNvSpPr>
          <p:nvPr/>
        </p:nvSpPr>
        <p:spPr>
          <a:xfrm>
            <a:off x="65638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01_find_only_1687">
            <a:extLst>
              <a:ext uri="{FF2B5EF4-FFF2-40B4-BE49-F238E27FC236}">
                <a16:creationId xmlns:a16="http://schemas.microsoft.com/office/drawing/2014/main" id="{C85CF9A2-1F34-44E9-B3DB-9574DAB36F75}"/>
              </a:ext>
            </a:extLst>
          </p:cNvPr>
          <p:cNvSpPr>
            <a:spLocks noGrp="1"/>
          </p:cNvSpPr>
          <p:nvPr/>
        </p:nvSpPr>
        <p:spPr>
          <a:xfrm>
            <a:off x="6644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01_find_only_1688">
            <a:extLst>
              <a:ext uri="{FF2B5EF4-FFF2-40B4-BE49-F238E27FC236}">
                <a16:creationId xmlns:a16="http://schemas.microsoft.com/office/drawing/2014/main" id="{56BD83B9-343B-4226-857F-C8D63F2DB4B9}"/>
              </a:ext>
            </a:extLst>
          </p:cNvPr>
          <p:cNvSpPr>
            <a:spLocks noGrp="1"/>
          </p:cNvSpPr>
          <p:nvPr/>
        </p:nvSpPr>
        <p:spPr>
          <a:xfrm>
            <a:off x="6634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01_find_only_1689">
            <a:extLst>
              <a:ext uri="{FF2B5EF4-FFF2-40B4-BE49-F238E27FC236}">
                <a16:creationId xmlns:a16="http://schemas.microsoft.com/office/drawing/2014/main" id="{28AA4877-606B-4DEC-8679-700C5CF31FA0}"/>
              </a:ext>
            </a:extLst>
          </p:cNvPr>
          <p:cNvSpPr>
            <a:spLocks noGrp="1"/>
          </p:cNvSpPr>
          <p:nvPr/>
        </p:nvSpPr>
        <p:spPr>
          <a:xfrm>
            <a:off x="66199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01_find_only_1690">
            <a:extLst>
              <a:ext uri="{FF2B5EF4-FFF2-40B4-BE49-F238E27FC236}">
                <a16:creationId xmlns:a16="http://schemas.microsoft.com/office/drawing/2014/main" id="{9A8FA164-7B4A-4686-AFB3-24E6082638DF}"/>
              </a:ext>
            </a:extLst>
          </p:cNvPr>
          <p:cNvSpPr>
            <a:spLocks noGrp="1"/>
          </p:cNvSpPr>
          <p:nvPr/>
        </p:nvSpPr>
        <p:spPr>
          <a:xfrm>
            <a:off x="65604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01_find_only_1691">
            <a:extLst>
              <a:ext uri="{FF2B5EF4-FFF2-40B4-BE49-F238E27FC236}">
                <a16:creationId xmlns:a16="http://schemas.microsoft.com/office/drawing/2014/main" id="{D9477C5C-84D3-4567-A433-10447B435517}"/>
              </a:ext>
            </a:extLst>
          </p:cNvPr>
          <p:cNvSpPr>
            <a:spLocks noGrp="1"/>
          </p:cNvSpPr>
          <p:nvPr/>
        </p:nvSpPr>
        <p:spPr>
          <a:xfrm>
            <a:off x="65698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01_find_only_1692">
            <a:extLst>
              <a:ext uri="{FF2B5EF4-FFF2-40B4-BE49-F238E27FC236}">
                <a16:creationId xmlns:a16="http://schemas.microsoft.com/office/drawing/2014/main" id="{C0095359-D1FA-4FB9-8FC2-4CE5E72FFE47}"/>
              </a:ext>
            </a:extLst>
          </p:cNvPr>
          <p:cNvSpPr>
            <a:spLocks noGrp="1"/>
          </p:cNvSpPr>
          <p:nvPr/>
        </p:nvSpPr>
        <p:spPr>
          <a:xfrm>
            <a:off x="65792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01_find_only_1693">
            <a:extLst>
              <a:ext uri="{FF2B5EF4-FFF2-40B4-BE49-F238E27FC236}">
                <a16:creationId xmlns:a16="http://schemas.microsoft.com/office/drawing/2014/main" id="{E0DD29AB-861F-47D5-9E1D-90E6EAA11597}"/>
              </a:ext>
            </a:extLst>
          </p:cNvPr>
          <p:cNvSpPr>
            <a:spLocks noGrp="1"/>
          </p:cNvSpPr>
          <p:nvPr/>
        </p:nvSpPr>
        <p:spPr>
          <a:xfrm>
            <a:off x="66209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01_find_only_1694">
            <a:extLst>
              <a:ext uri="{FF2B5EF4-FFF2-40B4-BE49-F238E27FC236}">
                <a16:creationId xmlns:a16="http://schemas.microsoft.com/office/drawing/2014/main" id="{F1022F3E-4E7B-461D-A7B1-82D8926A2C8A}"/>
              </a:ext>
            </a:extLst>
          </p:cNvPr>
          <p:cNvSpPr>
            <a:spLocks noGrp="1"/>
          </p:cNvSpPr>
          <p:nvPr/>
        </p:nvSpPr>
        <p:spPr>
          <a:xfrm>
            <a:off x="66111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01_find_only_1695">
            <a:extLst>
              <a:ext uri="{FF2B5EF4-FFF2-40B4-BE49-F238E27FC236}">
                <a16:creationId xmlns:a16="http://schemas.microsoft.com/office/drawing/2014/main" id="{BD0D80D7-F14C-498F-A4D5-D1CC95861D03}"/>
              </a:ext>
            </a:extLst>
          </p:cNvPr>
          <p:cNvSpPr>
            <a:spLocks noGrp="1"/>
          </p:cNvSpPr>
          <p:nvPr/>
        </p:nvSpPr>
        <p:spPr>
          <a:xfrm>
            <a:off x="657394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01_find_only_1696">
            <a:extLst>
              <a:ext uri="{FF2B5EF4-FFF2-40B4-BE49-F238E27FC236}">
                <a16:creationId xmlns:a16="http://schemas.microsoft.com/office/drawing/2014/main" id="{0C856F4D-F9EB-4C76-9575-A76D7FBE18CB}"/>
              </a:ext>
            </a:extLst>
          </p:cNvPr>
          <p:cNvSpPr>
            <a:spLocks noGrp="1"/>
          </p:cNvSpPr>
          <p:nvPr/>
        </p:nvSpPr>
        <p:spPr>
          <a:xfrm>
            <a:off x="65915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01_find_only_1697">
            <a:extLst>
              <a:ext uri="{FF2B5EF4-FFF2-40B4-BE49-F238E27FC236}">
                <a16:creationId xmlns:a16="http://schemas.microsoft.com/office/drawing/2014/main" id="{0FBD531B-7835-4F3E-9BB5-E342FDB03263}"/>
              </a:ext>
            </a:extLst>
          </p:cNvPr>
          <p:cNvSpPr>
            <a:spLocks noGrp="1"/>
          </p:cNvSpPr>
          <p:nvPr/>
        </p:nvSpPr>
        <p:spPr>
          <a:xfrm>
            <a:off x="6557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01_find_only_1698">
            <a:extLst>
              <a:ext uri="{FF2B5EF4-FFF2-40B4-BE49-F238E27FC236}">
                <a16:creationId xmlns:a16="http://schemas.microsoft.com/office/drawing/2014/main" id="{2B905854-0A4C-41CD-BD33-82A5CEF07758}"/>
              </a:ext>
            </a:extLst>
          </p:cNvPr>
          <p:cNvSpPr>
            <a:spLocks noGrp="1"/>
          </p:cNvSpPr>
          <p:nvPr/>
        </p:nvSpPr>
        <p:spPr>
          <a:xfrm>
            <a:off x="68329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01_find_only_1699">
            <a:extLst>
              <a:ext uri="{FF2B5EF4-FFF2-40B4-BE49-F238E27FC236}">
                <a16:creationId xmlns:a16="http://schemas.microsoft.com/office/drawing/2014/main" id="{9821ECFA-E439-454A-9366-82EA8E2EE594}"/>
              </a:ext>
            </a:extLst>
          </p:cNvPr>
          <p:cNvSpPr>
            <a:spLocks noGrp="1"/>
          </p:cNvSpPr>
          <p:nvPr/>
        </p:nvSpPr>
        <p:spPr>
          <a:xfrm>
            <a:off x="6814302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01_find_only_1700">
            <a:extLst>
              <a:ext uri="{FF2B5EF4-FFF2-40B4-BE49-F238E27FC236}">
                <a16:creationId xmlns:a16="http://schemas.microsoft.com/office/drawing/2014/main" id="{2B694F16-2B67-4134-AB51-C31FEA45255D}"/>
              </a:ext>
            </a:extLst>
          </p:cNvPr>
          <p:cNvSpPr>
            <a:spLocks noGrp="1"/>
          </p:cNvSpPr>
          <p:nvPr/>
        </p:nvSpPr>
        <p:spPr>
          <a:xfrm>
            <a:off x="68294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01_find_only_1701">
            <a:extLst>
              <a:ext uri="{FF2B5EF4-FFF2-40B4-BE49-F238E27FC236}">
                <a16:creationId xmlns:a16="http://schemas.microsoft.com/office/drawing/2014/main" id="{46EB3829-1BFF-4CEA-9A75-FD0AE5924A1F}"/>
              </a:ext>
            </a:extLst>
          </p:cNvPr>
          <p:cNvSpPr>
            <a:spLocks noGrp="1"/>
          </p:cNvSpPr>
          <p:nvPr/>
        </p:nvSpPr>
        <p:spPr>
          <a:xfrm>
            <a:off x="68290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01_find_only_1702">
            <a:extLst>
              <a:ext uri="{FF2B5EF4-FFF2-40B4-BE49-F238E27FC236}">
                <a16:creationId xmlns:a16="http://schemas.microsoft.com/office/drawing/2014/main" id="{DC82F9D0-A0BA-4E53-9EA2-A5CAEAB4C7A9}"/>
              </a:ext>
            </a:extLst>
          </p:cNvPr>
          <p:cNvSpPr>
            <a:spLocks noGrp="1"/>
          </p:cNvSpPr>
          <p:nvPr/>
        </p:nvSpPr>
        <p:spPr>
          <a:xfrm>
            <a:off x="684558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01_find_only_1703">
            <a:extLst>
              <a:ext uri="{FF2B5EF4-FFF2-40B4-BE49-F238E27FC236}">
                <a16:creationId xmlns:a16="http://schemas.microsoft.com/office/drawing/2014/main" id="{55D0E5D0-2945-4E5F-AC5C-A1BE0C4A5D58}"/>
              </a:ext>
            </a:extLst>
          </p:cNvPr>
          <p:cNvSpPr>
            <a:spLocks noGrp="1"/>
          </p:cNvSpPr>
          <p:nvPr/>
        </p:nvSpPr>
        <p:spPr>
          <a:xfrm>
            <a:off x="68738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01_find_only_1704">
            <a:extLst>
              <a:ext uri="{FF2B5EF4-FFF2-40B4-BE49-F238E27FC236}">
                <a16:creationId xmlns:a16="http://schemas.microsoft.com/office/drawing/2014/main" id="{0E151563-5C77-4A99-8817-6AB2C1F9415B}"/>
              </a:ext>
            </a:extLst>
          </p:cNvPr>
          <p:cNvSpPr>
            <a:spLocks noGrp="1"/>
          </p:cNvSpPr>
          <p:nvPr/>
        </p:nvSpPr>
        <p:spPr>
          <a:xfrm>
            <a:off x="6891635" y="35210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01_find_only_1705">
            <a:extLst>
              <a:ext uri="{FF2B5EF4-FFF2-40B4-BE49-F238E27FC236}">
                <a16:creationId xmlns:a16="http://schemas.microsoft.com/office/drawing/2014/main" id="{9CF59FBD-12B0-49D2-B5F2-ACFCCA2EA226}"/>
              </a:ext>
            </a:extLst>
          </p:cNvPr>
          <p:cNvSpPr>
            <a:spLocks noGrp="1"/>
          </p:cNvSpPr>
          <p:nvPr/>
        </p:nvSpPr>
        <p:spPr>
          <a:xfrm>
            <a:off x="681945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01_find_only_1706">
            <a:extLst>
              <a:ext uri="{FF2B5EF4-FFF2-40B4-BE49-F238E27FC236}">
                <a16:creationId xmlns:a16="http://schemas.microsoft.com/office/drawing/2014/main" id="{F21BA5D4-CB8E-4657-9CAD-0EDD685BA3F5}"/>
              </a:ext>
            </a:extLst>
          </p:cNvPr>
          <p:cNvSpPr>
            <a:spLocks noGrp="1"/>
          </p:cNvSpPr>
          <p:nvPr/>
        </p:nvSpPr>
        <p:spPr>
          <a:xfrm>
            <a:off x="68638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01_find_only_1707">
            <a:extLst>
              <a:ext uri="{FF2B5EF4-FFF2-40B4-BE49-F238E27FC236}">
                <a16:creationId xmlns:a16="http://schemas.microsoft.com/office/drawing/2014/main" id="{7E938EF8-FDE8-4860-A8DB-6C0D3760DE96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01_find_only_1708">
            <a:extLst>
              <a:ext uri="{FF2B5EF4-FFF2-40B4-BE49-F238E27FC236}">
                <a16:creationId xmlns:a16="http://schemas.microsoft.com/office/drawing/2014/main" id="{285EBF08-2D6A-4297-9613-E1C8065F00A4}"/>
              </a:ext>
            </a:extLst>
          </p:cNvPr>
          <p:cNvSpPr>
            <a:spLocks noGrp="1"/>
          </p:cNvSpPr>
          <p:nvPr/>
        </p:nvSpPr>
        <p:spPr>
          <a:xfrm>
            <a:off x="6809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01_find_only_1709">
            <a:extLst>
              <a:ext uri="{FF2B5EF4-FFF2-40B4-BE49-F238E27FC236}">
                <a16:creationId xmlns:a16="http://schemas.microsoft.com/office/drawing/2014/main" id="{3DCDE989-DE1A-4BC4-8AC0-C28AEE5C52D3}"/>
              </a:ext>
            </a:extLst>
          </p:cNvPr>
          <p:cNvSpPr>
            <a:spLocks noGrp="1"/>
          </p:cNvSpPr>
          <p:nvPr/>
        </p:nvSpPr>
        <p:spPr>
          <a:xfrm>
            <a:off x="68838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01_find_only_1710">
            <a:extLst>
              <a:ext uri="{FF2B5EF4-FFF2-40B4-BE49-F238E27FC236}">
                <a16:creationId xmlns:a16="http://schemas.microsoft.com/office/drawing/2014/main" id="{72C572AE-9D13-4145-B286-CC555020CABC}"/>
              </a:ext>
            </a:extLst>
          </p:cNvPr>
          <p:cNvSpPr>
            <a:spLocks noGrp="1"/>
          </p:cNvSpPr>
          <p:nvPr/>
        </p:nvSpPr>
        <p:spPr>
          <a:xfrm>
            <a:off x="69037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01_find_only_1711">
            <a:extLst>
              <a:ext uri="{FF2B5EF4-FFF2-40B4-BE49-F238E27FC236}">
                <a16:creationId xmlns:a16="http://schemas.microsoft.com/office/drawing/2014/main" id="{BBA7D447-18AA-4C6F-9697-C5A123CFAE64}"/>
              </a:ext>
            </a:extLst>
          </p:cNvPr>
          <p:cNvSpPr>
            <a:spLocks noGrp="1"/>
          </p:cNvSpPr>
          <p:nvPr/>
        </p:nvSpPr>
        <p:spPr>
          <a:xfrm>
            <a:off x="68452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01_find_only_1712">
            <a:extLst>
              <a:ext uri="{FF2B5EF4-FFF2-40B4-BE49-F238E27FC236}">
                <a16:creationId xmlns:a16="http://schemas.microsoft.com/office/drawing/2014/main" id="{C9C673A6-3C79-423E-88B8-2148DB44C779}"/>
              </a:ext>
            </a:extLst>
          </p:cNvPr>
          <p:cNvSpPr>
            <a:spLocks noGrp="1"/>
          </p:cNvSpPr>
          <p:nvPr/>
        </p:nvSpPr>
        <p:spPr>
          <a:xfrm>
            <a:off x="68985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01_find_only_1713">
            <a:extLst>
              <a:ext uri="{FF2B5EF4-FFF2-40B4-BE49-F238E27FC236}">
                <a16:creationId xmlns:a16="http://schemas.microsoft.com/office/drawing/2014/main" id="{753855F2-46A4-477A-8587-464DC062CB73}"/>
              </a:ext>
            </a:extLst>
          </p:cNvPr>
          <p:cNvSpPr>
            <a:spLocks noGrp="1"/>
          </p:cNvSpPr>
          <p:nvPr/>
        </p:nvSpPr>
        <p:spPr>
          <a:xfrm>
            <a:off x="68293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01_find_only_1714">
            <a:extLst>
              <a:ext uri="{FF2B5EF4-FFF2-40B4-BE49-F238E27FC236}">
                <a16:creationId xmlns:a16="http://schemas.microsoft.com/office/drawing/2014/main" id="{78EF2034-CF78-4EBF-B128-59B57D4B0ECA}"/>
              </a:ext>
            </a:extLst>
          </p:cNvPr>
          <p:cNvSpPr>
            <a:spLocks noGrp="1"/>
          </p:cNvSpPr>
          <p:nvPr/>
        </p:nvSpPr>
        <p:spPr>
          <a:xfrm>
            <a:off x="6847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01_find_only_1715">
            <a:extLst>
              <a:ext uri="{FF2B5EF4-FFF2-40B4-BE49-F238E27FC236}">
                <a16:creationId xmlns:a16="http://schemas.microsoft.com/office/drawing/2014/main" id="{DCD38102-5AA7-467F-BA74-202B15D5C9D1}"/>
              </a:ext>
            </a:extLst>
          </p:cNvPr>
          <p:cNvSpPr>
            <a:spLocks noGrp="1"/>
          </p:cNvSpPr>
          <p:nvPr/>
        </p:nvSpPr>
        <p:spPr>
          <a:xfrm>
            <a:off x="687677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01_find_only_1716">
            <a:extLst>
              <a:ext uri="{FF2B5EF4-FFF2-40B4-BE49-F238E27FC236}">
                <a16:creationId xmlns:a16="http://schemas.microsoft.com/office/drawing/2014/main" id="{2529C073-D7DE-468D-B9D6-A4EBB70EC10A}"/>
              </a:ext>
            </a:extLst>
          </p:cNvPr>
          <p:cNvSpPr>
            <a:spLocks noGrp="1"/>
          </p:cNvSpPr>
          <p:nvPr/>
        </p:nvSpPr>
        <p:spPr>
          <a:xfrm>
            <a:off x="68941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01_find_only_1717">
            <a:extLst>
              <a:ext uri="{FF2B5EF4-FFF2-40B4-BE49-F238E27FC236}">
                <a16:creationId xmlns:a16="http://schemas.microsoft.com/office/drawing/2014/main" id="{5CF559A4-0A68-4F13-B1E9-CE491CF5E8A6}"/>
              </a:ext>
            </a:extLst>
          </p:cNvPr>
          <p:cNvSpPr>
            <a:spLocks noGrp="1"/>
          </p:cNvSpPr>
          <p:nvPr/>
        </p:nvSpPr>
        <p:spPr>
          <a:xfrm>
            <a:off x="69035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01_find_only_1718">
            <a:extLst>
              <a:ext uri="{FF2B5EF4-FFF2-40B4-BE49-F238E27FC236}">
                <a16:creationId xmlns:a16="http://schemas.microsoft.com/office/drawing/2014/main" id="{DD48732A-340D-492E-9680-D245DD8FD0B2}"/>
              </a:ext>
            </a:extLst>
          </p:cNvPr>
          <p:cNvSpPr>
            <a:spLocks noGrp="1"/>
          </p:cNvSpPr>
          <p:nvPr/>
        </p:nvSpPr>
        <p:spPr>
          <a:xfrm>
            <a:off x="68700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01_find_only_1719">
            <a:extLst>
              <a:ext uri="{FF2B5EF4-FFF2-40B4-BE49-F238E27FC236}">
                <a16:creationId xmlns:a16="http://schemas.microsoft.com/office/drawing/2014/main" id="{31DF6E45-E96F-414D-AD3D-A23E8AB2E948}"/>
              </a:ext>
            </a:extLst>
          </p:cNvPr>
          <p:cNvSpPr>
            <a:spLocks noGrp="1"/>
          </p:cNvSpPr>
          <p:nvPr/>
        </p:nvSpPr>
        <p:spPr>
          <a:xfrm>
            <a:off x="6812457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01_find_only_1720">
            <a:extLst>
              <a:ext uri="{FF2B5EF4-FFF2-40B4-BE49-F238E27FC236}">
                <a16:creationId xmlns:a16="http://schemas.microsoft.com/office/drawing/2014/main" id="{4020DE52-3786-49BB-9040-9225C6C60E20}"/>
              </a:ext>
            </a:extLst>
          </p:cNvPr>
          <p:cNvSpPr>
            <a:spLocks noGrp="1"/>
          </p:cNvSpPr>
          <p:nvPr/>
        </p:nvSpPr>
        <p:spPr>
          <a:xfrm>
            <a:off x="6826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01_find_only_1721">
            <a:extLst>
              <a:ext uri="{FF2B5EF4-FFF2-40B4-BE49-F238E27FC236}">
                <a16:creationId xmlns:a16="http://schemas.microsoft.com/office/drawing/2014/main" id="{AEB33458-F22A-4DAC-A182-449CF8C4D45E}"/>
              </a:ext>
            </a:extLst>
          </p:cNvPr>
          <p:cNvSpPr>
            <a:spLocks noGrp="1"/>
          </p:cNvSpPr>
          <p:nvPr/>
        </p:nvSpPr>
        <p:spPr>
          <a:xfrm>
            <a:off x="68331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01_find_only_1722">
            <a:extLst>
              <a:ext uri="{FF2B5EF4-FFF2-40B4-BE49-F238E27FC236}">
                <a16:creationId xmlns:a16="http://schemas.microsoft.com/office/drawing/2014/main" id="{335C9EC7-5800-4F84-AC41-9BF21F179E28}"/>
              </a:ext>
            </a:extLst>
          </p:cNvPr>
          <p:cNvSpPr>
            <a:spLocks noGrp="1"/>
          </p:cNvSpPr>
          <p:nvPr/>
        </p:nvSpPr>
        <p:spPr>
          <a:xfrm>
            <a:off x="68122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01_find_only_1723">
            <a:extLst>
              <a:ext uri="{FF2B5EF4-FFF2-40B4-BE49-F238E27FC236}">
                <a16:creationId xmlns:a16="http://schemas.microsoft.com/office/drawing/2014/main" id="{507EA1A9-212B-47EC-86D2-69266821543D}"/>
              </a:ext>
            </a:extLst>
          </p:cNvPr>
          <p:cNvSpPr>
            <a:spLocks noGrp="1"/>
          </p:cNvSpPr>
          <p:nvPr/>
        </p:nvSpPr>
        <p:spPr>
          <a:xfrm>
            <a:off x="681168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01_find_only_1724">
            <a:extLst>
              <a:ext uri="{FF2B5EF4-FFF2-40B4-BE49-F238E27FC236}">
                <a16:creationId xmlns:a16="http://schemas.microsoft.com/office/drawing/2014/main" id="{94F79DA1-A8CD-4F7F-B926-AC12D9A6F945}"/>
              </a:ext>
            </a:extLst>
          </p:cNvPr>
          <p:cNvSpPr>
            <a:spLocks noGrp="1"/>
          </p:cNvSpPr>
          <p:nvPr/>
        </p:nvSpPr>
        <p:spPr>
          <a:xfrm>
            <a:off x="68305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01_find_only_1725">
            <a:extLst>
              <a:ext uri="{FF2B5EF4-FFF2-40B4-BE49-F238E27FC236}">
                <a16:creationId xmlns:a16="http://schemas.microsoft.com/office/drawing/2014/main" id="{47DCDB21-465D-4594-AE53-42349105145B}"/>
              </a:ext>
            </a:extLst>
          </p:cNvPr>
          <p:cNvSpPr>
            <a:spLocks noGrp="1"/>
          </p:cNvSpPr>
          <p:nvPr/>
        </p:nvSpPr>
        <p:spPr>
          <a:xfrm>
            <a:off x="68671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01_find_only_1726">
            <a:extLst>
              <a:ext uri="{FF2B5EF4-FFF2-40B4-BE49-F238E27FC236}">
                <a16:creationId xmlns:a16="http://schemas.microsoft.com/office/drawing/2014/main" id="{0967F6FC-491E-43F6-9201-BCDC4BB56381}"/>
              </a:ext>
            </a:extLst>
          </p:cNvPr>
          <p:cNvSpPr>
            <a:spLocks noGrp="1"/>
          </p:cNvSpPr>
          <p:nvPr/>
        </p:nvSpPr>
        <p:spPr>
          <a:xfrm>
            <a:off x="68253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01_find_only_1727">
            <a:extLst>
              <a:ext uri="{FF2B5EF4-FFF2-40B4-BE49-F238E27FC236}">
                <a16:creationId xmlns:a16="http://schemas.microsoft.com/office/drawing/2014/main" id="{CB88FA6B-A3E7-4011-95F2-ADD472D5FE57}"/>
              </a:ext>
            </a:extLst>
          </p:cNvPr>
          <p:cNvSpPr>
            <a:spLocks noGrp="1"/>
          </p:cNvSpPr>
          <p:nvPr/>
        </p:nvSpPr>
        <p:spPr>
          <a:xfrm>
            <a:off x="68545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01_find_only_1728">
            <a:extLst>
              <a:ext uri="{FF2B5EF4-FFF2-40B4-BE49-F238E27FC236}">
                <a16:creationId xmlns:a16="http://schemas.microsoft.com/office/drawing/2014/main" id="{C0322D73-C2D2-44A1-9C68-0182CC11BB15}"/>
              </a:ext>
            </a:extLst>
          </p:cNvPr>
          <p:cNvSpPr>
            <a:spLocks noGrp="1"/>
          </p:cNvSpPr>
          <p:nvPr/>
        </p:nvSpPr>
        <p:spPr>
          <a:xfrm>
            <a:off x="6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01_find_only_1729">
            <a:extLst>
              <a:ext uri="{FF2B5EF4-FFF2-40B4-BE49-F238E27FC236}">
                <a16:creationId xmlns:a16="http://schemas.microsoft.com/office/drawing/2014/main" id="{892FD432-D998-4991-8CEC-923D17477692}"/>
              </a:ext>
            </a:extLst>
          </p:cNvPr>
          <p:cNvSpPr>
            <a:spLocks noGrp="1"/>
          </p:cNvSpPr>
          <p:nvPr/>
        </p:nvSpPr>
        <p:spPr>
          <a:xfrm>
            <a:off x="6892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01_find_only_1730">
            <a:extLst>
              <a:ext uri="{FF2B5EF4-FFF2-40B4-BE49-F238E27FC236}">
                <a16:creationId xmlns:a16="http://schemas.microsoft.com/office/drawing/2014/main" id="{6F16FEB4-BECF-4591-8FDC-2B5036C7067E}"/>
              </a:ext>
            </a:extLst>
          </p:cNvPr>
          <p:cNvSpPr>
            <a:spLocks noGrp="1"/>
          </p:cNvSpPr>
          <p:nvPr/>
        </p:nvSpPr>
        <p:spPr>
          <a:xfrm>
            <a:off x="6834607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01_find_only_1731">
            <a:extLst>
              <a:ext uri="{FF2B5EF4-FFF2-40B4-BE49-F238E27FC236}">
                <a16:creationId xmlns:a16="http://schemas.microsoft.com/office/drawing/2014/main" id="{4E4EF58F-BB60-4548-A490-20AA779E77A8}"/>
              </a:ext>
            </a:extLst>
          </p:cNvPr>
          <p:cNvSpPr>
            <a:spLocks noGrp="1"/>
          </p:cNvSpPr>
          <p:nvPr/>
        </p:nvSpPr>
        <p:spPr>
          <a:xfrm>
            <a:off x="68745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01_find_only_1732">
            <a:extLst>
              <a:ext uri="{FF2B5EF4-FFF2-40B4-BE49-F238E27FC236}">
                <a16:creationId xmlns:a16="http://schemas.microsoft.com/office/drawing/2014/main" id="{6C7339FB-3EA7-4211-ABA9-A3C435CD1C1C}"/>
              </a:ext>
            </a:extLst>
          </p:cNvPr>
          <p:cNvSpPr>
            <a:spLocks noGrp="1"/>
          </p:cNvSpPr>
          <p:nvPr/>
        </p:nvSpPr>
        <p:spPr>
          <a:xfrm>
            <a:off x="68769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01_find_only_1733">
            <a:extLst>
              <a:ext uri="{FF2B5EF4-FFF2-40B4-BE49-F238E27FC236}">
                <a16:creationId xmlns:a16="http://schemas.microsoft.com/office/drawing/2014/main" id="{5DAA3EE4-3018-46A4-8A9D-C6D3903C8FC9}"/>
              </a:ext>
            </a:extLst>
          </p:cNvPr>
          <p:cNvSpPr>
            <a:spLocks noGrp="1"/>
          </p:cNvSpPr>
          <p:nvPr/>
        </p:nvSpPr>
        <p:spPr>
          <a:xfrm>
            <a:off x="68119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01_find_only_1734">
            <a:extLst>
              <a:ext uri="{FF2B5EF4-FFF2-40B4-BE49-F238E27FC236}">
                <a16:creationId xmlns:a16="http://schemas.microsoft.com/office/drawing/2014/main" id="{66061713-77E1-4DB8-B6C3-B5EF92589700}"/>
              </a:ext>
            </a:extLst>
          </p:cNvPr>
          <p:cNvSpPr>
            <a:spLocks noGrp="1"/>
          </p:cNvSpPr>
          <p:nvPr/>
        </p:nvSpPr>
        <p:spPr>
          <a:xfrm>
            <a:off x="68911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01_find_only_1735">
            <a:extLst>
              <a:ext uri="{FF2B5EF4-FFF2-40B4-BE49-F238E27FC236}">
                <a16:creationId xmlns:a16="http://schemas.microsoft.com/office/drawing/2014/main" id="{E321701E-F5CE-4F32-BB38-CA55CCEA3825}"/>
              </a:ext>
            </a:extLst>
          </p:cNvPr>
          <p:cNvSpPr>
            <a:spLocks noGrp="1"/>
          </p:cNvSpPr>
          <p:nvPr/>
        </p:nvSpPr>
        <p:spPr>
          <a:xfrm>
            <a:off x="68096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01_find_only_1736">
            <a:extLst>
              <a:ext uri="{FF2B5EF4-FFF2-40B4-BE49-F238E27FC236}">
                <a16:creationId xmlns:a16="http://schemas.microsoft.com/office/drawing/2014/main" id="{C3FAD381-D4CC-4EC3-A53D-A317D1B2A303}"/>
              </a:ext>
            </a:extLst>
          </p:cNvPr>
          <p:cNvSpPr>
            <a:spLocks noGrp="1"/>
          </p:cNvSpPr>
          <p:nvPr/>
        </p:nvSpPr>
        <p:spPr>
          <a:xfrm>
            <a:off x="68909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01_find_only_1737">
            <a:extLst>
              <a:ext uri="{FF2B5EF4-FFF2-40B4-BE49-F238E27FC236}">
                <a16:creationId xmlns:a16="http://schemas.microsoft.com/office/drawing/2014/main" id="{BC83A925-E2FA-4951-9716-4B442A289765}"/>
              </a:ext>
            </a:extLst>
          </p:cNvPr>
          <p:cNvSpPr>
            <a:spLocks noGrp="1"/>
          </p:cNvSpPr>
          <p:nvPr/>
        </p:nvSpPr>
        <p:spPr>
          <a:xfrm>
            <a:off x="69003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01_find_only_1738">
            <a:extLst>
              <a:ext uri="{FF2B5EF4-FFF2-40B4-BE49-F238E27FC236}">
                <a16:creationId xmlns:a16="http://schemas.microsoft.com/office/drawing/2014/main" id="{D9F20D67-7447-47AA-9ADE-83EF66780613}"/>
              </a:ext>
            </a:extLst>
          </p:cNvPr>
          <p:cNvSpPr>
            <a:spLocks noGrp="1"/>
          </p:cNvSpPr>
          <p:nvPr/>
        </p:nvSpPr>
        <p:spPr>
          <a:xfrm>
            <a:off x="68677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01_find_only_1739">
            <a:extLst>
              <a:ext uri="{FF2B5EF4-FFF2-40B4-BE49-F238E27FC236}">
                <a16:creationId xmlns:a16="http://schemas.microsoft.com/office/drawing/2014/main" id="{B0F4E55D-71E8-48A6-A650-9FAE98CB8995}"/>
              </a:ext>
            </a:extLst>
          </p:cNvPr>
          <p:cNvSpPr>
            <a:spLocks noGrp="1"/>
          </p:cNvSpPr>
          <p:nvPr/>
        </p:nvSpPr>
        <p:spPr>
          <a:xfrm>
            <a:off x="68385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01_find_only_1740">
            <a:extLst>
              <a:ext uri="{FF2B5EF4-FFF2-40B4-BE49-F238E27FC236}">
                <a16:creationId xmlns:a16="http://schemas.microsoft.com/office/drawing/2014/main" id="{F6F9BFED-1102-4F84-BDD7-BD552F3E6FDC}"/>
              </a:ext>
            </a:extLst>
          </p:cNvPr>
          <p:cNvSpPr>
            <a:spLocks noGrp="1"/>
          </p:cNvSpPr>
          <p:nvPr/>
        </p:nvSpPr>
        <p:spPr>
          <a:xfrm>
            <a:off x="68792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01_find_only_1741">
            <a:extLst>
              <a:ext uri="{FF2B5EF4-FFF2-40B4-BE49-F238E27FC236}">
                <a16:creationId xmlns:a16="http://schemas.microsoft.com/office/drawing/2014/main" id="{AFCE2325-24BD-4F19-8D82-6A98C2B0615D}"/>
              </a:ext>
            </a:extLst>
          </p:cNvPr>
          <p:cNvSpPr>
            <a:spLocks noGrp="1"/>
          </p:cNvSpPr>
          <p:nvPr/>
        </p:nvSpPr>
        <p:spPr>
          <a:xfrm>
            <a:off x="68298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01_find_only_1742">
            <a:extLst>
              <a:ext uri="{FF2B5EF4-FFF2-40B4-BE49-F238E27FC236}">
                <a16:creationId xmlns:a16="http://schemas.microsoft.com/office/drawing/2014/main" id="{90FB2A74-32B2-4791-937F-941AF2D34BB3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01_find_only_1743">
            <a:extLst>
              <a:ext uri="{FF2B5EF4-FFF2-40B4-BE49-F238E27FC236}">
                <a16:creationId xmlns:a16="http://schemas.microsoft.com/office/drawing/2014/main" id="{86153B10-A4BC-409B-9A62-E170C81D0D3E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01_find_only_1744">
            <a:extLst>
              <a:ext uri="{FF2B5EF4-FFF2-40B4-BE49-F238E27FC236}">
                <a16:creationId xmlns:a16="http://schemas.microsoft.com/office/drawing/2014/main" id="{CA668C80-9514-42CD-8AF6-AB8CB97CB666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01_find_only_1745">
            <a:extLst>
              <a:ext uri="{FF2B5EF4-FFF2-40B4-BE49-F238E27FC236}">
                <a16:creationId xmlns:a16="http://schemas.microsoft.com/office/drawing/2014/main" id="{047889E7-FEA2-4F13-8038-17531499CC16}"/>
              </a:ext>
            </a:extLst>
          </p:cNvPr>
          <p:cNvSpPr>
            <a:spLocks noGrp="1"/>
          </p:cNvSpPr>
          <p:nvPr/>
        </p:nvSpPr>
        <p:spPr>
          <a:xfrm>
            <a:off x="6893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01_find_only_1746">
            <a:extLst>
              <a:ext uri="{FF2B5EF4-FFF2-40B4-BE49-F238E27FC236}">
                <a16:creationId xmlns:a16="http://schemas.microsoft.com/office/drawing/2014/main" id="{D1048904-2A0D-4F53-BE75-4075F312374E}"/>
              </a:ext>
            </a:extLst>
          </p:cNvPr>
          <p:cNvSpPr>
            <a:spLocks noGrp="1"/>
          </p:cNvSpPr>
          <p:nvPr/>
        </p:nvSpPr>
        <p:spPr>
          <a:xfrm>
            <a:off x="68402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01_find_only_1747">
            <a:extLst>
              <a:ext uri="{FF2B5EF4-FFF2-40B4-BE49-F238E27FC236}">
                <a16:creationId xmlns:a16="http://schemas.microsoft.com/office/drawing/2014/main" id="{6EF24DEB-4A0F-4B7C-9C84-C8A48CF62162}"/>
              </a:ext>
            </a:extLst>
          </p:cNvPr>
          <p:cNvSpPr>
            <a:spLocks noGrp="1"/>
          </p:cNvSpPr>
          <p:nvPr/>
        </p:nvSpPr>
        <p:spPr>
          <a:xfrm>
            <a:off x="68496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01_find_only_1748">
            <a:extLst>
              <a:ext uri="{FF2B5EF4-FFF2-40B4-BE49-F238E27FC236}">
                <a16:creationId xmlns:a16="http://schemas.microsoft.com/office/drawing/2014/main" id="{7A9A4D83-4B30-4BB8-B0B2-33F3DEA27098}"/>
              </a:ext>
            </a:extLst>
          </p:cNvPr>
          <p:cNvSpPr>
            <a:spLocks noGrp="1"/>
          </p:cNvSpPr>
          <p:nvPr/>
        </p:nvSpPr>
        <p:spPr>
          <a:xfrm>
            <a:off x="69027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01_find_only_1749">
            <a:extLst>
              <a:ext uri="{FF2B5EF4-FFF2-40B4-BE49-F238E27FC236}">
                <a16:creationId xmlns:a16="http://schemas.microsoft.com/office/drawing/2014/main" id="{965CD55A-F760-45A3-9B94-410406F67FE1}"/>
              </a:ext>
            </a:extLst>
          </p:cNvPr>
          <p:cNvSpPr>
            <a:spLocks noGrp="1"/>
          </p:cNvSpPr>
          <p:nvPr/>
        </p:nvSpPr>
        <p:spPr>
          <a:xfrm>
            <a:off x="68735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01_find_only_1750">
            <a:extLst>
              <a:ext uri="{FF2B5EF4-FFF2-40B4-BE49-F238E27FC236}">
                <a16:creationId xmlns:a16="http://schemas.microsoft.com/office/drawing/2014/main" id="{AB6BA385-ECDE-4EF7-B377-FE9E9985B104}"/>
              </a:ext>
            </a:extLst>
          </p:cNvPr>
          <p:cNvSpPr>
            <a:spLocks noGrp="1"/>
          </p:cNvSpPr>
          <p:nvPr/>
        </p:nvSpPr>
        <p:spPr>
          <a:xfrm>
            <a:off x="6899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01_find_only_1751">
            <a:extLst>
              <a:ext uri="{FF2B5EF4-FFF2-40B4-BE49-F238E27FC236}">
                <a16:creationId xmlns:a16="http://schemas.microsoft.com/office/drawing/2014/main" id="{F81FBD6B-0239-475B-B9EF-AAA8554E05CA}"/>
              </a:ext>
            </a:extLst>
          </p:cNvPr>
          <p:cNvSpPr>
            <a:spLocks noGrp="1"/>
          </p:cNvSpPr>
          <p:nvPr/>
        </p:nvSpPr>
        <p:spPr>
          <a:xfrm>
            <a:off x="6813331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01_find_only_1752">
            <a:extLst>
              <a:ext uri="{FF2B5EF4-FFF2-40B4-BE49-F238E27FC236}">
                <a16:creationId xmlns:a16="http://schemas.microsoft.com/office/drawing/2014/main" id="{23074B81-CBBA-42B8-AF9D-31F604FE00BC}"/>
              </a:ext>
            </a:extLst>
          </p:cNvPr>
          <p:cNvSpPr>
            <a:spLocks noGrp="1"/>
          </p:cNvSpPr>
          <p:nvPr/>
        </p:nvSpPr>
        <p:spPr>
          <a:xfrm>
            <a:off x="68920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01_find_only_1753">
            <a:extLst>
              <a:ext uri="{FF2B5EF4-FFF2-40B4-BE49-F238E27FC236}">
                <a16:creationId xmlns:a16="http://schemas.microsoft.com/office/drawing/2014/main" id="{062B4940-34F3-4CA7-B5DA-9B4B2E3B6207}"/>
              </a:ext>
            </a:extLst>
          </p:cNvPr>
          <p:cNvSpPr>
            <a:spLocks noGrp="1"/>
          </p:cNvSpPr>
          <p:nvPr/>
        </p:nvSpPr>
        <p:spPr>
          <a:xfrm>
            <a:off x="68792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01_find_only_1754">
            <a:extLst>
              <a:ext uri="{FF2B5EF4-FFF2-40B4-BE49-F238E27FC236}">
                <a16:creationId xmlns:a16="http://schemas.microsoft.com/office/drawing/2014/main" id="{64194ED8-7F81-477B-9802-BCB40A536DD0}"/>
              </a:ext>
            </a:extLst>
          </p:cNvPr>
          <p:cNvSpPr>
            <a:spLocks noGrp="1"/>
          </p:cNvSpPr>
          <p:nvPr/>
        </p:nvSpPr>
        <p:spPr>
          <a:xfrm>
            <a:off x="6845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01_find_only_1755">
            <a:extLst>
              <a:ext uri="{FF2B5EF4-FFF2-40B4-BE49-F238E27FC236}">
                <a16:creationId xmlns:a16="http://schemas.microsoft.com/office/drawing/2014/main" id="{EBDEF400-2F8E-410F-B6F5-5987088AE9B2}"/>
              </a:ext>
            </a:extLst>
          </p:cNvPr>
          <p:cNvSpPr>
            <a:spLocks noGrp="1"/>
          </p:cNvSpPr>
          <p:nvPr/>
        </p:nvSpPr>
        <p:spPr>
          <a:xfrm>
            <a:off x="68829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01_find_only_1756">
            <a:extLst>
              <a:ext uri="{FF2B5EF4-FFF2-40B4-BE49-F238E27FC236}">
                <a16:creationId xmlns:a16="http://schemas.microsoft.com/office/drawing/2014/main" id="{586A795F-8383-4112-B26B-C0973EBA77B7}"/>
              </a:ext>
            </a:extLst>
          </p:cNvPr>
          <p:cNvSpPr>
            <a:spLocks noGrp="1"/>
          </p:cNvSpPr>
          <p:nvPr/>
        </p:nvSpPr>
        <p:spPr>
          <a:xfrm>
            <a:off x="690319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01_find_only_1757">
            <a:extLst>
              <a:ext uri="{FF2B5EF4-FFF2-40B4-BE49-F238E27FC236}">
                <a16:creationId xmlns:a16="http://schemas.microsoft.com/office/drawing/2014/main" id="{7CC6F930-1460-4DDF-92A6-8C5E28E414B1}"/>
              </a:ext>
            </a:extLst>
          </p:cNvPr>
          <p:cNvSpPr>
            <a:spLocks noGrp="1"/>
          </p:cNvSpPr>
          <p:nvPr/>
        </p:nvSpPr>
        <p:spPr>
          <a:xfrm>
            <a:off x="68727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01_find_only_1758">
            <a:extLst>
              <a:ext uri="{FF2B5EF4-FFF2-40B4-BE49-F238E27FC236}">
                <a16:creationId xmlns:a16="http://schemas.microsoft.com/office/drawing/2014/main" id="{4680CEB2-FCC4-4B4F-BEBD-698C31A95CB7}"/>
              </a:ext>
            </a:extLst>
          </p:cNvPr>
          <p:cNvSpPr>
            <a:spLocks noGrp="1"/>
          </p:cNvSpPr>
          <p:nvPr/>
        </p:nvSpPr>
        <p:spPr>
          <a:xfrm>
            <a:off x="68802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01_find_only_1759">
            <a:extLst>
              <a:ext uri="{FF2B5EF4-FFF2-40B4-BE49-F238E27FC236}">
                <a16:creationId xmlns:a16="http://schemas.microsoft.com/office/drawing/2014/main" id="{9CD7CEAF-1678-41CB-8B4E-F4F65AA05399}"/>
              </a:ext>
            </a:extLst>
          </p:cNvPr>
          <p:cNvSpPr>
            <a:spLocks noGrp="1"/>
          </p:cNvSpPr>
          <p:nvPr/>
        </p:nvSpPr>
        <p:spPr>
          <a:xfrm>
            <a:off x="6879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01_find_only_1760">
            <a:extLst>
              <a:ext uri="{FF2B5EF4-FFF2-40B4-BE49-F238E27FC236}">
                <a16:creationId xmlns:a16="http://schemas.microsoft.com/office/drawing/2014/main" id="{7F5619D5-EB1A-433A-97AB-BA956F092B66}"/>
              </a:ext>
            </a:extLst>
          </p:cNvPr>
          <p:cNvSpPr>
            <a:spLocks noGrp="1"/>
          </p:cNvSpPr>
          <p:nvPr/>
        </p:nvSpPr>
        <p:spPr>
          <a:xfrm>
            <a:off x="6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01_find_only_1761">
            <a:extLst>
              <a:ext uri="{FF2B5EF4-FFF2-40B4-BE49-F238E27FC236}">
                <a16:creationId xmlns:a16="http://schemas.microsoft.com/office/drawing/2014/main" id="{7B1CADB8-14B7-482F-8CBD-4ADA63C293EF}"/>
              </a:ext>
            </a:extLst>
          </p:cNvPr>
          <p:cNvSpPr>
            <a:spLocks noGrp="1"/>
          </p:cNvSpPr>
          <p:nvPr/>
        </p:nvSpPr>
        <p:spPr>
          <a:xfrm>
            <a:off x="683674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01_find_only_1762">
            <a:extLst>
              <a:ext uri="{FF2B5EF4-FFF2-40B4-BE49-F238E27FC236}">
                <a16:creationId xmlns:a16="http://schemas.microsoft.com/office/drawing/2014/main" id="{DF3893CC-D394-4E50-95FB-824A607D7AC2}"/>
              </a:ext>
            </a:extLst>
          </p:cNvPr>
          <p:cNvSpPr>
            <a:spLocks noGrp="1"/>
          </p:cNvSpPr>
          <p:nvPr/>
        </p:nvSpPr>
        <p:spPr>
          <a:xfrm>
            <a:off x="6896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01_find_only_1763">
            <a:extLst>
              <a:ext uri="{FF2B5EF4-FFF2-40B4-BE49-F238E27FC236}">
                <a16:creationId xmlns:a16="http://schemas.microsoft.com/office/drawing/2014/main" id="{98769760-DAF5-4551-A023-FBA40D20AA58}"/>
              </a:ext>
            </a:extLst>
          </p:cNvPr>
          <p:cNvSpPr>
            <a:spLocks noGrp="1"/>
          </p:cNvSpPr>
          <p:nvPr/>
        </p:nvSpPr>
        <p:spPr>
          <a:xfrm>
            <a:off x="68264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01_find_only_1764">
            <a:extLst>
              <a:ext uri="{FF2B5EF4-FFF2-40B4-BE49-F238E27FC236}">
                <a16:creationId xmlns:a16="http://schemas.microsoft.com/office/drawing/2014/main" id="{BAF3A0DE-19DF-4500-B53B-9024E33489B2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01_find_only_1765">
            <a:extLst>
              <a:ext uri="{FF2B5EF4-FFF2-40B4-BE49-F238E27FC236}">
                <a16:creationId xmlns:a16="http://schemas.microsoft.com/office/drawing/2014/main" id="{9615C1E6-BE93-4CBB-BDDE-130AB704735E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01_find_only_1766">
            <a:extLst>
              <a:ext uri="{FF2B5EF4-FFF2-40B4-BE49-F238E27FC236}">
                <a16:creationId xmlns:a16="http://schemas.microsoft.com/office/drawing/2014/main" id="{5AF68C21-EB10-49AD-AFA6-ED746F126050}"/>
              </a:ext>
            </a:extLst>
          </p:cNvPr>
          <p:cNvSpPr>
            <a:spLocks noGrp="1"/>
          </p:cNvSpPr>
          <p:nvPr/>
        </p:nvSpPr>
        <p:spPr>
          <a:xfrm>
            <a:off x="68977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01_find_only_1767">
            <a:extLst>
              <a:ext uri="{FF2B5EF4-FFF2-40B4-BE49-F238E27FC236}">
                <a16:creationId xmlns:a16="http://schemas.microsoft.com/office/drawing/2014/main" id="{F950E816-0A34-4FE7-9BC6-5F9D1509F811}"/>
              </a:ext>
            </a:extLst>
          </p:cNvPr>
          <p:cNvSpPr>
            <a:spLocks noGrp="1"/>
          </p:cNvSpPr>
          <p:nvPr/>
        </p:nvSpPr>
        <p:spPr>
          <a:xfrm>
            <a:off x="68874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01_find_only_1768">
            <a:extLst>
              <a:ext uri="{FF2B5EF4-FFF2-40B4-BE49-F238E27FC236}">
                <a16:creationId xmlns:a16="http://schemas.microsoft.com/office/drawing/2014/main" id="{E4299AD7-5812-488D-AE7C-A5C9E6186222}"/>
              </a:ext>
            </a:extLst>
          </p:cNvPr>
          <p:cNvSpPr>
            <a:spLocks noGrp="1"/>
          </p:cNvSpPr>
          <p:nvPr/>
        </p:nvSpPr>
        <p:spPr>
          <a:xfrm>
            <a:off x="68916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01_find_only_1769">
            <a:extLst>
              <a:ext uri="{FF2B5EF4-FFF2-40B4-BE49-F238E27FC236}">
                <a16:creationId xmlns:a16="http://schemas.microsoft.com/office/drawing/2014/main" id="{EAB48912-B0AC-4281-8231-4C130B39C1E6}"/>
              </a:ext>
            </a:extLst>
          </p:cNvPr>
          <p:cNvSpPr>
            <a:spLocks noGrp="1"/>
          </p:cNvSpPr>
          <p:nvPr/>
        </p:nvSpPr>
        <p:spPr>
          <a:xfrm>
            <a:off x="6879588" y="32606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01_find_only_1770">
            <a:extLst>
              <a:ext uri="{FF2B5EF4-FFF2-40B4-BE49-F238E27FC236}">
                <a16:creationId xmlns:a16="http://schemas.microsoft.com/office/drawing/2014/main" id="{0B48654C-0097-48A4-9C11-23235973E06E}"/>
              </a:ext>
            </a:extLst>
          </p:cNvPr>
          <p:cNvSpPr>
            <a:spLocks noGrp="1"/>
          </p:cNvSpPr>
          <p:nvPr/>
        </p:nvSpPr>
        <p:spPr>
          <a:xfrm>
            <a:off x="68870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01_find_only_1771">
            <a:extLst>
              <a:ext uri="{FF2B5EF4-FFF2-40B4-BE49-F238E27FC236}">
                <a16:creationId xmlns:a16="http://schemas.microsoft.com/office/drawing/2014/main" id="{85F811BC-FE10-4778-B778-5B5A63EC8DB9}"/>
              </a:ext>
            </a:extLst>
          </p:cNvPr>
          <p:cNvSpPr>
            <a:spLocks noGrp="1"/>
          </p:cNvSpPr>
          <p:nvPr/>
        </p:nvSpPr>
        <p:spPr>
          <a:xfrm>
            <a:off x="68954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01_find_only_1772">
            <a:extLst>
              <a:ext uri="{FF2B5EF4-FFF2-40B4-BE49-F238E27FC236}">
                <a16:creationId xmlns:a16="http://schemas.microsoft.com/office/drawing/2014/main" id="{51E906D6-91AB-41FC-8EF9-D3CBC497A1CB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01_find_only_1773">
            <a:extLst>
              <a:ext uri="{FF2B5EF4-FFF2-40B4-BE49-F238E27FC236}">
                <a16:creationId xmlns:a16="http://schemas.microsoft.com/office/drawing/2014/main" id="{55F5DE7A-4BD2-4861-AAE9-F04F55026338}"/>
              </a:ext>
            </a:extLst>
          </p:cNvPr>
          <p:cNvSpPr>
            <a:spLocks noGrp="1"/>
          </p:cNvSpPr>
          <p:nvPr/>
        </p:nvSpPr>
        <p:spPr>
          <a:xfrm>
            <a:off x="68317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01_find_only_1774">
            <a:extLst>
              <a:ext uri="{FF2B5EF4-FFF2-40B4-BE49-F238E27FC236}">
                <a16:creationId xmlns:a16="http://schemas.microsoft.com/office/drawing/2014/main" id="{9A0533A4-4DF4-400A-BEEC-050FB2278EFA}"/>
              </a:ext>
            </a:extLst>
          </p:cNvPr>
          <p:cNvSpPr>
            <a:spLocks noGrp="1"/>
          </p:cNvSpPr>
          <p:nvPr/>
        </p:nvSpPr>
        <p:spPr>
          <a:xfrm>
            <a:off x="6877937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01_find_only_1775">
            <a:extLst>
              <a:ext uri="{FF2B5EF4-FFF2-40B4-BE49-F238E27FC236}">
                <a16:creationId xmlns:a16="http://schemas.microsoft.com/office/drawing/2014/main" id="{25784EDC-EA36-4064-A84D-AF45D7822736}"/>
              </a:ext>
            </a:extLst>
          </p:cNvPr>
          <p:cNvSpPr>
            <a:spLocks noGrp="1"/>
          </p:cNvSpPr>
          <p:nvPr/>
        </p:nvSpPr>
        <p:spPr>
          <a:xfrm>
            <a:off x="68290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01_find_only_1776">
            <a:extLst>
              <a:ext uri="{FF2B5EF4-FFF2-40B4-BE49-F238E27FC236}">
                <a16:creationId xmlns:a16="http://schemas.microsoft.com/office/drawing/2014/main" id="{8E1EBDBC-83EE-4F4A-8A68-5C70A9E0C9DC}"/>
              </a:ext>
            </a:extLst>
          </p:cNvPr>
          <p:cNvSpPr>
            <a:spLocks noGrp="1"/>
          </p:cNvSpPr>
          <p:nvPr/>
        </p:nvSpPr>
        <p:spPr>
          <a:xfrm>
            <a:off x="6838493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01_find_only_1777">
            <a:extLst>
              <a:ext uri="{FF2B5EF4-FFF2-40B4-BE49-F238E27FC236}">
                <a16:creationId xmlns:a16="http://schemas.microsoft.com/office/drawing/2014/main" id="{1FDFF9BC-88CF-4D19-842C-72917C9733C0}"/>
              </a:ext>
            </a:extLst>
          </p:cNvPr>
          <p:cNvSpPr>
            <a:spLocks noGrp="1"/>
          </p:cNvSpPr>
          <p:nvPr/>
        </p:nvSpPr>
        <p:spPr>
          <a:xfrm>
            <a:off x="6822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01_find_only_1778">
            <a:extLst>
              <a:ext uri="{FF2B5EF4-FFF2-40B4-BE49-F238E27FC236}">
                <a16:creationId xmlns:a16="http://schemas.microsoft.com/office/drawing/2014/main" id="{68865238-0CD2-4C0F-80DB-2F4D477CA93B}"/>
              </a:ext>
            </a:extLst>
          </p:cNvPr>
          <p:cNvSpPr>
            <a:spLocks noGrp="1"/>
          </p:cNvSpPr>
          <p:nvPr/>
        </p:nvSpPr>
        <p:spPr>
          <a:xfrm>
            <a:off x="68328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01_find_only_1779">
            <a:extLst>
              <a:ext uri="{FF2B5EF4-FFF2-40B4-BE49-F238E27FC236}">
                <a16:creationId xmlns:a16="http://schemas.microsoft.com/office/drawing/2014/main" id="{5CEB71CD-90E5-4FC2-A153-DC9B37346652}"/>
              </a:ext>
            </a:extLst>
          </p:cNvPr>
          <p:cNvSpPr>
            <a:spLocks noGrp="1"/>
          </p:cNvSpPr>
          <p:nvPr/>
        </p:nvSpPr>
        <p:spPr>
          <a:xfrm>
            <a:off x="683664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01_find_only_1780">
            <a:extLst>
              <a:ext uri="{FF2B5EF4-FFF2-40B4-BE49-F238E27FC236}">
                <a16:creationId xmlns:a16="http://schemas.microsoft.com/office/drawing/2014/main" id="{92A7BC7C-FDD9-4F9F-B9CF-C89054FF70D0}"/>
              </a:ext>
            </a:extLst>
          </p:cNvPr>
          <p:cNvSpPr>
            <a:spLocks noGrp="1"/>
          </p:cNvSpPr>
          <p:nvPr/>
        </p:nvSpPr>
        <p:spPr>
          <a:xfrm>
            <a:off x="68969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01_find_only_1781">
            <a:extLst>
              <a:ext uri="{FF2B5EF4-FFF2-40B4-BE49-F238E27FC236}">
                <a16:creationId xmlns:a16="http://schemas.microsoft.com/office/drawing/2014/main" id="{BDDA5B54-1393-462B-9F8F-883B5E2455E9}"/>
              </a:ext>
            </a:extLst>
          </p:cNvPr>
          <p:cNvSpPr>
            <a:spLocks noGrp="1"/>
          </p:cNvSpPr>
          <p:nvPr/>
        </p:nvSpPr>
        <p:spPr>
          <a:xfrm>
            <a:off x="68557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01_find_only_1782">
            <a:extLst>
              <a:ext uri="{FF2B5EF4-FFF2-40B4-BE49-F238E27FC236}">
                <a16:creationId xmlns:a16="http://schemas.microsoft.com/office/drawing/2014/main" id="{D8AFC0A5-6DDB-4E26-A174-58103B3EB595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01_find_only_1783">
            <a:extLst>
              <a:ext uri="{FF2B5EF4-FFF2-40B4-BE49-F238E27FC236}">
                <a16:creationId xmlns:a16="http://schemas.microsoft.com/office/drawing/2014/main" id="{DC64C32B-E61B-40ED-BA87-4C08061DB399}"/>
              </a:ext>
            </a:extLst>
          </p:cNvPr>
          <p:cNvSpPr>
            <a:spLocks noGrp="1"/>
          </p:cNvSpPr>
          <p:nvPr/>
        </p:nvSpPr>
        <p:spPr>
          <a:xfrm>
            <a:off x="6838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01_find_only_1784">
            <a:extLst>
              <a:ext uri="{FF2B5EF4-FFF2-40B4-BE49-F238E27FC236}">
                <a16:creationId xmlns:a16="http://schemas.microsoft.com/office/drawing/2014/main" id="{5FFD98D4-6697-47C7-B362-9083C3682DE0}"/>
              </a:ext>
            </a:extLst>
          </p:cNvPr>
          <p:cNvSpPr>
            <a:spLocks noGrp="1"/>
          </p:cNvSpPr>
          <p:nvPr/>
        </p:nvSpPr>
        <p:spPr>
          <a:xfrm>
            <a:off x="689192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01_find_only_1785">
            <a:extLst>
              <a:ext uri="{FF2B5EF4-FFF2-40B4-BE49-F238E27FC236}">
                <a16:creationId xmlns:a16="http://schemas.microsoft.com/office/drawing/2014/main" id="{A5AF49A2-016A-4F92-B1AC-765522D5115A}"/>
              </a:ext>
            </a:extLst>
          </p:cNvPr>
          <p:cNvSpPr>
            <a:spLocks noGrp="1"/>
          </p:cNvSpPr>
          <p:nvPr/>
        </p:nvSpPr>
        <p:spPr>
          <a:xfrm>
            <a:off x="6873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01_find_only_1786">
            <a:extLst>
              <a:ext uri="{FF2B5EF4-FFF2-40B4-BE49-F238E27FC236}">
                <a16:creationId xmlns:a16="http://schemas.microsoft.com/office/drawing/2014/main" id="{3C8416C7-9FCB-43B0-A720-521746B49DE8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01_find_only_1787">
            <a:extLst>
              <a:ext uri="{FF2B5EF4-FFF2-40B4-BE49-F238E27FC236}">
                <a16:creationId xmlns:a16="http://schemas.microsoft.com/office/drawing/2014/main" id="{D269ED94-653A-45EB-B807-6622866F04A0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01_find_only_1788">
            <a:extLst>
              <a:ext uri="{FF2B5EF4-FFF2-40B4-BE49-F238E27FC236}">
                <a16:creationId xmlns:a16="http://schemas.microsoft.com/office/drawing/2014/main" id="{1C6A47C8-B48D-415E-B351-935A2EBCE558}"/>
              </a:ext>
            </a:extLst>
          </p:cNvPr>
          <p:cNvSpPr>
            <a:spLocks noGrp="1"/>
          </p:cNvSpPr>
          <p:nvPr/>
        </p:nvSpPr>
        <p:spPr>
          <a:xfrm>
            <a:off x="6848306" y="39772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01_find_only_1789">
            <a:extLst>
              <a:ext uri="{FF2B5EF4-FFF2-40B4-BE49-F238E27FC236}">
                <a16:creationId xmlns:a16="http://schemas.microsoft.com/office/drawing/2014/main" id="{55809DFE-6945-466E-B0AB-99639AD62C0C}"/>
              </a:ext>
            </a:extLst>
          </p:cNvPr>
          <p:cNvSpPr>
            <a:spLocks noGrp="1"/>
          </p:cNvSpPr>
          <p:nvPr/>
        </p:nvSpPr>
        <p:spPr>
          <a:xfrm>
            <a:off x="6892218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01_find_only_1790">
            <a:extLst>
              <a:ext uri="{FF2B5EF4-FFF2-40B4-BE49-F238E27FC236}">
                <a16:creationId xmlns:a16="http://schemas.microsoft.com/office/drawing/2014/main" id="{C248D17E-60C8-4832-BE5C-B1EA4ABD548F}"/>
              </a:ext>
            </a:extLst>
          </p:cNvPr>
          <p:cNvSpPr>
            <a:spLocks noGrp="1"/>
          </p:cNvSpPr>
          <p:nvPr/>
        </p:nvSpPr>
        <p:spPr>
          <a:xfrm>
            <a:off x="689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01_find_only_1791">
            <a:extLst>
              <a:ext uri="{FF2B5EF4-FFF2-40B4-BE49-F238E27FC236}">
                <a16:creationId xmlns:a16="http://schemas.microsoft.com/office/drawing/2014/main" id="{68E07BB0-C92D-47C6-A3B2-DAAE35639858}"/>
              </a:ext>
            </a:extLst>
          </p:cNvPr>
          <p:cNvSpPr>
            <a:spLocks noGrp="1"/>
          </p:cNvSpPr>
          <p:nvPr/>
        </p:nvSpPr>
        <p:spPr>
          <a:xfrm>
            <a:off x="6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01_find_only_1792">
            <a:extLst>
              <a:ext uri="{FF2B5EF4-FFF2-40B4-BE49-F238E27FC236}">
                <a16:creationId xmlns:a16="http://schemas.microsoft.com/office/drawing/2014/main" id="{F080CC35-10D7-4469-B221-E72E57F48AA4}"/>
              </a:ext>
            </a:extLst>
          </p:cNvPr>
          <p:cNvSpPr>
            <a:spLocks noGrp="1"/>
          </p:cNvSpPr>
          <p:nvPr/>
        </p:nvSpPr>
        <p:spPr>
          <a:xfrm>
            <a:off x="689484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01_find_only_1793">
            <a:extLst>
              <a:ext uri="{FF2B5EF4-FFF2-40B4-BE49-F238E27FC236}">
                <a16:creationId xmlns:a16="http://schemas.microsoft.com/office/drawing/2014/main" id="{06904741-EA5D-49F7-8812-6D2855CF7603}"/>
              </a:ext>
            </a:extLst>
          </p:cNvPr>
          <p:cNvSpPr>
            <a:spLocks noGrp="1"/>
          </p:cNvSpPr>
          <p:nvPr/>
        </p:nvSpPr>
        <p:spPr>
          <a:xfrm>
            <a:off x="683897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01_find_only_1794">
            <a:extLst>
              <a:ext uri="{FF2B5EF4-FFF2-40B4-BE49-F238E27FC236}">
                <a16:creationId xmlns:a16="http://schemas.microsoft.com/office/drawing/2014/main" id="{FE03800F-8200-41AF-9E20-3FDB2E636974}"/>
              </a:ext>
            </a:extLst>
          </p:cNvPr>
          <p:cNvSpPr>
            <a:spLocks noGrp="1"/>
          </p:cNvSpPr>
          <p:nvPr/>
        </p:nvSpPr>
        <p:spPr>
          <a:xfrm>
            <a:off x="68243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01_find_only_1795">
            <a:extLst>
              <a:ext uri="{FF2B5EF4-FFF2-40B4-BE49-F238E27FC236}">
                <a16:creationId xmlns:a16="http://schemas.microsoft.com/office/drawing/2014/main" id="{1E7BB4CD-D057-453E-B127-DB936EC4EA18}"/>
              </a:ext>
            </a:extLst>
          </p:cNvPr>
          <p:cNvSpPr>
            <a:spLocks noGrp="1"/>
          </p:cNvSpPr>
          <p:nvPr/>
        </p:nvSpPr>
        <p:spPr>
          <a:xfrm>
            <a:off x="688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01_find_only_1796">
            <a:extLst>
              <a:ext uri="{FF2B5EF4-FFF2-40B4-BE49-F238E27FC236}">
                <a16:creationId xmlns:a16="http://schemas.microsoft.com/office/drawing/2014/main" id="{8D7780C0-FFDD-442D-BDE9-6A80850664FB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01_find_only_1797">
            <a:extLst>
              <a:ext uri="{FF2B5EF4-FFF2-40B4-BE49-F238E27FC236}">
                <a16:creationId xmlns:a16="http://schemas.microsoft.com/office/drawing/2014/main" id="{94A2249A-1A2F-499C-BDE9-E45C4106E9C7}"/>
              </a:ext>
            </a:extLst>
          </p:cNvPr>
          <p:cNvSpPr>
            <a:spLocks noGrp="1"/>
          </p:cNvSpPr>
          <p:nvPr/>
        </p:nvSpPr>
        <p:spPr>
          <a:xfrm>
            <a:off x="6825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01_find_only_1798">
            <a:extLst>
              <a:ext uri="{FF2B5EF4-FFF2-40B4-BE49-F238E27FC236}">
                <a16:creationId xmlns:a16="http://schemas.microsoft.com/office/drawing/2014/main" id="{F3B92B89-475B-414E-B28A-FC5673D70970}"/>
              </a:ext>
            </a:extLst>
          </p:cNvPr>
          <p:cNvSpPr>
            <a:spLocks noGrp="1"/>
          </p:cNvSpPr>
          <p:nvPr/>
        </p:nvSpPr>
        <p:spPr>
          <a:xfrm>
            <a:off x="6883280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01_find_only_1799">
            <a:extLst>
              <a:ext uri="{FF2B5EF4-FFF2-40B4-BE49-F238E27FC236}">
                <a16:creationId xmlns:a16="http://schemas.microsoft.com/office/drawing/2014/main" id="{17EE95E3-00FB-41A3-B50A-F80794A3C3CA}"/>
              </a:ext>
            </a:extLst>
          </p:cNvPr>
          <p:cNvSpPr>
            <a:spLocks noGrp="1"/>
          </p:cNvSpPr>
          <p:nvPr/>
        </p:nvSpPr>
        <p:spPr>
          <a:xfrm>
            <a:off x="682061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01_find_only_1800">
            <a:extLst>
              <a:ext uri="{FF2B5EF4-FFF2-40B4-BE49-F238E27FC236}">
                <a16:creationId xmlns:a16="http://schemas.microsoft.com/office/drawing/2014/main" id="{8B6688DA-B24A-4B54-9570-860BB430D119}"/>
              </a:ext>
            </a:extLst>
          </p:cNvPr>
          <p:cNvSpPr>
            <a:spLocks noGrp="1"/>
          </p:cNvSpPr>
          <p:nvPr/>
        </p:nvSpPr>
        <p:spPr>
          <a:xfrm>
            <a:off x="6901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01_find_only_1801">
            <a:extLst>
              <a:ext uri="{FF2B5EF4-FFF2-40B4-BE49-F238E27FC236}">
                <a16:creationId xmlns:a16="http://schemas.microsoft.com/office/drawing/2014/main" id="{CCD14943-9DCE-4420-91A8-C1A6C6B2E049}"/>
              </a:ext>
            </a:extLst>
          </p:cNvPr>
          <p:cNvSpPr>
            <a:spLocks noGrp="1"/>
          </p:cNvSpPr>
          <p:nvPr/>
        </p:nvSpPr>
        <p:spPr>
          <a:xfrm>
            <a:off x="68870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01_find_only_1802">
            <a:extLst>
              <a:ext uri="{FF2B5EF4-FFF2-40B4-BE49-F238E27FC236}">
                <a16:creationId xmlns:a16="http://schemas.microsoft.com/office/drawing/2014/main" id="{CD7A4530-F799-4C8B-B376-11F775B525AC}"/>
              </a:ext>
            </a:extLst>
          </p:cNvPr>
          <p:cNvSpPr>
            <a:spLocks noGrp="1"/>
          </p:cNvSpPr>
          <p:nvPr/>
        </p:nvSpPr>
        <p:spPr>
          <a:xfrm>
            <a:off x="6851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01_find_only_1803">
            <a:extLst>
              <a:ext uri="{FF2B5EF4-FFF2-40B4-BE49-F238E27FC236}">
                <a16:creationId xmlns:a16="http://schemas.microsoft.com/office/drawing/2014/main" id="{BEE0B3B2-360C-492B-B880-BFC4AC7C204B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01_find_only_1804">
            <a:extLst>
              <a:ext uri="{FF2B5EF4-FFF2-40B4-BE49-F238E27FC236}">
                <a16:creationId xmlns:a16="http://schemas.microsoft.com/office/drawing/2014/main" id="{7645E4F8-5AB1-4A59-89E4-467ABC570FCC}"/>
              </a:ext>
            </a:extLst>
          </p:cNvPr>
          <p:cNvSpPr>
            <a:spLocks noGrp="1"/>
          </p:cNvSpPr>
          <p:nvPr/>
        </p:nvSpPr>
        <p:spPr>
          <a:xfrm>
            <a:off x="6900475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01_find_only_1805">
            <a:extLst>
              <a:ext uri="{FF2B5EF4-FFF2-40B4-BE49-F238E27FC236}">
                <a16:creationId xmlns:a16="http://schemas.microsoft.com/office/drawing/2014/main" id="{D15C6E9B-DD07-42A1-8CF8-226C93D0398B}"/>
              </a:ext>
            </a:extLst>
          </p:cNvPr>
          <p:cNvSpPr>
            <a:spLocks noGrp="1"/>
          </p:cNvSpPr>
          <p:nvPr/>
        </p:nvSpPr>
        <p:spPr>
          <a:xfrm>
            <a:off x="690465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01_find_only_1806">
            <a:extLst>
              <a:ext uri="{FF2B5EF4-FFF2-40B4-BE49-F238E27FC236}">
                <a16:creationId xmlns:a16="http://schemas.microsoft.com/office/drawing/2014/main" id="{39FDD699-F09D-4946-A983-D9CAF3E29664}"/>
              </a:ext>
            </a:extLst>
          </p:cNvPr>
          <p:cNvSpPr>
            <a:spLocks noGrp="1"/>
          </p:cNvSpPr>
          <p:nvPr/>
        </p:nvSpPr>
        <p:spPr>
          <a:xfrm>
            <a:off x="6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01_find_only_1807">
            <a:extLst>
              <a:ext uri="{FF2B5EF4-FFF2-40B4-BE49-F238E27FC236}">
                <a16:creationId xmlns:a16="http://schemas.microsoft.com/office/drawing/2014/main" id="{AC21011B-67EC-48EE-B8D1-D0E5E72F8E27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01_find_only_1808">
            <a:extLst>
              <a:ext uri="{FF2B5EF4-FFF2-40B4-BE49-F238E27FC236}">
                <a16:creationId xmlns:a16="http://schemas.microsoft.com/office/drawing/2014/main" id="{1226AAC0-5054-4A0D-B4B5-AEDA18099AC8}"/>
              </a:ext>
            </a:extLst>
          </p:cNvPr>
          <p:cNvSpPr>
            <a:spLocks noGrp="1"/>
          </p:cNvSpPr>
          <p:nvPr/>
        </p:nvSpPr>
        <p:spPr>
          <a:xfrm>
            <a:off x="68234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01_find_only_1809">
            <a:extLst>
              <a:ext uri="{FF2B5EF4-FFF2-40B4-BE49-F238E27FC236}">
                <a16:creationId xmlns:a16="http://schemas.microsoft.com/office/drawing/2014/main" id="{A517270C-6E1E-41B3-B32D-A1053C03AEC2}"/>
              </a:ext>
            </a:extLst>
          </p:cNvPr>
          <p:cNvSpPr>
            <a:spLocks noGrp="1"/>
          </p:cNvSpPr>
          <p:nvPr/>
        </p:nvSpPr>
        <p:spPr>
          <a:xfrm>
            <a:off x="68508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01_find_only_1810">
            <a:extLst>
              <a:ext uri="{FF2B5EF4-FFF2-40B4-BE49-F238E27FC236}">
                <a16:creationId xmlns:a16="http://schemas.microsoft.com/office/drawing/2014/main" id="{03E28E15-B2E4-4B6E-9FCA-56D0B91F1640}"/>
              </a:ext>
            </a:extLst>
          </p:cNvPr>
          <p:cNvSpPr>
            <a:spLocks noGrp="1"/>
          </p:cNvSpPr>
          <p:nvPr/>
        </p:nvSpPr>
        <p:spPr>
          <a:xfrm>
            <a:off x="68855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01_find_only_1811">
            <a:extLst>
              <a:ext uri="{FF2B5EF4-FFF2-40B4-BE49-F238E27FC236}">
                <a16:creationId xmlns:a16="http://schemas.microsoft.com/office/drawing/2014/main" id="{A29E09EB-2029-449D-8B61-CAA852659D37}"/>
              </a:ext>
            </a:extLst>
          </p:cNvPr>
          <p:cNvSpPr>
            <a:spLocks noGrp="1"/>
          </p:cNvSpPr>
          <p:nvPr/>
        </p:nvSpPr>
        <p:spPr>
          <a:xfrm>
            <a:off x="68175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01_find_only_1812">
            <a:extLst>
              <a:ext uri="{FF2B5EF4-FFF2-40B4-BE49-F238E27FC236}">
                <a16:creationId xmlns:a16="http://schemas.microsoft.com/office/drawing/2014/main" id="{B7AA90CD-7900-4936-B68A-46B2B4A6308D}"/>
              </a:ext>
            </a:extLst>
          </p:cNvPr>
          <p:cNvSpPr>
            <a:spLocks noGrp="1"/>
          </p:cNvSpPr>
          <p:nvPr/>
        </p:nvSpPr>
        <p:spPr>
          <a:xfrm>
            <a:off x="68140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01_find_only_1813">
            <a:extLst>
              <a:ext uri="{FF2B5EF4-FFF2-40B4-BE49-F238E27FC236}">
                <a16:creationId xmlns:a16="http://schemas.microsoft.com/office/drawing/2014/main" id="{97E1DAD7-D438-450C-ABF5-69E926D5B7A4}"/>
              </a:ext>
            </a:extLst>
          </p:cNvPr>
          <p:cNvSpPr>
            <a:spLocks noGrp="1"/>
          </p:cNvSpPr>
          <p:nvPr/>
        </p:nvSpPr>
        <p:spPr>
          <a:xfrm>
            <a:off x="687142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01_find_only_1814">
            <a:extLst>
              <a:ext uri="{FF2B5EF4-FFF2-40B4-BE49-F238E27FC236}">
                <a16:creationId xmlns:a16="http://schemas.microsoft.com/office/drawing/2014/main" id="{6D12C987-1704-49BD-818E-C7AA9A4A2732}"/>
              </a:ext>
            </a:extLst>
          </p:cNvPr>
          <p:cNvSpPr>
            <a:spLocks noGrp="1"/>
          </p:cNvSpPr>
          <p:nvPr/>
        </p:nvSpPr>
        <p:spPr>
          <a:xfrm>
            <a:off x="6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01_find_only_1815">
            <a:extLst>
              <a:ext uri="{FF2B5EF4-FFF2-40B4-BE49-F238E27FC236}">
                <a16:creationId xmlns:a16="http://schemas.microsoft.com/office/drawing/2014/main" id="{95D67580-F1E7-412A-BA41-FC398B5FD865}"/>
              </a:ext>
            </a:extLst>
          </p:cNvPr>
          <p:cNvSpPr>
            <a:spLocks noGrp="1"/>
          </p:cNvSpPr>
          <p:nvPr/>
        </p:nvSpPr>
        <p:spPr>
          <a:xfrm>
            <a:off x="68097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01_find_only_1816">
            <a:extLst>
              <a:ext uri="{FF2B5EF4-FFF2-40B4-BE49-F238E27FC236}">
                <a16:creationId xmlns:a16="http://schemas.microsoft.com/office/drawing/2014/main" id="{E9BC2EB1-376F-4CE5-96FD-ACAD2C9E2F96}"/>
              </a:ext>
            </a:extLst>
          </p:cNvPr>
          <p:cNvSpPr>
            <a:spLocks noGrp="1"/>
          </p:cNvSpPr>
          <p:nvPr/>
        </p:nvSpPr>
        <p:spPr>
          <a:xfrm>
            <a:off x="68477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01_find_only_1817">
            <a:extLst>
              <a:ext uri="{FF2B5EF4-FFF2-40B4-BE49-F238E27FC236}">
                <a16:creationId xmlns:a16="http://schemas.microsoft.com/office/drawing/2014/main" id="{E6AB1EA3-F2CD-4E8F-B83F-28E40E8586B1}"/>
              </a:ext>
            </a:extLst>
          </p:cNvPr>
          <p:cNvSpPr>
            <a:spLocks noGrp="1"/>
          </p:cNvSpPr>
          <p:nvPr/>
        </p:nvSpPr>
        <p:spPr>
          <a:xfrm>
            <a:off x="68789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01_find_only_1818">
            <a:extLst>
              <a:ext uri="{FF2B5EF4-FFF2-40B4-BE49-F238E27FC236}">
                <a16:creationId xmlns:a16="http://schemas.microsoft.com/office/drawing/2014/main" id="{ACC173EE-85C8-4A8C-A436-EE5B42EF8880}"/>
              </a:ext>
            </a:extLst>
          </p:cNvPr>
          <p:cNvSpPr>
            <a:spLocks noGrp="1"/>
          </p:cNvSpPr>
          <p:nvPr/>
        </p:nvSpPr>
        <p:spPr>
          <a:xfrm>
            <a:off x="68497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01_find_only_1819">
            <a:extLst>
              <a:ext uri="{FF2B5EF4-FFF2-40B4-BE49-F238E27FC236}">
                <a16:creationId xmlns:a16="http://schemas.microsoft.com/office/drawing/2014/main" id="{A67D5275-0B7D-43C4-9489-FAA65414295E}"/>
              </a:ext>
            </a:extLst>
          </p:cNvPr>
          <p:cNvSpPr>
            <a:spLocks noGrp="1"/>
          </p:cNvSpPr>
          <p:nvPr/>
        </p:nvSpPr>
        <p:spPr>
          <a:xfrm>
            <a:off x="68333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01_find_only_1820">
            <a:extLst>
              <a:ext uri="{FF2B5EF4-FFF2-40B4-BE49-F238E27FC236}">
                <a16:creationId xmlns:a16="http://schemas.microsoft.com/office/drawing/2014/main" id="{877C3685-DCB8-4D9F-B260-C1BC4B0A17AB}"/>
              </a:ext>
            </a:extLst>
          </p:cNvPr>
          <p:cNvSpPr>
            <a:spLocks noGrp="1"/>
          </p:cNvSpPr>
          <p:nvPr/>
        </p:nvSpPr>
        <p:spPr>
          <a:xfrm>
            <a:off x="68710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01_find_only_1821">
            <a:extLst>
              <a:ext uri="{FF2B5EF4-FFF2-40B4-BE49-F238E27FC236}">
                <a16:creationId xmlns:a16="http://schemas.microsoft.com/office/drawing/2014/main" id="{557E71E4-29AA-4431-BE6B-3FFC2E678ACB}"/>
              </a:ext>
            </a:extLst>
          </p:cNvPr>
          <p:cNvSpPr>
            <a:spLocks noGrp="1"/>
          </p:cNvSpPr>
          <p:nvPr/>
        </p:nvSpPr>
        <p:spPr>
          <a:xfrm>
            <a:off x="68679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01_find_only_1822">
            <a:extLst>
              <a:ext uri="{FF2B5EF4-FFF2-40B4-BE49-F238E27FC236}">
                <a16:creationId xmlns:a16="http://schemas.microsoft.com/office/drawing/2014/main" id="{6C44E816-081E-4ED2-BFB7-B44F0A8C58D6}"/>
              </a:ext>
            </a:extLst>
          </p:cNvPr>
          <p:cNvSpPr>
            <a:spLocks noGrp="1"/>
          </p:cNvSpPr>
          <p:nvPr/>
        </p:nvSpPr>
        <p:spPr>
          <a:xfrm>
            <a:off x="68561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01_find_only_1823">
            <a:extLst>
              <a:ext uri="{FF2B5EF4-FFF2-40B4-BE49-F238E27FC236}">
                <a16:creationId xmlns:a16="http://schemas.microsoft.com/office/drawing/2014/main" id="{3E17DD84-5FFE-4CB9-B45F-ED5EE011CC98}"/>
              </a:ext>
            </a:extLst>
          </p:cNvPr>
          <p:cNvSpPr>
            <a:spLocks noGrp="1"/>
          </p:cNvSpPr>
          <p:nvPr/>
        </p:nvSpPr>
        <p:spPr>
          <a:xfrm>
            <a:off x="68655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01_find_only_1824">
            <a:extLst>
              <a:ext uri="{FF2B5EF4-FFF2-40B4-BE49-F238E27FC236}">
                <a16:creationId xmlns:a16="http://schemas.microsoft.com/office/drawing/2014/main" id="{F9DFDE13-FA63-4215-9ACE-20142D55C012}"/>
              </a:ext>
            </a:extLst>
          </p:cNvPr>
          <p:cNvSpPr>
            <a:spLocks noGrp="1"/>
          </p:cNvSpPr>
          <p:nvPr/>
        </p:nvSpPr>
        <p:spPr>
          <a:xfrm>
            <a:off x="68377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01_find_only_1825">
            <a:extLst>
              <a:ext uri="{FF2B5EF4-FFF2-40B4-BE49-F238E27FC236}">
                <a16:creationId xmlns:a16="http://schemas.microsoft.com/office/drawing/2014/main" id="{6177EC96-CBBD-479F-8D7F-A9FCBAA08A1E}"/>
              </a:ext>
            </a:extLst>
          </p:cNvPr>
          <p:cNvSpPr>
            <a:spLocks noGrp="1"/>
          </p:cNvSpPr>
          <p:nvPr/>
        </p:nvSpPr>
        <p:spPr>
          <a:xfrm>
            <a:off x="68594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01_find_only_1826">
            <a:extLst>
              <a:ext uri="{FF2B5EF4-FFF2-40B4-BE49-F238E27FC236}">
                <a16:creationId xmlns:a16="http://schemas.microsoft.com/office/drawing/2014/main" id="{FFCB0C52-244A-4E51-A961-C6056F48E467}"/>
              </a:ext>
            </a:extLst>
          </p:cNvPr>
          <p:cNvSpPr>
            <a:spLocks noGrp="1"/>
          </p:cNvSpPr>
          <p:nvPr/>
        </p:nvSpPr>
        <p:spPr>
          <a:xfrm>
            <a:off x="683868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01_find_only_1827">
            <a:extLst>
              <a:ext uri="{FF2B5EF4-FFF2-40B4-BE49-F238E27FC236}">
                <a16:creationId xmlns:a16="http://schemas.microsoft.com/office/drawing/2014/main" id="{1A95013D-DC98-443F-BCC3-85D4A5440ECD}"/>
              </a:ext>
            </a:extLst>
          </p:cNvPr>
          <p:cNvSpPr>
            <a:spLocks noGrp="1"/>
          </p:cNvSpPr>
          <p:nvPr/>
        </p:nvSpPr>
        <p:spPr>
          <a:xfrm>
            <a:off x="684723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01_find_only_1828">
            <a:extLst>
              <a:ext uri="{FF2B5EF4-FFF2-40B4-BE49-F238E27FC236}">
                <a16:creationId xmlns:a16="http://schemas.microsoft.com/office/drawing/2014/main" id="{EBEC07CC-ABE2-42B5-BBDF-4F22F347BE9F}"/>
              </a:ext>
            </a:extLst>
          </p:cNvPr>
          <p:cNvSpPr>
            <a:spLocks noGrp="1"/>
          </p:cNvSpPr>
          <p:nvPr/>
        </p:nvSpPr>
        <p:spPr>
          <a:xfrm>
            <a:off x="688920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01_find_only_1829">
            <a:extLst>
              <a:ext uri="{FF2B5EF4-FFF2-40B4-BE49-F238E27FC236}">
                <a16:creationId xmlns:a16="http://schemas.microsoft.com/office/drawing/2014/main" id="{739BD357-C551-46EE-8026-903D29E9790F}"/>
              </a:ext>
            </a:extLst>
          </p:cNvPr>
          <p:cNvSpPr>
            <a:spLocks noGrp="1"/>
          </p:cNvSpPr>
          <p:nvPr/>
        </p:nvSpPr>
        <p:spPr>
          <a:xfrm>
            <a:off x="6820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01_find_only_1830">
            <a:extLst>
              <a:ext uri="{FF2B5EF4-FFF2-40B4-BE49-F238E27FC236}">
                <a16:creationId xmlns:a16="http://schemas.microsoft.com/office/drawing/2014/main" id="{0B283309-BF23-480D-AEC9-03A87E961C01}"/>
              </a:ext>
            </a:extLst>
          </p:cNvPr>
          <p:cNvSpPr>
            <a:spLocks noGrp="1"/>
          </p:cNvSpPr>
          <p:nvPr/>
        </p:nvSpPr>
        <p:spPr>
          <a:xfrm>
            <a:off x="68248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01_find_only_1831">
            <a:extLst>
              <a:ext uri="{FF2B5EF4-FFF2-40B4-BE49-F238E27FC236}">
                <a16:creationId xmlns:a16="http://schemas.microsoft.com/office/drawing/2014/main" id="{97155508-BCD7-4DDB-A3C3-CF30CD97BCBD}"/>
              </a:ext>
            </a:extLst>
          </p:cNvPr>
          <p:cNvSpPr>
            <a:spLocks noGrp="1"/>
          </p:cNvSpPr>
          <p:nvPr/>
        </p:nvSpPr>
        <p:spPr>
          <a:xfrm>
            <a:off x="68653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01_find_only_1832">
            <a:extLst>
              <a:ext uri="{FF2B5EF4-FFF2-40B4-BE49-F238E27FC236}">
                <a16:creationId xmlns:a16="http://schemas.microsoft.com/office/drawing/2014/main" id="{C20AAD2D-780D-41D2-AA0E-5FCA5819A118}"/>
              </a:ext>
            </a:extLst>
          </p:cNvPr>
          <p:cNvSpPr>
            <a:spLocks noGrp="1"/>
          </p:cNvSpPr>
          <p:nvPr/>
        </p:nvSpPr>
        <p:spPr>
          <a:xfrm>
            <a:off x="68644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01_find_only_1833">
            <a:extLst>
              <a:ext uri="{FF2B5EF4-FFF2-40B4-BE49-F238E27FC236}">
                <a16:creationId xmlns:a16="http://schemas.microsoft.com/office/drawing/2014/main" id="{C3AB0023-384C-4826-AF05-19E78F05E6EC}"/>
              </a:ext>
            </a:extLst>
          </p:cNvPr>
          <p:cNvSpPr>
            <a:spLocks noGrp="1"/>
          </p:cNvSpPr>
          <p:nvPr/>
        </p:nvSpPr>
        <p:spPr>
          <a:xfrm>
            <a:off x="6896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01_find_only_1834">
            <a:extLst>
              <a:ext uri="{FF2B5EF4-FFF2-40B4-BE49-F238E27FC236}">
                <a16:creationId xmlns:a16="http://schemas.microsoft.com/office/drawing/2014/main" id="{886D580D-2608-4291-85A8-0333C75E0D55}"/>
              </a:ext>
            </a:extLst>
          </p:cNvPr>
          <p:cNvSpPr>
            <a:spLocks noGrp="1"/>
          </p:cNvSpPr>
          <p:nvPr/>
        </p:nvSpPr>
        <p:spPr>
          <a:xfrm>
            <a:off x="68813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01_find_only_1835">
            <a:extLst>
              <a:ext uri="{FF2B5EF4-FFF2-40B4-BE49-F238E27FC236}">
                <a16:creationId xmlns:a16="http://schemas.microsoft.com/office/drawing/2014/main" id="{E9FF38F3-1778-423D-8C15-4F6DAB4475B7}"/>
              </a:ext>
            </a:extLst>
          </p:cNvPr>
          <p:cNvSpPr>
            <a:spLocks noGrp="1"/>
          </p:cNvSpPr>
          <p:nvPr/>
        </p:nvSpPr>
        <p:spPr>
          <a:xfrm>
            <a:off x="6821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01_find_only_1836">
            <a:extLst>
              <a:ext uri="{FF2B5EF4-FFF2-40B4-BE49-F238E27FC236}">
                <a16:creationId xmlns:a16="http://schemas.microsoft.com/office/drawing/2014/main" id="{54FFDB37-3574-4F3E-AFE8-2B57EC509D60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01_find_only_1837">
            <a:extLst>
              <a:ext uri="{FF2B5EF4-FFF2-40B4-BE49-F238E27FC236}">
                <a16:creationId xmlns:a16="http://schemas.microsoft.com/office/drawing/2014/main" id="{3614F15D-6C8C-48EB-B358-ECE95968CF09}"/>
              </a:ext>
            </a:extLst>
          </p:cNvPr>
          <p:cNvSpPr>
            <a:spLocks noGrp="1"/>
          </p:cNvSpPr>
          <p:nvPr/>
        </p:nvSpPr>
        <p:spPr>
          <a:xfrm>
            <a:off x="68740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01_find_only_1838">
            <a:extLst>
              <a:ext uri="{FF2B5EF4-FFF2-40B4-BE49-F238E27FC236}">
                <a16:creationId xmlns:a16="http://schemas.microsoft.com/office/drawing/2014/main" id="{C3D4E3C2-1590-4608-A7DF-749925F57CE8}"/>
              </a:ext>
            </a:extLst>
          </p:cNvPr>
          <p:cNvSpPr>
            <a:spLocks noGrp="1"/>
          </p:cNvSpPr>
          <p:nvPr/>
        </p:nvSpPr>
        <p:spPr>
          <a:xfrm>
            <a:off x="68157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01_find_only_1839">
            <a:extLst>
              <a:ext uri="{FF2B5EF4-FFF2-40B4-BE49-F238E27FC236}">
                <a16:creationId xmlns:a16="http://schemas.microsoft.com/office/drawing/2014/main" id="{35781170-2DFF-4CAB-988D-EE62265C00AF}"/>
              </a:ext>
            </a:extLst>
          </p:cNvPr>
          <p:cNvSpPr>
            <a:spLocks noGrp="1"/>
          </p:cNvSpPr>
          <p:nvPr/>
        </p:nvSpPr>
        <p:spPr>
          <a:xfrm>
            <a:off x="688328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01_find_only_1840">
            <a:extLst>
              <a:ext uri="{FF2B5EF4-FFF2-40B4-BE49-F238E27FC236}">
                <a16:creationId xmlns:a16="http://schemas.microsoft.com/office/drawing/2014/main" id="{5629F0E8-3A64-4F91-82B6-3D9E127C846F}"/>
              </a:ext>
            </a:extLst>
          </p:cNvPr>
          <p:cNvSpPr>
            <a:spLocks noGrp="1"/>
          </p:cNvSpPr>
          <p:nvPr/>
        </p:nvSpPr>
        <p:spPr>
          <a:xfrm>
            <a:off x="68865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01_find_only_1841">
            <a:extLst>
              <a:ext uri="{FF2B5EF4-FFF2-40B4-BE49-F238E27FC236}">
                <a16:creationId xmlns:a16="http://schemas.microsoft.com/office/drawing/2014/main" id="{715983AC-188D-4094-9F6E-DB9E6ADBFD89}"/>
              </a:ext>
            </a:extLst>
          </p:cNvPr>
          <p:cNvSpPr>
            <a:spLocks noGrp="1"/>
          </p:cNvSpPr>
          <p:nvPr/>
        </p:nvSpPr>
        <p:spPr>
          <a:xfrm>
            <a:off x="6876285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01_find_only_1842">
            <a:extLst>
              <a:ext uri="{FF2B5EF4-FFF2-40B4-BE49-F238E27FC236}">
                <a16:creationId xmlns:a16="http://schemas.microsoft.com/office/drawing/2014/main" id="{DACD18C8-5CF2-4BA0-8A97-FCBF942F3BED}"/>
              </a:ext>
            </a:extLst>
          </p:cNvPr>
          <p:cNvSpPr>
            <a:spLocks noGrp="1"/>
          </p:cNvSpPr>
          <p:nvPr/>
        </p:nvSpPr>
        <p:spPr>
          <a:xfrm>
            <a:off x="6875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01_find_only_1843">
            <a:extLst>
              <a:ext uri="{FF2B5EF4-FFF2-40B4-BE49-F238E27FC236}">
                <a16:creationId xmlns:a16="http://schemas.microsoft.com/office/drawing/2014/main" id="{16AEADAB-F226-47CF-ABC1-D40E7B05EB57}"/>
              </a:ext>
            </a:extLst>
          </p:cNvPr>
          <p:cNvSpPr>
            <a:spLocks noGrp="1"/>
          </p:cNvSpPr>
          <p:nvPr/>
        </p:nvSpPr>
        <p:spPr>
          <a:xfrm>
            <a:off x="6879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01_find_only_1844">
            <a:extLst>
              <a:ext uri="{FF2B5EF4-FFF2-40B4-BE49-F238E27FC236}">
                <a16:creationId xmlns:a16="http://schemas.microsoft.com/office/drawing/2014/main" id="{CDA76E87-F17F-499F-9F78-14CA4759345C}"/>
              </a:ext>
            </a:extLst>
          </p:cNvPr>
          <p:cNvSpPr>
            <a:spLocks noGrp="1"/>
          </p:cNvSpPr>
          <p:nvPr/>
        </p:nvSpPr>
        <p:spPr>
          <a:xfrm>
            <a:off x="6861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01_find_only_1845">
            <a:extLst>
              <a:ext uri="{FF2B5EF4-FFF2-40B4-BE49-F238E27FC236}">
                <a16:creationId xmlns:a16="http://schemas.microsoft.com/office/drawing/2014/main" id="{7B744368-22CB-46F0-9778-2E95A1187B78}"/>
              </a:ext>
            </a:extLst>
          </p:cNvPr>
          <p:cNvSpPr>
            <a:spLocks noGrp="1"/>
          </p:cNvSpPr>
          <p:nvPr/>
        </p:nvSpPr>
        <p:spPr>
          <a:xfrm>
            <a:off x="68108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01_find_only_1846">
            <a:extLst>
              <a:ext uri="{FF2B5EF4-FFF2-40B4-BE49-F238E27FC236}">
                <a16:creationId xmlns:a16="http://schemas.microsoft.com/office/drawing/2014/main" id="{D435CCBF-1418-4A6A-BE7A-D76C90002873}"/>
              </a:ext>
            </a:extLst>
          </p:cNvPr>
          <p:cNvSpPr>
            <a:spLocks noGrp="1"/>
          </p:cNvSpPr>
          <p:nvPr/>
        </p:nvSpPr>
        <p:spPr>
          <a:xfrm>
            <a:off x="6861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01_find_only_1847">
            <a:extLst>
              <a:ext uri="{FF2B5EF4-FFF2-40B4-BE49-F238E27FC236}">
                <a16:creationId xmlns:a16="http://schemas.microsoft.com/office/drawing/2014/main" id="{11A2A62C-A4AC-4BFE-A0CD-9D01D8B4CC65}"/>
              </a:ext>
            </a:extLst>
          </p:cNvPr>
          <p:cNvSpPr>
            <a:spLocks noGrp="1"/>
          </p:cNvSpPr>
          <p:nvPr/>
        </p:nvSpPr>
        <p:spPr>
          <a:xfrm>
            <a:off x="6823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01_find_only_1848">
            <a:extLst>
              <a:ext uri="{FF2B5EF4-FFF2-40B4-BE49-F238E27FC236}">
                <a16:creationId xmlns:a16="http://schemas.microsoft.com/office/drawing/2014/main" id="{42FCD6C7-43A1-4889-812F-46EB89BC0718}"/>
              </a:ext>
            </a:extLst>
          </p:cNvPr>
          <p:cNvSpPr>
            <a:spLocks noGrp="1"/>
          </p:cNvSpPr>
          <p:nvPr/>
        </p:nvSpPr>
        <p:spPr>
          <a:xfrm>
            <a:off x="6875800" y="39515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01_find_only_1849">
            <a:extLst>
              <a:ext uri="{FF2B5EF4-FFF2-40B4-BE49-F238E27FC236}">
                <a16:creationId xmlns:a16="http://schemas.microsoft.com/office/drawing/2014/main" id="{9760EC5B-E73B-46C8-A4B5-59BE4C722644}"/>
              </a:ext>
            </a:extLst>
          </p:cNvPr>
          <p:cNvSpPr>
            <a:spLocks noGrp="1"/>
          </p:cNvSpPr>
          <p:nvPr/>
        </p:nvSpPr>
        <p:spPr>
          <a:xfrm>
            <a:off x="6888623" y="38411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01_find_only_1850">
            <a:extLst>
              <a:ext uri="{FF2B5EF4-FFF2-40B4-BE49-F238E27FC236}">
                <a16:creationId xmlns:a16="http://schemas.microsoft.com/office/drawing/2014/main" id="{CD08E3C4-F0C9-441C-887A-B09BE0BEBE36}"/>
              </a:ext>
            </a:extLst>
          </p:cNvPr>
          <p:cNvSpPr>
            <a:spLocks noGrp="1"/>
          </p:cNvSpPr>
          <p:nvPr/>
        </p:nvSpPr>
        <p:spPr>
          <a:xfrm>
            <a:off x="68220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01_find_only_1851">
            <a:extLst>
              <a:ext uri="{FF2B5EF4-FFF2-40B4-BE49-F238E27FC236}">
                <a16:creationId xmlns:a16="http://schemas.microsoft.com/office/drawing/2014/main" id="{A45761C8-7068-4BF3-9577-0323E92E2F69}"/>
              </a:ext>
            </a:extLst>
          </p:cNvPr>
          <p:cNvSpPr>
            <a:spLocks noGrp="1"/>
          </p:cNvSpPr>
          <p:nvPr/>
        </p:nvSpPr>
        <p:spPr>
          <a:xfrm>
            <a:off x="6876674" y="31567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01_find_only_1852">
            <a:extLst>
              <a:ext uri="{FF2B5EF4-FFF2-40B4-BE49-F238E27FC236}">
                <a16:creationId xmlns:a16="http://schemas.microsoft.com/office/drawing/2014/main" id="{ABDC0BB9-DCAF-455C-BF8D-E4DE71178AFD}"/>
              </a:ext>
            </a:extLst>
          </p:cNvPr>
          <p:cNvSpPr>
            <a:spLocks noGrp="1"/>
          </p:cNvSpPr>
          <p:nvPr/>
        </p:nvSpPr>
        <p:spPr>
          <a:xfrm>
            <a:off x="6826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01_find_only_1853">
            <a:extLst>
              <a:ext uri="{FF2B5EF4-FFF2-40B4-BE49-F238E27FC236}">
                <a16:creationId xmlns:a16="http://schemas.microsoft.com/office/drawing/2014/main" id="{82FA3386-245C-450B-BEC9-C95A167F6C8D}"/>
              </a:ext>
            </a:extLst>
          </p:cNvPr>
          <p:cNvSpPr>
            <a:spLocks noGrp="1"/>
          </p:cNvSpPr>
          <p:nvPr/>
        </p:nvSpPr>
        <p:spPr>
          <a:xfrm>
            <a:off x="6831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01_find_only_1854">
            <a:extLst>
              <a:ext uri="{FF2B5EF4-FFF2-40B4-BE49-F238E27FC236}">
                <a16:creationId xmlns:a16="http://schemas.microsoft.com/office/drawing/2014/main" id="{2B237978-74CC-4EAA-89E8-638C3FD74EE0}"/>
              </a:ext>
            </a:extLst>
          </p:cNvPr>
          <p:cNvSpPr>
            <a:spLocks noGrp="1"/>
          </p:cNvSpPr>
          <p:nvPr/>
        </p:nvSpPr>
        <p:spPr>
          <a:xfrm>
            <a:off x="6819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01_find_only_1855">
            <a:extLst>
              <a:ext uri="{FF2B5EF4-FFF2-40B4-BE49-F238E27FC236}">
                <a16:creationId xmlns:a16="http://schemas.microsoft.com/office/drawing/2014/main" id="{DD97EAB9-D743-49C1-A8D9-896351818CB9}"/>
              </a:ext>
            </a:extLst>
          </p:cNvPr>
          <p:cNvSpPr>
            <a:spLocks noGrp="1"/>
          </p:cNvSpPr>
          <p:nvPr/>
        </p:nvSpPr>
        <p:spPr>
          <a:xfrm>
            <a:off x="68756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01_find_only_1856">
            <a:extLst>
              <a:ext uri="{FF2B5EF4-FFF2-40B4-BE49-F238E27FC236}">
                <a16:creationId xmlns:a16="http://schemas.microsoft.com/office/drawing/2014/main" id="{B469CFF5-D16F-4E15-AA55-727BAF4301E6}"/>
              </a:ext>
            </a:extLst>
          </p:cNvPr>
          <p:cNvSpPr>
            <a:spLocks noGrp="1"/>
          </p:cNvSpPr>
          <p:nvPr/>
        </p:nvSpPr>
        <p:spPr>
          <a:xfrm>
            <a:off x="690067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01_find_only_1857">
            <a:extLst>
              <a:ext uri="{FF2B5EF4-FFF2-40B4-BE49-F238E27FC236}">
                <a16:creationId xmlns:a16="http://schemas.microsoft.com/office/drawing/2014/main" id="{78D0B76C-0450-484C-93A0-162F9D4C25CE}"/>
              </a:ext>
            </a:extLst>
          </p:cNvPr>
          <p:cNvSpPr>
            <a:spLocks noGrp="1"/>
          </p:cNvSpPr>
          <p:nvPr/>
        </p:nvSpPr>
        <p:spPr>
          <a:xfrm>
            <a:off x="6904848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01_find_only_1858">
            <a:extLst>
              <a:ext uri="{FF2B5EF4-FFF2-40B4-BE49-F238E27FC236}">
                <a16:creationId xmlns:a16="http://schemas.microsoft.com/office/drawing/2014/main" id="{C63BC064-EF5F-408F-B562-8D66C56634FA}"/>
              </a:ext>
            </a:extLst>
          </p:cNvPr>
          <p:cNvSpPr>
            <a:spLocks noGrp="1"/>
          </p:cNvSpPr>
          <p:nvPr/>
        </p:nvSpPr>
        <p:spPr>
          <a:xfrm>
            <a:off x="6844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01_find_only_1859">
            <a:extLst>
              <a:ext uri="{FF2B5EF4-FFF2-40B4-BE49-F238E27FC236}">
                <a16:creationId xmlns:a16="http://schemas.microsoft.com/office/drawing/2014/main" id="{294B7FF6-16A8-406B-9777-2B02DCA87227}"/>
              </a:ext>
            </a:extLst>
          </p:cNvPr>
          <p:cNvSpPr>
            <a:spLocks noGrp="1"/>
          </p:cNvSpPr>
          <p:nvPr/>
        </p:nvSpPr>
        <p:spPr>
          <a:xfrm>
            <a:off x="68804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01_find_only_1860">
            <a:extLst>
              <a:ext uri="{FF2B5EF4-FFF2-40B4-BE49-F238E27FC236}">
                <a16:creationId xmlns:a16="http://schemas.microsoft.com/office/drawing/2014/main" id="{38C1EC8F-F556-4FD2-BD78-8452246A7F95}"/>
              </a:ext>
            </a:extLst>
          </p:cNvPr>
          <p:cNvSpPr>
            <a:spLocks noGrp="1"/>
          </p:cNvSpPr>
          <p:nvPr/>
        </p:nvSpPr>
        <p:spPr>
          <a:xfrm>
            <a:off x="68993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01_find_only_1861">
            <a:extLst>
              <a:ext uri="{FF2B5EF4-FFF2-40B4-BE49-F238E27FC236}">
                <a16:creationId xmlns:a16="http://schemas.microsoft.com/office/drawing/2014/main" id="{19E4751C-F79B-4F1E-B9F4-2D5C5A5A6351}"/>
              </a:ext>
            </a:extLst>
          </p:cNvPr>
          <p:cNvSpPr>
            <a:spLocks noGrp="1"/>
          </p:cNvSpPr>
          <p:nvPr/>
        </p:nvSpPr>
        <p:spPr>
          <a:xfrm>
            <a:off x="68878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01_find_only_1862">
            <a:extLst>
              <a:ext uri="{FF2B5EF4-FFF2-40B4-BE49-F238E27FC236}">
                <a16:creationId xmlns:a16="http://schemas.microsoft.com/office/drawing/2014/main" id="{DB4630D3-FB83-4C38-A1C8-30FBB8CD6AD2}"/>
              </a:ext>
            </a:extLst>
          </p:cNvPr>
          <p:cNvSpPr>
            <a:spLocks noGrp="1"/>
          </p:cNvSpPr>
          <p:nvPr/>
        </p:nvSpPr>
        <p:spPr>
          <a:xfrm>
            <a:off x="68775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01_find_only_1863">
            <a:extLst>
              <a:ext uri="{FF2B5EF4-FFF2-40B4-BE49-F238E27FC236}">
                <a16:creationId xmlns:a16="http://schemas.microsoft.com/office/drawing/2014/main" id="{416DA707-B589-438A-8C88-5D64083F25CC}"/>
              </a:ext>
            </a:extLst>
          </p:cNvPr>
          <p:cNvSpPr>
            <a:spLocks noGrp="1"/>
          </p:cNvSpPr>
          <p:nvPr/>
        </p:nvSpPr>
        <p:spPr>
          <a:xfrm>
            <a:off x="68537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01_find_only_1864">
            <a:extLst>
              <a:ext uri="{FF2B5EF4-FFF2-40B4-BE49-F238E27FC236}">
                <a16:creationId xmlns:a16="http://schemas.microsoft.com/office/drawing/2014/main" id="{E4EC1683-09C2-4CA5-BA6A-4669B98E798C}"/>
              </a:ext>
            </a:extLst>
          </p:cNvPr>
          <p:cNvSpPr>
            <a:spLocks noGrp="1"/>
          </p:cNvSpPr>
          <p:nvPr/>
        </p:nvSpPr>
        <p:spPr>
          <a:xfrm>
            <a:off x="6850831" y="35178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01_find_only_1865">
            <a:extLst>
              <a:ext uri="{FF2B5EF4-FFF2-40B4-BE49-F238E27FC236}">
                <a16:creationId xmlns:a16="http://schemas.microsoft.com/office/drawing/2014/main" id="{4E453A8E-673A-4090-8FDB-FD521BF3CBAA}"/>
              </a:ext>
            </a:extLst>
          </p:cNvPr>
          <p:cNvSpPr>
            <a:spLocks noGrp="1"/>
          </p:cNvSpPr>
          <p:nvPr/>
        </p:nvSpPr>
        <p:spPr>
          <a:xfrm>
            <a:off x="68184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01_find_only_1866">
            <a:extLst>
              <a:ext uri="{FF2B5EF4-FFF2-40B4-BE49-F238E27FC236}">
                <a16:creationId xmlns:a16="http://schemas.microsoft.com/office/drawing/2014/main" id="{21D4B0EC-FBFD-43E2-B1BD-E5F550EB75F7}"/>
              </a:ext>
            </a:extLst>
          </p:cNvPr>
          <p:cNvSpPr>
            <a:spLocks noGrp="1"/>
          </p:cNvSpPr>
          <p:nvPr/>
        </p:nvSpPr>
        <p:spPr>
          <a:xfrm>
            <a:off x="6899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01_find_only_1867">
            <a:extLst>
              <a:ext uri="{FF2B5EF4-FFF2-40B4-BE49-F238E27FC236}">
                <a16:creationId xmlns:a16="http://schemas.microsoft.com/office/drawing/2014/main" id="{7C9582BB-F84C-4FFE-B6F8-F5F984BE70FA}"/>
              </a:ext>
            </a:extLst>
          </p:cNvPr>
          <p:cNvSpPr>
            <a:spLocks noGrp="1"/>
          </p:cNvSpPr>
          <p:nvPr/>
        </p:nvSpPr>
        <p:spPr>
          <a:xfrm>
            <a:off x="6889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01_find_only_1868">
            <a:extLst>
              <a:ext uri="{FF2B5EF4-FFF2-40B4-BE49-F238E27FC236}">
                <a16:creationId xmlns:a16="http://schemas.microsoft.com/office/drawing/2014/main" id="{88C1A82E-5941-477F-B774-C3BE679966D8}"/>
              </a:ext>
            </a:extLst>
          </p:cNvPr>
          <p:cNvSpPr>
            <a:spLocks noGrp="1"/>
          </p:cNvSpPr>
          <p:nvPr/>
        </p:nvSpPr>
        <p:spPr>
          <a:xfrm>
            <a:off x="68746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01_find_only_1869">
            <a:extLst>
              <a:ext uri="{FF2B5EF4-FFF2-40B4-BE49-F238E27FC236}">
                <a16:creationId xmlns:a16="http://schemas.microsoft.com/office/drawing/2014/main" id="{DBE0C05B-5273-4A7C-AEA0-41F73D0D5AF7}"/>
              </a:ext>
            </a:extLst>
          </p:cNvPr>
          <p:cNvSpPr>
            <a:spLocks noGrp="1"/>
          </p:cNvSpPr>
          <p:nvPr/>
        </p:nvSpPr>
        <p:spPr>
          <a:xfrm>
            <a:off x="68150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01_find_only_1870">
            <a:extLst>
              <a:ext uri="{FF2B5EF4-FFF2-40B4-BE49-F238E27FC236}">
                <a16:creationId xmlns:a16="http://schemas.microsoft.com/office/drawing/2014/main" id="{2F40CED4-246D-49D3-8ECF-DE5A36AA2DA6}"/>
              </a:ext>
            </a:extLst>
          </p:cNvPr>
          <p:cNvSpPr>
            <a:spLocks noGrp="1"/>
          </p:cNvSpPr>
          <p:nvPr/>
        </p:nvSpPr>
        <p:spPr>
          <a:xfrm>
            <a:off x="68245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01_find_only_1871">
            <a:extLst>
              <a:ext uri="{FF2B5EF4-FFF2-40B4-BE49-F238E27FC236}">
                <a16:creationId xmlns:a16="http://schemas.microsoft.com/office/drawing/2014/main" id="{87CACFC8-9169-4657-9FE5-88DCED0827D4}"/>
              </a:ext>
            </a:extLst>
          </p:cNvPr>
          <p:cNvSpPr>
            <a:spLocks noGrp="1"/>
          </p:cNvSpPr>
          <p:nvPr/>
        </p:nvSpPr>
        <p:spPr>
          <a:xfrm>
            <a:off x="68339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01_find_only_1872">
            <a:extLst>
              <a:ext uri="{FF2B5EF4-FFF2-40B4-BE49-F238E27FC236}">
                <a16:creationId xmlns:a16="http://schemas.microsoft.com/office/drawing/2014/main" id="{91B77AED-1B49-43AC-A6FF-134A16AD933F}"/>
              </a:ext>
            </a:extLst>
          </p:cNvPr>
          <p:cNvSpPr>
            <a:spLocks noGrp="1"/>
          </p:cNvSpPr>
          <p:nvPr/>
        </p:nvSpPr>
        <p:spPr>
          <a:xfrm>
            <a:off x="68756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01_find_only_1873">
            <a:extLst>
              <a:ext uri="{FF2B5EF4-FFF2-40B4-BE49-F238E27FC236}">
                <a16:creationId xmlns:a16="http://schemas.microsoft.com/office/drawing/2014/main" id="{6F42D10C-BFF4-4F9F-A0E0-C75581A4DC14}"/>
              </a:ext>
            </a:extLst>
          </p:cNvPr>
          <p:cNvSpPr>
            <a:spLocks noGrp="1"/>
          </p:cNvSpPr>
          <p:nvPr/>
        </p:nvSpPr>
        <p:spPr>
          <a:xfrm>
            <a:off x="6865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01_find_only_1874">
            <a:extLst>
              <a:ext uri="{FF2B5EF4-FFF2-40B4-BE49-F238E27FC236}">
                <a16:creationId xmlns:a16="http://schemas.microsoft.com/office/drawing/2014/main" id="{ED409CF5-3577-4DF1-B006-6DBB76BD6E11}"/>
              </a:ext>
            </a:extLst>
          </p:cNvPr>
          <p:cNvSpPr>
            <a:spLocks noGrp="1"/>
          </p:cNvSpPr>
          <p:nvPr/>
        </p:nvSpPr>
        <p:spPr>
          <a:xfrm>
            <a:off x="682858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01_find_only_1875">
            <a:extLst>
              <a:ext uri="{FF2B5EF4-FFF2-40B4-BE49-F238E27FC236}">
                <a16:creationId xmlns:a16="http://schemas.microsoft.com/office/drawing/2014/main" id="{99894241-8FE3-407E-91EA-C389CE4DD2EA}"/>
              </a:ext>
            </a:extLst>
          </p:cNvPr>
          <p:cNvSpPr>
            <a:spLocks noGrp="1"/>
          </p:cNvSpPr>
          <p:nvPr/>
        </p:nvSpPr>
        <p:spPr>
          <a:xfrm>
            <a:off x="68461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01_find_only_1876">
            <a:extLst>
              <a:ext uri="{FF2B5EF4-FFF2-40B4-BE49-F238E27FC236}">
                <a16:creationId xmlns:a16="http://schemas.microsoft.com/office/drawing/2014/main" id="{6BF9170D-B364-4FC3-A009-CB581757B288}"/>
              </a:ext>
            </a:extLst>
          </p:cNvPr>
          <p:cNvSpPr>
            <a:spLocks noGrp="1"/>
          </p:cNvSpPr>
          <p:nvPr/>
        </p:nvSpPr>
        <p:spPr>
          <a:xfrm>
            <a:off x="68117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01_find_only_1877">
            <a:extLst>
              <a:ext uri="{FF2B5EF4-FFF2-40B4-BE49-F238E27FC236}">
                <a16:creationId xmlns:a16="http://schemas.microsoft.com/office/drawing/2014/main" id="{C08FF90E-8D1E-42E6-AA90-86EC567AEC37}"/>
              </a:ext>
            </a:extLst>
          </p:cNvPr>
          <p:cNvSpPr>
            <a:spLocks noGrp="1"/>
          </p:cNvSpPr>
          <p:nvPr/>
        </p:nvSpPr>
        <p:spPr>
          <a:xfrm>
            <a:off x="73422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01_find_only_1878">
            <a:extLst>
              <a:ext uri="{FF2B5EF4-FFF2-40B4-BE49-F238E27FC236}">
                <a16:creationId xmlns:a16="http://schemas.microsoft.com/office/drawing/2014/main" id="{7B2E8C76-1D60-4FA0-A328-FE6683DF3A78}"/>
              </a:ext>
            </a:extLst>
          </p:cNvPr>
          <p:cNvSpPr>
            <a:spLocks noGrp="1"/>
          </p:cNvSpPr>
          <p:nvPr/>
        </p:nvSpPr>
        <p:spPr>
          <a:xfrm>
            <a:off x="732358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01_find_only_1879">
            <a:extLst>
              <a:ext uri="{FF2B5EF4-FFF2-40B4-BE49-F238E27FC236}">
                <a16:creationId xmlns:a16="http://schemas.microsoft.com/office/drawing/2014/main" id="{F06D15E9-8648-4935-9D97-0B7283151E76}"/>
              </a:ext>
            </a:extLst>
          </p:cNvPr>
          <p:cNvSpPr>
            <a:spLocks noGrp="1"/>
          </p:cNvSpPr>
          <p:nvPr/>
        </p:nvSpPr>
        <p:spPr>
          <a:xfrm>
            <a:off x="73387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01_find_only_1880">
            <a:extLst>
              <a:ext uri="{FF2B5EF4-FFF2-40B4-BE49-F238E27FC236}">
                <a16:creationId xmlns:a16="http://schemas.microsoft.com/office/drawing/2014/main" id="{FF0E903C-CA93-4C08-9E98-2960C49AA562}"/>
              </a:ext>
            </a:extLst>
          </p:cNvPr>
          <p:cNvSpPr>
            <a:spLocks noGrp="1"/>
          </p:cNvSpPr>
          <p:nvPr/>
        </p:nvSpPr>
        <p:spPr>
          <a:xfrm>
            <a:off x="7338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01_find_only_1881">
            <a:extLst>
              <a:ext uri="{FF2B5EF4-FFF2-40B4-BE49-F238E27FC236}">
                <a16:creationId xmlns:a16="http://schemas.microsoft.com/office/drawing/2014/main" id="{707D986B-4E98-47BB-8B7B-5D3267D83226}"/>
              </a:ext>
            </a:extLst>
          </p:cNvPr>
          <p:cNvSpPr>
            <a:spLocks noGrp="1"/>
          </p:cNvSpPr>
          <p:nvPr/>
        </p:nvSpPr>
        <p:spPr>
          <a:xfrm>
            <a:off x="73548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01_find_only_1882">
            <a:extLst>
              <a:ext uri="{FF2B5EF4-FFF2-40B4-BE49-F238E27FC236}">
                <a16:creationId xmlns:a16="http://schemas.microsoft.com/office/drawing/2014/main" id="{E7C78013-E521-4E1A-A83F-CD726AE93907}"/>
              </a:ext>
            </a:extLst>
          </p:cNvPr>
          <p:cNvSpPr>
            <a:spLocks noGrp="1"/>
          </p:cNvSpPr>
          <p:nvPr/>
        </p:nvSpPr>
        <p:spPr>
          <a:xfrm>
            <a:off x="73831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01_find_only_1883">
            <a:extLst>
              <a:ext uri="{FF2B5EF4-FFF2-40B4-BE49-F238E27FC236}">
                <a16:creationId xmlns:a16="http://schemas.microsoft.com/office/drawing/2014/main" id="{B56B338E-93C1-47EE-880E-5251BCE10E4C}"/>
              </a:ext>
            </a:extLst>
          </p:cNvPr>
          <p:cNvSpPr>
            <a:spLocks noGrp="1"/>
          </p:cNvSpPr>
          <p:nvPr/>
        </p:nvSpPr>
        <p:spPr>
          <a:xfrm>
            <a:off x="7400913" y="32892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01_find_only_1884">
            <a:extLst>
              <a:ext uri="{FF2B5EF4-FFF2-40B4-BE49-F238E27FC236}">
                <a16:creationId xmlns:a16="http://schemas.microsoft.com/office/drawing/2014/main" id="{53ED29BF-0A6E-4D26-81EA-B703ECFFEC6A}"/>
              </a:ext>
            </a:extLst>
          </p:cNvPr>
          <p:cNvSpPr>
            <a:spLocks noGrp="1"/>
          </p:cNvSpPr>
          <p:nvPr/>
        </p:nvSpPr>
        <p:spPr>
          <a:xfrm>
            <a:off x="73287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01_find_only_1885">
            <a:extLst>
              <a:ext uri="{FF2B5EF4-FFF2-40B4-BE49-F238E27FC236}">
                <a16:creationId xmlns:a16="http://schemas.microsoft.com/office/drawing/2014/main" id="{FB8F6D9B-B8E9-41CA-97CF-CD91CBF71119}"/>
              </a:ext>
            </a:extLst>
          </p:cNvPr>
          <p:cNvSpPr>
            <a:spLocks noGrp="1"/>
          </p:cNvSpPr>
          <p:nvPr/>
        </p:nvSpPr>
        <p:spPr>
          <a:xfrm>
            <a:off x="73731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01_find_only_1886">
            <a:extLst>
              <a:ext uri="{FF2B5EF4-FFF2-40B4-BE49-F238E27FC236}">
                <a16:creationId xmlns:a16="http://schemas.microsoft.com/office/drawing/2014/main" id="{D8FE2693-E793-4626-8651-73766B7579E0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01_find_only_1887">
            <a:extLst>
              <a:ext uri="{FF2B5EF4-FFF2-40B4-BE49-F238E27FC236}">
                <a16:creationId xmlns:a16="http://schemas.microsoft.com/office/drawing/2014/main" id="{C45A4C07-73DE-4111-ABC2-A1CA8052AE95}"/>
              </a:ext>
            </a:extLst>
          </p:cNvPr>
          <p:cNvSpPr>
            <a:spLocks noGrp="1"/>
          </p:cNvSpPr>
          <p:nvPr/>
        </p:nvSpPr>
        <p:spPr>
          <a:xfrm>
            <a:off x="7318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01_find_only_1888">
            <a:extLst>
              <a:ext uri="{FF2B5EF4-FFF2-40B4-BE49-F238E27FC236}">
                <a16:creationId xmlns:a16="http://schemas.microsoft.com/office/drawing/2014/main" id="{4AC84714-CE1F-4FA3-9273-0069675CAC7B}"/>
              </a:ext>
            </a:extLst>
          </p:cNvPr>
          <p:cNvSpPr>
            <a:spLocks noGrp="1"/>
          </p:cNvSpPr>
          <p:nvPr/>
        </p:nvSpPr>
        <p:spPr>
          <a:xfrm>
            <a:off x="739314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01_find_only_1889">
            <a:extLst>
              <a:ext uri="{FF2B5EF4-FFF2-40B4-BE49-F238E27FC236}">
                <a16:creationId xmlns:a16="http://schemas.microsoft.com/office/drawing/2014/main" id="{99B50458-F8F1-4391-B490-66CBE2461157}"/>
              </a:ext>
            </a:extLst>
          </p:cNvPr>
          <p:cNvSpPr>
            <a:spLocks noGrp="1"/>
          </p:cNvSpPr>
          <p:nvPr/>
        </p:nvSpPr>
        <p:spPr>
          <a:xfrm>
            <a:off x="74130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01_find_only_1890">
            <a:extLst>
              <a:ext uri="{FF2B5EF4-FFF2-40B4-BE49-F238E27FC236}">
                <a16:creationId xmlns:a16="http://schemas.microsoft.com/office/drawing/2014/main" id="{F733CD89-5384-449E-81AC-A8CFB5BE917E}"/>
              </a:ext>
            </a:extLst>
          </p:cNvPr>
          <p:cNvSpPr>
            <a:spLocks noGrp="1"/>
          </p:cNvSpPr>
          <p:nvPr/>
        </p:nvSpPr>
        <p:spPr>
          <a:xfrm>
            <a:off x="73545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01_find_only_1891">
            <a:extLst>
              <a:ext uri="{FF2B5EF4-FFF2-40B4-BE49-F238E27FC236}">
                <a16:creationId xmlns:a16="http://schemas.microsoft.com/office/drawing/2014/main" id="{CD16D3D3-AE2B-41C3-ADD1-C9FE7DBF7F80}"/>
              </a:ext>
            </a:extLst>
          </p:cNvPr>
          <p:cNvSpPr>
            <a:spLocks noGrp="1"/>
          </p:cNvSpPr>
          <p:nvPr/>
        </p:nvSpPr>
        <p:spPr>
          <a:xfrm>
            <a:off x="74078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01_find_only_1892">
            <a:extLst>
              <a:ext uri="{FF2B5EF4-FFF2-40B4-BE49-F238E27FC236}">
                <a16:creationId xmlns:a16="http://schemas.microsoft.com/office/drawing/2014/main" id="{06D3042B-2841-4367-887D-02EE2D92F4BB}"/>
              </a:ext>
            </a:extLst>
          </p:cNvPr>
          <p:cNvSpPr>
            <a:spLocks noGrp="1"/>
          </p:cNvSpPr>
          <p:nvPr/>
        </p:nvSpPr>
        <p:spPr>
          <a:xfrm>
            <a:off x="733863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01_find_only_1893">
            <a:extLst>
              <a:ext uri="{FF2B5EF4-FFF2-40B4-BE49-F238E27FC236}">
                <a16:creationId xmlns:a16="http://schemas.microsoft.com/office/drawing/2014/main" id="{18D8D4A5-07AB-4C7E-BC37-F2257FE90754}"/>
              </a:ext>
            </a:extLst>
          </p:cNvPr>
          <p:cNvSpPr>
            <a:spLocks noGrp="1"/>
          </p:cNvSpPr>
          <p:nvPr/>
        </p:nvSpPr>
        <p:spPr>
          <a:xfrm>
            <a:off x="73570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01_find_only_1894">
            <a:extLst>
              <a:ext uri="{FF2B5EF4-FFF2-40B4-BE49-F238E27FC236}">
                <a16:creationId xmlns:a16="http://schemas.microsoft.com/office/drawing/2014/main" id="{AF18734D-26C3-4814-BEA4-4DF4CFA8A25E}"/>
              </a:ext>
            </a:extLst>
          </p:cNvPr>
          <p:cNvSpPr>
            <a:spLocks noGrp="1"/>
          </p:cNvSpPr>
          <p:nvPr/>
        </p:nvSpPr>
        <p:spPr>
          <a:xfrm>
            <a:off x="7386049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01_find_only_1895">
            <a:extLst>
              <a:ext uri="{FF2B5EF4-FFF2-40B4-BE49-F238E27FC236}">
                <a16:creationId xmlns:a16="http://schemas.microsoft.com/office/drawing/2014/main" id="{66CE7D6B-8418-4893-8FE5-6380A3C9A567}"/>
              </a:ext>
            </a:extLst>
          </p:cNvPr>
          <p:cNvSpPr>
            <a:spLocks noGrp="1"/>
          </p:cNvSpPr>
          <p:nvPr/>
        </p:nvSpPr>
        <p:spPr>
          <a:xfrm>
            <a:off x="74034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01_find_only_1896">
            <a:extLst>
              <a:ext uri="{FF2B5EF4-FFF2-40B4-BE49-F238E27FC236}">
                <a16:creationId xmlns:a16="http://schemas.microsoft.com/office/drawing/2014/main" id="{75DBC7A2-F40A-4E31-B957-9EBE9877B21A}"/>
              </a:ext>
            </a:extLst>
          </p:cNvPr>
          <p:cNvSpPr>
            <a:spLocks noGrp="1"/>
          </p:cNvSpPr>
          <p:nvPr/>
        </p:nvSpPr>
        <p:spPr>
          <a:xfrm>
            <a:off x="7412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01_find_only_1897">
            <a:extLst>
              <a:ext uri="{FF2B5EF4-FFF2-40B4-BE49-F238E27FC236}">
                <a16:creationId xmlns:a16="http://schemas.microsoft.com/office/drawing/2014/main" id="{AB43E5A7-9E7B-48C3-86DF-2635DB007906}"/>
              </a:ext>
            </a:extLst>
          </p:cNvPr>
          <p:cNvSpPr>
            <a:spLocks noGrp="1"/>
          </p:cNvSpPr>
          <p:nvPr/>
        </p:nvSpPr>
        <p:spPr>
          <a:xfrm>
            <a:off x="73793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01_find_only_1898">
            <a:extLst>
              <a:ext uri="{FF2B5EF4-FFF2-40B4-BE49-F238E27FC236}">
                <a16:creationId xmlns:a16="http://schemas.microsoft.com/office/drawing/2014/main" id="{FA9220E7-E998-4B54-ADF5-CDFD19C95933}"/>
              </a:ext>
            </a:extLst>
          </p:cNvPr>
          <p:cNvSpPr>
            <a:spLocks noGrp="1"/>
          </p:cNvSpPr>
          <p:nvPr/>
        </p:nvSpPr>
        <p:spPr>
          <a:xfrm>
            <a:off x="7321735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01_find_only_1899">
            <a:extLst>
              <a:ext uri="{FF2B5EF4-FFF2-40B4-BE49-F238E27FC236}">
                <a16:creationId xmlns:a16="http://schemas.microsoft.com/office/drawing/2014/main" id="{10E4706E-C5C1-40F5-9BD3-F649F98E3FBD}"/>
              </a:ext>
            </a:extLst>
          </p:cNvPr>
          <p:cNvSpPr>
            <a:spLocks noGrp="1"/>
          </p:cNvSpPr>
          <p:nvPr/>
        </p:nvSpPr>
        <p:spPr>
          <a:xfrm>
            <a:off x="7336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01_find_only_1900">
            <a:extLst>
              <a:ext uri="{FF2B5EF4-FFF2-40B4-BE49-F238E27FC236}">
                <a16:creationId xmlns:a16="http://schemas.microsoft.com/office/drawing/2014/main" id="{69F88D5D-192A-4DD7-A172-4312846A99B8}"/>
              </a:ext>
            </a:extLst>
          </p:cNvPr>
          <p:cNvSpPr>
            <a:spLocks noGrp="1"/>
          </p:cNvSpPr>
          <p:nvPr/>
        </p:nvSpPr>
        <p:spPr>
          <a:xfrm>
            <a:off x="7342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01_find_only_1901">
            <a:extLst>
              <a:ext uri="{FF2B5EF4-FFF2-40B4-BE49-F238E27FC236}">
                <a16:creationId xmlns:a16="http://schemas.microsoft.com/office/drawing/2014/main" id="{45A379D9-4E1B-4300-B180-1AAC5F8FE933}"/>
              </a:ext>
            </a:extLst>
          </p:cNvPr>
          <p:cNvSpPr>
            <a:spLocks noGrp="1"/>
          </p:cNvSpPr>
          <p:nvPr/>
        </p:nvSpPr>
        <p:spPr>
          <a:xfrm>
            <a:off x="7321540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01_find_only_1902">
            <a:extLst>
              <a:ext uri="{FF2B5EF4-FFF2-40B4-BE49-F238E27FC236}">
                <a16:creationId xmlns:a16="http://schemas.microsoft.com/office/drawing/2014/main" id="{C336CFD1-8E39-4A36-93A4-8CF9BCE782DC}"/>
              </a:ext>
            </a:extLst>
          </p:cNvPr>
          <p:cNvSpPr>
            <a:spLocks noGrp="1"/>
          </p:cNvSpPr>
          <p:nvPr/>
        </p:nvSpPr>
        <p:spPr>
          <a:xfrm>
            <a:off x="732095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01_find_only_1903">
            <a:extLst>
              <a:ext uri="{FF2B5EF4-FFF2-40B4-BE49-F238E27FC236}">
                <a16:creationId xmlns:a16="http://schemas.microsoft.com/office/drawing/2014/main" id="{81E60F00-FF02-4BA4-88B4-FF6C4B70506E}"/>
              </a:ext>
            </a:extLst>
          </p:cNvPr>
          <p:cNvSpPr>
            <a:spLocks noGrp="1"/>
          </p:cNvSpPr>
          <p:nvPr/>
        </p:nvSpPr>
        <p:spPr>
          <a:xfrm>
            <a:off x="73398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01_find_only_1904">
            <a:extLst>
              <a:ext uri="{FF2B5EF4-FFF2-40B4-BE49-F238E27FC236}">
                <a16:creationId xmlns:a16="http://schemas.microsoft.com/office/drawing/2014/main" id="{06256297-E443-46D2-983B-D4C62DBDDF0D}"/>
              </a:ext>
            </a:extLst>
          </p:cNvPr>
          <p:cNvSpPr>
            <a:spLocks noGrp="1"/>
          </p:cNvSpPr>
          <p:nvPr/>
        </p:nvSpPr>
        <p:spPr>
          <a:xfrm>
            <a:off x="73764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01_find_only_1905">
            <a:extLst>
              <a:ext uri="{FF2B5EF4-FFF2-40B4-BE49-F238E27FC236}">
                <a16:creationId xmlns:a16="http://schemas.microsoft.com/office/drawing/2014/main" id="{A91CC239-BBF7-4BA7-8188-329064BDC80A}"/>
              </a:ext>
            </a:extLst>
          </p:cNvPr>
          <p:cNvSpPr>
            <a:spLocks noGrp="1"/>
          </p:cNvSpPr>
          <p:nvPr/>
        </p:nvSpPr>
        <p:spPr>
          <a:xfrm>
            <a:off x="73346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01_find_only_1906">
            <a:extLst>
              <a:ext uri="{FF2B5EF4-FFF2-40B4-BE49-F238E27FC236}">
                <a16:creationId xmlns:a16="http://schemas.microsoft.com/office/drawing/2014/main" id="{EACB247A-60A0-4043-89A5-DAF814048545}"/>
              </a:ext>
            </a:extLst>
          </p:cNvPr>
          <p:cNvSpPr>
            <a:spLocks noGrp="1"/>
          </p:cNvSpPr>
          <p:nvPr/>
        </p:nvSpPr>
        <p:spPr>
          <a:xfrm>
            <a:off x="73638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01_find_only_1907">
            <a:extLst>
              <a:ext uri="{FF2B5EF4-FFF2-40B4-BE49-F238E27FC236}">
                <a16:creationId xmlns:a16="http://schemas.microsoft.com/office/drawing/2014/main" id="{48F9A4FD-220B-4106-BFE0-BF42D9A86E1E}"/>
              </a:ext>
            </a:extLst>
          </p:cNvPr>
          <p:cNvSpPr>
            <a:spLocks noGrp="1"/>
          </p:cNvSpPr>
          <p:nvPr/>
        </p:nvSpPr>
        <p:spPr>
          <a:xfrm>
            <a:off x="7353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01_find_only_1908">
            <a:extLst>
              <a:ext uri="{FF2B5EF4-FFF2-40B4-BE49-F238E27FC236}">
                <a16:creationId xmlns:a16="http://schemas.microsoft.com/office/drawing/2014/main" id="{214CE8F5-E269-4F9B-B204-004F9E994A6F}"/>
              </a:ext>
            </a:extLst>
          </p:cNvPr>
          <p:cNvSpPr>
            <a:spLocks noGrp="1"/>
          </p:cNvSpPr>
          <p:nvPr/>
        </p:nvSpPr>
        <p:spPr>
          <a:xfrm>
            <a:off x="7401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01_find_only_1909">
            <a:extLst>
              <a:ext uri="{FF2B5EF4-FFF2-40B4-BE49-F238E27FC236}">
                <a16:creationId xmlns:a16="http://schemas.microsoft.com/office/drawing/2014/main" id="{0A967F81-0E54-4E6D-8303-C9455A5C9842}"/>
              </a:ext>
            </a:extLst>
          </p:cNvPr>
          <p:cNvSpPr>
            <a:spLocks noGrp="1"/>
          </p:cNvSpPr>
          <p:nvPr/>
        </p:nvSpPr>
        <p:spPr>
          <a:xfrm>
            <a:off x="7343885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01_find_only_1910">
            <a:extLst>
              <a:ext uri="{FF2B5EF4-FFF2-40B4-BE49-F238E27FC236}">
                <a16:creationId xmlns:a16="http://schemas.microsoft.com/office/drawing/2014/main" id="{9A5F9C0C-5EFB-4FA4-A561-AC6C91BBE119}"/>
              </a:ext>
            </a:extLst>
          </p:cNvPr>
          <p:cNvSpPr>
            <a:spLocks noGrp="1"/>
          </p:cNvSpPr>
          <p:nvPr/>
        </p:nvSpPr>
        <p:spPr>
          <a:xfrm>
            <a:off x="7383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01_find_only_1911">
            <a:extLst>
              <a:ext uri="{FF2B5EF4-FFF2-40B4-BE49-F238E27FC236}">
                <a16:creationId xmlns:a16="http://schemas.microsoft.com/office/drawing/2014/main" id="{91CF0D1A-023C-49C4-8315-E1173D9F4DE9}"/>
              </a:ext>
            </a:extLst>
          </p:cNvPr>
          <p:cNvSpPr>
            <a:spLocks noGrp="1"/>
          </p:cNvSpPr>
          <p:nvPr/>
        </p:nvSpPr>
        <p:spPr>
          <a:xfrm>
            <a:off x="73862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01_find_only_1912">
            <a:extLst>
              <a:ext uri="{FF2B5EF4-FFF2-40B4-BE49-F238E27FC236}">
                <a16:creationId xmlns:a16="http://schemas.microsoft.com/office/drawing/2014/main" id="{0011E76C-6CD0-45C0-907A-75532EC64AAC}"/>
              </a:ext>
            </a:extLst>
          </p:cNvPr>
          <p:cNvSpPr>
            <a:spLocks noGrp="1"/>
          </p:cNvSpPr>
          <p:nvPr/>
        </p:nvSpPr>
        <p:spPr>
          <a:xfrm>
            <a:off x="73212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01_find_only_1913">
            <a:extLst>
              <a:ext uri="{FF2B5EF4-FFF2-40B4-BE49-F238E27FC236}">
                <a16:creationId xmlns:a16="http://schemas.microsoft.com/office/drawing/2014/main" id="{59C8E150-A9EF-4CF1-962C-4EF562C56FB1}"/>
              </a:ext>
            </a:extLst>
          </p:cNvPr>
          <p:cNvSpPr>
            <a:spLocks noGrp="1"/>
          </p:cNvSpPr>
          <p:nvPr/>
        </p:nvSpPr>
        <p:spPr>
          <a:xfrm>
            <a:off x="74004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01_find_only_1914">
            <a:extLst>
              <a:ext uri="{FF2B5EF4-FFF2-40B4-BE49-F238E27FC236}">
                <a16:creationId xmlns:a16="http://schemas.microsoft.com/office/drawing/2014/main" id="{064F2B9E-E26A-476F-AEAC-F1E523F8A293}"/>
              </a:ext>
            </a:extLst>
          </p:cNvPr>
          <p:cNvSpPr>
            <a:spLocks noGrp="1"/>
          </p:cNvSpPr>
          <p:nvPr/>
        </p:nvSpPr>
        <p:spPr>
          <a:xfrm>
            <a:off x="7318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01_find_only_1915">
            <a:extLst>
              <a:ext uri="{FF2B5EF4-FFF2-40B4-BE49-F238E27FC236}">
                <a16:creationId xmlns:a16="http://schemas.microsoft.com/office/drawing/2014/main" id="{9577F7D4-C4AF-48DA-8670-7EB88C0CA8CF}"/>
              </a:ext>
            </a:extLst>
          </p:cNvPr>
          <p:cNvSpPr>
            <a:spLocks noGrp="1"/>
          </p:cNvSpPr>
          <p:nvPr/>
        </p:nvSpPr>
        <p:spPr>
          <a:xfrm>
            <a:off x="74002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01_find_only_1916">
            <a:extLst>
              <a:ext uri="{FF2B5EF4-FFF2-40B4-BE49-F238E27FC236}">
                <a16:creationId xmlns:a16="http://schemas.microsoft.com/office/drawing/2014/main" id="{AFFC8D02-98A4-46EF-A7AB-6B4A60C3322F}"/>
              </a:ext>
            </a:extLst>
          </p:cNvPr>
          <p:cNvSpPr>
            <a:spLocks noGrp="1"/>
          </p:cNvSpPr>
          <p:nvPr/>
        </p:nvSpPr>
        <p:spPr>
          <a:xfrm>
            <a:off x="74096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01_find_only_1917">
            <a:extLst>
              <a:ext uri="{FF2B5EF4-FFF2-40B4-BE49-F238E27FC236}">
                <a16:creationId xmlns:a16="http://schemas.microsoft.com/office/drawing/2014/main" id="{D0425B5B-DC3E-40C6-9FE9-3FAE2FDD13FE}"/>
              </a:ext>
            </a:extLst>
          </p:cNvPr>
          <p:cNvSpPr>
            <a:spLocks noGrp="1"/>
          </p:cNvSpPr>
          <p:nvPr/>
        </p:nvSpPr>
        <p:spPr>
          <a:xfrm>
            <a:off x="73770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01_find_only_1918">
            <a:extLst>
              <a:ext uri="{FF2B5EF4-FFF2-40B4-BE49-F238E27FC236}">
                <a16:creationId xmlns:a16="http://schemas.microsoft.com/office/drawing/2014/main" id="{10A99DA1-B49B-4860-BE76-647188DB80FE}"/>
              </a:ext>
            </a:extLst>
          </p:cNvPr>
          <p:cNvSpPr>
            <a:spLocks noGrp="1"/>
          </p:cNvSpPr>
          <p:nvPr/>
        </p:nvSpPr>
        <p:spPr>
          <a:xfrm>
            <a:off x="73478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01_find_only_1919">
            <a:extLst>
              <a:ext uri="{FF2B5EF4-FFF2-40B4-BE49-F238E27FC236}">
                <a16:creationId xmlns:a16="http://schemas.microsoft.com/office/drawing/2014/main" id="{780BDAF5-E653-45DA-9C4B-8875D570432E}"/>
              </a:ext>
            </a:extLst>
          </p:cNvPr>
          <p:cNvSpPr>
            <a:spLocks noGrp="1"/>
          </p:cNvSpPr>
          <p:nvPr/>
        </p:nvSpPr>
        <p:spPr>
          <a:xfrm>
            <a:off x="73885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01_find_only_1920">
            <a:extLst>
              <a:ext uri="{FF2B5EF4-FFF2-40B4-BE49-F238E27FC236}">
                <a16:creationId xmlns:a16="http://schemas.microsoft.com/office/drawing/2014/main" id="{79EE9B73-B141-46CE-87C0-FC593E6FDA8F}"/>
              </a:ext>
            </a:extLst>
          </p:cNvPr>
          <p:cNvSpPr>
            <a:spLocks noGrp="1"/>
          </p:cNvSpPr>
          <p:nvPr/>
        </p:nvSpPr>
        <p:spPr>
          <a:xfrm>
            <a:off x="73391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01_find_only_1921">
            <a:extLst>
              <a:ext uri="{FF2B5EF4-FFF2-40B4-BE49-F238E27FC236}">
                <a16:creationId xmlns:a16="http://schemas.microsoft.com/office/drawing/2014/main" id="{65258F81-6DE0-4A7C-99FA-ED30661EDF22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01_find_only_1922">
            <a:extLst>
              <a:ext uri="{FF2B5EF4-FFF2-40B4-BE49-F238E27FC236}">
                <a16:creationId xmlns:a16="http://schemas.microsoft.com/office/drawing/2014/main" id="{43DBEBBC-556A-4566-969C-11B7386E468A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01_find_only_1923">
            <a:extLst>
              <a:ext uri="{FF2B5EF4-FFF2-40B4-BE49-F238E27FC236}">
                <a16:creationId xmlns:a16="http://schemas.microsoft.com/office/drawing/2014/main" id="{8B03941D-9AE3-4AB4-BF4B-773B5EB493FF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01_find_only_1924">
            <a:extLst>
              <a:ext uri="{FF2B5EF4-FFF2-40B4-BE49-F238E27FC236}">
                <a16:creationId xmlns:a16="http://schemas.microsoft.com/office/drawing/2014/main" id="{CC6B3E16-8EE4-49FA-B224-3A8E2469B74B}"/>
              </a:ext>
            </a:extLst>
          </p:cNvPr>
          <p:cNvSpPr>
            <a:spLocks noGrp="1"/>
          </p:cNvSpPr>
          <p:nvPr/>
        </p:nvSpPr>
        <p:spPr>
          <a:xfrm>
            <a:off x="74026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01_find_only_1925">
            <a:extLst>
              <a:ext uri="{FF2B5EF4-FFF2-40B4-BE49-F238E27FC236}">
                <a16:creationId xmlns:a16="http://schemas.microsoft.com/office/drawing/2014/main" id="{7239924B-37D4-410C-B9DF-06A06DCC7C3C}"/>
              </a:ext>
            </a:extLst>
          </p:cNvPr>
          <p:cNvSpPr>
            <a:spLocks noGrp="1"/>
          </p:cNvSpPr>
          <p:nvPr/>
        </p:nvSpPr>
        <p:spPr>
          <a:xfrm>
            <a:off x="73495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01_find_only_1926">
            <a:extLst>
              <a:ext uri="{FF2B5EF4-FFF2-40B4-BE49-F238E27FC236}">
                <a16:creationId xmlns:a16="http://schemas.microsoft.com/office/drawing/2014/main" id="{51C748E3-83A1-4994-9D5C-378D912F660A}"/>
              </a:ext>
            </a:extLst>
          </p:cNvPr>
          <p:cNvSpPr>
            <a:spLocks noGrp="1"/>
          </p:cNvSpPr>
          <p:nvPr/>
        </p:nvSpPr>
        <p:spPr>
          <a:xfrm>
            <a:off x="7358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01_find_only_1927">
            <a:extLst>
              <a:ext uri="{FF2B5EF4-FFF2-40B4-BE49-F238E27FC236}">
                <a16:creationId xmlns:a16="http://schemas.microsoft.com/office/drawing/2014/main" id="{AE7464C3-08EF-4749-8930-61352A630859}"/>
              </a:ext>
            </a:extLst>
          </p:cNvPr>
          <p:cNvSpPr>
            <a:spLocks noGrp="1"/>
          </p:cNvSpPr>
          <p:nvPr/>
        </p:nvSpPr>
        <p:spPr>
          <a:xfrm>
            <a:off x="74119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01_find_only_1928">
            <a:extLst>
              <a:ext uri="{FF2B5EF4-FFF2-40B4-BE49-F238E27FC236}">
                <a16:creationId xmlns:a16="http://schemas.microsoft.com/office/drawing/2014/main" id="{82AAE4A6-AAA5-40DF-B0BB-4027B502CE0C}"/>
              </a:ext>
            </a:extLst>
          </p:cNvPr>
          <p:cNvSpPr>
            <a:spLocks noGrp="1"/>
          </p:cNvSpPr>
          <p:nvPr/>
        </p:nvSpPr>
        <p:spPr>
          <a:xfrm>
            <a:off x="73828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01_find_only_1929">
            <a:extLst>
              <a:ext uri="{FF2B5EF4-FFF2-40B4-BE49-F238E27FC236}">
                <a16:creationId xmlns:a16="http://schemas.microsoft.com/office/drawing/2014/main" id="{C0564005-465D-4542-80D9-25548DB36E17}"/>
              </a:ext>
            </a:extLst>
          </p:cNvPr>
          <p:cNvSpPr>
            <a:spLocks noGrp="1"/>
          </p:cNvSpPr>
          <p:nvPr/>
        </p:nvSpPr>
        <p:spPr>
          <a:xfrm>
            <a:off x="7408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01_find_only_1930">
            <a:extLst>
              <a:ext uri="{FF2B5EF4-FFF2-40B4-BE49-F238E27FC236}">
                <a16:creationId xmlns:a16="http://schemas.microsoft.com/office/drawing/2014/main" id="{DF1A174A-573D-49EC-AC2F-1380B8E9C08A}"/>
              </a:ext>
            </a:extLst>
          </p:cNvPr>
          <p:cNvSpPr>
            <a:spLocks noGrp="1"/>
          </p:cNvSpPr>
          <p:nvPr/>
        </p:nvSpPr>
        <p:spPr>
          <a:xfrm>
            <a:off x="7322609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01_find_only_1931">
            <a:extLst>
              <a:ext uri="{FF2B5EF4-FFF2-40B4-BE49-F238E27FC236}">
                <a16:creationId xmlns:a16="http://schemas.microsoft.com/office/drawing/2014/main" id="{EF1D5035-9054-4F3B-905E-01F7FC2B877C}"/>
              </a:ext>
            </a:extLst>
          </p:cNvPr>
          <p:cNvSpPr>
            <a:spLocks noGrp="1"/>
          </p:cNvSpPr>
          <p:nvPr/>
        </p:nvSpPr>
        <p:spPr>
          <a:xfrm>
            <a:off x="74013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01_find_only_1932">
            <a:extLst>
              <a:ext uri="{FF2B5EF4-FFF2-40B4-BE49-F238E27FC236}">
                <a16:creationId xmlns:a16="http://schemas.microsoft.com/office/drawing/2014/main" id="{B02FB4A1-E0DF-454B-8EF0-285691AC869C}"/>
              </a:ext>
            </a:extLst>
          </p:cNvPr>
          <p:cNvSpPr>
            <a:spLocks noGrp="1"/>
          </p:cNvSpPr>
          <p:nvPr/>
        </p:nvSpPr>
        <p:spPr>
          <a:xfrm>
            <a:off x="73884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01_find_only_1933">
            <a:extLst>
              <a:ext uri="{FF2B5EF4-FFF2-40B4-BE49-F238E27FC236}">
                <a16:creationId xmlns:a16="http://schemas.microsoft.com/office/drawing/2014/main" id="{1BCEB09D-AC2F-4884-B723-6DF67F9D37AB}"/>
              </a:ext>
            </a:extLst>
          </p:cNvPr>
          <p:cNvSpPr>
            <a:spLocks noGrp="1"/>
          </p:cNvSpPr>
          <p:nvPr/>
        </p:nvSpPr>
        <p:spPr>
          <a:xfrm>
            <a:off x="73549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01_find_only_1934">
            <a:extLst>
              <a:ext uri="{FF2B5EF4-FFF2-40B4-BE49-F238E27FC236}">
                <a16:creationId xmlns:a16="http://schemas.microsoft.com/office/drawing/2014/main" id="{9786E707-42BD-446C-B8F4-3B200D8016BE}"/>
              </a:ext>
            </a:extLst>
          </p:cNvPr>
          <p:cNvSpPr>
            <a:spLocks noGrp="1"/>
          </p:cNvSpPr>
          <p:nvPr/>
        </p:nvSpPr>
        <p:spPr>
          <a:xfrm>
            <a:off x="73922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01_find_only_1935">
            <a:extLst>
              <a:ext uri="{FF2B5EF4-FFF2-40B4-BE49-F238E27FC236}">
                <a16:creationId xmlns:a16="http://schemas.microsoft.com/office/drawing/2014/main" id="{56A33E25-26E1-4B87-BB28-C8016E4A79DD}"/>
              </a:ext>
            </a:extLst>
          </p:cNvPr>
          <p:cNvSpPr>
            <a:spLocks noGrp="1"/>
          </p:cNvSpPr>
          <p:nvPr/>
        </p:nvSpPr>
        <p:spPr>
          <a:xfrm>
            <a:off x="741247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01_find_only_1936">
            <a:extLst>
              <a:ext uri="{FF2B5EF4-FFF2-40B4-BE49-F238E27FC236}">
                <a16:creationId xmlns:a16="http://schemas.microsoft.com/office/drawing/2014/main" id="{8044BF61-FB75-47EE-8647-7349AAF6A5C8}"/>
              </a:ext>
            </a:extLst>
          </p:cNvPr>
          <p:cNvSpPr>
            <a:spLocks noGrp="1"/>
          </p:cNvSpPr>
          <p:nvPr/>
        </p:nvSpPr>
        <p:spPr>
          <a:xfrm>
            <a:off x="73820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01_find_only_1937">
            <a:extLst>
              <a:ext uri="{FF2B5EF4-FFF2-40B4-BE49-F238E27FC236}">
                <a16:creationId xmlns:a16="http://schemas.microsoft.com/office/drawing/2014/main" id="{542D2C8E-E3D3-4562-A850-F79154FA2420}"/>
              </a:ext>
            </a:extLst>
          </p:cNvPr>
          <p:cNvSpPr>
            <a:spLocks noGrp="1"/>
          </p:cNvSpPr>
          <p:nvPr/>
        </p:nvSpPr>
        <p:spPr>
          <a:xfrm>
            <a:off x="73895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01_find_only_1938">
            <a:extLst>
              <a:ext uri="{FF2B5EF4-FFF2-40B4-BE49-F238E27FC236}">
                <a16:creationId xmlns:a16="http://schemas.microsoft.com/office/drawing/2014/main" id="{E8FF0D99-B32C-4E6B-BD7C-11A07225A609}"/>
              </a:ext>
            </a:extLst>
          </p:cNvPr>
          <p:cNvSpPr>
            <a:spLocks noGrp="1"/>
          </p:cNvSpPr>
          <p:nvPr/>
        </p:nvSpPr>
        <p:spPr>
          <a:xfrm>
            <a:off x="73886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01_find_only_1939">
            <a:extLst>
              <a:ext uri="{FF2B5EF4-FFF2-40B4-BE49-F238E27FC236}">
                <a16:creationId xmlns:a16="http://schemas.microsoft.com/office/drawing/2014/main" id="{7DF47001-FA48-446A-B0AB-747FA903C570}"/>
              </a:ext>
            </a:extLst>
          </p:cNvPr>
          <p:cNvSpPr>
            <a:spLocks noGrp="1"/>
          </p:cNvSpPr>
          <p:nvPr/>
        </p:nvSpPr>
        <p:spPr>
          <a:xfrm>
            <a:off x="73731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01_find_only_1940">
            <a:extLst>
              <a:ext uri="{FF2B5EF4-FFF2-40B4-BE49-F238E27FC236}">
                <a16:creationId xmlns:a16="http://schemas.microsoft.com/office/drawing/2014/main" id="{1B335F18-0447-4548-8DB0-2D152AF5EBF0}"/>
              </a:ext>
            </a:extLst>
          </p:cNvPr>
          <p:cNvSpPr>
            <a:spLocks noGrp="1"/>
          </p:cNvSpPr>
          <p:nvPr/>
        </p:nvSpPr>
        <p:spPr>
          <a:xfrm>
            <a:off x="734602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01_find_only_1941">
            <a:extLst>
              <a:ext uri="{FF2B5EF4-FFF2-40B4-BE49-F238E27FC236}">
                <a16:creationId xmlns:a16="http://schemas.microsoft.com/office/drawing/2014/main" id="{E4DE82CC-CF9C-4087-AE42-05995F09909C}"/>
              </a:ext>
            </a:extLst>
          </p:cNvPr>
          <p:cNvSpPr>
            <a:spLocks noGrp="1"/>
          </p:cNvSpPr>
          <p:nvPr/>
        </p:nvSpPr>
        <p:spPr>
          <a:xfrm>
            <a:off x="7405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01_find_only_1942">
            <a:extLst>
              <a:ext uri="{FF2B5EF4-FFF2-40B4-BE49-F238E27FC236}">
                <a16:creationId xmlns:a16="http://schemas.microsoft.com/office/drawing/2014/main" id="{D378389A-F88B-412D-A963-F36D0E407CC9}"/>
              </a:ext>
            </a:extLst>
          </p:cNvPr>
          <p:cNvSpPr>
            <a:spLocks noGrp="1"/>
          </p:cNvSpPr>
          <p:nvPr/>
        </p:nvSpPr>
        <p:spPr>
          <a:xfrm>
            <a:off x="73357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01_find_only_1943">
            <a:extLst>
              <a:ext uri="{FF2B5EF4-FFF2-40B4-BE49-F238E27FC236}">
                <a16:creationId xmlns:a16="http://schemas.microsoft.com/office/drawing/2014/main" id="{CA7C22EF-8DC9-4337-8108-5A52376AB006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01_find_only_1944">
            <a:extLst>
              <a:ext uri="{FF2B5EF4-FFF2-40B4-BE49-F238E27FC236}">
                <a16:creationId xmlns:a16="http://schemas.microsoft.com/office/drawing/2014/main" id="{2567C40A-B402-4738-BCC2-4C4C4F4D4EAB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01_find_only_1945">
            <a:extLst>
              <a:ext uri="{FF2B5EF4-FFF2-40B4-BE49-F238E27FC236}">
                <a16:creationId xmlns:a16="http://schemas.microsoft.com/office/drawing/2014/main" id="{F6070812-DE83-4CD1-AAD6-36440A0A6ED3}"/>
              </a:ext>
            </a:extLst>
          </p:cNvPr>
          <p:cNvSpPr>
            <a:spLocks noGrp="1"/>
          </p:cNvSpPr>
          <p:nvPr/>
        </p:nvSpPr>
        <p:spPr>
          <a:xfrm>
            <a:off x="74070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01_find_only_1946">
            <a:extLst>
              <a:ext uri="{FF2B5EF4-FFF2-40B4-BE49-F238E27FC236}">
                <a16:creationId xmlns:a16="http://schemas.microsoft.com/office/drawing/2014/main" id="{AD631982-7B18-46FF-9390-C058955A650E}"/>
              </a:ext>
            </a:extLst>
          </p:cNvPr>
          <p:cNvSpPr>
            <a:spLocks noGrp="1"/>
          </p:cNvSpPr>
          <p:nvPr/>
        </p:nvSpPr>
        <p:spPr>
          <a:xfrm>
            <a:off x="73967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01_find_only_1947">
            <a:extLst>
              <a:ext uri="{FF2B5EF4-FFF2-40B4-BE49-F238E27FC236}">
                <a16:creationId xmlns:a16="http://schemas.microsoft.com/office/drawing/2014/main" id="{A0C5CCF1-2BCE-4CDF-8432-F767AE8F3018}"/>
              </a:ext>
            </a:extLst>
          </p:cNvPr>
          <p:cNvSpPr>
            <a:spLocks noGrp="1"/>
          </p:cNvSpPr>
          <p:nvPr/>
        </p:nvSpPr>
        <p:spPr>
          <a:xfrm>
            <a:off x="74009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01_find_only_1948">
            <a:extLst>
              <a:ext uri="{FF2B5EF4-FFF2-40B4-BE49-F238E27FC236}">
                <a16:creationId xmlns:a16="http://schemas.microsoft.com/office/drawing/2014/main" id="{38A1C62F-7985-4084-905A-3DB9EFA411C9}"/>
              </a:ext>
            </a:extLst>
          </p:cNvPr>
          <p:cNvSpPr>
            <a:spLocks noGrp="1"/>
          </p:cNvSpPr>
          <p:nvPr/>
        </p:nvSpPr>
        <p:spPr>
          <a:xfrm>
            <a:off x="73888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01_find_only_1949">
            <a:extLst>
              <a:ext uri="{FF2B5EF4-FFF2-40B4-BE49-F238E27FC236}">
                <a16:creationId xmlns:a16="http://schemas.microsoft.com/office/drawing/2014/main" id="{E543670B-A978-4872-A738-BC57846744F1}"/>
              </a:ext>
            </a:extLst>
          </p:cNvPr>
          <p:cNvSpPr>
            <a:spLocks noGrp="1"/>
          </p:cNvSpPr>
          <p:nvPr/>
        </p:nvSpPr>
        <p:spPr>
          <a:xfrm>
            <a:off x="7396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01_find_only_1950">
            <a:extLst>
              <a:ext uri="{FF2B5EF4-FFF2-40B4-BE49-F238E27FC236}">
                <a16:creationId xmlns:a16="http://schemas.microsoft.com/office/drawing/2014/main" id="{F2D80902-9A51-4C63-BEBB-42BE1B09905F}"/>
              </a:ext>
            </a:extLst>
          </p:cNvPr>
          <p:cNvSpPr>
            <a:spLocks noGrp="1"/>
          </p:cNvSpPr>
          <p:nvPr/>
        </p:nvSpPr>
        <p:spPr>
          <a:xfrm>
            <a:off x="74047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01_find_only_1951">
            <a:extLst>
              <a:ext uri="{FF2B5EF4-FFF2-40B4-BE49-F238E27FC236}">
                <a16:creationId xmlns:a16="http://schemas.microsoft.com/office/drawing/2014/main" id="{DB3A128A-BFB1-4C4A-9C0A-2EF32E0A0004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01_find_only_1952">
            <a:extLst>
              <a:ext uri="{FF2B5EF4-FFF2-40B4-BE49-F238E27FC236}">
                <a16:creationId xmlns:a16="http://schemas.microsoft.com/office/drawing/2014/main" id="{38C051CB-643D-44B6-ACC1-A50178718FA4}"/>
              </a:ext>
            </a:extLst>
          </p:cNvPr>
          <p:cNvSpPr>
            <a:spLocks noGrp="1"/>
          </p:cNvSpPr>
          <p:nvPr/>
        </p:nvSpPr>
        <p:spPr>
          <a:xfrm>
            <a:off x="73410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01_find_only_1953">
            <a:extLst>
              <a:ext uri="{FF2B5EF4-FFF2-40B4-BE49-F238E27FC236}">
                <a16:creationId xmlns:a16="http://schemas.microsoft.com/office/drawing/2014/main" id="{F8CC05E7-5AA4-42C0-B754-8148FC4B411B}"/>
              </a:ext>
            </a:extLst>
          </p:cNvPr>
          <p:cNvSpPr>
            <a:spLocks noGrp="1"/>
          </p:cNvSpPr>
          <p:nvPr/>
        </p:nvSpPr>
        <p:spPr>
          <a:xfrm>
            <a:off x="7387215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01_find_only_1954">
            <a:extLst>
              <a:ext uri="{FF2B5EF4-FFF2-40B4-BE49-F238E27FC236}">
                <a16:creationId xmlns:a16="http://schemas.microsoft.com/office/drawing/2014/main" id="{C12646E3-82D6-422E-A2BB-F50D058FFA1E}"/>
              </a:ext>
            </a:extLst>
          </p:cNvPr>
          <p:cNvSpPr>
            <a:spLocks noGrp="1"/>
          </p:cNvSpPr>
          <p:nvPr/>
        </p:nvSpPr>
        <p:spPr>
          <a:xfrm>
            <a:off x="7338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01_find_only_1955">
            <a:extLst>
              <a:ext uri="{FF2B5EF4-FFF2-40B4-BE49-F238E27FC236}">
                <a16:creationId xmlns:a16="http://schemas.microsoft.com/office/drawing/2014/main" id="{B1FA7B8B-7B7C-43D2-9B9A-E3EDFF512706}"/>
              </a:ext>
            </a:extLst>
          </p:cNvPr>
          <p:cNvSpPr>
            <a:spLocks noGrp="1"/>
          </p:cNvSpPr>
          <p:nvPr/>
        </p:nvSpPr>
        <p:spPr>
          <a:xfrm>
            <a:off x="7347771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01_find_only_1956">
            <a:extLst>
              <a:ext uri="{FF2B5EF4-FFF2-40B4-BE49-F238E27FC236}">
                <a16:creationId xmlns:a16="http://schemas.microsoft.com/office/drawing/2014/main" id="{BF6A8B56-051E-4FA5-B6B6-0E9178928033}"/>
              </a:ext>
            </a:extLst>
          </p:cNvPr>
          <p:cNvSpPr>
            <a:spLocks noGrp="1"/>
          </p:cNvSpPr>
          <p:nvPr/>
        </p:nvSpPr>
        <p:spPr>
          <a:xfrm>
            <a:off x="7331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01_find_only_1957">
            <a:extLst>
              <a:ext uri="{FF2B5EF4-FFF2-40B4-BE49-F238E27FC236}">
                <a16:creationId xmlns:a16="http://schemas.microsoft.com/office/drawing/2014/main" id="{E8484D07-043E-4302-9B73-98D569C6CC7D}"/>
              </a:ext>
            </a:extLst>
          </p:cNvPr>
          <p:cNvSpPr>
            <a:spLocks noGrp="1"/>
          </p:cNvSpPr>
          <p:nvPr/>
        </p:nvSpPr>
        <p:spPr>
          <a:xfrm>
            <a:off x="7342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01_find_only_1958">
            <a:extLst>
              <a:ext uri="{FF2B5EF4-FFF2-40B4-BE49-F238E27FC236}">
                <a16:creationId xmlns:a16="http://schemas.microsoft.com/office/drawing/2014/main" id="{8BE87B56-66D9-4FD8-BC51-FA9DD57A2C2B}"/>
              </a:ext>
            </a:extLst>
          </p:cNvPr>
          <p:cNvSpPr>
            <a:spLocks noGrp="1"/>
          </p:cNvSpPr>
          <p:nvPr/>
        </p:nvSpPr>
        <p:spPr>
          <a:xfrm>
            <a:off x="734592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01_find_only_1959">
            <a:extLst>
              <a:ext uri="{FF2B5EF4-FFF2-40B4-BE49-F238E27FC236}">
                <a16:creationId xmlns:a16="http://schemas.microsoft.com/office/drawing/2014/main" id="{6A88AD0B-DDB0-40E3-A3FF-AB418895533C}"/>
              </a:ext>
            </a:extLst>
          </p:cNvPr>
          <p:cNvSpPr>
            <a:spLocks noGrp="1"/>
          </p:cNvSpPr>
          <p:nvPr/>
        </p:nvSpPr>
        <p:spPr>
          <a:xfrm>
            <a:off x="74062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01_find_only_1960">
            <a:extLst>
              <a:ext uri="{FF2B5EF4-FFF2-40B4-BE49-F238E27FC236}">
                <a16:creationId xmlns:a16="http://schemas.microsoft.com/office/drawing/2014/main" id="{69550984-9ECB-41F4-8813-E0B3A710C4A3}"/>
              </a:ext>
            </a:extLst>
          </p:cNvPr>
          <p:cNvSpPr>
            <a:spLocks noGrp="1"/>
          </p:cNvSpPr>
          <p:nvPr/>
        </p:nvSpPr>
        <p:spPr>
          <a:xfrm>
            <a:off x="73650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01_find_only_1961">
            <a:extLst>
              <a:ext uri="{FF2B5EF4-FFF2-40B4-BE49-F238E27FC236}">
                <a16:creationId xmlns:a16="http://schemas.microsoft.com/office/drawing/2014/main" id="{F0B7EC88-0F9C-494E-92FD-6853BD04E7C5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01_find_only_1962">
            <a:extLst>
              <a:ext uri="{FF2B5EF4-FFF2-40B4-BE49-F238E27FC236}">
                <a16:creationId xmlns:a16="http://schemas.microsoft.com/office/drawing/2014/main" id="{7752AC31-0C2E-47FD-B170-213926BABDAC}"/>
              </a:ext>
            </a:extLst>
          </p:cNvPr>
          <p:cNvSpPr>
            <a:spLocks noGrp="1"/>
          </p:cNvSpPr>
          <p:nvPr/>
        </p:nvSpPr>
        <p:spPr>
          <a:xfrm>
            <a:off x="734748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01_find_only_1963">
            <a:extLst>
              <a:ext uri="{FF2B5EF4-FFF2-40B4-BE49-F238E27FC236}">
                <a16:creationId xmlns:a16="http://schemas.microsoft.com/office/drawing/2014/main" id="{1B8DCE52-A5FD-452C-95FF-7B64C73C40A9}"/>
              </a:ext>
            </a:extLst>
          </p:cNvPr>
          <p:cNvSpPr>
            <a:spLocks noGrp="1"/>
          </p:cNvSpPr>
          <p:nvPr/>
        </p:nvSpPr>
        <p:spPr>
          <a:xfrm>
            <a:off x="740120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01_find_only_1964">
            <a:extLst>
              <a:ext uri="{FF2B5EF4-FFF2-40B4-BE49-F238E27FC236}">
                <a16:creationId xmlns:a16="http://schemas.microsoft.com/office/drawing/2014/main" id="{14E7B671-CBB6-49D3-BC75-F0953888E5DD}"/>
              </a:ext>
            </a:extLst>
          </p:cNvPr>
          <p:cNvSpPr>
            <a:spLocks noGrp="1"/>
          </p:cNvSpPr>
          <p:nvPr/>
        </p:nvSpPr>
        <p:spPr>
          <a:xfrm>
            <a:off x="73828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01_find_only_1965">
            <a:extLst>
              <a:ext uri="{FF2B5EF4-FFF2-40B4-BE49-F238E27FC236}">
                <a16:creationId xmlns:a16="http://schemas.microsoft.com/office/drawing/2014/main" id="{E417BAE5-1BA5-46C9-8541-3F215DB5BCC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01_find_only_1966">
            <a:extLst>
              <a:ext uri="{FF2B5EF4-FFF2-40B4-BE49-F238E27FC236}">
                <a16:creationId xmlns:a16="http://schemas.microsoft.com/office/drawing/2014/main" id="{782408C0-6117-4DA4-B24C-A1618C5707E3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01_find_only_1967">
            <a:extLst>
              <a:ext uri="{FF2B5EF4-FFF2-40B4-BE49-F238E27FC236}">
                <a16:creationId xmlns:a16="http://schemas.microsoft.com/office/drawing/2014/main" id="{75974378-B291-4BFD-901F-C0CA6ACE3DD6}"/>
              </a:ext>
            </a:extLst>
          </p:cNvPr>
          <p:cNvSpPr>
            <a:spLocks noGrp="1"/>
          </p:cNvSpPr>
          <p:nvPr/>
        </p:nvSpPr>
        <p:spPr>
          <a:xfrm>
            <a:off x="7357584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01_find_only_1968">
            <a:extLst>
              <a:ext uri="{FF2B5EF4-FFF2-40B4-BE49-F238E27FC236}">
                <a16:creationId xmlns:a16="http://schemas.microsoft.com/office/drawing/2014/main" id="{A3D480C1-0D6A-444A-8540-3FE4FE09AE48}"/>
              </a:ext>
            </a:extLst>
          </p:cNvPr>
          <p:cNvSpPr>
            <a:spLocks noGrp="1"/>
          </p:cNvSpPr>
          <p:nvPr/>
        </p:nvSpPr>
        <p:spPr>
          <a:xfrm>
            <a:off x="7401496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01_find_only_1969">
            <a:extLst>
              <a:ext uri="{FF2B5EF4-FFF2-40B4-BE49-F238E27FC236}">
                <a16:creationId xmlns:a16="http://schemas.microsoft.com/office/drawing/2014/main" id="{879B71FD-61A3-471B-9686-1C9BBB21C5F3}"/>
              </a:ext>
            </a:extLst>
          </p:cNvPr>
          <p:cNvSpPr>
            <a:spLocks noGrp="1"/>
          </p:cNvSpPr>
          <p:nvPr/>
        </p:nvSpPr>
        <p:spPr>
          <a:xfrm>
            <a:off x="74015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01_find_only_1970">
            <a:extLst>
              <a:ext uri="{FF2B5EF4-FFF2-40B4-BE49-F238E27FC236}">
                <a16:creationId xmlns:a16="http://schemas.microsoft.com/office/drawing/2014/main" id="{C5280905-0E07-4CCC-9BA8-F0148215257F}"/>
              </a:ext>
            </a:extLst>
          </p:cNvPr>
          <p:cNvSpPr>
            <a:spLocks noGrp="1"/>
          </p:cNvSpPr>
          <p:nvPr/>
        </p:nvSpPr>
        <p:spPr>
          <a:xfrm>
            <a:off x="73955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01_find_only_1971">
            <a:extLst>
              <a:ext uri="{FF2B5EF4-FFF2-40B4-BE49-F238E27FC236}">
                <a16:creationId xmlns:a16="http://schemas.microsoft.com/office/drawing/2014/main" id="{9F5A4995-002F-4479-8203-97C1687E82C0}"/>
              </a:ext>
            </a:extLst>
          </p:cNvPr>
          <p:cNvSpPr>
            <a:spLocks noGrp="1"/>
          </p:cNvSpPr>
          <p:nvPr/>
        </p:nvSpPr>
        <p:spPr>
          <a:xfrm>
            <a:off x="740411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01_find_only_1972">
            <a:extLst>
              <a:ext uri="{FF2B5EF4-FFF2-40B4-BE49-F238E27FC236}">
                <a16:creationId xmlns:a16="http://schemas.microsoft.com/office/drawing/2014/main" id="{0DAD6AEF-B096-4EAE-8650-7750D079C6A8}"/>
              </a:ext>
            </a:extLst>
          </p:cNvPr>
          <p:cNvSpPr>
            <a:spLocks noGrp="1"/>
          </p:cNvSpPr>
          <p:nvPr/>
        </p:nvSpPr>
        <p:spPr>
          <a:xfrm>
            <a:off x="734825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01_find_only_1973">
            <a:extLst>
              <a:ext uri="{FF2B5EF4-FFF2-40B4-BE49-F238E27FC236}">
                <a16:creationId xmlns:a16="http://schemas.microsoft.com/office/drawing/2014/main" id="{4ED1C9B4-81CA-4418-82C0-AFC164E0466E}"/>
              </a:ext>
            </a:extLst>
          </p:cNvPr>
          <p:cNvSpPr>
            <a:spLocks noGrp="1"/>
          </p:cNvSpPr>
          <p:nvPr/>
        </p:nvSpPr>
        <p:spPr>
          <a:xfrm>
            <a:off x="73335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01_find_only_1974">
            <a:extLst>
              <a:ext uri="{FF2B5EF4-FFF2-40B4-BE49-F238E27FC236}">
                <a16:creationId xmlns:a16="http://schemas.microsoft.com/office/drawing/2014/main" id="{6F6F20EF-730D-49D6-9D4D-6E3C62630B94}"/>
              </a:ext>
            </a:extLst>
          </p:cNvPr>
          <p:cNvSpPr>
            <a:spLocks noGrp="1"/>
          </p:cNvSpPr>
          <p:nvPr/>
        </p:nvSpPr>
        <p:spPr>
          <a:xfrm>
            <a:off x="73901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01_find_only_1975">
            <a:extLst>
              <a:ext uri="{FF2B5EF4-FFF2-40B4-BE49-F238E27FC236}">
                <a16:creationId xmlns:a16="http://schemas.microsoft.com/office/drawing/2014/main" id="{CECA9BB0-702F-4742-AB14-16EFE477A926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01_find_only_1976">
            <a:extLst>
              <a:ext uri="{FF2B5EF4-FFF2-40B4-BE49-F238E27FC236}">
                <a16:creationId xmlns:a16="http://schemas.microsoft.com/office/drawing/2014/main" id="{D505F1B6-DDFE-4B84-A9DF-67E434E7ED59}"/>
              </a:ext>
            </a:extLst>
          </p:cNvPr>
          <p:cNvSpPr>
            <a:spLocks noGrp="1"/>
          </p:cNvSpPr>
          <p:nvPr/>
        </p:nvSpPr>
        <p:spPr>
          <a:xfrm>
            <a:off x="7335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01_find_only_1977">
            <a:extLst>
              <a:ext uri="{FF2B5EF4-FFF2-40B4-BE49-F238E27FC236}">
                <a16:creationId xmlns:a16="http://schemas.microsoft.com/office/drawing/2014/main" id="{B89B3EA0-EB24-4E51-9661-E666338DFA07}"/>
              </a:ext>
            </a:extLst>
          </p:cNvPr>
          <p:cNvSpPr>
            <a:spLocks noGrp="1"/>
          </p:cNvSpPr>
          <p:nvPr/>
        </p:nvSpPr>
        <p:spPr>
          <a:xfrm>
            <a:off x="739255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01_find_only_1978">
            <a:extLst>
              <a:ext uri="{FF2B5EF4-FFF2-40B4-BE49-F238E27FC236}">
                <a16:creationId xmlns:a16="http://schemas.microsoft.com/office/drawing/2014/main" id="{C1F70F6D-29E3-479D-82DE-CEA4B6295139}"/>
              </a:ext>
            </a:extLst>
          </p:cNvPr>
          <p:cNvSpPr>
            <a:spLocks noGrp="1"/>
          </p:cNvSpPr>
          <p:nvPr/>
        </p:nvSpPr>
        <p:spPr>
          <a:xfrm>
            <a:off x="73298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01_find_only_1979">
            <a:extLst>
              <a:ext uri="{FF2B5EF4-FFF2-40B4-BE49-F238E27FC236}">
                <a16:creationId xmlns:a16="http://schemas.microsoft.com/office/drawing/2014/main" id="{220854DA-2A98-4D8D-A591-A80E988F4DC2}"/>
              </a:ext>
            </a:extLst>
          </p:cNvPr>
          <p:cNvSpPr>
            <a:spLocks noGrp="1"/>
          </p:cNvSpPr>
          <p:nvPr/>
        </p:nvSpPr>
        <p:spPr>
          <a:xfrm>
            <a:off x="7411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01_find_only_1980">
            <a:extLst>
              <a:ext uri="{FF2B5EF4-FFF2-40B4-BE49-F238E27FC236}">
                <a16:creationId xmlns:a16="http://schemas.microsoft.com/office/drawing/2014/main" id="{88B2E0FA-2A5A-462C-9C68-6092DF85F774}"/>
              </a:ext>
            </a:extLst>
          </p:cNvPr>
          <p:cNvSpPr>
            <a:spLocks noGrp="1"/>
          </p:cNvSpPr>
          <p:nvPr/>
        </p:nvSpPr>
        <p:spPr>
          <a:xfrm>
            <a:off x="7396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01_find_only_1981">
            <a:extLst>
              <a:ext uri="{FF2B5EF4-FFF2-40B4-BE49-F238E27FC236}">
                <a16:creationId xmlns:a16="http://schemas.microsoft.com/office/drawing/2014/main" id="{FC00A947-7CCD-4EAE-9740-B73797873153}"/>
              </a:ext>
            </a:extLst>
          </p:cNvPr>
          <p:cNvSpPr>
            <a:spLocks noGrp="1"/>
          </p:cNvSpPr>
          <p:nvPr/>
        </p:nvSpPr>
        <p:spPr>
          <a:xfrm>
            <a:off x="73611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01_find_only_1982">
            <a:extLst>
              <a:ext uri="{FF2B5EF4-FFF2-40B4-BE49-F238E27FC236}">
                <a16:creationId xmlns:a16="http://schemas.microsoft.com/office/drawing/2014/main" id="{80D9170C-4F11-4F4D-970F-ABBA3ED251ED}"/>
              </a:ext>
            </a:extLst>
          </p:cNvPr>
          <p:cNvSpPr>
            <a:spLocks noGrp="1"/>
          </p:cNvSpPr>
          <p:nvPr/>
        </p:nvSpPr>
        <p:spPr>
          <a:xfrm>
            <a:off x="7344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01_find_only_1983">
            <a:extLst>
              <a:ext uri="{FF2B5EF4-FFF2-40B4-BE49-F238E27FC236}">
                <a16:creationId xmlns:a16="http://schemas.microsoft.com/office/drawing/2014/main" id="{7883241D-7375-42B3-A38B-4DA7997BC462}"/>
              </a:ext>
            </a:extLst>
          </p:cNvPr>
          <p:cNvSpPr>
            <a:spLocks noGrp="1"/>
          </p:cNvSpPr>
          <p:nvPr/>
        </p:nvSpPr>
        <p:spPr>
          <a:xfrm>
            <a:off x="7409753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01_find_only_1984">
            <a:extLst>
              <a:ext uri="{FF2B5EF4-FFF2-40B4-BE49-F238E27FC236}">
                <a16:creationId xmlns:a16="http://schemas.microsoft.com/office/drawing/2014/main" id="{41081476-FBD0-484C-A0B5-D3E2F10F53BB}"/>
              </a:ext>
            </a:extLst>
          </p:cNvPr>
          <p:cNvSpPr>
            <a:spLocks noGrp="1"/>
          </p:cNvSpPr>
          <p:nvPr/>
        </p:nvSpPr>
        <p:spPr>
          <a:xfrm>
            <a:off x="741393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01_find_only_1985">
            <a:extLst>
              <a:ext uri="{FF2B5EF4-FFF2-40B4-BE49-F238E27FC236}">
                <a16:creationId xmlns:a16="http://schemas.microsoft.com/office/drawing/2014/main" id="{C447B444-DB37-457E-A712-AB178AE0DAE7}"/>
              </a:ext>
            </a:extLst>
          </p:cNvPr>
          <p:cNvSpPr>
            <a:spLocks noGrp="1"/>
          </p:cNvSpPr>
          <p:nvPr/>
        </p:nvSpPr>
        <p:spPr>
          <a:xfrm>
            <a:off x="7378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01_find_only_1986">
            <a:extLst>
              <a:ext uri="{FF2B5EF4-FFF2-40B4-BE49-F238E27FC236}">
                <a16:creationId xmlns:a16="http://schemas.microsoft.com/office/drawing/2014/main" id="{0A34CE8A-4A9B-4659-A88E-4B58DDF28F9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01_find_only_1987">
            <a:extLst>
              <a:ext uri="{FF2B5EF4-FFF2-40B4-BE49-F238E27FC236}">
                <a16:creationId xmlns:a16="http://schemas.microsoft.com/office/drawing/2014/main" id="{4803EF4F-622E-4850-B44F-C12B8A3653DA}"/>
              </a:ext>
            </a:extLst>
          </p:cNvPr>
          <p:cNvSpPr>
            <a:spLocks noGrp="1"/>
          </p:cNvSpPr>
          <p:nvPr/>
        </p:nvSpPr>
        <p:spPr>
          <a:xfrm>
            <a:off x="7332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01_find_only_1988">
            <a:extLst>
              <a:ext uri="{FF2B5EF4-FFF2-40B4-BE49-F238E27FC236}">
                <a16:creationId xmlns:a16="http://schemas.microsoft.com/office/drawing/2014/main" id="{704DFC20-0F3E-44FC-98E6-74F1263F8E97}"/>
              </a:ext>
            </a:extLst>
          </p:cNvPr>
          <p:cNvSpPr>
            <a:spLocks noGrp="1"/>
          </p:cNvSpPr>
          <p:nvPr/>
        </p:nvSpPr>
        <p:spPr>
          <a:xfrm>
            <a:off x="73601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01_find_only_1989">
            <a:extLst>
              <a:ext uri="{FF2B5EF4-FFF2-40B4-BE49-F238E27FC236}">
                <a16:creationId xmlns:a16="http://schemas.microsoft.com/office/drawing/2014/main" id="{3390E8B4-6CB4-4948-A30B-4C01F10B7010}"/>
              </a:ext>
            </a:extLst>
          </p:cNvPr>
          <p:cNvSpPr>
            <a:spLocks noGrp="1"/>
          </p:cNvSpPr>
          <p:nvPr/>
        </p:nvSpPr>
        <p:spPr>
          <a:xfrm>
            <a:off x="73947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01_find_only_1990">
            <a:extLst>
              <a:ext uri="{FF2B5EF4-FFF2-40B4-BE49-F238E27FC236}">
                <a16:creationId xmlns:a16="http://schemas.microsoft.com/office/drawing/2014/main" id="{D894910E-A1CC-4F8A-9496-D5330D73FD41}"/>
              </a:ext>
            </a:extLst>
          </p:cNvPr>
          <p:cNvSpPr>
            <a:spLocks noGrp="1"/>
          </p:cNvSpPr>
          <p:nvPr/>
        </p:nvSpPr>
        <p:spPr>
          <a:xfrm>
            <a:off x="732678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01_find_only_1991">
            <a:extLst>
              <a:ext uri="{FF2B5EF4-FFF2-40B4-BE49-F238E27FC236}">
                <a16:creationId xmlns:a16="http://schemas.microsoft.com/office/drawing/2014/main" id="{0F886401-5A59-4DB4-AE21-338258313944}"/>
              </a:ext>
            </a:extLst>
          </p:cNvPr>
          <p:cNvSpPr>
            <a:spLocks noGrp="1"/>
          </p:cNvSpPr>
          <p:nvPr/>
        </p:nvSpPr>
        <p:spPr>
          <a:xfrm>
            <a:off x="73232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01_find_only_1992">
            <a:extLst>
              <a:ext uri="{FF2B5EF4-FFF2-40B4-BE49-F238E27FC236}">
                <a16:creationId xmlns:a16="http://schemas.microsoft.com/office/drawing/2014/main" id="{2CF2271F-0A02-49F3-B4EC-E94E6EEE3446}"/>
              </a:ext>
            </a:extLst>
          </p:cNvPr>
          <p:cNvSpPr>
            <a:spLocks noGrp="1"/>
          </p:cNvSpPr>
          <p:nvPr/>
        </p:nvSpPr>
        <p:spPr>
          <a:xfrm>
            <a:off x="738070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01_find_only_1993">
            <a:extLst>
              <a:ext uri="{FF2B5EF4-FFF2-40B4-BE49-F238E27FC236}">
                <a16:creationId xmlns:a16="http://schemas.microsoft.com/office/drawing/2014/main" id="{398D6469-13E2-4958-AD85-000E2338F661}"/>
              </a:ext>
            </a:extLst>
          </p:cNvPr>
          <p:cNvSpPr>
            <a:spLocks noGrp="1"/>
          </p:cNvSpPr>
          <p:nvPr/>
        </p:nvSpPr>
        <p:spPr>
          <a:xfrm>
            <a:off x="7409171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01_find_only_1994">
            <a:extLst>
              <a:ext uri="{FF2B5EF4-FFF2-40B4-BE49-F238E27FC236}">
                <a16:creationId xmlns:a16="http://schemas.microsoft.com/office/drawing/2014/main" id="{33ABEEB6-43CB-462A-BD0F-61DD4E9B1318}"/>
              </a:ext>
            </a:extLst>
          </p:cNvPr>
          <p:cNvSpPr>
            <a:spLocks noGrp="1"/>
          </p:cNvSpPr>
          <p:nvPr/>
        </p:nvSpPr>
        <p:spPr>
          <a:xfrm>
            <a:off x="73190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01_find_only_1995">
            <a:extLst>
              <a:ext uri="{FF2B5EF4-FFF2-40B4-BE49-F238E27FC236}">
                <a16:creationId xmlns:a16="http://schemas.microsoft.com/office/drawing/2014/main" id="{78EA1598-9BE7-41A9-9F20-C8D32C6772B7}"/>
              </a:ext>
            </a:extLst>
          </p:cNvPr>
          <p:cNvSpPr>
            <a:spLocks noGrp="1"/>
          </p:cNvSpPr>
          <p:nvPr/>
        </p:nvSpPr>
        <p:spPr>
          <a:xfrm>
            <a:off x="73570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01_find_only_1996">
            <a:extLst>
              <a:ext uri="{FF2B5EF4-FFF2-40B4-BE49-F238E27FC236}">
                <a16:creationId xmlns:a16="http://schemas.microsoft.com/office/drawing/2014/main" id="{7DABE1A0-B527-4044-8D7E-F1C67B516DC7}"/>
              </a:ext>
            </a:extLst>
          </p:cNvPr>
          <p:cNvSpPr>
            <a:spLocks noGrp="1"/>
          </p:cNvSpPr>
          <p:nvPr/>
        </p:nvSpPr>
        <p:spPr>
          <a:xfrm>
            <a:off x="73881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01_find_only_1997">
            <a:extLst>
              <a:ext uri="{FF2B5EF4-FFF2-40B4-BE49-F238E27FC236}">
                <a16:creationId xmlns:a16="http://schemas.microsoft.com/office/drawing/2014/main" id="{E24C18C2-C9AB-4C80-9C3D-655A6C056657}"/>
              </a:ext>
            </a:extLst>
          </p:cNvPr>
          <p:cNvSpPr>
            <a:spLocks noGrp="1"/>
          </p:cNvSpPr>
          <p:nvPr/>
        </p:nvSpPr>
        <p:spPr>
          <a:xfrm>
            <a:off x="73590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01_find_only_1998">
            <a:extLst>
              <a:ext uri="{FF2B5EF4-FFF2-40B4-BE49-F238E27FC236}">
                <a16:creationId xmlns:a16="http://schemas.microsoft.com/office/drawing/2014/main" id="{1D5F9C7C-089A-4085-8ED0-2861BA56FF1C}"/>
              </a:ext>
            </a:extLst>
          </p:cNvPr>
          <p:cNvSpPr>
            <a:spLocks noGrp="1"/>
          </p:cNvSpPr>
          <p:nvPr/>
        </p:nvSpPr>
        <p:spPr>
          <a:xfrm>
            <a:off x="73426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01_find_only_1999">
            <a:extLst>
              <a:ext uri="{FF2B5EF4-FFF2-40B4-BE49-F238E27FC236}">
                <a16:creationId xmlns:a16="http://schemas.microsoft.com/office/drawing/2014/main" id="{F0D5FCC9-BF40-43E8-8407-5B908BE8DFCD}"/>
              </a:ext>
            </a:extLst>
          </p:cNvPr>
          <p:cNvSpPr>
            <a:spLocks noGrp="1"/>
          </p:cNvSpPr>
          <p:nvPr/>
        </p:nvSpPr>
        <p:spPr>
          <a:xfrm>
            <a:off x="7380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01_find_only_2000">
            <a:extLst>
              <a:ext uri="{FF2B5EF4-FFF2-40B4-BE49-F238E27FC236}">
                <a16:creationId xmlns:a16="http://schemas.microsoft.com/office/drawing/2014/main" id="{403DE090-1371-41BA-97F3-851CDC149239}"/>
              </a:ext>
            </a:extLst>
          </p:cNvPr>
          <p:cNvSpPr>
            <a:spLocks noGrp="1"/>
          </p:cNvSpPr>
          <p:nvPr/>
        </p:nvSpPr>
        <p:spPr>
          <a:xfrm>
            <a:off x="7377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01_find_only_2001">
            <a:extLst>
              <a:ext uri="{FF2B5EF4-FFF2-40B4-BE49-F238E27FC236}">
                <a16:creationId xmlns:a16="http://schemas.microsoft.com/office/drawing/2014/main" id="{BA28267A-11BB-49C3-8024-7C81770F3268}"/>
              </a:ext>
            </a:extLst>
          </p:cNvPr>
          <p:cNvSpPr>
            <a:spLocks noGrp="1"/>
          </p:cNvSpPr>
          <p:nvPr/>
        </p:nvSpPr>
        <p:spPr>
          <a:xfrm>
            <a:off x="73654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01_find_only_2002">
            <a:extLst>
              <a:ext uri="{FF2B5EF4-FFF2-40B4-BE49-F238E27FC236}">
                <a16:creationId xmlns:a16="http://schemas.microsoft.com/office/drawing/2014/main" id="{BDD107D2-6BB8-4492-8FAD-976A0D5A143D}"/>
              </a:ext>
            </a:extLst>
          </p:cNvPr>
          <p:cNvSpPr>
            <a:spLocks noGrp="1"/>
          </p:cNvSpPr>
          <p:nvPr/>
        </p:nvSpPr>
        <p:spPr>
          <a:xfrm>
            <a:off x="7374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01_find_only_2003">
            <a:extLst>
              <a:ext uri="{FF2B5EF4-FFF2-40B4-BE49-F238E27FC236}">
                <a16:creationId xmlns:a16="http://schemas.microsoft.com/office/drawing/2014/main" id="{D1862900-30D3-4B7B-99FE-A02B5F963EF6}"/>
              </a:ext>
            </a:extLst>
          </p:cNvPr>
          <p:cNvSpPr>
            <a:spLocks noGrp="1"/>
          </p:cNvSpPr>
          <p:nvPr/>
        </p:nvSpPr>
        <p:spPr>
          <a:xfrm>
            <a:off x="73469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01_find_only_2004">
            <a:extLst>
              <a:ext uri="{FF2B5EF4-FFF2-40B4-BE49-F238E27FC236}">
                <a16:creationId xmlns:a16="http://schemas.microsoft.com/office/drawing/2014/main" id="{08BC5D71-8E78-4F2C-8D06-083929E5601B}"/>
              </a:ext>
            </a:extLst>
          </p:cNvPr>
          <p:cNvSpPr>
            <a:spLocks noGrp="1"/>
          </p:cNvSpPr>
          <p:nvPr/>
        </p:nvSpPr>
        <p:spPr>
          <a:xfrm>
            <a:off x="73687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01_find_only_2005">
            <a:extLst>
              <a:ext uri="{FF2B5EF4-FFF2-40B4-BE49-F238E27FC236}">
                <a16:creationId xmlns:a16="http://schemas.microsoft.com/office/drawing/2014/main" id="{E0972420-0CC7-49D3-BB0A-F789ADF8BED0}"/>
              </a:ext>
            </a:extLst>
          </p:cNvPr>
          <p:cNvSpPr>
            <a:spLocks noGrp="1"/>
          </p:cNvSpPr>
          <p:nvPr/>
        </p:nvSpPr>
        <p:spPr>
          <a:xfrm>
            <a:off x="734796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01_find_only_2006">
            <a:extLst>
              <a:ext uri="{FF2B5EF4-FFF2-40B4-BE49-F238E27FC236}">
                <a16:creationId xmlns:a16="http://schemas.microsoft.com/office/drawing/2014/main" id="{BC26E8E2-DC10-46E7-881F-5A2D0A6D66CF}"/>
              </a:ext>
            </a:extLst>
          </p:cNvPr>
          <p:cNvSpPr>
            <a:spLocks noGrp="1"/>
          </p:cNvSpPr>
          <p:nvPr/>
        </p:nvSpPr>
        <p:spPr>
          <a:xfrm>
            <a:off x="7356514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01_find_only_2007">
            <a:extLst>
              <a:ext uri="{FF2B5EF4-FFF2-40B4-BE49-F238E27FC236}">
                <a16:creationId xmlns:a16="http://schemas.microsoft.com/office/drawing/2014/main" id="{F428C1C6-CFB7-4D3B-96BC-ACF7CF0AB794}"/>
              </a:ext>
            </a:extLst>
          </p:cNvPr>
          <p:cNvSpPr>
            <a:spLocks noGrp="1"/>
          </p:cNvSpPr>
          <p:nvPr/>
        </p:nvSpPr>
        <p:spPr>
          <a:xfrm>
            <a:off x="739848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01_find_only_2008">
            <a:extLst>
              <a:ext uri="{FF2B5EF4-FFF2-40B4-BE49-F238E27FC236}">
                <a16:creationId xmlns:a16="http://schemas.microsoft.com/office/drawing/2014/main" id="{50DA5D78-4555-4FD4-858C-9CA4004E7FE8}"/>
              </a:ext>
            </a:extLst>
          </p:cNvPr>
          <p:cNvSpPr>
            <a:spLocks noGrp="1"/>
          </p:cNvSpPr>
          <p:nvPr/>
        </p:nvSpPr>
        <p:spPr>
          <a:xfrm>
            <a:off x="73297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01_find_only_2009">
            <a:extLst>
              <a:ext uri="{FF2B5EF4-FFF2-40B4-BE49-F238E27FC236}">
                <a16:creationId xmlns:a16="http://schemas.microsoft.com/office/drawing/2014/main" id="{27BE3587-EC7D-4002-9379-2BEBD7A37FF9}"/>
              </a:ext>
            </a:extLst>
          </p:cNvPr>
          <p:cNvSpPr>
            <a:spLocks noGrp="1"/>
          </p:cNvSpPr>
          <p:nvPr/>
        </p:nvSpPr>
        <p:spPr>
          <a:xfrm>
            <a:off x="73341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01_find_only_2010">
            <a:extLst>
              <a:ext uri="{FF2B5EF4-FFF2-40B4-BE49-F238E27FC236}">
                <a16:creationId xmlns:a16="http://schemas.microsoft.com/office/drawing/2014/main" id="{D3CF6E2B-6A1C-4383-BD07-8F85EE3F5D78}"/>
              </a:ext>
            </a:extLst>
          </p:cNvPr>
          <p:cNvSpPr>
            <a:spLocks noGrp="1"/>
          </p:cNvSpPr>
          <p:nvPr/>
        </p:nvSpPr>
        <p:spPr>
          <a:xfrm>
            <a:off x="73745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01_find_only_2011">
            <a:extLst>
              <a:ext uri="{FF2B5EF4-FFF2-40B4-BE49-F238E27FC236}">
                <a16:creationId xmlns:a16="http://schemas.microsoft.com/office/drawing/2014/main" id="{6CAF494C-0AFE-4152-8E35-2C100B5C1854}"/>
              </a:ext>
            </a:extLst>
          </p:cNvPr>
          <p:cNvSpPr>
            <a:spLocks noGrp="1"/>
          </p:cNvSpPr>
          <p:nvPr/>
        </p:nvSpPr>
        <p:spPr>
          <a:xfrm>
            <a:off x="737371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01_find_only_2012">
            <a:extLst>
              <a:ext uri="{FF2B5EF4-FFF2-40B4-BE49-F238E27FC236}">
                <a16:creationId xmlns:a16="http://schemas.microsoft.com/office/drawing/2014/main" id="{C16C1087-CD4B-43AE-8675-2D43D4526663}"/>
              </a:ext>
            </a:extLst>
          </p:cNvPr>
          <p:cNvSpPr>
            <a:spLocks noGrp="1"/>
          </p:cNvSpPr>
          <p:nvPr/>
        </p:nvSpPr>
        <p:spPr>
          <a:xfrm>
            <a:off x="7405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01_find_only_2013">
            <a:extLst>
              <a:ext uri="{FF2B5EF4-FFF2-40B4-BE49-F238E27FC236}">
                <a16:creationId xmlns:a16="http://schemas.microsoft.com/office/drawing/2014/main" id="{79AB5210-C491-41FF-B14C-ABBF91526A24}"/>
              </a:ext>
            </a:extLst>
          </p:cNvPr>
          <p:cNvSpPr>
            <a:spLocks noGrp="1"/>
          </p:cNvSpPr>
          <p:nvPr/>
        </p:nvSpPr>
        <p:spPr>
          <a:xfrm>
            <a:off x="73906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01_find_only_2014">
            <a:extLst>
              <a:ext uri="{FF2B5EF4-FFF2-40B4-BE49-F238E27FC236}">
                <a16:creationId xmlns:a16="http://schemas.microsoft.com/office/drawing/2014/main" id="{A5BE3F1A-C84F-450E-8FE7-5F8FB7C09F04}"/>
              </a:ext>
            </a:extLst>
          </p:cNvPr>
          <p:cNvSpPr>
            <a:spLocks noGrp="1"/>
          </p:cNvSpPr>
          <p:nvPr/>
        </p:nvSpPr>
        <p:spPr>
          <a:xfrm>
            <a:off x="7330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01_find_only_2015">
            <a:extLst>
              <a:ext uri="{FF2B5EF4-FFF2-40B4-BE49-F238E27FC236}">
                <a16:creationId xmlns:a16="http://schemas.microsoft.com/office/drawing/2014/main" id="{20FE934C-1AEA-4525-8E6B-A28743186FBB}"/>
              </a:ext>
            </a:extLst>
          </p:cNvPr>
          <p:cNvSpPr>
            <a:spLocks noGrp="1"/>
          </p:cNvSpPr>
          <p:nvPr/>
        </p:nvSpPr>
        <p:spPr>
          <a:xfrm>
            <a:off x="73447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01_find_only_2016">
            <a:extLst>
              <a:ext uri="{FF2B5EF4-FFF2-40B4-BE49-F238E27FC236}">
                <a16:creationId xmlns:a16="http://schemas.microsoft.com/office/drawing/2014/main" id="{4E65A14E-673C-44D7-ACAA-6ED76CDAECFB}"/>
              </a:ext>
            </a:extLst>
          </p:cNvPr>
          <p:cNvSpPr>
            <a:spLocks noGrp="1"/>
          </p:cNvSpPr>
          <p:nvPr/>
        </p:nvSpPr>
        <p:spPr>
          <a:xfrm>
            <a:off x="7383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01_find_only_2017">
            <a:extLst>
              <a:ext uri="{FF2B5EF4-FFF2-40B4-BE49-F238E27FC236}">
                <a16:creationId xmlns:a16="http://schemas.microsoft.com/office/drawing/2014/main" id="{14DDDA19-4AEF-4FA3-ADFC-3E1507A761EA}"/>
              </a:ext>
            </a:extLst>
          </p:cNvPr>
          <p:cNvSpPr>
            <a:spLocks noGrp="1"/>
          </p:cNvSpPr>
          <p:nvPr/>
        </p:nvSpPr>
        <p:spPr>
          <a:xfrm>
            <a:off x="73250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01_find_only_2018">
            <a:extLst>
              <a:ext uri="{FF2B5EF4-FFF2-40B4-BE49-F238E27FC236}">
                <a16:creationId xmlns:a16="http://schemas.microsoft.com/office/drawing/2014/main" id="{72BEBE00-6E85-4EB7-A56E-7369116EF3CB}"/>
              </a:ext>
            </a:extLst>
          </p:cNvPr>
          <p:cNvSpPr>
            <a:spLocks noGrp="1"/>
          </p:cNvSpPr>
          <p:nvPr/>
        </p:nvSpPr>
        <p:spPr>
          <a:xfrm>
            <a:off x="739255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01_find_only_2019">
            <a:extLst>
              <a:ext uri="{FF2B5EF4-FFF2-40B4-BE49-F238E27FC236}">
                <a16:creationId xmlns:a16="http://schemas.microsoft.com/office/drawing/2014/main" id="{5CA73A33-0591-4DDA-8CA9-917C0E9E969D}"/>
              </a:ext>
            </a:extLst>
          </p:cNvPr>
          <p:cNvSpPr>
            <a:spLocks noGrp="1"/>
          </p:cNvSpPr>
          <p:nvPr/>
        </p:nvSpPr>
        <p:spPr>
          <a:xfrm>
            <a:off x="73958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01_find_only_2020">
            <a:extLst>
              <a:ext uri="{FF2B5EF4-FFF2-40B4-BE49-F238E27FC236}">
                <a16:creationId xmlns:a16="http://schemas.microsoft.com/office/drawing/2014/main" id="{3042EDB0-AE03-4FB8-9D26-353FBA4C21C2}"/>
              </a:ext>
            </a:extLst>
          </p:cNvPr>
          <p:cNvSpPr>
            <a:spLocks noGrp="1"/>
          </p:cNvSpPr>
          <p:nvPr/>
        </p:nvSpPr>
        <p:spPr>
          <a:xfrm>
            <a:off x="73855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01_find_only_2021">
            <a:extLst>
              <a:ext uri="{FF2B5EF4-FFF2-40B4-BE49-F238E27FC236}">
                <a16:creationId xmlns:a16="http://schemas.microsoft.com/office/drawing/2014/main" id="{CB845ED2-2144-4D37-807E-5FB7FAC159F4}"/>
              </a:ext>
            </a:extLst>
          </p:cNvPr>
          <p:cNvSpPr>
            <a:spLocks noGrp="1"/>
          </p:cNvSpPr>
          <p:nvPr/>
        </p:nvSpPr>
        <p:spPr>
          <a:xfrm>
            <a:off x="738468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01_find_only_2022">
            <a:extLst>
              <a:ext uri="{FF2B5EF4-FFF2-40B4-BE49-F238E27FC236}">
                <a16:creationId xmlns:a16="http://schemas.microsoft.com/office/drawing/2014/main" id="{791972A5-153A-4785-BB2B-782103C33F44}"/>
              </a:ext>
            </a:extLst>
          </p:cNvPr>
          <p:cNvSpPr>
            <a:spLocks noGrp="1"/>
          </p:cNvSpPr>
          <p:nvPr/>
        </p:nvSpPr>
        <p:spPr>
          <a:xfrm>
            <a:off x="7388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01_find_only_2023">
            <a:extLst>
              <a:ext uri="{FF2B5EF4-FFF2-40B4-BE49-F238E27FC236}">
                <a16:creationId xmlns:a16="http://schemas.microsoft.com/office/drawing/2014/main" id="{5A3A09DE-C8AC-4F36-8DDA-1DF35F938638}"/>
              </a:ext>
            </a:extLst>
          </p:cNvPr>
          <p:cNvSpPr>
            <a:spLocks noGrp="1"/>
          </p:cNvSpPr>
          <p:nvPr/>
        </p:nvSpPr>
        <p:spPr>
          <a:xfrm>
            <a:off x="7370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01_find_only_2024">
            <a:extLst>
              <a:ext uri="{FF2B5EF4-FFF2-40B4-BE49-F238E27FC236}">
                <a16:creationId xmlns:a16="http://schemas.microsoft.com/office/drawing/2014/main" id="{D4E13F62-6575-491E-ADDF-E151EDA3674F}"/>
              </a:ext>
            </a:extLst>
          </p:cNvPr>
          <p:cNvSpPr>
            <a:spLocks noGrp="1"/>
          </p:cNvSpPr>
          <p:nvPr/>
        </p:nvSpPr>
        <p:spPr>
          <a:xfrm>
            <a:off x="7320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01_find_only_2025">
            <a:extLst>
              <a:ext uri="{FF2B5EF4-FFF2-40B4-BE49-F238E27FC236}">
                <a16:creationId xmlns:a16="http://schemas.microsoft.com/office/drawing/2014/main" id="{C12C1BDF-377A-4ED5-88CF-0FE473CE2C85}"/>
              </a:ext>
            </a:extLst>
          </p:cNvPr>
          <p:cNvSpPr>
            <a:spLocks noGrp="1"/>
          </p:cNvSpPr>
          <p:nvPr/>
        </p:nvSpPr>
        <p:spPr>
          <a:xfrm>
            <a:off x="73703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01_find_only_2026">
            <a:extLst>
              <a:ext uri="{FF2B5EF4-FFF2-40B4-BE49-F238E27FC236}">
                <a16:creationId xmlns:a16="http://schemas.microsoft.com/office/drawing/2014/main" id="{B442525E-F5C6-4A10-810C-4ADFB425167A}"/>
              </a:ext>
            </a:extLst>
          </p:cNvPr>
          <p:cNvSpPr>
            <a:spLocks noGrp="1"/>
          </p:cNvSpPr>
          <p:nvPr/>
        </p:nvSpPr>
        <p:spPr>
          <a:xfrm>
            <a:off x="73329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01_find_only_2027">
            <a:extLst>
              <a:ext uri="{FF2B5EF4-FFF2-40B4-BE49-F238E27FC236}">
                <a16:creationId xmlns:a16="http://schemas.microsoft.com/office/drawing/2014/main" id="{8BF4D56B-4845-42D3-B659-8DEA3296BB01}"/>
              </a:ext>
            </a:extLst>
          </p:cNvPr>
          <p:cNvSpPr>
            <a:spLocks noGrp="1"/>
          </p:cNvSpPr>
          <p:nvPr/>
        </p:nvSpPr>
        <p:spPr>
          <a:xfrm>
            <a:off x="7385078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01_find_only_2028">
            <a:extLst>
              <a:ext uri="{FF2B5EF4-FFF2-40B4-BE49-F238E27FC236}">
                <a16:creationId xmlns:a16="http://schemas.microsoft.com/office/drawing/2014/main" id="{6C38D8AD-23F3-43A1-88BB-7DAAD8A79F25}"/>
              </a:ext>
            </a:extLst>
          </p:cNvPr>
          <p:cNvSpPr>
            <a:spLocks noGrp="1"/>
          </p:cNvSpPr>
          <p:nvPr/>
        </p:nvSpPr>
        <p:spPr>
          <a:xfrm>
            <a:off x="739790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01_find_only_2029">
            <a:extLst>
              <a:ext uri="{FF2B5EF4-FFF2-40B4-BE49-F238E27FC236}">
                <a16:creationId xmlns:a16="http://schemas.microsoft.com/office/drawing/2014/main" id="{78A8F89A-4CC5-4B45-BDD2-F4D03958D07D}"/>
              </a:ext>
            </a:extLst>
          </p:cNvPr>
          <p:cNvSpPr>
            <a:spLocks noGrp="1"/>
          </p:cNvSpPr>
          <p:nvPr/>
        </p:nvSpPr>
        <p:spPr>
          <a:xfrm>
            <a:off x="73313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01_find_only_2030">
            <a:extLst>
              <a:ext uri="{FF2B5EF4-FFF2-40B4-BE49-F238E27FC236}">
                <a16:creationId xmlns:a16="http://schemas.microsoft.com/office/drawing/2014/main" id="{8D2181A8-4FF0-432D-9F1B-CAE57AD80790}"/>
              </a:ext>
            </a:extLst>
          </p:cNvPr>
          <p:cNvSpPr>
            <a:spLocks noGrp="1"/>
          </p:cNvSpPr>
          <p:nvPr/>
        </p:nvSpPr>
        <p:spPr>
          <a:xfrm>
            <a:off x="7385952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01_find_only_2031">
            <a:extLst>
              <a:ext uri="{FF2B5EF4-FFF2-40B4-BE49-F238E27FC236}">
                <a16:creationId xmlns:a16="http://schemas.microsoft.com/office/drawing/2014/main" id="{79BD235E-3BEF-4E82-B2C7-66F4113338BE}"/>
              </a:ext>
            </a:extLst>
          </p:cNvPr>
          <p:cNvSpPr>
            <a:spLocks noGrp="1"/>
          </p:cNvSpPr>
          <p:nvPr/>
        </p:nvSpPr>
        <p:spPr>
          <a:xfrm>
            <a:off x="7336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01_find_only_2032">
            <a:extLst>
              <a:ext uri="{FF2B5EF4-FFF2-40B4-BE49-F238E27FC236}">
                <a16:creationId xmlns:a16="http://schemas.microsoft.com/office/drawing/2014/main" id="{0DDA6CAA-0E38-46FA-B873-102B30B48970}"/>
              </a:ext>
            </a:extLst>
          </p:cNvPr>
          <p:cNvSpPr>
            <a:spLocks noGrp="1"/>
          </p:cNvSpPr>
          <p:nvPr/>
        </p:nvSpPr>
        <p:spPr>
          <a:xfrm>
            <a:off x="73404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01_find_only_2033">
            <a:extLst>
              <a:ext uri="{FF2B5EF4-FFF2-40B4-BE49-F238E27FC236}">
                <a16:creationId xmlns:a16="http://schemas.microsoft.com/office/drawing/2014/main" id="{09ADB617-82AB-43ED-A5CA-6D201702D793}"/>
              </a:ext>
            </a:extLst>
          </p:cNvPr>
          <p:cNvSpPr>
            <a:spLocks noGrp="1"/>
          </p:cNvSpPr>
          <p:nvPr/>
        </p:nvSpPr>
        <p:spPr>
          <a:xfrm>
            <a:off x="732892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01_find_only_2034">
            <a:extLst>
              <a:ext uri="{FF2B5EF4-FFF2-40B4-BE49-F238E27FC236}">
                <a16:creationId xmlns:a16="http://schemas.microsoft.com/office/drawing/2014/main" id="{1CAFBA83-0FFB-4109-A2CC-603B0937D03F}"/>
              </a:ext>
            </a:extLst>
          </p:cNvPr>
          <p:cNvSpPr>
            <a:spLocks noGrp="1"/>
          </p:cNvSpPr>
          <p:nvPr/>
        </p:nvSpPr>
        <p:spPr>
          <a:xfrm>
            <a:off x="7384883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01_find_only_2035">
            <a:extLst>
              <a:ext uri="{FF2B5EF4-FFF2-40B4-BE49-F238E27FC236}">
                <a16:creationId xmlns:a16="http://schemas.microsoft.com/office/drawing/2014/main" id="{59ED7C3A-B0EA-4561-9A37-C93CD023AB56}"/>
              </a:ext>
            </a:extLst>
          </p:cNvPr>
          <p:cNvSpPr>
            <a:spLocks noGrp="1"/>
          </p:cNvSpPr>
          <p:nvPr/>
        </p:nvSpPr>
        <p:spPr>
          <a:xfrm>
            <a:off x="740994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01_find_only_2036">
            <a:extLst>
              <a:ext uri="{FF2B5EF4-FFF2-40B4-BE49-F238E27FC236}">
                <a16:creationId xmlns:a16="http://schemas.microsoft.com/office/drawing/2014/main" id="{C4B9AD59-56E4-429F-B45E-F01A2C922ABD}"/>
              </a:ext>
            </a:extLst>
          </p:cNvPr>
          <p:cNvSpPr>
            <a:spLocks noGrp="1"/>
          </p:cNvSpPr>
          <p:nvPr/>
        </p:nvSpPr>
        <p:spPr>
          <a:xfrm>
            <a:off x="741412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01_find_only_2037">
            <a:extLst>
              <a:ext uri="{FF2B5EF4-FFF2-40B4-BE49-F238E27FC236}">
                <a16:creationId xmlns:a16="http://schemas.microsoft.com/office/drawing/2014/main" id="{76C9BAC1-EC67-45F2-893F-124A53A1D2B3}"/>
              </a:ext>
            </a:extLst>
          </p:cNvPr>
          <p:cNvSpPr>
            <a:spLocks noGrp="1"/>
          </p:cNvSpPr>
          <p:nvPr/>
        </p:nvSpPr>
        <p:spPr>
          <a:xfrm>
            <a:off x="73540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01_find_only_2038">
            <a:extLst>
              <a:ext uri="{FF2B5EF4-FFF2-40B4-BE49-F238E27FC236}">
                <a16:creationId xmlns:a16="http://schemas.microsoft.com/office/drawing/2014/main" id="{FB456D08-E203-4123-9CF4-C7E0C684F287}"/>
              </a:ext>
            </a:extLst>
          </p:cNvPr>
          <p:cNvSpPr>
            <a:spLocks noGrp="1"/>
          </p:cNvSpPr>
          <p:nvPr/>
        </p:nvSpPr>
        <p:spPr>
          <a:xfrm>
            <a:off x="73897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01_find_only_2039">
            <a:extLst>
              <a:ext uri="{FF2B5EF4-FFF2-40B4-BE49-F238E27FC236}">
                <a16:creationId xmlns:a16="http://schemas.microsoft.com/office/drawing/2014/main" id="{1824DE69-4DCF-4DDB-BBF0-25091BD78FC9}"/>
              </a:ext>
            </a:extLst>
          </p:cNvPr>
          <p:cNvSpPr>
            <a:spLocks noGrp="1"/>
          </p:cNvSpPr>
          <p:nvPr/>
        </p:nvSpPr>
        <p:spPr>
          <a:xfrm>
            <a:off x="7408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01_find_only_2040">
            <a:extLst>
              <a:ext uri="{FF2B5EF4-FFF2-40B4-BE49-F238E27FC236}">
                <a16:creationId xmlns:a16="http://schemas.microsoft.com/office/drawing/2014/main" id="{CC7A3363-7C46-43BB-B91F-DBBE11956738}"/>
              </a:ext>
            </a:extLst>
          </p:cNvPr>
          <p:cNvSpPr>
            <a:spLocks noGrp="1"/>
          </p:cNvSpPr>
          <p:nvPr/>
        </p:nvSpPr>
        <p:spPr>
          <a:xfrm>
            <a:off x="739712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01_find_only_2041">
            <a:extLst>
              <a:ext uri="{FF2B5EF4-FFF2-40B4-BE49-F238E27FC236}">
                <a16:creationId xmlns:a16="http://schemas.microsoft.com/office/drawing/2014/main" id="{9D429E44-3FF9-4B2F-BC87-7354FD3308A2}"/>
              </a:ext>
            </a:extLst>
          </p:cNvPr>
          <p:cNvSpPr>
            <a:spLocks noGrp="1"/>
          </p:cNvSpPr>
          <p:nvPr/>
        </p:nvSpPr>
        <p:spPr>
          <a:xfrm>
            <a:off x="73868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01_find_only_2042">
            <a:extLst>
              <a:ext uri="{FF2B5EF4-FFF2-40B4-BE49-F238E27FC236}">
                <a16:creationId xmlns:a16="http://schemas.microsoft.com/office/drawing/2014/main" id="{355547E4-C10E-4B81-A245-52535ED1126A}"/>
              </a:ext>
            </a:extLst>
          </p:cNvPr>
          <p:cNvSpPr>
            <a:spLocks noGrp="1"/>
          </p:cNvSpPr>
          <p:nvPr/>
        </p:nvSpPr>
        <p:spPr>
          <a:xfrm>
            <a:off x="7363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01_find_only_2043">
            <a:extLst>
              <a:ext uri="{FF2B5EF4-FFF2-40B4-BE49-F238E27FC236}">
                <a16:creationId xmlns:a16="http://schemas.microsoft.com/office/drawing/2014/main" id="{52C1177B-A9C5-4BC0-A751-8A7E9381C5C0}"/>
              </a:ext>
            </a:extLst>
          </p:cNvPr>
          <p:cNvSpPr>
            <a:spLocks noGrp="1"/>
          </p:cNvSpPr>
          <p:nvPr/>
        </p:nvSpPr>
        <p:spPr>
          <a:xfrm>
            <a:off x="7360109" y="33892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01_find_only_2044">
            <a:extLst>
              <a:ext uri="{FF2B5EF4-FFF2-40B4-BE49-F238E27FC236}">
                <a16:creationId xmlns:a16="http://schemas.microsoft.com/office/drawing/2014/main" id="{D9612D82-8B52-4A70-9F33-19DE4DEA1665}"/>
              </a:ext>
            </a:extLst>
          </p:cNvPr>
          <p:cNvSpPr>
            <a:spLocks noGrp="1"/>
          </p:cNvSpPr>
          <p:nvPr/>
        </p:nvSpPr>
        <p:spPr>
          <a:xfrm>
            <a:off x="73277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01_find_only_2045">
            <a:extLst>
              <a:ext uri="{FF2B5EF4-FFF2-40B4-BE49-F238E27FC236}">
                <a16:creationId xmlns:a16="http://schemas.microsoft.com/office/drawing/2014/main" id="{57474969-9393-44E6-82D5-0FADBAE353A5}"/>
              </a:ext>
            </a:extLst>
          </p:cNvPr>
          <p:cNvSpPr>
            <a:spLocks noGrp="1"/>
          </p:cNvSpPr>
          <p:nvPr/>
        </p:nvSpPr>
        <p:spPr>
          <a:xfrm>
            <a:off x="7408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01_find_only_2046">
            <a:extLst>
              <a:ext uri="{FF2B5EF4-FFF2-40B4-BE49-F238E27FC236}">
                <a16:creationId xmlns:a16="http://schemas.microsoft.com/office/drawing/2014/main" id="{81476FB6-3F4D-47D9-A2FB-2ABD39C8B79A}"/>
              </a:ext>
            </a:extLst>
          </p:cNvPr>
          <p:cNvSpPr>
            <a:spLocks noGrp="1"/>
          </p:cNvSpPr>
          <p:nvPr/>
        </p:nvSpPr>
        <p:spPr>
          <a:xfrm>
            <a:off x="7398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01_find_only_2047">
            <a:extLst>
              <a:ext uri="{FF2B5EF4-FFF2-40B4-BE49-F238E27FC236}">
                <a16:creationId xmlns:a16="http://schemas.microsoft.com/office/drawing/2014/main" id="{D30E5D08-57BB-417B-9F08-BF80B60841C8}"/>
              </a:ext>
            </a:extLst>
          </p:cNvPr>
          <p:cNvSpPr>
            <a:spLocks noGrp="1"/>
          </p:cNvSpPr>
          <p:nvPr/>
        </p:nvSpPr>
        <p:spPr>
          <a:xfrm>
            <a:off x="73839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01_find_only_2048">
            <a:extLst>
              <a:ext uri="{FF2B5EF4-FFF2-40B4-BE49-F238E27FC236}">
                <a16:creationId xmlns:a16="http://schemas.microsoft.com/office/drawing/2014/main" id="{3A54CD83-025C-4859-A369-8CA100669FD4}"/>
              </a:ext>
            </a:extLst>
          </p:cNvPr>
          <p:cNvSpPr>
            <a:spLocks noGrp="1"/>
          </p:cNvSpPr>
          <p:nvPr/>
        </p:nvSpPr>
        <p:spPr>
          <a:xfrm>
            <a:off x="73243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01_find_only_2049">
            <a:extLst>
              <a:ext uri="{FF2B5EF4-FFF2-40B4-BE49-F238E27FC236}">
                <a16:creationId xmlns:a16="http://schemas.microsoft.com/office/drawing/2014/main" id="{21DE2BCC-5461-4F41-8F6C-AC703856390C}"/>
              </a:ext>
            </a:extLst>
          </p:cNvPr>
          <p:cNvSpPr>
            <a:spLocks noGrp="1"/>
          </p:cNvSpPr>
          <p:nvPr/>
        </p:nvSpPr>
        <p:spPr>
          <a:xfrm>
            <a:off x="73337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01_find_only_2050">
            <a:extLst>
              <a:ext uri="{FF2B5EF4-FFF2-40B4-BE49-F238E27FC236}">
                <a16:creationId xmlns:a16="http://schemas.microsoft.com/office/drawing/2014/main" id="{FAE89A15-45DD-46F9-AB4A-7328676845DC}"/>
              </a:ext>
            </a:extLst>
          </p:cNvPr>
          <p:cNvSpPr>
            <a:spLocks noGrp="1"/>
          </p:cNvSpPr>
          <p:nvPr/>
        </p:nvSpPr>
        <p:spPr>
          <a:xfrm>
            <a:off x="73432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01_find_only_2051">
            <a:extLst>
              <a:ext uri="{FF2B5EF4-FFF2-40B4-BE49-F238E27FC236}">
                <a16:creationId xmlns:a16="http://schemas.microsoft.com/office/drawing/2014/main" id="{17E1505E-C96E-4AF3-AC1F-1145AB910A88}"/>
              </a:ext>
            </a:extLst>
          </p:cNvPr>
          <p:cNvSpPr>
            <a:spLocks noGrp="1"/>
          </p:cNvSpPr>
          <p:nvPr/>
        </p:nvSpPr>
        <p:spPr>
          <a:xfrm>
            <a:off x="73848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01_find_only_2052">
            <a:extLst>
              <a:ext uri="{FF2B5EF4-FFF2-40B4-BE49-F238E27FC236}">
                <a16:creationId xmlns:a16="http://schemas.microsoft.com/office/drawing/2014/main" id="{BEE00B68-51AA-49C6-9363-2C961DE8E1CD}"/>
              </a:ext>
            </a:extLst>
          </p:cNvPr>
          <p:cNvSpPr>
            <a:spLocks noGrp="1"/>
          </p:cNvSpPr>
          <p:nvPr/>
        </p:nvSpPr>
        <p:spPr>
          <a:xfrm>
            <a:off x="73750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01_find_only_2053">
            <a:extLst>
              <a:ext uri="{FF2B5EF4-FFF2-40B4-BE49-F238E27FC236}">
                <a16:creationId xmlns:a16="http://schemas.microsoft.com/office/drawing/2014/main" id="{9A812FD9-3B10-443F-84DC-A1F74594AE79}"/>
              </a:ext>
            </a:extLst>
          </p:cNvPr>
          <p:cNvSpPr>
            <a:spLocks noGrp="1"/>
          </p:cNvSpPr>
          <p:nvPr/>
        </p:nvSpPr>
        <p:spPr>
          <a:xfrm>
            <a:off x="733786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01_find_only_2054">
            <a:extLst>
              <a:ext uri="{FF2B5EF4-FFF2-40B4-BE49-F238E27FC236}">
                <a16:creationId xmlns:a16="http://schemas.microsoft.com/office/drawing/2014/main" id="{BBD25740-B7C1-4A74-BF6C-840A86D06449}"/>
              </a:ext>
            </a:extLst>
          </p:cNvPr>
          <p:cNvSpPr>
            <a:spLocks noGrp="1"/>
          </p:cNvSpPr>
          <p:nvPr/>
        </p:nvSpPr>
        <p:spPr>
          <a:xfrm>
            <a:off x="73554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01_find_only_2055">
            <a:extLst>
              <a:ext uri="{FF2B5EF4-FFF2-40B4-BE49-F238E27FC236}">
                <a16:creationId xmlns:a16="http://schemas.microsoft.com/office/drawing/2014/main" id="{E9D37AD7-756F-426A-9BB6-8F20CA189EF8}"/>
              </a:ext>
            </a:extLst>
          </p:cNvPr>
          <p:cNvSpPr>
            <a:spLocks noGrp="1"/>
          </p:cNvSpPr>
          <p:nvPr/>
        </p:nvSpPr>
        <p:spPr>
          <a:xfrm>
            <a:off x="73210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01_find_only_2056">
            <a:extLst>
              <a:ext uri="{FF2B5EF4-FFF2-40B4-BE49-F238E27FC236}">
                <a16:creationId xmlns:a16="http://schemas.microsoft.com/office/drawing/2014/main" id="{BEE153C7-065F-4101-ABF5-6FD6AB1EFCBA}"/>
              </a:ext>
            </a:extLst>
          </p:cNvPr>
          <p:cNvSpPr>
            <a:spLocks noGrp="1"/>
          </p:cNvSpPr>
          <p:nvPr/>
        </p:nvSpPr>
        <p:spPr>
          <a:xfrm>
            <a:off x="7851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01_find_only_2057">
            <a:extLst>
              <a:ext uri="{FF2B5EF4-FFF2-40B4-BE49-F238E27FC236}">
                <a16:creationId xmlns:a16="http://schemas.microsoft.com/office/drawing/2014/main" id="{4FC35E7A-5FC1-4F9B-A404-57EC9AA33ECB}"/>
              </a:ext>
            </a:extLst>
          </p:cNvPr>
          <p:cNvSpPr>
            <a:spLocks noGrp="1"/>
          </p:cNvSpPr>
          <p:nvPr/>
        </p:nvSpPr>
        <p:spPr>
          <a:xfrm>
            <a:off x="7832858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01_find_only_2058">
            <a:extLst>
              <a:ext uri="{FF2B5EF4-FFF2-40B4-BE49-F238E27FC236}">
                <a16:creationId xmlns:a16="http://schemas.microsoft.com/office/drawing/2014/main" id="{73C3454D-A280-4CE9-9600-AA1F588EB0FA}"/>
              </a:ext>
            </a:extLst>
          </p:cNvPr>
          <p:cNvSpPr>
            <a:spLocks noGrp="1"/>
          </p:cNvSpPr>
          <p:nvPr/>
        </p:nvSpPr>
        <p:spPr>
          <a:xfrm>
            <a:off x="78480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01_find_only_2059">
            <a:extLst>
              <a:ext uri="{FF2B5EF4-FFF2-40B4-BE49-F238E27FC236}">
                <a16:creationId xmlns:a16="http://schemas.microsoft.com/office/drawing/2014/main" id="{1E8FC30E-877E-4D60-9C95-A1FFC426E9F2}"/>
              </a:ext>
            </a:extLst>
          </p:cNvPr>
          <p:cNvSpPr>
            <a:spLocks noGrp="1"/>
          </p:cNvSpPr>
          <p:nvPr/>
        </p:nvSpPr>
        <p:spPr>
          <a:xfrm>
            <a:off x="7847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01_find_only_2060">
            <a:extLst>
              <a:ext uri="{FF2B5EF4-FFF2-40B4-BE49-F238E27FC236}">
                <a16:creationId xmlns:a16="http://schemas.microsoft.com/office/drawing/2014/main" id="{7C7EF542-C141-4EE0-AC47-32151E99F5D3}"/>
              </a:ext>
            </a:extLst>
          </p:cNvPr>
          <p:cNvSpPr>
            <a:spLocks noGrp="1"/>
          </p:cNvSpPr>
          <p:nvPr/>
        </p:nvSpPr>
        <p:spPr>
          <a:xfrm>
            <a:off x="786414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01_find_only_2061">
            <a:extLst>
              <a:ext uri="{FF2B5EF4-FFF2-40B4-BE49-F238E27FC236}">
                <a16:creationId xmlns:a16="http://schemas.microsoft.com/office/drawing/2014/main" id="{B0D3F6A3-AAD6-4954-88E5-FB5A67E207B7}"/>
              </a:ext>
            </a:extLst>
          </p:cNvPr>
          <p:cNvSpPr>
            <a:spLocks noGrp="1"/>
          </p:cNvSpPr>
          <p:nvPr/>
        </p:nvSpPr>
        <p:spPr>
          <a:xfrm>
            <a:off x="78924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01_find_only_2062">
            <a:extLst>
              <a:ext uri="{FF2B5EF4-FFF2-40B4-BE49-F238E27FC236}">
                <a16:creationId xmlns:a16="http://schemas.microsoft.com/office/drawing/2014/main" id="{6C95D06A-91AA-4C03-969F-48FB4CC05935}"/>
              </a:ext>
            </a:extLst>
          </p:cNvPr>
          <p:cNvSpPr>
            <a:spLocks noGrp="1"/>
          </p:cNvSpPr>
          <p:nvPr/>
        </p:nvSpPr>
        <p:spPr>
          <a:xfrm>
            <a:off x="7910191" y="318987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01_find_only_2063">
            <a:extLst>
              <a:ext uri="{FF2B5EF4-FFF2-40B4-BE49-F238E27FC236}">
                <a16:creationId xmlns:a16="http://schemas.microsoft.com/office/drawing/2014/main" id="{E889869D-FB6C-46C0-B752-CE80F85F62D0}"/>
              </a:ext>
            </a:extLst>
          </p:cNvPr>
          <p:cNvSpPr>
            <a:spLocks noGrp="1"/>
          </p:cNvSpPr>
          <p:nvPr/>
        </p:nvSpPr>
        <p:spPr>
          <a:xfrm>
            <a:off x="78380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01_find_only_2064">
            <a:extLst>
              <a:ext uri="{FF2B5EF4-FFF2-40B4-BE49-F238E27FC236}">
                <a16:creationId xmlns:a16="http://schemas.microsoft.com/office/drawing/2014/main" id="{3A2E5750-A01F-4FAC-9997-818BA1BC8F0F}"/>
              </a:ext>
            </a:extLst>
          </p:cNvPr>
          <p:cNvSpPr>
            <a:spLocks noGrp="1"/>
          </p:cNvSpPr>
          <p:nvPr/>
        </p:nvSpPr>
        <p:spPr>
          <a:xfrm>
            <a:off x="78824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01_find_only_2065">
            <a:extLst>
              <a:ext uri="{FF2B5EF4-FFF2-40B4-BE49-F238E27FC236}">
                <a16:creationId xmlns:a16="http://schemas.microsoft.com/office/drawing/2014/main" id="{F20583ED-59BF-40CA-B87D-E9CDFEE474BA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01_find_only_2066">
            <a:extLst>
              <a:ext uri="{FF2B5EF4-FFF2-40B4-BE49-F238E27FC236}">
                <a16:creationId xmlns:a16="http://schemas.microsoft.com/office/drawing/2014/main" id="{418291F1-1450-41AA-B1E1-457D71CDAB06}"/>
              </a:ext>
            </a:extLst>
          </p:cNvPr>
          <p:cNvSpPr>
            <a:spLocks noGrp="1"/>
          </p:cNvSpPr>
          <p:nvPr/>
        </p:nvSpPr>
        <p:spPr>
          <a:xfrm>
            <a:off x="78276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01_find_only_2067">
            <a:extLst>
              <a:ext uri="{FF2B5EF4-FFF2-40B4-BE49-F238E27FC236}">
                <a16:creationId xmlns:a16="http://schemas.microsoft.com/office/drawing/2014/main" id="{8BA204B2-2F30-47DB-A2A2-9FE3EEBE45A6}"/>
              </a:ext>
            </a:extLst>
          </p:cNvPr>
          <p:cNvSpPr>
            <a:spLocks noGrp="1"/>
          </p:cNvSpPr>
          <p:nvPr/>
        </p:nvSpPr>
        <p:spPr>
          <a:xfrm>
            <a:off x="790241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01_find_only_2068">
            <a:extLst>
              <a:ext uri="{FF2B5EF4-FFF2-40B4-BE49-F238E27FC236}">
                <a16:creationId xmlns:a16="http://schemas.microsoft.com/office/drawing/2014/main" id="{7F644734-8566-4851-8719-3AB1A33ABC62}"/>
              </a:ext>
            </a:extLst>
          </p:cNvPr>
          <p:cNvSpPr>
            <a:spLocks noGrp="1"/>
          </p:cNvSpPr>
          <p:nvPr/>
        </p:nvSpPr>
        <p:spPr>
          <a:xfrm>
            <a:off x="79223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01_find_only_2069">
            <a:extLst>
              <a:ext uri="{FF2B5EF4-FFF2-40B4-BE49-F238E27FC236}">
                <a16:creationId xmlns:a16="http://schemas.microsoft.com/office/drawing/2014/main" id="{7D9C687D-F211-45A2-9E3B-17B09148937E}"/>
              </a:ext>
            </a:extLst>
          </p:cNvPr>
          <p:cNvSpPr>
            <a:spLocks noGrp="1"/>
          </p:cNvSpPr>
          <p:nvPr/>
        </p:nvSpPr>
        <p:spPr>
          <a:xfrm>
            <a:off x="7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01_find_only_2070">
            <a:extLst>
              <a:ext uri="{FF2B5EF4-FFF2-40B4-BE49-F238E27FC236}">
                <a16:creationId xmlns:a16="http://schemas.microsoft.com/office/drawing/2014/main" id="{4158C64D-0640-4CA1-BBFE-F4473125B084}"/>
              </a:ext>
            </a:extLst>
          </p:cNvPr>
          <p:cNvSpPr>
            <a:spLocks noGrp="1"/>
          </p:cNvSpPr>
          <p:nvPr/>
        </p:nvSpPr>
        <p:spPr>
          <a:xfrm>
            <a:off x="79170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01_find_only_2071">
            <a:extLst>
              <a:ext uri="{FF2B5EF4-FFF2-40B4-BE49-F238E27FC236}">
                <a16:creationId xmlns:a16="http://schemas.microsoft.com/office/drawing/2014/main" id="{4708DE89-190F-4482-8E64-4283039F69DB}"/>
              </a:ext>
            </a:extLst>
          </p:cNvPr>
          <p:cNvSpPr>
            <a:spLocks noGrp="1"/>
          </p:cNvSpPr>
          <p:nvPr/>
        </p:nvSpPr>
        <p:spPr>
          <a:xfrm>
            <a:off x="784791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01_find_only_2072">
            <a:extLst>
              <a:ext uri="{FF2B5EF4-FFF2-40B4-BE49-F238E27FC236}">
                <a16:creationId xmlns:a16="http://schemas.microsoft.com/office/drawing/2014/main" id="{1AD56C54-E511-4326-83EE-C5D37A04C6D2}"/>
              </a:ext>
            </a:extLst>
          </p:cNvPr>
          <p:cNvSpPr>
            <a:spLocks noGrp="1"/>
          </p:cNvSpPr>
          <p:nvPr/>
        </p:nvSpPr>
        <p:spPr>
          <a:xfrm>
            <a:off x="78663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01_find_only_2073">
            <a:extLst>
              <a:ext uri="{FF2B5EF4-FFF2-40B4-BE49-F238E27FC236}">
                <a16:creationId xmlns:a16="http://schemas.microsoft.com/office/drawing/2014/main" id="{DE826759-47E3-45CD-B53F-205249E2891F}"/>
              </a:ext>
            </a:extLst>
          </p:cNvPr>
          <p:cNvSpPr>
            <a:spLocks noGrp="1"/>
          </p:cNvSpPr>
          <p:nvPr/>
        </p:nvSpPr>
        <p:spPr>
          <a:xfrm>
            <a:off x="7895326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01_find_only_2074">
            <a:extLst>
              <a:ext uri="{FF2B5EF4-FFF2-40B4-BE49-F238E27FC236}">
                <a16:creationId xmlns:a16="http://schemas.microsoft.com/office/drawing/2014/main" id="{6B01424C-C407-4C21-A39C-7E152215DF11}"/>
              </a:ext>
            </a:extLst>
          </p:cNvPr>
          <p:cNvSpPr>
            <a:spLocks noGrp="1"/>
          </p:cNvSpPr>
          <p:nvPr/>
        </p:nvSpPr>
        <p:spPr>
          <a:xfrm>
            <a:off x="79127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01_find_only_2075">
            <a:extLst>
              <a:ext uri="{FF2B5EF4-FFF2-40B4-BE49-F238E27FC236}">
                <a16:creationId xmlns:a16="http://schemas.microsoft.com/office/drawing/2014/main" id="{B1923AE1-74FA-49E4-A2AA-2B35E41E6CA5}"/>
              </a:ext>
            </a:extLst>
          </p:cNvPr>
          <p:cNvSpPr>
            <a:spLocks noGrp="1"/>
          </p:cNvSpPr>
          <p:nvPr/>
        </p:nvSpPr>
        <p:spPr>
          <a:xfrm>
            <a:off x="7922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01_find_only_2076">
            <a:extLst>
              <a:ext uri="{FF2B5EF4-FFF2-40B4-BE49-F238E27FC236}">
                <a16:creationId xmlns:a16="http://schemas.microsoft.com/office/drawing/2014/main" id="{F04C6A25-915E-4041-AA91-E2D1576BDDB2}"/>
              </a:ext>
            </a:extLst>
          </p:cNvPr>
          <p:cNvSpPr>
            <a:spLocks noGrp="1"/>
          </p:cNvSpPr>
          <p:nvPr/>
        </p:nvSpPr>
        <p:spPr>
          <a:xfrm>
            <a:off x="7888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01_find_only_2077">
            <a:extLst>
              <a:ext uri="{FF2B5EF4-FFF2-40B4-BE49-F238E27FC236}">
                <a16:creationId xmlns:a16="http://schemas.microsoft.com/office/drawing/2014/main" id="{BB3927C1-6182-4B3D-AAAC-691A3A7D376F}"/>
              </a:ext>
            </a:extLst>
          </p:cNvPr>
          <p:cNvSpPr>
            <a:spLocks noGrp="1"/>
          </p:cNvSpPr>
          <p:nvPr/>
        </p:nvSpPr>
        <p:spPr>
          <a:xfrm>
            <a:off x="7831013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01_find_only_2078">
            <a:extLst>
              <a:ext uri="{FF2B5EF4-FFF2-40B4-BE49-F238E27FC236}">
                <a16:creationId xmlns:a16="http://schemas.microsoft.com/office/drawing/2014/main" id="{FAAF4089-5F3A-4BE2-8C0B-7D85FCEF4306}"/>
              </a:ext>
            </a:extLst>
          </p:cNvPr>
          <p:cNvSpPr>
            <a:spLocks noGrp="1"/>
          </p:cNvSpPr>
          <p:nvPr/>
        </p:nvSpPr>
        <p:spPr>
          <a:xfrm>
            <a:off x="78453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01_find_only_2079">
            <a:extLst>
              <a:ext uri="{FF2B5EF4-FFF2-40B4-BE49-F238E27FC236}">
                <a16:creationId xmlns:a16="http://schemas.microsoft.com/office/drawing/2014/main" id="{1C29D81E-8AEF-4437-AD51-0D5456BF4A4F}"/>
              </a:ext>
            </a:extLst>
          </p:cNvPr>
          <p:cNvSpPr>
            <a:spLocks noGrp="1"/>
          </p:cNvSpPr>
          <p:nvPr/>
        </p:nvSpPr>
        <p:spPr>
          <a:xfrm>
            <a:off x="78517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01_find_only_2080">
            <a:extLst>
              <a:ext uri="{FF2B5EF4-FFF2-40B4-BE49-F238E27FC236}">
                <a16:creationId xmlns:a16="http://schemas.microsoft.com/office/drawing/2014/main" id="{970EACEF-281E-413A-AD44-1D5F106F805A}"/>
              </a:ext>
            </a:extLst>
          </p:cNvPr>
          <p:cNvSpPr>
            <a:spLocks noGrp="1"/>
          </p:cNvSpPr>
          <p:nvPr/>
        </p:nvSpPr>
        <p:spPr>
          <a:xfrm>
            <a:off x="7830818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01_find_only_2081">
            <a:extLst>
              <a:ext uri="{FF2B5EF4-FFF2-40B4-BE49-F238E27FC236}">
                <a16:creationId xmlns:a16="http://schemas.microsoft.com/office/drawing/2014/main" id="{67BC5228-7042-44D2-8A55-8CEF19BE607F}"/>
              </a:ext>
            </a:extLst>
          </p:cNvPr>
          <p:cNvSpPr>
            <a:spLocks noGrp="1"/>
          </p:cNvSpPr>
          <p:nvPr/>
        </p:nvSpPr>
        <p:spPr>
          <a:xfrm>
            <a:off x="783023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01_find_only_2082">
            <a:extLst>
              <a:ext uri="{FF2B5EF4-FFF2-40B4-BE49-F238E27FC236}">
                <a16:creationId xmlns:a16="http://schemas.microsoft.com/office/drawing/2014/main" id="{050FDC71-3299-40D7-A33D-F21BC47DCF97}"/>
              </a:ext>
            </a:extLst>
          </p:cNvPr>
          <p:cNvSpPr>
            <a:spLocks noGrp="1"/>
          </p:cNvSpPr>
          <p:nvPr/>
        </p:nvSpPr>
        <p:spPr>
          <a:xfrm>
            <a:off x="7849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01_find_only_2083">
            <a:extLst>
              <a:ext uri="{FF2B5EF4-FFF2-40B4-BE49-F238E27FC236}">
                <a16:creationId xmlns:a16="http://schemas.microsoft.com/office/drawing/2014/main" id="{DC142B99-32A7-4F70-A2EE-0F3159CF06A8}"/>
              </a:ext>
            </a:extLst>
          </p:cNvPr>
          <p:cNvSpPr>
            <a:spLocks noGrp="1"/>
          </p:cNvSpPr>
          <p:nvPr/>
        </p:nvSpPr>
        <p:spPr>
          <a:xfrm>
            <a:off x="7885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01_find_only_2084">
            <a:extLst>
              <a:ext uri="{FF2B5EF4-FFF2-40B4-BE49-F238E27FC236}">
                <a16:creationId xmlns:a16="http://schemas.microsoft.com/office/drawing/2014/main" id="{100CB97A-4BE8-49A6-AAEE-C07C514B9D6D}"/>
              </a:ext>
            </a:extLst>
          </p:cNvPr>
          <p:cNvSpPr>
            <a:spLocks noGrp="1"/>
          </p:cNvSpPr>
          <p:nvPr/>
        </p:nvSpPr>
        <p:spPr>
          <a:xfrm>
            <a:off x="78439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01_find_only_2085">
            <a:extLst>
              <a:ext uri="{FF2B5EF4-FFF2-40B4-BE49-F238E27FC236}">
                <a16:creationId xmlns:a16="http://schemas.microsoft.com/office/drawing/2014/main" id="{B528B9EF-1D68-49ED-A2EA-0F6A96B52D57}"/>
              </a:ext>
            </a:extLst>
          </p:cNvPr>
          <p:cNvSpPr>
            <a:spLocks noGrp="1"/>
          </p:cNvSpPr>
          <p:nvPr/>
        </p:nvSpPr>
        <p:spPr>
          <a:xfrm>
            <a:off x="78730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01_find_only_2086">
            <a:extLst>
              <a:ext uri="{FF2B5EF4-FFF2-40B4-BE49-F238E27FC236}">
                <a16:creationId xmlns:a16="http://schemas.microsoft.com/office/drawing/2014/main" id="{E5BE98A2-FAD7-4F94-AF95-6A6068560EE9}"/>
              </a:ext>
            </a:extLst>
          </p:cNvPr>
          <p:cNvSpPr>
            <a:spLocks noGrp="1"/>
          </p:cNvSpPr>
          <p:nvPr/>
        </p:nvSpPr>
        <p:spPr>
          <a:xfrm>
            <a:off x="7862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01_find_only_2087">
            <a:extLst>
              <a:ext uri="{FF2B5EF4-FFF2-40B4-BE49-F238E27FC236}">
                <a16:creationId xmlns:a16="http://schemas.microsoft.com/office/drawing/2014/main" id="{DF2164BD-D618-4741-ACC5-E03271C451B2}"/>
              </a:ext>
            </a:extLst>
          </p:cNvPr>
          <p:cNvSpPr>
            <a:spLocks noGrp="1"/>
          </p:cNvSpPr>
          <p:nvPr/>
        </p:nvSpPr>
        <p:spPr>
          <a:xfrm>
            <a:off x="7910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01_find_only_2088">
            <a:extLst>
              <a:ext uri="{FF2B5EF4-FFF2-40B4-BE49-F238E27FC236}">
                <a16:creationId xmlns:a16="http://schemas.microsoft.com/office/drawing/2014/main" id="{9C9CBF5D-075A-4BF5-9FAF-AD9A7774E5CF}"/>
              </a:ext>
            </a:extLst>
          </p:cNvPr>
          <p:cNvSpPr>
            <a:spLocks noGrp="1"/>
          </p:cNvSpPr>
          <p:nvPr/>
        </p:nvSpPr>
        <p:spPr>
          <a:xfrm>
            <a:off x="7853163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01_find_only_2089">
            <a:extLst>
              <a:ext uri="{FF2B5EF4-FFF2-40B4-BE49-F238E27FC236}">
                <a16:creationId xmlns:a16="http://schemas.microsoft.com/office/drawing/2014/main" id="{EFA7FBEB-9C5C-40E5-90FB-0ADA5578B649}"/>
              </a:ext>
            </a:extLst>
          </p:cNvPr>
          <p:cNvSpPr>
            <a:spLocks noGrp="1"/>
          </p:cNvSpPr>
          <p:nvPr/>
        </p:nvSpPr>
        <p:spPr>
          <a:xfrm>
            <a:off x="7893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01_find_only_2090">
            <a:extLst>
              <a:ext uri="{FF2B5EF4-FFF2-40B4-BE49-F238E27FC236}">
                <a16:creationId xmlns:a16="http://schemas.microsoft.com/office/drawing/2014/main" id="{50ECCAC7-6FE3-4205-850D-8665801F663E}"/>
              </a:ext>
            </a:extLst>
          </p:cNvPr>
          <p:cNvSpPr>
            <a:spLocks noGrp="1"/>
          </p:cNvSpPr>
          <p:nvPr/>
        </p:nvSpPr>
        <p:spPr>
          <a:xfrm>
            <a:off x="78955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01_find_only_2091">
            <a:extLst>
              <a:ext uri="{FF2B5EF4-FFF2-40B4-BE49-F238E27FC236}">
                <a16:creationId xmlns:a16="http://schemas.microsoft.com/office/drawing/2014/main" id="{CEE300C4-4F83-41AB-A51F-2DCE76342050}"/>
              </a:ext>
            </a:extLst>
          </p:cNvPr>
          <p:cNvSpPr>
            <a:spLocks noGrp="1"/>
          </p:cNvSpPr>
          <p:nvPr/>
        </p:nvSpPr>
        <p:spPr>
          <a:xfrm>
            <a:off x="783052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01_find_only_2092">
            <a:extLst>
              <a:ext uri="{FF2B5EF4-FFF2-40B4-BE49-F238E27FC236}">
                <a16:creationId xmlns:a16="http://schemas.microsoft.com/office/drawing/2014/main" id="{735A3BC1-AA8A-4E89-8604-B1C38349DD74}"/>
              </a:ext>
            </a:extLst>
          </p:cNvPr>
          <p:cNvSpPr>
            <a:spLocks noGrp="1"/>
          </p:cNvSpPr>
          <p:nvPr/>
        </p:nvSpPr>
        <p:spPr>
          <a:xfrm>
            <a:off x="7909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01_find_only_2093">
            <a:extLst>
              <a:ext uri="{FF2B5EF4-FFF2-40B4-BE49-F238E27FC236}">
                <a16:creationId xmlns:a16="http://schemas.microsoft.com/office/drawing/2014/main" id="{A8E61E97-D10C-4117-9C96-C162DCAC8D9A}"/>
              </a:ext>
            </a:extLst>
          </p:cNvPr>
          <p:cNvSpPr>
            <a:spLocks noGrp="1"/>
          </p:cNvSpPr>
          <p:nvPr/>
        </p:nvSpPr>
        <p:spPr>
          <a:xfrm>
            <a:off x="78281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01_find_only_2094">
            <a:extLst>
              <a:ext uri="{FF2B5EF4-FFF2-40B4-BE49-F238E27FC236}">
                <a16:creationId xmlns:a16="http://schemas.microsoft.com/office/drawing/2014/main" id="{43F42A87-3472-4F27-9415-31B9A6FB1AF9}"/>
              </a:ext>
            </a:extLst>
          </p:cNvPr>
          <p:cNvSpPr>
            <a:spLocks noGrp="1"/>
          </p:cNvSpPr>
          <p:nvPr/>
        </p:nvSpPr>
        <p:spPr>
          <a:xfrm>
            <a:off x="7909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01_find_only_2095">
            <a:extLst>
              <a:ext uri="{FF2B5EF4-FFF2-40B4-BE49-F238E27FC236}">
                <a16:creationId xmlns:a16="http://schemas.microsoft.com/office/drawing/2014/main" id="{37E20F39-3933-4D16-8D18-691CF63AA50C}"/>
              </a:ext>
            </a:extLst>
          </p:cNvPr>
          <p:cNvSpPr>
            <a:spLocks noGrp="1"/>
          </p:cNvSpPr>
          <p:nvPr/>
        </p:nvSpPr>
        <p:spPr>
          <a:xfrm>
            <a:off x="79189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01_find_only_2096">
            <a:extLst>
              <a:ext uri="{FF2B5EF4-FFF2-40B4-BE49-F238E27FC236}">
                <a16:creationId xmlns:a16="http://schemas.microsoft.com/office/drawing/2014/main" id="{F6F202E0-B121-4830-8B26-955AF4A011EB}"/>
              </a:ext>
            </a:extLst>
          </p:cNvPr>
          <p:cNvSpPr>
            <a:spLocks noGrp="1"/>
          </p:cNvSpPr>
          <p:nvPr/>
        </p:nvSpPr>
        <p:spPr>
          <a:xfrm>
            <a:off x="7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01_find_only_2097">
            <a:extLst>
              <a:ext uri="{FF2B5EF4-FFF2-40B4-BE49-F238E27FC236}">
                <a16:creationId xmlns:a16="http://schemas.microsoft.com/office/drawing/2014/main" id="{148B3EAB-093F-4391-B958-FEE08973DAD4}"/>
              </a:ext>
            </a:extLst>
          </p:cNvPr>
          <p:cNvSpPr>
            <a:spLocks noGrp="1"/>
          </p:cNvSpPr>
          <p:nvPr/>
        </p:nvSpPr>
        <p:spPr>
          <a:xfrm>
            <a:off x="78571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01_find_only_2098">
            <a:extLst>
              <a:ext uri="{FF2B5EF4-FFF2-40B4-BE49-F238E27FC236}">
                <a16:creationId xmlns:a16="http://schemas.microsoft.com/office/drawing/2014/main" id="{E6A11735-F831-4EDF-89EA-9AD472E90C5D}"/>
              </a:ext>
            </a:extLst>
          </p:cNvPr>
          <p:cNvSpPr>
            <a:spLocks noGrp="1"/>
          </p:cNvSpPr>
          <p:nvPr/>
        </p:nvSpPr>
        <p:spPr>
          <a:xfrm>
            <a:off x="78978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01_find_only_2099">
            <a:extLst>
              <a:ext uri="{FF2B5EF4-FFF2-40B4-BE49-F238E27FC236}">
                <a16:creationId xmlns:a16="http://schemas.microsoft.com/office/drawing/2014/main" id="{2BEB1D61-995E-4EDB-AC85-B7F916387174}"/>
              </a:ext>
            </a:extLst>
          </p:cNvPr>
          <p:cNvSpPr>
            <a:spLocks noGrp="1"/>
          </p:cNvSpPr>
          <p:nvPr/>
        </p:nvSpPr>
        <p:spPr>
          <a:xfrm>
            <a:off x="78484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01_find_only_2100">
            <a:extLst>
              <a:ext uri="{FF2B5EF4-FFF2-40B4-BE49-F238E27FC236}">
                <a16:creationId xmlns:a16="http://schemas.microsoft.com/office/drawing/2014/main" id="{219CF043-8CD8-4F54-BF93-CAE4829049D1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01_find_only_2101">
            <a:extLst>
              <a:ext uri="{FF2B5EF4-FFF2-40B4-BE49-F238E27FC236}">
                <a16:creationId xmlns:a16="http://schemas.microsoft.com/office/drawing/2014/main" id="{F06675D7-DA66-48C9-A121-C67CBDBDF4E0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01_find_only_2102">
            <a:extLst>
              <a:ext uri="{FF2B5EF4-FFF2-40B4-BE49-F238E27FC236}">
                <a16:creationId xmlns:a16="http://schemas.microsoft.com/office/drawing/2014/main" id="{8BC364CA-2A2D-4E8E-9D7C-1C1E0094B231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01_find_only_2103">
            <a:extLst>
              <a:ext uri="{FF2B5EF4-FFF2-40B4-BE49-F238E27FC236}">
                <a16:creationId xmlns:a16="http://schemas.microsoft.com/office/drawing/2014/main" id="{F710F316-25C6-47E7-A0DB-10F2DC9745AC}"/>
              </a:ext>
            </a:extLst>
          </p:cNvPr>
          <p:cNvSpPr>
            <a:spLocks noGrp="1"/>
          </p:cNvSpPr>
          <p:nvPr/>
        </p:nvSpPr>
        <p:spPr>
          <a:xfrm>
            <a:off x="79119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01_find_only_2104">
            <a:extLst>
              <a:ext uri="{FF2B5EF4-FFF2-40B4-BE49-F238E27FC236}">
                <a16:creationId xmlns:a16="http://schemas.microsoft.com/office/drawing/2014/main" id="{2AE5BED5-9896-4CCF-9376-6218E5F0E4E1}"/>
              </a:ext>
            </a:extLst>
          </p:cNvPr>
          <p:cNvSpPr>
            <a:spLocks noGrp="1"/>
          </p:cNvSpPr>
          <p:nvPr/>
        </p:nvSpPr>
        <p:spPr>
          <a:xfrm>
            <a:off x="78587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01_find_only_2105">
            <a:extLst>
              <a:ext uri="{FF2B5EF4-FFF2-40B4-BE49-F238E27FC236}">
                <a16:creationId xmlns:a16="http://schemas.microsoft.com/office/drawing/2014/main" id="{F2AB60CE-F4FE-403F-AD1A-EB646F1ACDF5}"/>
              </a:ext>
            </a:extLst>
          </p:cNvPr>
          <p:cNvSpPr>
            <a:spLocks noGrp="1"/>
          </p:cNvSpPr>
          <p:nvPr/>
        </p:nvSpPr>
        <p:spPr>
          <a:xfrm>
            <a:off x="78682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01_find_only_2106">
            <a:extLst>
              <a:ext uri="{FF2B5EF4-FFF2-40B4-BE49-F238E27FC236}">
                <a16:creationId xmlns:a16="http://schemas.microsoft.com/office/drawing/2014/main" id="{2C49C0E1-F3C5-499D-97C3-1C97311B5D03}"/>
              </a:ext>
            </a:extLst>
          </p:cNvPr>
          <p:cNvSpPr>
            <a:spLocks noGrp="1"/>
          </p:cNvSpPr>
          <p:nvPr/>
        </p:nvSpPr>
        <p:spPr>
          <a:xfrm>
            <a:off x="7921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01_find_only_2107">
            <a:extLst>
              <a:ext uri="{FF2B5EF4-FFF2-40B4-BE49-F238E27FC236}">
                <a16:creationId xmlns:a16="http://schemas.microsoft.com/office/drawing/2014/main" id="{84A665F1-10E4-4D8C-A72D-ADF36AD583CA}"/>
              </a:ext>
            </a:extLst>
          </p:cNvPr>
          <p:cNvSpPr>
            <a:spLocks noGrp="1"/>
          </p:cNvSpPr>
          <p:nvPr/>
        </p:nvSpPr>
        <p:spPr>
          <a:xfrm>
            <a:off x="7892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01_find_only_2108">
            <a:extLst>
              <a:ext uri="{FF2B5EF4-FFF2-40B4-BE49-F238E27FC236}">
                <a16:creationId xmlns:a16="http://schemas.microsoft.com/office/drawing/2014/main" id="{6DB9F9C3-50C8-4684-A135-6C1BB9D9AB4A}"/>
              </a:ext>
            </a:extLst>
          </p:cNvPr>
          <p:cNvSpPr>
            <a:spLocks noGrp="1"/>
          </p:cNvSpPr>
          <p:nvPr/>
        </p:nvSpPr>
        <p:spPr>
          <a:xfrm>
            <a:off x="7917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01_find_only_2109">
            <a:extLst>
              <a:ext uri="{FF2B5EF4-FFF2-40B4-BE49-F238E27FC236}">
                <a16:creationId xmlns:a16="http://schemas.microsoft.com/office/drawing/2014/main" id="{56BDC8B1-66A1-40A3-BA24-7952563C9496}"/>
              </a:ext>
            </a:extLst>
          </p:cNvPr>
          <p:cNvSpPr>
            <a:spLocks noGrp="1"/>
          </p:cNvSpPr>
          <p:nvPr/>
        </p:nvSpPr>
        <p:spPr>
          <a:xfrm>
            <a:off x="7831887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01_find_only_2110">
            <a:extLst>
              <a:ext uri="{FF2B5EF4-FFF2-40B4-BE49-F238E27FC236}">
                <a16:creationId xmlns:a16="http://schemas.microsoft.com/office/drawing/2014/main" id="{137C1D96-49BC-45FE-8EC6-343524FE1047}"/>
              </a:ext>
            </a:extLst>
          </p:cNvPr>
          <p:cNvSpPr>
            <a:spLocks noGrp="1"/>
          </p:cNvSpPr>
          <p:nvPr/>
        </p:nvSpPr>
        <p:spPr>
          <a:xfrm>
            <a:off x="79105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01_find_only_2111">
            <a:extLst>
              <a:ext uri="{FF2B5EF4-FFF2-40B4-BE49-F238E27FC236}">
                <a16:creationId xmlns:a16="http://schemas.microsoft.com/office/drawing/2014/main" id="{36B0E321-259C-48A3-8DC1-9736A1D5D1D0}"/>
              </a:ext>
            </a:extLst>
          </p:cNvPr>
          <p:cNvSpPr>
            <a:spLocks noGrp="1"/>
          </p:cNvSpPr>
          <p:nvPr/>
        </p:nvSpPr>
        <p:spPr>
          <a:xfrm>
            <a:off x="78977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01_find_only_2112">
            <a:extLst>
              <a:ext uri="{FF2B5EF4-FFF2-40B4-BE49-F238E27FC236}">
                <a16:creationId xmlns:a16="http://schemas.microsoft.com/office/drawing/2014/main" id="{606988D4-96C8-4D1B-8725-BB465271477C}"/>
              </a:ext>
            </a:extLst>
          </p:cNvPr>
          <p:cNvSpPr>
            <a:spLocks noGrp="1"/>
          </p:cNvSpPr>
          <p:nvPr/>
        </p:nvSpPr>
        <p:spPr>
          <a:xfrm>
            <a:off x="78642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01_find_only_2113">
            <a:extLst>
              <a:ext uri="{FF2B5EF4-FFF2-40B4-BE49-F238E27FC236}">
                <a16:creationId xmlns:a16="http://schemas.microsoft.com/office/drawing/2014/main" id="{9F25234D-719E-4F6D-9DEB-9DD0D239B419}"/>
              </a:ext>
            </a:extLst>
          </p:cNvPr>
          <p:cNvSpPr>
            <a:spLocks noGrp="1"/>
          </p:cNvSpPr>
          <p:nvPr/>
        </p:nvSpPr>
        <p:spPr>
          <a:xfrm>
            <a:off x="79015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01_find_only_2114">
            <a:extLst>
              <a:ext uri="{FF2B5EF4-FFF2-40B4-BE49-F238E27FC236}">
                <a16:creationId xmlns:a16="http://schemas.microsoft.com/office/drawing/2014/main" id="{F19C0C35-8CF8-4C45-B450-3ADE6F7CA16F}"/>
              </a:ext>
            </a:extLst>
          </p:cNvPr>
          <p:cNvSpPr>
            <a:spLocks noGrp="1"/>
          </p:cNvSpPr>
          <p:nvPr/>
        </p:nvSpPr>
        <p:spPr>
          <a:xfrm>
            <a:off x="792175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01_find_only_2115">
            <a:extLst>
              <a:ext uri="{FF2B5EF4-FFF2-40B4-BE49-F238E27FC236}">
                <a16:creationId xmlns:a16="http://schemas.microsoft.com/office/drawing/2014/main" id="{84B461A2-4621-422A-84D8-6F5AF21B7BD5}"/>
              </a:ext>
            </a:extLst>
          </p:cNvPr>
          <p:cNvSpPr>
            <a:spLocks noGrp="1"/>
          </p:cNvSpPr>
          <p:nvPr/>
        </p:nvSpPr>
        <p:spPr>
          <a:xfrm>
            <a:off x="78913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01_find_only_2116">
            <a:extLst>
              <a:ext uri="{FF2B5EF4-FFF2-40B4-BE49-F238E27FC236}">
                <a16:creationId xmlns:a16="http://schemas.microsoft.com/office/drawing/2014/main" id="{B372F4F3-DB5C-4462-966C-BBAF1DC5A882}"/>
              </a:ext>
            </a:extLst>
          </p:cNvPr>
          <p:cNvSpPr>
            <a:spLocks noGrp="1"/>
          </p:cNvSpPr>
          <p:nvPr/>
        </p:nvSpPr>
        <p:spPr>
          <a:xfrm>
            <a:off x="7898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01_find_only_2117">
            <a:extLst>
              <a:ext uri="{FF2B5EF4-FFF2-40B4-BE49-F238E27FC236}">
                <a16:creationId xmlns:a16="http://schemas.microsoft.com/office/drawing/2014/main" id="{A9FDAE29-08DC-408D-AF26-057AF4C495A7}"/>
              </a:ext>
            </a:extLst>
          </p:cNvPr>
          <p:cNvSpPr>
            <a:spLocks noGrp="1"/>
          </p:cNvSpPr>
          <p:nvPr/>
        </p:nvSpPr>
        <p:spPr>
          <a:xfrm>
            <a:off x="78979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01_find_only_2118">
            <a:extLst>
              <a:ext uri="{FF2B5EF4-FFF2-40B4-BE49-F238E27FC236}">
                <a16:creationId xmlns:a16="http://schemas.microsoft.com/office/drawing/2014/main" id="{DB7061E2-5CCC-4F2B-BFFF-672192A9CBFA}"/>
              </a:ext>
            </a:extLst>
          </p:cNvPr>
          <p:cNvSpPr>
            <a:spLocks noGrp="1"/>
          </p:cNvSpPr>
          <p:nvPr/>
        </p:nvSpPr>
        <p:spPr>
          <a:xfrm>
            <a:off x="7882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01_find_only_2119">
            <a:extLst>
              <a:ext uri="{FF2B5EF4-FFF2-40B4-BE49-F238E27FC236}">
                <a16:creationId xmlns:a16="http://schemas.microsoft.com/office/drawing/2014/main" id="{D336D358-DD47-4D9F-8711-F3CB91692DA6}"/>
              </a:ext>
            </a:extLst>
          </p:cNvPr>
          <p:cNvSpPr>
            <a:spLocks noGrp="1"/>
          </p:cNvSpPr>
          <p:nvPr/>
        </p:nvSpPr>
        <p:spPr>
          <a:xfrm>
            <a:off x="785530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01_find_only_2120">
            <a:extLst>
              <a:ext uri="{FF2B5EF4-FFF2-40B4-BE49-F238E27FC236}">
                <a16:creationId xmlns:a16="http://schemas.microsoft.com/office/drawing/2014/main" id="{0FB88DC6-186F-4D88-BFDA-98E2F7E571E3}"/>
              </a:ext>
            </a:extLst>
          </p:cNvPr>
          <p:cNvSpPr>
            <a:spLocks noGrp="1"/>
          </p:cNvSpPr>
          <p:nvPr/>
        </p:nvSpPr>
        <p:spPr>
          <a:xfrm>
            <a:off x="7914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01_find_only_2121">
            <a:extLst>
              <a:ext uri="{FF2B5EF4-FFF2-40B4-BE49-F238E27FC236}">
                <a16:creationId xmlns:a16="http://schemas.microsoft.com/office/drawing/2014/main" id="{CFACE5D6-6A1F-4957-9E0E-8E4433F5BC19}"/>
              </a:ext>
            </a:extLst>
          </p:cNvPr>
          <p:cNvSpPr>
            <a:spLocks noGrp="1"/>
          </p:cNvSpPr>
          <p:nvPr/>
        </p:nvSpPr>
        <p:spPr>
          <a:xfrm>
            <a:off x="78450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01_find_only_2122">
            <a:extLst>
              <a:ext uri="{FF2B5EF4-FFF2-40B4-BE49-F238E27FC236}">
                <a16:creationId xmlns:a16="http://schemas.microsoft.com/office/drawing/2014/main" id="{E8E5B6E1-B452-4250-BBEB-CC04108E40DE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01_find_only_2123">
            <a:extLst>
              <a:ext uri="{FF2B5EF4-FFF2-40B4-BE49-F238E27FC236}">
                <a16:creationId xmlns:a16="http://schemas.microsoft.com/office/drawing/2014/main" id="{E54EFFF6-C819-4AB8-B2BB-E0DF129E8617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01_find_only_2124">
            <a:extLst>
              <a:ext uri="{FF2B5EF4-FFF2-40B4-BE49-F238E27FC236}">
                <a16:creationId xmlns:a16="http://schemas.microsoft.com/office/drawing/2014/main" id="{9C4D1F6E-36D8-434F-8072-18A39FB306AA}"/>
              </a:ext>
            </a:extLst>
          </p:cNvPr>
          <p:cNvSpPr>
            <a:spLocks noGrp="1"/>
          </p:cNvSpPr>
          <p:nvPr/>
        </p:nvSpPr>
        <p:spPr>
          <a:xfrm>
            <a:off x="79163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01_find_only_2125">
            <a:extLst>
              <a:ext uri="{FF2B5EF4-FFF2-40B4-BE49-F238E27FC236}">
                <a16:creationId xmlns:a16="http://schemas.microsoft.com/office/drawing/2014/main" id="{8DA349B1-2667-4ED5-88A5-32D86ED55BA7}"/>
              </a:ext>
            </a:extLst>
          </p:cNvPr>
          <p:cNvSpPr>
            <a:spLocks noGrp="1"/>
          </p:cNvSpPr>
          <p:nvPr/>
        </p:nvSpPr>
        <p:spPr>
          <a:xfrm>
            <a:off x="79060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01_find_only_2126">
            <a:extLst>
              <a:ext uri="{FF2B5EF4-FFF2-40B4-BE49-F238E27FC236}">
                <a16:creationId xmlns:a16="http://schemas.microsoft.com/office/drawing/2014/main" id="{AD365A42-A9A4-45C6-985F-C7B360086F8B}"/>
              </a:ext>
            </a:extLst>
          </p:cNvPr>
          <p:cNvSpPr>
            <a:spLocks noGrp="1"/>
          </p:cNvSpPr>
          <p:nvPr/>
        </p:nvSpPr>
        <p:spPr>
          <a:xfrm>
            <a:off x="79101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01_find_only_2127">
            <a:extLst>
              <a:ext uri="{FF2B5EF4-FFF2-40B4-BE49-F238E27FC236}">
                <a16:creationId xmlns:a16="http://schemas.microsoft.com/office/drawing/2014/main" id="{D3A54420-D8AB-41F5-AAF9-83342F0F8840}"/>
              </a:ext>
            </a:extLst>
          </p:cNvPr>
          <p:cNvSpPr>
            <a:spLocks noGrp="1"/>
          </p:cNvSpPr>
          <p:nvPr/>
        </p:nvSpPr>
        <p:spPr>
          <a:xfrm>
            <a:off x="78981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01_find_only_2128">
            <a:extLst>
              <a:ext uri="{FF2B5EF4-FFF2-40B4-BE49-F238E27FC236}">
                <a16:creationId xmlns:a16="http://schemas.microsoft.com/office/drawing/2014/main" id="{D221596D-F3C5-41C2-BFCA-3821E0D07EBA}"/>
              </a:ext>
            </a:extLst>
          </p:cNvPr>
          <p:cNvSpPr>
            <a:spLocks noGrp="1"/>
          </p:cNvSpPr>
          <p:nvPr/>
        </p:nvSpPr>
        <p:spPr>
          <a:xfrm>
            <a:off x="7905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01_find_only_2129">
            <a:extLst>
              <a:ext uri="{FF2B5EF4-FFF2-40B4-BE49-F238E27FC236}">
                <a16:creationId xmlns:a16="http://schemas.microsoft.com/office/drawing/2014/main" id="{3617D4DF-3CEA-4930-A2D4-87AF836F099B}"/>
              </a:ext>
            </a:extLst>
          </p:cNvPr>
          <p:cNvSpPr>
            <a:spLocks noGrp="1"/>
          </p:cNvSpPr>
          <p:nvPr/>
        </p:nvSpPr>
        <p:spPr>
          <a:xfrm>
            <a:off x="79139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01_find_only_2130">
            <a:extLst>
              <a:ext uri="{FF2B5EF4-FFF2-40B4-BE49-F238E27FC236}">
                <a16:creationId xmlns:a16="http://schemas.microsoft.com/office/drawing/2014/main" id="{5528D52D-C9D6-4002-8FA6-05C90D43725D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01_find_only_2131">
            <a:extLst>
              <a:ext uri="{FF2B5EF4-FFF2-40B4-BE49-F238E27FC236}">
                <a16:creationId xmlns:a16="http://schemas.microsoft.com/office/drawing/2014/main" id="{ACE6D2E7-9F75-4C22-80E8-6393078E8026}"/>
              </a:ext>
            </a:extLst>
          </p:cNvPr>
          <p:cNvSpPr>
            <a:spLocks noGrp="1"/>
          </p:cNvSpPr>
          <p:nvPr/>
        </p:nvSpPr>
        <p:spPr>
          <a:xfrm>
            <a:off x="78503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01_find_only_2132">
            <a:extLst>
              <a:ext uri="{FF2B5EF4-FFF2-40B4-BE49-F238E27FC236}">
                <a16:creationId xmlns:a16="http://schemas.microsoft.com/office/drawing/2014/main" id="{277835FB-31FB-42AC-9DB0-369FDEE436FB}"/>
              </a:ext>
            </a:extLst>
          </p:cNvPr>
          <p:cNvSpPr>
            <a:spLocks noGrp="1"/>
          </p:cNvSpPr>
          <p:nvPr/>
        </p:nvSpPr>
        <p:spPr>
          <a:xfrm>
            <a:off x="7896493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01_find_only_2133">
            <a:extLst>
              <a:ext uri="{FF2B5EF4-FFF2-40B4-BE49-F238E27FC236}">
                <a16:creationId xmlns:a16="http://schemas.microsoft.com/office/drawing/2014/main" id="{137ECC76-1498-4AFE-916B-8E3899DE8AB5}"/>
              </a:ext>
            </a:extLst>
          </p:cNvPr>
          <p:cNvSpPr>
            <a:spLocks noGrp="1"/>
          </p:cNvSpPr>
          <p:nvPr/>
        </p:nvSpPr>
        <p:spPr>
          <a:xfrm>
            <a:off x="7847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01_find_only_2134">
            <a:extLst>
              <a:ext uri="{FF2B5EF4-FFF2-40B4-BE49-F238E27FC236}">
                <a16:creationId xmlns:a16="http://schemas.microsoft.com/office/drawing/2014/main" id="{F04BB81F-9C68-4D6E-BF02-BACF2D2F2B0D}"/>
              </a:ext>
            </a:extLst>
          </p:cNvPr>
          <p:cNvSpPr>
            <a:spLocks noGrp="1"/>
          </p:cNvSpPr>
          <p:nvPr/>
        </p:nvSpPr>
        <p:spPr>
          <a:xfrm>
            <a:off x="7857049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01_find_only_2135">
            <a:extLst>
              <a:ext uri="{FF2B5EF4-FFF2-40B4-BE49-F238E27FC236}">
                <a16:creationId xmlns:a16="http://schemas.microsoft.com/office/drawing/2014/main" id="{FBFCF019-9784-4109-9CE0-E2E1C16D9A0A}"/>
              </a:ext>
            </a:extLst>
          </p:cNvPr>
          <p:cNvSpPr>
            <a:spLocks noGrp="1"/>
          </p:cNvSpPr>
          <p:nvPr/>
        </p:nvSpPr>
        <p:spPr>
          <a:xfrm>
            <a:off x="78411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01_find_only_2136">
            <a:extLst>
              <a:ext uri="{FF2B5EF4-FFF2-40B4-BE49-F238E27FC236}">
                <a16:creationId xmlns:a16="http://schemas.microsoft.com/office/drawing/2014/main" id="{92A3E2C0-8E55-440F-9734-D61B4AFA051F}"/>
              </a:ext>
            </a:extLst>
          </p:cNvPr>
          <p:cNvSpPr>
            <a:spLocks noGrp="1"/>
          </p:cNvSpPr>
          <p:nvPr/>
        </p:nvSpPr>
        <p:spPr>
          <a:xfrm>
            <a:off x="78514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01_find_only_2137">
            <a:extLst>
              <a:ext uri="{FF2B5EF4-FFF2-40B4-BE49-F238E27FC236}">
                <a16:creationId xmlns:a16="http://schemas.microsoft.com/office/drawing/2014/main" id="{5D513204-D79A-41A3-A48B-295DB815CC90}"/>
              </a:ext>
            </a:extLst>
          </p:cNvPr>
          <p:cNvSpPr>
            <a:spLocks noGrp="1"/>
          </p:cNvSpPr>
          <p:nvPr/>
        </p:nvSpPr>
        <p:spPr>
          <a:xfrm>
            <a:off x="785520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01_find_only_2138">
            <a:extLst>
              <a:ext uri="{FF2B5EF4-FFF2-40B4-BE49-F238E27FC236}">
                <a16:creationId xmlns:a16="http://schemas.microsoft.com/office/drawing/2014/main" id="{3E738BD6-DD25-4D92-9C3A-06EB798DAB7D}"/>
              </a:ext>
            </a:extLst>
          </p:cNvPr>
          <p:cNvSpPr>
            <a:spLocks noGrp="1"/>
          </p:cNvSpPr>
          <p:nvPr/>
        </p:nvSpPr>
        <p:spPr>
          <a:xfrm>
            <a:off x="7915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01_find_only_2139">
            <a:extLst>
              <a:ext uri="{FF2B5EF4-FFF2-40B4-BE49-F238E27FC236}">
                <a16:creationId xmlns:a16="http://schemas.microsoft.com/office/drawing/2014/main" id="{30E794F9-F211-4F4A-BE62-507FECEE69A7}"/>
              </a:ext>
            </a:extLst>
          </p:cNvPr>
          <p:cNvSpPr>
            <a:spLocks noGrp="1"/>
          </p:cNvSpPr>
          <p:nvPr/>
        </p:nvSpPr>
        <p:spPr>
          <a:xfrm>
            <a:off x="7874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01_find_only_2140">
            <a:extLst>
              <a:ext uri="{FF2B5EF4-FFF2-40B4-BE49-F238E27FC236}">
                <a16:creationId xmlns:a16="http://schemas.microsoft.com/office/drawing/2014/main" id="{95DA2C84-DDD1-43BE-AFC5-79494A1E6F7B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01_find_only_2141">
            <a:extLst>
              <a:ext uri="{FF2B5EF4-FFF2-40B4-BE49-F238E27FC236}">
                <a16:creationId xmlns:a16="http://schemas.microsoft.com/office/drawing/2014/main" id="{A63E1F5E-C245-4F6A-95FA-12C052C16E3B}"/>
              </a:ext>
            </a:extLst>
          </p:cNvPr>
          <p:cNvSpPr>
            <a:spLocks noGrp="1"/>
          </p:cNvSpPr>
          <p:nvPr/>
        </p:nvSpPr>
        <p:spPr>
          <a:xfrm>
            <a:off x="785675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01_find_only_2142">
            <a:extLst>
              <a:ext uri="{FF2B5EF4-FFF2-40B4-BE49-F238E27FC236}">
                <a16:creationId xmlns:a16="http://schemas.microsoft.com/office/drawing/2014/main" id="{760856E5-19EF-46B4-9ECB-492DE252E268}"/>
              </a:ext>
            </a:extLst>
          </p:cNvPr>
          <p:cNvSpPr>
            <a:spLocks noGrp="1"/>
          </p:cNvSpPr>
          <p:nvPr/>
        </p:nvSpPr>
        <p:spPr>
          <a:xfrm>
            <a:off x="791048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01_find_only_2143">
            <a:extLst>
              <a:ext uri="{FF2B5EF4-FFF2-40B4-BE49-F238E27FC236}">
                <a16:creationId xmlns:a16="http://schemas.microsoft.com/office/drawing/2014/main" id="{0D0C6F2C-6F5C-49E9-B251-BE69799E87E6}"/>
              </a:ext>
            </a:extLst>
          </p:cNvPr>
          <p:cNvSpPr>
            <a:spLocks noGrp="1"/>
          </p:cNvSpPr>
          <p:nvPr/>
        </p:nvSpPr>
        <p:spPr>
          <a:xfrm>
            <a:off x="78921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01_find_only_2144">
            <a:extLst>
              <a:ext uri="{FF2B5EF4-FFF2-40B4-BE49-F238E27FC236}">
                <a16:creationId xmlns:a16="http://schemas.microsoft.com/office/drawing/2014/main" id="{96FDEFCC-8DA0-495E-BF40-2EF80F100C0A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01_find_only_2145">
            <a:extLst>
              <a:ext uri="{FF2B5EF4-FFF2-40B4-BE49-F238E27FC236}">
                <a16:creationId xmlns:a16="http://schemas.microsoft.com/office/drawing/2014/main" id="{A1128314-FAF5-41CC-8494-D80B67FA8A78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01_find_only_2146">
            <a:extLst>
              <a:ext uri="{FF2B5EF4-FFF2-40B4-BE49-F238E27FC236}">
                <a16:creationId xmlns:a16="http://schemas.microsoft.com/office/drawing/2014/main" id="{D2CB826D-1353-4FA8-97A1-1D2E48164C62}"/>
              </a:ext>
            </a:extLst>
          </p:cNvPr>
          <p:cNvSpPr>
            <a:spLocks noGrp="1"/>
          </p:cNvSpPr>
          <p:nvPr/>
        </p:nvSpPr>
        <p:spPr>
          <a:xfrm>
            <a:off x="7866862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01_find_only_2147">
            <a:extLst>
              <a:ext uri="{FF2B5EF4-FFF2-40B4-BE49-F238E27FC236}">
                <a16:creationId xmlns:a16="http://schemas.microsoft.com/office/drawing/2014/main" id="{F50C1367-D581-4644-9C5C-EC7291F917CC}"/>
              </a:ext>
            </a:extLst>
          </p:cNvPr>
          <p:cNvSpPr>
            <a:spLocks noGrp="1"/>
          </p:cNvSpPr>
          <p:nvPr/>
        </p:nvSpPr>
        <p:spPr>
          <a:xfrm>
            <a:off x="7910774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01_find_only_2148">
            <a:extLst>
              <a:ext uri="{FF2B5EF4-FFF2-40B4-BE49-F238E27FC236}">
                <a16:creationId xmlns:a16="http://schemas.microsoft.com/office/drawing/2014/main" id="{468B654C-E9C6-4FB3-9893-0CD979866EFC}"/>
              </a:ext>
            </a:extLst>
          </p:cNvPr>
          <p:cNvSpPr>
            <a:spLocks noGrp="1"/>
          </p:cNvSpPr>
          <p:nvPr/>
        </p:nvSpPr>
        <p:spPr>
          <a:xfrm>
            <a:off x="79108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01_find_only_2149">
            <a:extLst>
              <a:ext uri="{FF2B5EF4-FFF2-40B4-BE49-F238E27FC236}">
                <a16:creationId xmlns:a16="http://schemas.microsoft.com/office/drawing/2014/main" id="{8CEC49B0-76D4-471B-BCB4-6F6A0384961E}"/>
              </a:ext>
            </a:extLst>
          </p:cNvPr>
          <p:cNvSpPr>
            <a:spLocks noGrp="1"/>
          </p:cNvSpPr>
          <p:nvPr/>
        </p:nvSpPr>
        <p:spPr>
          <a:xfrm>
            <a:off x="79048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01_find_only_2150">
            <a:extLst>
              <a:ext uri="{FF2B5EF4-FFF2-40B4-BE49-F238E27FC236}">
                <a16:creationId xmlns:a16="http://schemas.microsoft.com/office/drawing/2014/main" id="{11329BE6-4ADD-41E7-9012-E7193E852A1A}"/>
              </a:ext>
            </a:extLst>
          </p:cNvPr>
          <p:cNvSpPr>
            <a:spLocks noGrp="1"/>
          </p:cNvSpPr>
          <p:nvPr/>
        </p:nvSpPr>
        <p:spPr>
          <a:xfrm>
            <a:off x="79133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01_find_only_2151">
            <a:extLst>
              <a:ext uri="{FF2B5EF4-FFF2-40B4-BE49-F238E27FC236}">
                <a16:creationId xmlns:a16="http://schemas.microsoft.com/office/drawing/2014/main" id="{159C893E-5114-41D3-80FC-D16536BEC1DA}"/>
              </a:ext>
            </a:extLst>
          </p:cNvPr>
          <p:cNvSpPr>
            <a:spLocks noGrp="1"/>
          </p:cNvSpPr>
          <p:nvPr/>
        </p:nvSpPr>
        <p:spPr>
          <a:xfrm>
            <a:off x="78575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01_find_only_2152">
            <a:extLst>
              <a:ext uri="{FF2B5EF4-FFF2-40B4-BE49-F238E27FC236}">
                <a16:creationId xmlns:a16="http://schemas.microsoft.com/office/drawing/2014/main" id="{0D6684A5-690C-41BD-985D-C3428AE5BFAF}"/>
              </a:ext>
            </a:extLst>
          </p:cNvPr>
          <p:cNvSpPr>
            <a:spLocks noGrp="1"/>
          </p:cNvSpPr>
          <p:nvPr/>
        </p:nvSpPr>
        <p:spPr>
          <a:xfrm>
            <a:off x="78428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01_find_only_2153">
            <a:extLst>
              <a:ext uri="{FF2B5EF4-FFF2-40B4-BE49-F238E27FC236}">
                <a16:creationId xmlns:a16="http://schemas.microsoft.com/office/drawing/2014/main" id="{660E8AFB-BE02-435C-99DB-23E98D8C68AC}"/>
              </a:ext>
            </a:extLst>
          </p:cNvPr>
          <p:cNvSpPr>
            <a:spLocks noGrp="1"/>
          </p:cNvSpPr>
          <p:nvPr/>
        </p:nvSpPr>
        <p:spPr>
          <a:xfrm>
            <a:off x="78994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01_find_only_2154">
            <a:extLst>
              <a:ext uri="{FF2B5EF4-FFF2-40B4-BE49-F238E27FC236}">
                <a16:creationId xmlns:a16="http://schemas.microsoft.com/office/drawing/2014/main" id="{48DDAB08-A7BA-48BC-AD77-2AB3BB1FB94E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01_find_only_2155">
            <a:extLst>
              <a:ext uri="{FF2B5EF4-FFF2-40B4-BE49-F238E27FC236}">
                <a16:creationId xmlns:a16="http://schemas.microsoft.com/office/drawing/2014/main" id="{FFBED593-D3D6-40D3-B5F2-1AE9B373FED2}"/>
              </a:ext>
            </a:extLst>
          </p:cNvPr>
          <p:cNvSpPr>
            <a:spLocks noGrp="1"/>
          </p:cNvSpPr>
          <p:nvPr/>
        </p:nvSpPr>
        <p:spPr>
          <a:xfrm>
            <a:off x="78444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01_find_only_2156">
            <a:extLst>
              <a:ext uri="{FF2B5EF4-FFF2-40B4-BE49-F238E27FC236}">
                <a16:creationId xmlns:a16="http://schemas.microsoft.com/office/drawing/2014/main" id="{F1AAAE14-3599-4E1C-8FD3-A2E087ADCA62}"/>
              </a:ext>
            </a:extLst>
          </p:cNvPr>
          <p:cNvSpPr>
            <a:spLocks noGrp="1"/>
          </p:cNvSpPr>
          <p:nvPr/>
        </p:nvSpPr>
        <p:spPr>
          <a:xfrm>
            <a:off x="7901836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01_find_only_2157">
            <a:extLst>
              <a:ext uri="{FF2B5EF4-FFF2-40B4-BE49-F238E27FC236}">
                <a16:creationId xmlns:a16="http://schemas.microsoft.com/office/drawing/2014/main" id="{A516BEDC-2D29-4D1D-AA89-64DDC17A22B8}"/>
              </a:ext>
            </a:extLst>
          </p:cNvPr>
          <p:cNvSpPr>
            <a:spLocks noGrp="1"/>
          </p:cNvSpPr>
          <p:nvPr/>
        </p:nvSpPr>
        <p:spPr>
          <a:xfrm>
            <a:off x="78391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01_find_only_2158">
            <a:extLst>
              <a:ext uri="{FF2B5EF4-FFF2-40B4-BE49-F238E27FC236}">
                <a16:creationId xmlns:a16="http://schemas.microsoft.com/office/drawing/2014/main" id="{FE9D7CC3-38D2-414F-8E43-F1D3FF75D308}"/>
              </a:ext>
            </a:extLst>
          </p:cNvPr>
          <p:cNvSpPr>
            <a:spLocks noGrp="1"/>
          </p:cNvSpPr>
          <p:nvPr/>
        </p:nvSpPr>
        <p:spPr>
          <a:xfrm>
            <a:off x="7920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01_find_only_2159">
            <a:extLst>
              <a:ext uri="{FF2B5EF4-FFF2-40B4-BE49-F238E27FC236}">
                <a16:creationId xmlns:a16="http://schemas.microsoft.com/office/drawing/2014/main" id="{8178A114-679D-4FD6-AA2A-98AC6C9CAABC}"/>
              </a:ext>
            </a:extLst>
          </p:cNvPr>
          <p:cNvSpPr>
            <a:spLocks noGrp="1"/>
          </p:cNvSpPr>
          <p:nvPr/>
        </p:nvSpPr>
        <p:spPr>
          <a:xfrm>
            <a:off x="7905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01_find_only_2160">
            <a:extLst>
              <a:ext uri="{FF2B5EF4-FFF2-40B4-BE49-F238E27FC236}">
                <a16:creationId xmlns:a16="http://schemas.microsoft.com/office/drawing/2014/main" id="{A05B2AA8-5F2C-4CC0-8318-3556E7350C5E}"/>
              </a:ext>
            </a:extLst>
          </p:cNvPr>
          <p:cNvSpPr>
            <a:spLocks noGrp="1"/>
          </p:cNvSpPr>
          <p:nvPr/>
        </p:nvSpPr>
        <p:spPr>
          <a:xfrm>
            <a:off x="78704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01_find_only_2161">
            <a:extLst>
              <a:ext uri="{FF2B5EF4-FFF2-40B4-BE49-F238E27FC236}">
                <a16:creationId xmlns:a16="http://schemas.microsoft.com/office/drawing/2014/main" id="{F1DB7277-6103-473C-B031-1808C082DE9B}"/>
              </a:ext>
            </a:extLst>
          </p:cNvPr>
          <p:cNvSpPr>
            <a:spLocks noGrp="1"/>
          </p:cNvSpPr>
          <p:nvPr/>
        </p:nvSpPr>
        <p:spPr>
          <a:xfrm>
            <a:off x="7854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01_find_only_2162">
            <a:extLst>
              <a:ext uri="{FF2B5EF4-FFF2-40B4-BE49-F238E27FC236}">
                <a16:creationId xmlns:a16="http://schemas.microsoft.com/office/drawing/2014/main" id="{98772E98-818D-4C19-8FC7-ADC088828649}"/>
              </a:ext>
            </a:extLst>
          </p:cNvPr>
          <p:cNvSpPr>
            <a:spLocks noGrp="1"/>
          </p:cNvSpPr>
          <p:nvPr/>
        </p:nvSpPr>
        <p:spPr>
          <a:xfrm>
            <a:off x="7919031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01_find_only_2163">
            <a:extLst>
              <a:ext uri="{FF2B5EF4-FFF2-40B4-BE49-F238E27FC236}">
                <a16:creationId xmlns:a16="http://schemas.microsoft.com/office/drawing/2014/main" id="{EAFDFAB8-483A-4D45-8658-967CCC89924F}"/>
              </a:ext>
            </a:extLst>
          </p:cNvPr>
          <p:cNvSpPr>
            <a:spLocks noGrp="1"/>
          </p:cNvSpPr>
          <p:nvPr/>
        </p:nvSpPr>
        <p:spPr>
          <a:xfrm>
            <a:off x="7923209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01_find_only_2164">
            <a:extLst>
              <a:ext uri="{FF2B5EF4-FFF2-40B4-BE49-F238E27FC236}">
                <a16:creationId xmlns:a16="http://schemas.microsoft.com/office/drawing/2014/main" id="{B2F387C1-3809-4C34-A22A-0F580358763B}"/>
              </a:ext>
            </a:extLst>
          </p:cNvPr>
          <p:cNvSpPr>
            <a:spLocks noGrp="1"/>
          </p:cNvSpPr>
          <p:nvPr/>
        </p:nvSpPr>
        <p:spPr>
          <a:xfrm>
            <a:off x="78879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01_find_only_2165">
            <a:extLst>
              <a:ext uri="{FF2B5EF4-FFF2-40B4-BE49-F238E27FC236}">
                <a16:creationId xmlns:a16="http://schemas.microsoft.com/office/drawing/2014/main" id="{48703F7C-6560-4FC5-BE86-B5178C3B96FB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01_find_only_2166">
            <a:extLst>
              <a:ext uri="{FF2B5EF4-FFF2-40B4-BE49-F238E27FC236}">
                <a16:creationId xmlns:a16="http://schemas.microsoft.com/office/drawing/2014/main" id="{A538719E-9509-4F35-9784-54D9770B1AC0}"/>
              </a:ext>
            </a:extLst>
          </p:cNvPr>
          <p:cNvSpPr>
            <a:spLocks noGrp="1"/>
          </p:cNvSpPr>
          <p:nvPr/>
        </p:nvSpPr>
        <p:spPr>
          <a:xfrm>
            <a:off x="7841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01_find_only_2167">
            <a:extLst>
              <a:ext uri="{FF2B5EF4-FFF2-40B4-BE49-F238E27FC236}">
                <a16:creationId xmlns:a16="http://schemas.microsoft.com/office/drawing/2014/main" id="{1631027B-9432-40BF-AD9A-0A7193317873}"/>
              </a:ext>
            </a:extLst>
          </p:cNvPr>
          <p:cNvSpPr>
            <a:spLocks noGrp="1"/>
          </p:cNvSpPr>
          <p:nvPr/>
        </p:nvSpPr>
        <p:spPr>
          <a:xfrm>
            <a:off x="7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01_find_only_2168">
            <a:extLst>
              <a:ext uri="{FF2B5EF4-FFF2-40B4-BE49-F238E27FC236}">
                <a16:creationId xmlns:a16="http://schemas.microsoft.com/office/drawing/2014/main" id="{62F98060-DA28-4E58-BD3B-6C5E50F94AB8}"/>
              </a:ext>
            </a:extLst>
          </p:cNvPr>
          <p:cNvSpPr>
            <a:spLocks noGrp="1"/>
          </p:cNvSpPr>
          <p:nvPr/>
        </p:nvSpPr>
        <p:spPr>
          <a:xfrm>
            <a:off x="7904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01_find_only_2169">
            <a:extLst>
              <a:ext uri="{FF2B5EF4-FFF2-40B4-BE49-F238E27FC236}">
                <a16:creationId xmlns:a16="http://schemas.microsoft.com/office/drawing/2014/main" id="{A23DA1B8-BAED-4BB1-BB15-B59006741428}"/>
              </a:ext>
            </a:extLst>
          </p:cNvPr>
          <p:cNvSpPr>
            <a:spLocks noGrp="1"/>
          </p:cNvSpPr>
          <p:nvPr/>
        </p:nvSpPr>
        <p:spPr>
          <a:xfrm>
            <a:off x="783606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01_find_only_2170">
            <a:extLst>
              <a:ext uri="{FF2B5EF4-FFF2-40B4-BE49-F238E27FC236}">
                <a16:creationId xmlns:a16="http://schemas.microsoft.com/office/drawing/2014/main" id="{1397624B-6B06-4F0A-B2FF-55BE45C80B70}"/>
              </a:ext>
            </a:extLst>
          </p:cNvPr>
          <p:cNvSpPr>
            <a:spLocks noGrp="1"/>
          </p:cNvSpPr>
          <p:nvPr/>
        </p:nvSpPr>
        <p:spPr>
          <a:xfrm>
            <a:off x="78325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01_find_only_2171">
            <a:extLst>
              <a:ext uri="{FF2B5EF4-FFF2-40B4-BE49-F238E27FC236}">
                <a16:creationId xmlns:a16="http://schemas.microsoft.com/office/drawing/2014/main" id="{839700A6-17EF-4F7F-9D9A-EC8610988FB9}"/>
              </a:ext>
            </a:extLst>
          </p:cNvPr>
          <p:cNvSpPr>
            <a:spLocks noGrp="1"/>
          </p:cNvSpPr>
          <p:nvPr/>
        </p:nvSpPr>
        <p:spPr>
          <a:xfrm>
            <a:off x="788998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01_find_only_2172">
            <a:extLst>
              <a:ext uri="{FF2B5EF4-FFF2-40B4-BE49-F238E27FC236}">
                <a16:creationId xmlns:a16="http://schemas.microsoft.com/office/drawing/2014/main" id="{238EF483-DF84-445D-98A8-2368D74DBE92}"/>
              </a:ext>
            </a:extLst>
          </p:cNvPr>
          <p:cNvSpPr>
            <a:spLocks noGrp="1"/>
          </p:cNvSpPr>
          <p:nvPr/>
        </p:nvSpPr>
        <p:spPr>
          <a:xfrm>
            <a:off x="7918449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01_find_only_2173">
            <a:extLst>
              <a:ext uri="{FF2B5EF4-FFF2-40B4-BE49-F238E27FC236}">
                <a16:creationId xmlns:a16="http://schemas.microsoft.com/office/drawing/2014/main" id="{49855C3B-F94F-4167-AD96-E3132F016756}"/>
              </a:ext>
            </a:extLst>
          </p:cNvPr>
          <p:cNvSpPr>
            <a:spLocks noGrp="1"/>
          </p:cNvSpPr>
          <p:nvPr/>
        </p:nvSpPr>
        <p:spPr>
          <a:xfrm>
            <a:off x="78282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01_find_only_2174">
            <a:extLst>
              <a:ext uri="{FF2B5EF4-FFF2-40B4-BE49-F238E27FC236}">
                <a16:creationId xmlns:a16="http://schemas.microsoft.com/office/drawing/2014/main" id="{9D68DFA7-93E4-4852-BC32-83B59BFA338F}"/>
              </a:ext>
            </a:extLst>
          </p:cNvPr>
          <p:cNvSpPr>
            <a:spLocks noGrp="1"/>
          </p:cNvSpPr>
          <p:nvPr/>
        </p:nvSpPr>
        <p:spPr>
          <a:xfrm>
            <a:off x="78662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01_find_only_2175">
            <a:extLst>
              <a:ext uri="{FF2B5EF4-FFF2-40B4-BE49-F238E27FC236}">
                <a16:creationId xmlns:a16="http://schemas.microsoft.com/office/drawing/2014/main" id="{82A33647-4CBE-4771-BB73-950171DD3CDF}"/>
              </a:ext>
            </a:extLst>
          </p:cNvPr>
          <p:cNvSpPr>
            <a:spLocks noGrp="1"/>
          </p:cNvSpPr>
          <p:nvPr/>
        </p:nvSpPr>
        <p:spPr>
          <a:xfrm>
            <a:off x="7897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01_find_only_2176">
            <a:extLst>
              <a:ext uri="{FF2B5EF4-FFF2-40B4-BE49-F238E27FC236}">
                <a16:creationId xmlns:a16="http://schemas.microsoft.com/office/drawing/2014/main" id="{6D4905D6-D459-4C80-AA56-CE3E3AFBE2D3}"/>
              </a:ext>
            </a:extLst>
          </p:cNvPr>
          <p:cNvSpPr>
            <a:spLocks noGrp="1"/>
          </p:cNvSpPr>
          <p:nvPr/>
        </p:nvSpPr>
        <p:spPr>
          <a:xfrm>
            <a:off x="78683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01_find_only_2177">
            <a:extLst>
              <a:ext uri="{FF2B5EF4-FFF2-40B4-BE49-F238E27FC236}">
                <a16:creationId xmlns:a16="http://schemas.microsoft.com/office/drawing/2014/main" id="{B64A6D09-394F-435F-97E7-ED8EE7C8139F}"/>
              </a:ext>
            </a:extLst>
          </p:cNvPr>
          <p:cNvSpPr>
            <a:spLocks noGrp="1"/>
          </p:cNvSpPr>
          <p:nvPr/>
        </p:nvSpPr>
        <p:spPr>
          <a:xfrm>
            <a:off x="78519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01_find_only_2178">
            <a:extLst>
              <a:ext uri="{FF2B5EF4-FFF2-40B4-BE49-F238E27FC236}">
                <a16:creationId xmlns:a16="http://schemas.microsoft.com/office/drawing/2014/main" id="{3F871790-B6A1-4292-AD58-F199FF76D2EF}"/>
              </a:ext>
            </a:extLst>
          </p:cNvPr>
          <p:cNvSpPr>
            <a:spLocks noGrp="1"/>
          </p:cNvSpPr>
          <p:nvPr/>
        </p:nvSpPr>
        <p:spPr>
          <a:xfrm>
            <a:off x="78895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01_find_only_2179">
            <a:extLst>
              <a:ext uri="{FF2B5EF4-FFF2-40B4-BE49-F238E27FC236}">
                <a16:creationId xmlns:a16="http://schemas.microsoft.com/office/drawing/2014/main" id="{DE86E021-40F9-416E-BCD4-A3516181F507}"/>
              </a:ext>
            </a:extLst>
          </p:cNvPr>
          <p:cNvSpPr>
            <a:spLocks noGrp="1"/>
          </p:cNvSpPr>
          <p:nvPr/>
        </p:nvSpPr>
        <p:spPr>
          <a:xfrm>
            <a:off x="78864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01_find_only_2180">
            <a:extLst>
              <a:ext uri="{FF2B5EF4-FFF2-40B4-BE49-F238E27FC236}">
                <a16:creationId xmlns:a16="http://schemas.microsoft.com/office/drawing/2014/main" id="{2DA8496D-6F6F-442A-8B80-A97DA24D11F7}"/>
              </a:ext>
            </a:extLst>
          </p:cNvPr>
          <p:cNvSpPr>
            <a:spLocks noGrp="1"/>
          </p:cNvSpPr>
          <p:nvPr/>
        </p:nvSpPr>
        <p:spPr>
          <a:xfrm>
            <a:off x="78747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01_find_only_2181">
            <a:extLst>
              <a:ext uri="{FF2B5EF4-FFF2-40B4-BE49-F238E27FC236}">
                <a16:creationId xmlns:a16="http://schemas.microsoft.com/office/drawing/2014/main" id="{95B903C0-DE72-425F-B12E-B1FFCEF65908}"/>
              </a:ext>
            </a:extLst>
          </p:cNvPr>
          <p:cNvSpPr>
            <a:spLocks noGrp="1"/>
          </p:cNvSpPr>
          <p:nvPr/>
        </p:nvSpPr>
        <p:spPr>
          <a:xfrm>
            <a:off x="78841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01_find_only_2182">
            <a:extLst>
              <a:ext uri="{FF2B5EF4-FFF2-40B4-BE49-F238E27FC236}">
                <a16:creationId xmlns:a16="http://schemas.microsoft.com/office/drawing/2014/main" id="{FBDFB06E-BD92-4110-A82C-E9BC6213BEA5}"/>
              </a:ext>
            </a:extLst>
          </p:cNvPr>
          <p:cNvSpPr>
            <a:spLocks noGrp="1"/>
          </p:cNvSpPr>
          <p:nvPr/>
        </p:nvSpPr>
        <p:spPr>
          <a:xfrm>
            <a:off x="78562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01_find_only_2183">
            <a:extLst>
              <a:ext uri="{FF2B5EF4-FFF2-40B4-BE49-F238E27FC236}">
                <a16:creationId xmlns:a16="http://schemas.microsoft.com/office/drawing/2014/main" id="{5306F5F4-10D0-4D00-A357-73C58D7AEB94}"/>
              </a:ext>
            </a:extLst>
          </p:cNvPr>
          <p:cNvSpPr>
            <a:spLocks noGrp="1"/>
          </p:cNvSpPr>
          <p:nvPr/>
        </p:nvSpPr>
        <p:spPr>
          <a:xfrm>
            <a:off x="78780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01_find_only_2184">
            <a:extLst>
              <a:ext uri="{FF2B5EF4-FFF2-40B4-BE49-F238E27FC236}">
                <a16:creationId xmlns:a16="http://schemas.microsoft.com/office/drawing/2014/main" id="{A742EA71-D16D-4E80-9F33-8890029C12C7}"/>
              </a:ext>
            </a:extLst>
          </p:cNvPr>
          <p:cNvSpPr>
            <a:spLocks noGrp="1"/>
          </p:cNvSpPr>
          <p:nvPr/>
        </p:nvSpPr>
        <p:spPr>
          <a:xfrm>
            <a:off x="785724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01_find_only_2185">
            <a:extLst>
              <a:ext uri="{FF2B5EF4-FFF2-40B4-BE49-F238E27FC236}">
                <a16:creationId xmlns:a16="http://schemas.microsoft.com/office/drawing/2014/main" id="{2E6DCFBC-0738-4C88-82F1-0D87F306B6C2}"/>
              </a:ext>
            </a:extLst>
          </p:cNvPr>
          <p:cNvSpPr>
            <a:spLocks noGrp="1"/>
          </p:cNvSpPr>
          <p:nvPr/>
        </p:nvSpPr>
        <p:spPr>
          <a:xfrm>
            <a:off x="7865792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01_find_only_2186">
            <a:extLst>
              <a:ext uri="{FF2B5EF4-FFF2-40B4-BE49-F238E27FC236}">
                <a16:creationId xmlns:a16="http://schemas.microsoft.com/office/drawing/2014/main" id="{12086CFB-3229-45AB-B6DA-934E641B4468}"/>
              </a:ext>
            </a:extLst>
          </p:cNvPr>
          <p:cNvSpPr>
            <a:spLocks noGrp="1"/>
          </p:cNvSpPr>
          <p:nvPr/>
        </p:nvSpPr>
        <p:spPr>
          <a:xfrm>
            <a:off x="790776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01_find_only_2187">
            <a:extLst>
              <a:ext uri="{FF2B5EF4-FFF2-40B4-BE49-F238E27FC236}">
                <a16:creationId xmlns:a16="http://schemas.microsoft.com/office/drawing/2014/main" id="{A2DBE79B-5513-4C13-AE1A-88D980641929}"/>
              </a:ext>
            </a:extLst>
          </p:cNvPr>
          <p:cNvSpPr>
            <a:spLocks noGrp="1"/>
          </p:cNvSpPr>
          <p:nvPr/>
        </p:nvSpPr>
        <p:spPr>
          <a:xfrm>
            <a:off x="7838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01_find_only_2188">
            <a:extLst>
              <a:ext uri="{FF2B5EF4-FFF2-40B4-BE49-F238E27FC236}">
                <a16:creationId xmlns:a16="http://schemas.microsoft.com/office/drawing/2014/main" id="{9B9A0C84-46E2-40C4-BADB-062C0D66651C}"/>
              </a:ext>
            </a:extLst>
          </p:cNvPr>
          <p:cNvSpPr>
            <a:spLocks noGrp="1"/>
          </p:cNvSpPr>
          <p:nvPr/>
        </p:nvSpPr>
        <p:spPr>
          <a:xfrm>
            <a:off x="78434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01_find_only_2189">
            <a:extLst>
              <a:ext uri="{FF2B5EF4-FFF2-40B4-BE49-F238E27FC236}">
                <a16:creationId xmlns:a16="http://schemas.microsoft.com/office/drawing/2014/main" id="{9157CCD1-B58C-446F-A279-FA20F4658888}"/>
              </a:ext>
            </a:extLst>
          </p:cNvPr>
          <p:cNvSpPr>
            <a:spLocks noGrp="1"/>
          </p:cNvSpPr>
          <p:nvPr/>
        </p:nvSpPr>
        <p:spPr>
          <a:xfrm>
            <a:off x="78838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01_find_only_2190">
            <a:extLst>
              <a:ext uri="{FF2B5EF4-FFF2-40B4-BE49-F238E27FC236}">
                <a16:creationId xmlns:a16="http://schemas.microsoft.com/office/drawing/2014/main" id="{9CF5051E-70C4-4FEA-88A5-D101707C70FF}"/>
              </a:ext>
            </a:extLst>
          </p:cNvPr>
          <p:cNvSpPr>
            <a:spLocks noGrp="1"/>
          </p:cNvSpPr>
          <p:nvPr/>
        </p:nvSpPr>
        <p:spPr>
          <a:xfrm>
            <a:off x="788298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01_find_only_2191">
            <a:extLst>
              <a:ext uri="{FF2B5EF4-FFF2-40B4-BE49-F238E27FC236}">
                <a16:creationId xmlns:a16="http://schemas.microsoft.com/office/drawing/2014/main" id="{1AF03968-3F8B-41EB-8410-E28FFBD0FDA1}"/>
              </a:ext>
            </a:extLst>
          </p:cNvPr>
          <p:cNvSpPr>
            <a:spLocks noGrp="1"/>
          </p:cNvSpPr>
          <p:nvPr/>
        </p:nvSpPr>
        <p:spPr>
          <a:xfrm>
            <a:off x="791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01_find_only_2192">
            <a:extLst>
              <a:ext uri="{FF2B5EF4-FFF2-40B4-BE49-F238E27FC236}">
                <a16:creationId xmlns:a16="http://schemas.microsoft.com/office/drawing/2014/main" id="{86895E9A-603B-4BC6-B74B-CDD90E771593}"/>
              </a:ext>
            </a:extLst>
          </p:cNvPr>
          <p:cNvSpPr>
            <a:spLocks noGrp="1"/>
          </p:cNvSpPr>
          <p:nvPr/>
        </p:nvSpPr>
        <p:spPr>
          <a:xfrm>
            <a:off x="7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01_find_only_2193">
            <a:extLst>
              <a:ext uri="{FF2B5EF4-FFF2-40B4-BE49-F238E27FC236}">
                <a16:creationId xmlns:a16="http://schemas.microsoft.com/office/drawing/2014/main" id="{BA477FBA-FD3B-44AD-9906-5D26F03BDBCE}"/>
              </a:ext>
            </a:extLst>
          </p:cNvPr>
          <p:cNvSpPr>
            <a:spLocks noGrp="1"/>
          </p:cNvSpPr>
          <p:nvPr/>
        </p:nvSpPr>
        <p:spPr>
          <a:xfrm>
            <a:off x="7839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01_find_only_2194">
            <a:extLst>
              <a:ext uri="{FF2B5EF4-FFF2-40B4-BE49-F238E27FC236}">
                <a16:creationId xmlns:a16="http://schemas.microsoft.com/office/drawing/2014/main" id="{B9F82280-4FF8-4D83-AC81-2258CF633F51}"/>
              </a:ext>
            </a:extLst>
          </p:cNvPr>
          <p:cNvSpPr>
            <a:spLocks noGrp="1"/>
          </p:cNvSpPr>
          <p:nvPr/>
        </p:nvSpPr>
        <p:spPr>
          <a:xfrm>
            <a:off x="78540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01_find_only_2195">
            <a:extLst>
              <a:ext uri="{FF2B5EF4-FFF2-40B4-BE49-F238E27FC236}">
                <a16:creationId xmlns:a16="http://schemas.microsoft.com/office/drawing/2014/main" id="{435E7337-AE52-45F3-9F38-86F32DA4F01F}"/>
              </a:ext>
            </a:extLst>
          </p:cNvPr>
          <p:cNvSpPr>
            <a:spLocks noGrp="1"/>
          </p:cNvSpPr>
          <p:nvPr/>
        </p:nvSpPr>
        <p:spPr>
          <a:xfrm>
            <a:off x="7892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01_find_only_2196">
            <a:extLst>
              <a:ext uri="{FF2B5EF4-FFF2-40B4-BE49-F238E27FC236}">
                <a16:creationId xmlns:a16="http://schemas.microsoft.com/office/drawing/2014/main" id="{000F3CF5-3777-4A29-B8CE-6A3769B2CF5B}"/>
              </a:ext>
            </a:extLst>
          </p:cNvPr>
          <p:cNvSpPr>
            <a:spLocks noGrp="1"/>
          </p:cNvSpPr>
          <p:nvPr/>
        </p:nvSpPr>
        <p:spPr>
          <a:xfrm>
            <a:off x="7834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01_find_only_2197">
            <a:extLst>
              <a:ext uri="{FF2B5EF4-FFF2-40B4-BE49-F238E27FC236}">
                <a16:creationId xmlns:a16="http://schemas.microsoft.com/office/drawing/2014/main" id="{5664560E-966D-4EDE-9EBB-05F5C1A35783}"/>
              </a:ext>
            </a:extLst>
          </p:cNvPr>
          <p:cNvSpPr>
            <a:spLocks noGrp="1"/>
          </p:cNvSpPr>
          <p:nvPr/>
        </p:nvSpPr>
        <p:spPr>
          <a:xfrm>
            <a:off x="790183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01_find_only_2198">
            <a:extLst>
              <a:ext uri="{FF2B5EF4-FFF2-40B4-BE49-F238E27FC236}">
                <a16:creationId xmlns:a16="http://schemas.microsoft.com/office/drawing/2014/main" id="{E5E40CC8-7842-4C79-8FED-B8FC51996678}"/>
              </a:ext>
            </a:extLst>
          </p:cNvPr>
          <p:cNvSpPr>
            <a:spLocks noGrp="1"/>
          </p:cNvSpPr>
          <p:nvPr/>
        </p:nvSpPr>
        <p:spPr>
          <a:xfrm>
            <a:off x="79051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01_find_only_2199">
            <a:extLst>
              <a:ext uri="{FF2B5EF4-FFF2-40B4-BE49-F238E27FC236}">
                <a16:creationId xmlns:a16="http://schemas.microsoft.com/office/drawing/2014/main" id="{2CC8E8A2-FD16-4A06-BC42-2AA146BE0B47}"/>
              </a:ext>
            </a:extLst>
          </p:cNvPr>
          <p:cNvSpPr>
            <a:spLocks noGrp="1"/>
          </p:cNvSpPr>
          <p:nvPr/>
        </p:nvSpPr>
        <p:spPr>
          <a:xfrm>
            <a:off x="789484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01_find_only_2200">
            <a:extLst>
              <a:ext uri="{FF2B5EF4-FFF2-40B4-BE49-F238E27FC236}">
                <a16:creationId xmlns:a16="http://schemas.microsoft.com/office/drawing/2014/main" id="{2880604E-2FE9-4D76-8368-027CB2956962}"/>
              </a:ext>
            </a:extLst>
          </p:cNvPr>
          <p:cNvSpPr>
            <a:spLocks noGrp="1"/>
          </p:cNvSpPr>
          <p:nvPr/>
        </p:nvSpPr>
        <p:spPr>
          <a:xfrm>
            <a:off x="789396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01_find_only_2201">
            <a:extLst>
              <a:ext uri="{FF2B5EF4-FFF2-40B4-BE49-F238E27FC236}">
                <a16:creationId xmlns:a16="http://schemas.microsoft.com/office/drawing/2014/main" id="{2C398132-D220-46B7-A94D-A9D9E4115896}"/>
              </a:ext>
            </a:extLst>
          </p:cNvPr>
          <p:cNvSpPr>
            <a:spLocks noGrp="1"/>
          </p:cNvSpPr>
          <p:nvPr/>
        </p:nvSpPr>
        <p:spPr>
          <a:xfrm>
            <a:off x="78981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01_find_only_2202">
            <a:extLst>
              <a:ext uri="{FF2B5EF4-FFF2-40B4-BE49-F238E27FC236}">
                <a16:creationId xmlns:a16="http://schemas.microsoft.com/office/drawing/2014/main" id="{FFB0408D-3413-4604-B4BA-F9A37C30F91F}"/>
              </a:ext>
            </a:extLst>
          </p:cNvPr>
          <p:cNvSpPr>
            <a:spLocks noGrp="1"/>
          </p:cNvSpPr>
          <p:nvPr/>
        </p:nvSpPr>
        <p:spPr>
          <a:xfrm>
            <a:off x="7879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01_find_only_2203">
            <a:extLst>
              <a:ext uri="{FF2B5EF4-FFF2-40B4-BE49-F238E27FC236}">
                <a16:creationId xmlns:a16="http://schemas.microsoft.com/office/drawing/2014/main" id="{D046ABE1-892A-4852-9E8B-706FB8A2BA9F}"/>
              </a:ext>
            </a:extLst>
          </p:cNvPr>
          <p:cNvSpPr>
            <a:spLocks noGrp="1"/>
          </p:cNvSpPr>
          <p:nvPr/>
        </p:nvSpPr>
        <p:spPr>
          <a:xfrm>
            <a:off x="78293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01_find_only_2204">
            <a:extLst>
              <a:ext uri="{FF2B5EF4-FFF2-40B4-BE49-F238E27FC236}">
                <a16:creationId xmlns:a16="http://schemas.microsoft.com/office/drawing/2014/main" id="{8BD8C50F-63D4-4430-BF25-989C15D26510}"/>
              </a:ext>
            </a:extLst>
          </p:cNvPr>
          <p:cNvSpPr>
            <a:spLocks noGrp="1"/>
          </p:cNvSpPr>
          <p:nvPr/>
        </p:nvSpPr>
        <p:spPr>
          <a:xfrm>
            <a:off x="7879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01_find_only_2205">
            <a:extLst>
              <a:ext uri="{FF2B5EF4-FFF2-40B4-BE49-F238E27FC236}">
                <a16:creationId xmlns:a16="http://schemas.microsoft.com/office/drawing/2014/main" id="{E1BCD953-A3CF-4435-AFCE-4E69AF9395D8}"/>
              </a:ext>
            </a:extLst>
          </p:cNvPr>
          <p:cNvSpPr>
            <a:spLocks noGrp="1"/>
          </p:cNvSpPr>
          <p:nvPr/>
        </p:nvSpPr>
        <p:spPr>
          <a:xfrm>
            <a:off x="78421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01_find_only_2206">
            <a:extLst>
              <a:ext uri="{FF2B5EF4-FFF2-40B4-BE49-F238E27FC236}">
                <a16:creationId xmlns:a16="http://schemas.microsoft.com/office/drawing/2014/main" id="{71425999-3552-4285-B650-4A37EC207140}"/>
              </a:ext>
            </a:extLst>
          </p:cNvPr>
          <p:cNvSpPr>
            <a:spLocks noGrp="1"/>
          </p:cNvSpPr>
          <p:nvPr/>
        </p:nvSpPr>
        <p:spPr>
          <a:xfrm>
            <a:off x="7894356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01_find_only_2207">
            <a:extLst>
              <a:ext uri="{FF2B5EF4-FFF2-40B4-BE49-F238E27FC236}">
                <a16:creationId xmlns:a16="http://schemas.microsoft.com/office/drawing/2014/main" id="{C42C60EC-4449-45EF-829F-450195517C51}"/>
              </a:ext>
            </a:extLst>
          </p:cNvPr>
          <p:cNvSpPr>
            <a:spLocks noGrp="1"/>
          </p:cNvSpPr>
          <p:nvPr/>
        </p:nvSpPr>
        <p:spPr>
          <a:xfrm>
            <a:off x="79071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01_find_only_2208">
            <a:extLst>
              <a:ext uri="{FF2B5EF4-FFF2-40B4-BE49-F238E27FC236}">
                <a16:creationId xmlns:a16="http://schemas.microsoft.com/office/drawing/2014/main" id="{870B892C-3CB2-4928-8F5B-B98F9BC2EEF7}"/>
              </a:ext>
            </a:extLst>
          </p:cNvPr>
          <p:cNvSpPr>
            <a:spLocks noGrp="1"/>
          </p:cNvSpPr>
          <p:nvPr/>
        </p:nvSpPr>
        <p:spPr>
          <a:xfrm>
            <a:off x="78406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01_find_only_2209">
            <a:extLst>
              <a:ext uri="{FF2B5EF4-FFF2-40B4-BE49-F238E27FC236}">
                <a16:creationId xmlns:a16="http://schemas.microsoft.com/office/drawing/2014/main" id="{BF6100C5-4013-40A3-92FE-64B6DE14B0C6}"/>
              </a:ext>
            </a:extLst>
          </p:cNvPr>
          <p:cNvSpPr>
            <a:spLocks noGrp="1"/>
          </p:cNvSpPr>
          <p:nvPr/>
        </p:nvSpPr>
        <p:spPr>
          <a:xfrm>
            <a:off x="7895230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01_find_only_2210">
            <a:extLst>
              <a:ext uri="{FF2B5EF4-FFF2-40B4-BE49-F238E27FC236}">
                <a16:creationId xmlns:a16="http://schemas.microsoft.com/office/drawing/2014/main" id="{09C29D2E-ED07-4226-93FE-EE5ECC88C3F6}"/>
              </a:ext>
            </a:extLst>
          </p:cNvPr>
          <p:cNvSpPr>
            <a:spLocks noGrp="1"/>
          </p:cNvSpPr>
          <p:nvPr/>
        </p:nvSpPr>
        <p:spPr>
          <a:xfrm>
            <a:off x="7845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01_find_only_2211">
            <a:extLst>
              <a:ext uri="{FF2B5EF4-FFF2-40B4-BE49-F238E27FC236}">
                <a16:creationId xmlns:a16="http://schemas.microsoft.com/office/drawing/2014/main" id="{E187B817-AAE1-4216-B74F-A14A8AE53355}"/>
              </a:ext>
            </a:extLst>
          </p:cNvPr>
          <p:cNvSpPr>
            <a:spLocks noGrp="1"/>
          </p:cNvSpPr>
          <p:nvPr/>
        </p:nvSpPr>
        <p:spPr>
          <a:xfrm>
            <a:off x="7849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01_find_only_2212">
            <a:extLst>
              <a:ext uri="{FF2B5EF4-FFF2-40B4-BE49-F238E27FC236}">
                <a16:creationId xmlns:a16="http://schemas.microsoft.com/office/drawing/2014/main" id="{38CA87A1-8A75-4830-92A2-2F029EF1A802}"/>
              </a:ext>
            </a:extLst>
          </p:cNvPr>
          <p:cNvSpPr>
            <a:spLocks noGrp="1"/>
          </p:cNvSpPr>
          <p:nvPr/>
        </p:nvSpPr>
        <p:spPr>
          <a:xfrm>
            <a:off x="7838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01_find_only_2213">
            <a:extLst>
              <a:ext uri="{FF2B5EF4-FFF2-40B4-BE49-F238E27FC236}">
                <a16:creationId xmlns:a16="http://schemas.microsoft.com/office/drawing/2014/main" id="{AD555E05-6909-4F40-87AA-A24F367D2611}"/>
              </a:ext>
            </a:extLst>
          </p:cNvPr>
          <p:cNvSpPr>
            <a:spLocks noGrp="1"/>
          </p:cNvSpPr>
          <p:nvPr/>
        </p:nvSpPr>
        <p:spPr>
          <a:xfrm>
            <a:off x="7894161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01_find_only_2214">
            <a:extLst>
              <a:ext uri="{FF2B5EF4-FFF2-40B4-BE49-F238E27FC236}">
                <a16:creationId xmlns:a16="http://schemas.microsoft.com/office/drawing/2014/main" id="{8F8DE504-DA93-4456-8137-72D23B4A2C4B}"/>
              </a:ext>
            </a:extLst>
          </p:cNvPr>
          <p:cNvSpPr>
            <a:spLocks noGrp="1"/>
          </p:cNvSpPr>
          <p:nvPr/>
        </p:nvSpPr>
        <p:spPr>
          <a:xfrm>
            <a:off x="791922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01_find_only_2215">
            <a:extLst>
              <a:ext uri="{FF2B5EF4-FFF2-40B4-BE49-F238E27FC236}">
                <a16:creationId xmlns:a16="http://schemas.microsoft.com/office/drawing/2014/main" id="{1644F3E2-4F1E-41B8-82FD-03065CF8BEDC}"/>
              </a:ext>
            </a:extLst>
          </p:cNvPr>
          <p:cNvSpPr>
            <a:spLocks noGrp="1"/>
          </p:cNvSpPr>
          <p:nvPr/>
        </p:nvSpPr>
        <p:spPr>
          <a:xfrm>
            <a:off x="7923404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01_find_only_2216">
            <a:extLst>
              <a:ext uri="{FF2B5EF4-FFF2-40B4-BE49-F238E27FC236}">
                <a16:creationId xmlns:a16="http://schemas.microsoft.com/office/drawing/2014/main" id="{B9896DFC-BDB9-46CF-8090-1B0C76279B1D}"/>
              </a:ext>
            </a:extLst>
          </p:cNvPr>
          <p:cNvSpPr>
            <a:spLocks noGrp="1"/>
          </p:cNvSpPr>
          <p:nvPr/>
        </p:nvSpPr>
        <p:spPr>
          <a:xfrm>
            <a:off x="7863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01_find_only_2217">
            <a:extLst>
              <a:ext uri="{FF2B5EF4-FFF2-40B4-BE49-F238E27FC236}">
                <a16:creationId xmlns:a16="http://schemas.microsoft.com/office/drawing/2014/main" id="{255AEEDD-1B10-493F-A6E5-EA111586E0DB}"/>
              </a:ext>
            </a:extLst>
          </p:cNvPr>
          <p:cNvSpPr>
            <a:spLocks noGrp="1"/>
          </p:cNvSpPr>
          <p:nvPr/>
        </p:nvSpPr>
        <p:spPr>
          <a:xfrm>
            <a:off x="78990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01_find_only_2218">
            <a:extLst>
              <a:ext uri="{FF2B5EF4-FFF2-40B4-BE49-F238E27FC236}">
                <a16:creationId xmlns:a16="http://schemas.microsoft.com/office/drawing/2014/main" id="{372C1167-A84A-4AA4-B70D-0575D87C4774}"/>
              </a:ext>
            </a:extLst>
          </p:cNvPr>
          <p:cNvSpPr>
            <a:spLocks noGrp="1"/>
          </p:cNvSpPr>
          <p:nvPr/>
        </p:nvSpPr>
        <p:spPr>
          <a:xfrm>
            <a:off x="7917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01_find_only_2219">
            <a:extLst>
              <a:ext uri="{FF2B5EF4-FFF2-40B4-BE49-F238E27FC236}">
                <a16:creationId xmlns:a16="http://schemas.microsoft.com/office/drawing/2014/main" id="{C02EBAD2-11E3-497D-8BAB-2325361CA6DA}"/>
              </a:ext>
            </a:extLst>
          </p:cNvPr>
          <p:cNvSpPr>
            <a:spLocks noGrp="1"/>
          </p:cNvSpPr>
          <p:nvPr/>
        </p:nvSpPr>
        <p:spPr>
          <a:xfrm>
            <a:off x="7906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01_find_only_2220">
            <a:extLst>
              <a:ext uri="{FF2B5EF4-FFF2-40B4-BE49-F238E27FC236}">
                <a16:creationId xmlns:a16="http://schemas.microsoft.com/office/drawing/2014/main" id="{D1393325-30D0-4FA2-ADAC-01A45A7CEC27}"/>
              </a:ext>
            </a:extLst>
          </p:cNvPr>
          <p:cNvSpPr>
            <a:spLocks noGrp="1"/>
          </p:cNvSpPr>
          <p:nvPr/>
        </p:nvSpPr>
        <p:spPr>
          <a:xfrm>
            <a:off x="7896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01_find_only_2221">
            <a:extLst>
              <a:ext uri="{FF2B5EF4-FFF2-40B4-BE49-F238E27FC236}">
                <a16:creationId xmlns:a16="http://schemas.microsoft.com/office/drawing/2014/main" id="{49926CAE-8EA0-44FB-BDD9-104AFEAA0D13}"/>
              </a:ext>
            </a:extLst>
          </p:cNvPr>
          <p:cNvSpPr>
            <a:spLocks noGrp="1"/>
          </p:cNvSpPr>
          <p:nvPr/>
        </p:nvSpPr>
        <p:spPr>
          <a:xfrm>
            <a:off x="78723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01_find_only_2222">
            <a:extLst>
              <a:ext uri="{FF2B5EF4-FFF2-40B4-BE49-F238E27FC236}">
                <a16:creationId xmlns:a16="http://schemas.microsoft.com/office/drawing/2014/main" id="{D5861E25-E728-48AA-92AA-82A4358F6CEA}"/>
              </a:ext>
            </a:extLst>
          </p:cNvPr>
          <p:cNvSpPr>
            <a:spLocks noGrp="1"/>
          </p:cNvSpPr>
          <p:nvPr/>
        </p:nvSpPr>
        <p:spPr>
          <a:xfrm>
            <a:off x="7869387" y="33612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01_find_only_2223">
            <a:extLst>
              <a:ext uri="{FF2B5EF4-FFF2-40B4-BE49-F238E27FC236}">
                <a16:creationId xmlns:a16="http://schemas.microsoft.com/office/drawing/2014/main" id="{1B06DFA9-44A4-481D-B607-66B7CB42515F}"/>
              </a:ext>
            </a:extLst>
          </p:cNvPr>
          <p:cNvSpPr>
            <a:spLocks noGrp="1"/>
          </p:cNvSpPr>
          <p:nvPr/>
        </p:nvSpPr>
        <p:spPr>
          <a:xfrm>
            <a:off x="78370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01_find_only_2224">
            <a:extLst>
              <a:ext uri="{FF2B5EF4-FFF2-40B4-BE49-F238E27FC236}">
                <a16:creationId xmlns:a16="http://schemas.microsoft.com/office/drawing/2014/main" id="{84B66D56-DA4E-4EAD-A82B-3F5FA237273F}"/>
              </a:ext>
            </a:extLst>
          </p:cNvPr>
          <p:cNvSpPr>
            <a:spLocks noGrp="1"/>
          </p:cNvSpPr>
          <p:nvPr/>
        </p:nvSpPr>
        <p:spPr>
          <a:xfrm>
            <a:off x="7918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01_find_only_2225">
            <a:extLst>
              <a:ext uri="{FF2B5EF4-FFF2-40B4-BE49-F238E27FC236}">
                <a16:creationId xmlns:a16="http://schemas.microsoft.com/office/drawing/2014/main" id="{9D49BC1C-56AF-40AB-8B08-69A648095F45}"/>
              </a:ext>
            </a:extLst>
          </p:cNvPr>
          <p:cNvSpPr>
            <a:spLocks noGrp="1"/>
          </p:cNvSpPr>
          <p:nvPr/>
        </p:nvSpPr>
        <p:spPr>
          <a:xfrm>
            <a:off x="7907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01_find_only_2226">
            <a:extLst>
              <a:ext uri="{FF2B5EF4-FFF2-40B4-BE49-F238E27FC236}">
                <a16:creationId xmlns:a16="http://schemas.microsoft.com/office/drawing/2014/main" id="{0F521D1C-B13E-49AB-9A80-4A0453029CE7}"/>
              </a:ext>
            </a:extLst>
          </p:cNvPr>
          <p:cNvSpPr>
            <a:spLocks noGrp="1"/>
          </p:cNvSpPr>
          <p:nvPr/>
        </p:nvSpPr>
        <p:spPr>
          <a:xfrm>
            <a:off x="78931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01_find_only_2227">
            <a:extLst>
              <a:ext uri="{FF2B5EF4-FFF2-40B4-BE49-F238E27FC236}">
                <a16:creationId xmlns:a16="http://schemas.microsoft.com/office/drawing/2014/main" id="{B71DE896-3AA4-4397-9D07-05ED10A26EB0}"/>
              </a:ext>
            </a:extLst>
          </p:cNvPr>
          <p:cNvSpPr>
            <a:spLocks noGrp="1"/>
          </p:cNvSpPr>
          <p:nvPr/>
        </p:nvSpPr>
        <p:spPr>
          <a:xfrm>
            <a:off x="78336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01_find_only_2228">
            <a:extLst>
              <a:ext uri="{FF2B5EF4-FFF2-40B4-BE49-F238E27FC236}">
                <a16:creationId xmlns:a16="http://schemas.microsoft.com/office/drawing/2014/main" id="{E4069730-6576-49BE-B602-282A5F651C44}"/>
              </a:ext>
            </a:extLst>
          </p:cNvPr>
          <p:cNvSpPr>
            <a:spLocks noGrp="1"/>
          </p:cNvSpPr>
          <p:nvPr/>
        </p:nvSpPr>
        <p:spPr>
          <a:xfrm>
            <a:off x="78430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01_find_only_2229">
            <a:extLst>
              <a:ext uri="{FF2B5EF4-FFF2-40B4-BE49-F238E27FC236}">
                <a16:creationId xmlns:a16="http://schemas.microsoft.com/office/drawing/2014/main" id="{B094F0FB-8EE0-4C91-9C9B-9809E2070327}"/>
              </a:ext>
            </a:extLst>
          </p:cNvPr>
          <p:cNvSpPr>
            <a:spLocks noGrp="1"/>
          </p:cNvSpPr>
          <p:nvPr/>
        </p:nvSpPr>
        <p:spPr>
          <a:xfrm>
            <a:off x="78524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01_find_only_2230">
            <a:extLst>
              <a:ext uri="{FF2B5EF4-FFF2-40B4-BE49-F238E27FC236}">
                <a16:creationId xmlns:a16="http://schemas.microsoft.com/office/drawing/2014/main" id="{B94124C7-0DCF-4C44-BA11-51BA925DBFE8}"/>
              </a:ext>
            </a:extLst>
          </p:cNvPr>
          <p:cNvSpPr>
            <a:spLocks noGrp="1"/>
          </p:cNvSpPr>
          <p:nvPr/>
        </p:nvSpPr>
        <p:spPr>
          <a:xfrm>
            <a:off x="78941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01_find_only_2231">
            <a:extLst>
              <a:ext uri="{FF2B5EF4-FFF2-40B4-BE49-F238E27FC236}">
                <a16:creationId xmlns:a16="http://schemas.microsoft.com/office/drawing/2014/main" id="{6BDAF051-5A38-4D2F-ABBC-3D38A29BCFA2}"/>
              </a:ext>
            </a:extLst>
          </p:cNvPr>
          <p:cNvSpPr>
            <a:spLocks noGrp="1"/>
          </p:cNvSpPr>
          <p:nvPr/>
        </p:nvSpPr>
        <p:spPr>
          <a:xfrm>
            <a:off x="78843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01_find_only_2232">
            <a:extLst>
              <a:ext uri="{FF2B5EF4-FFF2-40B4-BE49-F238E27FC236}">
                <a16:creationId xmlns:a16="http://schemas.microsoft.com/office/drawing/2014/main" id="{294DB21B-CD7D-43D8-A1E0-5864F9F431A6}"/>
              </a:ext>
            </a:extLst>
          </p:cNvPr>
          <p:cNvSpPr>
            <a:spLocks noGrp="1"/>
          </p:cNvSpPr>
          <p:nvPr/>
        </p:nvSpPr>
        <p:spPr>
          <a:xfrm>
            <a:off x="784714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01_find_only_2233">
            <a:extLst>
              <a:ext uri="{FF2B5EF4-FFF2-40B4-BE49-F238E27FC236}">
                <a16:creationId xmlns:a16="http://schemas.microsoft.com/office/drawing/2014/main" id="{C1C57D35-D89D-4F21-A245-D314710871AC}"/>
              </a:ext>
            </a:extLst>
          </p:cNvPr>
          <p:cNvSpPr>
            <a:spLocks noGrp="1"/>
          </p:cNvSpPr>
          <p:nvPr/>
        </p:nvSpPr>
        <p:spPr>
          <a:xfrm>
            <a:off x="78647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01_find_only_2234">
            <a:extLst>
              <a:ext uri="{FF2B5EF4-FFF2-40B4-BE49-F238E27FC236}">
                <a16:creationId xmlns:a16="http://schemas.microsoft.com/office/drawing/2014/main" id="{2CB62A2D-0940-4F75-9CA3-EB7BB6E70A58}"/>
              </a:ext>
            </a:extLst>
          </p:cNvPr>
          <p:cNvSpPr>
            <a:spLocks noGrp="1"/>
          </p:cNvSpPr>
          <p:nvPr/>
        </p:nvSpPr>
        <p:spPr>
          <a:xfrm>
            <a:off x="78303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01_find_only_2235">
            <a:extLst>
              <a:ext uri="{FF2B5EF4-FFF2-40B4-BE49-F238E27FC236}">
                <a16:creationId xmlns:a16="http://schemas.microsoft.com/office/drawing/2014/main" id="{967410FA-F51B-41FC-9862-8E2CD2F160BD}"/>
              </a:ext>
            </a:extLst>
          </p:cNvPr>
          <p:cNvSpPr>
            <a:spLocks noGrp="1"/>
          </p:cNvSpPr>
          <p:nvPr/>
        </p:nvSpPr>
        <p:spPr>
          <a:xfrm>
            <a:off x="634647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7" name="01_find_only_2236">
            <a:extLst>
              <a:ext uri="{FF2B5EF4-FFF2-40B4-BE49-F238E27FC236}">
                <a16:creationId xmlns:a16="http://schemas.microsoft.com/office/drawing/2014/main" id="{CCD8832C-588E-4F11-A7A6-8205B5DE2423}"/>
              </a:ext>
            </a:extLst>
          </p:cNvPr>
          <p:cNvSpPr>
            <a:spLocks noGrp="1"/>
          </p:cNvSpPr>
          <p:nvPr/>
        </p:nvSpPr>
        <p:spPr>
          <a:xfrm>
            <a:off x="6346469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8" name="text_2237">
            <a:extLst>
              <a:ext uri="{FF2B5EF4-FFF2-40B4-BE49-F238E27FC236}">
                <a16:creationId xmlns:a16="http://schemas.microsoft.com/office/drawing/2014/main" id="{21801077-E44F-490A-B980-D65B7FDB2B72}"/>
              </a:ext>
            </a:extLst>
          </p:cNvPr>
          <p:cNvSpPr>
            <a:spLocks noGrp="1"/>
          </p:cNvSpPr>
          <p:nvPr/>
        </p:nvSpPr>
        <p:spPr>
          <a:xfrm>
            <a:off x="6115461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c</a:t>
            </a:r>
          </a:p>
        </p:txBody>
      </p:sp>
      <p:sp>
        <p:nvSpPr>
          <p:cNvPr id="2239" name="text_2238">
            <a:extLst>
              <a:ext uri="{FF2B5EF4-FFF2-40B4-BE49-F238E27FC236}">
                <a16:creationId xmlns:a16="http://schemas.microsoft.com/office/drawing/2014/main" id="{038F88EF-1350-4A63-8037-C794D7644985}"/>
              </a:ext>
            </a:extLst>
          </p:cNvPr>
          <p:cNvSpPr>
            <a:spLocks noGrp="1"/>
          </p:cNvSpPr>
          <p:nvPr/>
        </p:nvSpPr>
        <p:spPr>
          <a:xfrm>
            <a:off x="6346469" y="2654988"/>
            <a:ext cx="103341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Emap2lig</a:t>
            </a:r>
          </a:p>
        </p:txBody>
      </p:sp>
      <p:sp>
        <p:nvSpPr>
          <p:cNvPr id="2240" name="01_find_only_2239">
            <a:extLst>
              <a:ext uri="{FF2B5EF4-FFF2-40B4-BE49-F238E27FC236}">
                <a16:creationId xmlns:a16="http://schemas.microsoft.com/office/drawing/2014/main" id="{AB641214-0408-4212-89CD-2C55EBB99280}"/>
              </a:ext>
            </a:extLst>
          </p:cNvPr>
          <p:cNvSpPr>
            <a:spLocks noGrp="1"/>
          </p:cNvSpPr>
          <p:nvPr/>
        </p:nvSpPr>
        <p:spPr>
          <a:xfrm>
            <a:off x="6361748" y="3825712"/>
            <a:ext cx="1527834" cy="388683"/>
          </a:xfrm>
          <a:custGeom>
            <a:avLst/>
            <a:gdLst/>
            <a:ahLst/>
            <a:cxnLst/>
            <a:rect l="0" t="0" r="0" b="0"/>
            <a:pathLst>
              <a:path w="1500000" h="381602">
                <a:moveTo>
                  <a:pt x="0" y="381602"/>
                </a:moveTo>
                <a:lnTo>
                  <a:pt x="19231" y="380242"/>
                </a:lnTo>
                <a:lnTo>
                  <a:pt x="19481" y="379303"/>
                </a:lnTo>
                <a:lnTo>
                  <a:pt x="25000" y="378947"/>
                </a:lnTo>
                <a:lnTo>
                  <a:pt x="26316" y="377272"/>
                </a:lnTo>
                <a:lnTo>
                  <a:pt x="31250" y="376245"/>
                </a:lnTo>
                <a:lnTo>
                  <a:pt x="32468" y="375604"/>
                </a:lnTo>
                <a:lnTo>
                  <a:pt x="35714" y="375486"/>
                </a:lnTo>
                <a:lnTo>
                  <a:pt x="36797" y="373076"/>
                </a:lnTo>
                <a:lnTo>
                  <a:pt x="41667" y="372061"/>
                </a:lnTo>
                <a:lnTo>
                  <a:pt x="43011" y="370096"/>
                </a:lnTo>
                <a:lnTo>
                  <a:pt x="50000" y="369587"/>
                </a:lnTo>
                <a:lnTo>
                  <a:pt x="51282" y="367505"/>
                </a:lnTo>
                <a:lnTo>
                  <a:pt x="55556" y="366528"/>
                </a:lnTo>
                <a:lnTo>
                  <a:pt x="56277" y="364136"/>
                </a:lnTo>
                <a:lnTo>
                  <a:pt x="62500" y="362931"/>
                </a:lnTo>
                <a:lnTo>
                  <a:pt x="62771" y="356259"/>
                </a:lnTo>
                <a:lnTo>
                  <a:pt x="71429" y="355532"/>
                </a:lnTo>
                <a:lnTo>
                  <a:pt x="71429" y="352718"/>
                </a:lnTo>
                <a:lnTo>
                  <a:pt x="78947" y="351360"/>
                </a:lnTo>
                <a:lnTo>
                  <a:pt x="80087" y="350854"/>
                </a:lnTo>
                <a:lnTo>
                  <a:pt x="83333" y="350747"/>
                </a:lnTo>
                <a:lnTo>
                  <a:pt x="84416" y="341751"/>
                </a:lnTo>
                <a:lnTo>
                  <a:pt x="91398" y="340387"/>
                </a:lnTo>
                <a:lnTo>
                  <a:pt x="91667" y="340193"/>
                </a:lnTo>
                <a:lnTo>
                  <a:pt x="100000" y="339219"/>
                </a:lnTo>
                <a:lnTo>
                  <a:pt x="100000" y="332371"/>
                </a:lnTo>
                <a:lnTo>
                  <a:pt x="107143" y="331698"/>
                </a:lnTo>
                <a:lnTo>
                  <a:pt x="108333" y="330492"/>
                </a:lnTo>
                <a:lnTo>
                  <a:pt x="111111" y="330268"/>
                </a:lnTo>
                <a:lnTo>
                  <a:pt x="111111" y="328300"/>
                </a:lnTo>
                <a:lnTo>
                  <a:pt x="125000" y="327051"/>
                </a:lnTo>
                <a:lnTo>
                  <a:pt x="125541" y="304883"/>
                </a:lnTo>
                <a:lnTo>
                  <a:pt x="136364" y="303713"/>
                </a:lnTo>
                <a:lnTo>
                  <a:pt x="137681" y="302966"/>
                </a:lnTo>
                <a:lnTo>
                  <a:pt x="142857" y="302503"/>
                </a:lnTo>
                <a:lnTo>
                  <a:pt x="142857" y="300986"/>
                </a:lnTo>
                <a:lnTo>
                  <a:pt x="150000" y="300788"/>
                </a:lnTo>
                <a:lnTo>
                  <a:pt x="150538" y="299177"/>
                </a:lnTo>
                <a:lnTo>
                  <a:pt x="162338" y="297782"/>
                </a:lnTo>
                <a:lnTo>
                  <a:pt x="162338" y="297752"/>
                </a:lnTo>
                <a:lnTo>
                  <a:pt x="166667" y="297721"/>
                </a:lnTo>
                <a:lnTo>
                  <a:pt x="166667" y="278140"/>
                </a:lnTo>
                <a:lnTo>
                  <a:pt x="175000" y="277537"/>
                </a:lnTo>
                <a:lnTo>
                  <a:pt x="175325" y="276679"/>
                </a:lnTo>
                <a:lnTo>
                  <a:pt x="178571" y="276603"/>
                </a:lnTo>
                <a:lnTo>
                  <a:pt x="179654" y="274549"/>
                </a:lnTo>
                <a:lnTo>
                  <a:pt x="185897" y="273174"/>
                </a:lnTo>
                <a:lnTo>
                  <a:pt x="185897" y="273083"/>
                </a:lnTo>
                <a:lnTo>
                  <a:pt x="187500" y="273083"/>
                </a:lnTo>
                <a:lnTo>
                  <a:pt x="188406" y="267148"/>
                </a:lnTo>
                <a:lnTo>
                  <a:pt x="200000" y="265805"/>
                </a:lnTo>
                <a:lnTo>
                  <a:pt x="201299" y="260344"/>
                </a:lnTo>
                <a:lnTo>
                  <a:pt x="208333" y="259622"/>
                </a:lnTo>
                <a:lnTo>
                  <a:pt x="209677" y="256476"/>
                </a:lnTo>
                <a:lnTo>
                  <a:pt x="214286" y="255303"/>
                </a:lnTo>
                <a:lnTo>
                  <a:pt x="215054" y="253709"/>
                </a:lnTo>
                <a:lnTo>
                  <a:pt x="222222" y="253321"/>
                </a:lnTo>
                <a:lnTo>
                  <a:pt x="222222" y="252141"/>
                </a:lnTo>
                <a:lnTo>
                  <a:pt x="230769" y="250994"/>
                </a:lnTo>
                <a:lnTo>
                  <a:pt x="231884" y="250452"/>
                </a:lnTo>
                <a:lnTo>
                  <a:pt x="250000" y="249595"/>
                </a:lnTo>
                <a:lnTo>
                  <a:pt x="251082" y="181038"/>
                </a:lnTo>
                <a:lnTo>
                  <a:pt x="269231" y="179759"/>
                </a:lnTo>
                <a:lnTo>
                  <a:pt x="270563" y="179456"/>
                </a:lnTo>
                <a:lnTo>
                  <a:pt x="277778" y="178099"/>
                </a:lnTo>
                <a:lnTo>
                  <a:pt x="277778" y="177312"/>
                </a:lnTo>
                <a:lnTo>
                  <a:pt x="288462" y="175942"/>
                </a:lnTo>
                <a:lnTo>
                  <a:pt x="289855" y="175567"/>
                </a:lnTo>
                <a:lnTo>
                  <a:pt x="291667" y="175460"/>
                </a:lnTo>
                <a:lnTo>
                  <a:pt x="291667" y="172981"/>
                </a:lnTo>
                <a:lnTo>
                  <a:pt x="300000" y="172874"/>
                </a:lnTo>
                <a:lnTo>
                  <a:pt x="301282" y="169016"/>
                </a:lnTo>
                <a:lnTo>
                  <a:pt x="312500" y="167810"/>
                </a:lnTo>
                <a:lnTo>
                  <a:pt x="312500" y="166924"/>
                </a:lnTo>
                <a:lnTo>
                  <a:pt x="333333" y="165766"/>
                </a:lnTo>
                <a:lnTo>
                  <a:pt x="333333" y="154946"/>
                </a:lnTo>
                <a:lnTo>
                  <a:pt x="354167" y="153705"/>
                </a:lnTo>
                <a:lnTo>
                  <a:pt x="354167" y="153410"/>
                </a:lnTo>
                <a:lnTo>
                  <a:pt x="361111" y="152291"/>
                </a:lnTo>
                <a:lnTo>
                  <a:pt x="362069" y="151622"/>
                </a:lnTo>
                <a:lnTo>
                  <a:pt x="375000" y="150571"/>
                </a:lnTo>
                <a:lnTo>
                  <a:pt x="376344" y="142230"/>
                </a:lnTo>
                <a:lnTo>
                  <a:pt x="392473" y="140830"/>
                </a:lnTo>
                <a:lnTo>
                  <a:pt x="392473" y="140754"/>
                </a:lnTo>
                <a:lnTo>
                  <a:pt x="400000" y="140321"/>
                </a:lnTo>
                <a:lnTo>
                  <a:pt x="400000" y="138786"/>
                </a:lnTo>
                <a:lnTo>
                  <a:pt x="416667" y="138258"/>
                </a:lnTo>
                <a:lnTo>
                  <a:pt x="417749" y="135355"/>
                </a:lnTo>
                <a:lnTo>
                  <a:pt x="437500" y="134351"/>
                </a:lnTo>
                <a:lnTo>
                  <a:pt x="437500" y="132580"/>
                </a:lnTo>
                <a:lnTo>
                  <a:pt x="458333" y="131189"/>
                </a:lnTo>
                <a:lnTo>
                  <a:pt x="458333" y="130480"/>
                </a:lnTo>
                <a:lnTo>
                  <a:pt x="500000" y="129782"/>
                </a:lnTo>
                <a:lnTo>
                  <a:pt x="500000" y="53045"/>
                </a:lnTo>
                <a:lnTo>
                  <a:pt x="557692" y="51829"/>
                </a:lnTo>
                <a:lnTo>
                  <a:pt x="557692" y="51193"/>
                </a:lnTo>
                <a:lnTo>
                  <a:pt x="600000" y="50101"/>
                </a:lnTo>
                <a:lnTo>
                  <a:pt x="600000" y="47267"/>
                </a:lnTo>
                <a:lnTo>
                  <a:pt x="653846" y="45909"/>
                </a:lnTo>
                <a:lnTo>
                  <a:pt x="653846" y="45818"/>
                </a:lnTo>
                <a:lnTo>
                  <a:pt x="700000" y="44450"/>
                </a:lnTo>
                <a:lnTo>
                  <a:pt x="700000" y="43033"/>
                </a:lnTo>
                <a:lnTo>
                  <a:pt x="750000" y="42793"/>
                </a:lnTo>
                <a:lnTo>
                  <a:pt x="750000" y="37038"/>
                </a:lnTo>
                <a:lnTo>
                  <a:pt x="833333" y="36000"/>
                </a:lnTo>
                <a:lnTo>
                  <a:pt x="833333" y="34819"/>
                </a:lnTo>
                <a:lnTo>
                  <a:pt x="875000" y="34667"/>
                </a:lnTo>
                <a:lnTo>
                  <a:pt x="875000" y="31125"/>
                </a:lnTo>
                <a:lnTo>
                  <a:pt x="900000" y="31035"/>
                </a:lnTo>
                <a:lnTo>
                  <a:pt x="900000" y="29618"/>
                </a:lnTo>
                <a:lnTo>
                  <a:pt x="1000000" y="28739"/>
                </a:lnTo>
                <a:lnTo>
                  <a:pt x="1000000" y="14571"/>
                </a:lnTo>
                <a:lnTo>
                  <a:pt x="1125000" y="14297"/>
                </a:lnTo>
                <a:lnTo>
                  <a:pt x="1125000" y="11641"/>
                </a:lnTo>
                <a:lnTo>
                  <a:pt x="1250000" y="10248"/>
                </a:lnTo>
                <a:lnTo>
                  <a:pt x="1250000" y="8477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241" name="01_find_only_2240">
            <a:extLst>
              <a:ext uri="{FF2B5EF4-FFF2-40B4-BE49-F238E27FC236}">
                <a16:creationId xmlns:a16="http://schemas.microsoft.com/office/drawing/2014/main" id="{411838F1-57C7-4B57-92F6-1CEF55DB6AB9}"/>
              </a:ext>
            </a:extLst>
          </p:cNvPr>
          <p:cNvSpPr>
            <a:spLocks noGrp="1"/>
          </p:cNvSpPr>
          <p:nvPr/>
        </p:nvSpPr>
        <p:spPr>
          <a:xfrm>
            <a:off x="6361748" y="4052952"/>
            <a:ext cx="1527834" cy="161443"/>
          </a:xfrm>
          <a:custGeom>
            <a:avLst/>
            <a:gdLst/>
            <a:ahLst/>
            <a:cxnLst/>
            <a:rect l="0" t="0" r="0" b="0"/>
            <a:pathLst>
              <a:path w="1500000" h="158502">
                <a:moveTo>
                  <a:pt x="0" y="158502"/>
                </a:moveTo>
                <a:lnTo>
                  <a:pt x="750000" y="158502"/>
                </a:lnTo>
                <a:lnTo>
                  <a:pt x="750000" y="127824"/>
                </a:lnTo>
                <a:lnTo>
                  <a:pt x="1000000" y="127824"/>
                </a:lnTo>
                <a:lnTo>
                  <a:pt x="1000000" y="54566"/>
                </a:lnTo>
                <a:lnTo>
                  <a:pt x="1500000" y="54566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242" name="01_find_only_2241">
            <a:extLst>
              <a:ext uri="{FF2B5EF4-FFF2-40B4-BE49-F238E27FC236}">
                <a16:creationId xmlns:a16="http://schemas.microsoft.com/office/drawing/2014/main" id="{65E6EF0A-33C1-4D34-BFFF-5409BE0DAB60}"/>
              </a:ext>
            </a:extLst>
          </p:cNvPr>
          <p:cNvSpPr>
            <a:spLocks noGrp="1"/>
          </p:cNvSpPr>
          <p:nvPr/>
        </p:nvSpPr>
        <p:spPr>
          <a:xfrm>
            <a:off x="6594396" y="39881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3" name="01_find_only_2242">
            <a:extLst>
              <a:ext uri="{FF2B5EF4-FFF2-40B4-BE49-F238E27FC236}">
                <a16:creationId xmlns:a16="http://schemas.microsoft.com/office/drawing/2014/main" id="{842FDC00-649E-462B-9FC9-432FE1691C11}"/>
              </a:ext>
            </a:extLst>
          </p:cNvPr>
          <p:cNvSpPr>
            <a:spLocks noGrp="1"/>
          </p:cNvSpPr>
          <p:nvPr/>
        </p:nvSpPr>
        <p:spPr>
          <a:xfrm>
            <a:off x="6849035" y="38577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4" name="01_find_only_2243">
            <a:extLst>
              <a:ext uri="{FF2B5EF4-FFF2-40B4-BE49-F238E27FC236}">
                <a16:creationId xmlns:a16="http://schemas.microsoft.com/office/drawing/2014/main" id="{AB0D9F76-79C0-4468-A6D0-587FBA1DD1B2}"/>
              </a:ext>
            </a:extLst>
          </p:cNvPr>
          <p:cNvSpPr>
            <a:spLocks noGrp="1"/>
          </p:cNvSpPr>
          <p:nvPr/>
        </p:nvSpPr>
        <p:spPr>
          <a:xfrm>
            <a:off x="7358313" y="381856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5" name="01_find_only_2244">
            <a:extLst>
              <a:ext uri="{FF2B5EF4-FFF2-40B4-BE49-F238E27FC236}">
                <a16:creationId xmlns:a16="http://schemas.microsoft.com/office/drawing/2014/main" id="{BF67828C-7AF2-4A8C-B47A-3296C8440B60}"/>
              </a:ext>
            </a:extLst>
          </p:cNvPr>
          <p:cNvSpPr>
            <a:spLocks noGrp="1"/>
          </p:cNvSpPr>
          <p:nvPr/>
        </p:nvSpPr>
        <p:spPr>
          <a:xfrm>
            <a:off x="7867591" y="38037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6" name="01_find_only_2245">
            <a:extLst>
              <a:ext uri="{FF2B5EF4-FFF2-40B4-BE49-F238E27FC236}">
                <a16:creationId xmlns:a16="http://schemas.microsoft.com/office/drawing/2014/main" id="{3BACA3B1-99FF-4273-ACBE-A49C67944C02}"/>
              </a:ext>
            </a:extLst>
          </p:cNvPr>
          <p:cNvSpPr>
            <a:spLocks noGrp="1"/>
          </p:cNvSpPr>
          <p:nvPr/>
        </p:nvSpPr>
        <p:spPr>
          <a:xfrm>
            <a:off x="6579799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7" name="01_find_only_2246">
            <a:extLst>
              <a:ext uri="{FF2B5EF4-FFF2-40B4-BE49-F238E27FC236}">
                <a16:creationId xmlns:a16="http://schemas.microsoft.com/office/drawing/2014/main" id="{B2827D9E-CD0F-49B5-B4BC-FA2BC2C6ABD5}"/>
              </a:ext>
            </a:extLst>
          </p:cNvPr>
          <p:cNvSpPr>
            <a:spLocks noGrp="1"/>
          </p:cNvSpPr>
          <p:nvPr/>
        </p:nvSpPr>
        <p:spPr>
          <a:xfrm>
            <a:off x="6834438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8" name="01_find_only_2247">
            <a:extLst>
              <a:ext uri="{FF2B5EF4-FFF2-40B4-BE49-F238E27FC236}">
                <a16:creationId xmlns:a16="http://schemas.microsoft.com/office/drawing/2014/main" id="{204D6548-2BEB-4A69-BC3C-BD77CECD9861}"/>
              </a:ext>
            </a:extLst>
          </p:cNvPr>
          <p:cNvSpPr>
            <a:spLocks noGrp="1"/>
          </p:cNvSpPr>
          <p:nvPr/>
        </p:nvSpPr>
        <p:spPr>
          <a:xfrm>
            <a:off x="7343716" y="407194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9" name="01_find_only_2248">
            <a:extLst>
              <a:ext uri="{FF2B5EF4-FFF2-40B4-BE49-F238E27FC236}">
                <a16:creationId xmlns:a16="http://schemas.microsoft.com/office/drawing/2014/main" id="{546DDA99-42FB-4DFC-A784-9AB990C334F9}"/>
              </a:ext>
            </a:extLst>
          </p:cNvPr>
          <p:cNvSpPr>
            <a:spLocks noGrp="1"/>
          </p:cNvSpPr>
          <p:nvPr/>
        </p:nvSpPr>
        <p:spPr>
          <a:xfrm>
            <a:off x="7852994" y="401636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50" name="01_find_only_2249">
            <a:extLst>
              <a:ext uri="{FF2B5EF4-FFF2-40B4-BE49-F238E27FC236}">
                <a16:creationId xmlns:a16="http://schemas.microsoft.com/office/drawing/2014/main" id="{3F4DFEED-77F3-4F04-9DA9-AE3937B77BD4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01_find_only_2250">
            <a:extLst>
              <a:ext uri="{FF2B5EF4-FFF2-40B4-BE49-F238E27FC236}">
                <a16:creationId xmlns:a16="http://schemas.microsoft.com/office/drawing/2014/main" id="{E71866DE-379F-4102-BE26-01E870AF5E3C}"/>
              </a:ext>
            </a:extLst>
          </p:cNvPr>
          <p:cNvSpPr>
            <a:spLocks noGrp="1"/>
          </p:cNvSpPr>
          <p:nvPr/>
        </p:nvSpPr>
        <p:spPr>
          <a:xfrm>
            <a:off x="2227022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8" y="1257449"/>
                </a:lnTo>
                <a:lnTo>
                  <a:pt x="2746" y="1246883"/>
                </a:lnTo>
                <a:lnTo>
                  <a:pt x="6003" y="1236316"/>
                </a:lnTo>
                <a:lnTo>
                  <a:pt x="10258" y="1225749"/>
                </a:lnTo>
                <a:lnTo>
                  <a:pt x="15245" y="1215182"/>
                </a:lnTo>
                <a:lnTo>
                  <a:pt x="20673" y="1204615"/>
                </a:lnTo>
                <a:lnTo>
                  <a:pt x="26256" y="1194049"/>
                </a:lnTo>
                <a:lnTo>
                  <a:pt x="31734" y="1183482"/>
                </a:lnTo>
                <a:lnTo>
                  <a:pt x="36892" y="1172915"/>
                </a:lnTo>
                <a:lnTo>
                  <a:pt x="41573" y="1162348"/>
                </a:lnTo>
                <a:lnTo>
                  <a:pt x="45677" y="1151781"/>
                </a:lnTo>
                <a:lnTo>
                  <a:pt x="49163" y="1141215"/>
                </a:lnTo>
                <a:lnTo>
                  <a:pt x="52034" y="1130648"/>
                </a:lnTo>
                <a:lnTo>
                  <a:pt x="54331" y="1120081"/>
                </a:lnTo>
                <a:lnTo>
                  <a:pt x="56116" y="1109514"/>
                </a:lnTo>
                <a:lnTo>
                  <a:pt x="57466" y="1098947"/>
                </a:lnTo>
                <a:lnTo>
                  <a:pt x="58456" y="1088381"/>
                </a:lnTo>
                <a:lnTo>
                  <a:pt x="59161" y="1077814"/>
                </a:lnTo>
                <a:lnTo>
                  <a:pt x="59643" y="1067247"/>
                </a:lnTo>
                <a:lnTo>
                  <a:pt x="59956" y="1056680"/>
                </a:lnTo>
                <a:lnTo>
                  <a:pt x="60141" y="1046113"/>
                </a:lnTo>
                <a:lnTo>
                  <a:pt x="60231" y="1035547"/>
                </a:lnTo>
                <a:lnTo>
                  <a:pt x="60249" y="1024980"/>
                </a:lnTo>
                <a:lnTo>
                  <a:pt x="60211" y="1014413"/>
                </a:lnTo>
                <a:lnTo>
                  <a:pt x="60128" y="1003846"/>
                </a:lnTo>
                <a:lnTo>
                  <a:pt x="60007" y="993279"/>
                </a:lnTo>
                <a:lnTo>
                  <a:pt x="59852" y="982713"/>
                </a:lnTo>
                <a:lnTo>
                  <a:pt x="59662" y="972146"/>
                </a:lnTo>
                <a:lnTo>
                  <a:pt x="59439" y="961579"/>
                </a:lnTo>
                <a:lnTo>
                  <a:pt x="59180" y="951012"/>
                </a:lnTo>
                <a:lnTo>
                  <a:pt x="58883" y="940445"/>
                </a:lnTo>
                <a:lnTo>
                  <a:pt x="58549" y="929879"/>
                </a:lnTo>
                <a:lnTo>
                  <a:pt x="58177" y="919312"/>
                </a:lnTo>
                <a:lnTo>
                  <a:pt x="57771" y="908745"/>
                </a:lnTo>
                <a:lnTo>
                  <a:pt x="57336" y="898178"/>
                </a:lnTo>
                <a:lnTo>
                  <a:pt x="56876" y="887611"/>
                </a:lnTo>
                <a:lnTo>
                  <a:pt x="56398" y="877045"/>
                </a:lnTo>
                <a:lnTo>
                  <a:pt x="55908" y="866478"/>
                </a:lnTo>
                <a:lnTo>
                  <a:pt x="55409" y="855911"/>
                </a:lnTo>
                <a:lnTo>
                  <a:pt x="54899" y="845344"/>
                </a:lnTo>
                <a:lnTo>
                  <a:pt x="54374" y="834777"/>
                </a:lnTo>
                <a:lnTo>
                  <a:pt x="53820" y="824211"/>
                </a:lnTo>
                <a:lnTo>
                  <a:pt x="53221" y="813644"/>
                </a:lnTo>
                <a:lnTo>
                  <a:pt x="52550" y="803077"/>
                </a:lnTo>
                <a:lnTo>
                  <a:pt x="51780" y="792510"/>
                </a:lnTo>
                <a:lnTo>
                  <a:pt x="50880" y="781943"/>
                </a:lnTo>
                <a:lnTo>
                  <a:pt x="49821" y="771377"/>
                </a:lnTo>
                <a:lnTo>
                  <a:pt x="48578" y="760810"/>
                </a:lnTo>
                <a:lnTo>
                  <a:pt x="47136" y="750243"/>
                </a:lnTo>
                <a:lnTo>
                  <a:pt x="45496" y="739676"/>
                </a:lnTo>
                <a:lnTo>
                  <a:pt x="43677" y="729109"/>
                </a:lnTo>
                <a:lnTo>
                  <a:pt x="41723" y="718543"/>
                </a:lnTo>
                <a:lnTo>
                  <a:pt x="39698" y="707976"/>
                </a:lnTo>
                <a:lnTo>
                  <a:pt x="37693" y="697409"/>
                </a:lnTo>
                <a:lnTo>
                  <a:pt x="35813" y="686842"/>
                </a:lnTo>
                <a:lnTo>
                  <a:pt x="34175" y="676275"/>
                </a:lnTo>
                <a:lnTo>
                  <a:pt x="32897" y="665708"/>
                </a:lnTo>
                <a:lnTo>
                  <a:pt x="32085" y="655142"/>
                </a:lnTo>
                <a:lnTo>
                  <a:pt x="31822" y="644575"/>
                </a:lnTo>
                <a:lnTo>
                  <a:pt x="32158" y="634008"/>
                </a:lnTo>
                <a:lnTo>
                  <a:pt x="33104" y="623441"/>
                </a:lnTo>
                <a:lnTo>
                  <a:pt x="34630" y="612874"/>
                </a:lnTo>
                <a:lnTo>
                  <a:pt x="36667" y="602308"/>
                </a:lnTo>
                <a:lnTo>
                  <a:pt x="39113" y="591741"/>
                </a:lnTo>
                <a:lnTo>
                  <a:pt x="41846" y="581174"/>
                </a:lnTo>
                <a:lnTo>
                  <a:pt x="44732" y="570607"/>
                </a:lnTo>
                <a:lnTo>
                  <a:pt x="47641" y="560040"/>
                </a:lnTo>
                <a:lnTo>
                  <a:pt x="50456" y="549474"/>
                </a:lnTo>
                <a:lnTo>
                  <a:pt x="53082" y="538907"/>
                </a:lnTo>
                <a:lnTo>
                  <a:pt x="55450" y="528340"/>
                </a:lnTo>
                <a:lnTo>
                  <a:pt x="57517" y="517773"/>
                </a:lnTo>
                <a:lnTo>
                  <a:pt x="59267" y="507206"/>
                </a:lnTo>
                <a:lnTo>
                  <a:pt x="60706" y="496640"/>
                </a:lnTo>
                <a:lnTo>
                  <a:pt x="61856" y="486073"/>
                </a:lnTo>
                <a:lnTo>
                  <a:pt x="62749" y="475506"/>
                </a:lnTo>
                <a:lnTo>
                  <a:pt x="63425" y="464939"/>
                </a:lnTo>
                <a:lnTo>
                  <a:pt x="63923" y="454372"/>
                </a:lnTo>
                <a:lnTo>
                  <a:pt x="64280" y="443806"/>
                </a:lnTo>
                <a:lnTo>
                  <a:pt x="64529" y="433239"/>
                </a:lnTo>
                <a:lnTo>
                  <a:pt x="64699" y="422672"/>
                </a:lnTo>
                <a:lnTo>
                  <a:pt x="64812" y="412105"/>
                </a:lnTo>
                <a:lnTo>
                  <a:pt x="64886" y="401538"/>
                </a:lnTo>
                <a:lnTo>
                  <a:pt x="64932" y="390972"/>
                </a:lnTo>
                <a:lnTo>
                  <a:pt x="64960" y="380405"/>
                </a:lnTo>
                <a:lnTo>
                  <a:pt x="64977" y="369838"/>
                </a:lnTo>
                <a:lnTo>
                  <a:pt x="64987" y="359271"/>
                </a:lnTo>
                <a:lnTo>
                  <a:pt x="64993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7" y="348704"/>
                </a:lnTo>
                <a:lnTo>
                  <a:pt x="65013" y="359271"/>
                </a:lnTo>
                <a:lnTo>
                  <a:pt x="65023" y="369838"/>
                </a:lnTo>
                <a:lnTo>
                  <a:pt x="65040" y="380405"/>
                </a:lnTo>
                <a:lnTo>
                  <a:pt x="65068" y="390972"/>
                </a:lnTo>
                <a:lnTo>
                  <a:pt x="65114" y="401538"/>
                </a:lnTo>
                <a:lnTo>
                  <a:pt x="65188" y="412105"/>
                </a:lnTo>
                <a:lnTo>
                  <a:pt x="65301" y="422672"/>
                </a:lnTo>
                <a:lnTo>
                  <a:pt x="65471" y="433239"/>
                </a:lnTo>
                <a:lnTo>
                  <a:pt x="65720" y="443806"/>
                </a:lnTo>
                <a:lnTo>
                  <a:pt x="66077" y="454372"/>
                </a:lnTo>
                <a:lnTo>
                  <a:pt x="66575" y="464939"/>
                </a:lnTo>
                <a:lnTo>
                  <a:pt x="67251" y="475506"/>
                </a:lnTo>
                <a:lnTo>
                  <a:pt x="68144" y="486073"/>
                </a:lnTo>
                <a:lnTo>
                  <a:pt x="69294" y="496640"/>
                </a:lnTo>
                <a:lnTo>
                  <a:pt x="70733" y="507206"/>
                </a:lnTo>
                <a:lnTo>
                  <a:pt x="72483" y="517773"/>
                </a:lnTo>
                <a:lnTo>
                  <a:pt x="74550" y="528340"/>
                </a:lnTo>
                <a:lnTo>
                  <a:pt x="76918" y="538907"/>
                </a:lnTo>
                <a:lnTo>
                  <a:pt x="79544" y="549474"/>
                </a:lnTo>
                <a:lnTo>
                  <a:pt x="82359" y="560040"/>
                </a:lnTo>
                <a:lnTo>
                  <a:pt x="85268" y="570607"/>
                </a:lnTo>
                <a:lnTo>
                  <a:pt x="88154" y="581174"/>
                </a:lnTo>
                <a:lnTo>
                  <a:pt x="90887" y="591741"/>
                </a:lnTo>
                <a:lnTo>
                  <a:pt x="93333" y="602308"/>
                </a:lnTo>
                <a:lnTo>
                  <a:pt x="95370" y="612874"/>
                </a:lnTo>
                <a:lnTo>
                  <a:pt x="96896" y="623441"/>
                </a:lnTo>
                <a:lnTo>
                  <a:pt x="97842" y="634008"/>
                </a:lnTo>
                <a:lnTo>
                  <a:pt x="98178" y="644575"/>
                </a:lnTo>
                <a:lnTo>
                  <a:pt x="97915" y="655142"/>
                </a:lnTo>
                <a:lnTo>
                  <a:pt x="97103" y="665708"/>
                </a:lnTo>
                <a:lnTo>
                  <a:pt x="95825" y="676275"/>
                </a:lnTo>
                <a:lnTo>
                  <a:pt x="94187" y="686842"/>
                </a:lnTo>
                <a:lnTo>
                  <a:pt x="92307" y="697409"/>
                </a:lnTo>
                <a:lnTo>
                  <a:pt x="90302" y="707976"/>
                </a:lnTo>
                <a:lnTo>
                  <a:pt x="88277" y="718543"/>
                </a:lnTo>
                <a:lnTo>
                  <a:pt x="86323" y="729109"/>
                </a:lnTo>
                <a:lnTo>
                  <a:pt x="84504" y="739676"/>
                </a:lnTo>
                <a:lnTo>
                  <a:pt x="82864" y="750243"/>
                </a:lnTo>
                <a:lnTo>
                  <a:pt x="81422" y="760810"/>
                </a:lnTo>
                <a:lnTo>
                  <a:pt x="80179" y="771377"/>
                </a:lnTo>
                <a:lnTo>
                  <a:pt x="79120" y="781943"/>
                </a:lnTo>
                <a:lnTo>
                  <a:pt x="78220" y="792510"/>
                </a:lnTo>
                <a:lnTo>
                  <a:pt x="77450" y="803077"/>
                </a:lnTo>
                <a:lnTo>
                  <a:pt x="76780" y="813644"/>
                </a:lnTo>
                <a:lnTo>
                  <a:pt x="76180" y="824211"/>
                </a:lnTo>
                <a:lnTo>
                  <a:pt x="75626" y="834777"/>
                </a:lnTo>
                <a:lnTo>
                  <a:pt x="75101" y="845344"/>
                </a:lnTo>
                <a:lnTo>
                  <a:pt x="74591" y="855911"/>
                </a:lnTo>
                <a:lnTo>
                  <a:pt x="74092" y="866478"/>
                </a:lnTo>
                <a:lnTo>
                  <a:pt x="73602" y="877045"/>
                </a:lnTo>
                <a:lnTo>
                  <a:pt x="73124" y="887611"/>
                </a:lnTo>
                <a:lnTo>
                  <a:pt x="72664" y="898178"/>
                </a:lnTo>
                <a:lnTo>
                  <a:pt x="72229" y="908745"/>
                </a:lnTo>
                <a:lnTo>
                  <a:pt x="71823" y="919312"/>
                </a:lnTo>
                <a:lnTo>
                  <a:pt x="71451" y="929879"/>
                </a:lnTo>
                <a:lnTo>
                  <a:pt x="71117" y="940445"/>
                </a:lnTo>
                <a:lnTo>
                  <a:pt x="70820" y="951012"/>
                </a:lnTo>
                <a:lnTo>
                  <a:pt x="70561" y="961579"/>
                </a:lnTo>
                <a:lnTo>
                  <a:pt x="70338" y="972146"/>
                </a:lnTo>
                <a:lnTo>
                  <a:pt x="70148" y="982713"/>
                </a:lnTo>
                <a:lnTo>
                  <a:pt x="69993" y="993279"/>
                </a:lnTo>
                <a:lnTo>
                  <a:pt x="69872" y="1003846"/>
                </a:lnTo>
                <a:lnTo>
                  <a:pt x="69789" y="1014413"/>
                </a:lnTo>
                <a:lnTo>
                  <a:pt x="69751" y="1024980"/>
                </a:lnTo>
                <a:lnTo>
                  <a:pt x="69769" y="1035547"/>
                </a:lnTo>
                <a:lnTo>
                  <a:pt x="69859" y="1046113"/>
                </a:lnTo>
                <a:lnTo>
                  <a:pt x="70044" y="1056680"/>
                </a:lnTo>
                <a:lnTo>
                  <a:pt x="70357" y="1067247"/>
                </a:lnTo>
                <a:lnTo>
                  <a:pt x="70839" y="1077814"/>
                </a:lnTo>
                <a:lnTo>
                  <a:pt x="71544" y="1088381"/>
                </a:lnTo>
                <a:lnTo>
                  <a:pt x="72534" y="1098947"/>
                </a:lnTo>
                <a:lnTo>
                  <a:pt x="73884" y="1109514"/>
                </a:lnTo>
                <a:lnTo>
                  <a:pt x="75669" y="1120081"/>
                </a:lnTo>
                <a:lnTo>
                  <a:pt x="77966" y="1130648"/>
                </a:lnTo>
                <a:lnTo>
                  <a:pt x="80837" y="1141215"/>
                </a:lnTo>
                <a:lnTo>
                  <a:pt x="84323" y="1151781"/>
                </a:lnTo>
                <a:lnTo>
                  <a:pt x="88427" y="1162348"/>
                </a:lnTo>
                <a:lnTo>
                  <a:pt x="93108" y="1172915"/>
                </a:lnTo>
                <a:lnTo>
                  <a:pt x="98266" y="1183482"/>
                </a:lnTo>
                <a:lnTo>
                  <a:pt x="103744" y="1194049"/>
                </a:lnTo>
                <a:lnTo>
                  <a:pt x="109327" y="1204615"/>
                </a:lnTo>
                <a:lnTo>
                  <a:pt x="114755" y="1215182"/>
                </a:lnTo>
                <a:lnTo>
                  <a:pt x="119742" y="1225749"/>
                </a:lnTo>
                <a:lnTo>
                  <a:pt x="123997" y="1236316"/>
                </a:lnTo>
                <a:lnTo>
                  <a:pt x="127254" y="1246883"/>
                </a:lnTo>
                <a:lnTo>
                  <a:pt x="129302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2" name="01_find_only_2251">
            <a:extLst>
              <a:ext uri="{FF2B5EF4-FFF2-40B4-BE49-F238E27FC236}">
                <a16:creationId xmlns:a16="http://schemas.microsoft.com/office/drawing/2014/main" id="{69E0B6EF-D117-4EDD-9B4A-0D2B36F40CF5}"/>
              </a:ext>
            </a:extLst>
          </p:cNvPr>
          <p:cNvSpPr>
            <a:spLocks noGrp="1"/>
          </p:cNvSpPr>
          <p:nvPr/>
        </p:nvSpPr>
        <p:spPr>
          <a:xfrm>
            <a:off x="248166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2906" y="1268016"/>
                </a:moveTo>
                <a:lnTo>
                  <a:pt x="47094" y="1268016"/>
                </a:lnTo>
                <a:lnTo>
                  <a:pt x="47268" y="1257449"/>
                </a:lnTo>
                <a:lnTo>
                  <a:pt x="47779" y="1246883"/>
                </a:lnTo>
                <a:lnTo>
                  <a:pt x="48591" y="1236316"/>
                </a:lnTo>
                <a:lnTo>
                  <a:pt x="49651" y="1225749"/>
                </a:lnTo>
                <a:lnTo>
                  <a:pt x="50893" y="1215182"/>
                </a:lnTo>
                <a:lnTo>
                  <a:pt x="52242" y="1204615"/>
                </a:lnTo>
                <a:lnTo>
                  <a:pt x="53629" y="1194049"/>
                </a:lnTo>
                <a:lnTo>
                  <a:pt x="54989" y="1183482"/>
                </a:lnTo>
                <a:lnTo>
                  <a:pt x="56270" y="1172915"/>
                </a:lnTo>
                <a:lnTo>
                  <a:pt x="57434" y="1162348"/>
                </a:lnTo>
                <a:lnTo>
                  <a:pt x="58460" y="1151781"/>
                </a:lnTo>
                <a:lnTo>
                  <a:pt x="59340" y="1141215"/>
                </a:lnTo>
                <a:lnTo>
                  <a:pt x="60076" y="1130648"/>
                </a:lnTo>
                <a:lnTo>
                  <a:pt x="60681" y="1120081"/>
                </a:lnTo>
                <a:lnTo>
                  <a:pt x="61171" y="1109514"/>
                </a:lnTo>
                <a:lnTo>
                  <a:pt x="61565" y="1098947"/>
                </a:lnTo>
                <a:lnTo>
                  <a:pt x="61881" y="1088381"/>
                </a:lnTo>
                <a:lnTo>
                  <a:pt x="62136" y="1077814"/>
                </a:lnTo>
                <a:lnTo>
                  <a:pt x="62342" y="1067247"/>
                </a:lnTo>
                <a:lnTo>
                  <a:pt x="62510" y="1056680"/>
                </a:lnTo>
                <a:lnTo>
                  <a:pt x="62647" y="1046113"/>
                </a:lnTo>
                <a:lnTo>
                  <a:pt x="62758" y="1035547"/>
                </a:lnTo>
                <a:lnTo>
                  <a:pt x="62847" y="1024980"/>
                </a:lnTo>
                <a:lnTo>
                  <a:pt x="62919" y="1014413"/>
                </a:lnTo>
                <a:lnTo>
                  <a:pt x="62976" y="1003846"/>
                </a:lnTo>
                <a:lnTo>
                  <a:pt x="63022" y="993279"/>
                </a:lnTo>
                <a:lnTo>
                  <a:pt x="63062" y="982713"/>
                </a:lnTo>
                <a:lnTo>
                  <a:pt x="63098" y="972146"/>
                </a:lnTo>
                <a:lnTo>
                  <a:pt x="63135" y="961579"/>
                </a:lnTo>
                <a:lnTo>
                  <a:pt x="63175" y="951012"/>
                </a:lnTo>
                <a:lnTo>
                  <a:pt x="63220" y="940445"/>
                </a:lnTo>
                <a:lnTo>
                  <a:pt x="63271" y="929879"/>
                </a:lnTo>
                <a:lnTo>
                  <a:pt x="63327" y="919312"/>
                </a:lnTo>
                <a:lnTo>
                  <a:pt x="63387" y="908745"/>
                </a:lnTo>
                <a:lnTo>
                  <a:pt x="63446" y="898178"/>
                </a:lnTo>
                <a:lnTo>
                  <a:pt x="63501" y="887611"/>
                </a:lnTo>
                <a:lnTo>
                  <a:pt x="63548" y="877045"/>
                </a:lnTo>
                <a:lnTo>
                  <a:pt x="63581" y="866478"/>
                </a:lnTo>
                <a:lnTo>
                  <a:pt x="63596" y="855911"/>
                </a:lnTo>
                <a:lnTo>
                  <a:pt x="63588" y="845344"/>
                </a:lnTo>
                <a:lnTo>
                  <a:pt x="63555" y="834777"/>
                </a:lnTo>
                <a:lnTo>
                  <a:pt x="63494" y="824211"/>
                </a:lnTo>
                <a:lnTo>
                  <a:pt x="63404" y="813644"/>
                </a:lnTo>
                <a:lnTo>
                  <a:pt x="63288" y="803077"/>
                </a:lnTo>
                <a:lnTo>
                  <a:pt x="63145" y="792510"/>
                </a:lnTo>
                <a:lnTo>
                  <a:pt x="62979" y="781943"/>
                </a:lnTo>
                <a:lnTo>
                  <a:pt x="62794" y="771377"/>
                </a:lnTo>
                <a:lnTo>
                  <a:pt x="62593" y="760810"/>
                </a:lnTo>
                <a:lnTo>
                  <a:pt x="62382" y="750243"/>
                </a:lnTo>
                <a:lnTo>
                  <a:pt x="62165" y="739676"/>
                </a:lnTo>
                <a:lnTo>
                  <a:pt x="61947" y="729109"/>
                </a:lnTo>
                <a:lnTo>
                  <a:pt x="61734" y="718543"/>
                </a:lnTo>
                <a:lnTo>
                  <a:pt x="61533" y="707976"/>
                </a:lnTo>
                <a:lnTo>
                  <a:pt x="61350" y="697409"/>
                </a:lnTo>
                <a:lnTo>
                  <a:pt x="61193" y="686842"/>
                </a:lnTo>
                <a:lnTo>
                  <a:pt x="61070" y="676275"/>
                </a:lnTo>
                <a:lnTo>
                  <a:pt x="60986" y="665708"/>
                </a:lnTo>
                <a:lnTo>
                  <a:pt x="60947" y="655142"/>
                </a:lnTo>
                <a:lnTo>
                  <a:pt x="60955" y="644575"/>
                </a:lnTo>
                <a:lnTo>
                  <a:pt x="61011" y="634008"/>
                </a:lnTo>
                <a:lnTo>
                  <a:pt x="61108" y="623441"/>
                </a:lnTo>
                <a:lnTo>
                  <a:pt x="61241" y="612874"/>
                </a:lnTo>
                <a:lnTo>
                  <a:pt x="61398" y="602308"/>
                </a:lnTo>
                <a:lnTo>
                  <a:pt x="61564" y="591741"/>
                </a:lnTo>
                <a:lnTo>
                  <a:pt x="61727" y="581174"/>
                </a:lnTo>
                <a:lnTo>
                  <a:pt x="61870" y="570607"/>
                </a:lnTo>
                <a:lnTo>
                  <a:pt x="61982" y="560040"/>
                </a:lnTo>
                <a:lnTo>
                  <a:pt x="62051" y="549474"/>
                </a:lnTo>
                <a:lnTo>
                  <a:pt x="62073" y="538907"/>
                </a:lnTo>
                <a:lnTo>
                  <a:pt x="62043" y="528340"/>
                </a:lnTo>
                <a:lnTo>
                  <a:pt x="61963" y="517773"/>
                </a:lnTo>
                <a:lnTo>
                  <a:pt x="61840" y="507206"/>
                </a:lnTo>
                <a:lnTo>
                  <a:pt x="61679" y="496640"/>
                </a:lnTo>
                <a:lnTo>
                  <a:pt x="61493" y="486073"/>
                </a:lnTo>
                <a:lnTo>
                  <a:pt x="61290" y="475506"/>
                </a:lnTo>
                <a:lnTo>
                  <a:pt x="61081" y="464939"/>
                </a:lnTo>
                <a:lnTo>
                  <a:pt x="60876" y="454372"/>
                </a:lnTo>
                <a:lnTo>
                  <a:pt x="60682" y="443806"/>
                </a:lnTo>
                <a:lnTo>
                  <a:pt x="60506" y="433239"/>
                </a:lnTo>
                <a:lnTo>
                  <a:pt x="60352" y="422672"/>
                </a:lnTo>
                <a:lnTo>
                  <a:pt x="60222" y="412105"/>
                </a:lnTo>
                <a:lnTo>
                  <a:pt x="60119" y="401538"/>
                </a:lnTo>
                <a:lnTo>
                  <a:pt x="60045" y="390972"/>
                </a:lnTo>
                <a:lnTo>
                  <a:pt x="60000" y="380405"/>
                </a:lnTo>
                <a:lnTo>
                  <a:pt x="59987" y="369838"/>
                </a:lnTo>
                <a:lnTo>
                  <a:pt x="60010" y="359271"/>
                </a:lnTo>
                <a:lnTo>
                  <a:pt x="60071" y="348704"/>
                </a:lnTo>
                <a:lnTo>
                  <a:pt x="60172" y="338138"/>
                </a:lnTo>
                <a:lnTo>
                  <a:pt x="60316" y="327571"/>
                </a:lnTo>
                <a:lnTo>
                  <a:pt x="60504" y="317004"/>
                </a:lnTo>
                <a:lnTo>
                  <a:pt x="60731" y="306437"/>
                </a:lnTo>
                <a:lnTo>
                  <a:pt x="60994" y="295870"/>
                </a:lnTo>
                <a:lnTo>
                  <a:pt x="61282" y="285304"/>
                </a:lnTo>
                <a:lnTo>
                  <a:pt x="61586" y="274737"/>
                </a:lnTo>
                <a:lnTo>
                  <a:pt x="61889" y="264170"/>
                </a:lnTo>
                <a:lnTo>
                  <a:pt x="62174" y="253603"/>
                </a:lnTo>
                <a:lnTo>
                  <a:pt x="62423" y="243036"/>
                </a:lnTo>
                <a:lnTo>
                  <a:pt x="62611" y="232470"/>
                </a:lnTo>
                <a:lnTo>
                  <a:pt x="62713" y="221903"/>
                </a:lnTo>
                <a:lnTo>
                  <a:pt x="62696" y="211336"/>
                </a:lnTo>
                <a:lnTo>
                  <a:pt x="62523" y="200769"/>
                </a:lnTo>
                <a:lnTo>
                  <a:pt x="62147" y="190202"/>
                </a:lnTo>
                <a:lnTo>
                  <a:pt x="61511" y="179636"/>
                </a:lnTo>
                <a:lnTo>
                  <a:pt x="60547" y="169069"/>
                </a:lnTo>
                <a:lnTo>
                  <a:pt x="59182" y="158502"/>
                </a:lnTo>
                <a:lnTo>
                  <a:pt x="57336" y="147935"/>
                </a:lnTo>
                <a:lnTo>
                  <a:pt x="54934" y="137368"/>
                </a:lnTo>
                <a:lnTo>
                  <a:pt x="51912" y="126802"/>
                </a:lnTo>
                <a:lnTo>
                  <a:pt x="48232" y="116235"/>
                </a:lnTo>
                <a:lnTo>
                  <a:pt x="43894" y="105668"/>
                </a:lnTo>
                <a:lnTo>
                  <a:pt x="38945" y="95101"/>
                </a:lnTo>
                <a:lnTo>
                  <a:pt x="33492" y="84534"/>
                </a:lnTo>
                <a:lnTo>
                  <a:pt x="27704" y="73968"/>
                </a:lnTo>
                <a:lnTo>
                  <a:pt x="21808" y="63401"/>
                </a:lnTo>
                <a:lnTo>
                  <a:pt x="16078" y="52834"/>
                </a:lnTo>
                <a:lnTo>
                  <a:pt x="10817" y="42267"/>
                </a:lnTo>
                <a:lnTo>
                  <a:pt x="6329" y="31700"/>
                </a:lnTo>
                <a:lnTo>
                  <a:pt x="2894" y="21134"/>
                </a:lnTo>
                <a:lnTo>
                  <a:pt x="73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4" y="10567"/>
                </a:lnTo>
                <a:lnTo>
                  <a:pt x="127106" y="21134"/>
                </a:lnTo>
                <a:lnTo>
                  <a:pt x="123671" y="31700"/>
                </a:lnTo>
                <a:lnTo>
                  <a:pt x="119183" y="42267"/>
                </a:lnTo>
                <a:lnTo>
                  <a:pt x="113922" y="52834"/>
                </a:lnTo>
                <a:lnTo>
                  <a:pt x="108192" y="63401"/>
                </a:lnTo>
                <a:lnTo>
                  <a:pt x="102296" y="73968"/>
                </a:lnTo>
                <a:lnTo>
                  <a:pt x="96508" y="84534"/>
                </a:lnTo>
                <a:lnTo>
                  <a:pt x="91055" y="95101"/>
                </a:lnTo>
                <a:lnTo>
                  <a:pt x="86106" y="105668"/>
                </a:lnTo>
                <a:lnTo>
                  <a:pt x="81768" y="116235"/>
                </a:lnTo>
                <a:lnTo>
                  <a:pt x="78088" y="126802"/>
                </a:lnTo>
                <a:lnTo>
                  <a:pt x="75066" y="137368"/>
                </a:lnTo>
                <a:lnTo>
                  <a:pt x="72664" y="147935"/>
                </a:lnTo>
                <a:lnTo>
                  <a:pt x="70818" y="158502"/>
                </a:lnTo>
                <a:lnTo>
                  <a:pt x="69453" y="169069"/>
                </a:lnTo>
                <a:lnTo>
                  <a:pt x="68489" y="179636"/>
                </a:lnTo>
                <a:lnTo>
                  <a:pt x="67853" y="190202"/>
                </a:lnTo>
                <a:lnTo>
                  <a:pt x="67477" y="200769"/>
                </a:lnTo>
                <a:lnTo>
                  <a:pt x="67304" y="211336"/>
                </a:lnTo>
                <a:lnTo>
                  <a:pt x="67287" y="221903"/>
                </a:lnTo>
                <a:lnTo>
                  <a:pt x="67389" y="232470"/>
                </a:lnTo>
                <a:lnTo>
                  <a:pt x="67577" y="243036"/>
                </a:lnTo>
                <a:lnTo>
                  <a:pt x="67826" y="253603"/>
                </a:lnTo>
                <a:lnTo>
                  <a:pt x="68111" y="264170"/>
                </a:lnTo>
                <a:lnTo>
                  <a:pt x="68414" y="274737"/>
                </a:lnTo>
                <a:lnTo>
                  <a:pt x="68718" y="285304"/>
                </a:lnTo>
                <a:lnTo>
                  <a:pt x="69006" y="295870"/>
                </a:lnTo>
                <a:lnTo>
                  <a:pt x="69269" y="306437"/>
                </a:lnTo>
                <a:lnTo>
                  <a:pt x="69496" y="317004"/>
                </a:lnTo>
                <a:lnTo>
                  <a:pt x="69684" y="327571"/>
                </a:lnTo>
                <a:lnTo>
                  <a:pt x="69828" y="338138"/>
                </a:lnTo>
                <a:lnTo>
                  <a:pt x="69929" y="348704"/>
                </a:lnTo>
                <a:lnTo>
                  <a:pt x="69990" y="359271"/>
                </a:lnTo>
                <a:lnTo>
                  <a:pt x="70013" y="369838"/>
                </a:lnTo>
                <a:lnTo>
                  <a:pt x="70000" y="380405"/>
                </a:lnTo>
                <a:lnTo>
                  <a:pt x="69955" y="390972"/>
                </a:lnTo>
                <a:lnTo>
                  <a:pt x="69881" y="401538"/>
                </a:lnTo>
                <a:lnTo>
                  <a:pt x="69778" y="412105"/>
                </a:lnTo>
                <a:lnTo>
                  <a:pt x="69648" y="422672"/>
                </a:lnTo>
                <a:lnTo>
                  <a:pt x="69494" y="433239"/>
                </a:lnTo>
                <a:lnTo>
                  <a:pt x="69318" y="443806"/>
                </a:lnTo>
                <a:lnTo>
                  <a:pt x="69124" y="454372"/>
                </a:lnTo>
                <a:lnTo>
                  <a:pt x="68919" y="464939"/>
                </a:lnTo>
                <a:lnTo>
                  <a:pt x="68710" y="475506"/>
                </a:lnTo>
                <a:lnTo>
                  <a:pt x="68507" y="486073"/>
                </a:lnTo>
                <a:lnTo>
                  <a:pt x="68321" y="496640"/>
                </a:lnTo>
                <a:lnTo>
                  <a:pt x="68160" y="507206"/>
                </a:lnTo>
                <a:lnTo>
                  <a:pt x="68037" y="517773"/>
                </a:lnTo>
                <a:lnTo>
                  <a:pt x="67957" y="528340"/>
                </a:lnTo>
                <a:lnTo>
                  <a:pt x="67927" y="538907"/>
                </a:lnTo>
                <a:lnTo>
                  <a:pt x="67949" y="549474"/>
                </a:lnTo>
                <a:lnTo>
                  <a:pt x="68018" y="560040"/>
                </a:lnTo>
                <a:lnTo>
                  <a:pt x="68130" y="570607"/>
                </a:lnTo>
                <a:lnTo>
                  <a:pt x="68273" y="581174"/>
                </a:lnTo>
                <a:lnTo>
                  <a:pt x="68436" y="591741"/>
                </a:lnTo>
                <a:lnTo>
                  <a:pt x="68602" y="602308"/>
                </a:lnTo>
                <a:lnTo>
                  <a:pt x="68759" y="612874"/>
                </a:lnTo>
                <a:lnTo>
                  <a:pt x="68892" y="623441"/>
                </a:lnTo>
                <a:lnTo>
                  <a:pt x="68989" y="634008"/>
                </a:lnTo>
                <a:lnTo>
                  <a:pt x="69045" y="644575"/>
                </a:lnTo>
                <a:lnTo>
                  <a:pt x="69053" y="655142"/>
                </a:lnTo>
                <a:lnTo>
                  <a:pt x="69014" y="665708"/>
                </a:lnTo>
                <a:lnTo>
                  <a:pt x="68930" y="676275"/>
                </a:lnTo>
                <a:lnTo>
                  <a:pt x="68807" y="686842"/>
                </a:lnTo>
                <a:lnTo>
                  <a:pt x="68650" y="697409"/>
                </a:lnTo>
                <a:lnTo>
                  <a:pt x="68467" y="707976"/>
                </a:lnTo>
                <a:lnTo>
                  <a:pt x="68266" y="718543"/>
                </a:lnTo>
                <a:lnTo>
                  <a:pt x="68053" y="729109"/>
                </a:lnTo>
                <a:lnTo>
                  <a:pt x="67835" y="739676"/>
                </a:lnTo>
                <a:lnTo>
                  <a:pt x="67618" y="750243"/>
                </a:lnTo>
                <a:lnTo>
                  <a:pt x="67407" y="760810"/>
                </a:lnTo>
                <a:lnTo>
                  <a:pt x="67206" y="771377"/>
                </a:lnTo>
                <a:lnTo>
                  <a:pt x="67021" y="781943"/>
                </a:lnTo>
                <a:lnTo>
                  <a:pt x="66855" y="792510"/>
                </a:lnTo>
                <a:lnTo>
                  <a:pt x="66712" y="803077"/>
                </a:lnTo>
                <a:lnTo>
                  <a:pt x="66595" y="813644"/>
                </a:lnTo>
                <a:lnTo>
                  <a:pt x="66506" y="824211"/>
                </a:lnTo>
                <a:lnTo>
                  <a:pt x="66445" y="834777"/>
                </a:lnTo>
                <a:lnTo>
                  <a:pt x="66412" y="845344"/>
                </a:lnTo>
                <a:lnTo>
                  <a:pt x="66404" y="855911"/>
                </a:lnTo>
                <a:lnTo>
                  <a:pt x="66419" y="866478"/>
                </a:lnTo>
                <a:lnTo>
                  <a:pt x="66452" y="877045"/>
                </a:lnTo>
                <a:lnTo>
                  <a:pt x="66499" y="887611"/>
                </a:lnTo>
                <a:lnTo>
                  <a:pt x="66554" y="898178"/>
                </a:lnTo>
                <a:lnTo>
                  <a:pt x="66613" y="908745"/>
                </a:lnTo>
                <a:lnTo>
                  <a:pt x="66673" y="919312"/>
                </a:lnTo>
                <a:lnTo>
                  <a:pt x="66729" y="929879"/>
                </a:lnTo>
                <a:lnTo>
                  <a:pt x="66780" y="940445"/>
                </a:lnTo>
                <a:lnTo>
                  <a:pt x="66825" y="951012"/>
                </a:lnTo>
                <a:lnTo>
                  <a:pt x="66865" y="961579"/>
                </a:lnTo>
                <a:lnTo>
                  <a:pt x="66902" y="972146"/>
                </a:lnTo>
                <a:lnTo>
                  <a:pt x="66938" y="982713"/>
                </a:lnTo>
                <a:lnTo>
                  <a:pt x="66978" y="993279"/>
                </a:lnTo>
                <a:lnTo>
                  <a:pt x="67024" y="1003846"/>
                </a:lnTo>
                <a:lnTo>
                  <a:pt x="67081" y="1014413"/>
                </a:lnTo>
                <a:lnTo>
                  <a:pt x="67153" y="1024980"/>
                </a:lnTo>
                <a:lnTo>
                  <a:pt x="67242" y="1035547"/>
                </a:lnTo>
                <a:lnTo>
                  <a:pt x="67353" y="1046113"/>
                </a:lnTo>
                <a:lnTo>
                  <a:pt x="67490" y="1056680"/>
                </a:lnTo>
                <a:lnTo>
                  <a:pt x="67658" y="1067247"/>
                </a:lnTo>
                <a:lnTo>
                  <a:pt x="67864" y="1077814"/>
                </a:lnTo>
                <a:lnTo>
                  <a:pt x="68119" y="1088381"/>
                </a:lnTo>
                <a:lnTo>
                  <a:pt x="68435" y="1098947"/>
                </a:lnTo>
                <a:lnTo>
                  <a:pt x="68829" y="1109514"/>
                </a:lnTo>
                <a:lnTo>
                  <a:pt x="69319" y="1120081"/>
                </a:lnTo>
                <a:lnTo>
                  <a:pt x="69924" y="1130648"/>
                </a:lnTo>
                <a:lnTo>
                  <a:pt x="70660" y="1141215"/>
                </a:lnTo>
                <a:lnTo>
                  <a:pt x="71540" y="1151781"/>
                </a:lnTo>
                <a:lnTo>
                  <a:pt x="72566" y="1162348"/>
                </a:lnTo>
                <a:lnTo>
                  <a:pt x="73730" y="1172915"/>
                </a:lnTo>
                <a:lnTo>
                  <a:pt x="75011" y="1183482"/>
                </a:lnTo>
                <a:lnTo>
                  <a:pt x="76371" y="1194049"/>
                </a:lnTo>
                <a:lnTo>
                  <a:pt x="77758" y="1204615"/>
                </a:lnTo>
                <a:lnTo>
                  <a:pt x="79107" y="1215182"/>
                </a:lnTo>
                <a:lnTo>
                  <a:pt x="80349" y="1225749"/>
                </a:lnTo>
                <a:lnTo>
                  <a:pt x="81409" y="1236316"/>
                </a:lnTo>
                <a:lnTo>
                  <a:pt x="82221" y="1246883"/>
                </a:lnTo>
                <a:lnTo>
                  <a:pt x="82732" y="1257449"/>
                </a:lnTo>
                <a:lnTo>
                  <a:pt x="82906" y="1268016"/>
                </a:lnTo>
                <a:lnTo>
                  <a:pt x="8290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3" name="01_find_only_2252">
            <a:extLst>
              <a:ext uri="{FF2B5EF4-FFF2-40B4-BE49-F238E27FC236}">
                <a16:creationId xmlns:a16="http://schemas.microsoft.com/office/drawing/2014/main" id="{DC5ED15B-7217-4791-872C-CDA97F7FF959}"/>
              </a:ext>
            </a:extLst>
          </p:cNvPr>
          <p:cNvSpPr>
            <a:spLocks noGrp="1"/>
          </p:cNvSpPr>
          <p:nvPr/>
        </p:nvSpPr>
        <p:spPr>
          <a:xfrm>
            <a:off x="2990939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1629" y="1268016"/>
                </a:moveTo>
                <a:lnTo>
                  <a:pt x="48371" y="1268016"/>
                </a:lnTo>
                <a:lnTo>
                  <a:pt x="48533" y="1257449"/>
                </a:lnTo>
                <a:lnTo>
                  <a:pt x="49007" y="1246883"/>
                </a:lnTo>
                <a:lnTo>
                  <a:pt x="49762" y="1236316"/>
                </a:lnTo>
                <a:lnTo>
                  <a:pt x="50746" y="1225749"/>
                </a:lnTo>
                <a:lnTo>
                  <a:pt x="51899" y="1215182"/>
                </a:lnTo>
                <a:lnTo>
                  <a:pt x="53152" y="1204615"/>
                </a:lnTo>
                <a:lnTo>
                  <a:pt x="54440" y="1194049"/>
                </a:lnTo>
                <a:lnTo>
                  <a:pt x="55703" y="1183482"/>
                </a:lnTo>
                <a:lnTo>
                  <a:pt x="56893" y="1172915"/>
                </a:lnTo>
                <a:lnTo>
                  <a:pt x="57974" y="1162348"/>
                </a:lnTo>
                <a:lnTo>
                  <a:pt x="58927" y="1151781"/>
                </a:lnTo>
                <a:lnTo>
                  <a:pt x="59743" y="1141215"/>
                </a:lnTo>
                <a:lnTo>
                  <a:pt x="60427" y="1130648"/>
                </a:lnTo>
                <a:lnTo>
                  <a:pt x="60989" y="1120081"/>
                </a:lnTo>
                <a:lnTo>
                  <a:pt x="61444" y="1109514"/>
                </a:lnTo>
                <a:lnTo>
                  <a:pt x="61810" y="1098947"/>
                </a:lnTo>
                <a:lnTo>
                  <a:pt x="62104" y="1088381"/>
                </a:lnTo>
                <a:lnTo>
                  <a:pt x="62340" y="1077814"/>
                </a:lnTo>
                <a:lnTo>
                  <a:pt x="62532" y="1067247"/>
                </a:lnTo>
                <a:lnTo>
                  <a:pt x="62688" y="1056680"/>
                </a:lnTo>
                <a:lnTo>
                  <a:pt x="62815" y="1046113"/>
                </a:lnTo>
                <a:lnTo>
                  <a:pt x="62918" y="1035547"/>
                </a:lnTo>
                <a:lnTo>
                  <a:pt x="63001" y="1024980"/>
                </a:lnTo>
                <a:lnTo>
                  <a:pt x="63067" y="1014413"/>
                </a:lnTo>
                <a:lnTo>
                  <a:pt x="63120" y="1003846"/>
                </a:lnTo>
                <a:lnTo>
                  <a:pt x="63163" y="993279"/>
                </a:lnTo>
                <a:lnTo>
                  <a:pt x="63200" y="982713"/>
                </a:lnTo>
                <a:lnTo>
                  <a:pt x="63234" y="972146"/>
                </a:lnTo>
                <a:lnTo>
                  <a:pt x="63268" y="961579"/>
                </a:lnTo>
                <a:lnTo>
                  <a:pt x="63305" y="951012"/>
                </a:lnTo>
                <a:lnTo>
                  <a:pt x="63347" y="940445"/>
                </a:lnTo>
                <a:lnTo>
                  <a:pt x="63395" y="929879"/>
                </a:lnTo>
                <a:lnTo>
                  <a:pt x="63447" y="919312"/>
                </a:lnTo>
                <a:lnTo>
                  <a:pt x="63502" y="908745"/>
                </a:lnTo>
                <a:lnTo>
                  <a:pt x="63558" y="898178"/>
                </a:lnTo>
                <a:lnTo>
                  <a:pt x="63610" y="887611"/>
                </a:lnTo>
                <a:lnTo>
                  <a:pt x="63654" y="877045"/>
                </a:lnTo>
                <a:lnTo>
                  <a:pt x="63687" y="866478"/>
                </a:lnTo>
                <a:lnTo>
                  <a:pt x="63703" y="855911"/>
                </a:lnTo>
                <a:lnTo>
                  <a:pt x="63701" y="845344"/>
                </a:lnTo>
                <a:lnTo>
                  <a:pt x="63676" y="834777"/>
                </a:lnTo>
                <a:lnTo>
                  <a:pt x="63629" y="824211"/>
                </a:lnTo>
                <a:lnTo>
                  <a:pt x="63560" y="813644"/>
                </a:lnTo>
                <a:lnTo>
                  <a:pt x="63471" y="803077"/>
                </a:lnTo>
                <a:lnTo>
                  <a:pt x="63365" y="792510"/>
                </a:lnTo>
                <a:lnTo>
                  <a:pt x="63245" y="781943"/>
                </a:lnTo>
                <a:lnTo>
                  <a:pt x="63118" y="771377"/>
                </a:lnTo>
                <a:lnTo>
                  <a:pt x="62987" y="760810"/>
                </a:lnTo>
                <a:lnTo>
                  <a:pt x="62858" y="750243"/>
                </a:lnTo>
                <a:lnTo>
                  <a:pt x="62735" y="739676"/>
                </a:lnTo>
                <a:lnTo>
                  <a:pt x="62622" y="729109"/>
                </a:lnTo>
                <a:lnTo>
                  <a:pt x="62523" y="718543"/>
                </a:lnTo>
                <a:lnTo>
                  <a:pt x="62441" y="707976"/>
                </a:lnTo>
                <a:lnTo>
                  <a:pt x="62377" y="697409"/>
                </a:lnTo>
                <a:lnTo>
                  <a:pt x="62335" y="686842"/>
                </a:lnTo>
                <a:lnTo>
                  <a:pt x="62315" y="676275"/>
                </a:lnTo>
                <a:lnTo>
                  <a:pt x="62318" y="665708"/>
                </a:lnTo>
                <a:lnTo>
                  <a:pt x="62343" y="655142"/>
                </a:lnTo>
                <a:lnTo>
                  <a:pt x="62390" y="644575"/>
                </a:lnTo>
                <a:lnTo>
                  <a:pt x="62454" y="634008"/>
                </a:lnTo>
                <a:lnTo>
                  <a:pt x="62532" y="623441"/>
                </a:lnTo>
                <a:lnTo>
                  <a:pt x="62616" y="612874"/>
                </a:lnTo>
                <a:lnTo>
                  <a:pt x="62700" y="602308"/>
                </a:lnTo>
                <a:lnTo>
                  <a:pt x="62774" y="591741"/>
                </a:lnTo>
                <a:lnTo>
                  <a:pt x="62831" y="581174"/>
                </a:lnTo>
                <a:lnTo>
                  <a:pt x="62861" y="570607"/>
                </a:lnTo>
                <a:lnTo>
                  <a:pt x="62859" y="560040"/>
                </a:lnTo>
                <a:lnTo>
                  <a:pt x="62821" y="549474"/>
                </a:lnTo>
                <a:lnTo>
                  <a:pt x="62744" y="538907"/>
                </a:lnTo>
                <a:lnTo>
                  <a:pt x="62630" y="528340"/>
                </a:lnTo>
                <a:lnTo>
                  <a:pt x="62482" y="517773"/>
                </a:lnTo>
                <a:lnTo>
                  <a:pt x="62307" y="507206"/>
                </a:lnTo>
                <a:lnTo>
                  <a:pt x="62113" y="496640"/>
                </a:lnTo>
                <a:lnTo>
                  <a:pt x="61910" y="486073"/>
                </a:lnTo>
                <a:lnTo>
                  <a:pt x="61707" y="475506"/>
                </a:lnTo>
                <a:lnTo>
                  <a:pt x="61513" y="464939"/>
                </a:lnTo>
                <a:lnTo>
                  <a:pt x="61339" y="454372"/>
                </a:lnTo>
                <a:lnTo>
                  <a:pt x="61190" y="443806"/>
                </a:lnTo>
                <a:lnTo>
                  <a:pt x="61073" y="433239"/>
                </a:lnTo>
                <a:lnTo>
                  <a:pt x="60990" y="422672"/>
                </a:lnTo>
                <a:lnTo>
                  <a:pt x="60944" y="412105"/>
                </a:lnTo>
                <a:lnTo>
                  <a:pt x="60934" y="401538"/>
                </a:lnTo>
                <a:lnTo>
                  <a:pt x="60960" y="390972"/>
                </a:lnTo>
                <a:lnTo>
                  <a:pt x="61020" y="380405"/>
                </a:lnTo>
                <a:lnTo>
                  <a:pt x="61111" y="369838"/>
                </a:lnTo>
                <a:lnTo>
                  <a:pt x="61232" y="359271"/>
                </a:lnTo>
                <a:lnTo>
                  <a:pt x="61380" y="348704"/>
                </a:lnTo>
                <a:lnTo>
                  <a:pt x="61552" y="338138"/>
                </a:lnTo>
                <a:lnTo>
                  <a:pt x="61746" y="327571"/>
                </a:lnTo>
                <a:lnTo>
                  <a:pt x="61957" y="317004"/>
                </a:lnTo>
                <a:lnTo>
                  <a:pt x="62181" y="306437"/>
                </a:lnTo>
                <a:lnTo>
                  <a:pt x="62412" y="295870"/>
                </a:lnTo>
                <a:lnTo>
                  <a:pt x="62642" y="285304"/>
                </a:lnTo>
                <a:lnTo>
                  <a:pt x="62863" y="274737"/>
                </a:lnTo>
                <a:lnTo>
                  <a:pt x="63065" y="264170"/>
                </a:lnTo>
                <a:lnTo>
                  <a:pt x="63235" y="253603"/>
                </a:lnTo>
                <a:lnTo>
                  <a:pt x="63361" y="243036"/>
                </a:lnTo>
                <a:lnTo>
                  <a:pt x="63425" y="232470"/>
                </a:lnTo>
                <a:lnTo>
                  <a:pt x="63405" y="221903"/>
                </a:lnTo>
                <a:lnTo>
                  <a:pt x="63276" y="211336"/>
                </a:lnTo>
                <a:lnTo>
                  <a:pt x="63000" y="200769"/>
                </a:lnTo>
                <a:lnTo>
                  <a:pt x="62533" y="190202"/>
                </a:lnTo>
                <a:lnTo>
                  <a:pt x="61819" y="179636"/>
                </a:lnTo>
                <a:lnTo>
                  <a:pt x="60791" y="169069"/>
                </a:lnTo>
                <a:lnTo>
                  <a:pt x="59373" y="158502"/>
                </a:lnTo>
                <a:lnTo>
                  <a:pt x="57486" y="147935"/>
                </a:lnTo>
                <a:lnTo>
                  <a:pt x="55050" y="137368"/>
                </a:lnTo>
                <a:lnTo>
                  <a:pt x="52002" y="126802"/>
                </a:lnTo>
                <a:lnTo>
                  <a:pt x="48303" y="116235"/>
                </a:lnTo>
                <a:lnTo>
                  <a:pt x="43948" y="105668"/>
                </a:lnTo>
                <a:lnTo>
                  <a:pt x="38987" y="95101"/>
                </a:lnTo>
                <a:lnTo>
                  <a:pt x="33524" y="84534"/>
                </a:lnTo>
                <a:lnTo>
                  <a:pt x="27728" y="73968"/>
                </a:lnTo>
                <a:lnTo>
                  <a:pt x="21825" y="63401"/>
                </a:lnTo>
                <a:lnTo>
                  <a:pt x="16090" y="52834"/>
                </a:lnTo>
                <a:lnTo>
                  <a:pt x="10824" y="42267"/>
                </a:lnTo>
                <a:lnTo>
                  <a:pt x="6333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7" y="31700"/>
                </a:lnTo>
                <a:lnTo>
                  <a:pt x="119176" y="42267"/>
                </a:lnTo>
                <a:lnTo>
                  <a:pt x="113911" y="52834"/>
                </a:lnTo>
                <a:lnTo>
                  <a:pt x="108175" y="63401"/>
                </a:lnTo>
                <a:lnTo>
                  <a:pt x="102272" y="73968"/>
                </a:lnTo>
                <a:lnTo>
                  <a:pt x="96476" y="84534"/>
                </a:lnTo>
                <a:lnTo>
                  <a:pt x="91013" y="95101"/>
                </a:lnTo>
                <a:lnTo>
                  <a:pt x="86052" y="105668"/>
                </a:lnTo>
                <a:lnTo>
                  <a:pt x="81697" y="116235"/>
                </a:lnTo>
                <a:lnTo>
                  <a:pt x="77998" y="126802"/>
                </a:lnTo>
                <a:lnTo>
                  <a:pt x="74950" y="137368"/>
                </a:lnTo>
                <a:lnTo>
                  <a:pt x="72514" y="147935"/>
                </a:lnTo>
                <a:lnTo>
                  <a:pt x="70627" y="158502"/>
                </a:lnTo>
                <a:lnTo>
                  <a:pt x="69209" y="169069"/>
                </a:lnTo>
                <a:lnTo>
                  <a:pt x="68181" y="179636"/>
                </a:lnTo>
                <a:lnTo>
                  <a:pt x="67467" y="190202"/>
                </a:lnTo>
                <a:lnTo>
                  <a:pt x="67000" y="200769"/>
                </a:lnTo>
                <a:lnTo>
                  <a:pt x="66724" y="211336"/>
                </a:lnTo>
                <a:lnTo>
                  <a:pt x="66595" y="221903"/>
                </a:lnTo>
                <a:lnTo>
                  <a:pt x="66575" y="232470"/>
                </a:lnTo>
                <a:lnTo>
                  <a:pt x="66639" y="243036"/>
                </a:lnTo>
                <a:lnTo>
                  <a:pt x="66765" y="253603"/>
                </a:lnTo>
                <a:lnTo>
                  <a:pt x="66935" y="264170"/>
                </a:lnTo>
                <a:lnTo>
                  <a:pt x="67137" y="274737"/>
                </a:lnTo>
                <a:lnTo>
                  <a:pt x="67358" y="285304"/>
                </a:lnTo>
                <a:lnTo>
                  <a:pt x="67588" y="295870"/>
                </a:lnTo>
                <a:lnTo>
                  <a:pt x="67819" y="306437"/>
                </a:lnTo>
                <a:lnTo>
                  <a:pt x="68043" y="317004"/>
                </a:lnTo>
                <a:lnTo>
                  <a:pt x="68254" y="327571"/>
                </a:lnTo>
                <a:lnTo>
                  <a:pt x="68448" y="338138"/>
                </a:lnTo>
                <a:lnTo>
                  <a:pt x="68620" y="348704"/>
                </a:lnTo>
                <a:lnTo>
                  <a:pt x="68768" y="359271"/>
                </a:lnTo>
                <a:lnTo>
                  <a:pt x="68889" y="369838"/>
                </a:lnTo>
                <a:lnTo>
                  <a:pt x="68980" y="380405"/>
                </a:lnTo>
                <a:lnTo>
                  <a:pt x="69040" y="390972"/>
                </a:lnTo>
                <a:lnTo>
                  <a:pt x="69066" y="401538"/>
                </a:lnTo>
                <a:lnTo>
                  <a:pt x="69056" y="412105"/>
                </a:lnTo>
                <a:lnTo>
                  <a:pt x="69010" y="422672"/>
                </a:lnTo>
                <a:lnTo>
                  <a:pt x="68927" y="433239"/>
                </a:lnTo>
                <a:lnTo>
                  <a:pt x="68810" y="443806"/>
                </a:lnTo>
                <a:lnTo>
                  <a:pt x="68661" y="454372"/>
                </a:lnTo>
                <a:lnTo>
                  <a:pt x="68487" y="464939"/>
                </a:lnTo>
                <a:lnTo>
                  <a:pt x="68293" y="475506"/>
                </a:lnTo>
                <a:lnTo>
                  <a:pt x="68090" y="486073"/>
                </a:lnTo>
                <a:lnTo>
                  <a:pt x="67887" y="496640"/>
                </a:lnTo>
                <a:lnTo>
                  <a:pt x="67693" y="507206"/>
                </a:lnTo>
                <a:lnTo>
                  <a:pt x="67518" y="517773"/>
                </a:lnTo>
                <a:lnTo>
                  <a:pt x="67370" y="528340"/>
                </a:lnTo>
                <a:lnTo>
                  <a:pt x="67256" y="538907"/>
                </a:lnTo>
                <a:lnTo>
                  <a:pt x="67179" y="549474"/>
                </a:lnTo>
                <a:lnTo>
                  <a:pt x="67141" y="560040"/>
                </a:lnTo>
                <a:lnTo>
                  <a:pt x="67139" y="570607"/>
                </a:lnTo>
                <a:lnTo>
                  <a:pt x="67169" y="581174"/>
                </a:lnTo>
                <a:lnTo>
                  <a:pt x="67226" y="591741"/>
                </a:lnTo>
                <a:lnTo>
                  <a:pt x="67300" y="602308"/>
                </a:lnTo>
                <a:lnTo>
                  <a:pt x="67384" y="612874"/>
                </a:lnTo>
                <a:lnTo>
                  <a:pt x="67468" y="623441"/>
                </a:lnTo>
                <a:lnTo>
                  <a:pt x="67546" y="634008"/>
                </a:lnTo>
                <a:lnTo>
                  <a:pt x="67610" y="644575"/>
                </a:lnTo>
                <a:lnTo>
                  <a:pt x="67657" y="655142"/>
                </a:lnTo>
                <a:lnTo>
                  <a:pt x="67682" y="665708"/>
                </a:lnTo>
                <a:lnTo>
                  <a:pt x="67685" y="676275"/>
                </a:lnTo>
                <a:lnTo>
                  <a:pt x="67665" y="686842"/>
                </a:lnTo>
                <a:lnTo>
                  <a:pt x="67623" y="697409"/>
                </a:lnTo>
                <a:lnTo>
                  <a:pt x="67559" y="707976"/>
                </a:lnTo>
                <a:lnTo>
                  <a:pt x="67477" y="718543"/>
                </a:lnTo>
                <a:lnTo>
                  <a:pt x="67378" y="729109"/>
                </a:lnTo>
                <a:lnTo>
                  <a:pt x="67265" y="739676"/>
                </a:lnTo>
                <a:lnTo>
                  <a:pt x="67142" y="750243"/>
                </a:lnTo>
                <a:lnTo>
                  <a:pt x="67013" y="760810"/>
                </a:lnTo>
                <a:lnTo>
                  <a:pt x="66882" y="771377"/>
                </a:lnTo>
                <a:lnTo>
                  <a:pt x="66755" y="781943"/>
                </a:lnTo>
                <a:lnTo>
                  <a:pt x="66635" y="792510"/>
                </a:lnTo>
                <a:lnTo>
                  <a:pt x="66529" y="803077"/>
                </a:lnTo>
                <a:lnTo>
                  <a:pt x="66440" y="813644"/>
                </a:lnTo>
                <a:lnTo>
                  <a:pt x="66371" y="824211"/>
                </a:lnTo>
                <a:lnTo>
                  <a:pt x="66324" y="834777"/>
                </a:lnTo>
                <a:lnTo>
                  <a:pt x="66299" y="845344"/>
                </a:lnTo>
                <a:lnTo>
                  <a:pt x="66297" y="855911"/>
                </a:lnTo>
                <a:lnTo>
                  <a:pt x="66313" y="866478"/>
                </a:lnTo>
                <a:lnTo>
                  <a:pt x="66346" y="877045"/>
                </a:lnTo>
                <a:lnTo>
                  <a:pt x="66390" y="887611"/>
                </a:lnTo>
                <a:lnTo>
                  <a:pt x="66442" y="898178"/>
                </a:lnTo>
                <a:lnTo>
                  <a:pt x="66498" y="908745"/>
                </a:lnTo>
                <a:lnTo>
                  <a:pt x="66553" y="919312"/>
                </a:lnTo>
                <a:lnTo>
                  <a:pt x="66605" y="929879"/>
                </a:lnTo>
                <a:lnTo>
                  <a:pt x="66653" y="940445"/>
                </a:lnTo>
                <a:lnTo>
                  <a:pt x="66695" y="951012"/>
                </a:lnTo>
                <a:lnTo>
                  <a:pt x="66732" y="961579"/>
                </a:lnTo>
                <a:lnTo>
                  <a:pt x="66766" y="972146"/>
                </a:lnTo>
                <a:lnTo>
                  <a:pt x="66800" y="982713"/>
                </a:lnTo>
                <a:lnTo>
                  <a:pt x="66837" y="993279"/>
                </a:lnTo>
                <a:lnTo>
                  <a:pt x="66880" y="1003846"/>
                </a:lnTo>
                <a:lnTo>
                  <a:pt x="66933" y="1014413"/>
                </a:lnTo>
                <a:lnTo>
                  <a:pt x="66999" y="1024980"/>
                </a:lnTo>
                <a:lnTo>
                  <a:pt x="67082" y="1035547"/>
                </a:lnTo>
                <a:lnTo>
                  <a:pt x="67185" y="1046113"/>
                </a:lnTo>
                <a:lnTo>
                  <a:pt x="67312" y="1056680"/>
                </a:lnTo>
                <a:lnTo>
                  <a:pt x="67468" y="1067247"/>
                </a:lnTo>
                <a:lnTo>
                  <a:pt x="67660" y="1077814"/>
                </a:lnTo>
                <a:lnTo>
                  <a:pt x="67896" y="1088381"/>
                </a:lnTo>
                <a:lnTo>
                  <a:pt x="68190" y="1098947"/>
                </a:lnTo>
                <a:lnTo>
                  <a:pt x="68556" y="1109514"/>
                </a:lnTo>
                <a:lnTo>
                  <a:pt x="69011" y="1120081"/>
                </a:lnTo>
                <a:lnTo>
                  <a:pt x="69573" y="1130648"/>
                </a:lnTo>
                <a:lnTo>
                  <a:pt x="70257" y="1141215"/>
                </a:lnTo>
                <a:lnTo>
                  <a:pt x="71073" y="1151781"/>
                </a:lnTo>
                <a:lnTo>
                  <a:pt x="72026" y="1162348"/>
                </a:lnTo>
                <a:lnTo>
                  <a:pt x="73107" y="1172915"/>
                </a:lnTo>
                <a:lnTo>
                  <a:pt x="74297" y="1183482"/>
                </a:lnTo>
                <a:lnTo>
                  <a:pt x="75560" y="1194049"/>
                </a:lnTo>
                <a:lnTo>
                  <a:pt x="76848" y="1204615"/>
                </a:lnTo>
                <a:lnTo>
                  <a:pt x="78101" y="1215182"/>
                </a:lnTo>
                <a:lnTo>
                  <a:pt x="79254" y="1225749"/>
                </a:lnTo>
                <a:lnTo>
                  <a:pt x="80238" y="1236316"/>
                </a:lnTo>
                <a:lnTo>
                  <a:pt x="80993" y="1246883"/>
                </a:lnTo>
                <a:lnTo>
                  <a:pt x="81467" y="1257449"/>
                </a:lnTo>
                <a:lnTo>
                  <a:pt x="81629" y="1268016"/>
                </a:lnTo>
                <a:lnTo>
                  <a:pt x="81629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4" name="01_find_only_2253">
            <a:extLst>
              <a:ext uri="{FF2B5EF4-FFF2-40B4-BE49-F238E27FC236}">
                <a16:creationId xmlns:a16="http://schemas.microsoft.com/office/drawing/2014/main" id="{D0695431-2A18-418A-888C-2BB24698A0C1}"/>
              </a:ext>
            </a:extLst>
          </p:cNvPr>
          <p:cNvSpPr>
            <a:spLocks noGrp="1"/>
          </p:cNvSpPr>
          <p:nvPr/>
        </p:nvSpPr>
        <p:spPr>
          <a:xfrm>
            <a:off x="3500217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9146" y="1268016"/>
                </a:moveTo>
                <a:lnTo>
                  <a:pt x="50854" y="1268016"/>
                </a:lnTo>
                <a:lnTo>
                  <a:pt x="50983" y="1257449"/>
                </a:lnTo>
                <a:lnTo>
                  <a:pt x="51360" y="1246883"/>
                </a:lnTo>
                <a:lnTo>
                  <a:pt x="51960" y="1236316"/>
                </a:lnTo>
                <a:lnTo>
                  <a:pt x="52740" y="1225749"/>
                </a:lnTo>
                <a:lnTo>
                  <a:pt x="53651" y="1215182"/>
                </a:lnTo>
                <a:lnTo>
                  <a:pt x="54638" y="1204615"/>
                </a:lnTo>
                <a:lnTo>
                  <a:pt x="55648" y="1194049"/>
                </a:lnTo>
                <a:lnTo>
                  <a:pt x="56633" y="1183482"/>
                </a:lnTo>
                <a:lnTo>
                  <a:pt x="57556" y="1172915"/>
                </a:lnTo>
                <a:lnTo>
                  <a:pt x="58392" y="1162348"/>
                </a:lnTo>
                <a:lnTo>
                  <a:pt x="59127" y="1151781"/>
                </a:lnTo>
                <a:lnTo>
                  <a:pt x="59758" y="1141215"/>
                </a:lnTo>
                <a:lnTo>
                  <a:pt x="60291" y="1130648"/>
                </a:lnTo>
                <a:lnTo>
                  <a:pt x="60736" y="1120081"/>
                </a:lnTo>
                <a:lnTo>
                  <a:pt x="61109" y="1109514"/>
                </a:lnTo>
                <a:lnTo>
                  <a:pt x="61424" y="1098947"/>
                </a:lnTo>
                <a:lnTo>
                  <a:pt x="61693" y="1088381"/>
                </a:lnTo>
                <a:lnTo>
                  <a:pt x="61929" y="1077814"/>
                </a:lnTo>
                <a:lnTo>
                  <a:pt x="62137" y="1067247"/>
                </a:lnTo>
                <a:lnTo>
                  <a:pt x="62324" y="1056680"/>
                </a:lnTo>
                <a:lnTo>
                  <a:pt x="62491" y="1046113"/>
                </a:lnTo>
                <a:lnTo>
                  <a:pt x="62639" y="1035547"/>
                </a:lnTo>
                <a:lnTo>
                  <a:pt x="62768" y="1024980"/>
                </a:lnTo>
                <a:lnTo>
                  <a:pt x="62879" y="1014413"/>
                </a:lnTo>
                <a:lnTo>
                  <a:pt x="62974" y="1003846"/>
                </a:lnTo>
                <a:lnTo>
                  <a:pt x="63055" y="993279"/>
                </a:lnTo>
                <a:lnTo>
                  <a:pt x="63123" y="982713"/>
                </a:lnTo>
                <a:lnTo>
                  <a:pt x="63183" y="972146"/>
                </a:lnTo>
                <a:lnTo>
                  <a:pt x="63239" y="961579"/>
                </a:lnTo>
                <a:lnTo>
                  <a:pt x="63292" y="951012"/>
                </a:lnTo>
                <a:lnTo>
                  <a:pt x="63346" y="940445"/>
                </a:lnTo>
                <a:lnTo>
                  <a:pt x="63402" y="929879"/>
                </a:lnTo>
                <a:lnTo>
                  <a:pt x="63460" y="919312"/>
                </a:lnTo>
                <a:lnTo>
                  <a:pt x="63520" y="908745"/>
                </a:lnTo>
                <a:lnTo>
                  <a:pt x="63577" y="898178"/>
                </a:lnTo>
                <a:lnTo>
                  <a:pt x="63631" y="887611"/>
                </a:lnTo>
                <a:lnTo>
                  <a:pt x="63676" y="877045"/>
                </a:lnTo>
                <a:lnTo>
                  <a:pt x="63708" y="866478"/>
                </a:lnTo>
                <a:lnTo>
                  <a:pt x="63725" y="855911"/>
                </a:lnTo>
                <a:lnTo>
                  <a:pt x="63723" y="845344"/>
                </a:lnTo>
                <a:lnTo>
                  <a:pt x="63699" y="834777"/>
                </a:lnTo>
                <a:lnTo>
                  <a:pt x="63653" y="824211"/>
                </a:lnTo>
                <a:lnTo>
                  <a:pt x="63585" y="813644"/>
                </a:lnTo>
                <a:lnTo>
                  <a:pt x="63498" y="803077"/>
                </a:lnTo>
                <a:lnTo>
                  <a:pt x="63393" y="792510"/>
                </a:lnTo>
                <a:lnTo>
                  <a:pt x="63276" y="781943"/>
                </a:lnTo>
                <a:lnTo>
                  <a:pt x="63151" y="771377"/>
                </a:lnTo>
                <a:lnTo>
                  <a:pt x="63022" y="760810"/>
                </a:lnTo>
                <a:lnTo>
                  <a:pt x="62895" y="750243"/>
                </a:lnTo>
                <a:lnTo>
                  <a:pt x="62774" y="739676"/>
                </a:lnTo>
                <a:lnTo>
                  <a:pt x="62664" y="729109"/>
                </a:lnTo>
                <a:lnTo>
                  <a:pt x="62566" y="718543"/>
                </a:lnTo>
                <a:lnTo>
                  <a:pt x="62485" y="707976"/>
                </a:lnTo>
                <a:lnTo>
                  <a:pt x="62423" y="697409"/>
                </a:lnTo>
                <a:lnTo>
                  <a:pt x="62382" y="686842"/>
                </a:lnTo>
                <a:lnTo>
                  <a:pt x="62362" y="676275"/>
                </a:lnTo>
                <a:lnTo>
                  <a:pt x="62365" y="665708"/>
                </a:lnTo>
                <a:lnTo>
                  <a:pt x="62390" y="655142"/>
                </a:lnTo>
                <a:lnTo>
                  <a:pt x="62435" y="644575"/>
                </a:lnTo>
                <a:lnTo>
                  <a:pt x="62499" y="634008"/>
                </a:lnTo>
                <a:lnTo>
                  <a:pt x="62575" y="623441"/>
                </a:lnTo>
                <a:lnTo>
                  <a:pt x="62658" y="612874"/>
                </a:lnTo>
                <a:lnTo>
                  <a:pt x="62740" y="602308"/>
                </a:lnTo>
                <a:lnTo>
                  <a:pt x="62813" y="591741"/>
                </a:lnTo>
                <a:lnTo>
                  <a:pt x="62869" y="581174"/>
                </a:lnTo>
                <a:lnTo>
                  <a:pt x="62899" y="570607"/>
                </a:lnTo>
                <a:lnTo>
                  <a:pt x="62897" y="560040"/>
                </a:lnTo>
                <a:lnTo>
                  <a:pt x="62859" y="549474"/>
                </a:lnTo>
                <a:lnTo>
                  <a:pt x="62783" y="538907"/>
                </a:lnTo>
                <a:lnTo>
                  <a:pt x="62671" y="528340"/>
                </a:lnTo>
                <a:lnTo>
                  <a:pt x="62526" y="517773"/>
                </a:lnTo>
                <a:lnTo>
                  <a:pt x="62354" y="507206"/>
                </a:lnTo>
                <a:lnTo>
                  <a:pt x="62164" y="496640"/>
                </a:lnTo>
                <a:lnTo>
                  <a:pt x="61964" y="486073"/>
                </a:lnTo>
                <a:lnTo>
                  <a:pt x="61764" y="475506"/>
                </a:lnTo>
                <a:lnTo>
                  <a:pt x="61575" y="464939"/>
                </a:lnTo>
                <a:lnTo>
                  <a:pt x="61403" y="454372"/>
                </a:lnTo>
                <a:lnTo>
                  <a:pt x="61257" y="443806"/>
                </a:lnTo>
                <a:lnTo>
                  <a:pt x="61142" y="433239"/>
                </a:lnTo>
                <a:lnTo>
                  <a:pt x="61060" y="422672"/>
                </a:lnTo>
                <a:lnTo>
                  <a:pt x="61015" y="412105"/>
                </a:lnTo>
                <a:lnTo>
                  <a:pt x="61005" y="401538"/>
                </a:lnTo>
                <a:lnTo>
                  <a:pt x="61031" y="390972"/>
                </a:lnTo>
                <a:lnTo>
                  <a:pt x="61089" y="380405"/>
                </a:lnTo>
                <a:lnTo>
                  <a:pt x="61179" y="369838"/>
                </a:lnTo>
                <a:lnTo>
                  <a:pt x="61298" y="359271"/>
                </a:lnTo>
                <a:lnTo>
                  <a:pt x="61444" y="348704"/>
                </a:lnTo>
                <a:lnTo>
                  <a:pt x="61613" y="338138"/>
                </a:lnTo>
                <a:lnTo>
                  <a:pt x="61803" y="327571"/>
                </a:lnTo>
                <a:lnTo>
                  <a:pt x="62011" y="317004"/>
                </a:lnTo>
                <a:lnTo>
                  <a:pt x="62231" y="306437"/>
                </a:lnTo>
                <a:lnTo>
                  <a:pt x="62457" y="295870"/>
                </a:lnTo>
                <a:lnTo>
                  <a:pt x="62683" y="285304"/>
                </a:lnTo>
                <a:lnTo>
                  <a:pt x="62900" y="274737"/>
                </a:lnTo>
                <a:lnTo>
                  <a:pt x="63098" y="264170"/>
                </a:lnTo>
                <a:lnTo>
                  <a:pt x="63265" y="253603"/>
                </a:lnTo>
                <a:lnTo>
                  <a:pt x="63387" y="243036"/>
                </a:lnTo>
                <a:lnTo>
                  <a:pt x="63448" y="232470"/>
                </a:lnTo>
                <a:lnTo>
                  <a:pt x="63426" y="221903"/>
                </a:lnTo>
                <a:lnTo>
                  <a:pt x="63294" y="211336"/>
                </a:lnTo>
                <a:lnTo>
                  <a:pt x="63017" y="200769"/>
                </a:lnTo>
                <a:lnTo>
                  <a:pt x="62549" y="190202"/>
                </a:lnTo>
                <a:lnTo>
                  <a:pt x="61834" y="179636"/>
                </a:lnTo>
                <a:lnTo>
                  <a:pt x="60805" y="169069"/>
                </a:lnTo>
                <a:lnTo>
                  <a:pt x="59386" y="158502"/>
                </a:lnTo>
                <a:lnTo>
                  <a:pt x="57497" y="147935"/>
                </a:lnTo>
                <a:lnTo>
                  <a:pt x="55061" y="137368"/>
                </a:lnTo>
                <a:lnTo>
                  <a:pt x="52012" y="126802"/>
                </a:lnTo>
                <a:lnTo>
                  <a:pt x="48311" y="116235"/>
                </a:lnTo>
                <a:lnTo>
                  <a:pt x="43956" y="105668"/>
                </a:lnTo>
                <a:lnTo>
                  <a:pt x="38993" y="95101"/>
                </a:lnTo>
                <a:lnTo>
                  <a:pt x="33529" y="84534"/>
                </a:lnTo>
                <a:lnTo>
                  <a:pt x="27732" y="73968"/>
                </a:lnTo>
                <a:lnTo>
                  <a:pt x="21828" y="63401"/>
                </a:lnTo>
                <a:lnTo>
                  <a:pt x="16092" y="52834"/>
                </a:lnTo>
                <a:lnTo>
                  <a:pt x="10825" y="42267"/>
                </a:lnTo>
                <a:lnTo>
                  <a:pt x="6334" y="31700"/>
                </a:lnTo>
                <a:lnTo>
                  <a:pt x="2897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3" y="21134"/>
                </a:lnTo>
                <a:lnTo>
                  <a:pt x="123666" y="31700"/>
                </a:lnTo>
                <a:lnTo>
                  <a:pt x="119175" y="42267"/>
                </a:lnTo>
                <a:lnTo>
                  <a:pt x="113908" y="52834"/>
                </a:lnTo>
                <a:lnTo>
                  <a:pt x="108172" y="63401"/>
                </a:lnTo>
                <a:lnTo>
                  <a:pt x="102268" y="73968"/>
                </a:lnTo>
                <a:lnTo>
                  <a:pt x="96471" y="84534"/>
                </a:lnTo>
                <a:lnTo>
                  <a:pt x="91007" y="95101"/>
                </a:lnTo>
                <a:lnTo>
                  <a:pt x="86044" y="105668"/>
                </a:lnTo>
                <a:lnTo>
                  <a:pt x="81689" y="116235"/>
                </a:lnTo>
                <a:lnTo>
                  <a:pt x="77988" y="126802"/>
                </a:lnTo>
                <a:lnTo>
                  <a:pt x="74939" y="137368"/>
                </a:lnTo>
                <a:lnTo>
                  <a:pt x="72503" y="147935"/>
                </a:lnTo>
                <a:lnTo>
                  <a:pt x="70614" y="158502"/>
                </a:lnTo>
                <a:lnTo>
                  <a:pt x="69195" y="169069"/>
                </a:lnTo>
                <a:lnTo>
                  <a:pt x="68166" y="179636"/>
                </a:lnTo>
                <a:lnTo>
                  <a:pt x="67451" y="190202"/>
                </a:lnTo>
                <a:lnTo>
                  <a:pt x="66983" y="200769"/>
                </a:lnTo>
                <a:lnTo>
                  <a:pt x="66706" y="211336"/>
                </a:lnTo>
                <a:lnTo>
                  <a:pt x="66574" y="221903"/>
                </a:lnTo>
                <a:lnTo>
                  <a:pt x="66552" y="232470"/>
                </a:lnTo>
                <a:lnTo>
                  <a:pt x="66613" y="243036"/>
                </a:lnTo>
                <a:lnTo>
                  <a:pt x="66735" y="253603"/>
                </a:lnTo>
                <a:lnTo>
                  <a:pt x="66902" y="264170"/>
                </a:lnTo>
                <a:lnTo>
                  <a:pt x="67100" y="274737"/>
                </a:lnTo>
                <a:lnTo>
                  <a:pt x="67317" y="285304"/>
                </a:lnTo>
                <a:lnTo>
                  <a:pt x="67543" y="295870"/>
                </a:lnTo>
                <a:lnTo>
                  <a:pt x="67769" y="306437"/>
                </a:lnTo>
                <a:lnTo>
                  <a:pt x="67989" y="317004"/>
                </a:lnTo>
                <a:lnTo>
                  <a:pt x="68197" y="327571"/>
                </a:lnTo>
                <a:lnTo>
                  <a:pt x="68387" y="338138"/>
                </a:lnTo>
                <a:lnTo>
                  <a:pt x="68557" y="348704"/>
                </a:lnTo>
                <a:lnTo>
                  <a:pt x="68702" y="359271"/>
                </a:lnTo>
                <a:lnTo>
                  <a:pt x="68821" y="369838"/>
                </a:lnTo>
                <a:lnTo>
                  <a:pt x="68911" y="380405"/>
                </a:lnTo>
                <a:lnTo>
                  <a:pt x="68969" y="390972"/>
                </a:lnTo>
                <a:lnTo>
                  <a:pt x="68995" y="401538"/>
                </a:lnTo>
                <a:lnTo>
                  <a:pt x="68985" y="412105"/>
                </a:lnTo>
                <a:lnTo>
                  <a:pt x="68940" y="422672"/>
                </a:lnTo>
                <a:lnTo>
                  <a:pt x="68858" y="433239"/>
                </a:lnTo>
                <a:lnTo>
                  <a:pt x="68743" y="443806"/>
                </a:lnTo>
                <a:lnTo>
                  <a:pt x="68597" y="454372"/>
                </a:lnTo>
                <a:lnTo>
                  <a:pt x="68425" y="464939"/>
                </a:lnTo>
                <a:lnTo>
                  <a:pt x="68236" y="475506"/>
                </a:lnTo>
                <a:lnTo>
                  <a:pt x="68036" y="486073"/>
                </a:lnTo>
                <a:lnTo>
                  <a:pt x="67836" y="496640"/>
                </a:lnTo>
                <a:lnTo>
                  <a:pt x="67646" y="507206"/>
                </a:lnTo>
                <a:lnTo>
                  <a:pt x="67474" y="517773"/>
                </a:lnTo>
                <a:lnTo>
                  <a:pt x="67329" y="528340"/>
                </a:lnTo>
                <a:lnTo>
                  <a:pt x="67217" y="538907"/>
                </a:lnTo>
                <a:lnTo>
                  <a:pt x="67141" y="549474"/>
                </a:lnTo>
                <a:lnTo>
                  <a:pt x="67103" y="560040"/>
                </a:lnTo>
                <a:lnTo>
                  <a:pt x="67101" y="570607"/>
                </a:lnTo>
                <a:lnTo>
                  <a:pt x="67131" y="581174"/>
                </a:lnTo>
                <a:lnTo>
                  <a:pt x="67187" y="591741"/>
                </a:lnTo>
                <a:lnTo>
                  <a:pt x="67260" y="602308"/>
                </a:lnTo>
                <a:lnTo>
                  <a:pt x="67342" y="612874"/>
                </a:lnTo>
                <a:lnTo>
                  <a:pt x="67425" y="623441"/>
                </a:lnTo>
                <a:lnTo>
                  <a:pt x="67501" y="634008"/>
                </a:lnTo>
                <a:lnTo>
                  <a:pt x="67565" y="644575"/>
                </a:lnTo>
                <a:lnTo>
                  <a:pt x="67610" y="655142"/>
                </a:lnTo>
                <a:lnTo>
                  <a:pt x="67635" y="665708"/>
                </a:lnTo>
                <a:lnTo>
                  <a:pt x="67638" y="676275"/>
                </a:lnTo>
                <a:lnTo>
                  <a:pt x="67618" y="686842"/>
                </a:lnTo>
                <a:lnTo>
                  <a:pt x="67577" y="697409"/>
                </a:lnTo>
                <a:lnTo>
                  <a:pt x="67515" y="707976"/>
                </a:lnTo>
                <a:lnTo>
                  <a:pt x="67434" y="718543"/>
                </a:lnTo>
                <a:lnTo>
                  <a:pt x="67336" y="729109"/>
                </a:lnTo>
                <a:lnTo>
                  <a:pt x="67226" y="739676"/>
                </a:lnTo>
                <a:lnTo>
                  <a:pt x="67105" y="750243"/>
                </a:lnTo>
                <a:lnTo>
                  <a:pt x="66978" y="760810"/>
                </a:lnTo>
                <a:lnTo>
                  <a:pt x="66849" y="771377"/>
                </a:lnTo>
                <a:lnTo>
                  <a:pt x="66724" y="781943"/>
                </a:lnTo>
                <a:lnTo>
                  <a:pt x="66607" y="792510"/>
                </a:lnTo>
                <a:lnTo>
                  <a:pt x="66502" y="803077"/>
                </a:lnTo>
                <a:lnTo>
                  <a:pt x="66415" y="813644"/>
                </a:lnTo>
                <a:lnTo>
                  <a:pt x="66347" y="824211"/>
                </a:lnTo>
                <a:lnTo>
                  <a:pt x="66301" y="834777"/>
                </a:lnTo>
                <a:lnTo>
                  <a:pt x="66277" y="845344"/>
                </a:lnTo>
                <a:lnTo>
                  <a:pt x="66275" y="855911"/>
                </a:lnTo>
                <a:lnTo>
                  <a:pt x="66292" y="866478"/>
                </a:lnTo>
                <a:lnTo>
                  <a:pt x="66324" y="877045"/>
                </a:lnTo>
                <a:lnTo>
                  <a:pt x="66369" y="887611"/>
                </a:lnTo>
                <a:lnTo>
                  <a:pt x="66423" y="898178"/>
                </a:lnTo>
                <a:lnTo>
                  <a:pt x="66480" y="908745"/>
                </a:lnTo>
                <a:lnTo>
                  <a:pt x="66540" y="919312"/>
                </a:lnTo>
                <a:lnTo>
                  <a:pt x="66598" y="929879"/>
                </a:lnTo>
                <a:lnTo>
                  <a:pt x="66654" y="940445"/>
                </a:lnTo>
                <a:lnTo>
                  <a:pt x="66708" y="951012"/>
                </a:lnTo>
                <a:lnTo>
                  <a:pt x="66761" y="961579"/>
                </a:lnTo>
                <a:lnTo>
                  <a:pt x="66817" y="972146"/>
                </a:lnTo>
                <a:lnTo>
                  <a:pt x="66877" y="982713"/>
                </a:lnTo>
                <a:lnTo>
                  <a:pt x="66945" y="993279"/>
                </a:lnTo>
                <a:lnTo>
                  <a:pt x="67026" y="1003846"/>
                </a:lnTo>
                <a:lnTo>
                  <a:pt x="67121" y="1014413"/>
                </a:lnTo>
                <a:lnTo>
                  <a:pt x="67232" y="1024980"/>
                </a:lnTo>
                <a:lnTo>
                  <a:pt x="67361" y="1035547"/>
                </a:lnTo>
                <a:lnTo>
                  <a:pt x="67509" y="1046113"/>
                </a:lnTo>
                <a:lnTo>
                  <a:pt x="67676" y="1056680"/>
                </a:lnTo>
                <a:lnTo>
                  <a:pt x="67863" y="1067247"/>
                </a:lnTo>
                <a:lnTo>
                  <a:pt x="68071" y="1077814"/>
                </a:lnTo>
                <a:lnTo>
                  <a:pt x="68307" y="1088381"/>
                </a:lnTo>
                <a:lnTo>
                  <a:pt x="68576" y="1098947"/>
                </a:lnTo>
                <a:lnTo>
                  <a:pt x="68891" y="1109514"/>
                </a:lnTo>
                <a:lnTo>
                  <a:pt x="69264" y="1120081"/>
                </a:lnTo>
                <a:lnTo>
                  <a:pt x="69709" y="1130648"/>
                </a:lnTo>
                <a:lnTo>
                  <a:pt x="70242" y="1141215"/>
                </a:lnTo>
                <a:lnTo>
                  <a:pt x="70873" y="1151781"/>
                </a:lnTo>
                <a:lnTo>
                  <a:pt x="71608" y="1162348"/>
                </a:lnTo>
                <a:lnTo>
                  <a:pt x="72444" y="1172915"/>
                </a:lnTo>
                <a:lnTo>
                  <a:pt x="73367" y="1183482"/>
                </a:lnTo>
                <a:lnTo>
                  <a:pt x="74352" y="1194049"/>
                </a:lnTo>
                <a:lnTo>
                  <a:pt x="75362" y="1204615"/>
                </a:lnTo>
                <a:lnTo>
                  <a:pt x="76349" y="1215182"/>
                </a:lnTo>
                <a:lnTo>
                  <a:pt x="77260" y="1225749"/>
                </a:lnTo>
                <a:lnTo>
                  <a:pt x="78040" y="1236316"/>
                </a:lnTo>
                <a:lnTo>
                  <a:pt x="78640" y="1246883"/>
                </a:lnTo>
                <a:lnTo>
                  <a:pt x="79017" y="1257449"/>
                </a:lnTo>
                <a:lnTo>
                  <a:pt x="79146" y="1268016"/>
                </a:lnTo>
                <a:lnTo>
                  <a:pt x="7914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5" name="01_find_only_2254">
            <a:extLst>
              <a:ext uri="{FF2B5EF4-FFF2-40B4-BE49-F238E27FC236}">
                <a16:creationId xmlns:a16="http://schemas.microsoft.com/office/drawing/2014/main" id="{754DA4EE-DC06-4491-A78E-71F3103BBA13}"/>
              </a:ext>
            </a:extLst>
          </p:cNvPr>
          <p:cNvSpPr>
            <a:spLocks noGrp="1"/>
          </p:cNvSpPr>
          <p:nvPr/>
        </p:nvSpPr>
        <p:spPr>
          <a:xfrm>
            <a:off x="203858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6" name="text_2255">
            <a:extLst>
              <a:ext uri="{FF2B5EF4-FFF2-40B4-BE49-F238E27FC236}">
                <a16:creationId xmlns:a16="http://schemas.microsoft.com/office/drawing/2014/main" id="{BAECA8AB-7EBC-4760-84ED-01A8B9339BAD}"/>
              </a:ext>
            </a:extLst>
          </p:cNvPr>
          <p:cNvSpPr>
            <a:spLocks noGrp="1"/>
          </p:cNvSpPr>
          <p:nvPr/>
        </p:nvSpPr>
        <p:spPr>
          <a:xfrm>
            <a:off x="201233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57" name="01_find_only_2256">
            <a:extLst>
              <a:ext uri="{FF2B5EF4-FFF2-40B4-BE49-F238E27FC236}">
                <a16:creationId xmlns:a16="http://schemas.microsoft.com/office/drawing/2014/main" id="{2ACA6FF5-E13F-44C3-B343-274C804D0764}"/>
              </a:ext>
            </a:extLst>
          </p:cNvPr>
          <p:cNvSpPr>
            <a:spLocks noGrp="1"/>
          </p:cNvSpPr>
          <p:nvPr/>
        </p:nvSpPr>
        <p:spPr>
          <a:xfrm>
            <a:off x="229322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C0C8FDA7-32EE-458F-B5E0-BE0AAC32368C}"/>
              </a:ext>
            </a:extLst>
          </p:cNvPr>
          <p:cNvSpPr>
            <a:spLocks noGrp="1"/>
          </p:cNvSpPr>
          <p:nvPr/>
        </p:nvSpPr>
        <p:spPr>
          <a:xfrm>
            <a:off x="224072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59" name="01_find_only_2258">
            <a:extLst>
              <a:ext uri="{FF2B5EF4-FFF2-40B4-BE49-F238E27FC236}">
                <a16:creationId xmlns:a16="http://schemas.microsoft.com/office/drawing/2014/main" id="{0E8E776E-CB51-4AE8-BB54-37BC6FEF44A3}"/>
              </a:ext>
            </a:extLst>
          </p:cNvPr>
          <p:cNvSpPr>
            <a:spLocks noGrp="1"/>
          </p:cNvSpPr>
          <p:nvPr/>
        </p:nvSpPr>
        <p:spPr>
          <a:xfrm>
            <a:off x="254786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0" name="text_2259">
            <a:extLst>
              <a:ext uri="{FF2B5EF4-FFF2-40B4-BE49-F238E27FC236}">
                <a16:creationId xmlns:a16="http://schemas.microsoft.com/office/drawing/2014/main" id="{A8CBDCCA-5847-43F6-B329-CB0E0C3DBA6E}"/>
              </a:ext>
            </a:extLst>
          </p:cNvPr>
          <p:cNvSpPr>
            <a:spLocks noGrp="1"/>
          </p:cNvSpPr>
          <p:nvPr/>
        </p:nvSpPr>
        <p:spPr>
          <a:xfrm>
            <a:off x="246911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61" name="01_find_only_2260">
            <a:extLst>
              <a:ext uri="{FF2B5EF4-FFF2-40B4-BE49-F238E27FC236}">
                <a16:creationId xmlns:a16="http://schemas.microsoft.com/office/drawing/2014/main" id="{C482DD3A-6670-45FD-AC18-AF9E461E3446}"/>
              </a:ext>
            </a:extLst>
          </p:cNvPr>
          <p:cNvSpPr>
            <a:spLocks noGrp="1"/>
          </p:cNvSpPr>
          <p:nvPr/>
        </p:nvSpPr>
        <p:spPr>
          <a:xfrm>
            <a:off x="305714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2" name="text_2261">
            <a:extLst>
              <a:ext uri="{FF2B5EF4-FFF2-40B4-BE49-F238E27FC236}">
                <a16:creationId xmlns:a16="http://schemas.microsoft.com/office/drawing/2014/main" id="{9DB07AFB-B6F1-49CF-AF70-A96700580ABA}"/>
              </a:ext>
            </a:extLst>
          </p:cNvPr>
          <p:cNvSpPr>
            <a:spLocks noGrp="1"/>
          </p:cNvSpPr>
          <p:nvPr/>
        </p:nvSpPr>
        <p:spPr>
          <a:xfrm>
            <a:off x="297839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263" name="01_find_only_2262">
            <a:extLst>
              <a:ext uri="{FF2B5EF4-FFF2-40B4-BE49-F238E27FC236}">
                <a16:creationId xmlns:a16="http://schemas.microsoft.com/office/drawing/2014/main" id="{16576F52-D814-4896-B777-288B258AED61}"/>
              </a:ext>
            </a:extLst>
          </p:cNvPr>
          <p:cNvSpPr>
            <a:spLocks noGrp="1"/>
          </p:cNvSpPr>
          <p:nvPr/>
        </p:nvSpPr>
        <p:spPr>
          <a:xfrm>
            <a:off x="356642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4" name="text_2263">
            <a:extLst>
              <a:ext uri="{FF2B5EF4-FFF2-40B4-BE49-F238E27FC236}">
                <a16:creationId xmlns:a16="http://schemas.microsoft.com/office/drawing/2014/main" id="{537E49C1-35F9-44BC-B979-1061778550D8}"/>
              </a:ext>
            </a:extLst>
          </p:cNvPr>
          <p:cNvSpPr>
            <a:spLocks noGrp="1"/>
          </p:cNvSpPr>
          <p:nvPr/>
        </p:nvSpPr>
        <p:spPr>
          <a:xfrm>
            <a:off x="348766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29911697-E70A-4FAD-97DC-3337002C2B78}"/>
              </a:ext>
            </a:extLst>
          </p:cNvPr>
          <p:cNvSpPr>
            <a:spLocks noGrp="1"/>
          </p:cNvSpPr>
          <p:nvPr/>
        </p:nvSpPr>
        <p:spPr>
          <a:xfrm>
            <a:off x="2228255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2266" name="01_find_only_2265">
            <a:extLst>
              <a:ext uri="{FF2B5EF4-FFF2-40B4-BE49-F238E27FC236}">
                <a16:creationId xmlns:a16="http://schemas.microsoft.com/office/drawing/2014/main" id="{AEA7F2D1-CEFC-43B2-9327-76EF4A9E7DDA}"/>
              </a:ext>
            </a:extLst>
          </p:cNvPr>
          <p:cNvSpPr>
            <a:spLocks noGrp="1"/>
          </p:cNvSpPr>
          <p:nvPr/>
        </p:nvSpPr>
        <p:spPr>
          <a:xfrm>
            <a:off x="2023311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67" name="01_find_only_2266">
            <a:extLst>
              <a:ext uri="{FF2B5EF4-FFF2-40B4-BE49-F238E27FC236}">
                <a16:creationId xmlns:a16="http://schemas.microsoft.com/office/drawing/2014/main" id="{BD5AF745-87C5-4383-BF6D-35A7BB6715F7}"/>
              </a:ext>
            </a:extLst>
          </p:cNvPr>
          <p:cNvSpPr>
            <a:spLocks noGrp="1"/>
          </p:cNvSpPr>
          <p:nvPr/>
        </p:nvSpPr>
        <p:spPr>
          <a:xfrm>
            <a:off x="1984504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8" name="text_2267">
            <a:extLst>
              <a:ext uri="{FF2B5EF4-FFF2-40B4-BE49-F238E27FC236}">
                <a16:creationId xmlns:a16="http://schemas.microsoft.com/office/drawing/2014/main" id="{2EFB54A9-7DD2-4C58-940D-C2947306C995}"/>
              </a:ext>
            </a:extLst>
          </p:cNvPr>
          <p:cNvSpPr>
            <a:spLocks noGrp="1"/>
          </p:cNvSpPr>
          <p:nvPr/>
        </p:nvSpPr>
        <p:spPr>
          <a:xfrm>
            <a:off x="1893194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69" name="01_find_only_2268">
            <a:extLst>
              <a:ext uri="{FF2B5EF4-FFF2-40B4-BE49-F238E27FC236}">
                <a16:creationId xmlns:a16="http://schemas.microsoft.com/office/drawing/2014/main" id="{295AE4B4-13E0-435F-8F4F-83A0AF7FBE1A}"/>
              </a:ext>
            </a:extLst>
          </p:cNvPr>
          <p:cNvSpPr>
            <a:spLocks noGrp="1"/>
          </p:cNvSpPr>
          <p:nvPr/>
        </p:nvSpPr>
        <p:spPr>
          <a:xfrm>
            <a:off x="2023311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0" name="01_find_only_2269">
            <a:extLst>
              <a:ext uri="{FF2B5EF4-FFF2-40B4-BE49-F238E27FC236}">
                <a16:creationId xmlns:a16="http://schemas.microsoft.com/office/drawing/2014/main" id="{EE63D605-DEDB-415F-ACFF-92EFE8ACFC2C}"/>
              </a:ext>
            </a:extLst>
          </p:cNvPr>
          <p:cNvSpPr>
            <a:spLocks noGrp="1"/>
          </p:cNvSpPr>
          <p:nvPr/>
        </p:nvSpPr>
        <p:spPr>
          <a:xfrm>
            <a:off x="1984504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1" name="text_2270">
            <a:extLst>
              <a:ext uri="{FF2B5EF4-FFF2-40B4-BE49-F238E27FC236}">
                <a16:creationId xmlns:a16="http://schemas.microsoft.com/office/drawing/2014/main" id="{382A174F-AF1D-49E3-A1C5-756D8147FDAC}"/>
              </a:ext>
            </a:extLst>
          </p:cNvPr>
          <p:cNvSpPr>
            <a:spLocks noGrp="1"/>
          </p:cNvSpPr>
          <p:nvPr/>
        </p:nvSpPr>
        <p:spPr>
          <a:xfrm>
            <a:off x="1840690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72" name="01_find_only_2271">
            <a:extLst>
              <a:ext uri="{FF2B5EF4-FFF2-40B4-BE49-F238E27FC236}">
                <a16:creationId xmlns:a16="http://schemas.microsoft.com/office/drawing/2014/main" id="{00900AB2-B707-468A-8288-95B9F11F4648}"/>
              </a:ext>
            </a:extLst>
          </p:cNvPr>
          <p:cNvSpPr>
            <a:spLocks noGrp="1"/>
          </p:cNvSpPr>
          <p:nvPr/>
        </p:nvSpPr>
        <p:spPr>
          <a:xfrm>
            <a:off x="2023311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3" name="01_find_only_2272">
            <a:extLst>
              <a:ext uri="{FF2B5EF4-FFF2-40B4-BE49-F238E27FC236}">
                <a16:creationId xmlns:a16="http://schemas.microsoft.com/office/drawing/2014/main" id="{CCC0119A-0979-4541-AC48-2F316729F6BF}"/>
              </a:ext>
            </a:extLst>
          </p:cNvPr>
          <p:cNvSpPr>
            <a:spLocks noGrp="1"/>
          </p:cNvSpPr>
          <p:nvPr/>
        </p:nvSpPr>
        <p:spPr>
          <a:xfrm>
            <a:off x="1984504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4" name="text_2273">
            <a:extLst>
              <a:ext uri="{FF2B5EF4-FFF2-40B4-BE49-F238E27FC236}">
                <a16:creationId xmlns:a16="http://schemas.microsoft.com/office/drawing/2014/main" id="{6B957785-6FF3-498C-B1B7-FAA0BFBC7033}"/>
              </a:ext>
            </a:extLst>
          </p:cNvPr>
          <p:cNvSpPr>
            <a:spLocks noGrp="1"/>
          </p:cNvSpPr>
          <p:nvPr/>
        </p:nvSpPr>
        <p:spPr>
          <a:xfrm>
            <a:off x="178818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75" name="text_2274">
            <a:extLst>
              <a:ext uri="{FF2B5EF4-FFF2-40B4-BE49-F238E27FC236}">
                <a16:creationId xmlns:a16="http://schemas.microsoft.com/office/drawing/2014/main" id="{1CBE3F2B-1E89-4D40-8FFF-0815851B4946}"/>
              </a:ext>
            </a:extLst>
          </p:cNvPr>
          <p:cNvSpPr>
            <a:spLocks noGrp="1"/>
          </p:cNvSpPr>
          <p:nvPr/>
        </p:nvSpPr>
        <p:spPr>
          <a:xfrm rot="-5400000">
            <a:off x="1162699" y="5592372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/>
              <a:t>Detected instances (%)</a:t>
            </a:r>
          </a:p>
        </p:txBody>
      </p:sp>
      <p:sp>
        <p:nvSpPr>
          <p:cNvPr id="2276" name="01_find_only_2275">
            <a:extLst>
              <a:ext uri="{FF2B5EF4-FFF2-40B4-BE49-F238E27FC236}">
                <a16:creationId xmlns:a16="http://schemas.microsoft.com/office/drawing/2014/main" id="{6ACB401B-0C9A-48CA-A752-6C96782D7EAE}"/>
              </a:ext>
            </a:extLst>
          </p:cNvPr>
          <p:cNvSpPr>
            <a:spLocks noGrp="1"/>
          </p:cNvSpPr>
          <p:nvPr/>
        </p:nvSpPr>
        <p:spPr>
          <a:xfrm>
            <a:off x="22516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01_find_only_2276">
            <a:extLst>
              <a:ext uri="{FF2B5EF4-FFF2-40B4-BE49-F238E27FC236}">
                <a16:creationId xmlns:a16="http://schemas.microsoft.com/office/drawing/2014/main" id="{F3481EDA-755C-4BF6-B0DC-69E60C888C4C}"/>
              </a:ext>
            </a:extLst>
          </p:cNvPr>
          <p:cNvSpPr>
            <a:spLocks noGrp="1"/>
          </p:cNvSpPr>
          <p:nvPr/>
        </p:nvSpPr>
        <p:spPr>
          <a:xfrm>
            <a:off x="23138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01_find_only_2277">
            <a:extLst>
              <a:ext uri="{FF2B5EF4-FFF2-40B4-BE49-F238E27FC236}">
                <a16:creationId xmlns:a16="http://schemas.microsoft.com/office/drawing/2014/main" id="{70779519-439B-46C4-A260-259D105BE7A2}"/>
              </a:ext>
            </a:extLst>
          </p:cNvPr>
          <p:cNvSpPr>
            <a:spLocks noGrp="1"/>
          </p:cNvSpPr>
          <p:nvPr/>
        </p:nvSpPr>
        <p:spPr>
          <a:xfrm>
            <a:off x="223125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01_find_only_2278">
            <a:extLst>
              <a:ext uri="{FF2B5EF4-FFF2-40B4-BE49-F238E27FC236}">
                <a16:creationId xmlns:a16="http://schemas.microsoft.com/office/drawing/2014/main" id="{6A62303F-8C35-4F7E-8D3A-DE338EAE6A15}"/>
              </a:ext>
            </a:extLst>
          </p:cNvPr>
          <p:cNvSpPr>
            <a:spLocks noGrp="1"/>
          </p:cNvSpPr>
          <p:nvPr/>
        </p:nvSpPr>
        <p:spPr>
          <a:xfrm>
            <a:off x="2306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01_find_only_2279">
            <a:extLst>
              <a:ext uri="{FF2B5EF4-FFF2-40B4-BE49-F238E27FC236}">
                <a16:creationId xmlns:a16="http://schemas.microsoft.com/office/drawing/2014/main" id="{E20BEC90-CC38-49E2-AA13-D3627103DB91}"/>
              </a:ext>
            </a:extLst>
          </p:cNvPr>
          <p:cNvSpPr>
            <a:spLocks noGrp="1"/>
          </p:cNvSpPr>
          <p:nvPr/>
        </p:nvSpPr>
        <p:spPr>
          <a:xfrm>
            <a:off x="2267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01_find_only_2280">
            <a:extLst>
              <a:ext uri="{FF2B5EF4-FFF2-40B4-BE49-F238E27FC236}">
                <a16:creationId xmlns:a16="http://schemas.microsoft.com/office/drawing/2014/main" id="{4C5DDE3A-2C41-4EF7-A525-9B6E7A2BC2E2}"/>
              </a:ext>
            </a:extLst>
          </p:cNvPr>
          <p:cNvSpPr>
            <a:spLocks noGrp="1"/>
          </p:cNvSpPr>
          <p:nvPr/>
        </p:nvSpPr>
        <p:spPr>
          <a:xfrm>
            <a:off x="23207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01_find_only_2281">
            <a:extLst>
              <a:ext uri="{FF2B5EF4-FFF2-40B4-BE49-F238E27FC236}">
                <a16:creationId xmlns:a16="http://schemas.microsoft.com/office/drawing/2014/main" id="{6A26D201-DEDE-4751-B702-9FA228AA5133}"/>
              </a:ext>
            </a:extLst>
          </p:cNvPr>
          <p:cNvSpPr>
            <a:spLocks noGrp="1"/>
          </p:cNvSpPr>
          <p:nvPr/>
        </p:nvSpPr>
        <p:spPr>
          <a:xfrm>
            <a:off x="22515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01_find_only_2282">
            <a:extLst>
              <a:ext uri="{FF2B5EF4-FFF2-40B4-BE49-F238E27FC236}">
                <a16:creationId xmlns:a16="http://schemas.microsoft.com/office/drawing/2014/main" id="{84C6C150-D7C8-44EA-B196-5AC94FECC13D}"/>
              </a:ext>
            </a:extLst>
          </p:cNvPr>
          <p:cNvSpPr>
            <a:spLocks noGrp="1"/>
          </p:cNvSpPr>
          <p:nvPr/>
        </p:nvSpPr>
        <p:spPr>
          <a:xfrm>
            <a:off x="2298973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01_find_only_2283">
            <a:extLst>
              <a:ext uri="{FF2B5EF4-FFF2-40B4-BE49-F238E27FC236}">
                <a16:creationId xmlns:a16="http://schemas.microsoft.com/office/drawing/2014/main" id="{5224A792-F49C-4A1F-A31C-294F2A3DDB50}"/>
              </a:ext>
            </a:extLst>
          </p:cNvPr>
          <p:cNvSpPr>
            <a:spLocks noGrp="1"/>
          </p:cNvSpPr>
          <p:nvPr/>
        </p:nvSpPr>
        <p:spPr>
          <a:xfrm>
            <a:off x="2234659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01_find_only_2284">
            <a:extLst>
              <a:ext uri="{FF2B5EF4-FFF2-40B4-BE49-F238E27FC236}">
                <a16:creationId xmlns:a16="http://schemas.microsoft.com/office/drawing/2014/main" id="{60B7192A-5470-4335-AB37-1ABD33B7CF60}"/>
              </a:ext>
            </a:extLst>
          </p:cNvPr>
          <p:cNvSpPr>
            <a:spLocks noGrp="1"/>
          </p:cNvSpPr>
          <p:nvPr/>
        </p:nvSpPr>
        <p:spPr>
          <a:xfrm>
            <a:off x="225535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01_find_only_2285">
            <a:extLst>
              <a:ext uri="{FF2B5EF4-FFF2-40B4-BE49-F238E27FC236}">
                <a16:creationId xmlns:a16="http://schemas.microsoft.com/office/drawing/2014/main" id="{49362C09-561E-4D8E-8A65-86285C5065C5}"/>
              </a:ext>
            </a:extLst>
          </p:cNvPr>
          <p:cNvSpPr>
            <a:spLocks noGrp="1"/>
          </p:cNvSpPr>
          <p:nvPr/>
        </p:nvSpPr>
        <p:spPr>
          <a:xfrm>
            <a:off x="223446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01_find_only_2286">
            <a:extLst>
              <a:ext uri="{FF2B5EF4-FFF2-40B4-BE49-F238E27FC236}">
                <a16:creationId xmlns:a16="http://schemas.microsoft.com/office/drawing/2014/main" id="{F313B7C7-D789-4F8F-B28C-3D5334B28F48}"/>
              </a:ext>
            </a:extLst>
          </p:cNvPr>
          <p:cNvSpPr>
            <a:spLocks noGrp="1"/>
          </p:cNvSpPr>
          <p:nvPr/>
        </p:nvSpPr>
        <p:spPr>
          <a:xfrm>
            <a:off x="22893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01_find_only_2287">
            <a:extLst>
              <a:ext uri="{FF2B5EF4-FFF2-40B4-BE49-F238E27FC236}">
                <a16:creationId xmlns:a16="http://schemas.microsoft.com/office/drawing/2014/main" id="{3FECBA48-D1D6-46BE-B299-6051C5D5B212}"/>
              </a:ext>
            </a:extLst>
          </p:cNvPr>
          <p:cNvSpPr>
            <a:spLocks noGrp="1"/>
          </p:cNvSpPr>
          <p:nvPr/>
        </p:nvSpPr>
        <p:spPr>
          <a:xfrm>
            <a:off x="2247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01_find_only_2288">
            <a:extLst>
              <a:ext uri="{FF2B5EF4-FFF2-40B4-BE49-F238E27FC236}">
                <a16:creationId xmlns:a16="http://schemas.microsoft.com/office/drawing/2014/main" id="{2F209FA4-8F71-49A8-96B2-CFF962F52D77}"/>
              </a:ext>
            </a:extLst>
          </p:cNvPr>
          <p:cNvSpPr>
            <a:spLocks noGrp="1"/>
          </p:cNvSpPr>
          <p:nvPr/>
        </p:nvSpPr>
        <p:spPr>
          <a:xfrm>
            <a:off x="22767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01_find_only_2289">
            <a:extLst>
              <a:ext uri="{FF2B5EF4-FFF2-40B4-BE49-F238E27FC236}">
                <a16:creationId xmlns:a16="http://schemas.microsoft.com/office/drawing/2014/main" id="{5D46C856-4E0C-4CFB-8A8B-E3C59C236293}"/>
              </a:ext>
            </a:extLst>
          </p:cNvPr>
          <p:cNvSpPr>
            <a:spLocks noGrp="1"/>
          </p:cNvSpPr>
          <p:nvPr/>
        </p:nvSpPr>
        <p:spPr>
          <a:xfrm>
            <a:off x="2266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01_find_only_2290">
            <a:extLst>
              <a:ext uri="{FF2B5EF4-FFF2-40B4-BE49-F238E27FC236}">
                <a16:creationId xmlns:a16="http://schemas.microsoft.com/office/drawing/2014/main" id="{3D65B7F3-0306-4115-8C9E-621C3A39B323}"/>
              </a:ext>
            </a:extLst>
          </p:cNvPr>
          <p:cNvSpPr>
            <a:spLocks noGrp="1"/>
          </p:cNvSpPr>
          <p:nvPr/>
        </p:nvSpPr>
        <p:spPr>
          <a:xfrm>
            <a:off x="2256810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01_find_only_2291">
            <a:extLst>
              <a:ext uri="{FF2B5EF4-FFF2-40B4-BE49-F238E27FC236}">
                <a16:creationId xmlns:a16="http://schemas.microsoft.com/office/drawing/2014/main" id="{007FE992-F170-4981-A866-4E9DFBEFDC27}"/>
              </a:ext>
            </a:extLst>
          </p:cNvPr>
          <p:cNvSpPr>
            <a:spLocks noGrp="1"/>
          </p:cNvSpPr>
          <p:nvPr/>
        </p:nvSpPr>
        <p:spPr>
          <a:xfrm>
            <a:off x="223417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01_find_only_2292">
            <a:extLst>
              <a:ext uri="{FF2B5EF4-FFF2-40B4-BE49-F238E27FC236}">
                <a16:creationId xmlns:a16="http://schemas.microsoft.com/office/drawing/2014/main" id="{F26A15CD-DF1C-44C9-8B3F-60F297ED6A62}"/>
              </a:ext>
            </a:extLst>
          </p:cNvPr>
          <p:cNvSpPr>
            <a:spLocks noGrp="1"/>
          </p:cNvSpPr>
          <p:nvPr/>
        </p:nvSpPr>
        <p:spPr>
          <a:xfrm>
            <a:off x="232141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01_find_only_2293">
            <a:extLst>
              <a:ext uri="{FF2B5EF4-FFF2-40B4-BE49-F238E27FC236}">
                <a16:creationId xmlns:a16="http://schemas.microsoft.com/office/drawing/2014/main" id="{EF06E5F5-178F-4111-8AA8-15AF5F3CAC3F}"/>
              </a:ext>
            </a:extLst>
          </p:cNvPr>
          <p:cNvSpPr>
            <a:spLocks noGrp="1"/>
          </p:cNvSpPr>
          <p:nvPr/>
        </p:nvSpPr>
        <p:spPr>
          <a:xfrm>
            <a:off x="22355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01_find_only_2294">
            <a:extLst>
              <a:ext uri="{FF2B5EF4-FFF2-40B4-BE49-F238E27FC236}">
                <a16:creationId xmlns:a16="http://schemas.microsoft.com/office/drawing/2014/main" id="{F0EFC8FC-975D-46D0-A4BA-58CF841015BD}"/>
              </a:ext>
            </a:extLst>
          </p:cNvPr>
          <p:cNvSpPr>
            <a:spLocks noGrp="1"/>
          </p:cNvSpPr>
          <p:nvPr/>
        </p:nvSpPr>
        <p:spPr>
          <a:xfrm>
            <a:off x="231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01_find_only_2295">
            <a:extLst>
              <a:ext uri="{FF2B5EF4-FFF2-40B4-BE49-F238E27FC236}">
                <a16:creationId xmlns:a16="http://schemas.microsoft.com/office/drawing/2014/main" id="{1A129897-C7F4-4DC2-95E1-AA95A67B2017}"/>
              </a:ext>
            </a:extLst>
          </p:cNvPr>
          <p:cNvSpPr>
            <a:spLocks noGrp="1"/>
          </p:cNvSpPr>
          <p:nvPr/>
        </p:nvSpPr>
        <p:spPr>
          <a:xfrm>
            <a:off x="2267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01_find_only_2296">
            <a:extLst>
              <a:ext uri="{FF2B5EF4-FFF2-40B4-BE49-F238E27FC236}">
                <a16:creationId xmlns:a16="http://schemas.microsoft.com/office/drawing/2014/main" id="{AA024743-9BEA-4FB5-B2FE-0FD0D023152E}"/>
              </a:ext>
            </a:extLst>
          </p:cNvPr>
          <p:cNvSpPr>
            <a:spLocks noGrp="1"/>
          </p:cNvSpPr>
          <p:nvPr/>
        </p:nvSpPr>
        <p:spPr>
          <a:xfrm>
            <a:off x="232539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01_find_only_2297">
            <a:extLst>
              <a:ext uri="{FF2B5EF4-FFF2-40B4-BE49-F238E27FC236}">
                <a16:creationId xmlns:a16="http://schemas.microsoft.com/office/drawing/2014/main" id="{16541391-C86C-49D8-81D2-4E4792A26A78}"/>
              </a:ext>
            </a:extLst>
          </p:cNvPr>
          <p:cNvSpPr>
            <a:spLocks noGrp="1"/>
          </p:cNvSpPr>
          <p:nvPr/>
        </p:nvSpPr>
        <p:spPr>
          <a:xfrm>
            <a:off x="229499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01_find_only_2298">
            <a:extLst>
              <a:ext uri="{FF2B5EF4-FFF2-40B4-BE49-F238E27FC236}">
                <a16:creationId xmlns:a16="http://schemas.microsoft.com/office/drawing/2014/main" id="{BCA2D9B8-D535-4F62-A659-28258743B59C}"/>
              </a:ext>
            </a:extLst>
          </p:cNvPr>
          <p:cNvSpPr>
            <a:spLocks noGrp="1"/>
          </p:cNvSpPr>
          <p:nvPr/>
        </p:nvSpPr>
        <p:spPr>
          <a:xfrm>
            <a:off x="230159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01_find_only_2299">
            <a:extLst>
              <a:ext uri="{FF2B5EF4-FFF2-40B4-BE49-F238E27FC236}">
                <a16:creationId xmlns:a16="http://schemas.microsoft.com/office/drawing/2014/main" id="{B9B8D601-D1FC-4D03-ADC6-5B4F360BEE15}"/>
              </a:ext>
            </a:extLst>
          </p:cNvPr>
          <p:cNvSpPr>
            <a:spLocks noGrp="1"/>
          </p:cNvSpPr>
          <p:nvPr/>
        </p:nvSpPr>
        <p:spPr>
          <a:xfrm>
            <a:off x="2258947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01_find_only_2300">
            <a:extLst>
              <a:ext uri="{FF2B5EF4-FFF2-40B4-BE49-F238E27FC236}">
                <a16:creationId xmlns:a16="http://schemas.microsoft.com/office/drawing/2014/main" id="{2702BEF8-1C38-456F-97EF-FF825578751C}"/>
              </a:ext>
            </a:extLst>
          </p:cNvPr>
          <p:cNvSpPr>
            <a:spLocks noGrp="1"/>
          </p:cNvSpPr>
          <p:nvPr/>
        </p:nvSpPr>
        <p:spPr>
          <a:xfrm>
            <a:off x="231995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01_find_only_2301">
            <a:extLst>
              <a:ext uri="{FF2B5EF4-FFF2-40B4-BE49-F238E27FC236}">
                <a16:creationId xmlns:a16="http://schemas.microsoft.com/office/drawing/2014/main" id="{18EC2FD2-FAAA-465A-8BCC-7B0743437C88}"/>
              </a:ext>
            </a:extLst>
          </p:cNvPr>
          <p:cNvSpPr>
            <a:spLocks noGrp="1"/>
          </p:cNvSpPr>
          <p:nvPr/>
        </p:nvSpPr>
        <p:spPr>
          <a:xfrm>
            <a:off x="2301790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01_find_only_2302">
            <a:extLst>
              <a:ext uri="{FF2B5EF4-FFF2-40B4-BE49-F238E27FC236}">
                <a16:creationId xmlns:a16="http://schemas.microsoft.com/office/drawing/2014/main" id="{8AFFAE85-A457-4542-9214-16032743BD2A}"/>
              </a:ext>
            </a:extLst>
          </p:cNvPr>
          <p:cNvSpPr>
            <a:spLocks noGrp="1"/>
          </p:cNvSpPr>
          <p:nvPr/>
        </p:nvSpPr>
        <p:spPr>
          <a:xfrm>
            <a:off x="22463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01_find_only_2303">
            <a:extLst>
              <a:ext uri="{FF2B5EF4-FFF2-40B4-BE49-F238E27FC236}">
                <a16:creationId xmlns:a16="http://schemas.microsoft.com/office/drawing/2014/main" id="{BB6C206D-88AF-46DC-9A4E-1069760B419D}"/>
              </a:ext>
            </a:extLst>
          </p:cNvPr>
          <p:cNvSpPr>
            <a:spLocks noGrp="1"/>
          </p:cNvSpPr>
          <p:nvPr/>
        </p:nvSpPr>
        <p:spPr>
          <a:xfrm>
            <a:off x="2300139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01_find_only_2304">
            <a:extLst>
              <a:ext uri="{FF2B5EF4-FFF2-40B4-BE49-F238E27FC236}">
                <a16:creationId xmlns:a16="http://schemas.microsoft.com/office/drawing/2014/main" id="{59DC1BFC-7963-47F9-B4E8-ED89208D6230}"/>
              </a:ext>
            </a:extLst>
          </p:cNvPr>
          <p:cNvSpPr>
            <a:spLocks noGrp="1"/>
          </p:cNvSpPr>
          <p:nvPr/>
        </p:nvSpPr>
        <p:spPr>
          <a:xfrm>
            <a:off x="225127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01_find_only_2305">
            <a:extLst>
              <a:ext uri="{FF2B5EF4-FFF2-40B4-BE49-F238E27FC236}">
                <a16:creationId xmlns:a16="http://schemas.microsoft.com/office/drawing/2014/main" id="{F0C0FF0B-3D79-434F-8296-78EB01C970A8}"/>
              </a:ext>
            </a:extLst>
          </p:cNvPr>
          <p:cNvSpPr>
            <a:spLocks noGrp="1"/>
          </p:cNvSpPr>
          <p:nvPr/>
        </p:nvSpPr>
        <p:spPr>
          <a:xfrm>
            <a:off x="22588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01_find_only_2306">
            <a:extLst>
              <a:ext uri="{FF2B5EF4-FFF2-40B4-BE49-F238E27FC236}">
                <a16:creationId xmlns:a16="http://schemas.microsoft.com/office/drawing/2014/main" id="{9506E3FB-BF41-4D3C-BB94-D4D2921B0A84}"/>
              </a:ext>
            </a:extLst>
          </p:cNvPr>
          <p:cNvSpPr>
            <a:spLocks noGrp="1"/>
          </p:cNvSpPr>
          <p:nvPr/>
        </p:nvSpPr>
        <p:spPr>
          <a:xfrm>
            <a:off x="23191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01_find_only_2307">
            <a:extLst>
              <a:ext uri="{FF2B5EF4-FFF2-40B4-BE49-F238E27FC236}">
                <a16:creationId xmlns:a16="http://schemas.microsoft.com/office/drawing/2014/main" id="{662F4AC1-74C8-40A0-80A3-C96133F49E79}"/>
              </a:ext>
            </a:extLst>
          </p:cNvPr>
          <p:cNvSpPr>
            <a:spLocks noGrp="1"/>
          </p:cNvSpPr>
          <p:nvPr/>
        </p:nvSpPr>
        <p:spPr>
          <a:xfrm>
            <a:off x="226040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01_find_only_2308">
            <a:extLst>
              <a:ext uri="{FF2B5EF4-FFF2-40B4-BE49-F238E27FC236}">
                <a16:creationId xmlns:a16="http://schemas.microsoft.com/office/drawing/2014/main" id="{EB6173F4-EF12-42AD-BC93-B7D44E4C3C67}"/>
              </a:ext>
            </a:extLst>
          </p:cNvPr>
          <p:cNvSpPr>
            <a:spLocks noGrp="1"/>
          </p:cNvSpPr>
          <p:nvPr/>
        </p:nvSpPr>
        <p:spPr>
          <a:xfrm>
            <a:off x="231374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01_find_only_2309">
            <a:extLst>
              <a:ext uri="{FF2B5EF4-FFF2-40B4-BE49-F238E27FC236}">
                <a16:creationId xmlns:a16="http://schemas.microsoft.com/office/drawing/2014/main" id="{3C3657AA-A2F4-4683-9B7C-C0D5FA16AE31}"/>
              </a:ext>
            </a:extLst>
          </p:cNvPr>
          <p:cNvSpPr>
            <a:spLocks noGrp="1"/>
          </p:cNvSpPr>
          <p:nvPr/>
        </p:nvSpPr>
        <p:spPr>
          <a:xfrm>
            <a:off x="23145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01_find_only_2310">
            <a:extLst>
              <a:ext uri="{FF2B5EF4-FFF2-40B4-BE49-F238E27FC236}">
                <a16:creationId xmlns:a16="http://schemas.microsoft.com/office/drawing/2014/main" id="{CED6C0C6-637D-4736-8B5C-6438D96E88BD}"/>
              </a:ext>
            </a:extLst>
          </p:cNvPr>
          <p:cNvSpPr>
            <a:spLocks noGrp="1"/>
          </p:cNvSpPr>
          <p:nvPr/>
        </p:nvSpPr>
        <p:spPr>
          <a:xfrm>
            <a:off x="231704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01_find_only_2311">
            <a:extLst>
              <a:ext uri="{FF2B5EF4-FFF2-40B4-BE49-F238E27FC236}">
                <a16:creationId xmlns:a16="http://schemas.microsoft.com/office/drawing/2014/main" id="{CEE871F3-7007-450A-9266-A5C2DD1F6944}"/>
              </a:ext>
            </a:extLst>
          </p:cNvPr>
          <p:cNvSpPr>
            <a:spLocks noGrp="1"/>
          </p:cNvSpPr>
          <p:nvPr/>
        </p:nvSpPr>
        <p:spPr>
          <a:xfrm>
            <a:off x="2261181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01_find_only_2312">
            <a:extLst>
              <a:ext uri="{FF2B5EF4-FFF2-40B4-BE49-F238E27FC236}">
                <a16:creationId xmlns:a16="http://schemas.microsoft.com/office/drawing/2014/main" id="{93917DE0-B7B9-4F54-8285-AEC46DA3DCBE}"/>
              </a:ext>
            </a:extLst>
          </p:cNvPr>
          <p:cNvSpPr>
            <a:spLocks noGrp="1"/>
          </p:cNvSpPr>
          <p:nvPr/>
        </p:nvSpPr>
        <p:spPr>
          <a:xfrm>
            <a:off x="224651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01_find_only_2313">
            <a:extLst>
              <a:ext uri="{FF2B5EF4-FFF2-40B4-BE49-F238E27FC236}">
                <a16:creationId xmlns:a16="http://schemas.microsoft.com/office/drawing/2014/main" id="{41DBA869-4DCB-4224-AF00-7CDAF357EC89}"/>
              </a:ext>
            </a:extLst>
          </p:cNvPr>
          <p:cNvSpPr>
            <a:spLocks noGrp="1"/>
          </p:cNvSpPr>
          <p:nvPr/>
        </p:nvSpPr>
        <p:spPr>
          <a:xfrm>
            <a:off x="23030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01_find_only_2314">
            <a:extLst>
              <a:ext uri="{FF2B5EF4-FFF2-40B4-BE49-F238E27FC236}">
                <a16:creationId xmlns:a16="http://schemas.microsoft.com/office/drawing/2014/main" id="{A2128C0D-9F4B-4278-AB19-57DDF079D039}"/>
              </a:ext>
            </a:extLst>
          </p:cNvPr>
          <p:cNvSpPr>
            <a:spLocks noGrp="1"/>
          </p:cNvSpPr>
          <p:nvPr/>
        </p:nvSpPr>
        <p:spPr>
          <a:xfrm>
            <a:off x="2241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01_find_only_2315">
            <a:extLst>
              <a:ext uri="{FF2B5EF4-FFF2-40B4-BE49-F238E27FC236}">
                <a16:creationId xmlns:a16="http://schemas.microsoft.com/office/drawing/2014/main" id="{8E7A5BA8-529F-443A-AFFA-79003D354E37}"/>
              </a:ext>
            </a:extLst>
          </p:cNvPr>
          <p:cNvSpPr>
            <a:spLocks noGrp="1"/>
          </p:cNvSpPr>
          <p:nvPr/>
        </p:nvSpPr>
        <p:spPr>
          <a:xfrm>
            <a:off x="2248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01_find_only_2316">
            <a:extLst>
              <a:ext uri="{FF2B5EF4-FFF2-40B4-BE49-F238E27FC236}">
                <a16:creationId xmlns:a16="http://schemas.microsoft.com/office/drawing/2014/main" id="{7444CE59-EBB6-4419-941E-1276B4813237}"/>
              </a:ext>
            </a:extLst>
          </p:cNvPr>
          <p:cNvSpPr>
            <a:spLocks noGrp="1"/>
          </p:cNvSpPr>
          <p:nvPr/>
        </p:nvSpPr>
        <p:spPr>
          <a:xfrm>
            <a:off x="230548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01_find_only_2317">
            <a:extLst>
              <a:ext uri="{FF2B5EF4-FFF2-40B4-BE49-F238E27FC236}">
                <a16:creationId xmlns:a16="http://schemas.microsoft.com/office/drawing/2014/main" id="{41DBA1E4-82E2-4BFF-B201-084251DE63D5}"/>
              </a:ext>
            </a:extLst>
          </p:cNvPr>
          <p:cNvSpPr>
            <a:spLocks noGrp="1"/>
          </p:cNvSpPr>
          <p:nvPr/>
        </p:nvSpPr>
        <p:spPr>
          <a:xfrm>
            <a:off x="224282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01_find_only_2318">
            <a:extLst>
              <a:ext uri="{FF2B5EF4-FFF2-40B4-BE49-F238E27FC236}">
                <a16:creationId xmlns:a16="http://schemas.microsoft.com/office/drawing/2014/main" id="{D719B5DE-551B-43C1-A3AD-532033D7BFF6}"/>
              </a:ext>
            </a:extLst>
          </p:cNvPr>
          <p:cNvSpPr>
            <a:spLocks noGrp="1"/>
          </p:cNvSpPr>
          <p:nvPr/>
        </p:nvSpPr>
        <p:spPr>
          <a:xfrm>
            <a:off x="23241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01_find_only_2319">
            <a:extLst>
              <a:ext uri="{FF2B5EF4-FFF2-40B4-BE49-F238E27FC236}">
                <a16:creationId xmlns:a16="http://schemas.microsoft.com/office/drawing/2014/main" id="{AE911D95-B7A5-43C7-8412-953B0D6B0D3B}"/>
              </a:ext>
            </a:extLst>
          </p:cNvPr>
          <p:cNvSpPr>
            <a:spLocks noGrp="1"/>
          </p:cNvSpPr>
          <p:nvPr/>
        </p:nvSpPr>
        <p:spPr>
          <a:xfrm>
            <a:off x="230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01_find_only_2320">
            <a:extLst>
              <a:ext uri="{FF2B5EF4-FFF2-40B4-BE49-F238E27FC236}">
                <a16:creationId xmlns:a16="http://schemas.microsoft.com/office/drawing/2014/main" id="{D9D7DF11-FAAD-4ABB-BC8A-3C21A493C755}"/>
              </a:ext>
            </a:extLst>
          </p:cNvPr>
          <p:cNvSpPr>
            <a:spLocks noGrp="1"/>
          </p:cNvSpPr>
          <p:nvPr/>
        </p:nvSpPr>
        <p:spPr>
          <a:xfrm>
            <a:off x="22741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01_find_only_2321">
            <a:extLst>
              <a:ext uri="{FF2B5EF4-FFF2-40B4-BE49-F238E27FC236}">
                <a16:creationId xmlns:a16="http://schemas.microsoft.com/office/drawing/2014/main" id="{904D9979-B97A-4F95-9FFD-2D33B852BF27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01_find_only_2322">
            <a:extLst>
              <a:ext uri="{FF2B5EF4-FFF2-40B4-BE49-F238E27FC236}">
                <a16:creationId xmlns:a16="http://schemas.microsoft.com/office/drawing/2014/main" id="{F47DD109-A8CD-4841-841C-F53C7D69C001}"/>
              </a:ext>
            </a:extLst>
          </p:cNvPr>
          <p:cNvSpPr>
            <a:spLocks noGrp="1"/>
          </p:cNvSpPr>
          <p:nvPr/>
        </p:nvSpPr>
        <p:spPr>
          <a:xfrm>
            <a:off x="2326856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01_find_only_2323">
            <a:extLst>
              <a:ext uri="{FF2B5EF4-FFF2-40B4-BE49-F238E27FC236}">
                <a16:creationId xmlns:a16="http://schemas.microsoft.com/office/drawing/2014/main" id="{42AA5099-09C3-4ECE-A883-97B307ABB493}"/>
              </a:ext>
            </a:extLst>
          </p:cNvPr>
          <p:cNvSpPr>
            <a:spLocks noGrp="1"/>
          </p:cNvSpPr>
          <p:nvPr/>
        </p:nvSpPr>
        <p:spPr>
          <a:xfrm>
            <a:off x="22915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01_find_only_2324">
            <a:extLst>
              <a:ext uri="{FF2B5EF4-FFF2-40B4-BE49-F238E27FC236}">
                <a16:creationId xmlns:a16="http://schemas.microsoft.com/office/drawing/2014/main" id="{989FA155-7970-4AC9-83F9-DDB6A105EFFD}"/>
              </a:ext>
            </a:extLst>
          </p:cNvPr>
          <p:cNvSpPr>
            <a:spLocks noGrp="1"/>
          </p:cNvSpPr>
          <p:nvPr/>
        </p:nvSpPr>
        <p:spPr>
          <a:xfrm>
            <a:off x="23137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01_find_only_2325">
            <a:extLst>
              <a:ext uri="{FF2B5EF4-FFF2-40B4-BE49-F238E27FC236}">
                <a16:creationId xmlns:a16="http://schemas.microsoft.com/office/drawing/2014/main" id="{F31A3414-2881-4911-A167-1B4D7BC20B06}"/>
              </a:ext>
            </a:extLst>
          </p:cNvPr>
          <p:cNvSpPr>
            <a:spLocks noGrp="1"/>
          </p:cNvSpPr>
          <p:nvPr/>
        </p:nvSpPr>
        <p:spPr>
          <a:xfrm>
            <a:off x="2245637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01_find_only_2326">
            <a:extLst>
              <a:ext uri="{FF2B5EF4-FFF2-40B4-BE49-F238E27FC236}">
                <a16:creationId xmlns:a16="http://schemas.microsoft.com/office/drawing/2014/main" id="{1520F996-A8A3-4C7F-828C-12432C831FB5}"/>
              </a:ext>
            </a:extLst>
          </p:cNvPr>
          <p:cNvSpPr>
            <a:spLocks noGrp="1"/>
          </p:cNvSpPr>
          <p:nvPr/>
        </p:nvSpPr>
        <p:spPr>
          <a:xfrm>
            <a:off x="22730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01_find_only_2327">
            <a:extLst>
              <a:ext uri="{FF2B5EF4-FFF2-40B4-BE49-F238E27FC236}">
                <a16:creationId xmlns:a16="http://schemas.microsoft.com/office/drawing/2014/main" id="{C1B5733C-4698-454A-9812-82301B97C3C0}"/>
              </a:ext>
            </a:extLst>
          </p:cNvPr>
          <p:cNvSpPr>
            <a:spLocks noGrp="1"/>
          </p:cNvSpPr>
          <p:nvPr/>
        </p:nvSpPr>
        <p:spPr>
          <a:xfrm>
            <a:off x="23077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01_find_only_2328">
            <a:extLst>
              <a:ext uri="{FF2B5EF4-FFF2-40B4-BE49-F238E27FC236}">
                <a16:creationId xmlns:a16="http://schemas.microsoft.com/office/drawing/2014/main" id="{23E90D4A-9C86-4827-BCD8-64756D2B38F9}"/>
              </a:ext>
            </a:extLst>
          </p:cNvPr>
          <p:cNvSpPr>
            <a:spLocks noGrp="1"/>
          </p:cNvSpPr>
          <p:nvPr/>
        </p:nvSpPr>
        <p:spPr>
          <a:xfrm>
            <a:off x="22936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01_find_only_2329">
            <a:extLst>
              <a:ext uri="{FF2B5EF4-FFF2-40B4-BE49-F238E27FC236}">
                <a16:creationId xmlns:a16="http://schemas.microsoft.com/office/drawing/2014/main" id="{CAECA2CA-D4C0-4D13-A42A-35F0CED94BFC}"/>
              </a:ext>
            </a:extLst>
          </p:cNvPr>
          <p:cNvSpPr>
            <a:spLocks noGrp="1"/>
          </p:cNvSpPr>
          <p:nvPr/>
        </p:nvSpPr>
        <p:spPr>
          <a:xfrm>
            <a:off x="2322095" y="57286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01_find_only_2330">
            <a:extLst>
              <a:ext uri="{FF2B5EF4-FFF2-40B4-BE49-F238E27FC236}">
                <a16:creationId xmlns:a16="http://schemas.microsoft.com/office/drawing/2014/main" id="{8D1C219F-20A2-468D-8162-94FF16404A69}"/>
              </a:ext>
            </a:extLst>
          </p:cNvPr>
          <p:cNvSpPr>
            <a:spLocks noGrp="1"/>
          </p:cNvSpPr>
          <p:nvPr/>
        </p:nvSpPr>
        <p:spPr>
          <a:xfrm>
            <a:off x="22319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01_find_only_2331">
            <a:extLst>
              <a:ext uri="{FF2B5EF4-FFF2-40B4-BE49-F238E27FC236}">
                <a16:creationId xmlns:a16="http://schemas.microsoft.com/office/drawing/2014/main" id="{031BE57E-234B-44CD-AC16-8707A4BEB684}"/>
              </a:ext>
            </a:extLst>
          </p:cNvPr>
          <p:cNvSpPr>
            <a:spLocks noGrp="1"/>
          </p:cNvSpPr>
          <p:nvPr/>
        </p:nvSpPr>
        <p:spPr>
          <a:xfrm>
            <a:off x="22719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01_find_only_2332">
            <a:extLst>
              <a:ext uri="{FF2B5EF4-FFF2-40B4-BE49-F238E27FC236}">
                <a16:creationId xmlns:a16="http://schemas.microsoft.com/office/drawing/2014/main" id="{64287E00-B51E-402B-A838-036CF12E20C6}"/>
              </a:ext>
            </a:extLst>
          </p:cNvPr>
          <p:cNvSpPr>
            <a:spLocks noGrp="1"/>
          </p:cNvSpPr>
          <p:nvPr/>
        </p:nvSpPr>
        <p:spPr>
          <a:xfrm>
            <a:off x="22901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01_find_only_2333">
            <a:extLst>
              <a:ext uri="{FF2B5EF4-FFF2-40B4-BE49-F238E27FC236}">
                <a16:creationId xmlns:a16="http://schemas.microsoft.com/office/drawing/2014/main" id="{F82010CA-9BF7-4571-9454-C7699562B62A}"/>
              </a:ext>
            </a:extLst>
          </p:cNvPr>
          <p:cNvSpPr>
            <a:spLocks noGrp="1"/>
          </p:cNvSpPr>
          <p:nvPr/>
        </p:nvSpPr>
        <p:spPr>
          <a:xfrm>
            <a:off x="22599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01_find_only_2334">
            <a:extLst>
              <a:ext uri="{FF2B5EF4-FFF2-40B4-BE49-F238E27FC236}">
                <a16:creationId xmlns:a16="http://schemas.microsoft.com/office/drawing/2014/main" id="{9CB3862E-58DE-4943-9F9B-FB7CBEF58519}"/>
              </a:ext>
            </a:extLst>
          </p:cNvPr>
          <p:cNvSpPr>
            <a:spLocks noGrp="1"/>
          </p:cNvSpPr>
          <p:nvPr/>
        </p:nvSpPr>
        <p:spPr>
          <a:xfrm>
            <a:off x="228168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01_find_only_2335">
            <a:extLst>
              <a:ext uri="{FF2B5EF4-FFF2-40B4-BE49-F238E27FC236}">
                <a16:creationId xmlns:a16="http://schemas.microsoft.com/office/drawing/2014/main" id="{5ED1D158-7DC1-445F-95A4-B0E556385F17}"/>
              </a:ext>
            </a:extLst>
          </p:cNvPr>
          <p:cNvSpPr>
            <a:spLocks noGrp="1"/>
          </p:cNvSpPr>
          <p:nvPr/>
        </p:nvSpPr>
        <p:spPr>
          <a:xfrm>
            <a:off x="2269439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01_find_only_2336">
            <a:extLst>
              <a:ext uri="{FF2B5EF4-FFF2-40B4-BE49-F238E27FC236}">
                <a16:creationId xmlns:a16="http://schemas.microsoft.com/office/drawing/2014/main" id="{F996F06C-27F2-498C-9DC5-CD4DEB6B4E10}"/>
              </a:ext>
            </a:extLst>
          </p:cNvPr>
          <p:cNvSpPr>
            <a:spLocks noGrp="1"/>
          </p:cNvSpPr>
          <p:nvPr/>
        </p:nvSpPr>
        <p:spPr>
          <a:xfrm>
            <a:off x="2311408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01_find_only_2337">
            <a:extLst>
              <a:ext uri="{FF2B5EF4-FFF2-40B4-BE49-F238E27FC236}">
                <a16:creationId xmlns:a16="http://schemas.microsoft.com/office/drawing/2014/main" id="{CEC92227-08EE-4F2B-BDA0-04ADFF93A92D}"/>
              </a:ext>
            </a:extLst>
          </p:cNvPr>
          <p:cNvSpPr>
            <a:spLocks noGrp="1"/>
          </p:cNvSpPr>
          <p:nvPr/>
        </p:nvSpPr>
        <p:spPr>
          <a:xfrm>
            <a:off x="22426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01_find_only_2338">
            <a:extLst>
              <a:ext uri="{FF2B5EF4-FFF2-40B4-BE49-F238E27FC236}">
                <a16:creationId xmlns:a16="http://schemas.microsoft.com/office/drawing/2014/main" id="{284E176E-9013-4A45-8797-BC9DDC5766D4}"/>
              </a:ext>
            </a:extLst>
          </p:cNvPr>
          <p:cNvSpPr>
            <a:spLocks noGrp="1"/>
          </p:cNvSpPr>
          <p:nvPr/>
        </p:nvSpPr>
        <p:spPr>
          <a:xfrm>
            <a:off x="22470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01_find_only_2339">
            <a:extLst>
              <a:ext uri="{FF2B5EF4-FFF2-40B4-BE49-F238E27FC236}">
                <a16:creationId xmlns:a16="http://schemas.microsoft.com/office/drawing/2014/main" id="{5CB95598-474E-4458-AD78-C9ADBBAF5447}"/>
              </a:ext>
            </a:extLst>
          </p:cNvPr>
          <p:cNvSpPr>
            <a:spLocks noGrp="1"/>
          </p:cNvSpPr>
          <p:nvPr/>
        </p:nvSpPr>
        <p:spPr>
          <a:xfrm>
            <a:off x="22875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01_find_only_2340">
            <a:extLst>
              <a:ext uri="{FF2B5EF4-FFF2-40B4-BE49-F238E27FC236}">
                <a16:creationId xmlns:a16="http://schemas.microsoft.com/office/drawing/2014/main" id="{A9276BE0-6EC4-42B7-AADB-527E64A1CC61}"/>
              </a:ext>
            </a:extLst>
          </p:cNvPr>
          <p:cNvSpPr>
            <a:spLocks noGrp="1"/>
          </p:cNvSpPr>
          <p:nvPr/>
        </p:nvSpPr>
        <p:spPr>
          <a:xfrm>
            <a:off x="22866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01_find_only_2341">
            <a:extLst>
              <a:ext uri="{FF2B5EF4-FFF2-40B4-BE49-F238E27FC236}">
                <a16:creationId xmlns:a16="http://schemas.microsoft.com/office/drawing/2014/main" id="{9A556818-D138-4263-A77B-D213C86FCA6E}"/>
              </a:ext>
            </a:extLst>
          </p:cNvPr>
          <p:cNvSpPr>
            <a:spLocks noGrp="1"/>
          </p:cNvSpPr>
          <p:nvPr/>
        </p:nvSpPr>
        <p:spPr>
          <a:xfrm>
            <a:off x="23182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01_find_only_2342">
            <a:extLst>
              <a:ext uri="{FF2B5EF4-FFF2-40B4-BE49-F238E27FC236}">
                <a16:creationId xmlns:a16="http://schemas.microsoft.com/office/drawing/2014/main" id="{0AD179C4-FBD4-4D45-9735-436BBD5494EE}"/>
              </a:ext>
            </a:extLst>
          </p:cNvPr>
          <p:cNvSpPr>
            <a:spLocks noGrp="1"/>
          </p:cNvSpPr>
          <p:nvPr/>
        </p:nvSpPr>
        <p:spPr>
          <a:xfrm>
            <a:off x="23035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01_find_only_2343">
            <a:extLst>
              <a:ext uri="{FF2B5EF4-FFF2-40B4-BE49-F238E27FC236}">
                <a16:creationId xmlns:a16="http://schemas.microsoft.com/office/drawing/2014/main" id="{E2AA88B5-EA45-4FA8-97CB-3BA7ED1F94FC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01_find_only_2344">
            <a:extLst>
              <a:ext uri="{FF2B5EF4-FFF2-40B4-BE49-F238E27FC236}">
                <a16:creationId xmlns:a16="http://schemas.microsoft.com/office/drawing/2014/main" id="{E908B8E7-3294-491C-9D73-5F0878850DCB}"/>
              </a:ext>
            </a:extLst>
          </p:cNvPr>
          <p:cNvSpPr>
            <a:spLocks noGrp="1"/>
          </p:cNvSpPr>
          <p:nvPr/>
        </p:nvSpPr>
        <p:spPr>
          <a:xfrm>
            <a:off x="23054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01_find_only_2345">
            <a:extLst>
              <a:ext uri="{FF2B5EF4-FFF2-40B4-BE49-F238E27FC236}">
                <a16:creationId xmlns:a16="http://schemas.microsoft.com/office/drawing/2014/main" id="{E578E3E1-A903-47BE-9432-4F95D99FC02F}"/>
              </a:ext>
            </a:extLst>
          </p:cNvPr>
          <p:cNvSpPr>
            <a:spLocks noGrp="1"/>
          </p:cNvSpPr>
          <p:nvPr/>
        </p:nvSpPr>
        <p:spPr>
          <a:xfrm>
            <a:off x="229761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01_find_only_2346">
            <a:extLst>
              <a:ext uri="{FF2B5EF4-FFF2-40B4-BE49-F238E27FC236}">
                <a16:creationId xmlns:a16="http://schemas.microsoft.com/office/drawing/2014/main" id="{6F0ED881-9642-4006-891F-7EF80D72A9C8}"/>
              </a:ext>
            </a:extLst>
          </p:cNvPr>
          <p:cNvSpPr>
            <a:spLocks noGrp="1"/>
          </p:cNvSpPr>
          <p:nvPr/>
        </p:nvSpPr>
        <p:spPr>
          <a:xfrm>
            <a:off x="23017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01_find_only_2347">
            <a:extLst>
              <a:ext uri="{FF2B5EF4-FFF2-40B4-BE49-F238E27FC236}">
                <a16:creationId xmlns:a16="http://schemas.microsoft.com/office/drawing/2014/main" id="{0C8694D0-D0EC-49CC-9147-F8BD81D7531E}"/>
              </a:ext>
            </a:extLst>
          </p:cNvPr>
          <p:cNvSpPr>
            <a:spLocks noGrp="1"/>
          </p:cNvSpPr>
          <p:nvPr/>
        </p:nvSpPr>
        <p:spPr>
          <a:xfrm>
            <a:off x="22834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01_find_only_2348">
            <a:extLst>
              <a:ext uri="{FF2B5EF4-FFF2-40B4-BE49-F238E27FC236}">
                <a16:creationId xmlns:a16="http://schemas.microsoft.com/office/drawing/2014/main" id="{E9030504-37E7-4A97-9059-C876CDA567EC}"/>
              </a:ext>
            </a:extLst>
          </p:cNvPr>
          <p:cNvSpPr>
            <a:spLocks noGrp="1"/>
          </p:cNvSpPr>
          <p:nvPr/>
        </p:nvSpPr>
        <p:spPr>
          <a:xfrm>
            <a:off x="2233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01_find_only_2349">
            <a:extLst>
              <a:ext uri="{FF2B5EF4-FFF2-40B4-BE49-F238E27FC236}">
                <a16:creationId xmlns:a16="http://schemas.microsoft.com/office/drawing/2014/main" id="{CE85D609-5307-4035-9E59-9A578B880371}"/>
              </a:ext>
            </a:extLst>
          </p:cNvPr>
          <p:cNvSpPr>
            <a:spLocks noGrp="1"/>
          </p:cNvSpPr>
          <p:nvPr/>
        </p:nvSpPr>
        <p:spPr>
          <a:xfrm>
            <a:off x="2298002" y="58412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01_find_only_2350">
            <a:extLst>
              <a:ext uri="{FF2B5EF4-FFF2-40B4-BE49-F238E27FC236}">
                <a16:creationId xmlns:a16="http://schemas.microsoft.com/office/drawing/2014/main" id="{459315E1-E61E-480A-AF43-6AD093642E02}"/>
              </a:ext>
            </a:extLst>
          </p:cNvPr>
          <p:cNvSpPr>
            <a:spLocks noGrp="1"/>
          </p:cNvSpPr>
          <p:nvPr/>
        </p:nvSpPr>
        <p:spPr>
          <a:xfrm>
            <a:off x="23108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01_find_only_2351">
            <a:extLst>
              <a:ext uri="{FF2B5EF4-FFF2-40B4-BE49-F238E27FC236}">
                <a16:creationId xmlns:a16="http://schemas.microsoft.com/office/drawing/2014/main" id="{A402B71B-0E94-4C4C-A89D-8160A2F819AC}"/>
              </a:ext>
            </a:extLst>
          </p:cNvPr>
          <p:cNvSpPr>
            <a:spLocks noGrp="1"/>
          </p:cNvSpPr>
          <p:nvPr/>
        </p:nvSpPr>
        <p:spPr>
          <a:xfrm>
            <a:off x="22491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01_find_only_2352">
            <a:extLst>
              <a:ext uri="{FF2B5EF4-FFF2-40B4-BE49-F238E27FC236}">
                <a16:creationId xmlns:a16="http://schemas.microsoft.com/office/drawing/2014/main" id="{5C395931-C5D1-41BF-9E8D-78235C55B49B}"/>
              </a:ext>
            </a:extLst>
          </p:cNvPr>
          <p:cNvSpPr>
            <a:spLocks noGrp="1"/>
          </p:cNvSpPr>
          <p:nvPr/>
        </p:nvSpPr>
        <p:spPr>
          <a:xfrm>
            <a:off x="2241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01_find_only_2353">
            <a:extLst>
              <a:ext uri="{FF2B5EF4-FFF2-40B4-BE49-F238E27FC236}">
                <a16:creationId xmlns:a16="http://schemas.microsoft.com/office/drawing/2014/main" id="{4758904B-A7E5-4459-BBB0-B0C4E91D1F54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01_find_only_2354">
            <a:extLst>
              <a:ext uri="{FF2B5EF4-FFF2-40B4-BE49-F238E27FC236}">
                <a16:creationId xmlns:a16="http://schemas.microsoft.com/office/drawing/2014/main" id="{45DED0BD-6A4A-42A7-9934-A55414EF98E5}"/>
              </a:ext>
            </a:extLst>
          </p:cNvPr>
          <p:cNvSpPr>
            <a:spLocks noGrp="1"/>
          </p:cNvSpPr>
          <p:nvPr/>
        </p:nvSpPr>
        <p:spPr>
          <a:xfrm>
            <a:off x="23228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01_find_only_2355">
            <a:extLst>
              <a:ext uri="{FF2B5EF4-FFF2-40B4-BE49-F238E27FC236}">
                <a16:creationId xmlns:a16="http://schemas.microsoft.com/office/drawing/2014/main" id="{DBCC7366-E5CA-45F4-B582-B8177DD97565}"/>
              </a:ext>
            </a:extLst>
          </p:cNvPr>
          <p:cNvSpPr>
            <a:spLocks noGrp="1"/>
          </p:cNvSpPr>
          <p:nvPr/>
        </p:nvSpPr>
        <p:spPr>
          <a:xfrm>
            <a:off x="23270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01_find_only_2356">
            <a:extLst>
              <a:ext uri="{FF2B5EF4-FFF2-40B4-BE49-F238E27FC236}">
                <a16:creationId xmlns:a16="http://schemas.microsoft.com/office/drawing/2014/main" id="{6F7C07E9-11BA-4C57-B87A-75FC2AB7170A}"/>
              </a:ext>
            </a:extLst>
          </p:cNvPr>
          <p:cNvSpPr>
            <a:spLocks noGrp="1"/>
          </p:cNvSpPr>
          <p:nvPr/>
        </p:nvSpPr>
        <p:spPr>
          <a:xfrm>
            <a:off x="226701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01_find_only_2357">
            <a:extLst>
              <a:ext uri="{FF2B5EF4-FFF2-40B4-BE49-F238E27FC236}">
                <a16:creationId xmlns:a16="http://schemas.microsoft.com/office/drawing/2014/main" id="{69B60240-067F-40DA-ADF6-2FCE9C68178D}"/>
              </a:ext>
            </a:extLst>
          </p:cNvPr>
          <p:cNvSpPr>
            <a:spLocks noGrp="1"/>
          </p:cNvSpPr>
          <p:nvPr/>
        </p:nvSpPr>
        <p:spPr>
          <a:xfrm>
            <a:off x="2302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01_find_only_2358">
            <a:extLst>
              <a:ext uri="{FF2B5EF4-FFF2-40B4-BE49-F238E27FC236}">
                <a16:creationId xmlns:a16="http://schemas.microsoft.com/office/drawing/2014/main" id="{81FCFA4B-4A23-48EB-B68C-764F7BDEDE31}"/>
              </a:ext>
            </a:extLst>
          </p:cNvPr>
          <p:cNvSpPr>
            <a:spLocks noGrp="1"/>
          </p:cNvSpPr>
          <p:nvPr/>
        </p:nvSpPr>
        <p:spPr>
          <a:xfrm>
            <a:off x="23100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01_find_only_2359">
            <a:extLst>
              <a:ext uri="{FF2B5EF4-FFF2-40B4-BE49-F238E27FC236}">
                <a16:creationId xmlns:a16="http://schemas.microsoft.com/office/drawing/2014/main" id="{E1BB6082-6F2A-4AD1-9499-731AC78CCB29}"/>
              </a:ext>
            </a:extLst>
          </p:cNvPr>
          <p:cNvSpPr>
            <a:spLocks noGrp="1"/>
          </p:cNvSpPr>
          <p:nvPr/>
        </p:nvSpPr>
        <p:spPr>
          <a:xfrm>
            <a:off x="23218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01_find_only_2360">
            <a:extLst>
              <a:ext uri="{FF2B5EF4-FFF2-40B4-BE49-F238E27FC236}">
                <a16:creationId xmlns:a16="http://schemas.microsoft.com/office/drawing/2014/main" id="{C59E5E46-700A-437D-B115-46AF5AB88DEE}"/>
              </a:ext>
            </a:extLst>
          </p:cNvPr>
          <p:cNvSpPr>
            <a:spLocks noGrp="1"/>
          </p:cNvSpPr>
          <p:nvPr/>
        </p:nvSpPr>
        <p:spPr>
          <a:xfrm>
            <a:off x="2311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01_find_only_2361">
            <a:extLst>
              <a:ext uri="{FF2B5EF4-FFF2-40B4-BE49-F238E27FC236}">
                <a16:creationId xmlns:a16="http://schemas.microsoft.com/office/drawing/2014/main" id="{14F9B18A-F75F-40FB-AD84-2315499CA7D4}"/>
              </a:ext>
            </a:extLst>
          </p:cNvPr>
          <p:cNvSpPr>
            <a:spLocks noGrp="1"/>
          </p:cNvSpPr>
          <p:nvPr/>
        </p:nvSpPr>
        <p:spPr>
          <a:xfrm>
            <a:off x="22968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01_find_only_2362">
            <a:extLst>
              <a:ext uri="{FF2B5EF4-FFF2-40B4-BE49-F238E27FC236}">
                <a16:creationId xmlns:a16="http://schemas.microsoft.com/office/drawing/2014/main" id="{3C22276A-2DA2-4CCC-94B9-599C57B0FF48}"/>
              </a:ext>
            </a:extLst>
          </p:cNvPr>
          <p:cNvSpPr>
            <a:spLocks noGrp="1"/>
          </p:cNvSpPr>
          <p:nvPr/>
        </p:nvSpPr>
        <p:spPr>
          <a:xfrm>
            <a:off x="22372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01_find_only_2363">
            <a:extLst>
              <a:ext uri="{FF2B5EF4-FFF2-40B4-BE49-F238E27FC236}">
                <a16:creationId xmlns:a16="http://schemas.microsoft.com/office/drawing/2014/main" id="{0EA173F1-C847-4C17-8E3B-CFD2395EFB71}"/>
              </a:ext>
            </a:extLst>
          </p:cNvPr>
          <p:cNvSpPr>
            <a:spLocks noGrp="1"/>
          </p:cNvSpPr>
          <p:nvPr/>
        </p:nvSpPr>
        <p:spPr>
          <a:xfrm>
            <a:off x="2246706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01_find_only_2364">
            <a:extLst>
              <a:ext uri="{FF2B5EF4-FFF2-40B4-BE49-F238E27FC236}">
                <a16:creationId xmlns:a16="http://schemas.microsoft.com/office/drawing/2014/main" id="{EBD535BD-1F51-4783-8B38-E7FC5EB24FF8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01_find_only_2365">
            <a:extLst>
              <a:ext uri="{FF2B5EF4-FFF2-40B4-BE49-F238E27FC236}">
                <a16:creationId xmlns:a16="http://schemas.microsoft.com/office/drawing/2014/main" id="{600392B9-D1D8-4787-AB99-0EE1254ADA3A}"/>
              </a:ext>
            </a:extLst>
          </p:cNvPr>
          <p:cNvSpPr>
            <a:spLocks noGrp="1"/>
          </p:cNvSpPr>
          <p:nvPr/>
        </p:nvSpPr>
        <p:spPr>
          <a:xfrm>
            <a:off x="228799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01_find_only_2366">
            <a:extLst>
              <a:ext uri="{FF2B5EF4-FFF2-40B4-BE49-F238E27FC236}">
                <a16:creationId xmlns:a16="http://schemas.microsoft.com/office/drawing/2014/main" id="{74FFA809-717E-475E-967F-A5FB64B79C14}"/>
              </a:ext>
            </a:extLst>
          </p:cNvPr>
          <p:cNvSpPr>
            <a:spLocks noGrp="1"/>
          </p:cNvSpPr>
          <p:nvPr/>
        </p:nvSpPr>
        <p:spPr>
          <a:xfrm>
            <a:off x="22507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01_find_only_2367">
            <a:extLst>
              <a:ext uri="{FF2B5EF4-FFF2-40B4-BE49-F238E27FC236}">
                <a16:creationId xmlns:a16="http://schemas.microsoft.com/office/drawing/2014/main" id="{79731756-AF00-4D2A-8EA1-8EA990FCC354}"/>
              </a:ext>
            </a:extLst>
          </p:cNvPr>
          <p:cNvSpPr>
            <a:spLocks noGrp="1"/>
          </p:cNvSpPr>
          <p:nvPr/>
        </p:nvSpPr>
        <p:spPr>
          <a:xfrm>
            <a:off x="22683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01_find_only_2368">
            <a:extLst>
              <a:ext uri="{FF2B5EF4-FFF2-40B4-BE49-F238E27FC236}">
                <a16:creationId xmlns:a16="http://schemas.microsoft.com/office/drawing/2014/main" id="{4C3EDB24-89BE-4728-81A4-2D720889E82D}"/>
              </a:ext>
            </a:extLst>
          </p:cNvPr>
          <p:cNvSpPr>
            <a:spLocks noGrp="1"/>
          </p:cNvSpPr>
          <p:nvPr/>
        </p:nvSpPr>
        <p:spPr>
          <a:xfrm>
            <a:off x="2233979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01_find_only_2369">
            <a:extLst>
              <a:ext uri="{FF2B5EF4-FFF2-40B4-BE49-F238E27FC236}">
                <a16:creationId xmlns:a16="http://schemas.microsoft.com/office/drawing/2014/main" id="{A6F5F52A-DCE7-4599-BA7C-F214E91EBAFF}"/>
              </a:ext>
            </a:extLst>
          </p:cNvPr>
          <p:cNvSpPr>
            <a:spLocks noGrp="1"/>
          </p:cNvSpPr>
          <p:nvPr/>
        </p:nvSpPr>
        <p:spPr>
          <a:xfrm>
            <a:off x="2506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01_find_only_2370">
            <a:extLst>
              <a:ext uri="{FF2B5EF4-FFF2-40B4-BE49-F238E27FC236}">
                <a16:creationId xmlns:a16="http://schemas.microsoft.com/office/drawing/2014/main" id="{9D1B5537-5664-4ED2-AE09-618A2A0AE9D1}"/>
              </a:ext>
            </a:extLst>
          </p:cNvPr>
          <p:cNvSpPr>
            <a:spLocks noGrp="1"/>
          </p:cNvSpPr>
          <p:nvPr/>
        </p:nvSpPr>
        <p:spPr>
          <a:xfrm>
            <a:off x="25684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01_find_only_2371">
            <a:extLst>
              <a:ext uri="{FF2B5EF4-FFF2-40B4-BE49-F238E27FC236}">
                <a16:creationId xmlns:a16="http://schemas.microsoft.com/office/drawing/2014/main" id="{9F28411B-C44B-401A-827B-F86A49DFE774}"/>
              </a:ext>
            </a:extLst>
          </p:cNvPr>
          <p:cNvSpPr>
            <a:spLocks noGrp="1"/>
          </p:cNvSpPr>
          <p:nvPr/>
        </p:nvSpPr>
        <p:spPr>
          <a:xfrm>
            <a:off x="24858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01_find_only_2372">
            <a:extLst>
              <a:ext uri="{FF2B5EF4-FFF2-40B4-BE49-F238E27FC236}">
                <a16:creationId xmlns:a16="http://schemas.microsoft.com/office/drawing/2014/main" id="{0AA5621F-C089-4A38-9AFC-3C38CC6B538A}"/>
              </a:ext>
            </a:extLst>
          </p:cNvPr>
          <p:cNvSpPr>
            <a:spLocks noGrp="1"/>
          </p:cNvSpPr>
          <p:nvPr/>
        </p:nvSpPr>
        <p:spPr>
          <a:xfrm>
            <a:off x="2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01_find_only_2373">
            <a:extLst>
              <a:ext uri="{FF2B5EF4-FFF2-40B4-BE49-F238E27FC236}">
                <a16:creationId xmlns:a16="http://schemas.microsoft.com/office/drawing/2014/main" id="{3F0D3399-8303-4D0F-BF9C-88285772A945}"/>
              </a:ext>
            </a:extLst>
          </p:cNvPr>
          <p:cNvSpPr>
            <a:spLocks noGrp="1"/>
          </p:cNvSpPr>
          <p:nvPr/>
        </p:nvSpPr>
        <p:spPr>
          <a:xfrm>
            <a:off x="25221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01_find_only_2374">
            <a:extLst>
              <a:ext uri="{FF2B5EF4-FFF2-40B4-BE49-F238E27FC236}">
                <a16:creationId xmlns:a16="http://schemas.microsoft.com/office/drawing/2014/main" id="{D58E563F-6023-4F3A-A484-0AB7290FD0BC}"/>
              </a:ext>
            </a:extLst>
          </p:cNvPr>
          <p:cNvSpPr>
            <a:spLocks noGrp="1"/>
          </p:cNvSpPr>
          <p:nvPr/>
        </p:nvSpPr>
        <p:spPr>
          <a:xfrm>
            <a:off x="25753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01_find_only_2375">
            <a:extLst>
              <a:ext uri="{FF2B5EF4-FFF2-40B4-BE49-F238E27FC236}">
                <a16:creationId xmlns:a16="http://schemas.microsoft.com/office/drawing/2014/main" id="{09A680E9-1D96-4FD6-9605-43F313F9270C}"/>
              </a:ext>
            </a:extLst>
          </p:cNvPr>
          <p:cNvSpPr>
            <a:spLocks noGrp="1"/>
          </p:cNvSpPr>
          <p:nvPr/>
        </p:nvSpPr>
        <p:spPr>
          <a:xfrm>
            <a:off x="2506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01_find_only_2376">
            <a:extLst>
              <a:ext uri="{FF2B5EF4-FFF2-40B4-BE49-F238E27FC236}">
                <a16:creationId xmlns:a16="http://schemas.microsoft.com/office/drawing/2014/main" id="{DD3E4B41-2D58-4F9C-B6EF-D111C11F9987}"/>
              </a:ext>
            </a:extLst>
          </p:cNvPr>
          <p:cNvSpPr>
            <a:spLocks noGrp="1"/>
          </p:cNvSpPr>
          <p:nvPr/>
        </p:nvSpPr>
        <p:spPr>
          <a:xfrm>
            <a:off x="2553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01_find_only_2377">
            <a:extLst>
              <a:ext uri="{FF2B5EF4-FFF2-40B4-BE49-F238E27FC236}">
                <a16:creationId xmlns:a16="http://schemas.microsoft.com/office/drawing/2014/main" id="{BAA53615-7FE3-4807-BD28-6CB16DFD432F}"/>
              </a:ext>
            </a:extLst>
          </p:cNvPr>
          <p:cNvSpPr>
            <a:spLocks noGrp="1"/>
          </p:cNvSpPr>
          <p:nvPr/>
        </p:nvSpPr>
        <p:spPr>
          <a:xfrm>
            <a:off x="2489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01_find_only_2378">
            <a:extLst>
              <a:ext uri="{FF2B5EF4-FFF2-40B4-BE49-F238E27FC236}">
                <a16:creationId xmlns:a16="http://schemas.microsoft.com/office/drawing/2014/main" id="{3C2DC543-7FDF-4BEC-AC1E-6E0DEFBD0C0A}"/>
              </a:ext>
            </a:extLst>
          </p:cNvPr>
          <p:cNvSpPr>
            <a:spLocks noGrp="1"/>
          </p:cNvSpPr>
          <p:nvPr/>
        </p:nvSpPr>
        <p:spPr>
          <a:xfrm>
            <a:off x="25099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01_find_only_2379">
            <a:extLst>
              <a:ext uri="{FF2B5EF4-FFF2-40B4-BE49-F238E27FC236}">
                <a16:creationId xmlns:a16="http://schemas.microsoft.com/office/drawing/2014/main" id="{A79211B2-8A9D-449C-8054-CEE92BFDC110}"/>
              </a:ext>
            </a:extLst>
          </p:cNvPr>
          <p:cNvSpPr>
            <a:spLocks noGrp="1"/>
          </p:cNvSpPr>
          <p:nvPr/>
        </p:nvSpPr>
        <p:spPr>
          <a:xfrm>
            <a:off x="248910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01_find_only_2380">
            <a:extLst>
              <a:ext uri="{FF2B5EF4-FFF2-40B4-BE49-F238E27FC236}">
                <a16:creationId xmlns:a16="http://schemas.microsoft.com/office/drawing/2014/main" id="{59217F45-345B-4496-862A-625C450E71A6}"/>
              </a:ext>
            </a:extLst>
          </p:cNvPr>
          <p:cNvSpPr>
            <a:spLocks noGrp="1"/>
          </p:cNvSpPr>
          <p:nvPr/>
        </p:nvSpPr>
        <p:spPr>
          <a:xfrm>
            <a:off x="25439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01_find_only_2381">
            <a:extLst>
              <a:ext uri="{FF2B5EF4-FFF2-40B4-BE49-F238E27FC236}">
                <a16:creationId xmlns:a16="http://schemas.microsoft.com/office/drawing/2014/main" id="{C225CA9E-E3CA-442B-890E-426C25709872}"/>
              </a:ext>
            </a:extLst>
          </p:cNvPr>
          <p:cNvSpPr>
            <a:spLocks noGrp="1"/>
          </p:cNvSpPr>
          <p:nvPr/>
        </p:nvSpPr>
        <p:spPr>
          <a:xfrm>
            <a:off x="25022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01_find_only_2382">
            <a:extLst>
              <a:ext uri="{FF2B5EF4-FFF2-40B4-BE49-F238E27FC236}">
                <a16:creationId xmlns:a16="http://schemas.microsoft.com/office/drawing/2014/main" id="{CBD5D9CD-B426-4751-82FD-3205F8FA8C90}"/>
              </a:ext>
            </a:extLst>
          </p:cNvPr>
          <p:cNvSpPr>
            <a:spLocks noGrp="1"/>
          </p:cNvSpPr>
          <p:nvPr/>
        </p:nvSpPr>
        <p:spPr>
          <a:xfrm>
            <a:off x="2531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01_find_only_2383">
            <a:extLst>
              <a:ext uri="{FF2B5EF4-FFF2-40B4-BE49-F238E27FC236}">
                <a16:creationId xmlns:a16="http://schemas.microsoft.com/office/drawing/2014/main" id="{BE31F9CF-D1C0-403E-8551-ECB894C715BB}"/>
              </a:ext>
            </a:extLst>
          </p:cNvPr>
          <p:cNvSpPr>
            <a:spLocks noGrp="1"/>
          </p:cNvSpPr>
          <p:nvPr/>
        </p:nvSpPr>
        <p:spPr>
          <a:xfrm>
            <a:off x="2521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01_find_only_2384">
            <a:extLst>
              <a:ext uri="{FF2B5EF4-FFF2-40B4-BE49-F238E27FC236}">
                <a16:creationId xmlns:a16="http://schemas.microsoft.com/office/drawing/2014/main" id="{36F93F11-3165-4AB2-9C32-9A68EB728055}"/>
              </a:ext>
            </a:extLst>
          </p:cNvPr>
          <p:cNvSpPr>
            <a:spLocks noGrp="1"/>
          </p:cNvSpPr>
          <p:nvPr/>
        </p:nvSpPr>
        <p:spPr>
          <a:xfrm>
            <a:off x="2511449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01_find_only_2385">
            <a:extLst>
              <a:ext uri="{FF2B5EF4-FFF2-40B4-BE49-F238E27FC236}">
                <a16:creationId xmlns:a16="http://schemas.microsoft.com/office/drawing/2014/main" id="{82FA60AE-D195-4B82-8DF2-B47FDF1D1382}"/>
              </a:ext>
            </a:extLst>
          </p:cNvPr>
          <p:cNvSpPr>
            <a:spLocks noGrp="1"/>
          </p:cNvSpPr>
          <p:nvPr/>
        </p:nvSpPr>
        <p:spPr>
          <a:xfrm>
            <a:off x="248881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01_find_only_2386">
            <a:extLst>
              <a:ext uri="{FF2B5EF4-FFF2-40B4-BE49-F238E27FC236}">
                <a16:creationId xmlns:a16="http://schemas.microsoft.com/office/drawing/2014/main" id="{19E117E8-B530-4EF4-8840-55729C894AF8}"/>
              </a:ext>
            </a:extLst>
          </p:cNvPr>
          <p:cNvSpPr>
            <a:spLocks noGrp="1"/>
          </p:cNvSpPr>
          <p:nvPr/>
        </p:nvSpPr>
        <p:spPr>
          <a:xfrm>
            <a:off x="257605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01_find_only_2387">
            <a:extLst>
              <a:ext uri="{FF2B5EF4-FFF2-40B4-BE49-F238E27FC236}">
                <a16:creationId xmlns:a16="http://schemas.microsoft.com/office/drawing/2014/main" id="{2DBF65C5-0221-4739-9387-D4C2F1581120}"/>
              </a:ext>
            </a:extLst>
          </p:cNvPr>
          <p:cNvSpPr>
            <a:spLocks noGrp="1"/>
          </p:cNvSpPr>
          <p:nvPr/>
        </p:nvSpPr>
        <p:spPr>
          <a:xfrm>
            <a:off x="24901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01_find_only_2388">
            <a:extLst>
              <a:ext uri="{FF2B5EF4-FFF2-40B4-BE49-F238E27FC236}">
                <a16:creationId xmlns:a16="http://schemas.microsoft.com/office/drawing/2014/main" id="{06FC4AAD-71EB-46DD-9B4C-7AE485B0DE66}"/>
              </a:ext>
            </a:extLst>
          </p:cNvPr>
          <p:cNvSpPr>
            <a:spLocks noGrp="1"/>
          </p:cNvSpPr>
          <p:nvPr/>
        </p:nvSpPr>
        <p:spPr>
          <a:xfrm>
            <a:off x="25688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01_find_only_2389">
            <a:extLst>
              <a:ext uri="{FF2B5EF4-FFF2-40B4-BE49-F238E27FC236}">
                <a16:creationId xmlns:a16="http://schemas.microsoft.com/office/drawing/2014/main" id="{18680607-BF69-4F29-81AA-89100AFEA80D}"/>
              </a:ext>
            </a:extLst>
          </p:cNvPr>
          <p:cNvSpPr>
            <a:spLocks noGrp="1"/>
          </p:cNvSpPr>
          <p:nvPr/>
        </p:nvSpPr>
        <p:spPr>
          <a:xfrm>
            <a:off x="25225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01_find_only_2390">
            <a:extLst>
              <a:ext uri="{FF2B5EF4-FFF2-40B4-BE49-F238E27FC236}">
                <a16:creationId xmlns:a16="http://schemas.microsoft.com/office/drawing/2014/main" id="{459B25AF-8DF2-49C9-B5F4-3B128E758F28}"/>
              </a:ext>
            </a:extLst>
          </p:cNvPr>
          <p:cNvSpPr>
            <a:spLocks noGrp="1"/>
          </p:cNvSpPr>
          <p:nvPr/>
        </p:nvSpPr>
        <p:spPr>
          <a:xfrm>
            <a:off x="258003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01_find_only_2391">
            <a:extLst>
              <a:ext uri="{FF2B5EF4-FFF2-40B4-BE49-F238E27FC236}">
                <a16:creationId xmlns:a16="http://schemas.microsoft.com/office/drawing/2014/main" id="{4D3C0B61-3F6E-402B-BDF6-CC0FE45673AD}"/>
              </a:ext>
            </a:extLst>
          </p:cNvPr>
          <p:cNvSpPr>
            <a:spLocks noGrp="1"/>
          </p:cNvSpPr>
          <p:nvPr/>
        </p:nvSpPr>
        <p:spPr>
          <a:xfrm>
            <a:off x="25496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01_find_only_2392">
            <a:extLst>
              <a:ext uri="{FF2B5EF4-FFF2-40B4-BE49-F238E27FC236}">
                <a16:creationId xmlns:a16="http://schemas.microsoft.com/office/drawing/2014/main" id="{4FE069A5-0A33-4F19-A45C-5D5D9C38815D}"/>
              </a:ext>
            </a:extLst>
          </p:cNvPr>
          <p:cNvSpPr>
            <a:spLocks noGrp="1"/>
          </p:cNvSpPr>
          <p:nvPr/>
        </p:nvSpPr>
        <p:spPr>
          <a:xfrm>
            <a:off x="255623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01_find_only_2393">
            <a:extLst>
              <a:ext uri="{FF2B5EF4-FFF2-40B4-BE49-F238E27FC236}">
                <a16:creationId xmlns:a16="http://schemas.microsoft.com/office/drawing/2014/main" id="{47EEAB47-F5AD-41EB-B519-D72AFAFF7B27}"/>
              </a:ext>
            </a:extLst>
          </p:cNvPr>
          <p:cNvSpPr>
            <a:spLocks noGrp="1"/>
          </p:cNvSpPr>
          <p:nvPr/>
        </p:nvSpPr>
        <p:spPr>
          <a:xfrm>
            <a:off x="2513585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01_find_only_2394">
            <a:extLst>
              <a:ext uri="{FF2B5EF4-FFF2-40B4-BE49-F238E27FC236}">
                <a16:creationId xmlns:a16="http://schemas.microsoft.com/office/drawing/2014/main" id="{045C1D5A-FD79-464C-8C00-BBCB74AD33C1}"/>
              </a:ext>
            </a:extLst>
          </p:cNvPr>
          <p:cNvSpPr>
            <a:spLocks noGrp="1"/>
          </p:cNvSpPr>
          <p:nvPr/>
        </p:nvSpPr>
        <p:spPr>
          <a:xfrm>
            <a:off x="257459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01_find_only_2395">
            <a:extLst>
              <a:ext uri="{FF2B5EF4-FFF2-40B4-BE49-F238E27FC236}">
                <a16:creationId xmlns:a16="http://schemas.microsoft.com/office/drawing/2014/main" id="{BAB553FB-EBB7-4404-930C-07405F60CC6D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01_find_only_2396">
            <a:extLst>
              <a:ext uri="{FF2B5EF4-FFF2-40B4-BE49-F238E27FC236}">
                <a16:creationId xmlns:a16="http://schemas.microsoft.com/office/drawing/2014/main" id="{61555CF8-73E5-40F0-8C30-DA5D12A811B5}"/>
              </a:ext>
            </a:extLst>
          </p:cNvPr>
          <p:cNvSpPr>
            <a:spLocks noGrp="1"/>
          </p:cNvSpPr>
          <p:nvPr/>
        </p:nvSpPr>
        <p:spPr>
          <a:xfrm>
            <a:off x="25009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01_find_only_2397">
            <a:extLst>
              <a:ext uri="{FF2B5EF4-FFF2-40B4-BE49-F238E27FC236}">
                <a16:creationId xmlns:a16="http://schemas.microsoft.com/office/drawing/2014/main" id="{4C0714EC-603D-431C-BB72-E5F4CBD04161}"/>
              </a:ext>
            </a:extLst>
          </p:cNvPr>
          <p:cNvSpPr>
            <a:spLocks noGrp="1"/>
          </p:cNvSpPr>
          <p:nvPr/>
        </p:nvSpPr>
        <p:spPr>
          <a:xfrm>
            <a:off x="25547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01_find_only_2398">
            <a:extLst>
              <a:ext uri="{FF2B5EF4-FFF2-40B4-BE49-F238E27FC236}">
                <a16:creationId xmlns:a16="http://schemas.microsoft.com/office/drawing/2014/main" id="{7273D1BC-E32F-4321-9B95-CA7C2E5B1877}"/>
              </a:ext>
            </a:extLst>
          </p:cNvPr>
          <p:cNvSpPr>
            <a:spLocks noGrp="1"/>
          </p:cNvSpPr>
          <p:nvPr/>
        </p:nvSpPr>
        <p:spPr>
          <a:xfrm>
            <a:off x="25059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01_find_only_2399">
            <a:extLst>
              <a:ext uri="{FF2B5EF4-FFF2-40B4-BE49-F238E27FC236}">
                <a16:creationId xmlns:a16="http://schemas.microsoft.com/office/drawing/2014/main" id="{5799C3E8-F883-47B5-A290-1998B31E82E1}"/>
              </a:ext>
            </a:extLst>
          </p:cNvPr>
          <p:cNvSpPr>
            <a:spLocks noGrp="1"/>
          </p:cNvSpPr>
          <p:nvPr/>
        </p:nvSpPr>
        <p:spPr>
          <a:xfrm>
            <a:off x="25134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01_find_only_2400">
            <a:extLst>
              <a:ext uri="{FF2B5EF4-FFF2-40B4-BE49-F238E27FC236}">
                <a16:creationId xmlns:a16="http://schemas.microsoft.com/office/drawing/2014/main" id="{3C15D271-0A5C-4521-92E3-096A8438E400}"/>
              </a:ext>
            </a:extLst>
          </p:cNvPr>
          <p:cNvSpPr>
            <a:spLocks noGrp="1"/>
          </p:cNvSpPr>
          <p:nvPr/>
        </p:nvSpPr>
        <p:spPr>
          <a:xfrm>
            <a:off x="2573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01_find_only_2401">
            <a:extLst>
              <a:ext uri="{FF2B5EF4-FFF2-40B4-BE49-F238E27FC236}">
                <a16:creationId xmlns:a16="http://schemas.microsoft.com/office/drawing/2014/main" id="{1AF19B6C-F294-46DE-8AE6-CB7839EB4E58}"/>
              </a:ext>
            </a:extLst>
          </p:cNvPr>
          <p:cNvSpPr>
            <a:spLocks noGrp="1"/>
          </p:cNvSpPr>
          <p:nvPr/>
        </p:nvSpPr>
        <p:spPr>
          <a:xfrm>
            <a:off x="2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01_find_only_2402">
            <a:extLst>
              <a:ext uri="{FF2B5EF4-FFF2-40B4-BE49-F238E27FC236}">
                <a16:creationId xmlns:a16="http://schemas.microsoft.com/office/drawing/2014/main" id="{59D00C27-89DC-4708-97D4-AFC7BA0AD2C6}"/>
              </a:ext>
            </a:extLst>
          </p:cNvPr>
          <p:cNvSpPr>
            <a:spLocks noGrp="1"/>
          </p:cNvSpPr>
          <p:nvPr/>
        </p:nvSpPr>
        <p:spPr>
          <a:xfrm>
            <a:off x="2568379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01_find_only_2403">
            <a:extLst>
              <a:ext uri="{FF2B5EF4-FFF2-40B4-BE49-F238E27FC236}">
                <a16:creationId xmlns:a16="http://schemas.microsoft.com/office/drawing/2014/main" id="{D18045BE-0586-4545-8FF2-63B7C4BF60FC}"/>
              </a:ext>
            </a:extLst>
          </p:cNvPr>
          <p:cNvSpPr>
            <a:spLocks noGrp="1"/>
          </p:cNvSpPr>
          <p:nvPr/>
        </p:nvSpPr>
        <p:spPr>
          <a:xfrm>
            <a:off x="25691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01_find_only_2404">
            <a:extLst>
              <a:ext uri="{FF2B5EF4-FFF2-40B4-BE49-F238E27FC236}">
                <a16:creationId xmlns:a16="http://schemas.microsoft.com/office/drawing/2014/main" id="{480FAA88-1731-4C8E-B11A-19B362185B33}"/>
              </a:ext>
            </a:extLst>
          </p:cNvPr>
          <p:cNvSpPr>
            <a:spLocks noGrp="1"/>
          </p:cNvSpPr>
          <p:nvPr/>
        </p:nvSpPr>
        <p:spPr>
          <a:xfrm>
            <a:off x="25716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01_find_only_2405">
            <a:extLst>
              <a:ext uri="{FF2B5EF4-FFF2-40B4-BE49-F238E27FC236}">
                <a16:creationId xmlns:a16="http://schemas.microsoft.com/office/drawing/2014/main" id="{820BA2EA-D5AD-42C8-91FF-AEE0A7390603}"/>
              </a:ext>
            </a:extLst>
          </p:cNvPr>
          <p:cNvSpPr>
            <a:spLocks noGrp="1"/>
          </p:cNvSpPr>
          <p:nvPr/>
        </p:nvSpPr>
        <p:spPr>
          <a:xfrm>
            <a:off x="251582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01_find_only_2406">
            <a:extLst>
              <a:ext uri="{FF2B5EF4-FFF2-40B4-BE49-F238E27FC236}">
                <a16:creationId xmlns:a16="http://schemas.microsoft.com/office/drawing/2014/main" id="{DDFE6E74-E184-48CB-9CF1-B05C22105246}"/>
              </a:ext>
            </a:extLst>
          </p:cNvPr>
          <p:cNvSpPr>
            <a:spLocks noGrp="1"/>
          </p:cNvSpPr>
          <p:nvPr/>
        </p:nvSpPr>
        <p:spPr>
          <a:xfrm>
            <a:off x="25011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01_find_only_2407">
            <a:extLst>
              <a:ext uri="{FF2B5EF4-FFF2-40B4-BE49-F238E27FC236}">
                <a16:creationId xmlns:a16="http://schemas.microsoft.com/office/drawing/2014/main" id="{467404BC-7E72-4941-AC2E-F4DB84570379}"/>
              </a:ext>
            </a:extLst>
          </p:cNvPr>
          <p:cNvSpPr>
            <a:spLocks noGrp="1"/>
          </p:cNvSpPr>
          <p:nvPr/>
        </p:nvSpPr>
        <p:spPr>
          <a:xfrm>
            <a:off x="25576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01_find_only_2408">
            <a:extLst>
              <a:ext uri="{FF2B5EF4-FFF2-40B4-BE49-F238E27FC236}">
                <a16:creationId xmlns:a16="http://schemas.microsoft.com/office/drawing/2014/main" id="{B794B738-0776-4352-B1A6-871ED59BC82C}"/>
              </a:ext>
            </a:extLst>
          </p:cNvPr>
          <p:cNvSpPr>
            <a:spLocks noGrp="1"/>
          </p:cNvSpPr>
          <p:nvPr/>
        </p:nvSpPr>
        <p:spPr>
          <a:xfrm>
            <a:off x="2496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01_find_only_2409">
            <a:extLst>
              <a:ext uri="{FF2B5EF4-FFF2-40B4-BE49-F238E27FC236}">
                <a16:creationId xmlns:a16="http://schemas.microsoft.com/office/drawing/2014/main" id="{BA22B612-B89D-4364-8ABC-E9EEE90B7F56}"/>
              </a:ext>
            </a:extLst>
          </p:cNvPr>
          <p:cNvSpPr>
            <a:spLocks noGrp="1"/>
          </p:cNvSpPr>
          <p:nvPr/>
        </p:nvSpPr>
        <p:spPr>
          <a:xfrm>
            <a:off x="25027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01_find_only_2410">
            <a:extLst>
              <a:ext uri="{FF2B5EF4-FFF2-40B4-BE49-F238E27FC236}">
                <a16:creationId xmlns:a16="http://schemas.microsoft.com/office/drawing/2014/main" id="{446DD80D-58B1-4F09-9342-856E45E2AAB6}"/>
              </a:ext>
            </a:extLst>
          </p:cNvPr>
          <p:cNvSpPr>
            <a:spLocks noGrp="1"/>
          </p:cNvSpPr>
          <p:nvPr/>
        </p:nvSpPr>
        <p:spPr>
          <a:xfrm>
            <a:off x="25601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01_find_only_2411">
            <a:extLst>
              <a:ext uri="{FF2B5EF4-FFF2-40B4-BE49-F238E27FC236}">
                <a16:creationId xmlns:a16="http://schemas.microsoft.com/office/drawing/2014/main" id="{D81CD3EC-7299-4A4D-A228-434332F21FD3}"/>
              </a:ext>
            </a:extLst>
          </p:cNvPr>
          <p:cNvSpPr>
            <a:spLocks noGrp="1"/>
          </p:cNvSpPr>
          <p:nvPr/>
        </p:nvSpPr>
        <p:spPr>
          <a:xfrm>
            <a:off x="24974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01_find_only_2412">
            <a:extLst>
              <a:ext uri="{FF2B5EF4-FFF2-40B4-BE49-F238E27FC236}">
                <a16:creationId xmlns:a16="http://schemas.microsoft.com/office/drawing/2014/main" id="{7D892ABE-EA0A-44F8-A29A-55880FF223C2}"/>
              </a:ext>
            </a:extLst>
          </p:cNvPr>
          <p:cNvSpPr>
            <a:spLocks noGrp="1"/>
          </p:cNvSpPr>
          <p:nvPr/>
        </p:nvSpPr>
        <p:spPr>
          <a:xfrm>
            <a:off x="2578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01_find_only_2413">
            <a:extLst>
              <a:ext uri="{FF2B5EF4-FFF2-40B4-BE49-F238E27FC236}">
                <a16:creationId xmlns:a16="http://schemas.microsoft.com/office/drawing/2014/main" id="{FA8CAE10-ABE4-43F4-B33B-D75BB8EA7DAE}"/>
              </a:ext>
            </a:extLst>
          </p:cNvPr>
          <p:cNvSpPr>
            <a:spLocks noGrp="1"/>
          </p:cNvSpPr>
          <p:nvPr/>
        </p:nvSpPr>
        <p:spPr>
          <a:xfrm>
            <a:off x="25639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01_find_only_2414">
            <a:extLst>
              <a:ext uri="{FF2B5EF4-FFF2-40B4-BE49-F238E27FC236}">
                <a16:creationId xmlns:a16="http://schemas.microsoft.com/office/drawing/2014/main" id="{FBAE5C01-F290-4CFB-BB32-F05E7AAB7EDA}"/>
              </a:ext>
            </a:extLst>
          </p:cNvPr>
          <p:cNvSpPr>
            <a:spLocks noGrp="1"/>
          </p:cNvSpPr>
          <p:nvPr/>
        </p:nvSpPr>
        <p:spPr>
          <a:xfrm>
            <a:off x="25287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01_find_only_2415">
            <a:extLst>
              <a:ext uri="{FF2B5EF4-FFF2-40B4-BE49-F238E27FC236}">
                <a16:creationId xmlns:a16="http://schemas.microsoft.com/office/drawing/2014/main" id="{21341890-AAE3-49E0-9F0B-67BD3121C0DB}"/>
              </a:ext>
            </a:extLst>
          </p:cNvPr>
          <p:cNvSpPr>
            <a:spLocks noGrp="1"/>
          </p:cNvSpPr>
          <p:nvPr/>
        </p:nvSpPr>
        <p:spPr>
          <a:xfrm>
            <a:off x="25123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01_find_only_2416">
            <a:extLst>
              <a:ext uri="{FF2B5EF4-FFF2-40B4-BE49-F238E27FC236}">
                <a16:creationId xmlns:a16="http://schemas.microsoft.com/office/drawing/2014/main" id="{31DEB6AE-083D-456E-99DD-331F5D5B8674}"/>
              </a:ext>
            </a:extLst>
          </p:cNvPr>
          <p:cNvSpPr>
            <a:spLocks noGrp="1"/>
          </p:cNvSpPr>
          <p:nvPr/>
        </p:nvSpPr>
        <p:spPr>
          <a:xfrm>
            <a:off x="2581495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01_find_only_2417">
            <a:extLst>
              <a:ext uri="{FF2B5EF4-FFF2-40B4-BE49-F238E27FC236}">
                <a16:creationId xmlns:a16="http://schemas.microsoft.com/office/drawing/2014/main" id="{7C47CF65-09CB-41FA-B896-B056F87361E5}"/>
              </a:ext>
            </a:extLst>
          </p:cNvPr>
          <p:cNvSpPr>
            <a:spLocks noGrp="1"/>
          </p:cNvSpPr>
          <p:nvPr/>
        </p:nvSpPr>
        <p:spPr>
          <a:xfrm>
            <a:off x="25462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01_find_only_2418">
            <a:extLst>
              <a:ext uri="{FF2B5EF4-FFF2-40B4-BE49-F238E27FC236}">
                <a16:creationId xmlns:a16="http://schemas.microsoft.com/office/drawing/2014/main" id="{7FF1562B-AF13-42C0-9513-98FCC8137782}"/>
              </a:ext>
            </a:extLst>
          </p:cNvPr>
          <p:cNvSpPr>
            <a:spLocks noGrp="1"/>
          </p:cNvSpPr>
          <p:nvPr/>
        </p:nvSpPr>
        <p:spPr>
          <a:xfrm>
            <a:off x="25683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01_find_only_2419">
            <a:extLst>
              <a:ext uri="{FF2B5EF4-FFF2-40B4-BE49-F238E27FC236}">
                <a16:creationId xmlns:a16="http://schemas.microsoft.com/office/drawing/2014/main" id="{4BEE34FF-9B71-4B22-839A-27C59105E307}"/>
              </a:ext>
            </a:extLst>
          </p:cNvPr>
          <p:cNvSpPr>
            <a:spLocks noGrp="1"/>
          </p:cNvSpPr>
          <p:nvPr/>
        </p:nvSpPr>
        <p:spPr>
          <a:xfrm>
            <a:off x="25002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01_find_only_2420">
            <a:extLst>
              <a:ext uri="{FF2B5EF4-FFF2-40B4-BE49-F238E27FC236}">
                <a16:creationId xmlns:a16="http://schemas.microsoft.com/office/drawing/2014/main" id="{D7E2BFDE-637B-4C96-B745-750B701BD2EB}"/>
              </a:ext>
            </a:extLst>
          </p:cNvPr>
          <p:cNvSpPr>
            <a:spLocks noGrp="1"/>
          </p:cNvSpPr>
          <p:nvPr/>
        </p:nvSpPr>
        <p:spPr>
          <a:xfrm>
            <a:off x="25276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01_find_only_2421">
            <a:extLst>
              <a:ext uri="{FF2B5EF4-FFF2-40B4-BE49-F238E27FC236}">
                <a16:creationId xmlns:a16="http://schemas.microsoft.com/office/drawing/2014/main" id="{5E43A52F-DA39-4947-8748-1554CEE28D42}"/>
              </a:ext>
            </a:extLst>
          </p:cNvPr>
          <p:cNvSpPr>
            <a:spLocks noGrp="1"/>
          </p:cNvSpPr>
          <p:nvPr/>
        </p:nvSpPr>
        <p:spPr>
          <a:xfrm>
            <a:off x="25623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01_find_only_2422">
            <a:extLst>
              <a:ext uri="{FF2B5EF4-FFF2-40B4-BE49-F238E27FC236}">
                <a16:creationId xmlns:a16="http://schemas.microsoft.com/office/drawing/2014/main" id="{CB487742-95E1-4566-8994-99D698B087B0}"/>
              </a:ext>
            </a:extLst>
          </p:cNvPr>
          <p:cNvSpPr>
            <a:spLocks noGrp="1"/>
          </p:cNvSpPr>
          <p:nvPr/>
        </p:nvSpPr>
        <p:spPr>
          <a:xfrm>
            <a:off x="25482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01_find_only_2423">
            <a:extLst>
              <a:ext uri="{FF2B5EF4-FFF2-40B4-BE49-F238E27FC236}">
                <a16:creationId xmlns:a16="http://schemas.microsoft.com/office/drawing/2014/main" id="{0B001166-68E6-46A9-A956-BD62DC0C813F}"/>
              </a:ext>
            </a:extLst>
          </p:cNvPr>
          <p:cNvSpPr>
            <a:spLocks noGrp="1"/>
          </p:cNvSpPr>
          <p:nvPr/>
        </p:nvSpPr>
        <p:spPr>
          <a:xfrm>
            <a:off x="2576734" y="52981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01_find_only_2424">
            <a:extLst>
              <a:ext uri="{FF2B5EF4-FFF2-40B4-BE49-F238E27FC236}">
                <a16:creationId xmlns:a16="http://schemas.microsoft.com/office/drawing/2014/main" id="{3CB94B2D-3EBA-427D-BF1F-2ACA0140CD40}"/>
              </a:ext>
            </a:extLst>
          </p:cNvPr>
          <p:cNvSpPr>
            <a:spLocks noGrp="1"/>
          </p:cNvSpPr>
          <p:nvPr/>
        </p:nvSpPr>
        <p:spPr>
          <a:xfrm>
            <a:off x="24865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01_find_only_2425">
            <a:extLst>
              <a:ext uri="{FF2B5EF4-FFF2-40B4-BE49-F238E27FC236}">
                <a16:creationId xmlns:a16="http://schemas.microsoft.com/office/drawing/2014/main" id="{68D657D9-F4AA-4304-9C04-B084CBEC7D34}"/>
              </a:ext>
            </a:extLst>
          </p:cNvPr>
          <p:cNvSpPr>
            <a:spLocks noGrp="1"/>
          </p:cNvSpPr>
          <p:nvPr/>
        </p:nvSpPr>
        <p:spPr>
          <a:xfrm>
            <a:off x="25266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01_find_only_2426">
            <a:extLst>
              <a:ext uri="{FF2B5EF4-FFF2-40B4-BE49-F238E27FC236}">
                <a16:creationId xmlns:a16="http://schemas.microsoft.com/office/drawing/2014/main" id="{B533E480-D3BD-4063-86F2-4984B1CB2EB9}"/>
              </a:ext>
            </a:extLst>
          </p:cNvPr>
          <p:cNvSpPr>
            <a:spLocks noGrp="1"/>
          </p:cNvSpPr>
          <p:nvPr/>
        </p:nvSpPr>
        <p:spPr>
          <a:xfrm>
            <a:off x="25447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01_find_only_2427">
            <a:extLst>
              <a:ext uri="{FF2B5EF4-FFF2-40B4-BE49-F238E27FC236}">
                <a16:creationId xmlns:a16="http://schemas.microsoft.com/office/drawing/2014/main" id="{DDF51801-7EBC-49CE-AE8F-18281924C19A}"/>
              </a:ext>
            </a:extLst>
          </p:cNvPr>
          <p:cNvSpPr>
            <a:spLocks noGrp="1"/>
          </p:cNvSpPr>
          <p:nvPr/>
        </p:nvSpPr>
        <p:spPr>
          <a:xfrm>
            <a:off x="25145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01_find_only_2428">
            <a:extLst>
              <a:ext uri="{FF2B5EF4-FFF2-40B4-BE49-F238E27FC236}">
                <a16:creationId xmlns:a16="http://schemas.microsoft.com/office/drawing/2014/main" id="{D49FF7A2-38DD-4195-AD97-3B19F7B4D863}"/>
              </a:ext>
            </a:extLst>
          </p:cNvPr>
          <p:cNvSpPr>
            <a:spLocks noGrp="1"/>
          </p:cNvSpPr>
          <p:nvPr/>
        </p:nvSpPr>
        <p:spPr>
          <a:xfrm>
            <a:off x="25363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01_find_only_2429">
            <a:extLst>
              <a:ext uri="{FF2B5EF4-FFF2-40B4-BE49-F238E27FC236}">
                <a16:creationId xmlns:a16="http://schemas.microsoft.com/office/drawing/2014/main" id="{582A1CE3-FE44-4CB0-83F9-419A689CEADA}"/>
              </a:ext>
            </a:extLst>
          </p:cNvPr>
          <p:cNvSpPr>
            <a:spLocks noGrp="1"/>
          </p:cNvSpPr>
          <p:nvPr/>
        </p:nvSpPr>
        <p:spPr>
          <a:xfrm>
            <a:off x="252407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01_find_only_2430">
            <a:extLst>
              <a:ext uri="{FF2B5EF4-FFF2-40B4-BE49-F238E27FC236}">
                <a16:creationId xmlns:a16="http://schemas.microsoft.com/office/drawing/2014/main" id="{41D5A16F-2A25-4FFF-BDA5-67C06A755811}"/>
              </a:ext>
            </a:extLst>
          </p:cNvPr>
          <p:cNvSpPr>
            <a:spLocks noGrp="1"/>
          </p:cNvSpPr>
          <p:nvPr/>
        </p:nvSpPr>
        <p:spPr>
          <a:xfrm>
            <a:off x="256604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01_find_only_2431">
            <a:extLst>
              <a:ext uri="{FF2B5EF4-FFF2-40B4-BE49-F238E27FC236}">
                <a16:creationId xmlns:a16="http://schemas.microsoft.com/office/drawing/2014/main" id="{FA8DC213-D762-4697-923B-9835B5D3CDBB}"/>
              </a:ext>
            </a:extLst>
          </p:cNvPr>
          <p:cNvSpPr>
            <a:spLocks noGrp="1"/>
          </p:cNvSpPr>
          <p:nvPr/>
        </p:nvSpPr>
        <p:spPr>
          <a:xfrm>
            <a:off x="24972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01_find_only_2432">
            <a:extLst>
              <a:ext uri="{FF2B5EF4-FFF2-40B4-BE49-F238E27FC236}">
                <a16:creationId xmlns:a16="http://schemas.microsoft.com/office/drawing/2014/main" id="{DCF65455-5672-402F-82C0-CB8AA3C73F8B}"/>
              </a:ext>
            </a:extLst>
          </p:cNvPr>
          <p:cNvSpPr>
            <a:spLocks noGrp="1"/>
          </p:cNvSpPr>
          <p:nvPr/>
        </p:nvSpPr>
        <p:spPr>
          <a:xfrm>
            <a:off x="2501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01_find_only_2433">
            <a:extLst>
              <a:ext uri="{FF2B5EF4-FFF2-40B4-BE49-F238E27FC236}">
                <a16:creationId xmlns:a16="http://schemas.microsoft.com/office/drawing/2014/main" id="{DA46C4E5-0BAE-43D3-9F30-6A81D9C8C22D}"/>
              </a:ext>
            </a:extLst>
          </p:cNvPr>
          <p:cNvSpPr>
            <a:spLocks noGrp="1"/>
          </p:cNvSpPr>
          <p:nvPr/>
        </p:nvSpPr>
        <p:spPr>
          <a:xfrm>
            <a:off x="25421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01_find_only_2434">
            <a:extLst>
              <a:ext uri="{FF2B5EF4-FFF2-40B4-BE49-F238E27FC236}">
                <a16:creationId xmlns:a16="http://schemas.microsoft.com/office/drawing/2014/main" id="{AF93B914-2061-4066-B70D-BD5C64510CD3}"/>
              </a:ext>
            </a:extLst>
          </p:cNvPr>
          <p:cNvSpPr>
            <a:spLocks noGrp="1"/>
          </p:cNvSpPr>
          <p:nvPr/>
        </p:nvSpPr>
        <p:spPr>
          <a:xfrm>
            <a:off x="25412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01_find_only_2435">
            <a:extLst>
              <a:ext uri="{FF2B5EF4-FFF2-40B4-BE49-F238E27FC236}">
                <a16:creationId xmlns:a16="http://schemas.microsoft.com/office/drawing/2014/main" id="{AD0EB6E2-1736-473E-ABE5-879C79A2C540}"/>
              </a:ext>
            </a:extLst>
          </p:cNvPr>
          <p:cNvSpPr>
            <a:spLocks noGrp="1"/>
          </p:cNvSpPr>
          <p:nvPr/>
        </p:nvSpPr>
        <p:spPr>
          <a:xfrm>
            <a:off x="25728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01_find_only_2436">
            <a:extLst>
              <a:ext uri="{FF2B5EF4-FFF2-40B4-BE49-F238E27FC236}">
                <a16:creationId xmlns:a16="http://schemas.microsoft.com/office/drawing/2014/main" id="{395AC7BA-04A2-4764-B328-FD25AEFA91DA}"/>
              </a:ext>
            </a:extLst>
          </p:cNvPr>
          <p:cNvSpPr>
            <a:spLocks noGrp="1"/>
          </p:cNvSpPr>
          <p:nvPr/>
        </p:nvSpPr>
        <p:spPr>
          <a:xfrm>
            <a:off x="255817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01_find_only_2437">
            <a:extLst>
              <a:ext uri="{FF2B5EF4-FFF2-40B4-BE49-F238E27FC236}">
                <a16:creationId xmlns:a16="http://schemas.microsoft.com/office/drawing/2014/main" id="{D834083A-8841-4C9A-99B8-B47A1BC947EE}"/>
              </a:ext>
            </a:extLst>
          </p:cNvPr>
          <p:cNvSpPr>
            <a:spLocks noGrp="1"/>
          </p:cNvSpPr>
          <p:nvPr/>
        </p:nvSpPr>
        <p:spPr>
          <a:xfrm>
            <a:off x="25123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01_find_only_2438">
            <a:extLst>
              <a:ext uri="{FF2B5EF4-FFF2-40B4-BE49-F238E27FC236}">
                <a16:creationId xmlns:a16="http://schemas.microsoft.com/office/drawing/2014/main" id="{AA78E986-B7FE-4E20-A6F3-B0DCB2725EA3}"/>
              </a:ext>
            </a:extLst>
          </p:cNvPr>
          <p:cNvSpPr>
            <a:spLocks noGrp="1"/>
          </p:cNvSpPr>
          <p:nvPr/>
        </p:nvSpPr>
        <p:spPr>
          <a:xfrm>
            <a:off x="256012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01_find_only_2439">
            <a:extLst>
              <a:ext uri="{FF2B5EF4-FFF2-40B4-BE49-F238E27FC236}">
                <a16:creationId xmlns:a16="http://schemas.microsoft.com/office/drawing/2014/main" id="{65AE6A71-E12A-45E7-B46C-7EDA3DE42ADC}"/>
              </a:ext>
            </a:extLst>
          </p:cNvPr>
          <p:cNvSpPr>
            <a:spLocks noGrp="1"/>
          </p:cNvSpPr>
          <p:nvPr/>
        </p:nvSpPr>
        <p:spPr>
          <a:xfrm>
            <a:off x="2552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01_find_only_2440">
            <a:extLst>
              <a:ext uri="{FF2B5EF4-FFF2-40B4-BE49-F238E27FC236}">
                <a16:creationId xmlns:a16="http://schemas.microsoft.com/office/drawing/2014/main" id="{0FEB9A6E-44F5-4087-B7C5-5628A8C50579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01_find_only_2441">
            <a:extLst>
              <a:ext uri="{FF2B5EF4-FFF2-40B4-BE49-F238E27FC236}">
                <a16:creationId xmlns:a16="http://schemas.microsoft.com/office/drawing/2014/main" id="{732E94EE-4E00-4098-8673-C0A18093D268}"/>
              </a:ext>
            </a:extLst>
          </p:cNvPr>
          <p:cNvSpPr>
            <a:spLocks noGrp="1"/>
          </p:cNvSpPr>
          <p:nvPr/>
        </p:nvSpPr>
        <p:spPr>
          <a:xfrm>
            <a:off x="25380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01_find_only_2442">
            <a:extLst>
              <a:ext uri="{FF2B5EF4-FFF2-40B4-BE49-F238E27FC236}">
                <a16:creationId xmlns:a16="http://schemas.microsoft.com/office/drawing/2014/main" id="{DE4307B7-D001-4168-99B2-8E83812A5341}"/>
              </a:ext>
            </a:extLst>
          </p:cNvPr>
          <p:cNvSpPr>
            <a:spLocks noGrp="1"/>
          </p:cNvSpPr>
          <p:nvPr/>
        </p:nvSpPr>
        <p:spPr>
          <a:xfrm>
            <a:off x="2487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01_find_only_2443">
            <a:extLst>
              <a:ext uri="{FF2B5EF4-FFF2-40B4-BE49-F238E27FC236}">
                <a16:creationId xmlns:a16="http://schemas.microsoft.com/office/drawing/2014/main" id="{C8C00A5A-7C0A-40D9-AEEF-21B642A2D785}"/>
              </a:ext>
            </a:extLst>
          </p:cNvPr>
          <p:cNvSpPr>
            <a:spLocks noGrp="1"/>
          </p:cNvSpPr>
          <p:nvPr/>
        </p:nvSpPr>
        <p:spPr>
          <a:xfrm>
            <a:off x="2552641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01_find_only_2444">
            <a:extLst>
              <a:ext uri="{FF2B5EF4-FFF2-40B4-BE49-F238E27FC236}">
                <a16:creationId xmlns:a16="http://schemas.microsoft.com/office/drawing/2014/main" id="{C205FDC9-9E1A-41A4-9CAD-73425E26E282}"/>
              </a:ext>
            </a:extLst>
          </p:cNvPr>
          <p:cNvSpPr>
            <a:spLocks noGrp="1"/>
          </p:cNvSpPr>
          <p:nvPr/>
        </p:nvSpPr>
        <p:spPr>
          <a:xfrm>
            <a:off x="2565465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01_find_only_2445">
            <a:extLst>
              <a:ext uri="{FF2B5EF4-FFF2-40B4-BE49-F238E27FC236}">
                <a16:creationId xmlns:a16="http://schemas.microsoft.com/office/drawing/2014/main" id="{98D25085-9B5A-41E8-9C28-8B03090AEE36}"/>
              </a:ext>
            </a:extLst>
          </p:cNvPr>
          <p:cNvSpPr>
            <a:spLocks noGrp="1"/>
          </p:cNvSpPr>
          <p:nvPr/>
        </p:nvSpPr>
        <p:spPr>
          <a:xfrm>
            <a:off x="2503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01_find_only_2446">
            <a:extLst>
              <a:ext uri="{FF2B5EF4-FFF2-40B4-BE49-F238E27FC236}">
                <a16:creationId xmlns:a16="http://schemas.microsoft.com/office/drawing/2014/main" id="{710246B7-B70B-4132-A701-8CCAA595FA4E}"/>
              </a:ext>
            </a:extLst>
          </p:cNvPr>
          <p:cNvSpPr>
            <a:spLocks noGrp="1"/>
          </p:cNvSpPr>
          <p:nvPr/>
        </p:nvSpPr>
        <p:spPr>
          <a:xfrm>
            <a:off x="2496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01_find_only_2447">
            <a:extLst>
              <a:ext uri="{FF2B5EF4-FFF2-40B4-BE49-F238E27FC236}">
                <a16:creationId xmlns:a16="http://schemas.microsoft.com/office/drawing/2014/main" id="{71DB7C1B-5BCD-4254-ABF7-E1CDD72591B0}"/>
              </a:ext>
            </a:extLst>
          </p:cNvPr>
          <p:cNvSpPr>
            <a:spLocks noGrp="1"/>
          </p:cNvSpPr>
          <p:nvPr/>
        </p:nvSpPr>
        <p:spPr>
          <a:xfrm>
            <a:off x="255244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01_find_only_2448">
            <a:extLst>
              <a:ext uri="{FF2B5EF4-FFF2-40B4-BE49-F238E27FC236}">
                <a16:creationId xmlns:a16="http://schemas.microsoft.com/office/drawing/2014/main" id="{5EF3706D-E04C-4703-8DE1-E78632F85D02}"/>
              </a:ext>
            </a:extLst>
          </p:cNvPr>
          <p:cNvSpPr>
            <a:spLocks noGrp="1"/>
          </p:cNvSpPr>
          <p:nvPr/>
        </p:nvSpPr>
        <p:spPr>
          <a:xfrm>
            <a:off x="25775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01_find_only_2449">
            <a:extLst>
              <a:ext uri="{FF2B5EF4-FFF2-40B4-BE49-F238E27FC236}">
                <a16:creationId xmlns:a16="http://schemas.microsoft.com/office/drawing/2014/main" id="{51F9535E-3CB2-43F2-B5F0-9C7F98D4561B}"/>
              </a:ext>
            </a:extLst>
          </p:cNvPr>
          <p:cNvSpPr>
            <a:spLocks noGrp="1"/>
          </p:cNvSpPr>
          <p:nvPr/>
        </p:nvSpPr>
        <p:spPr>
          <a:xfrm>
            <a:off x="25816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01_find_only_2450">
            <a:extLst>
              <a:ext uri="{FF2B5EF4-FFF2-40B4-BE49-F238E27FC236}">
                <a16:creationId xmlns:a16="http://schemas.microsoft.com/office/drawing/2014/main" id="{A38923D0-1AAF-49C1-810A-3C154577FFB1}"/>
              </a:ext>
            </a:extLst>
          </p:cNvPr>
          <p:cNvSpPr>
            <a:spLocks noGrp="1"/>
          </p:cNvSpPr>
          <p:nvPr/>
        </p:nvSpPr>
        <p:spPr>
          <a:xfrm>
            <a:off x="25216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01_find_only_2451">
            <a:extLst>
              <a:ext uri="{FF2B5EF4-FFF2-40B4-BE49-F238E27FC236}">
                <a16:creationId xmlns:a16="http://schemas.microsoft.com/office/drawing/2014/main" id="{DE1C51A7-1E4E-432A-9C87-870FEAE77216}"/>
              </a:ext>
            </a:extLst>
          </p:cNvPr>
          <p:cNvSpPr>
            <a:spLocks noGrp="1"/>
          </p:cNvSpPr>
          <p:nvPr/>
        </p:nvSpPr>
        <p:spPr>
          <a:xfrm>
            <a:off x="255730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01_find_only_2452">
            <a:extLst>
              <a:ext uri="{FF2B5EF4-FFF2-40B4-BE49-F238E27FC236}">
                <a16:creationId xmlns:a16="http://schemas.microsoft.com/office/drawing/2014/main" id="{E5D4A7B3-80A8-43AB-A539-0C27987A466F}"/>
              </a:ext>
            </a:extLst>
          </p:cNvPr>
          <p:cNvSpPr>
            <a:spLocks noGrp="1"/>
          </p:cNvSpPr>
          <p:nvPr/>
        </p:nvSpPr>
        <p:spPr>
          <a:xfrm>
            <a:off x="25646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01_find_only_2453">
            <a:extLst>
              <a:ext uri="{FF2B5EF4-FFF2-40B4-BE49-F238E27FC236}">
                <a16:creationId xmlns:a16="http://schemas.microsoft.com/office/drawing/2014/main" id="{BA8955E5-F8E1-45CE-B94A-6F6B5F3975F3}"/>
              </a:ext>
            </a:extLst>
          </p:cNvPr>
          <p:cNvSpPr>
            <a:spLocks noGrp="1"/>
          </p:cNvSpPr>
          <p:nvPr/>
        </p:nvSpPr>
        <p:spPr>
          <a:xfrm>
            <a:off x="25764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01_find_only_2454">
            <a:extLst>
              <a:ext uri="{FF2B5EF4-FFF2-40B4-BE49-F238E27FC236}">
                <a16:creationId xmlns:a16="http://schemas.microsoft.com/office/drawing/2014/main" id="{892127E2-953B-446B-9B30-267423FFA1A1}"/>
              </a:ext>
            </a:extLst>
          </p:cNvPr>
          <p:cNvSpPr>
            <a:spLocks noGrp="1"/>
          </p:cNvSpPr>
          <p:nvPr/>
        </p:nvSpPr>
        <p:spPr>
          <a:xfrm>
            <a:off x="2566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01_find_only_2455">
            <a:extLst>
              <a:ext uri="{FF2B5EF4-FFF2-40B4-BE49-F238E27FC236}">
                <a16:creationId xmlns:a16="http://schemas.microsoft.com/office/drawing/2014/main" id="{9233EC5D-D85A-4693-A9C8-98FA4CCD6FDE}"/>
              </a:ext>
            </a:extLst>
          </p:cNvPr>
          <p:cNvSpPr>
            <a:spLocks noGrp="1"/>
          </p:cNvSpPr>
          <p:nvPr/>
        </p:nvSpPr>
        <p:spPr>
          <a:xfrm>
            <a:off x="25514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01_find_only_2456">
            <a:extLst>
              <a:ext uri="{FF2B5EF4-FFF2-40B4-BE49-F238E27FC236}">
                <a16:creationId xmlns:a16="http://schemas.microsoft.com/office/drawing/2014/main" id="{4E45C5D2-C927-4153-97AB-81790860B19B}"/>
              </a:ext>
            </a:extLst>
          </p:cNvPr>
          <p:cNvSpPr>
            <a:spLocks noGrp="1"/>
          </p:cNvSpPr>
          <p:nvPr/>
        </p:nvSpPr>
        <p:spPr>
          <a:xfrm>
            <a:off x="24919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01_find_only_2457">
            <a:extLst>
              <a:ext uri="{FF2B5EF4-FFF2-40B4-BE49-F238E27FC236}">
                <a16:creationId xmlns:a16="http://schemas.microsoft.com/office/drawing/2014/main" id="{56B2DC7A-26C4-4616-AC43-0D32194A8CBA}"/>
              </a:ext>
            </a:extLst>
          </p:cNvPr>
          <p:cNvSpPr>
            <a:spLocks noGrp="1"/>
          </p:cNvSpPr>
          <p:nvPr/>
        </p:nvSpPr>
        <p:spPr>
          <a:xfrm>
            <a:off x="2501344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01_find_only_2458">
            <a:extLst>
              <a:ext uri="{FF2B5EF4-FFF2-40B4-BE49-F238E27FC236}">
                <a16:creationId xmlns:a16="http://schemas.microsoft.com/office/drawing/2014/main" id="{074D7352-D530-410D-822B-B0E71564FD1C}"/>
              </a:ext>
            </a:extLst>
          </p:cNvPr>
          <p:cNvSpPr>
            <a:spLocks noGrp="1"/>
          </p:cNvSpPr>
          <p:nvPr/>
        </p:nvSpPr>
        <p:spPr>
          <a:xfrm>
            <a:off x="2552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01_find_only_2459">
            <a:extLst>
              <a:ext uri="{FF2B5EF4-FFF2-40B4-BE49-F238E27FC236}">
                <a16:creationId xmlns:a16="http://schemas.microsoft.com/office/drawing/2014/main" id="{6349E69D-E336-4B30-BF7D-BFAAE02833DE}"/>
              </a:ext>
            </a:extLst>
          </p:cNvPr>
          <p:cNvSpPr>
            <a:spLocks noGrp="1"/>
          </p:cNvSpPr>
          <p:nvPr/>
        </p:nvSpPr>
        <p:spPr>
          <a:xfrm>
            <a:off x="2542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01_find_only_2460">
            <a:extLst>
              <a:ext uri="{FF2B5EF4-FFF2-40B4-BE49-F238E27FC236}">
                <a16:creationId xmlns:a16="http://schemas.microsoft.com/office/drawing/2014/main" id="{38B2F9D0-905C-4637-A1D6-5BBE2965B0A9}"/>
              </a:ext>
            </a:extLst>
          </p:cNvPr>
          <p:cNvSpPr>
            <a:spLocks noGrp="1"/>
          </p:cNvSpPr>
          <p:nvPr/>
        </p:nvSpPr>
        <p:spPr>
          <a:xfrm>
            <a:off x="25054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01_find_only_2461">
            <a:extLst>
              <a:ext uri="{FF2B5EF4-FFF2-40B4-BE49-F238E27FC236}">
                <a16:creationId xmlns:a16="http://schemas.microsoft.com/office/drawing/2014/main" id="{08B835B8-5609-4D61-98D0-109C4CE82C59}"/>
              </a:ext>
            </a:extLst>
          </p:cNvPr>
          <p:cNvSpPr>
            <a:spLocks noGrp="1"/>
          </p:cNvSpPr>
          <p:nvPr/>
        </p:nvSpPr>
        <p:spPr>
          <a:xfrm>
            <a:off x="25230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01_find_only_2462">
            <a:extLst>
              <a:ext uri="{FF2B5EF4-FFF2-40B4-BE49-F238E27FC236}">
                <a16:creationId xmlns:a16="http://schemas.microsoft.com/office/drawing/2014/main" id="{23A7605B-41A0-4B8A-9A69-9C7A9D8C25DC}"/>
              </a:ext>
            </a:extLst>
          </p:cNvPr>
          <p:cNvSpPr>
            <a:spLocks noGrp="1"/>
          </p:cNvSpPr>
          <p:nvPr/>
        </p:nvSpPr>
        <p:spPr>
          <a:xfrm>
            <a:off x="2488618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01_find_only_2463">
            <a:extLst>
              <a:ext uri="{FF2B5EF4-FFF2-40B4-BE49-F238E27FC236}">
                <a16:creationId xmlns:a16="http://schemas.microsoft.com/office/drawing/2014/main" id="{E6CFCA9D-5C01-4F3D-B7EE-A05E908CDC5A}"/>
              </a:ext>
            </a:extLst>
          </p:cNvPr>
          <p:cNvSpPr>
            <a:spLocks noGrp="1"/>
          </p:cNvSpPr>
          <p:nvPr/>
        </p:nvSpPr>
        <p:spPr>
          <a:xfrm>
            <a:off x="3015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01_find_only_2464">
            <a:extLst>
              <a:ext uri="{FF2B5EF4-FFF2-40B4-BE49-F238E27FC236}">
                <a16:creationId xmlns:a16="http://schemas.microsoft.com/office/drawing/2014/main" id="{451697BC-F8CB-450C-A56F-3B8E8A69745D}"/>
              </a:ext>
            </a:extLst>
          </p:cNvPr>
          <p:cNvSpPr>
            <a:spLocks noGrp="1"/>
          </p:cNvSpPr>
          <p:nvPr/>
        </p:nvSpPr>
        <p:spPr>
          <a:xfrm>
            <a:off x="3077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01_find_only_2465">
            <a:extLst>
              <a:ext uri="{FF2B5EF4-FFF2-40B4-BE49-F238E27FC236}">
                <a16:creationId xmlns:a16="http://schemas.microsoft.com/office/drawing/2014/main" id="{32D4FDD2-B8CC-4211-BA48-2E56422B75CC}"/>
              </a:ext>
            </a:extLst>
          </p:cNvPr>
          <p:cNvSpPr>
            <a:spLocks noGrp="1"/>
          </p:cNvSpPr>
          <p:nvPr/>
        </p:nvSpPr>
        <p:spPr>
          <a:xfrm>
            <a:off x="29951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01_find_only_2466">
            <a:extLst>
              <a:ext uri="{FF2B5EF4-FFF2-40B4-BE49-F238E27FC236}">
                <a16:creationId xmlns:a16="http://schemas.microsoft.com/office/drawing/2014/main" id="{050BB920-8C48-4138-9A7E-3B5AE4EE01D8}"/>
              </a:ext>
            </a:extLst>
          </p:cNvPr>
          <p:cNvSpPr>
            <a:spLocks noGrp="1"/>
          </p:cNvSpPr>
          <p:nvPr/>
        </p:nvSpPr>
        <p:spPr>
          <a:xfrm>
            <a:off x="30699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01_find_only_2467">
            <a:extLst>
              <a:ext uri="{FF2B5EF4-FFF2-40B4-BE49-F238E27FC236}">
                <a16:creationId xmlns:a16="http://schemas.microsoft.com/office/drawing/2014/main" id="{C95A6BA8-1452-42C2-AC5C-2C9EA60BE21B}"/>
              </a:ext>
            </a:extLst>
          </p:cNvPr>
          <p:cNvSpPr>
            <a:spLocks noGrp="1"/>
          </p:cNvSpPr>
          <p:nvPr/>
        </p:nvSpPr>
        <p:spPr>
          <a:xfrm>
            <a:off x="30314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01_find_only_2468">
            <a:extLst>
              <a:ext uri="{FF2B5EF4-FFF2-40B4-BE49-F238E27FC236}">
                <a16:creationId xmlns:a16="http://schemas.microsoft.com/office/drawing/2014/main" id="{2F8AEDC4-EA6C-4E4C-81E2-7CAB2F4B9A3C}"/>
              </a:ext>
            </a:extLst>
          </p:cNvPr>
          <p:cNvSpPr>
            <a:spLocks noGrp="1"/>
          </p:cNvSpPr>
          <p:nvPr/>
        </p:nvSpPr>
        <p:spPr>
          <a:xfrm>
            <a:off x="30846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01_find_only_2469">
            <a:extLst>
              <a:ext uri="{FF2B5EF4-FFF2-40B4-BE49-F238E27FC236}">
                <a16:creationId xmlns:a16="http://schemas.microsoft.com/office/drawing/2014/main" id="{A2F1D756-40C3-4CE7-AB2E-595AB47DA9DD}"/>
              </a:ext>
            </a:extLst>
          </p:cNvPr>
          <p:cNvSpPr>
            <a:spLocks noGrp="1"/>
          </p:cNvSpPr>
          <p:nvPr/>
        </p:nvSpPr>
        <p:spPr>
          <a:xfrm>
            <a:off x="30154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01_find_only_2470">
            <a:extLst>
              <a:ext uri="{FF2B5EF4-FFF2-40B4-BE49-F238E27FC236}">
                <a16:creationId xmlns:a16="http://schemas.microsoft.com/office/drawing/2014/main" id="{07EEE2EF-9BC0-4354-A779-7CECBC10D217}"/>
              </a:ext>
            </a:extLst>
          </p:cNvPr>
          <p:cNvSpPr>
            <a:spLocks noGrp="1"/>
          </p:cNvSpPr>
          <p:nvPr/>
        </p:nvSpPr>
        <p:spPr>
          <a:xfrm>
            <a:off x="30628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01_find_only_2471">
            <a:extLst>
              <a:ext uri="{FF2B5EF4-FFF2-40B4-BE49-F238E27FC236}">
                <a16:creationId xmlns:a16="http://schemas.microsoft.com/office/drawing/2014/main" id="{71E6BD09-267A-49A8-A201-62E550B980AB}"/>
              </a:ext>
            </a:extLst>
          </p:cNvPr>
          <p:cNvSpPr>
            <a:spLocks noGrp="1"/>
          </p:cNvSpPr>
          <p:nvPr/>
        </p:nvSpPr>
        <p:spPr>
          <a:xfrm>
            <a:off x="29985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01_find_only_2472">
            <a:extLst>
              <a:ext uri="{FF2B5EF4-FFF2-40B4-BE49-F238E27FC236}">
                <a16:creationId xmlns:a16="http://schemas.microsoft.com/office/drawing/2014/main" id="{61938985-3AE6-47F1-8A78-9B1D98F6AA54}"/>
              </a:ext>
            </a:extLst>
          </p:cNvPr>
          <p:cNvSpPr>
            <a:spLocks noGrp="1"/>
          </p:cNvSpPr>
          <p:nvPr/>
        </p:nvSpPr>
        <p:spPr>
          <a:xfrm>
            <a:off x="3019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01_find_only_2473">
            <a:extLst>
              <a:ext uri="{FF2B5EF4-FFF2-40B4-BE49-F238E27FC236}">
                <a16:creationId xmlns:a16="http://schemas.microsoft.com/office/drawing/2014/main" id="{B7CC97C0-2E61-47E7-ACAA-B6984202847D}"/>
              </a:ext>
            </a:extLst>
          </p:cNvPr>
          <p:cNvSpPr>
            <a:spLocks noGrp="1"/>
          </p:cNvSpPr>
          <p:nvPr/>
        </p:nvSpPr>
        <p:spPr>
          <a:xfrm>
            <a:off x="299838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01_find_only_2474">
            <a:extLst>
              <a:ext uri="{FF2B5EF4-FFF2-40B4-BE49-F238E27FC236}">
                <a16:creationId xmlns:a16="http://schemas.microsoft.com/office/drawing/2014/main" id="{033F48D4-95C9-4BCC-9FDD-FBBC166730BA}"/>
              </a:ext>
            </a:extLst>
          </p:cNvPr>
          <p:cNvSpPr>
            <a:spLocks noGrp="1"/>
          </p:cNvSpPr>
          <p:nvPr/>
        </p:nvSpPr>
        <p:spPr>
          <a:xfrm>
            <a:off x="30532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01_find_only_2475">
            <a:extLst>
              <a:ext uri="{FF2B5EF4-FFF2-40B4-BE49-F238E27FC236}">
                <a16:creationId xmlns:a16="http://schemas.microsoft.com/office/drawing/2014/main" id="{E2DDA380-BADA-4A16-BF96-F1529AB8A911}"/>
              </a:ext>
            </a:extLst>
          </p:cNvPr>
          <p:cNvSpPr>
            <a:spLocks noGrp="1"/>
          </p:cNvSpPr>
          <p:nvPr/>
        </p:nvSpPr>
        <p:spPr>
          <a:xfrm>
            <a:off x="3011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01_find_only_2476">
            <a:extLst>
              <a:ext uri="{FF2B5EF4-FFF2-40B4-BE49-F238E27FC236}">
                <a16:creationId xmlns:a16="http://schemas.microsoft.com/office/drawing/2014/main" id="{8E89A964-14DF-4254-87DC-FC4A5346E9C1}"/>
              </a:ext>
            </a:extLst>
          </p:cNvPr>
          <p:cNvSpPr>
            <a:spLocks noGrp="1"/>
          </p:cNvSpPr>
          <p:nvPr/>
        </p:nvSpPr>
        <p:spPr>
          <a:xfrm>
            <a:off x="30406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01_find_only_2477">
            <a:extLst>
              <a:ext uri="{FF2B5EF4-FFF2-40B4-BE49-F238E27FC236}">
                <a16:creationId xmlns:a16="http://schemas.microsoft.com/office/drawing/2014/main" id="{FD173389-525F-4A65-A0A3-894A4464CDB6}"/>
              </a:ext>
            </a:extLst>
          </p:cNvPr>
          <p:cNvSpPr>
            <a:spLocks noGrp="1"/>
          </p:cNvSpPr>
          <p:nvPr/>
        </p:nvSpPr>
        <p:spPr>
          <a:xfrm>
            <a:off x="30303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01_find_only_2478">
            <a:extLst>
              <a:ext uri="{FF2B5EF4-FFF2-40B4-BE49-F238E27FC236}">
                <a16:creationId xmlns:a16="http://schemas.microsoft.com/office/drawing/2014/main" id="{6CEC63CF-FF77-448A-9614-BFB3F98B57DB}"/>
              </a:ext>
            </a:extLst>
          </p:cNvPr>
          <p:cNvSpPr>
            <a:spLocks noGrp="1"/>
          </p:cNvSpPr>
          <p:nvPr/>
        </p:nvSpPr>
        <p:spPr>
          <a:xfrm>
            <a:off x="302072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01_find_only_2479">
            <a:extLst>
              <a:ext uri="{FF2B5EF4-FFF2-40B4-BE49-F238E27FC236}">
                <a16:creationId xmlns:a16="http://schemas.microsoft.com/office/drawing/2014/main" id="{1062B73D-7619-4632-A2DF-6015E05D9736}"/>
              </a:ext>
            </a:extLst>
          </p:cNvPr>
          <p:cNvSpPr>
            <a:spLocks noGrp="1"/>
          </p:cNvSpPr>
          <p:nvPr/>
        </p:nvSpPr>
        <p:spPr>
          <a:xfrm>
            <a:off x="299809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01_find_only_2480">
            <a:extLst>
              <a:ext uri="{FF2B5EF4-FFF2-40B4-BE49-F238E27FC236}">
                <a16:creationId xmlns:a16="http://schemas.microsoft.com/office/drawing/2014/main" id="{0749CE73-E82B-49C5-8618-F5ADBB403A7A}"/>
              </a:ext>
            </a:extLst>
          </p:cNvPr>
          <p:cNvSpPr>
            <a:spLocks noGrp="1"/>
          </p:cNvSpPr>
          <p:nvPr/>
        </p:nvSpPr>
        <p:spPr>
          <a:xfrm>
            <a:off x="308533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01_find_only_2481">
            <a:extLst>
              <a:ext uri="{FF2B5EF4-FFF2-40B4-BE49-F238E27FC236}">
                <a16:creationId xmlns:a16="http://schemas.microsoft.com/office/drawing/2014/main" id="{4A795560-72F2-4214-BA3D-0D8F9408A312}"/>
              </a:ext>
            </a:extLst>
          </p:cNvPr>
          <p:cNvSpPr>
            <a:spLocks noGrp="1"/>
          </p:cNvSpPr>
          <p:nvPr/>
        </p:nvSpPr>
        <p:spPr>
          <a:xfrm>
            <a:off x="29994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01_find_only_2482">
            <a:extLst>
              <a:ext uri="{FF2B5EF4-FFF2-40B4-BE49-F238E27FC236}">
                <a16:creationId xmlns:a16="http://schemas.microsoft.com/office/drawing/2014/main" id="{F8B503BD-F406-4481-B694-3E04B5D4A98B}"/>
              </a:ext>
            </a:extLst>
          </p:cNvPr>
          <p:cNvSpPr>
            <a:spLocks noGrp="1"/>
          </p:cNvSpPr>
          <p:nvPr/>
        </p:nvSpPr>
        <p:spPr>
          <a:xfrm>
            <a:off x="30781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01_find_only_2483">
            <a:extLst>
              <a:ext uri="{FF2B5EF4-FFF2-40B4-BE49-F238E27FC236}">
                <a16:creationId xmlns:a16="http://schemas.microsoft.com/office/drawing/2014/main" id="{5EC09FDC-4A4D-4B3A-A9F8-BE001FA403FC}"/>
              </a:ext>
            </a:extLst>
          </p:cNvPr>
          <p:cNvSpPr>
            <a:spLocks noGrp="1"/>
          </p:cNvSpPr>
          <p:nvPr/>
        </p:nvSpPr>
        <p:spPr>
          <a:xfrm>
            <a:off x="30318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01_find_only_2484">
            <a:extLst>
              <a:ext uri="{FF2B5EF4-FFF2-40B4-BE49-F238E27FC236}">
                <a16:creationId xmlns:a16="http://schemas.microsoft.com/office/drawing/2014/main" id="{ADB9EEFA-E874-495E-8582-E09E410516A4}"/>
              </a:ext>
            </a:extLst>
          </p:cNvPr>
          <p:cNvSpPr>
            <a:spLocks noGrp="1"/>
          </p:cNvSpPr>
          <p:nvPr/>
        </p:nvSpPr>
        <p:spPr>
          <a:xfrm>
            <a:off x="3089315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01_find_only_2485">
            <a:extLst>
              <a:ext uri="{FF2B5EF4-FFF2-40B4-BE49-F238E27FC236}">
                <a16:creationId xmlns:a16="http://schemas.microsoft.com/office/drawing/2014/main" id="{FF2610CA-6F36-4B60-9A6E-71C0B21D2106}"/>
              </a:ext>
            </a:extLst>
          </p:cNvPr>
          <p:cNvSpPr>
            <a:spLocks noGrp="1"/>
          </p:cNvSpPr>
          <p:nvPr/>
        </p:nvSpPr>
        <p:spPr>
          <a:xfrm>
            <a:off x="30589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01_find_only_2486">
            <a:extLst>
              <a:ext uri="{FF2B5EF4-FFF2-40B4-BE49-F238E27FC236}">
                <a16:creationId xmlns:a16="http://schemas.microsoft.com/office/drawing/2014/main" id="{0F8D6BF8-A908-4E25-A06C-8EFCA9120BEE}"/>
              </a:ext>
            </a:extLst>
          </p:cNvPr>
          <p:cNvSpPr>
            <a:spLocks noGrp="1"/>
          </p:cNvSpPr>
          <p:nvPr/>
        </p:nvSpPr>
        <p:spPr>
          <a:xfrm>
            <a:off x="306551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01_find_only_2487">
            <a:extLst>
              <a:ext uri="{FF2B5EF4-FFF2-40B4-BE49-F238E27FC236}">
                <a16:creationId xmlns:a16="http://schemas.microsoft.com/office/drawing/2014/main" id="{6E5B6E5F-AC5C-4556-8133-9E34FF0AA81E}"/>
              </a:ext>
            </a:extLst>
          </p:cNvPr>
          <p:cNvSpPr>
            <a:spLocks noGrp="1"/>
          </p:cNvSpPr>
          <p:nvPr/>
        </p:nvSpPr>
        <p:spPr>
          <a:xfrm>
            <a:off x="3022863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01_find_only_2488">
            <a:extLst>
              <a:ext uri="{FF2B5EF4-FFF2-40B4-BE49-F238E27FC236}">
                <a16:creationId xmlns:a16="http://schemas.microsoft.com/office/drawing/2014/main" id="{57328E3E-9D19-4215-824B-BF76727AD1D8}"/>
              </a:ext>
            </a:extLst>
          </p:cNvPr>
          <p:cNvSpPr>
            <a:spLocks noGrp="1"/>
          </p:cNvSpPr>
          <p:nvPr/>
        </p:nvSpPr>
        <p:spPr>
          <a:xfrm>
            <a:off x="308387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01_find_only_2489">
            <a:extLst>
              <a:ext uri="{FF2B5EF4-FFF2-40B4-BE49-F238E27FC236}">
                <a16:creationId xmlns:a16="http://schemas.microsoft.com/office/drawing/2014/main" id="{28CE93F6-8065-42A1-9D0D-AF3F61067D1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01_find_only_2490">
            <a:extLst>
              <a:ext uri="{FF2B5EF4-FFF2-40B4-BE49-F238E27FC236}">
                <a16:creationId xmlns:a16="http://schemas.microsoft.com/office/drawing/2014/main" id="{C7085AB0-EC1D-460C-9CB6-CA2D01CE74C5}"/>
              </a:ext>
            </a:extLst>
          </p:cNvPr>
          <p:cNvSpPr>
            <a:spLocks noGrp="1"/>
          </p:cNvSpPr>
          <p:nvPr/>
        </p:nvSpPr>
        <p:spPr>
          <a:xfrm>
            <a:off x="301023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01_find_only_2491">
            <a:extLst>
              <a:ext uri="{FF2B5EF4-FFF2-40B4-BE49-F238E27FC236}">
                <a16:creationId xmlns:a16="http://schemas.microsoft.com/office/drawing/2014/main" id="{9A8671B5-678C-42BC-86BD-85E12EC745EF}"/>
              </a:ext>
            </a:extLst>
          </p:cNvPr>
          <p:cNvSpPr>
            <a:spLocks noGrp="1"/>
          </p:cNvSpPr>
          <p:nvPr/>
        </p:nvSpPr>
        <p:spPr>
          <a:xfrm>
            <a:off x="3064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01_find_only_2492">
            <a:extLst>
              <a:ext uri="{FF2B5EF4-FFF2-40B4-BE49-F238E27FC236}">
                <a16:creationId xmlns:a16="http://schemas.microsoft.com/office/drawing/2014/main" id="{83F79121-E651-45CE-874B-C7B921C35A7A}"/>
              </a:ext>
            </a:extLst>
          </p:cNvPr>
          <p:cNvSpPr>
            <a:spLocks noGrp="1"/>
          </p:cNvSpPr>
          <p:nvPr/>
        </p:nvSpPr>
        <p:spPr>
          <a:xfrm>
            <a:off x="30151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01_find_only_2493">
            <a:extLst>
              <a:ext uri="{FF2B5EF4-FFF2-40B4-BE49-F238E27FC236}">
                <a16:creationId xmlns:a16="http://schemas.microsoft.com/office/drawing/2014/main" id="{7FDAAC30-6E0A-4338-AE13-08043DFF0589}"/>
              </a:ext>
            </a:extLst>
          </p:cNvPr>
          <p:cNvSpPr>
            <a:spLocks noGrp="1"/>
          </p:cNvSpPr>
          <p:nvPr/>
        </p:nvSpPr>
        <p:spPr>
          <a:xfrm>
            <a:off x="302276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01_find_only_2494">
            <a:extLst>
              <a:ext uri="{FF2B5EF4-FFF2-40B4-BE49-F238E27FC236}">
                <a16:creationId xmlns:a16="http://schemas.microsoft.com/office/drawing/2014/main" id="{E01354B3-10D0-4FDC-9E0D-37CF0B42D6DA}"/>
              </a:ext>
            </a:extLst>
          </p:cNvPr>
          <p:cNvSpPr>
            <a:spLocks noGrp="1"/>
          </p:cNvSpPr>
          <p:nvPr/>
        </p:nvSpPr>
        <p:spPr>
          <a:xfrm>
            <a:off x="30830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01_find_only_2495">
            <a:extLst>
              <a:ext uri="{FF2B5EF4-FFF2-40B4-BE49-F238E27FC236}">
                <a16:creationId xmlns:a16="http://schemas.microsoft.com/office/drawing/2014/main" id="{37827F85-AA6D-46A4-98C4-651B6EC7711D}"/>
              </a:ext>
            </a:extLst>
          </p:cNvPr>
          <p:cNvSpPr>
            <a:spLocks noGrp="1"/>
          </p:cNvSpPr>
          <p:nvPr/>
        </p:nvSpPr>
        <p:spPr>
          <a:xfrm>
            <a:off x="30243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01_find_only_2496">
            <a:extLst>
              <a:ext uri="{FF2B5EF4-FFF2-40B4-BE49-F238E27FC236}">
                <a16:creationId xmlns:a16="http://schemas.microsoft.com/office/drawing/2014/main" id="{46875255-C240-4FFF-AD71-70094C1C84DD}"/>
              </a:ext>
            </a:extLst>
          </p:cNvPr>
          <p:cNvSpPr>
            <a:spLocks noGrp="1"/>
          </p:cNvSpPr>
          <p:nvPr/>
        </p:nvSpPr>
        <p:spPr>
          <a:xfrm>
            <a:off x="3077657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01_find_only_2497">
            <a:extLst>
              <a:ext uri="{FF2B5EF4-FFF2-40B4-BE49-F238E27FC236}">
                <a16:creationId xmlns:a16="http://schemas.microsoft.com/office/drawing/2014/main" id="{EAD37C22-E596-4A12-9CE8-DBF499BB5C40}"/>
              </a:ext>
            </a:extLst>
          </p:cNvPr>
          <p:cNvSpPr>
            <a:spLocks noGrp="1"/>
          </p:cNvSpPr>
          <p:nvPr/>
        </p:nvSpPr>
        <p:spPr>
          <a:xfrm>
            <a:off x="30784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01_find_only_2498">
            <a:extLst>
              <a:ext uri="{FF2B5EF4-FFF2-40B4-BE49-F238E27FC236}">
                <a16:creationId xmlns:a16="http://schemas.microsoft.com/office/drawing/2014/main" id="{818DBA21-6649-460A-8D1B-353C7E7058D2}"/>
              </a:ext>
            </a:extLst>
          </p:cNvPr>
          <p:cNvSpPr>
            <a:spLocks noGrp="1"/>
          </p:cNvSpPr>
          <p:nvPr/>
        </p:nvSpPr>
        <p:spPr>
          <a:xfrm>
            <a:off x="30809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01_find_only_2499">
            <a:extLst>
              <a:ext uri="{FF2B5EF4-FFF2-40B4-BE49-F238E27FC236}">
                <a16:creationId xmlns:a16="http://schemas.microsoft.com/office/drawing/2014/main" id="{9BEC88C8-7531-4828-A972-E46ADB8CED3E}"/>
              </a:ext>
            </a:extLst>
          </p:cNvPr>
          <p:cNvSpPr>
            <a:spLocks noGrp="1"/>
          </p:cNvSpPr>
          <p:nvPr/>
        </p:nvSpPr>
        <p:spPr>
          <a:xfrm>
            <a:off x="3025098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01_find_only_2500">
            <a:extLst>
              <a:ext uri="{FF2B5EF4-FFF2-40B4-BE49-F238E27FC236}">
                <a16:creationId xmlns:a16="http://schemas.microsoft.com/office/drawing/2014/main" id="{69E83DE9-B84B-45EA-A0E0-13DA8E211CC0}"/>
              </a:ext>
            </a:extLst>
          </p:cNvPr>
          <p:cNvSpPr>
            <a:spLocks noGrp="1"/>
          </p:cNvSpPr>
          <p:nvPr/>
        </p:nvSpPr>
        <p:spPr>
          <a:xfrm>
            <a:off x="301042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01_find_only_2501">
            <a:extLst>
              <a:ext uri="{FF2B5EF4-FFF2-40B4-BE49-F238E27FC236}">
                <a16:creationId xmlns:a16="http://schemas.microsoft.com/office/drawing/2014/main" id="{3E92EF24-48FB-47E6-BC70-41B35AB70E47}"/>
              </a:ext>
            </a:extLst>
          </p:cNvPr>
          <p:cNvSpPr>
            <a:spLocks noGrp="1"/>
          </p:cNvSpPr>
          <p:nvPr/>
        </p:nvSpPr>
        <p:spPr>
          <a:xfrm>
            <a:off x="306697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01_find_only_2502">
            <a:extLst>
              <a:ext uri="{FF2B5EF4-FFF2-40B4-BE49-F238E27FC236}">
                <a16:creationId xmlns:a16="http://schemas.microsoft.com/office/drawing/2014/main" id="{2920EC06-080E-4D33-8699-2E0D65CB6F49}"/>
              </a:ext>
            </a:extLst>
          </p:cNvPr>
          <p:cNvSpPr>
            <a:spLocks noGrp="1"/>
          </p:cNvSpPr>
          <p:nvPr/>
        </p:nvSpPr>
        <p:spPr>
          <a:xfrm>
            <a:off x="3005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01_find_only_2503">
            <a:extLst>
              <a:ext uri="{FF2B5EF4-FFF2-40B4-BE49-F238E27FC236}">
                <a16:creationId xmlns:a16="http://schemas.microsoft.com/office/drawing/2014/main" id="{F5E7B201-B432-42A1-8F8D-13ED47C79255}"/>
              </a:ext>
            </a:extLst>
          </p:cNvPr>
          <p:cNvSpPr>
            <a:spLocks noGrp="1"/>
          </p:cNvSpPr>
          <p:nvPr/>
        </p:nvSpPr>
        <p:spPr>
          <a:xfrm>
            <a:off x="30119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01_find_only_2504">
            <a:extLst>
              <a:ext uri="{FF2B5EF4-FFF2-40B4-BE49-F238E27FC236}">
                <a16:creationId xmlns:a16="http://schemas.microsoft.com/office/drawing/2014/main" id="{46DD0389-25BF-440B-AAC0-AB0BEA93E198}"/>
              </a:ext>
            </a:extLst>
          </p:cNvPr>
          <p:cNvSpPr>
            <a:spLocks noGrp="1"/>
          </p:cNvSpPr>
          <p:nvPr/>
        </p:nvSpPr>
        <p:spPr>
          <a:xfrm>
            <a:off x="30693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01_find_only_2505">
            <a:extLst>
              <a:ext uri="{FF2B5EF4-FFF2-40B4-BE49-F238E27FC236}">
                <a16:creationId xmlns:a16="http://schemas.microsoft.com/office/drawing/2014/main" id="{C354DB76-E5AF-4B24-B188-4F1E80EAFF03}"/>
              </a:ext>
            </a:extLst>
          </p:cNvPr>
          <p:cNvSpPr>
            <a:spLocks noGrp="1"/>
          </p:cNvSpPr>
          <p:nvPr/>
        </p:nvSpPr>
        <p:spPr>
          <a:xfrm>
            <a:off x="30067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01_find_only_2506">
            <a:extLst>
              <a:ext uri="{FF2B5EF4-FFF2-40B4-BE49-F238E27FC236}">
                <a16:creationId xmlns:a16="http://schemas.microsoft.com/office/drawing/2014/main" id="{C3E4645A-0DC7-4A76-AAD4-127543AC6EFF}"/>
              </a:ext>
            </a:extLst>
          </p:cNvPr>
          <p:cNvSpPr>
            <a:spLocks noGrp="1"/>
          </p:cNvSpPr>
          <p:nvPr/>
        </p:nvSpPr>
        <p:spPr>
          <a:xfrm>
            <a:off x="3088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01_find_only_2507">
            <a:extLst>
              <a:ext uri="{FF2B5EF4-FFF2-40B4-BE49-F238E27FC236}">
                <a16:creationId xmlns:a16="http://schemas.microsoft.com/office/drawing/2014/main" id="{28D05C31-2BBD-405D-9AC2-6893AD776890}"/>
              </a:ext>
            </a:extLst>
          </p:cNvPr>
          <p:cNvSpPr>
            <a:spLocks noGrp="1"/>
          </p:cNvSpPr>
          <p:nvPr/>
        </p:nvSpPr>
        <p:spPr>
          <a:xfrm>
            <a:off x="30731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01_find_only_2508">
            <a:extLst>
              <a:ext uri="{FF2B5EF4-FFF2-40B4-BE49-F238E27FC236}">
                <a16:creationId xmlns:a16="http://schemas.microsoft.com/office/drawing/2014/main" id="{CEC6E246-9343-4368-A0D5-5CE4A17A16F9}"/>
              </a:ext>
            </a:extLst>
          </p:cNvPr>
          <p:cNvSpPr>
            <a:spLocks noGrp="1"/>
          </p:cNvSpPr>
          <p:nvPr/>
        </p:nvSpPr>
        <p:spPr>
          <a:xfrm>
            <a:off x="30380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01_find_only_2509">
            <a:extLst>
              <a:ext uri="{FF2B5EF4-FFF2-40B4-BE49-F238E27FC236}">
                <a16:creationId xmlns:a16="http://schemas.microsoft.com/office/drawing/2014/main" id="{05584EA2-0909-4A68-8099-BF9EA68ED00C}"/>
              </a:ext>
            </a:extLst>
          </p:cNvPr>
          <p:cNvSpPr>
            <a:spLocks noGrp="1"/>
          </p:cNvSpPr>
          <p:nvPr/>
        </p:nvSpPr>
        <p:spPr>
          <a:xfrm>
            <a:off x="30216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01_find_only_2510">
            <a:extLst>
              <a:ext uri="{FF2B5EF4-FFF2-40B4-BE49-F238E27FC236}">
                <a16:creationId xmlns:a16="http://schemas.microsoft.com/office/drawing/2014/main" id="{D11259E5-7BF0-4571-8A99-5382F94FB346}"/>
              </a:ext>
            </a:extLst>
          </p:cNvPr>
          <p:cNvSpPr>
            <a:spLocks noGrp="1"/>
          </p:cNvSpPr>
          <p:nvPr/>
        </p:nvSpPr>
        <p:spPr>
          <a:xfrm>
            <a:off x="3090773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01_find_only_2511">
            <a:extLst>
              <a:ext uri="{FF2B5EF4-FFF2-40B4-BE49-F238E27FC236}">
                <a16:creationId xmlns:a16="http://schemas.microsoft.com/office/drawing/2014/main" id="{DC8448B3-2B45-4487-8609-C2A208C13A0C}"/>
              </a:ext>
            </a:extLst>
          </p:cNvPr>
          <p:cNvSpPr>
            <a:spLocks noGrp="1"/>
          </p:cNvSpPr>
          <p:nvPr/>
        </p:nvSpPr>
        <p:spPr>
          <a:xfrm>
            <a:off x="3055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01_find_only_2512">
            <a:extLst>
              <a:ext uri="{FF2B5EF4-FFF2-40B4-BE49-F238E27FC236}">
                <a16:creationId xmlns:a16="http://schemas.microsoft.com/office/drawing/2014/main" id="{05E635CD-B905-4AF2-9338-8429FEF3CB07}"/>
              </a:ext>
            </a:extLst>
          </p:cNvPr>
          <p:cNvSpPr>
            <a:spLocks noGrp="1"/>
          </p:cNvSpPr>
          <p:nvPr/>
        </p:nvSpPr>
        <p:spPr>
          <a:xfrm>
            <a:off x="30776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01_find_only_2513">
            <a:extLst>
              <a:ext uri="{FF2B5EF4-FFF2-40B4-BE49-F238E27FC236}">
                <a16:creationId xmlns:a16="http://schemas.microsoft.com/office/drawing/2014/main" id="{F24302CC-6074-469C-BBC8-430BDD986020}"/>
              </a:ext>
            </a:extLst>
          </p:cNvPr>
          <p:cNvSpPr>
            <a:spLocks noGrp="1"/>
          </p:cNvSpPr>
          <p:nvPr/>
        </p:nvSpPr>
        <p:spPr>
          <a:xfrm>
            <a:off x="30095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01_find_only_2514">
            <a:extLst>
              <a:ext uri="{FF2B5EF4-FFF2-40B4-BE49-F238E27FC236}">
                <a16:creationId xmlns:a16="http://schemas.microsoft.com/office/drawing/2014/main" id="{20F7358F-E13F-419F-9294-B84CA86E9D22}"/>
              </a:ext>
            </a:extLst>
          </p:cNvPr>
          <p:cNvSpPr>
            <a:spLocks noGrp="1"/>
          </p:cNvSpPr>
          <p:nvPr/>
        </p:nvSpPr>
        <p:spPr>
          <a:xfrm>
            <a:off x="30369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01_find_only_2515">
            <a:extLst>
              <a:ext uri="{FF2B5EF4-FFF2-40B4-BE49-F238E27FC236}">
                <a16:creationId xmlns:a16="http://schemas.microsoft.com/office/drawing/2014/main" id="{B6DF8136-6C38-4F37-9B1A-6F3B23C2D46F}"/>
              </a:ext>
            </a:extLst>
          </p:cNvPr>
          <p:cNvSpPr>
            <a:spLocks noGrp="1"/>
          </p:cNvSpPr>
          <p:nvPr/>
        </p:nvSpPr>
        <p:spPr>
          <a:xfrm>
            <a:off x="30716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01_find_only_2516">
            <a:extLst>
              <a:ext uri="{FF2B5EF4-FFF2-40B4-BE49-F238E27FC236}">
                <a16:creationId xmlns:a16="http://schemas.microsoft.com/office/drawing/2014/main" id="{BA8EC6BA-53BB-4848-80D3-500FB67CC777}"/>
              </a:ext>
            </a:extLst>
          </p:cNvPr>
          <p:cNvSpPr>
            <a:spLocks noGrp="1"/>
          </p:cNvSpPr>
          <p:nvPr/>
        </p:nvSpPr>
        <p:spPr>
          <a:xfrm>
            <a:off x="30575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01_find_only_2517">
            <a:extLst>
              <a:ext uri="{FF2B5EF4-FFF2-40B4-BE49-F238E27FC236}">
                <a16:creationId xmlns:a16="http://schemas.microsoft.com/office/drawing/2014/main" id="{96DCBA97-D165-4BB6-81F4-BA22394D5659}"/>
              </a:ext>
            </a:extLst>
          </p:cNvPr>
          <p:cNvSpPr>
            <a:spLocks noGrp="1"/>
          </p:cNvSpPr>
          <p:nvPr/>
        </p:nvSpPr>
        <p:spPr>
          <a:xfrm>
            <a:off x="3086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01_find_only_2518">
            <a:extLst>
              <a:ext uri="{FF2B5EF4-FFF2-40B4-BE49-F238E27FC236}">
                <a16:creationId xmlns:a16="http://schemas.microsoft.com/office/drawing/2014/main" id="{9835ABAD-623B-4648-8BA4-543BC9062E36}"/>
              </a:ext>
            </a:extLst>
          </p:cNvPr>
          <p:cNvSpPr>
            <a:spLocks noGrp="1"/>
          </p:cNvSpPr>
          <p:nvPr/>
        </p:nvSpPr>
        <p:spPr>
          <a:xfrm>
            <a:off x="29958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01_find_only_2519">
            <a:extLst>
              <a:ext uri="{FF2B5EF4-FFF2-40B4-BE49-F238E27FC236}">
                <a16:creationId xmlns:a16="http://schemas.microsoft.com/office/drawing/2014/main" id="{48F645FA-4E7D-4D03-A4B6-A9AA5CD1EB22}"/>
              </a:ext>
            </a:extLst>
          </p:cNvPr>
          <p:cNvSpPr>
            <a:spLocks noGrp="1"/>
          </p:cNvSpPr>
          <p:nvPr/>
        </p:nvSpPr>
        <p:spPr>
          <a:xfrm>
            <a:off x="30358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01_find_only_2520">
            <a:extLst>
              <a:ext uri="{FF2B5EF4-FFF2-40B4-BE49-F238E27FC236}">
                <a16:creationId xmlns:a16="http://schemas.microsoft.com/office/drawing/2014/main" id="{4BCBCB96-AF4C-46BF-9F1C-2641F0D9E954}"/>
              </a:ext>
            </a:extLst>
          </p:cNvPr>
          <p:cNvSpPr>
            <a:spLocks noGrp="1"/>
          </p:cNvSpPr>
          <p:nvPr/>
        </p:nvSpPr>
        <p:spPr>
          <a:xfrm>
            <a:off x="30540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01_find_only_2521">
            <a:extLst>
              <a:ext uri="{FF2B5EF4-FFF2-40B4-BE49-F238E27FC236}">
                <a16:creationId xmlns:a16="http://schemas.microsoft.com/office/drawing/2014/main" id="{2D90B459-E478-4D09-8A02-86C094983D0D}"/>
              </a:ext>
            </a:extLst>
          </p:cNvPr>
          <p:cNvSpPr>
            <a:spLocks noGrp="1"/>
          </p:cNvSpPr>
          <p:nvPr/>
        </p:nvSpPr>
        <p:spPr>
          <a:xfrm>
            <a:off x="30238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01_find_only_2522">
            <a:extLst>
              <a:ext uri="{FF2B5EF4-FFF2-40B4-BE49-F238E27FC236}">
                <a16:creationId xmlns:a16="http://schemas.microsoft.com/office/drawing/2014/main" id="{777CDD59-1B68-43E0-B807-FA46E6C346FA}"/>
              </a:ext>
            </a:extLst>
          </p:cNvPr>
          <p:cNvSpPr>
            <a:spLocks noGrp="1"/>
          </p:cNvSpPr>
          <p:nvPr/>
        </p:nvSpPr>
        <p:spPr>
          <a:xfrm>
            <a:off x="30455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01_find_only_2523">
            <a:extLst>
              <a:ext uri="{FF2B5EF4-FFF2-40B4-BE49-F238E27FC236}">
                <a16:creationId xmlns:a16="http://schemas.microsoft.com/office/drawing/2014/main" id="{C3E0024C-5983-493E-B0E0-0BEC5829E2AD}"/>
              </a:ext>
            </a:extLst>
          </p:cNvPr>
          <p:cNvSpPr>
            <a:spLocks noGrp="1"/>
          </p:cNvSpPr>
          <p:nvPr/>
        </p:nvSpPr>
        <p:spPr>
          <a:xfrm>
            <a:off x="3033356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01_find_only_2524">
            <a:extLst>
              <a:ext uri="{FF2B5EF4-FFF2-40B4-BE49-F238E27FC236}">
                <a16:creationId xmlns:a16="http://schemas.microsoft.com/office/drawing/2014/main" id="{0766196A-FA84-4D49-9843-10789130EBAB}"/>
              </a:ext>
            </a:extLst>
          </p:cNvPr>
          <p:cNvSpPr>
            <a:spLocks noGrp="1"/>
          </p:cNvSpPr>
          <p:nvPr/>
        </p:nvSpPr>
        <p:spPr>
          <a:xfrm>
            <a:off x="307532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01_find_only_2525">
            <a:extLst>
              <a:ext uri="{FF2B5EF4-FFF2-40B4-BE49-F238E27FC236}">
                <a16:creationId xmlns:a16="http://schemas.microsoft.com/office/drawing/2014/main" id="{01F45570-54BD-4E79-9505-1A49B5AA1A16}"/>
              </a:ext>
            </a:extLst>
          </p:cNvPr>
          <p:cNvSpPr>
            <a:spLocks noGrp="1"/>
          </p:cNvSpPr>
          <p:nvPr/>
        </p:nvSpPr>
        <p:spPr>
          <a:xfrm>
            <a:off x="30065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01_find_only_2526">
            <a:extLst>
              <a:ext uri="{FF2B5EF4-FFF2-40B4-BE49-F238E27FC236}">
                <a16:creationId xmlns:a16="http://schemas.microsoft.com/office/drawing/2014/main" id="{F60BAAB0-B765-49EA-971D-B5FFBC69010F}"/>
              </a:ext>
            </a:extLst>
          </p:cNvPr>
          <p:cNvSpPr>
            <a:spLocks noGrp="1"/>
          </p:cNvSpPr>
          <p:nvPr/>
        </p:nvSpPr>
        <p:spPr>
          <a:xfrm>
            <a:off x="3011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01_find_only_2527">
            <a:extLst>
              <a:ext uri="{FF2B5EF4-FFF2-40B4-BE49-F238E27FC236}">
                <a16:creationId xmlns:a16="http://schemas.microsoft.com/office/drawing/2014/main" id="{9E7E4FF7-5599-44A7-AD79-C108F0029382}"/>
              </a:ext>
            </a:extLst>
          </p:cNvPr>
          <p:cNvSpPr>
            <a:spLocks noGrp="1"/>
          </p:cNvSpPr>
          <p:nvPr/>
        </p:nvSpPr>
        <p:spPr>
          <a:xfrm>
            <a:off x="30514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01_find_only_2528">
            <a:extLst>
              <a:ext uri="{FF2B5EF4-FFF2-40B4-BE49-F238E27FC236}">
                <a16:creationId xmlns:a16="http://schemas.microsoft.com/office/drawing/2014/main" id="{63E7C32A-31F8-4385-A612-D1F678331E3A}"/>
              </a:ext>
            </a:extLst>
          </p:cNvPr>
          <p:cNvSpPr>
            <a:spLocks noGrp="1"/>
          </p:cNvSpPr>
          <p:nvPr/>
        </p:nvSpPr>
        <p:spPr>
          <a:xfrm>
            <a:off x="30505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01_find_only_2529">
            <a:extLst>
              <a:ext uri="{FF2B5EF4-FFF2-40B4-BE49-F238E27FC236}">
                <a16:creationId xmlns:a16="http://schemas.microsoft.com/office/drawing/2014/main" id="{86ABBBE0-CF92-4FDB-9F5A-315D8C649A3E}"/>
              </a:ext>
            </a:extLst>
          </p:cNvPr>
          <p:cNvSpPr>
            <a:spLocks noGrp="1"/>
          </p:cNvSpPr>
          <p:nvPr/>
        </p:nvSpPr>
        <p:spPr>
          <a:xfrm>
            <a:off x="3082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01_find_only_2530">
            <a:extLst>
              <a:ext uri="{FF2B5EF4-FFF2-40B4-BE49-F238E27FC236}">
                <a16:creationId xmlns:a16="http://schemas.microsoft.com/office/drawing/2014/main" id="{C188A033-61C4-4722-B9BE-0AC660F26FCB}"/>
              </a:ext>
            </a:extLst>
          </p:cNvPr>
          <p:cNvSpPr>
            <a:spLocks noGrp="1"/>
          </p:cNvSpPr>
          <p:nvPr/>
        </p:nvSpPr>
        <p:spPr>
          <a:xfrm>
            <a:off x="3067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01_find_only_2531">
            <a:extLst>
              <a:ext uri="{FF2B5EF4-FFF2-40B4-BE49-F238E27FC236}">
                <a16:creationId xmlns:a16="http://schemas.microsoft.com/office/drawing/2014/main" id="{541768D7-7008-40C4-B1E5-A9DC7C8E03BC}"/>
              </a:ext>
            </a:extLst>
          </p:cNvPr>
          <p:cNvSpPr>
            <a:spLocks noGrp="1"/>
          </p:cNvSpPr>
          <p:nvPr/>
        </p:nvSpPr>
        <p:spPr>
          <a:xfrm>
            <a:off x="30216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01_find_only_2532">
            <a:extLst>
              <a:ext uri="{FF2B5EF4-FFF2-40B4-BE49-F238E27FC236}">
                <a16:creationId xmlns:a16="http://schemas.microsoft.com/office/drawing/2014/main" id="{639DC0BE-2378-4F98-8939-C7707EF6F951}"/>
              </a:ext>
            </a:extLst>
          </p:cNvPr>
          <p:cNvSpPr>
            <a:spLocks noGrp="1"/>
          </p:cNvSpPr>
          <p:nvPr/>
        </p:nvSpPr>
        <p:spPr>
          <a:xfrm>
            <a:off x="306939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01_find_only_2533">
            <a:extLst>
              <a:ext uri="{FF2B5EF4-FFF2-40B4-BE49-F238E27FC236}">
                <a16:creationId xmlns:a16="http://schemas.microsoft.com/office/drawing/2014/main" id="{A65F2365-1554-4EEE-AD66-EBCACC2487EC}"/>
              </a:ext>
            </a:extLst>
          </p:cNvPr>
          <p:cNvSpPr>
            <a:spLocks noGrp="1"/>
          </p:cNvSpPr>
          <p:nvPr/>
        </p:nvSpPr>
        <p:spPr>
          <a:xfrm>
            <a:off x="3061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01_find_only_2534">
            <a:extLst>
              <a:ext uri="{FF2B5EF4-FFF2-40B4-BE49-F238E27FC236}">
                <a16:creationId xmlns:a16="http://schemas.microsoft.com/office/drawing/2014/main" id="{34B20435-2CF6-463B-A587-949DDDEB236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01_find_only_2535">
            <a:extLst>
              <a:ext uri="{FF2B5EF4-FFF2-40B4-BE49-F238E27FC236}">
                <a16:creationId xmlns:a16="http://schemas.microsoft.com/office/drawing/2014/main" id="{089A9BD8-E3A0-4E51-BA1F-8174979047F2}"/>
              </a:ext>
            </a:extLst>
          </p:cNvPr>
          <p:cNvSpPr>
            <a:spLocks noGrp="1"/>
          </p:cNvSpPr>
          <p:nvPr/>
        </p:nvSpPr>
        <p:spPr>
          <a:xfrm>
            <a:off x="30473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01_find_only_2536">
            <a:extLst>
              <a:ext uri="{FF2B5EF4-FFF2-40B4-BE49-F238E27FC236}">
                <a16:creationId xmlns:a16="http://schemas.microsoft.com/office/drawing/2014/main" id="{88E9B52B-13F7-4E66-B56A-B9C9DF7D4A5F}"/>
              </a:ext>
            </a:extLst>
          </p:cNvPr>
          <p:cNvSpPr>
            <a:spLocks noGrp="1"/>
          </p:cNvSpPr>
          <p:nvPr/>
        </p:nvSpPr>
        <p:spPr>
          <a:xfrm>
            <a:off x="2996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01_find_only_2537">
            <a:extLst>
              <a:ext uri="{FF2B5EF4-FFF2-40B4-BE49-F238E27FC236}">
                <a16:creationId xmlns:a16="http://schemas.microsoft.com/office/drawing/2014/main" id="{40127C78-6F28-4720-8A43-2F3D50B31055}"/>
              </a:ext>
            </a:extLst>
          </p:cNvPr>
          <p:cNvSpPr>
            <a:spLocks noGrp="1"/>
          </p:cNvSpPr>
          <p:nvPr/>
        </p:nvSpPr>
        <p:spPr>
          <a:xfrm>
            <a:off x="3061919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01_find_only_2538">
            <a:extLst>
              <a:ext uri="{FF2B5EF4-FFF2-40B4-BE49-F238E27FC236}">
                <a16:creationId xmlns:a16="http://schemas.microsoft.com/office/drawing/2014/main" id="{F00436EF-14F7-4632-A5A0-2D82DAD92EF7}"/>
              </a:ext>
            </a:extLst>
          </p:cNvPr>
          <p:cNvSpPr>
            <a:spLocks noGrp="1"/>
          </p:cNvSpPr>
          <p:nvPr/>
        </p:nvSpPr>
        <p:spPr>
          <a:xfrm>
            <a:off x="3074743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01_find_only_2539">
            <a:extLst>
              <a:ext uri="{FF2B5EF4-FFF2-40B4-BE49-F238E27FC236}">
                <a16:creationId xmlns:a16="http://schemas.microsoft.com/office/drawing/2014/main" id="{16266C54-99AA-4907-B524-6BE078539DA9}"/>
              </a:ext>
            </a:extLst>
          </p:cNvPr>
          <p:cNvSpPr>
            <a:spLocks noGrp="1"/>
          </p:cNvSpPr>
          <p:nvPr/>
        </p:nvSpPr>
        <p:spPr>
          <a:xfrm>
            <a:off x="3013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01_find_only_2540">
            <a:extLst>
              <a:ext uri="{FF2B5EF4-FFF2-40B4-BE49-F238E27FC236}">
                <a16:creationId xmlns:a16="http://schemas.microsoft.com/office/drawing/2014/main" id="{67F99F53-341C-4007-9EE4-0CF00AEF8F8C}"/>
              </a:ext>
            </a:extLst>
          </p:cNvPr>
          <p:cNvSpPr>
            <a:spLocks noGrp="1"/>
          </p:cNvSpPr>
          <p:nvPr/>
        </p:nvSpPr>
        <p:spPr>
          <a:xfrm>
            <a:off x="30057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01_find_only_2541">
            <a:extLst>
              <a:ext uri="{FF2B5EF4-FFF2-40B4-BE49-F238E27FC236}">
                <a16:creationId xmlns:a16="http://schemas.microsoft.com/office/drawing/2014/main" id="{C9CC8A66-E05F-41C2-9916-07D3236BF3C0}"/>
              </a:ext>
            </a:extLst>
          </p:cNvPr>
          <p:cNvSpPr>
            <a:spLocks noGrp="1"/>
          </p:cNvSpPr>
          <p:nvPr/>
        </p:nvSpPr>
        <p:spPr>
          <a:xfrm>
            <a:off x="306172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01_find_only_2542">
            <a:extLst>
              <a:ext uri="{FF2B5EF4-FFF2-40B4-BE49-F238E27FC236}">
                <a16:creationId xmlns:a16="http://schemas.microsoft.com/office/drawing/2014/main" id="{A6782FB1-58BC-4D8E-85B5-549234E57FCE}"/>
              </a:ext>
            </a:extLst>
          </p:cNvPr>
          <p:cNvSpPr>
            <a:spLocks noGrp="1"/>
          </p:cNvSpPr>
          <p:nvPr/>
        </p:nvSpPr>
        <p:spPr>
          <a:xfrm>
            <a:off x="30867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01_find_only_2543">
            <a:extLst>
              <a:ext uri="{FF2B5EF4-FFF2-40B4-BE49-F238E27FC236}">
                <a16:creationId xmlns:a16="http://schemas.microsoft.com/office/drawing/2014/main" id="{5327A5C0-D466-4963-BBAF-DD38197C82A6}"/>
              </a:ext>
            </a:extLst>
          </p:cNvPr>
          <p:cNvSpPr>
            <a:spLocks noGrp="1"/>
          </p:cNvSpPr>
          <p:nvPr/>
        </p:nvSpPr>
        <p:spPr>
          <a:xfrm>
            <a:off x="3090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01_find_only_2544">
            <a:extLst>
              <a:ext uri="{FF2B5EF4-FFF2-40B4-BE49-F238E27FC236}">
                <a16:creationId xmlns:a16="http://schemas.microsoft.com/office/drawing/2014/main" id="{1E45EBA7-1919-4BCB-B3A5-006D100B988A}"/>
              </a:ext>
            </a:extLst>
          </p:cNvPr>
          <p:cNvSpPr>
            <a:spLocks noGrp="1"/>
          </p:cNvSpPr>
          <p:nvPr/>
        </p:nvSpPr>
        <p:spPr>
          <a:xfrm>
            <a:off x="30309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01_find_only_2545">
            <a:extLst>
              <a:ext uri="{FF2B5EF4-FFF2-40B4-BE49-F238E27FC236}">
                <a16:creationId xmlns:a16="http://schemas.microsoft.com/office/drawing/2014/main" id="{0D4F37DE-32D1-42E4-BE37-90FF2E3ABD70}"/>
              </a:ext>
            </a:extLst>
          </p:cNvPr>
          <p:cNvSpPr>
            <a:spLocks noGrp="1"/>
          </p:cNvSpPr>
          <p:nvPr/>
        </p:nvSpPr>
        <p:spPr>
          <a:xfrm>
            <a:off x="30665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01_find_only_2546">
            <a:extLst>
              <a:ext uri="{FF2B5EF4-FFF2-40B4-BE49-F238E27FC236}">
                <a16:creationId xmlns:a16="http://schemas.microsoft.com/office/drawing/2014/main" id="{3452B717-5B9E-426B-B55F-EF0D726B14C9}"/>
              </a:ext>
            </a:extLst>
          </p:cNvPr>
          <p:cNvSpPr>
            <a:spLocks noGrp="1"/>
          </p:cNvSpPr>
          <p:nvPr/>
        </p:nvSpPr>
        <p:spPr>
          <a:xfrm>
            <a:off x="30739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01_find_only_2547">
            <a:extLst>
              <a:ext uri="{FF2B5EF4-FFF2-40B4-BE49-F238E27FC236}">
                <a16:creationId xmlns:a16="http://schemas.microsoft.com/office/drawing/2014/main" id="{0DAE3464-093B-4103-AEF6-95F2D37D03F0}"/>
              </a:ext>
            </a:extLst>
          </p:cNvPr>
          <p:cNvSpPr>
            <a:spLocks noGrp="1"/>
          </p:cNvSpPr>
          <p:nvPr/>
        </p:nvSpPr>
        <p:spPr>
          <a:xfrm>
            <a:off x="30857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01_find_only_2548">
            <a:extLst>
              <a:ext uri="{FF2B5EF4-FFF2-40B4-BE49-F238E27FC236}">
                <a16:creationId xmlns:a16="http://schemas.microsoft.com/office/drawing/2014/main" id="{193EC1AA-608D-4E5C-9FFF-E863712132D6}"/>
              </a:ext>
            </a:extLst>
          </p:cNvPr>
          <p:cNvSpPr>
            <a:spLocks noGrp="1"/>
          </p:cNvSpPr>
          <p:nvPr/>
        </p:nvSpPr>
        <p:spPr>
          <a:xfrm>
            <a:off x="30754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01_find_only_2549">
            <a:extLst>
              <a:ext uri="{FF2B5EF4-FFF2-40B4-BE49-F238E27FC236}">
                <a16:creationId xmlns:a16="http://schemas.microsoft.com/office/drawing/2014/main" id="{AABE2BC5-9902-404E-9B66-AD0C756CD54A}"/>
              </a:ext>
            </a:extLst>
          </p:cNvPr>
          <p:cNvSpPr>
            <a:spLocks noGrp="1"/>
          </p:cNvSpPr>
          <p:nvPr/>
        </p:nvSpPr>
        <p:spPr>
          <a:xfrm>
            <a:off x="30607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01_find_only_2550">
            <a:extLst>
              <a:ext uri="{FF2B5EF4-FFF2-40B4-BE49-F238E27FC236}">
                <a16:creationId xmlns:a16="http://schemas.microsoft.com/office/drawing/2014/main" id="{6869039C-F97E-4B2A-BD9F-9FA71226C875}"/>
              </a:ext>
            </a:extLst>
          </p:cNvPr>
          <p:cNvSpPr>
            <a:spLocks noGrp="1"/>
          </p:cNvSpPr>
          <p:nvPr/>
        </p:nvSpPr>
        <p:spPr>
          <a:xfrm>
            <a:off x="30011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01_find_only_2551">
            <a:extLst>
              <a:ext uri="{FF2B5EF4-FFF2-40B4-BE49-F238E27FC236}">
                <a16:creationId xmlns:a16="http://schemas.microsoft.com/office/drawing/2014/main" id="{DC962624-996F-4ED3-A966-ACE088B72B2E}"/>
              </a:ext>
            </a:extLst>
          </p:cNvPr>
          <p:cNvSpPr>
            <a:spLocks noGrp="1"/>
          </p:cNvSpPr>
          <p:nvPr/>
        </p:nvSpPr>
        <p:spPr>
          <a:xfrm>
            <a:off x="3010622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01_find_only_2552">
            <a:extLst>
              <a:ext uri="{FF2B5EF4-FFF2-40B4-BE49-F238E27FC236}">
                <a16:creationId xmlns:a16="http://schemas.microsoft.com/office/drawing/2014/main" id="{682C6929-E29E-402F-B9F8-B7979197613A}"/>
              </a:ext>
            </a:extLst>
          </p:cNvPr>
          <p:cNvSpPr>
            <a:spLocks noGrp="1"/>
          </p:cNvSpPr>
          <p:nvPr/>
        </p:nvSpPr>
        <p:spPr>
          <a:xfrm>
            <a:off x="3061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01_find_only_2553">
            <a:extLst>
              <a:ext uri="{FF2B5EF4-FFF2-40B4-BE49-F238E27FC236}">
                <a16:creationId xmlns:a16="http://schemas.microsoft.com/office/drawing/2014/main" id="{9848CFDD-C891-477A-9E0F-E493334316BE}"/>
              </a:ext>
            </a:extLst>
          </p:cNvPr>
          <p:cNvSpPr>
            <a:spLocks noGrp="1"/>
          </p:cNvSpPr>
          <p:nvPr/>
        </p:nvSpPr>
        <p:spPr>
          <a:xfrm>
            <a:off x="3051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01_find_only_2554">
            <a:extLst>
              <a:ext uri="{FF2B5EF4-FFF2-40B4-BE49-F238E27FC236}">
                <a16:creationId xmlns:a16="http://schemas.microsoft.com/office/drawing/2014/main" id="{7E6C7AFF-CD4C-43AC-8EB9-59D5DF45BCC6}"/>
              </a:ext>
            </a:extLst>
          </p:cNvPr>
          <p:cNvSpPr>
            <a:spLocks noGrp="1"/>
          </p:cNvSpPr>
          <p:nvPr/>
        </p:nvSpPr>
        <p:spPr>
          <a:xfrm>
            <a:off x="30147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01_find_only_2555">
            <a:extLst>
              <a:ext uri="{FF2B5EF4-FFF2-40B4-BE49-F238E27FC236}">
                <a16:creationId xmlns:a16="http://schemas.microsoft.com/office/drawing/2014/main" id="{ABBC807B-AD29-4DD7-A9A9-46B888E80A50}"/>
              </a:ext>
            </a:extLst>
          </p:cNvPr>
          <p:cNvSpPr>
            <a:spLocks noGrp="1"/>
          </p:cNvSpPr>
          <p:nvPr/>
        </p:nvSpPr>
        <p:spPr>
          <a:xfrm>
            <a:off x="30322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01_find_only_2556">
            <a:extLst>
              <a:ext uri="{FF2B5EF4-FFF2-40B4-BE49-F238E27FC236}">
                <a16:creationId xmlns:a16="http://schemas.microsoft.com/office/drawing/2014/main" id="{D96FF49B-62D3-43A5-B88F-2D5C4CD07BDE}"/>
              </a:ext>
            </a:extLst>
          </p:cNvPr>
          <p:cNvSpPr>
            <a:spLocks noGrp="1"/>
          </p:cNvSpPr>
          <p:nvPr/>
        </p:nvSpPr>
        <p:spPr>
          <a:xfrm>
            <a:off x="2997896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01_find_only_2557">
            <a:extLst>
              <a:ext uri="{FF2B5EF4-FFF2-40B4-BE49-F238E27FC236}">
                <a16:creationId xmlns:a16="http://schemas.microsoft.com/office/drawing/2014/main" id="{16F11C79-7E5C-42B7-BD9F-A69B9EB83FB5}"/>
              </a:ext>
            </a:extLst>
          </p:cNvPr>
          <p:cNvSpPr>
            <a:spLocks noGrp="1"/>
          </p:cNvSpPr>
          <p:nvPr/>
        </p:nvSpPr>
        <p:spPr>
          <a:xfrm>
            <a:off x="35248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01_find_only_2558">
            <a:extLst>
              <a:ext uri="{FF2B5EF4-FFF2-40B4-BE49-F238E27FC236}">
                <a16:creationId xmlns:a16="http://schemas.microsoft.com/office/drawing/2014/main" id="{E0BFFFF3-88DA-4089-B0C0-6B430CCEC59B}"/>
              </a:ext>
            </a:extLst>
          </p:cNvPr>
          <p:cNvSpPr>
            <a:spLocks noGrp="1"/>
          </p:cNvSpPr>
          <p:nvPr/>
        </p:nvSpPr>
        <p:spPr>
          <a:xfrm>
            <a:off x="3587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01_find_only_2559">
            <a:extLst>
              <a:ext uri="{FF2B5EF4-FFF2-40B4-BE49-F238E27FC236}">
                <a16:creationId xmlns:a16="http://schemas.microsoft.com/office/drawing/2014/main" id="{6C9D3D8C-7602-49C0-B3A0-01D562C342D7}"/>
              </a:ext>
            </a:extLst>
          </p:cNvPr>
          <p:cNvSpPr>
            <a:spLocks noGrp="1"/>
          </p:cNvSpPr>
          <p:nvPr/>
        </p:nvSpPr>
        <p:spPr>
          <a:xfrm>
            <a:off x="35044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01_find_only_2560">
            <a:extLst>
              <a:ext uri="{FF2B5EF4-FFF2-40B4-BE49-F238E27FC236}">
                <a16:creationId xmlns:a16="http://schemas.microsoft.com/office/drawing/2014/main" id="{F84D32B6-CD60-447E-A3B6-61D730CE741D}"/>
              </a:ext>
            </a:extLst>
          </p:cNvPr>
          <p:cNvSpPr>
            <a:spLocks noGrp="1"/>
          </p:cNvSpPr>
          <p:nvPr/>
        </p:nvSpPr>
        <p:spPr>
          <a:xfrm>
            <a:off x="35792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01_find_only_2561">
            <a:extLst>
              <a:ext uri="{FF2B5EF4-FFF2-40B4-BE49-F238E27FC236}">
                <a16:creationId xmlns:a16="http://schemas.microsoft.com/office/drawing/2014/main" id="{6A3F7396-2E37-4B1B-A52F-396EC938DD7E}"/>
              </a:ext>
            </a:extLst>
          </p:cNvPr>
          <p:cNvSpPr>
            <a:spLocks noGrp="1"/>
          </p:cNvSpPr>
          <p:nvPr/>
        </p:nvSpPr>
        <p:spPr>
          <a:xfrm>
            <a:off x="35406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01_find_only_2562">
            <a:extLst>
              <a:ext uri="{FF2B5EF4-FFF2-40B4-BE49-F238E27FC236}">
                <a16:creationId xmlns:a16="http://schemas.microsoft.com/office/drawing/2014/main" id="{5AF9D977-30B7-4B40-9044-896F2F53F65C}"/>
              </a:ext>
            </a:extLst>
          </p:cNvPr>
          <p:cNvSpPr>
            <a:spLocks noGrp="1"/>
          </p:cNvSpPr>
          <p:nvPr/>
        </p:nvSpPr>
        <p:spPr>
          <a:xfrm>
            <a:off x="35939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01_find_only_2563">
            <a:extLst>
              <a:ext uri="{FF2B5EF4-FFF2-40B4-BE49-F238E27FC236}">
                <a16:creationId xmlns:a16="http://schemas.microsoft.com/office/drawing/2014/main" id="{4B6C5E9F-F633-4341-9639-17F93DE7AF9E}"/>
              </a:ext>
            </a:extLst>
          </p:cNvPr>
          <p:cNvSpPr>
            <a:spLocks noGrp="1"/>
          </p:cNvSpPr>
          <p:nvPr/>
        </p:nvSpPr>
        <p:spPr>
          <a:xfrm>
            <a:off x="35247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01_find_only_2564">
            <a:extLst>
              <a:ext uri="{FF2B5EF4-FFF2-40B4-BE49-F238E27FC236}">
                <a16:creationId xmlns:a16="http://schemas.microsoft.com/office/drawing/2014/main" id="{FD8BC14D-EF47-491E-98FF-285BF407393D}"/>
              </a:ext>
            </a:extLst>
          </p:cNvPr>
          <p:cNvSpPr>
            <a:spLocks noGrp="1"/>
          </p:cNvSpPr>
          <p:nvPr/>
        </p:nvSpPr>
        <p:spPr>
          <a:xfrm>
            <a:off x="3572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01_find_only_2565">
            <a:extLst>
              <a:ext uri="{FF2B5EF4-FFF2-40B4-BE49-F238E27FC236}">
                <a16:creationId xmlns:a16="http://schemas.microsoft.com/office/drawing/2014/main" id="{C75C0DA5-2A9E-4563-8FE7-A648DA5C8DE4}"/>
              </a:ext>
            </a:extLst>
          </p:cNvPr>
          <p:cNvSpPr>
            <a:spLocks noGrp="1"/>
          </p:cNvSpPr>
          <p:nvPr/>
        </p:nvSpPr>
        <p:spPr>
          <a:xfrm>
            <a:off x="35078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01_find_only_2566">
            <a:extLst>
              <a:ext uri="{FF2B5EF4-FFF2-40B4-BE49-F238E27FC236}">
                <a16:creationId xmlns:a16="http://schemas.microsoft.com/office/drawing/2014/main" id="{43B27C30-1D4E-49B3-A434-39682B8DBEE5}"/>
              </a:ext>
            </a:extLst>
          </p:cNvPr>
          <p:cNvSpPr>
            <a:spLocks noGrp="1"/>
          </p:cNvSpPr>
          <p:nvPr/>
        </p:nvSpPr>
        <p:spPr>
          <a:xfrm>
            <a:off x="3528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01_find_only_2567">
            <a:extLst>
              <a:ext uri="{FF2B5EF4-FFF2-40B4-BE49-F238E27FC236}">
                <a16:creationId xmlns:a16="http://schemas.microsoft.com/office/drawing/2014/main" id="{F70E3011-B157-4F16-BFDD-7DFE61781826}"/>
              </a:ext>
            </a:extLst>
          </p:cNvPr>
          <p:cNvSpPr>
            <a:spLocks noGrp="1"/>
          </p:cNvSpPr>
          <p:nvPr/>
        </p:nvSpPr>
        <p:spPr>
          <a:xfrm>
            <a:off x="350765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01_find_only_2568">
            <a:extLst>
              <a:ext uri="{FF2B5EF4-FFF2-40B4-BE49-F238E27FC236}">
                <a16:creationId xmlns:a16="http://schemas.microsoft.com/office/drawing/2014/main" id="{9DA3E6AB-0F0D-490A-B5D2-B12D48E5C30A}"/>
              </a:ext>
            </a:extLst>
          </p:cNvPr>
          <p:cNvSpPr>
            <a:spLocks noGrp="1"/>
          </p:cNvSpPr>
          <p:nvPr/>
        </p:nvSpPr>
        <p:spPr>
          <a:xfrm>
            <a:off x="35625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01_find_only_2569">
            <a:extLst>
              <a:ext uri="{FF2B5EF4-FFF2-40B4-BE49-F238E27FC236}">
                <a16:creationId xmlns:a16="http://schemas.microsoft.com/office/drawing/2014/main" id="{4A78A2DE-FA74-498D-91D7-F877BE5A56BB}"/>
              </a:ext>
            </a:extLst>
          </p:cNvPr>
          <p:cNvSpPr>
            <a:spLocks noGrp="1"/>
          </p:cNvSpPr>
          <p:nvPr/>
        </p:nvSpPr>
        <p:spPr>
          <a:xfrm>
            <a:off x="35207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01_find_only_2570">
            <a:extLst>
              <a:ext uri="{FF2B5EF4-FFF2-40B4-BE49-F238E27FC236}">
                <a16:creationId xmlns:a16="http://schemas.microsoft.com/office/drawing/2014/main" id="{E7463838-770E-448E-8FD1-67274E6FB266}"/>
              </a:ext>
            </a:extLst>
          </p:cNvPr>
          <p:cNvSpPr>
            <a:spLocks noGrp="1"/>
          </p:cNvSpPr>
          <p:nvPr/>
        </p:nvSpPr>
        <p:spPr>
          <a:xfrm>
            <a:off x="35499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01_find_only_2571">
            <a:extLst>
              <a:ext uri="{FF2B5EF4-FFF2-40B4-BE49-F238E27FC236}">
                <a16:creationId xmlns:a16="http://schemas.microsoft.com/office/drawing/2014/main" id="{8F86C53C-4037-4741-877C-7FBC284B44E2}"/>
              </a:ext>
            </a:extLst>
          </p:cNvPr>
          <p:cNvSpPr>
            <a:spLocks noGrp="1"/>
          </p:cNvSpPr>
          <p:nvPr/>
        </p:nvSpPr>
        <p:spPr>
          <a:xfrm>
            <a:off x="3539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01_find_only_2572">
            <a:extLst>
              <a:ext uri="{FF2B5EF4-FFF2-40B4-BE49-F238E27FC236}">
                <a16:creationId xmlns:a16="http://schemas.microsoft.com/office/drawing/2014/main" id="{E24D6062-7C34-4C5F-9AAB-E614C3AC1C06}"/>
              </a:ext>
            </a:extLst>
          </p:cNvPr>
          <p:cNvSpPr>
            <a:spLocks noGrp="1"/>
          </p:cNvSpPr>
          <p:nvPr/>
        </p:nvSpPr>
        <p:spPr>
          <a:xfrm>
            <a:off x="353000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01_find_only_2573">
            <a:extLst>
              <a:ext uri="{FF2B5EF4-FFF2-40B4-BE49-F238E27FC236}">
                <a16:creationId xmlns:a16="http://schemas.microsoft.com/office/drawing/2014/main" id="{5DE5FC67-7933-48C6-8859-5052F714B20D}"/>
              </a:ext>
            </a:extLst>
          </p:cNvPr>
          <p:cNvSpPr>
            <a:spLocks noGrp="1"/>
          </p:cNvSpPr>
          <p:nvPr/>
        </p:nvSpPr>
        <p:spPr>
          <a:xfrm>
            <a:off x="350736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01_find_only_2574">
            <a:extLst>
              <a:ext uri="{FF2B5EF4-FFF2-40B4-BE49-F238E27FC236}">
                <a16:creationId xmlns:a16="http://schemas.microsoft.com/office/drawing/2014/main" id="{597752D8-C73D-45EE-ACA7-C3647E4324CE}"/>
              </a:ext>
            </a:extLst>
          </p:cNvPr>
          <p:cNvSpPr>
            <a:spLocks noGrp="1"/>
          </p:cNvSpPr>
          <p:nvPr/>
        </p:nvSpPr>
        <p:spPr>
          <a:xfrm>
            <a:off x="359460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01_find_only_2575">
            <a:extLst>
              <a:ext uri="{FF2B5EF4-FFF2-40B4-BE49-F238E27FC236}">
                <a16:creationId xmlns:a16="http://schemas.microsoft.com/office/drawing/2014/main" id="{31F5C3A0-BB00-4F49-88D8-221B047EFDB0}"/>
              </a:ext>
            </a:extLst>
          </p:cNvPr>
          <p:cNvSpPr>
            <a:spLocks noGrp="1"/>
          </p:cNvSpPr>
          <p:nvPr/>
        </p:nvSpPr>
        <p:spPr>
          <a:xfrm>
            <a:off x="3508728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01_find_only_2576">
            <a:extLst>
              <a:ext uri="{FF2B5EF4-FFF2-40B4-BE49-F238E27FC236}">
                <a16:creationId xmlns:a16="http://schemas.microsoft.com/office/drawing/2014/main" id="{4F112D96-48C8-47F2-AC42-AF6564E9B01D}"/>
              </a:ext>
            </a:extLst>
          </p:cNvPr>
          <p:cNvSpPr>
            <a:spLocks noGrp="1"/>
          </p:cNvSpPr>
          <p:nvPr/>
        </p:nvSpPr>
        <p:spPr>
          <a:xfrm>
            <a:off x="35874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01_find_only_2577">
            <a:extLst>
              <a:ext uri="{FF2B5EF4-FFF2-40B4-BE49-F238E27FC236}">
                <a16:creationId xmlns:a16="http://schemas.microsoft.com/office/drawing/2014/main" id="{3419ABEA-8CAE-49DB-B0C1-33320C8DB856}"/>
              </a:ext>
            </a:extLst>
          </p:cNvPr>
          <p:cNvSpPr>
            <a:spLocks noGrp="1"/>
          </p:cNvSpPr>
          <p:nvPr/>
        </p:nvSpPr>
        <p:spPr>
          <a:xfrm>
            <a:off x="35410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01_find_only_2578">
            <a:extLst>
              <a:ext uri="{FF2B5EF4-FFF2-40B4-BE49-F238E27FC236}">
                <a16:creationId xmlns:a16="http://schemas.microsoft.com/office/drawing/2014/main" id="{60568AD2-3335-49D2-95E3-9DAFDAC995D8}"/>
              </a:ext>
            </a:extLst>
          </p:cNvPr>
          <p:cNvSpPr>
            <a:spLocks noGrp="1"/>
          </p:cNvSpPr>
          <p:nvPr/>
        </p:nvSpPr>
        <p:spPr>
          <a:xfrm>
            <a:off x="35985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01_find_only_2579">
            <a:extLst>
              <a:ext uri="{FF2B5EF4-FFF2-40B4-BE49-F238E27FC236}">
                <a16:creationId xmlns:a16="http://schemas.microsoft.com/office/drawing/2014/main" id="{6F2C1ED0-4B51-4207-8F5B-B9C324CD7558}"/>
              </a:ext>
            </a:extLst>
          </p:cNvPr>
          <p:cNvSpPr>
            <a:spLocks noGrp="1"/>
          </p:cNvSpPr>
          <p:nvPr/>
        </p:nvSpPr>
        <p:spPr>
          <a:xfrm>
            <a:off x="35681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01_find_only_2580">
            <a:extLst>
              <a:ext uri="{FF2B5EF4-FFF2-40B4-BE49-F238E27FC236}">
                <a16:creationId xmlns:a16="http://schemas.microsoft.com/office/drawing/2014/main" id="{45D0EA47-58C6-49DC-B208-F8A56B1E5852}"/>
              </a:ext>
            </a:extLst>
          </p:cNvPr>
          <p:cNvSpPr>
            <a:spLocks noGrp="1"/>
          </p:cNvSpPr>
          <p:nvPr/>
        </p:nvSpPr>
        <p:spPr>
          <a:xfrm>
            <a:off x="357479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01_find_only_2581">
            <a:extLst>
              <a:ext uri="{FF2B5EF4-FFF2-40B4-BE49-F238E27FC236}">
                <a16:creationId xmlns:a16="http://schemas.microsoft.com/office/drawing/2014/main" id="{8DFC941D-45CE-4554-9728-83DA0D5255B0}"/>
              </a:ext>
            </a:extLst>
          </p:cNvPr>
          <p:cNvSpPr>
            <a:spLocks noGrp="1"/>
          </p:cNvSpPr>
          <p:nvPr/>
        </p:nvSpPr>
        <p:spPr>
          <a:xfrm>
            <a:off x="3532141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01_find_only_2582">
            <a:extLst>
              <a:ext uri="{FF2B5EF4-FFF2-40B4-BE49-F238E27FC236}">
                <a16:creationId xmlns:a16="http://schemas.microsoft.com/office/drawing/2014/main" id="{018B68A2-5463-4273-9911-5B95C2846754}"/>
              </a:ext>
            </a:extLst>
          </p:cNvPr>
          <p:cNvSpPr>
            <a:spLocks noGrp="1"/>
          </p:cNvSpPr>
          <p:nvPr/>
        </p:nvSpPr>
        <p:spPr>
          <a:xfrm>
            <a:off x="359315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01_find_only_2583">
            <a:extLst>
              <a:ext uri="{FF2B5EF4-FFF2-40B4-BE49-F238E27FC236}">
                <a16:creationId xmlns:a16="http://schemas.microsoft.com/office/drawing/2014/main" id="{A3CBF264-82AD-400C-9AC2-FF8F384BE000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01_find_only_2584">
            <a:extLst>
              <a:ext uri="{FF2B5EF4-FFF2-40B4-BE49-F238E27FC236}">
                <a16:creationId xmlns:a16="http://schemas.microsoft.com/office/drawing/2014/main" id="{E5A6481E-4C64-4B01-8172-FE46601D3C47}"/>
              </a:ext>
            </a:extLst>
          </p:cNvPr>
          <p:cNvSpPr>
            <a:spLocks noGrp="1"/>
          </p:cNvSpPr>
          <p:nvPr/>
        </p:nvSpPr>
        <p:spPr>
          <a:xfrm>
            <a:off x="35195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01_find_only_2585">
            <a:extLst>
              <a:ext uri="{FF2B5EF4-FFF2-40B4-BE49-F238E27FC236}">
                <a16:creationId xmlns:a16="http://schemas.microsoft.com/office/drawing/2014/main" id="{54240E55-6FFD-4A3D-B3A1-30E37B8688BE}"/>
              </a:ext>
            </a:extLst>
          </p:cNvPr>
          <p:cNvSpPr>
            <a:spLocks noGrp="1"/>
          </p:cNvSpPr>
          <p:nvPr/>
        </p:nvSpPr>
        <p:spPr>
          <a:xfrm>
            <a:off x="3573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01_find_only_2586">
            <a:extLst>
              <a:ext uri="{FF2B5EF4-FFF2-40B4-BE49-F238E27FC236}">
                <a16:creationId xmlns:a16="http://schemas.microsoft.com/office/drawing/2014/main" id="{221CE202-F550-40DD-90AB-8BA60C4F6008}"/>
              </a:ext>
            </a:extLst>
          </p:cNvPr>
          <p:cNvSpPr>
            <a:spLocks noGrp="1"/>
          </p:cNvSpPr>
          <p:nvPr/>
        </p:nvSpPr>
        <p:spPr>
          <a:xfrm>
            <a:off x="35244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01_find_only_2587">
            <a:extLst>
              <a:ext uri="{FF2B5EF4-FFF2-40B4-BE49-F238E27FC236}">
                <a16:creationId xmlns:a16="http://schemas.microsoft.com/office/drawing/2014/main" id="{A91304D3-0656-4CDA-BD26-F7CBB4587781}"/>
              </a:ext>
            </a:extLst>
          </p:cNvPr>
          <p:cNvSpPr>
            <a:spLocks noGrp="1"/>
          </p:cNvSpPr>
          <p:nvPr/>
        </p:nvSpPr>
        <p:spPr>
          <a:xfrm>
            <a:off x="353204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01_find_only_2588">
            <a:extLst>
              <a:ext uri="{FF2B5EF4-FFF2-40B4-BE49-F238E27FC236}">
                <a16:creationId xmlns:a16="http://schemas.microsoft.com/office/drawing/2014/main" id="{CD94900A-0B3D-49D0-A25D-7C149628A8A2}"/>
              </a:ext>
            </a:extLst>
          </p:cNvPr>
          <p:cNvSpPr>
            <a:spLocks noGrp="1"/>
          </p:cNvSpPr>
          <p:nvPr/>
        </p:nvSpPr>
        <p:spPr>
          <a:xfrm>
            <a:off x="35923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01_find_only_2589">
            <a:extLst>
              <a:ext uri="{FF2B5EF4-FFF2-40B4-BE49-F238E27FC236}">
                <a16:creationId xmlns:a16="http://schemas.microsoft.com/office/drawing/2014/main" id="{E17C4061-387E-473F-9F8F-3A9658F79938}"/>
              </a:ext>
            </a:extLst>
          </p:cNvPr>
          <p:cNvSpPr>
            <a:spLocks noGrp="1"/>
          </p:cNvSpPr>
          <p:nvPr/>
        </p:nvSpPr>
        <p:spPr>
          <a:xfrm>
            <a:off x="3533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01_find_only_2590">
            <a:extLst>
              <a:ext uri="{FF2B5EF4-FFF2-40B4-BE49-F238E27FC236}">
                <a16:creationId xmlns:a16="http://schemas.microsoft.com/office/drawing/2014/main" id="{AABC039F-6566-4D0A-BB91-47DF3E075370}"/>
              </a:ext>
            </a:extLst>
          </p:cNvPr>
          <p:cNvSpPr>
            <a:spLocks noGrp="1"/>
          </p:cNvSpPr>
          <p:nvPr/>
        </p:nvSpPr>
        <p:spPr>
          <a:xfrm>
            <a:off x="3586935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01_find_only_2591">
            <a:extLst>
              <a:ext uri="{FF2B5EF4-FFF2-40B4-BE49-F238E27FC236}">
                <a16:creationId xmlns:a16="http://schemas.microsoft.com/office/drawing/2014/main" id="{825F0C53-1F9F-4329-939A-DDF3356969BD}"/>
              </a:ext>
            </a:extLst>
          </p:cNvPr>
          <p:cNvSpPr>
            <a:spLocks noGrp="1"/>
          </p:cNvSpPr>
          <p:nvPr/>
        </p:nvSpPr>
        <p:spPr>
          <a:xfrm>
            <a:off x="35877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01_find_only_2592">
            <a:extLst>
              <a:ext uri="{FF2B5EF4-FFF2-40B4-BE49-F238E27FC236}">
                <a16:creationId xmlns:a16="http://schemas.microsoft.com/office/drawing/2014/main" id="{39CBB662-E5FA-4A66-A8CD-6A1B44E5EABC}"/>
              </a:ext>
            </a:extLst>
          </p:cNvPr>
          <p:cNvSpPr>
            <a:spLocks noGrp="1"/>
          </p:cNvSpPr>
          <p:nvPr/>
        </p:nvSpPr>
        <p:spPr>
          <a:xfrm>
            <a:off x="359023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01_find_only_2593">
            <a:extLst>
              <a:ext uri="{FF2B5EF4-FFF2-40B4-BE49-F238E27FC236}">
                <a16:creationId xmlns:a16="http://schemas.microsoft.com/office/drawing/2014/main" id="{C785B66E-BC30-4FB9-A02C-7C2C7AD712E9}"/>
              </a:ext>
            </a:extLst>
          </p:cNvPr>
          <p:cNvSpPr>
            <a:spLocks noGrp="1"/>
          </p:cNvSpPr>
          <p:nvPr/>
        </p:nvSpPr>
        <p:spPr>
          <a:xfrm>
            <a:off x="353437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01_find_only_2594">
            <a:extLst>
              <a:ext uri="{FF2B5EF4-FFF2-40B4-BE49-F238E27FC236}">
                <a16:creationId xmlns:a16="http://schemas.microsoft.com/office/drawing/2014/main" id="{04254C75-8722-4525-A037-2041395C16CB}"/>
              </a:ext>
            </a:extLst>
          </p:cNvPr>
          <p:cNvSpPr>
            <a:spLocks noGrp="1"/>
          </p:cNvSpPr>
          <p:nvPr/>
        </p:nvSpPr>
        <p:spPr>
          <a:xfrm>
            <a:off x="351970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01_find_only_2595">
            <a:extLst>
              <a:ext uri="{FF2B5EF4-FFF2-40B4-BE49-F238E27FC236}">
                <a16:creationId xmlns:a16="http://schemas.microsoft.com/office/drawing/2014/main" id="{2C10AE6F-6305-40EC-BD3C-C50C33469528}"/>
              </a:ext>
            </a:extLst>
          </p:cNvPr>
          <p:cNvSpPr>
            <a:spLocks noGrp="1"/>
          </p:cNvSpPr>
          <p:nvPr/>
        </p:nvSpPr>
        <p:spPr>
          <a:xfrm>
            <a:off x="35762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01_find_only_2596">
            <a:extLst>
              <a:ext uri="{FF2B5EF4-FFF2-40B4-BE49-F238E27FC236}">
                <a16:creationId xmlns:a16="http://schemas.microsoft.com/office/drawing/2014/main" id="{22F630DE-FC91-4308-A871-242FA9B037CF}"/>
              </a:ext>
            </a:extLst>
          </p:cNvPr>
          <p:cNvSpPr>
            <a:spLocks noGrp="1"/>
          </p:cNvSpPr>
          <p:nvPr/>
        </p:nvSpPr>
        <p:spPr>
          <a:xfrm>
            <a:off x="3515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01_find_only_2597">
            <a:extLst>
              <a:ext uri="{FF2B5EF4-FFF2-40B4-BE49-F238E27FC236}">
                <a16:creationId xmlns:a16="http://schemas.microsoft.com/office/drawing/2014/main" id="{640FAEC1-81DA-4C1D-BB90-785FD2741CE1}"/>
              </a:ext>
            </a:extLst>
          </p:cNvPr>
          <p:cNvSpPr>
            <a:spLocks noGrp="1"/>
          </p:cNvSpPr>
          <p:nvPr/>
        </p:nvSpPr>
        <p:spPr>
          <a:xfrm>
            <a:off x="35212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01_find_only_2598">
            <a:extLst>
              <a:ext uri="{FF2B5EF4-FFF2-40B4-BE49-F238E27FC236}">
                <a16:creationId xmlns:a16="http://schemas.microsoft.com/office/drawing/2014/main" id="{B1B83579-B07D-4D9F-BA7F-4503CAA2A08E}"/>
              </a:ext>
            </a:extLst>
          </p:cNvPr>
          <p:cNvSpPr>
            <a:spLocks noGrp="1"/>
          </p:cNvSpPr>
          <p:nvPr/>
        </p:nvSpPr>
        <p:spPr>
          <a:xfrm>
            <a:off x="35786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01_find_only_2599">
            <a:extLst>
              <a:ext uri="{FF2B5EF4-FFF2-40B4-BE49-F238E27FC236}">
                <a16:creationId xmlns:a16="http://schemas.microsoft.com/office/drawing/2014/main" id="{080D3CD4-ABE1-4702-B31F-7090E283E911}"/>
              </a:ext>
            </a:extLst>
          </p:cNvPr>
          <p:cNvSpPr>
            <a:spLocks noGrp="1"/>
          </p:cNvSpPr>
          <p:nvPr/>
        </p:nvSpPr>
        <p:spPr>
          <a:xfrm>
            <a:off x="35160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01_find_only_2600">
            <a:extLst>
              <a:ext uri="{FF2B5EF4-FFF2-40B4-BE49-F238E27FC236}">
                <a16:creationId xmlns:a16="http://schemas.microsoft.com/office/drawing/2014/main" id="{10E1D29F-7969-43CB-9300-119847A3C2F4}"/>
              </a:ext>
            </a:extLst>
          </p:cNvPr>
          <p:cNvSpPr>
            <a:spLocks noGrp="1"/>
          </p:cNvSpPr>
          <p:nvPr/>
        </p:nvSpPr>
        <p:spPr>
          <a:xfrm>
            <a:off x="3597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01_find_only_2601">
            <a:extLst>
              <a:ext uri="{FF2B5EF4-FFF2-40B4-BE49-F238E27FC236}">
                <a16:creationId xmlns:a16="http://schemas.microsoft.com/office/drawing/2014/main" id="{3E58A445-BE08-4643-B226-E2592A0F427B}"/>
              </a:ext>
            </a:extLst>
          </p:cNvPr>
          <p:cNvSpPr>
            <a:spLocks noGrp="1"/>
          </p:cNvSpPr>
          <p:nvPr/>
        </p:nvSpPr>
        <p:spPr>
          <a:xfrm>
            <a:off x="35824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01_find_only_2602">
            <a:extLst>
              <a:ext uri="{FF2B5EF4-FFF2-40B4-BE49-F238E27FC236}">
                <a16:creationId xmlns:a16="http://schemas.microsoft.com/office/drawing/2014/main" id="{FE064508-A011-4E55-9F56-70F3C32D7A56}"/>
              </a:ext>
            </a:extLst>
          </p:cNvPr>
          <p:cNvSpPr>
            <a:spLocks noGrp="1"/>
          </p:cNvSpPr>
          <p:nvPr/>
        </p:nvSpPr>
        <p:spPr>
          <a:xfrm>
            <a:off x="3547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01_find_only_2603">
            <a:extLst>
              <a:ext uri="{FF2B5EF4-FFF2-40B4-BE49-F238E27FC236}">
                <a16:creationId xmlns:a16="http://schemas.microsoft.com/office/drawing/2014/main" id="{78D108A1-35CA-4D9A-8269-80CD8CDA8E04}"/>
              </a:ext>
            </a:extLst>
          </p:cNvPr>
          <p:cNvSpPr>
            <a:spLocks noGrp="1"/>
          </p:cNvSpPr>
          <p:nvPr/>
        </p:nvSpPr>
        <p:spPr>
          <a:xfrm>
            <a:off x="35308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01_find_only_2604">
            <a:extLst>
              <a:ext uri="{FF2B5EF4-FFF2-40B4-BE49-F238E27FC236}">
                <a16:creationId xmlns:a16="http://schemas.microsoft.com/office/drawing/2014/main" id="{6F8D4B4B-F29E-4B4D-8B96-6E48560177E4}"/>
              </a:ext>
            </a:extLst>
          </p:cNvPr>
          <p:cNvSpPr>
            <a:spLocks noGrp="1"/>
          </p:cNvSpPr>
          <p:nvPr/>
        </p:nvSpPr>
        <p:spPr>
          <a:xfrm>
            <a:off x="360005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01_find_only_2605">
            <a:extLst>
              <a:ext uri="{FF2B5EF4-FFF2-40B4-BE49-F238E27FC236}">
                <a16:creationId xmlns:a16="http://schemas.microsoft.com/office/drawing/2014/main" id="{B4E51766-D532-4EAC-8714-53BEC669F980}"/>
              </a:ext>
            </a:extLst>
          </p:cNvPr>
          <p:cNvSpPr>
            <a:spLocks noGrp="1"/>
          </p:cNvSpPr>
          <p:nvPr/>
        </p:nvSpPr>
        <p:spPr>
          <a:xfrm>
            <a:off x="35647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01_find_only_2606">
            <a:extLst>
              <a:ext uri="{FF2B5EF4-FFF2-40B4-BE49-F238E27FC236}">
                <a16:creationId xmlns:a16="http://schemas.microsoft.com/office/drawing/2014/main" id="{35DF9DB8-E6B6-46B5-95E6-1CC6507D6F68}"/>
              </a:ext>
            </a:extLst>
          </p:cNvPr>
          <p:cNvSpPr>
            <a:spLocks noGrp="1"/>
          </p:cNvSpPr>
          <p:nvPr/>
        </p:nvSpPr>
        <p:spPr>
          <a:xfrm>
            <a:off x="35869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01_find_only_2607">
            <a:extLst>
              <a:ext uri="{FF2B5EF4-FFF2-40B4-BE49-F238E27FC236}">
                <a16:creationId xmlns:a16="http://schemas.microsoft.com/office/drawing/2014/main" id="{B4CE50FA-1DC7-43C1-BC35-D592DF84625C}"/>
              </a:ext>
            </a:extLst>
          </p:cNvPr>
          <p:cNvSpPr>
            <a:spLocks noGrp="1"/>
          </p:cNvSpPr>
          <p:nvPr/>
        </p:nvSpPr>
        <p:spPr>
          <a:xfrm>
            <a:off x="35188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01_find_only_2608">
            <a:extLst>
              <a:ext uri="{FF2B5EF4-FFF2-40B4-BE49-F238E27FC236}">
                <a16:creationId xmlns:a16="http://schemas.microsoft.com/office/drawing/2014/main" id="{9CF62B42-2FA0-4749-BF3A-27DC808AED9B}"/>
              </a:ext>
            </a:extLst>
          </p:cNvPr>
          <p:cNvSpPr>
            <a:spLocks noGrp="1"/>
          </p:cNvSpPr>
          <p:nvPr/>
        </p:nvSpPr>
        <p:spPr>
          <a:xfrm>
            <a:off x="35462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01_find_only_2609">
            <a:extLst>
              <a:ext uri="{FF2B5EF4-FFF2-40B4-BE49-F238E27FC236}">
                <a16:creationId xmlns:a16="http://schemas.microsoft.com/office/drawing/2014/main" id="{9B952639-A7C8-4FD3-AE81-A3324EC2F702}"/>
              </a:ext>
            </a:extLst>
          </p:cNvPr>
          <p:cNvSpPr>
            <a:spLocks noGrp="1"/>
          </p:cNvSpPr>
          <p:nvPr/>
        </p:nvSpPr>
        <p:spPr>
          <a:xfrm>
            <a:off x="35809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01_find_only_2610">
            <a:extLst>
              <a:ext uri="{FF2B5EF4-FFF2-40B4-BE49-F238E27FC236}">
                <a16:creationId xmlns:a16="http://schemas.microsoft.com/office/drawing/2014/main" id="{0B1641C0-31B3-4E25-89A5-00BEA34E3F65}"/>
              </a:ext>
            </a:extLst>
          </p:cNvPr>
          <p:cNvSpPr>
            <a:spLocks noGrp="1"/>
          </p:cNvSpPr>
          <p:nvPr/>
        </p:nvSpPr>
        <p:spPr>
          <a:xfrm>
            <a:off x="35668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01_find_only_2611">
            <a:extLst>
              <a:ext uri="{FF2B5EF4-FFF2-40B4-BE49-F238E27FC236}">
                <a16:creationId xmlns:a16="http://schemas.microsoft.com/office/drawing/2014/main" id="{FE004807-376D-4EFE-9F4C-981CDECE55B9}"/>
              </a:ext>
            </a:extLst>
          </p:cNvPr>
          <p:cNvSpPr>
            <a:spLocks noGrp="1"/>
          </p:cNvSpPr>
          <p:nvPr/>
        </p:nvSpPr>
        <p:spPr>
          <a:xfrm>
            <a:off x="3595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01_find_only_2612">
            <a:extLst>
              <a:ext uri="{FF2B5EF4-FFF2-40B4-BE49-F238E27FC236}">
                <a16:creationId xmlns:a16="http://schemas.microsoft.com/office/drawing/2014/main" id="{3AAF09B3-70F4-4D92-BD66-807FA8036E69}"/>
              </a:ext>
            </a:extLst>
          </p:cNvPr>
          <p:cNvSpPr>
            <a:spLocks noGrp="1"/>
          </p:cNvSpPr>
          <p:nvPr/>
        </p:nvSpPr>
        <p:spPr>
          <a:xfrm>
            <a:off x="3505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01_find_only_2613">
            <a:extLst>
              <a:ext uri="{FF2B5EF4-FFF2-40B4-BE49-F238E27FC236}">
                <a16:creationId xmlns:a16="http://schemas.microsoft.com/office/drawing/2014/main" id="{9920B809-3016-4F74-87F9-724C848A9EBC}"/>
              </a:ext>
            </a:extLst>
          </p:cNvPr>
          <p:cNvSpPr>
            <a:spLocks noGrp="1"/>
          </p:cNvSpPr>
          <p:nvPr/>
        </p:nvSpPr>
        <p:spPr>
          <a:xfrm>
            <a:off x="35451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01_find_only_2614">
            <a:extLst>
              <a:ext uri="{FF2B5EF4-FFF2-40B4-BE49-F238E27FC236}">
                <a16:creationId xmlns:a16="http://schemas.microsoft.com/office/drawing/2014/main" id="{48C7232A-61CD-4F1B-B28D-457F89E2098D}"/>
              </a:ext>
            </a:extLst>
          </p:cNvPr>
          <p:cNvSpPr>
            <a:spLocks noGrp="1"/>
          </p:cNvSpPr>
          <p:nvPr/>
        </p:nvSpPr>
        <p:spPr>
          <a:xfrm>
            <a:off x="35633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01_find_only_2615">
            <a:extLst>
              <a:ext uri="{FF2B5EF4-FFF2-40B4-BE49-F238E27FC236}">
                <a16:creationId xmlns:a16="http://schemas.microsoft.com/office/drawing/2014/main" id="{63441F6B-9BB2-4F8C-BA13-D02B7B2900D3}"/>
              </a:ext>
            </a:extLst>
          </p:cNvPr>
          <p:cNvSpPr>
            <a:spLocks noGrp="1"/>
          </p:cNvSpPr>
          <p:nvPr/>
        </p:nvSpPr>
        <p:spPr>
          <a:xfrm>
            <a:off x="35331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01_find_only_2616">
            <a:extLst>
              <a:ext uri="{FF2B5EF4-FFF2-40B4-BE49-F238E27FC236}">
                <a16:creationId xmlns:a16="http://schemas.microsoft.com/office/drawing/2014/main" id="{4B212213-9D58-45BD-8434-99A65F8B5BED}"/>
              </a:ext>
            </a:extLst>
          </p:cNvPr>
          <p:cNvSpPr>
            <a:spLocks noGrp="1"/>
          </p:cNvSpPr>
          <p:nvPr/>
        </p:nvSpPr>
        <p:spPr>
          <a:xfrm>
            <a:off x="35548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01_find_only_2617">
            <a:extLst>
              <a:ext uri="{FF2B5EF4-FFF2-40B4-BE49-F238E27FC236}">
                <a16:creationId xmlns:a16="http://schemas.microsoft.com/office/drawing/2014/main" id="{03E34CA2-666E-4E70-B4B6-8DF09FCC97EA}"/>
              </a:ext>
            </a:extLst>
          </p:cNvPr>
          <p:cNvSpPr>
            <a:spLocks noGrp="1"/>
          </p:cNvSpPr>
          <p:nvPr/>
        </p:nvSpPr>
        <p:spPr>
          <a:xfrm>
            <a:off x="3542634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01_find_only_2618">
            <a:extLst>
              <a:ext uri="{FF2B5EF4-FFF2-40B4-BE49-F238E27FC236}">
                <a16:creationId xmlns:a16="http://schemas.microsoft.com/office/drawing/2014/main" id="{E1A2A7C5-87C4-43DC-BD98-35D9F9B3A61D}"/>
              </a:ext>
            </a:extLst>
          </p:cNvPr>
          <p:cNvSpPr>
            <a:spLocks noGrp="1"/>
          </p:cNvSpPr>
          <p:nvPr/>
        </p:nvSpPr>
        <p:spPr>
          <a:xfrm>
            <a:off x="358460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01_find_only_2619">
            <a:extLst>
              <a:ext uri="{FF2B5EF4-FFF2-40B4-BE49-F238E27FC236}">
                <a16:creationId xmlns:a16="http://schemas.microsoft.com/office/drawing/2014/main" id="{2D7C0B2A-2739-4D2A-98B6-F784C124E274}"/>
              </a:ext>
            </a:extLst>
          </p:cNvPr>
          <p:cNvSpPr>
            <a:spLocks noGrp="1"/>
          </p:cNvSpPr>
          <p:nvPr/>
        </p:nvSpPr>
        <p:spPr>
          <a:xfrm>
            <a:off x="3515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01_find_only_2620">
            <a:extLst>
              <a:ext uri="{FF2B5EF4-FFF2-40B4-BE49-F238E27FC236}">
                <a16:creationId xmlns:a16="http://schemas.microsoft.com/office/drawing/2014/main" id="{771C5156-0254-4132-A60D-36B463040371}"/>
              </a:ext>
            </a:extLst>
          </p:cNvPr>
          <p:cNvSpPr>
            <a:spLocks noGrp="1"/>
          </p:cNvSpPr>
          <p:nvPr/>
        </p:nvSpPr>
        <p:spPr>
          <a:xfrm>
            <a:off x="3520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01_find_only_2621">
            <a:extLst>
              <a:ext uri="{FF2B5EF4-FFF2-40B4-BE49-F238E27FC236}">
                <a16:creationId xmlns:a16="http://schemas.microsoft.com/office/drawing/2014/main" id="{73AE949D-7D25-4D59-8EC3-C3ED74B5A9F2}"/>
              </a:ext>
            </a:extLst>
          </p:cNvPr>
          <p:cNvSpPr>
            <a:spLocks noGrp="1"/>
          </p:cNvSpPr>
          <p:nvPr/>
        </p:nvSpPr>
        <p:spPr>
          <a:xfrm>
            <a:off x="3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01_find_only_2622">
            <a:extLst>
              <a:ext uri="{FF2B5EF4-FFF2-40B4-BE49-F238E27FC236}">
                <a16:creationId xmlns:a16="http://schemas.microsoft.com/office/drawing/2014/main" id="{7D8FB0C7-4A7F-49B2-AEFC-FC173FA78988}"/>
              </a:ext>
            </a:extLst>
          </p:cNvPr>
          <p:cNvSpPr>
            <a:spLocks noGrp="1"/>
          </p:cNvSpPr>
          <p:nvPr/>
        </p:nvSpPr>
        <p:spPr>
          <a:xfrm>
            <a:off x="35598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01_find_only_2623">
            <a:extLst>
              <a:ext uri="{FF2B5EF4-FFF2-40B4-BE49-F238E27FC236}">
                <a16:creationId xmlns:a16="http://schemas.microsoft.com/office/drawing/2014/main" id="{E932CCE9-A927-4C0F-B7D2-48BD8840DA19}"/>
              </a:ext>
            </a:extLst>
          </p:cNvPr>
          <p:cNvSpPr>
            <a:spLocks noGrp="1"/>
          </p:cNvSpPr>
          <p:nvPr/>
        </p:nvSpPr>
        <p:spPr>
          <a:xfrm>
            <a:off x="3591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01_find_only_2624">
            <a:extLst>
              <a:ext uri="{FF2B5EF4-FFF2-40B4-BE49-F238E27FC236}">
                <a16:creationId xmlns:a16="http://schemas.microsoft.com/office/drawing/2014/main" id="{E943C94E-F879-464C-BEAC-F7BCDD019F55}"/>
              </a:ext>
            </a:extLst>
          </p:cNvPr>
          <p:cNvSpPr>
            <a:spLocks noGrp="1"/>
          </p:cNvSpPr>
          <p:nvPr/>
        </p:nvSpPr>
        <p:spPr>
          <a:xfrm>
            <a:off x="3576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01_find_only_2625">
            <a:extLst>
              <a:ext uri="{FF2B5EF4-FFF2-40B4-BE49-F238E27FC236}">
                <a16:creationId xmlns:a16="http://schemas.microsoft.com/office/drawing/2014/main" id="{16AE8180-D993-4B7B-8984-E833BF96A12B}"/>
              </a:ext>
            </a:extLst>
          </p:cNvPr>
          <p:cNvSpPr>
            <a:spLocks noGrp="1"/>
          </p:cNvSpPr>
          <p:nvPr/>
        </p:nvSpPr>
        <p:spPr>
          <a:xfrm>
            <a:off x="35308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01_find_only_2626">
            <a:extLst>
              <a:ext uri="{FF2B5EF4-FFF2-40B4-BE49-F238E27FC236}">
                <a16:creationId xmlns:a16="http://schemas.microsoft.com/office/drawing/2014/main" id="{D7049F86-CB86-4040-90AE-9E75D8651BA6}"/>
              </a:ext>
            </a:extLst>
          </p:cNvPr>
          <p:cNvSpPr>
            <a:spLocks noGrp="1"/>
          </p:cNvSpPr>
          <p:nvPr/>
        </p:nvSpPr>
        <p:spPr>
          <a:xfrm>
            <a:off x="357867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01_find_only_2627">
            <a:extLst>
              <a:ext uri="{FF2B5EF4-FFF2-40B4-BE49-F238E27FC236}">
                <a16:creationId xmlns:a16="http://schemas.microsoft.com/office/drawing/2014/main" id="{90A9AA95-574B-4A92-8A9E-DDBD2F0B24FC}"/>
              </a:ext>
            </a:extLst>
          </p:cNvPr>
          <p:cNvSpPr>
            <a:spLocks noGrp="1"/>
          </p:cNvSpPr>
          <p:nvPr/>
        </p:nvSpPr>
        <p:spPr>
          <a:xfrm>
            <a:off x="3570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01_find_only_2628">
            <a:extLst>
              <a:ext uri="{FF2B5EF4-FFF2-40B4-BE49-F238E27FC236}">
                <a16:creationId xmlns:a16="http://schemas.microsoft.com/office/drawing/2014/main" id="{788D6F1A-9C8C-4288-AD66-8A071A594C23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01_find_only_2629">
            <a:extLst>
              <a:ext uri="{FF2B5EF4-FFF2-40B4-BE49-F238E27FC236}">
                <a16:creationId xmlns:a16="http://schemas.microsoft.com/office/drawing/2014/main" id="{5360DEEB-2543-4478-950B-35785A8522F6}"/>
              </a:ext>
            </a:extLst>
          </p:cNvPr>
          <p:cNvSpPr>
            <a:spLocks noGrp="1"/>
          </p:cNvSpPr>
          <p:nvPr/>
        </p:nvSpPr>
        <p:spPr>
          <a:xfrm>
            <a:off x="3556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01_find_only_2630">
            <a:extLst>
              <a:ext uri="{FF2B5EF4-FFF2-40B4-BE49-F238E27FC236}">
                <a16:creationId xmlns:a16="http://schemas.microsoft.com/office/drawing/2014/main" id="{21C7CD6A-C045-4902-98C8-36747CECFA1D}"/>
              </a:ext>
            </a:extLst>
          </p:cNvPr>
          <p:cNvSpPr>
            <a:spLocks noGrp="1"/>
          </p:cNvSpPr>
          <p:nvPr/>
        </p:nvSpPr>
        <p:spPr>
          <a:xfrm>
            <a:off x="3506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01_find_only_2631">
            <a:extLst>
              <a:ext uri="{FF2B5EF4-FFF2-40B4-BE49-F238E27FC236}">
                <a16:creationId xmlns:a16="http://schemas.microsoft.com/office/drawing/2014/main" id="{1F9B6F9C-E619-4760-A8F4-08D07F2AEE63}"/>
              </a:ext>
            </a:extLst>
          </p:cNvPr>
          <p:cNvSpPr>
            <a:spLocks noGrp="1"/>
          </p:cNvSpPr>
          <p:nvPr/>
        </p:nvSpPr>
        <p:spPr>
          <a:xfrm>
            <a:off x="3571197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01_find_only_2632">
            <a:extLst>
              <a:ext uri="{FF2B5EF4-FFF2-40B4-BE49-F238E27FC236}">
                <a16:creationId xmlns:a16="http://schemas.microsoft.com/office/drawing/2014/main" id="{86E7CE2D-6C9F-471E-A8DD-4063441444C8}"/>
              </a:ext>
            </a:extLst>
          </p:cNvPr>
          <p:cNvSpPr>
            <a:spLocks noGrp="1"/>
          </p:cNvSpPr>
          <p:nvPr/>
        </p:nvSpPr>
        <p:spPr>
          <a:xfrm>
            <a:off x="3584021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01_find_only_2633">
            <a:extLst>
              <a:ext uri="{FF2B5EF4-FFF2-40B4-BE49-F238E27FC236}">
                <a16:creationId xmlns:a16="http://schemas.microsoft.com/office/drawing/2014/main" id="{E230B05D-B7A9-4462-A36A-B2A4DA2A103C}"/>
              </a:ext>
            </a:extLst>
          </p:cNvPr>
          <p:cNvSpPr>
            <a:spLocks noGrp="1"/>
          </p:cNvSpPr>
          <p:nvPr/>
        </p:nvSpPr>
        <p:spPr>
          <a:xfrm>
            <a:off x="3522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01_find_only_2634">
            <a:extLst>
              <a:ext uri="{FF2B5EF4-FFF2-40B4-BE49-F238E27FC236}">
                <a16:creationId xmlns:a16="http://schemas.microsoft.com/office/drawing/2014/main" id="{56BE46FD-729A-4A49-810B-A2ABE8156308}"/>
              </a:ext>
            </a:extLst>
          </p:cNvPr>
          <p:cNvSpPr>
            <a:spLocks noGrp="1"/>
          </p:cNvSpPr>
          <p:nvPr/>
        </p:nvSpPr>
        <p:spPr>
          <a:xfrm>
            <a:off x="3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01_find_only_2635">
            <a:extLst>
              <a:ext uri="{FF2B5EF4-FFF2-40B4-BE49-F238E27FC236}">
                <a16:creationId xmlns:a16="http://schemas.microsoft.com/office/drawing/2014/main" id="{90C8AF4D-4D9C-4BDB-B02B-F570D9AA6235}"/>
              </a:ext>
            </a:extLst>
          </p:cNvPr>
          <p:cNvSpPr>
            <a:spLocks noGrp="1"/>
          </p:cNvSpPr>
          <p:nvPr/>
        </p:nvSpPr>
        <p:spPr>
          <a:xfrm>
            <a:off x="357100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01_find_only_2636">
            <a:extLst>
              <a:ext uri="{FF2B5EF4-FFF2-40B4-BE49-F238E27FC236}">
                <a16:creationId xmlns:a16="http://schemas.microsoft.com/office/drawing/2014/main" id="{8755B8DA-D940-4C46-B4B8-A97DC7866CF9}"/>
              </a:ext>
            </a:extLst>
          </p:cNvPr>
          <p:cNvSpPr>
            <a:spLocks noGrp="1"/>
          </p:cNvSpPr>
          <p:nvPr/>
        </p:nvSpPr>
        <p:spPr>
          <a:xfrm>
            <a:off x="3596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01_find_only_2637">
            <a:extLst>
              <a:ext uri="{FF2B5EF4-FFF2-40B4-BE49-F238E27FC236}">
                <a16:creationId xmlns:a16="http://schemas.microsoft.com/office/drawing/2014/main" id="{A4560094-EDD8-4993-8291-4749B2D3E71F}"/>
              </a:ext>
            </a:extLst>
          </p:cNvPr>
          <p:cNvSpPr>
            <a:spLocks noGrp="1"/>
          </p:cNvSpPr>
          <p:nvPr/>
        </p:nvSpPr>
        <p:spPr>
          <a:xfrm>
            <a:off x="36002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01_find_only_2638">
            <a:extLst>
              <a:ext uri="{FF2B5EF4-FFF2-40B4-BE49-F238E27FC236}">
                <a16:creationId xmlns:a16="http://schemas.microsoft.com/office/drawing/2014/main" id="{B76C44C5-73B7-49B0-AB1F-24D91C23987C}"/>
              </a:ext>
            </a:extLst>
          </p:cNvPr>
          <p:cNvSpPr>
            <a:spLocks noGrp="1"/>
          </p:cNvSpPr>
          <p:nvPr/>
        </p:nvSpPr>
        <p:spPr>
          <a:xfrm>
            <a:off x="35402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01_find_only_2639">
            <a:extLst>
              <a:ext uri="{FF2B5EF4-FFF2-40B4-BE49-F238E27FC236}">
                <a16:creationId xmlns:a16="http://schemas.microsoft.com/office/drawing/2014/main" id="{40891D72-6E95-45E7-9CA5-B9271191459A}"/>
              </a:ext>
            </a:extLst>
          </p:cNvPr>
          <p:cNvSpPr>
            <a:spLocks noGrp="1"/>
          </p:cNvSpPr>
          <p:nvPr/>
        </p:nvSpPr>
        <p:spPr>
          <a:xfrm>
            <a:off x="35758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01_find_only_2640">
            <a:extLst>
              <a:ext uri="{FF2B5EF4-FFF2-40B4-BE49-F238E27FC236}">
                <a16:creationId xmlns:a16="http://schemas.microsoft.com/office/drawing/2014/main" id="{04C56633-6EDB-4054-AFC5-A0FD1619E46F}"/>
              </a:ext>
            </a:extLst>
          </p:cNvPr>
          <p:cNvSpPr>
            <a:spLocks noGrp="1"/>
          </p:cNvSpPr>
          <p:nvPr/>
        </p:nvSpPr>
        <p:spPr>
          <a:xfrm>
            <a:off x="35832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01_find_only_2641">
            <a:extLst>
              <a:ext uri="{FF2B5EF4-FFF2-40B4-BE49-F238E27FC236}">
                <a16:creationId xmlns:a16="http://schemas.microsoft.com/office/drawing/2014/main" id="{E1DAC8D9-5081-43DC-BADB-F4813D4F09A0}"/>
              </a:ext>
            </a:extLst>
          </p:cNvPr>
          <p:cNvSpPr>
            <a:spLocks noGrp="1"/>
          </p:cNvSpPr>
          <p:nvPr/>
        </p:nvSpPr>
        <p:spPr>
          <a:xfrm>
            <a:off x="35949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01_find_only_2642">
            <a:extLst>
              <a:ext uri="{FF2B5EF4-FFF2-40B4-BE49-F238E27FC236}">
                <a16:creationId xmlns:a16="http://schemas.microsoft.com/office/drawing/2014/main" id="{E119B52C-D03F-4F91-9731-A38C4A372597}"/>
              </a:ext>
            </a:extLst>
          </p:cNvPr>
          <p:cNvSpPr>
            <a:spLocks noGrp="1"/>
          </p:cNvSpPr>
          <p:nvPr/>
        </p:nvSpPr>
        <p:spPr>
          <a:xfrm>
            <a:off x="3584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01_find_only_2643">
            <a:extLst>
              <a:ext uri="{FF2B5EF4-FFF2-40B4-BE49-F238E27FC236}">
                <a16:creationId xmlns:a16="http://schemas.microsoft.com/office/drawing/2014/main" id="{0C672CEC-1841-4392-8839-545F3DF952FC}"/>
              </a:ext>
            </a:extLst>
          </p:cNvPr>
          <p:cNvSpPr>
            <a:spLocks noGrp="1"/>
          </p:cNvSpPr>
          <p:nvPr/>
        </p:nvSpPr>
        <p:spPr>
          <a:xfrm>
            <a:off x="35700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01_find_only_2644">
            <a:extLst>
              <a:ext uri="{FF2B5EF4-FFF2-40B4-BE49-F238E27FC236}">
                <a16:creationId xmlns:a16="http://schemas.microsoft.com/office/drawing/2014/main" id="{ACAEBB20-190A-4910-A1EC-1B0196FECC9E}"/>
              </a:ext>
            </a:extLst>
          </p:cNvPr>
          <p:cNvSpPr>
            <a:spLocks noGrp="1"/>
          </p:cNvSpPr>
          <p:nvPr/>
        </p:nvSpPr>
        <p:spPr>
          <a:xfrm>
            <a:off x="35104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01_find_only_2645">
            <a:extLst>
              <a:ext uri="{FF2B5EF4-FFF2-40B4-BE49-F238E27FC236}">
                <a16:creationId xmlns:a16="http://schemas.microsoft.com/office/drawing/2014/main" id="{C7F410C1-1841-4FB3-B700-0ADCD30A4212}"/>
              </a:ext>
            </a:extLst>
          </p:cNvPr>
          <p:cNvSpPr>
            <a:spLocks noGrp="1"/>
          </p:cNvSpPr>
          <p:nvPr/>
        </p:nvSpPr>
        <p:spPr>
          <a:xfrm>
            <a:off x="3519900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01_find_only_2646">
            <a:extLst>
              <a:ext uri="{FF2B5EF4-FFF2-40B4-BE49-F238E27FC236}">
                <a16:creationId xmlns:a16="http://schemas.microsoft.com/office/drawing/2014/main" id="{FC1C07E7-C82D-4628-9066-CD2E370EC689}"/>
              </a:ext>
            </a:extLst>
          </p:cNvPr>
          <p:cNvSpPr>
            <a:spLocks noGrp="1"/>
          </p:cNvSpPr>
          <p:nvPr/>
        </p:nvSpPr>
        <p:spPr>
          <a:xfrm>
            <a:off x="3571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01_find_only_2647">
            <a:extLst>
              <a:ext uri="{FF2B5EF4-FFF2-40B4-BE49-F238E27FC236}">
                <a16:creationId xmlns:a16="http://schemas.microsoft.com/office/drawing/2014/main" id="{762FBFDB-07A6-40F3-9A84-CF68316574C6}"/>
              </a:ext>
            </a:extLst>
          </p:cNvPr>
          <p:cNvSpPr>
            <a:spLocks noGrp="1"/>
          </p:cNvSpPr>
          <p:nvPr/>
        </p:nvSpPr>
        <p:spPr>
          <a:xfrm>
            <a:off x="3561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01_find_only_2648">
            <a:extLst>
              <a:ext uri="{FF2B5EF4-FFF2-40B4-BE49-F238E27FC236}">
                <a16:creationId xmlns:a16="http://schemas.microsoft.com/office/drawing/2014/main" id="{4DEFD272-55C1-4AFB-865D-5AD7653BEE9E}"/>
              </a:ext>
            </a:extLst>
          </p:cNvPr>
          <p:cNvSpPr>
            <a:spLocks noGrp="1"/>
          </p:cNvSpPr>
          <p:nvPr/>
        </p:nvSpPr>
        <p:spPr>
          <a:xfrm>
            <a:off x="35239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01_find_only_2649">
            <a:extLst>
              <a:ext uri="{FF2B5EF4-FFF2-40B4-BE49-F238E27FC236}">
                <a16:creationId xmlns:a16="http://schemas.microsoft.com/office/drawing/2014/main" id="{D9F71519-E263-41B1-83C6-A386F62DAA7C}"/>
              </a:ext>
            </a:extLst>
          </p:cNvPr>
          <p:cNvSpPr>
            <a:spLocks noGrp="1"/>
          </p:cNvSpPr>
          <p:nvPr/>
        </p:nvSpPr>
        <p:spPr>
          <a:xfrm>
            <a:off x="35415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01_find_only_2650">
            <a:extLst>
              <a:ext uri="{FF2B5EF4-FFF2-40B4-BE49-F238E27FC236}">
                <a16:creationId xmlns:a16="http://schemas.microsoft.com/office/drawing/2014/main" id="{986379D6-7CCC-4063-B1EB-AEBB14E30068}"/>
              </a:ext>
            </a:extLst>
          </p:cNvPr>
          <p:cNvSpPr>
            <a:spLocks noGrp="1"/>
          </p:cNvSpPr>
          <p:nvPr/>
        </p:nvSpPr>
        <p:spPr>
          <a:xfrm>
            <a:off x="3507174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01_find_only_2651">
            <a:extLst>
              <a:ext uri="{FF2B5EF4-FFF2-40B4-BE49-F238E27FC236}">
                <a16:creationId xmlns:a16="http://schemas.microsoft.com/office/drawing/2014/main" id="{272DFCD2-F29B-4F9F-B44A-D295157464D8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3" name="01_find_only_2652">
            <a:extLst>
              <a:ext uri="{FF2B5EF4-FFF2-40B4-BE49-F238E27FC236}">
                <a16:creationId xmlns:a16="http://schemas.microsoft.com/office/drawing/2014/main" id="{E7B10F2E-882C-4BA6-8523-6A31B6EF0957}"/>
              </a:ext>
            </a:extLst>
          </p:cNvPr>
          <p:cNvSpPr>
            <a:spLocks noGrp="1"/>
          </p:cNvSpPr>
          <p:nvPr/>
        </p:nvSpPr>
        <p:spPr>
          <a:xfrm>
            <a:off x="2023311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4" name="text_2653">
            <a:extLst>
              <a:ext uri="{FF2B5EF4-FFF2-40B4-BE49-F238E27FC236}">
                <a16:creationId xmlns:a16="http://schemas.microsoft.com/office/drawing/2014/main" id="{DD7068A6-DFC2-4E6A-85A5-6225340A03BD}"/>
              </a:ext>
            </a:extLst>
          </p:cNvPr>
          <p:cNvSpPr>
            <a:spLocks noGrp="1"/>
          </p:cNvSpPr>
          <p:nvPr/>
        </p:nvSpPr>
        <p:spPr>
          <a:xfrm>
            <a:off x="1792303" y="4752409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d</a:t>
            </a:r>
          </a:p>
        </p:txBody>
      </p:sp>
      <p:sp>
        <p:nvSpPr>
          <p:cNvPr id="2655" name="text_2654">
            <a:extLst>
              <a:ext uri="{FF2B5EF4-FFF2-40B4-BE49-F238E27FC236}">
                <a16:creationId xmlns:a16="http://schemas.microsoft.com/office/drawing/2014/main" id="{0A885E8D-8D4F-42B5-B80F-768E404C9540}"/>
              </a:ext>
            </a:extLst>
          </p:cNvPr>
          <p:cNvSpPr>
            <a:spLocks noGrp="1"/>
          </p:cNvSpPr>
          <p:nvPr/>
        </p:nvSpPr>
        <p:spPr>
          <a:xfrm>
            <a:off x="2023311" y="4743417"/>
            <a:ext cx="102714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GT</a:t>
            </a:r>
          </a:p>
        </p:txBody>
      </p:sp>
      <p:sp>
        <p:nvSpPr>
          <p:cNvPr id="2656" name="01_find_only_2655">
            <a:extLst>
              <a:ext uri="{FF2B5EF4-FFF2-40B4-BE49-F238E27FC236}">
                <a16:creationId xmlns:a16="http://schemas.microsoft.com/office/drawing/2014/main" id="{379FB5AE-96BA-4D66-ABD8-C8692D6EDB6F}"/>
              </a:ext>
            </a:extLst>
          </p:cNvPr>
          <p:cNvSpPr>
            <a:spLocks noGrp="1"/>
          </p:cNvSpPr>
          <p:nvPr/>
        </p:nvSpPr>
        <p:spPr>
          <a:xfrm>
            <a:off x="2038589" y="5356112"/>
            <a:ext cx="1527834" cy="946712"/>
          </a:xfrm>
          <a:custGeom>
            <a:avLst/>
            <a:gdLst/>
            <a:ahLst/>
            <a:cxnLst/>
            <a:rect l="0" t="0" r="0" b="0"/>
            <a:pathLst>
              <a:path w="1500000" h="929465">
                <a:moveTo>
                  <a:pt x="0" y="929465"/>
                </a:moveTo>
                <a:lnTo>
                  <a:pt x="16667" y="928573"/>
                </a:lnTo>
                <a:lnTo>
                  <a:pt x="16667" y="927899"/>
                </a:lnTo>
                <a:lnTo>
                  <a:pt x="25000" y="926565"/>
                </a:lnTo>
                <a:lnTo>
                  <a:pt x="25641" y="925492"/>
                </a:lnTo>
                <a:lnTo>
                  <a:pt x="27778" y="925412"/>
                </a:lnTo>
                <a:lnTo>
                  <a:pt x="27778" y="923164"/>
                </a:lnTo>
                <a:lnTo>
                  <a:pt x="35714" y="922316"/>
                </a:lnTo>
                <a:lnTo>
                  <a:pt x="35714" y="919908"/>
                </a:lnTo>
                <a:lnTo>
                  <a:pt x="41667" y="919216"/>
                </a:lnTo>
                <a:lnTo>
                  <a:pt x="41667" y="916181"/>
                </a:lnTo>
                <a:lnTo>
                  <a:pt x="45455" y="916008"/>
                </a:lnTo>
                <a:lnTo>
                  <a:pt x="45455" y="913555"/>
                </a:lnTo>
                <a:lnTo>
                  <a:pt x="50000" y="913555"/>
                </a:lnTo>
                <a:lnTo>
                  <a:pt x="51282" y="910684"/>
                </a:lnTo>
                <a:lnTo>
                  <a:pt x="55556" y="910202"/>
                </a:lnTo>
                <a:lnTo>
                  <a:pt x="55556" y="907954"/>
                </a:lnTo>
                <a:lnTo>
                  <a:pt x="62500" y="907556"/>
                </a:lnTo>
                <a:lnTo>
                  <a:pt x="62500" y="901936"/>
                </a:lnTo>
                <a:lnTo>
                  <a:pt x="71429" y="900915"/>
                </a:lnTo>
                <a:lnTo>
                  <a:pt x="71429" y="894171"/>
                </a:lnTo>
                <a:lnTo>
                  <a:pt x="83333" y="893254"/>
                </a:lnTo>
                <a:lnTo>
                  <a:pt x="83333" y="875357"/>
                </a:lnTo>
                <a:lnTo>
                  <a:pt x="90909" y="875184"/>
                </a:lnTo>
                <a:lnTo>
                  <a:pt x="91667" y="872507"/>
                </a:lnTo>
                <a:lnTo>
                  <a:pt x="100000" y="871815"/>
                </a:lnTo>
                <a:lnTo>
                  <a:pt x="100000" y="861024"/>
                </a:lnTo>
                <a:lnTo>
                  <a:pt x="107143" y="860289"/>
                </a:lnTo>
                <a:lnTo>
                  <a:pt x="108333" y="858137"/>
                </a:lnTo>
                <a:lnTo>
                  <a:pt x="111111" y="857964"/>
                </a:lnTo>
                <a:lnTo>
                  <a:pt x="111111" y="856465"/>
                </a:lnTo>
                <a:lnTo>
                  <a:pt x="121795" y="855099"/>
                </a:lnTo>
                <a:lnTo>
                  <a:pt x="121795" y="854926"/>
                </a:lnTo>
                <a:lnTo>
                  <a:pt x="125000" y="854926"/>
                </a:lnTo>
                <a:lnTo>
                  <a:pt x="125000" y="825441"/>
                </a:lnTo>
                <a:lnTo>
                  <a:pt x="134615" y="824594"/>
                </a:lnTo>
                <a:lnTo>
                  <a:pt x="134615" y="823902"/>
                </a:lnTo>
                <a:lnTo>
                  <a:pt x="136364" y="823902"/>
                </a:lnTo>
                <a:lnTo>
                  <a:pt x="136364" y="821450"/>
                </a:lnTo>
                <a:lnTo>
                  <a:pt x="138889" y="821450"/>
                </a:lnTo>
                <a:lnTo>
                  <a:pt x="138889" y="819951"/>
                </a:lnTo>
                <a:lnTo>
                  <a:pt x="142857" y="819553"/>
                </a:lnTo>
                <a:lnTo>
                  <a:pt x="142857" y="814735"/>
                </a:lnTo>
                <a:lnTo>
                  <a:pt x="150000" y="814562"/>
                </a:lnTo>
                <a:lnTo>
                  <a:pt x="150000" y="811864"/>
                </a:lnTo>
                <a:lnTo>
                  <a:pt x="166667" y="810775"/>
                </a:lnTo>
                <a:lnTo>
                  <a:pt x="166667" y="776503"/>
                </a:lnTo>
                <a:lnTo>
                  <a:pt x="175000" y="775812"/>
                </a:lnTo>
                <a:lnTo>
                  <a:pt x="175000" y="774912"/>
                </a:lnTo>
                <a:lnTo>
                  <a:pt x="181818" y="773776"/>
                </a:lnTo>
                <a:lnTo>
                  <a:pt x="181818" y="771323"/>
                </a:lnTo>
                <a:lnTo>
                  <a:pt x="187500" y="771150"/>
                </a:lnTo>
                <a:lnTo>
                  <a:pt x="187500" y="766092"/>
                </a:lnTo>
                <a:lnTo>
                  <a:pt x="194444" y="765919"/>
                </a:lnTo>
                <a:lnTo>
                  <a:pt x="194444" y="763670"/>
                </a:lnTo>
                <a:lnTo>
                  <a:pt x="200000" y="763498"/>
                </a:lnTo>
                <a:lnTo>
                  <a:pt x="200000" y="751132"/>
                </a:lnTo>
                <a:lnTo>
                  <a:pt x="208333" y="750959"/>
                </a:lnTo>
                <a:lnTo>
                  <a:pt x="208333" y="747362"/>
                </a:lnTo>
                <a:lnTo>
                  <a:pt x="214286" y="747189"/>
                </a:lnTo>
                <a:lnTo>
                  <a:pt x="214286" y="742371"/>
                </a:lnTo>
                <a:lnTo>
                  <a:pt x="222222" y="741974"/>
                </a:lnTo>
                <a:lnTo>
                  <a:pt x="222222" y="740475"/>
                </a:lnTo>
                <a:lnTo>
                  <a:pt x="227273" y="739627"/>
                </a:lnTo>
                <a:lnTo>
                  <a:pt x="227273" y="737175"/>
                </a:lnTo>
                <a:lnTo>
                  <a:pt x="250000" y="736206"/>
                </a:lnTo>
                <a:lnTo>
                  <a:pt x="250000" y="599843"/>
                </a:lnTo>
                <a:lnTo>
                  <a:pt x="269231" y="599047"/>
                </a:lnTo>
                <a:lnTo>
                  <a:pt x="269231" y="598356"/>
                </a:lnTo>
                <a:lnTo>
                  <a:pt x="272727" y="598356"/>
                </a:lnTo>
                <a:lnTo>
                  <a:pt x="272727" y="595903"/>
                </a:lnTo>
                <a:lnTo>
                  <a:pt x="283333" y="594658"/>
                </a:lnTo>
                <a:lnTo>
                  <a:pt x="283333" y="594433"/>
                </a:lnTo>
                <a:lnTo>
                  <a:pt x="285714" y="594433"/>
                </a:lnTo>
                <a:lnTo>
                  <a:pt x="285714" y="589615"/>
                </a:lnTo>
                <a:lnTo>
                  <a:pt x="291667" y="588923"/>
                </a:lnTo>
                <a:lnTo>
                  <a:pt x="291667" y="587575"/>
                </a:lnTo>
                <a:lnTo>
                  <a:pt x="300000" y="587402"/>
                </a:lnTo>
                <a:lnTo>
                  <a:pt x="301282" y="574863"/>
                </a:lnTo>
                <a:lnTo>
                  <a:pt x="307692" y="574114"/>
                </a:lnTo>
                <a:lnTo>
                  <a:pt x="307692" y="573422"/>
                </a:lnTo>
                <a:lnTo>
                  <a:pt x="312500" y="573422"/>
                </a:lnTo>
                <a:lnTo>
                  <a:pt x="312500" y="570050"/>
                </a:lnTo>
                <a:lnTo>
                  <a:pt x="318182" y="569652"/>
                </a:lnTo>
                <a:lnTo>
                  <a:pt x="318182" y="567199"/>
                </a:lnTo>
                <a:lnTo>
                  <a:pt x="325000" y="566063"/>
                </a:lnTo>
                <a:lnTo>
                  <a:pt x="325000" y="565163"/>
                </a:lnTo>
                <a:lnTo>
                  <a:pt x="333333" y="564472"/>
                </a:lnTo>
                <a:lnTo>
                  <a:pt x="333333" y="528477"/>
                </a:lnTo>
                <a:lnTo>
                  <a:pt x="350000" y="527387"/>
                </a:lnTo>
                <a:lnTo>
                  <a:pt x="350000" y="525813"/>
                </a:lnTo>
                <a:lnTo>
                  <a:pt x="357143" y="525640"/>
                </a:lnTo>
                <a:lnTo>
                  <a:pt x="358333" y="520598"/>
                </a:lnTo>
                <a:lnTo>
                  <a:pt x="363636" y="520425"/>
                </a:lnTo>
                <a:lnTo>
                  <a:pt x="363636" y="517972"/>
                </a:lnTo>
                <a:lnTo>
                  <a:pt x="375000" y="516883"/>
                </a:lnTo>
                <a:lnTo>
                  <a:pt x="375000" y="493051"/>
                </a:lnTo>
                <a:lnTo>
                  <a:pt x="388889" y="492186"/>
                </a:lnTo>
                <a:lnTo>
                  <a:pt x="388889" y="491437"/>
                </a:lnTo>
                <a:lnTo>
                  <a:pt x="397436" y="490076"/>
                </a:lnTo>
                <a:lnTo>
                  <a:pt x="397436" y="489903"/>
                </a:lnTo>
                <a:lnTo>
                  <a:pt x="400000" y="489903"/>
                </a:lnTo>
                <a:lnTo>
                  <a:pt x="400000" y="480235"/>
                </a:lnTo>
                <a:lnTo>
                  <a:pt x="409091" y="480062"/>
                </a:lnTo>
                <a:lnTo>
                  <a:pt x="410256" y="477437"/>
                </a:lnTo>
                <a:lnTo>
                  <a:pt x="416667" y="477437"/>
                </a:lnTo>
                <a:lnTo>
                  <a:pt x="416667" y="464898"/>
                </a:lnTo>
                <a:lnTo>
                  <a:pt x="428571" y="464725"/>
                </a:lnTo>
                <a:lnTo>
                  <a:pt x="429487" y="461662"/>
                </a:lnTo>
                <a:lnTo>
                  <a:pt x="437500" y="461264"/>
                </a:lnTo>
                <a:lnTo>
                  <a:pt x="437500" y="459578"/>
                </a:lnTo>
                <a:lnTo>
                  <a:pt x="450000" y="459232"/>
                </a:lnTo>
                <a:lnTo>
                  <a:pt x="450000" y="457658"/>
                </a:lnTo>
                <a:lnTo>
                  <a:pt x="454545" y="457658"/>
                </a:lnTo>
                <a:lnTo>
                  <a:pt x="455128" y="455033"/>
                </a:lnTo>
                <a:lnTo>
                  <a:pt x="467949" y="453671"/>
                </a:lnTo>
                <a:lnTo>
                  <a:pt x="467949" y="453498"/>
                </a:lnTo>
                <a:lnTo>
                  <a:pt x="500000" y="452582"/>
                </a:lnTo>
                <a:lnTo>
                  <a:pt x="500000" y="35185"/>
                </a:lnTo>
                <a:lnTo>
                  <a:pt x="750000" y="34736"/>
                </a:lnTo>
                <a:lnTo>
                  <a:pt x="750000" y="17874"/>
                </a:lnTo>
                <a:lnTo>
                  <a:pt x="825000" y="16525"/>
                </a:lnTo>
                <a:lnTo>
                  <a:pt x="825000" y="16300"/>
                </a:lnTo>
                <a:lnTo>
                  <a:pt x="1125000" y="15176"/>
                </a:lnTo>
                <a:lnTo>
                  <a:pt x="1125000" y="11803"/>
                </a:lnTo>
                <a:lnTo>
                  <a:pt x="1250000" y="11803"/>
                </a:lnTo>
                <a:lnTo>
                  <a:pt x="1250000" y="8431"/>
                </a:lnTo>
                <a:lnTo>
                  <a:pt x="1312500" y="8431"/>
                </a:lnTo>
                <a:lnTo>
                  <a:pt x="1312500" y="6745"/>
                </a:lnTo>
                <a:lnTo>
                  <a:pt x="1375000" y="6745"/>
                </a:lnTo>
                <a:lnTo>
                  <a:pt x="1375000" y="3372"/>
                </a:lnTo>
                <a:lnTo>
                  <a:pt x="1500000" y="3372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657" name="01_find_only_2656">
            <a:extLst>
              <a:ext uri="{FF2B5EF4-FFF2-40B4-BE49-F238E27FC236}">
                <a16:creationId xmlns:a16="http://schemas.microsoft.com/office/drawing/2014/main" id="{31DB8C86-BF11-4CE3-B63B-DA8122F5AEF3}"/>
              </a:ext>
            </a:extLst>
          </p:cNvPr>
          <p:cNvSpPr>
            <a:spLocks noGrp="1"/>
          </p:cNvSpPr>
          <p:nvPr/>
        </p:nvSpPr>
        <p:spPr>
          <a:xfrm>
            <a:off x="2038589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45344"/>
                </a:lnTo>
                <a:lnTo>
                  <a:pt x="333333" y="845344"/>
                </a:lnTo>
                <a:lnTo>
                  <a:pt x="333333" y="697409"/>
                </a:lnTo>
                <a:lnTo>
                  <a:pt x="375000" y="697409"/>
                </a:lnTo>
                <a:lnTo>
                  <a:pt x="375000" y="634008"/>
                </a:lnTo>
                <a:lnTo>
                  <a:pt x="500000" y="634008"/>
                </a:lnTo>
                <a:lnTo>
                  <a:pt x="5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658" name="01_find_only_2657">
            <a:extLst>
              <a:ext uri="{FF2B5EF4-FFF2-40B4-BE49-F238E27FC236}">
                <a16:creationId xmlns:a16="http://schemas.microsoft.com/office/drawing/2014/main" id="{E67C853F-C57D-4D36-B598-AD4CCA442E36}"/>
              </a:ext>
            </a:extLst>
          </p:cNvPr>
          <p:cNvSpPr>
            <a:spLocks noGrp="1"/>
          </p:cNvSpPr>
          <p:nvPr/>
        </p:nvSpPr>
        <p:spPr>
          <a:xfrm>
            <a:off x="2271238" y="594509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59" name="01_find_only_2658">
            <a:extLst>
              <a:ext uri="{FF2B5EF4-FFF2-40B4-BE49-F238E27FC236}">
                <a16:creationId xmlns:a16="http://schemas.microsoft.com/office/drawing/2014/main" id="{C18C4B03-EBDF-40B2-87E2-4C360CC118E7}"/>
              </a:ext>
            </a:extLst>
          </p:cNvPr>
          <p:cNvSpPr>
            <a:spLocks noGrp="1"/>
          </p:cNvSpPr>
          <p:nvPr/>
        </p:nvSpPr>
        <p:spPr>
          <a:xfrm>
            <a:off x="2525877" y="5369959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0" name="01_find_only_2659">
            <a:extLst>
              <a:ext uri="{FF2B5EF4-FFF2-40B4-BE49-F238E27FC236}">
                <a16:creationId xmlns:a16="http://schemas.microsoft.com/office/drawing/2014/main" id="{7575D529-A9F5-4BFE-87A0-7C1CF612491F}"/>
              </a:ext>
            </a:extLst>
          </p:cNvPr>
          <p:cNvSpPr>
            <a:spLocks noGrp="1"/>
          </p:cNvSpPr>
          <p:nvPr/>
        </p:nvSpPr>
        <p:spPr>
          <a:xfrm>
            <a:off x="3035155" y="534957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1" name="01_find_only_2660">
            <a:extLst>
              <a:ext uri="{FF2B5EF4-FFF2-40B4-BE49-F238E27FC236}">
                <a16:creationId xmlns:a16="http://schemas.microsoft.com/office/drawing/2014/main" id="{D2ADBA36-A7CF-4778-90EE-AE2A0FDADC64}"/>
              </a:ext>
            </a:extLst>
          </p:cNvPr>
          <p:cNvSpPr>
            <a:spLocks noGrp="1"/>
          </p:cNvSpPr>
          <p:nvPr/>
        </p:nvSpPr>
        <p:spPr>
          <a:xfrm>
            <a:off x="3544432" y="53341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2" name="01_find_only_2661">
            <a:extLst>
              <a:ext uri="{FF2B5EF4-FFF2-40B4-BE49-F238E27FC236}">
                <a16:creationId xmlns:a16="http://schemas.microsoft.com/office/drawing/2014/main" id="{085E5905-6CF6-42A3-B140-AA84AC56395C}"/>
              </a:ext>
            </a:extLst>
          </p:cNvPr>
          <p:cNvSpPr>
            <a:spLocks noGrp="1"/>
          </p:cNvSpPr>
          <p:nvPr/>
        </p:nvSpPr>
        <p:spPr>
          <a:xfrm>
            <a:off x="2256641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3" name="01_find_only_2662">
            <a:extLst>
              <a:ext uri="{FF2B5EF4-FFF2-40B4-BE49-F238E27FC236}">
                <a16:creationId xmlns:a16="http://schemas.microsoft.com/office/drawing/2014/main" id="{2C65E675-7916-4F47-82AB-852E4B568998}"/>
              </a:ext>
            </a:extLst>
          </p:cNvPr>
          <p:cNvSpPr>
            <a:spLocks noGrp="1"/>
          </p:cNvSpPr>
          <p:nvPr/>
        </p:nvSpPr>
        <p:spPr>
          <a:xfrm>
            <a:off x="2511280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4" name="01_find_only_2663">
            <a:extLst>
              <a:ext uri="{FF2B5EF4-FFF2-40B4-BE49-F238E27FC236}">
                <a16:creationId xmlns:a16="http://schemas.microsoft.com/office/drawing/2014/main" id="{745B8E5C-1039-4DFF-9668-2BD9BA53E63E}"/>
              </a:ext>
            </a:extLst>
          </p:cNvPr>
          <p:cNvSpPr>
            <a:spLocks noGrp="1"/>
          </p:cNvSpPr>
          <p:nvPr/>
        </p:nvSpPr>
        <p:spPr>
          <a:xfrm>
            <a:off x="3020558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5" name="01_find_only_2664">
            <a:extLst>
              <a:ext uri="{FF2B5EF4-FFF2-40B4-BE49-F238E27FC236}">
                <a16:creationId xmlns:a16="http://schemas.microsoft.com/office/drawing/2014/main" id="{D42C20CA-6641-49B5-BEF0-9B724E69F087}"/>
              </a:ext>
            </a:extLst>
          </p:cNvPr>
          <p:cNvSpPr>
            <a:spLocks noGrp="1"/>
          </p:cNvSpPr>
          <p:nvPr/>
        </p:nvSpPr>
        <p:spPr>
          <a:xfrm>
            <a:off x="352983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6" name="01_find_only_2665">
            <a:extLst>
              <a:ext uri="{FF2B5EF4-FFF2-40B4-BE49-F238E27FC236}">
                <a16:creationId xmlns:a16="http://schemas.microsoft.com/office/drawing/2014/main" id="{7D72FC9D-8EF5-4107-B7DE-B3923FF34832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01_find_only_2666">
            <a:extLst>
              <a:ext uri="{FF2B5EF4-FFF2-40B4-BE49-F238E27FC236}">
                <a16:creationId xmlns:a16="http://schemas.microsoft.com/office/drawing/2014/main" id="{0174151D-2EF8-47C5-8EFD-566E0289768F}"/>
              </a:ext>
            </a:extLst>
          </p:cNvPr>
          <p:cNvSpPr>
            <a:spLocks noGrp="1"/>
          </p:cNvSpPr>
          <p:nvPr/>
        </p:nvSpPr>
        <p:spPr>
          <a:xfrm>
            <a:off x="438860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4" y="1257449"/>
                </a:lnTo>
                <a:lnTo>
                  <a:pt x="2731" y="1246883"/>
                </a:lnTo>
                <a:lnTo>
                  <a:pt x="5974" y="1236316"/>
                </a:lnTo>
                <a:lnTo>
                  <a:pt x="10216" y="1225749"/>
                </a:lnTo>
                <a:lnTo>
                  <a:pt x="15199" y="1215182"/>
                </a:lnTo>
                <a:lnTo>
                  <a:pt x="20637" y="1204615"/>
                </a:lnTo>
                <a:lnTo>
                  <a:pt x="26250" y="1194049"/>
                </a:lnTo>
                <a:lnTo>
                  <a:pt x="31780" y="1183482"/>
                </a:lnTo>
                <a:lnTo>
                  <a:pt x="37016" y="1172915"/>
                </a:lnTo>
                <a:lnTo>
                  <a:pt x="41797" y="1162348"/>
                </a:lnTo>
                <a:lnTo>
                  <a:pt x="46023" y="1151781"/>
                </a:lnTo>
                <a:lnTo>
                  <a:pt x="49648" y="1141215"/>
                </a:lnTo>
                <a:lnTo>
                  <a:pt x="52669" y="1130648"/>
                </a:lnTo>
                <a:lnTo>
                  <a:pt x="55123" y="1120081"/>
                </a:lnTo>
                <a:lnTo>
                  <a:pt x="57066" y="1109514"/>
                </a:lnTo>
                <a:lnTo>
                  <a:pt x="58569" y="1098947"/>
                </a:lnTo>
                <a:lnTo>
                  <a:pt x="59706" y="1088381"/>
                </a:lnTo>
                <a:lnTo>
                  <a:pt x="60545" y="1077814"/>
                </a:lnTo>
                <a:lnTo>
                  <a:pt x="61146" y="1067247"/>
                </a:lnTo>
                <a:lnTo>
                  <a:pt x="61558" y="1056680"/>
                </a:lnTo>
                <a:lnTo>
                  <a:pt x="61821" y="1046113"/>
                </a:lnTo>
                <a:lnTo>
                  <a:pt x="61963" y="1035547"/>
                </a:lnTo>
                <a:lnTo>
                  <a:pt x="62001" y="1024980"/>
                </a:lnTo>
                <a:lnTo>
                  <a:pt x="61950" y="1014413"/>
                </a:lnTo>
                <a:lnTo>
                  <a:pt x="61816" y="1003846"/>
                </a:lnTo>
                <a:lnTo>
                  <a:pt x="61601" y="993279"/>
                </a:lnTo>
                <a:lnTo>
                  <a:pt x="61309" y="982713"/>
                </a:lnTo>
                <a:lnTo>
                  <a:pt x="60938" y="972146"/>
                </a:lnTo>
                <a:lnTo>
                  <a:pt x="60491" y="961579"/>
                </a:lnTo>
                <a:lnTo>
                  <a:pt x="59969" y="951012"/>
                </a:lnTo>
                <a:lnTo>
                  <a:pt x="59378" y="940445"/>
                </a:lnTo>
                <a:lnTo>
                  <a:pt x="58724" y="929879"/>
                </a:lnTo>
                <a:lnTo>
                  <a:pt x="58021" y="919312"/>
                </a:lnTo>
                <a:lnTo>
                  <a:pt x="57283" y="908745"/>
                </a:lnTo>
                <a:lnTo>
                  <a:pt x="56529" y="898178"/>
                </a:lnTo>
                <a:lnTo>
                  <a:pt x="55781" y="887611"/>
                </a:lnTo>
                <a:lnTo>
                  <a:pt x="55061" y="877045"/>
                </a:lnTo>
                <a:lnTo>
                  <a:pt x="54390" y="866478"/>
                </a:lnTo>
                <a:lnTo>
                  <a:pt x="53785" y="855911"/>
                </a:lnTo>
                <a:lnTo>
                  <a:pt x="53258" y="845344"/>
                </a:lnTo>
                <a:lnTo>
                  <a:pt x="52813" y="834777"/>
                </a:lnTo>
                <a:lnTo>
                  <a:pt x="52444" y="824211"/>
                </a:lnTo>
                <a:lnTo>
                  <a:pt x="52138" y="813644"/>
                </a:lnTo>
                <a:lnTo>
                  <a:pt x="51867" y="803077"/>
                </a:lnTo>
                <a:lnTo>
                  <a:pt x="51600" y="792510"/>
                </a:lnTo>
                <a:lnTo>
                  <a:pt x="51296" y="781943"/>
                </a:lnTo>
                <a:lnTo>
                  <a:pt x="50913" y="771377"/>
                </a:lnTo>
                <a:lnTo>
                  <a:pt x="50409" y="760810"/>
                </a:lnTo>
                <a:lnTo>
                  <a:pt x="49752" y="750243"/>
                </a:lnTo>
                <a:lnTo>
                  <a:pt x="48921" y="739676"/>
                </a:lnTo>
                <a:lnTo>
                  <a:pt x="47911" y="729109"/>
                </a:lnTo>
                <a:lnTo>
                  <a:pt x="46741" y="718543"/>
                </a:lnTo>
                <a:lnTo>
                  <a:pt x="45452" y="707976"/>
                </a:lnTo>
                <a:lnTo>
                  <a:pt x="44107" y="697409"/>
                </a:lnTo>
                <a:lnTo>
                  <a:pt x="42790" y="686842"/>
                </a:lnTo>
                <a:lnTo>
                  <a:pt x="41597" y="676275"/>
                </a:lnTo>
                <a:lnTo>
                  <a:pt x="40627" y="665708"/>
                </a:lnTo>
                <a:lnTo>
                  <a:pt x="39974" y="655142"/>
                </a:lnTo>
                <a:lnTo>
                  <a:pt x="39714" y="644575"/>
                </a:lnTo>
                <a:lnTo>
                  <a:pt x="39899" y="634008"/>
                </a:lnTo>
                <a:lnTo>
                  <a:pt x="40549" y="623441"/>
                </a:lnTo>
                <a:lnTo>
                  <a:pt x="41649" y="612874"/>
                </a:lnTo>
                <a:lnTo>
                  <a:pt x="43153" y="602308"/>
                </a:lnTo>
                <a:lnTo>
                  <a:pt x="44986" y="591741"/>
                </a:lnTo>
                <a:lnTo>
                  <a:pt x="47055" y="581174"/>
                </a:lnTo>
                <a:lnTo>
                  <a:pt x="49258" y="570607"/>
                </a:lnTo>
                <a:lnTo>
                  <a:pt x="51491" y="560040"/>
                </a:lnTo>
                <a:lnTo>
                  <a:pt x="53663" y="549474"/>
                </a:lnTo>
                <a:lnTo>
                  <a:pt x="55696" y="538907"/>
                </a:lnTo>
                <a:lnTo>
                  <a:pt x="57534" y="528340"/>
                </a:lnTo>
                <a:lnTo>
                  <a:pt x="59143" y="517773"/>
                </a:lnTo>
                <a:lnTo>
                  <a:pt x="60509" y="507206"/>
                </a:lnTo>
                <a:lnTo>
                  <a:pt x="61633" y="496640"/>
                </a:lnTo>
                <a:lnTo>
                  <a:pt x="62533" y="486073"/>
                </a:lnTo>
                <a:lnTo>
                  <a:pt x="63233" y="475506"/>
                </a:lnTo>
                <a:lnTo>
                  <a:pt x="63763" y="464939"/>
                </a:lnTo>
                <a:lnTo>
                  <a:pt x="64153" y="454372"/>
                </a:lnTo>
                <a:lnTo>
                  <a:pt x="64434" y="443806"/>
                </a:lnTo>
                <a:lnTo>
                  <a:pt x="64630" y="433239"/>
                </a:lnTo>
                <a:lnTo>
                  <a:pt x="64764" y="422672"/>
                </a:lnTo>
                <a:lnTo>
                  <a:pt x="64852" y="412105"/>
                </a:lnTo>
                <a:lnTo>
                  <a:pt x="64910" y="401538"/>
                </a:lnTo>
                <a:lnTo>
                  <a:pt x="64946" y="390972"/>
                </a:lnTo>
                <a:lnTo>
                  <a:pt x="64969" y="380405"/>
                </a:lnTo>
                <a:lnTo>
                  <a:pt x="64982" y="369838"/>
                </a:lnTo>
                <a:lnTo>
                  <a:pt x="64990" y="359271"/>
                </a:lnTo>
                <a:lnTo>
                  <a:pt x="64995" y="348704"/>
                </a:lnTo>
                <a:lnTo>
                  <a:pt x="64997" y="338138"/>
                </a:lnTo>
                <a:lnTo>
                  <a:pt x="64999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1" y="327571"/>
                </a:lnTo>
                <a:lnTo>
                  <a:pt x="65003" y="338138"/>
                </a:lnTo>
                <a:lnTo>
                  <a:pt x="65005" y="348704"/>
                </a:lnTo>
                <a:lnTo>
                  <a:pt x="65010" y="359271"/>
                </a:lnTo>
                <a:lnTo>
                  <a:pt x="65018" y="369838"/>
                </a:lnTo>
                <a:lnTo>
                  <a:pt x="65031" y="380405"/>
                </a:lnTo>
                <a:lnTo>
                  <a:pt x="65054" y="390972"/>
                </a:lnTo>
                <a:lnTo>
                  <a:pt x="65090" y="401538"/>
                </a:lnTo>
                <a:lnTo>
                  <a:pt x="65148" y="412105"/>
                </a:lnTo>
                <a:lnTo>
                  <a:pt x="65236" y="422672"/>
                </a:lnTo>
                <a:lnTo>
                  <a:pt x="65370" y="433239"/>
                </a:lnTo>
                <a:lnTo>
                  <a:pt x="65566" y="443806"/>
                </a:lnTo>
                <a:lnTo>
                  <a:pt x="65847" y="454372"/>
                </a:lnTo>
                <a:lnTo>
                  <a:pt x="66237" y="464939"/>
                </a:lnTo>
                <a:lnTo>
                  <a:pt x="66767" y="475506"/>
                </a:lnTo>
                <a:lnTo>
                  <a:pt x="67467" y="486073"/>
                </a:lnTo>
                <a:lnTo>
                  <a:pt x="68367" y="496640"/>
                </a:lnTo>
                <a:lnTo>
                  <a:pt x="69491" y="507206"/>
                </a:lnTo>
                <a:lnTo>
                  <a:pt x="70857" y="517773"/>
                </a:lnTo>
                <a:lnTo>
                  <a:pt x="72466" y="528340"/>
                </a:lnTo>
                <a:lnTo>
                  <a:pt x="74304" y="538907"/>
                </a:lnTo>
                <a:lnTo>
                  <a:pt x="76337" y="549474"/>
                </a:lnTo>
                <a:lnTo>
                  <a:pt x="78509" y="560040"/>
                </a:lnTo>
                <a:lnTo>
                  <a:pt x="80742" y="570607"/>
                </a:lnTo>
                <a:lnTo>
                  <a:pt x="82945" y="581174"/>
                </a:lnTo>
                <a:lnTo>
                  <a:pt x="85014" y="591741"/>
                </a:lnTo>
                <a:lnTo>
                  <a:pt x="86847" y="602308"/>
                </a:lnTo>
                <a:lnTo>
                  <a:pt x="88351" y="612874"/>
                </a:lnTo>
                <a:lnTo>
                  <a:pt x="89451" y="623441"/>
                </a:lnTo>
                <a:lnTo>
                  <a:pt x="90101" y="634008"/>
                </a:lnTo>
                <a:lnTo>
                  <a:pt x="90286" y="644575"/>
                </a:lnTo>
                <a:lnTo>
                  <a:pt x="90026" y="655142"/>
                </a:lnTo>
                <a:lnTo>
                  <a:pt x="89373" y="665708"/>
                </a:lnTo>
                <a:lnTo>
                  <a:pt x="88403" y="676275"/>
                </a:lnTo>
                <a:lnTo>
                  <a:pt x="87210" y="686842"/>
                </a:lnTo>
                <a:lnTo>
                  <a:pt x="85893" y="697409"/>
                </a:lnTo>
                <a:lnTo>
                  <a:pt x="84548" y="707976"/>
                </a:lnTo>
                <a:lnTo>
                  <a:pt x="83259" y="718543"/>
                </a:lnTo>
                <a:lnTo>
                  <a:pt x="82089" y="729109"/>
                </a:lnTo>
                <a:lnTo>
                  <a:pt x="81079" y="739676"/>
                </a:lnTo>
                <a:lnTo>
                  <a:pt x="80248" y="750243"/>
                </a:lnTo>
                <a:lnTo>
                  <a:pt x="79591" y="760810"/>
                </a:lnTo>
                <a:lnTo>
                  <a:pt x="79087" y="771377"/>
                </a:lnTo>
                <a:lnTo>
                  <a:pt x="78704" y="781943"/>
                </a:lnTo>
                <a:lnTo>
                  <a:pt x="78400" y="792510"/>
                </a:lnTo>
                <a:lnTo>
                  <a:pt x="78133" y="803077"/>
                </a:lnTo>
                <a:lnTo>
                  <a:pt x="77863" y="813644"/>
                </a:lnTo>
                <a:lnTo>
                  <a:pt x="77556" y="824211"/>
                </a:lnTo>
                <a:lnTo>
                  <a:pt x="77188" y="834777"/>
                </a:lnTo>
                <a:lnTo>
                  <a:pt x="76742" y="845344"/>
                </a:lnTo>
                <a:lnTo>
                  <a:pt x="76215" y="855911"/>
                </a:lnTo>
                <a:lnTo>
                  <a:pt x="75610" y="866478"/>
                </a:lnTo>
                <a:lnTo>
                  <a:pt x="74939" y="877045"/>
                </a:lnTo>
                <a:lnTo>
                  <a:pt x="74219" y="887611"/>
                </a:lnTo>
                <a:lnTo>
                  <a:pt x="73471" y="898178"/>
                </a:lnTo>
                <a:lnTo>
                  <a:pt x="72718" y="908745"/>
                </a:lnTo>
                <a:lnTo>
                  <a:pt x="71979" y="919312"/>
                </a:lnTo>
                <a:lnTo>
                  <a:pt x="71276" y="929879"/>
                </a:lnTo>
                <a:lnTo>
                  <a:pt x="70622" y="940445"/>
                </a:lnTo>
                <a:lnTo>
                  <a:pt x="70031" y="951012"/>
                </a:lnTo>
                <a:lnTo>
                  <a:pt x="69509" y="961579"/>
                </a:lnTo>
                <a:lnTo>
                  <a:pt x="69062" y="972146"/>
                </a:lnTo>
                <a:lnTo>
                  <a:pt x="68691" y="982713"/>
                </a:lnTo>
                <a:lnTo>
                  <a:pt x="68399" y="993279"/>
                </a:lnTo>
                <a:lnTo>
                  <a:pt x="68185" y="1003846"/>
                </a:lnTo>
                <a:lnTo>
                  <a:pt x="68050" y="1014413"/>
                </a:lnTo>
                <a:lnTo>
                  <a:pt x="67999" y="1024980"/>
                </a:lnTo>
                <a:lnTo>
                  <a:pt x="68037" y="1035547"/>
                </a:lnTo>
                <a:lnTo>
                  <a:pt x="68179" y="1046113"/>
                </a:lnTo>
                <a:lnTo>
                  <a:pt x="68442" y="1056680"/>
                </a:lnTo>
                <a:lnTo>
                  <a:pt x="68854" y="1067247"/>
                </a:lnTo>
                <a:lnTo>
                  <a:pt x="69455" y="1077814"/>
                </a:lnTo>
                <a:lnTo>
                  <a:pt x="70294" y="1088381"/>
                </a:lnTo>
                <a:lnTo>
                  <a:pt x="71431" y="1098947"/>
                </a:lnTo>
                <a:lnTo>
                  <a:pt x="72934" y="1109514"/>
                </a:lnTo>
                <a:lnTo>
                  <a:pt x="74877" y="1120081"/>
                </a:lnTo>
                <a:lnTo>
                  <a:pt x="77331" y="1130648"/>
                </a:lnTo>
                <a:lnTo>
                  <a:pt x="80352" y="1141215"/>
                </a:lnTo>
                <a:lnTo>
                  <a:pt x="83977" y="1151781"/>
                </a:lnTo>
                <a:lnTo>
                  <a:pt x="88203" y="1162348"/>
                </a:lnTo>
                <a:lnTo>
                  <a:pt x="92984" y="1172915"/>
                </a:lnTo>
                <a:lnTo>
                  <a:pt x="98220" y="1183482"/>
                </a:lnTo>
                <a:lnTo>
                  <a:pt x="103750" y="1194049"/>
                </a:lnTo>
                <a:lnTo>
                  <a:pt x="109363" y="1204615"/>
                </a:lnTo>
                <a:lnTo>
                  <a:pt x="114801" y="1215182"/>
                </a:lnTo>
                <a:lnTo>
                  <a:pt x="119784" y="1225749"/>
                </a:lnTo>
                <a:lnTo>
                  <a:pt x="124026" y="1236316"/>
                </a:lnTo>
                <a:lnTo>
                  <a:pt x="127269" y="1246883"/>
                </a:lnTo>
                <a:lnTo>
                  <a:pt x="12930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8" name="01_find_only_2667">
            <a:extLst>
              <a:ext uri="{FF2B5EF4-FFF2-40B4-BE49-F238E27FC236}">
                <a16:creationId xmlns:a16="http://schemas.microsoft.com/office/drawing/2014/main" id="{4F10EA39-AF5B-4CEB-B0EF-23B9EE7B2617}"/>
              </a:ext>
            </a:extLst>
          </p:cNvPr>
          <p:cNvSpPr>
            <a:spLocks noGrp="1"/>
          </p:cNvSpPr>
          <p:nvPr/>
        </p:nvSpPr>
        <p:spPr>
          <a:xfrm>
            <a:off x="464324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1436" y="1268016"/>
                </a:moveTo>
                <a:lnTo>
                  <a:pt x="28564" y="1268016"/>
                </a:lnTo>
                <a:lnTo>
                  <a:pt x="28928" y="1257449"/>
                </a:lnTo>
                <a:lnTo>
                  <a:pt x="29993" y="1246883"/>
                </a:lnTo>
                <a:lnTo>
                  <a:pt x="31691" y="1236316"/>
                </a:lnTo>
                <a:lnTo>
                  <a:pt x="33915" y="1225749"/>
                </a:lnTo>
                <a:lnTo>
                  <a:pt x="36529" y="1215182"/>
                </a:lnTo>
                <a:lnTo>
                  <a:pt x="39387" y="1204615"/>
                </a:lnTo>
                <a:lnTo>
                  <a:pt x="42343" y="1194049"/>
                </a:lnTo>
                <a:lnTo>
                  <a:pt x="45264" y="1183482"/>
                </a:lnTo>
                <a:lnTo>
                  <a:pt x="48039" y="1172915"/>
                </a:lnTo>
                <a:lnTo>
                  <a:pt x="50586" y="1162348"/>
                </a:lnTo>
                <a:lnTo>
                  <a:pt x="52852" y="1151781"/>
                </a:lnTo>
                <a:lnTo>
                  <a:pt x="54810" y="1141215"/>
                </a:lnTo>
                <a:lnTo>
                  <a:pt x="56462" y="1130648"/>
                </a:lnTo>
                <a:lnTo>
                  <a:pt x="57822" y="1120081"/>
                </a:lnTo>
                <a:lnTo>
                  <a:pt x="58921" y="1109514"/>
                </a:lnTo>
                <a:lnTo>
                  <a:pt x="59794" y="1098947"/>
                </a:lnTo>
                <a:lnTo>
                  <a:pt x="60478" y="1088381"/>
                </a:lnTo>
                <a:lnTo>
                  <a:pt x="61008" y="1077814"/>
                </a:lnTo>
                <a:lnTo>
                  <a:pt x="61416" y="1067247"/>
                </a:lnTo>
                <a:lnTo>
                  <a:pt x="61728" y="1056680"/>
                </a:lnTo>
                <a:lnTo>
                  <a:pt x="61965" y="1046113"/>
                </a:lnTo>
                <a:lnTo>
                  <a:pt x="62144" y="1035547"/>
                </a:lnTo>
                <a:lnTo>
                  <a:pt x="62281" y="1024980"/>
                </a:lnTo>
                <a:lnTo>
                  <a:pt x="62384" y="1014413"/>
                </a:lnTo>
                <a:lnTo>
                  <a:pt x="62465" y="1003846"/>
                </a:lnTo>
                <a:lnTo>
                  <a:pt x="62530" y="993279"/>
                </a:lnTo>
                <a:lnTo>
                  <a:pt x="62584" y="982713"/>
                </a:lnTo>
                <a:lnTo>
                  <a:pt x="62632" y="972146"/>
                </a:lnTo>
                <a:lnTo>
                  <a:pt x="62676" y="961579"/>
                </a:lnTo>
                <a:lnTo>
                  <a:pt x="62715" y="951012"/>
                </a:lnTo>
                <a:lnTo>
                  <a:pt x="62749" y="940445"/>
                </a:lnTo>
                <a:lnTo>
                  <a:pt x="62774" y="929879"/>
                </a:lnTo>
                <a:lnTo>
                  <a:pt x="62787" y="919312"/>
                </a:lnTo>
                <a:lnTo>
                  <a:pt x="62781" y="908745"/>
                </a:lnTo>
                <a:lnTo>
                  <a:pt x="62754" y="898178"/>
                </a:lnTo>
                <a:lnTo>
                  <a:pt x="62702" y="887611"/>
                </a:lnTo>
                <a:lnTo>
                  <a:pt x="62623" y="877045"/>
                </a:lnTo>
                <a:lnTo>
                  <a:pt x="62515" y="866478"/>
                </a:lnTo>
                <a:lnTo>
                  <a:pt x="62381" y="855911"/>
                </a:lnTo>
                <a:lnTo>
                  <a:pt x="62221" y="845344"/>
                </a:lnTo>
                <a:lnTo>
                  <a:pt x="62039" y="834777"/>
                </a:lnTo>
                <a:lnTo>
                  <a:pt x="61836" y="824211"/>
                </a:lnTo>
                <a:lnTo>
                  <a:pt x="61613" y="813644"/>
                </a:lnTo>
                <a:lnTo>
                  <a:pt x="61369" y="803077"/>
                </a:lnTo>
                <a:lnTo>
                  <a:pt x="61101" y="792510"/>
                </a:lnTo>
                <a:lnTo>
                  <a:pt x="60803" y="781943"/>
                </a:lnTo>
                <a:lnTo>
                  <a:pt x="60465" y="771377"/>
                </a:lnTo>
                <a:lnTo>
                  <a:pt x="60081" y="760810"/>
                </a:lnTo>
                <a:lnTo>
                  <a:pt x="59640" y="750243"/>
                </a:lnTo>
                <a:lnTo>
                  <a:pt x="59136" y="739676"/>
                </a:lnTo>
                <a:lnTo>
                  <a:pt x="58570" y="729109"/>
                </a:lnTo>
                <a:lnTo>
                  <a:pt x="57946" y="718543"/>
                </a:lnTo>
                <a:lnTo>
                  <a:pt x="57279" y="707976"/>
                </a:lnTo>
                <a:lnTo>
                  <a:pt x="56590" y="697409"/>
                </a:lnTo>
                <a:lnTo>
                  <a:pt x="55911" y="686842"/>
                </a:lnTo>
                <a:lnTo>
                  <a:pt x="55277" y="676275"/>
                </a:lnTo>
                <a:lnTo>
                  <a:pt x="54726" y="665708"/>
                </a:lnTo>
                <a:lnTo>
                  <a:pt x="54295" y="655142"/>
                </a:lnTo>
                <a:lnTo>
                  <a:pt x="54013" y="644575"/>
                </a:lnTo>
                <a:lnTo>
                  <a:pt x="53902" y="634008"/>
                </a:lnTo>
                <a:lnTo>
                  <a:pt x="53970" y="623441"/>
                </a:lnTo>
                <a:lnTo>
                  <a:pt x="54209" y="612874"/>
                </a:lnTo>
                <a:lnTo>
                  <a:pt x="54600" y="602308"/>
                </a:lnTo>
                <a:lnTo>
                  <a:pt x="55110" y="591741"/>
                </a:lnTo>
                <a:lnTo>
                  <a:pt x="55696" y="581174"/>
                </a:lnTo>
                <a:lnTo>
                  <a:pt x="56313" y="570607"/>
                </a:lnTo>
                <a:lnTo>
                  <a:pt x="56911" y="560040"/>
                </a:lnTo>
                <a:lnTo>
                  <a:pt x="57449" y="549474"/>
                </a:lnTo>
                <a:lnTo>
                  <a:pt x="57888" y="538907"/>
                </a:lnTo>
                <a:lnTo>
                  <a:pt x="58204" y="528340"/>
                </a:lnTo>
                <a:lnTo>
                  <a:pt x="58380" y="517773"/>
                </a:lnTo>
                <a:lnTo>
                  <a:pt x="58416" y="507206"/>
                </a:lnTo>
                <a:lnTo>
                  <a:pt x="58321" y="496640"/>
                </a:lnTo>
                <a:lnTo>
                  <a:pt x="58115" y="486073"/>
                </a:lnTo>
                <a:lnTo>
                  <a:pt x="57827" y="475506"/>
                </a:lnTo>
                <a:lnTo>
                  <a:pt x="57489" y="464939"/>
                </a:lnTo>
                <a:lnTo>
                  <a:pt x="57137" y="454372"/>
                </a:lnTo>
                <a:lnTo>
                  <a:pt x="56807" y="443806"/>
                </a:lnTo>
                <a:lnTo>
                  <a:pt x="56530" y="433239"/>
                </a:lnTo>
                <a:lnTo>
                  <a:pt x="56330" y="422672"/>
                </a:lnTo>
                <a:lnTo>
                  <a:pt x="56227" y="412105"/>
                </a:lnTo>
                <a:lnTo>
                  <a:pt x="56230" y="401538"/>
                </a:lnTo>
                <a:lnTo>
                  <a:pt x="56339" y="390972"/>
                </a:lnTo>
                <a:lnTo>
                  <a:pt x="56551" y="380405"/>
                </a:lnTo>
                <a:lnTo>
                  <a:pt x="56851" y="369838"/>
                </a:lnTo>
                <a:lnTo>
                  <a:pt x="57226" y="359271"/>
                </a:lnTo>
                <a:lnTo>
                  <a:pt x="57658" y="348704"/>
                </a:lnTo>
                <a:lnTo>
                  <a:pt x="58126" y="338138"/>
                </a:lnTo>
                <a:lnTo>
                  <a:pt x="58614" y="327571"/>
                </a:lnTo>
                <a:lnTo>
                  <a:pt x="59104" y="317004"/>
                </a:lnTo>
                <a:lnTo>
                  <a:pt x="59583" y="306437"/>
                </a:lnTo>
                <a:lnTo>
                  <a:pt x="60037" y="295870"/>
                </a:lnTo>
                <a:lnTo>
                  <a:pt x="60455" y="285304"/>
                </a:lnTo>
                <a:lnTo>
                  <a:pt x="60827" y="274737"/>
                </a:lnTo>
                <a:lnTo>
                  <a:pt x="61143" y="264170"/>
                </a:lnTo>
                <a:lnTo>
                  <a:pt x="61394" y="253603"/>
                </a:lnTo>
                <a:lnTo>
                  <a:pt x="61566" y="243036"/>
                </a:lnTo>
                <a:lnTo>
                  <a:pt x="61648" y="232470"/>
                </a:lnTo>
                <a:lnTo>
                  <a:pt x="61620" y="221903"/>
                </a:lnTo>
                <a:lnTo>
                  <a:pt x="61460" y="211336"/>
                </a:lnTo>
                <a:lnTo>
                  <a:pt x="61137" y="200769"/>
                </a:lnTo>
                <a:lnTo>
                  <a:pt x="60613" y="190202"/>
                </a:lnTo>
                <a:lnTo>
                  <a:pt x="59839" y="179636"/>
                </a:lnTo>
                <a:lnTo>
                  <a:pt x="58756" y="169069"/>
                </a:lnTo>
                <a:lnTo>
                  <a:pt x="57297" y="158502"/>
                </a:lnTo>
                <a:lnTo>
                  <a:pt x="55391" y="147935"/>
                </a:lnTo>
                <a:lnTo>
                  <a:pt x="52970" y="137368"/>
                </a:lnTo>
                <a:lnTo>
                  <a:pt x="49975" y="126802"/>
                </a:lnTo>
                <a:lnTo>
                  <a:pt x="46369" y="116235"/>
                </a:lnTo>
                <a:lnTo>
                  <a:pt x="42152" y="105668"/>
                </a:lnTo>
                <a:lnTo>
                  <a:pt x="37368" y="95101"/>
                </a:lnTo>
                <a:lnTo>
                  <a:pt x="32116" y="84534"/>
                </a:lnTo>
                <a:lnTo>
                  <a:pt x="26555" y="73968"/>
                </a:lnTo>
                <a:lnTo>
                  <a:pt x="20897" y="63401"/>
                </a:lnTo>
                <a:lnTo>
                  <a:pt x="15404" y="52834"/>
                </a:lnTo>
                <a:lnTo>
                  <a:pt x="10363" y="42267"/>
                </a:lnTo>
                <a:lnTo>
                  <a:pt x="6063" y="31700"/>
                </a:lnTo>
                <a:lnTo>
                  <a:pt x="2773" y="21134"/>
                </a:lnTo>
                <a:lnTo>
                  <a:pt x="70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95" y="10567"/>
                </a:lnTo>
                <a:lnTo>
                  <a:pt x="127227" y="21134"/>
                </a:lnTo>
                <a:lnTo>
                  <a:pt x="123937" y="31700"/>
                </a:lnTo>
                <a:lnTo>
                  <a:pt x="119637" y="42267"/>
                </a:lnTo>
                <a:lnTo>
                  <a:pt x="114596" y="52834"/>
                </a:lnTo>
                <a:lnTo>
                  <a:pt x="109103" y="63401"/>
                </a:lnTo>
                <a:lnTo>
                  <a:pt x="103445" y="73968"/>
                </a:lnTo>
                <a:lnTo>
                  <a:pt x="97884" y="84534"/>
                </a:lnTo>
                <a:lnTo>
                  <a:pt x="92632" y="95101"/>
                </a:lnTo>
                <a:lnTo>
                  <a:pt x="87848" y="105668"/>
                </a:lnTo>
                <a:lnTo>
                  <a:pt x="83631" y="116235"/>
                </a:lnTo>
                <a:lnTo>
                  <a:pt x="80025" y="126802"/>
                </a:lnTo>
                <a:lnTo>
                  <a:pt x="77030" y="137368"/>
                </a:lnTo>
                <a:lnTo>
                  <a:pt x="74609" y="147935"/>
                </a:lnTo>
                <a:lnTo>
                  <a:pt x="72703" y="158502"/>
                </a:lnTo>
                <a:lnTo>
                  <a:pt x="71244" y="169069"/>
                </a:lnTo>
                <a:lnTo>
                  <a:pt x="70161" y="179636"/>
                </a:lnTo>
                <a:lnTo>
                  <a:pt x="69387" y="190202"/>
                </a:lnTo>
                <a:lnTo>
                  <a:pt x="68863" y="200769"/>
                </a:lnTo>
                <a:lnTo>
                  <a:pt x="68540" y="211336"/>
                </a:lnTo>
                <a:lnTo>
                  <a:pt x="68380" y="221903"/>
                </a:lnTo>
                <a:lnTo>
                  <a:pt x="68352" y="232470"/>
                </a:lnTo>
                <a:lnTo>
                  <a:pt x="68434" y="243036"/>
                </a:lnTo>
                <a:lnTo>
                  <a:pt x="68606" y="253603"/>
                </a:lnTo>
                <a:lnTo>
                  <a:pt x="68857" y="264170"/>
                </a:lnTo>
                <a:lnTo>
                  <a:pt x="69173" y="274737"/>
                </a:lnTo>
                <a:lnTo>
                  <a:pt x="69545" y="285304"/>
                </a:lnTo>
                <a:lnTo>
                  <a:pt x="69963" y="295870"/>
                </a:lnTo>
                <a:lnTo>
                  <a:pt x="70417" y="306437"/>
                </a:lnTo>
                <a:lnTo>
                  <a:pt x="70896" y="317004"/>
                </a:lnTo>
                <a:lnTo>
                  <a:pt x="71386" y="327571"/>
                </a:lnTo>
                <a:lnTo>
                  <a:pt x="71874" y="338138"/>
                </a:lnTo>
                <a:lnTo>
                  <a:pt x="72342" y="348704"/>
                </a:lnTo>
                <a:lnTo>
                  <a:pt x="72774" y="359271"/>
                </a:lnTo>
                <a:lnTo>
                  <a:pt x="73149" y="369838"/>
                </a:lnTo>
                <a:lnTo>
                  <a:pt x="73449" y="380405"/>
                </a:lnTo>
                <a:lnTo>
                  <a:pt x="73661" y="390972"/>
                </a:lnTo>
                <a:lnTo>
                  <a:pt x="73770" y="401538"/>
                </a:lnTo>
                <a:lnTo>
                  <a:pt x="73773" y="412105"/>
                </a:lnTo>
                <a:lnTo>
                  <a:pt x="73670" y="422672"/>
                </a:lnTo>
                <a:lnTo>
                  <a:pt x="73470" y="433239"/>
                </a:lnTo>
                <a:lnTo>
                  <a:pt x="73193" y="443806"/>
                </a:lnTo>
                <a:lnTo>
                  <a:pt x="72863" y="454372"/>
                </a:lnTo>
                <a:lnTo>
                  <a:pt x="72511" y="464939"/>
                </a:lnTo>
                <a:lnTo>
                  <a:pt x="72173" y="475506"/>
                </a:lnTo>
                <a:lnTo>
                  <a:pt x="71885" y="486073"/>
                </a:lnTo>
                <a:lnTo>
                  <a:pt x="71679" y="496640"/>
                </a:lnTo>
                <a:lnTo>
                  <a:pt x="71584" y="507206"/>
                </a:lnTo>
                <a:lnTo>
                  <a:pt x="71620" y="517773"/>
                </a:lnTo>
                <a:lnTo>
                  <a:pt x="71796" y="528340"/>
                </a:lnTo>
                <a:lnTo>
                  <a:pt x="72112" y="538907"/>
                </a:lnTo>
                <a:lnTo>
                  <a:pt x="72551" y="549474"/>
                </a:lnTo>
                <a:lnTo>
                  <a:pt x="73089" y="560040"/>
                </a:lnTo>
                <a:lnTo>
                  <a:pt x="73687" y="570607"/>
                </a:lnTo>
                <a:lnTo>
                  <a:pt x="74304" y="581174"/>
                </a:lnTo>
                <a:lnTo>
                  <a:pt x="74890" y="591741"/>
                </a:lnTo>
                <a:lnTo>
                  <a:pt x="75400" y="602308"/>
                </a:lnTo>
                <a:lnTo>
                  <a:pt x="75791" y="612874"/>
                </a:lnTo>
                <a:lnTo>
                  <a:pt x="76030" y="623441"/>
                </a:lnTo>
                <a:lnTo>
                  <a:pt x="76098" y="634008"/>
                </a:lnTo>
                <a:lnTo>
                  <a:pt x="75987" y="644575"/>
                </a:lnTo>
                <a:lnTo>
                  <a:pt x="75705" y="655142"/>
                </a:lnTo>
                <a:lnTo>
                  <a:pt x="75274" y="665708"/>
                </a:lnTo>
                <a:lnTo>
                  <a:pt x="74723" y="676275"/>
                </a:lnTo>
                <a:lnTo>
                  <a:pt x="74089" y="686842"/>
                </a:lnTo>
                <a:lnTo>
                  <a:pt x="73410" y="697409"/>
                </a:lnTo>
                <a:lnTo>
                  <a:pt x="72721" y="707976"/>
                </a:lnTo>
                <a:lnTo>
                  <a:pt x="72054" y="718543"/>
                </a:lnTo>
                <a:lnTo>
                  <a:pt x="71430" y="729109"/>
                </a:lnTo>
                <a:lnTo>
                  <a:pt x="70864" y="739676"/>
                </a:lnTo>
                <a:lnTo>
                  <a:pt x="70360" y="750243"/>
                </a:lnTo>
                <a:lnTo>
                  <a:pt x="69919" y="760810"/>
                </a:lnTo>
                <a:lnTo>
                  <a:pt x="69535" y="771377"/>
                </a:lnTo>
                <a:lnTo>
                  <a:pt x="69197" y="781943"/>
                </a:lnTo>
                <a:lnTo>
                  <a:pt x="68899" y="792510"/>
                </a:lnTo>
                <a:lnTo>
                  <a:pt x="68631" y="803077"/>
                </a:lnTo>
                <a:lnTo>
                  <a:pt x="68387" y="813644"/>
                </a:lnTo>
                <a:lnTo>
                  <a:pt x="68164" y="824211"/>
                </a:lnTo>
                <a:lnTo>
                  <a:pt x="67961" y="834777"/>
                </a:lnTo>
                <a:lnTo>
                  <a:pt x="67779" y="845344"/>
                </a:lnTo>
                <a:lnTo>
                  <a:pt x="67619" y="855911"/>
                </a:lnTo>
                <a:lnTo>
                  <a:pt x="67485" y="866478"/>
                </a:lnTo>
                <a:lnTo>
                  <a:pt x="67377" y="877045"/>
                </a:lnTo>
                <a:lnTo>
                  <a:pt x="67298" y="887611"/>
                </a:lnTo>
                <a:lnTo>
                  <a:pt x="67246" y="898178"/>
                </a:lnTo>
                <a:lnTo>
                  <a:pt x="67218" y="908745"/>
                </a:lnTo>
                <a:lnTo>
                  <a:pt x="67213" y="919312"/>
                </a:lnTo>
                <a:lnTo>
                  <a:pt x="67226" y="929879"/>
                </a:lnTo>
                <a:lnTo>
                  <a:pt x="67251" y="940445"/>
                </a:lnTo>
                <a:lnTo>
                  <a:pt x="67285" y="951012"/>
                </a:lnTo>
                <a:lnTo>
                  <a:pt x="67324" y="961579"/>
                </a:lnTo>
                <a:lnTo>
                  <a:pt x="67368" y="972146"/>
                </a:lnTo>
                <a:lnTo>
                  <a:pt x="67416" y="982713"/>
                </a:lnTo>
                <a:lnTo>
                  <a:pt x="67470" y="993279"/>
                </a:lnTo>
                <a:lnTo>
                  <a:pt x="67535" y="1003846"/>
                </a:lnTo>
                <a:lnTo>
                  <a:pt x="67616" y="1014413"/>
                </a:lnTo>
                <a:lnTo>
                  <a:pt x="67719" y="1024980"/>
                </a:lnTo>
                <a:lnTo>
                  <a:pt x="67856" y="1035547"/>
                </a:lnTo>
                <a:lnTo>
                  <a:pt x="68035" y="1046113"/>
                </a:lnTo>
                <a:lnTo>
                  <a:pt x="68272" y="1056680"/>
                </a:lnTo>
                <a:lnTo>
                  <a:pt x="68584" y="1067247"/>
                </a:lnTo>
                <a:lnTo>
                  <a:pt x="68992" y="1077814"/>
                </a:lnTo>
                <a:lnTo>
                  <a:pt x="69522" y="1088381"/>
                </a:lnTo>
                <a:lnTo>
                  <a:pt x="70206" y="1098947"/>
                </a:lnTo>
                <a:lnTo>
                  <a:pt x="71079" y="1109514"/>
                </a:lnTo>
                <a:lnTo>
                  <a:pt x="72178" y="1120081"/>
                </a:lnTo>
                <a:lnTo>
                  <a:pt x="73538" y="1130648"/>
                </a:lnTo>
                <a:lnTo>
                  <a:pt x="75189" y="1141215"/>
                </a:lnTo>
                <a:lnTo>
                  <a:pt x="77148" y="1151781"/>
                </a:lnTo>
                <a:lnTo>
                  <a:pt x="79414" y="1162348"/>
                </a:lnTo>
                <a:lnTo>
                  <a:pt x="81961" y="1172915"/>
                </a:lnTo>
                <a:lnTo>
                  <a:pt x="84736" y="1183482"/>
                </a:lnTo>
                <a:lnTo>
                  <a:pt x="87657" y="1194049"/>
                </a:lnTo>
                <a:lnTo>
                  <a:pt x="90613" y="1204615"/>
                </a:lnTo>
                <a:lnTo>
                  <a:pt x="93471" y="1215182"/>
                </a:lnTo>
                <a:lnTo>
                  <a:pt x="96085" y="1225749"/>
                </a:lnTo>
                <a:lnTo>
                  <a:pt x="98309" y="1236316"/>
                </a:lnTo>
                <a:lnTo>
                  <a:pt x="100007" y="1246883"/>
                </a:lnTo>
                <a:lnTo>
                  <a:pt x="101072" y="1257449"/>
                </a:lnTo>
                <a:lnTo>
                  <a:pt x="101436" y="1268016"/>
                </a:lnTo>
                <a:lnTo>
                  <a:pt x="10143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9" name="01_find_only_2668">
            <a:extLst>
              <a:ext uri="{FF2B5EF4-FFF2-40B4-BE49-F238E27FC236}">
                <a16:creationId xmlns:a16="http://schemas.microsoft.com/office/drawing/2014/main" id="{A4A57D28-3FEB-4DC6-92AB-77C89658786B}"/>
              </a:ext>
            </a:extLst>
          </p:cNvPr>
          <p:cNvSpPr>
            <a:spLocks noGrp="1"/>
          </p:cNvSpPr>
          <p:nvPr/>
        </p:nvSpPr>
        <p:spPr>
          <a:xfrm>
            <a:off x="515251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1206" y="1268016"/>
                </a:moveTo>
                <a:lnTo>
                  <a:pt x="38794" y="1268016"/>
                </a:lnTo>
                <a:lnTo>
                  <a:pt x="39051" y="1257449"/>
                </a:lnTo>
                <a:lnTo>
                  <a:pt x="39805" y="1246883"/>
                </a:lnTo>
                <a:lnTo>
                  <a:pt x="41008" y="1236316"/>
                </a:lnTo>
                <a:lnTo>
                  <a:pt x="42583" y="1225749"/>
                </a:lnTo>
                <a:lnTo>
                  <a:pt x="44435" y="1215182"/>
                </a:lnTo>
                <a:lnTo>
                  <a:pt x="46460" y="1204615"/>
                </a:lnTo>
                <a:lnTo>
                  <a:pt x="48557" y="1194049"/>
                </a:lnTo>
                <a:lnTo>
                  <a:pt x="50629" y="1183482"/>
                </a:lnTo>
                <a:lnTo>
                  <a:pt x="52600" y="1172915"/>
                </a:lnTo>
                <a:lnTo>
                  <a:pt x="54411" y="1162348"/>
                </a:lnTo>
                <a:lnTo>
                  <a:pt x="56024" y="1151781"/>
                </a:lnTo>
                <a:lnTo>
                  <a:pt x="57422" y="1141215"/>
                </a:lnTo>
                <a:lnTo>
                  <a:pt x="58602" y="1130648"/>
                </a:lnTo>
                <a:lnTo>
                  <a:pt x="59578" y="1120081"/>
                </a:lnTo>
                <a:lnTo>
                  <a:pt x="60370" y="1109514"/>
                </a:lnTo>
                <a:lnTo>
                  <a:pt x="61002" y="1098947"/>
                </a:lnTo>
                <a:lnTo>
                  <a:pt x="61500" y="1088381"/>
                </a:lnTo>
                <a:lnTo>
                  <a:pt x="61890" y="1077814"/>
                </a:lnTo>
                <a:lnTo>
                  <a:pt x="62193" y="1067247"/>
                </a:lnTo>
                <a:lnTo>
                  <a:pt x="62428" y="1056680"/>
                </a:lnTo>
                <a:lnTo>
                  <a:pt x="62610" y="1046113"/>
                </a:lnTo>
                <a:lnTo>
                  <a:pt x="62752" y="1035547"/>
                </a:lnTo>
                <a:lnTo>
                  <a:pt x="62865" y="1024980"/>
                </a:lnTo>
                <a:lnTo>
                  <a:pt x="62957" y="1014413"/>
                </a:lnTo>
                <a:lnTo>
                  <a:pt x="63035" y="1003846"/>
                </a:lnTo>
                <a:lnTo>
                  <a:pt x="63107" y="993279"/>
                </a:lnTo>
                <a:lnTo>
                  <a:pt x="63177" y="982713"/>
                </a:lnTo>
                <a:lnTo>
                  <a:pt x="63249" y="972146"/>
                </a:lnTo>
                <a:lnTo>
                  <a:pt x="63324" y="961579"/>
                </a:lnTo>
                <a:lnTo>
                  <a:pt x="63404" y="951012"/>
                </a:lnTo>
                <a:lnTo>
                  <a:pt x="63486" y="940445"/>
                </a:lnTo>
                <a:lnTo>
                  <a:pt x="63566" y="929879"/>
                </a:lnTo>
                <a:lnTo>
                  <a:pt x="63640" y="919312"/>
                </a:lnTo>
                <a:lnTo>
                  <a:pt x="63701" y="908745"/>
                </a:lnTo>
                <a:lnTo>
                  <a:pt x="63742" y="898178"/>
                </a:lnTo>
                <a:lnTo>
                  <a:pt x="63759" y="887611"/>
                </a:lnTo>
                <a:lnTo>
                  <a:pt x="63745" y="877045"/>
                </a:lnTo>
                <a:lnTo>
                  <a:pt x="63699" y="866478"/>
                </a:lnTo>
                <a:lnTo>
                  <a:pt x="63617" y="855911"/>
                </a:lnTo>
                <a:lnTo>
                  <a:pt x="63500" y="845344"/>
                </a:lnTo>
                <a:lnTo>
                  <a:pt x="63351" y="834777"/>
                </a:lnTo>
                <a:lnTo>
                  <a:pt x="63171" y="824211"/>
                </a:lnTo>
                <a:lnTo>
                  <a:pt x="62965" y="813644"/>
                </a:lnTo>
                <a:lnTo>
                  <a:pt x="62733" y="803077"/>
                </a:lnTo>
                <a:lnTo>
                  <a:pt x="62477" y="792510"/>
                </a:lnTo>
                <a:lnTo>
                  <a:pt x="62198" y="781943"/>
                </a:lnTo>
                <a:lnTo>
                  <a:pt x="61891" y="771377"/>
                </a:lnTo>
                <a:lnTo>
                  <a:pt x="61555" y="760810"/>
                </a:lnTo>
                <a:lnTo>
                  <a:pt x="61184" y="750243"/>
                </a:lnTo>
                <a:lnTo>
                  <a:pt x="60776" y="739676"/>
                </a:lnTo>
                <a:lnTo>
                  <a:pt x="60331" y="729109"/>
                </a:lnTo>
                <a:lnTo>
                  <a:pt x="59854" y="718543"/>
                </a:lnTo>
                <a:lnTo>
                  <a:pt x="59352" y="707976"/>
                </a:lnTo>
                <a:lnTo>
                  <a:pt x="58841" y="697409"/>
                </a:lnTo>
                <a:lnTo>
                  <a:pt x="58342" y="686842"/>
                </a:lnTo>
                <a:lnTo>
                  <a:pt x="57880" y="676275"/>
                </a:lnTo>
                <a:lnTo>
                  <a:pt x="57479" y="665708"/>
                </a:lnTo>
                <a:lnTo>
                  <a:pt x="57167" y="655142"/>
                </a:lnTo>
                <a:lnTo>
                  <a:pt x="56964" y="644575"/>
                </a:lnTo>
                <a:lnTo>
                  <a:pt x="56885" y="634008"/>
                </a:lnTo>
                <a:lnTo>
                  <a:pt x="56937" y="623441"/>
                </a:lnTo>
                <a:lnTo>
                  <a:pt x="57114" y="612874"/>
                </a:lnTo>
                <a:lnTo>
                  <a:pt x="57405" y="602308"/>
                </a:lnTo>
                <a:lnTo>
                  <a:pt x="57786" y="591741"/>
                </a:lnTo>
                <a:lnTo>
                  <a:pt x="58229" y="581174"/>
                </a:lnTo>
                <a:lnTo>
                  <a:pt x="58702" y="570607"/>
                </a:lnTo>
                <a:lnTo>
                  <a:pt x="59173" y="560040"/>
                </a:lnTo>
                <a:lnTo>
                  <a:pt x="59612" y="549474"/>
                </a:lnTo>
                <a:lnTo>
                  <a:pt x="59994" y="538907"/>
                </a:lnTo>
                <a:lnTo>
                  <a:pt x="60299" y="528340"/>
                </a:lnTo>
                <a:lnTo>
                  <a:pt x="60519" y="517773"/>
                </a:lnTo>
                <a:lnTo>
                  <a:pt x="60651" y="507206"/>
                </a:lnTo>
                <a:lnTo>
                  <a:pt x="60698" y="496640"/>
                </a:lnTo>
                <a:lnTo>
                  <a:pt x="60674" y="486073"/>
                </a:lnTo>
                <a:lnTo>
                  <a:pt x="60593" y="475506"/>
                </a:lnTo>
                <a:lnTo>
                  <a:pt x="60476" y="464939"/>
                </a:lnTo>
                <a:lnTo>
                  <a:pt x="60343" y="454372"/>
                </a:lnTo>
                <a:lnTo>
                  <a:pt x="60215" y="443806"/>
                </a:lnTo>
                <a:lnTo>
                  <a:pt x="60108" y="433239"/>
                </a:lnTo>
                <a:lnTo>
                  <a:pt x="60038" y="422672"/>
                </a:lnTo>
                <a:lnTo>
                  <a:pt x="60015" y="412105"/>
                </a:lnTo>
                <a:lnTo>
                  <a:pt x="60045" y="401538"/>
                </a:lnTo>
                <a:lnTo>
                  <a:pt x="60129" y="390972"/>
                </a:lnTo>
                <a:lnTo>
                  <a:pt x="60266" y="380405"/>
                </a:lnTo>
                <a:lnTo>
                  <a:pt x="60451" y="369838"/>
                </a:lnTo>
                <a:lnTo>
                  <a:pt x="60677" y="359271"/>
                </a:lnTo>
                <a:lnTo>
                  <a:pt x="60934" y="348704"/>
                </a:lnTo>
                <a:lnTo>
                  <a:pt x="61216" y="338138"/>
                </a:lnTo>
                <a:lnTo>
                  <a:pt x="61511" y="327571"/>
                </a:lnTo>
                <a:lnTo>
                  <a:pt x="61813" y="317004"/>
                </a:lnTo>
                <a:lnTo>
                  <a:pt x="62113" y="306437"/>
                </a:lnTo>
                <a:lnTo>
                  <a:pt x="62402" y="295870"/>
                </a:lnTo>
                <a:lnTo>
                  <a:pt x="62673" y="285304"/>
                </a:lnTo>
                <a:lnTo>
                  <a:pt x="62917" y="274737"/>
                </a:lnTo>
                <a:lnTo>
                  <a:pt x="63127" y="264170"/>
                </a:lnTo>
                <a:lnTo>
                  <a:pt x="63292" y="253603"/>
                </a:lnTo>
                <a:lnTo>
                  <a:pt x="63402" y="243036"/>
                </a:lnTo>
                <a:lnTo>
                  <a:pt x="63442" y="232470"/>
                </a:lnTo>
                <a:lnTo>
                  <a:pt x="63394" y="221903"/>
                </a:lnTo>
                <a:lnTo>
                  <a:pt x="63231" y="211336"/>
                </a:lnTo>
                <a:lnTo>
                  <a:pt x="62921" y="200769"/>
                </a:lnTo>
                <a:lnTo>
                  <a:pt x="62420" y="190202"/>
                </a:lnTo>
                <a:lnTo>
                  <a:pt x="61673" y="179636"/>
                </a:lnTo>
                <a:lnTo>
                  <a:pt x="60615" y="169069"/>
                </a:lnTo>
                <a:lnTo>
                  <a:pt x="59169" y="158502"/>
                </a:lnTo>
                <a:lnTo>
                  <a:pt x="57258" y="147935"/>
                </a:lnTo>
                <a:lnTo>
                  <a:pt x="54805" y="137368"/>
                </a:lnTo>
                <a:lnTo>
                  <a:pt x="51746" y="126802"/>
                </a:lnTo>
                <a:lnTo>
                  <a:pt x="48042" y="116235"/>
                </a:lnTo>
                <a:lnTo>
                  <a:pt x="43692" y="105668"/>
                </a:lnTo>
                <a:lnTo>
                  <a:pt x="38743" y="95101"/>
                </a:lnTo>
                <a:lnTo>
                  <a:pt x="33301" y="84534"/>
                </a:lnTo>
                <a:lnTo>
                  <a:pt x="27534" y="73968"/>
                </a:lnTo>
                <a:lnTo>
                  <a:pt x="21665" y="63401"/>
                </a:lnTo>
                <a:lnTo>
                  <a:pt x="15967" y="52834"/>
                </a:lnTo>
                <a:lnTo>
                  <a:pt x="10739" y="42267"/>
                </a:lnTo>
                <a:lnTo>
                  <a:pt x="6283" y="31700"/>
                </a:lnTo>
                <a:lnTo>
                  <a:pt x="2873" y="21134"/>
                </a:lnTo>
                <a:lnTo>
                  <a:pt x="731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9" y="10567"/>
                </a:lnTo>
                <a:lnTo>
                  <a:pt x="127127" y="21134"/>
                </a:lnTo>
                <a:lnTo>
                  <a:pt x="123717" y="31700"/>
                </a:lnTo>
                <a:lnTo>
                  <a:pt x="119261" y="42267"/>
                </a:lnTo>
                <a:lnTo>
                  <a:pt x="114033" y="52834"/>
                </a:lnTo>
                <a:lnTo>
                  <a:pt x="108335" y="63401"/>
                </a:lnTo>
                <a:lnTo>
                  <a:pt x="102466" y="73968"/>
                </a:lnTo>
                <a:lnTo>
                  <a:pt x="96699" y="84534"/>
                </a:lnTo>
                <a:lnTo>
                  <a:pt x="91257" y="95101"/>
                </a:lnTo>
                <a:lnTo>
                  <a:pt x="86308" y="105668"/>
                </a:lnTo>
                <a:lnTo>
                  <a:pt x="81958" y="116235"/>
                </a:lnTo>
                <a:lnTo>
                  <a:pt x="78254" y="126802"/>
                </a:lnTo>
                <a:lnTo>
                  <a:pt x="75195" y="137368"/>
                </a:lnTo>
                <a:lnTo>
                  <a:pt x="72741" y="147935"/>
                </a:lnTo>
                <a:lnTo>
                  <a:pt x="70830" y="158502"/>
                </a:lnTo>
                <a:lnTo>
                  <a:pt x="69385" y="169069"/>
                </a:lnTo>
                <a:lnTo>
                  <a:pt x="68327" y="179636"/>
                </a:lnTo>
                <a:lnTo>
                  <a:pt x="67580" y="190202"/>
                </a:lnTo>
                <a:lnTo>
                  <a:pt x="67079" y="200769"/>
                </a:lnTo>
                <a:lnTo>
                  <a:pt x="66769" y="211336"/>
                </a:lnTo>
                <a:lnTo>
                  <a:pt x="66606" y="221903"/>
                </a:lnTo>
                <a:lnTo>
                  <a:pt x="66558" y="232470"/>
                </a:lnTo>
                <a:lnTo>
                  <a:pt x="66598" y="243036"/>
                </a:lnTo>
                <a:lnTo>
                  <a:pt x="66708" y="253603"/>
                </a:lnTo>
                <a:lnTo>
                  <a:pt x="66873" y="264170"/>
                </a:lnTo>
                <a:lnTo>
                  <a:pt x="67083" y="274737"/>
                </a:lnTo>
                <a:lnTo>
                  <a:pt x="67327" y="285304"/>
                </a:lnTo>
                <a:lnTo>
                  <a:pt x="67598" y="295870"/>
                </a:lnTo>
                <a:lnTo>
                  <a:pt x="67887" y="306437"/>
                </a:lnTo>
                <a:lnTo>
                  <a:pt x="68187" y="317004"/>
                </a:lnTo>
                <a:lnTo>
                  <a:pt x="68489" y="327571"/>
                </a:lnTo>
                <a:lnTo>
                  <a:pt x="68784" y="338138"/>
                </a:lnTo>
                <a:lnTo>
                  <a:pt x="69066" y="348704"/>
                </a:lnTo>
                <a:lnTo>
                  <a:pt x="69323" y="359271"/>
                </a:lnTo>
                <a:lnTo>
                  <a:pt x="69549" y="369838"/>
                </a:lnTo>
                <a:lnTo>
                  <a:pt x="69734" y="380405"/>
                </a:lnTo>
                <a:lnTo>
                  <a:pt x="69871" y="390972"/>
                </a:lnTo>
                <a:lnTo>
                  <a:pt x="69955" y="401538"/>
                </a:lnTo>
                <a:lnTo>
                  <a:pt x="69985" y="412105"/>
                </a:lnTo>
                <a:lnTo>
                  <a:pt x="69962" y="422672"/>
                </a:lnTo>
                <a:lnTo>
                  <a:pt x="69892" y="433239"/>
                </a:lnTo>
                <a:lnTo>
                  <a:pt x="69785" y="443806"/>
                </a:lnTo>
                <a:lnTo>
                  <a:pt x="69657" y="454372"/>
                </a:lnTo>
                <a:lnTo>
                  <a:pt x="69524" y="464939"/>
                </a:lnTo>
                <a:lnTo>
                  <a:pt x="69407" y="475506"/>
                </a:lnTo>
                <a:lnTo>
                  <a:pt x="69326" y="486073"/>
                </a:lnTo>
                <a:lnTo>
                  <a:pt x="69302" y="496640"/>
                </a:lnTo>
                <a:lnTo>
                  <a:pt x="69349" y="507206"/>
                </a:lnTo>
                <a:lnTo>
                  <a:pt x="69481" y="517773"/>
                </a:lnTo>
                <a:lnTo>
                  <a:pt x="69701" y="528340"/>
                </a:lnTo>
                <a:lnTo>
                  <a:pt x="70006" y="538907"/>
                </a:lnTo>
                <a:lnTo>
                  <a:pt x="70388" y="549474"/>
                </a:lnTo>
                <a:lnTo>
                  <a:pt x="70827" y="560040"/>
                </a:lnTo>
                <a:lnTo>
                  <a:pt x="71298" y="570607"/>
                </a:lnTo>
                <a:lnTo>
                  <a:pt x="71771" y="581174"/>
                </a:lnTo>
                <a:lnTo>
                  <a:pt x="72214" y="591741"/>
                </a:lnTo>
                <a:lnTo>
                  <a:pt x="72595" y="602308"/>
                </a:lnTo>
                <a:lnTo>
                  <a:pt x="72886" y="612874"/>
                </a:lnTo>
                <a:lnTo>
                  <a:pt x="73063" y="623441"/>
                </a:lnTo>
                <a:lnTo>
                  <a:pt x="73115" y="634008"/>
                </a:lnTo>
                <a:lnTo>
                  <a:pt x="73036" y="644575"/>
                </a:lnTo>
                <a:lnTo>
                  <a:pt x="72833" y="655142"/>
                </a:lnTo>
                <a:lnTo>
                  <a:pt x="72521" y="665708"/>
                </a:lnTo>
                <a:lnTo>
                  <a:pt x="72120" y="676275"/>
                </a:lnTo>
                <a:lnTo>
                  <a:pt x="71658" y="686842"/>
                </a:lnTo>
                <a:lnTo>
                  <a:pt x="71159" y="697409"/>
                </a:lnTo>
                <a:lnTo>
                  <a:pt x="70648" y="707976"/>
                </a:lnTo>
                <a:lnTo>
                  <a:pt x="70146" y="718543"/>
                </a:lnTo>
                <a:lnTo>
                  <a:pt x="69669" y="729109"/>
                </a:lnTo>
                <a:lnTo>
                  <a:pt x="69224" y="739676"/>
                </a:lnTo>
                <a:lnTo>
                  <a:pt x="68816" y="750243"/>
                </a:lnTo>
                <a:lnTo>
                  <a:pt x="68445" y="760810"/>
                </a:lnTo>
                <a:lnTo>
                  <a:pt x="68109" y="771377"/>
                </a:lnTo>
                <a:lnTo>
                  <a:pt x="67802" y="781943"/>
                </a:lnTo>
                <a:lnTo>
                  <a:pt x="67523" y="792510"/>
                </a:lnTo>
                <a:lnTo>
                  <a:pt x="67267" y="803077"/>
                </a:lnTo>
                <a:lnTo>
                  <a:pt x="67035" y="813644"/>
                </a:lnTo>
                <a:lnTo>
                  <a:pt x="66828" y="824211"/>
                </a:lnTo>
                <a:lnTo>
                  <a:pt x="66649" y="834777"/>
                </a:lnTo>
                <a:lnTo>
                  <a:pt x="66500" y="845344"/>
                </a:lnTo>
                <a:lnTo>
                  <a:pt x="66383" y="855911"/>
                </a:lnTo>
                <a:lnTo>
                  <a:pt x="66301" y="866478"/>
                </a:lnTo>
                <a:lnTo>
                  <a:pt x="66255" y="877045"/>
                </a:lnTo>
                <a:lnTo>
                  <a:pt x="66241" y="887611"/>
                </a:lnTo>
                <a:lnTo>
                  <a:pt x="66258" y="898178"/>
                </a:lnTo>
                <a:lnTo>
                  <a:pt x="66299" y="908745"/>
                </a:lnTo>
                <a:lnTo>
                  <a:pt x="66360" y="919312"/>
                </a:lnTo>
                <a:lnTo>
                  <a:pt x="66434" y="929879"/>
                </a:lnTo>
                <a:lnTo>
                  <a:pt x="66514" y="940445"/>
                </a:lnTo>
                <a:lnTo>
                  <a:pt x="66596" y="951012"/>
                </a:lnTo>
                <a:lnTo>
                  <a:pt x="66676" y="961579"/>
                </a:lnTo>
                <a:lnTo>
                  <a:pt x="66751" y="972146"/>
                </a:lnTo>
                <a:lnTo>
                  <a:pt x="66823" y="982713"/>
                </a:lnTo>
                <a:lnTo>
                  <a:pt x="66893" y="993279"/>
                </a:lnTo>
                <a:lnTo>
                  <a:pt x="66965" y="1003846"/>
                </a:lnTo>
                <a:lnTo>
                  <a:pt x="67043" y="1014413"/>
                </a:lnTo>
                <a:lnTo>
                  <a:pt x="67135" y="1024980"/>
                </a:lnTo>
                <a:lnTo>
                  <a:pt x="67248" y="1035547"/>
                </a:lnTo>
                <a:lnTo>
                  <a:pt x="67390" y="1046113"/>
                </a:lnTo>
                <a:lnTo>
                  <a:pt x="67572" y="1056680"/>
                </a:lnTo>
                <a:lnTo>
                  <a:pt x="67807" y="1067247"/>
                </a:lnTo>
                <a:lnTo>
                  <a:pt x="68110" y="1077814"/>
                </a:lnTo>
                <a:lnTo>
                  <a:pt x="68500" y="1088381"/>
                </a:lnTo>
                <a:lnTo>
                  <a:pt x="68998" y="1098947"/>
                </a:lnTo>
                <a:lnTo>
                  <a:pt x="69630" y="1109514"/>
                </a:lnTo>
                <a:lnTo>
                  <a:pt x="70422" y="1120081"/>
                </a:lnTo>
                <a:lnTo>
                  <a:pt x="71398" y="1130648"/>
                </a:lnTo>
                <a:lnTo>
                  <a:pt x="72578" y="1141215"/>
                </a:lnTo>
                <a:lnTo>
                  <a:pt x="73976" y="1151781"/>
                </a:lnTo>
                <a:lnTo>
                  <a:pt x="75589" y="1162348"/>
                </a:lnTo>
                <a:lnTo>
                  <a:pt x="77400" y="1172915"/>
                </a:lnTo>
                <a:lnTo>
                  <a:pt x="79371" y="1183482"/>
                </a:lnTo>
                <a:lnTo>
                  <a:pt x="81443" y="1194049"/>
                </a:lnTo>
                <a:lnTo>
                  <a:pt x="83540" y="1204615"/>
                </a:lnTo>
                <a:lnTo>
                  <a:pt x="85565" y="1215182"/>
                </a:lnTo>
                <a:lnTo>
                  <a:pt x="87417" y="1225749"/>
                </a:lnTo>
                <a:lnTo>
                  <a:pt x="88992" y="1236316"/>
                </a:lnTo>
                <a:lnTo>
                  <a:pt x="90195" y="1246883"/>
                </a:lnTo>
                <a:lnTo>
                  <a:pt x="90949" y="1257449"/>
                </a:lnTo>
                <a:lnTo>
                  <a:pt x="91206" y="1268016"/>
                </a:lnTo>
                <a:lnTo>
                  <a:pt x="9120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0" name="01_find_only_2669">
            <a:extLst>
              <a:ext uri="{FF2B5EF4-FFF2-40B4-BE49-F238E27FC236}">
                <a16:creationId xmlns:a16="http://schemas.microsoft.com/office/drawing/2014/main" id="{1A3469C6-B0BA-41B9-9B2A-105E4E316854}"/>
              </a:ext>
            </a:extLst>
          </p:cNvPr>
          <p:cNvSpPr>
            <a:spLocks noGrp="1"/>
          </p:cNvSpPr>
          <p:nvPr/>
        </p:nvSpPr>
        <p:spPr>
          <a:xfrm>
            <a:off x="566179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5127" y="1268016"/>
                </a:moveTo>
                <a:lnTo>
                  <a:pt x="44873" y="1268016"/>
                </a:lnTo>
                <a:lnTo>
                  <a:pt x="45064" y="1257449"/>
                </a:lnTo>
                <a:lnTo>
                  <a:pt x="45626" y="1246883"/>
                </a:lnTo>
                <a:lnTo>
                  <a:pt x="46520" y="1236316"/>
                </a:lnTo>
                <a:lnTo>
                  <a:pt x="47693" y="1225749"/>
                </a:lnTo>
                <a:lnTo>
                  <a:pt x="49072" y="1215182"/>
                </a:lnTo>
                <a:lnTo>
                  <a:pt x="50582" y="1204615"/>
                </a:lnTo>
                <a:lnTo>
                  <a:pt x="52147" y="1194049"/>
                </a:lnTo>
                <a:lnTo>
                  <a:pt x="53696" y="1183482"/>
                </a:lnTo>
                <a:lnTo>
                  <a:pt x="55171" y="1172915"/>
                </a:lnTo>
                <a:lnTo>
                  <a:pt x="56530" y="1162348"/>
                </a:lnTo>
                <a:lnTo>
                  <a:pt x="57744" y="1151781"/>
                </a:lnTo>
                <a:lnTo>
                  <a:pt x="58799" y="1141215"/>
                </a:lnTo>
                <a:lnTo>
                  <a:pt x="59696" y="1130648"/>
                </a:lnTo>
                <a:lnTo>
                  <a:pt x="60441" y="1120081"/>
                </a:lnTo>
                <a:lnTo>
                  <a:pt x="61050" y="1109514"/>
                </a:lnTo>
                <a:lnTo>
                  <a:pt x="61542" y="1098947"/>
                </a:lnTo>
                <a:lnTo>
                  <a:pt x="61934" y="1088381"/>
                </a:lnTo>
                <a:lnTo>
                  <a:pt x="62244" y="1077814"/>
                </a:lnTo>
                <a:lnTo>
                  <a:pt x="62489" y="1067247"/>
                </a:lnTo>
                <a:lnTo>
                  <a:pt x="62682" y="1056680"/>
                </a:lnTo>
                <a:lnTo>
                  <a:pt x="62834" y="1046113"/>
                </a:lnTo>
                <a:lnTo>
                  <a:pt x="62955" y="1035547"/>
                </a:lnTo>
                <a:lnTo>
                  <a:pt x="63052" y="1024980"/>
                </a:lnTo>
                <a:lnTo>
                  <a:pt x="63132" y="1014413"/>
                </a:lnTo>
                <a:lnTo>
                  <a:pt x="63202" y="1003846"/>
                </a:lnTo>
                <a:lnTo>
                  <a:pt x="63267" y="993279"/>
                </a:lnTo>
                <a:lnTo>
                  <a:pt x="63330" y="982713"/>
                </a:lnTo>
                <a:lnTo>
                  <a:pt x="63395" y="972146"/>
                </a:lnTo>
                <a:lnTo>
                  <a:pt x="63464" y="961579"/>
                </a:lnTo>
                <a:lnTo>
                  <a:pt x="63537" y="951012"/>
                </a:lnTo>
                <a:lnTo>
                  <a:pt x="63612" y="940445"/>
                </a:lnTo>
                <a:lnTo>
                  <a:pt x="63686" y="929879"/>
                </a:lnTo>
                <a:lnTo>
                  <a:pt x="63753" y="919312"/>
                </a:lnTo>
                <a:lnTo>
                  <a:pt x="63809" y="908745"/>
                </a:lnTo>
                <a:lnTo>
                  <a:pt x="63848" y="898178"/>
                </a:lnTo>
                <a:lnTo>
                  <a:pt x="63863" y="887611"/>
                </a:lnTo>
                <a:lnTo>
                  <a:pt x="63852" y="877045"/>
                </a:lnTo>
                <a:lnTo>
                  <a:pt x="63810" y="866478"/>
                </a:lnTo>
                <a:lnTo>
                  <a:pt x="63736" y="855911"/>
                </a:lnTo>
                <a:lnTo>
                  <a:pt x="63632" y="845344"/>
                </a:lnTo>
                <a:lnTo>
                  <a:pt x="63499" y="834777"/>
                </a:lnTo>
                <a:lnTo>
                  <a:pt x="63340" y="824211"/>
                </a:lnTo>
                <a:lnTo>
                  <a:pt x="63158" y="813644"/>
                </a:lnTo>
                <a:lnTo>
                  <a:pt x="62956" y="803077"/>
                </a:lnTo>
                <a:lnTo>
                  <a:pt x="62737" y="792510"/>
                </a:lnTo>
                <a:lnTo>
                  <a:pt x="62500" y="781943"/>
                </a:lnTo>
                <a:lnTo>
                  <a:pt x="62244" y="771377"/>
                </a:lnTo>
                <a:lnTo>
                  <a:pt x="61966" y="760810"/>
                </a:lnTo>
                <a:lnTo>
                  <a:pt x="61664" y="750243"/>
                </a:lnTo>
                <a:lnTo>
                  <a:pt x="61334" y="739676"/>
                </a:lnTo>
                <a:lnTo>
                  <a:pt x="60977" y="729109"/>
                </a:lnTo>
                <a:lnTo>
                  <a:pt x="60594" y="718543"/>
                </a:lnTo>
                <a:lnTo>
                  <a:pt x="60193" y="707976"/>
                </a:lnTo>
                <a:lnTo>
                  <a:pt x="59785" y="697409"/>
                </a:lnTo>
                <a:lnTo>
                  <a:pt x="59385" y="686842"/>
                </a:lnTo>
                <a:lnTo>
                  <a:pt x="59015" y="676275"/>
                </a:lnTo>
                <a:lnTo>
                  <a:pt x="58693" y="665708"/>
                </a:lnTo>
                <a:lnTo>
                  <a:pt x="58443" y="655142"/>
                </a:lnTo>
                <a:lnTo>
                  <a:pt x="58280" y="644575"/>
                </a:lnTo>
                <a:lnTo>
                  <a:pt x="58218" y="634008"/>
                </a:lnTo>
                <a:lnTo>
                  <a:pt x="58261" y="623441"/>
                </a:lnTo>
                <a:lnTo>
                  <a:pt x="58408" y="612874"/>
                </a:lnTo>
                <a:lnTo>
                  <a:pt x="58647" y="602308"/>
                </a:lnTo>
                <a:lnTo>
                  <a:pt x="58962" y="591741"/>
                </a:lnTo>
                <a:lnTo>
                  <a:pt x="59330" y="581174"/>
                </a:lnTo>
                <a:lnTo>
                  <a:pt x="59725" y="570607"/>
                </a:lnTo>
                <a:lnTo>
                  <a:pt x="60123" y="560040"/>
                </a:lnTo>
                <a:lnTo>
                  <a:pt x="60497" y="549474"/>
                </a:lnTo>
                <a:lnTo>
                  <a:pt x="60829" y="538907"/>
                </a:lnTo>
                <a:lnTo>
                  <a:pt x="61103" y="528340"/>
                </a:lnTo>
                <a:lnTo>
                  <a:pt x="61311" y="517773"/>
                </a:lnTo>
                <a:lnTo>
                  <a:pt x="61449" y="507206"/>
                </a:lnTo>
                <a:lnTo>
                  <a:pt x="61520" y="496640"/>
                </a:lnTo>
                <a:lnTo>
                  <a:pt x="61532" y="486073"/>
                </a:lnTo>
                <a:lnTo>
                  <a:pt x="61496" y="475506"/>
                </a:lnTo>
                <a:lnTo>
                  <a:pt x="61427" y="464939"/>
                </a:lnTo>
                <a:lnTo>
                  <a:pt x="61339" y="454372"/>
                </a:lnTo>
                <a:lnTo>
                  <a:pt x="61247" y="443806"/>
                </a:lnTo>
                <a:lnTo>
                  <a:pt x="61164" y="433239"/>
                </a:lnTo>
                <a:lnTo>
                  <a:pt x="61101" y="422672"/>
                </a:lnTo>
                <a:lnTo>
                  <a:pt x="61066" y="412105"/>
                </a:lnTo>
                <a:lnTo>
                  <a:pt x="61064" y="401538"/>
                </a:lnTo>
                <a:lnTo>
                  <a:pt x="61099" y="390972"/>
                </a:lnTo>
                <a:lnTo>
                  <a:pt x="61168" y="380405"/>
                </a:lnTo>
                <a:lnTo>
                  <a:pt x="61269" y="369838"/>
                </a:lnTo>
                <a:lnTo>
                  <a:pt x="61398" y="359271"/>
                </a:lnTo>
                <a:lnTo>
                  <a:pt x="61550" y="348704"/>
                </a:lnTo>
                <a:lnTo>
                  <a:pt x="61718" y="338138"/>
                </a:lnTo>
                <a:lnTo>
                  <a:pt x="61897" y="327571"/>
                </a:lnTo>
                <a:lnTo>
                  <a:pt x="62079" y="317004"/>
                </a:lnTo>
                <a:lnTo>
                  <a:pt x="62259" y="306437"/>
                </a:lnTo>
                <a:lnTo>
                  <a:pt x="62432" y="295870"/>
                </a:lnTo>
                <a:lnTo>
                  <a:pt x="62590" y="285304"/>
                </a:lnTo>
                <a:lnTo>
                  <a:pt x="62730" y="274737"/>
                </a:lnTo>
                <a:lnTo>
                  <a:pt x="62844" y="264170"/>
                </a:lnTo>
                <a:lnTo>
                  <a:pt x="62927" y="253603"/>
                </a:lnTo>
                <a:lnTo>
                  <a:pt x="62969" y="243036"/>
                </a:lnTo>
                <a:lnTo>
                  <a:pt x="62959" y="232470"/>
                </a:lnTo>
                <a:lnTo>
                  <a:pt x="62879" y="221903"/>
                </a:lnTo>
                <a:lnTo>
                  <a:pt x="62706" y="211336"/>
                </a:lnTo>
                <a:lnTo>
                  <a:pt x="62405" y="200769"/>
                </a:lnTo>
                <a:lnTo>
                  <a:pt x="61931" y="190202"/>
                </a:lnTo>
                <a:lnTo>
                  <a:pt x="61229" y="179636"/>
                </a:lnTo>
                <a:lnTo>
                  <a:pt x="60229" y="169069"/>
                </a:lnTo>
                <a:lnTo>
                  <a:pt x="58851" y="158502"/>
                </a:lnTo>
                <a:lnTo>
                  <a:pt x="57013" y="147935"/>
                </a:lnTo>
                <a:lnTo>
                  <a:pt x="54633" y="137368"/>
                </a:lnTo>
                <a:lnTo>
                  <a:pt x="51644" y="126802"/>
                </a:lnTo>
                <a:lnTo>
                  <a:pt x="48001" y="116235"/>
                </a:lnTo>
                <a:lnTo>
                  <a:pt x="43702" y="105668"/>
                </a:lnTo>
                <a:lnTo>
                  <a:pt x="38791" y="95101"/>
                </a:lnTo>
                <a:lnTo>
                  <a:pt x="33373" y="84534"/>
                </a:lnTo>
                <a:lnTo>
                  <a:pt x="27615" y="73968"/>
                </a:lnTo>
                <a:lnTo>
                  <a:pt x="21744" y="63401"/>
                </a:lnTo>
                <a:lnTo>
                  <a:pt x="16035" y="52834"/>
                </a:lnTo>
                <a:lnTo>
                  <a:pt x="10790" y="42267"/>
                </a:lnTo>
                <a:lnTo>
                  <a:pt x="6315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5" y="31700"/>
                </a:lnTo>
                <a:lnTo>
                  <a:pt x="119210" y="42267"/>
                </a:lnTo>
                <a:lnTo>
                  <a:pt x="113965" y="52834"/>
                </a:lnTo>
                <a:lnTo>
                  <a:pt x="108256" y="63401"/>
                </a:lnTo>
                <a:lnTo>
                  <a:pt x="102385" y="73968"/>
                </a:lnTo>
                <a:lnTo>
                  <a:pt x="96627" y="84534"/>
                </a:lnTo>
                <a:lnTo>
                  <a:pt x="91209" y="95101"/>
                </a:lnTo>
                <a:lnTo>
                  <a:pt x="86298" y="105668"/>
                </a:lnTo>
                <a:lnTo>
                  <a:pt x="81999" y="116235"/>
                </a:lnTo>
                <a:lnTo>
                  <a:pt x="78356" y="126802"/>
                </a:lnTo>
                <a:lnTo>
                  <a:pt x="75367" y="137368"/>
                </a:lnTo>
                <a:lnTo>
                  <a:pt x="72987" y="147935"/>
                </a:lnTo>
                <a:lnTo>
                  <a:pt x="71149" y="158502"/>
                </a:lnTo>
                <a:lnTo>
                  <a:pt x="69771" y="169069"/>
                </a:lnTo>
                <a:lnTo>
                  <a:pt x="68771" y="179636"/>
                </a:lnTo>
                <a:lnTo>
                  <a:pt x="68069" y="190202"/>
                </a:lnTo>
                <a:lnTo>
                  <a:pt x="67595" y="200769"/>
                </a:lnTo>
                <a:lnTo>
                  <a:pt x="67294" y="211336"/>
                </a:lnTo>
                <a:lnTo>
                  <a:pt x="67121" y="221903"/>
                </a:lnTo>
                <a:lnTo>
                  <a:pt x="67041" y="232470"/>
                </a:lnTo>
                <a:lnTo>
                  <a:pt x="67031" y="243036"/>
                </a:lnTo>
                <a:lnTo>
                  <a:pt x="67073" y="253603"/>
                </a:lnTo>
                <a:lnTo>
                  <a:pt x="67156" y="264170"/>
                </a:lnTo>
                <a:lnTo>
                  <a:pt x="67270" y="274737"/>
                </a:lnTo>
                <a:lnTo>
                  <a:pt x="67410" y="285304"/>
                </a:lnTo>
                <a:lnTo>
                  <a:pt x="67568" y="295870"/>
                </a:lnTo>
                <a:lnTo>
                  <a:pt x="67741" y="306437"/>
                </a:lnTo>
                <a:lnTo>
                  <a:pt x="67921" y="317004"/>
                </a:lnTo>
                <a:lnTo>
                  <a:pt x="68103" y="327571"/>
                </a:lnTo>
                <a:lnTo>
                  <a:pt x="68282" y="338138"/>
                </a:lnTo>
                <a:lnTo>
                  <a:pt x="68450" y="348704"/>
                </a:lnTo>
                <a:lnTo>
                  <a:pt x="68602" y="359271"/>
                </a:lnTo>
                <a:lnTo>
                  <a:pt x="68731" y="369838"/>
                </a:lnTo>
                <a:lnTo>
                  <a:pt x="68832" y="380405"/>
                </a:lnTo>
                <a:lnTo>
                  <a:pt x="68901" y="390972"/>
                </a:lnTo>
                <a:lnTo>
                  <a:pt x="68936" y="401538"/>
                </a:lnTo>
                <a:lnTo>
                  <a:pt x="68934" y="412105"/>
                </a:lnTo>
                <a:lnTo>
                  <a:pt x="68899" y="422672"/>
                </a:lnTo>
                <a:lnTo>
                  <a:pt x="68836" y="433239"/>
                </a:lnTo>
                <a:lnTo>
                  <a:pt x="68753" y="443806"/>
                </a:lnTo>
                <a:lnTo>
                  <a:pt x="68661" y="454372"/>
                </a:lnTo>
                <a:lnTo>
                  <a:pt x="68573" y="464939"/>
                </a:lnTo>
                <a:lnTo>
                  <a:pt x="68504" y="475506"/>
                </a:lnTo>
                <a:lnTo>
                  <a:pt x="68468" y="486073"/>
                </a:lnTo>
                <a:lnTo>
                  <a:pt x="68480" y="496640"/>
                </a:lnTo>
                <a:lnTo>
                  <a:pt x="68551" y="507206"/>
                </a:lnTo>
                <a:lnTo>
                  <a:pt x="68689" y="517773"/>
                </a:lnTo>
                <a:lnTo>
                  <a:pt x="68897" y="528340"/>
                </a:lnTo>
                <a:lnTo>
                  <a:pt x="69171" y="538907"/>
                </a:lnTo>
                <a:lnTo>
                  <a:pt x="69503" y="549474"/>
                </a:lnTo>
                <a:lnTo>
                  <a:pt x="69877" y="560040"/>
                </a:lnTo>
                <a:lnTo>
                  <a:pt x="70275" y="570607"/>
                </a:lnTo>
                <a:lnTo>
                  <a:pt x="70670" y="581174"/>
                </a:lnTo>
                <a:lnTo>
                  <a:pt x="71038" y="591741"/>
                </a:lnTo>
                <a:lnTo>
                  <a:pt x="71353" y="602308"/>
                </a:lnTo>
                <a:lnTo>
                  <a:pt x="71592" y="612874"/>
                </a:lnTo>
                <a:lnTo>
                  <a:pt x="71739" y="623441"/>
                </a:lnTo>
                <a:lnTo>
                  <a:pt x="71782" y="634008"/>
                </a:lnTo>
                <a:lnTo>
                  <a:pt x="71720" y="644575"/>
                </a:lnTo>
                <a:lnTo>
                  <a:pt x="71557" y="655142"/>
                </a:lnTo>
                <a:lnTo>
                  <a:pt x="71307" y="665708"/>
                </a:lnTo>
                <a:lnTo>
                  <a:pt x="70985" y="676275"/>
                </a:lnTo>
                <a:lnTo>
                  <a:pt x="70615" y="686842"/>
                </a:lnTo>
                <a:lnTo>
                  <a:pt x="70215" y="697409"/>
                </a:lnTo>
                <a:lnTo>
                  <a:pt x="69807" y="707976"/>
                </a:lnTo>
                <a:lnTo>
                  <a:pt x="69406" y="718543"/>
                </a:lnTo>
                <a:lnTo>
                  <a:pt x="69023" y="729109"/>
                </a:lnTo>
                <a:lnTo>
                  <a:pt x="68666" y="739676"/>
                </a:lnTo>
                <a:lnTo>
                  <a:pt x="68336" y="750243"/>
                </a:lnTo>
                <a:lnTo>
                  <a:pt x="68034" y="760810"/>
                </a:lnTo>
                <a:lnTo>
                  <a:pt x="67756" y="771377"/>
                </a:lnTo>
                <a:lnTo>
                  <a:pt x="67500" y="781943"/>
                </a:lnTo>
                <a:lnTo>
                  <a:pt x="67263" y="792510"/>
                </a:lnTo>
                <a:lnTo>
                  <a:pt x="67044" y="803077"/>
                </a:lnTo>
                <a:lnTo>
                  <a:pt x="66842" y="813644"/>
                </a:lnTo>
                <a:lnTo>
                  <a:pt x="66660" y="824211"/>
                </a:lnTo>
                <a:lnTo>
                  <a:pt x="66501" y="834777"/>
                </a:lnTo>
                <a:lnTo>
                  <a:pt x="66368" y="845344"/>
                </a:lnTo>
                <a:lnTo>
                  <a:pt x="66264" y="855911"/>
                </a:lnTo>
                <a:lnTo>
                  <a:pt x="66190" y="866478"/>
                </a:lnTo>
                <a:lnTo>
                  <a:pt x="66148" y="877045"/>
                </a:lnTo>
                <a:lnTo>
                  <a:pt x="66137" y="887611"/>
                </a:lnTo>
                <a:lnTo>
                  <a:pt x="66152" y="898178"/>
                </a:lnTo>
                <a:lnTo>
                  <a:pt x="66191" y="908745"/>
                </a:lnTo>
                <a:lnTo>
                  <a:pt x="66247" y="919312"/>
                </a:lnTo>
                <a:lnTo>
                  <a:pt x="66314" y="929879"/>
                </a:lnTo>
                <a:lnTo>
                  <a:pt x="66388" y="940445"/>
                </a:lnTo>
                <a:lnTo>
                  <a:pt x="66463" y="951012"/>
                </a:lnTo>
                <a:lnTo>
                  <a:pt x="66536" y="961579"/>
                </a:lnTo>
                <a:lnTo>
                  <a:pt x="66605" y="972146"/>
                </a:lnTo>
                <a:lnTo>
                  <a:pt x="66670" y="982713"/>
                </a:lnTo>
                <a:lnTo>
                  <a:pt x="66733" y="993279"/>
                </a:lnTo>
                <a:lnTo>
                  <a:pt x="66798" y="1003846"/>
                </a:lnTo>
                <a:lnTo>
                  <a:pt x="66868" y="1014413"/>
                </a:lnTo>
                <a:lnTo>
                  <a:pt x="66948" y="1024980"/>
                </a:lnTo>
                <a:lnTo>
                  <a:pt x="67045" y="1035547"/>
                </a:lnTo>
                <a:lnTo>
                  <a:pt x="67166" y="1046113"/>
                </a:lnTo>
                <a:lnTo>
                  <a:pt x="67318" y="1056680"/>
                </a:lnTo>
                <a:lnTo>
                  <a:pt x="67511" y="1067247"/>
                </a:lnTo>
                <a:lnTo>
                  <a:pt x="67756" y="1077814"/>
                </a:lnTo>
                <a:lnTo>
                  <a:pt x="68066" y="1088381"/>
                </a:lnTo>
                <a:lnTo>
                  <a:pt x="68458" y="1098947"/>
                </a:lnTo>
                <a:lnTo>
                  <a:pt x="68950" y="1109514"/>
                </a:lnTo>
                <a:lnTo>
                  <a:pt x="69559" y="1120081"/>
                </a:lnTo>
                <a:lnTo>
                  <a:pt x="70304" y="1130648"/>
                </a:lnTo>
                <a:lnTo>
                  <a:pt x="71201" y="1141215"/>
                </a:lnTo>
                <a:lnTo>
                  <a:pt x="72256" y="1151781"/>
                </a:lnTo>
                <a:lnTo>
                  <a:pt x="73470" y="1162348"/>
                </a:lnTo>
                <a:lnTo>
                  <a:pt x="74829" y="1172915"/>
                </a:lnTo>
                <a:lnTo>
                  <a:pt x="76304" y="1183482"/>
                </a:lnTo>
                <a:lnTo>
                  <a:pt x="77853" y="1194049"/>
                </a:lnTo>
                <a:lnTo>
                  <a:pt x="79418" y="1204615"/>
                </a:lnTo>
                <a:lnTo>
                  <a:pt x="80928" y="1215182"/>
                </a:lnTo>
                <a:lnTo>
                  <a:pt x="82307" y="1225749"/>
                </a:lnTo>
                <a:lnTo>
                  <a:pt x="83480" y="1236316"/>
                </a:lnTo>
                <a:lnTo>
                  <a:pt x="84374" y="1246883"/>
                </a:lnTo>
                <a:lnTo>
                  <a:pt x="84936" y="1257449"/>
                </a:lnTo>
                <a:lnTo>
                  <a:pt x="85127" y="1268016"/>
                </a:lnTo>
                <a:lnTo>
                  <a:pt x="8512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1" name="01_find_only_2670">
            <a:extLst>
              <a:ext uri="{FF2B5EF4-FFF2-40B4-BE49-F238E27FC236}">
                <a16:creationId xmlns:a16="http://schemas.microsoft.com/office/drawing/2014/main" id="{3E032EB8-E043-498D-A135-0AA2462EF763}"/>
              </a:ext>
            </a:extLst>
          </p:cNvPr>
          <p:cNvSpPr>
            <a:spLocks noGrp="1"/>
          </p:cNvSpPr>
          <p:nvPr/>
        </p:nvSpPr>
        <p:spPr>
          <a:xfrm>
            <a:off x="420016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2" name="text_2671">
            <a:extLst>
              <a:ext uri="{FF2B5EF4-FFF2-40B4-BE49-F238E27FC236}">
                <a16:creationId xmlns:a16="http://schemas.microsoft.com/office/drawing/2014/main" id="{2E590C66-2FDB-411F-AC97-3CEFBA5C7C26}"/>
              </a:ext>
            </a:extLst>
          </p:cNvPr>
          <p:cNvSpPr>
            <a:spLocks noGrp="1"/>
          </p:cNvSpPr>
          <p:nvPr/>
        </p:nvSpPr>
        <p:spPr>
          <a:xfrm>
            <a:off x="417391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73" name="01_find_only_2672">
            <a:extLst>
              <a:ext uri="{FF2B5EF4-FFF2-40B4-BE49-F238E27FC236}">
                <a16:creationId xmlns:a16="http://schemas.microsoft.com/office/drawing/2014/main" id="{562724E5-F151-4850-B6E8-B95E10E0DB4F}"/>
              </a:ext>
            </a:extLst>
          </p:cNvPr>
          <p:cNvSpPr>
            <a:spLocks noGrp="1"/>
          </p:cNvSpPr>
          <p:nvPr/>
        </p:nvSpPr>
        <p:spPr>
          <a:xfrm>
            <a:off x="445480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4" name="text_2673">
            <a:extLst>
              <a:ext uri="{FF2B5EF4-FFF2-40B4-BE49-F238E27FC236}">
                <a16:creationId xmlns:a16="http://schemas.microsoft.com/office/drawing/2014/main" id="{65CB267B-1031-403B-85EB-3D3B1CA88C2B}"/>
              </a:ext>
            </a:extLst>
          </p:cNvPr>
          <p:cNvSpPr>
            <a:spLocks noGrp="1"/>
          </p:cNvSpPr>
          <p:nvPr/>
        </p:nvSpPr>
        <p:spPr>
          <a:xfrm>
            <a:off x="440230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75" name="01_find_only_2674">
            <a:extLst>
              <a:ext uri="{FF2B5EF4-FFF2-40B4-BE49-F238E27FC236}">
                <a16:creationId xmlns:a16="http://schemas.microsoft.com/office/drawing/2014/main" id="{163E1855-95F9-4AD0-A9FB-1D663101F020}"/>
              </a:ext>
            </a:extLst>
          </p:cNvPr>
          <p:cNvSpPr>
            <a:spLocks noGrp="1"/>
          </p:cNvSpPr>
          <p:nvPr/>
        </p:nvSpPr>
        <p:spPr>
          <a:xfrm>
            <a:off x="470944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6" name="text_2675">
            <a:extLst>
              <a:ext uri="{FF2B5EF4-FFF2-40B4-BE49-F238E27FC236}">
                <a16:creationId xmlns:a16="http://schemas.microsoft.com/office/drawing/2014/main" id="{B7FCCF2C-43D6-4878-AC64-4D815179BC6C}"/>
              </a:ext>
            </a:extLst>
          </p:cNvPr>
          <p:cNvSpPr>
            <a:spLocks noGrp="1"/>
          </p:cNvSpPr>
          <p:nvPr/>
        </p:nvSpPr>
        <p:spPr>
          <a:xfrm>
            <a:off x="463069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77" name="01_find_only_2676">
            <a:extLst>
              <a:ext uri="{FF2B5EF4-FFF2-40B4-BE49-F238E27FC236}">
                <a16:creationId xmlns:a16="http://schemas.microsoft.com/office/drawing/2014/main" id="{871B4DFE-E124-4AC7-AD72-D6FB3E505685}"/>
              </a:ext>
            </a:extLst>
          </p:cNvPr>
          <p:cNvSpPr>
            <a:spLocks noGrp="1"/>
          </p:cNvSpPr>
          <p:nvPr/>
        </p:nvSpPr>
        <p:spPr>
          <a:xfrm>
            <a:off x="521872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8" name="text_2677">
            <a:extLst>
              <a:ext uri="{FF2B5EF4-FFF2-40B4-BE49-F238E27FC236}">
                <a16:creationId xmlns:a16="http://schemas.microsoft.com/office/drawing/2014/main" id="{F07005CF-75E1-4F9F-B7C9-20C128BD9C31}"/>
              </a:ext>
            </a:extLst>
          </p:cNvPr>
          <p:cNvSpPr>
            <a:spLocks noGrp="1"/>
          </p:cNvSpPr>
          <p:nvPr/>
        </p:nvSpPr>
        <p:spPr>
          <a:xfrm>
            <a:off x="513997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679" name="01_find_only_2678">
            <a:extLst>
              <a:ext uri="{FF2B5EF4-FFF2-40B4-BE49-F238E27FC236}">
                <a16:creationId xmlns:a16="http://schemas.microsoft.com/office/drawing/2014/main" id="{FEDC50D8-7A81-4AA6-90DE-549D6A4B22A7}"/>
              </a:ext>
            </a:extLst>
          </p:cNvPr>
          <p:cNvSpPr>
            <a:spLocks noGrp="1"/>
          </p:cNvSpPr>
          <p:nvPr/>
        </p:nvSpPr>
        <p:spPr>
          <a:xfrm>
            <a:off x="572800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0" name="text_2679">
            <a:extLst>
              <a:ext uri="{FF2B5EF4-FFF2-40B4-BE49-F238E27FC236}">
                <a16:creationId xmlns:a16="http://schemas.microsoft.com/office/drawing/2014/main" id="{6F053CC6-19B5-41A8-B9EB-FECB613E27A7}"/>
              </a:ext>
            </a:extLst>
          </p:cNvPr>
          <p:cNvSpPr>
            <a:spLocks noGrp="1"/>
          </p:cNvSpPr>
          <p:nvPr/>
        </p:nvSpPr>
        <p:spPr>
          <a:xfrm>
            <a:off x="564924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2B846683-D155-4543-942A-D21D7B495D14}"/>
              </a:ext>
            </a:extLst>
          </p:cNvPr>
          <p:cNvSpPr>
            <a:spLocks noGrp="1"/>
          </p:cNvSpPr>
          <p:nvPr/>
        </p:nvSpPr>
        <p:spPr>
          <a:xfrm>
            <a:off x="438983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 dirty="0"/>
              <a:t>Relative candidate count (%)</a:t>
            </a:r>
          </a:p>
        </p:txBody>
      </p:sp>
      <p:sp>
        <p:nvSpPr>
          <p:cNvPr id="2682" name="01_find_only_2681">
            <a:extLst>
              <a:ext uri="{FF2B5EF4-FFF2-40B4-BE49-F238E27FC236}">
                <a16:creationId xmlns:a16="http://schemas.microsoft.com/office/drawing/2014/main" id="{9110C315-D60A-483D-A2A8-582A787C7D08}"/>
              </a:ext>
            </a:extLst>
          </p:cNvPr>
          <p:cNvSpPr>
            <a:spLocks noGrp="1"/>
          </p:cNvSpPr>
          <p:nvPr/>
        </p:nvSpPr>
        <p:spPr>
          <a:xfrm>
            <a:off x="4184890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3" name="01_find_only_2682">
            <a:extLst>
              <a:ext uri="{FF2B5EF4-FFF2-40B4-BE49-F238E27FC236}">
                <a16:creationId xmlns:a16="http://schemas.microsoft.com/office/drawing/2014/main" id="{09F75927-8F2D-463D-BF2A-90F04AAAC7EF}"/>
              </a:ext>
            </a:extLst>
          </p:cNvPr>
          <p:cNvSpPr>
            <a:spLocks noGrp="1"/>
          </p:cNvSpPr>
          <p:nvPr/>
        </p:nvSpPr>
        <p:spPr>
          <a:xfrm>
            <a:off x="414608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C7BCE12B-7EDF-4FEE-A275-D0C9CDB1C000}"/>
              </a:ext>
            </a:extLst>
          </p:cNvPr>
          <p:cNvSpPr>
            <a:spLocks noGrp="1"/>
          </p:cNvSpPr>
          <p:nvPr/>
        </p:nvSpPr>
        <p:spPr>
          <a:xfrm>
            <a:off x="405477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85" name="01_find_only_2684">
            <a:extLst>
              <a:ext uri="{FF2B5EF4-FFF2-40B4-BE49-F238E27FC236}">
                <a16:creationId xmlns:a16="http://schemas.microsoft.com/office/drawing/2014/main" id="{1ECECD3B-20D7-48C2-A7C5-1E9052827197}"/>
              </a:ext>
            </a:extLst>
          </p:cNvPr>
          <p:cNvSpPr>
            <a:spLocks noGrp="1"/>
          </p:cNvSpPr>
          <p:nvPr/>
        </p:nvSpPr>
        <p:spPr>
          <a:xfrm>
            <a:off x="4184890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6" name="01_find_only_2685">
            <a:extLst>
              <a:ext uri="{FF2B5EF4-FFF2-40B4-BE49-F238E27FC236}">
                <a16:creationId xmlns:a16="http://schemas.microsoft.com/office/drawing/2014/main" id="{25A4970E-116E-40D3-84AA-FF247433CC01}"/>
              </a:ext>
            </a:extLst>
          </p:cNvPr>
          <p:cNvSpPr>
            <a:spLocks noGrp="1"/>
          </p:cNvSpPr>
          <p:nvPr/>
        </p:nvSpPr>
        <p:spPr>
          <a:xfrm>
            <a:off x="414608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7" name="text_2686">
            <a:extLst>
              <a:ext uri="{FF2B5EF4-FFF2-40B4-BE49-F238E27FC236}">
                <a16:creationId xmlns:a16="http://schemas.microsoft.com/office/drawing/2014/main" id="{A44E6CEB-7ADF-4B4C-B4B3-B2C6792BB406}"/>
              </a:ext>
            </a:extLst>
          </p:cNvPr>
          <p:cNvSpPr>
            <a:spLocks noGrp="1"/>
          </p:cNvSpPr>
          <p:nvPr/>
        </p:nvSpPr>
        <p:spPr>
          <a:xfrm>
            <a:off x="4002269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88" name="01_find_only_2687">
            <a:extLst>
              <a:ext uri="{FF2B5EF4-FFF2-40B4-BE49-F238E27FC236}">
                <a16:creationId xmlns:a16="http://schemas.microsoft.com/office/drawing/2014/main" id="{A254697B-D4B6-43E9-855C-8F8A5602EC63}"/>
              </a:ext>
            </a:extLst>
          </p:cNvPr>
          <p:cNvSpPr>
            <a:spLocks noGrp="1"/>
          </p:cNvSpPr>
          <p:nvPr/>
        </p:nvSpPr>
        <p:spPr>
          <a:xfrm>
            <a:off x="4184890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9" name="01_find_only_2688">
            <a:extLst>
              <a:ext uri="{FF2B5EF4-FFF2-40B4-BE49-F238E27FC236}">
                <a16:creationId xmlns:a16="http://schemas.microsoft.com/office/drawing/2014/main" id="{E3B2ECE9-6717-4091-9003-F7CF648D87D3}"/>
              </a:ext>
            </a:extLst>
          </p:cNvPr>
          <p:cNvSpPr>
            <a:spLocks noGrp="1"/>
          </p:cNvSpPr>
          <p:nvPr/>
        </p:nvSpPr>
        <p:spPr>
          <a:xfrm>
            <a:off x="414608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90" name="text_2689">
            <a:extLst>
              <a:ext uri="{FF2B5EF4-FFF2-40B4-BE49-F238E27FC236}">
                <a16:creationId xmlns:a16="http://schemas.microsoft.com/office/drawing/2014/main" id="{A4FFA3B9-5DC1-4AA7-9739-CF1F5E7D1EDF}"/>
              </a:ext>
            </a:extLst>
          </p:cNvPr>
          <p:cNvSpPr>
            <a:spLocks noGrp="1"/>
          </p:cNvSpPr>
          <p:nvPr/>
        </p:nvSpPr>
        <p:spPr>
          <a:xfrm>
            <a:off x="394976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91" name="01_find_only_2690">
            <a:extLst>
              <a:ext uri="{FF2B5EF4-FFF2-40B4-BE49-F238E27FC236}">
                <a16:creationId xmlns:a16="http://schemas.microsoft.com/office/drawing/2014/main" id="{72FF75B8-F4DE-477C-93D5-A77BDB3304E3}"/>
              </a:ext>
            </a:extLst>
          </p:cNvPr>
          <p:cNvSpPr>
            <a:spLocks noGrp="1"/>
          </p:cNvSpPr>
          <p:nvPr/>
        </p:nvSpPr>
        <p:spPr>
          <a:xfrm>
            <a:off x="441324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01_find_only_2691">
            <a:extLst>
              <a:ext uri="{FF2B5EF4-FFF2-40B4-BE49-F238E27FC236}">
                <a16:creationId xmlns:a16="http://schemas.microsoft.com/office/drawing/2014/main" id="{B51DA67A-5752-47B8-9874-C168504CC400}"/>
              </a:ext>
            </a:extLst>
          </p:cNvPr>
          <p:cNvSpPr>
            <a:spLocks noGrp="1"/>
          </p:cNvSpPr>
          <p:nvPr/>
        </p:nvSpPr>
        <p:spPr>
          <a:xfrm>
            <a:off x="44754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01_find_only_2692">
            <a:extLst>
              <a:ext uri="{FF2B5EF4-FFF2-40B4-BE49-F238E27FC236}">
                <a16:creationId xmlns:a16="http://schemas.microsoft.com/office/drawing/2014/main" id="{3C0E759A-D270-4341-A9C8-96BF7C021977}"/>
              </a:ext>
            </a:extLst>
          </p:cNvPr>
          <p:cNvSpPr>
            <a:spLocks noGrp="1"/>
          </p:cNvSpPr>
          <p:nvPr/>
        </p:nvSpPr>
        <p:spPr>
          <a:xfrm>
            <a:off x="43928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01_find_only_2693">
            <a:extLst>
              <a:ext uri="{FF2B5EF4-FFF2-40B4-BE49-F238E27FC236}">
                <a16:creationId xmlns:a16="http://schemas.microsoft.com/office/drawing/2014/main" id="{266887FF-BF1F-4C20-8788-08FA208F97D1}"/>
              </a:ext>
            </a:extLst>
          </p:cNvPr>
          <p:cNvSpPr>
            <a:spLocks noGrp="1"/>
          </p:cNvSpPr>
          <p:nvPr/>
        </p:nvSpPr>
        <p:spPr>
          <a:xfrm>
            <a:off x="44676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01_find_only_2694">
            <a:extLst>
              <a:ext uri="{FF2B5EF4-FFF2-40B4-BE49-F238E27FC236}">
                <a16:creationId xmlns:a16="http://schemas.microsoft.com/office/drawing/2014/main" id="{55AC4312-546D-44AF-9D98-C7B55153C2DD}"/>
              </a:ext>
            </a:extLst>
          </p:cNvPr>
          <p:cNvSpPr>
            <a:spLocks noGrp="1"/>
          </p:cNvSpPr>
          <p:nvPr/>
        </p:nvSpPr>
        <p:spPr>
          <a:xfrm>
            <a:off x="4429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01_find_only_2695">
            <a:extLst>
              <a:ext uri="{FF2B5EF4-FFF2-40B4-BE49-F238E27FC236}">
                <a16:creationId xmlns:a16="http://schemas.microsoft.com/office/drawing/2014/main" id="{041CA52A-9BC3-4208-887A-ECB389E322FB}"/>
              </a:ext>
            </a:extLst>
          </p:cNvPr>
          <p:cNvSpPr>
            <a:spLocks noGrp="1"/>
          </p:cNvSpPr>
          <p:nvPr/>
        </p:nvSpPr>
        <p:spPr>
          <a:xfrm>
            <a:off x="44823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01_find_only_2696">
            <a:extLst>
              <a:ext uri="{FF2B5EF4-FFF2-40B4-BE49-F238E27FC236}">
                <a16:creationId xmlns:a16="http://schemas.microsoft.com/office/drawing/2014/main" id="{51E0DCDE-4CA1-414B-9766-6544ED7859A4}"/>
              </a:ext>
            </a:extLst>
          </p:cNvPr>
          <p:cNvSpPr>
            <a:spLocks noGrp="1"/>
          </p:cNvSpPr>
          <p:nvPr/>
        </p:nvSpPr>
        <p:spPr>
          <a:xfrm>
            <a:off x="44131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01_find_only_2697">
            <a:extLst>
              <a:ext uri="{FF2B5EF4-FFF2-40B4-BE49-F238E27FC236}">
                <a16:creationId xmlns:a16="http://schemas.microsoft.com/office/drawing/2014/main" id="{DE369086-A05C-447C-B7FB-B5AF7A603FE3}"/>
              </a:ext>
            </a:extLst>
          </p:cNvPr>
          <p:cNvSpPr>
            <a:spLocks noGrp="1"/>
          </p:cNvSpPr>
          <p:nvPr/>
        </p:nvSpPr>
        <p:spPr>
          <a:xfrm>
            <a:off x="4460552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01_find_only_2698">
            <a:extLst>
              <a:ext uri="{FF2B5EF4-FFF2-40B4-BE49-F238E27FC236}">
                <a16:creationId xmlns:a16="http://schemas.microsoft.com/office/drawing/2014/main" id="{E34CDB1B-0C80-4B10-AA80-3F0DC37A3F0D}"/>
              </a:ext>
            </a:extLst>
          </p:cNvPr>
          <p:cNvSpPr>
            <a:spLocks noGrp="1"/>
          </p:cNvSpPr>
          <p:nvPr/>
        </p:nvSpPr>
        <p:spPr>
          <a:xfrm>
            <a:off x="439623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01_find_only_2699">
            <a:extLst>
              <a:ext uri="{FF2B5EF4-FFF2-40B4-BE49-F238E27FC236}">
                <a16:creationId xmlns:a16="http://schemas.microsoft.com/office/drawing/2014/main" id="{DF1BA650-B750-4678-BABB-EC2612CBC22D}"/>
              </a:ext>
            </a:extLst>
          </p:cNvPr>
          <p:cNvSpPr>
            <a:spLocks noGrp="1"/>
          </p:cNvSpPr>
          <p:nvPr/>
        </p:nvSpPr>
        <p:spPr>
          <a:xfrm>
            <a:off x="44169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01_find_only_2700">
            <a:extLst>
              <a:ext uri="{FF2B5EF4-FFF2-40B4-BE49-F238E27FC236}">
                <a16:creationId xmlns:a16="http://schemas.microsoft.com/office/drawing/2014/main" id="{FBBCC3A3-CB52-43F1-958E-5EC04E9D0815}"/>
              </a:ext>
            </a:extLst>
          </p:cNvPr>
          <p:cNvSpPr>
            <a:spLocks noGrp="1"/>
          </p:cNvSpPr>
          <p:nvPr/>
        </p:nvSpPr>
        <p:spPr>
          <a:xfrm>
            <a:off x="439604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01_find_only_2701">
            <a:extLst>
              <a:ext uri="{FF2B5EF4-FFF2-40B4-BE49-F238E27FC236}">
                <a16:creationId xmlns:a16="http://schemas.microsoft.com/office/drawing/2014/main" id="{31418DAC-35F5-4646-AB10-50CA43218A98}"/>
              </a:ext>
            </a:extLst>
          </p:cNvPr>
          <p:cNvSpPr>
            <a:spLocks noGrp="1"/>
          </p:cNvSpPr>
          <p:nvPr/>
        </p:nvSpPr>
        <p:spPr>
          <a:xfrm>
            <a:off x="4450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01_find_only_2702">
            <a:extLst>
              <a:ext uri="{FF2B5EF4-FFF2-40B4-BE49-F238E27FC236}">
                <a16:creationId xmlns:a16="http://schemas.microsoft.com/office/drawing/2014/main" id="{6121536B-C8F7-4709-AAD7-AD7859026309}"/>
              </a:ext>
            </a:extLst>
          </p:cNvPr>
          <p:cNvSpPr>
            <a:spLocks noGrp="1"/>
          </p:cNvSpPr>
          <p:nvPr/>
        </p:nvSpPr>
        <p:spPr>
          <a:xfrm>
            <a:off x="44091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01_find_only_2703">
            <a:extLst>
              <a:ext uri="{FF2B5EF4-FFF2-40B4-BE49-F238E27FC236}">
                <a16:creationId xmlns:a16="http://schemas.microsoft.com/office/drawing/2014/main" id="{009D308C-ABA3-46B6-A452-BD2ECFA1A64E}"/>
              </a:ext>
            </a:extLst>
          </p:cNvPr>
          <p:cNvSpPr>
            <a:spLocks noGrp="1"/>
          </p:cNvSpPr>
          <p:nvPr/>
        </p:nvSpPr>
        <p:spPr>
          <a:xfrm>
            <a:off x="44383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01_find_only_2704">
            <a:extLst>
              <a:ext uri="{FF2B5EF4-FFF2-40B4-BE49-F238E27FC236}">
                <a16:creationId xmlns:a16="http://schemas.microsoft.com/office/drawing/2014/main" id="{B270EF88-5D2A-4DD0-88B9-AC7BD2092A6C}"/>
              </a:ext>
            </a:extLst>
          </p:cNvPr>
          <p:cNvSpPr>
            <a:spLocks noGrp="1"/>
          </p:cNvSpPr>
          <p:nvPr/>
        </p:nvSpPr>
        <p:spPr>
          <a:xfrm>
            <a:off x="4428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01_find_only_2705">
            <a:extLst>
              <a:ext uri="{FF2B5EF4-FFF2-40B4-BE49-F238E27FC236}">
                <a16:creationId xmlns:a16="http://schemas.microsoft.com/office/drawing/2014/main" id="{3F36CC58-55CE-4A24-B4E0-E9E9CFE9D353}"/>
              </a:ext>
            </a:extLst>
          </p:cNvPr>
          <p:cNvSpPr>
            <a:spLocks noGrp="1"/>
          </p:cNvSpPr>
          <p:nvPr/>
        </p:nvSpPr>
        <p:spPr>
          <a:xfrm>
            <a:off x="4418389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01_find_only_2706">
            <a:extLst>
              <a:ext uri="{FF2B5EF4-FFF2-40B4-BE49-F238E27FC236}">
                <a16:creationId xmlns:a16="http://schemas.microsoft.com/office/drawing/2014/main" id="{6A014E9C-0B5E-40B2-A881-AF9F7406D5ED}"/>
              </a:ext>
            </a:extLst>
          </p:cNvPr>
          <p:cNvSpPr>
            <a:spLocks noGrp="1"/>
          </p:cNvSpPr>
          <p:nvPr/>
        </p:nvSpPr>
        <p:spPr>
          <a:xfrm>
            <a:off x="439575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01_find_only_2707">
            <a:extLst>
              <a:ext uri="{FF2B5EF4-FFF2-40B4-BE49-F238E27FC236}">
                <a16:creationId xmlns:a16="http://schemas.microsoft.com/office/drawing/2014/main" id="{E99C386D-56E7-419B-B1B9-E140AAA0B835}"/>
              </a:ext>
            </a:extLst>
          </p:cNvPr>
          <p:cNvSpPr>
            <a:spLocks noGrp="1"/>
          </p:cNvSpPr>
          <p:nvPr/>
        </p:nvSpPr>
        <p:spPr>
          <a:xfrm>
            <a:off x="448299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01_find_only_2708">
            <a:extLst>
              <a:ext uri="{FF2B5EF4-FFF2-40B4-BE49-F238E27FC236}">
                <a16:creationId xmlns:a16="http://schemas.microsoft.com/office/drawing/2014/main" id="{2E6541D0-5106-47AA-9442-6AB27195571B}"/>
              </a:ext>
            </a:extLst>
          </p:cNvPr>
          <p:cNvSpPr>
            <a:spLocks noGrp="1"/>
          </p:cNvSpPr>
          <p:nvPr/>
        </p:nvSpPr>
        <p:spPr>
          <a:xfrm>
            <a:off x="43971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01_find_only_2709">
            <a:extLst>
              <a:ext uri="{FF2B5EF4-FFF2-40B4-BE49-F238E27FC236}">
                <a16:creationId xmlns:a16="http://schemas.microsoft.com/office/drawing/2014/main" id="{CE7D9BCB-0E2A-4265-B4FE-6691C154F8E0}"/>
              </a:ext>
            </a:extLst>
          </p:cNvPr>
          <p:cNvSpPr>
            <a:spLocks noGrp="1"/>
          </p:cNvSpPr>
          <p:nvPr/>
        </p:nvSpPr>
        <p:spPr>
          <a:xfrm>
            <a:off x="44758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01_find_only_2710">
            <a:extLst>
              <a:ext uri="{FF2B5EF4-FFF2-40B4-BE49-F238E27FC236}">
                <a16:creationId xmlns:a16="http://schemas.microsoft.com/office/drawing/2014/main" id="{BB714689-82AC-4258-A1A4-292A235EDF97}"/>
              </a:ext>
            </a:extLst>
          </p:cNvPr>
          <p:cNvSpPr>
            <a:spLocks noGrp="1"/>
          </p:cNvSpPr>
          <p:nvPr/>
        </p:nvSpPr>
        <p:spPr>
          <a:xfrm>
            <a:off x="44294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01_find_only_2711">
            <a:extLst>
              <a:ext uri="{FF2B5EF4-FFF2-40B4-BE49-F238E27FC236}">
                <a16:creationId xmlns:a16="http://schemas.microsoft.com/office/drawing/2014/main" id="{B552C847-5A8C-4F3F-8ABB-0D14AD271F71}"/>
              </a:ext>
            </a:extLst>
          </p:cNvPr>
          <p:cNvSpPr>
            <a:spLocks noGrp="1"/>
          </p:cNvSpPr>
          <p:nvPr/>
        </p:nvSpPr>
        <p:spPr>
          <a:xfrm>
            <a:off x="44869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01_find_only_2712">
            <a:extLst>
              <a:ext uri="{FF2B5EF4-FFF2-40B4-BE49-F238E27FC236}">
                <a16:creationId xmlns:a16="http://schemas.microsoft.com/office/drawing/2014/main" id="{486C6661-8814-43E6-984C-E84068DF6317}"/>
              </a:ext>
            </a:extLst>
          </p:cNvPr>
          <p:cNvSpPr>
            <a:spLocks noGrp="1"/>
          </p:cNvSpPr>
          <p:nvPr/>
        </p:nvSpPr>
        <p:spPr>
          <a:xfrm>
            <a:off x="445657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01_find_only_2713">
            <a:extLst>
              <a:ext uri="{FF2B5EF4-FFF2-40B4-BE49-F238E27FC236}">
                <a16:creationId xmlns:a16="http://schemas.microsoft.com/office/drawing/2014/main" id="{EC43CA27-E905-47B9-8D91-E6F7C658B920}"/>
              </a:ext>
            </a:extLst>
          </p:cNvPr>
          <p:cNvSpPr>
            <a:spLocks noGrp="1"/>
          </p:cNvSpPr>
          <p:nvPr/>
        </p:nvSpPr>
        <p:spPr>
          <a:xfrm>
            <a:off x="446317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01_find_only_2714">
            <a:extLst>
              <a:ext uri="{FF2B5EF4-FFF2-40B4-BE49-F238E27FC236}">
                <a16:creationId xmlns:a16="http://schemas.microsoft.com/office/drawing/2014/main" id="{AC03DDC6-DAF7-475F-928A-C0F3E0575457}"/>
              </a:ext>
            </a:extLst>
          </p:cNvPr>
          <p:cNvSpPr>
            <a:spLocks noGrp="1"/>
          </p:cNvSpPr>
          <p:nvPr/>
        </p:nvSpPr>
        <p:spPr>
          <a:xfrm>
            <a:off x="44205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01_find_only_2715">
            <a:extLst>
              <a:ext uri="{FF2B5EF4-FFF2-40B4-BE49-F238E27FC236}">
                <a16:creationId xmlns:a16="http://schemas.microsoft.com/office/drawing/2014/main" id="{058F9E18-0B9F-4871-8DF0-AAEC4FB59125}"/>
              </a:ext>
            </a:extLst>
          </p:cNvPr>
          <p:cNvSpPr>
            <a:spLocks noGrp="1"/>
          </p:cNvSpPr>
          <p:nvPr/>
        </p:nvSpPr>
        <p:spPr>
          <a:xfrm>
            <a:off x="448153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01_find_only_2716">
            <a:extLst>
              <a:ext uri="{FF2B5EF4-FFF2-40B4-BE49-F238E27FC236}">
                <a16:creationId xmlns:a16="http://schemas.microsoft.com/office/drawing/2014/main" id="{9F08843F-EE25-4DE9-BF5E-8A1BBD14CE5C}"/>
              </a:ext>
            </a:extLst>
          </p:cNvPr>
          <p:cNvSpPr>
            <a:spLocks noGrp="1"/>
          </p:cNvSpPr>
          <p:nvPr/>
        </p:nvSpPr>
        <p:spPr>
          <a:xfrm>
            <a:off x="446336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01_find_only_2717">
            <a:extLst>
              <a:ext uri="{FF2B5EF4-FFF2-40B4-BE49-F238E27FC236}">
                <a16:creationId xmlns:a16="http://schemas.microsoft.com/office/drawing/2014/main" id="{8A1B79A6-4245-4ECF-9138-CC0E0D113FD3}"/>
              </a:ext>
            </a:extLst>
          </p:cNvPr>
          <p:cNvSpPr>
            <a:spLocks noGrp="1"/>
          </p:cNvSpPr>
          <p:nvPr/>
        </p:nvSpPr>
        <p:spPr>
          <a:xfrm>
            <a:off x="440789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01_find_only_2718">
            <a:extLst>
              <a:ext uri="{FF2B5EF4-FFF2-40B4-BE49-F238E27FC236}">
                <a16:creationId xmlns:a16="http://schemas.microsoft.com/office/drawing/2014/main" id="{6FF1563E-462B-419E-B0C3-351DCF2607C0}"/>
              </a:ext>
            </a:extLst>
          </p:cNvPr>
          <p:cNvSpPr>
            <a:spLocks noGrp="1"/>
          </p:cNvSpPr>
          <p:nvPr/>
        </p:nvSpPr>
        <p:spPr>
          <a:xfrm>
            <a:off x="4461718" y="58363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01_find_only_2719">
            <a:extLst>
              <a:ext uri="{FF2B5EF4-FFF2-40B4-BE49-F238E27FC236}">
                <a16:creationId xmlns:a16="http://schemas.microsoft.com/office/drawing/2014/main" id="{15D04C1A-464C-456E-8379-2EC2C28D824E}"/>
              </a:ext>
            </a:extLst>
          </p:cNvPr>
          <p:cNvSpPr>
            <a:spLocks noGrp="1"/>
          </p:cNvSpPr>
          <p:nvPr/>
        </p:nvSpPr>
        <p:spPr>
          <a:xfrm>
            <a:off x="441285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01_find_only_2720">
            <a:extLst>
              <a:ext uri="{FF2B5EF4-FFF2-40B4-BE49-F238E27FC236}">
                <a16:creationId xmlns:a16="http://schemas.microsoft.com/office/drawing/2014/main" id="{02BB7297-3211-406A-9DE0-C9EE94509ABB}"/>
              </a:ext>
            </a:extLst>
          </p:cNvPr>
          <p:cNvSpPr>
            <a:spLocks noGrp="1"/>
          </p:cNvSpPr>
          <p:nvPr/>
        </p:nvSpPr>
        <p:spPr>
          <a:xfrm>
            <a:off x="44204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01_find_only_2721">
            <a:extLst>
              <a:ext uri="{FF2B5EF4-FFF2-40B4-BE49-F238E27FC236}">
                <a16:creationId xmlns:a16="http://schemas.microsoft.com/office/drawing/2014/main" id="{B20CEBA6-854A-4AC8-AA23-1A75C087906F}"/>
              </a:ext>
            </a:extLst>
          </p:cNvPr>
          <p:cNvSpPr>
            <a:spLocks noGrp="1"/>
          </p:cNvSpPr>
          <p:nvPr/>
        </p:nvSpPr>
        <p:spPr>
          <a:xfrm>
            <a:off x="448076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01_find_only_2722">
            <a:extLst>
              <a:ext uri="{FF2B5EF4-FFF2-40B4-BE49-F238E27FC236}">
                <a16:creationId xmlns:a16="http://schemas.microsoft.com/office/drawing/2014/main" id="{147D661C-956C-4B8C-8128-C8D63742CC9E}"/>
              </a:ext>
            </a:extLst>
          </p:cNvPr>
          <p:cNvSpPr>
            <a:spLocks noGrp="1"/>
          </p:cNvSpPr>
          <p:nvPr/>
        </p:nvSpPr>
        <p:spPr>
          <a:xfrm>
            <a:off x="44219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01_find_only_2723">
            <a:extLst>
              <a:ext uri="{FF2B5EF4-FFF2-40B4-BE49-F238E27FC236}">
                <a16:creationId xmlns:a16="http://schemas.microsoft.com/office/drawing/2014/main" id="{B2106C8C-E007-4454-BA7B-E3BFA8A4EFCB}"/>
              </a:ext>
            </a:extLst>
          </p:cNvPr>
          <p:cNvSpPr>
            <a:spLocks noGrp="1"/>
          </p:cNvSpPr>
          <p:nvPr/>
        </p:nvSpPr>
        <p:spPr>
          <a:xfrm>
            <a:off x="44753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01_find_only_2724">
            <a:extLst>
              <a:ext uri="{FF2B5EF4-FFF2-40B4-BE49-F238E27FC236}">
                <a16:creationId xmlns:a16="http://schemas.microsoft.com/office/drawing/2014/main" id="{E9718810-83BC-4C72-BF72-A7A477ACF9B3}"/>
              </a:ext>
            </a:extLst>
          </p:cNvPr>
          <p:cNvSpPr>
            <a:spLocks noGrp="1"/>
          </p:cNvSpPr>
          <p:nvPr/>
        </p:nvSpPr>
        <p:spPr>
          <a:xfrm>
            <a:off x="44760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01_find_only_2725">
            <a:extLst>
              <a:ext uri="{FF2B5EF4-FFF2-40B4-BE49-F238E27FC236}">
                <a16:creationId xmlns:a16="http://schemas.microsoft.com/office/drawing/2014/main" id="{B276B3E9-F63C-4A52-8BAC-FD19616E49D2}"/>
              </a:ext>
            </a:extLst>
          </p:cNvPr>
          <p:cNvSpPr>
            <a:spLocks noGrp="1"/>
          </p:cNvSpPr>
          <p:nvPr/>
        </p:nvSpPr>
        <p:spPr>
          <a:xfrm>
            <a:off x="447862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01_find_only_2726">
            <a:extLst>
              <a:ext uri="{FF2B5EF4-FFF2-40B4-BE49-F238E27FC236}">
                <a16:creationId xmlns:a16="http://schemas.microsoft.com/office/drawing/2014/main" id="{B6625A53-7792-4E03-9D7C-5A24BFD2883F}"/>
              </a:ext>
            </a:extLst>
          </p:cNvPr>
          <p:cNvSpPr>
            <a:spLocks noGrp="1"/>
          </p:cNvSpPr>
          <p:nvPr/>
        </p:nvSpPr>
        <p:spPr>
          <a:xfrm>
            <a:off x="442276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01_find_only_2727">
            <a:extLst>
              <a:ext uri="{FF2B5EF4-FFF2-40B4-BE49-F238E27FC236}">
                <a16:creationId xmlns:a16="http://schemas.microsoft.com/office/drawing/2014/main" id="{A449F662-9868-4987-A579-FC88D21E8542}"/>
              </a:ext>
            </a:extLst>
          </p:cNvPr>
          <p:cNvSpPr>
            <a:spLocks noGrp="1"/>
          </p:cNvSpPr>
          <p:nvPr/>
        </p:nvSpPr>
        <p:spPr>
          <a:xfrm>
            <a:off x="44080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01_find_only_2728">
            <a:extLst>
              <a:ext uri="{FF2B5EF4-FFF2-40B4-BE49-F238E27FC236}">
                <a16:creationId xmlns:a16="http://schemas.microsoft.com/office/drawing/2014/main" id="{F9839E11-E696-4974-AF46-EEE3A8B41C15}"/>
              </a:ext>
            </a:extLst>
          </p:cNvPr>
          <p:cNvSpPr>
            <a:spLocks noGrp="1"/>
          </p:cNvSpPr>
          <p:nvPr/>
        </p:nvSpPr>
        <p:spPr>
          <a:xfrm>
            <a:off x="44646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01_find_only_2729">
            <a:extLst>
              <a:ext uri="{FF2B5EF4-FFF2-40B4-BE49-F238E27FC236}">
                <a16:creationId xmlns:a16="http://schemas.microsoft.com/office/drawing/2014/main" id="{62FF6A17-D501-4544-B977-BBEF9978BFA4}"/>
              </a:ext>
            </a:extLst>
          </p:cNvPr>
          <p:cNvSpPr>
            <a:spLocks noGrp="1"/>
          </p:cNvSpPr>
          <p:nvPr/>
        </p:nvSpPr>
        <p:spPr>
          <a:xfrm>
            <a:off x="44035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01_find_only_2730">
            <a:extLst>
              <a:ext uri="{FF2B5EF4-FFF2-40B4-BE49-F238E27FC236}">
                <a16:creationId xmlns:a16="http://schemas.microsoft.com/office/drawing/2014/main" id="{343BC428-2440-4C80-B73D-2C0924BB82D8}"/>
              </a:ext>
            </a:extLst>
          </p:cNvPr>
          <p:cNvSpPr>
            <a:spLocks noGrp="1"/>
          </p:cNvSpPr>
          <p:nvPr/>
        </p:nvSpPr>
        <p:spPr>
          <a:xfrm>
            <a:off x="44096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01_find_only_2731">
            <a:extLst>
              <a:ext uri="{FF2B5EF4-FFF2-40B4-BE49-F238E27FC236}">
                <a16:creationId xmlns:a16="http://schemas.microsoft.com/office/drawing/2014/main" id="{1173C5CA-E788-4396-93C2-A9B2E383DF7C}"/>
              </a:ext>
            </a:extLst>
          </p:cNvPr>
          <p:cNvSpPr>
            <a:spLocks noGrp="1"/>
          </p:cNvSpPr>
          <p:nvPr/>
        </p:nvSpPr>
        <p:spPr>
          <a:xfrm>
            <a:off x="446706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01_find_only_2732">
            <a:extLst>
              <a:ext uri="{FF2B5EF4-FFF2-40B4-BE49-F238E27FC236}">
                <a16:creationId xmlns:a16="http://schemas.microsoft.com/office/drawing/2014/main" id="{2E545E63-0218-4420-BEA9-7268683D2F8B}"/>
              </a:ext>
            </a:extLst>
          </p:cNvPr>
          <p:cNvSpPr>
            <a:spLocks noGrp="1"/>
          </p:cNvSpPr>
          <p:nvPr/>
        </p:nvSpPr>
        <p:spPr>
          <a:xfrm>
            <a:off x="4404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01_find_only_2733">
            <a:extLst>
              <a:ext uri="{FF2B5EF4-FFF2-40B4-BE49-F238E27FC236}">
                <a16:creationId xmlns:a16="http://schemas.microsoft.com/office/drawing/2014/main" id="{0B02C64A-6FB8-49C9-8EA5-446FA6788E1D}"/>
              </a:ext>
            </a:extLst>
          </p:cNvPr>
          <p:cNvSpPr>
            <a:spLocks noGrp="1"/>
          </p:cNvSpPr>
          <p:nvPr/>
        </p:nvSpPr>
        <p:spPr>
          <a:xfrm>
            <a:off x="44857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01_find_only_2734">
            <a:extLst>
              <a:ext uri="{FF2B5EF4-FFF2-40B4-BE49-F238E27FC236}">
                <a16:creationId xmlns:a16="http://schemas.microsoft.com/office/drawing/2014/main" id="{343CAF68-1FC7-42ED-8212-4EF39A8542B3}"/>
              </a:ext>
            </a:extLst>
          </p:cNvPr>
          <p:cNvSpPr>
            <a:spLocks noGrp="1"/>
          </p:cNvSpPr>
          <p:nvPr/>
        </p:nvSpPr>
        <p:spPr>
          <a:xfrm>
            <a:off x="447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01_find_only_2735">
            <a:extLst>
              <a:ext uri="{FF2B5EF4-FFF2-40B4-BE49-F238E27FC236}">
                <a16:creationId xmlns:a16="http://schemas.microsoft.com/office/drawing/2014/main" id="{8318C1D2-9409-4B60-A877-7FFDC9FFCAD7}"/>
              </a:ext>
            </a:extLst>
          </p:cNvPr>
          <p:cNvSpPr>
            <a:spLocks noGrp="1"/>
          </p:cNvSpPr>
          <p:nvPr/>
        </p:nvSpPr>
        <p:spPr>
          <a:xfrm>
            <a:off x="44356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01_find_only_2736">
            <a:extLst>
              <a:ext uri="{FF2B5EF4-FFF2-40B4-BE49-F238E27FC236}">
                <a16:creationId xmlns:a16="http://schemas.microsoft.com/office/drawing/2014/main" id="{7F36146D-BFED-4D8E-8711-BB0F3F047B4E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01_find_only_2737">
            <a:extLst>
              <a:ext uri="{FF2B5EF4-FFF2-40B4-BE49-F238E27FC236}">
                <a16:creationId xmlns:a16="http://schemas.microsoft.com/office/drawing/2014/main" id="{3A13208A-41F0-42EE-BE3D-9687C33AC61A}"/>
              </a:ext>
            </a:extLst>
          </p:cNvPr>
          <p:cNvSpPr>
            <a:spLocks noGrp="1"/>
          </p:cNvSpPr>
          <p:nvPr/>
        </p:nvSpPr>
        <p:spPr>
          <a:xfrm>
            <a:off x="448843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01_find_only_2738">
            <a:extLst>
              <a:ext uri="{FF2B5EF4-FFF2-40B4-BE49-F238E27FC236}">
                <a16:creationId xmlns:a16="http://schemas.microsoft.com/office/drawing/2014/main" id="{342468B8-1CC4-42AA-BE94-6630A5D020AE}"/>
              </a:ext>
            </a:extLst>
          </p:cNvPr>
          <p:cNvSpPr>
            <a:spLocks noGrp="1"/>
          </p:cNvSpPr>
          <p:nvPr/>
        </p:nvSpPr>
        <p:spPr>
          <a:xfrm>
            <a:off x="44531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01_find_only_2739">
            <a:extLst>
              <a:ext uri="{FF2B5EF4-FFF2-40B4-BE49-F238E27FC236}">
                <a16:creationId xmlns:a16="http://schemas.microsoft.com/office/drawing/2014/main" id="{F7B3A58D-228E-4889-AE72-BDC4EF6E8F56}"/>
              </a:ext>
            </a:extLst>
          </p:cNvPr>
          <p:cNvSpPr>
            <a:spLocks noGrp="1"/>
          </p:cNvSpPr>
          <p:nvPr/>
        </p:nvSpPr>
        <p:spPr>
          <a:xfrm>
            <a:off x="44753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01_find_only_2740">
            <a:extLst>
              <a:ext uri="{FF2B5EF4-FFF2-40B4-BE49-F238E27FC236}">
                <a16:creationId xmlns:a16="http://schemas.microsoft.com/office/drawing/2014/main" id="{2EA32549-866A-45DE-B004-CF9489F86058}"/>
              </a:ext>
            </a:extLst>
          </p:cNvPr>
          <p:cNvSpPr>
            <a:spLocks noGrp="1"/>
          </p:cNvSpPr>
          <p:nvPr/>
        </p:nvSpPr>
        <p:spPr>
          <a:xfrm>
            <a:off x="440721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01_find_only_2741">
            <a:extLst>
              <a:ext uri="{FF2B5EF4-FFF2-40B4-BE49-F238E27FC236}">
                <a16:creationId xmlns:a16="http://schemas.microsoft.com/office/drawing/2014/main" id="{9900CFFB-CCCE-4346-B4BA-C85683207B3F}"/>
              </a:ext>
            </a:extLst>
          </p:cNvPr>
          <p:cNvSpPr>
            <a:spLocks noGrp="1"/>
          </p:cNvSpPr>
          <p:nvPr/>
        </p:nvSpPr>
        <p:spPr>
          <a:xfrm>
            <a:off x="44346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01_find_only_2742">
            <a:extLst>
              <a:ext uri="{FF2B5EF4-FFF2-40B4-BE49-F238E27FC236}">
                <a16:creationId xmlns:a16="http://schemas.microsoft.com/office/drawing/2014/main" id="{3BF6AAC0-3BDC-4D0D-BE7E-73E192E158CE}"/>
              </a:ext>
            </a:extLst>
          </p:cNvPr>
          <p:cNvSpPr>
            <a:spLocks noGrp="1"/>
          </p:cNvSpPr>
          <p:nvPr/>
        </p:nvSpPr>
        <p:spPr>
          <a:xfrm>
            <a:off x="44692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01_find_only_2743">
            <a:extLst>
              <a:ext uri="{FF2B5EF4-FFF2-40B4-BE49-F238E27FC236}">
                <a16:creationId xmlns:a16="http://schemas.microsoft.com/office/drawing/2014/main" id="{DB4D6020-0A9F-4482-947A-AF58308267B7}"/>
              </a:ext>
            </a:extLst>
          </p:cNvPr>
          <p:cNvSpPr>
            <a:spLocks noGrp="1"/>
          </p:cNvSpPr>
          <p:nvPr/>
        </p:nvSpPr>
        <p:spPr>
          <a:xfrm>
            <a:off x="4455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01_find_only_2744">
            <a:extLst>
              <a:ext uri="{FF2B5EF4-FFF2-40B4-BE49-F238E27FC236}">
                <a16:creationId xmlns:a16="http://schemas.microsoft.com/office/drawing/2014/main" id="{96C3EDD5-7027-43D0-ACDA-31D04952114C}"/>
              </a:ext>
            </a:extLst>
          </p:cNvPr>
          <p:cNvSpPr>
            <a:spLocks noGrp="1"/>
          </p:cNvSpPr>
          <p:nvPr/>
        </p:nvSpPr>
        <p:spPr>
          <a:xfrm>
            <a:off x="4483674" y="57932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01_find_only_2745">
            <a:extLst>
              <a:ext uri="{FF2B5EF4-FFF2-40B4-BE49-F238E27FC236}">
                <a16:creationId xmlns:a16="http://schemas.microsoft.com/office/drawing/2014/main" id="{DB84BB06-0FBA-49B1-8E13-7DEC31D1A4EC}"/>
              </a:ext>
            </a:extLst>
          </p:cNvPr>
          <p:cNvSpPr>
            <a:spLocks noGrp="1"/>
          </p:cNvSpPr>
          <p:nvPr/>
        </p:nvSpPr>
        <p:spPr>
          <a:xfrm>
            <a:off x="439351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01_find_only_2746">
            <a:extLst>
              <a:ext uri="{FF2B5EF4-FFF2-40B4-BE49-F238E27FC236}">
                <a16:creationId xmlns:a16="http://schemas.microsoft.com/office/drawing/2014/main" id="{A36D7C21-CC9E-4D61-9EB0-0910D4B260F8}"/>
              </a:ext>
            </a:extLst>
          </p:cNvPr>
          <p:cNvSpPr>
            <a:spLocks noGrp="1"/>
          </p:cNvSpPr>
          <p:nvPr/>
        </p:nvSpPr>
        <p:spPr>
          <a:xfrm>
            <a:off x="44335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01_find_only_2747">
            <a:extLst>
              <a:ext uri="{FF2B5EF4-FFF2-40B4-BE49-F238E27FC236}">
                <a16:creationId xmlns:a16="http://schemas.microsoft.com/office/drawing/2014/main" id="{99A89B2F-08EA-4024-BD1A-6FBFC5C75BB8}"/>
              </a:ext>
            </a:extLst>
          </p:cNvPr>
          <p:cNvSpPr>
            <a:spLocks noGrp="1"/>
          </p:cNvSpPr>
          <p:nvPr/>
        </p:nvSpPr>
        <p:spPr>
          <a:xfrm>
            <a:off x="44517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01_find_only_2748">
            <a:extLst>
              <a:ext uri="{FF2B5EF4-FFF2-40B4-BE49-F238E27FC236}">
                <a16:creationId xmlns:a16="http://schemas.microsoft.com/office/drawing/2014/main" id="{F25802C1-7192-4868-9601-85878EB9AAAE}"/>
              </a:ext>
            </a:extLst>
          </p:cNvPr>
          <p:cNvSpPr>
            <a:spLocks noGrp="1"/>
          </p:cNvSpPr>
          <p:nvPr/>
        </p:nvSpPr>
        <p:spPr>
          <a:xfrm>
            <a:off x="44214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01_find_only_2749">
            <a:extLst>
              <a:ext uri="{FF2B5EF4-FFF2-40B4-BE49-F238E27FC236}">
                <a16:creationId xmlns:a16="http://schemas.microsoft.com/office/drawing/2014/main" id="{670376F3-93EA-43A9-B1F9-1DA9B94F1486}"/>
              </a:ext>
            </a:extLst>
          </p:cNvPr>
          <p:cNvSpPr>
            <a:spLocks noGrp="1"/>
          </p:cNvSpPr>
          <p:nvPr/>
        </p:nvSpPr>
        <p:spPr>
          <a:xfrm>
            <a:off x="444325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01_find_only_2750">
            <a:extLst>
              <a:ext uri="{FF2B5EF4-FFF2-40B4-BE49-F238E27FC236}">
                <a16:creationId xmlns:a16="http://schemas.microsoft.com/office/drawing/2014/main" id="{4543CB0E-A4BD-4E81-9EC9-D29E163A914D}"/>
              </a:ext>
            </a:extLst>
          </p:cNvPr>
          <p:cNvSpPr>
            <a:spLocks noGrp="1"/>
          </p:cNvSpPr>
          <p:nvPr/>
        </p:nvSpPr>
        <p:spPr>
          <a:xfrm>
            <a:off x="443101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01_find_only_2751">
            <a:extLst>
              <a:ext uri="{FF2B5EF4-FFF2-40B4-BE49-F238E27FC236}">
                <a16:creationId xmlns:a16="http://schemas.microsoft.com/office/drawing/2014/main" id="{DAC68C99-8E94-4B02-89A1-5183AACACADC}"/>
              </a:ext>
            </a:extLst>
          </p:cNvPr>
          <p:cNvSpPr>
            <a:spLocks noGrp="1"/>
          </p:cNvSpPr>
          <p:nvPr/>
        </p:nvSpPr>
        <p:spPr>
          <a:xfrm>
            <a:off x="4472988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01_find_only_2752">
            <a:extLst>
              <a:ext uri="{FF2B5EF4-FFF2-40B4-BE49-F238E27FC236}">
                <a16:creationId xmlns:a16="http://schemas.microsoft.com/office/drawing/2014/main" id="{325504B4-0D0D-4334-9171-6174ED35CA10}"/>
              </a:ext>
            </a:extLst>
          </p:cNvPr>
          <p:cNvSpPr>
            <a:spLocks noGrp="1"/>
          </p:cNvSpPr>
          <p:nvPr/>
        </p:nvSpPr>
        <p:spPr>
          <a:xfrm>
            <a:off x="44042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01_find_only_2753">
            <a:extLst>
              <a:ext uri="{FF2B5EF4-FFF2-40B4-BE49-F238E27FC236}">
                <a16:creationId xmlns:a16="http://schemas.microsoft.com/office/drawing/2014/main" id="{1744DA80-B377-4649-B5B6-160CF4D94293}"/>
              </a:ext>
            </a:extLst>
          </p:cNvPr>
          <p:cNvSpPr>
            <a:spLocks noGrp="1"/>
          </p:cNvSpPr>
          <p:nvPr/>
        </p:nvSpPr>
        <p:spPr>
          <a:xfrm>
            <a:off x="44086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01_find_only_2754">
            <a:extLst>
              <a:ext uri="{FF2B5EF4-FFF2-40B4-BE49-F238E27FC236}">
                <a16:creationId xmlns:a16="http://schemas.microsoft.com/office/drawing/2014/main" id="{AE96CF8A-AB46-4659-819E-3C071A06D09A}"/>
              </a:ext>
            </a:extLst>
          </p:cNvPr>
          <p:cNvSpPr>
            <a:spLocks noGrp="1"/>
          </p:cNvSpPr>
          <p:nvPr/>
        </p:nvSpPr>
        <p:spPr>
          <a:xfrm>
            <a:off x="444908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01_find_only_2755">
            <a:extLst>
              <a:ext uri="{FF2B5EF4-FFF2-40B4-BE49-F238E27FC236}">
                <a16:creationId xmlns:a16="http://schemas.microsoft.com/office/drawing/2014/main" id="{7057B243-1AB6-4B83-83B5-387283DE8166}"/>
              </a:ext>
            </a:extLst>
          </p:cNvPr>
          <p:cNvSpPr>
            <a:spLocks noGrp="1"/>
          </p:cNvSpPr>
          <p:nvPr/>
        </p:nvSpPr>
        <p:spPr>
          <a:xfrm>
            <a:off x="44482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01_find_only_2756">
            <a:extLst>
              <a:ext uri="{FF2B5EF4-FFF2-40B4-BE49-F238E27FC236}">
                <a16:creationId xmlns:a16="http://schemas.microsoft.com/office/drawing/2014/main" id="{CF4EC62C-4A04-448D-B011-518542F9C552}"/>
              </a:ext>
            </a:extLst>
          </p:cNvPr>
          <p:cNvSpPr>
            <a:spLocks noGrp="1"/>
          </p:cNvSpPr>
          <p:nvPr/>
        </p:nvSpPr>
        <p:spPr>
          <a:xfrm>
            <a:off x="44797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01_find_only_2757">
            <a:extLst>
              <a:ext uri="{FF2B5EF4-FFF2-40B4-BE49-F238E27FC236}">
                <a16:creationId xmlns:a16="http://schemas.microsoft.com/office/drawing/2014/main" id="{555FDB6E-9E98-4446-93ED-BEB3BCDDC078}"/>
              </a:ext>
            </a:extLst>
          </p:cNvPr>
          <p:cNvSpPr>
            <a:spLocks noGrp="1"/>
          </p:cNvSpPr>
          <p:nvPr/>
        </p:nvSpPr>
        <p:spPr>
          <a:xfrm>
            <a:off x="44651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01_find_only_2758">
            <a:extLst>
              <a:ext uri="{FF2B5EF4-FFF2-40B4-BE49-F238E27FC236}">
                <a16:creationId xmlns:a16="http://schemas.microsoft.com/office/drawing/2014/main" id="{2377D81A-CCEE-456E-8520-CCC8F2D9C2B7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01_find_only_2759">
            <a:extLst>
              <a:ext uri="{FF2B5EF4-FFF2-40B4-BE49-F238E27FC236}">
                <a16:creationId xmlns:a16="http://schemas.microsoft.com/office/drawing/2014/main" id="{E20BF59C-58C3-4BA7-B187-DFBB13FFFA3E}"/>
              </a:ext>
            </a:extLst>
          </p:cNvPr>
          <p:cNvSpPr>
            <a:spLocks noGrp="1"/>
          </p:cNvSpPr>
          <p:nvPr/>
        </p:nvSpPr>
        <p:spPr>
          <a:xfrm>
            <a:off x="446706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01_find_only_2760">
            <a:extLst>
              <a:ext uri="{FF2B5EF4-FFF2-40B4-BE49-F238E27FC236}">
                <a16:creationId xmlns:a16="http://schemas.microsoft.com/office/drawing/2014/main" id="{4ED8706E-8901-41B9-ACD7-CC3C45F4E103}"/>
              </a:ext>
            </a:extLst>
          </p:cNvPr>
          <p:cNvSpPr>
            <a:spLocks noGrp="1"/>
          </p:cNvSpPr>
          <p:nvPr/>
        </p:nvSpPr>
        <p:spPr>
          <a:xfrm>
            <a:off x="445919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01_find_only_2761">
            <a:extLst>
              <a:ext uri="{FF2B5EF4-FFF2-40B4-BE49-F238E27FC236}">
                <a16:creationId xmlns:a16="http://schemas.microsoft.com/office/drawing/2014/main" id="{AD758C5B-339F-4A35-945A-1C9679B0D146}"/>
              </a:ext>
            </a:extLst>
          </p:cNvPr>
          <p:cNvSpPr>
            <a:spLocks noGrp="1"/>
          </p:cNvSpPr>
          <p:nvPr/>
        </p:nvSpPr>
        <p:spPr>
          <a:xfrm>
            <a:off x="44633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01_find_only_2762">
            <a:extLst>
              <a:ext uri="{FF2B5EF4-FFF2-40B4-BE49-F238E27FC236}">
                <a16:creationId xmlns:a16="http://schemas.microsoft.com/office/drawing/2014/main" id="{A49368C0-C546-47D8-B20F-C3F21DA087F7}"/>
              </a:ext>
            </a:extLst>
          </p:cNvPr>
          <p:cNvSpPr>
            <a:spLocks noGrp="1"/>
          </p:cNvSpPr>
          <p:nvPr/>
        </p:nvSpPr>
        <p:spPr>
          <a:xfrm>
            <a:off x="4445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01_find_only_2763">
            <a:extLst>
              <a:ext uri="{FF2B5EF4-FFF2-40B4-BE49-F238E27FC236}">
                <a16:creationId xmlns:a16="http://schemas.microsoft.com/office/drawing/2014/main" id="{7C030547-CD2F-4972-BE29-61309628338F}"/>
              </a:ext>
            </a:extLst>
          </p:cNvPr>
          <p:cNvSpPr>
            <a:spLocks noGrp="1"/>
          </p:cNvSpPr>
          <p:nvPr/>
        </p:nvSpPr>
        <p:spPr>
          <a:xfrm>
            <a:off x="439458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01_find_only_2764">
            <a:extLst>
              <a:ext uri="{FF2B5EF4-FFF2-40B4-BE49-F238E27FC236}">
                <a16:creationId xmlns:a16="http://schemas.microsoft.com/office/drawing/2014/main" id="{5146C38C-0B21-4389-92D0-10AC3ADC10D3}"/>
              </a:ext>
            </a:extLst>
          </p:cNvPr>
          <p:cNvSpPr>
            <a:spLocks noGrp="1"/>
          </p:cNvSpPr>
          <p:nvPr/>
        </p:nvSpPr>
        <p:spPr>
          <a:xfrm>
            <a:off x="4459581" y="58909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01_find_only_2765">
            <a:extLst>
              <a:ext uri="{FF2B5EF4-FFF2-40B4-BE49-F238E27FC236}">
                <a16:creationId xmlns:a16="http://schemas.microsoft.com/office/drawing/2014/main" id="{3F2FEC29-8F34-4DF3-95A0-6F5D7D401519}"/>
              </a:ext>
            </a:extLst>
          </p:cNvPr>
          <p:cNvSpPr>
            <a:spLocks noGrp="1"/>
          </p:cNvSpPr>
          <p:nvPr/>
        </p:nvSpPr>
        <p:spPr>
          <a:xfrm>
            <a:off x="447240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01_find_only_2766">
            <a:extLst>
              <a:ext uri="{FF2B5EF4-FFF2-40B4-BE49-F238E27FC236}">
                <a16:creationId xmlns:a16="http://schemas.microsoft.com/office/drawing/2014/main" id="{68E48261-FEFD-42CC-9A32-E71802A33231}"/>
              </a:ext>
            </a:extLst>
          </p:cNvPr>
          <p:cNvSpPr>
            <a:spLocks noGrp="1"/>
          </p:cNvSpPr>
          <p:nvPr/>
        </p:nvSpPr>
        <p:spPr>
          <a:xfrm>
            <a:off x="44107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01_find_only_2767">
            <a:extLst>
              <a:ext uri="{FF2B5EF4-FFF2-40B4-BE49-F238E27FC236}">
                <a16:creationId xmlns:a16="http://schemas.microsoft.com/office/drawing/2014/main" id="{AFEB519E-3C0D-4242-BA7E-0438C4E53A45}"/>
              </a:ext>
            </a:extLst>
          </p:cNvPr>
          <p:cNvSpPr>
            <a:spLocks noGrp="1"/>
          </p:cNvSpPr>
          <p:nvPr/>
        </p:nvSpPr>
        <p:spPr>
          <a:xfrm>
            <a:off x="440342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01_find_only_2768">
            <a:extLst>
              <a:ext uri="{FF2B5EF4-FFF2-40B4-BE49-F238E27FC236}">
                <a16:creationId xmlns:a16="http://schemas.microsoft.com/office/drawing/2014/main" id="{8F9845D7-9D8D-442E-A7EF-6F92CE894904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01_find_only_2769">
            <a:extLst>
              <a:ext uri="{FF2B5EF4-FFF2-40B4-BE49-F238E27FC236}">
                <a16:creationId xmlns:a16="http://schemas.microsoft.com/office/drawing/2014/main" id="{E6515926-1254-4A40-B9CE-B0A5463BA1A5}"/>
              </a:ext>
            </a:extLst>
          </p:cNvPr>
          <p:cNvSpPr>
            <a:spLocks noGrp="1"/>
          </p:cNvSpPr>
          <p:nvPr/>
        </p:nvSpPr>
        <p:spPr>
          <a:xfrm>
            <a:off x="44844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01_find_only_2770">
            <a:extLst>
              <a:ext uri="{FF2B5EF4-FFF2-40B4-BE49-F238E27FC236}">
                <a16:creationId xmlns:a16="http://schemas.microsoft.com/office/drawing/2014/main" id="{B16C1B5B-9C9B-4C5C-AA12-8A992B4597A3}"/>
              </a:ext>
            </a:extLst>
          </p:cNvPr>
          <p:cNvSpPr>
            <a:spLocks noGrp="1"/>
          </p:cNvSpPr>
          <p:nvPr/>
        </p:nvSpPr>
        <p:spPr>
          <a:xfrm>
            <a:off x="44886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01_find_only_2771">
            <a:extLst>
              <a:ext uri="{FF2B5EF4-FFF2-40B4-BE49-F238E27FC236}">
                <a16:creationId xmlns:a16="http://schemas.microsoft.com/office/drawing/2014/main" id="{5D766458-E6F9-4384-BA21-E495DA856679}"/>
              </a:ext>
            </a:extLst>
          </p:cNvPr>
          <p:cNvSpPr>
            <a:spLocks noGrp="1"/>
          </p:cNvSpPr>
          <p:nvPr/>
        </p:nvSpPr>
        <p:spPr>
          <a:xfrm>
            <a:off x="44285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01_find_only_2772">
            <a:extLst>
              <a:ext uri="{FF2B5EF4-FFF2-40B4-BE49-F238E27FC236}">
                <a16:creationId xmlns:a16="http://schemas.microsoft.com/office/drawing/2014/main" id="{984D2189-6C57-4684-8971-43E07242BB98}"/>
              </a:ext>
            </a:extLst>
          </p:cNvPr>
          <p:cNvSpPr>
            <a:spLocks noGrp="1"/>
          </p:cNvSpPr>
          <p:nvPr/>
        </p:nvSpPr>
        <p:spPr>
          <a:xfrm>
            <a:off x="44642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01_find_only_2773">
            <a:extLst>
              <a:ext uri="{FF2B5EF4-FFF2-40B4-BE49-F238E27FC236}">
                <a16:creationId xmlns:a16="http://schemas.microsoft.com/office/drawing/2014/main" id="{E8CC1588-294B-4E5F-B0D1-BBDF61A84B7F}"/>
              </a:ext>
            </a:extLst>
          </p:cNvPr>
          <p:cNvSpPr>
            <a:spLocks noGrp="1"/>
          </p:cNvSpPr>
          <p:nvPr/>
        </p:nvSpPr>
        <p:spPr>
          <a:xfrm>
            <a:off x="44716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01_find_only_2774">
            <a:extLst>
              <a:ext uri="{FF2B5EF4-FFF2-40B4-BE49-F238E27FC236}">
                <a16:creationId xmlns:a16="http://schemas.microsoft.com/office/drawing/2014/main" id="{141EF903-2B2C-48E0-A9C8-C15A7AB9E65E}"/>
              </a:ext>
            </a:extLst>
          </p:cNvPr>
          <p:cNvSpPr>
            <a:spLocks noGrp="1"/>
          </p:cNvSpPr>
          <p:nvPr/>
        </p:nvSpPr>
        <p:spPr>
          <a:xfrm>
            <a:off x="44833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01_find_only_2775">
            <a:extLst>
              <a:ext uri="{FF2B5EF4-FFF2-40B4-BE49-F238E27FC236}">
                <a16:creationId xmlns:a16="http://schemas.microsoft.com/office/drawing/2014/main" id="{B67C82A5-FFC9-4F1F-9F72-B18D7F1D492D}"/>
              </a:ext>
            </a:extLst>
          </p:cNvPr>
          <p:cNvSpPr>
            <a:spLocks noGrp="1"/>
          </p:cNvSpPr>
          <p:nvPr/>
        </p:nvSpPr>
        <p:spPr>
          <a:xfrm>
            <a:off x="447308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01_find_only_2776">
            <a:extLst>
              <a:ext uri="{FF2B5EF4-FFF2-40B4-BE49-F238E27FC236}">
                <a16:creationId xmlns:a16="http://schemas.microsoft.com/office/drawing/2014/main" id="{1F1E6C94-061A-49BF-9B51-5E8B019407AE}"/>
              </a:ext>
            </a:extLst>
          </p:cNvPr>
          <p:cNvSpPr>
            <a:spLocks noGrp="1"/>
          </p:cNvSpPr>
          <p:nvPr/>
        </p:nvSpPr>
        <p:spPr>
          <a:xfrm>
            <a:off x="4458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01_find_only_2777">
            <a:extLst>
              <a:ext uri="{FF2B5EF4-FFF2-40B4-BE49-F238E27FC236}">
                <a16:creationId xmlns:a16="http://schemas.microsoft.com/office/drawing/2014/main" id="{C52F7766-FDE5-4E98-B24B-E69E6D123957}"/>
              </a:ext>
            </a:extLst>
          </p:cNvPr>
          <p:cNvSpPr>
            <a:spLocks noGrp="1"/>
          </p:cNvSpPr>
          <p:nvPr/>
        </p:nvSpPr>
        <p:spPr>
          <a:xfrm>
            <a:off x="43988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01_find_only_2778">
            <a:extLst>
              <a:ext uri="{FF2B5EF4-FFF2-40B4-BE49-F238E27FC236}">
                <a16:creationId xmlns:a16="http://schemas.microsoft.com/office/drawing/2014/main" id="{31C6550F-315A-43B5-958F-B08DC4A1A1DB}"/>
              </a:ext>
            </a:extLst>
          </p:cNvPr>
          <p:cNvSpPr>
            <a:spLocks noGrp="1"/>
          </p:cNvSpPr>
          <p:nvPr/>
        </p:nvSpPr>
        <p:spPr>
          <a:xfrm>
            <a:off x="4408285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01_find_only_2779">
            <a:extLst>
              <a:ext uri="{FF2B5EF4-FFF2-40B4-BE49-F238E27FC236}">
                <a16:creationId xmlns:a16="http://schemas.microsoft.com/office/drawing/2014/main" id="{7F4E387A-6F2D-4D45-9C28-3F06C245BBA0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01_find_only_2780">
            <a:extLst>
              <a:ext uri="{FF2B5EF4-FFF2-40B4-BE49-F238E27FC236}">
                <a16:creationId xmlns:a16="http://schemas.microsoft.com/office/drawing/2014/main" id="{DD64B2BD-D0D8-47A8-AC26-958874641AE9}"/>
              </a:ext>
            </a:extLst>
          </p:cNvPr>
          <p:cNvSpPr>
            <a:spLocks noGrp="1"/>
          </p:cNvSpPr>
          <p:nvPr/>
        </p:nvSpPr>
        <p:spPr>
          <a:xfrm>
            <a:off x="4449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01_find_only_2781">
            <a:extLst>
              <a:ext uri="{FF2B5EF4-FFF2-40B4-BE49-F238E27FC236}">
                <a16:creationId xmlns:a16="http://schemas.microsoft.com/office/drawing/2014/main" id="{21748068-DAF4-4D92-9F17-2B02FD37931E}"/>
              </a:ext>
            </a:extLst>
          </p:cNvPr>
          <p:cNvSpPr>
            <a:spLocks noGrp="1"/>
          </p:cNvSpPr>
          <p:nvPr/>
        </p:nvSpPr>
        <p:spPr>
          <a:xfrm>
            <a:off x="44123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01_find_only_2782">
            <a:extLst>
              <a:ext uri="{FF2B5EF4-FFF2-40B4-BE49-F238E27FC236}">
                <a16:creationId xmlns:a16="http://schemas.microsoft.com/office/drawing/2014/main" id="{798F93AC-AC29-49B5-83C4-4CCCAC644ADC}"/>
              </a:ext>
            </a:extLst>
          </p:cNvPr>
          <p:cNvSpPr>
            <a:spLocks noGrp="1"/>
          </p:cNvSpPr>
          <p:nvPr/>
        </p:nvSpPr>
        <p:spPr>
          <a:xfrm>
            <a:off x="4429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01_find_only_2783">
            <a:extLst>
              <a:ext uri="{FF2B5EF4-FFF2-40B4-BE49-F238E27FC236}">
                <a16:creationId xmlns:a16="http://schemas.microsoft.com/office/drawing/2014/main" id="{05C01904-CC08-460D-A7D8-819C5B2C48D1}"/>
              </a:ext>
            </a:extLst>
          </p:cNvPr>
          <p:cNvSpPr>
            <a:spLocks noGrp="1"/>
          </p:cNvSpPr>
          <p:nvPr/>
        </p:nvSpPr>
        <p:spPr>
          <a:xfrm>
            <a:off x="4395558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01_find_only_2784">
            <a:extLst>
              <a:ext uri="{FF2B5EF4-FFF2-40B4-BE49-F238E27FC236}">
                <a16:creationId xmlns:a16="http://schemas.microsoft.com/office/drawing/2014/main" id="{6B0B86EB-2692-467A-B156-5BFBA1F20079}"/>
              </a:ext>
            </a:extLst>
          </p:cNvPr>
          <p:cNvSpPr>
            <a:spLocks noGrp="1"/>
          </p:cNvSpPr>
          <p:nvPr/>
        </p:nvSpPr>
        <p:spPr>
          <a:xfrm>
            <a:off x="4667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01_find_only_2785">
            <a:extLst>
              <a:ext uri="{FF2B5EF4-FFF2-40B4-BE49-F238E27FC236}">
                <a16:creationId xmlns:a16="http://schemas.microsoft.com/office/drawing/2014/main" id="{50F8B34D-BBC5-44AA-AC77-625ECC569FE1}"/>
              </a:ext>
            </a:extLst>
          </p:cNvPr>
          <p:cNvSpPr>
            <a:spLocks noGrp="1"/>
          </p:cNvSpPr>
          <p:nvPr/>
        </p:nvSpPr>
        <p:spPr>
          <a:xfrm>
            <a:off x="4730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01_find_only_2786">
            <a:extLst>
              <a:ext uri="{FF2B5EF4-FFF2-40B4-BE49-F238E27FC236}">
                <a16:creationId xmlns:a16="http://schemas.microsoft.com/office/drawing/2014/main" id="{556F041B-3607-4CA2-88B3-99EC706878FE}"/>
              </a:ext>
            </a:extLst>
          </p:cNvPr>
          <p:cNvSpPr>
            <a:spLocks noGrp="1"/>
          </p:cNvSpPr>
          <p:nvPr/>
        </p:nvSpPr>
        <p:spPr>
          <a:xfrm>
            <a:off x="4647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01_find_only_2787">
            <a:extLst>
              <a:ext uri="{FF2B5EF4-FFF2-40B4-BE49-F238E27FC236}">
                <a16:creationId xmlns:a16="http://schemas.microsoft.com/office/drawing/2014/main" id="{0FEDCFE2-252A-4C28-A0BF-B10ED7BB5531}"/>
              </a:ext>
            </a:extLst>
          </p:cNvPr>
          <p:cNvSpPr>
            <a:spLocks noGrp="1"/>
          </p:cNvSpPr>
          <p:nvPr/>
        </p:nvSpPr>
        <p:spPr>
          <a:xfrm>
            <a:off x="47222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01_find_only_2788">
            <a:extLst>
              <a:ext uri="{FF2B5EF4-FFF2-40B4-BE49-F238E27FC236}">
                <a16:creationId xmlns:a16="http://schemas.microsoft.com/office/drawing/2014/main" id="{0F0872C5-C963-43A4-A479-EC0EFE610F62}"/>
              </a:ext>
            </a:extLst>
          </p:cNvPr>
          <p:cNvSpPr>
            <a:spLocks noGrp="1"/>
          </p:cNvSpPr>
          <p:nvPr/>
        </p:nvSpPr>
        <p:spPr>
          <a:xfrm>
            <a:off x="46837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01_find_only_2789">
            <a:extLst>
              <a:ext uri="{FF2B5EF4-FFF2-40B4-BE49-F238E27FC236}">
                <a16:creationId xmlns:a16="http://schemas.microsoft.com/office/drawing/2014/main" id="{B5EDD46B-0230-4B68-BF37-3E2501D65A31}"/>
              </a:ext>
            </a:extLst>
          </p:cNvPr>
          <p:cNvSpPr>
            <a:spLocks noGrp="1"/>
          </p:cNvSpPr>
          <p:nvPr/>
        </p:nvSpPr>
        <p:spPr>
          <a:xfrm>
            <a:off x="47369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01_find_only_2790">
            <a:extLst>
              <a:ext uri="{FF2B5EF4-FFF2-40B4-BE49-F238E27FC236}">
                <a16:creationId xmlns:a16="http://schemas.microsoft.com/office/drawing/2014/main" id="{08A293B9-8ADE-493A-B61F-7FCC1A4A4186}"/>
              </a:ext>
            </a:extLst>
          </p:cNvPr>
          <p:cNvSpPr>
            <a:spLocks noGrp="1"/>
          </p:cNvSpPr>
          <p:nvPr/>
        </p:nvSpPr>
        <p:spPr>
          <a:xfrm>
            <a:off x="4667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01_find_only_2791">
            <a:extLst>
              <a:ext uri="{FF2B5EF4-FFF2-40B4-BE49-F238E27FC236}">
                <a16:creationId xmlns:a16="http://schemas.microsoft.com/office/drawing/2014/main" id="{3A5097DD-4969-4162-9C5C-2B5209B53B7A}"/>
              </a:ext>
            </a:extLst>
          </p:cNvPr>
          <p:cNvSpPr>
            <a:spLocks noGrp="1"/>
          </p:cNvSpPr>
          <p:nvPr/>
        </p:nvSpPr>
        <p:spPr>
          <a:xfrm>
            <a:off x="471519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01_find_only_2792">
            <a:extLst>
              <a:ext uri="{FF2B5EF4-FFF2-40B4-BE49-F238E27FC236}">
                <a16:creationId xmlns:a16="http://schemas.microsoft.com/office/drawing/2014/main" id="{F6C16C36-E32D-4665-AE02-7CF926469C20}"/>
              </a:ext>
            </a:extLst>
          </p:cNvPr>
          <p:cNvSpPr>
            <a:spLocks noGrp="1"/>
          </p:cNvSpPr>
          <p:nvPr/>
        </p:nvSpPr>
        <p:spPr>
          <a:xfrm>
            <a:off x="4650877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01_find_only_2793">
            <a:extLst>
              <a:ext uri="{FF2B5EF4-FFF2-40B4-BE49-F238E27FC236}">
                <a16:creationId xmlns:a16="http://schemas.microsoft.com/office/drawing/2014/main" id="{2123C3E1-C1DA-49E4-AE5F-2ED74679B3DB}"/>
              </a:ext>
            </a:extLst>
          </p:cNvPr>
          <p:cNvSpPr>
            <a:spLocks noGrp="1"/>
          </p:cNvSpPr>
          <p:nvPr/>
        </p:nvSpPr>
        <p:spPr>
          <a:xfrm>
            <a:off x="46715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01_find_only_2794">
            <a:extLst>
              <a:ext uri="{FF2B5EF4-FFF2-40B4-BE49-F238E27FC236}">
                <a16:creationId xmlns:a16="http://schemas.microsoft.com/office/drawing/2014/main" id="{87625CC7-FCCB-4D3D-8E9A-9E15BF7F3343}"/>
              </a:ext>
            </a:extLst>
          </p:cNvPr>
          <p:cNvSpPr>
            <a:spLocks noGrp="1"/>
          </p:cNvSpPr>
          <p:nvPr/>
        </p:nvSpPr>
        <p:spPr>
          <a:xfrm>
            <a:off x="465068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01_find_only_2795">
            <a:extLst>
              <a:ext uri="{FF2B5EF4-FFF2-40B4-BE49-F238E27FC236}">
                <a16:creationId xmlns:a16="http://schemas.microsoft.com/office/drawing/2014/main" id="{100C741B-EAD9-46F3-8293-8C5682A854BA}"/>
              </a:ext>
            </a:extLst>
          </p:cNvPr>
          <p:cNvSpPr>
            <a:spLocks noGrp="1"/>
          </p:cNvSpPr>
          <p:nvPr/>
        </p:nvSpPr>
        <p:spPr>
          <a:xfrm>
            <a:off x="4705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01_find_only_2796">
            <a:extLst>
              <a:ext uri="{FF2B5EF4-FFF2-40B4-BE49-F238E27FC236}">
                <a16:creationId xmlns:a16="http://schemas.microsoft.com/office/drawing/2014/main" id="{3DB79FA7-72AE-4D84-B105-98FAF3B35CCD}"/>
              </a:ext>
            </a:extLst>
          </p:cNvPr>
          <p:cNvSpPr>
            <a:spLocks noGrp="1"/>
          </p:cNvSpPr>
          <p:nvPr/>
        </p:nvSpPr>
        <p:spPr>
          <a:xfrm>
            <a:off x="46637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01_find_only_2797">
            <a:extLst>
              <a:ext uri="{FF2B5EF4-FFF2-40B4-BE49-F238E27FC236}">
                <a16:creationId xmlns:a16="http://schemas.microsoft.com/office/drawing/2014/main" id="{6DE103D5-63BB-4294-A2D5-069147D598DB}"/>
              </a:ext>
            </a:extLst>
          </p:cNvPr>
          <p:cNvSpPr>
            <a:spLocks noGrp="1"/>
          </p:cNvSpPr>
          <p:nvPr/>
        </p:nvSpPr>
        <p:spPr>
          <a:xfrm>
            <a:off x="46929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01_find_only_2798">
            <a:extLst>
              <a:ext uri="{FF2B5EF4-FFF2-40B4-BE49-F238E27FC236}">
                <a16:creationId xmlns:a16="http://schemas.microsoft.com/office/drawing/2014/main" id="{7FD97DAE-25F4-4843-AD9F-C7018F9A3437}"/>
              </a:ext>
            </a:extLst>
          </p:cNvPr>
          <p:cNvSpPr>
            <a:spLocks noGrp="1"/>
          </p:cNvSpPr>
          <p:nvPr/>
        </p:nvSpPr>
        <p:spPr>
          <a:xfrm>
            <a:off x="4682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01_find_only_2799">
            <a:extLst>
              <a:ext uri="{FF2B5EF4-FFF2-40B4-BE49-F238E27FC236}">
                <a16:creationId xmlns:a16="http://schemas.microsoft.com/office/drawing/2014/main" id="{87A5991E-6D5C-4A50-AB77-559C5D3C5D95}"/>
              </a:ext>
            </a:extLst>
          </p:cNvPr>
          <p:cNvSpPr>
            <a:spLocks noGrp="1"/>
          </p:cNvSpPr>
          <p:nvPr/>
        </p:nvSpPr>
        <p:spPr>
          <a:xfrm>
            <a:off x="4673028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01_find_only_2800">
            <a:extLst>
              <a:ext uri="{FF2B5EF4-FFF2-40B4-BE49-F238E27FC236}">
                <a16:creationId xmlns:a16="http://schemas.microsoft.com/office/drawing/2014/main" id="{FC89D1FD-7337-4A89-AAC6-A1797FDE257C}"/>
              </a:ext>
            </a:extLst>
          </p:cNvPr>
          <p:cNvSpPr>
            <a:spLocks noGrp="1"/>
          </p:cNvSpPr>
          <p:nvPr/>
        </p:nvSpPr>
        <p:spPr>
          <a:xfrm>
            <a:off x="465039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01_find_only_2801">
            <a:extLst>
              <a:ext uri="{FF2B5EF4-FFF2-40B4-BE49-F238E27FC236}">
                <a16:creationId xmlns:a16="http://schemas.microsoft.com/office/drawing/2014/main" id="{10EEC716-6AD9-4AA7-98FA-74CB5F22C587}"/>
              </a:ext>
            </a:extLst>
          </p:cNvPr>
          <p:cNvSpPr>
            <a:spLocks noGrp="1"/>
          </p:cNvSpPr>
          <p:nvPr/>
        </p:nvSpPr>
        <p:spPr>
          <a:xfrm>
            <a:off x="473763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01_find_only_2802">
            <a:extLst>
              <a:ext uri="{FF2B5EF4-FFF2-40B4-BE49-F238E27FC236}">
                <a16:creationId xmlns:a16="http://schemas.microsoft.com/office/drawing/2014/main" id="{F2DAAF94-FF92-4C65-8D35-A02F7FE0C3AE}"/>
              </a:ext>
            </a:extLst>
          </p:cNvPr>
          <p:cNvSpPr>
            <a:spLocks noGrp="1"/>
          </p:cNvSpPr>
          <p:nvPr/>
        </p:nvSpPr>
        <p:spPr>
          <a:xfrm>
            <a:off x="46517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01_find_only_2803">
            <a:extLst>
              <a:ext uri="{FF2B5EF4-FFF2-40B4-BE49-F238E27FC236}">
                <a16:creationId xmlns:a16="http://schemas.microsoft.com/office/drawing/2014/main" id="{4E8729B2-82FE-44F2-BC51-B74A51B1E60F}"/>
              </a:ext>
            </a:extLst>
          </p:cNvPr>
          <p:cNvSpPr>
            <a:spLocks noGrp="1"/>
          </p:cNvSpPr>
          <p:nvPr/>
        </p:nvSpPr>
        <p:spPr>
          <a:xfrm>
            <a:off x="47304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01_find_only_2804">
            <a:extLst>
              <a:ext uri="{FF2B5EF4-FFF2-40B4-BE49-F238E27FC236}">
                <a16:creationId xmlns:a16="http://schemas.microsoft.com/office/drawing/2014/main" id="{A7560146-2FDD-41A2-8975-0B2F53F39D1C}"/>
              </a:ext>
            </a:extLst>
          </p:cNvPr>
          <p:cNvSpPr>
            <a:spLocks noGrp="1"/>
          </p:cNvSpPr>
          <p:nvPr/>
        </p:nvSpPr>
        <p:spPr>
          <a:xfrm>
            <a:off x="46841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01_find_only_2805">
            <a:extLst>
              <a:ext uri="{FF2B5EF4-FFF2-40B4-BE49-F238E27FC236}">
                <a16:creationId xmlns:a16="http://schemas.microsoft.com/office/drawing/2014/main" id="{72C8CDD9-68C1-4FE5-84D5-A3DC4EC46686}"/>
              </a:ext>
            </a:extLst>
          </p:cNvPr>
          <p:cNvSpPr>
            <a:spLocks noGrp="1"/>
          </p:cNvSpPr>
          <p:nvPr/>
        </p:nvSpPr>
        <p:spPr>
          <a:xfrm>
            <a:off x="47416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01_find_only_2806">
            <a:extLst>
              <a:ext uri="{FF2B5EF4-FFF2-40B4-BE49-F238E27FC236}">
                <a16:creationId xmlns:a16="http://schemas.microsoft.com/office/drawing/2014/main" id="{B110143B-6E83-4446-9BA7-F7B42884739B}"/>
              </a:ext>
            </a:extLst>
          </p:cNvPr>
          <p:cNvSpPr>
            <a:spLocks noGrp="1"/>
          </p:cNvSpPr>
          <p:nvPr/>
        </p:nvSpPr>
        <p:spPr>
          <a:xfrm>
            <a:off x="47112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01_find_only_2807">
            <a:extLst>
              <a:ext uri="{FF2B5EF4-FFF2-40B4-BE49-F238E27FC236}">
                <a16:creationId xmlns:a16="http://schemas.microsoft.com/office/drawing/2014/main" id="{91FAD4E3-80B5-4D4D-A1C7-A74E2F063C87}"/>
              </a:ext>
            </a:extLst>
          </p:cNvPr>
          <p:cNvSpPr>
            <a:spLocks noGrp="1"/>
          </p:cNvSpPr>
          <p:nvPr/>
        </p:nvSpPr>
        <p:spPr>
          <a:xfrm>
            <a:off x="471781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01_find_only_2808">
            <a:extLst>
              <a:ext uri="{FF2B5EF4-FFF2-40B4-BE49-F238E27FC236}">
                <a16:creationId xmlns:a16="http://schemas.microsoft.com/office/drawing/2014/main" id="{51044832-CF4B-4CCC-883B-3DE5B7ED336B}"/>
              </a:ext>
            </a:extLst>
          </p:cNvPr>
          <p:cNvSpPr>
            <a:spLocks noGrp="1"/>
          </p:cNvSpPr>
          <p:nvPr/>
        </p:nvSpPr>
        <p:spPr>
          <a:xfrm>
            <a:off x="467516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01_find_only_2809">
            <a:extLst>
              <a:ext uri="{FF2B5EF4-FFF2-40B4-BE49-F238E27FC236}">
                <a16:creationId xmlns:a16="http://schemas.microsoft.com/office/drawing/2014/main" id="{A8C509D6-1BAA-4029-99C0-9F27594CE172}"/>
              </a:ext>
            </a:extLst>
          </p:cNvPr>
          <p:cNvSpPr>
            <a:spLocks noGrp="1"/>
          </p:cNvSpPr>
          <p:nvPr/>
        </p:nvSpPr>
        <p:spPr>
          <a:xfrm>
            <a:off x="473617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01_find_only_2810">
            <a:extLst>
              <a:ext uri="{FF2B5EF4-FFF2-40B4-BE49-F238E27FC236}">
                <a16:creationId xmlns:a16="http://schemas.microsoft.com/office/drawing/2014/main" id="{E5506864-3338-4083-A88E-677A9D7C809D}"/>
              </a:ext>
            </a:extLst>
          </p:cNvPr>
          <p:cNvSpPr>
            <a:spLocks noGrp="1"/>
          </p:cNvSpPr>
          <p:nvPr/>
        </p:nvSpPr>
        <p:spPr>
          <a:xfrm>
            <a:off x="4718008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01_find_only_2811">
            <a:extLst>
              <a:ext uri="{FF2B5EF4-FFF2-40B4-BE49-F238E27FC236}">
                <a16:creationId xmlns:a16="http://schemas.microsoft.com/office/drawing/2014/main" id="{A946323A-4523-4878-9F8F-E69D5A6C6CEF}"/>
              </a:ext>
            </a:extLst>
          </p:cNvPr>
          <p:cNvSpPr>
            <a:spLocks noGrp="1"/>
          </p:cNvSpPr>
          <p:nvPr/>
        </p:nvSpPr>
        <p:spPr>
          <a:xfrm>
            <a:off x="46625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01_find_only_2812">
            <a:extLst>
              <a:ext uri="{FF2B5EF4-FFF2-40B4-BE49-F238E27FC236}">
                <a16:creationId xmlns:a16="http://schemas.microsoft.com/office/drawing/2014/main" id="{D2363F10-B855-4829-B668-10C61D280ABA}"/>
              </a:ext>
            </a:extLst>
          </p:cNvPr>
          <p:cNvSpPr>
            <a:spLocks noGrp="1"/>
          </p:cNvSpPr>
          <p:nvPr/>
        </p:nvSpPr>
        <p:spPr>
          <a:xfrm>
            <a:off x="4716357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01_find_only_2813">
            <a:extLst>
              <a:ext uri="{FF2B5EF4-FFF2-40B4-BE49-F238E27FC236}">
                <a16:creationId xmlns:a16="http://schemas.microsoft.com/office/drawing/2014/main" id="{EA7629B9-90F3-4A7E-AFFF-24CEF6F06BE5}"/>
              </a:ext>
            </a:extLst>
          </p:cNvPr>
          <p:cNvSpPr>
            <a:spLocks noGrp="1"/>
          </p:cNvSpPr>
          <p:nvPr/>
        </p:nvSpPr>
        <p:spPr>
          <a:xfrm>
            <a:off x="4667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01_find_only_2814">
            <a:extLst>
              <a:ext uri="{FF2B5EF4-FFF2-40B4-BE49-F238E27FC236}">
                <a16:creationId xmlns:a16="http://schemas.microsoft.com/office/drawing/2014/main" id="{A76EB79C-1631-43B4-A578-AD3844633032}"/>
              </a:ext>
            </a:extLst>
          </p:cNvPr>
          <p:cNvSpPr>
            <a:spLocks noGrp="1"/>
          </p:cNvSpPr>
          <p:nvPr/>
        </p:nvSpPr>
        <p:spPr>
          <a:xfrm>
            <a:off x="467506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01_find_only_2815">
            <a:extLst>
              <a:ext uri="{FF2B5EF4-FFF2-40B4-BE49-F238E27FC236}">
                <a16:creationId xmlns:a16="http://schemas.microsoft.com/office/drawing/2014/main" id="{E329528B-E585-45BB-8A5C-9089185FE1E7}"/>
              </a:ext>
            </a:extLst>
          </p:cNvPr>
          <p:cNvSpPr>
            <a:spLocks noGrp="1"/>
          </p:cNvSpPr>
          <p:nvPr/>
        </p:nvSpPr>
        <p:spPr>
          <a:xfrm>
            <a:off x="4735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01_find_only_2816">
            <a:extLst>
              <a:ext uri="{FF2B5EF4-FFF2-40B4-BE49-F238E27FC236}">
                <a16:creationId xmlns:a16="http://schemas.microsoft.com/office/drawing/2014/main" id="{61B719F3-7560-4F5B-9D25-CEC280115118}"/>
              </a:ext>
            </a:extLst>
          </p:cNvPr>
          <p:cNvSpPr>
            <a:spLocks noGrp="1"/>
          </p:cNvSpPr>
          <p:nvPr/>
        </p:nvSpPr>
        <p:spPr>
          <a:xfrm>
            <a:off x="4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01_find_only_2817">
            <a:extLst>
              <a:ext uri="{FF2B5EF4-FFF2-40B4-BE49-F238E27FC236}">
                <a16:creationId xmlns:a16="http://schemas.microsoft.com/office/drawing/2014/main" id="{7F64C364-D0B4-484D-8687-52D3E582BC9A}"/>
              </a:ext>
            </a:extLst>
          </p:cNvPr>
          <p:cNvSpPr>
            <a:spLocks noGrp="1"/>
          </p:cNvSpPr>
          <p:nvPr/>
        </p:nvSpPr>
        <p:spPr>
          <a:xfrm>
            <a:off x="4729958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01_find_only_2818">
            <a:extLst>
              <a:ext uri="{FF2B5EF4-FFF2-40B4-BE49-F238E27FC236}">
                <a16:creationId xmlns:a16="http://schemas.microsoft.com/office/drawing/2014/main" id="{BBFB00ED-0935-47DB-AB00-076D39CD6C89}"/>
              </a:ext>
            </a:extLst>
          </p:cNvPr>
          <p:cNvSpPr>
            <a:spLocks noGrp="1"/>
          </p:cNvSpPr>
          <p:nvPr/>
        </p:nvSpPr>
        <p:spPr>
          <a:xfrm>
            <a:off x="47307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01_find_only_2819">
            <a:extLst>
              <a:ext uri="{FF2B5EF4-FFF2-40B4-BE49-F238E27FC236}">
                <a16:creationId xmlns:a16="http://schemas.microsoft.com/office/drawing/2014/main" id="{6E0FE7D3-0CD5-4E3D-94C8-612014C4C532}"/>
              </a:ext>
            </a:extLst>
          </p:cNvPr>
          <p:cNvSpPr>
            <a:spLocks noGrp="1"/>
          </p:cNvSpPr>
          <p:nvPr/>
        </p:nvSpPr>
        <p:spPr>
          <a:xfrm>
            <a:off x="47332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01_find_only_2820">
            <a:extLst>
              <a:ext uri="{FF2B5EF4-FFF2-40B4-BE49-F238E27FC236}">
                <a16:creationId xmlns:a16="http://schemas.microsoft.com/office/drawing/2014/main" id="{37ED4C95-916F-4D93-88D1-5B078E4E1562}"/>
              </a:ext>
            </a:extLst>
          </p:cNvPr>
          <p:cNvSpPr>
            <a:spLocks noGrp="1"/>
          </p:cNvSpPr>
          <p:nvPr/>
        </p:nvSpPr>
        <p:spPr>
          <a:xfrm>
            <a:off x="4677400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01_find_only_2821">
            <a:extLst>
              <a:ext uri="{FF2B5EF4-FFF2-40B4-BE49-F238E27FC236}">
                <a16:creationId xmlns:a16="http://schemas.microsoft.com/office/drawing/2014/main" id="{9C1AAEC7-2CD6-4582-8BBD-D3A16E7A0643}"/>
              </a:ext>
            </a:extLst>
          </p:cNvPr>
          <p:cNvSpPr>
            <a:spLocks noGrp="1"/>
          </p:cNvSpPr>
          <p:nvPr/>
        </p:nvSpPr>
        <p:spPr>
          <a:xfrm>
            <a:off x="46627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01_find_only_2822">
            <a:extLst>
              <a:ext uri="{FF2B5EF4-FFF2-40B4-BE49-F238E27FC236}">
                <a16:creationId xmlns:a16="http://schemas.microsoft.com/office/drawing/2014/main" id="{4B3627D3-A64B-4FF6-9CAA-0B0A5EB881AB}"/>
              </a:ext>
            </a:extLst>
          </p:cNvPr>
          <p:cNvSpPr>
            <a:spLocks noGrp="1"/>
          </p:cNvSpPr>
          <p:nvPr/>
        </p:nvSpPr>
        <p:spPr>
          <a:xfrm>
            <a:off x="471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01_find_only_2823">
            <a:extLst>
              <a:ext uri="{FF2B5EF4-FFF2-40B4-BE49-F238E27FC236}">
                <a16:creationId xmlns:a16="http://schemas.microsoft.com/office/drawing/2014/main" id="{2458EB17-7452-4F62-9FEA-0502D181747E}"/>
              </a:ext>
            </a:extLst>
          </p:cNvPr>
          <p:cNvSpPr>
            <a:spLocks noGrp="1"/>
          </p:cNvSpPr>
          <p:nvPr/>
        </p:nvSpPr>
        <p:spPr>
          <a:xfrm>
            <a:off x="46581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01_find_only_2824">
            <a:extLst>
              <a:ext uri="{FF2B5EF4-FFF2-40B4-BE49-F238E27FC236}">
                <a16:creationId xmlns:a16="http://schemas.microsoft.com/office/drawing/2014/main" id="{0C33364C-3CBB-4D58-8667-2CAE8F76B98E}"/>
              </a:ext>
            </a:extLst>
          </p:cNvPr>
          <p:cNvSpPr>
            <a:spLocks noGrp="1"/>
          </p:cNvSpPr>
          <p:nvPr/>
        </p:nvSpPr>
        <p:spPr>
          <a:xfrm>
            <a:off x="46642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01_find_only_2825">
            <a:extLst>
              <a:ext uri="{FF2B5EF4-FFF2-40B4-BE49-F238E27FC236}">
                <a16:creationId xmlns:a16="http://schemas.microsoft.com/office/drawing/2014/main" id="{0BA91054-8901-41F2-8D8A-64430080F404}"/>
              </a:ext>
            </a:extLst>
          </p:cNvPr>
          <p:cNvSpPr>
            <a:spLocks noGrp="1"/>
          </p:cNvSpPr>
          <p:nvPr/>
        </p:nvSpPr>
        <p:spPr>
          <a:xfrm>
            <a:off x="4721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01_find_only_2826">
            <a:extLst>
              <a:ext uri="{FF2B5EF4-FFF2-40B4-BE49-F238E27FC236}">
                <a16:creationId xmlns:a16="http://schemas.microsoft.com/office/drawing/2014/main" id="{4A9D84DC-C153-4B66-9E3F-5309AED17DFA}"/>
              </a:ext>
            </a:extLst>
          </p:cNvPr>
          <p:cNvSpPr>
            <a:spLocks noGrp="1"/>
          </p:cNvSpPr>
          <p:nvPr/>
        </p:nvSpPr>
        <p:spPr>
          <a:xfrm>
            <a:off x="46590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01_find_only_2827">
            <a:extLst>
              <a:ext uri="{FF2B5EF4-FFF2-40B4-BE49-F238E27FC236}">
                <a16:creationId xmlns:a16="http://schemas.microsoft.com/office/drawing/2014/main" id="{E8CB4EBA-691C-496E-B09E-BC03F640B193}"/>
              </a:ext>
            </a:extLst>
          </p:cNvPr>
          <p:cNvSpPr>
            <a:spLocks noGrp="1"/>
          </p:cNvSpPr>
          <p:nvPr/>
        </p:nvSpPr>
        <p:spPr>
          <a:xfrm>
            <a:off x="47403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01_find_only_2828">
            <a:extLst>
              <a:ext uri="{FF2B5EF4-FFF2-40B4-BE49-F238E27FC236}">
                <a16:creationId xmlns:a16="http://schemas.microsoft.com/office/drawing/2014/main" id="{126B902C-AC7E-4243-B8BF-81187C924443}"/>
              </a:ext>
            </a:extLst>
          </p:cNvPr>
          <p:cNvSpPr>
            <a:spLocks noGrp="1"/>
          </p:cNvSpPr>
          <p:nvPr/>
        </p:nvSpPr>
        <p:spPr>
          <a:xfrm>
            <a:off x="4725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01_find_only_2829">
            <a:extLst>
              <a:ext uri="{FF2B5EF4-FFF2-40B4-BE49-F238E27FC236}">
                <a16:creationId xmlns:a16="http://schemas.microsoft.com/office/drawing/2014/main" id="{0537E6D1-D483-4AE6-A474-A7014B19B16D}"/>
              </a:ext>
            </a:extLst>
          </p:cNvPr>
          <p:cNvSpPr>
            <a:spLocks noGrp="1"/>
          </p:cNvSpPr>
          <p:nvPr/>
        </p:nvSpPr>
        <p:spPr>
          <a:xfrm>
            <a:off x="469032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01_find_only_2830">
            <a:extLst>
              <a:ext uri="{FF2B5EF4-FFF2-40B4-BE49-F238E27FC236}">
                <a16:creationId xmlns:a16="http://schemas.microsoft.com/office/drawing/2014/main" id="{D6B03747-143A-4AD3-9770-FC52E9A35FAD}"/>
              </a:ext>
            </a:extLst>
          </p:cNvPr>
          <p:cNvSpPr>
            <a:spLocks noGrp="1"/>
          </p:cNvSpPr>
          <p:nvPr/>
        </p:nvSpPr>
        <p:spPr>
          <a:xfrm>
            <a:off x="46739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01_find_only_2831">
            <a:extLst>
              <a:ext uri="{FF2B5EF4-FFF2-40B4-BE49-F238E27FC236}">
                <a16:creationId xmlns:a16="http://schemas.microsoft.com/office/drawing/2014/main" id="{39B632CC-E4D0-4E40-A6A7-6BFEF49C9E70}"/>
              </a:ext>
            </a:extLst>
          </p:cNvPr>
          <p:cNvSpPr>
            <a:spLocks noGrp="1"/>
          </p:cNvSpPr>
          <p:nvPr/>
        </p:nvSpPr>
        <p:spPr>
          <a:xfrm>
            <a:off x="474307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01_find_only_2832">
            <a:extLst>
              <a:ext uri="{FF2B5EF4-FFF2-40B4-BE49-F238E27FC236}">
                <a16:creationId xmlns:a16="http://schemas.microsoft.com/office/drawing/2014/main" id="{8406E366-3AF7-4CB7-86FF-49EBDE3D95BD}"/>
              </a:ext>
            </a:extLst>
          </p:cNvPr>
          <p:cNvSpPr>
            <a:spLocks noGrp="1"/>
          </p:cNvSpPr>
          <p:nvPr/>
        </p:nvSpPr>
        <p:spPr>
          <a:xfrm>
            <a:off x="47078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01_find_only_2833">
            <a:extLst>
              <a:ext uri="{FF2B5EF4-FFF2-40B4-BE49-F238E27FC236}">
                <a16:creationId xmlns:a16="http://schemas.microsoft.com/office/drawing/2014/main" id="{A1E3EC6D-CE88-4894-B36E-87DADB0DD527}"/>
              </a:ext>
            </a:extLst>
          </p:cNvPr>
          <p:cNvSpPr>
            <a:spLocks noGrp="1"/>
          </p:cNvSpPr>
          <p:nvPr/>
        </p:nvSpPr>
        <p:spPr>
          <a:xfrm>
            <a:off x="47299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01_find_only_2834">
            <a:extLst>
              <a:ext uri="{FF2B5EF4-FFF2-40B4-BE49-F238E27FC236}">
                <a16:creationId xmlns:a16="http://schemas.microsoft.com/office/drawing/2014/main" id="{3F1B57FE-02F3-4B69-ACDF-A157A3635889}"/>
              </a:ext>
            </a:extLst>
          </p:cNvPr>
          <p:cNvSpPr>
            <a:spLocks noGrp="1"/>
          </p:cNvSpPr>
          <p:nvPr/>
        </p:nvSpPr>
        <p:spPr>
          <a:xfrm>
            <a:off x="4661855" y="525512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01_find_only_2835">
            <a:extLst>
              <a:ext uri="{FF2B5EF4-FFF2-40B4-BE49-F238E27FC236}">
                <a16:creationId xmlns:a16="http://schemas.microsoft.com/office/drawing/2014/main" id="{3855410D-6CC5-453C-9BA2-1A5978A3AB31}"/>
              </a:ext>
            </a:extLst>
          </p:cNvPr>
          <p:cNvSpPr>
            <a:spLocks noGrp="1"/>
          </p:cNvSpPr>
          <p:nvPr/>
        </p:nvSpPr>
        <p:spPr>
          <a:xfrm>
            <a:off x="4689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01_find_only_2836">
            <a:extLst>
              <a:ext uri="{FF2B5EF4-FFF2-40B4-BE49-F238E27FC236}">
                <a16:creationId xmlns:a16="http://schemas.microsoft.com/office/drawing/2014/main" id="{66CF4403-74EE-43A5-BE91-61A4F54F023C}"/>
              </a:ext>
            </a:extLst>
          </p:cNvPr>
          <p:cNvSpPr>
            <a:spLocks noGrp="1"/>
          </p:cNvSpPr>
          <p:nvPr/>
        </p:nvSpPr>
        <p:spPr>
          <a:xfrm>
            <a:off x="4723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01_find_only_2837">
            <a:extLst>
              <a:ext uri="{FF2B5EF4-FFF2-40B4-BE49-F238E27FC236}">
                <a16:creationId xmlns:a16="http://schemas.microsoft.com/office/drawing/2014/main" id="{CE4C75CA-2351-4610-8A08-840C79B0024E}"/>
              </a:ext>
            </a:extLst>
          </p:cNvPr>
          <p:cNvSpPr>
            <a:spLocks noGrp="1"/>
          </p:cNvSpPr>
          <p:nvPr/>
        </p:nvSpPr>
        <p:spPr>
          <a:xfrm>
            <a:off x="470984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01_find_only_2838">
            <a:extLst>
              <a:ext uri="{FF2B5EF4-FFF2-40B4-BE49-F238E27FC236}">
                <a16:creationId xmlns:a16="http://schemas.microsoft.com/office/drawing/2014/main" id="{5CB6FD9E-70A2-4C4E-AB1B-FEE267A59F54}"/>
              </a:ext>
            </a:extLst>
          </p:cNvPr>
          <p:cNvSpPr>
            <a:spLocks noGrp="1"/>
          </p:cNvSpPr>
          <p:nvPr/>
        </p:nvSpPr>
        <p:spPr>
          <a:xfrm>
            <a:off x="473831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01_find_only_2839">
            <a:extLst>
              <a:ext uri="{FF2B5EF4-FFF2-40B4-BE49-F238E27FC236}">
                <a16:creationId xmlns:a16="http://schemas.microsoft.com/office/drawing/2014/main" id="{EF509E71-0ACD-49B8-9FD0-E35E19186238}"/>
              </a:ext>
            </a:extLst>
          </p:cNvPr>
          <p:cNvSpPr>
            <a:spLocks noGrp="1"/>
          </p:cNvSpPr>
          <p:nvPr/>
        </p:nvSpPr>
        <p:spPr>
          <a:xfrm>
            <a:off x="464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01_find_only_2840">
            <a:extLst>
              <a:ext uri="{FF2B5EF4-FFF2-40B4-BE49-F238E27FC236}">
                <a16:creationId xmlns:a16="http://schemas.microsoft.com/office/drawing/2014/main" id="{26ED1AE5-6A81-46E7-8A31-CCB722AD237E}"/>
              </a:ext>
            </a:extLst>
          </p:cNvPr>
          <p:cNvSpPr>
            <a:spLocks noGrp="1"/>
          </p:cNvSpPr>
          <p:nvPr/>
        </p:nvSpPr>
        <p:spPr>
          <a:xfrm>
            <a:off x="46881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01_find_only_2841">
            <a:extLst>
              <a:ext uri="{FF2B5EF4-FFF2-40B4-BE49-F238E27FC236}">
                <a16:creationId xmlns:a16="http://schemas.microsoft.com/office/drawing/2014/main" id="{261BEFB3-97EF-4FB8-B23B-9887D06D737C}"/>
              </a:ext>
            </a:extLst>
          </p:cNvPr>
          <p:cNvSpPr>
            <a:spLocks noGrp="1"/>
          </p:cNvSpPr>
          <p:nvPr/>
        </p:nvSpPr>
        <p:spPr>
          <a:xfrm>
            <a:off x="47063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01_find_only_2842">
            <a:extLst>
              <a:ext uri="{FF2B5EF4-FFF2-40B4-BE49-F238E27FC236}">
                <a16:creationId xmlns:a16="http://schemas.microsoft.com/office/drawing/2014/main" id="{81BE4AEE-329E-43E4-AF95-5523FD0EE89B}"/>
              </a:ext>
            </a:extLst>
          </p:cNvPr>
          <p:cNvSpPr>
            <a:spLocks noGrp="1"/>
          </p:cNvSpPr>
          <p:nvPr/>
        </p:nvSpPr>
        <p:spPr>
          <a:xfrm>
            <a:off x="4676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01_find_only_2843">
            <a:extLst>
              <a:ext uri="{FF2B5EF4-FFF2-40B4-BE49-F238E27FC236}">
                <a16:creationId xmlns:a16="http://schemas.microsoft.com/office/drawing/2014/main" id="{352E38D9-6641-45E1-BBB1-4D42668C93FE}"/>
              </a:ext>
            </a:extLst>
          </p:cNvPr>
          <p:cNvSpPr>
            <a:spLocks noGrp="1"/>
          </p:cNvSpPr>
          <p:nvPr/>
        </p:nvSpPr>
        <p:spPr>
          <a:xfrm>
            <a:off x="46978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01_find_only_2844">
            <a:extLst>
              <a:ext uri="{FF2B5EF4-FFF2-40B4-BE49-F238E27FC236}">
                <a16:creationId xmlns:a16="http://schemas.microsoft.com/office/drawing/2014/main" id="{C79FCA07-D5E1-48B9-B3EB-9131FF9B27B2}"/>
              </a:ext>
            </a:extLst>
          </p:cNvPr>
          <p:cNvSpPr>
            <a:spLocks noGrp="1"/>
          </p:cNvSpPr>
          <p:nvPr/>
        </p:nvSpPr>
        <p:spPr>
          <a:xfrm>
            <a:off x="4685657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01_find_only_2845">
            <a:extLst>
              <a:ext uri="{FF2B5EF4-FFF2-40B4-BE49-F238E27FC236}">
                <a16:creationId xmlns:a16="http://schemas.microsoft.com/office/drawing/2014/main" id="{3CE61EB9-2AFD-479A-9969-113D7B506411}"/>
              </a:ext>
            </a:extLst>
          </p:cNvPr>
          <p:cNvSpPr>
            <a:spLocks noGrp="1"/>
          </p:cNvSpPr>
          <p:nvPr/>
        </p:nvSpPr>
        <p:spPr>
          <a:xfrm>
            <a:off x="4727627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01_find_only_2846">
            <a:extLst>
              <a:ext uri="{FF2B5EF4-FFF2-40B4-BE49-F238E27FC236}">
                <a16:creationId xmlns:a16="http://schemas.microsoft.com/office/drawing/2014/main" id="{0E2DBC70-F56B-4990-989B-82CE63774126}"/>
              </a:ext>
            </a:extLst>
          </p:cNvPr>
          <p:cNvSpPr>
            <a:spLocks noGrp="1"/>
          </p:cNvSpPr>
          <p:nvPr/>
        </p:nvSpPr>
        <p:spPr>
          <a:xfrm>
            <a:off x="46588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01_find_only_2847">
            <a:extLst>
              <a:ext uri="{FF2B5EF4-FFF2-40B4-BE49-F238E27FC236}">
                <a16:creationId xmlns:a16="http://schemas.microsoft.com/office/drawing/2014/main" id="{5D96C073-A7C9-4D67-82A6-9BDEC1E42296}"/>
              </a:ext>
            </a:extLst>
          </p:cNvPr>
          <p:cNvSpPr>
            <a:spLocks noGrp="1"/>
          </p:cNvSpPr>
          <p:nvPr/>
        </p:nvSpPr>
        <p:spPr>
          <a:xfrm>
            <a:off x="46633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01_find_only_2848">
            <a:extLst>
              <a:ext uri="{FF2B5EF4-FFF2-40B4-BE49-F238E27FC236}">
                <a16:creationId xmlns:a16="http://schemas.microsoft.com/office/drawing/2014/main" id="{597F8F70-841C-44EF-8334-AC23D517B181}"/>
              </a:ext>
            </a:extLst>
          </p:cNvPr>
          <p:cNvSpPr>
            <a:spLocks noGrp="1"/>
          </p:cNvSpPr>
          <p:nvPr/>
        </p:nvSpPr>
        <p:spPr>
          <a:xfrm>
            <a:off x="47037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01_find_only_2849">
            <a:extLst>
              <a:ext uri="{FF2B5EF4-FFF2-40B4-BE49-F238E27FC236}">
                <a16:creationId xmlns:a16="http://schemas.microsoft.com/office/drawing/2014/main" id="{A43108F4-A3EC-4DEE-9045-A2D227471390}"/>
              </a:ext>
            </a:extLst>
          </p:cNvPr>
          <p:cNvSpPr>
            <a:spLocks noGrp="1"/>
          </p:cNvSpPr>
          <p:nvPr/>
        </p:nvSpPr>
        <p:spPr>
          <a:xfrm>
            <a:off x="47028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01_find_only_2850">
            <a:extLst>
              <a:ext uri="{FF2B5EF4-FFF2-40B4-BE49-F238E27FC236}">
                <a16:creationId xmlns:a16="http://schemas.microsoft.com/office/drawing/2014/main" id="{CA821033-D4BA-4082-A382-67B2D93DE46F}"/>
              </a:ext>
            </a:extLst>
          </p:cNvPr>
          <p:cNvSpPr>
            <a:spLocks noGrp="1"/>
          </p:cNvSpPr>
          <p:nvPr/>
        </p:nvSpPr>
        <p:spPr>
          <a:xfrm>
            <a:off x="47344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01_find_only_2851">
            <a:extLst>
              <a:ext uri="{FF2B5EF4-FFF2-40B4-BE49-F238E27FC236}">
                <a16:creationId xmlns:a16="http://schemas.microsoft.com/office/drawing/2014/main" id="{7E9D3F55-91E9-43F0-9498-3EAC55F2CCBF}"/>
              </a:ext>
            </a:extLst>
          </p:cNvPr>
          <p:cNvSpPr>
            <a:spLocks noGrp="1"/>
          </p:cNvSpPr>
          <p:nvPr/>
        </p:nvSpPr>
        <p:spPr>
          <a:xfrm>
            <a:off x="47197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01_find_only_2852">
            <a:extLst>
              <a:ext uri="{FF2B5EF4-FFF2-40B4-BE49-F238E27FC236}">
                <a16:creationId xmlns:a16="http://schemas.microsoft.com/office/drawing/2014/main" id="{CEFCE3DF-5B54-41DA-B9E0-D0799CEE38BF}"/>
              </a:ext>
            </a:extLst>
          </p:cNvPr>
          <p:cNvSpPr>
            <a:spLocks noGrp="1"/>
          </p:cNvSpPr>
          <p:nvPr/>
        </p:nvSpPr>
        <p:spPr>
          <a:xfrm>
            <a:off x="46739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01_find_only_2853">
            <a:extLst>
              <a:ext uri="{FF2B5EF4-FFF2-40B4-BE49-F238E27FC236}">
                <a16:creationId xmlns:a16="http://schemas.microsoft.com/office/drawing/2014/main" id="{75141D24-71F1-4F9F-8AA2-B45F63AD1AF7}"/>
              </a:ext>
            </a:extLst>
          </p:cNvPr>
          <p:cNvSpPr>
            <a:spLocks noGrp="1"/>
          </p:cNvSpPr>
          <p:nvPr/>
        </p:nvSpPr>
        <p:spPr>
          <a:xfrm>
            <a:off x="472170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01_find_only_2854">
            <a:extLst>
              <a:ext uri="{FF2B5EF4-FFF2-40B4-BE49-F238E27FC236}">
                <a16:creationId xmlns:a16="http://schemas.microsoft.com/office/drawing/2014/main" id="{F412C17E-6629-4FFA-B7B7-445AA332F171}"/>
              </a:ext>
            </a:extLst>
          </p:cNvPr>
          <p:cNvSpPr>
            <a:spLocks noGrp="1"/>
          </p:cNvSpPr>
          <p:nvPr/>
        </p:nvSpPr>
        <p:spPr>
          <a:xfrm>
            <a:off x="471383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01_find_only_2855">
            <a:extLst>
              <a:ext uri="{FF2B5EF4-FFF2-40B4-BE49-F238E27FC236}">
                <a16:creationId xmlns:a16="http://schemas.microsoft.com/office/drawing/2014/main" id="{EEB13AC1-2019-4528-B1DE-EEAD897A4075}"/>
              </a:ext>
            </a:extLst>
          </p:cNvPr>
          <p:cNvSpPr>
            <a:spLocks noGrp="1"/>
          </p:cNvSpPr>
          <p:nvPr/>
        </p:nvSpPr>
        <p:spPr>
          <a:xfrm>
            <a:off x="4718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01_find_only_2856">
            <a:extLst>
              <a:ext uri="{FF2B5EF4-FFF2-40B4-BE49-F238E27FC236}">
                <a16:creationId xmlns:a16="http://schemas.microsoft.com/office/drawing/2014/main" id="{2A528C71-A824-45D9-9F23-7F7E187449F3}"/>
              </a:ext>
            </a:extLst>
          </p:cNvPr>
          <p:cNvSpPr>
            <a:spLocks noGrp="1"/>
          </p:cNvSpPr>
          <p:nvPr/>
        </p:nvSpPr>
        <p:spPr>
          <a:xfrm>
            <a:off x="46996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01_find_only_2857">
            <a:extLst>
              <a:ext uri="{FF2B5EF4-FFF2-40B4-BE49-F238E27FC236}">
                <a16:creationId xmlns:a16="http://schemas.microsoft.com/office/drawing/2014/main" id="{2ABB8A7B-7ECC-4F9B-9898-B05DB7E0133F}"/>
              </a:ext>
            </a:extLst>
          </p:cNvPr>
          <p:cNvSpPr>
            <a:spLocks noGrp="1"/>
          </p:cNvSpPr>
          <p:nvPr/>
        </p:nvSpPr>
        <p:spPr>
          <a:xfrm>
            <a:off x="46492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01_find_only_2858">
            <a:extLst>
              <a:ext uri="{FF2B5EF4-FFF2-40B4-BE49-F238E27FC236}">
                <a16:creationId xmlns:a16="http://schemas.microsoft.com/office/drawing/2014/main" id="{90164269-16CC-47FA-852F-7D8E8DC3E1A3}"/>
              </a:ext>
            </a:extLst>
          </p:cNvPr>
          <p:cNvSpPr>
            <a:spLocks noGrp="1"/>
          </p:cNvSpPr>
          <p:nvPr/>
        </p:nvSpPr>
        <p:spPr>
          <a:xfrm>
            <a:off x="4714220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01_find_only_2859">
            <a:extLst>
              <a:ext uri="{FF2B5EF4-FFF2-40B4-BE49-F238E27FC236}">
                <a16:creationId xmlns:a16="http://schemas.microsoft.com/office/drawing/2014/main" id="{F4D1C59C-EC92-4399-9B7E-E8D53FF52CB4}"/>
              </a:ext>
            </a:extLst>
          </p:cNvPr>
          <p:cNvSpPr>
            <a:spLocks noGrp="1"/>
          </p:cNvSpPr>
          <p:nvPr/>
        </p:nvSpPr>
        <p:spPr>
          <a:xfrm>
            <a:off x="47270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01_find_only_2860">
            <a:extLst>
              <a:ext uri="{FF2B5EF4-FFF2-40B4-BE49-F238E27FC236}">
                <a16:creationId xmlns:a16="http://schemas.microsoft.com/office/drawing/2014/main" id="{D5D2056A-048A-456E-B86D-096B091DDE96}"/>
              </a:ext>
            </a:extLst>
          </p:cNvPr>
          <p:cNvSpPr>
            <a:spLocks noGrp="1"/>
          </p:cNvSpPr>
          <p:nvPr/>
        </p:nvSpPr>
        <p:spPr>
          <a:xfrm>
            <a:off x="46653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01_find_only_2861">
            <a:extLst>
              <a:ext uri="{FF2B5EF4-FFF2-40B4-BE49-F238E27FC236}">
                <a16:creationId xmlns:a16="http://schemas.microsoft.com/office/drawing/2014/main" id="{FB87C198-0551-4705-81A6-3CAF052FB71C}"/>
              </a:ext>
            </a:extLst>
          </p:cNvPr>
          <p:cNvSpPr>
            <a:spLocks noGrp="1"/>
          </p:cNvSpPr>
          <p:nvPr/>
        </p:nvSpPr>
        <p:spPr>
          <a:xfrm>
            <a:off x="465806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01_find_only_2862">
            <a:extLst>
              <a:ext uri="{FF2B5EF4-FFF2-40B4-BE49-F238E27FC236}">
                <a16:creationId xmlns:a16="http://schemas.microsoft.com/office/drawing/2014/main" id="{A24EB4E3-A929-414F-A3D2-AD2FDF8EE88B}"/>
              </a:ext>
            </a:extLst>
          </p:cNvPr>
          <p:cNvSpPr>
            <a:spLocks noGrp="1"/>
          </p:cNvSpPr>
          <p:nvPr/>
        </p:nvSpPr>
        <p:spPr>
          <a:xfrm>
            <a:off x="471402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01_find_only_2863">
            <a:extLst>
              <a:ext uri="{FF2B5EF4-FFF2-40B4-BE49-F238E27FC236}">
                <a16:creationId xmlns:a16="http://schemas.microsoft.com/office/drawing/2014/main" id="{3298A8E7-E913-4115-8E3A-FF2CDB23C15D}"/>
              </a:ext>
            </a:extLst>
          </p:cNvPr>
          <p:cNvSpPr>
            <a:spLocks noGrp="1"/>
          </p:cNvSpPr>
          <p:nvPr/>
        </p:nvSpPr>
        <p:spPr>
          <a:xfrm>
            <a:off x="47390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01_find_only_2864">
            <a:extLst>
              <a:ext uri="{FF2B5EF4-FFF2-40B4-BE49-F238E27FC236}">
                <a16:creationId xmlns:a16="http://schemas.microsoft.com/office/drawing/2014/main" id="{FF33F529-04EC-42F5-9BA1-94C021DEECFF}"/>
              </a:ext>
            </a:extLst>
          </p:cNvPr>
          <p:cNvSpPr>
            <a:spLocks noGrp="1"/>
          </p:cNvSpPr>
          <p:nvPr/>
        </p:nvSpPr>
        <p:spPr>
          <a:xfrm>
            <a:off x="4743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01_find_only_2865">
            <a:extLst>
              <a:ext uri="{FF2B5EF4-FFF2-40B4-BE49-F238E27FC236}">
                <a16:creationId xmlns:a16="http://schemas.microsoft.com/office/drawing/2014/main" id="{0BEDA983-1D66-478B-B8D4-198CC9B5DAB3}"/>
              </a:ext>
            </a:extLst>
          </p:cNvPr>
          <p:cNvSpPr>
            <a:spLocks noGrp="1"/>
          </p:cNvSpPr>
          <p:nvPr/>
        </p:nvSpPr>
        <p:spPr>
          <a:xfrm>
            <a:off x="46832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01_find_only_2866">
            <a:extLst>
              <a:ext uri="{FF2B5EF4-FFF2-40B4-BE49-F238E27FC236}">
                <a16:creationId xmlns:a16="http://schemas.microsoft.com/office/drawing/2014/main" id="{B1691220-27BA-43FD-B65B-258002B74406}"/>
              </a:ext>
            </a:extLst>
          </p:cNvPr>
          <p:cNvSpPr>
            <a:spLocks noGrp="1"/>
          </p:cNvSpPr>
          <p:nvPr/>
        </p:nvSpPr>
        <p:spPr>
          <a:xfrm>
            <a:off x="471888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01_find_only_2867">
            <a:extLst>
              <a:ext uri="{FF2B5EF4-FFF2-40B4-BE49-F238E27FC236}">
                <a16:creationId xmlns:a16="http://schemas.microsoft.com/office/drawing/2014/main" id="{6B67CAE0-E8F7-4713-879C-BC4843682283}"/>
              </a:ext>
            </a:extLst>
          </p:cNvPr>
          <p:cNvSpPr>
            <a:spLocks noGrp="1"/>
          </p:cNvSpPr>
          <p:nvPr/>
        </p:nvSpPr>
        <p:spPr>
          <a:xfrm>
            <a:off x="47262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01_find_only_2868">
            <a:extLst>
              <a:ext uri="{FF2B5EF4-FFF2-40B4-BE49-F238E27FC236}">
                <a16:creationId xmlns:a16="http://schemas.microsoft.com/office/drawing/2014/main" id="{64DB988C-9964-4D5D-9014-1E1EA2AE0F3D}"/>
              </a:ext>
            </a:extLst>
          </p:cNvPr>
          <p:cNvSpPr>
            <a:spLocks noGrp="1"/>
          </p:cNvSpPr>
          <p:nvPr/>
        </p:nvSpPr>
        <p:spPr>
          <a:xfrm>
            <a:off x="47380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01_find_only_2869">
            <a:extLst>
              <a:ext uri="{FF2B5EF4-FFF2-40B4-BE49-F238E27FC236}">
                <a16:creationId xmlns:a16="http://schemas.microsoft.com/office/drawing/2014/main" id="{86C5B8CF-EB41-41F7-A86D-0E8D7F2ECAAE}"/>
              </a:ext>
            </a:extLst>
          </p:cNvPr>
          <p:cNvSpPr>
            <a:spLocks noGrp="1"/>
          </p:cNvSpPr>
          <p:nvPr/>
        </p:nvSpPr>
        <p:spPr>
          <a:xfrm>
            <a:off x="4727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01_find_only_2870">
            <a:extLst>
              <a:ext uri="{FF2B5EF4-FFF2-40B4-BE49-F238E27FC236}">
                <a16:creationId xmlns:a16="http://schemas.microsoft.com/office/drawing/2014/main" id="{EF6C0911-5C02-4CB7-B8F7-B7FBB2CA2A1B}"/>
              </a:ext>
            </a:extLst>
          </p:cNvPr>
          <p:cNvSpPr>
            <a:spLocks noGrp="1"/>
          </p:cNvSpPr>
          <p:nvPr/>
        </p:nvSpPr>
        <p:spPr>
          <a:xfrm>
            <a:off x="47130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01_find_only_2871">
            <a:extLst>
              <a:ext uri="{FF2B5EF4-FFF2-40B4-BE49-F238E27FC236}">
                <a16:creationId xmlns:a16="http://schemas.microsoft.com/office/drawing/2014/main" id="{C26F3011-22F2-474D-8160-E09363C411B2}"/>
              </a:ext>
            </a:extLst>
          </p:cNvPr>
          <p:cNvSpPr>
            <a:spLocks noGrp="1"/>
          </p:cNvSpPr>
          <p:nvPr/>
        </p:nvSpPr>
        <p:spPr>
          <a:xfrm>
            <a:off x="46535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01_find_only_2872">
            <a:extLst>
              <a:ext uri="{FF2B5EF4-FFF2-40B4-BE49-F238E27FC236}">
                <a16:creationId xmlns:a16="http://schemas.microsoft.com/office/drawing/2014/main" id="{C478CD97-37D5-4C5E-8394-D26BFFA4F025}"/>
              </a:ext>
            </a:extLst>
          </p:cNvPr>
          <p:cNvSpPr>
            <a:spLocks noGrp="1"/>
          </p:cNvSpPr>
          <p:nvPr/>
        </p:nvSpPr>
        <p:spPr>
          <a:xfrm>
            <a:off x="4662924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01_find_only_2873">
            <a:extLst>
              <a:ext uri="{FF2B5EF4-FFF2-40B4-BE49-F238E27FC236}">
                <a16:creationId xmlns:a16="http://schemas.microsoft.com/office/drawing/2014/main" id="{AF1F49A6-BC4E-4A59-B016-964521D87420}"/>
              </a:ext>
            </a:extLst>
          </p:cNvPr>
          <p:cNvSpPr>
            <a:spLocks noGrp="1"/>
          </p:cNvSpPr>
          <p:nvPr/>
        </p:nvSpPr>
        <p:spPr>
          <a:xfrm>
            <a:off x="47140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01_find_only_2874">
            <a:extLst>
              <a:ext uri="{FF2B5EF4-FFF2-40B4-BE49-F238E27FC236}">
                <a16:creationId xmlns:a16="http://schemas.microsoft.com/office/drawing/2014/main" id="{8B01E876-689B-4F9D-9487-8450E4B2BEDA}"/>
              </a:ext>
            </a:extLst>
          </p:cNvPr>
          <p:cNvSpPr>
            <a:spLocks noGrp="1"/>
          </p:cNvSpPr>
          <p:nvPr/>
        </p:nvSpPr>
        <p:spPr>
          <a:xfrm>
            <a:off x="47042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01_find_only_2875">
            <a:extLst>
              <a:ext uri="{FF2B5EF4-FFF2-40B4-BE49-F238E27FC236}">
                <a16:creationId xmlns:a16="http://schemas.microsoft.com/office/drawing/2014/main" id="{2376178A-CE5F-4D17-92D7-BE8112ADBB43}"/>
              </a:ext>
            </a:extLst>
          </p:cNvPr>
          <p:cNvSpPr>
            <a:spLocks noGrp="1"/>
          </p:cNvSpPr>
          <p:nvPr/>
        </p:nvSpPr>
        <p:spPr>
          <a:xfrm>
            <a:off x="46670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01_find_only_2876">
            <a:extLst>
              <a:ext uri="{FF2B5EF4-FFF2-40B4-BE49-F238E27FC236}">
                <a16:creationId xmlns:a16="http://schemas.microsoft.com/office/drawing/2014/main" id="{75C6DBF7-A6E3-4CC3-8495-392F19707820}"/>
              </a:ext>
            </a:extLst>
          </p:cNvPr>
          <p:cNvSpPr>
            <a:spLocks noGrp="1"/>
          </p:cNvSpPr>
          <p:nvPr/>
        </p:nvSpPr>
        <p:spPr>
          <a:xfrm>
            <a:off x="46845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01_find_only_2877">
            <a:extLst>
              <a:ext uri="{FF2B5EF4-FFF2-40B4-BE49-F238E27FC236}">
                <a16:creationId xmlns:a16="http://schemas.microsoft.com/office/drawing/2014/main" id="{871D48DD-E3AA-4A34-B429-3E3AAA80F543}"/>
              </a:ext>
            </a:extLst>
          </p:cNvPr>
          <p:cNvSpPr>
            <a:spLocks noGrp="1"/>
          </p:cNvSpPr>
          <p:nvPr/>
        </p:nvSpPr>
        <p:spPr>
          <a:xfrm>
            <a:off x="465019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01_find_only_2878">
            <a:extLst>
              <a:ext uri="{FF2B5EF4-FFF2-40B4-BE49-F238E27FC236}">
                <a16:creationId xmlns:a16="http://schemas.microsoft.com/office/drawing/2014/main" id="{0C95C126-B740-4919-B94A-8E25C4BE217A}"/>
              </a:ext>
            </a:extLst>
          </p:cNvPr>
          <p:cNvSpPr>
            <a:spLocks noGrp="1"/>
          </p:cNvSpPr>
          <p:nvPr/>
        </p:nvSpPr>
        <p:spPr>
          <a:xfrm>
            <a:off x="5177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01_find_only_2879">
            <a:extLst>
              <a:ext uri="{FF2B5EF4-FFF2-40B4-BE49-F238E27FC236}">
                <a16:creationId xmlns:a16="http://schemas.microsoft.com/office/drawing/2014/main" id="{09EBC0C3-D4F6-45A7-90FA-55086B1EF5D7}"/>
              </a:ext>
            </a:extLst>
          </p:cNvPr>
          <p:cNvSpPr>
            <a:spLocks noGrp="1"/>
          </p:cNvSpPr>
          <p:nvPr/>
        </p:nvSpPr>
        <p:spPr>
          <a:xfrm>
            <a:off x="52393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01_find_only_2880">
            <a:extLst>
              <a:ext uri="{FF2B5EF4-FFF2-40B4-BE49-F238E27FC236}">
                <a16:creationId xmlns:a16="http://schemas.microsoft.com/office/drawing/2014/main" id="{37DDFEFA-6A7A-4290-8027-1B836324BF56}"/>
              </a:ext>
            </a:extLst>
          </p:cNvPr>
          <p:cNvSpPr>
            <a:spLocks noGrp="1"/>
          </p:cNvSpPr>
          <p:nvPr/>
        </p:nvSpPr>
        <p:spPr>
          <a:xfrm>
            <a:off x="5156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01_find_only_2881">
            <a:extLst>
              <a:ext uri="{FF2B5EF4-FFF2-40B4-BE49-F238E27FC236}">
                <a16:creationId xmlns:a16="http://schemas.microsoft.com/office/drawing/2014/main" id="{08D182AE-7956-4344-9239-0B846317711A}"/>
              </a:ext>
            </a:extLst>
          </p:cNvPr>
          <p:cNvSpPr>
            <a:spLocks noGrp="1"/>
          </p:cNvSpPr>
          <p:nvPr/>
        </p:nvSpPr>
        <p:spPr>
          <a:xfrm>
            <a:off x="52315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01_find_only_2882">
            <a:extLst>
              <a:ext uri="{FF2B5EF4-FFF2-40B4-BE49-F238E27FC236}">
                <a16:creationId xmlns:a16="http://schemas.microsoft.com/office/drawing/2014/main" id="{52249077-9002-42EE-86C6-603110181DB3}"/>
              </a:ext>
            </a:extLst>
          </p:cNvPr>
          <p:cNvSpPr>
            <a:spLocks noGrp="1"/>
          </p:cNvSpPr>
          <p:nvPr/>
        </p:nvSpPr>
        <p:spPr>
          <a:xfrm>
            <a:off x="51929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01_find_only_2883">
            <a:extLst>
              <a:ext uri="{FF2B5EF4-FFF2-40B4-BE49-F238E27FC236}">
                <a16:creationId xmlns:a16="http://schemas.microsoft.com/office/drawing/2014/main" id="{074BADD8-8CC5-4C3B-B3A0-19EE56CD7ABC}"/>
              </a:ext>
            </a:extLst>
          </p:cNvPr>
          <p:cNvSpPr>
            <a:spLocks noGrp="1"/>
          </p:cNvSpPr>
          <p:nvPr/>
        </p:nvSpPr>
        <p:spPr>
          <a:xfrm>
            <a:off x="52462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01_find_only_2884">
            <a:extLst>
              <a:ext uri="{FF2B5EF4-FFF2-40B4-BE49-F238E27FC236}">
                <a16:creationId xmlns:a16="http://schemas.microsoft.com/office/drawing/2014/main" id="{337F8AF7-2CF7-4896-A542-26B5DF7B8E31}"/>
              </a:ext>
            </a:extLst>
          </p:cNvPr>
          <p:cNvSpPr>
            <a:spLocks noGrp="1"/>
          </p:cNvSpPr>
          <p:nvPr/>
        </p:nvSpPr>
        <p:spPr>
          <a:xfrm>
            <a:off x="5177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01_find_only_2885">
            <a:extLst>
              <a:ext uri="{FF2B5EF4-FFF2-40B4-BE49-F238E27FC236}">
                <a16:creationId xmlns:a16="http://schemas.microsoft.com/office/drawing/2014/main" id="{F49AE23A-8F95-4241-935D-51A4212BE0A7}"/>
              </a:ext>
            </a:extLst>
          </p:cNvPr>
          <p:cNvSpPr>
            <a:spLocks noGrp="1"/>
          </p:cNvSpPr>
          <p:nvPr/>
        </p:nvSpPr>
        <p:spPr>
          <a:xfrm>
            <a:off x="52244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01_find_only_2886">
            <a:extLst>
              <a:ext uri="{FF2B5EF4-FFF2-40B4-BE49-F238E27FC236}">
                <a16:creationId xmlns:a16="http://schemas.microsoft.com/office/drawing/2014/main" id="{DEE47300-D281-4089-836F-3A03D82E3362}"/>
              </a:ext>
            </a:extLst>
          </p:cNvPr>
          <p:cNvSpPr>
            <a:spLocks noGrp="1"/>
          </p:cNvSpPr>
          <p:nvPr/>
        </p:nvSpPr>
        <p:spPr>
          <a:xfrm>
            <a:off x="51601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01_find_only_2887">
            <a:extLst>
              <a:ext uri="{FF2B5EF4-FFF2-40B4-BE49-F238E27FC236}">
                <a16:creationId xmlns:a16="http://schemas.microsoft.com/office/drawing/2014/main" id="{554FF248-9A06-4EA7-A5C1-6583D671BF5C}"/>
              </a:ext>
            </a:extLst>
          </p:cNvPr>
          <p:cNvSpPr>
            <a:spLocks noGrp="1"/>
          </p:cNvSpPr>
          <p:nvPr/>
        </p:nvSpPr>
        <p:spPr>
          <a:xfrm>
            <a:off x="5180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01_find_only_2888">
            <a:extLst>
              <a:ext uri="{FF2B5EF4-FFF2-40B4-BE49-F238E27FC236}">
                <a16:creationId xmlns:a16="http://schemas.microsoft.com/office/drawing/2014/main" id="{588C608E-75CF-4744-81E4-6D8E4BBFFABB}"/>
              </a:ext>
            </a:extLst>
          </p:cNvPr>
          <p:cNvSpPr>
            <a:spLocks noGrp="1"/>
          </p:cNvSpPr>
          <p:nvPr/>
        </p:nvSpPr>
        <p:spPr>
          <a:xfrm>
            <a:off x="515996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01_find_only_2889">
            <a:extLst>
              <a:ext uri="{FF2B5EF4-FFF2-40B4-BE49-F238E27FC236}">
                <a16:creationId xmlns:a16="http://schemas.microsoft.com/office/drawing/2014/main" id="{299619F8-B6A3-441A-A622-319D97FAD5E9}"/>
              </a:ext>
            </a:extLst>
          </p:cNvPr>
          <p:cNvSpPr>
            <a:spLocks noGrp="1"/>
          </p:cNvSpPr>
          <p:nvPr/>
        </p:nvSpPr>
        <p:spPr>
          <a:xfrm>
            <a:off x="52148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01_find_only_2890">
            <a:extLst>
              <a:ext uri="{FF2B5EF4-FFF2-40B4-BE49-F238E27FC236}">
                <a16:creationId xmlns:a16="http://schemas.microsoft.com/office/drawing/2014/main" id="{0EC6AC80-EFF1-4200-92B0-B23189ABE3FE}"/>
              </a:ext>
            </a:extLst>
          </p:cNvPr>
          <p:cNvSpPr>
            <a:spLocks noGrp="1"/>
          </p:cNvSpPr>
          <p:nvPr/>
        </p:nvSpPr>
        <p:spPr>
          <a:xfrm>
            <a:off x="5173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01_find_only_2891">
            <a:extLst>
              <a:ext uri="{FF2B5EF4-FFF2-40B4-BE49-F238E27FC236}">
                <a16:creationId xmlns:a16="http://schemas.microsoft.com/office/drawing/2014/main" id="{3E954B2C-896B-45E3-A881-027EC08C7737}"/>
              </a:ext>
            </a:extLst>
          </p:cNvPr>
          <p:cNvSpPr>
            <a:spLocks noGrp="1"/>
          </p:cNvSpPr>
          <p:nvPr/>
        </p:nvSpPr>
        <p:spPr>
          <a:xfrm>
            <a:off x="52022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01_find_only_2892">
            <a:extLst>
              <a:ext uri="{FF2B5EF4-FFF2-40B4-BE49-F238E27FC236}">
                <a16:creationId xmlns:a16="http://schemas.microsoft.com/office/drawing/2014/main" id="{15FDA7CA-146A-4D83-9998-6E8763063B89}"/>
              </a:ext>
            </a:extLst>
          </p:cNvPr>
          <p:cNvSpPr>
            <a:spLocks noGrp="1"/>
          </p:cNvSpPr>
          <p:nvPr/>
        </p:nvSpPr>
        <p:spPr>
          <a:xfrm>
            <a:off x="5191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01_find_only_2893">
            <a:extLst>
              <a:ext uri="{FF2B5EF4-FFF2-40B4-BE49-F238E27FC236}">
                <a16:creationId xmlns:a16="http://schemas.microsoft.com/office/drawing/2014/main" id="{D069C20D-96AD-450D-927E-0BF08F48657C}"/>
              </a:ext>
            </a:extLst>
          </p:cNvPr>
          <p:cNvSpPr>
            <a:spLocks noGrp="1"/>
          </p:cNvSpPr>
          <p:nvPr/>
        </p:nvSpPr>
        <p:spPr>
          <a:xfrm>
            <a:off x="5182306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01_find_only_2894">
            <a:extLst>
              <a:ext uri="{FF2B5EF4-FFF2-40B4-BE49-F238E27FC236}">
                <a16:creationId xmlns:a16="http://schemas.microsoft.com/office/drawing/2014/main" id="{4E1B17A1-19DC-4132-97C3-39CC544A27D2}"/>
              </a:ext>
            </a:extLst>
          </p:cNvPr>
          <p:cNvSpPr>
            <a:spLocks noGrp="1"/>
          </p:cNvSpPr>
          <p:nvPr/>
        </p:nvSpPr>
        <p:spPr>
          <a:xfrm>
            <a:off x="515967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01_find_only_2895">
            <a:extLst>
              <a:ext uri="{FF2B5EF4-FFF2-40B4-BE49-F238E27FC236}">
                <a16:creationId xmlns:a16="http://schemas.microsoft.com/office/drawing/2014/main" id="{B01FB9EC-6478-4040-8E95-3B3F7DB83DCD}"/>
              </a:ext>
            </a:extLst>
          </p:cNvPr>
          <p:cNvSpPr>
            <a:spLocks noGrp="1"/>
          </p:cNvSpPr>
          <p:nvPr/>
        </p:nvSpPr>
        <p:spPr>
          <a:xfrm>
            <a:off x="524691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01_find_only_2896">
            <a:extLst>
              <a:ext uri="{FF2B5EF4-FFF2-40B4-BE49-F238E27FC236}">
                <a16:creationId xmlns:a16="http://schemas.microsoft.com/office/drawing/2014/main" id="{3260D315-96E2-4D7A-B76C-D8F561F75DB1}"/>
              </a:ext>
            </a:extLst>
          </p:cNvPr>
          <p:cNvSpPr>
            <a:spLocks noGrp="1"/>
          </p:cNvSpPr>
          <p:nvPr/>
        </p:nvSpPr>
        <p:spPr>
          <a:xfrm>
            <a:off x="51610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01_find_only_2897">
            <a:extLst>
              <a:ext uri="{FF2B5EF4-FFF2-40B4-BE49-F238E27FC236}">
                <a16:creationId xmlns:a16="http://schemas.microsoft.com/office/drawing/2014/main" id="{439F11DB-42D8-4968-A52E-E69551427C8C}"/>
              </a:ext>
            </a:extLst>
          </p:cNvPr>
          <p:cNvSpPr>
            <a:spLocks noGrp="1"/>
          </p:cNvSpPr>
          <p:nvPr/>
        </p:nvSpPr>
        <p:spPr>
          <a:xfrm>
            <a:off x="5239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01_find_only_2898">
            <a:extLst>
              <a:ext uri="{FF2B5EF4-FFF2-40B4-BE49-F238E27FC236}">
                <a16:creationId xmlns:a16="http://schemas.microsoft.com/office/drawing/2014/main" id="{8AEFB125-0D11-47D4-999F-5F83788C3D9A}"/>
              </a:ext>
            </a:extLst>
          </p:cNvPr>
          <p:cNvSpPr>
            <a:spLocks noGrp="1"/>
          </p:cNvSpPr>
          <p:nvPr/>
        </p:nvSpPr>
        <p:spPr>
          <a:xfrm>
            <a:off x="51933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01_find_only_2899">
            <a:extLst>
              <a:ext uri="{FF2B5EF4-FFF2-40B4-BE49-F238E27FC236}">
                <a16:creationId xmlns:a16="http://schemas.microsoft.com/office/drawing/2014/main" id="{79D2ED0B-CB59-4F38-B0DC-FA3BDDBD7988}"/>
              </a:ext>
            </a:extLst>
          </p:cNvPr>
          <p:cNvSpPr>
            <a:spLocks noGrp="1"/>
          </p:cNvSpPr>
          <p:nvPr/>
        </p:nvSpPr>
        <p:spPr>
          <a:xfrm>
            <a:off x="5250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01_find_only_2900">
            <a:extLst>
              <a:ext uri="{FF2B5EF4-FFF2-40B4-BE49-F238E27FC236}">
                <a16:creationId xmlns:a16="http://schemas.microsoft.com/office/drawing/2014/main" id="{123F3DCD-B93A-4F11-BEBD-4A0D396D6B86}"/>
              </a:ext>
            </a:extLst>
          </p:cNvPr>
          <p:cNvSpPr>
            <a:spLocks noGrp="1"/>
          </p:cNvSpPr>
          <p:nvPr/>
        </p:nvSpPr>
        <p:spPr>
          <a:xfrm>
            <a:off x="5220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01_find_only_2901">
            <a:extLst>
              <a:ext uri="{FF2B5EF4-FFF2-40B4-BE49-F238E27FC236}">
                <a16:creationId xmlns:a16="http://schemas.microsoft.com/office/drawing/2014/main" id="{5B494DAE-9FD5-4020-8F76-4688FF57458B}"/>
              </a:ext>
            </a:extLst>
          </p:cNvPr>
          <p:cNvSpPr>
            <a:spLocks noGrp="1"/>
          </p:cNvSpPr>
          <p:nvPr/>
        </p:nvSpPr>
        <p:spPr>
          <a:xfrm>
            <a:off x="522709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01_find_only_2902">
            <a:extLst>
              <a:ext uri="{FF2B5EF4-FFF2-40B4-BE49-F238E27FC236}">
                <a16:creationId xmlns:a16="http://schemas.microsoft.com/office/drawing/2014/main" id="{8CB2563A-3764-4E95-83D8-D327C2C5B409}"/>
              </a:ext>
            </a:extLst>
          </p:cNvPr>
          <p:cNvSpPr>
            <a:spLocks noGrp="1"/>
          </p:cNvSpPr>
          <p:nvPr/>
        </p:nvSpPr>
        <p:spPr>
          <a:xfrm>
            <a:off x="5184443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01_find_only_2903">
            <a:extLst>
              <a:ext uri="{FF2B5EF4-FFF2-40B4-BE49-F238E27FC236}">
                <a16:creationId xmlns:a16="http://schemas.microsoft.com/office/drawing/2014/main" id="{23DFB5F3-72DC-409F-B0FD-A177859FA7DC}"/>
              </a:ext>
            </a:extLst>
          </p:cNvPr>
          <p:cNvSpPr>
            <a:spLocks noGrp="1"/>
          </p:cNvSpPr>
          <p:nvPr/>
        </p:nvSpPr>
        <p:spPr>
          <a:xfrm>
            <a:off x="524545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01_find_only_2904">
            <a:extLst>
              <a:ext uri="{FF2B5EF4-FFF2-40B4-BE49-F238E27FC236}">
                <a16:creationId xmlns:a16="http://schemas.microsoft.com/office/drawing/2014/main" id="{0002008F-C835-4948-9ADE-22F32FD54C90}"/>
              </a:ext>
            </a:extLst>
          </p:cNvPr>
          <p:cNvSpPr>
            <a:spLocks noGrp="1"/>
          </p:cNvSpPr>
          <p:nvPr/>
        </p:nvSpPr>
        <p:spPr>
          <a:xfrm>
            <a:off x="52272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01_find_only_2905">
            <a:extLst>
              <a:ext uri="{FF2B5EF4-FFF2-40B4-BE49-F238E27FC236}">
                <a16:creationId xmlns:a16="http://schemas.microsoft.com/office/drawing/2014/main" id="{93FE1F9B-C9A2-4A1C-9C63-BCAB8495EEAE}"/>
              </a:ext>
            </a:extLst>
          </p:cNvPr>
          <p:cNvSpPr>
            <a:spLocks noGrp="1"/>
          </p:cNvSpPr>
          <p:nvPr/>
        </p:nvSpPr>
        <p:spPr>
          <a:xfrm>
            <a:off x="51718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01_find_only_2906">
            <a:extLst>
              <a:ext uri="{FF2B5EF4-FFF2-40B4-BE49-F238E27FC236}">
                <a16:creationId xmlns:a16="http://schemas.microsoft.com/office/drawing/2014/main" id="{FA19A3CB-2DC9-4F28-A2DB-48912494224E}"/>
              </a:ext>
            </a:extLst>
          </p:cNvPr>
          <p:cNvSpPr>
            <a:spLocks noGrp="1"/>
          </p:cNvSpPr>
          <p:nvPr/>
        </p:nvSpPr>
        <p:spPr>
          <a:xfrm>
            <a:off x="5225635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01_find_only_2907">
            <a:extLst>
              <a:ext uri="{FF2B5EF4-FFF2-40B4-BE49-F238E27FC236}">
                <a16:creationId xmlns:a16="http://schemas.microsoft.com/office/drawing/2014/main" id="{8E6BF9D7-6355-4154-B453-5F68CAA1D73C}"/>
              </a:ext>
            </a:extLst>
          </p:cNvPr>
          <p:cNvSpPr>
            <a:spLocks noGrp="1"/>
          </p:cNvSpPr>
          <p:nvPr/>
        </p:nvSpPr>
        <p:spPr>
          <a:xfrm>
            <a:off x="5176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01_find_only_2908">
            <a:extLst>
              <a:ext uri="{FF2B5EF4-FFF2-40B4-BE49-F238E27FC236}">
                <a16:creationId xmlns:a16="http://schemas.microsoft.com/office/drawing/2014/main" id="{92EF9F5D-3404-45C5-89F8-71111E22502C}"/>
              </a:ext>
            </a:extLst>
          </p:cNvPr>
          <p:cNvSpPr>
            <a:spLocks noGrp="1"/>
          </p:cNvSpPr>
          <p:nvPr/>
        </p:nvSpPr>
        <p:spPr>
          <a:xfrm>
            <a:off x="518434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01_find_only_2909">
            <a:extLst>
              <a:ext uri="{FF2B5EF4-FFF2-40B4-BE49-F238E27FC236}">
                <a16:creationId xmlns:a16="http://schemas.microsoft.com/office/drawing/2014/main" id="{E84CBDB7-4C7E-4F50-A218-5067C7ED9CF1}"/>
              </a:ext>
            </a:extLst>
          </p:cNvPr>
          <p:cNvSpPr>
            <a:spLocks noGrp="1"/>
          </p:cNvSpPr>
          <p:nvPr/>
        </p:nvSpPr>
        <p:spPr>
          <a:xfrm>
            <a:off x="524467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01_find_only_2910">
            <a:extLst>
              <a:ext uri="{FF2B5EF4-FFF2-40B4-BE49-F238E27FC236}">
                <a16:creationId xmlns:a16="http://schemas.microsoft.com/office/drawing/2014/main" id="{008AB510-AFBE-448E-82D0-25A4505E5B61}"/>
              </a:ext>
            </a:extLst>
          </p:cNvPr>
          <p:cNvSpPr>
            <a:spLocks noGrp="1"/>
          </p:cNvSpPr>
          <p:nvPr/>
        </p:nvSpPr>
        <p:spPr>
          <a:xfrm>
            <a:off x="5185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01_find_only_2911">
            <a:extLst>
              <a:ext uri="{FF2B5EF4-FFF2-40B4-BE49-F238E27FC236}">
                <a16:creationId xmlns:a16="http://schemas.microsoft.com/office/drawing/2014/main" id="{4275E3DB-AF5C-4F60-B9AB-C3F7B50FCF0C}"/>
              </a:ext>
            </a:extLst>
          </p:cNvPr>
          <p:cNvSpPr>
            <a:spLocks noGrp="1"/>
          </p:cNvSpPr>
          <p:nvPr/>
        </p:nvSpPr>
        <p:spPr>
          <a:xfrm>
            <a:off x="5239236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01_find_only_2912">
            <a:extLst>
              <a:ext uri="{FF2B5EF4-FFF2-40B4-BE49-F238E27FC236}">
                <a16:creationId xmlns:a16="http://schemas.microsoft.com/office/drawing/2014/main" id="{B1ABD3F6-E09F-45B1-B4A7-FC392F657F9E}"/>
              </a:ext>
            </a:extLst>
          </p:cNvPr>
          <p:cNvSpPr>
            <a:spLocks noGrp="1"/>
          </p:cNvSpPr>
          <p:nvPr/>
        </p:nvSpPr>
        <p:spPr>
          <a:xfrm>
            <a:off x="52400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01_find_only_2913">
            <a:extLst>
              <a:ext uri="{FF2B5EF4-FFF2-40B4-BE49-F238E27FC236}">
                <a16:creationId xmlns:a16="http://schemas.microsoft.com/office/drawing/2014/main" id="{2BBBF743-72F8-41BD-AF80-671E11585389}"/>
              </a:ext>
            </a:extLst>
          </p:cNvPr>
          <p:cNvSpPr>
            <a:spLocks noGrp="1"/>
          </p:cNvSpPr>
          <p:nvPr/>
        </p:nvSpPr>
        <p:spPr>
          <a:xfrm>
            <a:off x="52425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01_find_only_2914">
            <a:extLst>
              <a:ext uri="{FF2B5EF4-FFF2-40B4-BE49-F238E27FC236}">
                <a16:creationId xmlns:a16="http://schemas.microsoft.com/office/drawing/2014/main" id="{C3FA3901-B813-4C3F-BFFA-AAB1D285AF02}"/>
              </a:ext>
            </a:extLst>
          </p:cNvPr>
          <p:cNvSpPr>
            <a:spLocks noGrp="1"/>
          </p:cNvSpPr>
          <p:nvPr/>
        </p:nvSpPr>
        <p:spPr>
          <a:xfrm>
            <a:off x="5186678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01_find_only_2915">
            <a:extLst>
              <a:ext uri="{FF2B5EF4-FFF2-40B4-BE49-F238E27FC236}">
                <a16:creationId xmlns:a16="http://schemas.microsoft.com/office/drawing/2014/main" id="{DA64B073-606C-417F-93FF-EA081F7E256D}"/>
              </a:ext>
            </a:extLst>
          </p:cNvPr>
          <p:cNvSpPr>
            <a:spLocks noGrp="1"/>
          </p:cNvSpPr>
          <p:nvPr/>
        </p:nvSpPr>
        <p:spPr>
          <a:xfrm>
            <a:off x="5172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01_find_only_2916">
            <a:extLst>
              <a:ext uri="{FF2B5EF4-FFF2-40B4-BE49-F238E27FC236}">
                <a16:creationId xmlns:a16="http://schemas.microsoft.com/office/drawing/2014/main" id="{64B341C0-E312-47E6-9515-B3F9CC7721E6}"/>
              </a:ext>
            </a:extLst>
          </p:cNvPr>
          <p:cNvSpPr>
            <a:spLocks noGrp="1"/>
          </p:cNvSpPr>
          <p:nvPr/>
        </p:nvSpPr>
        <p:spPr>
          <a:xfrm>
            <a:off x="52285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01_find_only_2917">
            <a:extLst>
              <a:ext uri="{FF2B5EF4-FFF2-40B4-BE49-F238E27FC236}">
                <a16:creationId xmlns:a16="http://schemas.microsoft.com/office/drawing/2014/main" id="{9A31E7E9-09ED-4CC6-8D77-24331148F62C}"/>
              </a:ext>
            </a:extLst>
          </p:cNvPr>
          <p:cNvSpPr>
            <a:spLocks noGrp="1"/>
          </p:cNvSpPr>
          <p:nvPr/>
        </p:nvSpPr>
        <p:spPr>
          <a:xfrm>
            <a:off x="516744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01_find_only_2918">
            <a:extLst>
              <a:ext uri="{FF2B5EF4-FFF2-40B4-BE49-F238E27FC236}">
                <a16:creationId xmlns:a16="http://schemas.microsoft.com/office/drawing/2014/main" id="{15E14D5E-B88B-41BF-BB58-C960937FABF7}"/>
              </a:ext>
            </a:extLst>
          </p:cNvPr>
          <p:cNvSpPr>
            <a:spLocks noGrp="1"/>
          </p:cNvSpPr>
          <p:nvPr/>
        </p:nvSpPr>
        <p:spPr>
          <a:xfrm>
            <a:off x="51735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01_find_only_2919">
            <a:extLst>
              <a:ext uri="{FF2B5EF4-FFF2-40B4-BE49-F238E27FC236}">
                <a16:creationId xmlns:a16="http://schemas.microsoft.com/office/drawing/2014/main" id="{79BFE560-658C-4C04-96BE-4DAEA3F26081}"/>
              </a:ext>
            </a:extLst>
          </p:cNvPr>
          <p:cNvSpPr>
            <a:spLocks noGrp="1"/>
          </p:cNvSpPr>
          <p:nvPr/>
        </p:nvSpPr>
        <p:spPr>
          <a:xfrm>
            <a:off x="5230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01_find_only_2920">
            <a:extLst>
              <a:ext uri="{FF2B5EF4-FFF2-40B4-BE49-F238E27FC236}">
                <a16:creationId xmlns:a16="http://schemas.microsoft.com/office/drawing/2014/main" id="{D3600D48-C014-4917-B2A1-A8925CC8A3D3}"/>
              </a:ext>
            </a:extLst>
          </p:cNvPr>
          <p:cNvSpPr>
            <a:spLocks noGrp="1"/>
          </p:cNvSpPr>
          <p:nvPr/>
        </p:nvSpPr>
        <p:spPr>
          <a:xfrm>
            <a:off x="516831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01_find_only_2921">
            <a:extLst>
              <a:ext uri="{FF2B5EF4-FFF2-40B4-BE49-F238E27FC236}">
                <a16:creationId xmlns:a16="http://schemas.microsoft.com/office/drawing/2014/main" id="{196D7956-CEC1-465F-985F-DC42B8E85134}"/>
              </a:ext>
            </a:extLst>
          </p:cNvPr>
          <p:cNvSpPr>
            <a:spLocks noGrp="1"/>
          </p:cNvSpPr>
          <p:nvPr/>
        </p:nvSpPr>
        <p:spPr>
          <a:xfrm>
            <a:off x="5249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01_find_only_2922">
            <a:extLst>
              <a:ext uri="{FF2B5EF4-FFF2-40B4-BE49-F238E27FC236}">
                <a16:creationId xmlns:a16="http://schemas.microsoft.com/office/drawing/2014/main" id="{BEEC53E1-A825-47D4-9A90-EE553A36AA76}"/>
              </a:ext>
            </a:extLst>
          </p:cNvPr>
          <p:cNvSpPr>
            <a:spLocks noGrp="1"/>
          </p:cNvSpPr>
          <p:nvPr/>
        </p:nvSpPr>
        <p:spPr>
          <a:xfrm>
            <a:off x="5234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01_find_only_2923">
            <a:extLst>
              <a:ext uri="{FF2B5EF4-FFF2-40B4-BE49-F238E27FC236}">
                <a16:creationId xmlns:a16="http://schemas.microsoft.com/office/drawing/2014/main" id="{E79FE62C-305E-4B95-9088-3C2F780E1D6D}"/>
              </a:ext>
            </a:extLst>
          </p:cNvPr>
          <p:cNvSpPr>
            <a:spLocks noGrp="1"/>
          </p:cNvSpPr>
          <p:nvPr/>
        </p:nvSpPr>
        <p:spPr>
          <a:xfrm>
            <a:off x="5199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01_find_only_2924">
            <a:extLst>
              <a:ext uri="{FF2B5EF4-FFF2-40B4-BE49-F238E27FC236}">
                <a16:creationId xmlns:a16="http://schemas.microsoft.com/office/drawing/2014/main" id="{F8CE60E7-F5E8-4B2A-BEEF-EBC5DDF23A55}"/>
              </a:ext>
            </a:extLst>
          </p:cNvPr>
          <p:cNvSpPr>
            <a:spLocks noGrp="1"/>
          </p:cNvSpPr>
          <p:nvPr/>
        </p:nvSpPr>
        <p:spPr>
          <a:xfrm>
            <a:off x="51831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01_find_only_2925">
            <a:extLst>
              <a:ext uri="{FF2B5EF4-FFF2-40B4-BE49-F238E27FC236}">
                <a16:creationId xmlns:a16="http://schemas.microsoft.com/office/drawing/2014/main" id="{F53FB2C7-F75E-4944-9E3D-619ED8E5DF95}"/>
              </a:ext>
            </a:extLst>
          </p:cNvPr>
          <p:cNvSpPr>
            <a:spLocks noGrp="1"/>
          </p:cNvSpPr>
          <p:nvPr/>
        </p:nvSpPr>
        <p:spPr>
          <a:xfrm>
            <a:off x="5252352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01_find_only_2926">
            <a:extLst>
              <a:ext uri="{FF2B5EF4-FFF2-40B4-BE49-F238E27FC236}">
                <a16:creationId xmlns:a16="http://schemas.microsoft.com/office/drawing/2014/main" id="{E9A472BB-5D0C-4F23-9A79-10BBFAC0A91A}"/>
              </a:ext>
            </a:extLst>
          </p:cNvPr>
          <p:cNvSpPr>
            <a:spLocks noGrp="1"/>
          </p:cNvSpPr>
          <p:nvPr/>
        </p:nvSpPr>
        <p:spPr>
          <a:xfrm>
            <a:off x="52170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01_find_only_2927">
            <a:extLst>
              <a:ext uri="{FF2B5EF4-FFF2-40B4-BE49-F238E27FC236}">
                <a16:creationId xmlns:a16="http://schemas.microsoft.com/office/drawing/2014/main" id="{693911AE-9925-4A59-8DCC-1A16D53F65BD}"/>
              </a:ext>
            </a:extLst>
          </p:cNvPr>
          <p:cNvSpPr>
            <a:spLocks noGrp="1"/>
          </p:cNvSpPr>
          <p:nvPr/>
        </p:nvSpPr>
        <p:spPr>
          <a:xfrm>
            <a:off x="52392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01_find_only_2928">
            <a:extLst>
              <a:ext uri="{FF2B5EF4-FFF2-40B4-BE49-F238E27FC236}">
                <a16:creationId xmlns:a16="http://schemas.microsoft.com/office/drawing/2014/main" id="{8416B6A7-BD7D-4184-BD79-1DFCD73327A6}"/>
              </a:ext>
            </a:extLst>
          </p:cNvPr>
          <p:cNvSpPr>
            <a:spLocks noGrp="1"/>
          </p:cNvSpPr>
          <p:nvPr/>
        </p:nvSpPr>
        <p:spPr>
          <a:xfrm>
            <a:off x="5171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01_find_only_2929">
            <a:extLst>
              <a:ext uri="{FF2B5EF4-FFF2-40B4-BE49-F238E27FC236}">
                <a16:creationId xmlns:a16="http://schemas.microsoft.com/office/drawing/2014/main" id="{D665706F-D083-430B-8EE4-46F633B6E3ED}"/>
              </a:ext>
            </a:extLst>
          </p:cNvPr>
          <p:cNvSpPr>
            <a:spLocks noGrp="1"/>
          </p:cNvSpPr>
          <p:nvPr/>
        </p:nvSpPr>
        <p:spPr>
          <a:xfrm>
            <a:off x="5198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01_find_only_2930">
            <a:extLst>
              <a:ext uri="{FF2B5EF4-FFF2-40B4-BE49-F238E27FC236}">
                <a16:creationId xmlns:a16="http://schemas.microsoft.com/office/drawing/2014/main" id="{674069A8-86E6-4D49-87EC-34266D5E0792}"/>
              </a:ext>
            </a:extLst>
          </p:cNvPr>
          <p:cNvSpPr>
            <a:spLocks noGrp="1"/>
          </p:cNvSpPr>
          <p:nvPr/>
        </p:nvSpPr>
        <p:spPr>
          <a:xfrm>
            <a:off x="523321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01_find_only_2931">
            <a:extLst>
              <a:ext uri="{FF2B5EF4-FFF2-40B4-BE49-F238E27FC236}">
                <a16:creationId xmlns:a16="http://schemas.microsoft.com/office/drawing/2014/main" id="{81002766-EB00-45B8-A30B-02FF62086F80}"/>
              </a:ext>
            </a:extLst>
          </p:cNvPr>
          <p:cNvSpPr>
            <a:spLocks noGrp="1"/>
          </p:cNvSpPr>
          <p:nvPr/>
        </p:nvSpPr>
        <p:spPr>
          <a:xfrm>
            <a:off x="521912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01_find_only_2932">
            <a:extLst>
              <a:ext uri="{FF2B5EF4-FFF2-40B4-BE49-F238E27FC236}">
                <a16:creationId xmlns:a16="http://schemas.microsoft.com/office/drawing/2014/main" id="{09430CCE-7122-45B4-A63A-0015D816293A}"/>
              </a:ext>
            </a:extLst>
          </p:cNvPr>
          <p:cNvSpPr>
            <a:spLocks noGrp="1"/>
          </p:cNvSpPr>
          <p:nvPr/>
        </p:nvSpPr>
        <p:spPr>
          <a:xfrm>
            <a:off x="5247591" y="50398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01_find_only_2933">
            <a:extLst>
              <a:ext uri="{FF2B5EF4-FFF2-40B4-BE49-F238E27FC236}">
                <a16:creationId xmlns:a16="http://schemas.microsoft.com/office/drawing/2014/main" id="{85A79FCB-B3FE-4923-A138-991BC53BC4D9}"/>
              </a:ext>
            </a:extLst>
          </p:cNvPr>
          <p:cNvSpPr>
            <a:spLocks noGrp="1"/>
          </p:cNvSpPr>
          <p:nvPr/>
        </p:nvSpPr>
        <p:spPr>
          <a:xfrm>
            <a:off x="5157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01_find_only_2934">
            <a:extLst>
              <a:ext uri="{FF2B5EF4-FFF2-40B4-BE49-F238E27FC236}">
                <a16:creationId xmlns:a16="http://schemas.microsoft.com/office/drawing/2014/main" id="{A279632D-859F-4427-A01B-D2D8C1F428A1}"/>
              </a:ext>
            </a:extLst>
          </p:cNvPr>
          <p:cNvSpPr>
            <a:spLocks noGrp="1"/>
          </p:cNvSpPr>
          <p:nvPr/>
        </p:nvSpPr>
        <p:spPr>
          <a:xfrm>
            <a:off x="51974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01_find_only_2935">
            <a:extLst>
              <a:ext uri="{FF2B5EF4-FFF2-40B4-BE49-F238E27FC236}">
                <a16:creationId xmlns:a16="http://schemas.microsoft.com/office/drawing/2014/main" id="{3B910F4D-AD71-4EED-99A9-04237A545ECB}"/>
              </a:ext>
            </a:extLst>
          </p:cNvPr>
          <p:cNvSpPr>
            <a:spLocks noGrp="1"/>
          </p:cNvSpPr>
          <p:nvPr/>
        </p:nvSpPr>
        <p:spPr>
          <a:xfrm>
            <a:off x="52156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01_find_only_2936">
            <a:extLst>
              <a:ext uri="{FF2B5EF4-FFF2-40B4-BE49-F238E27FC236}">
                <a16:creationId xmlns:a16="http://schemas.microsoft.com/office/drawing/2014/main" id="{E4656FBE-58CA-478E-B05E-DC63267262BD}"/>
              </a:ext>
            </a:extLst>
          </p:cNvPr>
          <p:cNvSpPr>
            <a:spLocks noGrp="1"/>
          </p:cNvSpPr>
          <p:nvPr/>
        </p:nvSpPr>
        <p:spPr>
          <a:xfrm>
            <a:off x="5185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01_find_only_2937">
            <a:extLst>
              <a:ext uri="{FF2B5EF4-FFF2-40B4-BE49-F238E27FC236}">
                <a16:creationId xmlns:a16="http://schemas.microsoft.com/office/drawing/2014/main" id="{D87D68E0-A294-493A-A53A-ACAF52E3C524}"/>
              </a:ext>
            </a:extLst>
          </p:cNvPr>
          <p:cNvSpPr>
            <a:spLocks noGrp="1"/>
          </p:cNvSpPr>
          <p:nvPr/>
        </p:nvSpPr>
        <p:spPr>
          <a:xfrm>
            <a:off x="52071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01_find_only_2938">
            <a:extLst>
              <a:ext uri="{FF2B5EF4-FFF2-40B4-BE49-F238E27FC236}">
                <a16:creationId xmlns:a16="http://schemas.microsoft.com/office/drawing/2014/main" id="{EC300FDA-372F-40DE-A752-3ABDC172924C}"/>
              </a:ext>
            </a:extLst>
          </p:cNvPr>
          <p:cNvSpPr>
            <a:spLocks noGrp="1"/>
          </p:cNvSpPr>
          <p:nvPr/>
        </p:nvSpPr>
        <p:spPr>
          <a:xfrm>
            <a:off x="5194935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01_find_only_2939">
            <a:extLst>
              <a:ext uri="{FF2B5EF4-FFF2-40B4-BE49-F238E27FC236}">
                <a16:creationId xmlns:a16="http://schemas.microsoft.com/office/drawing/2014/main" id="{F4B07859-ED8D-4E3E-98DE-C7FF1EE027FD}"/>
              </a:ext>
            </a:extLst>
          </p:cNvPr>
          <p:cNvSpPr>
            <a:spLocks noGrp="1"/>
          </p:cNvSpPr>
          <p:nvPr/>
        </p:nvSpPr>
        <p:spPr>
          <a:xfrm>
            <a:off x="5236905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01_find_only_2940">
            <a:extLst>
              <a:ext uri="{FF2B5EF4-FFF2-40B4-BE49-F238E27FC236}">
                <a16:creationId xmlns:a16="http://schemas.microsoft.com/office/drawing/2014/main" id="{9100B86A-3DE2-41E6-8E96-508C9548B93D}"/>
              </a:ext>
            </a:extLst>
          </p:cNvPr>
          <p:cNvSpPr>
            <a:spLocks noGrp="1"/>
          </p:cNvSpPr>
          <p:nvPr/>
        </p:nvSpPr>
        <p:spPr>
          <a:xfrm>
            <a:off x="51681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01_find_only_2941">
            <a:extLst>
              <a:ext uri="{FF2B5EF4-FFF2-40B4-BE49-F238E27FC236}">
                <a16:creationId xmlns:a16="http://schemas.microsoft.com/office/drawing/2014/main" id="{7051A168-564B-4AA3-874F-BB5488832900}"/>
              </a:ext>
            </a:extLst>
          </p:cNvPr>
          <p:cNvSpPr>
            <a:spLocks noGrp="1"/>
          </p:cNvSpPr>
          <p:nvPr/>
        </p:nvSpPr>
        <p:spPr>
          <a:xfrm>
            <a:off x="51725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01_find_only_2942">
            <a:extLst>
              <a:ext uri="{FF2B5EF4-FFF2-40B4-BE49-F238E27FC236}">
                <a16:creationId xmlns:a16="http://schemas.microsoft.com/office/drawing/2014/main" id="{847428A3-6335-47D7-A9EC-02006D2D8B8C}"/>
              </a:ext>
            </a:extLst>
          </p:cNvPr>
          <p:cNvSpPr>
            <a:spLocks noGrp="1"/>
          </p:cNvSpPr>
          <p:nvPr/>
        </p:nvSpPr>
        <p:spPr>
          <a:xfrm>
            <a:off x="52130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01_find_only_2943">
            <a:extLst>
              <a:ext uri="{FF2B5EF4-FFF2-40B4-BE49-F238E27FC236}">
                <a16:creationId xmlns:a16="http://schemas.microsoft.com/office/drawing/2014/main" id="{FE47D6B0-A288-4BAF-83F9-D80C1A3AFB06}"/>
              </a:ext>
            </a:extLst>
          </p:cNvPr>
          <p:cNvSpPr>
            <a:spLocks noGrp="1"/>
          </p:cNvSpPr>
          <p:nvPr/>
        </p:nvSpPr>
        <p:spPr>
          <a:xfrm>
            <a:off x="52121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01_find_only_2944">
            <a:extLst>
              <a:ext uri="{FF2B5EF4-FFF2-40B4-BE49-F238E27FC236}">
                <a16:creationId xmlns:a16="http://schemas.microsoft.com/office/drawing/2014/main" id="{E2247728-97ED-4DA9-BCD6-DE87A88CD159}"/>
              </a:ext>
            </a:extLst>
          </p:cNvPr>
          <p:cNvSpPr>
            <a:spLocks noGrp="1"/>
          </p:cNvSpPr>
          <p:nvPr/>
        </p:nvSpPr>
        <p:spPr>
          <a:xfrm>
            <a:off x="524370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01_find_only_2945">
            <a:extLst>
              <a:ext uri="{FF2B5EF4-FFF2-40B4-BE49-F238E27FC236}">
                <a16:creationId xmlns:a16="http://schemas.microsoft.com/office/drawing/2014/main" id="{B57B3FE2-A6B0-45F2-9C69-11B0B005B0AD}"/>
              </a:ext>
            </a:extLst>
          </p:cNvPr>
          <p:cNvSpPr>
            <a:spLocks noGrp="1"/>
          </p:cNvSpPr>
          <p:nvPr/>
        </p:nvSpPr>
        <p:spPr>
          <a:xfrm>
            <a:off x="52290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01_find_only_2946">
            <a:extLst>
              <a:ext uri="{FF2B5EF4-FFF2-40B4-BE49-F238E27FC236}">
                <a16:creationId xmlns:a16="http://schemas.microsoft.com/office/drawing/2014/main" id="{8FB0EB5E-4A64-4718-A873-38FB62848658}"/>
              </a:ext>
            </a:extLst>
          </p:cNvPr>
          <p:cNvSpPr>
            <a:spLocks noGrp="1"/>
          </p:cNvSpPr>
          <p:nvPr/>
        </p:nvSpPr>
        <p:spPr>
          <a:xfrm>
            <a:off x="51831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01_find_only_2947">
            <a:extLst>
              <a:ext uri="{FF2B5EF4-FFF2-40B4-BE49-F238E27FC236}">
                <a16:creationId xmlns:a16="http://schemas.microsoft.com/office/drawing/2014/main" id="{441DEA17-9691-4B52-913B-F7C43F9C801E}"/>
              </a:ext>
            </a:extLst>
          </p:cNvPr>
          <p:cNvSpPr>
            <a:spLocks noGrp="1"/>
          </p:cNvSpPr>
          <p:nvPr/>
        </p:nvSpPr>
        <p:spPr>
          <a:xfrm>
            <a:off x="523097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01_find_only_2948">
            <a:extLst>
              <a:ext uri="{FF2B5EF4-FFF2-40B4-BE49-F238E27FC236}">
                <a16:creationId xmlns:a16="http://schemas.microsoft.com/office/drawing/2014/main" id="{3CEAC263-5723-4D85-A23D-F7861824D4E1}"/>
              </a:ext>
            </a:extLst>
          </p:cNvPr>
          <p:cNvSpPr>
            <a:spLocks noGrp="1"/>
          </p:cNvSpPr>
          <p:nvPr/>
        </p:nvSpPr>
        <p:spPr>
          <a:xfrm>
            <a:off x="52231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01_find_only_2949">
            <a:extLst>
              <a:ext uri="{FF2B5EF4-FFF2-40B4-BE49-F238E27FC236}">
                <a16:creationId xmlns:a16="http://schemas.microsoft.com/office/drawing/2014/main" id="{E04A7B24-4AEB-4EEE-89F4-748F87F5698B}"/>
              </a:ext>
            </a:extLst>
          </p:cNvPr>
          <p:cNvSpPr>
            <a:spLocks noGrp="1"/>
          </p:cNvSpPr>
          <p:nvPr/>
        </p:nvSpPr>
        <p:spPr>
          <a:xfrm>
            <a:off x="52272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01_find_only_2950">
            <a:extLst>
              <a:ext uri="{FF2B5EF4-FFF2-40B4-BE49-F238E27FC236}">
                <a16:creationId xmlns:a16="http://schemas.microsoft.com/office/drawing/2014/main" id="{CEEFB90B-B3C8-48C8-8EDB-4B78B3F6411B}"/>
              </a:ext>
            </a:extLst>
          </p:cNvPr>
          <p:cNvSpPr>
            <a:spLocks noGrp="1"/>
          </p:cNvSpPr>
          <p:nvPr/>
        </p:nvSpPr>
        <p:spPr>
          <a:xfrm>
            <a:off x="52089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01_find_only_2951">
            <a:extLst>
              <a:ext uri="{FF2B5EF4-FFF2-40B4-BE49-F238E27FC236}">
                <a16:creationId xmlns:a16="http://schemas.microsoft.com/office/drawing/2014/main" id="{3A8851C8-837F-4BB4-B448-08C86A064027}"/>
              </a:ext>
            </a:extLst>
          </p:cNvPr>
          <p:cNvSpPr>
            <a:spLocks noGrp="1"/>
          </p:cNvSpPr>
          <p:nvPr/>
        </p:nvSpPr>
        <p:spPr>
          <a:xfrm>
            <a:off x="51585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01_find_only_2952">
            <a:extLst>
              <a:ext uri="{FF2B5EF4-FFF2-40B4-BE49-F238E27FC236}">
                <a16:creationId xmlns:a16="http://schemas.microsoft.com/office/drawing/2014/main" id="{AE20F9EF-DB16-4E38-89F7-1CCF734399F0}"/>
              </a:ext>
            </a:extLst>
          </p:cNvPr>
          <p:cNvSpPr>
            <a:spLocks noGrp="1"/>
          </p:cNvSpPr>
          <p:nvPr/>
        </p:nvSpPr>
        <p:spPr>
          <a:xfrm>
            <a:off x="5223498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01_find_only_2953">
            <a:extLst>
              <a:ext uri="{FF2B5EF4-FFF2-40B4-BE49-F238E27FC236}">
                <a16:creationId xmlns:a16="http://schemas.microsoft.com/office/drawing/2014/main" id="{7180AF57-547E-40A8-B0E4-DE62633FBE7A}"/>
              </a:ext>
            </a:extLst>
          </p:cNvPr>
          <p:cNvSpPr>
            <a:spLocks noGrp="1"/>
          </p:cNvSpPr>
          <p:nvPr/>
        </p:nvSpPr>
        <p:spPr>
          <a:xfrm>
            <a:off x="52363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01_find_only_2954">
            <a:extLst>
              <a:ext uri="{FF2B5EF4-FFF2-40B4-BE49-F238E27FC236}">
                <a16:creationId xmlns:a16="http://schemas.microsoft.com/office/drawing/2014/main" id="{33CF8A83-0427-4BD6-BDFD-784094181BA5}"/>
              </a:ext>
            </a:extLst>
          </p:cNvPr>
          <p:cNvSpPr>
            <a:spLocks noGrp="1"/>
          </p:cNvSpPr>
          <p:nvPr/>
        </p:nvSpPr>
        <p:spPr>
          <a:xfrm>
            <a:off x="5174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01_find_only_2955">
            <a:extLst>
              <a:ext uri="{FF2B5EF4-FFF2-40B4-BE49-F238E27FC236}">
                <a16:creationId xmlns:a16="http://schemas.microsoft.com/office/drawing/2014/main" id="{5B435832-3F5F-454C-B593-BD0CB3CC0EAB}"/>
              </a:ext>
            </a:extLst>
          </p:cNvPr>
          <p:cNvSpPr>
            <a:spLocks noGrp="1"/>
          </p:cNvSpPr>
          <p:nvPr/>
        </p:nvSpPr>
        <p:spPr>
          <a:xfrm>
            <a:off x="5167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01_find_only_2956">
            <a:extLst>
              <a:ext uri="{FF2B5EF4-FFF2-40B4-BE49-F238E27FC236}">
                <a16:creationId xmlns:a16="http://schemas.microsoft.com/office/drawing/2014/main" id="{C15EBBE2-9890-4735-8C79-C8BA086D2613}"/>
              </a:ext>
            </a:extLst>
          </p:cNvPr>
          <p:cNvSpPr>
            <a:spLocks noGrp="1"/>
          </p:cNvSpPr>
          <p:nvPr/>
        </p:nvSpPr>
        <p:spPr>
          <a:xfrm>
            <a:off x="522330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01_find_only_2957">
            <a:extLst>
              <a:ext uri="{FF2B5EF4-FFF2-40B4-BE49-F238E27FC236}">
                <a16:creationId xmlns:a16="http://schemas.microsoft.com/office/drawing/2014/main" id="{596E285F-B542-4360-A414-298EEA13A841}"/>
              </a:ext>
            </a:extLst>
          </p:cNvPr>
          <p:cNvSpPr>
            <a:spLocks noGrp="1"/>
          </p:cNvSpPr>
          <p:nvPr/>
        </p:nvSpPr>
        <p:spPr>
          <a:xfrm>
            <a:off x="52483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01_find_only_2958">
            <a:extLst>
              <a:ext uri="{FF2B5EF4-FFF2-40B4-BE49-F238E27FC236}">
                <a16:creationId xmlns:a16="http://schemas.microsoft.com/office/drawing/2014/main" id="{0B3BEB07-1275-4394-945A-A41359FDA110}"/>
              </a:ext>
            </a:extLst>
          </p:cNvPr>
          <p:cNvSpPr>
            <a:spLocks noGrp="1"/>
          </p:cNvSpPr>
          <p:nvPr/>
        </p:nvSpPr>
        <p:spPr>
          <a:xfrm>
            <a:off x="5252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01_find_only_2959">
            <a:extLst>
              <a:ext uri="{FF2B5EF4-FFF2-40B4-BE49-F238E27FC236}">
                <a16:creationId xmlns:a16="http://schemas.microsoft.com/office/drawing/2014/main" id="{8D442767-F57E-483C-9A82-81F22E8BC4F4}"/>
              </a:ext>
            </a:extLst>
          </p:cNvPr>
          <p:cNvSpPr>
            <a:spLocks noGrp="1"/>
          </p:cNvSpPr>
          <p:nvPr/>
        </p:nvSpPr>
        <p:spPr>
          <a:xfrm>
            <a:off x="51925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01_find_only_2960">
            <a:extLst>
              <a:ext uri="{FF2B5EF4-FFF2-40B4-BE49-F238E27FC236}">
                <a16:creationId xmlns:a16="http://schemas.microsoft.com/office/drawing/2014/main" id="{15FF6362-F010-4993-BD21-73097D1A49D1}"/>
              </a:ext>
            </a:extLst>
          </p:cNvPr>
          <p:cNvSpPr>
            <a:spLocks noGrp="1"/>
          </p:cNvSpPr>
          <p:nvPr/>
        </p:nvSpPr>
        <p:spPr>
          <a:xfrm>
            <a:off x="52281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01_find_only_2961">
            <a:extLst>
              <a:ext uri="{FF2B5EF4-FFF2-40B4-BE49-F238E27FC236}">
                <a16:creationId xmlns:a16="http://schemas.microsoft.com/office/drawing/2014/main" id="{686E3626-A01C-43F8-97F6-6884A18D0C9F}"/>
              </a:ext>
            </a:extLst>
          </p:cNvPr>
          <p:cNvSpPr>
            <a:spLocks noGrp="1"/>
          </p:cNvSpPr>
          <p:nvPr/>
        </p:nvSpPr>
        <p:spPr>
          <a:xfrm>
            <a:off x="52355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01_find_only_2962">
            <a:extLst>
              <a:ext uri="{FF2B5EF4-FFF2-40B4-BE49-F238E27FC236}">
                <a16:creationId xmlns:a16="http://schemas.microsoft.com/office/drawing/2014/main" id="{37FD85F8-2A84-4CEE-81AA-28A4981E0249}"/>
              </a:ext>
            </a:extLst>
          </p:cNvPr>
          <p:cNvSpPr>
            <a:spLocks noGrp="1"/>
          </p:cNvSpPr>
          <p:nvPr/>
        </p:nvSpPr>
        <p:spPr>
          <a:xfrm>
            <a:off x="5247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01_find_only_2963">
            <a:extLst>
              <a:ext uri="{FF2B5EF4-FFF2-40B4-BE49-F238E27FC236}">
                <a16:creationId xmlns:a16="http://schemas.microsoft.com/office/drawing/2014/main" id="{5D4009C0-401C-446B-A575-FF65430EAD66}"/>
              </a:ext>
            </a:extLst>
          </p:cNvPr>
          <p:cNvSpPr>
            <a:spLocks noGrp="1"/>
          </p:cNvSpPr>
          <p:nvPr/>
        </p:nvSpPr>
        <p:spPr>
          <a:xfrm>
            <a:off x="5237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01_find_only_2964">
            <a:extLst>
              <a:ext uri="{FF2B5EF4-FFF2-40B4-BE49-F238E27FC236}">
                <a16:creationId xmlns:a16="http://schemas.microsoft.com/office/drawing/2014/main" id="{054B565B-1122-4A85-9DB4-523CA43E22EE}"/>
              </a:ext>
            </a:extLst>
          </p:cNvPr>
          <p:cNvSpPr>
            <a:spLocks noGrp="1"/>
          </p:cNvSpPr>
          <p:nvPr/>
        </p:nvSpPr>
        <p:spPr>
          <a:xfrm>
            <a:off x="52223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01_find_only_2965">
            <a:extLst>
              <a:ext uri="{FF2B5EF4-FFF2-40B4-BE49-F238E27FC236}">
                <a16:creationId xmlns:a16="http://schemas.microsoft.com/office/drawing/2014/main" id="{F6CFAA16-5B6A-4F50-B03B-DF4836E641A3}"/>
              </a:ext>
            </a:extLst>
          </p:cNvPr>
          <p:cNvSpPr>
            <a:spLocks noGrp="1"/>
          </p:cNvSpPr>
          <p:nvPr/>
        </p:nvSpPr>
        <p:spPr>
          <a:xfrm>
            <a:off x="51627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01_find_only_2966">
            <a:extLst>
              <a:ext uri="{FF2B5EF4-FFF2-40B4-BE49-F238E27FC236}">
                <a16:creationId xmlns:a16="http://schemas.microsoft.com/office/drawing/2014/main" id="{23436520-EB7D-4C01-813C-EA24B5687893}"/>
              </a:ext>
            </a:extLst>
          </p:cNvPr>
          <p:cNvSpPr>
            <a:spLocks noGrp="1"/>
          </p:cNvSpPr>
          <p:nvPr/>
        </p:nvSpPr>
        <p:spPr>
          <a:xfrm>
            <a:off x="5172202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01_find_only_2967">
            <a:extLst>
              <a:ext uri="{FF2B5EF4-FFF2-40B4-BE49-F238E27FC236}">
                <a16:creationId xmlns:a16="http://schemas.microsoft.com/office/drawing/2014/main" id="{9441E7E4-3094-4BB9-8016-B6B55724DAF6}"/>
              </a:ext>
            </a:extLst>
          </p:cNvPr>
          <p:cNvSpPr>
            <a:spLocks noGrp="1"/>
          </p:cNvSpPr>
          <p:nvPr/>
        </p:nvSpPr>
        <p:spPr>
          <a:xfrm>
            <a:off x="5223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01_find_only_2968">
            <a:extLst>
              <a:ext uri="{FF2B5EF4-FFF2-40B4-BE49-F238E27FC236}">
                <a16:creationId xmlns:a16="http://schemas.microsoft.com/office/drawing/2014/main" id="{53E12B3C-C164-45F6-A24E-3814E3A55BA9}"/>
              </a:ext>
            </a:extLst>
          </p:cNvPr>
          <p:cNvSpPr>
            <a:spLocks noGrp="1"/>
          </p:cNvSpPr>
          <p:nvPr/>
        </p:nvSpPr>
        <p:spPr>
          <a:xfrm>
            <a:off x="52134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01_find_only_2969">
            <a:extLst>
              <a:ext uri="{FF2B5EF4-FFF2-40B4-BE49-F238E27FC236}">
                <a16:creationId xmlns:a16="http://schemas.microsoft.com/office/drawing/2014/main" id="{3CB5C368-2B69-4D68-B901-F48C7A518A00}"/>
              </a:ext>
            </a:extLst>
          </p:cNvPr>
          <p:cNvSpPr>
            <a:spLocks noGrp="1"/>
          </p:cNvSpPr>
          <p:nvPr/>
        </p:nvSpPr>
        <p:spPr>
          <a:xfrm>
            <a:off x="51762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01_find_only_2970">
            <a:extLst>
              <a:ext uri="{FF2B5EF4-FFF2-40B4-BE49-F238E27FC236}">
                <a16:creationId xmlns:a16="http://schemas.microsoft.com/office/drawing/2014/main" id="{14E929F1-9122-409A-9FAB-1B5F97F74AAC}"/>
              </a:ext>
            </a:extLst>
          </p:cNvPr>
          <p:cNvSpPr>
            <a:spLocks noGrp="1"/>
          </p:cNvSpPr>
          <p:nvPr/>
        </p:nvSpPr>
        <p:spPr>
          <a:xfrm>
            <a:off x="51938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01_find_only_2971">
            <a:extLst>
              <a:ext uri="{FF2B5EF4-FFF2-40B4-BE49-F238E27FC236}">
                <a16:creationId xmlns:a16="http://schemas.microsoft.com/office/drawing/2014/main" id="{B6D95558-3378-4646-966F-5F61F5E4E697}"/>
              </a:ext>
            </a:extLst>
          </p:cNvPr>
          <p:cNvSpPr>
            <a:spLocks noGrp="1"/>
          </p:cNvSpPr>
          <p:nvPr/>
        </p:nvSpPr>
        <p:spPr>
          <a:xfrm>
            <a:off x="515947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01_find_only_2972">
            <a:extLst>
              <a:ext uri="{FF2B5EF4-FFF2-40B4-BE49-F238E27FC236}">
                <a16:creationId xmlns:a16="http://schemas.microsoft.com/office/drawing/2014/main" id="{35358E94-B112-492C-BB39-2EE0F7EC0FA4}"/>
              </a:ext>
            </a:extLst>
          </p:cNvPr>
          <p:cNvSpPr>
            <a:spLocks noGrp="1"/>
          </p:cNvSpPr>
          <p:nvPr/>
        </p:nvSpPr>
        <p:spPr>
          <a:xfrm>
            <a:off x="5686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01_find_only_2973">
            <a:extLst>
              <a:ext uri="{FF2B5EF4-FFF2-40B4-BE49-F238E27FC236}">
                <a16:creationId xmlns:a16="http://schemas.microsoft.com/office/drawing/2014/main" id="{5EF95E99-AE7D-460A-85B3-681F166FF85A}"/>
              </a:ext>
            </a:extLst>
          </p:cNvPr>
          <p:cNvSpPr>
            <a:spLocks noGrp="1"/>
          </p:cNvSpPr>
          <p:nvPr/>
        </p:nvSpPr>
        <p:spPr>
          <a:xfrm>
            <a:off x="5748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01_find_only_2974">
            <a:extLst>
              <a:ext uri="{FF2B5EF4-FFF2-40B4-BE49-F238E27FC236}">
                <a16:creationId xmlns:a16="http://schemas.microsoft.com/office/drawing/2014/main" id="{FACDFB75-5720-48AE-A2CF-5F70FAD3E948}"/>
              </a:ext>
            </a:extLst>
          </p:cNvPr>
          <p:cNvSpPr>
            <a:spLocks noGrp="1"/>
          </p:cNvSpPr>
          <p:nvPr/>
        </p:nvSpPr>
        <p:spPr>
          <a:xfrm>
            <a:off x="5666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01_find_only_2975">
            <a:extLst>
              <a:ext uri="{FF2B5EF4-FFF2-40B4-BE49-F238E27FC236}">
                <a16:creationId xmlns:a16="http://schemas.microsoft.com/office/drawing/2014/main" id="{D759BF21-5A6D-445B-8170-0377217D047D}"/>
              </a:ext>
            </a:extLst>
          </p:cNvPr>
          <p:cNvSpPr>
            <a:spLocks noGrp="1"/>
          </p:cNvSpPr>
          <p:nvPr/>
        </p:nvSpPr>
        <p:spPr>
          <a:xfrm>
            <a:off x="574083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01_find_only_2976">
            <a:extLst>
              <a:ext uri="{FF2B5EF4-FFF2-40B4-BE49-F238E27FC236}">
                <a16:creationId xmlns:a16="http://schemas.microsoft.com/office/drawing/2014/main" id="{12D6AD2E-6751-41CC-8F32-1F610BAF3A6A}"/>
              </a:ext>
            </a:extLst>
          </p:cNvPr>
          <p:cNvSpPr>
            <a:spLocks noGrp="1"/>
          </p:cNvSpPr>
          <p:nvPr/>
        </p:nvSpPr>
        <p:spPr>
          <a:xfrm>
            <a:off x="57022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01_find_only_2977">
            <a:extLst>
              <a:ext uri="{FF2B5EF4-FFF2-40B4-BE49-F238E27FC236}">
                <a16:creationId xmlns:a16="http://schemas.microsoft.com/office/drawing/2014/main" id="{B04E9AE8-505D-446B-B059-478C4E94FBCF}"/>
              </a:ext>
            </a:extLst>
          </p:cNvPr>
          <p:cNvSpPr>
            <a:spLocks noGrp="1"/>
          </p:cNvSpPr>
          <p:nvPr/>
        </p:nvSpPr>
        <p:spPr>
          <a:xfrm>
            <a:off x="57555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01_find_only_2978">
            <a:extLst>
              <a:ext uri="{FF2B5EF4-FFF2-40B4-BE49-F238E27FC236}">
                <a16:creationId xmlns:a16="http://schemas.microsoft.com/office/drawing/2014/main" id="{C9C6B474-EF0B-4573-B423-4EF523753EEE}"/>
              </a:ext>
            </a:extLst>
          </p:cNvPr>
          <p:cNvSpPr>
            <a:spLocks noGrp="1"/>
          </p:cNvSpPr>
          <p:nvPr/>
        </p:nvSpPr>
        <p:spPr>
          <a:xfrm>
            <a:off x="5686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01_find_only_2979">
            <a:extLst>
              <a:ext uri="{FF2B5EF4-FFF2-40B4-BE49-F238E27FC236}">
                <a16:creationId xmlns:a16="http://schemas.microsoft.com/office/drawing/2014/main" id="{0822DA8C-0842-48A1-B146-1BE44FC311A6}"/>
              </a:ext>
            </a:extLst>
          </p:cNvPr>
          <p:cNvSpPr>
            <a:spLocks noGrp="1"/>
          </p:cNvSpPr>
          <p:nvPr/>
        </p:nvSpPr>
        <p:spPr>
          <a:xfrm>
            <a:off x="57337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01_find_only_2980">
            <a:extLst>
              <a:ext uri="{FF2B5EF4-FFF2-40B4-BE49-F238E27FC236}">
                <a16:creationId xmlns:a16="http://schemas.microsoft.com/office/drawing/2014/main" id="{CB71DAC6-3FA6-4F75-A8CC-C7825577A517}"/>
              </a:ext>
            </a:extLst>
          </p:cNvPr>
          <p:cNvSpPr>
            <a:spLocks noGrp="1"/>
          </p:cNvSpPr>
          <p:nvPr/>
        </p:nvSpPr>
        <p:spPr>
          <a:xfrm>
            <a:off x="5669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01_find_only_2981">
            <a:extLst>
              <a:ext uri="{FF2B5EF4-FFF2-40B4-BE49-F238E27FC236}">
                <a16:creationId xmlns:a16="http://schemas.microsoft.com/office/drawing/2014/main" id="{D7757D59-3F6C-4917-B2D9-A757761FC0FF}"/>
              </a:ext>
            </a:extLst>
          </p:cNvPr>
          <p:cNvSpPr>
            <a:spLocks noGrp="1"/>
          </p:cNvSpPr>
          <p:nvPr/>
        </p:nvSpPr>
        <p:spPr>
          <a:xfrm>
            <a:off x="56901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01_find_only_2982">
            <a:extLst>
              <a:ext uri="{FF2B5EF4-FFF2-40B4-BE49-F238E27FC236}">
                <a16:creationId xmlns:a16="http://schemas.microsoft.com/office/drawing/2014/main" id="{34B50370-762D-4258-8511-628D7645BADB}"/>
              </a:ext>
            </a:extLst>
          </p:cNvPr>
          <p:cNvSpPr>
            <a:spLocks noGrp="1"/>
          </p:cNvSpPr>
          <p:nvPr/>
        </p:nvSpPr>
        <p:spPr>
          <a:xfrm>
            <a:off x="56692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01_find_only_2983">
            <a:extLst>
              <a:ext uri="{FF2B5EF4-FFF2-40B4-BE49-F238E27FC236}">
                <a16:creationId xmlns:a16="http://schemas.microsoft.com/office/drawing/2014/main" id="{08A51650-C1DC-4390-B7C2-BE0C19744F16}"/>
              </a:ext>
            </a:extLst>
          </p:cNvPr>
          <p:cNvSpPr>
            <a:spLocks noGrp="1"/>
          </p:cNvSpPr>
          <p:nvPr/>
        </p:nvSpPr>
        <p:spPr>
          <a:xfrm>
            <a:off x="57241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01_find_only_2984">
            <a:extLst>
              <a:ext uri="{FF2B5EF4-FFF2-40B4-BE49-F238E27FC236}">
                <a16:creationId xmlns:a16="http://schemas.microsoft.com/office/drawing/2014/main" id="{9C50C67C-AB23-431F-871C-DA7CC5FB46AA}"/>
              </a:ext>
            </a:extLst>
          </p:cNvPr>
          <p:cNvSpPr>
            <a:spLocks noGrp="1"/>
          </p:cNvSpPr>
          <p:nvPr/>
        </p:nvSpPr>
        <p:spPr>
          <a:xfrm>
            <a:off x="56823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01_find_only_2985">
            <a:extLst>
              <a:ext uri="{FF2B5EF4-FFF2-40B4-BE49-F238E27FC236}">
                <a16:creationId xmlns:a16="http://schemas.microsoft.com/office/drawing/2014/main" id="{25EF0955-ED95-4D04-826B-B9206D6880DF}"/>
              </a:ext>
            </a:extLst>
          </p:cNvPr>
          <p:cNvSpPr>
            <a:spLocks noGrp="1"/>
          </p:cNvSpPr>
          <p:nvPr/>
        </p:nvSpPr>
        <p:spPr>
          <a:xfrm>
            <a:off x="57115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01_find_only_2986">
            <a:extLst>
              <a:ext uri="{FF2B5EF4-FFF2-40B4-BE49-F238E27FC236}">
                <a16:creationId xmlns:a16="http://schemas.microsoft.com/office/drawing/2014/main" id="{3EB4CE1C-6F67-4737-98CB-9F57BA9223F4}"/>
              </a:ext>
            </a:extLst>
          </p:cNvPr>
          <p:cNvSpPr>
            <a:spLocks noGrp="1"/>
          </p:cNvSpPr>
          <p:nvPr/>
        </p:nvSpPr>
        <p:spPr>
          <a:xfrm>
            <a:off x="5701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01_find_only_2987">
            <a:extLst>
              <a:ext uri="{FF2B5EF4-FFF2-40B4-BE49-F238E27FC236}">
                <a16:creationId xmlns:a16="http://schemas.microsoft.com/office/drawing/2014/main" id="{623DE5B5-827D-49DD-B2D3-FCAC325EF861}"/>
              </a:ext>
            </a:extLst>
          </p:cNvPr>
          <p:cNvSpPr>
            <a:spLocks noGrp="1"/>
          </p:cNvSpPr>
          <p:nvPr/>
        </p:nvSpPr>
        <p:spPr>
          <a:xfrm>
            <a:off x="5691584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01_find_only_2988">
            <a:extLst>
              <a:ext uri="{FF2B5EF4-FFF2-40B4-BE49-F238E27FC236}">
                <a16:creationId xmlns:a16="http://schemas.microsoft.com/office/drawing/2014/main" id="{DEBAA4E2-AC33-4E21-830D-68C7ED65DC56}"/>
              </a:ext>
            </a:extLst>
          </p:cNvPr>
          <p:cNvSpPr>
            <a:spLocks noGrp="1"/>
          </p:cNvSpPr>
          <p:nvPr/>
        </p:nvSpPr>
        <p:spPr>
          <a:xfrm>
            <a:off x="566894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01_find_only_2989">
            <a:extLst>
              <a:ext uri="{FF2B5EF4-FFF2-40B4-BE49-F238E27FC236}">
                <a16:creationId xmlns:a16="http://schemas.microsoft.com/office/drawing/2014/main" id="{E7398426-B5F5-47F8-A246-53A26ABB8345}"/>
              </a:ext>
            </a:extLst>
          </p:cNvPr>
          <p:cNvSpPr>
            <a:spLocks noGrp="1"/>
          </p:cNvSpPr>
          <p:nvPr/>
        </p:nvSpPr>
        <p:spPr>
          <a:xfrm>
            <a:off x="575618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01_find_only_2990">
            <a:extLst>
              <a:ext uri="{FF2B5EF4-FFF2-40B4-BE49-F238E27FC236}">
                <a16:creationId xmlns:a16="http://schemas.microsoft.com/office/drawing/2014/main" id="{8EF55924-862C-4EF4-983F-2E56E655839B}"/>
              </a:ext>
            </a:extLst>
          </p:cNvPr>
          <p:cNvSpPr>
            <a:spLocks noGrp="1"/>
          </p:cNvSpPr>
          <p:nvPr/>
        </p:nvSpPr>
        <p:spPr>
          <a:xfrm>
            <a:off x="56703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01_find_only_2991">
            <a:extLst>
              <a:ext uri="{FF2B5EF4-FFF2-40B4-BE49-F238E27FC236}">
                <a16:creationId xmlns:a16="http://schemas.microsoft.com/office/drawing/2014/main" id="{31D9DD48-2961-4965-8F56-58C375F8F7F4}"/>
              </a:ext>
            </a:extLst>
          </p:cNvPr>
          <p:cNvSpPr>
            <a:spLocks noGrp="1"/>
          </p:cNvSpPr>
          <p:nvPr/>
        </p:nvSpPr>
        <p:spPr>
          <a:xfrm>
            <a:off x="57490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01_find_only_2992">
            <a:extLst>
              <a:ext uri="{FF2B5EF4-FFF2-40B4-BE49-F238E27FC236}">
                <a16:creationId xmlns:a16="http://schemas.microsoft.com/office/drawing/2014/main" id="{09933901-DBC7-439A-872C-C20FC6AC7C6C}"/>
              </a:ext>
            </a:extLst>
          </p:cNvPr>
          <p:cNvSpPr>
            <a:spLocks noGrp="1"/>
          </p:cNvSpPr>
          <p:nvPr/>
        </p:nvSpPr>
        <p:spPr>
          <a:xfrm>
            <a:off x="57026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01_find_only_2993">
            <a:extLst>
              <a:ext uri="{FF2B5EF4-FFF2-40B4-BE49-F238E27FC236}">
                <a16:creationId xmlns:a16="http://schemas.microsoft.com/office/drawing/2014/main" id="{399006F5-D952-43CE-AEE0-8FEA53D3CF65}"/>
              </a:ext>
            </a:extLst>
          </p:cNvPr>
          <p:cNvSpPr>
            <a:spLocks noGrp="1"/>
          </p:cNvSpPr>
          <p:nvPr/>
        </p:nvSpPr>
        <p:spPr>
          <a:xfrm>
            <a:off x="57601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01_find_only_2994">
            <a:extLst>
              <a:ext uri="{FF2B5EF4-FFF2-40B4-BE49-F238E27FC236}">
                <a16:creationId xmlns:a16="http://schemas.microsoft.com/office/drawing/2014/main" id="{E3043CFF-20F3-4C99-8F53-85CBC8349FC8}"/>
              </a:ext>
            </a:extLst>
          </p:cNvPr>
          <p:cNvSpPr>
            <a:spLocks noGrp="1"/>
          </p:cNvSpPr>
          <p:nvPr/>
        </p:nvSpPr>
        <p:spPr>
          <a:xfrm>
            <a:off x="57297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01_find_only_2995">
            <a:extLst>
              <a:ext uri="{FF2B5EF4-FFF2-40B4-BE49-F238E27FC236}">
                <a16:creationId xmlns:a16="http://schemas.microsoft.com/office/drawing/2014/main" id="{B7DAD7DD-7DD0-4EEF-B6A4-F924C8768CDD}"/>
              </a:ext>
            </a:extLst>
          </p:cNvPr>
          <p:cNvSpPr>
            <a:spLocks noGrp="1"/>
          </p:cNvSpPr>
          <p:nvPr/>
        </p:nvSpPr>
        <p:spPr>
          <a:xfrm>
            <a:off x="573637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01_find_only_2996">
            <a:extLst>
              <a:ext uri="{FF2B5EF4-FFF2-40B4-BE49-F238E27FC236}">
                <a16:creationId xmlns:a16="http://schemas.microsoft.com/office/drawing/2014/main" id="{47EB1F3B-6461-489D-B6EE-9F05386B0437}"/>
              </a:ext>
            </a:extLst>
          </p:cNvPr>
          <p:cNvSpPr>
            <a:spLocks noGrp="1"/>
          </p:cNvSpPr>
          <p:nvPr/>
        </p:nvSpPr>
        <p:spPr>
          <a:xfrm>
            <a:off x="5693721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01_find_only_2997">
            <a:extLst>
              <a:ext uri="{FF2B5EF4-FFF2-40B4-BE49-F238E27FC236}">
                <a16:creationId xmlns:a16="http://schemas.microsoft.com/office/drawing/2014/main" id="{845746A4-1F42-4CB1-AF8B-32A7E8DE4FDE}"/>
              </a:ext>
            </a:extLst>
          </p:cNvPr>
          <p:cNvSpPr>
            <a:spLocks noGrp="1"/>
          </p:cNvSpPr>
          <p:nvPr/>
        </p:nvSpPr>
        <p:spPr>
          <a:xfrm>
            <a:off x="575473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01_find_only_2998">
            <a:extLst>
              <a:ext uri="{FF2B5EF4-FFF2-40B4-BE49-F238E27FC236}">
                <a16:creationId xmlns:a16="http://schemas.microsoft.com/office/drawing/2014/main" id="{121AB924-B003-4CE6-AC95-9A23DF8FB2EC}"/>
              </a:ext>
            </a:extLst>
          </p:cNvPr>
          <p:cNvSpPr>
            <a:spLocks noGrp="1"/>
          </p:cNvSpPr>
          <p:nvPr/>
        </p:nvSpPr>
        <p:spPr>
          <a:xfrm>
            <a:off x="57365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01_find_only_2999">
            <a:extLst>
              <a:ext uri="{FF2B5EF4-FFF2-40B4-BE49-F238E27FC236}">
                <a16:creationId xmlns:a16="http://schemas.microsoft.com/office/drawing/2014/main" id="{AC1ABE1C-951F-44BF-899B-DB1F760A0239}"/>
              </a:ext>
            </a:extLst>
          </p:cNvPr>
          <p:cNvSpPr>
            <a:spLocks noGrp="1"/>
          </p:cNvSpPr>
          <p:nvPr/>
        </p:nvSpPr>
        <p:spPr>
          <a:xfrm>
            <a:off x="56810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01_find_only_3000">
            <a:extLst>
              <a:ext uri="{FF2B5EF4-FFF2-40B4-BE49-F238E27FC236}">
                <a16:creationId xmlns:a16="http://schemas.microsoft.com/office/drawing/2014/main" id="{7CDC6557-272D-48F8-B1DA-9AE1D7AF9E07}"/>
              </a:ext>
            </a:extLst>
          </p:cNvPr>
          <p:cNvSpPr>
            <a:spLocks noGrp="1"/>
          </p:cNvSpPr>
          <p:nvPr/>
        </p:nvSpPr>
        <p:spPr>
          <a:xfrm>
            <a:off x="5734913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01_find_only_3001">
            <a:extLst>
              <a:ext uri="{FF2B5EF4-FFF2-40B4-BE49-F238E27FC236}">
                <a16:creationId xmlns:a16="http://schemas.microsoft.com/office/drawing/2014/main" id="{71DD4D7C-0920-456D-879E-DDEFA9218A05}"/>
              </a:ext>
            </a:extLst>
          </p:cNvPr>
          <p:cNvSpPr>
            <a:spLocks noGrp="1"/>
          </p:cNvSpPr>
          <p:nvPr/>
        </p:nvSpPr>
        <p:spPr>
          <a:xfrm>
            <a:off x="5686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01_find_only_3002">
            <a:extLst>
              <a:ext uri="{FF2B5EF4-FFF2-40B4-BE49-F238E27FC236}">
                <a16:creationId xmlns:a16="http://schemas.microsoft.com/office/drawing/2014/main" id="{0F2ABEEF-0CB2-47F8-B44E-DD095D2F76C0}"/>
              </a:ext>
            </a:extLst>
          </p:cNvPr>
          <p:cNvSpPr>
            <a:spLocks noGrp="1"/>
          </p:cNvSpPr>
          <p:nvPr/>
        </p:nvSpPr>
        <p:spPr>
          <a:xfrm>
            <a:off x="56936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01_find_only_3003">
            <a:extLst>
              <a:ext uri="{FF2B5EF4-FFF2-40B4-BE49-F238E27FC236}">
                <a16:creationId xmlns:a16="http://schemas.microsoft.com/office/drawing/2014/main" id="{4B2BACA9-36C1-42D9-972D-1DA65C949CFA}"/>
              </a:ext>
            </a:extLst>
          </p:cNvPr>
          <p:cNvSpPr>
            <a:spLocks noGrp="1"/>
          </p:cNvSpPr>
          <p:nvPr/>
        </p:nvSpPr>
        <p:spPr>
          <a:xfrm>
            <a:off x="57539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01_find_only_3004">
            <a:extLst>
              <a:ext uri="{FF2B5EF4-FFF2-40B4-BE49-F238E27FC236}">
                <a16:creationId xmlns:a16="http://schemas.microsoft.com/office/drawing/2014/main" id="{4C1FF4AF-6CB9-42A4-874E-B272267A28AE}"/>
              </a:ext>
            </a:extLst>
          </p:cNvPr>
          <p:cNvSpPr>
            <a:spLocks noGrp="1"/>
          </p:cNvSpPr>
          <p:nvPr/>
        </p:nvSpPr>
        <p:spPr>
          <a:xfrm>
            <a:off x="5695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01_find_only_3005">
            <a:extLst>
              <a:ext uri="{FF2B5EF4-FFF2-40B4-BE49-F238E27FC236}">
                <a16:creationId xmlns:a16="http://schemas.microsoft.com/office/drawing/2014/main" id="{15838558-BE69-4CB1-ABFD-D0C26F9C2634}"/>
              </a:ext>
            </a:extLst>
          </p:cNvPr>
          <p:cNvSpPr>
            <a:spLocks noGrp="1"/>
          </p:cNvSpPr>
          <p:nvPr/>
        </p:nvSpPr>
        <p:spPr>
          <a:xfrm>
            <a:off x="5748514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01_find_only_3006">
            <a:extLst>
              <a:ext uri="{FF2B5EF4-FFF2-40B4-BE49-F238E27FC236}">
                <a16:creationId xmlns:a16="http://schemas.microsoft.com/office/drawing/2014/main" id="{2D5DC45D-85F3-46EF-BC86-BF10961FB6CA}"/>
              </a:ext>
            </a:extLst>
          </p:cNvPr>
          <p:cNvSpPr>
            <a:spLocks noGrp="1"/>
          </p:cNvSpPr>
          <p:nvPr/>
        </p:nvSpPr>
        <p:spPr>
          <a:xfrm>
            <a:off x="57492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01_find_only_3007">
            <a:extLst>
              <a:ext uri="{FF2B5EF4-FFF2-40B4-BE49-F238E27FC236}">
                <a16:creationId xmlns:a16="http://schemas.microsoft.com/office/drawing/2014/main" id="{61FF4B3A-F863-490E-BE02-C8ADFA673BB9}"/>
              </a:ext>
            </a:extLst>
          </p:cNvPr>
          <p:cNvSpPr>
            <a:spLocks noGrp="1"/>
          </p:cNvSpPr>
          <p:nvPr/>
        </p:nvSpPr>
        <p:spPr>
          <a:xfrm>
            <a:off x="575181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01_find_only_3008">
            <a:extLst>
              <a:ext uri="{FF2B5EF4-FFF2-40B4-BE49-F238E27FC236}">
                <a16:creationId xmlns:a16="http://schemas.microsoft.com/office/drawing/2014/main" id="{575137A6-3806-4060-9385-2854ED3D6433}"/>
              </a:ext>
            </a:extLst>
          </p:cNvPr>
          <p:cNvSpPr>
            <a:spLocks noGrp="1"/>
          </p:cNvSpPr>
          <p:nvPr/>
        </p:nvSpPr>
        <p:spPr>
          <a:xfrm>
            <a:off x="5695956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01_find_only_3009">
            <a:extLst>
              <a:ext uri="{FF2B5EF4-FFF2-40B4-BE49-F238E27FC236}">
                <a16:creationId xmlns:a16="http://schemas.microsoft.com/office/drawing/2014/main" id="{653C3248-814C-4B9D-94DD-A9ABF1EFFED9}"/>
              </a:ext>
            </a:extLst>
          </p:cNvPr>
          <p:cNvSpPr>
            <a:spLocks noGrp="1"/>
          </p:cNvSpPr>
          <p:nvPr/>
        </p:nvSpPr>
        <p:spPr>
          <a:xfrm>
            <a:off x="568128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01_find_only_3010">
            <a:extLst>
              <a:ext uri="{FF2B5EF4-FFF2-40B4-BE49-F238E27FC236}">
                <a16:creationId xmlns:a16="http://schemas.microsoft.com/office/drawing/2014/main" id="{6E866F7D-63AC-4D13-B7D3-E6A7B1223242}"/>
              </a:ext>
            </a:extLst>
          </p:cNvPr>
          <p:cNvSpPr>
            <a:spLocks noGrp="1"/>
          </p:cNvSpPr>
          <p:nvPr/>
        </p:nvSpPr>
        <p:spPr>
          <a:xfrm>
            <a:off x="573782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01_find_only_3011">
            <a:extLst>
              <a:ext uri="{FF2B5EF4-FFF2-40B4-BE49-F238E27FC236}">
                <a16:creationId xmlns:a16="http://schemas.microsoft.com/office/drawing/2014/main" id="{4A6CB39D-DDD1-4E4C-A43B-9655697C421F}"/>
              </a:ext>
            </a:extLst>
          </p:cNvPr>
          <p:cNvSpPr>
            <a:spLocks noGrp="1"/>
          </p:cNvSpPr>
          <p:nvPr/>
        </p:nvSpPr>
        <p:spPr>
          <a:xfrm>
            <a:off x="56767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01_find_only_3012">
            <a:extLst>
              <a:ext uri="{FF2B5EF4-FFF2-40B4-BE49-F238E27FC236}">
                <a16:creationId xmlns:a16="http://schemas.microsoft.com/office/drawing/2014/main" id="{C9B0A369-10AE-4ACB-A1E4-1C70E798FF34}"/>
              </a:ext>
            </a:extLst>
          </p:cNvPr>
          <p:cNvSpPr>
            <a:spLocks noGrp="1"/>
          </p:cNvSpPr>
          <p:nvPr/>
        </p:nvSpPr>
        <p:spPr>
          <a:xfrm>
            <a:off x="56828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01_find_only_3013">
            <a:extLst>
              <a:ext uri="{FF2B5EF4-FFF2-40B4-BE49-F238E27FC236}">
                <a16:creationId xmlns:a16="http://schemas.microsoft.com/office/drawing/2014/main" id="{93C34C5A-47C0-4DFF-BE4C-CF3BB859B97C}"/>
              </a:ext>
            </a:extLst>
          </p:cNvPr>
          <p:cNvSpPr>
            <a:spLocks noGrp="1"/>
          </p:cNvSpPr>
          <p:nvPr/>
        </p:nvSpPr>
        <p:spPr>
          <a:xfrm>
            <a:off x="57402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01_find_only_3014">
            <a:extLst>
              <a:ext uri="{FF2B5EF4-FFF2-40B4-BE49-F238E27FC236}">
                <a16:creationId xmlns:a16="http://schemas.microsoft.com/office/drawing/2014/main" id="{5FCD85CF-DA92-4536-B48C-2CC013EED4A0}"/>
              </a:ext>
            </a:extLst>
          </p:cNvPr>
          <p:cNvSpPr>
            <a:spLocks noGrp="1"/>
          </p:cNvSpPr>
          <p:nvPr/>
        </p:nvSpPr>
        <p:spPr>
          <a:xfrm>
            <a:off x="56775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01_find_only_3015">
            <a:extLst>
              <a:ext uri="{FF2B5EF4-FFF2-40B4-BE49-F238E27FC236}">
                <a16:creationId xmlns:a16="http://schemas.microsoft.com/office/drawing/2014/main" id="{BC084E88-477A-49A6-95EC-4DEF8FBD1174}"/>
              </a:ext>
            </a:extLst>
          </p:cNvPr>
          <p:cNvSpPr>
            <a:spLocks noGrp="1"/>
          </p:cNvSpPr>
          <p:nvPr/>
        </p:nvSpPr>
        <p:spPr>
          <a:xfrm>
            <a:off x="5758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01_find_only_3016">
            <a:extLst>
              <a:ext uri="{FF2B5EF4-FFF2-40B4-BE49-F238E27FC236}">
                <a16:creationId xmlns:a16="http://schemas.microsoft.com/office/drawing/2014/main" id="{1B549EE4-99A5-4441-BF5A-88D22D1348F3}"/>
              </a:ext>
            </a:extLst>
          </p:cNvPr>
          <p:cNvSpPr>
            <a:spLocks noGrp="1"/>
          </p:cNvSpPr>
          <p:nvPr/>
        </p:nvSpPr>
        <p:spPr>
          <a:xfrm>
            <a:off x="5744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01_find_only_3017">
            <a:extLst>
              <a:ext uri="{FF2B5EF4-FFF2-40B4-BE49-F238E27FC236}">
                <a16:creationId xmlns:a16="http://schemas.microsoft.com/office/drawing/2014/main" id="{6A844C9D-2221-446A-8BB6-C40CC3931E9A}"/>
              </a:ext>
            </a:extLst>
          </p:cNvPr>
          <p:cNvSpPr>
            <a:spLocks noGrp="1"/>
          </p:cNvSpPr>
          <p:nvPr/>
        </p:nvSpPr>
        <p:spPr>
          <a:xfrm>
            <a:off x="57088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01_find_only_3018">
            <a:extLst>
              <a:ext uri="{FF2B5EF4-FFF2-40B4-BE49-F238E27FC236}">
                <a16:creationId xmlns:a16="http://schemas.microsoft.com/office/drawing/2014/main" id="{E230D386-5BB0-419E-8E5A-D809A96B161C}"/>
              </a:ext>
            </a:extLst>
          </p:cNvPr>
          <p:cNvSpPr>
            <a:spLocks noGrp="1"/>
          </p:cNvSpPr>
          <p:nvPr/>
        </p:nvSpPr>
        <p:spPr>
          <a:xfrm>
            <a:off x="56924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01_find_only_3019">
            <a:extLst>
              <a:ext uri="{FF2B5EF4-FFF2-40B4-BE49-F238E27FC236}">
                <a16:creationId xmlns:a16="http://schemas.microsoft.com/office/drawing/2014/main" id="{CC041485-0581-4A46-9EA3-B25BB884EAAF}"/>
              </a:ext>
            </a:extLst>
          </p:cNvPr>
          <p:cNvSpPr>
            <a:spLocks noGrp="1"/>
          </p:cNvSpPr>
          <p:nvPr/>
        </p:nvSpPr>
        <p:spPr>
          <a:xfrm>
            <a:off x="5761630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01_find_only_3020">
            <a:extLst>
              <a:ext uri="{FF2B5EF4-FFF2-40B4-BE49-F238E27FC236}">
                <a16:creationId xmlns:a16="http://schemas.microsoft.com/office/drawing/2014/main" id="{2FB9E0A7-1D61-4625-924E-CD02C6DF512E}"/>
              </a:ext>
            </a:extLst>
          </p:cNvPr>
          <p:cNvSpPr>
            <a:spLocks noGrp="1"/>
          </p:cNvSpPr>
          <p:nvPr/>
        </p:nvSpPr>
        <p:spPr>
          <a:xfrm>
            <a:off x="5726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01_find_only_3021">
            <a:extLst>
              <a:ext uri="{FF2B5EF4-FFF2-40B4-BE49-F238E27FC236}">
                <a16:creationId xmlns:a16="http://schemas.microsoft.com/office/drawing/2014/main" id="{EFCE7AD8-0344-48D1-853F-D35D86B360BF}"/>
              </a:ext>
            </a:extLst>
          </p:cNvPr>
          <p:cNvSpPr>
            <a:spLocks noGrp="1"/>
          </p:cNvSpPr>
          <p:nvPr/>
        </p:nvSpPr>
        <p:spPr>
          <a:xfrm>
            <a:off x="5748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01_find_only_3022">
            <a:extLst>
              <a:ext uri="{FF2B5EF4-FFF2-40B4-BE49-F238E27FC236}">
                <a16:creationId xmlns:a16="http://schemas.microsoft.com/office/drawing/2014/main" id="{E6E17E6C-F9E1-4A73-A703-2986554C3AAF}"/>
              </a:ext>
            </a:extLst>
          </p:cNvPr>
          <p:cNvSpPr>
            <a:spLocks noGrp="1"/>
          </p:cNvSpPr>
          <p:nvPr/>
        </p:nvSpPr>
        <p:spPr>
          <a:xfrm>
            <a:off x="56804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01_find_only_3023">
            <a:extLst>
              <a:ext uri="{FF2B5EF4-FFF2-40B4-BE49-F238E27FC236}">
                <a16:creationId xmlns:a16="http://schemas.microsoft.com/office/drawing/2014/main" id="{299F10A1-3EA6-486B-A5CC-8F162964E353}"/>
              </a:ext>
            </a:extLst>
          </p:cNvPr>
          <p:cNvSpPr>
            <a:spLocks noGrp="1"/>
          </p:cNvSpPr>
          <p:nvPr/>
        </p:nvSpPr>
        <p:spPr>
          <a:xfrm>
            <a:off x="57078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01_find_only_3024">
            <a:extLst>
              <a:ext uri="{FF2B5EF4-FFF2-40B4-BE49-F238E27FC236}">
                <a16:creationId xmlns:a16="http://schemas.microsoft.com/office/drawing/2014/main" id="{64B6B9DA-0B22-4782-83F9-29C5DF3CF4E9}"/>
              </a:ext>
            </a:extLst>
          </p:cNvPr>
          <p:cNvSpPr>
            <a:spLocks noGrp="1"/>
          </p:cNvSpPr>
          <p:nvPr/>
        </p:nvSpPr>
        <p:spPr>
          <a:xfrm>
            <a:off x="57424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01_find_only_3025">
            <a:extLst>
              <a:ext uri="{FF2B5EF4-FFF2-40B4-BE49-F238E27FC236}">
                <a16:creationId xmlns:a16="http://schemas.microsoft.com/office/drawing/2014/main" id="{BAED441B-40C6-41A1-9CE6-8E0A44EABAF0}"/>
              </a:ext>
            </a:extLst>
          </p:cNvPr>
          <p:cNvSpPr>
            <a:spLocks noGrp="1"/>
          </p:cNvSpPr>
          <p:nvPr/>
        </p:nvSpPr>
        <p:spPr>
          <a:xfrm>
            <a:off x="5728404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01_find_only_3026">
            <a:extLst>
              <a:ext uri="{FF2B5EF4-FFF2-40B4-BE49-F238E27FC236}">
                <a16:creationId xmlns:a16="http://schemas.microsoft.com/office/drawing/2014/main" id="{3608F174-36AF-4939-A207-E73902C02C2F}"/>
              </a:ext>
            </a:extLst>
          </p:cNvPr>
          <p:cNvSpPr>
            <a:spLocks noGrp="1"/>
          </p:cNvSpPr>
          <p:nvPr/>
        </p:nvSpPr>
        <p:spPr>
          <a:xfrm>
            <a:off x="5756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01_find_only_3027">
            <a:extLst>
              <a:ext uri="{FF2B5EF4-FFF2-40B4-BE49-F238E27FC236}">
                <a16:creationId xmlns:a16="http://schemas.microsoft.com/office/drawing/2014/main" id="{E9279334-EB99-4ED3-8099-E96FC4EDAF84}"/>
              </a:ext>
            </a:extLst>
          </p:cNvPr>
          <p:cNvSpPr>
            <a:spLocks noGrp="1"/>
          </p:cNvSpPr>
          <p:nvPr/>
        </p:nvSpPr>
        <p:spPr>
          <a:xfrm>
            <a:off x="5666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01_find_only_3028">
            <a:extLst>
              <a:ext uri="{FF2B5EF4-FFF2-40B4-BE49-F238E27FC236}">
                <a16:creationId xmlns:a16="http://schemas.microsoft.com/office/drawing/2014/main" id="{D876E788-FCAA-4854-8E27-7F385788FCB0}"/>
              </a:ext>
            </a:extLst>
          </p:cNvPr>
          <p:cNvSpPr>
            <a:spLocks noGrp="1"/>
          </p:cNvSpPr>
          <p:nvPr/>
        </p:nvSpPr>
        <p:spPr>
          <a:xfrm>
            <a:off x="57067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01_find_only_3029">
            <a:extLst>
              <a:ext uri="{FF2B5EF4-FFF2-40B4-BE49-F238E27FC236}">
                <a16:creationId xmlns:a16="http://schemas.microsoft.com/office/drawing/2014/main" id="{533EC867-F959-432F-BC08-80BA80BECF38}"/>
              </a:ext>
            </a:extLst>
          </p:cNvPr>
          <p:cNvSpPr>
            <a:spLocks noGrp="1"/>
          </p:cNvSpPr>
          <p:nvPr/>
        </p:nvSpPr>
        <p:spPr>
          <a:xfrm>
            <a:off x="57249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01_find_only_3030">
            <a:extLst>
              <a:ext uri="{FF2B5EF4-FFF2-40B4-BE49-F238E27FC236}">
                <a16:creationId xmlns:a16="http://schemas.microsoft.com/office/drawing/2014/main" id="{0EC4F3E2-044A-467C-9CE9-42ADF536A8AF}"/>
              </a:ext>
            </a:extLst>
          </p:cNvPr>
          <p:cNvSpPr>
            <a:spLocks noGrp="1"/>
          </p:cNvSpPr>
          <p:nvPr/>
        </p:nvSpPr>
        <p:spPr>
          <a:xfrm>
            <a:off x="56946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01_find_only_3031">
            <a:extLst>
              <a:ext uri="{FF2B5EF4-FFF2-40B4-BE49-F238E27FC236}">
                <a16:creationId xmlns:a16="http://schemas.microsoft.com/office/drawing/2014/main" id="{A434A7C5-22CE-4911-8F07-DA290BE47108}"/>
              </a:ext>
            </a:extLst>
          </p:cNvPr>
          <p:cNvSpPr>
            <a:spLocks noGrp="1"/>
          </p:cNvSpPr>
          <p:nvPr/>
        </p:nvSpPr>
        <p:spPr>
          <a:xfrm>
            <a:off x="57164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01_find_only_3032">
            <a:extLst>
              <a:ext uri="{FF2B5EF4-FFF2-40B4-BE49-F238E27FC236}">
                <a16:creationId xmlns:a16="http://schemas.microsoft.com/office/drawing/2014/main" id="{746C2855-AFD8-4BA7-8BEB-8CA894B95B7A}"/>
              </a:ext>
            </a:extLst>
          </p:cNvPr>
          <p:cNvSpPr>
            <a:spLocks noGrp="1"/>
          </p:cNvSpPr>
          <p:nvPr/>
        </p:nvSpPr>
        <p:spPr>
          <a:xfrm>
            <a:off x="5704213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01_find_only_3033">
            <a:extLst>
              <a:ext uri="{FF2B5EF4-FFF2-40B4-BE49-F238E27FC236}">
                <a16:creationId xmlns:a16="http://schemas.microsoft.com/office/drawing/2014/main" id="{0A46A871-3BE2-434D-96AD-C0AF94FCEF30}"/>
              </a:ext>
            </a:extLst>
          </p:cNvPr>
          <p:cNvSpPr>
            <a:spLocks noGrp="1"/>
          </p:cNvSpPr>
          <p:nvPr/>
        </p:nvSpPr>
        <p:spPr>
          <a:xfrm>
            <a:off x="5746183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01_find_only_3034">
            <a:extLst>
              <a:ext uri="{FF2B5EF4-FFF2-40B4-BE49-F238E27FC236}">
                <a16:creationId xmlns:a16="http://schemas.microsoft.com/office/drawing/2014/main" id="{0171F989-8ADD-472B-9E38-049904CF87FC}"/>
              </a:ext>
            </a:extLst>
          </p:cNvPr>
          <p:cNvSpPr>
            <a:spLocks noGrp="1"/>
          </p:cNvSpPr>
          <p:nvPr/>
        </p:nvSpPr>
        <p:spPr>
          <a:xfrm>
            <a:off x="56774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01_find_only_3035">
            <a:extLst>
              <a:ext uri="{FF2B5EF4-FFF2-40B4-BE49-F238E27FC236}">
                <a16:creationId xmlns:a16="http://schemas.microsoft.com/office/drawing/2014/main" id="{620F4510-4A9F-4887-A214-14462D1EC25A}"/>
              </a:ext>
            </a:extLst>
          </p:cNvPr>
          <p:cNvSpPr>
            <a:spLocks noGrp="1"/>
          </p:cNvSpPr>
          <p:nvPr/>
        </p:nvSpPr>
        <p:spPr>
          <a:xfrm>
            <a:off x="5681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01_find_only_3036">
            <a:extLst>
              <a:ext uri="{FF2B5EF4-FFF2-40B4-BE49-F238E27FC236}">
                <a16:creationId xmlns:a16="http://schemas.microsoft.com/office/drawing/2014/main" id="{276942D4-64E4-48CB-8466-9F317FAB7930}"/>
              </a:ext>
            </a:extLst>
          </p:cNvPr>
          <p:cNvSpPr>
            <a:spLocks noGrp="1"/>
          </p:cNvSpPr>
          <p:nvPr/>
        </p:nvSpPr>
        <p:spPr>
          <a:xfrm>
            <a:off x="57222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01_find_only_3037">
            <a:extLst>
              <a:ext uri="{FF2B5EF4-FFF2-40B4-BE49-F238E27FC236}">
                <a16:creationId xmlns:a16="http://schemas.microsoft.com/office/drawing/2014/main" id="{C770C973-2053-4704-BD39-65C5F9DFD539}"/>
              </a:ext>
            </a:extLst>
          </p:cNvPr>
          <p:cNvSpPr>
            <a:spLocks noGrp="1"/>
          </p:cNvSpPr>
          <p:nvPr/>
        </p:nvSpPr>
        <p:spPr>
          <a:xfrm>
            <a:off x="57214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01_find_only_3038">
            <a:extLst>
              <a:ext uri="{FF2B5EF4-FFF2-40B4-BE49-F238E27FC236}">
                <a16:creationId xmlns:a16="http://schemas.microsoft.com/office/drawing/2014/main" id="{AC464F27-E7CA-4042-AF5E-617C04CE5E20}"/>
              </a:ext>
            </a:extLst>
          </p:cNvPr>
          <p:cNvSpPr>
            <a:spLocks noGrp="1"/>
          </p:cNvSpPr>
          <p:nvPr/>
        </p:nvSpPr>
        <p:spPr>
          <a:xfrm>
            <a:off x="57529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01_find_only_3039">
            <a:extLst>
              <a:ext uri="{FF2B5EF4-FFF2-40B4-BE49-F238E27FC236}">
                <a16:creationId xmlns:a16="http://schemas.microsoft.com/office/drawing/2014/main" id="{9E050701-D230-411D-9EB4-29F7E677EF4C}"/>
              </a:ext>
            </a:extLst>
          </p:cNvPr>
          <p:cNvSpPr>
            <a:spLocks noGrp="1"/>
          </p:cNvSpPr>
          <p:nvPr/>
        </p:nvSpPr>
        <p:spPr>
          <a:xfrm>
            <a:off x="57383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01_find_only_3040">
            <a:extLst>
              <a:ext uri="{FF2B5EF4-FFF2-40B4-BE49-F238E27FC236}">
                <a16:creationId xmlns:a16="http://schemas.microsoft.com/office/drawing/2014/main" id="{89F90081-5A9E-4EBA-83CA-ED8B31592002}"/>
              </a:ext>
            </a:extLst>
          </p:cNvPr>
          <p:cNvSpPr>
            <a:spLocks noGrp="1"/>
          </p:cNvSpPr>
          <p:nvPr/>
        </p:nvSpPr>
        <p:spPr>
          <a:xfrm>
            <a:off x="56924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01_find_only_3041">
            <a:extLst>
              <a:ext uri="{FF2B5EF4-FFF2-40B4-BE49-F238E27FC236}">
                <a16:creationId xmlns:a16="http://schemas.microsoft.com/office/drawing/2014/main" id="{500AD955-67DD-4271-9A6F-B0AEC57CA8EA}"/>
              </a:ext>
            </a:extLst>
          </p:cNvPr>
          <p:cNvSpPr>
            <a:spLocks noGrp="1"/>
          </p:cNvSpPr>
          <p:nvPr/>
        </p:nvSpPr>
        <p:spPr>
          <a:xfrm>
            <a:off x="574025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01_find_only_3042">
            <a:extLst>
              <a:ext uri="{FF2B5EF4-FFF2-40B4-BE49-F238E27FC236}">
                <a16:creationId xmlns:a16="http://schemas.microsoft.com/office/drawing/2014/main" id="{926A1510-47A6-43E2-BEE6-E2FF6A60DE6B}"/>
              </a:ext>
            </a:extLst>
          </p:cNvPr>
          <p:cNvSpPr>
            <a:spLocks noGrp="1"/>
          </p:cNvSpPr>
          <p:nvPr/>
        </p:nvSpPr>
        <p:spPr>
          <a:xfrm>
            <a:off x="57323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01_find_only_3043">
            <a:extLst>
              <a:ext uri="{FF2B5EF4-FFF2-40B4-BE49-F238E27FC236}">
                <a16:creationId xmlns:a16="http://schemas.microsoft.com/office/drawing/2014/main" id="{C7155EFA-72DD-4182-A149-F70488E0FB08}"/>
              </a:ext>
            </a:extLst>
          </p:cNvPr>
          <p:cNvSpPr>
            <a:spLocks noGrp="1"/>
          </p:cNvSpPr>
          <p:nvPr/>
        </p:nvSpPr>
        <p:spPr>
          <a:xfrm>
            <a:off x="57365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01_find_only_3044">
            <a:extLst>
              <a:ext uri="{FF2B5EF4-FFF2-40B4-BE49-F238E27FC236}">
                <a16:creationId xmlns:a16="http://schemas.microsoft.com/office/drawing/2014/main" id="{DF1FC4C7-7AF3-4A28-892D-71DE1EF3DCD4}"/>
              </a:ext>
            </a:extLst>
          </p:cNvPr>
          <p:cNvSpPr>
            <a:spLocks noGrp="1"/>
          </p:cNvSpPr>
          <p:nvPr/>
        </p:nvSpPr>
        <p:spPr>
          <a:xfrm>
            <a:off x="57182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01_find_only_3045">
            <a:extLst>
              <a:ext uri="{FF2B5EF4-FFF2-40B4-BE49-F238E27FC236}">
                <a16:creationId xmlns:a16="http://schemas.microsoft.com/office/drawing/2014/main" id="{4DC18BD8-EA26-49BF-B110-9667AF2F3406}"/>
              </a:ext>
            </a:extLst>
          </p:cNvPr>
          <p:cNvSpPr>
            <a:spLocks noGrp="1"/>
          </p:cNvSpPr>
          <p:nvPr/>
        </p:nvSpPr>
        <p:spPr>
          <a:xfrm>
            <a:off x="56677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01_find_only_3046">
            <a:extLst>
              <a:ext uri="{FF2B5EF4-FFF2-40B4-BE49-F238E27FC236}">
                <a16:creationId xmlns:a16="http://schemas.microsoft.com/office/drawing/2014/main" id="{F968849A-BDF2-4F3B-B7C3-608E5BE15969}"/>
              </a:ext>
            </a:extLst>
          </p:cNvPr>
          <p:cNvSpPr>
            <a:spLocks noGrp="1"/>
          </p:cNvSpPr>
          <p:nvPr/>
        </p:nvSpPr>
        <p:spPr>
          <a:xfrm>
            <a:off x="5732776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01_find_only_3047">
            <a:extLst>
              <a:ext uri="{FF2B5EF4-FFF2-40B4-BE49-F238E27FC236}">
                <a16:creationId xmlns:a16="http://schemas.microsoft.com/office/drawing/2014/main" id="{CC23BEB5-849C-4C6E-AC91-F78B45F83BDD}"/>
              </a:ext>
            </a:extLst>
          </p:cNvPr>
          <p:cNvSpPr>
            <a:spLocks noGrp="1"/>
          </p:cNvSpPr>
          <p:nvPr/>
        </p:nvSpPr>
        <p:spPr>
          <a:xfrm>
            <a:off x="57456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01_find_only_3048">
            <a:extLst>
              <a:ext uri="{FF2B5EF4-FFF2-40B4-BE49-F238E27FC236}">
                <a16:creationId xmlns:a16="http://schemas.microsoft.com/office/drawing/2014/main" id="{A436513A-082F-49BF-8E32-495775FF3C90}"/>
              </a:ext>
            </a:extLst>
          </p:cNvPr>
          <p:cNvSpPr>
            <a:spLocks noGrp="1"/>
          </p:cNvSpPr>
          <p:nvPr/>
        </p:nvSpPr>
        <p:spPr>
          <a:xfrm>
            <a:off x="5683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01_find_only_3049">
            <a:extLst>
              <a:ext uri="{FF2B5EF4-FFF2-40B4-BE49-F238E27FC236}">
                <a16:creationId xmlns:a16="http://schemas.microsoft.com/office/drawing/2014/main" id="{7535F28F-DCFA-4D5D-A9E3-6B73EA306533}"/>
              </a:ext>
            </a:extLst>
          </p:cNvPr>
          <p:cNvSpPr>
            <a:spLocks noGrp="1"/>
          </p:cNvSpPr>
          <p:nvPr/>
        </p:nvSpPr>
        <p:spPr>
          <a:xfrm>
            <a:off x="5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01_find_only_3050">
            <a:extLst>
              <a:ext uri="{FF2B5EF4-FFF2-40B4-BE49-F238E27FC236}">
                <a16:creationId xmlns:a16="http://schemas.microsoft.com/office/drawing/2014/main" id="{5D6AAB77-6427-4DFE-94B8-6B7C10B9D916}"/>
              </a:ext>
            </a:extLst>
          </p:cNvPr>
          <p:cNvSpPr>
            <a:spLocks noGrp="1"/>
          </p:cNvSpPr>
          <p:nvPr/>
        </p:nvSpPr>
        <p:spPr>
          <a:xfrm>
            <a:off x="573258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01_find_only_3051">
            <a:extLst>
              <a:ext uri="{FF2B5EF4-FFF2-40B4-BE49-F238E27FC236}">
                <a16:creationId xmlns:a16="http://schemas.microsoft.com/office/drawing/2014/main" id="{71C55DFE-A17E-4479-BD98-79CF7E5CCEF9}"/>
              </a:ext>
            </a:extLst>
          </p:cNvPr>
          <p:cNvSpPr>
            <a:spLocks noGrp="1"/>
          </p:cNvSpPr>
          <p:nvPr/>
        </p:nvSpPr>
        <p:spPr>
          <a:xfrm>
            <a:off x="5757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01_find_only_3052">
            <a:extLst>
              <a:ext uri="{FF2B5EF4-FFF2-40B4-BE49-F238E27FC236}">
                <a16:creationId xmlns:a16="http://schemas.microsoft.com/office/drawing/2014/main" id="{87CEA4E3-F232-4DB5-8BE6-A5F3C14209A6}"/>
              </a:ext>
            </a:extLst>
          </p:cNvPr>
          <p:cNvSpPr>
            <a:spLocks noGrp="1"/>
          </p:cNvSpPr>
          <p:nvPr/>
        </p:nvSpPr>
        <p:spPr>
          <a:xfrm>
            <a:off x="57618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01_find_only_3053">
            <a:extLst>
              <a:ext uri="{FF2B5EF4-FFF2-40B4-BE49-F238E27FC236}">
                <a16:creationId xmlns:a16="http://schemas.microsoft.com/office/drawing/2014/main" id="{7B3A1A3D-F6F2-49AD-9C2A-87D245BF6AC6}"/>
              </a:ext>
            </a:extLst>
          </p:cNvPr>
          <p:cNvSpPr>
            <a:spLocks noGrp="1"/>
          </p:cNvSpPr>
          <p:nvPr/>
        </p:nvSpPr>
        <p:spPr>
          <a:xfrm>
            <a:off x="57017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01_find_only_3054">
            <a:extLst>
              <a:ext uri="{FF2B5EF4-FFF2-40B4-BE49-F238E27FC236}">
                <a16:creationId xmlns:a16="http://schemas.microsoft.com/office/drawing/2014/main" id="{C0F8D8F3-8E22-43CC-A71C-F42BD39D12BE}"/>
              </a:ext>
            </a:extLst>
          </p:cNvPr>
          <p:cNvSpPr>
            <a:spLocks noGrp="1"/>
          </p:cNvSpPr>
          <p:nvPr/>
        </p:nvSpPr>
        <p:spPr>
          <a:xfrm>
            <a:off x="57374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01_find_only_3055">
            <a:extLst>
              <a:ext uri="{FF2B5EF4-FFF2-40B4-BE49-F238E27FC236}">
                <a16:creationId xmlns:a16="http://schemas.microsoft.com/office/drawing/2014/main" id="{82773C35-F5FA-4172-A8E8-C04F1F45A378}"/>
              </a:ext>
            </a:extLst>
          </p:cNvPr>
          <p:cNvSpPr>
            <a:spLocks noGrp="1"/>
          </p:cNvSpPr>
          <p:nvPr/>
        </p:nvSpPr>
        <p:spPr>
          <a:xfrm>
            <a:off x="57448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01_find_only_3056">
            <a:extLst>
              <a:ext uri="{FF2B5EF4-FFF2-40B4-BE49-F238E27FC236}">
                <a16:creationId xmlns:a16="http://schemas.microsoft.com/office/drawing/2014/main" id="{67BB9C7C-3E3F-4D24-A1C6-7DEF81381D2E}"/>
              </a:ext>
            </a:extLst>
          </p:cNvPr>
          <p:cNvSpPr>
            <a:spLocks noGrp="1"/>
          </p:cNvSpPr>
          <p:nvPr/>
        </p:nvSpPr>
        <p:spPr>
          <a:xfrm>
            <a:off x="5756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01_find_only_3057">
            <a:extLst>
              <a:ext uri="{FF2B5EF4-FFF2-40B4-BE49-F238E27FC236}">
                <a16:creationId xmlns:a16="http://schemas.microsoft.com/office/drawing/2014/main" id="{66C987D8-5DE4-42A9-8AA2-60D9D37AE533}"/>
              </a:ext>
            </a:extLst>
          </p:cNvPr>
          <p:cNvSpPr>
            <a:spLocks noGrp="1"/>
          </p:cNvSpPr>
          <p:nvPr/>
        </p:nvSpPr>
        <p:spPr>
          <a:xfrm>
            <a:off x="5746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01_find_only_3058">
            <a:extLst>
              <a:ext uri="{FF2B5EF4-FFF2-40B4-BE49-F238E27FC236}">
                <a16:creationId xmlns:a16="http://schemas.microsoft.com/office/drawing/2014/main" id="{169074EE-668B-4F24-B941-457A182E1FCD}"/>
              </a:ext>
            </a:extLst>
          </p:cNvPr>
          <p:cNvSpPr>
            <a:spLocks noGrp="1"/>
          </p:cNvSpPr>
          <p:nvPr/>
        </p:nvSpPr>
        <p:spPr>
          <a:xfrm>
            <a:off x="57316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01_find_only_3059">
            <a:extLst>
              <a:ext uri="{FF2B5EF4-FFF2-40B4-BE49-F238E27FC236}">
                <a16:creationId xmlns:a16="http://schemas.microsoft.com/office/drawing/2014/main" id="{2E73C5EB-8FDE-4C44-9A40-4589B12184FB}"/>
              </a:ext>
            </a:extLst>
          </p:cNvPr>
          <p:cNvSpPr>
            <a:spLocks noGrp="1"/>
          </p:cNvSpPr>
          <p:nvPr/>
        </p:nvSpPr>
        <p:spPr>
          <a:xfrm>
            <a:off x="5672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01_find_only_3060">
            <a:extLst>
              <a:ext uri="{FF2B5EF4-FFF2-40B4-BE49-F238E27FC236}">
                <a16:creationId xmlns:a16="http://schemas.microsoft.com/office/drawing/2014/main" id="{DF500FAD-6309-4C56-B14B-A6A39D6DDF6D}"/>
              </a:ext>
            </a:extLst>
          </p:cNvPr>
          <p:cNvSpPr>
            <a:spLocks noGrp="1"/>
          </p:cNvSpPr>
          <p:nvPr/>
        </p:nvSpPr>
        <p:spPr>
          <a:xfrm>
            <a:off x="5681480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01_find_only_3061">
            <a:extLst>
              <a:ext uri="{FF2B5EF4-FFF2-40B4-BE49-F238E27FC236}">
                <a16:creationId xmlns:a16="http://schemas.microsoft.com/office/drawing/2014/main" id="{372CFF82-AA15-4D53-B58E-55A8EEBA24DF}"/>
              </a:ext>
            </a:extLst>
          </p:cNvPr>
          <p:cNvSpPr>
            <a:spLocks noGrp="1"/>
          </p:cNvSpPr>
          <p:nvPr/>
        </p:nvSpPr>
        <p:spPr>
          <a:xfrm>
            <a:off x="5732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01_find_only_3062">
            <a:extLst>
              <a:ext uri="{FF2B5EF4-FFF2-40B4-BE49-F238E27FC236}">
                <a16:creationId xmlns:a16="http://schemas.microsoft.com/office/drawing/2014/main" id="{CC3D6202-4A8C-41E2-A3CA-A3716CE07B41}"/>
              </a:ext>
            </a:extLst>
          </p:cNvPr>
          <p:cNvSpPr>
            <a:spLocks noGrp="1"/>
          </p:cNvSpPr>
          <p:nvPr/>
        </p:nvSpPr>
        <p:spPr>
          <a:xfrm>
            <a:off x="57227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01_find_only_3063">
            <a:extLst>
              <a:ext uri="{FF2B5EF4-FFF2-40B4-BE49-F238E27FC236}">
                <a16:creationId xmlns:a16="http://schemas.microsoft.com/office/drawing/2014/main" id="{50726355-B8FB-4E28-9906-D1B50B69AEEA}"/>
              </a:ext>
            </a:extLst>
          </p:cNvPr>
          <p:cNvSpPr>
            <a:spLocks noGrp="1"/>
          </p:cNvSpPr>
          <p:nvPr/>
        </p:nvSpPr>
        <p:spPr>
          <a:xfrm>
            <a:off x="56855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01_find_only_3064">
            <a:extLst>
              <a:ext uri="{FF2B5EF4-FFF2-40B4-BE49-F238E27FC236}">
                <a16:creationId xmlns:a16="http://schemas.microsoft.com/office/drawing/2014/main" id="{37D6A66C-F008-4433-8286-F6A441F97F7E}"/>
              </a:ext>
            </a:extLst>
          </p:cNvPr>
          <p:cNvSpPr>
            <a:spLocks noGrp="1"/>
          </p:cNvSpPr>
          <p:nvPr/>
        </p:nvSpPr>
        <p:spPr>
          <a:xfrm>
            <a:off x="5703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01_find_only_3065">
            <a:extLst>
              <a:ext uri="{FF2B5EF4-FFF2-40B4-BE49-F238E27FC236}">
                <a16:creationId xmlns:a16="http://schemas.microsoft.com/office/drawing/2014/main" id="{CB8B3BAF-3ABB-4D87-BD12-AD6B71EE1F5E}"/>
              </a:ext>
            </a:extLst>
          </p:cNvPr>
          <p:cNvSpPr>
            <a:spLocks noGrp="1"/>
          </p:cNvSpPr>
          <p:nvPr/>
        </p:nvSpPr>
        <p:spPr>
          <a:xfrm>
            <a:off x="5668753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01_find_only_3066">
            <a:extLst>
              <a:ext uri="{FF2B5EF4-FFF2-40B4-BE49-F238E27FC236}">
                <a16:creationId xmlns:a16="http://schemas.microsoft.com/office/drawing/2014/main" id="{B0A5BA2D-03D7-4F0C-B494-A0D54EBCA05A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8" name="01_find_only_3067">
            <a:extLst>
              <a:ext uri="{FF2B5EF4-FFF2-40B4-BE49-F238E27FC236}">
                <a16:creationId xmlns:a16="http://schemas.microsoft.com/office/drawing/2014/main" id="{8E645ABF-788B-4365-BB2D-D043863EF93C}"/>
              </a:ext>
            </a:extLst>
          </p:cNvPr>
          <p:cNvSpPr>
            <a:spLocks noGrp="1"/>
          </p:cNvSpPr>
          <p:nvPr/>
        </p:nvSpPr>
        <p:spPr>
          <a:xfrm>
            <a:off x="4184890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9" name="text_3068">
            <a:extLst>
              <a:ext uri="{FF2B5EF4-FFF2-40B4-BE49-F238E27FC236}">
                <a16:creationId xmlns:a16="http://schemas.microsoft.com/office/drawing/2014/main" id="{0D7BE3DA-E403-472C-9471-9E366BB60354}"/>
              </a:ext>
            </a:extLst>
          </p:cNvPr>
          <p:cNvSpPr>
            <a:spLocks noGrp="1"/>
          </p:cNvSpPr>
          <p:nvPr/>
        </p:nvSpPr>
        <p:spPr>
          <a:xfrm>
            <a:off x="3953882" y="4752409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e</a:t>
            </a:r>
          </a:p>
        </p:txBody>
      </p:sp>
      <p:sp>
        <p:nvSpPr>
          <p:cNvPr id="3070" name="text_3069">
            <a:extLst>
              <a:ext uri="{FF2B5EF4-FFF2-40B4-BE49-F238E27FC236}">
                <a16:creationId xmlns:a16="http://schemas.microsoft.com/office/drawing/2014/main" id="{F7D38C4A-40EC-40B4-BD85-93945EA702C3}"/>
              </a:ext>
            </a:extLst>
          </p:cNvPr>
          <p:cNvSpPr>
            <a:spLocks noGrp="1"/>
          </p:cNvSpPr>
          <p:nvPr/>
        </p:nvSpPr>
        <p:spPr>
          <a:xfrm>
            <a:off x="4184891" y="4743417"/>
            <a:ext cx="1088277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CA2</a:t>
            </a:r>
          </a:p>
        </p:txBody>
      </p:sp>
      <p:sp>
        <p:nvSpPr>
          <p:cNvPr id="3071" name="01_find_only_3070">
            <a:extLst>
              <a:ext uri="{FF2B5EF4-FFF2-40B4-BE49-F238E27FC236}">
                <a16:creationId xmlns:a16="http://schemas.microsoft.com/office/drawing/2014/main" id="{2E48BA64-D2C0-4103-A9B1-384A94AE40F8}"/>
              </a:ext>
            </a:extLst>
          </p:cNvPr>
          <p:cNvSpPr>
            <a:spLocks noGrp="1"/>
          </p:cNvSpPr>
          <p:nvPr/>
        </p:nvSpPr>
        <p:spPr>
          <a:xfrm>
            <a:off x="4200168" y="5418004"/>
            <a:ext cx="1527834" cy="884820"/>
          </a:xfrm>
          <a:custGeom>
            <a:avLst/>
            <a:gdLst/>
            <a:ahLst/>
            <a:cxnLst/>
            <a:rect l="0" t="0" r="0" b="0"/>
            <a:pathLst>
              <a:path w="1500000" h="868700">
                <a:moveTo>
                  <a:pt x="0" y="868700"/>
                </a:moveTo>
                <a:lnTo>
                  <a:pt x="19231" y="867809"/>
                </a:lnTo>
                <a:lnTo>
                  <a:pt x="19231" y="867117"/>
                </a:lnTo>
                <a:lnTo>
                  <a:pt x="25000" y="866474"/>
                </a:lnTo>
                <a:lnTo>
                  <a:pt x="25641" y="865402"/>
                </a:lnTo>
                <a:lnTo>
                  <a:pt x="27778" y="865402"/>
                </a:lnTo>
                <a:lnTo>
                  <a:pt x="27778" y="863154"/>
                </a:lnTo>
                <a:lnTo>
                  <a:pt x="35714" y="862307"/>
                </a:lnTo>
                <a:lnTo>
                  <a:pt x="35714" y="860379"/>
                </a:lnTo>
                <a:lnTo>
                  <a:pt x="41667" y="859688"/>
                </a:lnTo>
                <a:lnTo>
                  <a:pt x="41667" y="856653"/>
                </a:lnTo>
                <a:lnTo>
                  <a:pt x="45455" y="856480"/>
                </a:lnTo>
                <a:lnTo>
                  <a:pt x="45455" y="854027"/>
                </a:lnTo>
                <a:lnTo>
                  <a:pt x="50000" y="854027"/>
                </a:lnTo>
                <a:lnTo>
                  <a:pt x="51282" y="851831"/>
                </a:lnTo>
                <a:lnTo>
                  <a:pt x="55556" y="851831"/>
                </a:lnTo>
                <a:lnTo>
                  <a:pt x="55556" y="849582"/>
                </a:lnTo>
                <a:lnTo>
                  <a:pt x="62500" y="849185"/>
                </a:lnTo>
                <a:lnTo>
                  <a:pt x="62500" y="843564"/>
                </a:lnTo>
                <a:lnTo>
                  <a:pt x="71429" y="842544"/>
                </a:lnTo>
                <a:lnTo>
                  <a:pt x="71429" y="837726"/>
                </a:lnTo>
                <a:lnTo>
                  <a:pt x="83333" y="836809"/>
                </a:lnTo>
                <a:lnTo>
                  <a:pt x="83333" y="818988"/>
                </a:lnTo>
                <a:lnTo>
                  <a:pt x="90909" y="818815"/>
                </a:lnTo>
                <a:lnTo>
                  <a:pt x="91667" y="816137"/>
                </a:lnTo>
                <a:lnTo>
                  <a:pt x="100000" y="815445"/>
                </a:lnTo>
                <a:lnTo>
                  <a:pt x="100000" y="802181"/>
                </a:lnTo>
                <a:lnTo>
                  <a:pt x="107143" y="801446"/>
                </a:lnTo>
                <a:lnTo>
                  <a:pt x="108333" y="799775"/>
                </a:lnTo>
                <a:lnTo>
                  <a:pt x="111111" y="799603"/>
                </a:lnTo>
                <a:lnTo>
                  <a:pt x="111111" y="798104"/>
                </a:lnTo>
                <a:lnTo>
                  <a:pt x="125000" y="797239"/>
                </a:lnTo>
                <a:lnTo>
                  <a:pt x="125000" y="772508"/>
                </a:lnTo>
                <a:lnTo>
                  <a:pt x="136364" y="771419"/>
                </a:lnTo>
                <a:lnTo>
                  <a:pt x="136364" y="768966"/>
                </a:lnTo>
                <a:lnTo>
                  <a:pt x="138889" y="768966"/>
                </a:lnTo>
                <a:lnTo>
                  <a:pt x="138889" y="767467"/>
                </a:lnTo>
                <a:lnTo>
                  <a:pt x="142857" y="767069"/>
                </a:lnTo>
                <a:lnTo>
                  <a:pt x="142857" y="762252"/>
                </a:lnTo>
                <a:lnTo>
                  <a:pt x="150000" y="762079"/>
                </a:lnTo>
                <a:lnTo>
                  <a:pt x="150000" y="759830"/>
                </a:lnTo>
                <a:lnTo>
                  <a:pt x="166667" y="759485"/>
                </a:lnTo>
                <a:lnTo>
                  <a:pt x="166667" y="726112"/>
                </a:lnTo>
                <a:lnTo>
                  <a:pt x="175000" y="725421"/>
                </a:lnTo>
                <a:lnTo>
                  <a:pt x="175000" y="724521"/>
                </a:lnTo>
                <a:lnTo>
                  <a:pt x="181818" y="723385"/>
                </a:lnTo>
                <a:lnTo>
                  <a:pt x="181818" y="722159"/>
                </a:lnTo>
                <a:lnTo>
                  <a:pt x="187500" y="721986"/>
                </a:lnTo>
                <a:lnTo>
                  <a:pt x="187500" y="716927"/>
                </a:lnTo>
                <a:lnTo>
                  <a:pt x="200000" y="716356"/>
                </a:lnTo>
                <a:lnTo>
                  <a:pt x="200000" y="703316"/>
                </a:lnTo>
                <a:lnTo>
                  <a:pt x="208333" y="703143"/>
                </a:lnTo>
                <a:lnTo>
                  <a:pt x="208333" y="699771"/>
                </a:lnTo>
                <a:lnTo>
                  <a:pt x="214286" y="699079"/>
                </a:lnTo>
                <a:lnTo>
                  <a:pt x="214286" y="694262"/>
                </a:lnTo>
                <a:lnTo>
                  <a:pt x="225000" y="692942"/>
                </a:lnTo>
                <a:lnTo>
                  <a:pt x="225000" y="692042"/>
                </a:lnTo>
                <a:lnTo>
                  <a:pt x="227273" y="692042"/>
                </a:lnTo>
                <a:lnTo>
                  <a:pt x="227273" y="689590"/>
                </a:lnTo>
                <a:lnTo>
                  <a:pt x="250000" y="688621"/>
                </a:lnTo>
                <a:lnTo>
                  <a:pt x="250000" y="567016"/>
                </a:lnTo>
                <a:lnTo>
                  <a:pt x="269231" y="566220"/>
                </a:lnTo>
                <a:lnTo>
                  <a:pt x="269231" y="565528"/>
                </a:lnTo>
                <a:lnTo>
                  <a:pt x="272727" y="565528"/>
                </a:lnTo>
                <a:lnTo>
                  <a:pt x="272727" y="563076"/>
                </a:lnTo>
                <a:lnTo>
                  <a:pt x="285714" y="562055"/>
                </a:lnTo>
                <a:lnTo>
                  <a:pt x="285714" y="557238"/>
                </a:lnTo>
                <a:lnTo>
                  <a:pt x="291667" y="556546"/>
                </a:lnTo>
                <a:lnTo>
                  <a:pt x="291667" y="555422"/>
                </a:lnTo>
                <a:lnTo>
                  <a:pt x="300000" y="555249"/>
                </a:lnTo>
                <a:lnTo>
                  <a:pt x="301282" y="542935"/>
                </a:lnTo>
                <a:lnTo>
                  <a:pt x="305556" y="542935"/>
                </a:lnTo>
                <a:lnTo>
                  <a:pt x="305556" y="541436"/>
                </a:lnTo>
                <a:lnTo>
                  <a:pt x="312500" y="541039"/>
                </a:lnTo>
                <a:lnTo>
                  <a:pt x="312500" y="537666"/>
                </a:lnTo>
                <a:lnTo>
                  <a:pt x="318182" y="537268"/>
                </a:lnTo>
                <a:lnTo>
                  <a:pt x="318182" y="534816"/>
                </a:lnTo>
                <a:lnTo>
                  <a:pt x="326923" y="533454"/>
                </a:lnTo>
                <a:lnTo>
                  <a:pt x="326923" y="533282"/>
                </a:lnTo>
                <a:lnTo>
                  <a:pt x="333333" y="533282"/>
                </a:lnTo>
                <a:lnTo>
                  <a:pt x="333333" y="504031"/>
                </a:lnTo>
                <a:lnTo>
                  <a:pt x="350000" y="503460"/>
                </a:lnTo>
                <a:lnTo>
                  <a:pt x="350000" y="501212"/>
                </a:lnTo>
                <a:lnTo>
                  <a:pt x="357143" y="501039"/>
                </a:lnTo>
                <a:lnTo>
                  <a:pt x="358333" y="495997"/>
                </a:lnTo>
                <a:lnTo>
                  <a:pt x="363636" y="495824"/>
                </a:lnTo>
                <a:lnTo>
                  <a:pt x="363636" y="493371"/>
                </a:lnTo>
                <a:lnTo>
                  <a:pt x="375000" y="492800"/>
                </a:lnTo>
                <a:lnTo>
                  <a:pt x="375000" y="470543"/>
                </a:lnTo>
                <a:lnTo>
                  <a:pt x="392857" y="469799"/>
                </a:lnTo>
                <a:lnTo>
                  <a:pt x="392857" y="468836"/>
                </a:lnTo>
                <a:lnTo>
                  <a:pt x="400000" y="468663"/>
                </a:lnTo>
                <a:lnTo>
                  <a:pt x="400000" y="461019"/>
                </a:lnTo>
                <a:lnTo>
                  <a:pt x="409091" y="460846"/>
                </a:lnTo>
                <a:lnTo>
                  <a:pt x="410256" y="458220"/>
                </a:lnTo>
                <a:lnTo>
                  <a:pt x="416667" y="458220"/>
                </a:lnTo>
                <a:lnTo>
                  <a:pt x="416667" y="449054"/>
                </a:lnTo>
                <a:lnTo>
                  <a:pt x="429487" y="447693"/>
                </a:lnTo>
                <a:lnTo>
                  <a:pt x="429487" y="447520"/>
                </a:lnTo>
                <a:lnTo>
                  <a:pt x="437500" y="447122"/>
                </a:lnTo>
                <a:lnTo>
                  <a:pt x="437500" y="445436"/>
                </a:lnTo>
                <a:lnTo>
                  <a:pt x="450000" y="445090"/>
                </a:lnTo>
                <a:lnTo>
                  <a:pt x="450000" y="443741"/>
                </a:lnTo>
                <a:lnTo>
                  <a:pt x="454545" y="443741"/>
                </a:lnTo>
                <a:lnTo>
                  <a:pt x="455128" y="441115"/>
                </a:lnTo>
                <a:lnTo>
                  <a:pt x="466667" y="439754"/>
                </a:lnTo>
                <a:lnTo>
                  <a:pt x="467949" y="439356"/>
                </a:lnTo>
                <a:lnTo>
                  <a:pt x="500000" y="438665"/>
                </a:lnTo>
                <a:lnTo>
                  <a:pt x="500000" y="110176"/>
                </a:lnTo>
                <a:lnTo>
                  <a:pt x="571429" y="108950"/>
                </a:lnTo>
                <a:lnTo>
                  <a:pt x="571429" y="107023"/>
                </a:lnTo>
                <a:lnTo>
                  <a:pt x="583333" y="107023"/>
                </a:lnTo>
                <a:lnTo>
                  <a:pt x="583333" y="104550"/>
                </a:lnTo>
                <a:lnTo>
                  <a:pt x="591667" y="103323"/>
                </a:lnTo>
                <a:lnTo>
                  <a:pt x="591667" y="103099"/>
                </a:lnTo>
                <a:lnTo>
                  <a:pt x="600000" y="103099"/>
                </a:lnTo>
                <a:lnTo>
                  <a:pt x="600000" y="100176"/>
                </a:lnTo>
                <a:lnTo>
                  <a:pt x="666667" y="99277"/>
                </a:lnTo>
                <a:lnTo>
                  <a:pt x="666667" y="90059"/>
                </a:lnTo>
                <a:lnTo>
                  <a:pt x="714286" y="89834"/>
                </a:lnTo>
                <a:lnTo>
                  <a:pt x="714286" y="87907"/>
                </a:lnTo>
                <a:lnTo>
                  <a:pt x="750000" y="87682"/>
                </a:lnTo>
                <a:lnTo>
                  <a:pt x="750000" y="74192"/>
                </a:lnTo>
                <a:lnTo>
                  <a:pt x="958333" y="72843"/>
                </a:lnTo>
                <a:lnTo>
                  <a:pt x="958333" y="72619"/>
                </a:lnTo>
                <a:lnTo>
                  <a:pt x="1000000" y="72394"/>
                </a:lnTo>
                <a:lnTo>
                  <a:pt x="1000000" y="49911"/>
                </a:lnTo>
                <a:lnTo>
                  <a:pt x="1083333" y="49462"/>
                </a:lnTo>
                <a:lnTo>
                  <a:pt x="1083333" y="47213"/>
                </a:lnTo>
                <a:lnTo>
                  <a:pt x="1125000" y="47213"/>
                </a:lnTo>
                <a:lnTo>
                  <a:pt x="1125000" y="40469"/>
                </a:lnTo>
                <a:lnTo>
                  <a:pt x="1250000" y="40469"/>
                </a:lnTo>
                <a:lnTo>
                  <a:pt x="1250000" y="37096"/>
                </a:lnTo>
                <a:lnTo>
                  <a:pt x="1375000" y="37096"/>
                </a:lnTo>
                <a:lnTo>
                  <a:pt x="1375000" y="33724"/>
                </a:lnTo>
                <a:lnTo>
                  <a:pt x="1500000" y="3372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072" name="01_find_only_3071">
            <a:extLst>
              <a:ext uri="{FF2B5EF4-FFF2-40B4-BE49-F238E27FC236}">
                <a16:creationId xmlns:a16="http://schemas.microsoft.com/office/drawing/2014/main" id="{40F09D9D-B601-4206-9928-986666920C78}"/>
              </a:ext>
            </a:extLst>
          </p:cNvPr>
          <p:cNvSpPr>
            <a:spLocks noGrp="1"/>
          </p:cNvSpPr>
          <p:nvPr/>
        </p:nvSpPr>
        <p:spPr>
          <a:xfrm>
            <a:off x="4200168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91792"/>
                </a:lnTo>
                <a:lnTo>
                  <a:pt x="269231" y="891792"/>
                </a:lnTo>
                <a:lnTo>
                  <a:pt x="269231" y="875535"/>
                </a:lnTo>
                <a:lnTo>
                  <a:pt x="285714" y="875535"/>
                </a:lnTo>
                <a:lnTo>
                  <a:pt x="285714" y="845344"/>
                </a:lnTo>
                <a:lnTo>
                  <a:pt x="333333" y="845344"/>
                </a:lnTo>
                <a:lnTo>
                  <a:pt x="333333" y="812831"/>
                </a:lnTo>
                <a:lnTo>
                  <a:pt x="375000" y="812831"/>
                </a:lnTo>
                <a:lnTo>
                  <a:pt x="375000" y="777608"/>
                </a:lnTo>
                <a:lnTo>
                  <a:pt x="500000" y="777608"/>
                </a:lnTo>
                <a:lnTo>
                  <a:pt x="500000" y="422672"/>
                </a:lnTo>
                <a:lnTo>
                  <a:pt x="666667" y="422672"/>
                </a:lnTo>
                <a:lnTo>
                  <a:pt x="666667" y="392481"/>
                </a:lnTo>
                <a:lnTo>
                  <a:pt x="750000" y="392481"/>
                </a:lnTo>
                <a:lnTo>
                  <a:pt x="750000" y="339647"/>
                </a:lnTo>
                <a:lnTo>
                  <a:pt x="1000000" y="339647"/>
                </a:lnTo>
                <a:lnTo>
                  <a:pt x="1000000" y="237753"/>
                </a:lnTo>
                <a:lnTo>
                  <a:pt x="1083333" y="237753"/>
                </a:lnTo>
                <a:lnTo>
                  <a:pt x="1083333" y="184919"/>
                </a:lnTo>
                <a:lnTo>
                  <a:pt x="1500000" y="184919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073" name="01_find_only_3072">
            <a:extLst>
              <a:ext uri="{FF2B5EF4-FFF2-40B4-BE49-F238E27FC236}">
                <a16:creationId xmlns:a16="http://schemas.microsoft.com/office/drawing/2014/main" id="{685DF918-F94F-48E5-B1B7-D4638579F34A}"/>
              </a:ext>
            </a:extLst>
          </p:cNvPr>
          <p:cNvSpPr>
            <a:spLocks noGrp="1"/>
          </p:cNvSpPr>
          <p:nvPr/>
        </p:nvSpPr>
        <p:spPr>
          <a:xfrm>
            <a:off x="4432817" y="59735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4" name="01_find_only_3073">
            <a:extLst>
              <a:ext uri="{FF2B5EF4-FFF2-40B4-BE49-F238E27FC236}">
                <a16:creationId xmlns:a16="http://schemas.microsoft.com/office/drawing/2014/main" id="{6358A3B2-8E1B-4CC6-BC00-50585AB70B9A}"/>
              </a:ext>
            </a:extLst>
          </p:cNvPr>
          <p:cNvSpPr>
            <a:spLocks noGrp="1"/>
          </p:cNvSpPr>
          <p:nvPr/>
        </p:nvSpPr>
        <p:spPr>
          <a:xfrm>
            <a:off x="4687456" y="550823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5" name="01_find_only_3074">
            <a:extLst>
              <a:ext uri="{FF2B5EF4-FFF2-40B4-BE49-F238E27FC236}">
                <a16:creationId xmlns:a16="http://schemas.microsoft.com/office/drawing/2014/main" id="{03B60A6C-6E50-4FA9-9642-3E543D756118}"/>
              </a:ext>
            </a:extLst>
          </p:cNvPr>
          <p:cNvSpPr>
            <a:spLocks noGrp="1"/>
          </p:cNvSpPr>
          <p:nvPr/>
        </p:nvSpPr>
        <p:spPr>
          <a:xfrm>
            <a:off x="5196734" y="54468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6" name="01_find_only_3075">
            <a:extLst>
              <a:ext uri="{FF2B5EF4-FFF2-40B4-BE49-F238E27FC236}">
                <a16:creationId xmlns:a16="http://schemas.microsoft.com/office/drawing/2014/main" id="{31AEB54D-0CCF-4046-AC6B-0A6F7067500A}"/>
              </a:ext>
            </a:extLst>
          </p:cNvPr>
          <p:cNvSpPr>
            <a:spLocks noGrp="1"/>
          </p:cNvSpPr>
          <p:nvPr/>
        </p:nvSpPr>
        <p:spPr>
          <a:xfrm>
            <a:off x="5706012" y="539601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7" name="01_find_only_3076">
            <a:extLst>
              <a:ext uri="{FF2B5EF4-FFF2-40B4-BE49-F238E27FC236}">
                <a16:creationId xmlns:a16="http://schemas.microsoft.com/office/drawing/2014/main" id="{062DE6D1-2661-4D72-82EE-BB9CD5E4A3BE}"/>
              </a:ext>
            </a:extLst>
          </p:cNvPr>
          <p:cNvSpPr>
            <a:spLocks noGrp="1"/>
          </p:cNvSpPr>
          <p:nvPr/>
        </p:nvSpPr>
        <p:spPr>
          <a:xfrm>
            <a:off x="4418220" y="588303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8" name="01_find_only_3077">
            <a:extLst>
              <a:ext uri="{FF2B5EF4-FFF2-40B4-BE49-F238E27FC236}">
                <a16:creationId xmlns:a16="http://schemas.microsoft.com/office/drawing/2014/main" id="{BDED3CE4-15D5-4231-B71D-E216350D81D2}"/>
              </a:ext>
            </a:extLst>
          </p:cNvPr>
          <p:cNvSpPr>
            <a:spLocks noGrp="1"/>
          </p:cNvSpPr>
          <p:nvPr/>
        </p:nvSpPr>
        <p:spPr>
          <a:xfrm>
            <a:off x="4672859" y="540520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9" name="01_find_only_3078">
            <a:extLst>
              <a:ext uri="{FF2B5EF4-FFF2-40B4-BE49-F238E27FC236}">
                <a16:creationId xmlns:a16="http://schemas.microsoft.com/office/drawing/2014/main" id="{BEB77EB0-FECB-4FD0-80EF-1EA50D8FD8A6}"/>
              </a:ext>
            </a:extLst>
          </p:cNvPr>
          <p:cNvSpPr>
            <a:spLocks noGrp="1"/>
          </p:cNvSpPr>
          <p:nvPr/>
        </p:nvSpPr>
        <p:spPr>
          <a:xfrm>
            <a:off x="5182137" y="521685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0" name="01_find_only_3079">
            <a:extLst>
              <a:ext uri="{FF2B5EF4-FFF2-40B4-BE49-F238E27FC236}">
                <a16:creationId xmlns:a16="http://schemas.microsoft.com/office/drawing/2014/main" id="{745F1F63-159C-433F-8407-0480DAB6E36A}"/>
              </a:ext>
            </a:extLst>
          </p:cNvPr>
          <p:cNvSpPr>
            <a:spLocks noGrp="1"/>
          </p:cNvSpPr>
          <p:nvPr/>
        </p:nvSpPr>
        <p:spPr>
          <a:xfrm>
            <a:off x="569141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1" name="01_find_only_3080">
            <a:extLst>
              <a:ext uri="{FF2B5EF4-FFF2-40B4-BE49-F238E27FC236}">
                <a16:creationId xmlns:a16="http://schemas.microsoft.com/office/drawing/2014/main" id="{C61C557A-F4F0-4FD6-9F65-A195FB080EF1}"/>
              </a:ext>
            </a:extLst>
          </p:cNvPr>
          <p:cNvSpPr>
            <a:spLocks noGrp="1"/>
          </p:cNvSpPr>
          <p:nvPr/>
        </p:nvSpPr>
        <p:spPr>
          <a:xfrm>
            <a:off x="6346469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01_find_only_3081">
            <a:extLst>
              <a:ext uri="{FF2B5EF4-FFF2-40B4-BE49-F238E27FC236}">
                <a16:creationId xmlns:a16="http://schemas.microsoft.com/office/drawing/2014/main" id="{BB320D19-4E8E-4D61-BB17-358D8F6B4D46}"/>
              </a:ext>
            </a:extLst>
          </p:cNvPr>
          <p:cNvSpPr>
            <a:spLocks noGrp="1"/>
          </p:cNvSpPr>
          <p:nvPr/>
        </p:nvSpPr>
        <p:spPr>
          <a:xfrm>
            <a:off x="655018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33" y="1257449"/>
                </a:lnTo>
                <a:lnTo>
                  <a:pt x="2881" y="1246883"/>
                </a:lnTo>
                <a:lnTo>
                  <a:pt x="6299" y="1236316"/>
                </a:lnTo>
                <a:lnTo>
                  <a:pt x="10762" y="1225749"/>
                </a:lnTo>
                <a:lnTo>
                  <a:pt x="15988" y="1215182"/>
                </a:lnTo>
                <a:lnTo>
                  <a:pt x="21672" y="1204615"/>
                </a:lnTo>
                <a:lnTo>
                  <a:pt x="27508" y="1194049"/>
                </a:lnTo>
                <a:lnTo>
                  <a:pt x="33221" y="1183482"/>
                </a:lnTo>
                <a:lnTo>
                  <a:pt x="38581" y="1172915"/>
                </a:lnTo>
                <a:lnTo>
                  <a:pt x="43421" y="1162348"/>
                </a:lnTo>
                <a:lnTo>
                  <a:pt x="47634" y="1151781"/>
                </a:lnTo>
                <a:lnTo>
                  <a:pt x="51175" y="1141215"/>
                </a:lnTo>
                <a:lnTo>
                  <a:pt x="54051" y="1130648"/>
                </a:lnTo>
                <a:lnTo>
                  <a:pt x="56309" y="1120081"/>
                </a:lnTo>
                <a:lnTo>
                  <a:pt x="58021" y="1109514"/>
                </a:lnTo>
                <a:lnTo>
                  <a:pt x="59274" y="1098947"/>
                </a:lnTo>
                <a:lnTo>
                  <a:pt x="60160" y="1088381"/>
                </a:lnTo>
                <a:lnTo>
                  <a:pt x="60763" y="1077814"/>
                </a:lnTo>
                <a:lnTo>
                  <a:pt x="61160" y="1067247"/>
                </a:lnTo>
                <a:lnTo>
                  <a:pt x="61414" y="1056680"/>
                </a:lnTo>
                <a:lnTo>
                  <a:pt x="61572" y="1046113"/>
                </a:lnTo>
                <a:lnTo>
                  <a:pt x="61669" y="1035547"/>
                </a:lnTo>
                <a:lnTo>
                  <a:pt x="61729" y="1024980"/>
                </a:lnTo>
                <a:lnTo>
                  <a:pt x="61764" y="1014413"/>
                </a:lnTo>
                <a:lnTo>
                  <a:pt x="61780" y="1003846"/>
                </a:lnTo>
                <a:lnTo>
                  <a:pt x="61778" y="993279"/>
                </a:lnTo>
                <a:lnTo>
                  <a:pt x="61754" y="982713"/>
                </a:lnTo>
                <a:lnTo>
                  <a:pt x="61703" y="972146"/>
                </a:lnTo>
                <a:lnTo>
                  <a:pt x="61623" y="961579"/>
                </a:lnTo>
                <a:lnTo>
                  <a:pt x="61508" y="951012"/>
                </a:lnTo>
                <a:lnTo>
                  <a:pt x="61356" y="940445"/>
                </a:lnTo>
                <a:lnTo>
                  <a:pt x="61168" y="929879"/>
                </a:lnTo>
                <a:lnTo>
                  <a:pt x="60946" y="919312"/>
                </a:lnTo>
                <a:lnTo>
                  <a:pt x="60692" y="908745"/>
                </a:lnTo>
                <a:lnTo>
                  <a:pt x="60411" y="898178"/>
                </a:lnTo>
                <a:lnTo>
                  <a:pt x="60111" y="887611"/>
                </a:lnTo>
                <a:lnTo>
                  <a:pt x="59797" y="877045"/>
                </a:lnTo>
                <a:lnTo>
                  <a:pt x="59475" y="866478"/>
                </a:lnTo>
                <a:lnTo>
                  <a:pt x="59149" y="855911"/>
                </a:lnTo>
                <a:lnTo>
                  <a:pt x="58824" y="845344"/>
                </a:lnTo>
                <a:lnTo>
                  <a:pt x="58498" y="834777"/>
                </a:lnTo>
                <a:lnTo>
                  <a:pt x="58169" y="824211"/>
                </a:lnTo>
                <a:lnTo>
                  <a:pt x="57832" y="813644"/>
                </a:lnTo>
                <a:lnTo>
                  <a:pt x="57478" y="803077"/>
                </a:lnTo>
                <a:lnTo>
                  <a:pt x="57094" y="792510"/>
                </a:lnTo>
                <a:lnTo>
                  <a:pt x="56668" y="781943"/>
                </a:lnTo>
                <a:lnTo>
                  <a:pt x="56185" y="771377"/>
                </a:lnTo>
                <a:lnTo>
                  <a:pt x="55633" y="760810"/>
                </a:lnTo>
                <a:lnTo>
                  <a:pt x="55002" y="750243"/>
                </a:lnTo>
                <a:lnTo>
                  <a:pt x="54289" y="739676"/>
                </a:lnTo>
                <a:lnTo>
                  <a:pt x="53501" y="729109"/>
                </a:lnTo>
                <a:lnTo>
                  <a:pt x="52655" y="718543"/>
                </a:lnTo>
                <a:lnTo>
                  <a:pt x="51778" y="707976"/>
                </a:lnTo>
                <a:lnTo>
                  <a:pt x="50909" y="697409"/>
                </a:lnTo>
                <a:lnTo>
                  <a:pt x="50099" y="686842"/>
                </a:lnTo>
                <a:lnTo>
                  <a:pt x="49401" y="676275"/>
                </a:lnTo>
                <a:lnTo>
                  <a:pt x="48871" y="665708"/>
                </a:lnTo>
                <a:lnTo>
                  <a:pt x="48560" y="655142"/>
                </a:lnTo>
                <a:lnTo>
                  <a:pt x="48507" y="644575"/>
                </a:lnTo>
                <a:lnTo>
                  <a:pt x="48737" y="634008"/>
                </a:lnTo>
                <a:lnTo>
                  <a:pt x="49255" y="623441"/>
                </a:lnTo>
                <a:lnTo>
                  <a:pt x="50047" y="612874"/>
                </a:lnTo>
                <a:lnTo>
                  <a:pt x="51081" y="602308"/>
                </a:lnTo>
                <a:lnTo>
                  <a:pt x="52306" y="591741"/>
                </a:lnTo>
                <a:lnTo>
                  <a:pt x="53664" y="581174"/>
                </a:lnTo>
                <a:lnTo>
                  <a:pt x="55091" y="570607"/>
                </a:lnTo>
                <a:lnTo>
                  <a:pt x="56525" y="560040"/>
                </a:lnTo>
                <a:lnTo>
                  <a:pt x="57907" y="549474"/>
                </a:lnTo>
                <a:lnTo>
                  <a:pt x="59194" y="538907"/>
                </a:lnTo>
                <a:lnTo>
                  <a:pt x="60352" y="528340"/>
                </a:lnTo>
                <a:lnTo>
                  <a:pt x="61362" y="517773"/>
                </a:lnTo>
                <a:lnTo>
                  <a:pt x="62215" y="507206"/>
                </a:lnTo>
                <a:lnTo>
                  <a:pt x="62916" y="496640"/>
                </a:lnTo>
                <a:lnTo>
                  <a:pt x="63475" y="486073"/>
                </a:lnTo>
                <a:lnTo>
                  <a:pt x="63910" y="475506"/>
                </a:lnTo>
                <a:lnTo>
                  <a:pt x="64238" y="464939"/>
                </a:lnTo>
                <a:lnTo>
                  <a:pt x="64479" y="454372"/>
                </a:lnTo>
                <a:lnTo>
                  <a:pt x="64652" y="443806"/>
                </a:lnTo>
                <a:lnTo>
                  <a:pt x="64773" y="433239"/>
                </a:lnTo>
                <a:lnTo>
                  <a:pt x="64855" y="422672"/>
                </a:lnTo>
                <a:lnTo>
                  <a:pt x="64909" y="412105"/>
                </a:lnTo>
                <a:lnTo>
                  <a:pt x="64945" y="401538"/>
                </a:lnTo>
                <a:lnTo>
                  <a:pt x="64967" y="390972"/>
                </a:lnTo>
                <a:lnTo>
                  <a:pt x="64981" y="380405"/>
                </a:lnTo>
                <a:lnTo>
                  <a:pt x="64989" y="369838"/>
                </a:lnTo>
                <a:lnTo>
                  <a:pt x="64994" y="359271"/>
                </a:lnTo>
                <a:lnTo>
                  <a:pt x="64997" y="348704"/>
                </a:lnTo>
                <a:lnTo>
                  <a:pt x="64998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2" y="338138"/>
                </a:lnTo>
                <a:lnTo>
                  <a:pt x="65003" y="348704"/>
                </a:lnTo>
                <a:lnTo>
                  <a:pt x="65006" y="359271"/>
                </a:lnTo>
                <a:lnTo>
                  <a:pt x="65011" y="369838"/>
                </a:lnTo>
                <a:lnTo>
                  <a:pt x="65019" y="380405"/>
                </a:lnTo>
                <a:lnTo>
                  <a:pt x="65033" y="390972"/>
                </a:lnTo>
                <a:lnTo>
                  <a:pt x="65055" y="401538"/>
                </a:lnTo>
                <a:lnTo>
                  <a:pt x="65090" y="412105"/>
                </a:lnTo>
                <a:lnTo>
                  <a:pt x="65145" y="422672"/>
                </a:lnTo>
                <a:lnTo>
                  <a:pt x="65227" y="433239"/>
                </a:lnTo>
                <a:lnTo>
                  <a:pt x="65348" y="443806"/>
                </a:lnTo>
                <a:lnTo>
                  <a:pt x="65521" y="454372"/>
                </a:lnTo>
                <a:lnTo>
                  <a:pt x="65762" y="464939"/>
                </a:lnTo>
                <a:lnTo>
                  <a:pt x="66090" y="475506"/>
                </a:lnTo>
                <a:lnTo>
                  <a:pt x="66525" y="486073"/>
                </a:lnTo>
                <a:lnTo>
                  <a:pt x="67084" y="496640"/>
                </a:lnTo>
                <a:lnTo>
                  <a:pt x="67785" y="507206"/>
                </a:lnTo>
                <a:lnTo>
                  <a:pt x="68638" y="517773"/>
                </a:lnTo>
                <a:lnTo>
                  <a:pt x="69647" y="528340"/>
                </a:lnTo>
                <a:lnTo>
                  <a:pt x="70806" y="538907"/>
                </a:lnTo>
                <a:lnTo>
                  <a:pt x="72093" y="549474"/>
                </a:lnTo>
                <a:lnTo>
                  <a:pt x="73475" y="560040"/>
                </a:lnTo>
                <a:lnTo>
                  <a:pt x="74909" y="570607"/>
                </a:lnTo>
                <a:lnTo>
                  <a:pt x="76336" y="581174"/>
                </a:lnTo>
                <a:lnTo>
                  <a:pt x="77694" y="591741"/>
                </a:lnTo>
                <a:lnTo>
                  <a:pt x="78919" y="602308"/>
                </a:lnTo>
                <a:lnTo>
                  <a:pt x="79953" y="612874"/>
                </a:lnTo>
                <a:lnTo>
                  <a:pt x="80745" y="623441"/>
                </a:lnTo>
                <a:lnTo>
                  <a:pt x="81263" y="634008"/>
                </a:lnTo>
                <a:lnTo>
                  <a:pt x="81493" y="644575"/>
                </a:lnTo>
                <a:lnTo>
                  <a:pt x="81440" y="655142"/>
                </a:lnTo>
                <a:lnTo>
                  <a:pt x="81129" y="665708"/>
                </a:lnTo>
                <a:lnTo>
                  <a:pt x="80599" y="676275"/>
                </a:lnTo>
                <a:lnTo>
                  <a:pt x="79901" y="686842"/>
                </a:lnTo>
                <a:lnTo>
                  <a:pt x="79091" y="697409"/>
                </a:lnTo>
                <a:lnTo>
                  <a:pt x="78222" y="707976"/>
                </a:lnTo>
                <a:lnTo>
                  <a:pt x="77345" y="718543"/>
                </a:lnTo>
                <a:lnTo>
                  <a:pt x="76499" y="729109"/>
                </a:lnTo>
                <a:lnTo>
                  <a:pt x="75711" y="739676"/>
                </a:lnTo>
                <a:lnTo>
                  <a:pt x="74998" y="750243"/>
                </a:lnTo>
                <a:lnTo>
                  <a:pt x="74367" y="760810"/>
                </a:lnTo>
                <a:lnTo>
                  <a:pt x="73815" y="771377"/>
                </a:lnTo>
                <a:lnTo>
                  <a:pt x="73332" y="781943"/>
                </a:lnTo>
                <a:lnTo>
                  <a:pt x="72906" y="792510"/>
                </a:lnTo>
                <a:lnTo>
                  <a:pt x="72522" y="803077"/>
                </a:lnTo>
                <a:lnTo>
                  <a:pt x="72168" y="813644"/>
                </a:lnTo>
                <a:lnTo>
                  <a:pt x="71831" y="824211"/>
                </a:lnTo>
                <a:lnTo>
                  <a:pt x="71502" y="834777"/>
                </a:lnTo>
                <a:lnTo>
                  <a:pt x="71176" y="845344"/>
                </a:lnTo>
                <a:lnTo>
                  <a:pt x="70851" y="855911"/>
                </a:lnTo>
                <a:lnTo>
                  <a:pt x="70525" y="866478"/>
                </a:lnTo>
                <a:lnTo>
                  <a:pt x="70203" y="877045"/>
                </a:lnTo>
                <a:lnTo>
                  <a:pt x="69889" y="887611"/>
                </a:lnTo>
                <a:lnTo>
                  <a:pt x="69589" y="898178"/>
                </a:lnTo>
                <a:lnTo>
                  <a:pt x="69308" y="908745"/>
                </a:lnTo>
                <a:lnTo>
                  <a:pt x="69054" y="919312"/>
                </a:lnTo>
                <a:lnTo>
                  <a:pt x="68832" y="929879"/>
                </a:lnTo>
                <a:lnTo>
                  <a:pt x="68644" y="940445"/>
                </a:lnTo>
                <a:lnTo>
                  <a:pt x="68492" y="951012"/>
                </a:lnTo>
                <a:lnTo>
                  <a:pt x="68377" y="961579"/>
                </a:lnTo>
                <a:lnTo>
                  <a:pt x="68297" y="972146"/>
                </a:lnTo>
                <a:lnTo>
                  <a:pt x="68246" y="982713"/>
                </a:lnTo>
                <a:lnTo>
                  <a:pt x="68222" y="993279"/>
                </a:lnTo>
                <a:lnTo>
                  <a:pt x="68220" y="1003846"/>
                </a:lnTo>
                <a:lnTo>
                  <a:pt x="68236" y="1014413"/>
                </a:lnTo>
                <a:lnTo>
                  <a:pt x="68271" y="1024980"/>
                </a:lnTo>
                <a:lnTo>
                  <a:pt x="68331" y="1035547"/>
                </a:lnTo>
                <a:lnTo>
                  <a:pt x="68428" y="1046113"/>
                </a:lnTo>
                <a:lnTo>
                  <a:pt x="68586" y="1056680"/>
                </a:lnTo>
                <a:lnTo>
                  <a:pt x="68840" y="1067247"/>
                </a:lnTo>
                <a:lnTo>
                  <a:pt x="69237" y="1077814"/>
                </a:lnTo>
                <a:lnTo>
                  <a:pt x="69840" y="1088381"/>
                </a:lnTo>
                <a:lnTo>
                  <a:pt x="70726" y="1098947"/>
                </a:lnTo>
                <a:lnTo>
                  <a:pt x="71979" y="1109514"/>
                </a:lnTo>
                <a:lnTo>
                  <a:pt x="73691" y="1120081"/>
                </a:lnTo>
                <a:lnTo>
                  <a:pt x="75949" y="1130648"/>
                </a:lnTo>
                <a:lnTo>
                  <a:pt x="78825" y="1141215"/>
                </a:lnTo>
                <a:lnTo>
                  <a:pt x="82366" y="1151781"/>
                </a:lnTo>
                <a:lnTo>
                  <a:pt x="86579" y="1162348"/>
                </a:lnTo>
                <a:lnTo>
                  <a:pt x="91419" y="1172915"/>
                </a:lnTo>
                <a:lnTo>
                  <a:pt x="96779" y="1183482"/>
                </a:lnTo>
                <a:lnTo>
                  <a:pt x="102492" y="1194049"/>
                </a:lnTo>
                <a:lnTo>
                  <a:pt x="108328" y="1204615"/>
                </a:lnTo>
                <a:lnTo>
                  <a:pt x="114012" y="1215182"/>
                </a:lnTo>
                <a:lnTo>
                  <a:pt x="119238" y="1225749"/>
                </a:lnTo>
                <a:lnTo>
                  <a:pt x="123701" y="1236316"/>
                </a:lnTo>
                <a:lnTo>
                  <a:pt x="127119" y="1246883"/>
                </a:lnTo>
                <a:lnTo>
                  <a:pt x="129267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3" name="01_find_only_3082">
            <a:extLst>
              <a:ext uri="{FF2B5EF4-FFF2-40B4-BE49-F238E27FC236}">
                <a16:creationId xmlns:a16="http://schemas.microsoft.com/office/drawing/2014/main" id="{9A3BE8C3-50E0-4466-BCFC-7266D2341559}"/>
              </a:ext>
            </a:extLst>
          </p:cNvPr>
          <p:cNvSpPr>
            <a:spLocks noGrp="1"/>
          </p:cNvSpPr>
          <p:nvPr/>
        </p:nvSpPr>
        <p:spPr>
          <a:xfrm>
            <a:off x="680482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8" y="1246883"/>
                </a:lnTo>
                <a:lnTo>
                  <a:pt x="6202" y="1236316"/>
                </a:lnTo>
                <a:lnTo>
                  <a:pt x="10589" y="1225749"/>
                </a:lnTo>
                <a:lnTo>
                  <a:pt x="15719" y="1215182"/>
                </a:lnTo>
                <a:lnTo>
                  <a:pt x="21287" y="1204615"/>
                </a:lnTo>
                <a:lnTo>
                  <a:pt x="26989" y="1194049"/>
                </a:lnTo>
                <a:lnTo>
                  <a:pt x="32550" y="1183482"/>
                </a:lnTo>
                <a:lnTo>
                  <a:pt x="37745" y="1172915"/>
                </a:lnTo>
                <a:lnTo>
                  <a:pt x="42407" y="1162348"/>
                </a:lnTo>
                <a:lnTo>
                  <a:pt x="46437" y="1151781"/>
                </a:lnTo>
                <a:lnTo>
                  <a:pt x="49793" y="1141215"/>
                </a:lnTo>
                <a:lnTo>
                  <a:pt x="52487" y="1130648"/>
                </a:lnTo>
                <a:lnTo>
                  <a:pt x="54572" y="1120081"/>
                </a:lnTo>
                <a:lnTo>
                  <a:pt x="56127" y="1109514"/>
                </a:lnTo>
                <a:lnTo>
                  <a:pt x="57244" y="1098947"/>
                </a:lnTo>
                <a:lnTo>
                  <a:pt x="58019" y="1088381"/>
                </a:lnTo>
                <a:lnTo>
                  <a:pt x="58542" y="1077814"/>
                </a:lnTo>
                <a:lnTo>
                  <a:pt x="58888" y="1067247"/>
                </a:lnTo>
                <a:lnTo>
                  <a:pt x="59121" y="1056680"/>
                </a:lnTo>
                <a:lnTo>
                  <a:pt x="59287" y="1046113"/>
                </a:lnTo>
                <a:lnTo>
                  <a:pt x="59414" y="1035547"/>
                </a:lnTo>
                <a:lnTo>
                  <a:pt x="59521" y="1024980"/>
                </a:lnTo>
                <a:lnTo>
                  <a:pt x="59612" y="1014413"/>
                </a:lnTo>
                <a:lnTo>
                  <a:pt x="59686" y="1003846"/>
                </a:lnTo>
                <a:lnTo>
                  <a:pt x="59737" y="993279"/>
                </a:lnTo>
                <a:lnTo>
                  <a:pt x="59757" y="982713"/>
                </a:lnTo>
                <a:lnTo>
                  <a:pt x="59739" y="972146"/>
                </a:lnTo>
                <a:lnTo>
                  <a:pt x="59680" y="961579"/>
                </a:lnTo>
                <a:lnTo>
                  <a:pt x="59581" y="951012"/>
                </a:lnTo>
                <a:lnTo>
                  <a:pt x="59446" y="940445"/>
                </a:lnTo>
                <a:lnTo>
                  <a:pt x="59286" y="929879"/>
                </a:lnTo>
                <a:lnTo>
                  <a:pt x="59113" y="919312"/>
                </a:lnTo>
                <a:lnTo>
                  <a:pt x="58944" y="908745"/>
                </a:lnTo>
                <a:lnTo>
                  <a:pt x="58797" y="898178"/>
                </a:lnTo>
                <a:lnTo>
                  <a:pt x="58688" y="887611"/>
                </a:lnTo>
                <a:lnTo>
                  <a:pt x="58631" y="877045"/>
                </a:lnTo>
                <a:lnTo>
                  <a:pt x="58639" y="866478"/>
                </a:lnTo>
                <a:lnTo>
                  <a:pt x="58718" y="855911"/>
                </a:lnTo>
                <a:lnTo>
                  <a:pt x="58870" y="845344"/>
                </a:lnTo>
                <a:lnTo>
                  <a:pt x="59091" y="834777"/>
                </a:lnTo>
                <a:lnTo>
                  <a:pt x="59372" y="824211"/>
                </a:lnTo>
                <a:lnTo>
                  <a:pt x="59697" y="813644"/>
                </a:lnTo>
                <a:lnTo>
                  <a:pt x="60048" y="803077"/>
                </a:lnTo>
                <a:lnTo>
                  <a:pt x="60404" y="792510"/>
                </a:lnTo>
                <a:lnTo>
                  <a:pt x="60740" y="781943"/>
                </a:lnTo>
                <a:lnTo>
                  <a:pt x="61036" y="771377"/>
                </a:lnTo>
                <a:lnTo>
                  <a:pt x="61270" y="760810"/>
                </a:lnTo>
                <a:lnTo>
                  <a:pt x="61425" y="750243"/>
                </a:lnTo>
                <a:lnTo>
                  <a:pt x="61490" y="739676"/>
                </a:lnTo>
                <a:lnTo>
                  <a:pt x="61461" y="729109"/>
                </a:lnTo>
                <a:lnTo>
                  <a:pt x="61340" y="718543"/>
                </a:lnTo>
                <a:lnTo>
                  <a:pt x="61137" y="707976"/>
                </a:lnTo>
                <a:lnTo>
                  <a:pt x="60868" y="697409"/>
                </a:lnTo>
                <a:lnTo>
                  <a:pt x="60555" y="686842"/>
                </a:lnTo>
                <a:lnTo>
                  <a:pt x="60224" y="676275"/>
                </a:lnTo>
                <a:lnTo>
                  <a:pt x="59902" y="665708"/>
                </a:lnTo>
                <a:lnTo>
                  <a:pt x="59615" y="655142"/>
                </a:lnTo>
                <a:lnTo>
                  <a:pt x="59385" y="644575"/>
                </a:lnTo>
                <a:lnTo>
                  <a:pt x="59228" y="634008"/>
                </a:lnTo>
                <a:lnTo>
                  <a:pt x="59155" y="623441"/>
                </a:lnTo>
                <a:lnTo>
                  <a:pt x="59167" y="612874"/>
                </a:lnTo>
                <a:lnTo>
                  <a:pt x="59260" y="602308"/>
                </a:lnTo>
                <a:lnTo>
                  <a:pt x="59422" y="591741"/>
                </a:lnTo>
                <a:lnTo>
                  <a:pt x="59638" y="581174"/>
                </a:lnTo>
                <a:lnTo>
                  <a:pt x="59891" y="570607"/>
                </a:lnTo>
                <a:lnTo>
                  <a:pt x="60163" y="560040"/>
                </a:lnTo>
                <a:lnTo>
                  <a:pt x="60436" y="549474"/>
                </a:lnTo>
                <a:lnTo>
                  <a:pt x="60697" y="538907"/>
                </a:lnTo>
                <a:lnTo>
                  <a:pt x="60934" y="528340"/>
                </a:lnTo>
                <a:lnTo>
                  <a:pt x="61141" y="517773"/>
                </a:lnTo>
                <a:lnTo>
                  <a:pt x="61311" y="507206"/>
                </a:lnTo>
                <a:lnTo>
                  <a:pt x="61441" y="496640"/>
                </a:lnTo>
                <a:lnTo>
                  <a:pt x="61529" y="486073"/>
                </a:lnTo>
                <a:lnTo>
                  <a:pt x="61574" y="475506"/>
                </a:lnTo>
                <a:lnTo>
                  <a:pt x="61575" y="464939"/>
                </a:lnTo>
                <a:lnTo>
                  <a:pt x="61532" y="454372"/>
                </a:lnTo>
                <a:lnTo>
                  <a:pt x="61445" y="443806"/>
                </a:lnTo>
                <a:lnTo>
                  <a:pt x="61317" y="433239"/>
                </a:lnTo>
                <a:lnTo>
                  <a:pt x="61150" y="422672"/>
                </a:lnTo>
                <a:lnTo>
                  <a:pt x="60951" y="412105"/>
                </a:lnTo>
                <a:lnTo>
                  <a:pt x="60728" y="401538"/>
                </a:lnTo>
                <a:lnTo>
                  <a:pt x="60491" y="390972"/>
                </a:lnTo>
                <a:lnTo>
                  <a:pt x="60252" y="380405"/>
                </a:lnTo>
                <a:lnTo>
                  <a:pt x="60025" y="369838"/>
                </a:lnTo>
                <a:lnTo>
                  <a:pt x="59820" y="359271"/>
                </a:lnTo>
                <a:lnTo>
                  <a:pt x="59648" y="348704"/>
                </a:lnTo>
                <a:lnTo>
                  <a:pt x="59518" y="338138"/>
                </a:lnTo>
                <a:lnTo>
                  <a:pt x="59435" y="327571"/>
                </a:lnTo>
                <a:lnTo>
                  <a:pt x="59399" y="317004"/>
                </a:lnTo>
                <a:lnTo>
                  <a:pt x="59409" y="306437"/>
                </a:lnTo>
                <a:lnTo>
                  <a:pt x="59461" y="295870"/>
                </a:lnTo>
                <a:lnTo>
                  <a:pt x="59547" y="285304"/>
                </a:lnTo>
                <a:lnTo>
                  <a:pt x="59660" y="274737"/>
                </a:lnTo>
                <a:lnTo>
                  <a:pt x="59792" y="264170"/>
                </a:lnTo>
                <a:lnTo>
                  <a:pt x="59932" y="253603"/>
                </a:lnTo>
                <a:lnTo>
                  <a:pt x="60070" y="243036"/>
                </a:lnTo>
                <a:lnTo>
                  <a:pt x="60194" y="232470"/>
                </a:lnTo>
                <a:lnTo>
                  <a:pt x="60288" y="221903"/>
                </a:lnTo>
                <a:lnTo>
                  <a:pt x="60331" y="211336"/>
                </a:lnTo>
                <a:lnTo>
                  <a:pt x="60296" y="200769"/>
                </a:lnTo>
                <a:lnTo>
                  <a:pt x="60147" y="190202"/>
                </a:lnTo>
                <a:lnTo>
                  <a:pt x="59839" y="179636"/>
                </a:lnTo>
                <a:lnTo>
                  <a:pt x="59319" y="169069"/>
                </a:lnTo>
                <a:lnTo>
                  <a:pt x="58526" y="158502"/>
                </a:lnTo>
                <a:lnTo>
                  <a:pt x="57396" y="147935"/>
                </a:lnTo>
                <a:lnTo>
                  <a:pt x="55868" y="137368"/>
                </a:lnTo>
                <a:lnTo>
                  <a:pt x="53892" y="126802"/>
                </a:lnTo>
                <a:lnTo>
                  <a:pt x="51434" y="116235"/>
                </a:lnTo>
                <a:lnTo>
                  <a:pt x="48490" y="105668"/>
                </a:lnTo>
                <a:lnTo>
                  <a:pt x="45093" y="95101"/>
                </a:lnTo>
                <a:lnTo>
                  <a:pt x="41317" y="84534"/>
                </a:lnTo>
                <a:lnTo>
                  <a:pt x="37282" y="73968"/>
                </a:lnTo>
                <a:lnTo>
                  <a:pt x="33153" y="63401"/>
                </a:lnTo>
                <a:lnTo>
                  <a:pt x="29126" y="52834"/>
                </a:lnTo>
                <a:lnTo>
                  <a:pt x="25418" y="42267"/>
                </a:lnTo>
                <a:lnTo>
                  <a:pt x="22250" y="31700"/>
                </a:lnTo>
                <a:lnTo>
                  <a:pt x="19821" y="21134"/>
                </a:lnTo>
                <a:lnTo>
                  <a:pt x="18294" y="10567"/>
                </a:lnTo>
                <a:lnTo>
                  <a:pt x="17773" y="0"/>
                </a:lnTo>
                <a:lnTo>
                  <a:pt x="112227" y="0"/>
                </a:lnTo>
                <a:lnTo>
                  <a:pt x="112227" y="0"/>
                </a:lnTo>
                <a:lnTo>
                  <a:pt x="111706" y="10567"/>
                </a:lnTo>
                <a:lnTo>
                  <a:pt x="110179" y="21134"/>
                </a:lnTo>
                <a:lnTo>
                  <a:pt x="107750" y="31700"/>
                </a:lnTo>
                <a:lnTo>
                  <a:pt x="104582" y="42267"/>
                </a:lnTo>
                <a:lnTo>
                  <a:pt x="100874" y="52834"/>
                </a:lnTo>
                <a:lnTo>
                  <a:pt x="96847" y="63401"/>
                </a:lnTo>
                <a:lnTo>
                  <a:pt x="92718" y="73968"/>
                </a:lnTo>
                <a:lnTo>
                  <a:pt x="88683" y="84534"/>
                </a:lnTo>
                <a:lnTo>
                  <a:pt x="84908" y="95101"/>
                </a:lnTo>
                <a:lnTo>
                  <a:pt x="81510" y="105668"/>
                </a:lnTo>
                <a:lnTo>
                  <a:pt x="78566" y="116235"/>
                </a:lnTo>
                <a:lnTo>
                  <a:pt x="76108" y="126802"/>
                </a:lnTo>
                <a:lnTo>
                  <a:pt x="74132" y="137368"/>
                </a:lnTo>
                <a:lnTo>
                  <a:pt x="72604" y="147935"/>
                </a:lnTo>
                <a:lnTo>
                  <a:pt x="71474" y="158502"/>
                </a:lnTo>
                <a:lnTo>
                  <a:pt x="70681" y="169069"/>
                </a:lnTo>
                <a:lnTo>
                  <a:pt x="70161" y="179636"/>
                </a:lnTo>
                <a:lnTo>
                  <a:pt x="69853" y="190202"/>
                </a:lnTo>
                <a:lnTo>
                  <a:pt x="69704" y="200769"/>
                </a:lnTo>
                <a:lnTo>
                  <a:pt x="69669" y="211336"/>
                </a:lnTo>
                <a:lnTo>
                  <a:pt x="69712" y="221903"/>
                </a:lnTo>
                <a:lnTo>
                  <a:pt x="69806" y="232470"/>
                </a:lnTo>
                <a:lnTo>
                  <a:pt x="69930" y="243036"/>
                </a:lnTo>
                <a:lnTo>
                  <a:pt x="70068" y="253603"/>
                </a:lnTo>
                <a:lnTo>
                  <a:pt x="70208" y="264170"/>
                </a:lnTo>
                <a:lnTo>
                  <a:pt x="70340" y="274737"/>
                </a:lnTo>
                <a:lnTo>
                  <a:pt x="70453" y="285304"/>
                </a:lnTo>
                <a:lnTo>
                  <a:pt x="70539" y="295870"/>
                </a:lnTo>
                <a:lnTo>
                  <a:pt x="70591" y="306437"/>
                </a:lnTo>
                <a:lnTo>
                  <a:pt x="70601" y="317004"/>
                </a:lnTo>
                <a:lnTo>
                  <a:pt x="70565" y="327571"/>
                </a:lnTo>
                <a:lnTo>
                  <a:pt x="70482" y="338138"/>
                </a:lnTo>
                <a:lnTo>
                  <a:pt x="70352" y="348704"/>
                </a:lnTo>
                <a:lnTo>
                  <a:pt x="70180" y="359271"/>
                </a:lnTo>
                <a:lnTo>
                  <a:pt x="69975" y="369838"/>
                </a:lnTo>
                <a:lnTo>
                  <a:pt x="69748" y="380405"/>
                </a:lnTo>
                <a:lnTo>
                  <a:pt x="69509" y="390972"/>
                </a:lnTo>
                <a:lnTo>
                  <a:pt x="69272" y="401538"/>
                </a:lnTo>
                <a:lnTo>
                  <a:pt x="69049" y="412105"/>
                </a:lnTo>
                <a:lnTo>
                  <a:pt x="68850" y="422672"/>
                </a:lnTo>
                <a:lnTo>
                  <a:pt x="68683" y="433239"/>
                </a:lnTo>
                <a:lnTo>
                  <a:pt x="68555" y="443806"/>
                </a:lnTo>
                <a:lnTo>
                  <a:pt x="68468" y="454372"/>
                </a:lnTo>
                <a:lnTo>
                  <a:pt x="68425" y="464939"/>
                </a:lnTo>
                <a:lnTo>
                  <a:pt x="68426" y="475506"/>
                </a:lnTo>
                <a:lnTo>
                  <a:pt x="68471" y="486073"/>
                </a:lnTo>
                <a:lnTo>
                  <a:pt x="68559" y="496640"/>
                </a:lnTo>
                <a:lnTo>
                  <a:pt x="68689" y="507206"/>
                </a:lnTo>
                <a:lnTo>
                  <a:pt x="68859" y="517773"/>
                </a:lnTo>
                <a:lnTo>
                  <a:pt x="69066" y="528340"/>
                </a:lnTo>
                <a:lnTo>
                  <a:pt x="69303" y="538907"/>
                </a:lnTo>
                <a:lnTo>
                  <a:pt x="69564" y="549474"/>
                </a:lnTo>
                <a:lnTo>
                  <a:pt x="69837" y="560040"/>
                </a:lnTo>
                <a:lnTo>
                  <a:pt x="70109" y="570607"/>
                </a:lnTo>
                <a:lnTo>
                  <a:pt x="70362" y="581174"/>
                </a:lnTo>
                <a:lnTo>
                  <a:pt x="70578" y="591741"/>
                </a:lnTo>
                <a:lnTo>
                  <a:pt x="70740" y="602308"/>
                </a:lnTo>
                <a:lnTo>
                  <a:pt x="70833" y="612874"/>
                </a:lnTo>
                <a:lnTo>
                  <a:pt x="70845" y="623441"/>
                </a:lnTo>
                <a:lnTo>
                  <a:pt x="70772" y="634008"/>
                </a:lnTo>
                <a:lnTo>
                  <a:pt x="70615" y="644575"/>
                </a:lnTo>
                <a:lnTo>
                  <a:pt x="70385" y="655142"/>
                </a:lnTo>
                <a:lnTo>
                  <a:pt x="70098" y="665708"/>
                </a:lnTo>
                <a:lnTo>
                  <a:pt x="69776" y="676275"/>
                </a:lnTo>
                <a:lnTo>
                  <a:pt x="69445" y="686842"/>
                </a:lnTo>
                <a:lnTo>
                  <a:pt x="69132" y="697409"/>
                </a:lnTo>
                <a:lnTo>
                  <a:pt x="68863" y="707976"/>
                </a:lnTo>
                <a:lnTo>
                  <a:pt x="68660" y="718543"/>
                </a:lnTo>
                <a:lnTo>
                  <a:pt x="68539" y="729109"/>
                </a:lnTo>
                <a:lnTo>
                  <a:pt x="68510" y="739676"/>
                </a:lnTo>
                <a:lnTo>
                  <a:pt x="68575" y="750243"/>
                </a:lnTo>
                <a:lnTo>
                  <a:pt x="68730" y="760810"/>
                </a:lnTo>
                <a:lnTo>
                  <a:pt x="68964" y="771377"/>
                </a:lnTo>
                <a:lnTo>
                  <a:pt x="69260" y="781943"/>
                </a:lnTo>
                <a:lnTo>
                  <a:pt x="69596" y="792510"/>
                </a:lnTo>
                <a:lnTo>
                  <a:pt x="69952" y="803077"/>
                </a:lnTo>
                <a:lnTo>
                  <a:pt x="70303" y="813644"/>
                </a:lnTo>
                <a:lnTo>
                  <a:pt x="70628" y="824211"/>
                </a:lnTo>
                <a:lnTo>
                  <a:pt x="70909" y="834777"/>
                </a:lnTo>
                <a:lnTo>
                  <a:pt x="71130" y="845344"/>
                </a:lnTo>
                <a:lnTo>
                  <a:pt x="71282" y="855911"/>
                </a:lnTo>
                <a:lnTo>
                  <a:pt x="71361" y="866478"/>
                </a:lnTo>
                <a:lnTo>
                  <a:pt x="71369" y="877045"/>
                </a:lnTo>
                <a:lnTo>
                  <a:pt x="71312" y="887611"/>
                </a:lnTo>
                <a:lnTo>
                  <a:pt x="71203" y="898178"/>
                </a:lnTo>
                <a:lnTo>
                  <a:pt x="71056" y="908745"/>
                </a:lnTo>
                <a:lnTo>
                  <a:pt x="70887" y="919312"/>
                </a:lnTo>
                <a:lnTo>
                  <a:pt x="70714" y="929879"/>
                </a:lnTo>
                <a:lnTo>
                  <a:pt x="70554" y="940445"/>
                </a:lnTo>
                <a:lnTo>
                  <a:pt x="70419" y="951012"/>
                </a:lnTo>
                <a:lnTo>
                  <a:pt x="70320" y="961579"/>
                </a:lnTo>
                <a:lnTo>
                  <a:pt x="70261" y="972146"/>
                </a:lnTo>
                <a:lnTo>
                  <a:pt x="70243" y="982713"/>
                </a:lnTo>
                <a:lnTo>
                  <a:pt x="70263" y="993279"/>
                </a:lnTo>
                <a:lnTo>
                  <a:pt x="70314" y="1003846"/>
                </a:lnTo>
                <a:lnTo>
                  <a:pt x="70388" y="1014413"/>
                </a:lnTo>
                <a:lnTo>
                  <a:pt x="70479" y="1024980"/>
                </a:lnTo>
                <a:lnTo>
                  <a:pt x="70586" y="1035547"/>
                </a:lnTo>
                <a:lnTo>
                  <a:pt x="70713" y="1046113"/>
                </a:lnTo>
                <a:lnTo>
                  <a:pt x="70879" y="1056680"/>
                </a:lnTo>
                <a:lnTo>
                  <a:pt x="71112" y="1067247"/>
                </a:lnTo>
                <a:lnTo>
                  <a:pt x="71458" y="1077814"/>
                </a:lnTo>
                <a:lnTo>
                  <a:pt x="71981" y="1088381"/>
                </a:lnTo>
                <a:lnTo>
                  <a:pt x="72756" y="1098947"/>
                </a:lnTo>
                <a:lnTo>
                  <a:pt x="73873" y="1109514"/>
                </a:lnTo>
                <a:lnTo>
                  <a:pt x="75428" y="1120081"/>
                </a:lnTo>
                <a:lnTo>
                  <a:pt x="77513" y="1130648"/>
                </a:lnTo>
                <a:lnTo>
                  <a:pt x="80207" y="1141215"/>
                </a:lnTo>
                <a:lnTo>
                  <a:pt x="83563" y="1151781"/>
                </a:lnTo>
                <a:lnTo>
                  <a:pt x="87593" y="1162348"/>
                </a:lnTo>
                <a:lnTo>
                  <a:pt x="92255" y="1172915"/>
                </a:lnTo>
                <a:lnTo>
                  <a:pt x="97450" y="1183482"/>
                </a:lnTo>
                <a:lnTo>
                  <a:pt x="103011" y="1194049"/>
                </a:lnTo>
                <a:lnTo>
                  <a:pt x="108713" y="1204615"/>
                </a:lnTo>
                <a:lnTo>
                  <a:pt x="114281" y="1215182"/>
                </a:lnTo>
                <a:lnTo>
                  <a:pt x="119411" y="1225749"/>
                </a:lnTo>
                <a:lnTo>
                  <a:pt x="123798" y="1236316"/>
                </a:lnTo>
                <a:lnTo>
                  <a:pt x="127162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4" name="01_find_only_3083">
            <a:extLst>
              <a:ext uri="{FF2B5EF4-FFF2-40B4-BE49-F238E27FC236}">
                <a16:creationId xmlns:a16="http://schemas.microsoft.com/office/drawing/2014/main" id="{3C90234D-E0B2-4E7E-B649-13FDA37FDB83}"/>
              </a:ext>
            </a:extLst>
          </p:cNvPr>
          <p:cNvSpPr>
            <a:spLocks noGrp="1"/>
          </p:cNvSpPr>
          <p:nvPr/>
        </p:nvSpPr>
        <p:spPr>
          <a:xfrm>
            <a:off x="731409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7623" y="1268016"/>
                </a:moveTo>
                <a:lnTo>
                  <a:pt x="2377" y="1268016"/>
                </a:lnTo>
                <a:lnTo>
                  <a:pt x="3063" y="1257449"/>
                </a:lnTo>
                <a:lnTo>
                  <a:pt x="5075" y="1246883"/>
                </a:lnTo>
                <a:lnTo>
                  <a:pt x="8275" y="1236316"/>
                </a:lnTo>
                <a:lnTo>
                  <a:pt x="12453" y="1225749"/>
                </a:lnTo>
                <a:lnTo>
                  <a:pt x="17347" y="1215182"/>
                </a:lnTo>
                <a:lnTo>
                  <a:pt x="22670" y="1204615"/>
                </a:lnTo>
                <a:lnTo>
                  <a:pt x="28136" y="1194049"/>
                </a:lnTo>
                <a:lnTo>
                  <a:pt x="33487" y="1183482"/>
                </a:lnTo>
                <a:lnTo>
                  <a:pt x="38509" y="1172915"/>
                </a:lnTo>
                <a:lnTo>
                  <a:pt x="43043" y="1162348"/>
                </a:lnTo>
                <a:lnTo>
                  <a:pt x="46991" y="1151781"/>
                </a:lnTo>
                <a:lnTo>
                  <a:pt x="50310" y="1141215"/>
                </a:lnTo>
                <a:lnTo>
                  <a:pt x="53006" y="1130648"/>
                </a:lnTo>
                <a:lnTo>
                  <a:pt x="55122" y="1120081"/>
                </a:lnTo>
                <a:lnTo>
                  <a:pt x="56723" y="1109514"/>
                </a:lnTo>
                <a:lnTo>
                  <a:pt x="57892" y="1098947"/>
                </a:lnTo>
                <a:lnTo>
                  <a:pt x="58710" y="1088381"/>
                </a:lnTo>
                <a:lnTo>
                  <a:pt x="59254" y="1077814"/>
                </a:lnTo>
                <a:lnTo>
                  <a:pt x="59594" y="1067247"/>
                </a:lnTo>
                <a:lnTo>
                  <a:pt x="59786" y="1056680"/>
                </a:lnTo>
                <a:lnTo>
                  <a:pt x="59872" y="1046113"/>
                </a:lnTo>
                <a:lnTo>
                  <a:pt x="59886" y="1035547"/>
                </a:lnTo>
                <a:lnTo>
                  <a:pt x="59848" y="1024980"/>
                </a:lnTo>
                <a:lnTo>
                  <a:pt x="59774" y="1014413"/>
                </a:lnTo>
                <a:lnTo>
                  <a:pt x="59674" y="1003846"/>
                </a:lnTo>
                <a:lnTo>
                  <a:pt x="59551" y="993279"/>
                </a:lnTo>
                <a:lnTo>
                  <a:pt x="59411" y="982713"/>
                </a:lnTo>
                <a:lnTo>
                  <a:pt x="59256" y="972146"/>
                </a:lnTo>
                <a:lnTo>
                  <a:pt x="59090" y="961579"/>
                </a:lnTo>
                <a:lnTo>
                  <a:pt x="58916" y="951012"/>
                </a:lnTo>
                <a:lnTo>
                  <a:pt x="58740" y="940445"/>
                </a:lnTo>
                <a:lnTo>
                  <a:pt x="58569" y="929879"/>
                </a:lnTo>
                <a:lnTo>
                  <a:pt x="58411" y="919312"/>
                </a:lnTo>
                <a:lnTo>
                  <a:pt x="58275" y="908745"/>
                </a:lnTo>
                <a:lnTo>
                  <a:pt x="58171" y="898178"/>
                </a:lnTo>
                <a:lnTo>
                  <a:pt x="58110" y="887611"/>
                </a:lnTo>
                <a:lnTo>
                  <a:pt x="58101" y="877045"/>
                </a:lnTo>
                <a:lnTo>
                  <a:pt x="58152" y="866478"/>
                </a:lnTo>
                <a:lnTo>
                  <a:pt x="58267" y="855911"/>
                </a:lnTo>
                <a:lnTo>
                  <a:pt x="58448" y="845344"/>
                </a:lnTo>
                <a:lnTo>
                  <a:pt x="58691" y="834777"/>
                </a:lnTo>
                <a:lnTo>
                  <a:pt x="58986" y="824211"/>
                </a:lnTo>
                <a:lnTo>
                  <a:pt x="59321" y="813644"/>
                </a:lnTo>
                <a:lnTo>
                  <a:pt x="59677" y="803077"/>
                </a:lnTo>
                <a:lnTo>
                  <a:pt x="60033" y="792510"/>
                </a:lnTo>
                <a:lnTo>
                  <a:pt x="60364" y="781943"/>
                </a:lnTo>
                <a:lnTo>
                  <a:pt x="60647" y="771377"/>
                </a:lnTo>
                <a:lnTo>
                  <a:pt x="60862" y="760810"/>
                </a:lnTo>
                <a:lnTo>
                  <a:pt x="60991" y="750243"/>
                </a:lnTo>
                <a:lnTo>
                  <a:pt x="61023" y="739676"/>
                </a:lnTo>
                <a:lnTo>
                  <a:pt x="60956" y="729109"/>
                </a:lnTo>
                <a:lnTo>
                  <a:pt x="60793" y="718543"/>
                </a:lnTo>
                <a:lnTo>
                  <a:pt x="60550" y="707976"/>
                </a:lnTo>
                <a:lnTo>
                  <a:pt x="60246" y="697409"/>
                </a:lnTo>
                <a:lnTo>
                  <a:pt x="59909" y="686842"/>
                </a:lnTo>
                <a:lnTo>
                  <a:pt x="59569" y="676275"/>
                </a:lnTo>
                <a:lnTo>
                  <a:pt x="59258" y="665708"/>
                </a:lnTo>
                <a:lnTo>
                  <a:pt x="59006" y="655142"/>
                </a:lnTo>
                <a:lnTo>
                  <a:pt x="58835" y="644575"/>
                </a:lnTo>
                <a:lnTo>
                  <a:pt x="58761" y="634008"/>
                </a:lnTo>
                <a:lnTo>
                  <a:pt x="58791" y="623441"/>
                </a:lnTo>
                <a:lnTo>
                  <a:pt x="58921" y="612874"/>
                </a:lnTo>
                <a:lnTo>
                  <a:pt x="59139" y="602308"/>
                </a:lnTo>
                <a:lnTo>
                  <a:pt x="59425" y="591741"/>
                </a:lnTo>
                <a:lnTo>
                  <a:pt x="59751" y="581174"/>
                </a:lnTo>
                <a:lnTo>
                  <a:pt x="60092" y="570607"/>
                </a:lnTo>
                <a:lnTo>
                  <a:pt x="60418" y="560040"/>
                </a:lnTo>
                <a:lnTo>
                  <a:pt x="60705" y="549474"/>
                </a:lnTo>
                <a:lnTo>
                  <a:pt x="60933" y="538907"/>
                </a:lnTo>
                <a:lnTo>
                  <a:pt x="61086" y="528340"/>
                </a:lnTo>
                <a:lnTo>
                  <a:pt x="61159" y="517773"/>
                </a:lnTo>
                <a:lnTo>
                  <a:pt x="61149" y="507206"/>
                </a:lnTo>
                <a:lnTo>
                  <a:pt x="61061" y="496640"/>
                </a:lnTo>
                <a:lnTo>
                  <a:pt x="60906" y="486073"/>
                </a:lnTo>
                <a:lnTo>
                  <a:pt x="60696" y="475506"/>
                </a:lnTo>
                <a:lnTo>
                  <a:pt x="60448" y="464939"/>
                </a:lnTo>
                <a:lnTo>
                  <a:pt x="60179" y="454372"/>
                </a:lnTo>
                <a:lnTo>
                  <a:pt x="59907" y="443806"/>
                </a:lnTo>
                <a:lnTo>
                  <a:pt x="59648" y="433239"/>
                </a:lnTo>
                <a:lnTo>
                  <a:pt x="59419" y="422672"/>
                </a:lnTo>
                <a:lnTo>
                  <a:pt x="59231" y="412105"/>
                </a:lnTo>
                <a:lnTo>
                  <a:pt x="59093" y="401538"/>
                </a:lnTo>
                <a:lnTo>
                  <a:pt x="59013" y="390972"/>
                </a:lnTo>
                <a:lnTo>
                  <a:pt x="58992" y="380405"/>
                </a:lnTo>
                <a:lnTo>
                  <a:pt x="59031" y="369838"/>
                </a:lnTo>
                <a:lnTo>
                  <a:pt x="59126" y="359271"/>
                </a:lnTo>
                <a:lnTo>
                  <a:pt x="59271" y="348704"/>
                </a:lnTo>
                <a:lnTo>
                  <a:pt x="59458" y="338138"/>
                </a:lnTo>
                <a:lnTo>
                  <a:pt x="59679" y="327571"/>
                </a:lnTo>
                <a:lnTo>
                  <a:pt x="59922" y="317004"/>
                </a:lnTo>
                <a:lnTo>
                  <a:pt x="60178" y="306437"/>
                </a:lnTo>
                <a:lnTo>
                  <a:pt x="60439" y="295870"/>
                </a:lnTo>
                <a:lnTo>
                  <a:pt x="60694" y="285304"/>
                </a:lnTo>
                <a:lnTo>
                  <a:pt x="60937" y="274737"/>
                </a:lnTo>
                <a:lnTo>
                  <a:pt x="61160" y="264170"/>
                </a:lnTo>
                <a:lnTo>
                  <a:pt x="61356" y="253603"/>
                </a:lnTo>
                <a:lnTo>
                  <a:pt x="61517" y="243036"/>
                </a:lnTo>
                <a:lnTo>
                  <a:pt x="61630" y="232470"/>
                </a:lnTo>
                <a:lnTo>
                  <a:pt x="61680" y="221903"/>
                </a:lnTo>
                <a:lnTo>
                  <a:pt x="61640" y="211336"/>
                </a:lnTo>
                <a:lnTo>
                  <a:pt x="61477" y="200769"/>
                </a:lnTo>
                <a:lnTo>
                  <a:pt x="61142" y="190202"/>
                </a:lnTo>
                <a:lnTo>
                  <a:pt x="60577" y="179636"/>
                </a:lnTo>
                <a:lnTo>
                  <a:pt x="59709" y="169069"/>
                </a:lnTo>
                <a:lnTo>
                  <a:pt x="58454" y="158502"/>
                </a:lnTo>
                <a:lnTo>
                  <a:pt x="56727" y="147935"/>
                </a:lnTo>
                <a:lnTo>
                  <a:pt x="54444" y="137368"/>
                </a:lnTo>
                <a:lnTo>
                  <a:pt x="51534" y="126802"/>
                </a:lnTo>
                <a:lnTo>
                  <a:pt x="47954" y="116235"/>
                </a:lnTo>
                <a:lnTo>
                  <a:pt x="43700" y="105668"/>
                </a:lnTo>
                <a:lnTo>
                  <a:pt x="38819" y="95101"/>
                </a:lnTo>
                <a:lnTo>
                  <a:pt x="33416" y="84534"/>
                </a:lnTo>
                <a:lnTo>
                  <a:pt x="27664" y="73968"/>
                </a:lnTo>
                <a:lnTo>
                  <a:pt x="21790" y="63401"/>
                </a:lnTo>
                <a:lnTo>
                  <a:pt x="16073" y="52834"/>
                </a:lnTo>
                <a:lnTo>
                  <a:pt x="10818" y="42267"/>
                </a:lnTo>
                <a:lnTo>
                  <a:pt x="6332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8" y="31700"/>
                </a:lnTo>
                <a:lnTo>
                  <a:pt x="119182" y="42267"/>
                </a:lnTo>
                <a:lnTo>
                  <a:pt x="113927" y="52834"/>
                </a:lnTo>
                <a:lnTo>
                  <a:pt x="108210" y="63401"/>
                </a:lnTo>
                <a:lnTo>
                  <a:pt x="102336" y="73968"/>
                </a:lnTo>
                <a:lnTo>
                  <a:pt x="96584" y="84534"/>
                </a:lnTo>
                <a:lnTo>
                  <a:pt x="91181" y="95101"/>
                </a:lnTo>
                <a:lnTo>
                  <a:pt x="86300" y="105668"/>
                </a:lnTo>
                <a:lnTo>
                  <a:pt x="82046" y="116235"/>
                </a:lnTo>
                <a:lnTo>
                  <a:pt x="78466" y="126802"/>
                </a:lnTo>
                <a:lnTo>
                  <a:pt x="75556" y="137368"/>
                </a:lnTo>
                <a:lnTo>
                  <a:pt x="73273" y="147935"/>
                </a:lnTo>
                <a:lnTo>
                  <a:pt x="71546" y="158502"/>
                </a:lnTo>
                <a:lnTo>
                  <a:pt x="70291" y="169069"/>
                </a:lnTo>
                <a:lnTo>
                  <a:pt x="69423" y="179636"/>
                </a:lnTo>
                <a:lnTo>
                  <a:pt x="68858" y="190202"/>
                </a:lnTo>
                <a:lnTo>
                  <a:pt x="68523" y="200769"/>
                </a:lnTo>
                <a:lnTo>
                  <a:pt x="68360" y="211336"/>
                </a:lnTo>
                <a:lnTo>
                  <a:pt x="68320" y="221903"/>
                </a:lnTo>
                <a:lnTo>
                  <a:pt x="68370" y="232470"/>
                </a:lnTo>
                <a:lnTo>
                  <a:pt x="68483" y="243036"/>
                </a:lnTo>
                <a:lnTo>
                  <a:pt x="68644" y="253603"/>
                </a:lnTo>
                <a:lnTo>
                  <a:pt x="68840" y="264170"/>
                </a:lnTo>
                <a:lnTo>
                  <a:pt x="69063" y="274737"/>
                </a:lnTo>
                <a:lnTo>
                  <a:pt x="69306" y="285304"/>
                </a:lnTo>
                <a:lnTo>
                  <a:pt x="69561" y="295870"/>
                </a:lnTo>
                <a:lnTo>
                  <a:pt x="69822" y="306437"/>
                </a:lnTo>
                <a:lnTo>
                  <a:pt x="70078" y="317004"/>
                </a:lnTo>
                <a:lnTo>
                  <a:pt x="70321" y="327571"/>
                </a:lnTo>
                <a:lnTo>
                  <a:pt x="70542" y="338138"/>
                </a:lnTo>
                <a:lnTo>
                  <a:pt x="70729" y="348704"/>
                </a:lnTo>
                <a:lnTo>
                  <a:pt x="70874" y="359271"/>
                </a:lnTo>
                <a:lnTo>
                  <a:pt x="70969" y="369838"/>
                </a:lnTo>
                <a:lnTo>
                  <a:pt x="71008" y="380405"/>
                </a:lnTo>
                <a:lnTo>
                  <a:pt x="70987" y="390972"/>
                </a:lnTo>
                <a:lnTo>
                  <a:pt x="70907" y="401538"/>
                </a:lnTo>
                <a:lnTo>
                  <a:pt x="70769" y="412105"/>
                </a:lnTo>
                <a:lnTo>
                  <a:pt x="70581" y="422672"/>
                </a:lnTo>
                <a:lnTo>
                  <a:pt x="70352" y="433239"/>
                </a:lnTo>
                <a:lnTo>
                  <a:pt x="70093" y="443806"/>
                </a:lnTo>
                <a:lnTo>
                  <a:pt x="69821" y="454372"/>
                </a:lnTo>
                <a:lnTo>
                  <a:pt x="69552" y="464939"/>
                </a:lnTo>
                <a:lnTo>
                  <a:pt x="69304" y="475506"/>
                </a:lnTo>
                <a:lnTo>
                  <a:pt x="69094" y="486073"/>
                </a:lnTo>
                <a:lnTo>
                  <a:pt x="68939" y="496640"/>
                </a:lnTo>
                <a:lnTo>
                  <a:pt x="68851" y="507206"/>
                </a:lnTo>
                <a:lnTo>
                  <a:pt x="68841" y="517773"/>
                </a:lnTo>
                <a:lnTo>
                  <a:pt x="68914" y="528340"/>
                </a:lnTo>
                <a:lnTo>
                  <a:pt x="69067" y="538907"/>
                </a:lnTo>
                <a:lnTo>
                  <a:pt x="69295" y="549474"/>
                </a:lnTo>
                <a:lnTo>
                  <a:pt x="69582" y="560040"/>
                </a:lnTo>
                <a:lnTo>
                  <a:pt x="69908" y="570607"/>
                </a:lnTo>
                <a:lnTo>
                  <a:pt x="70249" y="581174"/>
                </a:lnTo>
                <a:lnTo>
                  <a:pt x="70575" y="591741"/>
                </a:lnTo>
                <a:lnTo>
                  <a:pt x="70861" y="602308"/>
                </a:lnTo>
                <a:lnTo>
                  <a:pt x="71079" y="612874"/>
                </a:lnTo>
                <a:lnTo>
                  <a:pt x="71209" y="623441"/>
                </a:lnTo>
                <a:lnTo>
                  <a:pt x="71239" y="634008"/>
                </a:lnTo>
                <a:lnTo>
                  <a:pt x="71165" y="644575"/>
                </a:lnTo>
                <a:lnTo>
                  <a:pt x="70994" y="655142"/>
                </a:lnTo>
                <a:lnTo>
                  <a:pt x="70742" y="665708"/>
                </a:lnTo>
                <a:lnTo>
                  <a:pt x="70431" y="676275"/>
                </a:lnTo>
                <a:lnTo>
                  <a:pt x="70091" y="686842"/>
                </a:lnTo>
                <a:lnTo>
                  <a:pt x="69754" y="697409"/>
                </a:lnTo>
                <a:lnTo>
                  <a:pt x="69450" y="707976"/>
                </a:lnTo>
                <a:lnTo>
                  <a:pt x="69207" y="718543"/>
                </a:lnTo>
                <a:lnTo>
                  <a:pt x="69044" y="729109"/>
                </a:lnTo>
                <a:lnTo>
                  <a:pt x="68977" y="739676"/>
                </a:lnTo>
                <a:lnTo>
                  <a:pt x="69009" y="750243"/>
                </a:lnTo>
                <a:lnTo>
                  <a:pt x="69138" y="760810"/>
                </a:lnTo>
                <a:lnTo>
                  <a:pt x="69353" y="771377"/>
                </a:lnTo>
                <a:lnTo>
                  <a:pt x="69636" y="781943"/>
                </a:lnTo>
                <a:lnTo>
                  <a:pt x="69967" y="792510"/>
                </a:lnTo>
                <a:lnTo>
                  <a:pt x="70323" y="803077"/>
                </a:lnTo>
                <a:lnTo>
                  <a:pt x="70679" y="813644"/>
                </a:lnTo>
                <a:lnTo>
                  <a:pt x="71014" y="824211"/>
                </a:lnTo>
                <a:lnTo>
                  <a:pt x="71309" y="834777"/>
                </a:lnTo>
                <a:lnTo>
                  <a:pt x="71552" y="845344"/>
                </a:lnTo>
                <a:lnTo>
                  <a:pt x="71733" y="855911"/>
                </a:lnTo>
                <a:lnTo>
                  <a:pt x="71848" y="866478"/>
                </a:lnTo>
                <a:lnTo>
                  <a:pt x="71899" y="877045"/>
                </a:lnTo>
                <a:lnTo>
                  <a:pt x="71890" y="887611"/>
                </a:lnTo>
                <a:lnTo>
                  <a:pt x="71829" y="898178"/>
                </a:lnTo>
                <a:lnTo>
                  <a:pt x="71725" y="908745"/>
                </a:lnTo>
                <a:lnTo>
                  <a:pt x="71589" y="919312"/>
                </a:lnTo>
                <a:lnTo>
                  <a:pt x="71431" y="929879"/>
                </a:lnTo>
                <a:lnTo>
                  <a:pt x="71260" y="940445"/>
                </a:lnTo>
                <a:lnTo>
                  <a:pt x="71084" y="951012"/>
                </a:lnTo>
                <a:lnTo>
                  <a:pt x="70910" y="961579"/>
                </a:lnTo>
                <a:lnTo>
                  <a:pt x="70744" y="972146"/>
                </a:lnTo>
                <a:lnTo>
                  <a:pt x="70589" y="982713"/>
                </a:lnTo>
                <a:lnTo>
                  <a:pt x="70449" y="993279"/>
                </a:lnTo>
                <a:lnTo>
                  <a:pt x="70326" y="1003846"/>
                </a:lnTo>
                <a:lnTo>
                  <a:pt x="70226" y="1014413"/>
                </a:lnTo>
                <a:lnTo>
                  <a:pt x="70152" y="1024980"/>
                </a:lnTo>
                <a:lnTo>
                  <a:pt x="70114" y="1035547"/>
                </a:lnTo>
                <a:lnTo>
                  <a:pt x="70128" y="1046113"/>
                </a:lnTo>
                <a:lnTo>
                  <a:pt x="70214" y="1056680"/>
                </a:lnTo>
                <a:lnTo>
                  <a:pt x="70406" y="1067247"/>
                </a:lnTo>
                <a:lnTo>
                  <a:pt x="70746" y="1077814"/>
                </a:lnTo>
                <a:lnTo>
                  <a:pt x="71290" y="1088381"/>
                </a:lnTo>
                <a:lnTo>
                  <a:pt x="72108" y="1098947"/>
                </a:lnTo>
                <a:lnTo>
                  <a:pt x="73277" y="1109514"/>
                </a:lnTo>
                <a:lnTo>
                  <a:pt x="74878" y="1120081"/>
                </a:lnTo>
                <a:lnTo>
                  <a:pt x="76994" y="1130648"/>
                </a:lnTo>
                <a:lnTo>
                  <a:pt x="79690" y="1141215"/>
                </a:lnTo>
                <a:lnTo>
                  <a:pt x="83009" y="1151781"/>
                </a:lnTo>
                <a:lnTo>
                  <a:pt x="86957" y="1162348"/>
                </a:lnTo>
                <a:lnTo>
                  <a:pt x="91491" y="1172915"/>
                </a:lnTo>
                <a:lnTo>
                  <a:pt x="96513" y="1183482"/>
                </a:lnTo>
                <a:lnTo>
                  <a:pt x="101864" y="1194049"/>
                </a:lnTo>
                <a:lnTo>
                  <a:pt x="107330" y="1204615"/>
                </a:lnTo>
                <a:lnTo>
                  <a:pt x="112653" y="1215182"/>
                </a:lnTo>
                <a:lnTo>
                  <a:pt x="117547" y="1225749"/>
                </a:lnTo>
                <a:lnTo>
                  <a:pt x="121725" y="1236316"/>
                </a:lnTo>
                <a:lnTo>
                  <a:pt x="124925" y="1246883"/>
                </a:lnTo>
                <a:lnTo>
                  <a:pt x="126937" y="1257449"/>
                </a:lnTo>
                <a:lnTo>
                  <a:pt x="127623" y="1268016"/>
                </a:lnTo>
                <a:lnTo>
                  <a:pt x="127623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5" name="01_find_only_3084">
            <a:extLst>
              <a:ext uri="{FF2B5EF4-FFF2-40B4-BE49-F238E27FC236}">
                <a16:creationId xmlns:a16="http://schemas.microsoft.com/office/drawing/2014/main" id="{8060662A-7D79-41C6-8D7D-DDE524F46DE9}"/>
              </a:ext>
            </a:extLst>
          </p:cNvPr>
          <p:cNvSpPr>
            <a:spLocks noGrp="1"/>
          </p:cNvSpPr>
          <p:nvPr/>
        </p:nvSpPr>
        <p:spPr>
          <a:xfrm>
            <a:off x="782337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2175" y="1268016"/>
                </a:moveTo>
                <a:lnTo>
                  <a:pt x="7825" y="1268016"/>
                </a:lnTo>
                <a:lnTo>
                  <a:pt x="8451" y="1257449"/>
                </a:lnTo>
                <a:lnTo>
                  <a:pt x="10285" y="1246883"/>
                </a:lnTo>
                <a:lnTo>
                  <a:pt x="13203" y="1236316"/>
                </a:lnTo>
                <a:lnTo>
                  <a:pt x="17012" y="1225749"/>
                </a:lnTo>
                <a:lnTo>
                  <a:pt x="21474" y="1215182"/>
                </a:lnTo>
                <a:lnTo>
                  <a:pt x="26326" y="1204615"/>
                </a:lnTo>
                <a:lnTo>
                  <a:pt x="31308" y="1194049"/>
                </a:lnTo>
                <a:lnTo>
                  <a:pt x="36185" y="1183482"/>
                </a:lnTo>
                <a:lnTo>
                  <a:pt x="40761" y="1172915"/>
                </a:lnTo>
                <a:lnTo>
                  <a:pt x="44892" y="1162348"/>
                </a:lnTo>
                <a:lnTo>
                  <a:pt x="48487" y="1151781"/>
                </a:lnTo>
                <a:lnTo>
                  <a:pt x="51509" y="1141215"/>
                </a:lnTo>
                <a:lnTo>
                  <a:pt x="53961" y="1130648"/>
                </a:lnTo>
                <a:lnTo>
                  <a:pt x="55884" y="1120081"/>
                </a:lnTo>
                <a:lnTo>
                  <a:pt x="57339" y="1109514"/>
                </a:lnTo>
                <a:lnTo>
                  <a:pt x="58398" y="1098947"/>
                </a:lnTo>
                <a:lnTo>
                  <a:pt x="59138" y="1088381"/>
                </a:lnTo>
                <a:lnTo>
                  <a:pt x="59629" y="1077814"/>
                </a:lnTo>
                <a:lnTo>
                  <a:pt x="59934" y="1067247"/>
                </a:lnTo>
                <a:lnTo>
                  <a:pt x="60104" y="1056680"/>
                </a:lnTo>
                <a:lnTo>
                  <a:pt x="60178" y="1046113"/>
                </a:lnTo>
                <a:lnTo>
                  <a:pt x="60186" y="1035547"/>
                </a:lnTo>
                <a:lnTo>
                  <a:pt x="60148" y="1024980"/>
                </a:lnTo>
                <a:lnTo>
                  <a:pt x="60077" y="1014413"/>
                </a:lnTo>
                <a:lnTo>
                  <a:pt x="59981" y="1003846"/>
                </a:lnTo>
                <a:lnTo>
                  <a:pt x="59865" y="993279"/>
                </a:lnTo>
                <a:lnTo>
                  <a:pt x="59732" y="982713"/>
                </a:lnTo>
                <a:lnTo>
                  <a:pt x="59586" y="972146"/>
                </a:lnTo>
                <a:lnTo>
                  <a:pt x="59429" y="961579"/>
                </a:lnTo>
                <a:lnTo>
                  <a:pt x="59265" y="951012"/>
                </a:lnTo>
                <a:lnTo>
                  <a:pt x="59099" y="940445"/>
                </a:lnTo>
                <a:lnTo>
                  <a:pt x="58938" y="929879"/>
                </a:lnTo>
                <a:lnTo>
                  <a:pt x="58789" y="919312"/>
                </a:lnTo>
                <a:lnTo>
                  <a:pt x="58661" y="908745"/>
                </a:lnTo>
                <a:lnTo>
                  <a:pt x="58564" y="898178"/>
                </a:lnTo>
                <a:lnTo>
                  <a:pt x="58507" y="887611"/>
                </a:lnTo>
                <a:lnTo>
                  <a:pt x="58499" y="877045"/>
                </a:lnTo>
                <a:lnTo>
                  <a:pt x="58548" y="866478"/>
                </a:lnTo>
                <a:lnTo>
                  <a:pt x="58659" y="855911"/>
                </a:lnTo>
                <a:lnTo>
                  <a:pt x="58833" y="845344"/>
                </a:lnTo>
                <a:lnTo>
                  <a:pt x="59067" y="834777"/>
                </a:lnTo>
                <a:lnTo>
                  <a:pt x="59354" y="824211"/>
                </a:lnTo>
                <a:lnTo>
                  <a:pt x="59681" y="813644"/>
                </a:lnTo>
                <a:lnTo>
                  <a:pt x="60032" y="803077"/>
                </a:lnTo>
                <a:lnTo>
                  <a:pt x="60388" y="792510"/>
                </a:lnTo>
                <a:lnTo>
                  <a:pt x="60727" y="781943"/>
                </a:lnTo>
                <a:lnTo>
                  <a:pt x="61030" y="771377"/>
                </a:lnTo>
                <a:lnTo>
                  <a:pt x="61277" y="760810"/>
                </a:lnTo>
                <a:lnTo>
                  <a:pt x="61452" y="750243"/>
                </a:lnTo>
                <a:lnTo>
                  <a:pt x="61546" y="739676"/>
                </a:lnTo>
                <a:lnTo>
                  <a:pt x="61554" y="729109"/>
                </a:lnTo>
                <a:lnTo>
                  <a:pt x="61480" y="718543"/>
                </a:lnTo>
                <a:lnTo>
                  <a:pt x="61334" y="707976"/>
                </a:lnTo>
                <a:lnTo>
                  <a:pt x="61133" y="697409"/>
                </a:lnTo>
                <a:lnTo>
                  <a:pt x="60898" y="686842"/>
                </a:lnTo>
                <a:lnTo>
                  <a:pt x="60655" y="676275"/>
                </a:lnTo>
                <a:lnTo>
                  <a:pt x="60429" y="665708"/>
                </a:lnTo>
                <a:lnTo>
                  <a:pt x="60243" y="655142"/>
                </a:lnTo>
                <a:lnTo>
                  <a:pt x="60118" y="644575"/>
                </a:lnTo>
                <a:lnTo>
                  <a:pt x="60066" y="634008"/>
                </a:lnTo>
                <a:lnTo>
                  <a:pt x="60095" y="623441"/>
                </a:lnTo>
                <a:lnTo>
                  <a:pt x="60204" y="612874"/>
                </a:lnTo>
                <a:lnTo>
                  <a:pt x="60384" y="602308"/>
                </a:lnTo>
                <a:lnTo>
                  <a:pt x="60621" y="591741"/>
                </a:lnTo>
                <a:lnTo>
                  <a:pt x="60899" y="581174"/>
                </a:lnTo>
                <a:lnTo>
                  <a:pt x="61199" y="570607"/>
                </a:lnTo>
                <a:lnTo>
                  <a:pt x="61500" y="560040"/>
                </a:lnTo>
                <a:lnTo>
                  <a:pt x="61787" y="549474"/>
                </a:lnTo>
                <a:lnTo>
                  <a:pt x="62044" y="538907"/>
                </a:lnTo>
                <a:lnTo>
                  <a:pt x="62263" y="528340"/>
                </a:lnTo>
                <a:lnTo>
                  <a:pt x="62436" y="517773"/>
                </a:lnTo>
                <a:lnTo>
                  <a:pt x="62560" y="507206"/>
                </a:lnTo>
                <a:lnTo>
                  <a:pt x="62635" y="496640"/>
                </a:lnTo>
                <a:lnTo>
                  <a:pt x="62660" y="486073"/>
                </a:lnTo>
                <a:lnTo>
                  <a:pt x="62640" y="475506"/>
                </a:lnTo>
                <a:lnTo>
                  <a:pt x="62574" y="464939"/>
                </a:lnTo>
                <a:lnTo>
                  <a:pt x="62467" y="454372"/>
                </a:lnTo>
                <a:lnTo>
                  <a:pt x="62321" y="443806"/>
                </a:lnTo>
                <a:lnTo>
                  <a:pt x="62139" y="433239"/>
                </a:lnTo>
                <a:lnTo>
                  <a:pt x="61923" y="422672"/>
                </a:lnTo>
                <a:lnTo>
                  <a:pt x="61679" y="412105"/>
                </a:lnTo>
                <a:lnTo>
                  <a:pt x="61412" y="401538"/>
                </a:lnTo>
                <a:lnTo>
                  <a:pt x="61129" y="390972"/>
                </a:lnTo>
                <a:lnTo>
                  <a:pt x="60838" y="380405"/>
                </a:lnTo>
                <a:lnTo>
                  <a:pt x="60549" y="369838"/>
                </a:lnTo>
                <a:lnTo>
                  <a:pt x="60271" y="359271"/>
                </a:lnTo>
                <a:lnTo>
                  <a:pt x="60015" y="348704"/>
                </a:lnTo>
                <a:lnTo>
                  <a:pt x="59789" y="338138"/>
                </a:lnTo>
                <a:lnTo>
                  <a:pt x="59603" y="327571"/>
                </a:lnTo>
                <a:lnTo>
                  <a:pt x="59462" y="317004"/>
                </a:lnTo>
                <a:lnTo>
                  <a:pt x="59370" y="306437"/>
                </a:lnTo>
                <a:lnTo>
                  <a:pt x="59328" y="295870"/>
                </a:lnTo>
                <a:lnTo>
                  <a:pt x="59336" y="285304"/>
                </a:lnTo>
                <a:lnTo>
                  <a:pt x="59389" y="274737"/>
                </a:lnTo>
                <a:lnTo>
                  <a:pt x="59481" y="264170"/>
                </a:lnTo>
                <a:lnTo>
                  <a:pt x="59603" y="253603"/>
                </a:lnTo>
                <a:lnTo>
                  <a:pt x="59742" y="243036"/>
                </a:lnTo>
                <a:lnTo>
                  <a:pt x="59881" y="232470"/>
                </a:lnTo>
                <a:lnTo>
                  <a:pt x="59996" y="221903"/>
                </a:lnTo>
                <a:lnTo>
                  <a:pt x="60053" y="211336"/>
                </a:lnTo>
                <a:lnTo>
                  <a:pt x="60011" y="200769"/>
                </a:lnTo>
                <a:lnTo>
                  <a:pt x="59814" y="190202"/>
                </a:lnTo>
                <a:lnTo>
                  <a:pt x="59396" y="179636"/>
                </a:lnTo>
                <a:lnTo>
                  <a:pt x="58677" y="169069"/>
                </a:lnTo>
                <a:lnTo>
                  <a:pt x="57570" y="158502"/>
                </a:lnTo>
                <a:lnTo>
                  <a:pt x="55984" y="147935"/>
                </a:lnTo>
                <a:lnTo>
                  <a:pt x="53830" y="137368"/>
                </a:lnTo>
                <a:lnTo>
                  <a:pt x="51038" y="126802"/>
                </a:lnTo>
                <a:lnTo>
                  <a:pt x="47561" y="116235"/>
                </a:lnTo>
                <a:lnTo>
                  <a:pt x="43395" y="105668"/>
                </a:lnTo>
                <a:lnTo>
                  <a:pt x="38588" y="95101"/>
                </a:lnTo>
                <a:lnTo>
                  <a:pt x="33247" y="84534"/>
                </a:lnTo>
                <a:lnTo>
                  <a:pt x="27543" y="73968"/>
                </a:lnTo>
                <a:lnTo>
                  <a:pt x="21707" y="63401"/>
                </a:lnTo>
                <a:lnTo>
                  <a:pt x="16019" y="52834"/>
                </a:lnTo>
                <a:lnTo>
                  <a:pt x="10785" y="42267"/>
                </a:lnTo>
                <a:lnTo>
                  <a:pt x="6314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6" y="31700"/>
                </a:lnTo>
                <a:lnTo>
                  <a:pt x="119215" y="42267"/>
                </a:lnTo>
                <a:lnTo>
                  <a:pt x="113981" y="52834"/>
                </a:lnTo>
                <a:lnTo>
                  <a:pt x="108293" y="63401"/>
                </a:lnTo>
                <a:lnTo>
                  <a:pt x="102457" y="73968"/>
                </a:lnTo>
                <a:lnTo>
                  <a:pt x="96753" y="84534"/>
                </a:lnTo>
                <a:lnTo>
                  <a:pt x="91412" y="95101"/>
                </a:lnTo>
                <a:lnTo>
                  <a:pt x="86605" y="105668"/>
                </a:lnTo>
                <a:lnTo>
                  <a:pt x="82439" y="116235"/>
                </a:lnTo>
                <a:lnTo>
                  <a:pt x="78962" y="126802"/>
                </a:lnTo>
                <a:lnTo>
                  <a:pt x="76170" y="137368"/>
                </a:lnTo>
                <a:lnTo>
                  <a:pt x="74016" y="147935"/>
                </a:lnTo>
                <a:lnTo>
                  <a:pt x="72430" y="158502"/>
                </a:lnTo>
                <a:lnTo>
                  <a:pt x="71323" y="169069"/>
                </a:lnTo>
                <a:lnTo>
                  <a:pt x="70604" y="179636"/>
                </a:lnTo>
                <a:lnTo>
                  <a:pt x="70186" y="190202"/>
                </a:lnTo>
                <a:lnTo>
                  <a:pt x="69989" y="200769"/>
                </a:lnTo>
                <a:lnTo>
                  <a:pt x="69947" y="211336"/>
                </a:lnTo>
                <a:lnTo>
                  <a:pt x="70004" y="221903"/>
                </a:lnTo>
                <a:lnTo>
                  <a:pt x="70119" y="232470"/>
                </a:lnTo>
                <a:lnTo>
                  <a:pt x="70258" y="243036"/>
                </a:lnTo>
                <a:lnTo>
                  <a:pt x="70397" y="253603"/>
                </a:lnTo>
                <a:lnTo>
                  <a:pt x="70519" y="264170"/>
                </a:lnTo>
                <a:lnTo>
                  <a:pt x="70611" y="274737"/>
                </a:lnTo>
                <a:lnTo>
                  <a:pt x="70664" y="285304"/>
                </a:lnTo>
                <a:lnTo>
                  <a:pt x="70672" y="295870"/>
                </a:lnTo>
                <a:lnTo>
                  <a:pt x="70630" y="306437"/>
                </a:lnTo>
                <a:lnTo>
                  <a:pt x="70538" y="317004"/>
                </a:lnTo>
                <a:lnTo>
                  <a:pt x="70397" y="327571"/>
                </a:lnTo>
                <a:lnTo>
                  <a:pt x="70211" y="338138"/>
                </a:lnTo>
                <a:lnTo>
                  <a:pt x="69985" y="348704"/>
                </a:lnTo>
                <a:lnTo>
                  <a:pt x="69729" y="359271"/>
                </a:lnTo>
                <a:lnTo>
                  <a:pt x="69451" y="369838"/>
                </a:lnTo>
                <a:lnTo>
                  <a:pt x="69162" y="380405"/>
                </a:lnTo>
                <a:lnTo>
                  <a:pt x="68871" y="390972"/>
                </a:lnTo>
                <a:lnTo>
                  <a:pt x="68588" y="401538"/>
                </a:lnTo>
                <a:lnTo>
                  <a:pt x="68321" y="412105"/>
                </a:lnTo>
                <a:lnTo>
                  <a:pt x="68077" y="422672"/>
                </a:lnTo>
                <a:lnTo>
                  <a:pt x="67861" y="433239"/>
                </a:lnTo>
                <a:lnTo>
                  <a:pt x="67679" y="443806"/>
                </a:lnTo>
                <a:lnTo>
                  <a:pt x="67533" y="454372"/>
                </a:lnTo>
                <a:lnTo>
                  <a:pt x="67426" y="464939"/>
                </a:lnTo>
                <a:lnTo>
                  <a:pt x="67360" y="475506"/>
                </a:lnTo>
                <a:lnTo>
                  <a:pt x="67340" y="486073"/>
                </a:lnTo>
                <a:lnTo>
                  <a:pt x="67365" y="496640"/>
                </a:lnTo>
                <a:lnTo>
                  <a:pt x="67440" y="507206"/>
                </a:lnTo>
                <a:lnTo>
                  <a:pt x="67564" y="517773"/>
                </a:lnTo>
                <a:lnTo>
                  <a:pt x="67737" y="528340"/>
                </a:lnTo>
                <a:lnTo>
                  <a:pt x="67956" y="538907"/>
                </a:lnTo>
                <a:lnTo>
                  <a:pt x="68213" y="549474"/>
                </a:lnTo>
                <a:lnTo>
                  <a:pt x="68500" y="560040"/>
                </a:lnTo>
                <a:lnTo>
                  <a:pt x="68801" y="570607"/>
                </a:lnTo>
                <a:lnTo>
                  <a:pt x="69101" y="581174"/>
                </a:lnTo>
                <a:lnTo>
                  <a:pt x="69379" y="591741"/>
                </a:lnTo>
                <a:lnTo>
                  <a:pt x="69616" y="602308"/>
                </a:lnTo>
                <a:lnTo>
                  <a:pt x="69796" y="612874"/>
                </a:lnTo>
                <a:lnTo>
                  <a:pt x="69905" y="623441"/>
                </a:lnTo>
                <a:lnTo>
                  <a:pt x="69934" y="634008"/>
                </a:lnTo>
                <a:lnTo>
                  <a:pt x="69882" y="644575"/>
                </a:lnTo>
                <a:lnTo>
                  <a:pt x="69757" y="655142"/>
                </a:lnTo>
                <a:lnTo>
                  <a:pt x="69571" y="665708"/>
                </a:lnTo>
                <a:lnTo>
                  <a:pt x="69345" y="676275"/>
                </a:lnTo>
                <a:lnTo>
                  <a:pt x="69102" y="686842"/>
                </a:lnTo>
                <a:lnTo>
                  <a:pt x="68867" y="697409"/>
                </a:lnTo>
                <a:lnTo>
                  <a:pt x="68666" y="707976"/>
                </a:lnTo>
                <a:lnTo>
                  <a:pt x="68520" y="718543"/>
                </a:lnTo>
                <a:lnTo>
                  <a:pt x="68446" y="729109"/>
                </a:lnTo>
                <a:lnTo>
                  <a:pt x="68454" y="739676"/>
                </a:lnTo>
                <a:lnTo>
                  <a:pt x="68548" y="750243"/>
                </a:lnTo>
                <a:lnTo>
                  <a:pt x="68723" y="760810"/>
                </a:lnTo>
                <a:lnTo>
                  <a:pt x="68970" y="771377"/>
                </a:lnTo>
                <a:lnTo>
                  <a:pt x="69273" y="781943"/>
                </a:lnTo>
                <a:lnTo>
                  <a:pt x="69612" y="792510"/>
                </a:lnTo>
                <a:lnTo>
                  <a:pt x="69968" y="803077"/>
                </a:lnTo>
                <a:lnTo>
                  <a:pt x="70319" y="813644"/>
                </a:lnTo>
                <a:lnTo>
                  <a:pt x="70646" y="824211"/>
                </a:lnTo>
                <a:lnTo>
                  <a:pt x="70933" y="834777"/>
                </a:lnTo>
                <a:lnTo>
                  <a:pt x="71167" y="845344"/>
                </a:lnTo>
                <a:lnTo>
                  <a:pt x="71341" y="855911"/>
                </a:lnTo>
                <a:lnTo>
                  <a:pt x="71452" y="866478"/>
                </a:lnTo>
                <a:lnTo>
                  <a:pt x="71501" y="877045"/>
                </a:lnTo>
                <a:lnTo>
                  <a:pt x="71493" y="887611"/>
                </a:lnTo>
                <a:lnTo>
                  <a:pt x="71436" y="898178"/>
                </a:lnTo>
                <a:lnTo>
                  <a:pt x="71339" y="908745"/>
                </a:lnTo>
                <a:lnTo>
                  <a:pt x="71211" y="919312"/>
                </a:lnTo>
                <a:lnTo>
                  <a:pt x="71062" y="929879"/>
                </a:lnTo>
                <a:lnTo>
                  <a:pt x="70901" y="940445"/>
                </a:lnTo>
                <a:lnTo>
                  <a:pt x="70735" y="951012"/>
                </a:lnTo>
                <a:lnTo>
                  <a:pt x="70571" y="961579"/>
                </a:lnTo>
                <a:lnTo>
                  <a:pt x="70414" y="972146"/>
                </a:lnTo>
                <a:lnTo>
                  <a:pt x="70268" y="982713"/>
                </a:lnTo>
                <a:lnTo>
                  <a:pt x="70135" y="993279"/>
                </a:lnTo>
                <a:lnTo>
                  <a:pt x="70019" y="1003846"/>
                </a:lnTo>
                <a:lnTo>
                  <a:pt x="69923" y="1014413"/>
                </a:lnTo>
                <a:lnTo>
                  <a:pt x="69852" y="1024980"/>
                </a:lnTo>
                <a:lnTo>
                  <a:pt x="69814" y="1035547"/>
                </a:lnTo>
                <a:lnTo>
                  <a:pt x="69822" y="1046113"/>
                </a:lnTo>
                <a:lnTo>
                  <a:pt x="69896" y="1056680"/>
                </a:lnTo>
                <a:lnTo>
                  <a:pt x="70066" y="1067247"/>
                </a:lnTo>
                <a:lnTo>
                  <a:pt x="70371" y="1077814"/>
                </a:lnTo>
                <a:lnTo>
                  <a:pt x="70862" y="1088381"/>
                </a:lnTo>
                <a:lnTo>
                  <a:pt x="71602" y="1098947"/>
                </a:lnTo>
                <a:lnTo>
                  <a:pt x="72661" y="1109514"/>
                </a:lnTo>
                <a:lnTo>
                  <a:pt x="74116" y="1120081"/>
                </a:lnTo>
                <a:lnTo>
                  <a:pt x="76039" y="1130648"/>
                </a:lnTo>
                <a:lnTo>
                  <a:pt x="78491" y="1141215"/>
                </a:lnTo>
                <a:lnTo>
                  <a:pt x="81513" y="1151781"/>
                </a:lnTo>
                <a:lnTo>
                  <a:pt x="85108" y="1162348"/>
                </a:lnTo>
                <a:lnTo>
                  <a:pt x="89239" y="1172915"/>
                </a:lnTo>
                <a:lnTo>
                  <a:pt x="93815" y="1183482"/>
                </a:lnTo>
                <a:lnTo>
                  <a:pt x="98692" y="1194049"/>
                </a:lnTo>
                <a:lnTo>
                  <a:pt x="103674" y="1204615"/>
                </a:lnTo>
                <a:lnTo>
                  <a:pt x="108526" y="1215182"/>
                </a:lnTo>
                <a:lnTo>
                  <a:pt x="112988" y="1225749"/>
                </a:lnTo>
                <a:lnTo>
                  <a:pt x="116797" y="1236316"/>
                </a:lnTo>
                <a:lnTo>
                  <a:pt x="119715" y="1246883"/>
                </a:lnTo>
                <a:lnTo>
                  <a:pt x="121549" y="1257449"/>
                </a:lnTo>
                <a:lnTo>
                  <a:pt x="122175" y="1268016"/>
                </a:lnTo>
                <a:lnTo>
                  <a:pt x="122175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6" name="01_find_only_3085">
            <a:extLst>
              <a:ext uri="{FF2B5EF4-FFF2-40B4-BE49-F238E27FC236}">
                <a16:creationId xmlns:a16="http://schemas.microsoft.com/office/drawing/2014/main" id="{47851E03-82FF-4A73-8937-C82ED6DEA0E4}"/>
              </a:ext>
            </a:extLst>
          </p:cNvPr>
          <p:cNvSpPr>
            <a:spLocks noGrp="1"/>
          </p:cNvSpPr>
          <p:nvPr/>
        </p:nvSpPr>
        <p:spPr>
          <a:xfrm>
            <a:off x="636174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7" name="text_3086">
            <a:extLst>
              <a:ext uri="{FF2B5EF4-FFF2-40B4-BE49-F238E27FC236}">
                <a16:creationId xmlns:a16="http://schemas.microsoft.com/office/drawing/2014/main" id="{7B3BD0D6-9FEC-4FBA-A0E3-1646C07BBF21}"/>
              </a:ext>
            </a:extLst>
          </p:cNvPr>
          <p:cNvSpPr>
            <a:spLocks noGrp="1"/>
          </p:cNvSpPr>
          <p:nvPr/>
        </p:nvSpPr>
        <p:spPr>
          <a:xfrm>
            <a:off x="6335497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088" name="01_find_only_3087">
            <a:extLst>
              <a:ext uri="{FF2B5EF4-FFF2-40B4-BE49-F238E27FC236}">
                <a16:creationId xmlns:a16="http://schemas.microsoft.com/office/drawing/2014/main" id="{13FA12FA-A7D2-4624-AA72-DC097FA00E90}"/>
              </a:ext>
            </a:extLst>
          </p:cNvPr>
          <p:cNvSpPr>
            <a:spLocks noGrp="1"/>
          </p:cNvSpPr>
          <p:nvPr/>
        </p:nvSpPr>
        <p:spPr>
          <a:xfrm>
            <a:off x="661638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9" name="text_3088">
            <a:extLst>
              <a:ext uri="{FF2B5EF4-FFF2-40B4-BE49-F238E27FC236}">
                <a16:creationId xmlns:a16="http://schemas.microsoft.com/office/drawing/2014/main" id="{8C186EC8-38E2-40E5-9F29-8896103AF6F7}"/>
              </a:ext>
            </a:extLst>
          </p:cNvPr>
          <p:cNvSpPr>
            <a:spLocks noGrp="1"/>
          </p:cNvSpPr>
          <p:nvPr/>
        </p:nvSpPr>
        <p:spPr>
          <a:xfrm>
            <a:off x="6563883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090" name="01_find_only_3089">
            <a:extLst>
              <a:ext uri="{FF2B5EF4-FFF2-40B4-BE49-F238E27FC236}">
                <a16:creationId xmlns:a16="http://schemas.microsoft.com/office/drawing/2014/main" id="{A11B27C3-EA74-4937-AF9F-E808D7D381BF}"/>
              </a:ext>
            </a:extLst>
          </p:cNvPr>
          <p:cNvSpPr>
            <a:spLocks noGrp="1"/>
          </p:cNvSpPr>
          <p:nvPr/>
        </p:nvSpPr>
        <p:spPr>
          <a:xfrm>
            <a:off x="6871026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1" name="text_3090">
            <a:extLst>
              <a:ext uri="{FF2B5EF4-FFF2-40B4-BE49-F238E27FC236}">
                <a16:creationId xmlns:a16="http://schemas.microsoft.com/office/drawing/2014/main" id="{9E31E0FA-5A81-45EF-AD0C-928C6743D804}"/>
              </a:ext>
            </a:extLst>
          </p:cNvPr>
          <p:cNvSpPr>
            <a:spLocks noGrp="1"/>
          </p:cNvSpPr>
          <p:nvPr/>
        </p:nvSpPr>
        <p:spPr>
          <a:xfrm>
            <a:off x="6792271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092" name="01_find_only_3091">
            <a:extLst>
              <a:ext uri="{FF2B5EF4-FFF2-40B4-BE49-F238E27FC236}">
                <a16:creationId xmlns:a16="http://schemas.microsoft.com/office/drawing/2014/main" id="{0B641C91-C97F-4066-AA0C-DC79FD936E65}"/>
              </a:ext>
            </a:extLst>
          </p:cNvPr>
          <p:cNvSpPr>
            <a:spLocks noGrp="1"/>
          </p:cNvSpPr>
          <p:nvPr/>
        </p:nvSpPr>
        <p:spPr>
          <a:xfrm>
            <a:off x="7380304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3" name="text_3092">
            <a:extLst>
              <a:ext uri="{FF2B5EF4-FFF2-40B4-BE49-F238E27FC236}">
                <a16:creationId xmlns:a16="http://schemas.microsoft.com/office/drawing/2014/main" id="{E462816B-5C83-4DCC-9137-85CEC3B0C355}"/>
              </a:ext>
            </a:extLst>
          </p:cNvPr>
          <p:cNvSpPr>
            <a:spLocks noGrp="1"/>
          </p:cNvSpPr>
          <p:nvPr/>
        </p:nvSpPr>
        <p:spPr>
          <a:xfrm>
            <a:off x="7301549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3094" name="01_find_only_3093">
            <a:extLst>
              <a:ext uri="{FF2B5EF4-FFF2-40B4-BE49-F238E27FC236}">
                <a16:creationId xmlns:a16="http://schemas.microsoft.com/office/drawing/2014/main" id="{804F383F-3036-480D-A982-CCD7E7C12A7E}"/>
              </a:ext>
            </a:extLst>
          </p:cNvPr>
          <p:cNvSpPr>
            <a:spLocks noGrp="1"/>
          </p:cNvSpPr>
          <p:nvPr/>
        </p:nvSpPr>
        <p:spPr>
          <a:xfrm>
            <a:off x="7889582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5" name="text_3094">
            <a:extLst>
              <a:ext uri="{FF2B5EF4-FFF2-40B4-BE49-F238E27FC236}">
                <a16:creationId xmlns:a16="http://schemas.microsoft.com/office/drawing/2014/main" id="{468DD670-E837-4B30-8FE6-3D5ABE3E1DCD}"/>
              </a:ext>
            </a:extLst>
          </p:cNvPr>
          <p:cNvSpPr>
            <a:spLocks noGrp="1"/>
          </p:cNvSpPr>
          <p:nvPr/>
        </p:nvSpPr>
        <p:spPr>
          <a:xfrm>
            <a:off x="7810827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3096" name="text_3095">
            <a:extLst>
              <a:ext uri="{FF2B5EF4-FFF2-40B4-BE49-F238E27FC236}">
                <a16:creationId xmlns:a16="http://schemas.microsoft.com/office/drawing/2014/main" id="{6E82CA3C-1B5B-4D9B-88ED-6998D8A7141B}"/>
              </a:ext>
            </a:extLst>
          </p:cNvPr>
          <p:cNvSpPr>
            <a:spLocks noGrp="1"/>
          </p:cNvSpPr>
          <p:nvPr/>
        </p:nvSpPr>
        <p:spPr>
          <a:xfrm>
            <a:off x="655141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3097" name="01_find_only_3096">
            <a:extLst>
              <a:ext uri="{FF2B5EF4-FFF2-40B4-BE49-F238E27FC236}">
                <a16:creationId xmlns:a16="http://schemas.microsoft.com/office/drawing/2014/main" id="{03176C42-24D0-4217-9629-61E617B47A14}"/>
              </a:ext>
            </a:extLst>
          </p:cNvPr>
          <p:cNvSpPr>
            <a:spLocks noGrp="1"/>
          </p:cNvSpPr>
          <p:nvPr/>
        </p:nvSpPr>
        <p:spPr>
          <a:xfrm>
            <a:off x="6346469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098" name="01_find_only_3097">
            <a:extLst>
              <a:ext uri="{FF2B5EF4-FFF2-40B4-BE49-F238E27FC236}">
                <a16:creationId xmlns:a16="http://schemas.microsoft.com/office/drawing/2014/main" id="{379466A9-99D5-4AE6-A2FC-45201339382B}"/>
              </a:ext>
            </a:extLst>
          </p:cNvPr>
          <p:cNvSpPr>
            <a:spLocks noGrp="1"/>
          </p:cNvSpPr>
          <p:nvPr/>
        </p:nvSpPr>
        <p:spPr>
          <a:xfrm>
            <a:off x="630766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9" name="text_3098">
            <a:extLst>
              <a:ext uri="{FF2B5EF4-FFF2-40B4-BE49-F238E27FC236}">
                <a16:creationId xmlns:a16="http://schemas.microsoft.com/office/drawing/2014/main" id="{796D2802-75BB-4FA9-980E-63688E9DDCAF}"/>
              </a:ext>
            </a:extLst>
          </p:cNvPr>
          <p:cNvSpPr>
            <a:spLocks noGrp="1"/>
          </p:cNvSpPr>
          <p:nvPr/>
        </p:nvSpPr>
        <p:spPr>
          <a:xfrm>
            <a:off x="621635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100" name="01_find_only_3099">
            <a:extLst>
              <a:ext uri="{FF2B5EF4-FFF2-40B4-BE49-F238E27FC236}">
                <a16:creationId xmlns:a16="http://schemas.microsoft.com/office/drawing/2014/main" id="{20E64887-09AC-45DD-8DC2-6D8CE1ECD01D}"/>
              </a:ext>
            </a:extLst>
          </p:cNvPr>
          <p:cNvSpPr>
            <a:spLocks noGrp="1"/>
          </p:cNvSpPr>
          <p:nvPr/>
        </p:nvSpPr>
        <p:spPr>
          <a:xfrm>
            <a:off x="6346469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1" name="01_find_only_3100">
            <a:extLst>
              <a:ext uri="{FF2B5EF4-FFF2-40B4-BE49-F238E27FC236}">
                <a16:creationId xmlns:a16="http://schemas.microsoft.com/office/drawing/2014/main" id="{E50B1BCC-D4E3-41F9-86F3-7CFF0F825AC4}"/>
              </a:ext>
            </a:extLst>
          </p:cNvPr>
          <p:cNvSpPr>
            <a:spLocks noGrp="1"/>
          </p:cNvSpPr>
          <p:nvPr/>
        </p:nvSpPr>
        <p:spPr>
          <a:xfrm>
            <a:off x="630766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2" name="text_3101">
            <a:extLst>
              <a:ext uri="{FF2B5EF4-FFF2-40B4-BE49-F238E27FC236}">
                <a16:creationId xmlns:a16="http://schemas.microsoft.com/office/drawing/2014/main" id="{E8373FEE-786C-4081-A86F-157CCB72F808}"/>
              </a:ext>
            </a:extLst>
          </p:cNvPr>
          <p:cNvSpPr>
            <a:spLocks noGrp="1"/>
          </p:cNvSpPr>
          <p:nvPr/>
        </p:nvSpPr>
        <p:spPr>
          <a:xfrm>
            <a:off x="6163848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103" name="01_find_only_3102">
            <a:extLst>
              <a:ext uri="{FF2B5EF4-FFF2-40B4-BE49-F238E27FC236}">
                <a16:creationId xmlns:a16="http://schemas.microsoft.com/office/drawing/2014/main" id="{1CC6CA09-FE13-4DDB-8C52-2B29A7A41496}"/>
              </a:ext>
            </a:extLst>
          </p:cNvPr>
          <p:cNvSpPr>
            <a:spLocks noGrp="1"/>
          </p:cNvSpPr>
          <p:nvPr/>
        </p:nvSpPr>
        <p:spPr>
          <a:xfrm>
            <a:off x="6346469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4" name="01_find_only_3103">
            <a:extLst>
              <a:ext uri="{FF2B5EF4-FFF2-40B4-BE49-F238E27FC236}">
                <a16:creationId xmlns:a16="http://schemas.microsoft.com/office/drawing/2014/main" id="{D04D8A8F-1EF2-408F-B432-021B07E93FE4}"/>
              </a:ext>
            </a:extLst>
          </p:cNvPr>
          <p:cNvSpPr>
            <a:spLocks noGrp="1"/>
          </p:cNvSpPr>
          <p:nvPr/>
        </p:nvSpPr>
        <p:spPr>
          <a:xfrm>
            <a:off x="630766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5" name="text_3104">
            <a:extLst>
              <a:ext uri="{FF2B5EF4-FFF2-40B4-BE49-F238E27FC236}">
                <a16:creationId xmlns:a16="http://schemas.microsoft.com/office/drawing/2014/main" id="{70A6758A-3D5D-4C28-B8F4-B254C486C0D0}"/>
              </a:ext>
            </a:extLst>
          </p:cNvPr>
          <p:cNvSpPr>
            <a:spLocks noGrp="1"/>
          </p:cNvSpPr>
          <p:nvPr/>
        </p:nvSpPr>
        <p:spPr>
          <a:xfrm>
            <a:off x="6111346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106" name="01_find_only_3105">
            <a:extLst>
              <a:ext uri="{FF2B5EF4-FFF2-40B4-BE49-F238E27FC236}">
                <a16:creationId xmlns:a16="http://schemas.microsoft.com/office/drawing/2014/main" id="{623C4992-03B0-4233-A6D1-50F04ED7BD18}"/>
              </a:ext>
            </a:extLst>
          </p:cNvPr>
          <p:cNvSpPr>
            <a:spLocks noGrp="1"/>
          </p:cNvSpPr>
          <p:nvPr/>
        </p:nvSpPr>
        <p:spPr>
          <a:xfrm>
            <a:off x="657482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01_find_only_3106">
            <a:extLst>
              <a:ext uri="{FF2B5EF4-FFF2-40B4-BE49-F238E27FC236}">
                <a16:creationId xmlns:a16="http://schemas.microsoft.com/office/drawing/2014/main" id="{2904EA4F-3BB2-482B-A6A7-1B18DDBE5558}"/>
              </a:ext>
            </a:extLst>
          </p:cNvPr>
          <p:cNvSpPr>
            <a:spLocks noGrp="1"/>
          </p:cNvSpPr>
          <p:nvPr/>
        </p:nvSpPr>
        <p:spPr>
          <a:xfrm>
            <a:off x="6636996" y="57584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01_find_only_3107">
            <a:extLst>
              <a:ext uri="{FF2B5EF4-FFF2-40B4-BE49-F238E27FC236}">
                <a16:creationId xmlns:a16="http://schemas.microsoft.com/office/drawing/2014/main" id="{F5A72593-B739-466A-AF9E-566EABE2123C}"/>
              </a:ext>
            </a:extLst>
          </p:cNvPr>
          <p:cNvSpPr>
            <a:spLocks noGrp="1"/>
          </p:cNvSpPr>
          <p:nvPr/>
        </p:nvSpPr>
        <p:spPr>
          <a:xfrm>
            <a:off x="65544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01_find_only_3108">
            <a:extLst>
              <a:ext uri="{FF2B5EF4-FFF2-40B4-BE49-F238E27FC236}">
                <a16:creationId xmlns:a16="http://schemas.microsoft.com/office/drawing/2014/main" id="{50D6FBDD-3E51-4983-9208-40C2C7E282CF}"/>
              </a:ext>
            </a:extLst>
          </p:cNvPr>
          <p:cNvSpPr>
            <a:spLocks noGrp="1"/>
          </p:cNvSpPr>
          <p:nvPr/>
        </p:nvSpPr>
        <p:spPr>
          <a:xfrm>
            <a:off x="6629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01_find_only_3109">
            <a:extLst>
              <a:ext uri="{FF2B5EF4-FFF2-40B4-BE49-F238E27FC236}">
                <a16:creationId xmlns:a16="http://schemas.microsoft.com/office/drawing/2014/main" id="{E3ADA4AB-D60B-4901-A110-FD11B60B12F7}"/>
              </a:ext>
            </a:extLst>
          </p:cNvPr>
          <p:cNvSpPr>
            <a:spLocks noGrp="1"/>
          </p:cNvSpPr>
          <p:nvPr/>
        </p:nvSpPr>
        <p:spPr>
          <a:xfrm>
            <a:off x="65906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01_find_only_3110">
            <a:extLst>
              <a:ext uri="{FF2B5EF4-FFF2-40B4-BE49-F238E27FC236}">
                <a16:creationId xmlns:a16="http://schemas.microsoft.com/office/drawing/2014/main" id="{9D7E6AAC-0020-499E-B601-0DABB0200C4A}"/>
              </a:ext>
            </a:extLst>
          </p:cNvPr>
          <p:cNvSpPr>
            <a:spLocks noGrp="1"/>
          </p:cNvSpPr>
          <p:nvPr/>
        </p:nvSpPr>
        <p:spPr>
          <a:xfrm>
            <a:off x="6643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01_find_only_3111">
            <a:extLst>
              <a:ext uri="{FF2B5EF4-FFF2-40B4-BE49-F238E27FC236}">
                <a16:creationId xmlns:a16="http://schemas.microsoft.com/office/drawing/2014/main" id="{D5395E38-3B40-445E-BB10-AFF21D0AC89C}"/>
              </a:ext>
            </a:extLst>
          </p:cNvPr>
          <p:cNvSpPr>
            <a:spLocks noGrp="1"/>
          </p:cNvSpPr>
          <p:nvPr/>
        </p:nvSpPr>
        <p:spPr>
          <a:xfrm>
            <a:off x="6574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01_find_only_3112">
            <a:extLst>
              <a:ext uri="{FF2B5EF4-FFF2-40B4-BE49-F238E27FC236}">
                <a16:creationId xmlns:a16="http://schemas.microsoft.com/office/drawing/2014/main" id="{B7FAFBA5-45B2-49A9-B076-46D87F6012AD}"/>
              </a:ext>
            </a:extLst>
          </p:cNvPr>
          <p:cNvSpPr>
            <a:spLocks noGrp="1"/>
          </p:cNvSpPr>
          <p:nvPr/>
        </p:nvSpPr>
        <p:spPr>
          <a:xfrm>
            <a:off x="6622132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01_find_only_3113">
            <a:extLst>
              <a:ext uri="{FF2B5EF4-FFF2-40B4-BE49-F238E27FC236}">
                <a16:creationId xmlns:a16="http://schemas.microsoft.com/office/drawing/2014/main" id="{311EF9E5-EEEC-4C68-A605-B7E4EFDA9976}"/>
              </a:ext>
            </a:extLst>
          </p:cNvPr>
          <p:cNvSpPr>
            <a:spLocks noGrp="1"/>
          </p:cNvSpPr>
          <p:nvPr/>
        </p:nvSpPr>
        <p:spPr>
          <a:xfrm>
            <a:off x="655781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01_find_only_3114">
            <a:extLst>
              <a:ext uri="{FF2B5EF4-FFF2-40B4-BE49-F238E27FC236}">
                <a16:creationId xmlns:a16="http://schemas.microsoft.com/office/drawing/2014/main" id="{F0B0618F-8B26-464A-938A-5142CFD56B05}"/>
              </a:ext>
            </a:extLst>
          </p:cNvPr>
          <p:cNvSpPr>
            <a:spLocks noGrp="1"/>
          </p:cNvSpPr>
          <p:nvPr/>
        </p:nvSpPr>
        <p:spPr>
          <a:xfrm>
            <a:off x="657851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01_find_only_3115">
            <a:extLst>
              <a:ext uri="{FF2B5EF4-FFF2-40B4-BE49-F238E27FC236}">
                <a16:creationId xmlns:a16="http://schemas.microsoft.com/office/drawing/2014/main" id="{E752508C-9810-4187-AB7B-F54DE052F525}"/>
              </a:ext>
            </a:extLst>
          </p:cNvPr>
          <p:cNvSpPr>
            <a:spLocks noGrp="1"/>
          </p:cNvSpPr>
          <p:nvPr/>
        </p:nvSpPr>
        <p:spPr>
          <a:xfrm>
            <a:off x="65576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01_find_only_3116">
            <a:extLst>
              <a:ext uri="{FF2B5EF4-FFF2-40B4-BE49-F238E27FC236}">
                <a16:creationId xmlns:a16="http://schemas.microsoft.com/office/drawing/2014/main" id="{DC49CC06-0971-4DCA-A2B3-C1B7B67539C0}"/>
              </a:ext>
            </a:extLst>
          </p:cNvPr>
          <p:cNvSpPr>
            <a:spLocks noGrp="1"/>
          </p:cNvSpPr>
          <p:nvPr/>
        </p:nvSpPr>
        <p:spPr>
          <a:xfrm>
            <a:off x="6612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01_find_only_3117">
            <a:extLst>
              <a:ext uri="{FF2B5EF4-FFF2-40B4-BE49-F238E27FC236}">
                <a16:creationId xmlns:a16="http://schemas.microsoft.com/office/drawing/2014/main" id="{F6AFA1C5-0775-4BCF-A871-1B584897A5C5}"/>
              </a:ext>
            </a:extLst>
          </p:cNvPr>
          <p:cNvSpPr>
            <a:spLocks noGrp="1"/>
          </p:cNvSpPr>
          <p:nvPr/>
        </p:nvSpPr>
        <p:spPr>
          <a:xfrm>
            <a:off x="65707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01_find_only_3118">
            <a:extLst>
              <a:ext uri="{FF2B5EF4-FFF2-40B4-BE49-F238E27FC236}">
                <a16:creationId xmlns:a16="http://schemas.microsoft.com/office/drawing/2014/main" id="{8BF7C4D7-C80D-40FE-87A4-09C280DBABE4}"/>
              </a:ext>
            </a:extLst>
          </p:cNvPr>
          <p:cNvSpPr>
            <a:spLocks noGrp="1"/>
          </p:cNvSpPr>
          <p:nvPr/>
        </p:nvSpPr>
        <p:spPr>
          <a:xfrm>
            <a:off x="6599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01_find_only_3119">
            <a:extLst>
              <a:ext uri="{FF2B5EF4-FFF2-40B4-BE49-F238E27FC236}">
                <a16:creationId xmlns:a16="http://schemas.microsoft.com/office/drawing/2014/main" id="{3B1B36A5-D23D-4FD3-9A5A-F61F702DD5D6}"/>
              </a:ext>
            </a:extLst>
          </p:cNvPr>
          <p:cNvSpPr>
            <a:spLocks noGrp="1"/>
          </p:cNvSpPr>
          <p:nvPr/>
        </p:nvSpPr>
        <p:spPr>
          <a:xfrm>
            <a:off x="6589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01_find_only_3120">
            <a:extLst>
              <a:ext uri="{FF2B5EF4-FFF2-40B4-BE49-F238E27FC236}">
                <a16:creationId xmlns:a16="http://schemas.microsoft.com/office/drawing/2014/main" id="{E85975E2-E516-409F-81EB-F3AB24E6B663}"/>
              </a:ext>
            </a:extLst>
          </p:cNvPr>
          <p:cNvSpPr>
            <a:spLocks noGrp="1"/>
          </p:cNvSpPr>
          <p:nvPr/>
        </p:nvSpPr>
        <p:spPr>
          <a:xfrm>
            <a:off x="6579968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01_find_only_3121">
            <a:extLst>
              <a:ext uri="{FF2B5EF4-FFF2-40B4-BE49-F238E27FC236}">
                <a16:creationId xmlns:a16="http://schemas.microsoft.com/office/drawing/2014/main" id="{33442844-D358-4957-B445-5AD9626CF3CB}"/>
              </a:ext>
            </a:extLst>
          </p:cNvPr>
          <p:cNvSpPr>
            <a:spLocks noGrp="1"/>
          </p:cNvSpPr>
          <p:nvPr/>
        </p:nvSpPr>
        <p:spPr>
          <a:xfrm>
            <a:off x="655733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01_find_only_3122">
            <a:extLst>
              <a:ext uri="{FF2B5EF4-FFF2-40B4-BE49-F238E27FC236}">
                <a16:creationId xmlns:a16="http://schemas.microsoft.com/office/drawing/2014/main" id="{F68792CE-1782-499E-88C8-58E1FA7B5CDF}"/>
              </a:ext>
            </a:extLst>
          </p:cNvPr>
          <p:cNvSpPr>
            <a:spLocks noGrp="1"/>
          </p:cNvSpPr>
          <p:nvPr/>
        </p:nvSpPr>
        <p:spPr>
          <a:xfrm>
            <a:off x="664457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01_find_only_3123">
            <a:extLst>
              <a:ext uri="{FF2B5EF4-FFF2-40B4-BE49-F238E27FC236}">
                <a16:creationId xmlns:a16="http://schemas.microsoft.com/office/drawing/2014/main" id="{C232F8A9-E7B0-4E5F-AB0B-AA715A501D19}"/>
              </a:ext>
            </a:extLst>
          </p:cNvPr>
          <p:cNvSpPr>
            <a:spLocks noGrp="1"/>
          </p:cNvSpPr>
          <p:nvPr/>
        </p:nvSpPr>
        <p:spPr>
          <a:xfrm>
            <a:off x="65586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01_find_only_3124">
            <a:extLst>
              <a:ext uri="{FF2B5EF4-FFF2-40B4-BE49-F238E27FC236}">
                <a16:creationId xmlns:a16="http://schemas.microsoft.com/office/drawing/2014/main" id="{42040AD0-818A-4362-8BF4-E99842B44386}"/>
              </a:ext>
            </a:extLst>
          </p:cNvPr>
          <p:cNvSpPr>
            <a:spLocks noGrp="1"/>
          </p:cNvSpPr>
          <p:nvPr/>
        </p:nvSpPr>
        <p:spPr>
          <a:xfrm>
            <a:off x="66373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01_find_only_3125">
            <a:extLst>
              <a:ext uri="{FF2B5EF4-FFF2-40B4-BE49-F238E27FC236}">
                <a16:creationId xmlns:a16="http://schemas.microsoft.com/office/drawing/2014/main" id="{B07AC510-1EA4-4B18-8799-362DC6AA5C03}"/>
              </a:ext>
            </a:extLst>
          </p:cNvPr>
          <p:cNvSpPr>
            <a:spLocks noGrp="1"/>
          </p:cNvSpPr>
          <p:nvPr/>
        </p:nvSpPr>
        <p:spPr>
          <a:xfrm>
            <a:off x="65910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01_find_only_3126">
            <a:extLst>
              <a:ext uri="{FF2B5EF4-FFF2-40B4-BE49-F238E27FC236}">
                <a16:creationId xmlns:a16="http://schemas.microsoft.com/office/drawing/2014/main" id="{881FD039-D222-46FB-878A-AA4072BA31D5}"/>
              </a:ext>
            </a:extLst>
          </p:cNvPr>
          <p:cNvSpPr>
            <a:spLocks noGrp="1"/>
          </p:cNvSpPr>
          <p:nvPr/>
        </p:nvSpPr>
        <p:spPr>
          <a:xfrm>
            <a:off x="66485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01_find_only_3127">
            <a:extLst>
              <a:ext uri="{FF2B5EF4-FFF2-40B4-BE49-F238E27FC236}">
                <a16:creationId xmlns:a16="http://schemas.microsoft.com/office/drawing/2014/main" id="{ECF7D76C-D177-474E-AB96-08ECE192CB02}"/>
              </a:ext>
            </a:extLst>
          </p:cNvPr>
          <p:cNvSpPr>
            <a:spLocks noGrp="1"/>
          </p:cNvSpPr>
          <p:nvPr/>
        </p:nvSpPr>
        <p:spPr>
          <a:xfrm>
            <a:off x="661814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01_find_only_3128">
            <a:extLst>
              <a:ext uri="{FF2B5EF4-FFF2-40B4-BE49-F238E27FC236}">
                <a16:creationId xmlns:a16="http://schemas.microsoft.com/office/drawing/2014/main" id="{AD4C5854-B05B-43C7-A104-A72E1C9EBBF7}"/>
              </a:ext>
            </a:extLst>
          </p:cNvPr>
          <p:cNvSpPr>
            <a:spLocks noGrp="1"/>
          </p:cNvSpPr>
          <p:nvPr/>
        </p:nvSpPr>
        <p:spPr>
          <a:xfrm>
            <a:off x="66247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01_find_only_3129">
            <a:extLst>
              <a:ext uri="{FF2B5EF4-FFF2-40B4-BE49-F238E27FC236}">
                <a16:creationId xmlns:a16="http://schemas.microsoft.com/office/drawing/2014/main" id="{8D968DEC-2081-4344-934E-43552E8C0E5A}"/>
              </a:ext>
            </a:extLst>
          </p:cNvPr>
          <p:cNvSpPr>
            <a:spLocks noGrp="1"/>
          </p:cNvSpPr>
          <p:nvPr/>
        </p:nvSpPr>
        <p:spPr>
          <a:xfrm>
            <a:off x="6582105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01_find_only_3130">
            <a:extLst>
              <a:ext uri="{FF2B5EF4-FFF2-40B4-BE49-F238E27FC236}">
                <a16:creationId xmlns:a16="http://schemas.microsoft.com/office/drawing/2014/main" id="{A461E21F-0B26-4B03-878A-F1127ACFFCFD}"/>
              </a:ext>
            </a:extLst>
          </p:cNvPr>
          <p:cNvSpPr>
            <a:spLocks noGrp="1"/>
          </p:cNvSpPr>
          <p:nvPr/>
        </p:nvSpPr>
        <p:spPr>
          <a:xfrm>
            <a:off x="664311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01_find_only_3131">
            <a:extLst>
              <a:ext uri="{FF2B5EF4-FFF2-40B4-BE49-F238E27FC236}">
                <a16:creationId xmlns:a16="http://schemas.microsoft.com/office/drawing/2014/main" id="{0D4EE349-1099-4102-B8C3-D59B96C88AD9}"/>
              </a:ext>
            </a:extLst>
          </p:cNvPr>
          <p:cNvSpPr>
            <a:spLocks noGrp="1"/>
          </p:cNvSpPr>
          <p:nvPr/>
        </p:nvSpPr>
        <p:spPr>
          <a:xfrm>
            <a:off x="662494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01_find_only_3132">
            <a:extLst>
              <a:ext uri="{FF2B5EF4-FFF2-40B4-BE49-F238E27FC236}">
                <a16:creationId xmlns:a16="http://schemas.microsoft.com/office/drawing/2014/main" id="{C73687BE-88A5-428A-8BCF-925C6A10170C}"/>
              </a:ext>
            </a:extLst>
          </p:cNvPr>
          <p:cNvSpPr>
            <a:spLocks noGrp="1"/>
          </p:cNvSpPr>
          <p:nvPr/>
        </p:nvSpPr>
        <p:spPr>
          <a:xfrm>
            <a:off x="6569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01_find_only_3133">
            <a:extLst>
              <a:ext uri="{FF2B5EF4-FFF2-40B4-BE49-F238E27FC236}">
                <a16:creationId xmlns:a16="http://schemas.microsoft.com/office/drawing/2014/main" id="{395625D9-2C11-4C76-A367-40E940C3C2C2}"/>
              </a:ext>
            </a:extLst>
          </p:cNvPr>
          <p:cNvSpPr>
            <a:spLocks noGrp="1"/>
          </p:cNvSpPr>
          <p:nvPr/>
        </p:nvSpPr>
        <p:spPr>
          <a:xfrm>
            <a:off x="6623298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01_find_only_3134">
            <a:extLst>
              <a:ext uri="{FF2B5EF4-FFF2-40B4-BE49-F238E27FC236}">
                <a16:creationId xmlns:a16="http://schemas.microsoft.com/office/drawing/2014/main" id="{9591194C-450A-4041-A57F-42CC718E322D}"/>
              </a:ext>
            </a:extLst>
          </p:cNvPr>
          <p:cNvSpPr>
            <a:spLocks noGrp="1"/>
          </p:cNvSpPr>
          <p:nvPr/>
        </p:nvSpPr>
        <p:spPr>
          <a:xfrm>
            <a:off x="65744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01_find_only_3135">
            <a:extLst>
              <a:ext uri="{FF2B5EF4-FFF2-40B4-BE49-F238E27FC236}">
                <a16:creationId xmlns:a16="http://schemas.microsoft.com/office/drawing/2014/main" id="{56476C56-3887-4FDA-B348-950AB935EEE6}"/>
              </a:ext>
            </a:extLst>
          </p:cNvPr>
          <p:cNvSpPr>
            <a:spLocks noGrp="1"/>
          </p:cNvSpPr>
          <p:nvPr/>
        </p:nvSpPr>
        <p:spPr>
          <a:xfrm>
            <a:off x="658200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01_find_only_3136">
            <a:extLst>
              <a:ext uri="{FF2B5EF4-FFF2-40B4-BE49-F238E27FC236}">
                <a16:creationId xmlns:a16="http://schemas.microsoft.com/office/drawing/2014/main" id="{598A512F-FF0C-4808-80C7-A003C85E74D3}"/>
              </a:ext>
            </a:extLst>
          </p:cNvPr>
          <p:cNvSpPr>
            <a:spLocks noGrp="1"/>
          </p:cNvSpPr>
          <p:nvPr/>
        </p:nvSpPr>
        <p:spPr>
          <a:xfrm>
            <a:off x="66423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01_find_only_3137">
            <a:extLst>
              <a:ext uri="{FF2B5EF4-FFF2-40B4-BE49-F238E27FC236}">
                <a16:creationId xmlns:a16="http://schemas.microsoft.com/office/drawing/2014/main" id="{3179D142-9126-4964-8F6F-BD58D2233B5C}"/>
              </a:ext>
            </a:extLst>
          </p:cNvPr>
          <p:cNvSpPr>
            <a:spLocks noGrp="1"/>
          </p:cNvSpPr>
          <p:nvPr/>
        </p:nvSpPr>
        <p:spPr>
          <a:xfrm>
            <a:off x="658356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01_find_only_3138">
            <a:extLst>
              <a:ext uri="{FF2B5EF4-FFF2-40B4-BE49-F238E27FC236}">
                <a16:creationId xmlns:a16="http://schemas.microsoft.com/office/drawing/2014/main" id="{41B68D62-D2B4-45A7-90A5-CE57F7F3DD02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01_find_only_3139">
            <a:extLst>
              <a:ext uri="{FF2B5EF4-FFF2-40B4-BE49-F238E27FC236}">
                <a16:creationId xmlns:a16="http://schemas.microsoft.com/office/drawing/2014/main" id="{38ECB4CB-D0A2-43B7-A894-7B394B512F69}"/>
              </a:ext>
            </a:extLst>
          </p:cNvPr>
          <p:cNvSpPr>
            <a:spLocks noGrp="1"/>
          </p:cNvSpPr>
          <p:nvPr/>
        </p:nvSpPr>
        <p:spPr>
          <a:xfrm>
            <a:off x="663767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01_find_only_3140">
            <a:extLst>
              <a:ext uri="{FF2B5EF4-FFF2-40B4-BE49-F238E27FC236}">
                <a16:creationId xmlns:a16="http://schemas.microsoft.com/office/drawing/2014/main" id="{87F841A8-8A5C-42EC-92A7-945F11AB3A91}"/>
              </a:ext>
            </a:extLst>
          </p:cNvPr>
          <p:cNvSpPr>
            <a:spLocks noGrp="1"/>
          </p:cNvSpPr>
          <p:nvPr/>
        </p:nvSpPr>
        <p:spPr>
          <a:xfrm>
            <a:off x="6640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01_find_only_3141">
            <a:extLst>
              <a:ext uri="{FF2B5EF4-FFF2-40B4-BE49-F238E27FC236}">
                <a16:creationId xmlns:a16="http://schemas.microsoft.com/office/drawing/2014/main" id="{D5428B91-5499-46C9-A3E5-8DF5FA9772CF}"/>
              </a:ext>
            </a:extLst>
          </p:cNvPr>
          <p:cNvSpPr>
            <a:spLocks noGrp="1"/>
          </p:cNvSpPr>
          <p:nvPr/>
        </p:nvSpPr>
        <p:spPr>
          <a:xfrm>
            <a:off x="658434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01_find_only_3142">
            <a:extLst>
              <a:ext uri="{FF2B5EF4-FFF2-40B4-BE49-F238E27FC236}">
                <a16:creationId xmlns:a16="http://schemas.microsoft.com/office/drawing/2014/main" id="{2C8824C6-2D89-4448-9673-F5D0A371046A}"/>
              </a:ext>
            </a:extLst>
          </p:cNvPr>
          <p:cNvSpPr>
            <a:spLocks noGrp="1"/>
          </p:cNvSpPr>
          <p:nvPr/>
        </p:nvSpPr>
        <p:spPr>
          <a:xfrm>
            <a:off x="65696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01_find_only_3143">
            <a:extLst>
              <a:ext uri="{FF2B5EF4-FFF2-40B4-BE49-F238E27FC236}">
                <a16:creationId xmlns:a16="http://schemas.microsoft.com/office/drawing/2014/main" id="{127403EC-0184-47E4-BA56-3308C4004AD0}"/>
              </a:ext>
            </a:extLst>
          </p:cNvPr>
          <p:cNvSpPr>
            <a:spLocks noGrp="1"/>
          </p:cNvSpPr>
          <p:nvPr/>
        </p:nvSpPr>
        <p:spPr>
          <a:xfrm>
            <a:off x="6626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01_find_only_3144">
            <a:extLst>
              <a:ext uri="{FF2B5EF4-FFF2-40B4-BE49-F238E27FC236}">
                <a16:creationId xmlns:a16="http://schemas.microsoft.com/office/drawing/2014/main" id="{077DD4D4-F7FD-40B4-A5C9-536230ABB158}"/>
              </a:ext>
            </a:extLst>
          </p:cNvPr>
          <p:cNvSpPr>
            <a:spLocks noGrp="1"/>
          </p:cNvSpPr>
          <p:nvPr/>
        </p:nvSpPr>
        <p:spPr>
          <a:xfrm>
            <a:off x="65651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01_find_only_3145">
            <a:extLst>
              <a:ext uri="{FF2B5EF4-FFF2-40B4-BE49-F238E27FC236}">
                <a16:creationId xmlns:a16="http://schemas.microsoft.com/office/drawing/2014/main" id="{740878FF-A1E5-44BB-B823-6B60EDA8F74E}"/>
              </a:ext>
            </a:extLst>
          </p:cNvPr>
          <p:cNvSpPr>
            <a:spLocks noGrp="1"/>
          </p:cNvSpPr>
          <p:nvPr/>
        </p:nvSpPr>
        <p:spPr>
          <a:xfrm>
            <a:off x="6571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01_find_only_3146">
            <a:extLst>
              <a:ext uri="{FF2B5EF4-FFF2-40B4-BE49-F238E27FC236}">
                <a16:creationId xmlns:a16="http://schemas.microsoft.com/office/drawing/2014/main" id="{E3F0129A-208C-47E7-83EB-F05C3FD065AB}"/>
              </a:ext>
            </a:extLst>
          </p:cNvPr>
          <p:cNvSpPr>
            <a:spLocks noGrp="1"/>
          </p:cNvSpPr>
          <p:nvPr/>
        </p:nvSpPr>
        <p:spPr>
          <a:xfrm>
            <a:off x="662864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01_find_only_3147">
            <a:extLst>
              <a:ext uri="{FF2B5EF4-FFF2-40B4-BE49-F238E27FC236}">
                <a16:creationId xmlns:a16="http://schemas.microsoft.com/office/drawing/2014/main" id="{033B7FEF-3E46-4865-8294-0E180C6F5625}"/>
              </a:ext>
            </a:extLst>
          </p:cNvPr>
          <p:cNvSpPr>
            <a:spLocks noGrp="1"/>
          </p:cNvSpPr>
          <p:nvPr/>
        </p:nvSpPr>
        <p:spPr>
          <a:xfrm>
            <a:off x="656597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01_find_only_3148">
            <a:extLst>
              <a:ext uri="{FF2B5EF4-FFF2-40B4-BE49-F238E27FC236}">
                <a16:creationId xmlns:a16="http://schemas.microsoft.com/office/drawing/2014/main" id="{D1AD7DC4-7B50-4059-B218-4B15C94CA5EF}"/>
              </a:ext>
            </a:extLst>
          </p:cNvPr>
          <p:cNvSpPr>
            <a:spLocks noGrp="1"/>
          </p:cNvSpPr>
          <p:nvPr/>
        </p:nvSpPr>
        <p:spPr>
          <a:xfrm>
            <a:off x="6647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01_find_only_3149">
            <a:extLst>
              <a:ext uri="{FF2B5EF4-FFF2-40B4-BE49-F238E27FC236}">
                <a16:creationId xmlns:a16="http://schemas.microsoft.com/office/drawing/2014/main" id="{85539ED2-5A3E-4B03-9BC9-BF6A269408CA}"/>
              </a:ext>
            </a:extLst>
          </p:cNvPr>
          <p:cNvSpPr>
            <a:spLocks noGrp="1"/>
          </p:cNvSpPr>
          <p:nvPr/>
        </p:nvSpPr>
        <p:spPr>
          <a:xfrm>
            <a:off x="66324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01_find_only_3150">
            <a:extLst>
              <a:ext uri="{FF2B5EF4-FFF2-40B4-BE49-F238E27FC236}">
                <a16:creationId xmlns:a16="http://schemas.microsoft.com/office/drawing/2014/main" id="{63FC34BB-5322-4CE6-8100-28AEF5237E61}"/>
              </a:ext>
            </a:extLst>
          </p:cNvPr>
          <p:cNvSpPr>
            <a:spLocks noGrp="1"/>
          </p:cNvSpPr>
          <p:nvPr/>
        </p:nvSpPr>
        <p:spPr>
          <a:xfrm>
            <a:off x="65972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01_find_only_3151">
            <a:extLst>
              <a:ext uri="{FF2B5EF4-FFF2-40B4-BE49-F238E27FC236}">
                <a16:creationId xmlns:a16="http://schemas.microsoft.com/office/drawing/2014/main" id="{4E67F5F3-AA50-45B5-A8B8-C153B985BD00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01_find_only_3152">
            <a:extLst>
              <a:ext uri="{FF2B5EF4-FFF2-40B4-BE49-F238E27FC236}">
                <a16:creationId xmlns:a16="http://schemas.microsoft.com/office/drawing/2014/main" id="{8FA3365B-E929-4ED0-863A-9B41D1974951}"/>
              </a:ext>
            </a:extLst>
          </p:cNvPr>
          <p:cNvSpPr>
            <a:spLocks noGrp="1"/>
          </p:cNvSpPr>
          <p:nvPr/>
        </p:nvSpPr>
        <p:spPr>
          <a:xfrm>
            <a:off x="665001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01_find_only_3153">
            <a:extLst>
              <a:ext uri="{FF2B5EF4-FFF2-40B4-BE49-F238E27FC236}">
                <a16:creationId xmlns:a16="http://schemas.microsoft.com/office/drawing/2014/main" id="{80CBA614-56CA-4156-998A-0B0A0CF770F0}"/>
              </a:ext>
            </a:extLst>
          </p:cNvPr>
          <p:cNvSpPr>
            <a:spLocks noGrp="1"/>
          </p:cNvSpPr>
          <p:nvPr/>
        </p:nvSpPr>
        <p:spPr>
          <a:xfrm>
            <a:off x="66147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01_find_only_3154">
            <a:extLst>
              <a:ext uri="{FF2B5EF4-FFF2-40B4-BE49-F238E27FC236}">
                <a16:creationId xmlns:a16="http://schemas.microsoft.com/office/drawing/2014/main" id="{37754F6D-CA37-43A5-A711-EE38E03C725B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01_find_only_3155">
            <a:extLst>
              <a:ext uri="{FF2B5EF4-FFF2-40B4-BE49-F238E27FC236}">
                <a16:creationId xmlns:a16="http://schemas.microsoft.com/office/drawing/2014/main" id="{A258425F-0D4D-4F5A-9177-4D8BD056EB8E}"/>
              </a:ext>
            </a:extLst>
          </p:cNvPr>
          <p:cNvSpPr>
            <a:spLocks noGrp="1"/>
          </p:cNvSpPr>
          <p:nvPr/>
        </p:nvSpPr>
        <p:spPr>
          <a:xfrm>
            <a:off x="656879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01_find_only_3156">
            <a:extLst>
              <a:ext uri="{FF2B5EF4-FFF2-40B4-BE49-F238E27FC236}">
                <a16:creationId xmlns:a16="http://schemas.microsoft.com/office/drawing/2014/main" id="{4FE3F7A5-721E-4D98-86E3-1046D9232E8C}"/>
              </a:ext>
            </a:extLst>
          </p:cNvPr>
          <p:cNvSpPr>
            <a:spLocks noGrp="1"/>
          </p:cNvSpPr>
          <p:nvPr/>
        </p:nvSpPr>
        <p:spPr>
          <a:xfrm>
            <a:off x="65961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01_find_only_3157">
            <a:extLst>
              <a:ext uri="{FF2B5EF4-FFF2-40B4-BE49-F238E27FC236}">
                <a16:creationId xmlns:a16="http://schemas.microsoft.com/office/drawing/2014/main" id="{BC81A8A2-1942-4B4F-BE1B-F95CC26B28D3}"/>
              </a:ext>
            </a:extLst>
          </p:cNvPr>
          <p:cNvSpPr>
            <a:spLocks noGrp="1"/>
          </p:cNvSpPr>
          <p:nvPr/>
        </p:nvSpPr>
        <p:spPr>
          <a:xfrm>
            <a:off x="66308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01_find_only_3158">
            <a:extLst>
              <a:ext uri="{FF2B5EF4-FFF2-40B4-BE49-F238E27FC236}">
                <a16:creationId xmlns:a16="http://schemas.microsoft.com/office/drawing/2014/main" id="{B0708F1F-F455-425F-B01E-53D254D5D904}"/>
              </a:ext>
            </a:extLst>
          </p:cNvPr>
          <p:cNvSpPr>
            <a:spLocks noGrp="1"/>
          </p:cNvSpPr>
          <p:nvPr/>
        </p:nvSpPr>
        <p:spPr>
          <a:xfrm>
            <a:off x="66167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01_find_only_3159">
            <a:extLst>
              <a:ext uri="{FF2B5EF4-FFF2-40B4-BE49-F238E27FC236}">
                <a16:creationId xmlns:a16="http://schemas.microsoft.com/office/drawing/2014/main" id="{B4B03522-1445-4EC6-888E-A6F933FAAD24}"/>
              </a:ext>
            </a:extLst>
          </p:cNvPr>
          <p:cNvSpPr>
            <a:spLocks noGrp="1"/>
          </p:cNvSpPr>
          <p:nvPr/>
        </p:nvSpPr>
        <p:spPr>
          <a:xfrm>
            <a:off x="6645254" y="566411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01_find_only_3160">
            <a:extLst>
              <a:ext uri="{FF2B5EF4-FFF2-40B4-BE49-F238E27FC236}">
                <a16:creationId xmlns:a16="http://schemas.microsoft.com/office/drawing/2014/main" id="{EB07773A-30EF-4D19-BAE5-038341296193}"/>
              </a:ext>
            </a:extLst>
          </p:cNvPr>
          <p:cNvSpPr>
            <a:spLocks noGrp="1"/>
          </p:cNvSpPr>
          <p:nvPr/>
        </p:nvSpPr>
        <p:spPr>
          <a:xfrm>
            <a:off x="655509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01_find_only_3161">
            <a:extLst>
              <a:ext uri="{FF2B5EF4-FFF2-40B4-BE49-F238E27FC236}">
                <a16:creationId xmlns:a16="http://schemas.microsoft.com/office/drawing/2014/main" id="{0C3FFA6F-6662-4C97-80AE-BF7BCE2CAD17}"/>
              </a:ext>
            </a:extLst>
          </p:cNvPr>
          <p:cNvSpPr>
            <a:spLocks noGrp="1"/>
          </p:cNvSpPr>
          <p:nvPr/>
        </p:nvSpPr>
        <p:spPr>
          <a:xfrm>
            <a:off x="65951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01_find_only_3162">
            <a:extLst>
              <a:ext uri="{FF2B5EF4-FFF2-40B4-BE49-F238E27FC236}">
                <a16:creationId xmlns:a16="http://schemas.microsoft.com/office/drawing/2014/main" id="{2F725676-B41B-4AD0-9EA9-389481E84902}"/>
              </a:ext>
            </a:extLst>
          </p:cNvPr>
          <p:cNvSpPr>
            <a:spLocks noGrp="1"/>
          </p:cNvSpPr>
          <p:nvPr/>
        </p:nvSpPr>
        <p:spPr>
          <a:xfrm>
            <a:off x="661329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01_find_only_3163">
            <a:extLst>
              <a:ext uri="{FF2B5EF4-FFF2-40B4-BE49-F238E27FC236}">
                <a16:creationId xmlns:a16="http://schemas.microsoft.com/office/drawing/2014/main" id="{3A7F098E-D6BD-4031-99DB-D793B9E2D262}"/>
              </a:ext>
            </a:extLst>
          </p:cNvPr>
          <p:cNvSpPr>
            <a:spLocks noGrp="1"/>
          </p:cNvSpPr>
          <p:nvPr/>
        </p:nvSpPr>
        <p:spPr>
          <a:xfrm>
            <a:off x="658307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01_find_only_3164">
            <a:extLst>
              <a:ext uri="{FF2B5EF4-FFF2-40B4-BE49-F238E27FC236}">
                <a16:creationId xmlns:a16="http://schemas.microsoft.com/office/drawing/2014/main" id="{E75142AE-F862-40C8-84C5-279AC08A708C}"/>
              </a:ext>
            </a:extLst>
          </p:cNvPr>
          <p:cNvSpPr>
            <a:spLocks noGrp="1"/>
          </p:cNvSpPr>
          <p:nvPr/>
        </p:nvSpPr>
        <p:spPr>
          <a:xfrm>
            <a:off x="660483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01_find_only_3165">
            <a:extLst>
              <a:ext uri="{FF2B5EF4-FFF2-40B4-BE49-F238E27FC236}">
                <a16:creationId xmlns:a16="http://schemas.microsoft.com/office/drawing/2014/main" id="{56F4E653-9827-42A1-AD42-B0ED7CE45BCA}"/>
              </a:ext>
            </a:extLst>
          </p:cNvPr>
          <p:cNvSpPr>
            <a:spLocks noGrp="1"/>
          </p:cNvSpPr>
          <p:nvPr/>
        </p:nvSpPr>
        <p:spPr>
          <a:xfrm>
            <a:off x="659259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01_find_only_3166">
            <a:extLst>
              <a:ext uri="{FF2B5EF4-FFF2-40B4-BE49-F238E27FC236}">
                <a16:creationId xmlns:a16="http://schemas.microsoft.com/office/drawing/2014/main" id="{44DED19A-3961-4B5B-8603-BDAA97345010}"/>
              </a:ext>
            </a:extLst>
          </p:cNvPr>
          <p:cNvSpPr>
            <a:spLocks noGrp="1"/>
          </p:cNvSpPr>
          <p:nvPr/>
        </p:nvSpPr>
        <p:spPr>
          <a:xfrm>
            <a:off x="663456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01_find_only_3167">
            <a:extLst>
              <a:ext uri="{FF2B5EF4-FFF2-40B4-BE49-F238E27FC236}">
                <a16:creationId xmlns:a16="http://schemas.microsoft.com/office/drawing/2014/main" id="{BD5D2E12-8D6F-4877-9193-392C3A85507D}"/>
              </a:ext>
            </a:extLst>
          </p:cNvPr>
          <p:cNvSpPr>
            <a:spLocks noGrp="1"/>
          </p:cNvSpPr>
          <p:nvPr/>
        </p:nvSpPr>
        <p:spPr>
          <a:xfrm>
            <a:off x="656578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01_find_only_3168">
            <a:extLst>
              <a:ext uri="{FF2B5EF4-FFF2-40B4-BE49-F238E27FC236}">
                <a16:creationId xmlns:a16="http://schemas.microsoft.com/office/drawing/2014/main" id="{ADAE03AE-4D51-4E7D-8466-E9ECE9BF156E}"/>
              </a:ext>
            </a:extLst>
          </p:cNvPr>
          <p:cNvSpPr>
            <a:spLocks noGrp="1"/>
          </p:cNvSpPr>
          <p:nvPr/>
        </p:nvSpPr>
        <p:spPr>
          <a:xfrm>
            <a:off x="65702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01_find_only_3169">
            <a:extLst>
              <a:ext uri="{FF2B5EF4-FFF2-40B4-BE49-F238E27FC236}">
                <a16:creationId xmlns:a16="http://schemas.microsoft.com/office/drawing/2014/main" id="{D3959F03-7AEB-4511-B7B2-DA0312B22F75}"/>
              </a:ext>
            </a:extLst>
          </p:cNvPr>
          <p:cNvSpPr>
            <a:spLocks noGrp="1"/>
          </p:cNvSpPr>
          <p:nvPr/>
        </p:nvSpPr>
        <p:spPr>
          <a:xfrm>
            <a:off x="661066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01_find_only_3170">
            <a:extLst>
              <a:ext uri="{FF2B5EF4-FFF2-40B4-BE49-F238E27FC236}">
                <a16:creationId xmlns:a16="http://schemas.microsoft.com/office/drawing/2014/main" id="{FF499691-CC74-4307-BCC9-723FF4CC53FC}"/>
              </a:ext>
            </a:extLst>
          </p:cNvPr>
          <p:cNvSpPr>
            <a:spLocks noGrp="1"/>
          </p:cNvSpPr>
          <p:nvPr/>
        </p:nvSpPr>
        <p:spPr>
          <a:xfrm>
            <a:off x="66097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01_find_only_3171">
            <a:extLst>
              <a:ext uri="{FF2B5EF4-FFF2-40B4-BE49-F238E27FC236}">
                <a16:creationId xmlns:a16="http://schemas.microsoft.com/office/drawing/2014/main" id="{FD3822D8-2905-453D-8AA7-D78C2508C9D9}"/>
              </a:ext>
            </a:extLst>
          </p:cNvPr>
          <p:cNvSpPr>
            <a:spLocks noGrp="1"/>
          </p:cNvSpPr>
          <p:nvPr/>
        </p:nvSpPr>
        <p:spPr>
          <a:xfrm>
            <a:off x="66413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01_find_only_3172">
            <a:extLst>
              <a:ext uri="{FF2B5EF4-FFF2-40B4-BE49-F238E27FC236}">
                <a16:creationId xmlns:a16="http://schemas.microsoft.com/office/drawing/2014/main" id="{EFD444F9-F246-46D1-A7C7-6719D8196586}"/>
              </a:ext>
            </a:extLst>
          </p:cNvPr>
          <p:cNvSpPr>
            <a:spLocks noGrp="1"/>
          </p:cNvSpPr>
          <p:nvPr/>
        </p:nvSpPr>
        <p:spPr>
          <a:xfrm>
            <a:off x="66266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01_find_only_3173">
            <a:extLst>
              <a:ext uri="{FF2B5EF4-FFF2-40B4-BE49-F238E27FC236}">
                <a16:creationId xmlns:a16="http://schemas.microsoft.com/office/drawing/2014/main" id="{D87BEDB0-FC8A-49B9-907D-C067AFB9A0FF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01_find_only_3174">
            <a:extLst>
              <a:ext uri="{FF2B5EF4-FFF2-40B4-BE49-F238E27FC236}">
                <a16:creationId xmlns:a16="http://schemas.microsoft.com/office/drawing/2014/main" id="{3AC4D54B-2BC6-40F3-897C-912D66882583}"/>
              </a:ext>
            </a:extLst>
          </p:cNvPr>
          <p:cNvSpPr>
            <a:spLocks noGrp="1"/>
          </p:cNvSpPr>
          <p:nvPr/>
        </p:nvSpPr>
        <p:spPr>
          <a:xfrm>
            <a:off x="66286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01_find_only_3175">
            <a:extLst>
              <a:ext uri="{FF2B5EF4-FFF2-40B4-BE49-F238E27FC236}">
                <a16:creationId xmlns:a16="http://schemas.microsoft.com/office/drawing/2014/main" id="{226C36DF-3D63-4AD6-B8A1-29A36B586885}"/>
              </a:ext>
            </a:extLst>
          </p:cNvPr>
          <p:cNvSpPr>
            <a:spLocks noGrp="1"/>
          </p:cNvSpPr>
          <p:nvPr/>
        </p:nvSpPr>
        <p:spPr>
          <a:xfrm>
            <a:off x="662077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01_find_only_3176">
            <a:extLst>
              <a:ext uri="{FF2B5EF4-FFF2-40B4-BE49-F238E27FC236}">
                <a16:creationId xmlns:a16="http://schemas.microsoft.com/office/drawing/2014/main" id="{51D631D1-28B0-40ED-85E6-15192E89C8E8}"/>
              </a:ext>
            </a:extLst>
          </p:cNvPr>
          <p:cNvSpPr>
            <a:spLocks noGrp="1"/>
          </p:cNvSpPr>
          <p:nvPr/>
        </p:nvSpPr>
        <p:spPr>
          <a:xfrm>
            <a:off x="66249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01_find_only_3177">
            <a:extLst>
              <a:ext uri="{FF2B5EF4-FFF2-40B4-BE49-F238E27FC236}">
                <a16:creationId xmlns:a16="http://schemas.microsoft.com/office/drawing/2014/main" id="{D254A86D-BEB3-4041-89B2-3769FF248E82}"/>
              </a:ext>
            </a:extLst>
          </p:cNvPr>
          <p:cNvSpPr>
            <a:spLocks noGrp="1"/>
          </p:cNvSpPr>
          <p:nvPr/>
        </p:nvSpPr>
        <p:spPr>
          <a:xfrm>
            <a:off x="6606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01_find_only_3178">
            <a:extLst>
              <a:ext uri="{FF2B5EF4-FFF2-40B4-BE49-F238E27FC236}">
                <a16:creationId xmlns:a16="http://schemas.microsoft.com/office/drawing/2014/main" id="{F880A925-D00A-4583-9B82-CCF6BAC2A350}"/>
              </a:ext>
            </a:extLst>
          </p:cNvPr>
          <p:cNvSpPr>
            <a:spLocks noGrp="1"/>
          </p:cNvSpPr>
          <p:nvPr/>
        </p:nvSpPr>
        <p:spPr>
          <a:xfrm>
            <a:off x="65561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01_find_only_3179">
            <a:extLst>
              <a:ext uri="{FF2B5EF4-FFF2-40B4-BE49-F238E27FC236}">
                <a16:creationId xmlns:a16="http://schemas.microsoft.com/office/drawing/2014/main" id="{5ACCFEEC-9A11-4AEC-AD47-D61D35F187FE}"/>
              </a:ext>
            </a:extLst>
          </p:cNvPr>
          <p:cNvSpPr>
            <a:spLocks noGrp="1"/>
          </p:cNvSpPr>
          <p:nvPr/>
        </p:nvSpPr>
        <p:spPr>
          <a:xfrm>
            <a:off x="6621161" y="60896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01_find_only_3180">
            <a:extLst>
              <a:ext uri="{FF2B5EF4-FFF2-40B4-BE49-F238E27FC236}">
                <a16:creationId xmlns:a16="http://schemas.microsoft.com/office/drawing/2014/main" id="{FA5E3B47-BDD1-40D9-86D7-EA331080A832}"/>
              </a:ext>
            </a:extLst>
          </p:cNvPr>
          <p:cNvSpPr>
            <a:spLocks noGrp="1"/>
          </p:cNvSpPr>
          <p:nvPr/>
        </p:nvSpPr>
        <p:spPr>
          <a:xfrm>
            <a:off x="6633984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01_find_only_3181">
            <a:extLst>
              <a:ext uri="{FF2B5EF4-FFF2-40B4-BE49-F238E27FC236}">
                <a16:creationId xmlns:a16="http://schemas.microsoft.com/office/drawing/2014/main" id="{AAFBBFC3-581B-4938-9EC7-2AEA46A30BB7}"/>
              </a:ext>
            </a:extLst>
          </p:cNvPr>
          <p:cNvSpPr>
            <a:spLocks noGrp="1"/>
          </p:cNvSpPr>
          <p:nvPr/>
        </p:nvSpPr>
        <p:spPr>
          <a:xfrm>
            <a:off x="65722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01_find_only_3182">
            <a:extLst>
              <a:ext uri="{FF2B5EF4-FFF2-40B4-BE49-F238E27FC236}">
                <a16:creationId xmlns:a16="http://schemas.microsoft.com/office/drawing/2014/main" id="{9A974A55-EAEE-4CC6-9B55-A3AE3CBFDF37}"/>
              </a:ext>
            </a:extLst>
          </p:cNvPr>
          <p:cNvSpPr>
            <a:spLocks noGrp="1"/>
          </p:cNvSpPr>
          <p:nvPr/>
        </p:nvSpPr>
        <p:spPr>
          <a:xfrm>
            <a:off x="6565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01_find_only_3183">
            <a:extLst>
              <a:ext uri="{FF2B5EF4-FFF2-40B4-BE49-F238E27FC236}">
                <a16:creationId xmlns:a16="http://schemas.microsoft.com/office/drawing/2014/main" id="{0536BABC-F17D-4B6D-92B9-886CC5B18F88}"/>
              </a:ext>
            </a:extLst>
          </p:cNvPr>
          <p:cNvSpPr>
            <a:spLocks noGrp="1"/>
          </p:cNvSpPr>
          <p:nvPr/>
        </p:nvSpPr>
        <p:spPr>
          <a:xfrm>
            <a:off x="6620966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01_find_only_3184">
            <a:extLst>
              <a:ext uri="{FF2B5EF4-FFF2-40B4-BE49-F238E27FC236}">
                <a16:creationId xmlns:a16="http://schemas.microsoft.com/office/drawing/2014/main" id="{5073F513-1CCC-4FCE-9A9F-CDE9C24B943A}"/>
              </a:ext>
            </a:extLst>
          </p:cNvPr>
          <p:cNvSpPr>
            <a:spLocks noGrp="1"/>
          </p:cNvSpPr>
          <p:nvPr/>
        </p:nvSpPr>
        <p:spPr>
          <a:xfrm>
            <a:off x="6646031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01_find_only_3185">
            <a:extLst>
              <a:ext uri="{FF2B5EF4-FFF2-40B4-BE49-F238E27FC236}">
                <a16:creationId xmlns:a16="http://schemas.microsoft.com/office/drawing/2014/main" id="{9573A9C6-271E-4042-8093-051C838EB90A}"/>
              </a:ext>
            </a:extLst>
          </p:cNvPr>
          <p:cNvSpPr>
            <a:spLocks noGrp="1"/>
          </p:cNvSpPr>
          <p:nvPr/>
        </p:nvSpPr>
        <p:spPr>
          <a:xfrm>
            <a:off x="6650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01_find_only_3186">
            <a:extLst>
              <a:ext uri="{FF2B5EF4-FFF2-40B4-BE49-F238E27FC236}">
                <a16:creationId xmlns:a16="http://schemas.microsoft.com/office/drawing/2014/main" id="{07DAAFAA-E9CC-4213-BD14-34340AE9C70B}"/>
              </a:ext>
            </a:extLst>
          </p:cNvPr>
          <p:cNvSpPr>
            <a:spLocks noGrp="1"/>
          </p:cNvSpPr>
          <p:nvPr/>
        </p:nvSpPr>
        <p:spPr>
          <a:xfrm>
            <a:off x="659016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01_find_only_3187">
            <a:extLst>
              <a:ext uri="{FF2B5EF4-FFF2-40B4-BE49-F238E27FC236}">
                <a16:creationId xmlns:a16="http://schemas.microsoft.com/office/drawing/2014/main" id="{524126CA-2A04-4BB1-87A4-D4DF053A8689}"/>
              </a:ext>
            </a:extLst>
          </p:cNvPr>
          <p:cNvSpPr>
            <a:spLocks noGrp="1"/>
          </p:cNvSpPr>
          <p:nvPr/>
        </p:nvSpPr>
        <p:spPr>
          <a:xfrm>
            <a:off x="66258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01_find_only_3188">
            <a:extLst>
              <a:ext uri="{FF2B5EF4-FFF2-40B4-BE49-F238E27FC236}">
                <a16:creationId xmlns:a16="http://schemas.microsoft.com/office/drawing/2014/main" id="{814E5FB6-02AA-4151-B2C5-E002AE229242}"/>
              </a:ext>
            </a:extLst>
          </p:cNvPr>
          <p:cNvSpPr>
            <a:spLocks noGrp="1"/>
          </p:cNvSpPr>
          <p:nvPr/>
        </p:nvSpPr>
        <p:spPr>
          <a:xfrm>
            <a:off x="66332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01_find_only_3189">
            <a:extLst>
              <a:ext uri="{FF2B5EF4-FFF2-40B4-BE49-F238E27FC236}">
                <a16:creationId xmlns:a16="http://schemas.microsoft.com/office/drawing/2014/main" id="{F7252DBD-77EA-4491-ACCB-5D3866E2D315}"/>
              </a:ext>
            </a:extLst>
          </p:cNvPr>
          <p:cNvSpPr>
            <a:spLocks noGrp="1"/>
          </p:cNvSpPr>
          <p:nvPr/>
        </p:nvSpPr>
        <p:spPr>
          <a:xfrm>
            <a:off x="66449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01_find_only_3190">
            <a:extLst>
              <a:ext uri="{FF2B5EF4-FFF2-40B4-BE49-F238E27FC236}">
                <a16:creationId xmlns:a16="http://schemas.microsoft.com/office/drawing/2014/main" id="{FBDAC2F7-AB01-470B-88F8-C90A7768D3AF}"/>
              </a:ext>
            </a:extLst>
          </p:cNvPr>
          <p:cNvSpPr>
            <a:spLocks noGrp="1"/>
          </p:cNvSpPr>
          <p:nvPr/>
        </p:nvSpPr>
        <p:spPr>
          <a:xfrm>
            <a:off x="6634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01_find_only_3191">
            <a:extLst>
              <a:ext uri="{FF2B5EF4-FFF2-40B4-BE49-F238E27FC236}">
                <a16:creationId xmlns:a16="http://schemas.microsoft.com/office/drawing/2014/main" id="{F1B404F2-0FAD-4D52-953B-136017D55381}"/>
              </a:ext>
            </a:extLst>
          </p:cNvPr>
          <p:cNvSpPr>
            <a:spLocks noGrp="1"/>
          </p:cNvSpPr>
          <p:nvPr/>
        </p:nvSpPr>
        <p:spPr>
          <a:xfrm>
            <a:off x="66199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01_find_only_3192">
            <a:extLst>
              <a:ext uri="{FF2B5EF4-FFF2-40B4-BE49-F238E27FC236}">
                <a16:creationId xmlns:a16="http://schemas.microsoft.com/office/drawing/2014/main" id="{73E45B88-20F5-4430-AD8F-72209D63CE7E}"/>
              </a:ext>
            </a:extLst>
          </p:cNvPr>
          <p:cNvSpPr>
            <a:spLocks noGrp="1"/>
          </p:cNvSpPr>
          <p:nvPr/>
        </p:nvSpPr>
        <p:spPr>
          <a:xfrm>
            <a:off x="65604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01_find_only_3193">
            <a:extLst>
              <a:ext uri="{FF2B5EF4-FFF2-40B4-BE49-F238E27FC236}">
                <a16:creationId xmlns:a16="http://schemas.microsoft.com/office/drawing/2014/main" id="{5C341F27-0A48-454D-B3E7-0E7093470E8C}"/>
              </a:ext>
            </a:extLst>
          </p:cNvPr>
          <p:cNvSpPr>
            <a:spLocks noGrp="1"/>
          </p:cNvSpPr>
          <p:nvPr/>
        </p:nvSpPr>
        <p:spPr>
          <a:xfrm>
            <a:off x="65698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01_find_only_3194">
            <a:extLst>
              <a:ext uri="{FF2B5EF4-FFF2-40B4-BE49-F238E27FC236}">
                <a16:creationId xmlns:a16="http://schemas.microsoft.com/office/drawing/2014/main" id="{BC324F41-952D-4AFF-85D0-1F968DD52B55}"/>
              </a:ext>
            </a:extLst>
          </p:cNvPr>
          <p:cNvSpPr>
            <a:spLocks noGrp="1"/>
          </p:cNvSpPr>
          <p:nvPr/>
        </p:nvSpPr>
        <p:spPr>
          <a:xfrm>
            <a:off x="66209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01_find_only_3195">
            <a:extLst>
              <a:ext uri="{FF2B5EF4-FFF2-40B4-BE49-F238E27FC236}">
                <a16:creationId xmlns:a16="http://schemas.microsoft.com/office/drawing/2014/main" id="{DADE0A25-F1A3-4A0C-89EC-221D769CF445}"/>
              </a:ext>
            </a:extLst>
          </p:cNvPr>
          <p:cNvSpPr>
            <a:spLocks noGrp="1"/>
          </p:cNvSpPr>
          <p:nvPr/>
        </p:nvSpPr>
        <p:spPr>
          <a:xfrm>
            <a:off x="661115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01_find_only_3196">
            <a:extLst>
              <a:ext uri="{FF2B5EF4-FFF2-40B4-BE49-F238E27FC236}">
                <a16:creationId xmlns:a16="http://schemas.microsoft.com/office/drawing/2014/main" id="{B785DA01-CDC0-4053-BCE7-99CB7B644C3C}"/>
              </a:ext>
            </a:extLst>
          </p:cNvPr>
          <p:cNvSpPr>
            <a:spLocks noGrp="1"/>
          </p:cNvSpPr>
          <p:nvPr/>
        </p:nvSpPr>
        <p:spPr>
          <a:xfrm>
            <a:off x="6573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01_find_only_3197">
            <a:extLst>
              <a:ext uri="{FF2B5EF4-FFF2-40B4-BE49-F238E27FC236}">
                <a16:creationId xmlns:a16="http://schemas.microsoft.com/office/drawing/2014/main" id="{8DE9D597-FE8E-4028-9107-6308196E0B63}"/>
              </a:ext>
            </a:extLst>
          </p:cNvPr>
          <p:cNvSpPr>
            <a:spLocks noGrp="1"/>
          </p:cNvSpPr>
          <p:nvPr/>
        </p:nvSpPr>
        <p:spPr>
          <a:xfrm>
            <a:off x="65915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01_find_only_3198">
            <a:extLst>
              <a:ext uri="{FF2B5EF4-FFF2-40B4-BE49-F238E27FC236}">
                <a16:creationId xmlns:a16="http://schemas.microsoft.com/office/drawing/2014/main" id="{0DC8AC97-1A99-4482-80B0-61BC92F62DE5}"/>
              </a:ext>
            </a:extLst>
          </p:cNvPr>
          <p:cNvSpPr>
            <a:spLocks noGrp="1"/>
          </p:cNvSpPr>
          <p:nvPr/>
        </p:nvSpPr>
        <p:spPr>
          <a:xfrm>
            <a:off x="6557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01_find_only_3199">
            <a:extLst>
              <a:ext uri="{FF2B5EF4-FFF2-40B4-BE49-F238E27FC236}">
                <a16:creationId xmlns:a16="http://schemas.microsoft.com/office/drawing/2014/main" id="{BC19C384-9CEF-42A5-9764-DE871798A946}"/>
              </a:ext>
            </a:extLst>
          </p:cNvPr>
          <p:cNvSpPr>
            <a:spLocks noGrp="1"/>
          </p:cNvSpPr>
          <p:nvPr/>
        </p:nvSpPr>
        <p:spPr>
          <a:xfrm>
            <a:off x="68294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01_find_only_3200">
            <a:extLst>
              <a:ext uri="{FF2B5EF4-FFF2-40B4-BE49-F238E27FC236}">
                <a16:creationId xmlns:a16="http://schemas.microsoft.com/office/drawing/2014/main" id="{79DF0239-DF50-492B-890E-2E327C4D60AD}"/>
              </a:ext>
            </a:extLst>
          </p:cNvPr>
          <p:cNvSpPr>
            <a:spLocks noGrp="1"/>
          </p:cNvSpPr>
          <p:nvPr/>
        </p:nvSpPr>
        <p:spPr>
          <a:xfrm>
            <a:off x="6891635" y="560947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01_find_only_3201">
            <a:extLst>
              <a:ext uri="{FF2B5EF4-FFF2-40B4-BE49-F238E27FC236}">
                <a16:creationId xmlns:a16="http://schemas.microsoft.com/office/drawing/2014/main" id="{8E112472-C3B8-43B9-A285-E232FCED4EDB}"/>
              </a:ext>
            </a:extLst>
          </p:cNvPr>
          <p:cNvSpPr>
            <a:spLocks noGrp="1"/>
          </p:cNvSpPr>
          <p:nvPr/>
        </p:nvSpPr>
        <p:spPr>
          <a:xfrm>
            <a:off x="6809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01_find_only_3202">
            <a:extLst>
              <a:ext uri="{FF2B5EF4-FFF2-40B4-BE49-F238E27FC236}">
                <a16:creationId xmlns:a16="http://schemas.microsoft.com/office/drawing/2014/main" id="{17B7FD20-3C94-4819-BE7A-1AA54AE129D4}"/>
              </a:ext>
            </a:extLst>
          </p:cNvPr>
          <p:cNvSpPr>
            <a:spLocks noGrp="1"/>
          </p:cNvSpPr>
          <p:nvPr/>
        </p:nvSpPr>
        <p:spPr>
          <a:xfrm>
            <a:off x="6883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01_find_only_3203">
            <a:extLst>
              <a:ext uri="{FF2B5EF4-FFF2-40B4-BE49-F238E27FC236}">
                <a16:creationId xmlns:a16="http://schemas.microsoft.com/office/drawing/2014/main" id="{FC2229AC-2B0A-4053-8203-A614F1288815}"/>
              </a:ext>
            </a:extLst>
          </p:cNvPr>
          <p:cNvSpPr>
            <a:spLocks noGrp="1"/>
          </p:cNvSpPr>
          <p:nvPr/>
        </p:nvSpPr>
        <p:spPr>
          <a:xfrm>
            <a:off x="6845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01_find_only_3204">
            <a:extLst>
              <a:ext uri="{FF2B5EF4-FFF2-40B4-BE49-F238E27FC236}">
                <a16:creationId xmlns:a16="http://schemas.microsoft.com/office/drawing/2014/main" id="{6D874FB7-14E0-4B29-A85D-30A0DF9798BA}"/>
              </a:ext>
            </a:extLst>
          </p:cNvPr>
          <p:cNvSpPr>
            <a:spLocks noGrp="1"/>
          </p:cNvSpPr>
          <p:nvPr/>
        </p:nvSpPr>
        <p:spPr>
          <a:xfrm>
            <a:off x="68985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01_find_only_3205">
            <a:extLst>
              <a:ext uri="{FF2B5EF4-FFF2-40B4-BE49-F238E27FC236}">
                <a16:creationId xmlns:a16="http://schemas.microsoft.com/office/drawing/2014/main" id="{B3F0865D-5D19-4C39-825B-1C5F08512630}"/>
              </a:ext>
            </a:extLst>
          </p:cNvPr>
          <p:cNvSpPr>
            <a:spLocks noGrp="1"/>
          </p:cNvSpPr>
          <p:nvPr/>
        </p:nvSpPr>
        <p:spPr>
          <a:xfrm>
            <a:off x="68293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01_find_only_3206">
            <a:extLst>
              <a:ext uri="{FF2B5EF4-FFF2-40B4-BE49-F238E27FC236}">
                <a16:creationId xmlns:a16="http://schemas.microsoft.com/office/drawing/2014/main" id="{E4CDCA47-98F1-4DD2-85A8-54968A131820}"/>
              </a:ext>
            </a:extLst>
          </p:cNvPr>
          <p:cNvSpPr>
            <a:spLocks noGrp="1"/>
          </p:cNvSpPr>
          <p:nvPr/>
        </p:nvSpPr>
        <p:spPr>
          <a:xfrm>
            <a:off x="68767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01_find_only_3207">
            <a:extLst>
              <a:ext uri="{FF2B5EF4-FFF2-40B4-BE49-F238E27FC236}">
                <a16:creationId xmlns:a16="http://schemas.microsoft.com/office/drawing/2014/main" id="{F9003BE4-AEEF-4324-9C10-589ADB5E2B89}"/>
              </a:ext>
            </a:extLst>
          </p:cNvPr>
          <p:cNvSpPr>
            <a:spLocks noGrp="1"/>
          </p:cNvSpPr>
          <p:nvPr/>
        </p:nvSpPr>
        <p:spPr>
          <a:xfrm>
            <a:off x="6812457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01_find_only_3208">
            <a:extLst>
              <a:ext uri="{FF2B5EF4-FFF2-40B4-BE49-F238E27FC236}">
                <a16:creationId xmlns:a16="http://schemas.microsoft.com/office/drawing/2014/main" id="{B0F8E822-B158-4641-9CD0-A2FC9C6D6386}"/>
              </a:ext>
            </a:extLst>
          </p:cNvPr>
          <p:cNvSpPr>
            <a:spLocks noGrp="1"/>
          </p:cNvSpPr>
          <p:nvPr/>
        </p:nvSpPr>
        <p:spPr>
          <a:xfrm>
            <a:off x="68331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01_find_only_3209">
            <a:extLst>
              <a:ext uri="{FF2B5EF4-FFF2-40B4-BE49-F238E27FC236}">
                <a16:creationId xmlns:a16="http://schemas.microsoft.com/office/drawing/2014/main" id="{46FA5A01-15B0-46F1-8796-853A5B04035D}"/>
              </a:ext>
            </a:extLst>
          </p:cNvPr>
          <p:cNvSpPr>
            <a:spLocks noGrp="1"/>
          </p:cNvSpPr>
          <p:nvPr/>
        </p:nvSpPr>
        <p:spPr>
          <a:xfrm>
            <a:off x="68122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01_find_only_3210">
            <a:extLst>
              <a:ext uri="{FF2B5EF4-FFF2-40B4-BE49-F238E27FC236}">
                <a16:creationId xmlns:a16="http://schemas.microsoft.com/office/drawing/2014/main" id="{BBE2851A-61C5-4518-A5E7-96FF17C6D2E2}"/>
              </a:ext>
            </a:extLst>
          </p:cNvPr>
          <p:cNvSpPr>
            <a:spLocks noGrp="1"/>
          </p:cNvSpPr>
          <p:nvPr/>
        </p:nvSpPr>
        <p:spPr>
          <a:xfrm>
            <a:off x="68671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01_find_only_3211">
            <a:extLst>
              <a:ext uri="{FF2B5EF4-FFF2-40B4-BE49-F238E27FC236}">
                <a16:creationId xmlns:a16="http://schemas.microsoft.com/office/drawing/2014/main" id="{4A79AAF9-4ACC-4BA9-ADFE-4253199281EF}"/>
              </a:ext>
            </a:extLst>
          </p:cNvPr>
          <p:cNvSpPr>
            <a:spLocks noGrp="1"/>
          </p:cNvSpPr>
          <p:nvPr/>
        </p:nvSpPr>
        <p:spPr>
          <a:xfrm>
            <a:off x="68253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01_find_only_3212">
            <a:extLst>
              <a:ext uri="{FF2B5EF4-FFF2-40B4-BE49-F238E27FC236}">
                <a16:creationId xmlns:a16="http://schemas.microsoft.com/office/drawing/2014/main" id="{CB3ACC61-E48B-4CBD-8BF1-CF068ABA3DA3}"/>
              </a:ext>
            </a:extLst>
          </p:cNvPr>
          <p:cNvSpPr>
            <a:spLocks noGrp="1"/>
          </p:cNvSpPr>
          <p:nvPr/>
        </p:nvSpPr>
        <p:spPr>
          <a:xfrm>
            <a:off x="68545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01_find_only_3213">
            <a:extLst>
              <a:ext uri="{FF2B5EF4-FFF2-40B4-BE49-F238E27FC236}">
                <a16:creationId xmlns:a16="http://schemas.microsoft.com/office/drawing/2014/main" id="{3A8A76A7-54CF-4AB4-8F43-E5646C465830}"/>
              </a:ext>
            </a:extLst>
          </p:cNvPr>
          <p:cNvSpPr>
            <a:spLocks noGrp="1"/>
          </p:cNvSpPr>
          <p:nvPr/>
        </p:nvSpPr>
        <p:spPr>
          <a:xfrm>
            <a:off x="684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01_find_only_3214">
            <a:extLst>
              <a:ext uri="{FF2B5EF4-FFF2-40B4-BE49-F238E27FC236}">
                <a16:creationId xmlns:a16="http://schemas.microsoft.com/office/drawing/2014/main" id="{3EAB45C1-FD2C-4327-A1A0-6C91A9B4A438}"/>
              </a:ext>
            </a:extLst>
          </p:cNvPr>
          <p:cNvSpPr>
            <a:spLocks noGrp="1"/>
          </p:cNvSpPr>
          <p:nvPr/>
        </p:nvSpPr>
        <p:spPr>
          <a:xfrm>
            <a:off x="6834607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01_find_only_3215">
            <a:extLst>
              <a:ext uri="{FF2B5EF4-FFF2-40B4-BE49-F238E27FC236}">
                <a16:creationId xmlns:a16="http://schemas.microsoft.com/office/drawing/2014/main" id="{DEAD1560-B296-483F-BFC5-CC896F07DED1}"/>
              </a:ext>
            </a:extLst>
          </p:cNvPr>
          <p:cNvSpPr>
            <a:spLocks noGrp="1"/>
          </p:cNvSpPr>
          <p:nvPr/>
        </p:nvSpPr>
        <p:spPr>
          <a:xfrm>
            <a:off x="681197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01_find_only_3216">
            <a:extLst>
              <a:ext uri="{FF2B5EF4-FFF2-40B4-BE49-F238E27FC236}">
                <a16:creationId xmlns:a16="http://schemas.microsoft.com/office/drawing/2014/main" id="{C88BF02A-6632-4A2D-9D78-816C731B5286}"/>
              </a:ext>
            </a:extLst>
          </p:cNvPr>
          <p:cNvSpPr>
            <a:spLocks noGrp="1"/>
          </p:cNvSpPr>
          <p:nvPr/>
        </p:nvSpPr>
        <p:spPr>
          <a:xfrm>
            <a:off x="6899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01_find_only_3217">
            <a:extLst>
              <a:ext uri="{FF2B5EF4-FFF2-40B4-BE49-F238E27FC236}">
                <a16:creationId xmlns:a16="http://schemas.microsoft.com/office/drawing/2014/main" id="{7F4F70C6-CBC7-45BB-A5A3-C07C443C5413}"/>
              </a:ext>
            </a:extLst>
          </p:cNvPr>
          <p:cNvSpPr>
            <a:spLocks noGrp="1"/>
          </p:cNvSpPr>
          <p:nvPr/>
        </p:nvSpPr>
        <p:spPr>
          <a:xfrm>
            <a:off x="6813331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01_find_only_3218">
            <a:extLst>
              <a:ext uri="{FF2B5EF4-FFF2-40B4-BE49-F238E27FC236}">
                <a16:creationId xmlns:a16="http://schemas.microsoft.com/office/drawing/2014/main" id="{78CCBE1D-6156-42A0-889E-20BAA7CD13D9}"/>
              </a:ext>
            </a:extLst>
          </p:cNvPr>
          <p:cNvSpPr>
            <a:spLocks noGrp="1"/>
          </p:cNvSpPr>
          <p:nvPr/>
        </p:nvSpPr>
        <p:spPr>
          <a:xfrm>
            <a:off x="68920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01_find_only_3219">
            <a:extLst>
              <a:ext uri="{FF2B5EF4-FFF2-40B4-BE49-F238E27FC236}">
                <a16:creationId xmlns:a16="http://schemas.microsoft.com/office/drawing/2014/main" id="{A782DF5B-6265-446F-B632-AD70423393FC}"/>
              </a:ext>
            </a:extLst>
          </p:cNvPr>
          <p:cNvSpPr>
            <a:spLocks noGrp="1"/>
          </p:cNvSpPr>
          <p:nvPr/>
        </p:nvSpPr>
        <p:spPr>
          <a:xfrm>
            <a:off x="68456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01_find_only_3220">
            <a:extLst>
              <a:ext uri="{FF2B5EF4-FFF2-40B4-BE49-F238E27FC236}">
                <a16:creationId xmlns:a16="http://schemas.microsoft.com/office/drawing/2014/main" id="{E179E44D-9D7C-45DD-8692-1382813499D3}"/>
              </a:ext>
            </a:extLst>
          </p:cNvPr>
          <p:cNvSpPr>
            <a:spLocks noGrp="1"/>
          </p:cNvSpPr>
          <p:nvPr/>
        </p:nvSpPr>
        <p:spPr>
          <a:xfrm>
            <a:off x="690319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01_find_only_3221">
            <a:extLst>
              <a:ext uri="{FF2B5EF4-FFF2-40B4-BE49-F238E27FC236}">
                <a16:creationId xmlns:a16="http://schemas.microsoft.com/office/drawing/2014/main" id="{F8A76141-3734-4770-8371-05D838EFEB1C}"/>
              </a:ext>
            </a:extLst>
          </p:cNvPr>
          <p:cNvSpPr>
            <a:spLocks noGrp="1"/>
          </p:cNvSpPr>
          <p:nvPr/>
        </p:nvSpPr>
        <p:spPr>
          <a:xfrm>
            <a:off x="68727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01_find_only_3222">
            <a:extLst>
              <a:ext uri="{FF2B5EF4-FFF2-40B4-BE49-F238E27FC236}">
                <a16:creationId xmlns:a16="http://schemas.microsoft.com/office/drawing/2014/main" id="{964FEE2B-99F6-4B9A-9906-396851B455F5}"/>
              </a:ext>
            </a:extLst>
          </p:cNvPr>
          <p:cNvSpPr>
            <a:spLocks noGrp="1"/>
          </p:cNvSpPr>
          <p:nvPr/>
        </p:nvSpPr>
        <p:spPr>
          <a:xfrm>
            <a:off x="68793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01_find_only_3223">
            <a:extLst>
              <a:ext uri="{FF2B5EF4-FFF2-40B4-BE49-F238E27FC236}">
                <a16:creationId xmlns:a16="http://schemas.microsoft.com/office/drawing/2014/main" id="{06BB1798-DF14-4C07-A907-E5547CD1E7FB}"/>
              </a:ext>
            </a:extLst>
          </p:cNvPr>
          <p:cNvSpPr>
            <a:spLocks noGrp="1"/>
          </p:cNvSpPr>
          <p:nvPr/>
        </p:nvSpPr>
        <p:spPr>
          <a:xfrm>
            <a:off x="6836744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01_find_only_3224">
            <a:extLst>
              <a:ext uri="{FF2B5EF4-FFF2-40B4-BE49-F238E27FC236}">
                <a16:creationId xmlns:a16="http://schemas.microsoft.com/office/drawing/2014/main" id="{10291926-7A4B-4F86-84B7-F81516EF6037}"/>
              </a:ext>
            </a:extLst>
          </p:cNvPr>
          <p:cNvSpPr>
            <a:spLocks noGrp="1"/>
          </p:cNvSpPr>
          <p:nvPr/>
        </p:nvSpPr>
        <p:spPr>
          <a:xfrm>
            <a:off x="689775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01_find_only_3225">
            <a:extLst>
              <a:ext uri="{FF2B5EF4-FFF2-40B4-BE49-F238E27FC236}">
                <a16:creationId xmlns:a16="http://schemas.microsoft.com/office/drawing/2014/main" id="{F03F8620-B977-439B-A1A3-85455B16981D}"/>
              </a:ext>
            </a:extLst>
          </p:cNvPr>
          <p:cNvSpPr>
            <a:spLocks noGrp="1"/>
          </p:cNvSpPr>
          <p:nvPr/>
        </p:nvSpPr>
        <p:spPr>
          <a:xfrm>
            <a:off x="6879588" y="5349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01_find_only_3226">
            <a:extLst>
              <a:ext uri="{FF2B5EF4-FFF2-40B4-BE49-F238E27FC236}">
                <a16:creationId xmlns:a16="http://schemas.microsoft.com/office/drawing/2014/main" id="{28A300A4-2450-4EBC-9534-DB6ED6DEEC5D}"/>
              </a:ext>
            </a:extLst>
          </p:cNvPr>
          <p:cNvSpPr>
            <a:spLocks noGrp="1"/>
          </p:cNvSpPr>
          <p:nvPr/>
        </p:nvSpPr>
        <p:spPr>
          <a:xfrm>
            <a:off x="68241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01_find_only_3227">
            <a:extLst>
              <a:ext uri="{FF2B5EF4-FFF2-40B4-BE49-F238E27FC236}">
                <a16:creationId xmlns:a16="http://schemas.microsoft.com/office/drawing/2014/main" id="{57DABE9D-43F6-4471-B0C6-134585B4AF10}"/>
              </a:ext>
            </a:extLst>
          </p:cNvPr>
          <p:cNvSpPr>
            <a:spLocks noGrp="1"/>
          </p:cNvSpPr>
          <p:nvPr/>
        </p:nvSpPr>
        <p:spPr>
          <a:xfrm>
            <a:off x="6877937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01_find_only_3228">
            <a:extLst>
              <a:ext uri="{FF2B5EF4-FFF2-40B4-BE49-F238E27FC236}">
                <a16:creationId xmlns:a16="http://schemas.microsoft.com/office/drawing/2014/main" id="{75CE490D-8F51-4494-B1AF-E0FE59B74A41}"/>
              </a:ext>
            </a:extLst>
          </p:cNvPr>
          <p:cNvSpPr>
            <a:spLocks noGrp="1"/>
          </p:cNvSpPr>
          <p:nvPr/>
        </p:nvSpPr>
        <p:spPr>
          <a:xfrm>
            <a:off x="68290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01_find_only_3229">
            <a:extLst>
              <a:ext uri="{FF2B5EF4-FFF2-40B4-BE49-F238E27FC236}">
                <a16:creationId xmlns:a16="http://schemas.microsoft.com/office/drawing/2014/main" id="{66FEA30E-DFCC-4BE0-AE29-108D5BB8AECC}"/>
              </a:ext>
            </a:extLst>
          </p:cNvPr>
          <p:cNvSpPr>
            <a:spLocks noGrp="1"/>
          </p:cNvSpPr>
          <p:nvPr/>
        </p:nvSpPr>
        <p:spPr>
          <a:xfrm>
            <a:off x="683664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01_find_only_3230">
            <a:extLst>
              <a:ext uri="{FF2B5EF4-FFF2-40B4-BE49-F238E27FC236}">
                <a16:creationId xmlns:a16="http://schemas.microsoft.com/office/drawing/2014/main" id="{CBF58E1A-49BB-4EE6-AA91-5A2DE03DDBB0}"/>
              </a:ext>
            </a:extLst>
          </p:cNvPr>
          <p:cNvSpPr>
            <a:spLocks noGrp="1"/>
          </p:cNvSpPr>
          <p:nvPr/>
        </p:nvSpPr>
        <p:spPr>
          <a:xfrm>
            <a:off x="68969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01_find_only_3231">
            <a:extLst>
              <a:ext uri="{FF2B5EF4-FFF2-40B4-BE49-F238E27FC236}">
                <a16:creationId xmlns:a16="http://schemas.microsoft.com/office/drawing/2014/main" id="{3DE20E30-2A2A-428A-BD64-2B0D142F3565}"/>
              </a:ext>
            </a:extLst>
          </p:cNvPr>
          <p:cNvSpPr>
            <a:spLocks noGrp="1"/>
          </p:cNvSpPr>
          <p:nvPr/>
        </p:nvSpPr>
        <p:spPr>
          <a:xfrm>
            <a:off x="6838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01_find_only_3232">
            <a:extLst>
              <a:ext uri="{FF2B5EF4-FFF2-40B4-BE49-F238E27FC236}">
                <a16:creationId xmlns:a16="http://schemas.microsoft.com/office/drawing/2014/main" id="{A3FB7A58-5080-4809-932A-99CEB2349245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01_find_only_3233">
            <a:extLst>
              <a:ext uri="{FF2B5EF4-FFF2-40B4-BE49-F238E27FC236}">
                <a16:creationId xmlns:a16="http://schemas.microsoft.com/office/drawing/2014/main" id="{0E2199D1-EFC2-4064-9250-41CEBA7BAAF7}"/>
              </a:ext>
            </a:extLst>
          </p:cNvPr>
          <p:cNvSpPr>
            <a:spLocks noGrp="1"/>
          </p:cNvSpPr>
          <p:nvPr/>
        </p:nvSpPr>
        <p:spPr>
          <a:xfrm>
            <a:off x="68923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01_find_only_3234">
            <a:extLst>
              <a:ext uri="{FF2B5EF4-FFF2-40B4-BE49-F238E27FC236}">
                <a16:creationId xmlns:a16="http://schemas.microsoft.com/office/drawing/2014/main" id="{A2637635-C199-4EE1-BCD4-00653160DF25}"/>
              </a:ext>
            </a:extLst>
          </p:cNvPr>
          <p:cNvSpPr>
            <a:spLocks noGrp="1"/>
          </p:cNvSpPr>
          <p:nvPr/>
        </p:nvSpPr>
        <p:spPr>
          <a:xfrm>
            <a:off x="68948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01_find_only_3235">
            <a:extLst>
              <a:ext uri="{FF2B5EF4-FFF2-40B4-BE49-F238E27FC236}">
                <a16:creationId xmlns:a16="http://schemas.microsoft.com/office/drawing/2014/main" id="{D1D1C2CD-9BF8-4A7B-9128-8C0E046C40BE}"/>
              </a:ext>
            </a:extLst>
          </p:cNvPr>
          <p:cNvSpPr>
            <a:spLocks noGrp="1"/>
          </p:cNvSpPr>
          <p:nvPr/>
        </p:nvSpPr>
        <p:spPr>
          <a:xfrm>
            <a:off x="6838979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01_find_only_3236">
            <a:extLst>
              <a:ext uri="{FF2B5EF4-FFF2-40B4-BE49-F238E27FC236}">
                <a16:creationId xmlns:a16="http://schemas.microsoft.com/office/drawing/2014/main" id="{5334A3EF-1D96-4DA0-B8D7-B1CD2D4FEE52}"/>
              </a:ext>
            </a:extLst>
          </p:cNvPr>
          <p:cNvSpPr>
            <a:spLocks noGrp="1"/>
          </p:cNvSpPr>
          <p:nvPr/>
        </p:nvSpPr>
        <p:spPr>
          <a:xfrm>
            <a:off x="68243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01_find_only_3237">
            <a:extLst>
              <a:ext uri="{FF2B5EF4-FFF2-40B4-BE49-F238E27FC236}">
                <a16:creationId xmlns:a16="http://schemas.microsoft.com/office/drawing/2014/main" id="{99E42717-5A0F-4E88-8996-59E1004F31FA}"/>
              </a:ext>
            </a:extLst>
          </p:cNvPr>
          <p:cNvSpPr>
            <a:spLocks noGrp="1"/>
          </p:cNvSpPr>
          <p:nvPr/>
        </p:nvSpPr>
        <p:spPr>
          <a:xfrm>
            <a:off x="688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01_find_only_3238">
            <a:extLst>
              <a:ext uri="{FF2B5EF4-FFF2-40B4-BE49-F238E27FC236}">
                <a16:creationId xmlns:a16="http://schemas.microsoft.com/office/drawing/2014/main" id="{DDA0A440-6FCF-4EE0-A4FA-73FE4D8FC49A}"/>
              </a:ext>
            </a:extLst>
          </p:cNvPr>
          <p:cNvSpPr>
            <a:spLocks noGrp="1"/>
          </p:cNvSpPr>
          <p:nvPr/>
        </p:nvSpPr>
        <p:spPr>
          <a:xfrm>
            <a:off x="68197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01_find_only_3239">
            <a:extLst>
              <a:ext uri="{FF2B5EF4-FFF2-40B4-BE49-F238E27FC236}">
                <a16:creationId xmlns:a16="http://schemas.microsoft.com/office/drawing/2014/main" id="{4206D5E4-B3AB-4C95-BF26-C2CC80DB9BB0}"/>
              </a:ext>
            </a:extLst>
          </p:cNvPr>
          <p:cNvSpPr>
            <a:spLocks noGrp="1"/>
          </p:cNvSpPr>
          <p:nvPr/>
        </p:nvSpPr>
        <p:spPr>
          <a:xfrm>
            <a:off x="6825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01_find_only_3240">
            <a:extLst>
              <a:ext uri="{FF2B5EF4-FFF2-40B4-BE49-F238E27FC236}">
                <a16:creationId xmlns:a16="http://schemas.microsoft.com/office/drawing/2014/main" id="{CCBDD2E0-80D4-4223-A61C-64E378D3F1F3}"/>
              </a:ext>
            </a:extLst>
          </p:cNvPr>
          <p:cNvSpPr>
            <a:spLocks noGrp="1"/>
          </p:cNvSpPr>
          <p:nvPr/>
        </p:nvSpPr>
        <p:spPr>
          <a:xfrm>
            <a:off x="6883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01_find_only_3241">
            <a:extLst>
              <a:ext uri="{FF2B5EF4-FFF2-40B4-BE49-F238E27FC236}">
                <a16:creationId xmlns:a16="http://schemas.microsoft.com/office/drawing/2014/main" id="{A1FA1887-D8F6-4250-94AF-63FFA098E2E0}"/>
              </a:ext>
            </a:extLst>
          </p:cNvPr>
          <p:cNvSpPr>
            <a:spLocks noGrp="1"/>
          </p:cNvSpPr>
          <p:nvPr/>
        </p:nvSpPr>
        <p:spPr>
          <a:xfrm>
            <a:off x="682061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01_find_only_3242">
            <a:extLst>
              <a:ext uri="{FF2B5EF4-FFF2-40B4-BE49-F238E27FC236}">
                <a16:creationId xmlns:a16="http://schemas.microsoft.com/office/drawing/2014/main" id="{7765A37F-13A5-4BC4-8E65-0ABF61044C22}"/>
              </a:ext>
            </a:extLst>
          </p:cNvPr>
          <p:cNvSpPr>
            <a:spLocks noGrp="1"/>
          </p:cNvSpPr>
          <p:nvPr/>
        </p:nvSpPr>
        <p:spPr>
          <a:xfrm>
            <a:off x="6901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01_find_only_3243">
            <a:extLst>
              <a:ext uri="{FF2B5EF4-FFF2-40B4-BE49-F238E27FC236}">
                <a16:creationId xmlns:a16="http://schemas.microsoft.com/office/drawing/2014/main" id="{539277E3-30E2-4DEB-B130-E0F11165B8D5}"/>
              </a:ext>
            </a:extLst>
          </p:cNvPr>
          <p:cNvSpPr>
            <a:spLocks noGrp="1"/>
          </p:cNvSpPr>
          <p:nvPr/>
        </p:nvSpPr>
        <p:spPr>
          <a:xfrm>
            <a:off x="68870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01_find_only_3244">
            <a:extLst>
              <a:ext uri="{FF2B5EF4-FFF2-40B4-BE49-F238E27FC236}">
                <a16:creationId xmlns:a16="http://schemas.microsoft.com/office/drawing/2014/main" id="{BD08807B-91F0-4E5E-87C4-C3A9D5D7BDBE}"/>
              </a:ext>
            </a:extLst>
          </p:cNvPr>
          <p:cNvSpPr>
            <a:spLocks noGrp="1"/>
          </p:cNvSpPr>
          <p:nvPr/>
        </p:nvSpPr>
        <p:spPr>
          <a:xfrm>
            <a:off x="6851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01_find_only_3245">
            <a:extLst>
              <a:ext uri="{FF2B5EF4-FFF2-40B4-BE49-F238E27FC236}">
                <a16:creationId xmlns:a16="http://schemas.microsoft.com/office/drawing/2014/main" id="{F9AF198C-8185-402C-904E-43C7E40564B1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01_find_only_3246">
            <a:extLst>
              <a:ext uri="{FF2B5EF4-FFF2-40B4-BE49-F238E27FC236}">
                <a16:creationId xmlns:a16="http://schemas.microsoft.com/office/drawing/2014/main" id="{8D99EAA9-B70C-4186-BDA2-6DE583EF3BE0}"/>
              </a:ext>
            </a:extLst>
          </p:cNvPr>
          <p:cNvSpPr>
            <a:spLocks noGrp="1"/>
          </p:cNvSpPr>
          <p:nvPr/>
        </p:nvSpPr>
        <p:spPr>
          <a:xfrm>
            <a:off x="690465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01_find_only_3247">
            <a:extLst>
              <a:ext uri="{FF2B5EF4-FFF2-40B4-BE49-F238E27FC236}">
                <a16:creationId xmlns:a16="http://schemas.microsoft.com/office/drawing/2014/main" id="{6847DEB3-17F5-4D9C-A528-24D72BD3AB2E}"/>
              </a:ext>
            </a:extLst>
          </p:cNvPr>
          <p:cNvSpPr>
            <a:spLocks noGrp="1"/>
          </p:cNvSpPr>
          <p:nvPr/>
        </p:nvSpPr>
        <p:spPr>
          <a:xfrm>
            <a:off x="6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01_find_only_3248">
            <a:extLst>
              <a:ext uri="{FF2B5EF4-FFF2-40B4-BE49-F238E27FC236}">
                <a16:creationId xmlns:a16="http://schemas.microsoft.com/office/drawing/2014/main" id="{D3105B0D-E45C-4A73-AA7C-C07900A922B6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01_find_only_3249">
            <a:extLst>
              <a:ext uri="{FF2B5EF4-FFF2-40B4-BE49-F238E27FC236}">
                <a16:creationId xmlns:a16="http://schemas.microsoft.com/office/drawing/2014/main" id="{BF9C200A-5C64-4E9B-953A-482B056637FC}"/>
              </a:ext>
            </a:extLst>
          </p:cNvPr>
          <p:cNvSpPr>
            <a:spLocks noGrp="1"/>
          </p:cNvSpPr>
          <p:nvPr/>
        </p:nvSpPr>
        <p:spPr>
          <a:xfrm>
            <a:off x="68234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01_find_only_3250">
            <a:extLst>
              <a:ext uri="{FF2B5EF4-FFF2-40B4-BE49-F238E27FC236}">
                <a16:creationId xmlns:a16="http://schemas.microsoft.com/office/drawing/2014/main" id="{371C5803-9501-4C13-8B45-A11FB3AC11D9}"/>
              </a:ext>
            </a:extLst>
          </p:cNvPr>
          <p:cNvSpPr>
            <a:spLocks noGrp="1"/>
          </p:cNvSpPr>
          <p:nvPr/>
        </p:nvSpPr>
        <p:spPr>
          <a:xfrm>
            <a:off x="68508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01_find_only_3251">
            <a:extLst>
              <a:ext uri="{FF2B5EF4-FFF2-40B4-BE49-F238E27FC236}">
                <a16:creationId xmlns:a16="http://schemas.microsoft.com/office/drawing/2014/main" id="{2F3EF29A-5A7B-4557-AE24-2C2D3A37C61E}"/>
              </a:ext>
            </a:extLst>
          </p:cNvPr>
          <p:cNvSpPr>
            <a:spLocks noGrp="1"/>
          </p:cNvSpPr>
          <p:nvPr/>
        </p:nvSpPr>
        <p:spPr>
          <a:xfrm>
            <a:off x="68855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01_find_only_3252">
            <a:extLst>
              <a:ext uri="{FF2B5EF4-FFF2-40B4-BE49-F238E27FC236}">
                <a16:creationId xmlns:a16="http://schemas.microsoft.com/office/drawing/2014/main" id="{1C2DE186-B208-4122-9420-F670F1E5D719}"/>
              </a:ext>
            </a:extLst>
          </p:cNvPr>
          <p:cNvSpPr>
            <a:spLocks noGrp="1"/>
          </p:cNvSpPr>
          <p:nvPr/>
        </p:nvSpPr>
        <p:spPr>
          <a:xfrm>
            <a:off x="687142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01_find_only_3253">
            <a:extLst>
              <a:ext uri="{FF2B5EF4-FFF2-40B4-BE49-F238E27FC236}">
                <a16:creationId xmlns:a16="http://schemas.microsoft.com/office/drawing/2014/main" id="{23284A76-FD5B-43C4-B0C6-0359906831D9}"/>
              </a:ext>
            </a:extLst>
          </p:cNvPr>
          <p:cNvSpPr>
            <a:spLocks noGrp="1"/>
          </p:cNvSpPr>
          <p:nvPr/>
        </p:nvSpPr>
        <p:spPr>
          <a:xfrm>
            <a:off x="6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01_find_only_3254">
            <a:extLst>
              <a:ext uri="{FF2B5EF4-FFF2-40B4-BE49-F238E27FC236}">
                <a16:creationId xmlns:a16="http://schemas.microsoft.com/office/drawing/2014/main" id="{CCD94F39-1C9F-4C1E-A5E9-A6D1AC3BEDBB}"/>
              </a:ext>
            </a:extLst>
          </p:cNvPr>
          <p:cNvSpPr>
            <a:spLocks noGrp="1"/>
          </p:cNvSpPr>
          <p:nvPr/>
        </p:nvSpPr>
        <p:spPr>
          <a:xfrm>
            <a:off x="68097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01_find_only_3255">
            <a:extLst>
              <a:ext uri="{FF2B5EF4-FFF2-40B4-BE49-F238E27FC236}">
                <a16:creationId xmlns:a16="http://schemas.microsoft.com/office/drawing/2014/main" id="{FB0B4F25-3ED0-417D-ABFB-316661D0478E}"/>
              </a:ext>
            </a:extLst>
          </p:cNvPr>
          <p:cNvSpPr>
            <a:spLocks noGrp="1"/>
          </p:cNvSpPr>
          <p:nvPr/>
        </p:nvSpPr>
        <p:spPr>
          <a:xfrm>
            <a:off x="68497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01_find_only_3256">
            <a:extLst>
              <a:ext uri="{FF2B5EF4-FFF2-40B4-BE49-F238E27FC236}">
                <a16:creationId xmlns:a16="http://schemas.microsoft.com/office/drawing/2014/main" id="{AAE16791-B2D5-40DC-9045-9FA37D67FE57}"/>
              </a:ext>
            </a:extLst>
          </p:cNvPr>
          <p:cNvSpPr>
            <a:spLocks noGrp="1"/>
          </p:cNvSpPr>
          <p:nvPr/>
        </p:nvSpPr>
        <p:spPr>
          <a:xfrm>
            <a:off x="68679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01_find_only_3257">
            <a:extLst>
              <a:ext uri="{FF2B5EF4-FFF2-40B4-BE49-F238E27FC236}">
                <a16:creationId xmlns:a16="http://schemas.microsoft.com/office/drawing/2014/main" id="{42CFDB6D-778D-4D9C-A47D-64953A287B84}"/>
              </a:ext>
            </a:extLst>
          </p:cNvPr>
          <p:cNvSpPr>
            <a:spLocks noGrp="1"/>
          </p:cNvSpPr>
          <p:nvPr/>
        </p:nvSpPr>
        <p:spPr>
          <a:xfrm>
            <a:off x="68377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01_find_only_3258">
            <a:extLst>
              <a:ext uri="{FF2B5EF4-FFF2-40B4-BE49-F238E27FC236}">
                <a16:creationId xmlns:a16="http://schemas.microsoft.com/office/drawing/2014/main" id="{0B2B4801-2E36-4A9D-A45C-04DDD7131604}"/>
              </a:ext>
            </a:extLst>
          </p:cNvPr>
          <p:cNvSpPr>
            <a:spLocks noGrp="1"/>
          </p:cNvSpPr>
          <p:nvPr/>
        </p:nvSpPr>
        <p:spPr>
          <a:xfrm>
            <a:off x="6859477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01_find_only_3259">
            <a:extLst>
              <a:ext uri="{FF2B5EF4-FFF2-40B4-BE49-F238E27FC236}">
                <a16:creationId xmlns:a16="http://schemas.microsoft.com/office/drawing/2014/main" id="{A5EADEF7-B1A0-4A48-8C14-CFBF9762B9AC}"/>
              </a:ext>
            </a:extLst>
          </p:cNvPr>
          <p:cNvSpPr>
            <a:spLocks noGrp="1"/>
          </p:cNvSpPr>
          <p:nvPr/>
        </p:nvSpPr>
        <p:spPr>
          <a:xfrm>
            <a:off x="6847236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01_find_only_3260">
            <a:extLst>
              <a:ext uri="{FF2B5EF4-FFF2-40B4-BE49-F238E27FC236}">
                <a16:creationId xmlns:a16="http://schemas.microsoft.com/office/drawing/2014/main" id="{673CF0E2-2101-413F-B86D-7348CC3BAF28}"/>
              </a:ext>
            </a:extLst>
          </p:cNvPr>
          <p:cNvSpPr>
            <a:spLocks noGrp="1"/>
          </p:cNvSpPr>
          <p:nvPr/>
        </p:nvSpPr>
        <p:spPr>
          <a:xfrm>
            <a:off x="6889206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01_find_only_3261">
            <a:extLst>
              <a:ext uri="{FF2B5EF4-FFF2-40B4-BE49-F238E27FC236}">
                <a16:creationId xmlns:a16="http://schemas.microsoft.com/office/drawing/2014/main" id="{F28C3B39-9FBB-4DAB-BE61-C6E6382F7014}"/>
              </a:ext>
            </a:extLst>
          </p:cNvPr>
          <p:cNvSpPr>
            <a:spLocks noGrp="1"/>
          </p:cNvSpPr>
          <p:nvPr/>
        </p:nvSpPr>
        <p:spPr>
          <a:xfrm>
            <a:off x="6820423" y="512597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01_find_only_3262">
            <a:extLst>
              <a:ext uri="{FF2B5EF4-FFF2-40B4-BE49-F238E27FC236}">
                <a16:creationId xmlns:a16="http://schemas.microsoft.com/office/drawing/2014/main" id="{1B9F02E9-C887-4701-8BFA-4DE9CBEC1960}"/>
              </a:ext>
            </a:extLst>
          </p:cNvPr>
          <p:cNvSpPr>
            <a:spLocks noGrp="1"/>
          </p:cNvSpPr>
          <p:nvPr/>
        </p:nvSpPr>
        <p:spPr>
          <a:xfrm>
            <a:off x="68248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01_find_only_3263">
            <a:extLst>
              <a:ext uri="{FF2B5EF4-FFF2-40B4-BE49-F238E27FC236}">
                <a16:creationId xmlns:a16="http://schemas.microsoft.com/office/drawing/2014/main" id="{4A54F420-0BFD-490F-99F1-4BE97867A530}"/>
              </a:ext>
            </a:extLst>
          </p:cNvPr>
          <p:cNvSpPr>
            <a:spLocks noGrp="1"/>
          </p:cNvSpPr>
          <p:nvPr/>
        </p:nvSpPr>
        <p:spPr>
          <a:xfrm>
            <a:off x="68653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01_find_only_3264">
            <a:extLst>
              <a:ext uri="{FF2B5EF4-FFF2-40B4-BE49-F238E27FC236}">
                <a16:creationId xmlns:a16="http://schemas.microsoft.com/office/drawing/2014/main" id="{B09E7381-E859-4990-8177-E5025328DDA5}"/>
              </a:ext>
            </a:extLst>
          </p:cNvPr>
          <p:cNvSpPr>
            <a:spLocks noGrp="1"/>
          </p:cNvSpPr>
          <p:nvPr/>
        </p:nvSpPr>
        <p:spPr>
          <a:xfrm>
            <a:off x="6864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01_find_only_3265">
            <a:extLst>
              <a:ext uri="{FF2B5EF4-FFF2-40B4-BE49-F238E27FC236}">
                <a16:creationId xmlns:a16="http://schemas.microsoft.com/office/drawing/2014/main" id="{A6DB6310-4B9B-4DF4-9ED2-1FB52C7B9BBF}"/>
              </a:ext>
            </a:extLst>
          </p:cNvPr>
          <p:cNvSpPr>
            <a:spLocks noGrp="1"/>
          </p:cNvSpPr>
          <p:nvPr/>
        </p:nvSpPr>
        <p:spPr>
          <a:xfrm>
            <a:off x="68960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01_find_only_3266">
            <a:extLst>
              <a:ext uri="{FF2B5EF4-FFF2-40B4-BE49-F238E27FC236}">
                <a16:creationId xmlns:a16="http://schemas.microsoft.com/office/drawing/2014/main" id="{E058BF08-EEF4-485F-BEA0-EAE73856336F}"/>
              </a:ext>
            </a:extLst>
          </p:cNvPr>
          <p:cNvSpPr>
            <a:spLocks noGrp="1"/>
          </p:cNvSpPr>
          <p:nvPr/>
        </p:nvSpPr>
        <p:spPr>
          <a:xfrm>
            <a:off x="6881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01_find_only_3267">
            <a:extLst>
              <a:ext uri="{FF2B5EF4-FFF2-40B4-BE49-F238E27FC236}">
                <a16:creationId xmlns:a16="http://schemas.microsoft.com/office/drawing/2014/main" id="{4E42E09B-8021-4739-8941-8378C34ED8E5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01_find_only_3268">
            <a:extLst>
              <a:ext uri="{FF2B5EF4-FFF2-40B4-BE49-F238E27FC236}">
                <a16:creationId xmlns:a16="http://schemas.microsoft.com/office/drawing/2014/main" id="{520EA219-E37B-4924-BA46-687973592089}"/>
              </a:ext>
            </a:extLst>
          </p:cNvPr>
          <p:cNvSpPr>
            <a:spLocks noGrp="1"/>
          </p:cNvSpPr>
          <p:nvPr/>
        </p:nvSpPr>
        <p:spPr>
          <a:xfrm>
            <a:off x="688328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01_find_only_3269">
            <a:extLst>
              <a:ext uri="{FF2B5EF4-FFF2-40B4-BE49-F238E27FC236}">
                <a16:creationId xmlns:a16="http://schemas.microsoft.com/office/drawing/2014/main" id="{0C154CFE-4E72-46C3-AC0F-6791BC201819}"/>
              </a:ext>
            </a:extLst>
          </p:cNvPr>
          <p:cNvSpPr>
            <a:spLocks noGrp="1"/>
          </p:cNvSpPr>
          <p:nvPr/>
        </p:nvSpPr>
        <p:spPr>
          <a:xfrm>
            <a:off x="687541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01_find_only_3270">
            <a:extLst>
              <a:ext uri="{FF2B5EF4-FFF2-40B4-BE49-F238E27FC236}">
                <a16:creationId xmlns:a16="http://schemas.microsoft.com/office/drawing/2014/main" id="{5BA9DCD2-0BCA-415F-9957-F99BA57F29EB}"/>
              </a:ext>
            </a:extLst>
          </p:cNvPr>
          <p:cNvSpPr>
            <a:spLocks noGrp="1"/>
          </p:cNvSpPr>
          <p:nvPr/>
        </p:nvSpPr>
        <p:spPr>
          <a:xfrm>
            <a:off x="68795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01_find_only_3271">
            <a:extLst>
              <a:ext uri="{FF2B5EF4-FFF2-40B4-BE49-F238E27FC236}">
                <a16:creationId xmlns:a16="http://schemas.microsoft.com/office/drawing/2014/main" id="{95E39DF9-E30D-42DC-AF32-54DF53ED4A89}"/>
              </a:ext>
            </a:extLst>
          </p:cNvPr>
          <p:cNvSpPr>
            <a:spLocks noGrp="1"/>
          </p:cNvSpPr>
          <p:nvPr/>
        </p:nvSpPr>
        <p:spPr>
          <a:xfrm>
            <a:off x="6861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01_find_only_3272">
            <a:extLst>
              <a:ext uri="{FF2B5EF4-FFF2-40B4-BE49-F238E27FC236}">
                <a16:creationId xmlns:a16="http://schemas.microsoft.com/office/drawing/2014/main" id="{D4F52A19-CB0D-4E1B-92F2-7D67836B9C4F}"/>
              </a:ext>
            </a:extLst>
          </p:cNvPr>
          <p:cNvSpPr>
            <a:spLocks noGrp="1"/>
          </p:cNvSpPr>
          <p:nvPr/>
        </p:nvSpPr>
        <p:spPr>
          <a:xfrm>
            <a:off x="68108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01_find_only_3273">
            <a:extLst>
              <a:ext uri="{FF2B5EF4-FFF2-40B4-BE49-F238E27FC236}">
                <a16:creationId xmlns:a16="http://schemas.microsoft.com/office/drawing/2014/main" id="{696C08E7-275E-494E-BC92-A7EACEC7815B}"/>
              </a:ext>
            </a:extLst>
          </p:cNvPr>
          <p:cNvSpPr>
            <a:spLocks noGrp="1"/>
          </p:cNvSpPr>
          <p:nvPr/>
        </p:nvSpPr>
        <p:spPr>
          <a:xfrm>
            <a:off x="6875800" y="60399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01_find_only_3274">
            <a:extLst>
              <a:ext uri="{FF2B5EF4-FFF2-40B4-BE49-F238E27FC236}">
                <a16:creationId xmlns:a16="http://schemas.microsoft.com/office/drawing/2014/main" id="{0B4260CA-858B-4DF7-B39B-2E82EDAF05BE}"/>
              </a:ext>
            </a:extLst>
          </p:cNvPr>
          <p:cNvSpPr>
            <a:spLocks noGrp="1"/>
          </p:cNvSpPr>
          <p:nvPr/>
        </p:nvSpPr>
        <p:spPr>
          <a:xfrm>
            <a:off x="6888623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01_find_only_3275">
            <a:extLst>
              <a:ext uri="{FF2B5EF4-FFF2-40B4-BE49-F238E27FC236}">
                <a16:creationId xmlns:a16="http://schemas.microsoft.com/office/drawing/2014/main" id="{CF64AD14-C0AE-423C-9802-38B156F2B341}"/>
              </a:ext>
            </a:extLst>
          </p:cNvPr>
          <p:cNvSpPr>
            <a:spLocks noGrp="1"/>
          </p:cNvSpPr>
          <p:nvPr/>
        </p:nvSpPr>
        <p:spPr>
          <a:xfrm>
            <a:off x="6826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01_find_only_3276">
            <a:extLst>
              <a:ext uri="{FF2B5EF4-FFF2-40B4-BE49-F238E27FC236}">
                <a16:creationId xmlns:a16="http://schemas.microsoft.com/office/drawing/2014/main" id="{6D597D3F-629E-4EE5-A9E5-2BEC867E3540}"/>
              </a:ext>
            </a:extLst>
          </p:cNvPr>
          <p:cNvSpPr>
            <a:spLocks noGrp="1"/>
          </p:cNvSpPr>
          <p:nvPr/>
        </p:nvSpPr>
        <p:spPr>
          <a:xfrm>
            <a:off x="6819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01_find_only_3277">
            <a:extLst>
              <a:ext uri="{FF2B5EF4-FFF2-40B4-BE49-F238E27FC236}">
                <a16:creationId xmlns:a16="http://schemas.microsoft.com/office/drawing/2014/main" id="{5972C235-4574-4341-9FA8-908A1AE35804}"/>
              </a:ext>
            </a:extLst>
          </p:cNvPr>
          <p:cNvSpPr>
            <a:spLocks noGrp="1"/>
          </p:cNvSpPr>
          <p:nvPr/>
        </p:nvSpPr>
        <p:spPr>
          <a:xfrm>
            <a:off x="6875605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01_find_only_3278">
            <a:extLst>
              <a:ext uri="{FF2B5EF4-FFF2-40B4-BE49-F238E27FC236}">
                <a16:creationId xmlns:a16="http://schemas.microsoft.com/office/drawing/2014/main" id="{F63324FE-9D80-467E-B7AE-C5D414877C13}"/>
              </a:ext>
            </a:extLst>
          </p:cNvPr>
          <p:cNvSpPr>
            <a:spLocks noGrp="1"/>
          </p:cNvSpPr>
          <p:nvPr/>
        </p:nvSpPr>
        <p:spPr>
          <a:xfrm>
            <a:off x="6900670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01_find_only_3279">
            <a:extLst>
              <a:ext uri="{FF2B5EF4-FFF2-40B4-BE49-F238E27FC236}">
                <a16:creationId xmlns:a16="http://schemas.microsoft.com/office/drawing/2014/main" id="{19192A79-D08D-4FF2-B850-8CF9388C6C02}"/>
              </a:ext>
            </a:extLst>
          </p:cNvPr>
          <p:cNvSpPr>
            <a:spLocks noGrp="1"/>
          </p:cNvSpPr>
          <p:nvPr/>
        </p:nvSpPr>
        <p:spPr>
          <a:xfrm>
            <a:off x="6904848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01_find_only_3280">
            <a:extLst>
              <a:ext uri="{FF2B5EF4-FFF2-40B4-BE49-F238E27FC236}">
                <a16:creationId xmlns:a16="http://schemas.microsoft.com/office/drawing/2014/main" id="{B92A4FE9-8292-4CAE-B58E-F2D5A012B69F}"/>
              </a:ext>
            </a:extLst>
          </p:cNvPr>
          <p:cNvSpPr>
            <a:spLocks noGrp="1"/>
          </p:cNvSpPr>
          <p:nvPr/>
        </p:nvSpPr>
        <p:spPr>
          <a:xfrm>
            <a:off x="6844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01_find_only_3281">
            <a:extLst>
              <a:ext uri="{FF2B5EF4-FFF2-40B4-BE49-F238E27FC236}">
                <a16:creationId xmlns:a16="http://schemas.microsoft.com/office/drawing/2014/main" id="{B73702E3-549E-4FC6-A833-6C1FCD56B0D6}"/>
              </a:ext>
            </a:extLst>
          </p:cNvPr>
          <p:cNvSpPr>
            <a:spLocks noGrp="1"/>
          </p:cNvSpPr>
          <p:nvPr/>
        </p:nvSpPr>
        <p:spPr>
          <a:xfrm>
            <a:off x="688046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01_find_only_3282">
            <a:extLst>
              <a:ext uri="{FF2B5EF4-FFF2-40B4-BE49-F238E27FC236}">
                <a16:creationId xmlns:a16="http://schemas.microsoft.com/office/drawing/2014/main" id="{0D1AD6C2-2EDF-4B23-8161-8F652396B663}"/>
              </a:ext>
            </a:extLst>
          </p:cNvPr>
          <p:cNvSpPr>
            <a:spLocks noGrp="1"/>
          </p:cNvSpPr>
          <p:nvPr/>
        </p:nvSpPr>
        <p:spPr>
          <a:xfrm>
            <a:off x="68878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01_find_only_3283">
            <a:extLst>
              <a:ext uri="{FF2B5EF4-FFF2-40B4-BE49-F238E27FC236}">
                <a16:creationId xmlns:a16="http://schemas.microsoft.com/office/drawing/2014/main" id="{FFA56A12-A021-4038-A91A-9DC39E8CDCB3}"/>
              </a:ext>
            </a:extLst>
          </p:cNvPr>
          <p:cNvSpPr>
            <a:spLocks noGrp="1"/>
          </p:cNvSpPr>
          <p:nvPr/>
        </p:nvSpPr>
        <p:spPr>
          <a:xfrm>
            <a:off x="68996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01_find_only_3284">
            <a:extLst>
              <a:ext uri="{FF2B5EF4-FFF2-40B4-BE49-F238E27FC236}">
                <a16:creationId xmlns:a16="http://schemas.microsoft.com/office/drawing/2014/main" id="{33D22702-F03A-4404-8B91-068050C59DBD}"/>
              </a:ext>
            </a:extLst>
          </p:cNvPr>
          <p:cNvSpPr>
            <a:spLocks noGrp="1"/>
          </p:cNvSpPr>
          <p:nvPr/>
        </p:nvSpPr>
        <p:spPr>
          <a:xfrm>
            <a:off x="6889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01_find_only_3285">
            <a:extLst>
              <a:ext uri="{FF2B5EF4-FFF2-40B4-BE49-F238E27FC236}">
                <a16:creationId xmlns:a16="http://schemas.microsoft.com/office/drawing/2014/main" id="{2C7AA242-D019-4471-B70D-4502CEDC22EF}"/>
              </a:ext>
            </a:extLst>
          </p:cNvPr>
          <p:cNvSpPr>
            <a:spLocks noGrp="1"/>
          </p:cNvSpPr>
          <p:nvPr/>
        </p:nvSpPr>
        <p:spPr>
          <a:xfrm>
            <a:off x="6874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01_find_only_3286">
            <a:extLst>
              <a:ext uri="{FF2B5EF4-FFF2-40B4-BE49-F238E27FC236}">
                <a16:creationId xmlns:a16="http://schemas.microsoft.com/office/drawing/2014/main" id="{A4BE5A30-026B-43EB-8C52-8580699055B7}"/>
              </a:ext>
            </a:extLst>
          </p:cNvPr>
          <p:cNvSpPr>
            <a:spLocks noGrp="1"/>
          </p:cNvSpPr>
          <p:nvPr/>
        </p:nvSpPr>
        <p:spPr>
          <a:xfrm>
            <a:off x="68150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01_find_only_3287">
            <a:extLst>
              <a:ext uri="{FF2B5EF4-FFF2-40B4-BE49-F238E27FC236}">
                <a16:creationId xmlns:a16="http://schemas.microsoft.com/office/drawing/2014/main" id="{86DB60E2-BD00-4032-85D9-138F7132200D}"/>
              </a:ext>
            </a:extLst>
          </p:cNvPr>
          <p:cNvSpPr>
            <a:spLocks noGrp="1"/>
          </p:cNvSpPr>
          <p:nvPr/>
        </p:nvSpPr>
        <p:spPr>
          <a:xfrm>
            <a:off x="682450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01_find_only_3288">
            <a:extLst>
              <a:ext uri="{FF2B5EF4-FFF2-40B4-BE49-F238E27FC236}">
                <a16:creationId xmlns:a16="http://schemas.microsoft.com/office/drawing/2014/main" id="{BBAD18E6-9273-4CED-8F23-49A906C6FA53}"/>
              </a:ext>
            </a:extLst>
          </p:cNvPr>
          <p:cNvSpPr>
            <a:spLocks noGrp="1"/>
          </p:cNvSpPr>
          <p:nvPr/>
        </p:nvSpPr>
        <p:spPr>
          <a:xfrm>
            <a:off x="68756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01_find_only_3289">
            <a:extLst>
              <a:ext uri="{FF2B5EF4-FFF2-40B4-BE49-F238E27FC236}">
                <a16:creationId xmlns:a16="http://schemas.microsoft.com/office/drawing/2014/main" id="{53C35E46-F356-403C-A732-415FAD55EA7C}"/>
              </a:ext>
            </a:extLst>
          </p:cNvPr>
          <p:cNvSpPr>
            <a:spLocks noGrp="1"/>
          </p:cNvSpPr>
          <p:nvPr/>
        </p:nvSpPr>
        <p:spPr>
          <a:xfrm>
            <a:off x="68657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01_find_only_3290">
            <a:extLst>
              <a:ext uri="{FF2B5EF4-FFF2-40B4-BE49-F238E27FC236}">
                <a16:creationId xmlns:a16="http://schemas.microsoft.com/office/drawing/2014/main" id="{1060B432-6034-4B9F-9F35-81060CD90F1B}"/>
              </a:ext>
            </a:extLst>
          </p:cNvPr>
          <p:cNvSpPr>
            <a:spLocks noGrp="1"/>
          </p:cNvSpPr>
          <p:nvPr/>
        </p:nvSpPr>
        <p:spPr>
          <a:xfrm>
            <a:off x="6828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01_find_only_3291">
            <a:extLst>
              <a:ext uri="{FF2B5EF4-FFF2-40B4-BE49-F238E27FC236}">
                <a16:creationId xmlns:a16="http://schemas.microsoft.com/office/drawing/2014/main" id="{C3C2C8F1-0B62-45ED-BAB0-7999060F5547}"/>
              </a:ext>
            </a:extLst>
          </p:cNvPr>
          <p:cNvSpPr>
            <a:spLocks noGrp="1"/>
          </p:cNvSpPr>
          <p:nvPr/>
        </p:nvSpPr>
        <p:spPr>
          <a:xfrm>
            <a:off x="6846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01_find_only_3292">
            <a:extLst>
              <a:ext uri="{FF2B5EF4-FFF2-40B4-BE49-F238E27FC236}">
                <a16:creationId xmlns:a16="http://schemas.microsoft.com/office/drawing/2014/main" id="{9BCD96A7-C82A-4FB4-AF66-BE8895021FFA}"/>
              </a:ext>
            </a:extLst>
          </p:cNvPr>
          <p:cNvSpPr>
            <a:spLocks noGrp="1"/>
          </p:cNvSpPr>
          <p:nvPr/>
        </p:nvSpPr>
        <p:spPr>
          <a:xfrm>
            <a:off x="68117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01_find_only_3293">
            <a:extLst>
              <a:ext uri="{FF2B5EF4-FFF2-40B4-BE49-F238E27FC236}">
                <a16:creationId xmlns:a16="http://schemas.microsoft.com/office/drawing/2014/main" id="{72E11A50-531F-4CB7-A24D-08D4BCCFB2AD}"/>
              </a:ext>
            </a:extLst>
          </p:cNvPr>
          <p:cNvSpPr>
            <a:spLocks noGrp="1"/>
          </p:cNvSpPr>
          <p:nvPr/>
        </p:nvSpPr>
        <p:spPr>
          <a:xfrm>
            <a:off x="73387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01_find_only_3294">
            <a:extLst>
              <a:ext uri="{FF2B5EF4-FFF2-40B4-BE49-F238E27FC236}">
                <a16:creationId xmlns:a16="http://schemas.microsoft.com/office/drawing/2014/main" id="{B8709EAC-1B7A-495E-9B95-8AED0A026D84}"/>
              </a:ext>
            </a:extLst>
          </p:cNvPr>
          <p:cNvSpPr>
            <a:spLocks noGrp="1"/>
          </p:cNvSpPr>
          <p:nvPr/>
        </p:nvSpPr>
        <p:spPr>
          <a:xfrm>
            <a:off x="7400913" y="53776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01_find_only_3295">
            <a:extLst>
              <a:ext uri="{FF2B5EF4-FFF2-40B4-BE49-F238E27FC236}">
                <a16:creationId xmlns:a16="http://schemas.microsoft.com/office/drawing/2014/main" id="{715D2EDA-76AE-47EA-AD4B-AA43BD498A50}"/>
              </a:ext>
            </a:extLst>
          </p:cNvPr>
          <p:cNvSpPr>
            <a:spLocks noGrp="1"/>
          </p:cNvSpPr>
          <p:nvPr/>
        </p:nvSpPr>
        <p:spPr>
          <a:xfrm>
            <a:off x="7318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01_find_only_3296">
            <a:extLst>
              <a:ext uri="{FF2B5EF4-FFF2-40B4-BE49-F238E27FC236}">
                <a16:creationId xmlns:a16="http://schemas.microsoft.com/office/drawing/2014/main" id="{37B630E8-269A-459F-87BE-97552C135A69}"/>
              </a:ext>
            </a:extLst>
          </p:cNvPr>
          <p:cNvSpPr>
            <a:spLocks noGrp="1"/>
          </p:cNvSpPr>
          <p:nvPr/>
        </p:nvSpPr>
        <p:spPr>
          <a:xfrm>
            <a:off x="7393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01_find_only_3297">
            <a:extLst>
              <a:ext uri="{FF2B5EF4-FFF2-40B4-BE49-F238E27FC236}">
                <a16:creationId xmlns:a16="http://schemas.microsoft.com/office/drawing/2014/main" id="{1173B0CE-1B7E-4C8F-B1D4-B0FB35C0E1BD}"/>
              </a:ext>
            </a:extLst>
          </p:cNvPr>
          <p:cNvSpPr>
            <a:spLocks noGrp="1"/>
          </p:cNvSpPr>
          <p:nvPr/>
        </p:nvSpPr>
        <p:spPr>
          <a:xfrm>
            <a:off x="73545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01_find_only_3298">
            <a:extLst>
              <a:ext uri="{FF2B5EF4-FFF2-40B4-BE49-F238E27FC236}">
                <a16:creationId xmlns:a16="http://schemas.microsoft.com/office/drawing/2014/main" id="{E45B1EB4-54E6-4E9C-8246-848FB0437670}"/>
              </a:ext>
            </a:extLst>
          </p:cNvPr>
          <p:cNvSpPr>
            <a:spLocks noGrp="1"/>
          </p:cNvSpPr>
          <p:nvPr/>
        </p:nvSpPr>
        <p:spPr>
          <a:xfrm>
            <a:off x="74078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01_find_only_3299">
            <a:extLst>
              <a:ext uri="{FF2B5EF4-FFF2-40B4-BE49-F238E27FC236}">
                <a16:creationId xmlns:a16="http://schemas.microsoft.com/office/drawing/2014/main" id="{EEBBADDA-90A7-466D-B531-290FD4942069}"/>
              </a:ext>
            </a:extLst>
          </p:cNvPr>
          <p:cNvSpPr>
            <a:spLocks noGrp="1"/>
          </p:cNvSpPr>
          <p:nvPr/>
        </p:nvSpPr>
        <p:spPr>
          <a:xfrm>
            <a:off x="73386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01_find_only_3300">
            <a:extLst>
              <a:ext uri="{FF2B5EF4-FFF2-40B4-BE49-F238E27FC236}">
                <a16:creationId xmlns:a16="http://schemas.microsoft.com/office/drawing/2014/main" id="{962E2D57-1F82-45FE-A755-480C4EFDD703}"/>
              </a:ext>
            </a:extLst>
          </p:cNvPr>
          <p:cNvSpPr>
            <a:spLocks noGrp="1"/>
          </p:cNvSpPr>
          <p:nvPr/>
        </p:nvSpPr>
        <p:spPr>
          <a:xfrm>
            <a:off x="73860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01_find_only_3301">
            <a:extLst>
              <a:ext uri="{FF2B5EF4-FFF2-40B4-BE49-F238E27FC236}">
                <a16:creationId xmlns:a16="http://schemas.microsoft.com/office/drawing/2014/main" id="{BF8D9CF0-F333-4616-8AC3-7CCD5B00AC22}"/>
              </a:ext>
            </a:extLst>
          </p:cNvPr>
          <p:cNvSpPr>
            <a:spLocks noGrp="1"/>
          </p:cNvSpPr>
          <p:nvPr/>
        </p:nvSpPr>
        <p:spPr>
          <a:xfrm>
            <a:off x="7321735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01_find_only_3302">
            <a:extLst>
              <a:ext uri="{FF2B5EF4-FFF2-40B4-BE49-F238E27FC236}">
                <a16:creationId xmlns:a16="http://schemas.microsoft.com/office/drawing/2014/main" id="{897B8FD3-F321-45A5-8F11-C70BB335658E}"/>
              </a:ext>
            </a:extLst>
          </p:cNvPr>
          <p:cNvSpPr>
            <a:spLocks noGrp="1"/>
          </p:cNvSpPr>
          <p:nvPr/>
        </p:nvSpPr>
        <p:spPr>
          <a:xfrm>
            <a:off x="7342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01_find_only_3303">
            <a:extLst>
              <a:ext uri="{FF2B5EF4-FFF2-40B4-BE49-F238E27FC236}">
                <a16:creationId xmlns:a16="http://schemas.microsoft.com/office/drawing/2014/main" id="{140E64A0-A025-4A2B-8DD4-2D6CA7FA914D}"/>
              </a:ext>
            </a:extLst>
          </p:cNvPr>
          <p:cNvSpPr>
            <a:spLocks noGrp="1"/>
          </p:cNvSpPr>
          <p:nvPr/>
        </p:nvSpPr>
        <p:spPr>
          <a:xfrm>
            <a:off x="7321540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01_find_only_3304">
            <a:extLst>
              <a:ext uri="{FF2B5EF4-FFF2-40B4-BE49-F238E27FC236}">
                <a16:creationId xmlns:a16="http://schemas.microsoft.com/office/drawing/2014/main" id="{0FDF7CE1-3029-4FC9-B85D-FEF97A35BF75}"/>
              </a:ext>
            </a:extLst>
          </p:cNvPr>
          <p:cNvSpPr>
            <a:spLocks noGrp="1"/>
          </p:cNvSpPr>
          <p:nvPr/>
        </p:nvSpPr>
        <p:spPr>
          <a:xfrm>
            <a:off x="737643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01_find_only_3305">
            <a:extLst>
              <a:ext uri="{FF2B5EF4-FFF2-40B4-BE49-F238E27FC236}">
                <a16:creationId xmlns:a16="http://schemas.microsoft.com/office/drawing/2014/main" id="{845DBA23-73DF-4827-9B3B-EF9DDDD32939}"/>
              </a:ext>
            </a:extLst>
          </p:cNvPr>
          <p:cNvSpPr>
            <a:spLocks noGrp="1"/>
          </p:cNvSpPr>
          <p:nvPr/>
        </p:nvSpPr>
        <p:spPr>
          <a:xfrm>
            <a:off x="73346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01_find_only_3306">
            <a:extLst>
              <a:ext uri="{FF2B5EF4-FFF2-40B4-BE49-F238E27FC236}">
                <a16:creationId xmlns:a16="http://schemas.microsoft.com/office/drawing/2014/main" id="{65B28322-C640-4508-B876-F961D81B2DDB}"/>
              </a:ext>
            </a:extLst>
          </p:cNvPr>
          <p:cNvSpPr>
            <a:spLocks noGrp="1"/>
          </p:cNvSpPr>
          <p:nvPr/>
        </p:nvSpPr>
        <p:spPr>
          <a:xfrm>
            <a:off x="73638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01_find_only_3307">
            <a:extLst>
              <a:ext uri="{FF2B5EF4-FFF2-40B4-BE49-F238E27FC236}">
                <a16:creationId xmlns:a16="http://schemas.microsoft.com/office/drawing/2014/main" id="{AE052D9B-3467-4277-A37B-0151AF94ABE0}"/>
              </a:ext>
            </a:extLst>
          </p:cNvPr>
          <p:cNvSpPr>
            <a:spLocks noGrp="1"/>
          </p:cNvSpPr>
          <p:nvPr/>
        </p:nvSpPr>
        <p:spPr>
          <a:xfrm>
            <a:off x="7353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01_find_only_3308">
            <a:extLst>
              <a:ext uri="{FF2B5EF4-FFF2-40B4-BE49-F238E27FC236}">
                <a16:creationId xmlns:a16="http://schemas.microsoft.com/office/drawing/2014/main" id="{FC4CB4B2-195F-4E00-893B-FEDB090BFEED}"/>
              </a:ext>
            </a:extLst>
          </p:cNvPr>
          <p:cNvSpPr>
            <a:spLocks noGrp="1"/>
          </p:cNvSpPr>
          <p:nvPr/>
        </p:nvSpPr>
        <p:spPr>
          <a:xfrm>
            <a:off x="7343885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01_find_only_3309">
            <a:extLst>
              <a:ext uri="{FF2B5EF4-FFF2-40B4-BE49-F238E27FC236}">
                <a16:creationId xmlns:a16="http://schemas.microsoft.com/office/drawing/2014/main" id="{81BD4B16-1E4C-42DA-9792-75A1503BCBA2}"/>
              </a:ext>
            </a:extLst>
          </p:cNvPr>
          <p:cNvSpPr>
            <a:spLocks noGrp="1"/>
          </p:cNvSpPr>
          <p:nvPr/>
        </p:nvSpPr>
        <p:spPr>
          <a:xfrm>
            <a:off x="732124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01_find_only_3310">
            <a:extLst>
              <a:ext uri="{FF2B5EF4-FFF2-40B4-BE49-F238E27FC236}">
                <a16:creationId xmlns:a16="http://schemas.microsoft.com/office/drawing/2014/main" id="{4898D3C2-4B22-41B7-AADA-2C89A329F769}"/>
              </a:ext>
            </a:extLst>
          </p:cNvPr>
          <p:cNvSpPr>
            <a:spLocks noGrp="1"/>
          </p:cNvSpPr>
          <p:nvPr/>
        </p:nvSpPr>
        <p:spPr>
          <a:xfrm>
            <a:off x="74084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01_find_only_3311">
            <a:extLst>
              <a:ext uri="{FF2B5EF4-FFF2-40B4-BE49-F238E27FC236}">
                <a16:creationId xmlns:a16="http://schemas.microsoft.com/office/drawing/2014/main" id="{8E23EBFE-DE41-47B2-A5D7-1F619B85B102}"/>
              </a:ext>
            </a:extLst>
          </p:cNvPr>
          <p:cNvSpPr>
            <a:spLocks noGrp="1"/>
          </p:cNvSpPr>
          <p:nvPr/>
        </p:nvSpPr>
        <p:spPr>
          <a:xfrm>
            <a:off x="7322609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01_find_only_3312">
            <a:extLst>
              <a:ext uri="{FF2B5EF4-FFF2-40B4-BE49-F238E27FC236}">
                <a16:creationId xmlns:a16="http://schemas.microsoft.com/office/drawing/2014/main" id="{81E296C3-BF3F-4BA2-B343-7155BC15E701}"/>
              </a:ext>
            </a:extLst>
          </p:cNvPr>
          <p:cNvSpPr>
            <a:spLocks noGrp="1"/>
          </p:cNvSpPr>
          <p:nvPr/>
        </p:nvSpPr>
        <p:spPr>
          <a:xfrm>
            <a:off x="74013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01_find_only_3313">
            <a:extLst>
              <a:ext uri="{FF2B5EF4-FFF2-40B4-BE49-F238E27FC236}">
                <a16:creationId xmlns:a16="http://schemas.microsoft.com/office/drawing/2014/main" id="{173B12EE-187C-4186-849C-AACF922496BF}"/>
              </a:ext>
            </a:extLst>
          </p:cNvPr>
          <p:cNvSpPr>
            <a:spLocks noGrp="1"/>
          </p:cNvSpPr>
          <p:nvPr/>
        </p:nvSpPr>
        <p:spPr>
          <a:xfrm>
            <a:off x="73549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01_find_only_3314">
            <a:extLst>
              <a:ext uri="{FF2B5EF4-FFF2-40B4-BE49-F238E27FC236}">
                <a16:creationId xmlns:a16="http://schemas.microsoft.com/office/drawing/2014/main" id="{318DAE0C-1E2C-4FFA-8214-7CCD05FC8769}"/>
              </a:ext>
            </a:extLst>
          </p:cNvPr>
          <p:cNvSpPr>
            <a:spLocks noGrp="1"/>
          </p:cNvSpPr>
          <p:nvPr/>
        </p:nvSpPr>
        <p:spPr>
          <a:xfrm>
            <a:off x="7412474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01_find_only_3315">
            <a:extLst>
              <a:ext uri="{FF2B5EF4-FFF2-40B4-BE49-F238E27FC236}">
                <a16:creationId xmlns:a16="http://schemas.microsoft.com/office/drawing/2014/main" id="{E214834F-D5C2-43AE-BC3E-AA7C111129C7}"/>
              </a:ext>
            </a:extLst>
          </p:cNvPr>
          <p:cNvSpPr>
            <a:spLocks noGrp="1"/>
          </p:cNvSpPr>
          <p:nvPr/>
        </p:nvSpPr>
        <p:spPr>
          <a:xfrm>
            <a:off x="73820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01_find_only_3316">
            <a:extLst>
              <a:ext uri="{FF2B5EF4-FFF2-40B4-BE49-F238E27FC236}">
                <a16:creationId xmlns:a16="http://schemas.microsoft.com/office/drawing/2014/main" id="{DC35F17B-1513-45F3-879F-39898C6D4205}"/>
              </a:ext>
            </a:extLst>
          </p:cNvPr>
          <p:cNvSpPr>
            <a:spLocks noGrp="1"/>
          </p:cNvSpPr>
          <p:nvPr/>
        </p:nvSpPr>
        <p:spPr>
          <a:xfrm>
            <a:off x="73886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01_find_only_3317">
            <a:extLst>
              <a:ext uri="{FF2B5EF4-FFF2-40B4-BE49-F238E27FC236}">
                <a16:creationId xmlns:a16="http://schemas.microsoft.com/office/drawing/2014/main" id="{51675109-DC36-4783-BEA6-32A148B69A1F}"/>
              </a:ext>
            </a:extLst>
          </p:cNvPr>
          <p:cNvSpPr>
            <a:spLocks noGrp="1"/>
          </p:cNvSpPr>
          <p:nvPr/>
        </p:nvSpPr>
        <p:spPr>
          <a:xfrm>
            <a:off x="7346022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01_find_only_3318">
            <a:extLst>
              <a:ext uri="{FF2B5EF4-FFF2-40B4-BE49-F238E27FC236}">
                <a16:creationId xmlns:a16="http://schemas.microsoft.com/office/drawing/2014/main" id="{8C9EFC1F-811B-4FC9-A1EE-14D8C0E58E2A}"/>
              </a:ext>
            </a:extLst>
          </p:cNvPr>
          <p:cNvSpPr>
            <a:spLocks noGrp="1"/>
          </p:cNvSpPr>
          <p:nvPr/>
        </p:nvSpPr>
        <p:spPr>
          <a:xfrm>
            <a:off x="740703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01_find_only_3319">
            <a:extLst>
              <a:ext uri="{FF2B5EF4-FFF2-40B4-BE49-F238E27FC236}">
                <a16:creationId xmlns:a16="http://schemas.microsoft.com/office/drawing/2014/main" id="{979C683F-D912-4F46-9D3C-8A72A82AA834}"/>
              </a:ext>
            </a:extLst>
          </p:cNvPr>
          <p:cNvSpPr>
            <a:spLocks noGrp="1"/>
          </p:cNvSpPr>
          <p:nvPr/>
        </p:nvSpPr>
        <p:spPr>
          <a:xfrm>
            <a:off x="73888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01_find_only_3320">
            <a:extLst>
              <a:ext uri="{FF2B5EF4-FFF2-40B4-BE49-F238E27FC236}">
                <a16:creationId xmlns:a16="http://schemas.microsoft.com/office/drawing/2014/main" id="{384281E4-862B-49E1-94EF-0C6C800A4281}"/>
              </a:ext>
            </a:extLst>
          </p:cNvPr>
          <p:cNvSpPr>
            <a:spLocks noGrp="1"/>
          </p:cNvSpPr>
          <p:nvPr/>
        </p:nvSpPr>
        <p:spPr>
          <a:xfrm>
            <a:off x="73333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01_find_only_3321">
            <a:extLst>
              <a:ext uri="{FF2B5EF4-FFF2-40B4-BE49-F238E27FC236}">
                <a16:creationId xmlns:a16="http://schemas.microsoft.com/office/drawing/2014/main" id="{72A96B3C-A07F-4BC2-845D-8B42F170FE89}"/>
              </a:ext>
            </a:extLst>
          </p:cNvPr>
          <p:cNvSpPr>
            <a:spLocks noGrp="1"/>
          </p:cNvSpPr>
          <p:nvPr/>
        </p:nvSpPr>
        <p:spPr>
          <a:xfrm>
            <a:off x="7387215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01_find_only_3322">
            <a:extLst>
              <a:ext uri="{FF2B5EF4-FFF2-40B4-BE49-F238E27FC236}">
                <a16:creationId xmlns:a16="http://schemas.microsoft.com/office/drawing/2014/main" id="{45D88E33-F1BD-4A3A-A7FB-93500604A800}"/>
              </a:ext>
            </a:extLst>
          </p:cNvPr>
          <p:cNvSpPr>
            <a:spLocks noGrp="1"/>
          </p:cNvSpPr>
          <p:nvPr/>
        </p:nvSpPr>
        <p:spPr>
          <a:xfrm>
            <a:off x="73383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01_find_only_3323">
            <a:extLst>
              <a:ext uri="{FF2B5EF4-FFF2-40B4-BE49-F238E27FC236}">
                <a16:creationId xmlns:a16="http://schemas.microsoft.com/office/drawing/2014/main" id="{B0B6BF50-F075-41DF-9A67-1A47988E11E6}"/>
              </a:ext>
            </a:extLst>
          </p:cNvPr>
          <p:cNvSpPr>
            <a:spLocks noGrp="1"/>
          </p:cNvSpPr>
          <p:nvPr/>
        </p:nvSpPr>
        <p:spPr>
          <a:xfrm>
            <a:off x="73459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01_find_only_3324">
            <a:extLst>
              <a:ext uri="{FF2B5EF4-FFF2-40B4-BE49-F238E27FC236}">
                <a16:creationId xmlns:a16="http://schemas.microsoft.com/office/drawing/2014/main" id="{5E7CBC8A-0F00-4F7B-BB56-181B73073551}"/>
              </a:ext>
            </a:extLst>
          </p:cNvPr>
          <p:cNvSpPr>
            <a:spLocks noGrp="1"/>
          </p:cNvSpPr>
          <p:nvPr/>
        </p:nvSpPr>
        <p:spPr>
          <a:xfrm>
            <a:off x="74062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01_find_only_3325">
            <a:extLst>
              <a:ext uri="{FF2B5EF4-FFF2-40B4-BE49-F238E27FC236}">
                <a16:creationId xmlns:a16="http://schemas.microsoft.com/office/drawing/2014/main" id="{912EFF9D-D5BB-41EB-90ED-FB58BFF0647B}"/>
              </a:ext>
            </a:extLst>
          </p:cNvPr>
          <p:cNvSpPr>
            <a:spLocks noGrp="1"/>
          </p:cNvSpPr>
          <p:nvPr/>
        </p:nvSpPr>
        <p:spPr>
          <a:xfrm>
            <a:off x="73474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01_find_only_3326">
            <a:extLst>
              <a:ext uri="{FF2B5EF4-FFF2-40B4-BE49-F238E27FC236}">
                <a16:creationId xmlns:a16="http://schemas.microsoft.com/office/drawing/2014/main" id="{3B972B64-12C8-451F-849E-421B0B5BE5D6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01_find_only_3327">
            <a:extLst>
              <a:ext uri="{FF2B5EF4-FFF2-40B4-BE49-F238E27FC236}">
                <a16:creationId xmlns:a16="http://schemas.microsoft.com/office/drawing/2014/main" id="{1AE3105C-2695-4BA7-AFCA-D26D5612AB09}"/>
              </a:ext>
            </a:extLst>
          </p:cNvPr>
          <p:cNvSpPr>
            <a:spLocks noGrp="1"/>
          </p:cNvSpPr>
          <p:nvPr/>
        </p:nvSpPr>
        <p:spPr>
          <a:xfrm>
            <a:off x="74015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01_find_only_3328">
            <a:extLst>
              <a:ext uri="{FF2B5EF4-FFF2-40B4-BE49-F238E27FC236}">
                <a16:creationId xmlns:a16="http://schemas.microsoft.com/office/drawing/2014/main" id="{F2ABE17C-C125-4164-B617-41475066048D}"/>
              </a:ext>
            </a:extLst>
          </p:cNvPr>
          <p:cNvSpPr>
            <a:spLocks noGrp="1"/>
          </p:cNvSpPr>
          <p:nvPr/>
        </p:nvSpPr>
        <p:spPr>
          <a:xfrm>
            <a:off x="74041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01_find_only_3329">
            <a:extLst>
              <a:ext uri="{FF2B5EF4-FFF2-40B4-BE49-F238E27FC236}">
                <a16:creationId xmlns:a16="http://schemas.microsoft.com/office/drawing/2014/main" id="{2A9767B8-7138-4138-B81B-F7EB2B04FD34}"/>
              </a:ext>
            </a:extLst>
          </p:cNvPr>
          <p:cNvSpPr>
            <a:spLocks noGrp="1"/>
          </p:cNvSpPr>
          <p:nvPr/>
        </p:nvSpPr>
        <p:spPr>
          <a:xfrm>
            <a:off x="7348257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01_find_only_3330">
            <a:extLst>
              <a:ext uri="{FF2B5EF4-FFF2-40B4-BE49-F238E27FC236}">
                <a16:creationId xmlns:a16="http://schemas.microsoft.com/office/drawing/2014/main" id="{42C4F5FC-E992-4729-9377-96E6A5A93AC7}"/>
              </a:ext>
            </a:extLst>
          </p:cNvPr>
          <p:cNvSpPr>
            <a:spLocks noGrp="1"/>
          </p:cNvSpPr>
          <p:nvPr/>
        </p:nvSpPr>
        <p:spPr>
          <a:xfrm>
            <a:off x="73335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01_find_only_3331">
            <a:extLst>
              <a:ext uri="{FF2B5EF4-FFF2-40B4-BE49-F238E27FC236}">
                <a16:creationId xmlns:a16="http://schemas.microsoft.com/office/drawing/2014/main" id="{F4D8C743-021B-4605-872B-5178A3A6C32A}"/>
              </a:ext>
            </a:extLst>
          </p:cNvPr>
          <p:cNvSpPr>
            <a:spLocks noGrp="1"/>
          </p:cNvSpPr>
          <p:nvPr/>
        </p:nvSpPr>
        <p:spPr>
          <a:xfrm>
            <a:off x="73901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01_find_only_3332">
            <a:extLst>
              <a:ext uri="{FF2B5EF4-FFF2-40B4-BE49-F238E27FC236}">
                <a16:creationId xmlns:a16="http://schemas.microsoft.com/office/drawing/2014/main" id="{448CBF18-6286-43BF-AB7D-79114B8BA25E}"/>
              </a:ext>
            </a:extLst>
          </p:cNvPr>
          <p:cNvSpPr>
            <a:spLocks noGrp="1"/>
          </p:cNvSpPr>
          <p:nvPr/>
        </p:nvSpPr>
        <p:spPr>
          <a:xfrm>
            <a:off x="73290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01_find_only_3333">
            <a:extLst>
              <a:ext uri="{FF2B5EF4-FFF2-40B4-BE49-F238E27FC236}">
                <a16:creationId xmlns:a16="http://schemas.microsoft.com/office/drawing/2014/main" id="{283765F7-A2BB-4064-B7DE-50473DD067D3}"/>
              </a:ext>
            </a:extLst>
          </p:cNvPr>
          <p:cNvSpPr>
            <a:spLocks noGrp="1"/>
          </p:cNvSpPr>
          <p:nvPr/>
        </p:nvSpPr>
        <p:spPr>
          <a:xfrm>
            <a:off x="7335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01_find_only_3334">
            <a:extLst>
              <a:ext uri="{FF2B5EF4-FFF2-40B4-BE49-F238E27FC236}">
                <a16:creationId xmlns:a16="http://schemas.microsoft.com/office/drawing/2014/main" id="{5F6E6CF4-FD77-4193-97A5-7BB4AC91DE3C}"/>
              </a:ext>
            </a:extLst>
          </p:cNvPr>
          <p:cNvSpPr>
            <a:spLocks noGrp="1"/>
          </p:cNvSpPr>
          <p:nvPr/>
        </p:nvSpPr>
        <p:spPr>
          <a:xfrm>
            <a:off x="73925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01_find_only_3335">
            <a:extLst>
              <a:ext uri="{FF2B5EF4-FFF2-40B4-BE49-F238E27FC236}">
                <a16:creationId xmlns:a16="http://schemas.microsoft.com/office/drawing/2014/main" id="{E5676461-29B0-4396-B4A8-8DF8C0EB3B00}"/>
              </a:ext>
            </a:extLst>
          </p:cNvPr>
          <p:cNvSpPr>
            <a:spLocks noGrp="1"/>
          </p:cNvSpPr>
          <p:nvPr/>
        </p:nvSpPr>
        <p:spPr>
          <a:xfrm>
            <a:off x="732989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01_find_only_3336">
            <a:extLst>
              <a:ext uri="{FF2B5EF4-FFF2-40B4-BE49-F238E27FC236}">
                <a16:creationId xmlns:a16="http://schemas.microsoft.com/office/drawing/2014/main" id="{39D6C4A7-9D8E-40A2-90E5-F7F10522B56D}"/>
              </a:ext>
            </a:extLst>
          </p:cNvPr>
          <p:cNvSpPr>
            <a:spLocks noGrp="1"/>
          </p:cNvSpPr>
          <p:nvPr/>
        </p:nvSpPr>
        <p:spPr>
          <a:xfrm>
            <a:off x="7411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01_find_only_3337">
            <a:extLst>
              <a:ext uri="{FF2B5EF4-FFF2-40B4-BE49-F238E27FC236}">
                <a16:creationId xmlns:a16="http://schemas.microsoft.com/office/drawing/2014/main" id="{518FE68B-7AE5-42F0-A743-584E868D17CE}"/>
              </a:ext>
            </a:extLst>
          </p:cNvPr>
          <p:cNvSpPr>
            <a:spLocks noGrp="1"/>
          </p:cNvSpPr>
          <p:nvPr/>
        </p:nvSpPr>
        <p:spPr>
          <a:xfrm>
            <a:off x="73963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01_find_only_3338">
            <a:extLst>
              <a:ext uri="{FF2B5EF4-FFF2-40B4-BE49-F238E27FC236}">
                <a16:creationId xmlns:a16="http://schemas.microsoft.com/office/drawing/2014/main" id="{4D090B55-B79E-426C-9F37-261E2F71870F}"/>
              </a:ext>
            </a:extLst>
          </p:cNvPr>
          <p:cNvSpPr>
            <a:spLocks noGrp="1"/>
          </p:cNvSpPr>
          <p:nvPr/>
        </p:nvSpPr>
        <p:spPr>
          <a:xfrm>
            <a:off x="7361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01_find_only_3339">
            <a:extLst>
              <a:ext uri="{FF2B5EF4-FFF2-40B4-BE49-F238E27FC236}">
                <a16:creationId xmlns:a16="http://schemas.microsoft.com/office/drawing/2014/main" id="{28869B33-F360-41C2-A721-FEC8922193F3}"/>
              </a:ext>
            </a:extLst>
          </p:cNvPr>
          <p:cNvSpPr>
            <a:spLocks noGrp="1"/>
          </p:cNvSpPr>
          <p:nvPr/>
        </p:nvSpPr>
        <p:spPr>
          <a:xfrm>
            <a:off x="73447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01_find_only_3340">
            <a:extLst>
              <a:ext uri="{FF2B5EF4-FFF2-40B4-BE49-F238E27FC236}">
                <a16:creationId xmlns:a16="http://schemas.microsoft.com/office/drawing/2014/main" id="{820D3BF0-A5FE-4D88-895B-6DAFA24C451D}"/>
              </a:ext>
            </a:extLst>
          </p:cNvPr>
          <p:cNvSpPr>
            <a:spLocks noGrp="1"/>
          </p:cNvSpPr>
          <p:nvPr/>
        </p:nvSpPr>
        <p:spPr>
          <a:xfrm>
            <a:off x="741393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01_find_only_3341">
            <a:extLst>
              <a:ext uri="{FF2B5EF4-FFF2-40B4-BE49-F238E27FC236}">
                <a16:creationId xmlns:a16="http://schemas.microsoft.com/office/drawing/2014/main" id="{C2B6BD70-116A-473B-B147-1F8D4F7EC6C1}"/>
              </a:ext>
            </a:extLst>
          </p:cNvPr>
          <p:cNvSpPr>
            <a:spLocks noGrp="1"/>
          </p:cNvSpPr>
          <p:nvPr/>
        </p:nvSpPr>
        <p:spPr>
          <a:xfrm>
            <a:off x="73786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01_find_only_3342">
            <a:extLst>
              <a:ext uri="{FF2B5EF4-FFF2-40B4-BE49-F238E27FC236}">
                <a16:creationId xmlns:a16="http://schemas.microsoft.com/office/drawing/2014/main" id="{E6D9C497-4615-464A-953E-875CDA058CB3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01_find_only_3343">
            <a:extLst>
              <a:ext uri="{FF2B5EF4-FFF2-40B4-BE49-F238E27FC236}">
                <a16:creationId xmlns:a16="http://schemas.microsoft.com/office/drawing/2014/main" id="{A5997EFA-F2E6-485E-99C0-FB89D3D26126}"/>
              </a:ext>
            </a:extLst>
          </p:cNvPr>
          <p:cNvSpPr>
            <a:spLocks noGrp="1"/>
          </p:cNvSpPr>
          <p:nvPr/>
        </p:nvSpPr>
        <p:spPr>
          <a:xfrm>
            <a:off x="7332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01_find_only_3344">
            <a:extLst>
              <a:ext uri="{FF2B5EF4-FFF2-40B4-BE49-F238E27FC236}">
                <a16:creationId xmlns:a16="http://schemas.microsoft.com/office/drawing/2014/main" id="{F4D8544D-7E83-4801-9D7A-AAC6F390474E}"/>
              </a:ext>
            </a:extLst>
          </p:cNvPr>
          <p:cNvSpPr>
            <a:spLocks noGrp="1"/>
          </p:cNvSpPr>
          <p:nvPr/>
        </p:nvSpPr>
        <p:spPr>
          <a:xfrm>
            <a:off x="73601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01_find_only_3345">
            <a:extLst>
              <a:ext uri="{FF2B5EF4-FFF2-40B4-BE49-F238E27FC236}">
                <a16:creationId xmlns:a16="http://schemas.microsoft.com/office/drawing/2014/main" id="{752B565D-60FA-4C95-A50B-CDA9DD272F9D}"/>
              </a:ext>
            </a:extLst>
          </p:cNvPr>
          <p:cNvSpPr>
            <a:spLocks noGrp="1"/>
          </p:cNvSpPr>
          <p:nvPr/>
        </p:nvSpPr>
        <p:spPr>
          <a:xfrm>
            <a:off x="73947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01_find_only_3346">
            <a:extLst>
              <a:ext uri="{FF2B5EF4-FFF2-40B4-BE49-F238E27FC236}">
                <a16:creationId xmlns:a16="http://schemas.microsoft.com/office/drawing/2014/main" id="{7A4FE541-FE12-424C-8921-3796E8BEE40C}"/>
              </a:ext>
            </a:extLst>
          </p:cNvPr>
          <p:cNvSpPr>
            <a:spLocks noGrp="1"/>
          </p:cNvSpPr>
          <p:nvPr/>
        </p:nvSpPr>
        <p:spPr>
          <a:xfrm>
            <a:off x="7380705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01_find_only_3347">
            <a:extLst>
              <a:ext uri="{FF2B5EF4-FFF2-40B4-BE49-F238E27FC236}">
                <a16:creationId xmlns:a16="http://schemas.microsoft.com/office/drawing/2014/main" id="{D849EC7F-5DC0-4944-B377-84A3985FA835}"/>
              </a:ext>
            </a:extLst>
          </p:cNvPr>
          <p:cNvSpPr>
            <a:spLocks noGrp="1"/>
          </p:cNvSpPr>
          <p:nvPr/>
        </p:nvSpPr>
        <p:spPr>
          <a:xfrm>
            <a:off x="7409171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01_find_only_3348">
            <a:extLst>
              <a:ext uri="{FF2B5EF4-FFF2-40B4-BE49-F238E27FC236}">
                <a16:creationId xmlns:a16="http://schemas.microsoft.com/office/drawing/2014/main" id="{F04ED453-F36E-40BF-B9BA-EB5EFA8C7045}"/>
              </a:ext>
            </a:extLst>
          </p:cNvPr>
          <p:cNvSpPr>
            <a:spLocks noGrp="1"/>
          </p:cNvSpPr>
          <p:nvPr/>
        </p:nvSpPr>
        <p:spPr>
          <a:xfrm>
            <a:off x="731901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01_find_only_3349">
            <a:extLst>
              <a:ext uri="{FF2B5EF4-FFF2-40B4-BE49-F238E27FC236}">
                <a16:creationId xmlns:a16="http://schemas.microsoft.com/office/drawing/2014/main" id="{F5A035D3-24ED-4841-9861-7B29FADBF52F}"/>
              </a:ext>
            </a:extLst>
          </p:cNvPr>
          <p:cNvSpPr>
            <a:spLocks noGrp="1"/>
          </p:cNvSpPr>
          <p:nvPr/>
        </p:nvSpPr>
        <p:spPr>
          <a:xfrm>
            <a:off x="73590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01_find_only_3350">
            <a:extLst>
              <a:ext uri="{FF2B5EF4-FFF2-40B4-BE49-F238E27FC236}">
                <a16:creationId xmlns:a16="http://schemas.microsoft.com/office/drawing/2014/main" id="{50306857-3A39-45FC-970E-C011CC09D5CC}"/>
              </a:ext>
            </a:extLst>
          </p:cNvPr>
          <p:cNvSpPr>
            <a:spLocks noGrp="1"/>
          </p:cNvSpPr>
          <p:nvPr/>
        </p:nvSpPr>
        <p:spPr>
          <a:xfrm>
            <a:off x="73772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01_find_only_3351">
            <a:extLst>
              <a:ext uri="{FF2B5EF4-FFF2-40B4-BE49-F238E27FC236}">
                <a16:creationId xmlns:a16="http://schemas.microsoft.com/office/drawing/2014/main" id="{1B289D27-091D-403F-A218-B3E409F5A3F5}"/>
              </a:ext>
            </a:extLst>
          </p:cNvPr>
          <p:cNvSpPr>
            <a:spLocks noGrp="1"/>
          </p:cNvSpPr>
          <p:nvPr/>
        </p:nvSpPr>
        <p:spPr>
          <a:xfrm>
            <a:off x="73469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01_find_only_3352">
            <a:extLst>
              <a:ext uri="{FF2B5EF4-FFF2-40B4-BE49-F238E27FC236}">
                <a16:creationId xmlns:a16="http://schemas.microsoft.com/office/drawing/2014/main" id="{C3A14422-A5E6-4054-BE94-296129ECA300}"/>
              </a:ext>
            </a:extLst>
          </p:cNvPr>
          <p:cNvSpPr>
            <a:spLocks noGrp="1"/>
          </p:cNvSpPr>
          <p:nvPr/>
        </p:nvSpPr>
        <p:spPr>
          <a:xfrm>
            <a:off x="73687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01_find_only_3353">
            <a:extLst>
              <a:ext uri="{FF2B5EF4-FFF2-40B4-BE49-F238E27FC236}">
                <a16:creationId xmlns:a16="http://schemas.microsoft.com/office/drawing/2014/main" id="{A7D90166-F61D-4EB4-B8D3-CBCFF93C2A26}"/>
              </a:ext>
            </a:extLst>
          </p:cNvPr>
          <p:cNvSpPr>
            <a:spLocks noGrp="1"/>
          </p:cNvSpPr>
          <p:nvPr/>
        </p:nvSpPr>
        <p:spPr>
          <a:xfrm>
            <a:off x="735651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01_find_only_3354">
            <a:extLst>
              <a:ext uri="{FF2B5EF4-FFF2-40B4-BE49-F238E27FC236}">
                <a16:creationId xmlns:a16="http://schemas.microsoft.com/office/drawing/2014/main" id="{C49467C3-A6FE-4ACD-A0BF-C97072FCB72F}"/>
              </a:ext>
            </a:extLst>
          </p:cNvPr>
          <p:cNvSpPr>
            <a:spLocks noGrp="1"/>
          </p:cNvSpPr>
          <p:nvPr/>
        </p:nvSpPr>
        <p:spPr>
          <a:xfrm>
            <a:off x="739848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01_find_only_3355">
            <a:extLst>
              <a:ext uri="{FF2B5EF4-FFF2-40B4-BE49-F238E27FC236}">
                <a16:creationId xmlns:a16="http://schemas.microsoft.com/office/drawing/2014/main" id="{F5C808A4-C093-453C-AB73-21221A50AEB0}"/>
              </a:ext>
            </a:extLst>
          </p:cNvPr>
          <p:cNvSpPr>
            <a:spLocks noGrp="1"/>
          </p:cNvSpPr>
          <p:nvPr/>
        </p:nvSpPr>
        <p:spPr>
          <a:xfrm>
            <a:off x="7329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01_find_only_3356">
            <a:extLst>
              <a:ext uri="{FF2B5EF4-FFF2-40B4-BE49-F238E27FC236}">
                <a16:creationId xmlns:a16="http://schemas.microsoft.com/office/drawing/2014/main" id="{721C28AF-5D76-4F71-95FF-F7E777384FEA}"/>
              </a:ext>
            </a:extLst>
          </p:cNvPr>
          <p:cNvSpPr>
            <a:spLocks noGrp="1"/>
          </p:cNvSpPr>
          <p:nvPr/>
        </p:nvSpPr>
        <p:spPr>
          <a:xfrm>
            <a:off x="73341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01_find_only_3357">
            <a:extLst>
              <a:ext uri="{FF2B5EF4-FFF2-40B4-BE49-F238E27FC236}">
                <a16:creationId xmlns:a16="http://schemas.microsoft.com/office/drawing/2014/main" id="{0D368194-0EBD-470B-BA3F-7C72E94BB6D7}"/>
              </a:ext>
            </a:extLst>
          </p:cNvPr>
          <p:cNvSpPr>
            <a:spLocks noGrp="1"/>
          </p:cNvSpPr>
          <p:nvPr/>
        </p:nvSpPr>
        <p:spPr>
          <a:xfrm>
            <a:off x="73745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01_find_only_3358">
            <a:extLst>
              <a:ext uri="{FF2B5EF4-FFF2-40B4-BE49-F238E27FC236}">
                <a16:creationId xmlns:a16="http://schemas.microsoft.com/office/drawing/2014/main" id="{8F779DA4-7057-481C-BEE2-37EF0AC5BA6A}"/>
              </a:ext>
            </a:extLst>
          </p:cNvPr>
          <p:cNvSpPr>
            <a:spLocks noGrp="1"/>
          </p:cNvSpPr>
          <p:nvPr/>
        </p:nvSpPr>
        <p:spPr>
          <a:xfrm>
            <a:off x="73737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01_find_only_3359">
            <a:extLst>
              <a:ext uri="{FF2B5EF4-FFF2-40B4-BE49-F238E27FC236}">
                <a16:creationId xmlns:a16="http://schemas.microsoft.com/office/drawing/2014/main" id="{3C732B30-3531-4D95-B537-9A52CBF6A4A6}"/>
              </a:ext>
            </a:extLst>
          </p:cNvPr>
          <p:cNvSpPr>
            <a:spLocks noGrp="1"/>
          </p:cNvSpPr>
          <p:nvPr/>
        </p:nvSpPr>
        <p:spPr>
          <a:xfrm>
            <a:off x="74052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01_find_only_3360">
            <a:extLst>
              <a:ext uri="{FF2B5EF4-FFF2-40B4-BE49-F238E27FC236}">
                <a16:creationId xmlns:a16="http://schemas.microsoft.com/office/drawing/2014/main" id="{DD206734-84D2-440A-8C7D-8DEB62F3965D}"/>
              </a:ext>
            </a:extLst>
          </p:cNvPr>
          <p:cNvSpPr>
            <a:spLocks noGrp="1"/>
          </p:cNvSpPr>
          <p:nvPr/>
        </p:nvSpPr>
        <p:spPr>
          <a:xfrm>
            <a:off x="73906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01_find_only_3361">
            <a:extLst>
              <a:ext uri="{FF2B5EF4-FFF2-40B4-BE49-F238E27FC236}">
                <a16:creationId xmlns:a16="http://schemas.microsoft.com/office/drawing/2014/main" id="{FC6C4AAE-8861-4B01-BF10-17FDB201AB8B}"/>
              </a:ext>
            </a:extLst>
          </p:cNvPr>
          <p:cNvSpPr>
            <a:spLocks noGrp="1"/>
          </p:cNvSpPr>
          <p:nvPr/>
        </p:nvSpPr>
        <p:spPr>
          <a:xfrm>
            <a:off x="73447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01_find_only_3362">
            <a:extLst>
              <a:ext uri="{FF2B5EF4-FFF2-40B4-BE49-F238E27FC236}">
                <a16:creationId xmlns:a16="http://schemas.microsoft.com/office/drawing/2014/main" id="{7AD0925F-D478-48F1-A5BD-CB6040715C92}"/>
              </a:ext>
            </a:extLst>
          </p:cNvPr>
          <p:cNvSpPr>
            <a:spLocks noGrp="1"/>
          </p:cNvSpPr>
          <p:nvPr/>
        </p:nvSpPr>
        <p:spPr>
          <a:xfrm>
            <a:off x="739255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01_find_only_3363">
            <a:extLst>
              <a:ext uri="{FF2B5EF4-FFF2-40B4-BE49-F238E27FC236}">
                <a16:creationId xmlns:a16="http://schemas.microsoft.com/office/drawing/2014/main" id="{1A519C12-55B8-4292-B089-DD67AD413B5A}"/>
              </a:ext>
            </a:extLst>
          </p:cNvPr>
          <p:cNvSpPr>
            <a:spLocks noGrp="1"/>
          </p:cNvSpPr>
          <p:nvPr/>
        </p:nvSpPr>
        <p:spPr>
          <a:xfrm>
            <a:off x="73846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01_find_only_3364">
            <a:extLst>
              <a:ext uri="{FF2B5EF4-FFF2-40B4-BE49-F238E27FC236}">
                <a16:creationId xmlns:a16="http://schemas.microsoft.com/office/drawing/2014/main" id="{2D45541A-33BE-4639-81D3-7290FB2D898E}"/>
              </a:ext>
            </a:extLst>
          </p:cNvPr>
          <p:cNvSpPr>
            <a:spLocks noGrp="1"/>
          </p:cNvSpPr>
          <p:nvPr/>
        </p:nvSpPr>
        <p:spPr>
          <a:xfrm>
            <a:off x="738886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01_find_only_3365">
            <a:extLst>
              <a:ext uri="{FF2B5EF4-FFF2-40B4-BE49-F238E27FC236}">
                <a16:creationId xmlns:a16="http://schemas.microsoft.com/office/drawing/2014/main" id="{63DF9D2D-BB2B-4933-8F7D-A6313B9D429B}"/>
              </a:ext>
            </a:extLst>
          </p:cNvPr>
          <p:cNvSpPr>
            <a:spLocks noGrp="1"/>
          </p:cNvSpPr>
          <p:nvPr/>
        </p:nvSpPr>
        <p:spPr>
          <a:xfrm>
            <a:off x="7370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01_find_only_3366">
            <a:extLst>
              <a:ext uri="{FF2B5EF4-FFF2-40B4-BE49-F238E27FC236}">
                <a16:creationId xmlns:a16="http://schemas.microsoft.com/office/drawing/2014/main" id="{D9058710-47E7-4507-BB92-0AC12B15831B}"/>
              </a:ext>
            </a:extLst>
          </p:cNvPr>
          <p:cNvSpPr>
            <a:spLocks noGrp="1"/>
          </p:cNvSpPr>
          <p:nvPr/>
        </p:nvSpPr>
        <p:spPr>
          <a:xfrm>
            <a:off x="73200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01_find_only_3367">
            <a:extLst>
              <a:ext uri="{FF2B5EF4-FFF2-40B4-BE49-F238E27FC236}">
                <a16:creationId xmlns:a16="http://schemas.microsoft.com/office/drawing/2014/main" id="{5A9E57E6-B50C-4F38-98A0-A8148FDAF844}"/>
              </a:ext>
            </a:extLst>
          </p:cNvPr>
          <p:cNvSpPr>
            <a:spLocks noGrp="1"/>
          </p:cNvSpPr>
          <p:nvPr/>
        </p:nvSpPr>
        <p:spPr>
          <a:xfrm>
            <a:off x="7385078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01_find_only_3368">
            <a:extLst>
              <a:ext uri="{FF2B5EF4-FFF2-40B4-BE49-F238E27FC236}">
                <a16:creationId xmlns:a16="http://schemas.microsoft.com/office/drawing/2014/main" id="{6F35420F-1BAF-4E1E-8003-90173DF1810B}"/>
              </a:ext>
            </a:extLst>
          </p:cNvPr>
          <p:cNvSpPr>
            <a:spLocks noGrp="1"/>
          </p:cNvSpPr>
          <p:nvPr/>
        </p:nvSpPr>
        <p:spPr>
          <a:xfrm>
            <a:off x="739790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01_find_only_3369">
            <a:extLst>
              <a:ext uri="{FF2B5EF4-FFF2-40B4-BE49-F238E27FC236}">
                <a16:creationId xmlns:a16="http://schemas.microsoft.com/office/drawing/2014/main" id="{E765266C-5B03-489F-87C9-75163501A5D5}"/>
              </a:ext>
            </a:extLst>
          </p:cNvPr>
          <p:cNvSpPr>
            <a:spLocks noGrp="1"/>
          </p:cNvSpPr>
          <p:nvPr/>
        </p:nvSpPr>
        <p:spPr>
          <a:xfrm>
            <a:off x="7336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01_find_only_3370">
            <a:extLst>
              <a:ext uri="{FF2B5EF4-FFF2-40B4-BE49-F238E27FC236}">
                <a16:creationId xmlns:a16="http://schemas.microsoft.com/office/drawing/2014/main" id="{5C598ED8-03C6-40B5-9DAF-C16F8BF5FB44}"/>
              </a:ext>
            </a:extLst>
          </p:cNvPr>
          <p:cNvSpPr>
            <a:spLocks noGrp="1"/>
          </p:cNvSpPr>
          <p:nvPr/>
        </p:nvSpPr>
        <p:spPr>
          <a:xfrm>
            <a:off x="73289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01_find_only_3371">
            <a:extLst>
              <a:ext uri="{FF2B5EF4-FFF2-40B4-BE49-F238E27FC236}">
                <a16:creationId xmlns:a16="http://schemas.microsoft.com/office/drawing/2014/main" id="{48751953-1E1B-4314-BAB7-BBA3798802D9}"/>
              </a:ext>
            </a:extLst>
          </p:cNvPr>
          <p:cNvSpPr>
            <a:spLocks noGrp="1"/>
          </p:cNvSpPr>
          <p:nvPr/>
        </p:nvSpPr>
        <p:spPr>
          <a:xfrm>
            <a:off x="7384883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01_find_only_3372">
            <a:extLst>
              <a:ext uri="{FF2B5EF4-FFF2-40B4-BE49-F238E27FC236}">
                <a16:creationId xmlns:a16="http://schemas.microsoft.com/office/drawing/2014/main" id="{4571D48F-A283-44DD-A1D2-43351F6E0A1E}"/>
              </a:ext>
            </a:extLst>
          </p:cNvPr>
          <p:cNvSpPr>
            <a:spLocks noGrp="1"/>
          </p:cNvSpPr>
          <p:nvPr/>
        </p:nvSpPr>
        <p:spPr>
          <a:xfrm>
            <a:off x="7409948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01_find_only_3373">
            <a:extLst>
              <a:ext uri="{FF2B5EF4-FFF2-40B4-BE49-F238E27FC236}">
                <a16:creationId xmlns:a16="http://schemas.microsoft.com/office/drawing/2014/main" id="{58498B89-FB83-4F2B-B0C6-4E7D5F0925A7}"/>
              </a:ext>
            </a:extLst>
          </p:cNvPr>
          <p:cNvSpPr>
            <a:spLocks noGrp="1"/>
          </p:cNvSpPr>
          <p:nvPr/>
        </p:nvSpPr>
        <p:spPr>
          <a:xfrm>
            <a:off x="7414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01_find_only_3374">
            <a:extLst>
              <a:ext uri="{FF2B5EF4-FFF2-40B4-BE49-F238E27FC236}">
                <a16:creationId xmlns:a16="http://schemas.microsoft.com/office/drawing/2014/main" id="{D76219E6-39C6-41BC-942E-9023C0D3A77A}"/>
              </a:ext>
            </a:extLst>
          </p:cNvPr>
          <p:cNvSpPr>
            <a:spLocks noGrp="1"/>
          </p:cNvSpPr>
          <p:nvPr/>
        </p:nvSpPr>
        <p:spPr>
          <a:xfrm>
            <a:off x="73540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01_find_only_3375">
            <a:extLst>
              <a:ext uri="{FF2B5EF4-FFF2-40B4-BE49-F238E27FC236}">
                <a16:creationId xmlns:a16="http://schemas.microsoft.com/office/drawing/2014/main" id="{4B05D4FF-1C7D-47FE-9A54-4B4CFCAF7F8A}"/>
              </a:ext>
            </a:extLst>
          </p:cNvPr>
          <p:cNvSpPr>
            <a:spLocks noGrp="1"/>
          </p:cNvSpPr>
          <p:nvPr/>
        </p:nvSpPr>
        <p:spPr>
          <a:xfrm>
            <a:off x="73897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01_find_only_3376">
            <a:extLst>
              <a:ext uri="{FF2B5EF4-FFF2-40B4-BE49-F238E27FC236}">
                <a16:creationId xmlns:a16="http://schemas.microsoft.com/office/drawing/2014/main" id="{8832A3CB-81E9-41EE-929D-B0CDA5866FE1}"/>
              </a:ext>
            </a:extLst>
          </p:cNvPr>
          <p:cNvSpPr>
            <a:spLocks noGrp="1"/>
          </p:cNvSpPr>
          <p:nvPr/>
        </p:nvSpPr>
        <p:spPr>
          <a:xfrm>
            <a:off x="73971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01_find_only_3377">
            <a:extLst>
              <a:ext uri="{FF2B5EF4-FFF2-40B4-BE49-F238E27FC236}">
                <a16:creationId xmlns:a16="http://schemas.microsoft.com/office/drawing/2014/main" id="{3A50F7A0-699A-4882-8943-3EE4020D5EBE}"/>
              </a:ext>
            </a:extLst>
          </p:cNvPr>
          <p:cNvSpPr>
            <a:spLocks noGrp="1"/>
          </p:cNvSpPr>
          <p:nvPr/>
        </p:nvSpPr>
        <p:spPr>
          <a:xfrm>
            <a:off x="7408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01_find_only_3378">
            <a:extLst>
              <a:ext uri="{FF2B5EF4-FFF2-40B4-BE49-F238E27FC236}">
                <a16:creationId xmlns:a16="http://schemas.microsoft.com/office/drawing/2014/main" id="{AB001113-043B-4167-B53F-0C68B76DF725}"/>
              </a:ext>
            </a:extLst>
          </p:cNvPr>
          <p:cNvSpPr>
            <a:spLocks noGrp="1"/>
          </p:cNvSpPr>
          <p:nvPr/>
        </p:nvSpPr>
        <p:spPr>
          <a:xfrm>
            <a:off x="7398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01_find_only_3379">
            <a:extLst>
              <a:ext uri="{FF2B5EF4-FFF2-40B4-BE49-F238E27FC236}">
                <a16:creationId xmlns:a16="http://schemas.microsoft.com/office/drawing/2014/main" id="{D47739A8-6922-4F61-94EB-B1A6F4B60FA6}"/>
              </a:ext>
            </a:extLst>
          </p:cNvPr>
          <p:cNvSpPr>
            <a:spLocks noGrp="1"/>
          </p:cNvSpPr>
          <p:nvPr/>
        </p:nvSpPr>
        <p:spPr>
          <a:xfrm>
            <a:off x="7383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01_find_only_3380">
            <a:extLst>
              <a:ext uri="{FF2B5EF4-FFF2-40B4-BE49-F238E27FC236}">
                <a16:creationId xmlns:a16="http://schemas.microsoft.com/office/drawing/2014/main" id="{F94E1F9E-A8E2-4203-A0C9-0206E3753D2D}"/>
              </a:ext>
            </a:extLst>
          </p:cNvPr>
          <p:cNvSpPr>
            <a:spLocks noGrp="1"/>
          </p:cNvSpPr>
          <p:nvPr/>
        </p:nvSpPr>
        <p:spPr>
          <a:xfrm>
            <a:off x="73243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01_find_only_3381">
            <a:extLst>
              <a:ext uri="{FF2B5EF4-FFF2-40B4-BE49-F238E27FC236}">
                <a16:creationId xmlns:a16="http://schemas.microsoft.com/office/drawing/2014/main" id="{911EA1EA-7C6B-4BFC-8860-AA77644C63A2}"/>
              </a:ext>
            </a:extLst>
          </p:cNvPr>
          <p:cNvSpPr>
            <a:spLocks noGrp="1"/>
          </p:cNvSpPr>
          <p:nvPr/>
        </p:nvSpPr>
        <p:spPr>
          <a:xfrm>
            <a:off x="7333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01_find_only_3382">
            <a:extLst>
              <a:ext uri="{FF2B5EF4-FFF2-40B4-BE49-F238E27FC236}">
                <a16:creationId xmlns:a16="http://schemas.microsoft.com/office/drawing/2014/main" id="{ADB8D029-612A-4462-8F95-7D1D2F50D1A6}"/>
              </a:ext>
            </a:extLst>
          </p:cNvPr>
          <p:cNvSpPr>
            <a:spLocks noGrp="1"/>
          </p:cNvSpPr>
          <p:nvPr/>
        </p:nvSpPr>
        <p:spPr>
          <a:xfrm>
            <a:off x="73848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01_find_only_3383">
            <a:extLst>
              <a:ext uri="{FF2B5EF4-FFF2-40B4-BE49-F238E27FC236}">
                <a16:creationId xmlns:a16="http://schemas.microsoft.com/office/drawing/2014/main" id="{61720828-5D76-45AC-803B-143E84B5317B}"/>
              </a:ext>
            </a:extLst>
          </p:cNvPr>
          <p:cNvSpPr>
            <a:spLocks noGrp="1"/>
          </p:cNvSpPr>
          <p:nvPr/>
        </p:nvSpPr>
        <p:spPr>
          <a:xfrm>
            <a:off x="73750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01_find_only_3384">
            <a:extLst>
              <a:ext uri="{FF2B5EF4-FFF2-40B4-BE49-F238E27FC236}">
                <a16:creationId xmlns:a16="http://schemas.microsoft.com/office/drawing/2014/main" id="{F8372341-701E-469F-998A-7A7F2A3AEFAF}"/>
              </a:ext>
            </a:extLst>
          </p:cNvPr>
          <p:cNvSpPr>
            <a:spLocks noGrp="1"/>
          </p:cNvSpPr>
          <p:nvPr/>
        </p:nvSpPr>
        <p:spPr>
          <a:xfrm>
            <a:off x="7337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01_find_only_3385">
            <a:extLst>
              <a:ext uri="{FF2B5EF4-FFF2-40B4-BE49-F238E27FC236}">
                <a16:creationId xmlns:a16="http://schemas.microsoft.com/office/drawing/2014/main" id="{1E8414D4-B61C-492E-B5EC-715C71DE6A47}"/>
              </a:ext>
            </a:extLst>
          </p:cNvPr>
          <p:cNvSpPr>
            <a:spLocks noGrp="1"/>
          </p:cNvSpPr>
          <p:nvPr/>
        </p:nvSpPr>
        <p:spPr>
          <a:xfrm>
            <a:off x="7355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01_find_only_3386">
            <a:extLst>
              <a:ext uri="{FF2B5EF4-FFF2-40B4-BE49-F238E27FC236}">
                <a16:creationId xmlns:a16="http://schemas.microsoft.com/office/drawing/2014/main" id="{ACE3B198-2119-4DD6-9F39-F00F6B9D9AB7}"/>
              </a:ext>
            </a:extLst>
          </p:cNvPr>
          <p:cNvSpPr>
            <a:spLocks noGrp="1"/>
          </p:cNvSpPr>
          <p:nvPr/>
        </p:nvSpPr>
        <p:spPr>
          <a:xfrm>
            <a:off x="73210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01_find_only_3387">
            <a:extLst>
              <a:ext uri="{FF2B5EF4-FFF2-40B4-BE49-F238E27FC236}">
                <a16:creationId xmlns:a16="http://schemas.microsoft.com/office/drawing/2014/main" id="{DC65E245-678A-4B0D-A74D-5D9D98568CF9}"/>
              </a:ext>
            </a:extLst>
          </p:cNvPr>
          <p:cNvSpPr>
            <a:spLocks noGrp="1"/>
          </p:cNvSpPr>
          <p:nvPr/>
        </p:nvSpPr>
        <p:spPr>
          <a:xfrm>
            <a:off x="78480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01_find_only_3388">
            <a:extLst>
              <a:ext uri="{FF2B5EF4-FFF2-40B4-BE49-F238E27FC236}">
                <a16:creationId xmlns:a16="http://schemas.microsoft.com/office/drawing/2014/main" id="{B59B0F67-805F-4FFF-88E9-28AA279B30E4}"/>
              </a:ext>
            </a:extLst>
          </p:cNvPr>
          <p:cNvSpPr>
            <a:spLocks noGrp="1"/>
          </p:cNvSpPr>
          <p:nvPr/>
        </p:nvSpPr>
        <p:spPr>
          <a:xfrm>
            <a:off x="7910191" y="52783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01_find_only_3389">
            <a:extLst>
              <a:ext uri="{FF2B5EF4-FFF2-40B4-BE49-F238E27FC236}">
                <a16:creationId xmlns:a16="http://schemas.microsoft.com/office/drawing/2014/main" id="{5EA57975-5EC9-4EE0-B8D7-170C692E4875}"/>
              </a:ext>
            </a:extLst>
          </p:cNvPr>
          <p:cNvSpPr>
            <a:spLocks noGrp="1"/>
          </p:cNvSpPr>
          <p:nvPr/>
        </p:nvSpPr>
        <p:spPr>
          <a:xfrm>
            <a:off x="78276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01_find_only_3390">
            <a:extLst>
              <a:ext uri="{FF2B5EF4-FFF2-40B4-BE49-F238E27FC236}">
                <a16:creationId xmlns:a16="http://schemas.microsoft.com/office/drawing/2014/main" id="{2A5D8A9B-C753-4E2C-B0C0-670C3BB7CCEA}"/>
              </a:ext>
            </a:extLst>
          </p:cNvPr>
          <p:cNvSpPr>
            <a:spLocks noGrp="1"/>
          </p:cNvSpPr>
          <p:nvPr/>
        </p:nvSpPr>
        <p:spPr>
          <a:xfrm>
            <a:off x="7902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01_find_only_3391">
            <a:extLst>
              <a:ext uri="{FF2B5EF4-FFF2-40B4-BE49-F238E27FC236}">
                <a16:creationId xmlns:a16="http://schemas.microsoft.com/office/drawing/2014/main" id="{14247F6B-F1C4-4629-B88A-0317AEC22235}"/>
              </a:ext>
            </a:extLst>
          </p:cNvPr>
          <p:cNvSpPr>
            <a:spLocks noGrp="1"/>
          </p:cNvSpPr>
          <p:nvPr/>
        </p:nvSpPr>
        <p:spPr>
          <a:xfrm>
            <a:off x="78638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01_find_only_3392">
            <a:extLst>
              <a:ext uri="{FF2B5EF4-FFF2-40B4-BE49-F238E27FC236}">
                <a16:creationId xmlns:a16="http://schemas.microsoft.com/office/drawing/2014/main" id="{5B3672F1-1FEA-45F9-B0FB-4756A5856B4C}"/>
              </a:ext>
            </a:extLst>
          </p:cNvPr>
          <p:cNvSpPr>
            <a:spLocks noGrp="1"/>
          </p:cNvSpPr>
          <p:nvPr/>
        </p:nvSpPr>
        <p:spPr>
          <a:xfrm>
            <a:off x="79170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01_find_only_3393">
            <a:extLst>
              <a:ext uri="{FF2B5EF4-FFF2-40B4-BE49-F238E27FC236}">
                <a16:creationId xmlns:a16="http://schemas.microsoft.com/office/drawing/2014/main" id="{C4C263B4-CAE7-4891-BC04-00798CE6079F}"/>
              </a:ext>
            </a:extLst>
          </p:cNvPr>
          <p:cNvSpPr>
            <a:spLocks noGrp="1"/>
          </p:cNvSpPr>
          <p:nvPr/>
        </p:nvSpPr>
        <p:spPr>
          <a:xfrm>
            <a:off x="78479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01_find_only_3394">
            <a:extLst>
              <a:ext uri="{FF2B5EF4-FFF2-40B4-BE49-F238E27FC236}">
                <a16:creationId xmlns:a16="http://schemas.microsoft.com/office/drawing/2014/main" id="{FB10AA87-792A-4F50-AA48-DDBC9EEE94DD}"/>
              </a:ext>
            </a:extLst>
          </p:cNvPr>
          <p:cNvSpPr>
            <a:spLocks noGrp="1"/>
          </p:cNvSpPr>
          <p:nvPr/>
        </p:nvSpPr>
        <p:spPr>
          <a:xfrm>
            <a:off x="78953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01_find_only_3395">
            <a:extLst>
              <a:ext uri="{FF2B5EF4-FFF2-40B4-BE49-F238E27FC236}">
                <a16:creationId xmlns:a16="http://schemas.microsoft.com/office/drawing/2014/main" id="{FC5F7606-4ED5-4555-BAFE-29460C8E472C}"/>
              </a:ext>
            </a:extLst>
          </p:cNvPr>
          <p:cNvSpPr>
            <a:spLocks noGrp="1"/>
          </p:cNvSpPr>
          <p:nvPr/>
        </p:nvSpPr>
        <p:spPr>
          <a:xfrm>
            <a:off x="7831013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01_find_only_3396">
            <a:extLst>
              <a:ext uri="{FF2B5EF4-FFF2-40B4-BE49-F238E27FC236}">
                <a16:creationId xmlns:a16="http://schemas.microsoft.com/office/drawing/2014/main" id="{918C6FEB-B65A-4407-87A0-EBA5349DA2CB}"/>
              </a:ext>
            </a:extLst>
          </p:cNvPr>
          <p:cNvSpPr>
            <a:spLocks noGrp="1"/>
          </p:cNvSpPr>
          <p:nvPr/>
        </p:nvSpPr>
        <p:spPr>
          <a:xfrm>
            <a:off x="78517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01_find_only_3397">
            <a:extLst>
              <a:ext uri="{FF2B5EF4-FFF2-40B4-BE49-F238E27FC236}">
                <a16:creationId xmlns:a16="http://schemas.microsoft.com/office/drawing/2014/main" id="{9A24864B-0891-4594-B56E-EEB1F9BE6C3D}"/>
              </a:ext>
            </a:extLst>
          </p:cNvPr>
          <p:cNvSpPr>
            <a:spLocks noGrp="1"/>
          </p:cNvSpPr>
          <p:nvPr/>
        </p:nvSpPr>
        <p:spPr>
          <a:xfrm>
            <a:off x="7830818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01_find_only_3398">
            <a:extLst>
              <a:ext uri="{FF2B5EF4-FFF2-40B4-BE49-F238E27FC236}">
                <a16:creationId xmlns:a16="http://schemas.microsoft.com/office/drawing/2014/main" id="{B97C5A2B-0250-4C66-B783-F3CE4E7347E6}"/>
              </a:ext>
            </a:extLst>
          </p:cNvPr>
          <p:cNvSpPr>
            <a:spLocks noGrp="1"/>
          </p:cNvSpPr>
          <p:nvPr/>
        </p:nvSpPr>
        <p:spPr>
          <a:xfrm>
            <a:off x="78857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01_find_only_3399">
            <a:extLst>
              <a:ext uri="{FF2B5EF4-FFF2-40B4-BE49-F238E27FC236}">
                <a16:creationId xmlns:a16="http://schemas.microsoft.com/office/drawing/2014/main" id="{002068B8-E695-4F6A-BD2E-D4EB9FD32E85}"/>
              </a:ext>
            </a:extLst>
          </p:cNvPr>
          <p:cNvSpPr>
            <a:spLocks noGrp="1"/>
          </p:cNvSpPr>
          <p:nvPr/>
        </p:nvSpPr>
        <p:spPr>
          <a:xfrm>
            <a:off x="78439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01_find_only_3400">
            <a:extLst>
              <a:ext uri="{FF2B5EF4-FFF2-40B4-BE49-F238E27FC236}">
                <a16:creationId xmlns:a16="http://schemas.microsoft.com/office/drawing/2014/main" id="{F87039A1-3CB5-45D7-8B88-EED5B74D9ED8}"/>
              </a:ext>
            </a:extLst>
          </p:cNvPr>
          <p:cNvSpPr>
            <a:spLocks noGrp="1"/>
          </p:cNvSpPr>
          <p:nvPr/>
        </p:nvSpPr>
        <p:spPr>
          <a:xfrm>
            <a:off x="78730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01_find_only_3401">
            <a:extLst>
              <a:ext uri="{FF2B5EF4-FFF2-40B4-BE49-F238E27FC236}">
                <a16:creationId xmlns:a16="http://schemas.microsoft.com/office/drawing/2014/main" id="{A369E7A1-1CE4-4161-803F-7F7031B597E8}"/>
              </a:ext>
            </a:extLst>
          </p:cNvPr>
          <p:cNvSpPr>
            <a:spLocks noGrp="1"/>
          </p:cNvSpPr>
          <p:nvPr/>
        </p:nvSpPr>
        <p:spPr>
          <a:xfrm>
            <a:off x="7862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01_find_only_3402">
            <a:extLst>
              <a:ext uri="{FF2B5EF4-FFF2-40B4-BE49-F238E27FC236}">
                <a16:creationId xmlns:a16="http://schemas.microsoft.com/office/drawing/2014/main" id="{9C319AEF-AC47-4AC3-9DF3-7DAC4BF240D1}"/>
              </a:ext>
            </a:extLst>
          </p:cNvPr>
          <p:cNvSpPr>
            <a:spLocks noGrp="1"/>
          </p:cNvSpPr>
          <p:nvPr/>
        </p:nvSpPr>
        <p:spPr>
          <a:xfrm>
            <a:off x="7853163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01_find_only_3403">
            <a:extLst>
              <a:ext uri="{FF2B5EF4-FFF2-40B4-BE49-F238E27FC236}">
                <a16:creationId xmlns:a16="http://schemas.microsoft.com/office/drawing/2014/main" id="{F6C4B079-C9F6-4852-8E60-4D4A858DADEA}"/>
              </a:ext>
            </a:extLst>
          </p:cNvPr>
          <p:cNvSpPr>
            <a:spLocks noGrp="1"/>
          </p:cNvSpPr>
          <p:nvPr/>
        </p:nvSpPr>
        <p:spPr>
          <a:xfrm>
            <a:off x="783052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01_find_only_3404">
            <a:extLst>
              <a:ext uri="{FF2B5EF4-FFF2-40B4-BE49-F238E27FC236}">
                <a16:creationId xmlns:a16="http://schemas.microsoft.com/office/drawing/2014/main" id="{6F7B4B35-C653-4654-9252-2F5B3C8E9B16}"/>
              </a:ext>
            </a:extLst>
          </p:cNvPr>
          <p:cNvSpPr>
            <a:spLocks noGrp="1"/>
          </p:cNvSpPr>
          <p:nvPr/>
        </p:nvSpPr>
        <p:spPr>
          <a:xfrm>
            <a:off x="79177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01_find_only_3405">
            <a:extLst>
              <a:ext uri="{FF2B5EF4-FFF2-40B4-BE49-F238E27FC236}">
                <a16:creationId xmlns:a16="http://schemas.microsoft.com/office/drawing/2014/main" id="{7446AB7B-4830-4793-84AF-32CBF35FEC24}"/>
              </a:ext>
            </a:extLst>
          </p:cNvPr>
          <p:cNvSpPr>
            <a:spLocks noGrp="1"/>
          </p:cNvSpPr>
          <p:nvPr/>
        </p:nvSpPr>
        <p:spPr>
          <a:xfrm>
            <a:off x="7831887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01_find_only_3406">
            <a:extLst>
              <a:ext uri="{FF2B5EF4-FFF2-40B4-BE49-F238E27FC236}">
                <a16:creationId xmlns:a16="http://schemas.microsoft.com/office/drawing/2014/main" id="{D1A2C0E4-B3D5-42FA-9D76-F17A98F5F2EF}"/>
              </a:ext>
            </a:extLst>
          </p:cNvPr>
          <p:cNvSpPr>
            <a:spLocks noGrp="1"/>
          </p:cNvSpPr>
          <p:nvPr/>
        </p:nvSpPr>
        <p:spPr>
          <a:xfrm>
            <a:off x="7910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01_find_only_3407">
            <a:extLst>
              <a:ext uri="{FF2B5EF4-FFF2-40B4-BE49-F238E27FC236}">
                <a16:creationId xmlns:a16="http://schemas.microsoft.com/office/drawing/2014/main" id="{A6377689-8A85-48E8-9D5E-BBC36A5BB0F6}"/>
              </a:ext>
            </a:extLst>
          </p:cNvPr>
          <p:cNvSpPr>
            <a:spLocks noGrp="1"/>
          </p:cNvSpPr>
          <p:nvPr/>
        </p:nvSpPr>
        <p:spPr>
          <a:xfrm>
            <a:off x="78642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01_find_only_3408">
            <a:extLst>
              <a:ext uri="{FF2B5EF4-FFF2-40B4-BE49-F238E27FC236}">
                <a16:creationId xmlns:a16="http://schemas.microsoft.com/office/drawing/2014/main" id="{7C6FD0E8-7E96-4750-A681-763288C0A00F}"/>
              </a:ext>
            </a:extLst>
          </p:cNvPr>
          <p:cNvSpPr>
            <a:spLocks noGrp="1"/>
          </p:cNvSpPr>
          <p:nvPr/>
        </p:nvSpPr>
        <p:spPr>
          <a:xfrm>
            <a:off x="792175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01_find_only_3409">
            <a:extLst>
              <a:ext uri="{FF2B5EF4-FFF2-40B4-BE49-F238E27FC236}">
                <a16:creationId xmlns:a16="http://schemas.microsoft.com/office/drawing/2014/main" id="{53EFC9EC-9185-463E-B52E-3C3105B9FBEE}"/>
              </a:ext>
            </a:extLst>
          </p:cNvPr>
          <p:cNvSpPr>
            <a:spLocks noGrp="1"/>
          </p:cNvSpPr>
          <p:nvPr/>
        </p:nvSpPr>
        <p:spPr>
          <a:xfrm>
            <a:off x="7891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01_find_only_3410">
            <a:extLst>
              <a:ext uri="{FF2B5EF4-FFF2-40B4-BE49-F238E27FC236}">
                <a16:creationId xmlns:a16="http://schemas.microsoft.com/office/drawing/2014/main" id="{1A72C963-EE34-4A35-9264-1F3B9C8FD96D}"/>
              </a:ext>
            </a:extLst>
          </p:cNvPr>
          <p:cNvSpPr>
            <a:spLocks noGrp="1"/>
          </p:cNvSpPr>
          <p:nvPr/>
        </p:nvSpPr>
        <p:spPr>
          <a:xfrm>
            <a:off x="7897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01_find_only_3411">
            <a:extLst>
              <a:ext uri="{FF2B5EF4-FFF2-40B4-BE49-F238E27FC236}">
                <a16:creationId xmlns:a16="http://schemas.microsoft.com/office/drawing/2014/main" id="{AF5DBB37-2A88-45B5-B59D-C579A7CCEECD}"/>
              </a:ext>
            </a:extLst>
          </p:cNvPr>
          <p:cNvSpPr>
            <a:spLocks noGrp="1"/>
          </p:cNvSpPr>
          <p:nvPr/>
        </p:nvSpPr>
        <p:spPr>
          <a:xfrm>
            <a:off x="7855300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01_find_only_3412">
            <a:extLst>
              <a:ext uri="{FF2B5EF4-FFF2-40B4-BE49-F238E27FC236}">
                <a16:creationId xmlns:a16="http://schemas.microsoft.com/office/drawing/2014/main" id="{16F49764-0CF7-4FEE-B0DD-7634AA1F9F25}"/>
              </a:ext>
            </a:extLst>
          </p:cNvPr>
          <p:cNvSpPr>
            <a:spLocks noGrp="1"/>
          </p:cNvSpPr>
          <p:nvPr/>
        </p:nvSpPr>
        <p:spPr>
          <a:xfrm>
            <a:off x="791631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01_find_only_3413">
            <a:extLst>
              <a:ext uri="{FF2B5EF4-FFF2-40B4-BE49-F238E27FC236}">
                <a16:creationId xmlns:a16="http://schemas.microsoft.com/office/drawing/2014/main" id="{71D51A68-8E74-4EE4-B6EE-5599D0284C50}"/>
              </a:ext>
            </a:extLst>
          </p:cNvPr>
          <p:cNvSpPr>
            <a:spLocks noGrp="1"/>
          </p:cNvSpPr>
          <p:nvPr/>
        </p:nvSpPr>
        <p:spPr>
          <a:xfrm>
            <a:off x="78981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01_find_only_3414">
            <a:extLst>
              <a:ext uri="{FF2B5EF4-FFF2-40B4-BE49-F238E27FC236}">
                <a16:creationId xmlns:a16="http://schemas.microsoft.com/office/drawing/2014/main" id="{11607AB4-1DAE-4ECB-9E9E-F1BA3BDA82AA}"/>
              </a:ext>
            </a:extLst>
          </p:cNvPr>
          <p:cNvSpPr>
            <a:spLocks noGrp="1"/>
          </p:cNvSpPr>
          <p:nvPr/>
        </p:nvSpPr>
        <p:spPr>
          <a:xfrm>
            <a:off x="78426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01_find_only_3415">
            <a:extLst>
              <a:ext uri="{FF2B5EF4-FFF2-40B4-BE49-F238E27FC236}">
                <a16:creationId xmlns:a16="http://schemas.microsoft.com/office/drawing/2014/main" id="{14E49BD2-050B-460F-833D-1235AE135E2A}"/>
              </a:ext>
            </a:extLst>
          </p:cNvPr>
          <p:cNvSpPr>
            <a:spLocks noGrp="1"/>
          </p:cNvSpPr>
          <p:nvPr/>
        </p:nvSpPr>
        <p:spPr>
          <a:xfrm>
            <a:off x="7896493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01_find_only_3416">
            <a:extLst>
              <a:ext uri="{FF2B5EF4-FFF2-40B4-BE49-F238E27FC236}">
                <a16:creationId xmlns:a16="http://schemas.microsoft.com/office/drawing/2014/main" id="{3E4437AC-9051-47CA-A8AF-5EFAC03DF7E3}"/>
              </a:ext>
            </a:extLst>
          </p:cNvPr>
          <p:cNvSpPr>
            <a:spLocks noGrp="1"/>
          </p:cNvSpPr>
          <p:nvPr/>
        </p:nvSpPr>
        <p:spPr>
          <a:xfrm>
            <a:off x="78476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01_find_only_3417">
            <a:extLst>
              <a:ext uri="{FF2B5EF4-FFF2-40B4-BE49-F238E27FC236}">
                <a16:creationId xmlns:a16="http://schemas.microsoft.com/office/drawing/2014/main" id="{A17F096C-7BF8-4AFA-B51D-909690D5D253}"/>
              </a:ext>
            </a:extLst>
          </p:cNvPr>
          <p:cNvSpPr>
            <a:spLocks noGrp="1"/>
          </p:cNvSpPr>
          <p:nvPr/>
        </p:nvSpPr>
        <p:spPr>
          <a:xfrm>
            <a:off x="7855204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01_find_only_3418">
            <a:extLst>
              <a:ext uri="{FF2B5EF4-FFF2-40B4-BE49-F238E27FC236}">
                <a16:creationId xmlns:a16="http://schemas.microsoft.com/office/drawing/2014/main" id="{9B99226F-303D-48C8-B9CF-EE00EC2CC32B}"/>
              </a:ext>
            </a:extLst>
          </p:cNvPr>
          <p:cNvSpPr>
            <a:spLocks noGrp="1"/>
          </p:cNvSpPr>
          <p:nvPr/>
        </p:nvSpPr>
        <p:spPr>
          <a:xfrm>
            <a:off x="79155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01_find_only_3419">
            <a:extLst>
              <a:ext uri="{FF2B5EF4-FFF2-40B4-BE49-F238E27FC236}">
                <a16:creationId xmlns:a16="http://schemas.microsoft.com/office/drawing/2014/main" id="{793C4C6F-E42F-414C-8B71-D86D77471318}"/>
              </a:ext>
            </a:extLst>
          </p:cNvPr>
          <p:cNvSpPr>
            <a:spLocks noGrp="1"/>
          </p:cNvSpPr>
          <p:nvPr/>
        </p:nvSpPr>
        <p:spPr>
          <a:xfrm>
            <a:off x="78567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01_find_only_3420">
            <a:extLst>
              <a:ext uri="{FF2B5EF4-FFF2-40B4-BE49-F238E27FC236}">
                <a16:creationId xmlns:a16="http://schemas.microsoft.com/office/drawing/2014/main" id="{7CFC8463-3C58-49AD-AE9D-0997E23049AE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01_find_only_3421">
            <a:extLst>
              <a:ext uri="{FF2B5EF4-FFF2-40B4-BE49-F238E27FC236}">
                <a16:creationId xmlns:a16="http://schemas.microsoft.com/office/drawing/2014/main" id="{C5FDF718-5696-4C2A-8054-C00353DA0B27}"/>
              </a:ext>
            </a:extLst>
          </p:cNvPr>
          <p:cNvSpPr>
            <a:spLocks noGrp="1"/>
          </p:cNvSpPr>
          <p:nvPr/>
        </p:nvSpPr>
        <p:spPr>
          <a:xfrm>
            <a:off x="79108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01_find_only_3422">
            <a:extLst>
              <a:ext uri="{FF2B5EF4-FFF2-40B4-BE49-F238E27FC236}">
                <a16:creationId xmlns:a16="http://schemas.microsoft.com/office/drawing/2014/main" id="{6AADCA1B-727A-4389-9F18-E105BBCAEEFF}"/>
              </a:ext>
            </a:extLst>
          </p:cNvPr>
          <p:cNvSpPr>
            <a:spLocks noGrp="1"/>
          </p:cNvSpPr>
          <p:nvPr/>
        </p:nvSpPr>
        <p:spPr>
          <a:xfrm>
            <a:off x="791339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01_find_only_3423">
            <a:extLst>
              <a:ext uri="{FF2B5EF4-FFF2-40B4-BE49-F238E27FC236}">
                <a16:creationId xmlns:a16="http://schemas.microsoft.com/office/drawing/2014/main" id="{DC6409FF-3B30-4CAD-B733-EFF858DD040B}"/>
              </a:ext>
            </a:extLst>
          </p:cNvPr>
          <p:cNvSpPr>
            <a:spLocks noGrp="1"/>
          </p:cNvSpPr>
          <p:nvPr/>
        </p:nvSpPr>
        <p:spPr>
          <a:xfrm>
            <a:off x="78575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01_find_only_3424">
            <a:extLst>
              <a:ext uri="{FF2B5EF4-FFF2-40B4-BE49-F238E27FC236}">
                <a16:creationId xmlns:a16="http://schemas.microsoft.com/office/drawing/2014/main" id="{D7528F5E-CFEE-4A06-BB00-048E97F07C2F}"/>
              </a:ext>
            </a:extLst>
          </p:cNvPr>
          <p:cNvSpPr>
            <a:spLocks noGrp="1"/>
          </p:cNvSpPr>
          <p:nvPr/>
        </p:nvSpPr>
        <p:spPr>
          <a:xfrm>
            <a:off x="784286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01_find_only_3425">
            <a:extLst>
              <a:ext uri="{FF2B5EF4-FFF2-40B4-BE49-F238E27FC236}">
                <a16:creationId xmlns:a16="http://schemas.microsoft.com/office/drawing/2014/main" id="{51197A4E-2768-4340-B81D-E4833B28569F}"/>
              </a:ext>
            </a:extLst>
          </p:cNvPr>
          <p:cNvSpPr>
            <a:spLocks noGrp="1"/>
          </p:cNvSpPr>
          <p:nvPr/>
        </p:nvSpPr>
        <p:spPr>
          <a:xfrm>
            <a:off x="78994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01_find_only_3426">
            <a:extLst>
              <a:ext uri="{FF2B5EF4-FFF2-40B4-BE49-F238E27FC236}">
                <a16:creationId xmlns:a16="http://schemas.microsoft.com/office/drawing/2014/main" id="{6DB2A958-05EE-40E7-BB81-6956BA909E11}"/>
              </a:ext>
            </a:extLst>
          </p:cNvPr>
          <p:cNvSpPr>
            <a:spLocks noGrp="1"/>
          </p:cNvSpPr>
          <p:nvPr/>
        </p:nvSpPr>
        <p:spPr>
          <a:xfrm>
            <a:off x="78382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01_find_only_3427">
            <a:extLst>
              <a:ext uri="{FF2B5EF4-FFF2-40B4-BE49-F238E27FC236}">
                <a16:creationId xmlns:a16="http://schemas.microsoft.com/office/drawing/2014/main" id="{28B5976E-524F-48DB-9E69-2D6B3F8B37DF}"/>
              </a:ext>
            </a:extLst>
          </p:cNvPr>
          <p:cNvSpPr>
            <a:spLocks noGrp="1"/>
          </p:cNvSpPr>
          <p:nvPr/>
        </p:nvSpPr>
        <p:spPr>
          <a:xfrm>
            <a:off x="7844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01_find_only_3428">
            <a:extLst>
              <a:ext uri="{FF2B5EF4-FFF2-40B4-BE49-F238E27FC236}">
                <a16:creationId xmlns:a16="http://schemas.microsoft.com/office/drawing/2014/main" id="{BD822C24-433E-4793-8104-6214264202C1}"/>
              </a:ext>
            </a:extLst>
          </p:cNvPr>
          <p:cNvSpPr>
            <a:spLocks noGrp="1"/>
          </p:cNvSpPr>
          <p:nvPr/>
        </p:nvSpPr>
        <p:spPr>
          <a:xfrm>
            <a:off x="79018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01_find_only_3429">
            <a:extLst>
              <a:ext uri="{FF2B5EF4-FFF2-40B4-BE49-F238E27FC236}">
                <a16:creationId xmlns:a16="http://schemas.microsoft.com/office/drawing/2014/main" id="{AEB674CA-7738-4546-958C-3D84730192FB}"/>
              </a:ext>
            </a:extLst>
          </p:cNvPr>
          <p:cNvSpPr>
            <a:spLocks noGrp="1"/>
          </p:cNvSpPr>
          <p:nvPr/>
        </p:nvSpPr>
        <p:spPr>
          <a:xfrm>
            <a:off x="783917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01_find_only_3430">
            <a:extLst>
              <a:ext uri="{FF2B5EF4-FFF2-40B4-BE49-F238E27FC236}">
                <a16:creationId xmlns:a16="http://schemas.microsoft.com/office/drawing/2014/main" id="{53FBA9B9-0130-4869-BA70-34E7F52E3CFA}"/>
              </a:ext>
            </a:extLst>
          </p:cNvPr>
          <p:cNvSpPr>
            <a:spLocks noGrp="1"/>
          </p:cNvSpPr>
          <p:nvPr/>
        </p:nvSpPr>
        <p:spPr>
          <a:xfrm>
            <a:off x="7920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01_find_only_3431">
            <a:extLst>
              <a:ext uri="{FF2B5EF4-FFF2-40B4-BE49-F238E27FC236}">
                <a16:creationId xmlns:a16="http://schemas.microsoft.com/office/drawing/2014/main" id="{E9F45748-90A3-481E-909C-FD4BF85BDD79}"/>
              </a:ext>
            </a:extLst>
          </p:cNvPr>
          <p:cNvSpPr>
            <a:spLocks noGrp="1"/>
          </p:cNvSpPr>
          <p:nvPr/>
        </p:nvSpPr>
        <p:spPr>
          <a:xfrm>
            <a:off x="79056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01_find_only_3432">
            <a:extLst>
              <a:ext uri="{FF2B5EF4-FFF2-40B4-BE49-F238E27FC236}">
                <a16:creationId xmlns:a16="http://schemas.microsoft.com/office/drawing/2014/main" id="{B2DD48FF-9E79-4E4E-9721-735534A62723}"/>
              </a:ext>
            </a:extLst>
          </p:cNvPr>
          <p:cNvSpPr>
            <a:spLocks noGrp="1"/>
          </p:cNvSpPr>
          <p:nvPr/>
        </p:nvSpPr>
        <p:spPr>
          <a:xfrm>
            <a:off x="7870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01_find_only_3433">
            <a:extLst>
              <a:ext uri="{FF2B5EF4-FFF2-40B4-BE49-F238E27FC236}">
                <a16:creationId xmlns:a16="http://schemas.microsoft.com/office/drawing/2014/main" id="{E2E214B2-1791-4706-B5DB-6B2CB7EB2024}"/>
              </a:ext>
            </a:extLst>
          </p:cNvPr>
          <p:cNvSpPr>
            <a:spLocks noGrp="1"/>
          </p:cNvSpPr>
          <p:nvPr/>
        </p:nvSpPr>
        <p:spPr>
          <a:xfrm>
            <a:off x="78540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01_find_only_3434">
            <a:extLst>
              <a:ext uri="{FF2B5EF4-FFF2-40B4-BE49-F238E27FC236}">
                <a16:creationId xmlns:a16="http://schemas.microsoft.com/office/drawing/2014/main" id="{15FD8A85-43FC-4A2A-8DB0-1B1CAB216005}"/>
              </a:ext>
            </a:extLst>
          </p:cNvPr>
          <p:cNvSpPr>
            <a:spLocks noGrp="1"/>
          </p:cNvSpPr>
          <p:nvPr/>
        </p:nvSpPr>
        <p:spPr>
          <a:xfrm>
            <a:off x="7923209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01_find_only_3435">
            <a:extLst>
              <a:ext uri="{FF2B5EF4-FFF2-40B4-BE49-F238E27FC236}">
                <a16:creationId xmlns:a16="http://schemas.microsoft.com/office/drawing/2014/main" id="{2422977F-278D-4724-AB86-723C78694F73}"/>
              </a:ext>
            </a:extLst>
          </p:cNvPr>
          <p:cNvSpPr>
            <a:spLocks noGrp="1"/>
          </p:cNvSpPr>
          <p:nvPr/>
        </p:nvSpPr>
        <p:spPr>
          <a:xfrm>
            <a:off x="78879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01_find_only_3436">
            <a:extLst>
              <a:ext uri="{FF2B5EF4-FFF2-40B4-BE49-F238E27FC236}">
                <a16:creationId xmlns:a16="http://schemas.microsoft.com/office/drawing/2014/main" id="{1BC1FFCD-0DAF-4593-B772-ABCF7BB2D2F5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01_find_only_3437">
            <a:extLst>
              <a:ext uri="{FF2B5EF4-FFF2-40B4-BE49-F238E27FC236}">
                <a16:creationId xmlns:a16="http://schemas.microsoft.com/office/drawing/2014/main" id="{9146F00B-1746-4E78-94A9-9A5F5EC6B6AB}"/>
              </a:ext>
            </a:extLst>
          </p:cNvPr>
          <p:cNvSpPr>
            <a:spLocks noGrp="1"/>
          </p:cNvSpPr>
          <p:nvPr/>
        </p:nvSpPr>
        <p:spPr>
          <a:xfrm>
            <a:off x="78419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01_find_only_3438">
            <a:extLst>
              <a:ext uri="{FF2B5EF4-FFF2-40B4-BE49-F238E27FC236}">
                <a16:creationId xmlns:a16="http://schemas.microsoft.com/office/drawing/2014/main" id="{A14BCB33-8E21-4D51-AB48-177DBBD17414}"/>
              </a:ext>
            </a:extLst>
          </p:cNvPr>
          <p:cNvSpPr>
            <a:spLocks noGrp="1"/>
          </p:cNvSpPr>
          <p:nvPr/>
        </p:nvSpPr>
        <p:spPr>
          <a:xfrm>
            <a:off x="7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01_find_only_3439">
            <a:extLst>
              <a:ext uri="{FF2B5EF4-FFF2-40B4-BE49-F238E27FC236}">
                <a16:creationId xmlns:a16="http://schemas.microsoft.com/office/drawing/2014/main" id="{1E250DB9-901F-40A2-A5B9-A04D8EFB274D}"/>
              </a:ext>
            </a:extLst>
          </p:cNvPr>
          <p:cNvSpPr>
            <a:spLocks noGrp="1"/>
          </p:cNvSpPr>
          <p:nvPr/>
        </p:nvSpPr>
        <p:spPr>
          <a:xfrm>
            <a:off x="79040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01_find_only_3440">
            <a:extLst>
              <a:ext uri="{FF2B5EF4-FFF2-40B4-BE49-F238E27FC236}">
                <a16:creationId xmlns:a16="http://schemas.microsoft.com/office/drawing/2014/main" id="{D1925B6D-7200-48C7-88F8-3D2046570787}"/>
              </a:ext>
            </a:extLst>
          </p:cNvPr>
          <p:cNvSpPr>
            <a:spLocks noGrp="1"/>
          </p:cNvSpPr>
          <p:nvPr/>
        </p:nvSpPr>
        <p:spPr>
          <a:xfrm>
            <a:off x="7889983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01_find_only_3441">
            <a:extLst>
              <a:ext uri="{FF2B5EF4-FFF2-40B4-BE49-F238E27FC236}">
                <a16:creationId xmlns:a16="http://schemas.microsoft.com/office/drawing/2014/main" id="{E8082ABC-DD84-4DBB-A498-59ECD7CC2469}"/>
              </a:ext>
            </a:extLst>
          </p:cNvPr>
          <p:cNvSpPr>
            <a:spLocks noGrp="1"/>
          </p:cNvSpPr>
          <p:nvPr/>
        </p:nvSpPr>
        <p:spPr>
          <a:xfrm>
            <a:off x="7918449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01_find_only_3442">
            <a:extLst>
              <a:ext uri="{FF2B5EF4-FFF2-40B4-BE49-F238E27FC236}">
                <a16:creationId xmlns:a16="http://schemas.microsoft.com/office/drawing/2014/main" id="{EC9EA1B3-E135-4F77-9813-59D1B3A459B8}"/>
              </a:ext>
            </a:extLst>
          </p:cNvPr>
          <p:cNvSpPr>
            <a:spLocks noGrp="1"/>
          </p:cNvSpPr>
          <p:nvPr/>
        </p:nvSpPr>
        <p:spPr>
          <a:xfrm>
            <a:off x="78282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01_find_only_3443">
            <a:extLst>
              <a:ext uri="{FF2B5EF4-FFF2-40B4-BE49-F238E27FC236}">
                <a16:creationId xmlns:a16="http://schemas.microsoft.com/office/drawing/2014/main" id="{F882BB4D-92A3-46B3-A978-FDE66E2D7D0C}"/>
              </a:ext>
            </a:extLst>
          </p:cNvPr>
          <p:cNvSpPr>
            <a:spLocks noGrp="1"/>
          </p:cNvSpPr>
          <p:nvPr/>
        </p:nvSpPr>
        <p:spPr>
          <a:xfrm>
            <a:off x="78683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01_find_only_3444">
            <a:extLst>
              <a:ext uri="{FF2B5EF4-FFF2-40B4-BE49-F238E27FC236}">
                <a16:creationId xmlns:a16="http://schemas.microsoft.com/office/drawing/2014/main" id="{F23BF696-4C4A-4FF4-B652-8CB4F1108920}"/>
              </a:ext>
            </a:extLst>
          </p:cNvPr>
          <p:cNvSpPr>
            <a:spLocks noGrp="1"/>
          </p:cNvSpPr>
          <p:nvPr/>
        </p:nvSpPr>
        <p:spPr>
          <a:xfrm>
            <a:off x="78864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01_find_only_3445">
            <a:extLst>
              <a:ext uri="{FF2B5EF4-FFF2-40B4-BE49-F238E27FC236}">
                <a16:creationId xmlns:a16="http://schemas.microsoft.com/office/drawing/2014/main" id="{ADDAD819-32F3-45BD-B8FD-6167424636C9}"/>
              </a:ext>
            </a:extLst>
          </p:cNvPr>
          <p:cNvSpPr>
            <a:spLocks noGrp="1"/>
          </p:cNvSpPr>
          <p:nvPr/>
        </p:nvSpPr>
        <p:spPr>
          <a:xfrm>
            <a:off x="78562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01_find_only_3446">
            <a:extLst>
              <a:ext uri="{FF2B5EF4-FFF2-40B4-BE49-F238E27FC236}">
                <a16:creationId xmlns:a16="http://schemas.microsoft.com/office/drawing/2014/main" id="{7D36C92C-B252-43E5-B6A7-EEBA396BA2AB}"/>
              </a:ext>
            </a:extLst>
          </p:cNvPr>
          <p:cNvSpPr>
            <a:spLocks noGrp="1"/>
          </p:cNvSpPr>
          <p:nvPr/>
        </p:nvSpPr>
        <p:spPr>
          <a:xfrm>
            <a:off x="78780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01_find_only_3447">
            <a:extLst>
              <a:ext uri="{FF2B5EF4-FFF2-40B4-BE49-F238E27FC236}">
                <a16:creationId xmlns:a16="http://schemas.microsoft.com/office/drawing/2014/main" id="{3A315C22-BD48-4C8C-8E3F-36984808DFBE}"/>
              </a:ext>
            </a:extLst>
          </p:cNvPr>
          <p:cNvSpPr>
            <a:spLocks noGrp="1"/>
          </p:cNvSpPr>
          <p:nvPr/>
        </p:nvSpPr>
        <p:spPr>
          <a:xfrm>
            <a:off x="7865792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01_find_only_3448">
            <a:extLst>
              <a:ext uri="{FF2B5EF4-FFF2-40B4-BE49-F238E27FC236}">
                <a16:creationId xmlns:a16="http://schemas.microsoft.com/office/drawing/2014/main" id="{DB6FEC82-1455-4531-A9AA-ACA17B35F29E}"/>
              </a:ext>
            </a:extLst>
          </p:cNvPr>
          <p:cNvSpPr>
            <a:spLocks noGrp="1"/>
          </p:cNvSpPr>
          <p:nvPr/>
        </p:nvSpPr>
        <p:spPr>
          <a:xfrm>
            <a:off x="7907762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01_find_only_3449">
            <a:extLst>
              <a:ext uri="{FF2B5EF4-FFF2-40B4-BE49-F238E27FC236}">
                <a16:creationId xmlns:a16="http://schemas.microsoft.com/office/drawing/2014/main" id="{70703B7D-A894-450B-A708-BEED0042DAAA}"/>
              </a:ext>
            </a:extLst>
          </p:cNvPr>
          <p:cNvSpPr>
            <a:spLocks noGrp="1"/>
          </p:cNvSpPr>
          <p:nvPr/>
        </p:nvSpPr>
        <p:spPr>
          <a:xfrm>
            <a:off x="7838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01_find_only_3450">
            <a:extLst>
              <a:ext uri="{FF2B5EF4-FFF2-40B4-BE49-F238E27FC236}">
                <a16:creationId xmlns:a16="http://schemas.microsoft.com/office/drawing/2014/main" id="{372CB3B8-559F-4CC2-A49F-7335CB8671DF}"/>
              </a:ext>
            </a:extLst>
          </p:cNvPr>
          <p:cNvSpPr>
            <a:spLocks noGrp="1"/>
          </p:cNvSpPr>
          <p:nvPr/>
        </p:nvSpPr>
        <p:spPr>
          <a:xfrm>
            <a:off x="78434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01_find_only_3451">
            <a:extLst>
              <a:ext uri="{FF2B5EF4-FFF2-40B4-BE49-F238E27FC236}">
                <a16:creationId xmlns:a16="http://schemas.microsoft.com/office/drawing/2014/main" id="{13626F3D-30F5-4223-B2D5-0BD225C4BA09}"/>
              </a:ext>
            </a:extLst>
          </p:cNvPr>
          <p:cNvSpPr>
            <a:spLocks noGrp="1"/>
          </p:cNvSpPr>
          <p:nvPr/>
        </p:nvSpPr>
        <p:spPr>
          <a:xfrm>
            <a:off x="78838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01_find_only_3452">
            <a:extLst>
              <a:ext uri="{FF2B5EF4-FFF2-40B4-BE49-F238E27FC236}">
                <a16:creationId xmlns:a16="http://schemas.microsoft.com/office/drawing/2014/main" id="{CE854D26-3AB6-4E5B-9197-17F0EF83E4B3}"/>
              </a:ext>
            </a:extLst>
          </p:cNvPr>
          <p:cNvSpPr>
            <a:spLocks noGrp="1"/>
          </p:cNvSpPr>
          <p:nvPr/>
        </p:nvSpPr>
        <p:spPr>
          <a:xfrm>
            <a:off x="78829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01_find_only_3453">
            <a:extLst>
              <a:ext uri="{FF2B5EF4-FFF2-40B4-BE49-F238E27FC236}">
                <a16:creationId xmlns:a16="http://schemas.microsoft.com/office/drawing/2014/main" id="{3EFEBFAB-8384-46FF-A757-CD8F55FF51FA}"/>
              </a:ext>
            </a:extLst>
          </p:cNvPr>
          <p:cNvSpPr>
            <a:spLocks noGrp="1"/>
          </p:cNvSpPr>
          <p:nvPr/>
        </p:nvSpPr>
        <p:spPr>
          <a:xfrm>
            <a:off x="79145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01_find_only_3454">
            <a:extLst>
              <a:ext uri="{FF2B5EF4-FFF2-40B4-BE49-F238E27FC236}">
                <a16:creationId xmlns:a16="http://schemas.microsoft.com/office/drawing/2014/main" id="{9AE6B89B-811B-4A41-BF72-E6D3F3C216B9}"/>
              </a:ext>
            </a:extLst>
          </p:cNvPr>
          <p:cNvSpPr>
            <a:spLocks noGrp="1"/>
          </p:cNvSpPr>
          <p:nvPr/>
        </p:nvSpPr>
        <p:spPr>
          <a:xfrm>
            <a:off x="7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01_find_only_3455">
            <a:extLst>
              <a:ext uri="{FF2B5EF4-FFF2-40B4-BE49-F238E27FC236}">
                <a16:creationId xmlns:a16="http://schemas.microsoft.com/office/drawing/2014/main" id="{746E102F-79D9-47AB-A6DE-445C72BA6092}"/>
              </a:ext>
            </a:extLst>
          </p:cNvPr>
          <p:cNvSpPr>
            <a:spLocks noGrp="1"/>
          </p:cNvSpPr>
          <p:nvPr/>
        </p:nvSpPr>
        <p:spPr>
          <a:xfrm>
            <a:off x="78540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01_find_only_3456">
            <a:extLst>
              <a:ext uri="{FF2B5EF4-FFF2-40B4-BE49-F238E27FC236}">
                <a16:creationId xmlns:a16="http://schemas.microsoft.com/office/drawing/2014/main" id="{D3FEEF89-5310-41F8-99E9-B9732187A257}"/>
              </a:ext>
            </a:extLst>
          </p:cNvPr>
          <p:cNvSpPr>
            <a:spLocks noGrp="1"/>
          </p:cNvSpPr>
          <p:nvPr/>
        </p:nvSpPr>
        <p:spPr>
          <a:xfrm>
            <a:off x="790183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01_find_only_3457">
            <a:extLst>
              <a:ext uri="{FF2B5EF4-FFF2-40B4-BE49-F238E27FC236}">
                <a16:creationId xmlns:a16="http://schemas.microsoft.com/office/drawing/2014/main" id="{EE51DCFA-597E-48BA-BCC0-570005EC2DB8}"/>
              </a:ext>
            </a:extLst>
          </p:cNvPr>
          <p:cNvSpPr>
            <a:spLocks noGrp="1"/>
          </p:cNvSpPr>
          <p:nvPr/>
        </p:nvSpPr>
        <p:spPr>
          <a:xfrm>
            <a:off x="7893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01_find_only_3458">
            <a:extLst>
              <a:ext uri="{FF2B5EF4-FFF2-40B4-BE49-F238E27FC236}">
                <a16:creationId xmlns:a16="http://schemas.microsoft.com/office/drawing/2014/main" id="{F6B87F04-CED1-4DD8-A17A-F3FF029800E0}"/>
              </a:ext>
            </a:extLst>
          </p:cNvPr>
          <p:cNvSpPr>
            <a:spLocks noGrp="1"/>
          </p:cNvSpPr>
          <p:nvPr/>
        </p:nvSpPr>
        <p:spPr>
          <a:xfrm>
            <a:off x="78981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01_find_only_3459">
            <a:extLst>
              <a:ext uri="{FF2B5EF4-FFF2-40B4-BE49-F238E27FC236}">
                <a16:creationId xmlns:a16="http://schemas.microsoft.com/office/drawing/2014/main" id="{B0B7F5CD-0290-420B-A3CD-F1A110BF96C5}"/>
              </a:ext>
            </a:extLst>
          </p:cNvPr>
          <p:cNvSpPr>
            <a:spLocks noGrp="1"/>
          </p:cNvSpPr>
          <p:nvPr/>
        </p:nvSpPr>
        <p:spPr>
          <a:xfrm>
            <a:off x="7879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01_find_only_3460">
            <a:extLst>
              <a:ext uri="{FF2B5EF4-FFF2-40B4-BE49-F238E27FC236}">
                <a16:creationId xmlns:a16="http://schemas.microsoft.com/office/drawing/2014/main" id="{4B6AB313-444E-4510-A928-0F39056678CE}"/>
              </a:ext>
            </a:extLst>
          </p:cNvPr>
          <p:cNvSpPr>
            <a:spLocks noGrp="1"/>
          </p:cNvSpPr>
          <p:nvPr/>
        </p:nvSpPr>
        <p:spPr>
          <a:xfrm>
            <a:off x="78293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01_find_only_3461">
            <a:extLst>
              <a:ext uri="{FF2B5EF4-FFF2-40B4-BE49-F238E27FC236}">
                <a16:creationId xmlns:a16="http://schemas.microsoft.com/office/drawing/2014/main" id="{D5C4D5D6-77C0-437B-9F0C-5BEA3DA63588}"/>
              </a:ext>
            </a:extLst>
          </p:cNvPr>
          <p:cNvSpPr>
            <a:spLocks noGrp="1"/>
          </p:cNvSpPr>
          <p:nvPr/>
        </p:nvSpPr>
        <p:spPr>
          <a:xfrm>
            <a:off x="7894356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01_find_only_3462">
            <a:extLst>
              <a:ext uri="{FF2B5EF4-FFF2-40B4-BE49-F238E27FC236}">
                <a16:creationId xmlns:a16="http://schemas.microsoft.com/office/drawing/2014/main" id="{4DE0EE8A-208D-49DB-A3DF-EAEC816BBEEA}"/>
              </a:ext>
            </a:extLst>
          </p:cNvPr>
          <p:cNvSpPr>
            <a:spLocks noGrp="1"/>
          </p:cNvSpPr>
          <p:nvPr/>
        </p:nvSpPr>
        <p:spPr>
          <a:xfrm>
            <a:off x="790717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01_find_only_3463">
            <a:extLst>
              <a:ext uri="{FF2B5EF4-FFF2-40B4-BE49-F238E27FC236}">
                <a16:creationId xmlns:a16="http://schemas.microsoft.com/office/drawing/2014/main" id="{9BBB35F9-CE6F-4D80-B164-C107BA3082EE}"/>
              </a:ext>
            </a:extLst>
          </p:cNvPr>
          <p:cNvSpPr>
            <a:spLocks noGrp="1"/>
          </p:cNvSpPr>
          <p:nvPr/>
        </p:nvSpPr>
        <p:spPr>
          <a:xfrm>
            <a:off x="7845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01_find_only_3464">
            <a:extLst>
              <a:ext uri="{FF2B5EF4-FFF2-40B4-BE49-F238E27FC236}">
                <a16:creationId xmlns:a16="http://schemas.microsoft.com/office/drawing/2014/main" id="{F38F7044-A1DE-4230-8A7D-13F5AA92D6C9}"/>
              </a:ext>
            </a:extLst>
          </p:cNvPr>
          <p:cNvSpPr>
            <a:spLocks noGrp="1"/>
          </p:cNvSpPr>
          <p:nvPr/>
        </p:nvSpPr>
        <p:spPr>
          <a:xfrm>
            <a:off x="7838202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01_find_only_3465">
            <a:extLst>
              <a:ext uri="{FF2B5EF4-FFF2-40B4-BE49-F238E27FC236}">
                <a16:creationId xmlns:a16="http://schemas.microsoft.com/office/drawing/2014/main" id="{B07A80D4-A64B-4D2B-A904-940567043E8C}"/>
              </a:ext>
            </a:extLst>
          </p:cNvPr>
          <p:cNvSpPr>
            <a:spLocks noGrp="1"/>
          </p:cNvSpPr>
          <p:nvPr/>
        </p:nvSpPr>
        <p:spPr>
          <a:xfrm>
            <a:off x="7894161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01_find_only_3466">
            <a:extLst>
              <a:ext uri="{FF2B5EF4-FFF2-40B4-BE49-F238E27FC236}">
                <a16:creationId xmlns:a16="http://schemas.microsoft.com/office/drawing/2014/main" id="{C4D67F9E-BD94-4F22-BB85-8F03EE2FBB79}"/>
              </a:ext>
            </a:extLst>
          </p:cNvPr>
          <p:cNvSpPr>
            <a:spLocks noGrp="1"/>
          </p:cNvSpPr>
          <p:nvPr/>
        </p:nvSpPr>
        <p:spPr>
          <a:xfrm>
            <a:off x="7919226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01_find_only_3467">
            <a:extLst>
              <a:ext uri="{FF2B5EF4-FFF2-40B4-BE49-F238E27FC236}">
                <a16:creationId xmlns:a16="http://schemas.microsoft.com/office/drawing/2014/main" id="{73DF677E-2E4D-4117-9EE2-30E33F8D242D}"/>
              </a:ext>
            </a:extLst>
          </p:cNvPr>
          <p:cNvSpPr>
            <a:spLocks noGrp="1"/>
          </p:cNvSpPr>
          <p:nvPr/>
        </p:nvSpPr>
        <p:spPr>
          <a:xfrm>
            <a:off x="7923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01_find_only_3468">
            <a:extLst>
              <a:ext uri="{FF2B5EF4-FFF2-40B4-BE49-F238E27FC236}">
                <a16:creationId xmlns:a16="http://schemas.microsoft.com/office/drawing/2014/main" id="{5E8629F3-EF1B-4939-BC94-2B39D204115B}"/>
              </a:ext>
            </a:extLst>
          </p:cNvPr>
          <p:cNvSpPr>
            <a:spLocks noGrp="1"/>
          </p:cNvSpPr>
          <p:nvPr/>
        </p:nvSpPr>
        <p:spPr>
          <a:xfrm>
            <a:off x="7863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01_find_only_3469">
            <a:extLst>
              <a:ext uri="{FF2B5EF4-FFF2-40B4-BE49-F238E27FC236}">
                <a16:creationId xmlns:a16="http://schemas.microsoft.com/office/drawing/2014/main" id="{CDD6CACB-F382-4597-A65C-E39DE3DB8932}"/>
              </a:ext>
            </a:extLst>
          </p:cNvPr>
          <p:cNvSpPr>
            <a:spLocks noGrp="1"/>
          </p:cNvSpPr>
          <p:nvPr/>
        </p:nvSpPr>
        <p:spPr>
          <a:xfrm>
            <a:off x="78990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01_find_only_3470">
            <a:extLst>
              <a:ext uri="{FF2B5EF4-FFF2-40B4-BE49-F238E27FC236}">
                <a16:creationId xmlns:a16="http://schemas.microsoft.com/office/drawing/2014/main" id="{8A6A5FDD-6EEB-45D2-B4AA-7847CCC25EBF}"/>
              </a:ext>
            </a:extLst>
          </p:cNvPr>
          <p:cNvSpPr>
            <a:spLocks noGrp="1"/>
          </p:cNvSpPr>
          <p:nvPr/>
        </p:nvSpPr>
        <p:spPr>
          <a:xfrm>
            <a:off x="79064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01_find_only_3471">
            <a:extLst>
              <a:ext uri="{FF2B5EF4-FFF2-40B4-BE49-F238E27FC236}">
                <a16:creationId xmlns:a16="http://schemas.microsoft.com/office/drawing/2014/main" id="{4259422A-C347-4A20-9289-03CD0FD03592}"/>
              </a:ext>
            </a:extLst>
          </p:cNvPr>
          <p:cNvSpPr>
            <a:spLocks noGrp="1"/>
          </p:cNvSpPr>
          <p:nvPr/>
        </p:nvSpPr>
        <p:spPr>
          <a:xfrm>
            <a:off x="791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01_find_only_3472">
            <a:extLst>
              <a:ext uri="{FF2B5EF4-FFF2-40B4-BE49-F238E27FC236}">
                <a16:creationId xmlns:a16="http://schemas.microsoft.com/office/drawing/2014/main" id="{873917F6-B8F1-4B97-A326-79F5E86E932E}"/>
              </a:ext>
            </a:extLst>
          </p:cNvPr>
          <p:cNvSpPr>
            <a:spLocks noGrp="1"/>
          </p:cNvSpPr>
          <p:nvPr/>
        </p:nvSpPr>
        <p:spPr>
          <a:xfrm>
            <a:off x="79078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01_find_only_3473">
            <a:extLst>
              <a:ext uri="{FF2B5EF4-FFF2-40B4-BE49-F238E27FC236}">
                <a16:creationId xmlns:a16="http://schemas.microsoft.com/office/drawing/2014/main" id="{8480945A-5CC5-4BDA-A064-874F1C16D3F5}"/>
              </a:ext>
            </a:extLst>
          </p:cNvPr>
          <p:cNvSpPr>
            <a:spLocks noGrp="1"/>
          </p:cNvSpPr>
          <p:nvPr/>
        </p:nvSpPr>
        <p:spPr>
          <a:xfrm>
            <a:off x="7893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01_find_only_3474">
            <a:extLst>
              <a:ext uri="{FF2B5EF4-FFF2-40B4-BE49-F238E27FC236}">
                <a16:creationId xmlns:a16="http://schemas.microsoft.com/office/drawing/2014/main" id="{F3267C08-CE5D-4EED-AFCA-AEC8696C427D}"/>
              </a:ext>
            </a:extLst>
          </p:cNvPr>
          <p:cNvSpPr>
            <a:spLocks noGrp="1"/>
          </p:cNvSpPr>
          <p:nvPr/>
        </p:nvSpPr>
        <p:spPr>
          <a:xfrm>
            <a:off x="78336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01_find_only_3475">
            <a:extLst>
              <a:ext uri="{FF2B5EF4-FFF2-40B4-BE49-F238E27FC236}">
                <a16:creationId xmlns:a16="http://schemas.microsoft.com/office/drawing/2014/main" id="{FAA23501-7C77-499C-BC9D-3BEED2CE000F}"/>
              </a:ext>
            </a:extLst>
          </p:cNvPr>
          <p:cNvSpPr>
            <a:spLocks noGrp="1"/>
          </p:cNvSpPr>
          <p:nvPr/>
        </p:nvSpPr>
        <p:spPr>
          <a:xfrm>
            <a:off x="7843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01_find_only_3476">
            <a:extLst>
              <a:ext uri="{FF2B5EF4-FFF2-40B4-BE49-F238E27FC236}">
                <a16:creationId xmlns:a16="http://schemas.microsoft.com/office/drawing/2014/main" id="{4B33CD31-7F52-4CF2-A3B8-3EE0733E9BAE}"/>
              </a:ext>
            </a:extLst>
          </p:cNvPr>
          <p:cNvSpPr>
            <a:spLocks noGrp="1"/>
          </p:cNvSpPr>
          <p:nvPr/>
        </p:nvSpPr>
        <p:spPr>
          <a:xfrm>
            <a:off x="789416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01_find_only_3477">
            <a:extLst>
              <a:ext uri="{FF2B5EF4-FFF2-40B4-BE49-F238E27FC236}">
                <a16:creationId xmlns:a16="http://schemas.microsoft.com/office/drawing/2014/main" id="{774EC44D-F75D-4026-868F-1C4A6FB05ED7}"/>
              </a:ext>
            </a:extLst>
          </p:cNvPr>
          <p:cNvSpPr>
            <a:spLocks noGrp="1"/>
          </p:cNvSpPr>
          <p:nvPr/>
        </p:nvSpPr>
        <p:spPr>
          <a:xfrm>
            <a:off x="78843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01_find_only_3478">
            <a:extLst>
              <a:ext uri="{FF2B5EF4-FFF2-40B4-BE49-F238E27FC236}">
                <a16:creationId xmlns:a16="http://schemas.microsoft.com/office/drawing/2014/main" id="{15ACCD5C-B61C-4E06-88DA-5D81721CF8E2}"/>
              </a:ext>
            </a:extLst>
          </p:cNvPr>
          <p:cNvSpPr>
            <a:spLocks noGrp="1"/>
          </p:cNvSpPr>
          <p:nvPr/>
        </p:nvSpPr>
        <p:spPr>
          <a:xfrm>
            <a:off x="7847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01_find_only_3479">
            <a:extLst>
              <a:ext uri="{FF2B5EF4-FFF2-40B4-BE49-F238E27FC236}">
                <a16:creationId xmlns:a16="http://schemas.microsoft.com/office/drawing/2014/main" id="{A5D46E3B-BAB8-48F2-A918-89C5E3CCAE09}"/>
              </a:ext>
            </a:extLst>
          </p:cNvPr>
          <p:cNvSpPr>
            <a:spLocks noGrp="1"/>
          </p:cNvSpPr>
          <p:nvPr/>
        </p:nvSpPr>
        <p:spPr>
          <a:xfrm>
            <a:off x="7864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01_find_only_3480">
            <a:extLst>
              <a:ext uri="{FF2B5EF4-FFF2-40B4-BE49-F238E27FC236}">
                <a16:creationId xmlns:a16="http://schemas.microsoft.com/office/drawing/2014/main" id="{79D4D2A2-DECA-43D1-B4D6-43EA42C51EE4}"/>
              </a:ext>
            </a:extLst>
          </p:cNvPr>
          <p:cNvSpPr>
            <a:spLocks noGrp="1"/>
          </p:cNvSpPr>
          <p:nvPr/>
        </p:nvSpPr>
        <p:spPr>
          <a:xfrm>
            <a:off x="78303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01_find_only_3481">
            <a:extLst>
              <a:ext uri="{FF2B5EF4-FFF2-40B4-BE49-F238E27FC236}">
                <a16:creationId xmlns:a16="http://schemas.microsoft.com/office/drawing/2014/main" id="{3C4D9A4D-E36A-45E8-8F41-6BFC0CCABF3B}"/>
              </a:ext>
            </a:extLst>
          </p:cNvPr>
          <p:cNvSpPr>
            <a:spLocks noGrp="1"/>
          </p:cNvSpPr>
          <p:nvPr/>
        </p:nvSpPr>
        <p:spPr>
          <a:xfrm>
            <a:off x="634647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3" name="01_find_only_3482">
            <a:extLst>
              <a:ext uri="{FF2B5EF4-FFF2-40B4-BE49-F238E27FC236}">
                <a16:creationId xmlns:a16="http://schemas.microsoft.com/office/drawing/2014/main" id="{5B154D45-65BB-4241-8D15-792F876482F8}"/>
              </a:ext>
            </a:extLst>
          </p:cNvPr>
          <p:cNvSpPr>
            <a:spLocks noGrp="1"/>
          </p:cNvSpPr>
          <p:nvPr/>
        </p:nvSpPr>
        <p:spPr>
          <a:xfrm>
            <a:off x="6346469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4" name="text_3483">
            <a:extLst>
              <a:ext uri="{FF2B5EF4-FFF2-40B4-BE49-F238E27FC236}">
                <a16:creationId xmlns:a16="http://schemas.microsoft.com/office/drawing/2014/main" id="{FD51404B-7B2F-4A86-9228-D42FEFDD9ED6}"/>
              </a:ext>
            </a:extLst>
          </p:cNvPr>
          <p:cNvSpPr>
            <a:spLocks noGrp="1"/>
          </p:cNvSpPr>
          <p:nvPr/>
        </p:nvSpPr>
        <p:spPr>
          <a:xfrm>
            <a:off x="6115462" y="4752409"/>
            <a:ext cx="56011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f</a:t>
            </a:r>
          </a:p>
        </p:txBody>
      </p:sp>
      <p:sp>
        <p:nvSpPr>
          <p:cNvPr id="3485" name="text_3484">
            <a:extLst>
              <a:ext uri="{FF2B5EF4-FFF2-40B4-BE49-F238E27FC236}">
                <a16:creationId xmlns:a16="http://schemas.microsoft.com/office/drawing/2014/main" id="{CE31A3BB-6A21-4436-816D-98E1A4FF1971}"/>
              </a:ext>
            </a:extLst>
          </p:cNvPr>
          <p:cNvSpPr>
            <a:spLocks noGrp="1"/>
          </p:cNvSpPr>
          <p:nvPr/>
        </p:nvSpPr>
        <p:spPr>
          <a:xfrm>
            <a:off x="6346470" y="4743417"/>
            <a:ext cx="133270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Emap2lig</a:t>
            </a:r>
          </a:p>
        </p:txBody>
      </p:sp>
      <p:sp>
        <p:nvSpPr>
          <p:cNvPr id="3486" name="01_find_only_3485">
            <a:extLst>
              <a:ext uri="{FF2B5EF4-FFF2-40B4-BE49-F238E27FC236}">
                <a16:creationId xmlns:a16="http://schemas.microsoft.com/office/drawing/2014/main" id="{5459B978-0E77-451C-A7F5-6FFF5218D2C5}"/>
              </a:ext>
            </a:extLst>
          </p:cNvPr>
          <p:cNvSpPr>
            <a:spLocks noGrp="1"/>
          </p:cNvSpPr>
          <p:nvPr/>
        </p:nvSpPr>
        <p:spPr>
          <a:xfrm>
            <a:off x="6361748" y="5636975"/>
            <a:ext cx="1527834" cy="665848"/>
          </a:xfrm>
          <a:custGeom>
            <a:avLst/>
            <a:gdLst/>
            <a:ahLst/>
            <a:cxnLst/>
            <a:rect l="0" t="0" r="0" b="0"/>
            <a:pathLst>
              <a:path w="1500000" h="653718">
                <a:moveTo>
                  <a:pt x="0" y="653718"/>
                </a:moveTo>
                <a:lnTo>
                  <a:pt x="19231" y="652682"/>
                </a:lnTo>
                <a:lnTo>
                  <a:pt x="19231" y="651990"/>
                </a:lnTo>
                <a:lnTo>
                  <a:pt x="27778" y="650918"/>
                </a:lnTo>
                <a:lnTo>
                  <a:pt x="27778" y="649419"/>
                </a:lnTo>
                <a:lnTo>
                  <a:pt x="35714" y="649021"/>
                </a:lnTo>
                <a:lnTo>
                  <a:pt x="35714" y="647094"/>
                </a:lnTo>
                <a:lnTo>
                  <a:pt x="41667" y="646403"/>
                </a:lnTo>
                <a:lnTo>
                  <a:pt x="41667" y="643930"/>
                </a:lnTo>
                <a:lnTo>
                  <a:pt x="50000" y="642530"/>
                </a:lnTo>
                <a:lnTo>
                  <a:pt x="51282" y="640109"/>
                </a:lnTo>
                <a:lnTo>
                  <a:pt x="55556" y="640109"/>
                </a:lnTo>
                <a:lnTo>
                  <a:pt x="55556" y="638610"/>
                </a:lnTo>
                <a:lnTo>
                  <a:pt x="62500" y="637694"/>
                </a:lnTo>
                <a:lnTo>
                  <a:pt x="62500" y="632635"/>
                </a:lnTo>
                <a:lnTo>
                  <a:pt x="71429" y="632064"/>
                </a:lnTo>
                <a:lnTo>
                  <a:pt x="71429" y="627247"/>
                </a:lnTo>
                <a:lnTo>
                  <a:pt x="83333" y="626174"/>
                </a:lnTo>
                <a:lnTo>
                  <a:pt x="83333" y="613786"/>
                </a:lnTo>
                <a:lnTo>
                  <a:pt x="90909" y="613613"/>
                </a:lnTo>
                <a:lnTo>
                  <a:pt x="91667" y="610936"/>
                </a:lnTo>
                <a:lnTo>
                  <a:pt x="100000" y="610763"/>
                </a:lnTo>
                <a:lnTo>
                  <a:pt x="100000" y="601095"/>
                </a:lnTo>
                <a:lnTo>
                  <a:pt x="115385" y="599775"/>
                </a:lnTo>
                <a:lnTo>
                  <a:pt x="116667" y="599377"/>
                </a:lnTo>
                <a:lnTo>
                  <a:pt x="125000" y="599377"/>
                </a:lnTo>
                <a:lnTo>
                  <a:pt x="125000" y="576108"/>
                </a:lnTo>
                <a:lnTo>
                  <a:pt x="136364" y="575710"/>
                </a:lnTo>
                <a:lnTo>
                  <a:pt x="136364" y="573257"/>
                </a:lnTo>
                <a:lnTo>
                  <a:pt x="142857" y="572110"/>
                </a:lnTo>
                <a:lnTo>
                  <a:pt x="142857" y="568256"/>
                </a:lnTo>
                <a:lnTo>
                  <a:pt x="150000" y="568083"/>
                </a:lnTo>
                <a:lnTo>
                  <a:pt x="150000" y="565835"/>
                </a:lnTo>
                <a:lnTo>
                  <a:pt x="166667" y="565264"/>
                </a:lnTo>
                <a:lnTo>
                  <a:pt x="166667" y="541433"/>
                </a:lnTo>
                <a:lnTo>
                  <a:pt x="178571" y="541035"/>
                </a:lnTo>
                <a:lnTo>
                  <a:pt x="178571" y="539108"/>
                </a:lnTo>
                <a:lnTo>
                  <a:pt x="181818" y="539108"/>
                </a:lnTo>
                <a:lnTo>
                  <a:pt x="181818" y="536655"/>
                </a:lnTo>
                <a:lnTo>
                  <a:pt x="187500" y="536257"/>
                </a:lnTo>
                <a:lnTo>
                  <a:pt x="187500" y="531199"/>
                </a:lnTo>
                <a:lnTo>
                  <a:pt x="194444" y="530974"/>
                </a:lnTo>
                <a:lnTo>
                  <a:pt x="194444" y="529475"/>
                </a:lnTo>
                <a:lnTo>
                  <a:pt x="200000" y="529302"/>
                </a:lnTo>
                <a:lnTo>
                  <a:pt x="200000" y="519635"/>
                </a:lnTo>
                <a:lnTo>
                  <a:pt x="214286" y="518545"/>
                </a:lnTo>
                <a:lnTo>
                  <a:pt x="214286" y="514691"/>
                </a:lnTo>
                <a:lnTo>
                  <a:pt x="227273" y="514068"/>
                </a:lnTo>
                <a:lnTo>
                  <a:pt x="227273" y="511616"/>
                </a:lnTo>
                <a:lnTo>
                  <a:pt x="250000" y="510872"/>
                </a:lnTo>
                <a:lnTo>
                  <a:pt x="250000" y="411660"/>
                </a:lnTo>
                <a:lnTo>
                  <a:pt x="272727" y="410864"/>
                </a:lnTo>
                <a:lnTo>
                  <a:pt x="272727" y="408412"/>
                </a:lnTo>
                <a:lnTo>
                  <a:pt x="285714" y="407962"/>
                </a:lnTo>
                <a:lnTo>
                  <a:pt x="285714" y="404108"/>
                </a:lnTo>
                <a:lnTo>
                  <a:pt x="300000" y="403883"/>
                </a:lnTo>
                <a:lnTo>
                  <a:pt x="301282" y="396740"/>
                </a:lnTo>
                <a:lnTo>
                  <a:pt x="312500" y="396567"/>
                </a:lnTo>
                <a:lnTo>
                  <a:pt x="312500" y="394881"/>
                </a:lnTo>
                <a:lnTo>
                  <a:pt x="318182" y="394656"/>
                </a:lnTo>
                <a:lnTo>
                  <a:pt x="318182" y="392204"/>
                </a:lnTo>
                <a:lnTo>
                  <a:pt x="333333" y="392031"/>
                </a:lnTo>
                <a:lnTo>
                  <a:pt x="333333" y="367127"/>
                </a:lnTo>
                <a:lnTo>
                  <a:pt x="357143" y="366902"/>
                </a:lnTo>
                <a:lnTo>
                  <a:pt x="357143" y="363048"/>
                </a:lnTo>
                <a:lnTo>
                  <a:pt x="363636" y="363048"/>
                </a:lnTo>
                <a:lnTo>
                  <a:pt x="363636" y="360595"/>
                </a:lnTo>
                <a:lnTo>
                  <a:pt x="375000" y="360423"/>
                </a:lnTo>
                <a:lnTo>
                  <a:pt x="375000" y="345247"/>
                </a:lnTo>
                <a:lnTo>
                  <a:pt x="400000" y="344676"/>
                </a:lnTo>
                <a:lnTo>
                  <a:pt x="400000" y="337707"/>
                </a:lnTo>
                <a:lnTo>
                  <a:pt x="416667" y="337482"/>
                </a:lnTo>
                <a:lnTo>
                  <a:pt x="416667" y="328264"/>
                </a:lnTo>
                <a:lnTo>
                  <a:pt x="428571" y="328039"/>
                </a:lnTo>
                <a:lnTo>
                  <a:pt x="428571" y="326112"/>
                </a:lnTo>
                <a:lnTo>
                  <a:pt x="450000" y="324913"/>
                </a:lnTo>
                <a:lnTo>
                  <a:pt x="450000" y="323564"/>
                </a:lnTo>
                <a:lnTo>
                  <a:pt x="458333" y="322338"/>
                </a:lnTo>
                <a:lnTo>
                  <a:pt x="458333" y="322113"/>
                </a:lnTo>
                <a:lnTo>
                  <a:pt x="500000" y="321594"/>
                </a:lnTo>
                <a:lnTo>
                  <a:pt x="500000" y="93503"/>
                </a:lnTo>
                <a:lnTo>
                  <a:pt x="545455" y="92880"/>
                </a:lnTo>
                <a:lnTo>
                  <a:pt x="545455" y="91654"/>
                </a:lnTo>
                <a:lnTo>
                  <a:pt x="557692" y="90305"/>
                </a:lnTo>
                <a:lnTo>
                  <a:pt x="557692" y="89613"/>
                </a:lnTo>
                <a:lnTo>
                  <a:pt x="583333" y="89613"/>
                </a:lnTo>
                <a:lnTo>
                  <a:pt x="583333" y="84892"/>
                </a:lnTo>
                <a:lnTo>
                  <a:pt x="591667" y="83492"/>
                </a:lnTo>
                <a:lnTo>
                  <a:pt x="591667" y="83267"/>
                </a:lnTo>
                <a:lnTo>
                  <a:pt x="600000" y="83095"/>
                </a:lnTo>
                <a:lnTo>
                  <a:pt x="600000" y="80397"/>
                </a:lnTo>
                <a:lnTo>
                  <a:pt x="636364" y="80051"/>
                </a:lnTo>
                <a:lnTo>
                  <a:pt x="636364" y="78824"/>
                </a:lnTo>
                <a:lnTo>
                  <a:pt x="750000" y="77510"/>
                </a:lnTo>
                <a:lnTo>
                  <a:pt x="750000" y="74138"/>
                </a:lnTo>
                <a:lnTo>
                  <a:pt x="833333" y="73965"/>
                </a:lnTo>
                <a:lnTo>
                  <a:pt x="833333" y="70592"/>
                </a:lnTo>
                <a:lnTo>
                  <a:pt x="875000" y="70419"/>
                </a:lnTo>
                <a:lnTo>
                  <a:pt x="875000" y="67047"/>
                </a:lnTo>
                <a:lnTo>
                  <a:pt x="900000" y="66874"/>
                </a:lnTo>
                <a:lnTo>
                  <a:pt x="900000" y="64176"/>
                </a:lnTo>
                <a:lnTo>
                  <a:pt x="1000000" y="62865"/>
                </a:lnTo>
                <a:lnTo>
                  <a:pt x="1000000" y="24644"/>
                </a:lnTo>
                <a:lnTo>
                  <a:pt x="1166667" y="24126"/>
                </a:lnTo>
                <a:lnTo>
                  <a:pt x="1166667" y="17381"/>
                </a:lnTo>
                <a:lnTo>
                  <a:pt x="1250000" y="17208"/>
                </a:lnTo>
                <a:lnTo>
                  <a:pt x="1250000" y="13835"/>
                </a:lnTo>
                <a:lnTo>
                  <a:pt x="1500000" y="1349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87" name="01_find_only_3486">
            <a:extLst>
              <a:ext uri="{FF2B5EF4-FFF2-40B4-BE49-F238E27FC236}">
                <a16:creationId xmlns:a16="http://schemas.microsoft.com/office/drawing/2014/main" id="{F83E3A4C-35BE-4F30-B09F-3DC053AEE649}"/>
              </a:ext>
            </a:extLst>
          </p:cNvPr>
          <p:cNvSpPr>
            <a:spLocks noGrp="1"/>
          </p:cNvSpPr>
          <p:nvPr/>
        </p:nvSpPr>
        <p:spPr>
          <a:xfrm>
            <a:off x="6361748" y="5657051"/>
            <a:ext cx="1527834" cy="645773"/>
          </a:xfrm>
          <a:custGeom>
            <a:avLst/>
            <a:gdLst/>
            <a:ahLst/>
            <a:cxnLst/>
            <a:rect l="0" t="0" r="0" b="0"/>
            <a:pathLst>
              <a:path w="1500000" h="634008">
                <a:moveTo>
                  <a:pt x="0" y="634008"/>
                </a:moveTo>
                <a:lnTo>
                  <a:pt x="416667" y="634008"/>
                </a:lnTo>
                <a:lnTo>
                  <a:pt x="416667" y="622687"/>
                </a:lnTo>
                <a:lnTo>
                  <a:pt x="500000" y="622687"/>
                </a:lnTo>
                <a:lnTo>
                  <a:pt x="500000" y="211336"/>
                </a:lnTo>
                <a:lnTo>
                  <a:pt x="1000000" y="211336"/>
                </a:lnTo>
                <a:lnTo>
                  <a:pt x="10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88" name="01_find_only_3487">
            <a:extLst>
              <a:ext uri="{FF2B5EF4-FFF2-40B4-BE49-F238E27FC236}">
                <a16:creationId xmlns:a16="http://schemas.microsoft.com/office/drawing/2014/main" id="{82D28198-E9DF-4EFA-ADC6-38515BFDA7D7}"/>
              </a:ext>
            </a:extLst>
          </p:cNvPr>
          <p:cNvSpPr>
            <a:spLocks noGrp="1"/>
          </p:cNvSpPr>
          <p:nvPr/>
        </p:nvSpPr>
        <p:spPr>
          <a:xfrm>
            <a:off x="6594396" y="603428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9" name="01_find_only_3488">
            <a:extLst>
              <a:ext uri="{FF2B5EF4-FFF2-40B4-BE49-F238E27FC236}">
                <a16:creationId xmlns:a16="http://schemas.microsoft.com/office/drawing/2014/main" id="{B4BEA08A-19F1-499A-8090-203F13EAD1B3}"/>
              </a:ext>
            </a:extLst>
          </p:cNvPr>
          <p:cNvSpPr>
            <a:spLocks noGrp="1"/>
          </p:cNvSpPr>
          <p:nvPr/>
        </p:nvSpPr>
        <p:spPr>
          <a:xfrm>
            <a:off x="6849035" y="571022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0" name="01_find_only_3489">
            <a:extLst>
              <a:ext uri="{FF2B5EF4-FFF2-40B4-BE49-F238E27FC236}">
                <a16:creationId xmlns:a16="http://schemas.microsoft.com/office/drawing/2014/main" id="{6BCBEDDC-2C7A-40A2-B100-9661070DF5B7}"/>
              </a:ext>
            </a:extLst>
          </p:cNvPr>
          <p:cNvSpPr>
            <a:spLocks noGrp="1"/>
          </p:cNvSpPr>
          <p:nvPr/>
        </p:nvSpPr>
        <p:spPr>
          <a:xfrm>
            <a:off x="7358313" y="5640086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1" name="01_find_only_3490">
            <a:extLst>
              <a:ext uri="{FF2B5EF4-FFF2-40B4-BE49-F238E27FC236}">
                <a16:creationId xmlns:a16="http://schemas.microsoft.com/office/drawing/2014/main" id="{E62D1984-F8BE-4F3E-B1DF-E1184F1AA6A3}"/>
              </a:ext>
            </a:extLst>
          </p:cNvPr>
          <p:cNvSpPr>
            <a:spLocks noGrp="1"/>
          </p:cNvSpPr>
          <p:nvPr/>
        </p:nvSpPr>
        <p:spPr>
          <a:xfrm>
            <a:off x="7867591" y="561498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2" name="01_find_only_3491">
            <a:extLst>
              <a:ext uri="{FF2B5EF4-FFF2-40B4-BE49-F238E27FC236}">
                <a16:creationId xmlns:a16="http://schemas.microsoft.com/office/drawing/2014/main" id="{08DFF248-68F0-484C-9141-C50524BAE338}"/>
              </a:ext>
            </a:extLst>
          </p:cNvPr>
          <p:cNvSpPr>
            <a:spLocks noGrp="1"/>
          </p:cNvSpPr>
          <p:nvPr/>
        </p:nvSpPr>
        <p:spPr>
          <a:xfrm>
            <a:off x="6579799" y="626623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3" name="01_find_only_3492">
            <a:extLst>
              <a:ext uri="{FF2B5EF4-FFF2-40B4-BE49-F238E27FC236}">
                <a16:creationId xmlns:a16="http://schemas.microsoft.com/office/drawing/2014/main" id="{CE9C8D25-3946-4088-A961-CD44C44565AA}"/>
              </a:ext>
            </a:extLst>
          </p:cNvPr>
          <p:cNvSpPr>
            <a:spLocks noGrp="1"/>
          </p:cNvSpPr>
          <p:nvPr/>
        </p:nvSpPr>
        <p:spPr>
          <a:xfrm>
            <a:off x="6834438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4" name="01_find_only_3493">
            <a:extLst>
              <a:ext uri="{FF2B5EF4-FFF2-40B4-BE49-F238E27FC236}">
                <a16:creationId xmlns:a16="http://schemas.microsoft.com/office/drawing/2014/main" id="{F4D13324-FD16-4C09-AF6A-92B4E5BDEE37}"/>
              </a:ext>
            </a:extLst>
          </p:cNvPr>
          <p:cNvSpPr>
            <a:spLocks noGrp="1"/>
          </p:cNvSpPr>
          <p:nvPr/>
        </p:nvSpPr>
        <p:spPr>
          <a:xfrm>
            <a:off x="7343716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5" name="01_find_only_3494">
            <a:extLst>
              <a:ext uri="{FF2B5EF4-FFF2-40B4-BE49-F238E27FC236}">
                <a16:creationId xmlns:a16="http://schemas.microsoft.com/office/drawing/2014/main" id="{EF279147-6397-4265-B070-B3FA31D56D2E}"/>
              </a:ext>
            </a:extLst>
          </p:cNvPr>
          <p:cNvSpPr>
            <a:spLocks noGrp="1"/>
          </p:cNvSpPr>
          <p:nvPr/>
        </p:nvSpPr>
        <p:spPr>
          <a:xfrm>
            <a:off x="7852994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6" name="text_3495">
            <a:extLst>
              <a:ext uri="{FF2B5EF4-FFF2-40B4-BE49-F238E27FC236}">
                <a16:creationId xmlns:a16="http://schemas.microsoft.com/office/drawing/2014/main" id="{E7F9D810-6F8F-4D0B-B9D1-8438A5BC6010}"/>
              </a:ext>
            </a:extLst>
          </p:cNvPr>
          <p:cNvSpPr>
            <a:spLocks noGrp="1"/>
          </p:cNvSpPr>
          <p:nvPr/>
        </p:nvSpPr>
        <p:spPr>
          <a:xfrm>
            <a:off x="2023311" y="1891156"/>
            <a:ext cx="2805758" cy="1697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70"/>
              <a:t>Ligand detection across ranked candidates</a:t>
            </a:r>
          </a:p>
        </p:txBody>
      </p:sp>
      <p:sp>
        <p:nvSpPr>
          <p:cNvPr id="3497" name="01_find_only_3496">
            <a:extLst>
              <a:ext uri="{FF2B5EF4-FFF2-40B4-BE49-F238E27FC236}">
                <a16:creationId xmlns:a16="http://schemas.microsoft.com/office/drawing/2014/main" id="{B87C8847-D1E2-4E5E-9A3D-23F5EF682DD7}"/>
              </a:ext>
            </a:extLst>
          </p:cNvPr>
          <p:cNvSpPr>
            <a:spLocks noGrp="1"/>
          </p:cNvSpPr>
          <p:nvPr/>
        </p:nvSpPr>
        <p:spPr>
          <a:xfrm>
            <a:off x="2044624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98" name="01_find_only_3497">
            <a:extLst>
              <a:ext uri="{FF2B5EF4-FFF2-40B4-BE49-F238E27FC236}">
                <a16:creationId xmlns:a16="http://schemas.microsoft.com/office/drawing/2014/main" id="{7441625E-2A59-4E85-93E7-7616A26B12D3}"/>
              </a:ext>
            </a:extLst>
          </p:cNvPr>
          <p:cNvSpPr>
            <a:spLocks noGrp="1"/>
          </p:cNvSpPr>
          <p:nvPr/>
        </p:nvSpPr>
        <p:spPr>
          <a:xfrm>
            <a:off x="2120944" y="2322355"/>
            <a:ext cx="41394" cy="41394"/>
          </a:xfrm>
          <a:prstGeom prst="ellipse">
            <a:avLst/>
          </a:prstGeom>
          <a:solidFill>
            <a:srgbClr val="00878B"/>
          </a:solidFill>
          <a:ln w="12700">
            <a:solidFill>
              <a:srgbClr val="00878B"/>
            </a:solidFill>
            <a:prstDash val="solid"/>
          </a:ln>
        </p:spPr>
      </p:sp>
      <p:sp>
        <p:nvSpPr>
          <p:cNvPr id="3499" name="text_3498">
            <a:extLst>
              <a:ext uri="{FF2B5EF4-FFF2-40B4-BE49-F238E27FC236}">
                <a16:creationId xmlns:a16="http://schemas.microsoft.com/office/drawing/2014/main" id="{470582F5-F7B3-4F05-9B7B-E30CB3274149}"/>
              </a:ext>
            </a:extLst>
          </p:cNvPr>
          <p:cNvSpPr>
            <a:spLocks noGrp="1"/>
          </p:cNvSpPr>
          <p:nvPr/>
        </p:nvSpPr>
        <p:spPr>
          <a:xfrm>
            <a:off x="2316273" y="2300365"/>
            <a:ext cx="2555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Mean</a:t>
            </a:r>
          </a:p>
        </p:txBody>
      </p:sp>
      <p:sp>
        <p:nvSpPr>
          <p:cNvPr id="3500" name="01_find_only_3499">
            <a:extLst>
              <a:ext uri="{FF2B5EF4-FFF2-40B4-BE49-F238E27FC236}">
                <a16:creationId xmlns:a16="http://schemas.microsoft.com/office/drawing/2014/main" id="{0633EA2E-8CCA-481A-9E0E-DEDF8C7340F0}"/>
              </a:ext>
            </a:extLst>
          </p:cNvPr>
          <p:cNvSpPr>
            <a:spLocks noGrp="1"/>
          </p:cNvSpPr>
          <p:nvPr/>
        </p:nvSpPr>
        <p:spPr>
          <a:xfrm>
            <a:off x="2752973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501" name="01_find_only_3500">
            <a:extLst>
              <a:ext uri="{FF2B5EF4-FFF2-40B4-BE49-F238E27FC236}">
                <a16:creationId xmlns:a16="http://schemas.microsoft.com/office/drawing/2014/main" id="{88955CF0-CA4F-4E3B-B381-A0CAFEB11E12}"/>
              </a:ext>
            </a:extLst>
          </p:cNvPr>
          <p:cNvSpPr>
            <a:spLocks noGrp="1"/>
          </p:cNvSpPr>
          <p:nvPr/>
        </p:nvSpPr>
        <p:spPr>
          <a:xfrm>
            <a:off x="2817976" y="2311038"/>
            <a:ext cx="64028" cy="64028"/>
          </a:xfrm>
          <a:custGeom>
            <a:avLst/>
            <a:gdLst/>
            <a:ahLst/>
            <a:cxnLst/>
            <a:rect l="0" t="0" r="0" b="0"/>
            <a:pathLst>
              <a:path w="62862" h="62862">
                <a:moveTo>
                  <a:pt x="31431" y="62862"/>
                </a:moveTo>
                <a:lnTo>
                  <a:pt x="62862" y="31431"/>
                </a:lnTo>
                <a:lnTo>
                  <a:pt x="31431" y="0"/>
                </a:lnTo>
                <a:lnTo>
                  <a:pt x="0" y="31431"/>
                </a:lnTo>
                <a:lnTo>
                  <a:pt x="31431" y="6286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3A64C8"/>
            </a:solidFill>
            <a:prstDash val="solid"/>
          </a:ln>
        </p:spPr>
      </p:sp>
      <p:sp>
        <p:nvSpPr>
          <p:cNvPr id="3502" name="text_3501">
            <a:extLst>
              <a:ext uri="{FF2B5EF4-FFF2-40B4-BE49-F238E27FC236}">
                <a16:creationId xmlns:a16="http://schemas.microsoft.com/office/drawing/2014/main" id="{7D47B6C8-4BA0-4424-92BB-3D379CA5A6AB}"/>
              </a:ext>
            </a:extLst>
          </p:cNvPr>
          <p:cNvSpPr>
            <a:spLocks noGrp="1"/>
          </p:cNvSpPr>
          <p:nvPr/>
        </p:nvSpPr>
        <p:spPr>
          <a:xfrm>
            <a:off x="3024622" y="2300365"/>
            <a:ext cx="33105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Median</a:t>
            </a:r>
          </a:p>
        </p:txBody>
      </p:sp>
      <p:sp>
        <p:nvSpPr>
          <p:cNvPr id="3503" name="01_find_only_3502">
            <a:extLst>
              <a:ext uri="{FF2B5EF4-FFF2-40B4-BE49-F238E27FC236}">
                <a16:creationId xmlns:a16="http://schemas.microsoft.com/office/drawing/2014/main" id="{4BE579E6-64AC-4D21-A1E2-40CFB2D56526}"/>
              </a:ext>
            </a:extLst>
          </p:cNvPr>
          <p:cNvSpPr>
            <a:spLocks noGrp="1"/>
          </p:cNvSpPr>
          <p:nvPr/>
        </p:nvSpPr>
        <p:spPr>
          <a:xfrm>
            <a:off x="3614442" y="2323648"/>
            <a:ext cx="38807" cy="38807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504" name="text_3503">
            <a:extLst>
              <a:ext uri="{FF2B5EF4-FFF2-40B4-BE49-F238E27FC236}">
                <a16:creationId xmlns:a16="http://schemas.microsoft.com/office/drawing/2014/main" id="{8D671A8D-B0C9-45AC-98B6-F76178C5DC8C}"/>
              </a:ext>
            </a:extLst>
          </p:cNvPr>
          <p:cNvSpPr>
            <a:spLocks noGrp="1"/>
          </p:cNvSpPr>
          <p:nvPr/>
        </p:nvSpPr>
        <p:spPr>
          <a:xfrm>
            <a:off x="3808477" y="2300365"/>
            <a:ext cx="6491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2493695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data_0">
            <a:extLst>
              <a:ext uri="{FF2B5EF4-FFF2-40B4-BE49-F238E27FC236}">
                <a16:creationId xmlns:a16="http://schemas.microsoft.com/office/drawing/2014/main" id="{C5F36E1A-CC6B-45D0-AF95-99FA124A37DE}"/>
              </a:ext>
            </a:extLst>
          </p:cNvPr>
          <p:cNvSpPr>
            <a:spLocks noGrp="1"/>
          </p:cNvSpPr>
          <p:nvPr/>
        </p:nvSpPr>
        <p:spPr>
          <a:xfrm>
            <a:off x="274544" y="161925"/>
            <a:ext cx="8975912" cy="8477250"/>
          </a:xfrm>
          <a:custGeom>
            <a:avLst/>
            <a:gdLst/>
            <a:ahLst/>
            <a:cxnLst/>
            <a:rect l="0" t="0" r="0" b="0"/>
            <a:pathLst>
              <a:path w="8975912" h="8477250">
                <a:moveTo>
                  <a:pt x="0" y="8477250"/>
                </a:moveTo>
                <a:lnTo>
                  <a:pt x="8975912" y="8477250"/>
                </a:lnTo>
                <a:lnTo>
                  <a:pt x="8975912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B912725C-190B-4F45-9BFD-D4A3C6B8E36C}"/>
              </a:ext>
            </a:extLst>
          </p:cNvPr>
          <p:cNvSpPr>
            <a:spLocks noGrp="1"/>
          </p:cNvSpPr>
          <p:nvPr/>
        </p:nvSpPr>
        <p:spPr>
          <a:xfrm>
            <a:off x="1217015" y="1348740"/>
            <a:ext cx="2913552" cy="1992941"/>
          </a:xfrm>
          <a:custGeom>
            <a:avLst/>
            <a:gdLst/>
            <a:ahLst/>
            <a:cxnLst/>
            <a:rect l="0" t="0" r="0" b="0"/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E6F39892-D765-42F3-96C5-A60CC17DD704}"/>
              </a:ext>
            </a:extLst>
          </p:cNvPr>
          <p:cNvSpPr>
            <a:spLocks noGrp="1"/>
          </p:cNvSpPr>
          <p:nvPr/>
        </p:nvSpPr>
        <p:spPr>
          <a:xfrm>
            <a:off x="1945403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E2FB456C-25FD-46F6-ADAB-C89B66E7ADA4}"/>
              </a:ext>
            </a:extLst>
          </p:cNvPr>
          <p:cNvSpPr>
            <a:spLocks noGrp="1"/>
          </p:cNvSpPr>
          <p:nvPr/>
        </p:nvSpPr>
        <p:spPr>
          <a:xfrm>
            <a:off x="1581888" y="3477297"/>
            <a:ext cx="735825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AC77B050-9051-4D0A-8E79-40A152DEC63F}"/>
              </a:ext>
            </a:extLst>
          </p:cNvPr>
          <p:cNvSpPr>
            <a:spLocks noGrp="1"/>
          </p:cNvSpPr>
          <p:nvPr/>
        </p:nvSpPr>
        <p:spPr>
          <a:xfrm>
            <a:off x="3402179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E98CE58F-23E5-45D8-B7AC-DBF74ADE1CD2}"/>
              </a:ext>
            </a:extLst>
          </p:cNvPr>
          <p:cNvSpPr>
            <a:spLocks noGrp="1"/>
          </p:cNvSpPr>
          <p:nvPr/>
        </p:nvSpPr>
        <p:spPr>
          <a:xfrm>
            <a:off x="3044978" y="3477297"/>
            <a:ext cx="7234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8B8EA572-CBC2-49D7-9179-ADC559DB6CA6}"/>
              </a:ext>
            </a:extLst>
          </p:cNvPr>
          <p:cNvSpPr>
            <a:spLocks noGrp="1"/>
          </p:cNvSpPr>
          <p:nvPr/>
        </p:nvSpPr>
        <p:spPr>
          <a:xfrm>
            <a:off x="3165324" y="3596051"/>
            <a:ext cx="7427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EAD7C6E3-4FBA-4E7A-A8E8-3B27B49DF1E2}"/>
              </a:ext>
            </a:extLst>
          </p:cNvPr>
          <p:cNvSpPr>
            <a:spLocks noGrp="1"/>
          </p:cNvSpPr>
          <p:nvPr/>
        </p:nvSpPr>
        <p:spPr>
          <a:xfrm>
            <a:off x="3230644" y="3596051"/>
            <a:ext cx="7757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ABB3BCB-1210-4E55-A5E9-FBFCD3FC9216}"/>
              </a:ext>
            </a:extLst>
          </p:cNvPr>
          <p:cNvSpPr>
            <a:spLocks noGrp="1"/>
          </p:cNvSpPr>
          <p:nvPr/>
        </p:nvSpPr>
        <p:spPr>
          <a:xfrm>
            <a:off x="3299297" y="3596051"/>
            <a:ext cx="8213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90370C53-C3D1-46C3-9854-6DE57389C255}"/>
              </a:ext>
            </a:extLst>
          </p:cNvPr>
          <p:cNvSpPr>
            <a:spLocks noGrp="1"/>
          </p:cNvSpPr>
          <p:nvPr/>
        </p:nvSpPr>
        <p:spPr>
          <a:xfrm>
            <a:off x="3372457" y="3596051"/>
            <a:ext cx="901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61BABBEF-19E5-40DF-9681-C8CC615B7E6D}"/>
              </a:ext>
            </a:extLst>
          </p:cNvPr>
          <p:cNvSpPr>
            <a:spLocks noGrp="1"/>
          </p:cNvSpPr>
          <p:nvPr/>
        </p:nvSpPr>
        <p:spPr>
          <a:xfrm>
            <a:off x="3453581" y="3596051"/>
            <a:ext cx="76306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706439CB-12DE-444A-AE50-774E24FEE9AE}"/>
              </a:ext>
            </a:extLst>
          </p:cNvPr>
          <p:cNvSpPr>
            <a:spLocks noGrp="1"/>
          </p:cNvSpPr>
          <p:nvPr/>
        </p:nvSpPr>
        <p:spPr>
          <a:xfrm>
            <a:off x="3522033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8E667F48-9CA1-4732-B9A8-F548B233D9BA}"/>
              </a:ext>
            </a:extLst>
          </p:cNvPr>
          <p:cNvSpPr>
            <a:spLocks noGrp="1"/>
          </p:cNvSpPr>
          <p:nvPr/>
        </p:nvSpPr>
        <p:spPr>
          <a:xfrm>
            <a:off x="3566893" y="3643799"/>
            <a:ext cx="31139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EDC57A0B-E4C0-41FB-979F-8B28441D93E9}"/>
              </a:ext>
            </a:extLst>
          </p:cNvPr>
          <p:cNvSpPr>
            <a:spLocks noGrp="1"/>
          </p:cNvSpPr>
          <p:nvPr/>
        </p:nvSpPr>
        <p:spPr>
          <a:xfrm>
            <a:off x="3589236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C6D1707F-AFDA-4E3B-9475-A86C910AD32D}"/>
              </a:ext>
            </a:extLst>
          </p:cNvPr>
          <p:cNvSpPr>
            <a:spLocks noGrp="1"/>
          </p:cNvSpPr>
          <p:nvPr/>
        </p:nvSpPr>
        <p:spPr>
          <a:xfrm>
            <a:off x="1217015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E579D932-968F-4D15-9786-8C6E34ADAF13}"/>
              </a:ext>
            </a:extLst>
          </p:cNvPr>
          <p:cNvSpPr>
            <a:spLocks noGrp="1"/>
          </p:cNvSpPr>
          <p:nvPr/>
        </p:nvSpPr>
        <p:spPr>
          <a:xfrm>
            <a:off x="1173036" y="3341681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26F2424C-ACEA-456D-BA67-EACC9B87BCD8}"/>
              </a:ext>
            </a:extLst>
          </p:cNvPr>
          <p:cNvSpPr>
            <a:spLocks noGrp="1"/>
          </p:cNvSpPr>
          <p:nvPr/>
        </p:nvSpPr>
        <p:spPr>
          <a:xfrm>
            <a:off x="951113" y="3284694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C90BF581-8E82-4AF5-A2FB-1D86E4203BF5}"/>
              </a:ext>
            </a:extLst>
          </p:cNvPr>
          <p:cNvSpPr>
            <a:spLocks noGrp="1"/>
          </p:cNvSpPr>
          <p:nvPr/>
        </p:nvSpPr>
        <p:spPr>
          <a:xfrm>
            <a:off x="1217015" y="2401614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ABA24526-ADC5-476E-84CC-C24FE8C0B744}"/>
              </a:ext>
            </a:extLst>
          </p:cNvPr>
          <p:cNvSpPr>
            <a:spLocks noGrp="1"/>
          </p:cNvSpPr>
          <p:nvPr/>
        </p:nvSpPr>
        <p:spPr>
          <a:xfrm>
            <a:off x="1173036" y="2401614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D4CAF869-F4BF-4DF5-A71F-DD1C66B7487A}"/>
              </a:ext>
            </a:extLst>
          </p:cNvPr>
          <p:cNvSpPr>
            <a:spLocks noGrp="1"/>
          </p:cNvSpPr>
          <p:nvPr/>
        </p:nvSpPr>
        <p:spPr>
          <a:xfrm>
            <a:off x="951113" y="234462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1D07D6F9-8678-4AB4-8C01-44D21F31050E}"/>
              </a:ext>
            </a:extLst>
          </p:cNvPr>
          <p:cNvSpPr>
            <a:spLocks noGrp="1"/>
          </p:cNvSpPr>
          <p:nvPr/>
        </p:nvSpPr>
        <p:spPr>
          <a:xfrm>
            <a:off x="1217015" y="1461548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C273B8F4-1F47-4130-B4B8-8FD651276C38}"/>
              </a:ext>
            </a:extLst>
          </p:cNvPr>
          <p:cNvSpPr>
            <a:spLocks noGrp="1"/>
          </p:cNvSpPr>
          <p:nvPr/>
        </p:nvSpPr>
        <p:spPr>
          <a:xfrm>
            <a:off x="1173036" y="1461548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25D5AF4F-E0B2-474A-A23B-71337B95ABCF}"/>
              </a:ext>
            </a:extLst>
          </p:cNvPr>
          <p:cNvSpPr>
            <a:spLocks noGrp="1"/>
          </p:cNvSpPr>
          <p:nvPr/>
        </p:nvSpPr>
        <p:spPr>
          <a:xfrm>
            <a:off x="951113" y="1404561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6070811E-8EDA-466F-BA9F-33E8B83744C6}"/>
              </a:ext>
            </a:extLst>
          </p:cNvPr>
          <p:cNvSpPr>
            <a:spLocks noGrp="1"/>
          </p:cNvSpPr>
          <p:nvPr/>
        </p:nvSpPr>
        <p:spPr>
          <a:xfrm rot="-5400000">
            <a:off x="684072" y="2261650"/>
            <a:ext cx="310416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4DA85A5E-9B0B-486B-8462-3F1F29DC4656}"/>
              </a:ext>
            </a:extLst>
          </p:cNvPr>
          <p:cNvSpPr>
            <a:spLocks noGrp="1"/>
          </p:cNvSpPr>
          <p:nvPr/>
        </p:nvSpPr>
        <p:spPr>
          <a:xfrm>
            <a:off x="1446457" y="3247946"/>
            <a:ext cx="298639" cy="93735"/>
          </a:xfrm>
          <a:custGeom>
            <a:avLst/>
            <a:gdLst/>
            <a:ahLst/>
            <a:cxnLst/>
            <a:rect l="0" t="0" r="0" b="0"/>
            <a:pathLst>
              <a:path w="298639" h="93735">
                <a:moveTo>
                  <a:pt x="0" y="93735"/>
                </a:moveTo>
                <a:lnTo>
                  <a:pt x="298639" y="93735"/>
                </a:lnTo>
                <a:lnTo>
                  <a:pt x="298639" y="0"/>
                </a:lnTo>
                <a:lnTo>
                  <a:pt x="0" y="0"/>
                </a:lnTo>
                <a:lnTo>
                  <a:pt x="0" y="9373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2A35DF95-AA12-4062-A6BE-6B25D13196E1}"/>
              </a:ext>
            </a:extLst>
          </p:cNvPr>
          <p:cNvSpPr>
            <a:spLocks noGrp="1"/>
          </p:cNvSpPr>
          <p:nvPr/>
        </p:nvSpPr>
        <p:spPr>
          <a:xfrm>
            <a:off x="1796083" y="2445089"/>
            <a:ext cx="298639" cy="896592"/>
          </a:xfrm>
          <a:custGeom>
            <a:avLst/>
            <a:gdLst/>
            <a:ahLst/>
            <a:cxnLst/>
            <a:rect l="0" t="0" r="0" b="0"/>
            <a:pathLst>
              <a:path w="298639" h="896592">
                <a:moveTo>
                  <a:pt x="0" y="896592"/>
                </a:moveTo>
                <a:lnTo>
                  <a:pt x="298639" y="896592"/>
                </a:lnTo>
                <a:lnTo>
                  <a:pt x="298639" y="0"/>
                </a:lnTo>
                <a:lnTo>
                  <a:pt x="0" y="0"/>
                </a:lnTo>
                <a:lnTo>
                  <a:pt x="0" y="896592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44D37F2B-7015-46A2-B894-3D673D186073}"/>
              </a:ext>
            </a:extLst>
          </p:cNvPr>
          <p:cNvSpPr>
            <a:spLocks noGrp="1"/>
          </p:cNvSpPr>
          <p:nvPr/>
        </p:nvSpPr>
        <p:spPr>
          <a:xfrm>
            <a:off x="2145710" y="2242746"/>
            <a:ext cx="298639" cy="1098935"/>
          </a:xfrm>
          <a:custGeom>
            <a:avLst/>
            <a:gdLst/>
            <a:ahLst/>
            <a:cxnLst/>
            <a:rect l="0" t="0" r="0" b="0"/>
            <a:pathLst>
              <a:path w="298639" h="1098935">
                <a:moveTo>
                  <a:pt x="0" y="1098935"/>
                </a:moveTo>
                <a:lnTo>
                  <a:pt x="298639" y="1098935"/>
                </a:lnTo>
                <a:lnTo>
                  <a:pt x="298639" y="0"/>
                </a:lnTo>
                <a:lnTo>
                  <a:pt x="0" y="0"/>
                </a:lnTo>
                <a:lnTo>
                  <a:pt x="0" y="1098935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A6620362-5510-44BD-BCC8-0AFE4874FEE7}"/>
              </a:ext>
            </a:extLst>
          </p:cNvPr>
          <p:cNvSpPr>
            <a:spLocks noGrp="1"/>
          </p:cNvSpPr>
          <p:nvPr/>
        </p:nvSpPr>
        <p:spPr>
          <a:xfrm>
            <a:off x="2903233" y="2861841"/>
            <a:ext cx="298639" cy="479840"/>
          </a:xfrm>
          <a:custGeom>
            <a:avLst/>
            <a:gdLst/>
            <a:ahLst/>
            <a:cxnLst/>
            <a:rect l="0" t="0" r="0" b="0"/>
            <a:pathLst>
              <a:path w="298639" h="479840">
                <a:moveTo>
                  <a:pt x="0" y="479840"/>
                </a:moveTo>
                <a:lnTo>
                  <a:pt x="298639" y="479840"/>
                </a:lnTo>
                <a:lnTo>
                  <a:pt x="298639" y="0"/>
                </a:lnTo>
                <a:lnTo>
                  <a:pt x="0" y="0"/>
                </a:lnTo>
                <a:lnTo>
                  <a:pt x="0" y="47984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EB586E0F-081E-44D2-9C6F-D5FB2DAF9571}"/>
              </a:ext>
            </a:extLst>
          </p:cNvPr>
          <p:cNvSpPr>
            <a:spLocks noGrp="1"/>
          </p:cNvSpPr>
          <p:nvPr/>
        </p:nvSpPr>
        <p:spPr>
          <a:xfrm>
            <a:off x="3252859" y="2324749"/>
            <a:ext cx="298639" cy="1016932"/>
          </a:xfrm>
          <a:custGeom>
            <a:avLst/>
            <a:gdLst/>
            <a:ahLst/>
            <a:cxnLst/>
            <a:rect l="0" t="0" r="0" b="0"/>
            <a:pathLst>
              <a:path w="298639" h="1016932">
                <a:moveTo>
                  <a:pt x="0" y="1016932"/>
                </a:moveTo>
                <a:lnTo>
                  <a:pt x="298639" y="1016932"/>
                </a:lnTo>
                <a:lnTo>
                  <a:pt x="298639" y="0"/>
                </a:lnTo>
                <a:lnTo>
                  <a:pt x="0" y="0"/>
                </a:lnTo>
                <a:lnTo>
                  <a:pt x="0" y="1016932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6EB1D2F7-6F00-4E2D-A6A2-CAEC8CA4BFC7}"/>
              </a:ext>
            </a:extLst>
          </p:cNvPr>
          <p:cNvSpPr>
            <a:spLocks noGrp="1"/>
          </p:cNvSpPr>
          <p:nvPr/>
        </p:nvSpPr>
        <p:spPr>
          <a:xfrm>
            <a:off x="3602486" y="2094846"/>
            <a:ext cx="298639" cy="1246835"/>
          </a:xfrm>
          <a:custGeom>
            <a:avLst/>
            <a:gdLst/>
            <a:ahLst/>
            <a:cxnLst/>
            <a:rect l="0" t="0" r="0" b="0"/>
            <a:pathLst>
              <a:path w="298639" h="1246835">
                <a:moveTo>
                  <a:pt x="0" y="1246835"/>
                </a:moveTo>
                <a:lnTo>
                  <a:pt x="298639" y="1246835"/>
                </a:lnTo>
                <a:lnTo>
                  <a:pt x="298639" y="0"/>
                </a:lnTo>
                <a:lnTo>
                  <a:pt x="0" y="0"/>
                </a:lnTo>
                <a:lnTo>
                  <a:pt x="0" y="1246835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940DBB81-A07F-43F0-BD52-FD0F79F4A85D}"/>
              </a:ext>
            </a:extLst>
          </p:cNvPr>
          <p:cNvSpPr>
            <a:spLocks noGrp="1"/>
          </p:cNvSpPr>
          <p:nvPr/>
        </p:nvSpPr>
        <p:spPr>
          <a:xfrm>
            <a:off x="152019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7C51A846-ED54-42F0-85AF-3488D4E09399}"/>
              </a:ext>
            </a:extLst>
          </p:cNvPr>
          <p:cNvSpPr>
            <a:spLocks noGrp="1"/>
          </p:cNvSpPr>
          <p:nvPr/>
        </p:nvSpPr>
        <p:spPr>
          <a:xfrm>
            <a:off x="161634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F5D1184A-7523-42E8-9013-1391EECDB437}"/>
              </a:ext>
            </a:extLst>
          </p:cNvPr>
          <p:cNvSpPr>
            <a:spLocks noGrp="1"/>
          </p:cNvSpPr>
          <p:nvPr/>
        </p:nvSpPr>
        <p:spPr>
          <a:xfrm>
            <a:off x="1482884" y="331348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66F5CC7E-1A40-4987-B72B-D02A18C1E832}"/>
              </a:ext>
            </a:extLst>
          </p:cNvPr>
          <p:cNvSpPr>
            <a:spLocks noGrp="1"/>
          </p:cNvSpPr>
          <p:nvPr/>
        </p:nvSpPr>
        <p:spPr>
          <a:xfrm>
            <a:off x="15638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A13592B2-510F-4821-B9D3-42A882A240FC}"/>
              </a:ext>
            </a:extLst>
          </p:cNvPr>
          <p:cNvSpPr>
            <a:spLocks noGrp="1"/>
          </p:cNvSpPr>
          <p:nvPr/>
        </p:nvSpPr>
        <p:spPr>
          <a:xfrm>
            <a:off x="1501091" y="32712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7FACF207-ABCE-4F7C-8D6C-20B8D8DC1920}"/>
              </a:ext>
            </a:extLst>
          </p:cNvPr>
          <p:cNvSpPr>
            <a:spLocks noGrp="1"/>
          </p:cNvSpPr>
          <p:nvPr/>
        </p:nvSpPr>
        <p:spPr>
          <a:xfrm>
            <a:off x="16446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7F934113-F7B5-4069-9EC0-9F383986A8B7}"/>
              </a:ext>
            </a:extLst>
          </p:cNvPr>
          <p:cNvSpPr>
            <a:spLocks noGrp="1"/>
          </p:cNvSpPr>
          <p:nvPr/>
        </p:nvSpPr>
        <p:spPr>
          <a:xfrm>
            <a:off x="15922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090551E6-7DDE-4C9D-BCB8-C130A654BBB4}"/>
              </a:ext>
            </a:extLst>
          </p:cNvPr>
          <p:cNvSpPr>
            <a:spLocks noGrp="1"/>
          </p:cNvSpPr>
          <p:nvPr/>
        </p:nvSpPr>
        <p:spPr>
          <a:xfrm>
            <a:off x="1567909" y="32926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CB74716A-3926-4517-90B6-E60B70E87E7A}"/>
              </a:ext>
            </a:extLst>
          </p:cNvPr>
          <p:cNvSpPr>
            <a:spLocks noGrp="1"/>
          </p:cNvSpPr>
          <p:nvPr/>
        </p:nvSpPr>
        <p:spPr>
          <a:xfrm>
            <a:off x="14947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B522D760-577F-4567-B69E-90E8815642D9}"/>
              </a:ext>
            </a:extLst>
          </p:cNvPr>
          <p:cNvSpPr>
            <a:spLocks noGrp="1"/>
          </p:cNvSpPr>
          <p:nvPr/>
        </p:nvSpPr>
        <p:spPr>
          <a:xfrm>
            <a:off x="1540551" y="33140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9BB1F290-736F-4B1E-99BF-42D168D89FA6}"/>
              </a:ext>
            </a:extLst>
          </p:cNvPr>
          <p:cNvSpPr>
            <a:spLocks noGrp="1"/>
          </p:cNvSpPr>
          <p:nvPr/>
        </p:nvSpPr>
        <p:spPr>
          <a:xfrm>
            <a:off x="1545215" y="27027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9CA7A990-0AAD-46FF-A15F-C45D20439AC5}"/>
              </a:ext>
            </a:extLst>
          </p:cNvPr>
          <p:cNvSpPr>
            <a:spLocks noGrp="1"/>
          </p:cNvSpPr>
          <p:nvPr/>
        </p:nvSpPr>
        <p:spPr>
          <a:xfrm>
            <a:off x="1575397" y="308632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132AB9AC-2F9E-4DCF-A7AD-9BBA0C9546FA}"/>
              </a:ext>
            </a:extLst>
          </p:cNvPr>
          <p:cNvSpPr>
            <a:spLocks noGrp="1"/>
          </p:cNvSpPr>
          <p:nvPr/>
        </p:nvSpPr>
        <p:spPr>
          <a:xfrm>
            <a:off x="1635050" y="3313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B1512EE6-1458-40C7-95FE-BD1FECD68741}"/>
              </a:ext>
            </a:extLst>
          </p:cNvPr>
          <p:cNvSpPr>
            <a:spLocks noGrp="1"/>
          </p:cNvSpPr>
          <p:nvPr/>
        </p:nvSpPr>
        <p:spPr>
          <a:xfrm>
            <a:off x="158423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61E49A92-1CB3-4841-A5D9-D7A235193854}"/>
              </a:ext>
            </a:extLst>
          </p:cNvPr>
          <p:cNvSpPr>
            <a:spLocks noGrp="1"/>
          </p:cNvSpPr>
          <p:nvPr/>
        </p:nvSpPr>
        <p:spPr>
          <a:xfrm>
            <a:off x="1662469" y="29315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09AB4A48-0FB7-4E8E-BA66-1B75B49493C6}"/>
              </a:ext>
            </a:extLst>
          </p:cNvPr>
          <p:cNvSpPr>
            <a:spLocks noGrp="1"/>
          </p:cNvSpPr>
          <p:nvPr/>
        </p:nvSpPr>
        <p:spPr>
          <a:xfrm>
            <a:off x="1502963" y="330494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585CD998-26A6-4955-904F-321793F66CEE}"/>
              </a:ext>
            </a:extLst>
          </p:cNvPr>
          <p:cNvSpPr>
            <a:spLocks noGrp="1"/>
          </p:cNvSpPr>
          <p:nvPr/>
        </p:nvSpPr>
        <p:spPr>
          <a:xfrm>
            <a:off x="14874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2D77368C-BB58-432F-95E9-73C1461A0A3E}"/>
              </a:ext>
            </a:extLst>
          </p:cNvPr>
          <p:cNvSpPr>
            <a:spLocks noGrp="1"/>
          </p:cNvSpPr>
          <p:nvPr/>
        </p:nvSpPr>
        <p:spPr>
          <a:xfrm>
            <a:off x="1619313" y="29494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CD9C23DE-6105-496C-A4C8-45DF40638DEE}"/>
              </a:ext>
            </a:extLst>
          </p:cNvPr>
          <p:cNvSpPr>
            <a:spLocks noGrp="1"/>
          </p:cNvSpPr>
          <p:nvPr/>
        </p:nvSpPr>
        <p:spPr>
          <a:xfrm>
            <a:off x="1649644" y="32300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60B09AA2-F23B-492C-B72B-C3C5A9B82E84}"/>
              </a:ext>
            </a:extLst>
          </p:cNvPr>
          <p:cNvSpPr>
            <a:spLocks noGrp="1"/>
          </p:cNvSpPr>
          <p:nvPr/>
        </p:nvSpPr>
        <p:spPr>
          <a:xfrm>
            <a:off x="1671323" y="32970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7BBAEDC2-7AE8-4495-BC05-C7CB3D72E0A9}"/>
              </a:ext>
            </a:extLst>
          </p:cNvPr>
          <p:cNvSpPr>
            <a:spLocks noGrp="1"/>
          </p:cNvSpPr>
          <p:nvPr/>
        </p:nvSpPr>
        <p:spPr>
          <a:xfrm>
            <a:off x="1657065" y="32547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FE2E48AE-8DA9-4580-98C9-74A6CCF5A7E8}"/>
              </a:ext>
            </a:extLst>
          </p:cNvPr>
          <p:cNvSpPr>
            <a:spLocks noGrp="1"/>
          </p:cNvSpPr>
          <p:nvPr/>
        </p:nvSpPr>
        <p:spPr>
          <a:xfrm>
            <a:off x="157947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035B306A-64A4-47AB-84DB-50D36E511C9A}"/>
              </a:ext>
            </a:extLst>
          </p:cNvPr>
          <p:cNvSpPr>
            <a:spLocks noGrp="1"/>
          </p:cNvSpPr>
          <p:nvPr/>
        </p:nvSpPr>
        <p:spPr>
          <a:xfrm>
            <a:off x="1637938" y="296359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742CE161-BF99-4CB2-90E2-2BC176D3E5AB}"/>
              </a:ext>
            </a:extLst>
          </p:cNvPr>
          <p:cNvSpPr>
            <a:spLocks noGrp="1"/>
          </p:cNvSpPr>
          <p:nvPr/>
        </p:nvSpPr>
        <p:spPr>
          <a:xfrm>
            <a:off x="1472093" y="269054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067FF737-04A6-4648-85E3-C52AA9E9AC67}"/>
              </a:ext>
            </a:extLst>
          </p:cNvPr>
          <p:cNvSpPr>
            <a:spLocks noGrp="1"/>
          </p:cNvSpPr>
          <p:nvPr/>
        </p:nvSpPr>
        <p:spPr>
          <a:xfrm>
            <a:off x="146946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169E20AE-5B61-4740-82AF-35E5356FDB9E}"/>
              </a:ext>
            </a:extLst>
          </p:cNvPr>
          <p:cNvSpPr>
            <a:spLocks noGrp="1"/>
          </p:cNvSpPr>
          <p:nvPr/>
        </p:nvSpPr>
        <p:spPr>
          <a:xfrm>
            <a:off x="16288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66B61307-68F8-445E-A775-E97F5F851C90}"/>
              </a:ext>
            </a:extLst>
          </p:cNvPr>
          <p:cNvSpPr>
            <a:spLocks noGrp="1"/>
          </p:cNvSpPr>
          <p:nvPr/>
        </p:nvSpPr>
        <p:spPr>
          <a:xfrm>
            <a:off x="1650235" y="33141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8C49C33D-7BFF-4DA7-9A59-4CC1779CFCF6}"/>
              </a:ext>
            </a:extLst>
          </p:cNvPr>
          <p:cNvSpPr>
            <a:spLocks noGrp="1"/>
          </p:cNvSpPr>
          <p:nvPr/>
        </p:nvSpPr>
        <p:spPr>
          <a:xfrm>
            <a:off x="162876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B124AAC5-E13F-4BBA-A591-0FF0CAFD2F37}"/>
              </a:ext>
            </a:extLst>
          </p:cNvPr>
          <p:cNvSpPr>
            <a:spLocks noGrp="1"/>
          </p:cNvSpPr>
          <p:nvPr/>
        </p:nvSpPr>
        <p:spPr>
          <a:xfrm>
            <a:off x="1598585" y="32731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A6C21D26-9E0F-4E94-8CC3-8FB60CB9685A}"/>
              </a:ext>
            </a:extLst>
          </p:cNvPr>
          <p:cNvSpPr>
            <a:spLocks noGrp="1"/>
          </p:cNvSpPr>
          <p:nvPr/>
        </p:nvSpPr>
        <p:spPr>
          <a:xfrm>
            <a:off x="1517004" y="30653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5C8AE04A-BFD0-4804-9D1F-D929320E2D2A}"/>
              </a:ext>
            </a:extLst>
          </p:cNvPr>
          <p:cNvSpPr>
            <a:spLocks noGrp="1"/>
          </p:cNvSpPr>
          <p:nvPr/>
        </p:nvSpPr>
        <p:spPr>
          <a:xfrm>
            <a:off x="16469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8DFD08A8-AEA4-4889-A893-F1C45824D784}"/>
              </a:ext>
            </a:extLst>
          </p:cNvPr>
          <p:cNvSpPr>
            <a:spLocks noGrp="1"/>
          </p:cNvSpPr>
          <p:nvPr/>
        </p:nvSpPr>
        <p:spPr>
          <a:xfrm>
            <a:off x="1598957" y="28169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8556B91A-9A98-44D5-A649-A3DBA8A44EB8}"/>
              </a:ext>
            </a:extLst>
          </p:cNvPr>
          <p:cNvSpPr>
            <a:spLocks noGrp="1"/>
          </p:cNvSpPr>
          <p:nvPr/>
        </p:nvSpPr>
        <p:spPr>
          <a:xfrm>
            <a:off x="15127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DC3E8765-4A4B-492D-9F12-A6335ACECD39}"/>
              </a:ext>
            </a:extLst>
          </p:cNvPr>
          <p:cNvSpPr>
            <a:spLocks noGrp="1"/>
          </p:cNvSpPr>
          <p:nvPr/>
        </p:nvSpPr>
        <p:spPr>
          <a:xfrm>
            <a:off x="1622345" y="33227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28EF0767-A14C-4B6F-AE93-7DF2BED1D3DF}"/>
              </a:ext>
            </a:extLst>
          </p:cNvPr>
          <p:cNvSpPr>
            <a:spLocks noGrp="1"/>
          </p:cNvSpPr>
          <p:nvPr/>
        </p:nvSpPr>
        <p:spPr>
          <a:xfrm>
            <a:off x="15349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515FE75B-E713-4C37-AE85-58D1DAEDC51C}"/>
              </a:ext>
            </a:extLst>
          </p:cNvPr>
          <p:cNvSpPr>
            <a:spLocks noGrp="1"/>
          </p:cNvSpPr>
          <p:nvPr/>
        </p:nvSpPr>
        <p:spPr>
          <a:xfrm>
            <a:off x="148676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D5862F9E-6CB7-469C-8637-4A53C21538FF}"/>
              </a:ext>
            </a:extLst>
          </p:cNvPr>
          <p:cNvSpPr>
            <a:spLocks noGrp="1"/>
          </p:cNvSpPr>
          <p:nvPr/>
        </p:nvSpPr>
        <p:spPr>
          <a:xfrm>
            <a:off x="16357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3877585C-B396-410D-AA5C-ED25DF25253D}"/>
              </a:ext>
            </a:extLst>
          </p:cNvPr>
          <p:cNvSpPr>
            <a:spLocks noGrp="1"/>
          </p:cNvSpPr>
          <p:nvPr/>
        </p:nvSpPr>
        <p:spPr>
          <a:xfrm>
            <a:off x="1572438" y="33208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81BEC84F-29EE-4D25-9483-7ABB2C0079A1}"/>
              </a:ext>
            </a:extLst>
          </p:cNvPr>
          <p:cNvSpPr>
            <a:spLocks noGrp="1"/>
          </p:cNvSpPr>
          <p:nvPr/>
        </p:nvSpPr>
        <p:spPr>
          <a:xfrm>
            <a:off x="15332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D11CC9C8-B4B9-4B1B-867A-76229D8651B8}"/>
              </a:ext>
            </a:extLst>
          </p:cNvPr>
          <p:cNvSpPr>
            <a:spLocks noGrp="1"/>
          </p:cNvSpPr>
          <p:nvPr/>
        </p:nvSpPr>
        <p:spPr>
          <a:xfrm>
            <a:off x="1481120" y="3171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579CAFCA-2E48-4370-BB87-228EB101524A}"/>
              </a:ext>
            </a:extLst>
          </p:cNvPr>
          <p:cNvSpPr>
            <a:spLocks noGrp="1"/>
          </p:cNvSpPr>
          <p:nvPr/>
        </p:nvSpPr>
        <p:spPr>
          <a:xfrm>
            <a:off x="16639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50251030-426E-4D5C-8F53-2FE357DEACEC}"/>
              </a:ext>
            </a:extLst>
          </p:cNvPr>
          <p:cNvSpPr>
            <a:spLocks noGrp="1"/>
          </p:cNvSpPr>
          <p:nvPr/>
        </p:nvSpPr>
        <p:spPr>
          <a:xfrm>
            <a:off x="1536455" y="21388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D90275F2-E739-460E-B6E4-8358D48B2832}"/>
              </a:ext>
            </a:extLst>
          </p:cNvPr>
          <p:cNvSpPr>
            <a:spLocks noGrp="1"/>
          </p:cNvSpPr>
          <p:nvPr/>
        </p:nvSpPr>
        <p:spPr>
          <a:xfrm>
            <a:off x="16364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4D16505C-E788-44C4-B231-A96E713E0EE6}"/>
              </a:ext>
            </a:extLst>
          </p:cNvPr>
          <p:cNvSpPr>
            <a:spLocks noGrp="1"/>
          </p:cNvSpPr>
          <p:nvPr/>
        </p:nvSpPr>
        <p:spPr>
          <a:xfrm>
            <a:off x="15775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244471E5-9B6F-4AE3-97D0-E60D6D7662AF}"/>
              </a:ext>
            </a:extLst>
          </p:cNvPr>
          <p:cNvSpPr>
            <a:spLocks noGrp="1"/>
          </p:cNvSpPr>
          <p:nvPr/>
        </p:nvSpPr>
        <p:spPr>
          <a:xfrm>
            <a:off x="14716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4CBECC84-92A5-4E1A-B441-1D82CD6E0B16}"/>
              </a:ext>
            </a:extLst>
          </p:cNvPr>
          <p:cNvSpPr>
            <a:spLocks noGrp="1"/>
          </p:cNvSpPr>
          <p:nvPr/>
        </p:nvSpPr>
        <p:spPr>
          <a:xfrm>
            <a:off x="151885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5557A27E-3F74-47AA-8742-51B5FB5A761E}"/>
              </a:ext>
            </a:extLst>
          </p:cNvPr>
          <p:cNvSpPr>
            <a:spLocks noGrp="1"/>
          </p:cNvSpPr>
          <p:nvPr/>
        </p:nvSpPr>
        <p:spPr>
          <a:xfrm>
            <a:off x="1482967" y="33092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97BD04EF-A94B-4526-8811-CC166C4C0734}"/>
              </a:ext>
            </a:extLst>
          </p:cNvPr>
          <p:cNvSpPr>
            <a:spLocks noGrp="1"/>
          </p:cNvSpPr>
          <p:nvPr/>
        </p:nvSpPr>
        <p:spPr>
          <a:xfrm>
            <a:off x="155688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B0842B64-35C9-4759-A055-F2FCCD664769}"/>
              </a:ext>
            </a:extLst>
          </p:cNvPr>
          <p:cNvSpPr>
            <a:spLocks noGrp="1"/>
          </p:cNvSpPr>
          <p:nvPr/>
        </p:nvSpPr>
        <p:spPr>
          <a:xfrm>
            <a:off x="1622664" y="331266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A047CF75-A0A2-4DEF-B7BE-CDAD2BC51896}"/>
              </a:ext>
            </a:extLst>
          </p:cNvPr>
          <p:cNvSpPr>
            <a:spLocks noGrp="1"/>
          </p:cNvSpPr>
          <p:nvPr/>
        </p:nvSpPr>
        <p:spPr>
          <a:xfrm>
            <a:off x="1682370" y="228545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9F498B43-C3E7-4217-8A15-DB43EE25F855}"/>
              </a:ext>
            </a:extLst>
          </p:cNvPr>
          <p:cNvSpPr>
            <a:spLocks noGrp="1"/>
          </p:cNvSpPr>
          <p:nvPr/>
        </p:nvSpPr>
        <p:spPr>
          <a:xfrm>
            <a:off x="1569434" y="33210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0843BB5A-9CDA-4E9E-A72C-F12DC58D0DF8}"/>
              </a:ext>
            </a:extLst>
          </p:cNvPr>
          <p:cNvSpPr>
            <a:spLocks noGrp="1"/>
          </p:cNvSpPr>
          <p:nvPr/>
        </p:nvSpPr>
        <p:spPr>
          <a:xfrm>
            <a:off x="15237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D793915D-59E5-498B-A1A7-E7F4CBA88DCE}"/>
              </a:ext>
            </a:extLst>
          </p:cNvPr>
          <p:cNvSpPr>
            <a:spLocks noGrp="1"/>
          </p:cNvSpPr>
          <p:nvPr/>
        </p:nvSpPr>
        <p:spPr>
          <a:xfrm>
            <a:off x="1543452" y="321403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12EB3C45-854F-42A1-BF14-7A134F752BA5}"/>
              </a:ext>
            </a:extLst>
          </p:cNvPr>
          <p:cNvSpPr>
            <a:spLocks noGrp="1"/>
          </p:cNvSpPr>
          <p:nvPr/>
        </p:nvSpPr>
        <p:spPr>
          <a:xfrm>
            <a:off x="1503619" y="233811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75815D48-17D6-43A0-B5E6-C875CBA5FBAD}"/>
              </a:ext>
            </a:extLst>
          </p:cNvPr>
          <p:cNvSpPr>
            <a:spLocks noGrp="1"/>
          </p:cNvSpPr>
          <p:nvPr/>
        </p:nvSpPr>
        <p:spPr>
          <a:xfrm>
            <a:off x="14993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C3B490E3-908B-4A4D-96B6-84932EB2CE09}"/>
              </a:ext>
            </a:extLst>
          </p:cNvPr>
          <p:cNvSpPr>
            <a:spLocks noGrp="1"/>
          </p:cNvSpPr>
          <p:nvPr/>
        </p:nvSpPr>
        <p:spPr>
          <a:xfrm>
            <a:off x="1628703" y="33110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8AC4D14A-9761-495E-B4D7-95C8EF44508F}"/>
              </a:ext>
            </a:extLst>
          </p:cNvPr>
          <p:cNvSpPr>
            <a:spLocks noGrp="1"/>
          </p:cNvSpPr>
          <p:nvPr/>
        </p:nvSpPr>
        <p:spPr>
          <a:xfrm>
            <a:off x="1672528" y="317618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F75D7B0A-BC80-4E96-A184-DF47EC92F78D}"/>
              </a:ext>
            </a:extLst>
          </p:cNvPr>
          <p:cNvSpPr>
            <a:spLocks noGrp="1"/>
          </p:cNvSpPr>
          <p:nvPr/>
        </p:nvSpPr>
        <p:spPr>
          <a:xfrm>
            <a:off x="1599232" y="30445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281374C8-89E8-49A5-97A3-DDB84170FD5C}"/>
              </a:ext>
            </a:extLst>
          </p:cNvPr>
          <p:cNvSpPr>
            <a:spLocks noGrp="1"/>
          </p:cNvSpPr>
          <p:nvPr/>
        </p:nvSpPr>
        <p:spPr>
          <a:xfrm>
            <a:off x="1517174" y="213767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0D05E41A-68D6-4EC5-82E6-BE4D1087D3FE}"/>
              </a:ext>
            </a:extLst>
          </p:cNvPr>
          <p:cNvSpPr>
            <a:spLocks noGrp="1"/>
          </p:cNvSpPr>
          <p:nvPr/>
        </p:nvSpPr>
        <p:spPr>
          <a:xfrm>
            <a:off x="1552545" y="331556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6F31176F-A560-4C43-A3F7-2980893225AC}"/>
              </a:ext>
            </a:extLst>
          </p:cNvPr>
          <p:cNvSpPr>
            <a:spLocks noGrp="1"/>
          </p:cNvSpPr>
          <p:nvPr/>
        </p:nvSpPr>
        <p:spPr>
          <a:xfrm>
            <a:off x="1591007" y="32724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FD3BA61C-44BC-4CEA-8E1E-1A00458710AB}"/>
              </a:ext>
            </a:extLst>
          </p:cNvPr>
          <p:cNvSpPr>
            <a:spLocks noGrp="1"/>
          </p:cNvSpPr>
          <p:nvPr/>
        </p:nvSpPr>
        <p:spPr>
          <a:xfrm>
            <a:off x="16809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E392207B-BE63-4D5D-BA29-4EA444F75FA7}"/>
              </a:ext>
            </a:extLst>
          </p:cNvPr>
          <p:cNvSpPr>
            <a:spLocks noGrp="1"/>
          </p:cNvSpPr>
          <p:nvPr/>
        </p:nvSpPr>
        <p:spPr>
          <a:xfrm>
            <a:off x="14887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5E8870C3-36B9-40E0-8118-FC7288812CFA}"/>
              </a:ext>
            </a:extLst>
          </p:cNvPr>
          <p:cNvSpPr>
            <a:spLocks noGrp="1"/>
          </p:cNvSpPr>
          <p:nvPr/>
        </p:nvSpPr>
        <p:spPr>
          <a:xfrm>
            <a:off x="15304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4EBCFFD9-5D55-4C84-8CF6-0C45D6076DD4}"/>
              </a:ext>
            </a:extLst>
          </p:cNvPr>
          <p:cNvSpPr>
            <a:spLocks noGrp="1"/>
          </p:cNvSpPr>
          <p:nvPr/>
        </p:nvSpPr>
        <p:spPr>
          <a:xfrm>
            <a:off x="1519450" y="33210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ECBB7B2B-1605-4945-9D1B-B70A73BE35EE}"/>
              </a:ext>
            </a:extLst>
          </p:cNvPr>
          <p:cNvSpPr>
            <a:spLocks noGrp="1"/>
          </p:cNvSpPr>
          <p:nvPr/>
        </p:nvSpPr>
        <p:spPr>
          <a:xfrm>
            <a:off x="16447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700B2E59-737D-43A2-A9D8-6DF6E220E563}"/>
              </a:ext>
            </a:extLst>
          </p:cNvPr>
          <p:cNvSpPr>
            <a:spLocks noGrp="1"/>
          </p:cNvSpPr>
          <p:nvPr/>
        </p:nvSpPr>
        <p:spPr>
          <a:xfrm>
            <a:off x="15170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FA2D7354-FBE8-4F9B-8795-0544EAB51B53}"/>
              </a:ext>
            </a:extLst>
          </p:cNvPr>
          <p:cNvSpPr>
            <a:spLocks noGrp="1"/>
          </p:cNvSpPr>
          <p:nvPr/>
        </p:nvSpPr>
        <p:spPr>
          <a:xfrm>
            <a:off x="147929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1AA906CC-CAA3-416B-B266-17BFCF889911}"/>
              </a:ext>
            </a:extLst>
          </p:cNvPr>
          <p:cNvSpPr>
            <a:spLocks noGrp="1"/>
          </p:cNvSpPr>
          <p:nvPr/>
        </p:nvSpPr>
        <p:spPr>
          <a:xfrm>
            <a:off x="1577765" y="32334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105550E2-D90F-4FFE-B366-E56F35BBAE78}"/>
              </a:ext>
            </a:extLst>
          </p:cNvPr>
          <p:cNvSpPr>
            <a:spLocks noGrp="1"/>
          </p:cNvSpPr>
          <p:nvPr/>
        </p:nvSpPr>
        <p:spPr>
          <a:xfrm>
            <a:off x="162133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A3AA0E44-D8F7-4164-BD70-428A8022BB62}"/>
              </a:ext>
            </a:extLst>
          </p:cNvPr>
          <p:cNvSpPr>
            <a:spLocks noGrp="1"/>
          </p:cNvSpPr>
          <p:nvPr/>
        </p:nvSpPr>
        <p:spPr>
          <a:xfrm>
            <a:off x="1683991" y="332001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378BB6AD-9C7E-43B9-B3CC-3B0D49D5F9A7}"/>
              </a:ext>
            </a:extLst>
          </p:cNvPr>
          <p:cNvSpPr>
            <a:spLocks noGrp="1"/>
          </p:cNvSpPr>
          <p:nvPr/>
        </p:nvSpPr>
        <p:spPr>
          <a:xfrm>
            <a:off x="1685056" y="33029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792C15AB-BAE5-49ED-A5E4-FFE35501B697}"/>
              </a:ext>
            </a:extLst>
          </p:cNvPr>
          <p:cNvSpPr>
            <a:spLocks noGrp="1"/>
          </p:cNvSpPr>
          <p:nvPr/>
        </p:nvSpPr>
        <p:spPr>
          <a:xfrm>
            <a:off x="1685455" y="33170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035C873E-29AB-45C0-A9B4-CCAB2AC11BE7}"/>
              </a:ext>
            </a:extLst>
          </p:cNvPr>
          <p:cNvSpPr>
            <a:spLocks noGrp="1"/>
          </p:cNvSpPr>
          <p:nvPr/>
        </p:nvSpPr>
        <p:spPr>
          <a:xfrm>
            <a:off x="1677079" y="332000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A38005AA-A510-48DE-A7FE-804975003E9C}"/>
              </a:ext>
            </a:extLst>
          </p:cNvPr>
          <p:cNvSpPr>
            <a:spLocks noGrp="1"/>
          </p:cNvSpPr>
          <p:nvPr/>
        </p:nvSpPr>
        <p:spPr>
          <a:xfrm>
            <a:off x="1551393" y="33132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F9B455E1-D9E5-4A89-BA72-ABD17CC21417}"/>
              </a:ext>
            </a:extLst>
          </p:cNvPr>
          <p:cNvSpPr>
            <a:spLocks noGrp="1"/>
          </p:cNvSpPr>
          <p:nvPr/>
        </p:nvSpPr>
        <p:spPr>
          <a:xfrm>
            <a:off x="1670282" y="33210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A78DEB19-BBD5-4164-8683-5866DCAE3864}"/>
              </a:ext>
            </a:extLst>
          </p:cNvPr>
          <p:cNvSpPr>
            <a:spLocks noGrp="1"/>
          </p:cNvSpPr>
          <p:nvPr/>
        </p:nvSpPr>
        <p:spPr>
          <a:xfrm>
            <a:off x="154249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6FDD6E78-9A78-4086-BCA4-8F6482E6F267}"/>
              </a:ext>
            </a:extLst>
          </p:cNvPr>
          <p:cNvSpPr>
            <a:spLocks noGrp="1"/>
          </p:cNvSpPr>
          <p:nvPr/>
        </p:nvSpPr>
        <p:spPr>
          <a:xfrm>
            <a:off x="1616390" y="326990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E4462FF0-CFA7-481A-8602-AD98E7EAACC9}"/>
              </a:ext>
            </a:extLst>
          </p:cNvPr>
          <p:cNvSpPr>
            <a:spLocks noGrp="1"/>
          </p:cNvSpPr>
          <p:nvPr/>
        </p:nvSpPr>
        <p:spPr>
          <a:xfrm>
            <a:off x="1486307" y="332376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A91039A6-BAB4-45A6-83FF-8EDD08A1352C}"/>
              </a:ext>
            </a:extLst>
          </p:cNvPr>
          <p:cNvSpPr>
            <a:spLocks noGrp="1"/>
          </p:cNvSpPr>
          <p:nvPr/>
        </p:nvSpPr>
        <p:spPr>
          <a:xfrm>
            <a:off x="1583314" y="33229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45E78006-F6A8-4B3E-83D7-0D58AD0C9358}"/>
              </a:ext>
            </a:extLst>
          </p:cNvPr>
          <p:cNvSpPr>
            <a:spLocks noGrp="1"/>
          </p:cNvSpPr>
          <p:nvPr/>
        </p:nvSpPr>
        <p:spPr>
          <a:xfrm>
            <a:off x="1684961" y="324095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000BB277-2368-4BDC-AB54-0C1F5C1F7D22}"/>
              </a:ext>
            </a:extLst>
          </p:cNvPr>
          <p:cNvSpPr>
            <a:spLocks noGrp="1"/>
          </p:cNvSpPr>
          <p:nvPr/>
        </p:nvSpPr>
        <p:spPr>
          <a:xfrm>
            <a:off x="1516132" y="330696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7EBE99A2-A343-4BF3-9CB7-4118E0BBF1A9}"/>
              </a:ext>
            </a:extLst>
          </p:cNvPr>
          <p:cNvSpPr>
            <a:spLocks noGrp="1"/>
          </p:cNvSpPr>
          <p:nvPr/>
        </p:nvSpPr>
        <p:spPr>
          <a:xfrm>
            <a:off x="1480938" y="24276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5BE609F0-B446-4C86-82DB-316D1681E69E}"/>
              </a:ext>
            </a:extLst>
          </p:cNvPr>
          <p:cNvSpPr>
            <a:spLocks noGrp="1"/>
          </p:cNvSpPr>
          <p:nvPr/>
        </p:nvSpPr>
        <p:spPr>
          <a:xfrm>
            <a:off x="16012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705E0412-359D-4138-A47C-C1FD2034E289}"/>
              </a:ext>
            </a:extLst>
          </p:cNvPr>
          <p:cNvSpPr>
            <a:spLocks noGrp="1"/>
          </p:cNvSpPr>
          <p:nvPr/>
        </p:nvSpPr>
        <p:spPr>
          <a:xfrm>
            <a:off x="1651069" y="32650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7F0B76B0-0DC4-4BC3-A2BD-707700FD5D3C}"/>
              </a:ext>
            </a:extLst>
          </p:cNvPr>
          <p:cNvSpPr>
            <a:spLocks noGrp="1"/>
          </p:cNvSpPr>
          <p:nvPr/>
        </p:nvSpPr>
        <p:spPr>
          <a:xfrm>
            <a:off x="1546665" y="32991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F5E7F94E-4F84-44F1-A6A4-E14EF5CC1E08}"/>
              </a:ext>
            </a:extLst>
          </p:cNvPr>
          <p:cNvSpPr>
            <a:spLocks noGrp="1"/>
          </p:cNvSpPr>
          <p:nvPr/>
        </p:nvSpPr>
        <p:spPr>
          <a:xfrm>
            <a:off x="1496152" y="33120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FEF69948-74C9-4D03-9584-10FB0E85D05A}"/>
              </a:ext>
            </a:extLst>
          </p:cNvPr>
          <p:cNvSpPr>
            <a:spLocks noGrp="1"/>
          </p:cNvSpPr>
          <p:nvPr/>
        </p:nvSpPr>
        <p:spPr>
          <a:xfrm>
            <a:off x="160226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F3FE276A-5ECF-4ED6-9B13-9C142728E674}"/>
              </a:ext>
            </a:extLst>
          </p:cNvPr>
          <p:cNvSpPr>
            <a:spLocks noGrp="1"/>
          </p:cNvSpPr>
          <p:nvPr/>
        </p:nvSpPr>
        <p:spPr>
          <a:xfrm>
            <a:off x="16512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236FAD14-F315-4BE9-8A55-3BB38841187F}"/>
              </a:ext>
            </a:extLst>
          </p:cNvPr>
          <p:cNvSpPr>
            <a:spLocks noGrp="1"/>
          </p:cNvSpPr>
          <p:nvPr/>
        </p:nvSpPr>
        <p:spPr>
          <a:xfrm>
            <a:off x="1683375" y="32219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33AB330A-5D89-4C00-8E8A-6D41CDBAD8AD}"/>
              </a:ext>
            </a:extLst>
          </p:cNvPr>
          <p:cNvSpPr>
            <a:spLocks noGrp="1"/>
          </p:cNvSpPr>
          <p:nvPr/>
        </p:nvSpPr>
        <p:spPr>
          <a:xfrm>
            <a:off x="16687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014E635D-6702-4CED-A5DB-9D0D8621E7E8}"/>
              </a:ext>
            </a:extLst>
          </p:cNvPr>
          <p:cNvSpPr>
            <a:spLocks noGrp="1"/>
          </p:cNvSpPr>
          <p:nvPr/>
        </p:nvSpPr>
        <p:spPr>
          <a:xfrm>
            <a:off x="1598812" y="33096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5ED8E2F6-6015-4351-A4C2-D72A4C125678}"/>
              </a:ext>
            </a:extLst>
          </p:cNvPr>
          <p:cNvSpPr>
            <a:spLocks noGrp="1"/>
          </p:cNvSpPr>
          <p:nvPr/>
        </p:nvSpPr>
        <p:spPr>
          <a:xfrm>
            <a:off x="152583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8E933702-FC37-43E5-AFBC-0719CD565193}"/>
              </a:ext>
            </a:extLst>
          </p:cNvPr>
          <p:cNvSpPr>
            <a:spLocks noGrp="1"/>
          </p:cNvSpPr>
          <p:nvPr/>
        </p:nvSpPr>
        <p:spPr>
          <a:xfrm>
            <a:off x="1544785" y="33215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D8C6DC4E-2982-4CED-8C9D-FE0394C226A1}"/>
              </a:ext>
            </a:extLst>
          </p:cNvPr>
          <p:cNvSpPr>
            <a:spLocks noGrp="1"/>
          </p:cNvSpPr>
          <p:nvPr/>
        </p:nvSpPr>
        <p:spPr>
          <a:xfrm>
            <a:off x="16780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9C5B2D43-21CC-47CC-A585-446159151642}"/>
              </a:ext>
            </a:extLst>
          </p:cNvPr>
          <p:cNvSpPr>
            <a:spLocks noGrp="1"/>
          </p:cNvSpPr>
          <p:nvPr/>
        </p:nvSpPr>
        <p:spPr>
          <a:xfrm>
            <a:off x="1643058" y="32815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C217E93A-78F8-4A53-806A-4699E6F6EAE0}"/>
              </a:ext>
            </a:extLst>
          </p:cNvPr>
          <p:cNvSpPr>
            <a:spLocks noGrp="1"/>
          </p:cNvSpPr>
          <p:nvPr/>
        </p:nvSpPr>
        <p:spPr>
          <a:xfrm>
            <a:off x="15486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DBD0DE0E-A6C2-4113-87C9-0EEDA0123444}"/>
              </a:ext>
            </a:extLst>
          </p:cNvPr>
          <p:cNvSpPr>
            <a:spLocks noGrp="1"/>
          </p:cNvSpPr>
          <p:nvPr/>
        </p:nvSpPr>
        <p:spPr>
          <a:xfrm>
            <a:off x="1558388" y="331229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44E2D5ED-124F-4899-A68D-B263B98E4797}"/>
              </a:ext>
            </a:extLst>
          </p:cNvPr>
          <p:cNvSpPr>
            <a:spLocks noGrp="1"/>
          </p:cNvSpPr>
          <p:nvPr/>
        </p:nvSpPr>
        <p:spPr>
          <a:xfrm>
            <a:off x="1512242" y="32988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3062733F-03F2-4F55-8C41-A33030CFA609}"/>
              </a:ext>
            </a:extLst>
          </p:cNvPr>
          <p:cNvSpPr>
            <a:spLocks noGrp="1"/>
          </p:cNvSpPr>
          <p:nvPr/>
        </p:nvSpPr>
        <p:spPr>
          <a:xfrm>
            <a:off x="1524468" y="26491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DC2735EF-AEC4-4DFD-B3A6-392238A8A72F}"/>
              </a:ext>
            </a:extLst>
          </p:cNvPr>
          <p:cNvSpPr>
            <a:spLocks noGrp="1"/>
          </p:cNvSpPr>
          <p:nvPr/>
        </p:nvSpPr>
        <p:spPr>
          <a:xfrm>
            <a:off x="1540998" y="30300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1A7BAB96-4B83-4E95-AA1A-82D7BB0BDD9D}"/>
              </a:ext>
            </a:extLst>
          </p:cNvPr>
          <p:cNvSpPr>
            <a:spLocks noGrp="1"/>
          </p:cNvSpPr>
          <p:nvPr/>
        </p:nvSpPr>
        <p:spPr>
          <a:xfrm>
            <a:off x="1666649" y="332384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F5DAFC11-13FE-42F4-BDB3-67ADAB20E457}"/>
              </a:ext>
            </a:extLst>
          </p:cNvPr>
          <p:cNvSpPr>
            <a:spLocks noGrp="1"/>
          </p:cNvSpPr>
          <p:nvPr/>
        </p:nvSpPr>
        <p:spPr>
          <a:xfrm>
            <a:off x="1593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FE4A833E-E7F7-4874-908B-6E5827AA9E5E}"/>
              </a:ext>
            </a:extLst>
          </p:cNvPr>
          <p:cNvSpPr>
            <a:spLocks noGrp="1"/>
          </p:cNvSpPr>
          <p:nvPr/>
        </p:nvSpPr>
        <p:spPr>
          <a:xfrm>
            <a:off x="1622423" y="32861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957B09DA-29C8-4D1F-9615-A3CBDD23AA2D}"/>
              </a:ext>
            </a:extLst>
          </p:cNvPr>
          <p:cNvSpPr>
            <a:spLocks noGrp="1"/>
          </p:cNvSpPr>
          <p:nvPr/>
        </p:nvSpPr>
        <p:spPr>
          <a:xfrm>
            <a:off x="1552931" y="31852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4C4A2A29-6D73-429A-81C1-26B15F45C165}"/>
              </a:ext>
            </a:extLst>
          </p:cNvPr>
          <p:cNvSpPr>
            <a:spLocks noGrp="1"/>
          </p:cNvSpPr>
          <p:nvPr/>
        </p:nvSpPr>
        <p:spPr>
          <a:xfrm>
            <a:off x="1528812" y="32842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3E7B013A-2A16-4230-B5D0-C5EF037F81B5}"/>
              </a:ext>
            </a:extLst>
          </p:cNvPr>
          <p:cNvSpPr>
            <a:spLocks noGrp="1"/>
          </p:cNvSpPr>
          <p:nvPr/>
        </p:nvSpPr>
        <p:spPr>
          <a:xfrm>
            <a:off x="1510397" y="323293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4C70855C-3C3E-478A-8771-6CD5A5760D91}"/>
              </a:ext>
            </a:extLst>
          </p:cNvPr>
          <p:cNvSpPr>
            <a:spLocks noGrp="1"/>
          </p:cNvSpPr>
          <p:nvPr/>
        </p:nvSpPr>
        <p:spPr>
          <a:xfrm>
            <a:off x="1534881" y="31926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3DF6F1D9-3EEE-4F59-A081-EB818851518A}"/>
              </a:ext>
            </a:extLst>
          </p:cNvPr>
          <p:cNvSpPr>
            <a:spLocks noGrp="1"/>
          </p:cNvSpPr>
          <p:nvPr/>
        </p:nvSpPr>
        <p:spPr>
          <a:xfrm>
            <a:off x="16826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057F80B9-2834-4A9A-A3D6-EDA8AE1C2829}"/>
              </a:ext>
            </a:extLst>
          </p:cNvPr>
          <p:cNvSpPr>
            <a:spLocks noGrp="1"/>
          </p:cNvSpPr>
          <p:nvPr/>
        </p:nvSpPr>
        <p:spPr>
          <a:xfrm>
            <a:off x="1486154" y="33010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F57A0604-0D78-4D2F-A377-A8F8319B2880}"/>
              </a:ext>
            </a:extLst>
          </p:cNvPr>
          <p:cNvSpPr>
            <a:spLocks noGrp="1"/>
          </p:cNvSpPr>
          <p:nvPr/>
        </p:nvSpPr>
        <p:spPr>
          <a:xfrm>
            <a:off x="1520214" y="329256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E0F269D2-B3A7-4AE5-B4D2-8D34CF1A9D21}"/>
              </a:ext>
            </a:extLst>
          </p:cNvPr>
          <p:cNvSpPr>
            <a:spLocks noGrp="1"/>
          </p:cNvSpPr>
          <p:nvPr/>
        </p:nvSpPr>
        <p:spPr>
          <a:xfrm>
            <a:off x="150386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2D888CF0-E6E5-4CD5-A764-6E5076D19D7F}"/>
              </a:ext>
            </a:extLst>
          </p:cNvPr>
          <p:cNvSpPr>
            <a:spLocks noGrp="1"/>
          </p:cNvSpPr>
          <p:nvPr/>
        </p:nvSpPr>
        <p:spPr>
          <a:xfrm>
            <a:off x="15571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88644F93-75EB-4490-AF1C-8C23FC3FF043}"/>
              </a:ext>
            </a:extLst>
          </p:cNvPr>
          <p:cNvSpPr>
            <a:spLocks noGrp="1"/>
          </p:cNvSpPr>
          <p:nvPr/>
        </p:nvSpPr>
        <p:spPr>
          <a:xfrm>
            <a:off x="1628913" y="31560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8628EC00-291B-497B-81AB-34832AB0F031}"/>
              </a:ext>
            </a:extLst>
          </p:cNvPr>
          <p:cNvSpPr>
            <a:spLocks noGrp="1"/>
          </p:cNvSpPr>
          <p:nvPr/>
        </p:nvSpPr>
        <p:spPr>
          <a:xfrm>
            <a:off x="14814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517409DF-4FC8-48AA-98F2-127CA1D7552E}"/>
              </a:ext>
            </a:extLst>
          </p:cNvPr>
          <p:cNvSpPr>
            <a:spLocks noGrp="1"/>
          </p:cNvSpPr>
          <p:nvPr/>
        </p:nvSpPr>
        <p:spPr>
          <a:xfrm>
            <a:off x="14800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8C991235-2C35-4894-89EA-693737AA7476}"/>
              </a:ext>
            </a:extLst>
          </p:cNvPr>
          <p:cNvSpPr>
            <a:spLocks noGrp="1"/>
          </p:cNvSpPr>
          <p:nvPr/>
        </p:nvSpPr>
        <p:spPr>
          <a:xfrm>
            <a:off x="1667095" y="30602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14AC0609-515D-43B1-93C5-1619DAA031A7}"/>
              </a:ext>
            </a:extLst>
          </p:cNvPr>
          <p:cNvSpPr>
            <a:spLocks noGrp="1"/>
          </p:cNvSpPr>
          <p:nvPr/>
        </p:nvSpPr>
        <p:spPr>
          <a:xfrm>
            <a:off x="15952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30B540ED-7555-4517-83A2-9B6DCF38B6B9}"/>
              </a:ext>
            </a:extLst>
          </p:cNvPr>
          <p:cNvSpPr>
            <a:spLocks noGrp="1"/>
          </p:cNvSpPr>
          <p:nvPr/>
        </p:nvSpPr>
        <p:spPr>
          <a:xfrm>
            <a:off x="15529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811E0BC4-A286-4C7D-B9A1-850503CC9955}"/>
              </a:ext>
            </a:extLst>
          </p:cNvPr>
          <p:cNvSpPr>
            <a:spLocks noGrp="1"/>
          </p:cNvSpPr>
          <p:nvPr/>
        </p:nvSpPr>
        <p:spPr>
          <a:xfrm>
            <a:off x="1500290" y="33073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C9C0B1C3-E7BD-4763-B7F7-BB585D2A0AFA}"/>
              </a:ext>
            </a:extLst>
          </p:cNvPr>
          <p:cNvSpPr>
            <a:spLocks noGrp="1"/>
          </p:cNvSpPr>
          <p:nvPr/>
        </p:nvSpPr>
        <p:spPr>
          <a:xfrm>
            <a:off x="1578117" y="29928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5BB4EA45-2220-4C7C-8E9B-D2DEFDA0B66E}"/>
              </a:ext>
            </a:extLst>
          </p:cNvPr>
          <p:cNvSpPr>
            <a:spLocks noGrp="1"/>
          </p:cNvSpPr>
          <p:nvPr/>
        </p:nvSpPr>
        <p:spPr>
          <a:xfrm>
            <a:off x="1634128" y="332340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19BA1DF1-A00C-4D2F-88B1-29513DC994C0}"/>
              </a:ext>
            </a:extLst>
          </p:cNvPr>
          <p:cNvSpPr>
            <a:spLocks noGrp="1"/>
          </p:cNvSpPr>
          <p:nvPr/>
        </p:nvSpPr>
        <p:spPr>
          <a:xfrm>
            <a:off x="1686572" y="33212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F8C7FAF3-99D2-439A-A6E2-991FB3EAC4AC}"/>
              </a:ext>
            </a:extLst>
          </p:cNvPr>
          <p:cNvSpPr>
            <a:spLocks noGrp="1"/>
          </p:cNvSpPr>
          <p:nvPr/>
        </p:nvSpPr>
        <p:spPr>
          <a:xfrm>
            <a:off x="1589849" y="32122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D75AB2DB-6838-4582-A8D7-5A48A7DF239F}"/>
              </a:ext>
            </a:extLst>
          </p:cNvPr>
          <p:cNvSpPr>
            <a:spLocks noGrp="1"/>
          </p:cNvSpPr>
          <p:nvPr/>
        </p:nvSpPr>
        <p:spPr>
          <a:xfrm>
            <a:off x="1520151" y="33085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16740D2D-F26A-4010-B794-DF897AE75CDD}"/>
              </a:ext>
            </a:extLst>
          </p:cNvPr>
          <p:cNvSpPr>
            <a:spLocks noGrp="1"/>
          </p:cNvSpPr>
          <p:nvPr/>
        </p:nvSpPr>
        <p:spPr>
          <a:xfrm>
            <a:off x="165545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90CA767C-9DF5-4025-BC38-CFB674C5741D}"/>
              </a:ext>
            </a:extLst>
          </p:cNvPr>
          <p:cNvSpPr>
            <a:spLocks noGrp="1"/>
          </p:cNvSpPr>
          <p:nvPr/>
        </p:nvSpPr>
        <p:spPr>
          <a:xfrm>
            <a:off x="14859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4E7BB6B2-179F-476E-98C8-981C3DFA9593}"/>
              </a:ext>
            </a:extLst>
          </p:cNvPr>
          <p:cNvSpPr>
            <a:spLocks noGrp="1"/>
          </p:cNvSpPr>
          <p:nvPr/>
        </p:nvSpPr>
        <p:spPr>
          <a:xfrm>
            <a:off x="1621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3BAF5B14-68CF-467E-B714-4CACB4D8D79E}"/>
              </a:ext>
            </a:extLst>
          </p:cNvPr>
          <p:cNvSpPr>
            <a:spLocks noGrp="1"/>
          </p:cNvSpPr>
          <p:nvPr/>
        </p:nvSpPr>
        <p:spPr>
          <a:xfrm>
            <a:off x="1668796" y="28608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BA7DBD13-E3D6-49DE-A901-16F4FB904EEF}"/>
              </a:ext>
            </a:extLst>
          </p:cNvPr>
          <p:cNvSpPr>
            <a:spLocks noGrp="1"/>
          </p:cNvSpPr>
          <p:nvPr/>
        </p:nvSpPr>
        <p:spPr>
          <a:xfrm>
            <a:off x="1543226" y="33167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D85D1B65-033C-4AAC-86F0-DC8B225D2E76}"/>
              </a:ext>
            </a:extLst>
          </p:cNvPr>
          <p:cNvSpPr>
            <a:spLocks noGrp="1"/>
          </p:cNvSpPr>
          <p:nvPr/>
        </p:nvSpPr>
        <p:spPr>
          <a:xfrm>
            <a:off x="1485542" y="31538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04AD0F90-B5B1-4FB2-88E9-9AEACC40AD8D}"/>
              </a:ext>
            </a:extLst>
          </p:cNvPr>
          <p:cNvSpPr>
            <a:spLocks noGrp="1"/>
          </p:cNvSpPr>
          <p:nvPr/>
        </p:nvSpPr>
        <p:spPr>
          <a:xfrm>
            <a:off x="1601596" y="33133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C5614FA5-829B-4F2C-BDB2-3471668D5614}"/>
              </a:ext>
            </a:extLst>
          </p:cNvPr>
          <p:cNvSpPr>
            <a:spLocks noGrp="1"/>
          </p:cNvSpPr>
          <p:nvPr/>
        </p:nvSpPr>
        <p:spPr>
          <a:xfrm>
            <a:off x="15232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5F605233-4F3D-4F1C-A950-7564C6966B3D}"/>
              </a:ext>
            </a:extLst>
          </p:cNvPr>
          <p:cNvSpPr>
            <a:spLocks noGrp="1"/>
          </p:cNvSpPr>
          <p:nvPr/>
        </p:nvSpPr>
        <p:spPr>
          <a:xfrm>
            <a:off x="1470208" y="327402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7764CEB2-43F3-4969-85EE-061675A39ED0}"/>
              </a:ext>
            </a:extLst>
          </p:cNvPr>
          <p:cNvSpPr>
            <a:spLocks noGrp="1"/>
          </p:cNvSpPr>
          <p:nvPr/>
        </p:nvSpPr>
        <p:spPr>
          <a:xfrm>
            <a:off x="1680832" y="32082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63466A35-4755-4578-B4DF-2715DCC51BE5}"/>
              </a:ext>
            </a:extLst>
          </p:cNvPr>
          <p:cNvSpPr>
            <a:spLocks noGrp="1"/>
          </p:cNvSpPr>
          <p:nvPr/>
        </p:nvSpPr>
        <p:spPr>
          <a:xfrm>
            <a:off x="1626359" y="3013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C7D365B7-70D2-4D03-9359-416C0EC03A36}"/>
              </a:ext>
            </a:extLst>
          </p:cNvPr>
          <p:cNvSpPr>
            <a:spLocks noGrp="1"/>
          </p:cNvSpPr>
          <p:nvPr/>
        </p:nvSpPr>
        <p:spPr>
          <a:xfrm>
            <a:off x="1677314" y="33139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499D4F60-9D0A-454B-8C54-45DD7052F4D5}"/>
              </a:ext>
            </a:extLst>
          </p:cNvPr>
          <p:cNvSpPr>
            <a:spLocks noGrp="1"/>
          </p:cNvSpPr>
          <p:nvPr/>
        </p:nvSpPr>
        <p:spPr>
          <a:xfrm>
            <a:off x="1469978" y="331656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5CFDAE24-0317-4970-9683-EA6A2E662C02}"/>
              </a:ext>
            </a:extLst>
          </p:cNvPr>
          <p:cNvSpPr>
            <a:spLocks noGrp="1"/>
          </p:cNvSpPr>
          <p:nvPr/>
        </p:nvSpPr>
        <p:spPr>
          <a:xfrm>
            <a:off x="1640371" y="30666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D62CA7D9-07FA-401D-8D69-6911BB2B0A5B}"/>
              </a:ext>
            </a:extLst>
          </p:cNvPr>
          <p:cNvSpPr>
            <a:spLocks noGrp="1"/>
          </p:cNvSpPr>
          <p:nvPr/>
        </p:nvSpPr>
        <p:spPr>
          <a:xfrm>
            <a:off x="152972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717DDDA8-2FA7-447B-AEA2-21B3EDB26DBD}"/>
              </a:ext>
            </a:extLst>
          </p:cNvPr>
          <p:cNvSpPr>
            <a:spLocks noGrp="1"/>
          </p:cNvSpPr>
          <p:nvPr/>
        </p:nvSpPr>
        <p:spPr>
          <a:xfrm>
            <a:off x="1564734" y="31740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1417E2A1-2C74-4DFA-BC0B-F586C1BA515B}"/>
              </a:ext>
            </a:extLst>
          </p:cNvPr>
          <p:cNvSpPr>
            <a:spLocks noGrp="1"/>
          </p:cNvSpPr>
          <p:nvPr/>
        </p:nvSpPr>
        <p:spPr>
          <a:xfrm>
            <a:off x="15994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23D57620-E8FB-4D5C-83EF-E5EECB3CB4E3}"/>
              </a:ext>
            </a:extLst>
          </p:cNvPr>
          <p:cNvSpPr>
            <a:spLocks noGrp="1"/>
          </p:cNvSpPr>
          <p:nvPr/>
        </p:nvSpPr>
        <p:spPr>
          <a:xfrm>
            <a:off x="1675425" y="32968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40AB1065-AE22-4F73-B942-65CA9C53AE5B}"/>
              </a:ext>
            </a:extLst>
          </p:cNvPr>
          <p:cNvSpPr>
            <a:spLocks noGrp="1"/>
          </p:cNvSpPr>
          <p:nvPr/>
        </p:nvSpPr>
        <p:spPr>
          <a:xfrm>
            <a:off x="149929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23F43A4F-BF50-465F-90CE-CEAC38D0C1C4}"/>
              </a:ext>
            </a:extLst>
          </p:cNvPr>
          <p:cNvSpPr>
            <a:spLocks noGrp="1"/>
          </p:cNvSpPr>
          <p:nvPr/>
        </p:nvSpPr>
        <p:spPr>
          <a:xfrm>
            <a:off x="1612827" y="327592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4E1A31AA-AE4D-438D-AE30-3DB4D5BC1884}"/>
              </a:ext>
            </a:extLst>
          </p:cNvPr>
          <p:cNvSpPr>
            <a:spLocks noGrp="1"/>
          </p:cNvSpPr>
          <p:nvPr/>
        </p:nvSpPr>
        <p:spPr>
          <a:xfrm>
            <a:off x="1572522" y="3263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8D447701-C7E9-46E1-BC06-20EF38D137F2}"/>
              </a:ext>
            </a:extLst>
          </p:cNvPr>
          <p:cNvSpPr>
            <a:spLocks noGrp="1"/>
          </p:cNvSpPr>
          <p:nvPr/>
        </p:nvSpPr>
        <p:spPr>
          <a:xfrm>
            <a:off x="1575946" y="32398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06768F81-6D3E-4DE7-9556-C7F51C1D714D}"/>
              </a:ext>
            </a:extLst>
          </p:cNvPr>
          <p:cNvSpPr>
            <a:spLocks noGrp="1"/>
          </p:cNvSpPr>
          <p:nvPr/>
        </p:nvSpPr>
        <p:spPr>
          <a:xfrm>
            <a:off x="1500378" y="32577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7570819-FCB9-4163-B8A3-23AD7F64E067}"/>
              </a:ext>
            </a:extLst>
          </p:cNvPr>
          <p:cNvSpPr>
            <a:spLocks noGrp="1"/>
          </p:cNvSpPr>
          <p:nvPr/>
        </p:nvSpPr>
        <p:spPr>
          <a:xfrm>
            <a:off x="1666139" y="33191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BCF75443-6C11-4F10-A20A-8D0E88D5D91D}"/>
              </a:ext>
            </a:extLst>
          </p:cNvPr>
          <p:cNvSpPr>
            <a:spLocks noGrp="1"/>
          </p:cNvSpPr>
          <p:nvPr/>
        </p:nvSpPr>
        <p:spPr>
          <a:xfrm>
            <a:off x="1542079" y="3224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CFC4586F-372C-4243-8A1A-793EF99DEB19}"/>
              </a:ext>
            </a:extLst>
          </p:cNvPr>
          <p:cNvSpPr>
            <a:spLocks noGrp="1"/>
          </p:cNvSpPr>
          <p:nvPr/>
        </p:nvSpPr>
        <p:spPr>
          <a:xfrm>
            <a:off x="1676908" y="32954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E04AF0DB-5DFA-4B74-86B9-2EB7BA820C91}"/>
              </a:ext>
            </a:extLst>
          </p:cNvPr>
          <p:cNvSpPr>
            <a:spLocks noGrp="1"/>
          </p:cNvSpPr>
          <p:nvPr/>
        </p:nvSpPr>
        <p:spPr>
          <a:xfrm>
            <a:off x="156547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11F33DBB-4657-449A-9E19-878693DCB1B7}"/>
              </a:ext>
            </a:extLst>
          </p:cNvPr>
          <p:cNvSpPr>
            <a:spLocks noGrp="1"/>
          </p:cNvSpPr>
          <p:nvPr/>
        </p:nvSpPr>
        <p:spPr>
          <a:xfrm>
            <a:off x="156508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105E77BF-E4A2-4D19-87B8-43CAEB4BDF96}"/>
              </a:ext>
            </a:extLst>
          </p:cNvPr>
          <p:cNvSpPr>
            <a:spLocks noGrp="1"/>
          </p:cNvSpPr>
          <p:nvPr/>
        </p:nvSpPr>
        <p:spPr>
          <a:xfrm>
            <a:off x="1613726" y="32990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F2F303EF-D4BA-44AF-A6C6-56B25577D40F}"/>
              </a:ext>
            </a:extLst>
          </p:cNvPr>
          <p:cNvSpPr>
            <a:spLocks noGrp="1"/>
          </p:cNvSpPr>
          <p:nvPr/>
        </p:nvSpPr>
        <p:spPr>
          <a:xfrm>
            <a:off x="1668420" y="25431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BA40E430-7DB8-48D3-9CE8-8DA4FE750B3B}"/>
              </a:ext>
            </a:extLst>
          </p:cNvPr>
          <p:cNvSpPr>
            <a:spLocks noGrp="1"/>
          </p:cNvSpPr>
          <p:nvPr/>
        </p:nvSpPr>
        <p:spPr>
          <a:xfrm>
            <a:off x="151992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1D5968E8-225F-4FF6-80CC-7A62FCE1F5EB}"/>
              </a:ext>
            </a:extLst>
          </p:cNvPr>
          <p:cNvSpPr>
            <a:spLocks noGrp="1"/>
          </p:cNvSpPr>
          <p:nvPr/>
        </p:nvSpPr>
        <p:spPr>
          <a:xfrm>
            <a:off x="1608275" y="33164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9080E042-57FA-47EB-BDD9-CC0DD82133EA}"/>
              </a:ext>
            </a:extLst>
          </p:cNvPr>
          <p:cNvSpPr>
            <a:spLocks noGrp="1"/>
          </p:cNvSpPr>
          <p:nvPr/>
        </p:nvSpPr>
        <p:spPr>
          <a:xfrm>
            <a:off x="1555577" y="32857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F2857022-6AEB-47B3-A75E-A1F2640D5B70}"/>
              </a:ext>
            </a:extLst>
          </p:cNvPr>
          <p:cNvSpPr>
            <a:spLocks noGrp="1"/>
          </p:cNvSpPr>
          <p:nvPr/>
        </p:nvSpPr>
        <p:spPr>
          <a:xfrm>
            <a:off x="16068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074F427E-3E6B-4796-854B-E4BEC56C5EC1}"/>
              </a:ext>
            </a:extLst>
          </p:cNvPr>
          <p:cNvSpPr>
            <a:spLocks noGrp="1"/>
          </p:cNvSpPr>
          <p:nvPr/>
        </p:nvSpPr>
        <p:spPr>
          <a:xfrm>
            <a:off x="1665450" y="328204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B4328765-68D9-43F9-A760-1347347679D5}"/>
              </a:ext>
            </a:extLst>
          </p:cNvPr>
          <p:cNvSpPr>
            <a:spLocks noGrp="1"/>
          </p:cNvSpPr>
          <p:nvPr/>
        </p:nvSpPr>
        <p:spPr>
          <a:xfrm>
            <a:off x="1508287" y="33027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E0B15CB9-000C-4A15-AFFF-82FFA0F6B7FC}"/>
              </a:ext>
            </a:extLst>
          </p:cNvPr>
          <p:cNvSpPr>
            <a:spLocks noGrp="1"/>
          </p:cNvSpPr>
          <p:nvPr/>
        </p:nvSpPr>
        <p:spPr>
          <a:xfrm>
            <a:off x="156751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7D9AD561-8C59-474C-B047-CB14F1293532}"/>
              </a:ext>
            </a:extLst>
          </p:cNvPr>
          <p:cNvSpPr>
            <a:spLocks noGrp="1"/>
          </p:cNvSpPr>
          <p:nvPr/>
        </p:nvSpPr>
        <p:spPr>
          <a:xfrm>
            <a:off x="14857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CB51A534-155A-4C24-87E4-2D1E84FFB8CB}"/>
              </a:ext>
            </a:extLst>
          </p:cNvPr>
          <p:cNvSpPr>
            <a:spLocks noGrp="1"/>
          </p:cNvSpPr>
          <p:nvPr/>
        </p:nvSpPr>
        <p:spPr>
          <a:xfrm>
            <a:off x="159984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2C086D13-5EF6-4010-B82B-67DE4C3DAD91}"/>
              </a:ext>
            </a:extLst>
          </p:cNvPr>
          <p:cNvSpPr>
            <a:spLocks noGrp="1"/>
          </p:cNvSpPr>
          <p:nvPr/>
        </p:nvSpPr>
        <p:spPr>
          <a:xfrm>
            <a:off x="15406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36A897E6-5EE4-486D-B945-F9C689DC2E43}"/>
              </a:ext>
            </a:extLst>
          </p:cNvPr>
          <p:cNvSpPr>
            <a:spLocks noGrp="1"/>
          </p:cNvSpPr>
          <p:nvPr/>
        </p:nvSpPr>
        <p:spPr>
          <a:xfrm>
            <a:off x="1559570" y="328069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D7F55925-74C0-465C-A905-C4DE53C62436}"/>
              </a:ext>
            </a:extLst>
          </p:cNvPr>
          <p:cNvSpPr>
            <a:spLocks noGrp="1"/>
          </p:cNvSpPr>
          <p:nvPr/>
        </p:nvSpPr>
        <p:spPr>
          <a:xfrm>
            <a:off x="154065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01821B16-105B-40CF-A193-E0C3F058335B}"/>
              </a:ext>
            </a:extLst>
          </p:cNvPr>
          <p:cNvSpPr>
            <a:spLocks noGrp="1"/>
          </p:cNvSpPr>
          <p:nvPr/>
        </p:nvSpPr>
        <p:spPr>
          <a:xfrm>
            <a:off x="1531070" y="325485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233E6019-EEEF-484A-B8E8-508A02BC6F3B}"/>
              </a:ext>
            </a:extLst>
          </p:cNvPr>
          <p:cNvSpPr>
            <a:spLocks noGrp="1"/>
          </p:cNvSpPr>
          <p:nvPr/>
        </p:nvSpPr>
        <p:spPr>
          <a:xfrm>
            <a:off x="1634898" y="33019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7FFED7FE-1931-4258-99D5-4185042E75B7}"/>
              </a:ext>
            </a:extLst>
          </p:cNvPr>
          <p:cNvSpPr>
            <a:spLocks noGrp="1"/>
          </p:cNvSpPr>
          <p:nvPr/>
        </p:nvSpPr>
        <p:spPr>
          <a:xfrm>
            <a:off x="1553268" y="326698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77F27FF3-DDAA-407A-97EB-6309EBA5012B}"/>
              </a:ext>
            </a:extLst>
          </p:cNvPr>
          <p:cNvSpPr>
            <a:spLocks noGrp="1"/>
          </p:cNvSpPr>
          <p:nvPr/>
        </p:nvSpPr>
        <p:spPr>
          <a:xfrm>
            <a:off x="1657865" y="32649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C9F28E85-B39C-4EAF-A26A-286025D99855}"/>
              </a:ext>
            </a:extLst>
          </p:cNvPr>
          <p:cNvSpPr>
            <a:spLocks noGrp="1"/>
          </p:cNvSpPr>
          <p:nvPr/>
        </p:nvSpPr>
        <p:spPr>
          <a:xfrm>
            <a:off x="1534626" y="284681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64EB8773-02BE-4DF7-896E-D3147E0FE903}"/>
              </a:ext>
            </a:extLst>
          </p:cNvPr>
          <p:cNvSpPr>
            <a:spLocks noGrp="1"/>
          </p:cNvSpPr>
          <p:nvPr/>
        </p:nvSpPr>
        <p:spPr>
          <a:xfrm>
            <a:off x="1490399" y="33077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DCBBE210-DB6F-4F29-9489-A2987512D4E3}"/>
              </a:ext>
            </a:extLst>
          </p:cNvPr>
          <p:cNvSpPr>
            <a:spLocks noGrp="1"/>
          </p:cNvSpPr>
          <p:nvPr/>
        </p:nvSpPr>
        <p:spPr>
          <a:xfrm>
            <a:off x="147735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60F46CF5-26AF-413C-8BDA-C6837C7F3B00}"/>
              </a:ext>
            </a:extLst>
          </p:cNvPr>
          <p:cNvSpPr>
            <a:spLocks noGrp="1"/>
          </p:cNvSpPr>
          <p:nvPr/>
        </p:nvSpPr>
        <p:spPr>
          <a:xfrm>
            <a:off x="1623203" y="3313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0F91C446-B6A0-418B-A80F-0FE0171DE2E1}"/>
              </a:ext>
            </a:extLst>
          </p:cNvPr>
          <p:cNvSpPr>
            <a:spLocks noGrp="1"/>
          </p:cNvSpPr>
          <p:nvPr/>
        </p:nvSpPr>
        <p:spPr>
          <a:xfrm>
            <a:off x="1640420" y="332237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D82271CE-5540-444C-98F9-F31A914163F6}"/>
              </a:ext>
            </a:extLst>
          </p:cNvPr>
          <p:cNvSpPr>
            <a:spLocks noGrp="1"/>
          </p:cNvSpPr>
          <p:nvPr/>
        </p:nvSpPr>
        <p:spPr>
          <a:xfrm>
            <a:off x="1658649" y="31216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5BAEF04A-1762-45D8-8336-3D4FE894FAFD}"/>
              </a:ext>
            </a:extLst>
          </p:cNvPr>
          <p:cNvSpPr>
            <a:spLocks noGrp="1"/>
          </p:cNvSpPr>
          <p:nvPr/>
        </p:nvSpPr>
        <p:spPr>
          <a:xfrm>
            <a:off x="158828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74EA8AE4-F47D-4F67-8B68-FCF64667EA10}"/>
              </a:ext>
            </a:extLst>
          </p:cNvPr>
          <p:cNvSpPr>
            <a:spLocks noGrp="1"/>
          </p:cNvSpPr>
          <p:nvPr/>
        </p:nvSpPr>
        <p:spPr>
          <a:xfrm>
            <a:off x="1582893" y="32231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871FD0B9-330F-428F-A74B-B7E3D00E61DE}"/>
              </a:ext>
            </a:extLst>
          </p:cNvPr>
          <p:cNvSpPr>
            <a:spLocks noGrp="1"/>
          </p:cNvSpPr>
          <p:nvPr/>
        </p:nvSpPr>
        <p:spPr>
          <a:xfrm>
            <a:off x="1901364" y="20181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A7BFA857-3594-4461-8D50-7F74CFF07F11}"/>
              </a:ext>
            </a:extLst>
          </p:cNvPr>
          <p:cNvSpPr>
            <a:spLocks noGrp="1"/>
          </p:cNvSpPr>
          <p:nvPr/>
        </p:nvSpPr>
        <p:spPr>
          <a:xfrm>
            <a:off x="2036741" y="17140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647C89E7-7503-43EA-96F1-4C65EAF32236}"/>
              </a:ext>
            </a:extLst>
          </p:cNvPr>
          <p:cNvSpPr>
            <a:spLocks noGrp="1"/>
          </p:cNvSpPr>
          <p:nvPr/>
        </p:nvSpPr>
        <p:spPr>
          <a:xfrm>
            <a:off x="2030708" y="190675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10A92A98-4C73-4398-8D52-F91AA0835454}"/>
              </a:ext>
            </a:extLst>
          </p:cNvPr>
          <p:cNvSpPr>
            <a:spLocks noGrp="1"/>
          </p:cNvSpPr>
          <p:nvPr/>
        </p:nvSpPr>
        <p:spPr>
          <a:xfrm>
            <a:off x="1954365" y="31279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CC2758B7-31B5-4C21-BF3D-A581C1E0F733}"/>
              </a:ext>
            </a:extLst>
          </p:cNvPr>
          <p:cNvSpPr>
            <a:spLocks noGrp="1"/>
          </p:cNvSpPr>
          <p:nvPr/>
        </p:nvSpPr>
        <p:spPr>
          <a:xfrm>
            <a:off x="1992441" y="20181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B96CBCB9-1BAF-4667-A98E-BDE819CDDC91}"/>
              </a:ext>
            </a:extLst>
          </p:cNvPr>
          <p:cNvSpPr>
            <a:spLocks noGrp="1"/>
          </p:cNvSpPr>
          <p:nvPr/>
        </p:nvSpPr>
        <p:spPr>
          <a:xfrm>
            <a:off x="1828831" y="22497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4321E877-5B07-4F4C-A677-6C0EE8324AFB}"/>
              </a:ext>
            </a:extLst>
          </p:cNvPr>
          <p:cNvSpPr>
            <a:spLocks noGrp="1"/>
          </p:cNvSpPr>
          <p:nvPr/>
        </p:nvSpPr>
        <p:spPr>
          <a:xfrm>
            <a:off x="1884599" y="1790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ADAB808C-01AE-43A6-B682-7F72B37E3113}"/>
              </a:ext>
            </a:extLst>
          </p:cNvPr>
          <p:cNvSpPr>
            <a:spLocks noGrp="1"/>
          </p:cNvSpPr>
          <p:nvPr/>
        </p:nvSpPr>
        <p:spPr>
          <a:xfrm>
            <a:off x="1867712" y="18257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C17F8073-570B-4D74-A292-1BE10E63199F}"/>
              </a:ext>
            </a:extLst>
          </p:cNvPr>
          <p:cNvSpPr>
            <a:spLocks noGrp="1"/>
          </p:cNvSpPr>
          <p:nvPr/>
        </p:nvSpPr>
        <p:spPr>
          <a:xfrm>
            <a:off x="1893391" y="22979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ADC3C5D6-9129-45B3-8A46-094C2F815082}"/>
              </a:ext>
            </a:extLst>
          </p:cNvPr>
          <p:cNvSpPr>
            <a:spLocks noGrp="1"/>
          </p:cNvSpPr>
          <p:nvPr/>
        </p:nvSpPr>
        <p:spPr>
          <a:xfrm>
            <a:off x="1830946" y="1731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06964C4E-CF33-47A5-95D5-1816970D1B69}"/>
              </a:ext>
            </a:extLst>
          </p:cNvPr>
          <p:cNvSpPr>
            <a:spLocks noGrp="1"/>
          </p:cNvSpPr>
          <p:nvPr/>
        </p:nvSpPr>
        <p:spPr>
          <a:xfrm>
            <a:off x="2009311" y="25092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21A50FB5-61E2-4FD1-A519-607E8CB3E001}"/>
              </a:ext>
            </a:extLst>
          </p:cNvPr>
          <p:cNvSpPr>
            <a:spLocks noGrp="1"/>
          </p:cNvSpPr>
          <p:nvPr/>
        </p:nvSpPr>
        <p:spPr>
          <a:xfrm>
            <a:off x="1915222" y="22656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FB6BC451-FA97-4C3C-8087-E8F4134956DE}"/>
              </a:ext>
            </a:extLst>
          </p:cNvPr>
          <p:cNvSpPr>
            <a:spLocks noGrp="1"/>
          </p:cNvSpPr>
          <p:nvPr/>
        </p:nvSpPr>
        <p:spPr>
          <a:xfrm>
            <a:off x="1966046" y="23674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2848B122-4B9E-433D-A63F-B14C00D3FC8D}"/>
              </a:ext>
            </a:extLst>
          </p:cNvPr>
          <p:cNvSpPr>
            <a:spLocks noGrp="1"/>
          </p:cNvSpPr>
          <p:nvPr/>
        </p:nvSpPr>
        <p:spPr>
          <a:xfrm>
            <a:off x="1861432" y="20999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184235F-8ED9-41C7-AFED-3EEDE399B671}"/>
              </a:ext>
            </a:extLst>
          </p:cNvPr>
          <p:cNvSpPr>
            <a:spLocks noGrp="1"/>
          </p:cNvSpPr>
          <p:nvPr/>
        </p:nvSpPr>
        <p:spPr>
          <a:xfrm>
            <a:off x="1920421" y="18184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59F8F5CE-FD4F-497C-B423-9B39605C0FA8}"/>
              </a:ext>
            </a:extLst>
          </p:cNvPr>
          <p:cNvSpPr>
            <a:spLocks noGrp="1"/>
          </p:cNvSpPr>
          <p:nvPr/>
        </p:nvSpPr>
        <p:spPr>
          <a:xfrm>
            <a:off x="1888449" y="18613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8DD7B439-2058-4736-9667-4C001AE211B6}"/>
              </a:ext>
            </a:extLst>
          </p:cNvPr>
          <p:cNvSpPr>
            <a:spLocks noGrp="1"/>
          </p:cNvSpPr>
          <p:nvPr/>
        </p:nvSpPr>
        <p:spPr>
          <a:xfrm>
            <a:off x="1851002" y="23772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39DB28B7-8333-44D4-ADE4-96BA6FA538A7}"/>
              </a:ext>
            </a:extLst>
          </p:cNvPr>
          <p:cNvSpPr>
            <a:spLocks noGrp="1"/>
          </p:cNvSpPr>
          <p:nvPr/>
        </p:nvSpPr>
        <p:spPr>
          <a:xfrm>
            <a:off x="1844776" y="23967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DAE87611-56FC-4572-9E8D-6FB722CA14B7}"/>
              </a:ext>
            </a:extLst>
          </p:cNvPr>
          <p:cNvSpPr>
            <a:spLocks noGrp="1"/>
          </p:cNvSpPr>
          <p:nvPr/>
        </p:nvSpPr>
        <p:spPr>
          <a:xfrm>
            <a:off x="2008953" y="22814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18F8301F-8CD0-4AB5-AB8F-93F2DC25560C}"/>
              </a:ext>
            </a:extLst>
          </p:cNvPr>
          <p:cNvSpPr>
            <a:spLocks noGrp="1"/>
          </p:cNvSpPr>
          <p:nvPr/>
        </p:nvSpPr>
        <p:spPr>
          <a:xfrm>
            <a:off x="1937376" y="219534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D04939C4-6512-4755-BEB2-B8EE9267256D}"/>
              </a:ext>
            </a:extLst>
          </p:cNvPr>
          <p:cNvSpPr>
            <a:spLocks noGrp="1"/>
          </p:cNvSpPr>
          <p:nvPr/>
        </p:nvSpPr>
        <p:spPr>
          <a:xfrm>
            <a:off x="1895521" y="28832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DCC07C3B-4040-43C8-9A53-93E0469FDF70}"/>
              </a:ext>
            </a:extLst>
          </p:cNvPr>
          <p:cNvSpPr>
            <a:spLocks noGrp="1"/>
          </p:cNvSpPr>
          <p:nvPr/>
        </p:nvSpPr>
        <p:spPr>
          <a:xfrm>
            <a:off x="2008345" y="24876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57F7BE22-7728-4400-B392-98AE7BE12A74}"/>
              </a:ext>
            </a:extLst>
          </p:cNvPr>
          <p:cNvSpPr>
            <a:spLocks noGrp="1"/>
          </p:cNvSpPr>
          <p:nvPr/>
        </p:nvSpPr>
        <p:spPr>
          <a:xfrm>
            <a:off x="1858031" y="2284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FCAD1005-30C1-47FF-82A9-EB43087F90DF}"/>
              </a:ext>
            </a:extLst>
          </p:cNvPr>
          <p:cNvSpPr>
            <a:spLocks noGrp="1"/>
          </p:cNvSpPr>
          <p:nvPr/>
        </p:nvSpPr>
        <p:spPr>
          <a:xfrm>
            <a:off x="1838626" y="17622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ACAEFAD2-CED9-46A1-A297-E562A6E8A707}"/>
              </a:ext>
            </a:extLst>
          </p:cNvPr>
          <p:cNvSpPr>
            <a:spLocks noGrp="1"/>
          </p:cNvSpPr>
          <p:nvPr/>
        </p:nvSpPr>
        <p:spPr>
          <a:xfrm>
            <a:off x="1898983" y="30724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F536C4CA-F374-4D94-941C-1188A1BB44E6}"/>
              </a:ext>
            </a:extLst>
          </p:cNvPr>
          <p:cNvSpPr>
            <a:spLocks noGrp="1"/>
          </p:cNvSpPr>
          <p:nvPr/>
        </p:nvSpPr>
        <p:spPr>
          <a:xfrm>
            <a:off x="185055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5821974B-6F70-4C4D-B254-3BDA6CFBD275}"/>
              </a:ext>
            </a:extLst>
          </p:cNvPr>
          <p:cNvSpPr>
            <a:spLocks noGrp="1"/>
          </p:cNvSpPr>
          <p:nvPr/>
        </p:nvSpPr>
        <p:spPr>
          <a:xfrm>
            <a:off x="1967947" y="268563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6B8A47E9-CA45-4A5A-BFE5-C345AFC1F83F}"/>
              </a:ext>
            </a:extLst>
          </p:cNvPr>
          <p:cNvSpPr>
            <a:spLocks noGrp="1"/>
          </p:cNvSpPr>
          <p:nvPr/>
        </p:nvSpPr>
        <p:spPr>
          <a:xfrm>
            <a:off x="1837796" y="28050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65BD3736-1C78-4186-B052-AF67299965DD}"/>
              </a:ext>
            </a:extLst>
          </p:cNvPr>
          <p:cNvSpPr>
            <a:spLocks noGrp="1"/>
          </p:cNvSpPr>
          <p:nvPr/>
        </p:nvSpPr>
        <p:spPr>
          <a:xfrm>
            <a:off x="1909231" y="17373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B0AE8071-F83B-4F8D-8E5C-07A273BD6BD3}"/>
              </a:ext>
            </a:extLst>
          </p:cNvPr>
          <p:cNvSpPr>
            <a:spLocks noGrp="1"/>
          </p:cNvSpPr>
          <p:nvPr/>
        </p:nvSpPr>
        <p:spPr>
          <a:xfrm>
            <a:off x="1919097" y="17361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39612890-8E33-441D-96D9-7C60CA9EE659}"/>
              </a:ext>
            </a:extLst>
          </p:cNvPr>
          <p:cNvSpPr>
            <a:spLocks noGrp="1"/>
          </p:cNvSpPr>
          <p:nvPr/>
        </p:nvSpPr>
        <p:spPr>
          <a:xfrm>
            <a:off x="199938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7C947B0C-AF81-49A8-882E-11E2C7CCCD82}"/>
              </a:ext>
            </a:extLst>
          </p:cNvPr>
          <p:cNvSpPr>
            <a:spLocks noGrp="1"/>
          </p:cNvSpPr>
          <p:nvPr/>
        </p:nvSpPr>
        <p:spPr>
          <a:xfrm>
            <a:off x="1948802" y="23935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D9792313-5579-4336-A341-8A3D41B2834B}"/>
              </a:ext>
            </a:extLst>
          </p:cNvPr>
          <p:cNvSpPr>
            <a:spLocks noGrp="1"/>
          </p:cNvSpPr>
          <p:nvPr/>
        </p:nvSpPr>
        <p:spPr>
          <a:xfrm>
            <a:off x="18845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B82AE2C7-BB7F-404C-A449-D6FFEA43E7F9}"/>
              </a:ext>
            </a:extLst>
          </p:cNvPr>
          <p:cNvSpPr>
            <a:spLocks noGrp="1"/>
          </p:cNvSpPr>
          <p:nvPr/>
        </p:nvSpPr>
        <p:spPr>
          <a:xfrm>
            <a:off x="1829512" y="249181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F4340455-652C-4D9B-B266-0B2A5CFD4A94}"/>
              </a:ext>
            </a:extLst>
          </p:cNvPr>
          <p:cNvSpPr>
            <a:spLocks noGrp="1"/>
          </p:cNvSpPr>
          <p:nvPr/>
        </p:nvSpPr>
        <p:spPr>
          <a:xfrm>
            <a:off x="1822450" y="21170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430A59C6-6DCD-49AA-952E-6D759EE32EF9}"/>
              </a:ext>
            </a:extLst>
          </p:cNvPr>
          <p:cNvSpPr>
            <a:spLocks noGrp="1"/>
          </p:cNvSpPr>
          <p:nvPr/>
        </p:nvSpPr>
        <p:spPr>
          <a:xfrm>
            <a:off x="185399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A2B944FB-BD5A-4389-A501-E4C6D75273BB}"/>
              </a:ext>
            </a:extLst>
          </p:cNvPr>
          <p:cNvSpPr>
            <a:spLocks noGrp="1"/>
          </p:cNvSpPr>
          <p:nvPr/>
        </p:nvSpPr>
        <p:spPr>
          <a:xfrm>
            <a:off x="18782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6C88D16C-845A-4C88-A898-8C56EE29A6F8}"/>
              </a:ext>
            </a:extLst>
          </p:cNvPr>
          <p:cNvSpPr>
            <a:spLocks noGrp="1"/>
          </p:cNvSpPr>
          <p:nvPr/>
        </p:nvSpPr>
        <p:spPr>
          <a:xfrm>
            <a:off x="2011438" y="239819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74975A21-6DB1-44D7-91E1-D7E302533203}"/>
              </a:ext>
            </a:extLst>
          </p:cNvPr>
          <p:cNvSpPr>
            <a:spLocks noGrp="1"/>
          </p:cNvSpPr>
          <p:nvPr/>
        </p:nvSpPr>
        <p:spPr>
          <a:xfrm>
            <a:off x="1855666" y="16931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1D839E1B-8CF1-4CEF-AAA9-FD9584156D1F}"/>
              </a:ext>
            </a:extLst>
          </p:cNvPr>
          <p:cNvSpPr>
            <a:spLocks noGrp="1"/>
          </p:cNvSpPr>
          <p:nvPr/>
        </p:nvSpPr>
        <p:spPr>
          <a:xfrm>
            <a:off x="1959747" y="1752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FCEC05CD-AF33-44FC-812E-AEDF03C3C928}"/>
              </a:ext>
            </a:extLst>
          </p:cNvPr>
          <p:cNvSpPr>
            <a:spLocks noGrp="1"/>
          </p:cNvSpPr>
          <p:nvPr/>
        </p:nvSpPr>
        <p:spPr>
          <a:xfrm>
            <a:off x="197467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07896E0C-7F90-4A37-BDE7-0389B19F9F20}"/>
              </a:ext>
            </a:extLst>
          </p:cNvPr>
          <p:cNvSpPr>
            <a:spLocks noGrp="1"/>
          </p:cNvSpPr>
          <p:nvPr/>
        </p:nvSpPr>
        <p:spPr>
          <a:xfrm>
            <a:off x="1939140" y="17874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0C87421C-0239-4859-B33D-D20F294450AC}"/>
              </a:ext>
            </a:extLst>
          </p:cNvPr>
          <p:cNvSpPr>
            <a:spLocks noGrp="1"/>
          </p:cNvSpPr>
          <p:nvPr/>
        </p:nvSpPr>
        <p:spPr>
          <a:xfrm>
            <a:off x="1901553" y="25763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0BC16845-CF79-4515-9442-4A5B6E7B3F4B}"/>
              </a:ext>
            </a:extLst>
          </p:cNvPr>
          <p:cNvSpPr>
            <a:spLocks noGrp="1"/>
          </p:cNvSpPr>
          <p:nvPr/>
        </p:nvSpPr>
        <p:spPr>
          <a:xfrm>
            <a:off x="1972832" y="19581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9B33FAF8-C51F-464A-8299-7BD920F42E0D}"/>
              </a:ext>
            </a:extLst>
          </p:cNvPr>
          <p:cNvSpPr>
            <a:spLocks noGrp="1"/>
          </p:cNvSpPr>
          <p:nvPr/>
        </p:nvSpPr>
        <p:spPr>
          <a:xfrm>
            <a:off x="1864589" y="20348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089DAAE3-DAA7-4249-A138-0D8B142AF899}"/>
              </a:ext>
            </a:extLst>
          </p:cNvPr>
          <p:cNvSpPr>
            <a:spLocks noGrp="1"/>
          </p:cNvSpPr>
          <p:nvPr/>
        </p:nvSpPr>
        <p:spPr>
          <a:xfrm>
            <a:off x="1826189" y="26107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BD7F2483-587F-4113-BA7E-AA4889E10569}"/>
              </a:ext>
            </a:extLst>
          </p:cNvPr>
          <p:cNvSpPr>
            <a:spLocks noGrp="1"/>
          </p:cNvSpPr>
          <p:nvPr/>
        </p:nvSpPr>
        <p:spPr>
          <a:xfrm>
            <a:off x="2031828" y="25660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F900327D-B4C4-4223-834F-FB4B32E2E50C}"/>
              </a:ext>
            </a:extLst>
          </p:cNvPr>
          <p:cNvSpPr>
            <a:spLocks noGrp="1"/>
          </p:cNvSpPr>
          <p:nvPr/>
        </p:nvSpPr>
        <p:spPr>
          <a:xfrm>
            <a:off x="1972107" y="31830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24342666-7FA6-4B50-ACCA-61DE1AB1B7A3}"/>
              </a:ext>
            </a:extLst>
          </p:cNvPr>
          <p:cNvSpPr>
            <a:spLocks noGrp="1"/>
          </p:cNvSpPr>
          <p:nvPr/>
        </p:nvSpPr>
        <p:spPr>
          <a:xfrm>
            <a:off x="1883427" y="24735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6560B8E2-90CB-48E3-921D-B278B6008084}"/>
              </a:ext>
            </a:extLst>
          </p:cNvPr>
          <p:cNvSpPr>
            <a:spLocks noGrp="1"/>
          </p:cNvSpPr>
          <p:nvPr/>
        </p:nvSpPr>
        <p:spPr>
          <a:xfrm>
            <a:off x="1852589" y="179797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AC99EC6E-1ABC-4431-B36F-13D0A7B09D28}"/>
              </a:ext>
            </a:extLst>
          </p:cNvPr>
          <p:cNvSpPr>
            <a:spLocks noGrp="1"/>
          </p:cNvSpPr>
          <p:nvPr/>
        </p:nvSpPr>
        <p:spPr>
          <a:xfrm>
            <a:off x="2013256" y="21540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1F1BCEB4-CE92-443C-9629-D8FA2D64BF86}"/>
              </a:ext>
            </a:extLst>
          </p:cNvPr>
          <p:cNvSpPr>
            <a:spLocks noGrp="1"/>
          </p:cNvSpPr>
          <p:nvPr/>
        </p:nvSpPr>
        <p:spPr>
          <a:xfrm>
            <a:off x="186244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12A0839D-E6B2-4A83-B70A-80084F066F21}"/>
              </a:ext>
            </a:extLst>
          </p:cNvPr>
          <p:cNvSpPr>
            <a:spLocks noGrp="1"/>
          </p:cNvSpPr>
          <p:nvPr/>
        </p:nvSpPr>
        <p:spPr>
          <a:xfrm>
            <a:off x="1964887" y="23098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C382BE83-8BFD-49A5-8000-DDE99B5908E9}"/>
              </a:ext>
            </a:extLst>
          </p:cNvPr>
          <p:cNvSpPr>
            <a:spLocks noGrp="1"/>
          </p:cNvSpPr>
          <p:nvPr/>
        </p:nvSpPr>
        <p:spPr>
          <a:xfrm>
            <a:off x="1852670" y="23424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BAF89E90-DED6-4584-B44A-F9AB1D5E65BD}"/>
              </a:ext>
            </a:extLst>
          </p:cNvPr>
          <p:cNvSpPr>
            <a:spLocks noGrp="1"/>
          </p:cNvSpPr>
          <p:nvPr/>
        </p:nvSpPr>
        <p:spPr>
          <a:xfrm>
            <a:off x="1938402" y="21648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6A31BAAB-A977-4213-8914-08A182C65E2B}"/>
              </a:ext>
            </a:extLst>
          </p:cNvPr>
          <p:cNvSpPr>
            <a:spLocks noGrp="1"/>
          </p:cNvSpPr>
          <p:nvPr/>
        </p:nvSpPr>
        <p:spPr>
          <a:xfrm>
            <a:off x="2024767" y="22620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9F5985B9-17A4-43B6-B4A1-525D39082450}"/>
              </a:ext>
            </a:extLst>
          </p:cNvPr>
          <p:cNvSpPr>
            <a:spLocks noGrp="1"/>
          </p:cNvSpPr>
          <p:nvPr/>
        </p:nvSpPr>
        <p:spPr>
          <a:xfrm>
            <a:off x="1898301" y="32114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CBB45121-B5DD-43F3-BECF-5DBF7FEF362B}"/>
              </a:ext>
            </a:extLst>
          </p:cNvPr>
          <p:cNvSpPr>
            <a:spLocks noGrp="1"/>
          </p:cNvSpPr>
          <p:nvPr/>
        </p:nvSpPr>
        <p:spPr>
          <a:xfrm>
            <a:off x="1855400" y="16885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241028BE-E67C-41A2-94E3-2EC9E1C25F17}"/>
              </a:ext>
            </a:extLst>
          </p:cNvPr>
          <p:cNvSpPr>
            <a:spLocks noGrp="1"/>
          </p:cNvSpPr>
          <p:nvPr/>
        </p:nvSpPr>
        <p:spPr>
          <a:xfrm>
            <a:off x="1939398" y="19635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69366C9A-972E-4CA5-828F-6C8DB4359D57}"/>
              </a:ext>
            </a:extLst>
          </p:cNvPr>
          <p:cNvSpPr>
            <a:spLocks noGrp="1"/>
          </p:cNvSpPr>
          <p:nvPr/>
        </p:nvSpPr>
        <p:spPr>
          <a:xfrm>
            <a:off x="1899047" y="18425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EC413BFD-F5C4-4105-8FAF-29BF17A27077}"/>
              </a:ext>
            </a:extLst>
          </p:cNvPr>
          <p:cNvSpPr>
            <a:spLocks noGrp="1"/>
          </p:cNvSpPr>
          <p:nvPr/>
        </p:nvSpPr>
        <p:spPr>
          <a:xfrm>
            <a:off x="1905045" y="22589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FD4D64AB-8A31-4EE1-ADA6-7EEFF7A9995E}"/>
              </a:ext>
            </a:extLst>
          </p:cNvPr>
          <p:cNvSpPr>
            <a:spLocks noGrp="1"/>
          </p:cNvSpPr>
          <p:nvPr/>
        </p:nvSpPr>
        <p:spPr>
          <a:xfrm>
            <a:off x="1896712" y="159109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52A2D93E-1FC9-413E-9F09-BC2AC3217B2E}"/>
              </a:ext>
            </a:extLst>
          </p:cNvPr>
          <p:cNvSpPr>
            <a:spLocks noGrp="1"/>
          </p:cNvSpPr>
          <p:nvPr/>
        </p:nvSpPr>
        <p:spPr>
          <a:xfrm>
            <a:off x="2012228" y="223383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F6EDEA64-7213-4B0B-B8C3-9766C7ED3941}"/>
              </a:ext>
            </a:extLst>
          </p:cNvPr>
          <p:cNvSpPr>
            <a:spLocks noGrp="1"/>
          </p:cNvSpPr>
          <p:nvPr/>
        </p:nvSpPr>
        <p:spPr>
          <a:xfrm>
            <a:off x="1881421" y="29804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B66A9280-89D2-4914-B31F-8E61B5E13FA3}"/>
              </a:ext>
            </a:extLst>
          </p:cNvPr>
          <p:cNvSpPr>
            <a:spLocks noGrp="1"/>
          </p:cNvSpPr>
          <p:nvPr/>
        </p:nvSpPr>
        <p:spPr>
          <a:xfrm>
            <a:off x="1877981" y="30115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9D25E4F6-AF99-46C4-9EEC-D8D76F816894}"/>
              </a:ext>
            </a:extLst>
          </p:cNvPr>
          <p:cNvSpPr>
            <a:spLocks noGrp="1"/>
          </p:cNvSpPr>
          <p:nvPr/>
        </p:nvSpPr>
        <p:spPr>
          <a:xfrm>
            <a:off x="1945283" y="251201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3003E1E9-5304-4ABB-A1C0-C8D038789730}"/>
              </a:ext>
            </a:extLst>
          </p:cNvPr>
          <p:cNvSpPr>
            <a:spLocks noGrp="1"/>
          </p:cNvSpPr>
          <p:nvPr/>
        </p:nvSpPr>
        <p:spPr>
          <a:xfrm>
            <a:off x="1861578" y="27766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EBFC8FEB-FEEE-4E74-8D74-AD507ACAF63F}"/>
              </a:ext>
            </a:extLst>
          </p:cNvPr>
          <p:cNvSpPr>
            <a:spLocks noGrp="1"/>
          </p:cNvSpPr>
          <p:nvPr/>
        </p:nvSpPr>
        <p:spPr>
          <a:xfrm>
            <a:off x="191214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3957DFA0-8547-46C7-8682-C32243155B76}"/>
              </a:ext>
            </a:extLst>
          </p:cNvPr>
          <p:cNvSpPr>
            <a:spLocks noGrp="1"/>
          </p:cNvSpPr>
          <p:nvPr/>
        </p:nvSpPr>
        <p:spPr>
          <a:xfrm>
            <a:off x="1878082" y="20771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67327117-8A62-494D-8B43-578B918B654E}"/>
              </a:ext>
            </a:extLst>
          </p:cNvPr>
          <p:cNvSpPr>
            <a:spLocks noGrp="1"/>
          </p:cNvSpPr>
          <p:nvPr/>
        </p:nvSpPr>
        <p:spPr>
          <a:xfrm>
            <a:off x="1959393" y="27296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EA862B2B-4F24-4E3F-A8E6-DE85711D4BEE}"/>
              </a:ext>
            </a:extLst>
          </p:cNvPr>
          <p:cNvSpPr>
            <a:spLocks noGrp="1"/>
          </p:cNvSpPr>
          <p:nvPr/>
        </p:nvSpPr>
        <p:spPr>
          <a:xfrm>
            <a:off x="1838419" y="16949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B7F7FA26-18E5-490F-AFE6-FE48D8D9155D}"/>
              </a:ext>
            </a:extLst>
          </p:cNvPr>
          <p:cNvSpPr>
            <a:spLocks noGrp="1"/>
          </p:cNvSpPr>
          <p:nvPr/>
        </p:nvSpPr>
        <p:spPr>
          <a:xfrm>
            <a:off x="1890837" y="25919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06A47226-EA8A-44EE-B8A9-101EAF973C1B}"/>
              </a:ext>
            </a:extLst>
          </p:cNvPr>
          <p:cNvSpPr>
            <a:spLocks noGrp="1"/>
          </p:cNvSpPr>
          <p:nvPr/>
        </p:nvSpPr>
        <p:spPr>
          <a:xfrm>
            <a:off x="1975625" y="23305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AD8CD799-2D1D-4702-A4FB-2A135EDAAD28}"/>
              </a:ext>
            </a:extLst>
          </p:cNvPr>
          <p:cNvSpPr>
            <a:spLocks noGrp="1"/>
          </p:cNvSpPr>
          <p:nvPr/>
        </p:nvSpPr>
        <p:spPr>
          <a:xfrm>
            <a:off x="1839835" y="19536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431D8410-0677-455D-A21D-DDDD53A0425B}"/>
              </a:ext>
            </a:extLst>
          </p:cNvPr>
          <p:cNvSpPr>
            <a:spLocks noGrp="1"/>
          </p:cNvSpPr>
          <p:nvPr/>
        </p:nvSpPr>
        <p:spPr>
          <a:xfrm>
            <a:off x="1964994" y="27541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889BE9AF-8DDC-42FC-94D5-BF870A98715B}"/>
              </a:ext>
            </a:extLst>
          </p:cNvPr>
          <p:cNvSpPr>
            <a:spLocks noGrp="1"/>
          </p:cNvSpPr>
          <p:nvPr/>
        </p:nvSpPr>
        <p:spPr>
          <a:xfrm>
            <a:off x="1853753" y="28568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58E7E43B-2C73-4B02-AE34-91CD484CE7EF}"/>
              </a:ext>
            </a:extLst>
          </p:cNvPr>
          <p:cNvSpPr>
            <a:spLocks noGrp="1"/>
          </p:cNvSpPr>
          <p:nvPr/>
        </p:nvSpPr>
        <p:spPr>
          <a:xfrm>
            <a:off x="200279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83AB6A44-53C3-4CC8-A0A0-BC52C375D51C}"/>
              </a:ext>
            </a:extLst>
          </p:cNvPr>
          <p:cNvSpPr>
            <a:spLocks noGrp="1"/>
          </p:cNvSpPr>
          <p:nvPr/>
        </p:nvSpPr>
        <p:spPr>
          <a:xfrm>
            <a:off x="1921862" y="18352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2FE23AFD-7038-4E86-B7FE-BDDB5445AB5E}"/>
              </a:ext>
            </a:extLst>
          </p:cNvPr>
          <p:cNvSpPr>
            <a:spLocks noGrp="1"/>
          </p:cNvSpPr>
          <p:nvPr/>
        </p:nvSpPr>
        <p:spPr>
          <a:xfrm>
            <a:off x="1917715" y="203876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AE48A0E4-1D6B-42B3-A907-353F0B09B66A}"/>
              </a:ext>
            </a:extLst>
          </p:cNvPr>
          <p:cNvSpPr>
            <a:spLocks noGrp="1"/>
          </p:cNvSpPr>
          <p:nvPr/>
        </p:nvSpPr>
        <p:spPr>
          <a:xfrm>
            <a:off x="1907567" y="18976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4AB15843-DE5C-4C00-9180-F5758AF760CF}"/>
              </a:ext>
            </a:extLst>
          </p:cNvPr>
          <p:cNvSpPr>
            <a:spLocks noGrp="1"/>
          </p:cNvSpPr>
          <p:nvPr/>
        </p:nvSpPr>
        <p:spPr>
          <a:xfrm>
            <a:off x="2030860" y="17685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7DE3A61B-B72E-484E-B62F-A2768F23C6CA}"/>
              </a:ext>
            </a:extLst>
          </p:cNvPr>
          <p:cNvSpPr>
            <a:spLocks noGrp="1"/>
          </p:cNvSpPr>
          <p:nvPr/>
        </p:nvSpPr>
        <p:spPr>
          <a:xfrm>
            <a:off x="188117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13F409AD-D717-45A6-99FF-B62A91D1E613}"/>
              </a:ext>
            </a:extLst>
          </p:cNvPr>
          <p:cNvSpPr>
            <a:spLocks noGrp="1"/>
          </p:cNvSpPr>
          <p:nvPr/>
        </p:nvSpPr>
        <p:spPr>
          <a:xfrm>
            <a:off x="2004546" y="1903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0F83E2F1-99B0-4B8F-AF25-69CDB7FA0657}"/>
              </a:ext>
            </a:extLst>
          </p:cNvPr>
          <p:cNvSpPr>
            <a:spLocks noGrp="1"/>
          </p:cNvSpPr>
          <p:nvPr/>
        </p:nvSpPr>
        <p:spPr>
          <a:xfrm>
            <a:off x="1895730" y="20049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55E4D659-97E8-47DE-9132-25196F76F507}"/>
              </a:ext>
            </a:extLst>
          </p:cNvPr>
          <p:cNvSpPr>
            <a:spLocks noGrp="1"/>
          </p:cNvSpPr>
          <p:nvPr/>
        </p:nvSpPr>
        <p:spPr>
          <a:xfrm>
            <a:off x="1874998" y="168265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8FA00FE4-6369-42CC-B5AD-DD3B81C6C6DC}"/>
              </a:ext>
            </a:extLst>
          </p:cNvPr>
          <p:cNvSpPr>
            <a:spLocks noGrp="1"/>
          </p:cNvSpPr>
          <p:nvPr/>
        </p:nvSpPr>
        <p:spPr>
          <a:xfrm>
            <a:off x="2036399" y="27974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1736BC9B-0036-490A-9601-FAF0D4D7B24F}"/>
              </a:ext>
            </a:extLst>
          </p:cNvPr>
          <p:cNvSpPr>
            <a:spLocks noGrp="1"/>
          </p:cNvSpPr>
          <p:nvPr/>
        </p:nvSpPr>
        <p:spPr>
          <a:xfrm>
            <a:off x="1919434" y="24090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8E0E89CC-A566-4720-A9CD-2960BAB18AC8}"/>
              </a:ext>
            </a:extLst>
          </p:cNvPr>
          <p:cNvSpPr>
            <a:spLocks noGrp="1"/>
          </p:cNvSpPr>
          <p:nvPr/>
        </p:nvSpPr>
        <p:spPr>
          <a:xfrm>
            <a:off x="1923628" y="15545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1A05F337-40BD-49E9-9E3D-4D150A08C037}"/>
              </a:ext>
            </a:extLst>
          </p:cNvPr>
          <p:cNvSpPr>
            <a:spLocks noGrp="1"/>
          </p:cNvSpPr>
          <p:nvPr/>
        </p:nvSpPr>
        <p:spPr>
          <a:xfrm>
            <a:off x="1903948" y="30623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DD3BC906-AE5A-475A-93C7-E9ADD5F875A9}"/>
              </a:ext>
            </a:extLst>
          </p:cNvPr>
          <p:cNvSpPr>
            <a:spLocks noGrp="1"/>
          </p:cNvSpPr>
          <p:nvPr/>
        </p:nvSpPr>
        <p:spPr>
          <a:xfrm>
            <a:off x="1978311" y="17420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0C9082A5-BB42-4DBC-833E-7B64692B26B2}"/>
              </a:ext>
            </a:extLst>
          </p:cNvPr>
          <p:cNvSpPr>
            <a:spLocks noGrp="1"/>
          </p:cNvSpPr>
          <p:nvPr/>
        </p:nvSpPr>
        <p:spPr>
          <a:xfrm>
            <a:off x="1945689" y="26491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CD890D8B-F566-4D39-800A-71D1181526BA}"/>
              </a:ext>
            </a:extLst>
          </p:cNvPr>
          <p:cNvSpPr>
            <a:spLocks noGrp="1"/>
          </p:cNvSpPr>
          <p:nvPr/>
        </p:nvSpPr>
        <p:spPr>
          <a:xfrm>
            <a:off x="2006826" y="29534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75C9C636-8B66-47AD-B87A-8B57C9E620A9}"/>
              </a:ext>
            </a:extLst>
          </p:cNvPr>
          <p:cNvSpPr>
            <a:spLocks noGrp="1"/>
          </p:cNvSpPr>
          <p:nvPr/>
        </p:nvSpPr>
        <p:spPr>
          <a:xfrm>
            <a:off x="1938114" y="15849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BC567A30-35E2-458E-8411-191162D69E32}"/>
              </a:ext>
            </a:extLst>
          </p:cNvPr>
          <p:cNvSpPr>
            <a:spLocks noGrp="1"/>
          </p:cNvSpPr>
          <p:nvPr/>
        </p:nvSpPr>
        <p:spPr>
          <a:xfrm>
            <a:off x="1902117" y="18506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6097C967-EC73-4317-ACAD-36EC64D3E82B}"/>
              </a:ext>
            </a:extLst>
          </p:cNvPr>
          <p:cNvSpPr>
            <a:spLocks noGrp="1"/>
          </p:cNvSpPr>
          <p:nvPr/>
        </p:nvSpPr>
        <p:spPr>
          <a:xfrm>
            <a:off x="188587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DB2CD4BD-AF01-4C0D-BC65-BED4607D8459}"/>
              </a:ext>
            </a:extLst>
          </p:cNvPr>
          <p:cNvSpPr>
            <a:spLocks noGrp="1"/>
          </p:cNvSpPr>
          <p:nvPr/>
        </p:nvSpPr>
        <p:spPr>
          <a:xfrm>
            <a:off x="1904120" y="26017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0A5D866F-2A36-4A6F-90BA-64545A3BA224}"/>
              </a:ext>
            </a:extLst>
          </p:cNvPr>
          <p:cNvSpPr>
            <a:spLocks noGrp="1"/>
          </p:cNvSpPr>
          <p:nvPr/>
        </p:nvSpPr>
        <p:spPr>
          <a:xfrm>
            <a:off x="1928583" y="25122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956214BE-52D0-4132-9CE9-A3F1907DECC7}"/>
              </a:ext>
            </a:extLst>
          </p:cNvPr>
          <p:cNvSpPr>
            <a:spLocks noGrp="1"/>
          </p:cNvSpPr>
          <p:nvPr/>
        </p:nvSpPr>
        <p:spPr>
          <a:xfrm>
            <a:off x="1935924" y="2632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0012F34B-3F60-4569-86F0-3DBE9017A49F}"/>
              </a:ext>
            </a:extLst>
          </p:cNvPr>
          <p:cNvSpPr>
            <a:spLocks noGrp="1"/>
          </p:cNvSpPr>
          <p:nvPr/>
        </p:nvSpPr>
        <p:spPr>
          <a:xfrm>
            <a:off x="20098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077094F2-6DC7-4ECA-8E36-36BD747A2467}"/>
              </a:ext>
            </a:extLst>
          </p:cNvPr>
          <p:cNvSpPr>
            <a:spLocks noGrp="1"/>
          </p:cNvSpPr>
          <p:nvPr/>
        </p:nvSpPr>
        <p:spPr>
          <a:xfrm>
            <a:off x="2024029" y="22522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D09E1685-DCFD-4B08-B2BE-E4C433114183}"/>
              </a:ext>
            </a:extLst>
          </p:cNvPr>
          <p:cNvSpPr>
            <a:spLocks noGrp="1"/>
          </p:cNvSpPr>
          <p:nvPr/>
        </p:nvSpPr>
        <p:spPr>
          <a:xfrm>
            <a:off x="1880134" y="175684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A989CF57-6BEB-4FD4-BF32-E21D03429DCF}"/>
              </a:ext>
            </a:extLst>
          </p:cNvPr>
          <p:cNvSpPr>
            <a:spLocks noGrp="1"/>
          </p:cNvSpPr>
          <p:nvPr/>
        </p:nvSpPr>
        <p:spPr>
          <a:xfrm>
            <a:off x="1853720" y="30099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FC590435-A0D6-4CB7-B895-AE4CB290AEFB}"/>
              </a:ext>
            </a:extLst>
          </p:cNvPr>
          <p:cNvSpPr>
            <a:spLocks noGrp="1"/>
          </p:cNvSpPr>
          <p:nvPr/>
        </p:nvSpPr>
        <p:spPr>
          <a:xfrm>
            <a:off x="200768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B05A4F1-252D-497B-96F4-FEC56A17B018}"/>
              </a:ext>
            </a:extLst>
          </p:cNvPr>
          <p:cNvSpPr>
            <a:spLocks noGrp="1"/>
          </p:cNvSpPr>
          <p:nvPr/>
        </p:nvSpPr>
        <p:spPr>
          <a:xfrm>
            <a:off x="182516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30FB6773-4AA6-42B9-8020-DD7E603E4CEA}"/>
              </a:ext>
            </a:extLst>
          </p:cNvPr>
          <p:cNvSpPr>
            <a:spLocks noGrp="1"/>
          </p:cNvSpPr>
          <p:nvPr/>
        </p:nvSpPr>
        <p:spPr>
          <a:xfrm>
            <a:off x="1949304" y="2709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74B7370C-6913-4230-B11E-BCB7B176AF97}"/>
              </a:ext>
            </a:extLst>
          </p:cNvPr>
          <p:cNvSpPr>
            <a:spLocks noGrp="1"/>
          </p:cNvSpPr>
          <p:nvPr/>
        </p:nvSpPr>
        <p:spPr>
          <a:xfrm>
            <a:off x="1964973" y="27865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340A0954-1A32-446C-9152-262D2CDE9357}"/>
              </a:ext>
            </a:extLst>
          </p:cNvPr>
          <p:cNvSpPr>
            <a:spLocks noGrp="1"/>
          </p:cNvSpPr>
          <p:nvPr/>
        </p:nvSpPr>
        <p:spPr>
          <a:xfrm>
            <a:off x="1985576" y="16869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EF7940A-5A8D-4F9B-925C-05751B1BA576}"/>
              </a:ext>
            </a:extLst>
          </p:cNvPr>
          <p:cNvSpPr>
            <a:spLocks noGrp="1"/>
          </p:cNvSpPr>
          <p:nvPr/>
        </p:nvSpPr>
        <p:spPr>
          <a:xfrm>
            <a:off x="1992283" y="20617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52FBC616-9521-415B-9277-DE6D5FA3676E}"/>
              </a:ext>
            </a:extLst>
          </p:cNvPr>
          <p:cNvSpPr>
            <a:spLocks noGrp="1"/>
          </p:cNvSpPr>
          <p:nvPr/>
        </p:nvSpPr>
        <p:spPr>
          <a:xfrm>
            <a:off x="1959133" y="25999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604D06E1-A3AA-4DD9-A721-B00991BC1CCF}"/>
              </a:ext>
            </a:extLst>
          </p:cNvPr>
          <p:cNvSpPr>
            <a:spLocks noGrp="1"/>
          </p:cNvSpPr>
          <p:nvPr/>
        </p:nvSpPr>
        <p:spPr>
          <a:xfrm>
            <a:off x="1851724" y="25024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23C1CE45-2DF6-484E-A86F-237FCD98973E}"/>
              </a:ext>
            </a:extLst>
          </p:cNvPr>
          <p:cNvSpPr>
            <a:spLocks noGrp="1"/>
          </p:cNvSpPr>
          <p:nvPr/>
        </p:nvSpPr>
        <p:spPr>
          <a:xfrm>
            <a:off x="1891226" y="27528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2F6D88FD-1D29-4E70-B575-4DBF549371A9}"/>
              </a:ext>
            </a:extLst>
          </p:cNvPr>
          <p:cNvSpPr>
            <a:spLocks noGrp="1"/>
          </p:cNvSpPr>
          <p:nvPr/>
        </p:nvSpPr>
        <p:spPr>
          <a:xfrm>
            <a:off x="1820672" y="23395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4EA64C31-E687-4B9A-9CB4-9624A0175771}"/>
              </a:ext>
            </a:extLst>
          </p:cNvPr>
          <p:cNvSpPr>
            <a:spLocks noGrp="1"/>
          </p:cNvSpPr>
          <p:nvPr/>
        </p:nvSpPr>
        <p:spPr>
          <a:xfrm>
            <a:off x="2034424" y="221023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1CEDF86A-4A5A-4C09-B430-DD34BCF5802B}"/>
              </a:ext>
            </a:extLst>
          </p:cNvPr>
          <p:cNvSpPr>
            <a:spLocks noGrp="1"/>
          </p:cNvSpPr>
          <p:nvPr/>
        </p:nvSpPr>
        <p:spPr>
          <a:xfrm>
            <a:off x="1893168" y="19215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3E24362F-FFB7-47C1-A627-2CA008287CF9}"/>
              </a:ext>
            </a:extLst>
          </p:cNvPr>
          <p:cNvSpPr>
            <a:spLocks noGrp="1"/>
          </p:cNvSpPr>
          <p:nvPr/>
        </p:nvSpPr>
        <p:spPr>
          <a:xfrm>
            <a:off x="1965136" y="22804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BE305F80-E82E-4646-AC10-82A849C3ED3F}"/>
              </a:ext>
            </a:extLst>
          </p:cNvPr>
          <p:cNvSpPr>
            <a:spLocks noGrp="1"/>
          </p:cNvSpPr>
          <p:nvPr/>
        </p:nvSpPr>
        <p:spPr>
          <a:xfrm>
            <a:off x="1840353" y="273566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286188A0-C785-4CE2-894E-687C2A0396B6}"/>
              </a:ext>
            </a:extLst>
          </p:cNvPr>
          <p:cNvSpPr>
            <a:spLocks noGrp="1"/>
          </p:cNvSpPr>
          <p:nvPr/>
        </p:nvSpPr>
        <p:spPr>
          <a:xfrm>
            <a:off x="1857008" y="29942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1E92C801-A7E8-4EB7-AC08-55E4DA85AF3D}"/>
              </a:ext>
            </a:extLst>
          </p:cNvPr>
          <p:cNvSpPr>
            <a:spLocks noGrp="1"/>
          </p:cNvSpPr>
          <p:nvPr/>
        </p:nvSpPr>
        <p:spPr>
          <a:xfrm>
            <a:off x="2017870" y="18669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61FBAEBD-A54A-4BBA-918B-686B222B2A8A}"/>
              </a:ext>
            </a:extLst>
          </p:cNvPr>
          <p:cNvSpPr>
            <a:spLocks noGrp="1"/>
          </p:cNvSpPr>
          <p:nvPr/>
        </p:nvSpPr>
        <p:spPr>
          <a:xfrm>
            <a:off x="191566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855C2BB4-0B4C-4CCA-AB75-7AA0C1995BBE}"/>
              </a:ext>
            </a:extLst>
          </p:cNvPr>
          <p:cNvSpPr>
            <a:spLocks noGrp="1"/>
          </p:cNvSpPr>
          <p:nvPr/>
        </p:nvSpPr>
        <p:spPr>
          <a:xfrm>
            <a:off x="1831689" y="17917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7D352DE9-9D89-4A68-952E-2AAF3192087F}"/>
              </a:ext>
            </a:extLst>
          </p:cNvPr>
          <p:cNvSpPr>
            <a:spLocks noGrp="1"/>
          </p:cNvSpPr>
          <p:nvPr/>
        </p:nvSpPr>
        <p:spPr>
          <a:xfrm>
            <a:off x="189392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C2A849A1-1B8E-4420-B1FE-0ED56BCEBF66}"/>
              </a:ext>
            </a:extLst>
          </p:cNvPr>
          <p:cNvSpPr>
            <a:spLocks noGrp="1"/>
          </p:cNvSpPr>
          <p:nvPr/>
        </p:nvSpPr>
        <p:spPr>
          <a:xfrm>
            <a:off x="1848983" y="2188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CA4A55D6-B7DA-43FF-8B0B-507229781F82}"/>
              </a:ext>
            </a:extLst>
          </p:cNvPr>
          <p:cNvSpPr>
            <a:spLocks noGrp="1"/>
          </p:cNvSpPr>
          <p:nvPr/>
        </p:nvSpPr>
        <p:spPr>
          <a:xfrm>
            <a:off x="1887502" y="27887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BE59DD27-C77E-487B-9204-5FC2DF4713A0}"/>
              </a:ext>
            </a:extLst>
          </p:cNvPr>
          <p:cNvSpPr>
            <a:spLocks noGrp="1"/>
          </p:cNvSpPr>
          <p:nvPr/>
        </p:nvSpPr>
        <p:spPr>
          <a:xfrm>
            <a:off x="1935867" y="29345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6483FBDF-1DA0-4A17-AA70-B84C4AA24B49}"/>
              </a:ext>
            </a:extLst>
          </p:cNvPr>
          <p:cNvSpPr>
            <a:spLocks noGrp="1"/>
          </p:cNvSpPr>
          <p:nvPr/>
        </p:nvSpPr>
        <p:spPr>
          <a:xfrm>
            <a:off x="1873301" y="18448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41270572-644D-469D-BBE6-289025DECFD2}"/>
              </a:ext>
            </a:extLst>
          </p:cNvPr>
          <p:cNvSpPr>
            <a:spLocks noGrp="1"/>
          </p:cNvSpPr>
          <p:nvPr/>
        </p:nvSpPr>
        <p:spPr>
          <a:xfrm>
            <a:off x="1972899" y="16712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E72A9037-B2C0-4563-8024-5B720F84C252}"/>
              </a:ext>
            </a:extLst>
          </p:cNvPr>
          <p:cNvSpPr>
            <a:spLocks noGrp="1"/>
          </p:cNvSpPr>
          <p:nvPr/>
        </p:nvSpPr>
        <p:spPr>
          <a:xfrm>
            <a:off x="1950077" y="285312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4E44735D-8F99-4F99-9650-C83AE56F6E49}"/>
              </a:ext>
            </a:extLst>
          </p:cNvPr>
          <p:cNvSpPr>
            <a:spLocks noGrp="1"/>
          </p:cNvSpPr>
          <p:nvPr/>
        </p:nvSpPr>
        <p:spPr>
          <a:xfrm>
            <a:off x="192241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10C340DA-B9B3-4C95-A305-FBD11FE4FD3D}"/>
              </a:ext>
            </a:extLst>
          </p:cNvPr>
          <p:cNvSpPr>
            <a:spLocks noGrp="1"/>
          </p:cNvSpPr>
          <p:nvPr/>
        </p:nvSpPr>
        <p:spPr>
          <a:xfrm>
            <a:off x="1976152" y="22932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D3786DB7-814A-4701-B7F7-99F3F87194FF}"/>
              </a:ext>
            </a:extLst>
          </p:cNvPr>
          <p:cNvSpPr>
            <a:spLocks noGrp="1"/>
          </p:cNvSpPr>
          <p:nvPr/>
        </p:nvSpPr>
        <p:spPr>
          <a:xfrm>
            <a:off x="1958106" y="175233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F050F57A-FDB6-487C-957A-53CEA2F6C83A}"/>
              </a:ext>
            </a:extLst>
          </p:cNvPr>
          <p:cNvSpPr>
            <a:spLocks noGrp="1"/>
          </p:cNvSpPr>
          <p:nvPr/>
        </p:nvSpPr>
        <p:spPr>
          <a:xfrm>
            <a:off x="1866955" y="21299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561ABFD2-7998-43CF-BFC6-34BC4F7B2F64}"/>
              </a:ext>
            </a:extLst>
          </p:cNvPr>
          <p:cNvSpPr>
            <a:spLocks noGrp="1"/>
          </p:cNvSpPr>
          <p:nvPr/>
        </p:nvSpPr>
        <p:spPr>
          <a:xfrm>
            <a:off x="1964325" y="22467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BB1D00DC-C2BD-43EE-B5A9-815AD7BEF65F}"/>
              </a:ext>
            </a:extLst>
          </p:cNvPr>
          <p:cNvSpPr>
            <a:spLocks noGrp="1"/>
          </p:cNvSpPr>
          <p:nvPr/>
        </p:nvSpPr>
        <p:spPr>
          <a:xfrm>
            <a:off x="1890747" y="18061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4BB4AC21-AE4A-4A89-858C-09A160B59E95}"/>
              </a:ext>
            </a:extLst>
          </p:cNvPr>
          <p:cNvSpPr>
            <a:spLocks noGrp="1"/>
          </p:cNvSpPr>
          <p:nvPr/>
        </p:nvSpPr>
        <p:spPr>
          <a:xfrm>
            <a:off x="1976776" y="18356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1C468F98-9B6F-425C-8369-DCFB3FFD4086}"/>
              </a:ext>
            </a:extLst>
          </p:cNvPr>
          <p:cNvSpPr>
            <a:spLocks noGrp="1"/>
          </p:cNvSpPr>
          <p:nvPr/>
        </p:nvSpPr>
        <p:spPr>
          <a:xfrm>
            <a:off x="1945044" y="23017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AB67631E-D0E0-483E-A230-CBD26B8F476A}"/>
              </a:ext>
            </a:extLst>
          </p:cNvPr>
          <p:cNvSpPr>
            <a:spLocks noGrp="1"/>
          </p:cNvSpPr>
          <p:nvPr/>
        </p:nvSpPr>
        <p:spPr>
          <a:xfrm>
            <a:off x="1835618" y="20484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FAB5F4EC-FAA7-4111-811B-FC2EB021A2D2}"/>
              </a:ext>
            </a:extLst>
          </p:cNvPr>
          <p:cNvSpPr>
            <a:spLocks noGrp="1"/>
          </p:cNvSpPr>
          <p:nvPr/>
        </p:nvSpPr>
        <p:spPr>
          <a:xfrm>
            <a:off x="1975840" y="24411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9B0B1459-ACAF-4750-A318-5CA819306F1A}"/>
              </a:ext>
            </a:extLst>
          </p:cNvPr>
          <p:cNvSpPr>
            <a:spLocks noGrp="1"/>
          </p:cNvSpPr>
          <p:nvPr/>
        </p:nvSpPr>
        <p:spPr>
          <a:xfrm>
            <a:off x="1992859" y="192560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A50ADACB-935A-493D-8A4B-FE8F4B1C7741}"/>
              </a:ext>
            </a:extLst>
          </p:cNvPr>
          <p:cNvSpPr>
            <a:spLocks noGrp="1"/>
          </p:cNvSpPr>
          <p:nvPr/>
        </p:nvSpPr>
        <p:spPr>
          <a:xfrm>
            <a:off x="196763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4FD4B928-0AED-49B9-8A9F-99611F569EC8}"/>
              </a:ext>
            </a:extLst>
          </p:cNvPr>
          <p:cNvSpPr>
            <a:spLocks noGrp="1"/>
          </p:cNvSpPr>
          <p:nvPr/>
        </p:nvSpPr>
        <p:spPr>
          <a:xfrm>
            <a:off x="1925866" y="22834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AB4A88D5-CF00-4E2B-8C0B-6BF852F517CD}"/>
              </a:ext>
            </a:extLst>
          </p:cNvPr>
          <p:cNvSpPr>
            <a:spLocks noGrp="1"/>
          </p:cNvSpPr>
          <p:nvPr/>
        </p:nvSpPr>
        <p:spPr>
          <a:xfrm>
            <a:off x="1876495" y="184314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66C25DB4-0E27-4BC5-BB18-D984E04A48FA}"/>
              </a:ext>
            </a:extLst>
          </p:cNvPr>
          <p:cNvSpPr>
            <a:spLocks noGrp="1"/>
          </p:cNvSpPr>
          <p:nvPr/>
        </p:nvSpPr>
        <p:spPr>
          <a:xfrm>
            <a:off x="183273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C1CCEB83-3A95-4D09-8B59-4AFEE6583F22}"/>
              </a:ext>
            </a:extLst>
          </p:cNvPr>
          <p:cNvSpPr>
            <a:spLocks noGrp="1"/>
          </p:cNvSpPr>
          <p:nvPr/>
        </p:nvSpPr>
        <p:spPr>
          <a:xfrm>
            <a:off x="1984272" y="223628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93BA61C9-3C2F-4578-84B4-4560F557C660}"/>
              </a:ext>
            </a:extLst>
          </p:cNvPr>
          <p:cNvSpPr>
            <a:spLocks noGrp="1"/>
          </p:cNvSpPr>
          <p:nvPr/>
        </p:nvSpPr>
        <p:spPr>
          <a:xfrm>
            <a:off x="200787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98D92EFF-0999-4B90-B18A-BDB15A31F620}"/>
              </a:ext>
            </a:extLst>
          </p:cNvPr>
          <p:cNvSpPr>
            <a:spLocks noGrp="1"/>
          </p:cNvSpPr>
          <p:nvPr/>
        </p:nvSpPr>
        <p:spPr>
          <a:xfrm>
            <a:off x="198085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F0F7F122-A81B-48DC-8501-FF8755F57029}"/>
              </a:ext>
            </a:extLst>
          </p:cNvPr>
          <p:cNvSpPr>
            <a:spLocks noGrp="1"/>
          </p:cNvSpPr>
          <p:nvPr/>
        </p:nvSpPr>
        <p:spPr>
          <a:xfrm>
            <a:off x="1877223" y="31201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78627CBC-BE5A-4EB7-B0A9-30A19FCEFB3B}"/>
              </a:ext>
            </a:extLst>
          </p:cNvPr>
          <p:cNvSpPr>
            <a:spLocks noGrp="1"/>
          </p:cNvSpPr>
          <p:nvPr/>
        </p:nvSpPr>
        <p:spPr>
          <a:xfrm>
            <a:off x="1950732" y="23427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E7DF4D3F-AD83-46E3-90F4-48F7DD94ABFD}"/>
              </a:ext>
            </a:extLst>
          </p:cNvPr>
          <p:cNvSpPr>
            <a:spLocks noGrp="1"/>
          </p:cNvSpPr>
          <p:nvPr/>
        </p:nvSpPr>
        <p:spPr>
          <a:xfrm>
            <a:off x="1847133" y="30799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491FACA3-B029-41B9-9167-864CA52950FC}"/>
              </a:ext>
            </a:extLst>
          </p:cNvPr>
          <p:cNvSpPr>
            <a:spLocks noGrp="1"/>
          </p:cNvSpPr>
          <p:nvPr/>
        </p:nvSpPr>
        <p:spPr>
          <a:xfrm>
            <a:off x="1953266" y="214134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B9A4CCD1-6C02-4AA3-8104-03397A6C9BF7}"/>
              </a:ext>
            </a:extLst>
          </p:cNvPr>
          <p:cNvSpPr>
            <a:spLocks noGrp="1"/>
          </p:cNvSpPr>
          <p:nvPr/>
        </p:nvSpPr>
        <p:spPr>
          <a:xfrm>
            <a:off x="1960643" y="18092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B0944F7C-0343-4EA2-85E6-1AEA4705B293}"/>
              </a:ext>
            </a:extLst>
          </p:cNvPr>
          <p:cNvSpPr>
            <a:spLocks noGrp="1"/>
          </p:cNvSpPr>
          <p:nvPr/>
        </p:nvSpPr>
        <p:spPr>
          <a:xfrm>
            <a:off x="1913660" y="271890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9A5D2151-9B6A-4BEF-9967-1F475C03C3E0}"/>
              </a:ext>
            </a:extLst>
          </p:cNvPr>
          <p:cNvSpPr>
            <a:spLocks noGrp="1"/>
          </p:cNvSpPr>
          <p:nvPr/>
        </p:nvSpPr>
        <p:spPr>
          <a:xfrm>
            <a:off x="1960798" y="19007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F6D2B258-9ED1-4CCF-B88D-71B14CD124F9}"/>
              </a:ext>
            </a:extLst>
          </p:cNvPr>
          <p:cNvSpPr>
            <a:spLocks noGrp="1"/>
          </p:cNvSpPr>
          <p:nvPr/>
        </p:nvSpPr>
        <p:spPr>
          <a:xfrm>
            <a:off x="1989359" y="279694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9A5E1A9D-450C-4D60-923C-9A50166C44C4}"/>
              </a:ext>
            </a:extLst>
          </p:cNvPr>
          <p:cNvSpPr>
            <a:spLocks noGrp="1"/>
          </p:cNvSpPr>
          <p:nvPr/>
        </p:nvSpPr>
        <p:spPr>
          <a:xfrm>
            <a:off x="2006767" y="22510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8AD732C3-D4BC-4875-A9EE-67B4335B61AD}"/>
              </a:ext>
            </a:extLst>
          </p:cNvPr>
          <p:cNvSpPr>
            <a:spLocks noGrp="1"/>
          </p:cNvSpPr>
          <p:nvPr/>
        </p:nvSpPr>
        <p:spPr>
          <a:xfrm>
            <a:off x="2034303" y="2943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5FC21EBE-5443-4AD6-BCFF-F8CE0F1F01B9}"/>
              </a:ext>
            </a:extLst>
          </p:cNvPr>
          <p:cNvSpPr>
            <a:spLocks noGrp="1"/>
          </p:cNvSpPr>
          <p:nvPr/>
        </p:nvSpPr>
        <p:spPr>
          <a:xfrm>
            <a:off x="1833574" y="24439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BC260817-0AB1-4C1D-BF3B-B30301F794C9}"/>
              </a:ext>
            </a:extLst>
          </p:cNvPr>
          <p:cNvSpPr>
            <a:spLocks noGrp="1"/>
          </p:cNvSpPr>
          <p:nvPr/>
        </p:nvSpPr>
        <p:spPr>
          <a:xfrm>
            <a:off x="1950947" y="20486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A8B88001-555E-49CE-9A64-96BA8B2EE0FF}"/>
              </a:ext>
            </a:extLst>
          </p:cNvPr>
          <p:cNvSpPr>
            <a:spLocks noGrp="1"/>
          </p:cNvSpPr>
          <p:nvPr/>
        </p:nvSpPr>
        <p:spPr>
          <a:xfrm>
            <a:off x="1895131" y="18669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CF146A36-6FB2-480B-85B6-62D19672A7AE}"/>
              </a:ext>
            </a:extLst>
          </p:cNvPr>
          <p:cNvSpPr>
            <a:spLocks noGrp="1"/>
          </p:cNvSpPr>
          <p:nvPr/>
        </p:nvSpPr>
        <p:spPr>
          <a:xfrm>
            <a:off x="1950929" y="27605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A83441AF-8250-4194-9840-B4E8AFA22D70}"/>
              </a:ext>
            </a:extLst>
          </p:cNvPr>
          <p:cNvSpPr>
            <a:spLocks noGrp="1"/>
          </p:cNvSpPr>
          <p:nvPr/>
        </p:nvSpPr>
        <p:spPr>
          <a:xfrm>
            <a:off x="2001514" y="18686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F061AA80-2108-4217-84B7-3BB197065532}"/>
              </a:ext>
            </a:extLst>
          </p:cNvPr>
          <p:cNvSpPr>
            <a:spLocks noGrp="1"/>
          </p:cNvSpPr>
          <p:nvPr/>
        </p:nvSpPr>
        <p:spPr>
          <a:xfrm>
            <a:off x="2005185" y="30488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15A82A5C-436D-4733-8E53-4FCB17CBEA44}"/>
              </a:ext>
            </a:extLst>
          </p:cNvPr>
          <p:cNvSpPr>
            <a:spLocks noGrp="1"/>
          </p:cNvSpPr>
          <p:nvPr/>
        </p:nvSpPr>
        <p:spPr>
          <a:xfrm>
            <a:off x="1844653" y="18184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33FCD1C2-5576-490B-8437-58DE55D0EBDE}"/>
              </a:ext>
            </a:extLst>
          </p:cNvPr>
          <p:cNvSpPr>
            <a:spLocks noGrp="1"/>
          </p:cNvSpPr>
          <p:nvPr/>
        </p:nvSpPr>
        <p:spPr>
          <a:xfrm>
            <a:off x="1853827" y="21562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6FDDB29A-6809-4029-BB9A-7B5A0A9BB18D}"/>
              </a:ext>
            </a:extLst>
          </p:cNvPr>
          <p:cNvSpPr>
            <a:spLocks noGrp="1"/>
          </p:cNvSpPr>
          <p:nvPr/>
        </p:nvSpPr>
        <p:spPr>
          <a:xfrm>
            <a:off x="1853793" y="1813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C7CDDE5F-E604-493C-AC6D-03CFD9086502}"/>
              </a:ext>
            </a:extLst>
          </p:cNvPr>
          <p:cNvSpPr>
            <a:spLocks noGrp="1"/>
          </p:cNvSpPr>
          <p:nvPr/>
        </p:nvSpPr>
        <p:spPr>
          <a:xfrm>
            <a:off x="1969013" y="28662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56D80F27-A569-436B-935D-B2E919B1E02F}"/>
              </a:ext>
            </a:extLst>
          </p:cNvPr>
          <p:cNvSpPr>
            <a:spLocks noGrp="1"/>
          </p:cNvSpPr>
          <p:nvPr/>
        </p:nvSpPr>
        <p:spPr>
          <a:xfrm>
            <a:off x="1842576" y="205176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19E35EAB-9477-4E97-B4F1-EAAF43F1E0D2}"/>
              </a:ext>
            </a:extLst>
          </p:cNvPr>
          <p:cNvSpPr>
            <a:spLocks noGrp="1"/>
          </p:cNvSpPr>
          <p:nvPr/>
        </p:nvSpPr>
        <p:spPr>
          <a:xfrm>
            <a:off x="1971489" y="24787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9CF90059-41BD-45EA-8E62-61A39E503435}"/>
              </a:ext>
            </a:extLst>
          </p:cNvPr>
          <p:cNvSpPr>
            <a:spLocks noGrp="1"/>
          </p:cNvSpPr>
          <p:nvPr/>
        </p:nvSpPr>
        <p:spPr>
          <a:xfrm>
            <a:off x="1918288" y="248301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B3B29368-F39B-4355-8AA0-EA5B27EF98F7}"/>
              </a:ext>
            </a:extLst>
          </p:cNvPr>
          <p:cNvSpPr>
            <a:spLocks noGrp="1"/>
          </p:cNvSpPr>
          <p:nvPr/>
        </p:nvSpPr>
        <p:spPr>
          <a:xfrm>
            <a:off x="1899659" y="24875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88D4F47C-42FE-42F8-89AC-C7423AF05288}"/>
              </a:ext>
            </a:extLst>
          </p:cNvPr>
          <p:cNvSpPr>
            <a:spLocks noGrp="1"/>
          </p:cNvSpPr>
          <p:nvPr/>
        </p:nvSpPr>
        <p:spPr>
          <a:xfrm>
            <a:off x="1851709" y="24478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A05ECBF3-9991-4356-BC29-202FC2165FCD}"/>
              </a:ext>
            </a:extLst>
          </p:cNvPr>
          <p:cNvSpPr>
            <a:spLocks noGrp="1"/>
          </p:cNvSpPr>
          <p:nvPr/>
        </p:nvSpPr>
        <p:spPr>
          <a:xfrm>
            <a:off x="1919658" y="1926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EFCE35B3-44FC-4E9E-B1E2-259E3BE61E51}"/>
              </a:ext>
            </a:extLst>
          </p:cNvPr>
          <p:cNvSpPr>
            <a:spLocks noGrp="1"/>
          </p:cNvSpPr>
          <p:nvPr/>
        </p:nvSpPr>
        <p:spPr>
          <a:xfrm>
            <a:off x="1882327" y="32072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57A9D592-4771-4346-ACB7-B28EF79A5C91}"/>
              </a:ext>
            </a:extLst>
          </p:cNvPr>
          <p:cNvSpPr>
            <a:spLocks noGrp="1"/>
          </p:cNvSpPr>
          <p:nvPr/>
        </p:nvSpPr>
        <p:spPr>
          <a:xfrm>
            <a:off x="2019231" y="25489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E0F9AAE6-0613-415E-801E-7461A47A0569}"/>
              </a:ext>
            </a:extLst>
          </p:cNvPr>
          <p:cNvSpPr>
            <a:spLocks noGrp="1"/>
          </p:cNvSpPr>
          <p:nvPr/>
        </p:nvSpPr>
        <p:spPr>
          <a:xfrm>
            <a:off x="1992561" y="21216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F7C0DD9B-F006-481F-8F66-8F4B7918A9D9}"/>
              </a:ext>
            </a:extLst>
          </p:cNvPr>
          <p:cNvSpPr>
            <a:spLocks noGrp="1"/>
          </p:cNvSpPr>
          <p:nvPr/>
        </p:nvSpPr>
        <p:spPr>
          <a:xfrm>
            <a:off x="1948710" y="2631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B89BFDAD-4F07-40E1-9162-385AE962C3C6}"/>
              </a:ext>
            </a:extLst>
          </p:cNvPr>
          <p:cNvSpPr>
            <a:spLocks noGrp="1"/>
          </p:cNvSpPr>
          <p:nvPr/>
        </p:nvSpPr>
        <p:spPr>
          <a:xfrm>
            <a:off x="18518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E9EB8386-A65F-49E7-B8DB-6318549C37B6}"/>
              </a:ext>
            </a:extLst>
          </p:cNvPr>
          <p:cNvSpPr>
            <a:spLocks noGrp="1"/>
          </p:cNvSpPr>
          <p:nvPr/>
        </p:nvSpPr>
        <p:spPr>
          <a:xfrm>
            <a:off x="1891029" y="29607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E95C4D25-3023-40E9-A8B0-1511203680D6}"/>
              </a:ext>
            </a:extLst>
          </p:cNvPr>
          <p:cNvSpPr>
            <a:spLocks noGrp="1"/>
          </p:cNvSpPr>
          <p:nvPr/>
        </p:nvSpPr>
        <p:spPr>
          <a:xfrm>
            <a:off x="187847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733A3031-5EB1-4190-AABD-52189AB79EF5}"/>
              </a:ext>
            </a:extLst>
          </p:cNvPr>
          <p:cNvSpPr>
            <a:spLocks noGrp="1"/>
          </p:cNvSpPr>
          <p:nvPr/>
        </p:nvSpPr>
        <p:spPr>
          <a:xfrm>
            <a:off x="196733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60231924-EF4F-4262-9102-08D57AC7A8C9}"/>
              </a:ext>
            </a:extLst>
          </p:cNvPr>
          <p:cNvSpPr>
            <a:spLocks noGrp="1"/>
          </p:cNvSpPr>
          <p:nvPr/>
        </p:nvSpPr>
        <p:spPr>
          <a:xfrm>
            <a:off x="2312671" y="17457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E28C66E2-888B-495D-A174-E139C101D455}"/>
              </a:ext>
            </a:extLst>
          </p:cNvPr>
          <p:cNvSpPr>
            <a:spLocks noGrp="1"/>
          </p:cNvSpPr>
          <p:nvPr/>
        </p:nvSpPr>
        <p:spPr>
          <a:xfrm>
            <a:off x="2194048" y="16316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79224CB9-9C7F-4736-9431-B16ACA4F121C}"/>
              </a:ext>
            </a:extLst>
          </p:cNvPr>
          <p:cNvSpPr>
            <a:spLocks noGrp="1"/>
          </p:cNvSpPr>
          <p:nvPr/>
        </p:nvSpPr>
        <p:spPr>
          <a:xfrm>
            <a:off x="2360246" y="17365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E81494E3-BE31-49D2-91C0-D79971874DA7}"/>
              </a:ext>
            </a:extLst>
          </p:cNvPr>
          <p:cNvSpPr>
            <a:spLocks noGrp="1"/>
          </p:cNvSpPr>
          <p:nvPr/>
        </p:nvSpPr>
        <p:spPr>
          <a:xfrm>
            <a:off x="2195795" y="30772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E63C4247-C1AD-4DEC-A2DF-B774D2B711E0}"/>
              </a:ext>
            </a:extLst>
          </p:cNvPr>
          <p:cNvSpPr>
            <a:spLocks noGrp="1"/>
          </p:cNvSpPr>
          <p:nvPr/>
        </p:nvSpPr>
        <p:spPr>
          <a:xfrm>
            <a:off x="2298780" y="186324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8E564696-7A83-4B2B-99FE-796D26AFE5EB}"/>
              </a:ext>
            </a:extLst>
          </p:cNvPr>
          <p:cNvSpPr>
            <a:spLocks noGrp="1"/>
          </p:cNvSpPr>
          <p:nvPr/>
        </p:nvSpPr>
        <p:spPr>
          <a:xfrm>
            <a:off x="2301053" y="19465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78780D3D-7DDC-439A-8844-CDA8C02A1CB6}"/>
              </a:ext>
            </a:extLst>
          </p:cNvPr>
          <p:cNvSpPr>
            <a:spLocks noGrp="1"/>
          </p:cNvSpPr>
          <p:nvPr/>
        </p:nvSpPr>
        <p:spPr>
          <a:xfrm>
            <a:off x="2385756" y="17666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5DDFF499-77AD-4E14-BCCE-5A17232F7973}"/>
              </a:ext>
            </a:extLst>
          </p:cNvPr>
          <p:cNvSpPr>
            <a:spLocks noGrp="1"/>
          </p:cNvSpPr>
          <p:nvPr/>
        </p:nvSpPr>
        <p:spPr>
          <a:xfrm>
            <a:off x="2294203" y="18226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2938AA1F-FA92-4C3F-875F-4C775D3B2E9E}"/>
              </a:ext>
            </a:extLst>
          </p:cNvPr>
          <p:cNvSpPr>
            <a:spLocks noGrp="1"/>
          </p:cNvSpPr>
          <p:nvPr/>
        </p:nvSpPr>
        <p:spPr>
          <a:xfrm>
            <a:off x="2292841" y="26078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A940F49A-DADD-4018-A815-C3EA4FA0214D}"/>
              </a:ext>
            </a:extLst>
          </p:cNvPr>
          <p:cNvSpPr>
            <a:spLocks noGrp="1"/>
          </p:cNvSpPr>
          <p:nvPr/>
        </p:nvSpPr>
        <p:spPr>
          <a:xfrm>
            <a:off x="2292765" y="2529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4AE74F0F-B417-4F11-8522-7D406810342B}"/>
              </a:ext>
            </a:extLst>
          </p:cNvPr>
          <p:cNvSpPr>
            <a:spLocks noGrp="1"/>
          </p:cNvSpPr>
          <p:nvPr/>
        </p:nvSpPr>
        <p:spPr>
          <a:xfrm>
            <a:off x="2243676" y="25683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4E83FBA6-D6C5-4FD5-9CE7-5E57B3D322F9}"/>
              </a:ext>
            </a:extLst>
          </p:cNvPr>
          <p:cNvSpPr>
            <a:spLocks noGrp="1"/>
          </p:cNvSpPr>
          <p:nvPr/>
        </p:nvSpPr>
        <p:spPr>
          <a:xfrm>
            <a:off x="2181503" y="17806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BC468924-AF94-4119-A021-E4FD04E742D0}"/>
              </a:ext>
            </a:extLst>
          </p:cNvPr>
          <p:cNvSpPr>
            <a:spLocks noGrp="1"/>
          </p:cNvSpPr>
          <p:nvPr/>
        </p:nvSpPr>
        <p:spPr>
          <a:xfrm>
            <a:off x="2356272" y="20067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3137329F-A20C-4CA3-8CE3-78F395972781}"/>
              </a:ext>
            </a:extLst>
          </p:cNvPr>
          <p:cNvSpPr>
            <a:spLocks noGrp="1"/>
          </p:cNvSpPr>
          <p:nvPr/>
        </p:nvSpPr>
        <p:spPr>
          <a:xfrm>
            <a:off x="2169516" y="239367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C4C0D439-46FF-4539-B87A-B140128D403A}"/>
              </a:ext>
            </a:extLst>
          </p:cNvPr>
          <p:cNvSpPr>
            <a:spLocks noGrp="1"/>
          </p:cNvSpPr>
          <p:nvPr/>
        </p:nvSpPr>
        <p:spPr>
          <a:xfrm>
            <a:off x="2384236" y="18266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3936077E-88F1-4C00-9F75-EC399E1F98ED}"/>
              </a:ext>
            </a:extLst>
          </p:cNvPr>
          <p:cNvSpPr>
            <a:spLocks noGrp="1"/>
          </p:cNvSpPr>
          <p:nvPr/>
        </p:nvSpPr>
        <p:spPr>
          <a:xfrm>
            <a:off x="2361673" y="18326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37B40918-C6FA-412A-896B-7EE51B765994}"/>
              </a:ext>
            </a:extLst>
          </p:cNvPr>
          <p:cNvSpPr>
            <a:spLocks noGrp="1"/>
          </p:cNvSpPr>
          <p:nvPr/>
        </p:nvSpPr>
        <p:spPr>
          <a:xfrm>
            <a:off x="2247830" y="27033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57A52490-991F-44D0-8253-418405077A15}"/>
              </a:ext>
            </a:extLst>
          </p:cNvPr>
          <p:cNvSpPr>
            <a:spLocks noGrp="1"/>
          </p:cNvSpPr>
          <p:nvPr/>
        </p:nvSpPr>
        <p:spPr>
          <a:xfrm>
            <a:off x="2331436" y="1915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606FAC06-653C-440A-84C9-0D816E0CE612}"/>
              </a:ext>
            </a:extLst>
          </p:cNvPr>
          <p:cNvSpPr>
            <a:spLocks noGrp="1"/>
          </p:cNvSpPr>
          <p:nvPr/>
        </p:nvSpPr>
        <p:spPr>
          <a:xfrm>
            <a:off x="2227891" y="19693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E6E7931F-B407-4189-A710-CEF9A82F21FC}"/>
              </a:ext>
            </a:extLst>
          </p:cNvPr>
          <p:cNvSpPr>
            <a:spLocks noGrp="1"/>
          </p:cNvSpPr>
          <p:nvPr/>
        </p:nvSpPr>
        <p:spPr>
          <a:xfrm>
            <a:off x="2177523" y="202540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3F655281-5AC3-4A09-9CF7-1ED91DE94B4A}"/>
              </a:ext>
            </a:extLst>
          </p:cNvPr>
          <p:cNvSpPr>
            <a:spLocks noGrp="1"/>
          </p:cNvSpPr>
          <p:nvPr/>
        </p:nvSpPr>
        <p:spPr>
          <a:xfrm>
            <a:off x="2352883" y="2459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2C1029A9-6611-4F95-8CA6-2CA26FA170B9}"/>
              </a:ext>
            </a:extLst>
          </p:cNvPr>
          <p:cNvSpPr>
            <a:spLocks noGrp="1"/>
          </p:cNvSpPr>
          <p:nvPr/>
        </p:nvSpPr>
        <p:spPr>
          <a:xfrm>
            <a:off x="2193467" y="19960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96029CCA-A779-4074-AFE3-0202D6D70643}"/>
              </a:ext>
            </a:extLst>
          </p:cNvPr>
          <p:cNvSpPr>
            <a:spLocks noGrp="1"/>
          </p:cNvSpPr>
          <p:nvPr/>
        </p:nvSpPr>
        <p:spPr>
          <a:xfrm>
            <a:off x="2211670" y="22161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5BF0633C-8F78-46DC-AFF6-76F810CCFE02}"/>
              </a:ext>
            </a:extLst>
          </p:cNvPr>
          <p:cNvSpPr>
            <a:spLocks noGrp="1"/>
          </p:cNvSpPr>
          <p:nvPr/>
        </p:nvSpPr>
        <p:spPr>
          <a:xfrm>
            <a:off x="2215973" y="1755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020A6260-7BD6-47D8-999E-8B067782A649}"/>
              </a:ext>
            </a:extLst>
          </p:cNvPr>
          <p:cNvSpPr>
            <a:spLocks noGrp="1"/>
          </p:cNvSpPr>
          <p:nvPr/>
        </p:nvSpPr>
        <p:spPr>
          <a:xfrm>
            <a:off x="2331210" y="28790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D1E9060E-CAB0-4DC1-A8D0-3E75352B5FBA}"/>
              </a:ext>
            </a:extLst>
          </p:cNvPr>
          <p:cNvSpPr>
            <a:spLocks noGrp="1"/>
          </p:cNvSpPr>
          <p:nvPr/>
        </p:nvSpPr>
        <p:spPr>
          <a:xfrm>
            <a:off x="227354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131A51A8-0B73-4516-9CB3-9BB757F8CDA7}"/>
              </a:ext>
            </a:extLst>
          </p:cNvPr>
          <p:cNvSpPr>
            <a:spLocks noGrp="1"/>
          </p:cNvSpPr>
          <p:nvPr/>
        </p:nvSpPr>
        <p:spPr>
          <a:xfrm>
            <a:off x="2169083" y="27019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C8D3C611-11BC-441A-B69B-B78169B81C35}"/>
              </a:ext>
            </a:extLst>
          </p:cNvPr>
          <p:cNvSpPr>
            <a:spLocks noGrp="1"/>
          </p:cNvSpPr>
          <p:nvPr/>
        </p:nvSpPr>
        <p:spPr>
          <a:xfrm>
            <a:off x="2197936" y="2728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35C266E0-B675-4F9E-92A4-52CC4ACFDC5E}"/>
              </a:ext>
            </a:extLst>
          </p:cNvPr>
          <p:cNvSpPr>
            <a:spLocks noGrp="1"/>
          </p:cNvSpPr>
          <p:nvPr/>
        </p:nvSpPr>
        <p:spPr>
          <a:xfrm>
            <a:off x="2275244" y="17400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9788BC4D-166B-44B8-8AFD-F056B581231B}"/>
              </a:ext>
            </a:extLst>
          </p:cNvPr>
          <p:cNvSpPr>
            <a:spLocks noGrp="1"/>
          </p:cNvSpPr>
          <p:nvPr/>
        </p:nvSpPr>
        <p:spPr>
          <a:xfrm>
            <a:off x="2353393" y="1730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30C1F830-4AA2-4503-B69D-674294E644BF}"/>
              </a:ext>
            </a:extLst>
          </p:cNvPr>
          <p:cNvSpPr>
            <a:spLocks noGrp="1"/>
          </p:cNvSpPr>
          <p:nvPr/>
        </p:nvSpPr>
        <p:spPr>
          <a:xfrm>
            <a:off x="2253591" y="26009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5F14AE0A-C194-44EF-8D55-02A695B18948}"/>
              </a:ext>
            </a:extLst>
          </p:cNvPr>
          <p:cNvSpPr>
            <a:spLocks noGrp="1"/>
          </p:cNvSpPr>
          <p:nvPr/>
        </p:nvSpPr>
        <p:spPr>
          <a:xfrm>
            <a:off x="2255979" y="22028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37259EF5-A72F-4ED9-9B5F-29211110DE23}"/>
              </a:ext>
            </a:extLst>
          </p:cNvPr>
          <p:cNvSpPr>
            <a:spLocks noGrp="1"/>
          </p:cNvSpPr>
          <p:nvPr/>
        </p:nvSpPr>
        <p:spPr>
          <a:xfrm>
            <a:off x="218949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61CE5945-1893-4F58-94CA-32CDF0F2224B}"/>
              </a:ext>
            </a:extLst>
          </p:cNvPr>
          <p:cNvSpPr>
            <a:spLocks noGrp="1"/>
          </p:cNvSpPr>
          <p:nvPr/>
        </p:nvSpPr>
        <p:spPr>
          <a:xfrm>
            <a:off x="2324343" y="2717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D4F824FC-0F74-473C-88B5-96CF6D5835E6}"/>
              </a:ext>
            </a:extLst>
          </p:cNvPr>
          <p:cNvSpPr>
            <a:spLocks noGrp="1"/>
          </p:cNvSpPr>
          <p:nvPr/>
        </p:nvSpPr>
        <p:spPr>
          <a:xfrm>
            <a:off x="2280590" y="157987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03BEAB42-07CB-476A-A0C3-7D051CF4310C}"/>
              </a:ext>
            </a:extLst>
          </p:cNvPr>
          <p:cNvSpPr>
            <a:spLocks noGrp="1"/>
          </p:cNvSpPr>
          <p:nvPr/>
        </p:nvSpPr>
        <p:spPr>
          <a:xfrm>
            <a:off x="220588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505CBAE9-2BA0-4500-A989-47C3529C3056}"/>
              </a:ext>
            </a:extLst>
          </p:cNvPr>
          <p:cNvSpPr>
            <a:spLocks noGrp="1"/>
          </p:cNvSpPr>
          <p:nvPr/>
        </p:nvSpPr>
        <p:spPr>
          <a:xfrm>
            <a:off x="2373909" y="218096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EAF2E3F5-A4E3-4034-97AB-D09DCFF168D5}"/>
              </a:ext>
            </a:extLst>
          </p:cNvPr>
          <p:cNvSpPr>
            <a:spLocks noGrp="1"/>
          </p:cNvSpPr>
          <p:nvPr/>
        </p:nvSpPr>
        <p:spPr>
          <a:xfrm>
            <a:off x="2284073" y="232268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702BB11A-B0A6-4F48-AC17-7413EB5CA396}"/>
              </a:ext>
            </a:extLst>
          </p:cNvPr>
          <p:cNvSpPr>
            <a:spLocks noGrp="1"/>
          </p:cNvSpPr>
          <p:nvPr/>
        </p:nvSpPr>
        <p:spPr>
          <a:xfrm>
            <a:off x="2219068" y="163534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C72D07E1-3588-462F-A5E5-D3F402079494}"/>
              </a:ext>
            </a:extLst>
          </p:cNvPr>
          <p:cNvSpPr>
            <a:spLocks noGrp="1"/>
          </p:cNvSpPr>
          <p:nvPr/>
        </p:nvSpPr>
        <p:spPr>
          <a:xfrm>
            <a:off x="2373122" y="17529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EA7FED10-AA42-4F29-9F4E-E5E0C6387523}"/>
              </a:ext>
            </a:extLst>
          </p:cNvPr>
          <p:cNvSpPr>
            <a:spLocks noGrp="1"/>
          </p:cNvSpPr>
          <p:nvPr/>
        </p:nvSpPr>
        <p:spPr>
          <a:xfrm>
            <a:off x="2190424" y="218284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E8DC1203-270A-425E-B333-83251A74A48A}"/>
              </a:ext>
            </a:extLst>
          </p:cNvPr>
          <p:cNvSpPr>
            <a:spLocks noGrp="1"/>
          </p:cNvSpPr>
          <p:nvPr/>
        </p:nvSpPr>
        <p:spPr>
          <a:xfrm>
            <a:off x="2168651" y="18016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78A3B8DF-0347-44C2-B1BB-311A70ABC5DD}"/>
              </a:ext>
            </a:extLst>
          </p:cNvPr>
          <p:cNvSpPr>
            <a:spLocks noGrp="1"/>
          </p:cNvSpPr>
          <p:nvPr/>
        </p:nvSpPr>
        <p:spPr>
          <a:xfrm>
            <a:off x="2332000" y="15782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4B6C30EB-60D6-4DA5-8028-FDE3C0CCEE02}"/>
              </a:ext>
            </a:extLst>
          </p:cNvPr>
          <p:cNvSpPr>
            <a:spLocks noGrp="1"/>
          </p:cNvSpPr>
          <p:nvPr/>
        </p:nvSpPr>
        <p:spPr>
          <a:xfrm>
            <a:off x="2367594" y="17236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6BA80A22-16DE-4EEA-88CB-2233E37F67BA}"/>
              </a:ext>
            </a:extLst>
          </p:cNvPr>
          <p:cNvSpPr>
            <a:spLocks noGrp="1"/>
          </p:cNvSpPr>
          <p:nvPr/>
        </p:nvSpPr>
        <p:spPr>
          <a:xfrm>
            <a:off x="2319125" y="19501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CF5C2A05-4686-4E39-8272-BC6FB1A82010}"/>
              </a:ext>
            </a:extLst>
          </p:cNvPr>
          <p:cNvSpPr>
            <a:spLocks noGrp="1"/>
          </p:cNvSpPr>
          <p:nvPr/>
        </p:nvSpPr>
        <p:spPr>
          <a:xfrm>
            <a:off x="2360300" y="16723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A9F4F9DC-5CFD-467F-B9A5-003EB1ECE201}"/>
              </a:ext>
            </a:extLst>
          </p:cNvPr>
          <p:cNvSpPr>
            <a:spLocks noGrp="1"/>
          </p:cNvSpPr>
          <p:nvPr/>
        </p:nvSpPr>
        <p:spPr>
          <a:xfrm>
            <a:off x="2182224" y="23759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DE61F5F4-5583-4440-B322-B99EA82A65F1}"/>
              </a:ext>
            </a:extLst>
          </p:cNvPr>
          <p:cNvSpPr>
            <a:spLocks noGrp="1"/>
          </p:cNvSpPr>
          <p:nvPr/>
        </p:nvSpPr>
        <p:spPr>
          <a:xfrm>
            <a:off x="2340559" y="18626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9DEDAFC3-863D-4D18-A869-45549A0C40BF}"/>
              </a:ext>
            </a:extLst>
          </p:cNvPr>
          <p:cNvSpPr>
            <a:spLocks noGrp="1"/>
          </p:cNvSpPr>
          <p:nvPr/>
        </p:nvSpPr>
        <p:spPr>
          <a:xfrm>
            <a:off x="2186854" y="2190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DCE26EF5-69AA-40DD-AE7B-748C1D4AEF03}"/>
              </a:ext>
            </a:extLst>
          </p:cNvPr>
          <p:cNvSpPr>
            <a:spLocks noGrp="1"/>
          </p:cNvSpPr>
          <p:nvPr/>
        </p:nvSpPr>
        <p:spPr>
          <a:xfrm>
            <a:off x="2176803" y="17945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63E36355-F506-4340-9A0E-96FDD8128C3B}"/>
              </a:ext>
            </a:extLst>
          </p:cNvPr>
          <p:cNvSpPr>
            <a:spLocks noGrp="1"/>
          </p:cNvSpPr>
          <p:nvPr/>
        </p:nvSpPr>
        <p:spPr>
          <a:xfrm>
            <a:off x="2265533" y="19023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57589E81-42D7-4222-B992-3E3B79DFE8BB}"/>
              </a:ext>
            </a:extLst>
          </p:cNvPr>
          <p:cNvSpPr>
            <a:spLocks noGrp="1"/>
          </p:cNvSpPr>
          <p:nvPr/>
        </p:nvSpPr>
        <p:spPr>
          <a:xfrm>
            <a:off x="2376928" y="21015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2B003D83-3A01-4E13-839E-A9256A399015}"/>
              </a:ext>
            </a:extLst>
          </p:cNvPr>
          <p:cNvSpPr>
            <a:spLocks noGrp="1"/>
          </p:cNvSpPr>
          <p:nvPr/>
        </p:nvSpPr>
        <p:spPr>
          <a:xfrm>
            <a:off x="2217699" y="22449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78111F12-9633-45C8-8DDA-6732FE84551F}"/>
              </a:ext>
            </a:extLst>
          </p:cNvPr>
          <p:cNvSpPr>
            <a:spLocks noGrp="1"/>
          </p:cNvSpPr>
          <p:nvPr/>
        </p:nvSpPr>
        <p:spPr>
          <a:xfrm>
            <a:off x="2244998" y="22672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476CB117-6E2C-4B89-A59B-1CD0C480B134}"/>
              </a:ext>
            </a:extLst>
          </p:cNvPr>
          <p:cNvSpPr>
            <a:spLocks noGrp="1"/>
          </p:cNvSpPr>
          <p:nvPr/>
        </p:nvSpPr>
        <p:spPr>
          <a:xfrm>
            <a:off x="2350776" y="22680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CA3F6E24-D650-44B3-B019-3C8B7B01324A}"/>
              </a:ext>
            </a:extLst>
          </p:cNvPr>
          <p:cNvSpPr>
            <a:spLocks noGrp="1"/>
          </p:cNvSpPr>
          <p:nvPr/>
        </p:nvSpPr>
        <p:spPr>
          <a:xfrm>
            <a:off x="2183716" y="22566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EDAF298D-96D3-413E-8934-F248D9D673DF}"/>
              </a:ext>
            </a:extLst>
          </p:cNvPr>
          <p:cNvSpPr>
            <a:spLocks noGrp="1"/>
          </p:cNvSpPr>
          <p:nvPr/>
        </p:nvSpPr>
        <p:spPr>
          <a:xfrm>
            <a:off x="2298748" y="26851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2BC49010-E488-4B11-8027-A2BEEA91BBA4}"/>
              </a:ext>
            </a:extLst>
          </p:cNvPr>
          <p:cNvSpPr>
            <a:spLocks noGrp="1"/>
          </p:cNvSpPr>
          <p:nvPr/>
        </p:nvSpPr>
        <p:spPr>
          <a:xfrm>
            <a:off x="2303193" y="16882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B39DC058-6588-4F7A-9697-7672E8BBBFC5}"/>
              </a:ext>
            </a:extLst>
          </p:cNvPr>
          <p:cNvSpPr>
            <a:spLocks noGrp="1"/>
          </p:cNvSpPr>
          <p:nvPr/>
        </p:nvSpPr>
        <p:spPr>
          <a:xfrm>
            <a:off x="2300876" y="191012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329A16E0-144B-43B0-8DC2-F448FE48421B}"/>
              </a:ext>
            </a:extLst>
          </p:cNvPr>
          <p:cNvSpPr>
            <a:spLocks noGrp="1"/>
          </p:cNvSpPr>
          <p:nvPr/>
        </p:nvSpPr>
        <p:spPr>
          <a:xfrm>
            <a:off x="2317972" y="179163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4ECB2EC4-D410-483D-8F76-388835EDF432}"/>
              </a:ext>
            </a:extLst>
          </p:cNvPr>
          <p:cNvSpPr>
            <a:spLocks noGrp="1"/>
          </p:cNvSpPr>
          <p:nvPr/>
        </p:nvSpPr>
        <p:spPr>
          <a:xfrm>
            <a:off x="2318260" y="23899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4F3EA607-90A0-422A-9A60-1CEA0AD1DBB4}"/>
              </a:ext>
            </a:extLst>
          </p:cNvPr>
          <p:cNvSpPr>
            <a:spLocks noGrp="1"/>
          </p:cNvSpPr>
          <p:nvPr/>
        </p:nvSpPr>
        <p:spPr>
          <a:xfrm>
            <a:off x="2215820" y="15815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A9027997-1AC7-4E44-BA3C-F46DFE61F668}"/>
              </a:ext>
            </a:extLst>
          </p:cNvPr>
          <p:cNvSpPr>
            <a:spLocks noGrp="1"/>
          </p:cNvSpPr>
          <p:nvPr/>
        </p:nvSpPr>
        <p:spPr>
          <a:xfrm>
            <a:off x="2372564" y="15465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053DA90C-9681-4E82-91AC-D14CB56A3DCC}"/>
              </a:ext>
            </a:extLst>
          </p:cNvPr>
          <p:cNvSpPr>
            <a:spLocks noGrp="1"/>
          </p:cNvSpPr>
          <p:nvPr/>
        </p:nvSpPr>
        <p:spPr>
          <a:xfrm>
            <a:off x="2331123" y="16738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39D01CB9-ADBE-4150-856F-36B2B31595D2}"/>
              </a:ext>
            </a:extLst>
          </p:cNvPr>
          <p:cNvSpPr>
            <a:spLocks noGrp="1"/>
          </p:cNvSpPr>
          <p:nvPr/>
        </p:nvSpPr>
        <p:spPr>
          <a:xfrm>
            <a:off x="2235510" y="18457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6076D561-744A-4E34-91CC-D82CC1C1398B}"/>
              </a:ext>
            </a:extLst>
          </p:cNvPr>
          <p:cNvSpPr>
            <a:spLocks noGrp="1"/>
          </p:cNvSpPr>
          <p:nvPr/>
        </p:nvSpPr>
        <p:spPr>
          <a:xfrm>
            <a:off x="2259938" y="22720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0971CDAD-F8F5-4B51-A6B0-DEDEB0F90A91}"/>
              </a:ext>
            </a:extLst>
          </p:cNvPr>
          <p:cNvSpPr>
            <a:spLocks noGrp="1"/>
          </p:cNvSpPr>
          <p:nvPr/>
        </p:nvSpPr>
        <p:spPr>
          <a:xfrm>
            <a:off x="2187129" y="2645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0E13F0C1-84AD-4F30-BC6D-65B76889AED9}"/>
              </a:ext>
            </a:extLst>
          </p:cNvPr>
          <p:cNvSpPr>
            <a:spLocks noGrp="1"/>
          </p:cNvSpPr>
          <p:nvPr/>
        </p:nvSpPr>
        <p:spPr>
          <a:xfrm>
            <a:off x="2241707" y="2264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23A113A1-6FCC-442B-A0CA-1A63DC8EF17C}"/>
              </a:ext>
            </a:extLst>
          </p:cNvPr>
          <p:cNvSpPr>
            <a:spLocks noGrp="1"/>
          </p:cNvSpPr>
          <p:nvPr/>
        </p:nvSpPr>
        <p:spPr>
          <a:xfrm>
            <a:off x="2180632" y="20582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C38285DB-D6C6-4019-A8A9-5132ADF3DB44}"/>
              </a:ext>
            </a:extLst>
          </p:cNvPr>
          <p:cNvSpPr>
            <a:spLocks noGrp="1"/>
          </p:cNvSpPr>
          <p:nvPr/>
        </p:nvSpPr>
        <p:spPr>
          <a:xfrm>
            <a:off x="2343501" y="26079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5F8E8425-02FB-47DA-851F-F5AD91C77FCC}"/>
              </a:ext>
            </a:extLst>
          </p:cNvPr>
          <p:cNvSpPr>
            <a:spLocks noGrp="1"/>
          </p:cNvSpPr>
          <p:nvPr/>
        </p:nvSpPr>
        <p:spPr>
          <a:xfrm>
            <a:off x="2301461" y="16861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97DC0787-A9DF-4070-A50D-07A4F7FB1FCB}"/>
              </a:ext>
            </a:extLst>
          </p:cNvPr>
          <p:cNvSpPr>
            <a:spLocks noGrp="1"/>
          </p:cNvSpPr>
          <p:nvPr/>
        </p:nvSpPr>
        <p:spPr>
          <a:xfrm>
            <a:off x="2345304" y="23826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EE0DC8FA-ED9D-490B-BE91-D7D627672365}"/>
              </a:ext>
            </a:extLst>
          </p:cNvPr>
          <p:cNvSpPr>
            <a:spLocks noGrp="1"/>
          </p:cNvSpPr>
          <p:nvPr/>
        </p:nvSpPr>
        <p:spPr>
          <a:xfrm>
            <a:off x="2285639" y="219160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A5C29D85-8268-4F1E-9C29-B8D98CD967FE}"/>
              </a:ext>
            </a:extLst>
          </p:cNvPr>
          <p:cNvSpPr>
            <a:spLocks noGrp="1"/>
          </p:cNvSpPr>
          <p:nvPr/>
        </p:nvSpPr>
        <p:spPr>
          <a:xfrm>
            <a:off x="2184270" y="16734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3EAEA7E4-44F0-48E1-8B12-41534849C7B3}"/>
              </a:ext>
            </a:extLst>
          </p:cNvPr>
          <p:cNvSpPr>
            <a:spLocks noGrp="1"/>
          </p:cNvSpPr>
          <p:nvPr/>
        </p:nvSpPr>
        <p:spPr>
          <a:xfrm>
            <a:off x="2351072" y="25954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8CB1F18E-CCD9-4A73-AC53-8FC55B871913}"/>
              </a:ext>
            </a:extLst>
          </p:cNvPr>
          <p:cNvSpPr>
            <a:spLocks noGrp="1"/>
          </p:cNvSpPr>
          <p:nvPr/>
        </p:nvSpPr>
        <p:spPr>
          <a:xfrm>
            <a:off x="2197735" y="22308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DADEDCD8-D5E3-4F73-B8B8-3B3DED8CE018}"/>
              </a:ext>
            </a:extLst>
          </p:cNvPr>
          <p:cNvSpPr>
            <a:spLocks noGrp="1"/>
          </p:cNvSpPr>
          <p:nvPr/>
        </p:nvSpPr>
        <p:spPr>
          <a:xfrm>
            <a:off x="229587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1BF6EA62-3ED7-4510-8E08-EE0243184EE8}"/>
              </a:ext>
            </a:extLst>
          </p:cNvPr>
          <p:cNvSpPr>
            <a:spLocks noGrp="1"/>
          </p:cNvSpPr>
          <p:nvPr/>
        </p:nvSpPr>
        <p:spPr>
          <a:xfrm>
            <a:off x="2256244" y="1667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F43F2C5A-4B78-48EB-A505-E0BA8B3CF4CC}"/>
              </a:ext>
            </a:extLst>
          </p:cNvPr>
          <p:cNvSpPr>
            <a:spLocks noGrp="1"/>
          </p:cNvSpPr>
          <p:nvPr/>
        </p:nvSpPr>
        <p:spPr>
          <a:xfrm>
            <a:off x="2208505" y="20570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34EBF09D-C1D0-49C0-8EA0-AEFFFC7C03E0}"/>
              </a:ext>
            </a:extLst>
          </p:cNvPr>
          <p:cNvSpPr>
            <a:spLocks noGrp="1"/>
          </p:cNvSpPr>
          <p:nvPr/>
        </p:nvSpPr>
        <p:spPr>
          <a:xfrm>
            <a:off x="2344296" y="2022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2B7D5C9D-D35D-4EF0-9875-13A5B4F74C90}"/>
              </a:ext>
            </a:extLst>
          </p:cNvPr>
          <p:cNvSpPr>
            <a:spLocks noGrp="1"/>
          </p:cNvSpPr>
          <p:nvPr/>
        </p:nvSpPr>
        <p:spPr>
          <a:xfrm>
            <a:off x="2220176" y="17569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FCC3FA90-16DE-4CD8-AD60-71502B73A09E}"/>
              </a:ext>
            </a:extLst>
          </p:cNvPr>
          <p:cNvSpPr>
            <a:spLocks noGrp="1"/>
          </p:cNvSpPr>
          <p:nvPr/>
        </p:nvSpPr>
        <p:spPr>
          <a:xfrm>
            <a:off x="2345495" y="24068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064FC171-591B-47E3-8999-FDD51493B541}"/>
              </a:ext>
            </a:extLst>
          </p:cNvPr>
          <p:cNvSpPr>
            <a:spLocks noGrp="1"/>
          </p:cNvSpPr>
          <p:nvPr/>
        </p:nvSpPr>
        <p:spPr>
          <a:xfrm>
            <a:off x="2255302" y="18958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0E568653-D655-4F66-930C-6A010BB58B32}"/>
              </a:ext>
            </a:extLst>
          </p:cNvPr>
          <p:cNvSpPr>
            <a:spLocks noGrp="1"/>
          </p:cNvSpPr>
          <p:nvPr/>
        </p:nvSpPr>
        <p:spPr>
          <a:xfrm>
            <a:off x="2336713" y="20025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2D8E0245-CFB2-4EC3-B260-7F78E7506BE7}"/>
              </a:ext>
            </a:extLst>
          </p:cNvPr>
          <p:cNvSpPr>
            <a:spLocks noGrp="1"/>
          </p:cNvSpPr>
          <p:nvPr/>
        </p:nvSpPr>
        <p:spPr>
          <a:xfrm>
            <a:off x="2198075" y="16805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7A7A8882-AB94-4347-9B9D-4E746CA55105}"/>
              </a:ext>
            </a:extLst>
          </p:cNvPr>
          <p:cNvSpPr>
            <a:spLocks noGrp="1"/>
          </p:cNvSpPr>
          <p:nvPr/>
        </p:nvSpPr>
        <p:spPr>
          <a:xfrm>
            <a:off x="2313704" y="27460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C35A56D7-BDF7-4B8A-B735-607976138104}"/>
              </a:ext>
            </a:extLst>
          </p:cNvPr>
          <p:cNvSpPr>
            <a:spLocks noGrp="1"/>
          </p:cNvSpPr>
          <p:nvPr/>
        </p:nvSpPr>
        <p:spPr>
          <a:xfrm>
            <a:off x="2201769" y="238092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85830AC0-2CC2-48A4-99FE-12D7FC8289F6}"/>
              </a:ext>
            </a:extLst>
          </p:cNvPr>
          <p:cNvSpPr>
            <a:spLocks noGrp="1"/>
          </p:cNvSpPr>
          <p:nvPr/>
        </p:nvSpPr>
        <p:spPr>
          <a:xfrm>
            <a:off x="2186810" y="148872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5088D8C1-66C8-46B4-8F4A-FE3A1736959B}"/>
              </a:ext>
            </a:extLst>
          </p:cNvPr>
          <p:cNvSpPr>
            <a:spLocks noGrp="1"/>
          </p:cNvSpPr>
          <p:nvPr/>
        </p:nvSpPr>
        <p:spPr>
          <a:xfrm>
            <a:off x="221860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29569F7A-2F65-42A5-B325-2C1876FF54FC}"/>
              </a:ext>
            </a:extLst>
          </p:cNvPr>
          <p:cNvSpPr>
            <a:spLocks noGrp="1"/>
          </p:cNvSpPr>
          <p:nvPr/>
        </p:nvSpPr>
        <p:spPr>
          <a:xfrm>
            <a:off x="2236471" y="17261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1AEA8EE6-E774-4B5F-8199-04F77706F207}"/>
              </a:ext>
            </a:extLst>
          </p:cNvPr>
          <p:cNvSpPr>
            <a:spLocks noGrp="1"/>
          </p:cNvSpPr>
          <p:nvPr/>
        </p:nvSpPr>
        <p:spPr>
          <a:xfrm>
            <a:off x="2320700" y="2771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DFFC4FAE-D291-4D2D-B48F-8784C80137A1}"/>
              </a:ext>
            </a:extLst>
          </p:cNvPr>
          <p:cNvSpPr>
            <a:spLocks noGrp="1"/>
          </p:cNvSpPr>
          <p:nvPr/>
        </p:nvSpPr>
        <p:spPr>
          <a:xfrm>
            <a:off x="2257392" y="29120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43562958-8E5C-40CC-88C4-DFD74AE0C001}"/>
              </a:ext>
            </a:extLst>
          </p:cNvPr>
          <p:cNvSpPr>
            <a:spLocks noGrp="1"/>
          </p:cNvSpPr>
          <p:nvPr/>
        </p:nvSpPr>
        <p:spPr>
          <a:xfrm>
            <a:off x="2359227" y="15119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5D1E3260-94B1-4289-887D-8FD1ECA33939}"/>
              </a:ext>
            </a:extLst>
          </p:cNvPr>
          <p:cNvSpPr>
            <a:spLocks noGrp="1"/>
          </p:cNvSpPr>
          <p:nvPr/>
        </p:nvSpPr>
        <p:spPr>
          <a:xfrm>
            <a:off x="2269746" y="17071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A9DE8D4A-D1A9-47BC-BEA2-6B8402EEEF5B}"/>
              </a:ext>
            </a:extLst>
          </p:cNvPr>
          <p:cNvSpPr>
            <a:spLocks noGrp="1"/>
          </p:cNvSpPr>
          <p:nvPr/>
        </p:nvSpPr>
        <p:spPr>
          <a:xfrm>
            <a:off x="2330656" y="15714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6803C097-4E5E-40CF-A06D-70D6863B149D}"/>
              </a:ext>
            </a:extLst>
          </p:cNvPr>
          <p:cNvSpPr>
            <a:spLocks noGrp="1"/>
          </p:cNvSpPr>
          <p:nvPr/>
        </p:nvSpPr>
        <p:spPr>
          <a:xfrm>
            <a:off x="225089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F5899E87-2320-40F4-8DF3-42154CE67493}"/>
              </a:ext>
            </a:extLst>
          </p:cNvPr>
          <p:cNvSpPr>
            <a:spLocks noGrp="1"/>
          </p:cNvSpPr>
          <p:nvPr/>
        </p:nvSpPr>
        <p:spPr>
          <a:xfrm>
            <a:off x="2366207" y="25021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913C06DC-A7D6-42B3-8DEE-621115799DFA}"/>
              </a:ext>
            </a:extLst>
          </p:cNvPr>
          <p:cNvSpPr>
            <a:spLocks noGrp="1"/>
          </p:cNvSpPr>
          <p:nvPr/>
        </p:nvSpPr>
        <p:spPr>
          <a:xfrm>
            <a:off x="2242316" y="2618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6BC45367-1491-4CEB-9C85-F17C9D15FA25}"/>
              </a:ext>
            </a:extLst>
          </p:cNvPr>
          <p:cNvSpPr>
            <a:spLocks noGrp="1"/>
          </p:cNvSpPr>
          <p:nvPr/>
        </p:nvSpPr>
        <p:spPr>
          <a:xfrm>
            <a:off x="2169461" y="2857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E516784F-162A-41E0-9EBE-F0435EB1FC09}"/>
              </a:ext>
            </a:extLst>
          </p:cNvPr>
          <p:cNvSpPr>
            <a:spLocks noGrp="1"/>
          </p:cNvSpPr>
          <p:nvPr/>
        </p:nvSpPr>
        <p:spPr>
          <a:xfrm>
            <a:off x="2230858" y="20454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26D2244E-E682-453E-8DFD-3AF66F382F19}"/>
              </a:ext>
            </a:extLst>
          </p:cNvPr>
          <p:cNvSpPr>
            <a:spLocks noGrp="1"/>
          </p:cNvSpPr>
          <p:nvPr/>
        </p:nvSpPr>
        <p:spPr>
          <a:xfrm>
            <a:off x="2251387" y="17434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AD33BE89-4801-49C1-981F-979FBD4AB184}"/>
              </a:ext>
            </a:extLst>
          </p:cNvPr>
          <p:cNvSpPr>
            <a:spLocks noGrp="1"/>
          </p:cNvSpPr>
          <p:nvPr/>
        </p:nvSpPr>
        <p:spPr>
          <a:xfrm>
            <a:off x="2307052" y="17173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7E620147-FB6D-496F-B835-4A2E88CC140D}"/>
              </a:ext>
            </a:extLst>
          </p:cNvPr>
          <p:cNvSpPr>
            <a:spLocks noGrp="1"/>
          </p:cNvSpPr>
          <p:nvPr/>
        </p:nvSpPr>
        <p:spPr>
          <a:xfrm>
            <a:off x="238198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3B566B70-9BBD-4690-9FF1-771A01ECD293}"/>
              </a:ext>
            </a:extLst>
          </p:cNvPr>
          <p:cNvSpPr>
            <a:spLocks noGrp="1"/>
          </p:cNvSpPr>
          <p:nvPr/>
        </p:nvSpPr>
        <p:spPr>
          <a:xfrm>
            <a:off x="2190453" y="19944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AC5AC3B6-0CE6-42AD-BA07-250C27BD94EE}"/>
              </a:ext>
            </a:extLst>
          </p:cNvPr>
          <p:cNvSpPr>
            <a:spLocks noGrp="1"/>
          </p:cNvSpPr>
          <p:nvPr/>
        </p:nvSpPr>
        <p:spPr>
          <a:xfrm>
            <a:off x="2191530" y="28729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FD5655CC-C2A4-4581-A82E-B711F740A1FB}"/>
              </a:ext>
            </a:extLst>
          </p:cNvPr>
          <p:cNvSpPr>
            <a:spLocks noGrp="1"/>
          </p:cNvSpPr>
          <p:nvPr/>
        </p:nvSpPr>
        <p:spPr>
          <a:xfrm>
            <a:off x="2368849" y="22640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02A2F18F-D27C-430A-8E2C-806C1E3BFFF0}"/>
              </a:ext>
            </a:extLst>
          </p:cNvPr>
          <p:cNvSpPr>
            <a:spLocks noGrp="1"/>
          </p:cNvSpPr>
          <p:nvPr/>
        </p:nvSpPr>
        <p:spPr>
          <a:xfrm>
            <a:off x="2192274" y="16759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BAE7C717-EA9C-4A95-8D60-DCB9F7242BC0}"/>
              </a:ext>
            </a:extLst>
          </p:cNvPr>
          <p:cNvSpPr>
            <a:spLocks noGrp="1"/>
          </p:cNvSpPr>
          <p:nvPr/>
        </p:nvSpPr>
        <p:spPr>
          <a:xfrm>
            <a:off x="2344669" y="18641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50C6C5B4-5EB2-458E-B852-46348453832E}"/>
              </a:ext>
            </a:extLst>
          </p:cNvPr>
          <p:cNvSpPr>
            <a:spLocks noGrp="1"/>
          </p:cNvSpPr>
          <p:nvPr/>
        </p:nvSpPr>
        <p:spPr>
          <a:xfrm>
            <a:off x="2183910" y="26579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900D4E44-7CF6-404C-A3BB-2085D1026F29}"/>
              </a:ext>
            </a:extLst>
          </p:cNvPr>
          <p:cNvSpPr>
            <a:spLocks noGrp="1"/>
          </p:cNvSpPr>
          <p:nvPr/>
        </p:nvSpPr>
        <p:spPr>
          <a:xfrm>
            <a:off x="2332230" y="240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1869D57C-FF59-45E4-A688-20F0D0A42915}"/>
              </a:ext>
            </a:extLst>
          </p:cNvPr>
          <p:cNvSpPr>
            <a:spLocks noGrp="1"/>
          </p:cNvSpPr>
          <p:nvPr/>
        </p:nvSpPr>
        <p:spPr>
          <a:xfrm>
            <a:off x="2218322" y="21288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A38A9C50-4F20-4FC3-AB1F-8C3F30A11E45}"/>
              </a:ext>
            </a:extLst>
          </p:cNvPr>
          <p:cNvSpPr>
            <a:spLocks noGrp="1"/>
          </p:cNvSpPr>
          <p:nvPr/>
        </p:nvSpPr>
        <p:spPr>
          <a:xfrm>
            <a:off x="2330231" y="24007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86E276C4-B344-473B-BE6E-F8745E14D72E}"/>
              </a:ext>
            </a:extLst>
          </p:cNvPr>
          <p:cNvSpPr>
            <a:spLocks noGrp="1"/>
          </p:cNvSpPr>
          <p:nvPr/>
        </p:nvSpPr>
        <p:spPr>
          <a:xfrm>
            <a:off x="2227222" y="21546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FC4701FC-2948-4D8A-A1CC-2A6181F68FB9}"/>
              </a:ext>
            </a:extLst>
          </p:cNvPr>
          <p:cNvSpPr>
            <a:spLocks noGrp="1"/>
          </p:cNvSpPr>
          <p:nvPr/>
        </p:nvSpPr>
        <p:spPr>
          <a:xfrm>
            <a:off x="2249286" y="1916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9DAD0C3D-6EE7-4E90-B03D-8EBBEC3FE9E2}"/>
              </a:ext>
            </a:extLst>
          </p:cNvPr>
          <p:cNvSpPr>
            <a:spLocks noGrp="1"/>
          </p:cNvSpPr>
          <p:nvPr/>
        </p:nvSpPr>
        <p:spPr>
          <a:xfrm>
            <a:off x="2386017" y="22584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AB268533-282B-484F-AF67-1E3198D65552}"/>
              </a:ext>
            </a:extLst>
          </p:cNvPr>
          <p:cNvSpPr>
            <a:spLocks noGrp="1"/>
          </p:cNvSpPr>
          <p:nvPr/>
        </p:nvSpPr>
        <p:spPr>
          <a:xfrm>
            <a:off x="2267980" y="27317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D30A5525-15F1-4B94-8D36-5C877CF6BA12}"/>
              </a:ext>
            </a:extLst>
          </p:cNvPr>
          <p:cNvSpPr>
            <a:spLocks noGrp="1"/>
          </p:cNvSpPr>
          <p:nvPr/>
        </p:nvSpPr>
        <p:spPr>
          <a:xfrm>
            <a:off x="2329371" y="29232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CD3EAEBE-18E1-4F6F-8C2C-9B2DBE061441}"/>
              </a:ext>
            </a:extLst>
          </p:cNvPr>
          <p:cNvSpPr>
            <a:spLocks noGrp="1"/>
          </p:cNvSpPr>
          <p:nvPr/>
        </p:nvSpPr>
        <p:spPr>
          <a:xfrm>
            <a:off x="2288066" y="17757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8B6DBCEF-5079-4128-9F83-00DA8E127933}"/>
              </a:ext>
            </a:extLst>
          </p:cNvPr>
          <p:cNvSpPr>
            <a:spLocks noGrp="1"/>
          </p:cNvSpPr>
          <p:nvPr/>
        </p:nvSpPr>
        <p:spPr>
          <a:xfrm>
            <a:off x="220278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CB395581-5F35-4295-8FBC-F3B7E5455CD5}"/>
              </a:ext>
            </a:extLst>
          </p:cNvPr>
          <p:cNvSpPr>
            <a:spLocks noGrp="1"/>
          </p:cNvSpPr>
          <p:nvPr/>
        </p:nvSpPr>
        <p:spPr>
          <a:xfrm>
            <a:off x="2315029" y="17976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7C9D8B6E-1052-4006-88A4-4CFFC543BCA6}"/>
              </a:ext>
            </a:extLst>
          </p:cNvPr>
          <p:cNvSpPr>
            <a:spLocks noGrp="1"/>
          </p:cNvSpPr>
          <p:nvPr/>
        </p:nvSpPr>
        <p:spPr>
          <a:xfrm>
            <a:off x="235225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62D41691-F888-41F9-B7F5-7E8DD58FB2C6}"/>
              </a:ext>
            </a:extLst>
          </p:cNvPr>
          <p:cNvSpPr>
            <a:spLocks noGrp="1"/>
          </p:cNvSpPr>
          <p:nvPr/>
        </p:nvSpPr>
        <p:spPr>
          <a:xfrm>
            <a:off x="2327412" y="21668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E7F49E3C-B570-4778-ABDC-1D8F01E94260}"/>
              </a:ext>
            </a:extLst>
          </p:cNvPr>
          <p:cNvSpPr>
            <a:spLocks noGrp="1"/>
          </p:cNvSpPr>
          <p:nvPr/>
        </p:nvSpPr>
        <p:spPr>
          <a:xfrm>
            <a:off x="2311633" y="25294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7A066095-D8E8-40C9-A30F-60C79BF1CA6A}"/>
              </a:ext>
            </a:extLst>
          </p:cNvPr>
          <p:cNvSpPr>
            <a:spLocks noGrp="1"/>
          </p:cNvSpPr>
          <p:nvPr/>
        </p:nvSpPr>
        <p:spPr>
          <a:xfrm>
            <a:off x="2346258" y="2284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D53548DD-4352-4B43-A1B3-6536004BFBE5}"/>
              </a:ext>
            </a:extLst>
          </p:cNvPr>
          <p:cNvSpPr>
            <a:spLocks noGrp="1"/>
          </p:cNvSpPr>
          <p:nvPr/>
        </p:nvSpPr>
        <p:spPr>
          <a:xfrm>
            <a:off x="2310967" y="2342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E69CD6F1-1CF9-4F36-ACC3-0E36865CE9D7}"/>
              </a:ext>
            </a:extLst>
          </p:cNvPr>
          <p:cNvSpPr>
            <a:spLocks noGrp="1"/>
          </p:cNvSpPr>
          <p:nvPr/>
        </p:nvSpPr>
        <p:spPr>
          <a:xfrm>
            <a:off x="2170642" y="16528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0CB040D6-E0EA-4F7F-9873-4C63A52D8B6A}"/>
              </a:ext>
            </a:extLst>
          </p:cNvPr>
          <p:cNvSpPr>
            <a:spLocks noGrp="1"/>
          </p:cNvSpPr>
          <p:nvPr/>
        </p:nvSpPr>
        <p:spPr>
          <a:xfrm>
            <a:off x="2368498" y="16488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629D7A9C-34A9-4AF8-AB78-A8FD435BE512}"/>
              </a:ext>
            </a:extLst>
          </p:cNvPr>
          <p:cNvSpPr>
            <a:spLocks noGrp="1"/>
          </p:cNvSpPr>
          <p:nvPr/>
        </p:nvSpPr>
        <p:spPr>
          <a:xfrm>
            <a:off x="223831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2439EE13-79C2-4D84-9B9C-56D0F1509850}"/>
              </a:ext>
            </a:extLst>
          </p:cNvPr>
          <p:cNvSpPr>
            <a:spLocks noGrp="1"/>
          </p:cNvSpPr>
          <p:nvPr/>
        </p:nvSpPr>
        <p:spPr>
          <a:xfrm>
            <a:off x="2305305" y="20224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9E0022AE-6D22-4BBF-A479-2F2E5872E8B4}"/>
              </a:ext>
            </a:extLst>
          </p:cNvPr>
          <p:cNvSpPr>
            <a:spLocks noGrp="1"/>
          </p:cNvSpPr>
          <p:nvPr/>
        </p:nvSpPr>
        <p:spPr>
          <a:xfrm>
            <a:off x="2272012" y="173718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19085D88-FBC0-4726-BDCB-3C74FC0B9D00}"/>
              </a:ext>
            </a:extLst>
          </p:cNvPr>
          <p:cNvSpPr>
            <a:spLocks noGrp="1"/>
          </p:cNvSpPr>
          <p:nvPr/>
        </p:nvSpPr>
        <p:spPr>
          <a:xfrm>
            <a:off x="2262693" y="2241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ACA9811E-ADE7-431A-9D16-0FBB012A0E1C}"/>
              </a:ext>
            </a:extLst>
          </p:cNvPr>
          <p:cNvSpPr>
            <a:spLocks noGrp="1"/>
          </p:cNvSpPr>
          <p:nvPr/>
        </p:nvSpPr>
        <p:spPr>
          <a:xfrm>
            <a:off x="2335806" y="21827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6DCB52F5-FBF9-4BAB-9FF0-A5AD1ECF6B53}"/>
              </a:ext>
            </a:extLst>
          </p:cNvPr>
          <p:cNvSpPr>
            <a:spLocks noGrp="1"/>
          </p:cNvSpPr>
          <p:nvPr/>
        </p:nvSpPr>
        <p:spPr>
          <a:xfrm>
            <a:off x="2282740" y="17971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DDFD2431-7532-4D53-9124-55A8AE552D3A}"/>
              </a:ext>
            </a:extLst>
          </p:cNvPr>
          <p:cNvSpPr>
            <a:spLocks noGrp="1"/>
          </p:cNvSpPr>
          <p:nvPr/>
        </p:nvSpPr>
        <p:spPr>
          <a:xfrm>
            <a:off x="2192587" y="1841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1AE91D83-F634-49B3-B54B-B34AAE7226BD}"/>
              </a:ext>
            </a:extLst>
          </p:cNvPr>
          <p:cNvSpPr>
            <a:spLocks noGrp="1"/>
          </p:cNvSpPr>
          <p:nvPr/>
        </p:nvSpPr>
        <p:spPr>
          <a:xfrm>
            <a:off x="2340918" y="227002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B6907A0B-58C3-4587-9BBC-8E36CC5F0188}"/>
              </a:ext>
            </a:extLst>
          </p:cNvPr>
          <p:cNvSpPr>
            <a:spLocks noGrp="1"/>
          </p:cNvSpPr>
          <p:nvPr/>
        </p:nvSpPr>
        <p:spPr>
          <a:xfrm>
            <a:off x="2243980" y="16602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B863533C-DD88-40FF-96D9-3BAD73F7491F}"/>
              </a:ext>
            </a:extLst>
          </p:cNvPr>
          <p:cNvSpPr>
            <a:spLocks noGrp="1"/>
          </p:cNvSpPr>
          <p:nvPr/>
        </p:nvSpPr>
        <p:spPr>
          <a:xfrm>
            <a:off x="2208384" y="21003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3EF4DAA6-A5E5-4913-86C8-9F78265FB54D}"/>
              </a:ext>
            </a:extLst>
          </p:cNvPr>
          <p:cNvSpPr>
            <a:spLocks noGrp="1"/>
          </p:cNvSpPr>
          <p:nvPr/>
        </p:nvSpPr>
        <p:spPr>
          <a:xfrm>
            <a:off x="2195507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5D418122-C5C6-4902-AEEC-E0C7C6E523F0}"/>
              </a:ext>
            </a:extLst>
          </p:cNvPr>
          <p:cNvSpPr>
            <a:spLocks noGrp="1"/>
          </p:cNvSpPr>
          <p:nvPr/>
        </p:nvSpPr>
        <p:spPr>
          <a:xfrm>
            <a:off x="220608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8B4F09F3-D046-49C7-8D20-89B3D8F071D3}"/>
              </a:ext>
            </a:extLst>
          </p:cNvPr>
          <p:cNvSpPr>
            <a:spLocks noGrp="1"/>
          </p:cNvSpPr>
          <p:nvPr/>
        </p:nvSpPr>
        <p:spPr>
          <a:xfrm>
            <a:off x="2376539" y="20600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B765E2A4-00F5-48D8-9636-3481B151D262}"/>
              </a:ext>
            </a:extLst>
          </p:cNvPr>
          <p:cNvSpPr>
            <a:spLocks noGrp="1"/>
          </p:cNvSpPr>
          <p:nvPr/>
        </p:nvSpPr>
        <p:spPr>
          <a:xfrm>
            <a:off x="2288502" y="18121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3FB472A2-1F64-4FEF-A576-902E1EF06722}"/>
              </a:ext>
            </a:extLst>
          </p:cNvPr>
          <p:cNvSpPr>
            <a:spLocks noGrp="1"/>
          </p:cNvSpPr>
          <p:nvPr/>
        </p:nvSpPr>
        <p:spPr>
          <a:xfrm>
            <a:off x="2198645" y="15379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64721FA5-0CB3-4215-B603-309C2949BFD8}"/>
              </a:ext>
            </a:extLst>
          </p:cNvPr>
          <p:cNvSpPr>
            <a:spLocks noGrp="1"/>
          </p:cNvSpPr>
          <p:nvPr/>
        </p:nvSpPr>
        <p:spPr>
          <a:xfrm>
            <a:off x="2324238" y="233665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BC6C2003-0E6F-4245-A462-09D1B9263F0E}"/>
              </a:ext>
            </a:extLst>
          </p:cNvPr>
          <p:cNvSpPr>
            <a:spLocks noGrp="1"/>
          </p:cNvSpPr>
          <p:nvPr/>
        </p:nvSpPr>
        <p:spPr>
          <a:xfrm>
            <a:off x="232848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461D3329-8226-48E4-8104-CCC107070AA5}"/>
              </a:ext>
            </a:extLst>
          </p:cNvPr>
          <p:cNvSpPr>
            <a:spLocks noGrp="1"/>
          </p:cNvSpPr>
          <p:nvPr/>
        </p:nvSpPr>
        <p:spPr>
          <a:xfrm>
            <a:off x="2384155" y="31760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6CAC6EDD-1891-49C1-9CD5-0FBF0F7C892D}"/>
              </a:ext>
            </a:extLst>
          </p:cNvPr>
          <p:cNvSpPr>
            <a:spLocks noGrp="1"/>
          </p:cNvSpPr>
          <p:nvPr/>
        </p:nvSpPr>
        <p:spPr>
          <a:xfrm>
            <a:off x="2178003" y="23288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3FBDBF7E-CAC1-48C9-A918-96DD8F97F292}"/>
              </a:ext>
            </a:extLst>
          </p:cNvPr>
          <p:cNvSpPr>
            <a:spLocks noGrp="1"/>
          </p:cNvSpPr>
          <p:nvPr/>
        </p:nvSpPr>
        <p:spPr>
          <a:xfrm>
            <a:off x="2249254" y="20703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25258D89-7E77-4BDB-926E-18AA139AC13F}"/>
              </a:ext>
            </a:extLst>
          </p:cNvPr>
          <p:cNvSpPr>
            <a:spLocks noGrp="1"/>
          </p:cNvSpPr>
          <p:nvPr/>
        </p:nvSpPr>
        <p:spPr>
          <a:xfrm>
            <a:off x="2256905" y="30953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C795EFF4-8A37-4A4F-9DEB-0575F962AE91}"/>
              </a:ext>
            </a:extLst>
          </p:cNvPr>
          <p:cNvSpPr>
            <a:spLocks noGrp="1"/>
          </p:cNvSpPr>
          <p:nvPr/>
        </p:nvSpPr>
        <p:spPr>
          <a:xfrm>
            <a:off x="2290876" y="20091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C572047E-9377-4B66-A2CA-DA86D81503F7}"/>
              </a:ext>
            </a:extLst>
          </p:cNvPr>
          <p:cNvSpPr>
            <a:spLocks noGrp="1"/>
          </p:cNvSpPr>
          <p:nvPr/>
        </p:nvSpPr>
        <p:spPr>
          <a:xfrm>
            <a:off x="2278426" y="18661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CFD7998C-F477-4ACD-BE80-555BCAE2818F}"/>
              </a:ext>
            </a:extLst>
          </p:cNvPr>
          <p:cNvSpPr>
            <a:spLocks noGrp="1"/>
          </p:cNvSpPr>
          <p:nvPr/>
        </p:nvSpPr>
        <p:spPr>
          <a:xfrm>
            <a:off x="2225164" y="165333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D55B636B-2C89-4B73-A251-E6A8E85C5651}"/>
              </a:ext>
            </a:extLst>
          </p:cNvPr>
          <p:cNvSpPr>
            <a:spLocks noGrp="1"/>
          </p:cNvSpPr>
          <p:nvPr/>
        </p:nvSpPr>
        <p:spPr>
          <a:xfrm>
            <a:off x="2340439" y="17987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F8D2242F-F6AE-480D-9250-A58348CB7EC4}"/>
              </a:ext>
            </a:extLst>
          </p:cNvPr>
          <p:cNvSpPr>
            <a:spLocks noGrp="1"/>
          </p:cNvSpPr>
          <p:nvPr/>
        </p:nvSpPr>
        <p:spPr>
          <a:xfrm>
            <a:off x="2179579" y="27721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EA5BDE10-EB3D-48A5-87E6-3DA5D994EB94}"/>
              </a:ext>
            </a:extLst>
          </p:cNvPr>
          <p:cNvSpPr>
            <a:spLocks noGrp="1"/>
          </p:cNvSpPr>
          <p:nvPr/>
        </p:nvSpPr>
        <p:spPr>
          <a:xfrm>
            <a:off x="2312234" y="21829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71144695-3CB2-46BE-BE04-071A4961BB05}"/>
              </a:ext>
            </a:extLst>
          </p:cNvPr>
          <p:cNvSpPr>
            <a:spLocks noGrp="1"/>
          </p:cNvSpPr>
          <p:nvPr/>
        </p:nvSpPr>
        <p:spPr>
          <a:xfrm>
            <a:off x="2283247" y="29401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D5D87899-2117-438C-B306-E6104038A303}"/>
              </a:ext>
            </a:extLst>
          </p:cNvPr>
          <p:cNvSpPr>
            <a:spLocks noGrp="1"/>
          </p:cNvSpPr>
          <p:nvPr/>
        </p:nvSpPr>
        <p:spPr>
          <a:xfrm>
            <a:off x="2281277" y="25612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BB4ED14F-5078-40E0-A61F-F7C8E951838E}"/>
              </a:ext>
            </a:extLst>
          </p:cNvPr>
          <p:cNvSpPr>
            <a:spLocks noGrp="1"/>
          </p:cNvSpPr>
          <p:nvPr/>
        </p:nvSpPr>
        <p:spPr>
          <a:xfrm>
            <a:off x="2245780" y="20872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1E19CC03-628D-48ED-BE6F-07C36B7A7CB8}"/>
              </a:ext>
            </a:extLst>
          </p:cNvPr>
          <p:cNvSpPr>
            <a:spLocks noGrp="1"/>
          </p:cNvSpPr>
          <p:nvPr/>
        </p:nvSpPr>
        <p:spPr>
          <a:xfrm>
            <a:off x="2334167" y="176103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4F595C65-11AD-483A-A17C-270484771FE8}"/>
              </a:ext>
            </a:extLst>
          </p:cNvPr>
          <p:cNvSpPr>
            <a:spLocks noGrp="1"/>
          </p:cNvSpPr>
          <p:nvPr/>
        </p:nvSpPr>
        <p:spPr>
          <a:xfrm>
            <a:off x="2240498" y="23919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B56C3551-B901-4E08-AD46-BA39B5F0DD35}"/>
              </a:ext>
            </a:extLst>
          </p:cNvPr>
          <p:cNvSpPr>
            <a:spLocks noGrp="1"/>
          </p:cNvSpPr>
          <p:nvPr/>
        </p:nvSpPr>
        <p:spPr>
          <a:xfrm>
            <a:off x="2241447" y="1870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05C9979E-1B71-4A43-9E07-DA1F56BA0E8F}"/>
              </a:ext>
            </a:extLst>
          </p:cNvPr>
          <p:cNvSpPr>
            <a:spLocks noGrp="1"/>
          </p:cNvSpPr>
          <p:nvPr/>
        </p:nvSpPr>
        <p:spPr>
          <a:xfrm>
            <a:off x="2287583" y="30563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D6188225-F72F-4594-AAB6-2D266ECAF219}"/>
              </a:ext>
            </a:extLst>
          </p:cNvPr>
          <p:cNvSpPr>
            <a:spLocks noGrp="1"/>
          </p:cNvSpPr>
          <p:nvPr/>
        </p:nvSpPr>
        <p:spPr>
          <a:xfrm>
            <a:off x="2305972" y="17766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5D55E013-F9F0-4C43-B82E-98B0C25157E3}"/>
              </a:ext>
            </a:extLst>
          </p:cNvPr>
          <p:cNvSpPr>
            <a:spLocks noGrp="1"/>
          </p:cNvSpPr>
          <p:nvPr/>
        </p:nvSpPr>
        <p:spPr>
          <a:xfrm>
            <a:off x="2322820" y="218347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413C798-4F6D-4313-8BC7-2456A2F7F21C}"/>
              </a:ext>
            </a:extLst>
          </p:cNvPr>
          <p:cNvSpPr>
            <a:spLocks noGrp="1"/>
          </p:cNvSpPr>
          <p:nvPr/>
        </p:nvSpPr>
        <p:spPr>
          <a:xfrm>
            <a:off x="2288702" y="17767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817D33DD-5D49-4131-9E74-D79E1279B066}"/>
              </a:ext>
            </a:extLst>
          </p:cNvPr>
          <p:cNvSpPr>
            <a:spLocks noGrp="1"/>
          </p:cNvSpPr>
          <p:nvPr/>
        </p:nvSpPr>
        <p:spPr>
          <a:xfrm>
            <a:off x="2202299" y="21972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AC4FBD45-A2B7-4136-9F54-582922A80D09}"/>
              </a:ext>
            </a:extLst>
          </p:cNvPr>
          <p:cNvSpPr>
            <a:spLocks noGrp="1"/>
          </p:cNvSpPr>
          <p:nvPr/>
        </p:nvSpPr>
        <p:spPr>
          <a:xfrm>
            <a:off x="2247985" y="20418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9001A4D5-75BF-4074-81E4-D42678DE1FAD}"/>
              </a:ext>
            </a:extLst>
          </p:cNvPr>
          <p:cNvSpPr>
            <a:spLocks noGrp="1"/>
          </p:cNvSpPr>
          <p:nvPr/>
        </p:nvSpPr>
        <p:spPr>
          <a:xfrm>
            <a:off x="2377273" y="24549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0298DF26-11F8-4278-B56E-BEAB339D5C74}"/>
              </a:ext>
            </a:extLst>
          </p:cNvPr>
          <p:cNvSpPr>
            <a:spLocks noGrp="1"/>
          </p:cNvSpPr>
          <p:nvPr/>
        </p:nvSpPr>
        <p:spPr>
          <a:xfrm>
            <a:off x="2239463" y="23901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44A67C33-993F-4366-A868-1D83C8FFB085}"/>
              </a:ext>
            </a:extLst>
          </p:cNvPr>
          <p:cNvSpPr>
            <a:spLocks noGrp="1"/>
          </p:cNvSpPr>
          <p:nvPr/>
        </p:nvSpPr>
        <p:spPr>
          <a:xfrm>
            <a:off x="2185172" y="23124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7945BBA2-2BA8-431F-A4C5-4C2A664A335F}"/>
              </a:ext>
            </a:extLst>
          </p:cNvPr>
          <p:cNvSpPr>
            <a:spLocks noGrp="1"/>
          </p:cNvSpPr>
          <p:nvPr/>
        </p:nvSpPr>
        <p:spPr>
          <a:xfrm>
            <a:off x="2373052" y="20267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974009F8-D547-4D07-9A1D-C70D5B2ED0A3}"/>
              </a:ext>
            </a:extLst>
          </p:cNvPr>
          <p:cNvSpPr>
            <a:spLocks noGrp="1"/>
          </p:cNvSpPr>
          <p:nvPr/>
        </p:nvSpPr>
        <p:spPr>
          <a:xfrm>
            <a:off x="2282917" y="176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C1C67DE0-64B8-409C-ACCF-F83F78EB221E}"/>
              </a:ext>
            </a:extLst>
          </p:cNvPr>
          <p:cNvSpPr>
            <a:spLocks noGrp="1"/>
          </p:cNvSpPr>
          <p:nvPr/>
        </p:nvSpPr>
        <p:spPr>
          <a:xfrm>
            <a:off x="2372921" y="31194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90D675B1-2643-4321-BD9B-BD615E1F30AF}"/>
              </a:ext>
            </a:extLst>
          </p:cNvPr>
          <p:cNvSpPr>
            <a:spLocks noGrp="1"/>
          </p:cNvSpPr>
          <p:nvPr/>
        </p:nvSpPr>
        <p:spPr>
          <a:xfrm>
            <a:off x="2188902" y="20329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46136F33-B8F6-4489-AA6C-3DDCFAFC92E7}"/>
              </a:ext>
            </a:extLst>
          </p:cNvPr>
          <p:cNvSpPr>
            <a:spLocks noGrp="1"/>
          </p:cNvSpPr>
          <p:nvPr/>
        </p:nvSpPr>
        <p:spPr>
          <a:xfrm>
            <a:off x="2307836" y="20466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3F800684-0A47-407D-B28F-3A9E1BBD419B}"/>
              </a:ext>
            </a:extLst>
          </p:cNvPr>
          <p:cNvSpPr>
            <a:spLocks noGrp="1"/>
          </p:cNvSpPr>
          <p:nvPr/>
        </p:nvSpPr>
        <p:spPr>
          <a:xfrm>
            <a:off x="2201290" y="20085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83AF6A8E-B9A2-4474-A005-F05DB741C2FA}"/>
              </a:ext>
            </a:extLst>
          </p:cNvPr>
          <p:cNvSpPr>
            <a:spLocks noGrp="1"/>
          </p:cNvSpPr>
          <p:nvPr/>
        </p:nvSpPr>
        <p:spPr>
          <a:xfrm>
            <a:off x="2330785" y="211058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AD772673-270B-4D54-B1E9-261DA1A2FF2D}"/>
              </a:ext>
            </a:extLst>
          </p:cNvPr>
          <p:cNvSpPr>
            <a:spLocks noGrp="1"/>
          </p:cNvSpPr>
          <p:nvPr/>
        </p:nvSpPr>
        <p:spPr>
          <a:xfrm>
            <a:off x="2320007" y="33133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200511BD-302E-4BDD-A476-52E0D969257F}"/>
              </a:ext>
            </a:extLst>
          </p:cNvPr>
          <p:cNvSpPr>
            <a:spLocks noGrp="1"/>
          </p:cNvSpPr>
          <p:nvPr/>
        </p:nvSpPr>
        <p:spPr>
          <a:xfrm>
            <a:off x="219154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2A8C0CE0-32BA-4D91-B075-A84624AF579B}"/>
              </a:ext>
            </a:extLst>
          </p:cNvPr>
          <p:cNvSpPr>
            <a:spLocks noGrp="1"/>
          </p:cNvSpPr>
          <p:nvPr/>
        </p:nvSpPr>
        <p:spPr>
          <a:xfrm>
            <a:off x="233564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3ECA520D-CC11-4C68-9DF3-1BDE35E579DF}"/>
              </a:ext>
            </a:extLst>
          </p:cNvPr>
          <p:cNvSpPr>
            <a:spLocks noGrp="1"/>
          </p:cNvSpPr>
          <p:nvPr/>
        </p:nvSpPr>
        <p:spPr>
          <a:xfrm>
            <a:off x="295947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F0C74FB0-40FD-4775-833C-8FA594010850}"/>
              </a:ext>
            </a:extLst>
          </p:cNvPr>
          <p:cNvSpPr>
            <a:spLocks noGrp="1"/>
          </p:cNvSpPr>
          <p:nvPr/>
        </p:nvSpPr>
        <p:spPr>
          <a:xfrm>
            <a:off x="293185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B6DED7C6-FE5A-4E7A-9E41-3E0A735DD240}"/>
              </a:ext>
            </a:extLst>
          </p:cNvPr>
          <p:cNvSpPr>
            <a:spLocks noGrp="1"/>
          </p:cNvSpPr>
          <p:nvPr/>
        </p:nvSpPr>
        <p:spPr>
          <a:xfrm>
            <a:off x="295807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206B0BC-D2BC-4358-81E9-44EB29BB8F19}"/>
              </a:ext>
            </a:extLst>
          </p:cNvPr>
          <p:cNvSpPr>
            <a:spLocks noGrp="1"/>
          </p:cNvSpPr>
          <p:nvPr/>
        </p:nvSpPr>
        <p:spPr>
          <a:xfrm>
            <a:off x="296219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E6DA0FA8-A11E-4B7D-A606-805E9905568B}"/>
              </a:ext>
            </a:extLst>
          </p:cNvPr>
          <p:cNvSpPr>
            <a:spLocks noGrp="1"/>
          </p:cNvSpPr>
          <p:nvPr/>
        </p:nvSpPr>
        <p:spPr>
          <a:xfrm>
            <a:off x="3110615" y="24357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3F317B98-30D6-4EF4-9107-1442FB41EF0F}"/>
              </a:ext>
            </a:extLst>
          </p:cNvPr>
          <p:cNvSpPr>
            <a:spLocks noGrp="1"/>
          </p:cNvSpPr>
          <p:nvPr/>
        </p:nvSpPr>
        <p:spPr>
          <a:xfrm>
            <a:off x="309755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F7BAF097-252F-4FC5-B110-83F44574FB1A}"/>
              </a:ext>
            </a:extLst>
          </p:cNvPr>
          <p:cNvSpPr>
            <a:spLocks noGrp="1"/>
          </p:cNvSpPr>
          <p:nvPr/>
        </p:nvSpPr>
        <p:spPr>
          <a:xfrm>
            <a:off x="29369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3F7E1C1B-4A51-4EA5-92CF-12E8A2546FAB}"/>
              </a:ext>
            </a:extLst>
          </p:cNvPr>
          <p:cNvSpPr>
            <a:spLocks noGrp="1"/>
          </p:cNvSpPr>
          <p:nvPr/>
        </p:nvSpPr>
        <p:spPr>
          <a:xfrm>
            <a:off x="307170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93305DAF-B17D-4315-BDE0-9D5E18063FAB}"/>
              </a:ext>
            </a:extLst>
          </p:cNvPr>
          <p:cNvSpPr>
            <a:spLocks noGrp="1"/>
          </p:cNvSpPr>
          <p:nvPr/>
        </p:nvSpPr>
        <p:spPr>
          <a:xfrm>
            <a:off x="296642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5738CD65-C790-44A1-A8A0-347B0CF0BCBA}"/>
              </a:ext>
            </a:extLst>
          </p:cNvPr>
          <p:cNvSpPr>
            <a:spLocks noGrp="1"/>
          </p:cNvSpPr>
          <p:nvPr/>
        </p:nvSpPr>
        <p:spPr>
          <a:xfrm>
            <a:off x="301080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8E033A86-3D0E-4441-905A-AC67D8C1116F}"/>
              </a:ext>
            </a:extLst>
          </p:cNvPr>
          <p:cNvSpPr>
            <a:spLocks noGrp="1"/>
          </p:cNvSpPr>
          <p:nvPr/>
        </p:nvSpPr>
        <p:spPr>
          <a:xfrm>
            <a:off x="3118896" y="1843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9258A7F1-C7E5-4E7C-A735-4B40AAE86037}"/>
              </a:ext>
            </a:extLst>
          </p:cNvPr>
          <p:cNvSpPr>
            <a:spLocks noGrp="1"/>
          </p:cNvSpPr>
          <p:nvPr/>
        </p:nvSpPr>
        <p:spPr>
          <a:xfrm>
            <a:off x="3133504" y="21467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FD759CE7-BFC0-4861-A57E-46B31545D7B4}"/>
              </a:ext>
            </a:extLst>
          </p:cNvPr>
          <p:cNvSpPr>
            <a:spLocks noGrp="1"/>
          </p:cNvSpPr>
          <p:nvPr/>
        </p:nvSpPr>
        <p:spPr>
          <a:xfrm>
            <a:off x="3006255" y="18304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920DDB95-D84F-41E0-8BFD-0E4A67203C34}"/>
              </a:ext>
            </a:extLst>
          </p:cNvPr>
          <p:cNvSpPr>
            <a:spLocks noGrp="1"/>
          </p:cNvSpPr>
          <p:nvPr/>
        </p:nvSpPr>
        <p:spPr>
          <a:xfrm>
            <a:off x="308951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46AA75B2-CA71-4C86-99FA-58C1E301F76D}"/>
              </a:ext>
            </a:extLst>
          </p:cNvPr>
          <p:cNvSpPr>
            <a:spLocks noGrp="1"/>
          </p:cNvSpPr>
          <p:nvPr/>
        </p:nvSpPr>
        <p:spPr>
          <a:xfrm>
            <a:off x="3043776" y="29062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84F0BFFC-622B-4AB2-A0FB-642F096A963E}"/>
              </a:ext>
            </a:extLst>
          </p:cNvPr>
          <p:cNvSpPr>
            <a:spLocks noGrp="1"/>
          </p:cNvSpPr>
          <p:nvPr/>
        </p:nvSpPr>
        <p:spPr>
          <a:xfrm>
            <a:off x="3078805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6B086E33-9E80-4DFC-9053-A27027135307}"/>
              </a:ext>
            </a:extLst>
          </p:cNvPr>
          <p:cNvSpPr>
            <a:spLocks noGrp="1"/>
          </p:cNvSpPr>
          <p:nvPr/>
        </p:nvSpPr>
        <p:spPr>
          <a:xfrm>
            <a:off x="294917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D8959C92-6C0C-4E1A-A9B9-D4666FEABD66}"/>
              </a:ext>
            </a:extLst>
          </p:cNvPr>
          <p:cNvSpPr>
            <a:spLocks noGrp="1"/>
          </p:cNvSpPr>
          <p:nvPr/>
        </p:nvSpPr>
        <p:spPr>
          <a:xfrm>
            <a:off x="3130264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89CF3581-3A50-40F9-9B06-ACFEF3A1FBF7}"/>
              </a:ext>
            </a:extLst>
          </p:cNvPr>
          <p:cNvSpPr>
            <a:spLocks noGrp="1"/>
          </p:cNvSpPr>
          <p:nvPr/>
        </p:nvSpPr>
        <p:spPr>
          <a:xfrm>
            <a:off x="3033638" y="19029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31270C54-D017-4D84-9229-B54623B6797C}"/>
              </a:ext>
            </a:extLst>
          </p:cNvPr>
          <p:cNvSpPr>
            <a:spLocks noGrp="1"/>
          </p:cNvSpPr>
          <p:nvPr/>
        </p:nvSpPr>
        <p:spPr>
          <a:xfrm>
            <a:off x="3048548" y="20162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AAB985C3-2E8A-412E-B827-891076738A3D}"/>
              </a:ext>
            </a:extLst>
          </p:cNvPr>
          <p:cNvSpPr>
            <a:spLocks noGrp="1"/>
          </p:cNvSpPr>
          <p:nvPr/>
        </p:nvSpPr>
        <p:spPr>
          <a:xfrm>
            <a:off x="3108985" y="28994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92315387-A1C9-4733-917A-9C7E93D5E177}"/>
              </a:ext>
            </a:extLst>
          </p:cNvPr>
          <p:cNvSpPr>
            <a:spLocks noGrp="1"/>
          </p:cNvSpPr>
          <p:nvPr/>
        </p:nvSpPr>
        <p:spPr>
          <a:xfrm>
            <a:off x="297823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46BB7A5B-A162-4F42-84AA-B8625E296146}"/>
              </a:ext>
            </a:extLst>
          </p:cNvPr>
          <p:cNvSpPr>
            <a:spLocks noGrp="1"/>
          </p:cNvSpPr>
          <p:nvPr/>
        </p:nvSpPr>
        <p:spPr>
          <a:xfrm>
            <a:off x="2998219" y="20957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1EC4D964-DE6E-4872-9CFA-7C2C326B7B4E}"/>
              </a:ext>
            </a:extLst>
          </p:cNvPr>
          <p:cNvSpPr>
            <a:spLocks noGrp="1"/>
          </p:cNvSpPr>
          <p:nvPr/>
        </p:nvSpPr>
        <p:spPr>
          <a:xfrm>
            <a:off x="3068783" y="21490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37D25EE4-D11E-4D42-81CC-00EBC29F6D1E}"/>
              </a:ext>
            </a:extLst>
          </p:cNvPr>
          <p:cNvSpPr>
            <a:spLocks noGrp="1"/>
          </p:cNvSpPr>
          <p:nvPr/>
        </p:nvSpPr>
        <p:spPr>
          <a:xfrm>
            <a:off x="29287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AEB60E97-1820-42AC-ADEF-AE262462C6FD}"/>
              </a:ext>
            </a:extLst>
          </p:cNvPr>
          <p:cNvSpPr>
            <a:spLocks noGrp="1"/>
          </p:cNvSpPr>
          <p:nvPr/>
        </p:nvSpPr>
        <p:spPr>
          <a:xfrm>
            <a:off x="29283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1B788D8A-A4DC-43C8-A5FF-80A45FDAE23D}"/>
              </a:ext>
            </a:extLst>
          </p:cNvPr>
          <p:cNvSpPr>
            <a:spLocks noGrp="1"/>
          </p:cNvSpPr>
          <p:nvPr/>
        </p:nvSpPr>
        <p:spPr>
          <a:xfrm>
            <a:off x="2970682" y="29585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7307F92E-9501-4152-9DB7-15353198F5D7}"/>
              </a:ext>
            </a:extLst>
          </p:cNvPr>
          <p:cNvSpPr>
            <a:spLocks noGrp="1"/>
          </p:cNvSpPr>
          <p:nvPr/>
        </p:nvSpPr>
        <p:spPr>
          <a:xfrm>
            <a:off x="308856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54D39711-273D-4E2B-A90C-8C1FD6786AEE}"/>
              </a:ext>
            </a:extLst>
          </p:cNvPr>
          <p:cNvSpPr>
            <a:spLocks noGrp="1"/>
          </p:cNvSpPr>
          <p:nvPr/>
        </p:nvSpPr>
        <p:spPr>
          <a:xfrm>
            <a:off x="2958023" y="30554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71C08445-E89D-48FA-94D2-D1F04A81B9C2}"/>
              </a:ext>
            </a:extLst>
          </p:cNvPr>
          <p:cNvSpPr>
            <a:spLocks noGrp="1"/>
          </p:cNvSpPr>
          <p:nvPr/>
        </p:nvSpPr>
        <p:spPr>
          <a:xfrm>
            <a:off x="2968544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E7B70909-9DE5-463A-9B50-A0EEF5CF9923}"/>
              </a:ext>
            </a:extLst>
          </p:cNvPr>
          <p:cNvSpPr>
            <a:spLocks noGrp="1"/>
          </p:cNvSpPr>
          <p:nvPr/>
        </p:nvSpPr>
        <p:spPr>
          <a:xfrm>
            <a:off x="294928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9D94AA3F-4511-42A3-B583-35361C0D022E}"/>
              </a:ext>
            </a:extLst>
          </p:cNvPr>
          <p:cNvSpPr>
            <a:spLocks noGrp="1"/>
          </p:cNvSpPr>
          <p:nvPr/>
        </p:nvSpPr>
        <p:spPr>
          <a:xfrm>
            <a:off x="3101293" y="30589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48D4C3B8-68DF-4016-A1F3-06D8F8FBFB53}"/>
              </a:ext>
            </a:extLst>
          </p:cNvPr>
          <p:cNvSpPr>
            <a:spLocks noGrp="1"/>
          </p:cNvSpPr>
          <p:nvPr/>
        </p:nvSpPr>
        <p:spPr>
          <a:xfrm>
            <a:off x="311870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3DF6D4DC-C008-4DC9-992E-28CEDEE38F3D}"/>
              </a:ext>
            </a:extLst>
          </p:cNvPr>
          <p:cNvSpPr>
            <a:spLocks noGrp="1"/>
          </p:cNvSpPr>
          <p:nvPr/>
        </p:nvSpPr>
        <p:spPr>
          <a:xfrm>
            <a:off x="312667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9BF222B6-476F-48F3-8F17-A053DAE43588}"/>
              </a:ext>
            </a:extLst>
          </p:cNvPr>
          <p:cNvSpPr>
            <a:spLocks noGrp="1"/>
          </p:cNvSpPr>
          <p:nvPr/>
        </p:nvSpPr>
        <p:spPr>
          <a:xfrm>
            <a:off x="3055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6B88E9BE-D519-4FF1-8FE3-F362455FDAA1}"/>
              </a:ext>
            </a:extLst>
          </p:cNvPr>
          <p:cNvSpPr>
            <a:spLocks noGrp="1"/>
          </p:cNvSpPr>
          <p:nvPr/>
        </p:nvSpPr>
        <p:spPr>
          <a:xfrm>
            <a:off x="295424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245C24D5-193C-45C3-865E-7283473126B5}"/>
              </a:ext>
            </a:extLst>
          </p:cNvPr>
          <p:cNvSpPr>
            <a:spLocks noGrp="1"/>
          </p:cNvSpPr>
          <p:nvPr/>
        </p:nvSpPr>
        <p:spPr>
          <a:xfrm>
            <a:off x="294587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A4A41F76-F19C-477B-94A1-82822C3B9676}"/>
              </a:ext>
            </a:extLst>
          </p:cNvPr>
          <p:cNvSpPr>
            <a:spLocks noGrp="1"/>
          </p:cNvSpPr>
          <p:nvPr/>
        </p:nvSpPr>
        <p:spPr>
          <a:xfrm>
            <a:off x="303091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9B6AAEDF-5558-4868-8F21-B3CA40EEB832}"/>
              </a:ext>
            </a:extLst>
          </p:cNvPr>
          <p:cNvSpPr>
            <a:spLocks noGrp="1"/>
          </p:cNvSpPr>
          <p:nvPr/>
        </p:nvSpPr>
        <p:spPr>
          <a:xfrm>
            <a:off x="30322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58787153-D3DB-4A0E-8209-A23F88540259}"/>
              </a:ext>
            </a:extLst>
          </p:cNvPr>
          <p:cNvSpPr>
            <a:spLocks noGrp="1"/>
          </p:cNvSpPr>
          <p:nvPr/>
        </p:nvSpPr>
        <p:spPr>
          <a:xfrm>
            <a:off x="2954493" y="261903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A0E2A458-1B80-4B56-A602-1E84AA56B26F}"/>
              </a:ext>
            </a:extLst>
          </p:cNvPr>
          <p:cNvSpPr>
            <a:spLocks noGrp="1"/>
          </p:cNvSpPr>
          <p:nvPr/>
        </p:nvSpPr>
        <p:spPr>
          <a:xfrm>
            <a:off x="30707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CD3FC0FD-C208-457C-9DF0-7FBE5EFB9023}"/>
              </a:ext>
            </a:extLst>
          </p:cNvPr>
          <p:cNvSpPr>
            <a:spLocks noGrp="1"/>
          </p:cNvSpPr>
          <p:nvPr/>
        </p:nvSpPr>
        <p:spPr>
          <a:xfrm>
            <a:off x="308698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DDC5F2E1-93B5-43A0-86ED-B38EB11948C6}"/>
              </a:ext>
            </a:extLst>
          </p:cNvPr>
          <p:cNvSpPr>
            <a:spLocks noGrp="1"/>
          </p:cNvSpPr>
          <p:nvPr/>
        </p:nvSpPr>
        <p:spPr>
          <a:xfrm>
            <a:off x="30897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C36E5564-A0B3-474B-B484-48B45816FB6F}"/>
              </a:ext>
            </a:extLst>
          </p:cNvPr>
          <p:cNvSpPr>
            <a:spLocks noGrp="1"/>
          </p:cNvSpPr>
          <p:nvPr/>
        </p:nvSpPr>
        <p:spPr>
          <a:xfrm>
            <a:off x="30743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3B12E7F5-F1A7-4364-AA64-F193ACA52D1B}"/>
              </a:ext>
            </a:extLst>
          </p:cNvPr>
          <p:cNvSpPr>
            <a:spLocks noGrp="1"/>
          </p:cNvSpPr>
          <p:nvPr/>
        </p:nvSpPr>
        <p:spPr>
          <a:xfrm>
            <a:off x="31016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9AB84E1D-3D53-4ED3-9BE4-77A1D31C9275}"/>
              </a:ext>
            </a:extLst>
          </p:cNvPr>
          <p:cNvSpPr>
            <a:spLocks noGrp="1"/>
          </p:cNvSpPr>
          <p:nvPr/>
        </p:nvSpPr>
        <p:spPr>
          <a:xfrm>
            <a:off x="299340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A20DA236-9AA2-4F7F-B07D-79F1D3660A41}"/>
              </a:ext>
            </a:extLst>
          </p:cNvPr>
          <p:cNvSpPr>
            <a:spLocks noGrp="1"/>
          </p:cNvSpPr>
          <p:nvPr/>
        </p:nvSpPr>
        <p:spPr>
          <a:xfrm>
            <a:off x="3001649" y="29277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22CF1BFD-5AE9-469A-BC57-E0C8E5C89495}"/>
              </a:ext>
            </a:extLst>
          </p:cNvPr>
          <p:cNvSpPr>
            <a:spLocks noGrp="1"/>
          </p:cNvSpPr>
          <p:nvPr/>
        </p:nvSpPr>
        <p:spPr>
          <a:xfrm>
            <a:off x="30734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82B71222-EA52-4296-A8A6-E8F516A34572}"/>
              </a:ext>
            </a:extLst>
          </p:cNvPr>
          <p:cNvSpPr>
            <a:spLocks noGrp="1"/>
          </p:cNvSpPr>
          <p:nvPr/>
        </p:nvSpPr>
        <p:spPr>
          <a:xfrm>
            <a:off x="2925886" y="225868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93C492DE-8132-4B74-9DF4-AB65D08991C7}"/>
              </a:ext>
            </a:extLst>
          </p:cNvPr>
          <p:cNvSpPr>
            <a:spLocks noGrp="1"/>
          </p:cNvSpPr>
          <p:nvPr/>
        </p:nvSpPr>
        <p:spPr>
          <a:xfrm>
            <a:off x="3001311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4D81A642-E615-4DD8-96C1-CD3A98DB65A9}"/>
              </a:ext>
            </a:extLst>
          </p:cNvPr>
          <p:cNvSpPr>
            <a:spLocks noGrp="1"/>
          </p:cNvSpPr>
          <p:nvPr/>
        </p:nvSpPr>
        <p:spPr>
          <a:xfrm>
            <a:off x="30079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90F39A25-3D57-4F6E-A22C-97FF0E97C05F}"/>
              </a:ext>
            </a:extLst>
          </p:cNvPr>
          <p:cNvSpPr>
            <a:spLocks noGrp="1"/>
          </p:cNvSpPr>
          <p:nvPr/>
        </p:nvSpPr>
        <p:spPr>
          <a:xfrm>
            <a:off x="30101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98F9A09A-767C-4CE0-B232-95671AF19849}"/>
              </a:ext>
            </a:extLst>
          </p:cNvPr>
          <p:cNvSpPr>
            <a:spLocks noGrp="1"/>
          </p:cNvSpPr>
          <p:nvPr/>
        </p:nvSpPr>
        <p:spPr>
          <a:xfrm>
            <a:off x="30022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3EA4E336-62C4-4192-A2D7-EE4640694EDD}"/>
              </a:ext>
            </a:extLst>
          </p:cNvPr>
          <p:cNvSpPr>
            <a:spLocks noGrp="1"/>
          </p:cNvSpPr>
          <p:nvPr/>
        </p:nvSpPr>
        <p:spPr>
          <a:xfrm>
            <a:off x="3094712" y="18877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6C918CDC-5543-4C47-A671-37C73A0B26CC}"/>
              </a:ext>
            </a:extLst>
          </p:cNvPr>
          <p:cNvSpPr>
            <a:spLocks noGrp="1"/>
          </p:cNvSpPr>
          <p:nvPr/>
        </p:nvSpPr>
        <p:spPr>
          <a:xfrm>
            <a:off x="29936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76D8C5E8-8C60-4C18-81C4-1BFB4A9BC35A}"/>
              </a:ext>
            </a:extLst>
          </p:cNvPr>
          <p:cNvSpPr>
            <a:spLocks noGrp="1"/>
          </p:cNvSpPr>
          <p:nvPr/>
        </p:nvSpPr>
        <p:spPr>
          <a:xfrm>
            <a:off x="3098217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471666BD-9740-40E1-90CD-6AF68A1BD330}"/>
              </a:ext>
            </a:extLst>
          </p:cNvPr>
          <p:cNvSpPr>
            <a:spLocks noGrp="1"/>
          </p:cNvSpPr>
          <p:nvPr/>
        </p:nvSpPr>
        <p:spPr>
          <a:xfrm>
            <a:off x="30539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42515947-269D-42E4-BAE2-1711890B8D50}"/>
              </a:ext>
            </a:extLst>
          </p:cNvPr>
          <p:cNvSpPr>
            <a:spLocks noGrp="1"/>
          </p:cNvSpPr>
          <p:nvPr/>
        </p:nvSpPr>
        <p:spPr>
          <a:xfrm>
            <a:off x="3078674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A40005B2-36EA-445D-B857-AF47E21920DF}"/>
              </a:ext>
            </a:extLst>
          </p:cNvPr>
          <p:cNvSpPr>
            <a:spLocks noGrp="1"/>
          </p:cNvSpPr>
          <p:nvPr/>
        </p:nvSpPr>
        <p:spPr>
          <a:xfrm>
            <a:off x="3050918" y="32879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57E20342-F3D7-4E13-B0AE-1CF5DDDC54B2}"/>
              </a:ext>
            </a:extLst>
          </p:cNvPr>
          <p:cNvSpPr>
            <a:spLocks noGrp="1"/>
          </p:cNvSpPr>
          <p:nvPr/>
        </p:nvSpPr>
        <p:spPr>
          <a:xfrm>
            <a:off x="2961185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399BD9EB-70F1-4B34-9AA6-30ED264B8BAE}"/>
              </a:ext>
            </a:extLst>
          </p:cNvPr>
          <p:cNvSpPr>
            <a:spLocks noGrp="1"/>
          </p:cNvSpPr>
          <p:nvPr/>
        </p:nvSpPr>
        <p:spPr>
          <a:xfrm>
            <a:off x="3056724" y="27757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2ACDA01B-3287-467E-AF4E-400310C796B3}"/>
              </a:ext>
            </a:extLst>
          </p:cNvPr>
          <p:cNvSpPr>
            <a:spLocks noGrp="1"/>
          </p:cNvSpPr>
          <p:nvPr/>
        </p:nvSpPr>
        <p:spPr>
          <a:xfrm>
            <a:off x="29876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E460E1F8-ED47-44F5-B663-0ED4DA36F09D}"/>
              </a:ext>
            </a:extLst>
          </p:cNvPr>
          <p:cNvSpPr>
            <a:spLocks noGrp="1"/>
          </p:cNvSpPr>
          <p:nvPr/>
        </p:nvSpPr>
        <p:spPr>
          <a:xfrm>
            <a:off x="30454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7411E19E-6B88-49BF-B069-0267522B6142}"/>
              </a:ext>
            </a:extLst>
          </p:cNvPr>
          <p:cNvSpPr>
            <a:spLocks noGrp="1"/>
          </p:cNvSpPr>
          <p:nvPr/>
        </p:nvSpPr>
        <p:spPr>
          <a:xfrm>
            <a:off x="299176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62E50BC3-9B1E-4AC0-A504-684AEBF74DDC}"/>
              </a:ext>
            </a:extLst>
          </p:cNvPr>
          <p:cNvSpPr>
            <a:spLocks noGrp="1"/>
          </p:cNvSpPr>
          <p:nvPr/>
        </p:nvSpPr>
        <p:spPr>
          <a:xfrm>
            <a:off x="3128874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F6774CFD-6F93-4764-A49A-27569006B291}"/>
              </a:ext>
            </a:extLst>
          </p:cNvPr>
          <p:cNvSpPr>
            <a:spLocks noGrp="1"/>
          </p:cNvSpPr>
          <p:nvPr/>
        </p:nvSpPr>
        <p:spPr>
          <a:xfrm>
            <a:off x="305551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53BE0357-63C0-4D20-8A84-CBB6D1126DBE}"/>
              </a:ext>
            </a:extLst>
          </p:cNvPr>
          <p:cNvSpPr>
            <a:spLocks noGrp="1"/>
          </p:cNvSpPr>
          <p:nvPr/>
        </p:nvSpPr>
        <p:spPr>
          <a:xfrm>
            <a:off x="30126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BD199C25-F826-4F22-9449-77A563334CBF}"/>
              </a:ext>
            </a:extLst>
          </p:cNvPr>
          <p:cNvSpPr>
            <a:spLocks noGrp="1"/>
          </p:cNvSpPr>
          <p:nvPr/>
        </p:nvSpPr>
        <p:spPr>
          <a:xfrm>
            <a:off x="299749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1100ADD7-F4D0-42E9-82C9-F8311654EE24}"/>
              </a:ext>
            </a:extLst>
          </p:cNvPr>
          <p:cNvSpPr>
            <a:spLocks noGrp="1"/>
          </p:cNvSpPr>
          <p:nvPr/>
        </p:nvSpPr>
        <p:spPr>
          <a:xfrm>
            <a:off x="2997570" y="25867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7EF72D20-0016-400E-80EF-EBE18AE065A2}"/>
              </a:ext>
            </a:extLst>
          </p:cNvPr>
          <p:cNvSpPr>
            <a:spLocks noGrp="1"/>
          </p:cNvSpPr>
          <p:nvPr/>
        </p:nvSpPr>
        <p:spPr>
          <a:xfrm>
            <a:off x="310670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688D7AA2-D2B5-46D3-8653-3D7182DB1B6F}"/>
              </a:ext>
            </a:extLst>
          </p:cNvPr>
          <p:cNvSpPr>
            <a:spLocks noGrp="1"/>
          </p:cNvSpPr>
          <p:nvPr/>
        </p:nvSpPr>
        <p:spPr>
          <a:xfrm>
            <a:off x="3032729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B16A0FC6-356C-410F-908A-A824AFFDDEDE}"/>
              </a:ext>
            </a:extLst>
          </p:cNvPr>
          <p:cNvSpPr>
            <a:spLocks noGrp="1"/>
          </p:cNvSpPr>
          <p:nvPr/>
        </p:nvSpPr>
        <p:spPr>
          <a:xfrm>
            <a:off x="3023915" y="21825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6E057814-6D37-488D-B03A-215E84D47194}"/>
              </a:ext>
            </a:extLst>
          </p:cNvPr>
          <p:cNvSpPr>
            <a:spLocks noGrp="1"/>
          </p:cNvSpPr>
          <p:nvPr/>
        </p:nvSpPr>
        <p:spPr>
          <a:xfrm>
            <a:off x="29261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CFB3C14B-F149-4EAB-9BD3-E8D32BAFC108}"/>
              </a:ext>
            </a:extLst>
          </p:cNvPr>
          <p:cNvSpPr>
            <a:spLocks noGrp="1"/>
          </p:cNvSpPr>
          <p:nvPr/>
        </p:nvSpPr>
        <p:spPr>
          <a:xfrm>
            <a:off x="3112971" y="3102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DD12F6C3-C651-4A5E-BA19-574C9E5688A9}"/>
              </a:ext>
            </a:extLst>
          </p:cNvPr>
          <p:cNvSpPr>
            <a:spLocks noGrp="1"/>
          </p:cNvSpPr>
          <p:nvPr/>
        </p:nvSpPr>
        <p:spPr>
          <a:xfrm>
            <a:off x="2968321" y="27443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C46A6625-783D-4E6E-8F5A-EFA6E8B54B41}"/>
              </a:ext>
            </a:extLst>
          </p:cNvPr>
          <p:cNvSpPr>
            <a:spLocks noGrp="1"/>
          </p:cNvSpPr>
          <p:nvPr/>
        </p:nvSpPr>
        <p:spPr>
          <a:xfrm>
            <a:off x="2973148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C42BA589-8756-42C0-B181-CC393C285513}"/>
              </a:ext>
            </a:extLst>
          </p:cNvPr>
          <p:cNvSpPr>
            <a:spLocks noGrp="1"/>
          </p:cNvSpPr>
          <p:nvPr/>
        </p:nvSpPr>
        <p:spPr>
          <a:xfrm>
            <a:off x="30976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5A760682-0462-4A51-92D3-7BC3033CF91D}"/>
              </a:ext>
            </a:extLst>
          </p:cNvPr>
          <p:cNvSpPr>
            <a:spLocks noGrp="1"/>
          </p:cNvSpPr>
          <p:nvPr/>
        </p:nvSpPr>
        <p:spPr>
          <a:xfrm>
            <a:off x="2999358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2F477614-6FA8-42E2-BC68-547C55AC038A}"/>
              </a:ext>
            </a:extLst>
          </p:cNvPr>
          <p:cNvSpPr>
            <a:spLocks noGrp="1"/>
          </p:cNvSpPr>
          <p:nvPr/>
        </p:nvSpPr>
        <p:spPr>
          <a:xfrm>
            <a:off x="311651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25CD6E91-D714-47EA-A890-B7CCE7B30348}"/>
              </a:ext>
            </a:extLst>
          </p:cNvPr>
          <p:cNvSpPr>
            <a:spLocks noGrp="1"/>
          </p:cNvSpPr>
          <p:nvPr/>
        </p:nvSpPr>
        <p:spPr>
          <a:xfrm>
            <a:off x="310728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E93DB3C3-76EB-4A50-8617-B587FFD4F87D}"/>
              </a:ext>
            </a:extLst>
          </p:cNvPr>
          <p:cNvSpPr>
            <a:spLocks noGrp="1"/>
          </p:cNvSpPr>
          <p:nvPr/>
        </p:nvSpPr>
        <p:spPr>
          <a:xfrm>
            <a:off x="2977665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D1FDBE7D-2997-468D-BD3A-D9D09DDC31ED}"/>
              </a:ext>
            </a:extLst>
          </p:cNvPr>
          <p:cNvSpPr>
            <a:spLocks noGrp="1"/>
          </p:cNvSpPr>
          <p:nvPr/>
        </p:nvSpPr>
        <p:spPr>
          <a:xfrm>
            <a:off x="2967127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7FE99696-8A05-4DA0-ADF3-DE0EECB47CC9}"/>
              </a:ext>
            </a:extLst>
          </p:cNvPr>
          <p:cNvSpPr>
            <a:spLocks noGrp="1"/>
          </p:cNvSpPr>
          <p:nvPr/>
        </p:nvSpPr>
        <p:spPr>
          <a:xfrm>
            <a:off x="3063499" y="19811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4D96E8BC-6709-4773-BFEA-91E82EA97A4A}"/>
              </a:ext>
            </a:extLst>
          </p:cNvPr>
          <p:cNvSpPr>
            <a:spLocks noGrp="1"/>
          </p:cNvSpPr>
          <p:nvPr/>
        </p:nvSpPr>
        <p:spPr>
          <a:xfrm>
            <a:off x="300466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2B20313A-968B-4598-9AE4-C573F368E4E7}"/>
              </a:ext>
            </a:extLst>
          </p:cNvPr>
          <p:cNvSpPr>
            <a:spLocks noGrp="1"/>
          </p:cNvSpPr>
          <p:nvPr/>
        </p:nvSpPr>
        <p:spPr>
          <a:xfrm>
            <a:off x="3059234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8B8FF053-9477-42F5-B477-5DAA5FC5AB78}"/>
              </a:ext>
            </a:extLst>
          </p:cNvPr>
          <p:cNvSpPr>
            <a:spLocks noGrp="1"/>
          </p:cNvSpPr>
          <p:nvPr/>
        </p:nvSpPr>
        <p:spPr>
          <a:xfrm>
            <a:off x="3111782" y="30442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15081150-B99A-4720-A7C7-BB4984CC560C}"/>
              </a:ext>
            </a:extLst>
          </p:cNvPr>
          <p:cNvSpPr>
            <a:spLocks noGrp="1"/>
          </p:cNvSpPr>
          <p:nvPr/>
        </p:nvSpPr>
        <p:spPr>
          <a:xfrm>
            <a:off x="2931014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E32DDBF3-02A3-484B-8918-25A35E959F2A}"/>
              </a:ext>
            </a:extLst>
          </p:cNvPr>
          <p:cNvSpPr>
            <a:spLocks noGrp="1"/>
          </p:cNvSpPr>
          <p:nvPr/>
        </p:nvSpPr>
        <p:spPr>
          <a:xfrm>
            <a:off x="29357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8EEC999F-A5CB-4EEF-93C2-B75B4B4B1501}"/>
              </a:ext>
            </a:extLst>
          </p:cNvPr>
          <p:cNvSpPr>
            <a:spLocks noGrp="1"/>
          </p:cNvSpPr>
          <p:nvPr/>
        </p:nvSpPr>
        <p:spPr>
          <a:xfrm>
            <a:off x="29776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5E845A7E-FA8C-4773-8F82-F2B6E6C3ED1A}"/>
              </a:ext>
            </a:extLst>
          </p:cNvPr>
          <p:cNvSpPr>
            <a:spLocks noGrp="1"/>
          </p:cNvSpPr>
          <p:nvPr/>
        </p:nvSpPr>
        <p:spPr>
          <a:xfrm>
            <a:off x="3099445" y="21766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B806428B-9323-497D-B44A-99B742D75DC0}"/>
              </a:ext>
            </a:extLst>
          </p:cNvPr>
          <p:cNvSpPr>
            <a:spLocks noGrp="1"/>
          </p:cNvSpPr>
          <p:nvPr/>
        </p:nvSpPr>
        <p:spPr>
          <a:xfrm>
            <a:off x="31393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287EE5D2-9DB8-4E4A-8DD3-AA77D96DD4BF}"/>
              </a:ext>
            </a:extLst>
          </p:cNvPr>
          <p:cNvSpPr>
            <a:spLocks noGrp="1"/>
          </p:cNvSpPr>
          <p:nvPr/>
        </p:nvSpPr>
        <p:spPr>
          <a:xfrm>
            <a:off x="3091953" y="332295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DC55C6A2-D414-43DB-A37A-E868D96E07FB}"/>
              </a:ext>
            </a:extLst>
          </p:cNvPr>
          <p:cNvSpPr>
            <a:spLocks noGrp="1"/>
          </p:cNvSpPr>
          <p:nvPr/>
        </p:nvSpPr>
        <p:spPr>
          <a:xfrm>
            <a:off x="29849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7003BC08-B81A-4C05-A632-AFCDBC476A23}"/>
              </a:ext>
            </a:extLst>
          </p:cNvPr>
          <p:cNvSpPr>
            <a:spLocks noGrp="1"/>
          </p:cNvSpPr>
          <p:nvPr/>
        </p:nvSpPr>
        <p:spPr>
          <a:xfrm>
            <a:off x="2985364" y="30793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9785ABB3-B022-45C3-9B6F-D603C17DA3F6}"/>
              </a:ext>
            </a:extLst>
          </p:cNvPr>
          <p:cNvSpPr>
            <a:spLocks noGrp="1"/>
          </p:cNvSpPr>
          <p:nvPr/>
        </p:nvSpPr>
        <p:spPr>
          <a:xfrm>
            <a:off x="30034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855EA7D6-0C99-494F-BF25-06DF5A5643DE}"/>
              </a:ext>
            </a:extLst>
          </p:cNvPr>
          <p:cNvSpPr>
            <a:spLocks noGrp="1"/>
          </p:cNvSpPr>
          <p:nvPr/>
        </p:nvSpPr>
        <p:spPr>
          <a:xfrm>
            <a:off x="2987409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B962F3F1-6493-413A-B692-DD37156D4A45}"/>
              </a:ext>
            </a:extLst>
          </p:cNvPr>
          <p:cNvSpPr>
            <a:spLocks noGrp="1"/>
          </p:cNvSpPr>
          <p:nvPr/>
        </p:nvSpPr>
        <p:spPr>
          <a:xfrm>
            <a:off x="30512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553C1C6A-9FCC-49E5-883F-6A7286C774C8}"/>
              </a:ext>
            </a:extLst>
          </p:cNvPr>
          <p:cNvSpPr>
            <a:spLocks noGrp="1"/>
          </p:cNvSpPr>
          <p:nvPr/>
        </p:nvSpPr>
        <p:spPr>
          <a:xfrm>
            <a:off x="3041316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3904437F-BF63-4CCB-9C86-61D344B9B7EA}"/>
              </a:ext>
            </a:extLst>
          </p:cNvPr>
          <p:cNvSpPr>
            <a:spLocks noGrp="1"/>
          </p:cNvSpPr>
          <p:nvPr/>
        </p:nvSpPr>
        <p:spPr>
          <a:xfrm>
            <a:off x="299201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7236043D-5DBB-4265-B6B6-FCD3CD984490}"/>
              </a:ext>
            </a:extLst>
          </p:cNvPr>
          <p:cNvSpPr>
            <a:spLocks noGrp="1"/>
          </p:cNvSpPr>
          <p:nvPr/>
        </p:nvSpPr>
        <p:spPr>
          <a:xfrm>
            <a:off x="3090606" y="249204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08294CED-653D-4AB0-B11E-2B8EDFC9514E}"/>
              </a:ext>
            </a:extLst>
          </p:cNvPr>
          <p:cNvSpPr>
            <a:spLocks noGrp="1"/>
          </p:cNvSpPr>
          <p:nvPr/>
        </p:nvSpPr>
        <p:spPr>
          <a:xfrm>
            <a:off x="3141914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B62C08EE-05DA-424A-8463-EC7927AAA0F7}"/>
              </a:ext>
            </a:extLst>
          </p:cNvPr>
          <p:cNvSpPr>
            <a:spLocks noGrp="1"/>
          </p:cNvSpPr>
          <p:nvPr/>
        </p:nvSpPr>
        <p:spPr>
          <a:xfrm>
            <a:off x="30499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A97ED1C0-62E6-49CC-A81C-BF9CACCCE6B4}"/>
              </a:ext>
            </a:extLst>
          </p:cNvPr>
          <p:cNvSpPr>
            <a:spLocks noGrp="1"/>
          </p:cNvSpPr>
          <p:nvPr/>
        </p:nvSpPr>
        <p:spPr>
          <a:xfrm>
            <a:off x="29850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F4BE7912-428D-487A-93DA-35A3FFFE9C2E}"/>
              </a:ext>
            </a:extLst>
          </p:cNvPr>
          <p:cNvSpPr>
            <a:spLocks noGrp="1"/>
          </p:cNvSpPr>
          <p:nvPr/>
        </p:nvSpPr>
        <p:spPr>
          <a:xfrm>
            <a:off x="3044461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DB3334C7-52EE-4166-9287-F27AEF131265}"/>
              </a:ext>
            </a:extLst>
          </p:cNvPr>
          <p:cNvSpPr>
            <a:spLocks noGrp="1"/>
          </p:cNvSpPr>
          <p:nvPr/>
        </p:nvSpPr>
        <p:spPr>
          <a:xfrm>
            <a:off x="2989541" y="18408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B08B9930-B0F3-4925-AE42-AC5C73EAC9D2}"/>
              </a:ext>
            </a:extLst>
          </p:cNvPr>
          <p:cNvSpPr>
            <a:spLocks noGrp="1"/>
          </p:cNvSpPr>
          <p:nvPr/>
        </p:nvSpPr>
        <p:spPr>
          <a:xfrm>
            <a:off x="307326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BC01D650-B05B-4DFF-A0F2-9F70AA6F5C9A}"/>
              </a:ext>
            </a:extLst>
          </p:cNvPr>
          <p:cNvSpPr>
            <a:spLocks noGrp="1"/>
          </p:cNvSpPr>
          <p:nvPr/>
        </p:nvSpPr>
        <p:spPr>
          <a:xfrm>
            <a:off x="3003482" y="242416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0B74D4E8-087C-468C-9C22-9279DABE9808}"/>
              </a:ext>
            </a:extLst>
          </p:cNvPr>
          <p:cNvSpPr>
            <a:spLocks noGrp="1"/>
          </p:cNvSpPr>
          <p:nvPr/>
        </p:nvSpPr>
        <p:spPr>
          <a:xfrm>
            <a:off x="3054026" y="266604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88DCBBC6-EAAD-4FDD-89C9-C8C1E7ECD04F}"/>
              </a:ext>
            </a:extLst>
          </p:cNvPr>
          <p:cNvSpPr>
            <a:spLocks noGrp="1"/>
          </p:cNvSpPr>
          <p:nvPr/>
        </p:nvSpPr>
        <p:spPr>
          <a:xfrm>
            <a:off x="29602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B5B9BBB3-E0A5-4F44-BB21-075E6715D0CA}"/>
              </a:ext>
            </a:extLst>
          </p:cNvPr>
          <p:cNvSpPr>
            <a:spLocks noGrp="1"/>
          </p:cNvSpPr>
          <p:nvPr/>
        </p:nvSpPr>
        <p:spPr>
          <a:xfrm>
            <a:off x="307160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3A6692D3-A216-4706-AE28-E72A520D6C9C}"/>
              </a:ext>
            </a:extLst>
          </p:cNvPr>
          <p:cNvSpPr>
            <a:spLocks noGrp="1"/>
          </p:cNvSpPr>
          <p:nvPr/>
        </p:nvSpPr>
        <p:spPr>
          <a:xfrm>
            <a:off x="3142616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83D3142B-77B5-4CB1-B1E3-D5FFD830B206}"/>
              </a:ext>
            </a:extLst>
          </p:cNvPr>
          <p:cNvSpPr>
            <a:spLocks noGrp="1"/>
          </p:cNvSpPr>
          <p:nvPr/>
        </p:nvSpPr>
        <p:spPr>
          <a:xfrm>
            <a:off x="302940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3E32706-6A96-4AD6-994D-FBCEB84D2337}"/>
              </a:ext>
            </a:extLst>
          </p:cNvPr>
          <p:cNvSpPr>
            <a:spLocks noGrp="1"/>
          </p:cNvSpPr>
          <p:nvPr/>
        </p:nvSpPr>
        <p:spPr>
          <a:xfrm>
            <a:off x="30550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EFF35F95-1EA4-4535-B666-29FF80175FE7}"/>
              </a:ext>
            </a:extLst>
          </p:cNvPr>
          <p:cNvSpPr>
            <a:spLocks noGrp="1"/>
          </p:cNvSpPr>
          <p:nvPr/>
        </p:nvSpPr>
        <p:spPr>
          <a:xfrm>
            <a:off x="2989850" y="26386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6A4FFF8E-8BC0-4FC1-90BD-58E6F75322BD}"/>
              </a:ext>
            </a:extLst>
          </p:cNvPr>
          <p:cNvSpPr>
            <a:spLocks noGrp="1"/>
          </p:cNvSpPr>
          <p:nvPr/>
        </p:nvSpPr>
        <p:spPr>
          <a:xfrm>
            <a:off x="294351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7A383892-52D0-4B93-A0A8-93AA470F80FA}"/>
              </a:ext>
            </a:extLst>
          </p:cNvPr>
          <p:cNvSpPr>
            <a:spLocks noGrp="1"/>
          </p:cNvSpPr>
          <p:nvPr/>
        </p:nvSpPr>
        <p:spPr>
          <a:xfrm>
            <a:off x="29609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117B8337-F4D8-4A96-80B6-45A57DB96738}"/>
              </a:ext>
            </a:extLst>
          </p:cNvPr>
          <p:cNvSpPr>
            <a:spLocks noGrp="1"/>
          </p:cNvSpPr>
          <p:nvPr/>
        </p:nvSpPr>
        <p:spPr>
          <a:xfrm>
            <a:off x="3020549" y="32480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828CD912-C25F-4D21-9C88-210D6A85E220}"/>
              </a:ext>
            </a:extLst>
          </p:cNvPr>
          <p:cNvSpPr>
            <a:spLocks noGrp="1"/>
          </p:cNvSpPr>
          <p:nvPr/>
        </p:nvSpPr>
        <p:spPr>
          <a:xfrm>
            <a:off x="308376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534717CE-0F86-4F4B-8758-228F1FD16F64}"/>
              </a:ext>
            </a:extLst>
          </p:cNvPr>
          <p:cNvSpPr>
            <a:spLocks noGrp="1"/>
          </p:cNvSpPr>
          <p:nvPr/>
        </p:nvSpPr>
        <p:spPr>
          <a:xfrm>
            <a:off x="30893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1BECE667-2844-4278-9036-3D0A1016B702}"/>
              </a:ext>
            </a:extLst>
          </p:cNvPr>
          <p:cNvSpPr>
            <a:spLocks noGrp="1"/>
          </p:cNvSpPr>
          <p:nvPr/>
        </p:nvSpPr>
        <p:spPr>
          <a:xfrm>
            <a:off x="310382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905CE956-077C-47BD-8025-DD042C098DF2}"/>
              </a:ext>
            </a:extLst>
          </p:cNvPr>
          <p:cNvSpPr>
            <a:spLocks noGrp="1"/>
          </p:cNvSpPr>
          <p:nvPr/>
        </p:nvSpPr>
        <p:spPr>
          <a:xfrm>
            <a:off x="30866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53524D67-C379-4336-8572-C98076A220B4}"/>
              </a:ext>
            </a:extLst>
          </p:cNvPr>
          <p:cNvSpPr>
            <a:spLocks noGrp="1"/>
          </p:cNvSpPr>
          <p:nvPr/>
        </p:nvSpPr>
        <p:spPr>
          <a:xfrm>
            <a:off x="296589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8D79ED86-5F09-49C9-A7FF-3BE7800C4178}"/>
              </a:ext>
            </a:extLst>
          </p:cNvPr>
          <p:cNvSpPr>
            <a:spLocks noGrp="1"/>
          </p:cNvSpPr>
          <p:nvPr/>
        </p:nvSpPr>
        <p:spPr>
          <a:xfrm>
            <a:off x="31325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B44EB7D7-19D1-469F-AA5C-E05A02138396}"/>
              </a:ext>
            </a:extLst>
          </p:cNvPr>
          <p:cNvSpPr>
            <a:spLocks noGrp="1"/>
          </p:cNvSpPr>
          <p:nvPr/>
        </p:nvSpPr>
        <p:spPr>
          <a:xfrm>
            <a:off x="3086551" y="27079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F144F712-674D-4C00-979C-6B4D02705BC6}"/>
              </a:ext>
            </a:extLst>
          </p:cNvPr>
          <p:cNvSpPr>
            <a:spLocks noGrp="1"/>
          </p:cNvSpPr>
          <p:nvPr/>
        </p:nvSpPr>
        <p:spPr>
          <a:xfrm>
            <a:off x="30164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4E3986B4-5DBF-4E0E-8D16-762164A234B2}"/>
              </a:ext>
            </a:extLst>
          </p:cNvPr>
          <p:cNvSpPr>
            <a:spLocks noGrp="1"/>
          </p:cNvSpPr>
          <p:nvPr/>
        </p:nvSpPr>
        <p:spPr>
          <a:xfrm>
            <a:off x="300869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A62AE401-CA26-44A1-A2EA-FB488E41A268}"/>
              </a:ext>
            </a:extLst>
          </p:cNvPr>
          <p:cNvSpPr>
            <a:spLocks noGrp="1"/>
          </p:cNvSpPr>
          <p:nvPr/>
        </p:nvSpPr>
        <p:spPr>
          <a:xfrm>
            <a:off x="30969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59A9A6DB-0CB0-42CA-8B38-5CA8C7E66F4D}"/>
              </a:ext>
            </a:extLst>
          </p:cNvPr>
          <p:cNvSpPr>
            <a:spLocks noGrp="1"/>
          </p:cNvSpPr>
          <p:nvPr/>
        </p:nvSpPr>
        <p:spPr>
          <a:xfrm>
            <a:off x="29329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B41E5495-66AD-43B3-893A-EF136DDBB8A5}"/>
              </a:ext>
            </a:extLst>
          </p:cNvPr>
          <p:cNvSpPr>
            <a:spLocks noGrp="1"/>
          </p:cNvSpPr>
          <p:nvPr/>
        </p:nvSpPr>
        <p:spPr>
          <a:xfrm>
            <a:off x="309230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A2847637-B49D-4D34-A760-2335FCC6DCF9}"/>
              </a:ext>
            </a:extLst>
          </p:cNvPr>
          <p:cNvSpPr>
            <a:spLocks noGrp="1"/>
          </p:cNvSpPr>
          <p:nvPr/>
        </p:nvSpPr>
        <p:spPr>
          <a:xfrm>
            <a:off x="3043646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44847513-488F-4A72-BB8D-25A812412F49}"/>
              </a:ext>
            </a:extLst>
          </p:cNvPr>
          <p:cNvSpPr>
            <a:spLocks noGrp="1"/>
          </p:cNvSpPr>
          <p:nvPr/>
        </p:nvSpPr>
        <p:spPr>
          <a:xfrm>
            <a:off x="30695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C01DE6CD-75FD-49B2-A3A4-F4BF9E2FE1F6}"/>
              </a:ext>
            </a:extLst>
          </p:cNvPr>
          <p:cNvSpPr>
            <a:spLocks noGrp="1"/>
          </p:cNvSpPr>
          <p:nvPr/>
        </p:nvSpPr>
        <p:spPr>
          <a:xfrm>
            <a:off x="307681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97DACEBF-786D-4F71-846E-2A302F842A6D}"/>
              </a:ext>
            </a:extLst>
          </p:cNvPr>
          <p:cNvSpPr>
            <a:spLocks noGrp="1"/>
          </p:cNvSpPr>
          <p:nvPr/>
        </p:nvSpPr>
        <p:spPr>
          <a:xfrm>
            <a:off x="30721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E16C726D-8D56-4033-8B2A-2A02C812B9E3}"/>
              </a:ext>
            </a:extLst>
          </p:cNvPr>
          <p:cNvSpPr>
            <a:spLocks noGrp="1"/>
          </p:cNvSpPr>
          <p:nvPr/>
        </p:nvSpPr>
        <p:spPr>
          <a:xfrm>
            <a:off x="3140698" y="24064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2278BB6C-3ADE-40AD-B021-E841F27BB41E}"/>
              </a:ext>
            </a:extLst>
          </p:cNvPr>
          <p:cNvSpPr>
            <a:spLocks noGrp="1"/>
          </p:cNvSpPr>
          <p:nvPr/>
        </p:nvSpPr>
        <p:spPr>
          <a:xfrm>
            <a:off x="2956569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AF4AD91F-0337-4ECA-9CD3-722C951F81AA}"/>
              </a:ext>
            </a:extLst>
          </p:cNvPr>
          <p:cNvSpPr>
            <a:spLocks noGrp="1"/>
          </p:cNvSpPr>
          <p:nvPr/>
        </p:nvSpPr>
        <p:spPr>
          <a:xfrm>
            <a:off x="310494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FB43643B-49DE-4B0E-835E-A78B733F6DD3}"/>
              </a:ext>
            </a:extLst>
          </p:cNvPr>
          <p:cNvSpPr>
            <a:spLocks noGrp="1"/>
          </p:cNvSpPr>
          <p:nvPr/>
        </p:nvSpPr>
        <p:spPr>
          <a:xfrm>
            <a:off x="296089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1817CC12-37E7-4AF3-A669-3452769BEED1}"/>
              </a:ext>
            </a:extLst>
          </p:cNvPr>
          <p:cNvSpPr>
            <a:spLocks noGrp="1"/>
          </p:cNvSpPr>
          <p:nvPr/>
        </p:nvSpPr>
        <p:spPr>
          <a:xfrm>
            <a:off x="3015329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93385F4C-864A-41EA-BFA8-D4B33F3BD5C3}"/>
              </a:ext>
            </a:extLst>
          </p:cNvPr>
          <p:cNvSpPr>
            <a:spLocks noGrp="1"/>
          </p:cNvSpPr>
          <p:nvPr/>
        </p:nvSpPr>
        <p:spPr>
          <a:xfrm>
            <a:off x="2937438" y="32947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6163C823-2EED-4370-BE0C-BF180B47B694}"/>
              </a:ext>
            </a:extLst>
          </p:cNvPr>
          <p:cNvSpPr>
            <a:spLocks noGrp="1"/>
          </p:cNvSpPr>
          <p:nvPr/>
        </p:nvSpPr>
        <p:spPr>
          <a:xfrm>
            <a:off x="30288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D5C97642-2231-44B8-BE89-9150CF1EC9E2}"/>
              </a:ext>
            </a:extLst>
          </p:cNvPr>
          <p:cNvSpPr>
            <a:spLocks noGrp="1"/>
          </p:cNvSpPr>
          <p:nvPr/>
        </p:nvSpPr>
        <p:spPr>
          <a:xfrm>
            <a:off x="3042754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CFF49744-724C-4948-8643-D33C7A9D0363}"/>
              </a:ext>
            </a:extLst>
          </p:cNvPr>
          <p:cNvSpPr>
            <a:spLocks noGrp="1"/>
          </p:cNvSpPr>
          <p:nvPr/>
        </p:nvSpPr>
        <p:spPr>
          <a:xfrm>
            <a:off x="30085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8FAFE739-8E4F-4935-8594-8E872BA2D914}"/>
              </a:ext>
            </a:extLst>
          </p:cNvPr>
          <p:cNvSpPr>
            <a:spLocks noGrp="1"/>
          </p:cNvSpPr>
          <p:nvPr/>
        </p:nvSpPr>
        <p:spPr>
          <a:xfrm>
            <a:off x="29369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23346044-C148-49F6-BBFD-A0B88EB67380}"/>
              </a:ext>
            </a:extLst>
          </p:cNvPr>
          <p:cNvSpPr>
            <a:spLocks noGrp="1"/>
          </p:cNvSpPr>
          <p:nvPr/>
        </p:nvSpPr>
        <p:spPr>
          <a:xfrm>
            <a:off x="29821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8B022813-AEF6-417B-A257-B6D9667B298A}"/>
              </a:ext>
            </a:extLst>
          </p:cNvPr>
          <p:cNvSpPr>
            <a:spLocks noGrp="1"/>
          </p:cNvSpPr>
          <p:nvPr/>
        </p:nvSpPr>
        <p:spPr>
          <a:xfrm>
            <a:off x="3092157" y="29232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566FD2AC-9B2E-4203-BC37-C1659DF61DDC}"/>
              </a:ext>
            </a:extLst>
          </p:cNvPr>
          <p:cNvSpPr>
            <a:spLocks noGrp="1"/>
          </p:cNvSpPr>
          <p:nvPr/>
        </p:nvSpPr>
        <p:spPr>
          <a:xfrm>
            <a:off x="29324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104F6C70-175C-4699-9396-E6B369A2544E}"/>
              </a:ext>
            </a:extLst>
          </p:cNvPr>
          <p:cNvSpPr>
            <a:spLocks noGrp="1"/>
          </p:cNvSpPr>
          <p:nvPr/>
        </p:nvSpPr>
        <p:spPr>
          <a:xfrm>
            <a:off x="3093485" y="22573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630E61DB-F4AD-4E7A-9B87-FD5FC10197C9}"/>
              </a:ext>
            </a:extLst>
          </p:cNvPr>
          <p:cNvSpPr>
            <a:spLocks noGrp="1"/>
          </p:cNvSpPr>
          <p:nvPr/>
        </p:nvSpPr>
        <p:spPr>
          <a:xfrm>
            <a:off x="3069311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8B50FC5-A2ED-460C-8E15-A35690CDA2E5}"/>
              </a:ext>
            </a:extLst>
          </p:cNvPr>
          <p:cNvSpPr>
            <a:spLocks noGrp="1"/>
          </p:cNvSpPr>
          <p:nvPr/>
        </p:nvSpPr>
        <p:spPr>
          <a:xfrm>
            <a:off x="2950312" y="239025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A385DAC9-96F5-453B-8DF6-E753F1D251DB}"/>
              </a:ext>
            </a:extLst>
          </p:cNvPr>
          <p:cNvSpPr>
            <a:spLocks noGrp="1"/>
          </p:cNvSpPr>
          <p:nvPr/>
        </p:nvSpPr>
        <p:spPr>
          <a:xfrm>
            <a:off x="2965064" y="2898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932060DB-E357-4655-AE65-9895B5D7FE44}"/>
              </a:ext>
            </a:extLst>
          </p:cNvPr>
          <p:cNvSpPr>
            <a:spLocks noGrp="1"/>
          </p:cNvSpPr>
          <p:nvPr/>
        </p:nvSpPr>
        <p:spPr>
          <a:xfrm>
            <a:off x="3115220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EAB038E4-E18A-4469-870C-ECE63C305F08}"/>
              </a:ext>
            </a:extLst>
          </p:cNvPr>
          <p:cNvSpPr>
            <a:spLocks noGrp="1"/>
          </p:cNvSpPr>
          <p:nvPr/>
        </p:nvSpPr>
        <p:spPr>
          <a:xfrm>
            <a:off x="306383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9A04BF7C-8440-4C08-96E5-CD0DCEB7CF1E}"/>
              </a:ext>
            </a:extLst>
          </p:cNvPr>
          <p:cNvSpPr>
            <a:spLocks noGrp="1"/>
          </p:cNvSpPr>
          <p:nvPr/>
        </p:nvSpPr>
        <p:spPr>
          <a:xfrm>
            <a:off x="295993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62A7EDA6-E659-4662-8385-EB8ECADFE7B3}"/>
              </a:ext>
            </a:extLst>
          </p:cNvPr>
          <p:cNvSpPr>
            <a:spLocks noGrp="1"/>
          </p:cNvSpPr>
          <p:nvPr/>
        </p:nvSpPr>
        <p:spPr>
          <a:xfrm>
            <a:off x="3016628" y="25150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7F59A26A-4F5F-4ED6-AFEA-E2968E29277C}"/>
              </a:ext>
            </a:extLst>
          </p:cNvPr>
          <p:cNvSpPr>
            <a:spLocks noGrp="1"/>
          </p:cNvSpPr>
          <p:nvPr/>
        </p:nvSpPr>
        <p:spPr>
          <a:xfrm>
            <a:off x="30631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7EAFD7DA-F08A-479E-A244-535F5B8F843F}"/>
              </a:ext>
            </a:extLst>
          </p:cNvPr>
          <p:cNvSpPr>
            <a:spLocks noGrp="1"/>
          </p:cNvSpPr>
          <p:nvPr/>
        </p:nvSpPr>
        <p:spPr>
          <a:xfrm>
            <a:off x="300791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59FE4EAA-313D-40B9-8BD5-36B1BFF08745}"/>
              </a:ext>
            </a:extLst>
          </p:cNvPr>
          <p:cNvSpPr>
            <a:spLocks noGrp="1"/>
          </p:cNvSpPr>
          <p:nvPr/>
        </p:nvSpPr>
        <p:spPr>
          <a:xfrm>
            <a:off x="305239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A11FB07F-CC49-40CE-B04B-62381A478CEA}"/>
              </a:ext>
            </a:extLst>
          </p:cNvPr>
          <p:cNvSpPr>
            <a:spLocks noGrp="1"/>
          </p:cNvSpPr>
          <p:nvPr/>
        </p:nvSpPr>
        <p:spPr>
          <a:xfrm>
            <a:off x="2983387" y="308907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012F7ABB-D729-49C0-8E46-5C5982872355}"/>
              </a:ext>
            </a:extLst>
          </p:cNvPr>
          <p:cNvSpPr>
            <a:spLocks noGrp="1"/>
          </p:cNvSpPr>
          <p:nvPr/>
        </p:nvSpPr>
        <p:spPr>
          <a:xfrm>
            <a:off x="30279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B6CA956C-8121-4C18-A4E8-0B02C11FBC2C}"/>
              </a:ext>
            </a:extLst>
          </p:cNvPr>
          <p:cNvSpPr>
            <a:spLocks noGrp="1"/>
          </p:cNvSpPr>
          <p:nvPr/>
        </p:nvSpPr>
        <p:spPr>
          <a:xfrm>
            <a:off x="3123244" y="21381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DB79050E-E11D-426A-8DCB-28AEF7801EA7}"/>
              </a:ext>
            </a:extLst>
          </p:cNvPr>
          <p:cNvSpPr>
            <a:spLocks noGrp="1"/>
          </p:cNvSpPr>
          <p:nvPr/>
        </p:nvSpPr>
        <p:spPr>
          <a:xfrm>
            <a:off x="2985802" y="17573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A441A9F6-D415-4BAC-AA00-A85B4AE3AF4F}"/>
              </a:ext>
            </a:extLst>
          </p:cNvPr>
          <p:cNvSpPr>
            <a:spLocks noGrp="1"/>
          </p:cNvSpPr>
          <p:nvPr/>
        </p:nvSpPr>
        <p:spPr>
          <a:xfrm>
            <a:off x="303874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F9EE93EE-A869-41EC-8FF4-5DAC1C51855D}"/>
              </a:ext>
            </a:extLst>
          </p:cNvPr>
          <p:cNvSpPr>
            <a:spLocks noGrp="1"/>
          </p:cNvSpPr>
          <p:nvPr/>
        </p:nvSpPr>
        <p:spPr>
          <a:xfrm>
            <a:off x="310857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06499C85-1E22-499C-A20F-2309B9DE6EFE}"/>
              </a:ext>
            </a:extLst>
          </p:cNvPr>
          <p:cNvSpPr>
            <a:spLocks noGrp="1"/>
          </p:cNvSpPr>
          <p:nvPr/>
        </p:nvSpPr>
        <p:spPr>
          <a:xfrm>
            <a:off x="29927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A04E0240-39C1-4A13-B3C7-879D5D4418A0}"/>
              </a:ext>
            </a:extLst>
          </p:cNvPr>
          <p:cNvSpPr>
            <a:spLocks noGrp="1"/>
          </p:cNvSpPr>
          <p:nvPr/>
        </p:nvSpPr>
        <p:spPr>
          <a:xfrm>
            <a:off x="299197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E6683F61-E743-4F38-9642-3D851D702D19}"/>
              </a:ext>
            </a:extLst>
          </p:cNvPr>
          <p:cNvSpPr>
            <a:spLocks noGrp="1"/>
          </p:cNvSpPr>
          <p:nvPr/>
        </p:nvSpPr>
        <p:spPr>
          <a:xfrm>
            <a:off x="2993846" y="25375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BBF1A371-2721-4AF2-874D-30505A4B2EE8}"/>
              </a:ext>
            </a:extLst>
          </p:cNvPr>
          <p:cNvSpPr>
            <a:spLocks noGrp="1"/>
          </p:cNvSpPr>
          <p:nvPr/>
        </p:nvSpPr>
        <p:spPr>
          <a:xfrm>
            <a:off x="31013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E4F8DF4C-01C5-4136-9E5D-7E5E3F573D3E}"/>
              </a:ext>
            </a:extLst>
          </p:cNvPr>
          <p:cNvSpPr>
            <a:spLocks noGrp="1"/>
          </p:cNvSpPr>
          <p:nvPr/>
        </p:nvSpPr>
        <p:spPr>
          <a:xfrm>
            <a:off x="308196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5F85A014-621C-4EDC-9F21-5ABF74F6748B}"/>
              </a:ext>
            </a:extLst>
          </p:cNvPr>
          <p:cNvSpPr>
            <a:spLocks noGrp="1"/>
          </p:cNvSpPr>
          <p:nvPr/>
        </p:nvSpPr>
        <p:spPr>
          <a:xfrm>
            <a:off x="3091729" y="318300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340FAC81-986C-4E80-A967-312EF59175F8}"/>
              </a:ext>
            </a:extLst>
          </p:cNvPr>
          <p:cNvSpPr>
            <a:spLocks noGrp="1"/>
          </p:cNvSpPr>
          <p:nvPr/>
        </p:nvSpPr>
        <p:spPr>
          <a:xfrm>
            <a:off x="3024906" y="25362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6826B515-A508-45EA-AC8C-1EB43A3E9413}"/>
              </a:ext>
            </a:extLst>
          </p:cNvPr>
          <p:cNvSpPr>
            <a:spLocks noGrp="1"/>
          </p:cNvSpPr>
          <p:nvPr/>
        </p:nvSpPr>
        <p:spPr>
          <a:xfrm>
            <a:off x="293686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F70DAEAA-A6E0-4B56-A87E-94617AE3422E}"/>
              </a:ext>
            </a:extLst>
          </p:cNvPr>
          <p:cNvSpPr>
            <a:spLocks noGrp="1"/>
          </p:cNvSpPr>
          <p:nvPr/>
        </p:nvSpPr>
        <p:spPr>
          <a:xfrm>
            <a:off x="2934403" y="32817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8B2DB3F7-F27F-497E-BEC4-C2DA3EB5DF68}"/>
              </a:ext>
            </a:extLst>
          </p:cNvPr>
          <p:cNvSpPr>
            <a:spLocks noGrp="1"/>
          </p:cNvSpPr>
          <p:nvPr/>
        </p:nvSpPr>
        <p:spPr>
          <a:xfrm>
            <a:off x="3043385" y="33191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15EDD53A-9EBB-4E54-966F-32F9420C4624}"/>
              </a:ext>
            </a:extLst>
          </p:cNvPr>
          <p:cNvSpPr>
            <a:spLocks noGrp="1"/>
          </p:cNvSpPr>
          <p:nvPr/>
        </p:nvSpPr>
        <p:spPr>
          <a:xfrm>
            <a:off x="30513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DC815AED-77C0-441C-909E-5F8875FA6F3F}"/>
              </a:ext>
            </a:extLst>
          </p:cNvPr>
          <p:cNvSpPr>
            <a:spLocks noGrp="1"/>
          </p:cNvSpPr>
          <p:nvPr/>
        </p:nvSpPr>
        <p:spPr>
          <a:xfrm>
            <a:off x="312056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58D6261B-3C95-40C0-BBD0-CCAA40B92FAC}"/>
              </a:ext>
            </a:extLst>
          </p:cNvPr>
          <p:cNvSpPr>
            <a:spLocks noGrp="1"/>
          </p:cNvSpPr>
          <p:nvPr/>
        </p:nvSpPr>
        <p:spPr>
          <a:xfrm>
            <a:off x="296939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D278EC08-A9FC-4604-A33E-7D6937FBBDD5}"/>
              </a:ext>
            </a:extLst>
          </p:cNvPr>
          <p:cNvSpPr>
            <a:spLocks noGrp="1"/>
          </p:cNvSpPr>
          <p:nvPr/>
        </p:nvSpPr>
        <p:spPr>
          <a:xfrm>
            <a:off x="3094052" y="25429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0446456C-B15F-4F79-AFEA-AE53294BEFE7}"/>
              </a:ext>
            </a:extLst>
          </p:cNvPr>
          <p:cNvSpPr>
            <a:spLocks noGrp="1"/>
          </p:cNvSpPr>
          <p:nvPr/>
        </p:nvSpPr>
        <p:spPr>
          <a:xfrm>
            <a:off x="29666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339FAA2F-1858-407B-AA6D-3E785E8EA8E0}"/>
              </a:ext>
            </a:extLst>
          </p:cNvPr>
          <p:cNvSpPr>
            <a:spLocks noGrp="1"/>
          </p:cNvSpPr>
          <p:nvPr/>
        </p:nvSpPr>
        <p:spPr>
          <a:xfrm>
            <a:off x="2980078" y="313607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2275D811-CC2D-4F78-99FC-789A6F5A94FD}"/>
              </a:ext>
            </a:extLst>
          </p:cNvPr>
          <p:cNvSpPr>
            <a:spLocks noGrp="1"/>
          </p:cNvSpPr>
          <p:nvPr/>
        </p:nvSpPr>
        <p:spPr>
          <a:xfrm>
            <a:off x="33967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54734142-AF3C-4F58-B63E-CB00EB91D476}"/>
              </a:ext>
            </a:extLst>
          </p:cNvPr>
          <p:cNvSpPr>
            <a:spLocks noGrp="1"/>
          </p:cNvSpPr>
          <p:nvPr/>
        </p:nvSpPr>
        <p:spPr>
          <a:xfrm>
            <a:off x="3472703" y="1943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40C9EAB1-37D3-43DB-8002-1F5F8094DC6C}"/>
              </a:ext>
            </a:extLst>
          </p:cNvPr>
          <p:cNvSpPr>
            <a:spLocks noGrp="1"/>
          </p:cNvSpPr>
          <p:nvPr/>
        </p:nvSpPr>
        <p:spPr>
          <a:xfrm>
            <a:off x="346263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E5E502A8-C151-493F-BD45-8545F84695DD}"/>
              </a:ext>
            </a:extLst>
          </p:cNvPr>
          <p:cNvSpPr>
            <a:spLocks noGrp="1"/>
          </p:cNvSpPr>
          <p:nvPr/>
        </p:nvSpPr>
        <p:spPr>
          <a:xfrm>
            <a:off x="3359978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44332FA3-EA2A-47F2-95F2-E68A914FD563}"/>
              </a:ext>
            </a:extLst>
          </p:cNvPr>
          <p:cNvSpPr>
            <a:spLocks noGrp="1"/>
          </p:cNvSpPr>
          <p:nvPr/>
        </p:nvSpPr>
        <p:spPr>
          <a:xfrm>
            <a:off x="3328759" y="22528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32F4C4E2-4DF6-4E51-904C-C8DB79DB98F5}"/>
              </a:ext>
            </a:extLst>
          </p:cNvPr>
          <p:cNvSpPr>
            <a:spLocks noGrp="1"/>
          </p:cNvSpPr>
          <p:nvPr/>
        </p:nvSpPr>
        <p:spPr>
          <a:xfrm>
            <a:off x="334246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ABD54095-D9CE-493A-948C-653610583178}"/>
              </a:ext>
            </a:extLst>
          </p:cNvPr>
          <p:cNvSpPr>
            <a:spLocks noGrp="1"/>
          </p:cNvSpPr>
          <p:nvPr/>
        </p:nvSpPr>
        <p:spPr>
          <a:xfrm>
            <a:off x="338600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E72352B5-48F6-4A36-954D-D05CB841808B}"/>
              </a:ext>
            </a:extLst>
          </p:cNvPr>
          <p:cNvSpPr>
            <a:spLocks noGrp="1"/>
          </p:cNvSpPr>
          <p:nvPr/>
        </p:nvSpPr>
        <p:spPr>
          <a:xfrm>
            <a:off x="343329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FCED321B-50EA-4598-B4FB-94F0516EB339}"/>
              </a:ext>
            </a:extLst>
          </p:cNvPr>
          <p:cNvSpPr>
            <a:spLocks noGrp="1"/>
          </p:cNvSpPr>
          <p:nvPr/>
        </p:nvSpPr>
        <p:spPr>
          <a:xfrm>
            <a:off x="3285187" y="282272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9B263A48-FB34-4BA2-B497-A83CB177ABA3}"/>
              </a:ext>
            </a:extLst>
          </p:cNvPr>
          <p:cNvSpPr>
            <a:spLocks noGrp="1"/>
          </p:cNvSpPr>
          <p:nvPr/>
        </p:nvSpPr>
        <p:spPr>
          <a:xfrm>
            <a:off x="343209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9A00B08B-6356-42E5-AE23-30ADD4B0AF8C}"/>
              </a:ext>
            </a:extLst>
          </p:cNvPr>
          <p:cNvSpPr>
            <a:spLocks noGrp="1"/>
          </p:cNvSpPr>
          <p:nvPr/>
        </p:nvSpPr>
        <p:spPr>
          <a:xfrm>
            <a:off x="3283044" y="2418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F025E3F5-7055-4995-BB7C-4DAAFC5D1753}"/>
              </a:ext>
            </a:extLst>
          </p:cNvPr>
          <p:cNvSpPr>
            <a:spLocks noGrp="1"/>
          </p:cNvSpPr>
          <p:nvPr/>
        </p:nvSpPr>
        <p:spPr>
          <a:xfrm>
            <a:off x="3424210" y="21875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2A7D895A-A075-400C-A337-C09902AEBCD9}"/>
              </a:ext>
            </a:extLst>
          </p:cNvPr>
          <p:cNvSpPr>
            <a:spLocks noGrp="1"/>
          </p:cNvSpPr>
          <p:nvPr/>
        </p:nvSpPr>
        <p:spPr>
          <a:xfrm>
            <a:off x="3473929" y="24637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C5637F19-E35A-4E16-B719-CC2517D5472B}"/>
              </a:ext>
            </a:extLst>
          </p:cNvPr>
          <p:cNvSpPr>
            <a:spLocks noGrp="1"/>
          </p:cNvSpPr>
          <p:nvPr/>
        </p:nvSpPr>
        <p:spPr>
          <a:xfrm>
            <a:off x="3336575" y="21490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9B1A0572-2F68-47AF-9BDF-16D4A57BA8A1}"/>
              </a:ext>
            </a:extLst>
          </p:cNvPr>
          <p:cNvSpPr>
            <a:spLocks noGrp="1"/>
          </p:cNvSpPr>
          <p:nvPr/>
        </p:nvSpPr>
        <p:spPr>
          <a:xfrm>
            <a:off x="3315997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E87D5064-B354-4CEC-8F4E-E53F048D47FD}"/>
              </a:ext>
            </a:extLst>
          </p:cNvPr>
          <p:cNvSpPr>
            <a:spLocks noGrp="1"/>
          </p:cNvSpPr>
          <p:nvPr/>
        </p:nvSpPr>
        <p:spPr>
          <a:xfrm>
            <a:off x="3290503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A811D9EA-D8A2-4B93-B388-B2EF788F02ED}"/>
              </a:ext>
            </a:extLst>
          </p:cNvPr>
          <p:cNvSpPr>
            <a:spLocks noGrp="1"/>
          </p:cNvSpPr>
          <p:nvPr/>
        </p:nvSpPr>
        <p:spPr>
          <a:xfrm>
            <a:off x="3336084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4BC7F50C-8FA9-4B0A-8318-ADA4DD4EE504}"/>
              </a:ext>
            </a:extLst>
          </p:cNvPr>
          <p:cNvSpPr>
            <a:spLocks noGrp="1"/>
          </p:cNvSpPr>
          <p:nvPr/>
        </p:nvSpPr>
        <p:spPr>
          <a:xfrm>
            <a:off x="348343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039CBE75-5E5A-401A-B708-CBDB47FEE331}"/>
              </a:ext>
            </a:extLst>
          </p:cNvPr>
          <p:cNvSpPr>
            <a:spLocks noGrp="1"/>
          </p:cNvSpPr>
          <p:nvPr/>
        </p:nvSpPr>
        <p:spPr>
          <a:xfrm>
            <a:off x="3338435" y="1522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75841628-752A-49A2-8A39-FECF48F52270}"/>
              </a:ext>
            </a:extLst>
          </p:cNvPr>
          <p:cNvSpPr>
            <a:spLocks noGrp="1"/>
          </p:cNvSpPr>
          <p:nvPr/>
        </p:nvSpPr>
        <p:spPr>
          <a:xfrm>
            <a:off x="3300253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5B8BF62E-5098-4649-9521-47C3D815D3DA}"/>
              </a:ext>
            </a:extLst>
          </p:cNvPr>
          <p:cNvSpPr>
            <a:spLocks noGrp="1"/>
          </p:cNvSpPr>
          <p:nvPr/>
        </p:nvSpPr>
        <p:spPr>
          <a:xfrm>
            <a:off x="3346584" y="24618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990164B1-8D0A-43BE-BDF7-5D2B4DD87223}"/>
              </a:ext>
            </a:extLst>
          </p:cNvPr>
          <p:cNvSpPr>
            <a:spLocks noGrp="1"/>
          </p:cNvSpPr>
          <p:nvPr/>
        </p:nvSpPr>
        <p:spPr>
          <a:xfrm>
            <a:off x="3354586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D2EC467B-4BD6-425A-A251-2215976985FA}"/>
              </a:ext>
            </a:extLst>
          </p:cNvPr>
          <p:cNvSpPr>
            <a:spLocks noGrp="1"/>
          </p:cNvSpPr>
          <p:nvPr/>
        </p:nvSpPr>
        <p:spPr>
          <a:xfrm>
            <a:off x="3456365" y="18199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321690FD-AD91-4B50-86CC-ABBFB56D57EF}"/>
              </a:ext>
            </a:extLst>
          </p:cNvPr>
          <p:cNvSpPr>
            <a:spLocks noGrp="1"/>
          </p:cNvSpPr>
          <p:nvPr/>
        </p:nvSpPr>
        <p:spPr>
          <a:xfrm>
            <a:off x="3441685" y="21490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3D2E9D6F-8F9F-424E-B0DC-B3ECDEE3C858}"/>
              </a:ext>
            </a:extLst>
          </p:cNvPr>
          <p:cNvSpPr>
            <a:spLocks noGrp="1"/>
          </p:cNvSpPr>
          <p:nvPr/>
        </p:nvSpPr>
        <p:spPr>
          <a:xfrm>
            <a:off x="3280247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A2AACF91-C317-4E14-956E-3CE67919AF64}"/>
              </a:ext>
            </a:extLst>
          </p:cNvPr>
          <p:cNvSpPr>
            <a:spLocks noGrp="1"/>
          </p:cNvSpPr>
          <p:nvPr/>
        </p:nvSpPr>
        <p:spPr>
          <a:xfrm>
            <a:off x="34712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876A1052-6955-44A0-BA40-05822DEF1CFF}"/>
              </a:ext>
            </a:extLst>
          </p:cNvPr>
          <p:cNvSpPr>
            <a:spLocks noGrp="1"/>
          </p:cNvSpPr>
          <p:nvPr/>
        </p:nvSpPr>
        <p:spPr>
          <a:xfrm>
            <a:off x="3344164" y="250936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560FEF57-EEDA-4B22-A084-43E76B6BC8FC}"/>
              </a:ext>
            </a:extLst>
          </p:cNvPr>
          <p:cNvSpPr>
            <a:spLocks noGrp="1"/>
          </p:cNvSpPr>
          <p:nvPr/>
        </p:nvSpPr>
        <p:spPr>
          <a:xfrm>
            <a:off x="3333728" y="29292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6527C60A-2257-41CE-AAF4-FC20996C1295}"/>
              </a:ext>
            </a:extLst>
          </p:cNvPr>
          <p:cNvSpPr>
            <a:spLocks noGrp="1"/>
          </p:cNvSpPr>
          <p:nvPr/>
        </p:nvSpPr>
        <p:spPr>
          <a:xfrm>
            <a:off x="3389091" y="27869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CD60BC9F-AE3A-456D-8619-8003EC3141D2}"/>
              </a:ext>
            </a:extLst>
          </p:cNvPr>
          <p:cNvSpPr>
            <a:spLocks noGrp="1"/>
          </p:cNvSpPr>
          <p:nvPr/>
        </p:nvSpPr>
        <p:spPr>
          <a:xfrm>
            <a:off x="346321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144678D9-8CB0-4920-82B9-CDD6FA98BB09}"/>
              </a:ext>
            </a:extLst>
          </p:cNvPr>
          <p:cNvSpPr>
            <a:spLocks noGrp="1"/>
          </p:cNvSpPr>
          <p:nvPr/>
        </p:nvSpPr>
        <p:spPr>
          <a:xfrm>
            <a:off x="345760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C05F0555-4E1F-441D-A640-1D27F51F57E6}"/>
              </a:ext>
            </a:extLst>
          </p:cNvPr>
          <p:cNvSpPr>
            <a:spLocks noGrp="1"/>
          </p:cNvSpPr>
          <p:nvPr/>
        </p:nvSpPr>
        <p:spPr>
          <a:xfrm>
            <a:off x="3376532" y="28550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F322FE1D-8F7B-47EF-A32A-2DDFCF350DDF}"/>
              </a:ext>
            </a:extLst>
          </p:cNvPr>
          <p:cNvSpPr>
            <a:spLocks noGrp="1"/>
          </p:cNvSpPr>
          <p:nvPr/>
        </p:nvSpPr>
        <p:spPr>
          <a:xfrm>
            <a:off x="343607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B724A21F-F58D-4E72-B2CB-E7CB8EE3EB92}"/>
              </a:ext>
            </a:extLst>
          </p:cNvPr>
          <p:cNvSpPr>
            <a:spLocks noGrp="1"/>
          </p:cNvSpPr>
          <p:nvPr/>
        </p:nvSpPr>
        <p:spPr>
          <a:xfrm>
            <a:off x="3465188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1576E6E0-E6D6-43FD-AE14-44D2DC2554D0}"/>
              </a:ext>
            </a:extLst>
          </p:cNvPr>
          <p:cNvSpPr>
            <a:spLocks noGrp="1"/>
          </p:cNvSpPr>
          <p:nvPr/>
        </p:nvSpPr>
        <p:spPr>
          <a:xfrm>
            <a:off x="339046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9B4ECE63-6D84-4549-B23D-0FE5DFF61B9B}"/>
              </a:ext>
            </a:extLst>
          </p:cNvPr>
          <p:cNvSpPr>
            <a:spLocks noGrp="1"/>
          </p:cNvSpPr>
          <p:nvPr/>
        </p:nvSpPr>
        <p:spPr>
          <a:xfrm>
            <a:off x="342331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C38E24EB-582A-4C49-9344-D134048473B7}"/>
              </a:ext>
            </a:extLst>
          </p:cNvPr>
          <p:cNvSpPr>
            <a:spLocks noGrp="1"/>
          </p:cNvSpPr>
          <p:nvPr/>
        </p:nvSpPr>
        <p:spPr>
          <a:xfrm>
            <a:off x="33933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B4896498-09F2-41AC-A49C-D8B84A589595}"/>
              </a:ext>
            </a:extLst>
          </p:cNvPr>
          <p:cNvSpPr>
            <a:spLocks noGrp="1"/>
          </p:cNvSpPr>
          <p:nvPr/>
        </p:nvSpPr>
        <p:spPr>
          <a:xfrm>
            <a:off x="342315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54734EE3-92C7-4F29-BA0F-C958CA127AEB}"/>
              </a:ext>
            </a:extLst>
          </p:cNvPr>
          <p:cNvSpPr>
            <a:spLocks noGrp="1"/>
          </p:cNvSpPr>
          <p:nvPr/>
        </p:nvSpPr>
        <p:spPr>
          <a:xfrm>
            <a:off x="333450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211FE359-EA3F-4CA7-8705-31C84B87391B}"/>
              </a:ext>
            </a:extLst>
          </p:cNvPr>
          <p:cNvSpPr>
            <a:spLocks noGrp="1"/>
          </p:cNvSpPr>
          <p:nvPr/>
        </p:nvSpPr>
        <p:spPr>
          <a:xfrm>
            <a:off x="3451843" y="16789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1F6BF294-3545-4D44-8CB0-610DEEB3DE1E}"/>
              </a:ext>
            </a:extLst>
          </p:cNvPr>
          <p:cNvSpPr>
            <a:spLocks noGrp="1"/>
          </p:cNvSpPr>
          <p:nvPr/>
        </p:nvSpPr>
        <p:spPr>
          <a:xfrm>
            <a:off x="3375778" y="31151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AC64E527-B156-4B82-8F78-F14DA786ADE8}"/>
              </a:ext>
            </a:extLst>
          </p:cNvPr>
          <p:cNvSpPr>
            <a:spLocks noGrp="1"/>
          </p:cNvSpPr>
          <p:nvPr/>
        </p:nvSpPr>
        <p:spPr>
          <a:xfrm>
            <a:off x="346326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4ACF4A5F-899B-4577-A3A5-8AFF6B6462BD}"/>
              </a:ext>
            </a:extLst>
          </p:cNvPr>
          <p:cNvSpPr>
            <a:spLocks noGrp="1"/>
          </p:cNvSpPr>
          <p:nvPr/>
        </p:nvSpPr>
        <p:spPr>
          <a:xfrm>
            <a:off x="341696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A189CE62-F9D1-4952-B41A-7464A449D0B0}"/>
              </a:ext>
            </a:extLst>
          </p:cNvPr>
          <p:cNvSpPr>
            <a:spLocks noGrp="1"/>
          </p:cNvSpPr>
          <p:nvPr/>
        </p:nvSpPr>
        <p:spPr>
          <a:xfrm>
            <a:off x="3311119" y="185313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1FCE400A-D7DD-42C3-897D-772A76DB8FF9}"/>
              </a:ext>
            </a:extLst>
          </p:cNvPr>
          <p:cNvSpPr>
            <a:spLocks noGrp="1"/>
          </p:cNvSpPr>
          <p:nvPr/>
        </p:nvSpPr>
        <p:spPr>
          <a:xfrm>
            <a:off x="343484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EC35AAC2-0754-4E4A-A77A-05C9ECBAF89D}"/>
              </a:ext>
            </a:extLst>
          </p:cNvPr>
          <p:cNvSpPr>
            <a:spLocks noGrp="1"/>
          </p:cNvSpPr>
          <p:nvPr/>
        </p:nvSpPr>
        <p:spPr>
          <a:xfrm>
            <a:off x="343079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4DD1339E-B589-4FD3-86AD-162A08900E3D}"/>
              </a:ext>
            </a:extLst>
          </p:cNvPr>
          <p:cNvSpPr>
            <a:spLocks noGrp="1"/>
          </p:cNvSpPr>
          <p:nvPr/>
        </p:nvSpPr>
        <p:spPr>
          <a:xfrm>
            <a:off x="3369355" y="27458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CEE158E4-E80C-426B-8D69-4C67A98F57F0}"/>
              </a:ext>
            </a:extLst>
          </p:cNvPr>
          <p:cNvSpPr>
            <a:spLocks noGrp="1"/>
          </p:cNvSpPr>
          <p:nvPr/>
        </p:nvSpPr>
        <p:spPr>
          <a:xfrm>
            <a:off x="3453975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119F6029-5D1D-4E08-94C9-54D2BDB5C09C}"/>
              </a:ext>
            </a:extLst>
          </p:cNvPr>
          <p:cNvSpPr>
            <a:spLocks noGrp="1"/>
          </p:cNvSpPr>
          <p:nvPr/>
        </p:nvSpPr>
        <p:spPr>
          <a:xfrm>
            <a:off x="3418475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BA885A90-3B64-4622-93AB-11D29EE9D05B}"/>
              </a:ext>
            </a:extLst>
          </p:cNvPr>
          <p:cNvSpPr>
            <a:spLocks noGrp="1"/>
          </p:cNvSpPr>
          <p:nvPr/>
        </p:nvSpPr>
        <p:spPr>
          <a:xfrm>
            <a:off x="3311707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9A5BAD0A-F467-4BE1-A870-5F9F14B5D318}"/>
              </a:ext>
            </a:extLst>
          </p:cNvPr>
          <p:cNvSpPr>
            <a:spLocks noGrp="1"/>
          </p:cNvSpPr>
          <p:nvPr/>
        </p:nvSpPr>
        <p:spPr>
          <a:xfrm>
            <a:off x="3480803" y="28090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EE65E5B4-7D7F-4C65-AC3C-79D545E37FF0}"/>
              </a:ext>
            </a:extLst>
          </p:cNvPr>
          <p:cNvSpPr>
            <a:spLocks noGrp="1"/>
          </p:cNvSpPr>
          <p:nvPr/>
        </p:nvSpPr>
        <p:spPr>
          <a:xfrm>
            <a:off x="338758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2B1BF768-76AF-4D79-9A26-294AD7069EF0}"/>
              </a:ext>
            </a:extLst>
          </p:cNvPr>
          <p:cNvSpPr>
            <a:spLocks noGrp="1"/>
          </p:cNvSpPr>
          <p:nvPr/>
        </p:nvSpPr>
        <p:spPr>
          <a:xfrm>
            <a:off x="3306713" y="19668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1D8C84D4-E95A-455B-8514-42E70BDE84BA}"/>
              </a:ext>
            </a:extLst>
          </p:cNvPr>
          <p:cNvSpPr>
            <a:spLocks noGrp="1"/>
          </p:cNvSpPr>
          <p:nvPr/>
        </p:nvSpPr>
        <p:spPr>
          <a:xfrm>
            <a:off x="3328908" y="20574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3749DCB8-6980-410C-93E6-AA3B0EE79279}"/>
              </a:ext>
            </a:extLst>
          </p:cNvPr>
          <p:cNvSpPr>
            <a:spLocks noGrp="1"/>
          </p:cNvSpPr>
          <p:nvPr/>
        </p:nvSpPr>
        <p:spPr>
          <a:xfrm>
            <a:off x="3443587" y="217347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BB532FA6-BB66-40BD-9AAD-08089442F5E0}"/>
              </a:ext>
            </a:extLst>
          </p:cNvPr>
          <p:cNvSpPr>
            <a:spLocks noGrp="1"/>
          </p:cNvSpPr>
          <p:nvPr/>
        </p:nvSpPr>
        <p:spPr>
          <a:xfrm>
            <a:off x="3492538" y="22072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FEDF458F-6ADB-46A4-A519-789C72996022}"/>
              </a:ext>
            </a:extLst>
          </p:cNvPr>
          <p:cNvSpPr>
            <a:spLocks noGrp="1"/>
          </p:cNvSpPr>
          <p:nvPr/>
        </p:nvSpPr>
        <p:spPr>
          <a:xfrm>
            <a:off x="3426484" y="25183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0A75980D-F6A4-4A59-8294-FBF3CE748A91}"/>
              </a:ext>
            </a:extLst>
          </p:cNvPr>
          <p:cNvSpPr>
            <a:spLocks noGrp="1"/>
          </p:cNvSpPr>
          <p:nvPr/>
        </p:nvSpPr>
        <p:spPr>
          <a:xfrm>
            <a:off x="342024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2AC3AEE3-260F-4674-96A4-E0D617F1953C}"/>
              </a:ext>
            </a:extLst>
          </p:cNvPr>
          <p:cNvSpPr>
            <a:spLocks noGrp="1"/>
          </p:cNvSpPr>
          <p:nvPr/>
        </p:nvSpPr>
        <p:spPr>
          <a:xfrm>
            <a:off x="3380400" y="32807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5F1634B4-2043-4C02-939A-553F41108C18}"/>
              </a:ext>
            </a:extLst>
          </p:cNvPr>
          <p:cNvSpPr>
            <a:spLocks noGrp="1"/>
          </p:cNvSpPr>
          <p:nvPr/>
        </p:nvSpPr>
        <p:spPr>
          <a:xfrm>
            <a:off x="3398464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70FDF91E-50D1-4723-AE16-D58C15C112E1}"/>
              </a:ext>
            </a:extLst>
          </p:cNvPr>
          <p:cNvSpPr>
            <a:spLocks noGrp="1"/>
          </p:cNvSpPr>
          <p:nvPr/>
        </p:nvSpPr>
        <p:spPr>
          <a:xfrm>
            <a:off x="3362488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BE9C7AB1-BDA4-4C8A-BB63-54D8CEF4F5D6}"/>
              </a:ext>
            </a:extLst>
          </p:cNvPr>
          <p:cNvSpPr>
            <a:spLocks noGrp="1"/>
          </p:cNvSpPr>
          <p:nvPr/>
        </p:nvSpPr>
        <p:spPr>
          <a:xfrm>
            <a:off x="336125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CF1EA7E7-39D5-430F-B90A-2734E850C706}"/>
              </a:ext>
            </a:extLst>
          </p:cNvPr>
          <p:cNvSpPr>
            <a:spLocks noGrp="1"/>
          </p:cNvSpPr>
          <p:nvPr/>
        </p:nvSpPr>
        <p:spPr>
          <a:xfrm>
            <a:off x="347200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6D70B262-9608-483D-846F-76B5D5ED9ED9}"/>
              </a:ext>
            </a:extLst>
          </p:cNvPr>
          <p:cNvSpPr>
            <a:spLocks noGrp="1"/>
          </p:cNvSpPr>
          <p:nvPr/>
        </p:nvSpPr>
        <p:spPr>
          <a:xfrm>
            <a:off x="3436409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DFB1B3F7-C2F9-40AE-8635-CAF84A8E23C9}"/>
              </a:ext>
            </a:extLst>
          </p:cNvPr>
          <p:cNvSpPr>
            <a:spLocks noGrp="1"/>
          </p:cNvSpPr>
          <p:nvPr/>
        </p:nvSpPr>
        <p:spPr>
          <a:xfrm>
            <a:off x="338136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84C70A75-65D0-4B77-9018-4F2E4D469043}"/>
              </a:ext>
            </a:extLst>
          </p:cNvPr>
          <p:cNvSpPr>
            <a:spLocks noGrp="1"/>
          </p:cNvSpPr>
          <p:nvPr/>
        </p:nvSpPr>
        <p:spPr>
          <a:xfrm>
            <a:off x="3357295" y="24586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0F9B7613-E20A-490B-BD8A-1DF1D84C32C2}"/>
              </a:ext>
            </a:extLst>
          </p:cNvPr>
          <p:cNvSpPr>
            <a:spLocks noGrp="1"/>
          </p:cNvSpPr>
          <p:nvPr/>
        </p:nvSpPr>
        <p:spPr>
          <a:xfrm>
            <a:off x="3359957" y="20578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485DB969-8562-435A-AE7F-23E3E4588387}"/>
              </a:ext>
            </a:extLst>
          </p:cNvPr>
          <p:cNvSpPr>
            <a:spLocks noGrp="1"/>
          </p:cNvSpPr>
          <p:nvPr/>
        </p:nvSpPr>
        <p:spPr>
          <a:xfrm>
            <a:off x="34858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D384C444-7885-4077-82DD-F7202AC27F3E}"/>
              </a:ext>
            </a:extLst>
          </p:cNvPr>
          <p:cNvSpPr>
            <a:spLocks noGrp="1"/>
          </p:cNvSpPr>
          <p:nvPr/>
        </p:nvSpPr>
        <p:spPr>
          <a:xfrm>
            <a:off x="342168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4D402B64-B775-4259-AFA5-B5B8B0C50CDA}"/>
              </a:ext>
            </a:extLst>
          </p:cNvPr>
          <p:cNvSpPr>
            <a:spLocks noGrp="1"/>
          </p:cNvSpPr>
          <p:nvPr/>
        </p:nvSpPr>
        <p:spPr>
          <a:xfrm>
            <a:off x="3336247" y="22373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036F15EF-B495-4133-ADA5-710B6ED294E5}"/>
              </a:ext>
            </a:extLst>
          </p:cNvPr>
          <p:cNvSpPr>
            <a:spLocks noGrp="1"/>
          </p:cNvSpPr>
          <p:nvPr/>
        </p:nvSpPr>
        <p:spPr>
          <a:xfrm>
            <a:off x="348199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9DE9A2F6-CA5A-4D47-A052-699431723D8F}"/>
              </a:ext>
            </a:extLst>
          </p:cNvPr>
          <p:cNvSpPr>
            <a:spLocks noGrp="1"/>
          </p:cNvSpPr>
          <p:nvPr/>
        </p:nvSpPr>
        <p:spPr>
          <a:xfrm>
            <a:off x="3405920" y="153796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70BD178B-3977-48F3-992A-9DB6B48F01ED}"/>
              </a:ext>
            </a:extLst>
          </p:cNvPr>
          <p:cNvSpPr>
            <a:spLocks noGrp="1"/>
          </p:cNvSpPr>
          <p:nvPr/>
        </p:nvSpPr>
        <p:spPr>
          <a:xfrm>
            <a:off x="3325023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B47AD087-4B19-49F2-8AE2-F6F357082804}"/>
              </a:ext>
            </a:extLst>
          </p:cNvPr>
          <p:cNvSpPr>
            <a:spLocks noGrp="1"/>
          </p:cNvSpPr>
          <p:nvPr/>
        </p:nvSpPr>
        <p:spPr>
          <a:xfrm>
            <a:off x="342251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FE9D2F43-E393-4735-BD3C-04486925C4EE}"/>
              </a:ext>
            </a:extLst>
          </p:cNvPr>
          <p:cNvSpPr>
            <a:spLocks noGrp="1"/>
          </p:cNvSpPr>
          <p:nvPr/>
        </p:nvSpPr>
        <p:spPr>
          <a:xfrm>
            <a:off x="3462508" y="31181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F86764D3-E12B-41A1-B1E9-5A7315DFA904}"/>
              </a:ext>
            </a:extLst>
          </p:cNvPr>
          <p:cNvSpPr>
            <a:spLocks noGrp="1"/>
          </p:cNvSpPr>
          <p:nvPr/>
        </p:nvSpPr>
        <p:spPr>
          <a:xfrm>
            <a:off x="3338154" y="226129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1F1B1B65-D845-4544-A666-DDA296D3815E}"/>
              </a:ext>
            </a:extLst>
          </p:cNvPr>
          <p:cNvSpPr>
            <a:spLocks noGrp="1"/>
          </p:cNvSpPr>
          <p:nvPr/>
        </p:nvSpPr>
        <p:spPr>
          <a:xfrm>
            <a:off x="333256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F9E74423-AA4F-4232-AC75-25019C5D0FE3}"/>
              </a:ext>
            </a:extLst>
          </p:cNvPr>
          <p:cNvSpPr>
            <a:spLocks noGrp="1"/>
          </p:cNvSpPr>
          <p:nvPr/>
        </p:nvSpPr>
        <p:spPr>
          <a:xfrm>
            <a:off x="3419004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C7860442-A121-4411-864F-313EF3D82146}"/>
              </a:ext>
            </a:extLst>
          </p:cNvPr>
          <p:cNvSpPr>
            <a:spLocks noGrp="1"/>
          </p:cNvSpPr>
          <p:nvPr/>
        </p:nvSpPr>
        <p:spPr>
          <a:xfrm>
            <a:off x="3472458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2E11AF80-090D-4309-AF72-E8BC8B181B4E}"/>
              </a:ext>
            </a:extLst>
          </p:cNvPr>
          <p:cNvSpPr>
            <a:spLocks noGrp="1"/>
          </p:cNvSpPr>
          <p:nvPr/>
        </p:nvSpPr>
        <p:spPr>
          <a:xfrm>
            <a:off x="3288485" y="16911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880BB13B-C05F-455E-9BCB-1307B0F51D02}"/>
              </a:ext>
            </a:extLst>
          </p:cNvPr>
          <p:cNvSpPr>
            <a:spLocks noGrp="1"/>
          </p:cNvSpPr>
          <p:nvPr/>
        </p:nvSpPr>
        <p:spPr>
          <a:xfrm>
            <a:off x="3400789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3AEB4F59-E687-427D-8FE0-6B40A4FC616E}"/>
              </a:ext>
            </a:extLst>
          </p:cNvPr>
          <p:cNvSpPr>
            <a:spLocks noGrp="1"/>
          </p:cNvSpPr>
          <p:nvPr/>
        </p:nvSpPr>
        <p:spPr>
          <a:xfrm>
            <a:off x="3359423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EAB8865E-0415-41A6-A818-362C4B0C134F}"/>
              </a:ext>
            </a:extLst>
          </p:cNvPr>
          <p:cNvSpPr>
            <a:spLocks noGrp="1"/>
          </p:cNvSpPr>
          <p:nvPr/>
        </p:nvSpPr>
        <p:spPr>
          <a:xfrm>
            <a:off x="3322639" y="19811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21C1CBA9-CED9-428A-8E73-23A7426ECD22}"/>
              </a:ext>
            </a:extLst>
          </p:cNvPr>
          <p:cNvSpPr>
            <a:spLocks noGrp="1"/>
          </p:cNvSpPr>
          <p:nvPr/>
        </p:nvSpPr>
        <p:spPr>
          <a:xfrm>
            <a:off x="340182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1D33EC12-B370-443D-8F83-55713F57221F}"/>
              </a:ext>
            </a:extLst>
          </p:cNvPr>
          <p:cNvSpPr>
            <a:spLocks noGrp="1"/>
          </p:cNvSpPr>
          <p:nvPr/>
        </p:nvSpPr>
        <p:spPr>
          <a:xfrm>
            <a:off x="339035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48F93D01-1E0E-40B9-AD6D-46DE93FFEBB6}"/>
              </a:ext>
            </a:extLst>
          </p:cNvPr>
          <p:cNvSpPr>
            <a:spLocks noGrp="1"/>
          </p:cNvSpPr>
          <p:nvPr/>
        </p:nvSpPr>
        <p:spPr>
          <a:xfrm>
            <a:off x="3318859" y="27549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F5A35826-AFF6-489B-94FD-8DB037C3D505}"/>
              </a:ext>
            </a:extLst>
          </p:cNvPr>
          <p:cNvSpPr>
            <a:spLocks noGrp="1"/>
          </p:cNvSpPr>
          <p:nvPr/>
        </p:nvSpPr>
        <p:spPr>
          <a:xfrm>
            <a:off x="3362369" y="2279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7563FED3-4019-483A-84F8-564EC4BBA621}"/>
              </a:ext>
            </a:extLst>
          </p:cNvPr>
          <p:cNvSpPr>
            <a:spLocks noGrp="1"/>
          </p:cNvSpPr>
          <p:nvPr/>
        </p:nvSpPr>
        <p:spPr>
          <a:xfrm>
            <a:off x="328012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4FDD535C-9BB6-43B4-95CA-04E209BCD215}"/>
              </a:ext>
            </a:extLst>
          </p:cNvPr>
          <p:cNvSpPr>
            <a:spLocks noGrp="1"/>
          </p:cNvSpPr>
          <p:nvPr/>
        </p:nvSpPr>
        <p:spPr>
          <a:xfrm>
            <a:off x="3352035" y="25355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FB66621F-AD09-4B44-A2DB-889833C221C9}"/>
              </a:ext>
            </a:extLst>
          </p:cNvPr>
          <p:cNvSpPr>
            <a:spLocks noGrp="1"/>
          </p:cNvSpPr>
          <p:nvPr/>
        </p:nvSpPr>
        <p:spPr>
          <a:xfrm>
            <a:off x="3405258" y="15392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C5E20772-2884-4687-957A-63DD5FCC96EF}"/>
              </a:ext>
            </a:extLst>
          </p:cNvPr>
          <p:cNvSpPr>
            <a:spLocks noGrp="1"/>
          </p:cNvSpPr>
          <p:nvPr/>
        </p:nvSpPr>
        <p:spPr>
          <a:xfrm>
            <a:off x="3329412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0ABA22E2-3AAE-4581-9E2F-127AB7AFA4CA}"/>
              </a:ext>
            </a:extLst>
          </p:cNvPr>
          <p:cNvSpPr>
            <a:spLocks noGrp="1"/>
          </p:cNvSpPr>
          <p:nvPr/>
        </p:nvSpPr>
        <p:spPr>
          <a:xfrm>
            <a:off x="3476265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6D6930D2-E24E-45D8-8FF0-77CBD2129CAC}"/>
              </a:ext>
            </a:extLst>
          </p:cNvPr>
          <p:cNvSpPr>
            <a:spLocks noGrp="1"/>
          </p:cNvSpPr>
          <p:nvPr/>
        </p:nvSpPr>
        <p:spPr>
          <a:xfrm>
            <a:off x="343607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F089B8C7-5D84-4047-8C57-7C832A0FEBAB}"/>
              </a:ext>
            </a:extLst>
          </p:cNvPr>
          <p:cNvSpPr>
            <a:spLocks noGrp="1"/>
          </p:cNvSpPr>
          <p:nvPr/>
        </p:nvSpPr>
        <p:spPr>
          <a:xfrm>
            <a:off x="3440695" y="16006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28C26DF3-152D-44D3-B17E-61E6D1D9F8B0}"/>
              </a:ext>
            </a:extLst>
          </p:cNvPr>
          <p:cNvSpPr>
            <a:spLocks noGrp="1"/>
          </p:cNvSpPr>
          <p:nvPr/>
        </p:nvSpPr>
        <p:spPr>
          <a:xfrm>
            <a:off x="32910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685DF8E8-8AEC-4D32-9C4E-FEADA9609AAE}"/>
              </a:ext>
            </a:extLst>
          </p:cNvPr>
          <p:cNvSpPr>
            <a:spLocks noGrp="1"/>
          </p:cNvSpPr>
          <p:nvPr/>
        </p:nvSpPr>
        <p:spPr>
          <a:xfrm>
            <a:off x="3291056" y="28018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4BF57986-310C-4B9C-94CE-27749DCA54D3}"/>
              </a:ext>
            </a:extLst>
          </p:cNvPr>
          <p:cNvSpPr>
            <a:spLocks noGrp="1"/>
          </p:cNvSpPr>
          <p:nvPr/>
        </p:nvSpPr>
        <p:spPr>
          <a:xfrm>
            <a:off x="346821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6076E636-E017-4B06-BEF1-1CE44580EE06}"/>
              </a:ext>
            </a:extLst>
          </p:cNvPr>
          <p:cNvSpPr>
            <a:spLocks noGrp="1"/>
          </p:cNvSpPr>
          <p:nvPr/>
        </p:nvSpPr>
        <p:spPr>
          <a:xfrm>
            <a:off x="329746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5ACFD334-A01C-4F51-821D-A18A74C146DB}"/>
              </a:ext>
            </a:extLst>
          </p:cNvPr>
          <p:cNvSpPr>
            <a:spLocks noGrp="1"/>
          </p:cNvSpPr>
          <p:nvPr/>
        </p:nvSpPr>
        <p:spPr>
          <a:xfrm>
            <a:off x="3363902" y="30554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CB4CB47E-5D36-4274-80BA-6D6ACE109717}"/>
              </a:ext>
            </a:extLst>
          </p:cNvPr>
          <p:cNvSpPr>
            <a:spLocks noGrp="1"/>
          </p:cNvSpPr>
          <p:nvPr/>
        </p:nvSpPr>
        <p:spPr>
          <a:xfrm>
            <a:off x="3330923" y="24243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8E189A1E-4380-4C63-9DDA-EB699FCC4CC3}"/>
              </a:ext>
            </a:extLst>
          </p:cNvPr>
          <p:cNvSpPr>
            <a:spLocks noGrp="1"/>
          </p:cNvSpPr>
          <p:nvPr/>
        </p:nvSpPr>
        <p:spPr>
          <a:xfrm>
            <a:off x="3353540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885707A8-5626-445F-807E-49B3FF1660CB}"/>
              </a:ext>
            </a:extLst>
          </p:cNvPr>
          <p:cNvSpPr>
            <a:spLocks noGrp="1"/>
          </p:cNvSpPr>
          <p:nvPr/>
        </p:nvSpPr>
        <p:spPr>
          <a:xfrm>
            <a:off x="3443499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4C977BD7-13A6-46CC-8756-DCC65770F65F}"/>
              </a:ext>
            </a:extLst>
          </p:cNvPr>
          <p:cNvSpPr>
            <a:spLocks noGrp="1"/>
          </p:cNvSpPr>
          <p:nvPr/>
        </p:nvSpPr>
        <p:spPr>
          <a:xfrm>
            <a:off x="336111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A05BEA5D-8218-42D3-B6FC-BC67ADFDD106}"/>
              </a:ext>
            </a:extLst>
          </p:cNvPr>
          <p:cNvSpPr>
            <a:spLocks noGrp="1"/>
          </p:cNvSpPr>
          <p:nvPr/>
        </p:nvSpPr>
        <p:spPr>
          <a:xfrm>
            <a:off x="3355378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BB54642D-3162-4051-9D1D-0605D69A4426}"/>
              </a:ext>
            </a:extLst>
          </p:cNvPr>
          <p:cNvSpPr>
            <a:spLocks noGrp="1"/>
          </p:cNvSpPr>
          <p:nvPr/>
        </p:nvSpPr>
        <p:spPr>
          <a:xfrm>
            <a:off x="3309216" y="18996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64364CCE-7D3F-4822-86AD-2170413F0BA6}"/>
              </a:ext>
            </a:extLst>
          </p:cNvPr>
          <p:cNvSpPr>
            <a:spLocks noGrp="1"/>
          </p:cNvSpPr>
          <p:nvPr/>
        </p:nvSpPr>
        <p:spPr>
          <a:xfrm>
            <a:off x="3370329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5AD22530-090B-4A56-9F86-1682C72A9C93}"/>
              </a:ext>
            </a:extLst>
          </p:cNvPr>
          <p:cNvSpPr>
            <a:spLocks noGrp="1"/>
          </p:cNvSpPr>
          <p:nvPr/>
        </p:nvSpPr>
        <p:spPr>
          <a:xfrm>
            <a:off x="347615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EDD63A65-FD3A-4332-828F-683764BFAC82}"/>
              </a:ext>
            </a:extLst>
          </p:cNvPr>
          <p:cNvSpPr>
            <a:spLocks noGrp="1"/>
          </p:cNvSpPr>
          <p:nvPr/>
        </p:nvSpPr>
        <p:spPr>
          <a:xfrm>
            <a:off x="3492343" y="27622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920CA273-BB21-49A5-AE6B-94CD91D2195A}"/>
              </a:ext>
            </a:extLst>
          </p:cNvPr>
          <p:cNvSpPr>
            <a:spLocks noGrp="1"/>
          </p:cNvSpPr>
          <p:nvPr/>
        </p:nvSpPr>
        <p:spPr>
          <a:xfrm>
            <a:off x="3336078" y="20079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A7BC7C78-FEB9-4BF5-8E54-433DDC231496}"/>
              </a:ext>
            </a:extLst>
          </p:cNvPr>
          <p:cNvSpPr>
            <a:spLocks noGrp="1"/>
          </p:cNvSpPr>
          <p:nvPr/>
        </p:nvSpPr>
        <p:spPr>
          <a:xfrm>
            <a:off x="346546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130524AC-ACF3-4A6C-A654-ECBFD3E8CEA4}"/>
              </a:ext>
            </a:extLst>
          </p:cNvPr>
          <p:cNvSpPr>
            <a:spLocks noGrp="1"/>
          </p:cNvSpPr>
          <p:nvPr/>
        </p:nvSpPr>
        <p:spPr>
          <a:xfrm>
            <a:off x="3431654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409E2EA6-62D6-4683-8397-78B1CDE6471A}"/>
              </a:ext>
            </a:extLst>
          </p:cNvPr>
          <p:cNvSpPr>
            <a:spLocks noGrp="1"/>
          </p:cNvSpPr>
          <p:nvPr/>
        </p:nvSpPr>
        <p:spPr>
          <a:xfrm>
            <a:off x="330072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00AE428F-B4D1-4442-A124-CDB6C8FB9647}"/>
              </a:ext>
            </a:extLst>
          </p:cNvPr>
          <p:cNvSpPr>
            <a:spLocks noGrp="1"/>
          </p:cNvSpPr>
          <p:nvPr/>
        </p:nvSpPr>
        <p:spPr>
          <a:xfrm>
            <a:off x="3293916" y="20114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11BACB96-7F5A-40E0-9C98-201EB91FB0EB}"/>
              </a:ext>
            </a:extLst>
          </p:cNvPr>
          <p:cNvSpPr>
            <a:spLocks noGrp="1"/>
          </p:cNvSpPr>
          <p:nvPr/>
        </p:nvSpPr>
        <p:spPr>
          <a:xfrm>
            <a:off x="3321315" y="17573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3C71F1C0-9CC7-47CB-A2CF-D1A01506D92C}"/>
              </a:ext>
            </a:extLst>
          </p:cNvPr>
          <p:cNvSpPr>
            <a:spLocks noGrp="1"/>
          </p:cNvSpPr>
          <p:nvPr/>
        </p:nvSpPr>
        <p:spPr>
          <a:xfrm>
            <a:off x="3379315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CC34B871-CD53-4BBC-9AF7-193157477F2C}"/>
              </a:ext>
            </a:extLst>
          </p:cNvPr>
          <p:cNvSpPr>
            <a:spLocks noGrp="1"/>
          </p:cNvSpPr>
          <p:nvPr/>
        </p:nvSpPr>
        <p:spPr>
          <a:xfrm>
            <a:off x="3475318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4793BA79-4323-4D17-99AB-D6FEF6F11E85}"/>
              </a:ext>
            </a:extLst>
          </p:cNvPr>
          <p:cNvSpPr>
            <a:spLocks noGrp="1"/>
          </p:cNvSpPr>
          <p:nvPr/>
        </p:nvSpPr>
        <p:spPr>
          <a:xfrm>
            <a:off x="3288804" y="258123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D4C19163-3C37-4D5B-8149-640AAFA04B4E}"/>
              </a:ext>
            </a:extLst>
          </p:cNvPr>
          <p:cNvSpPr>
            <a:spLocks noGrp="1"/>
          </p:cNvSpPr>
          <p:nvPr/>
        </p:nvSpPr>
        <p:spPr>
          <a:xfrm>
            <a:off x="330746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46593790-D389-4493-82B4-3CEED20335BB}"/>
              </a:ext>
            </a:extLst>
          </p:cNvPr>
          <p:cNvSpPr>
            <a:spLocks noGrp="1"/>
          </p:cNvSpPr>
          <p:nvPr/>
        </p:nvSpPr>
        <p:spPr>
          <a:xfrm>
            <a:off x="33048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EC716804-90C2-4C2D-A119-E0BD0A538423}"/>
              </a:ext>
            </a:extLst>
          </p:cNvPr>
          <p:cNvSpPr>
            <a:spLocks noGrp="1"/>
          </p:cNvSpPr>
          <p:nvPr/>
        </p:nvSpPr>
        <p:spPr>
          <a:xfrm>
            <a:off x="3383092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E92BB22A-B6C7-444B-A43E-BC399C9A5608}"/>
              </a:ext>
            </a:extLst>
          </p:cNvPr>
          <p:cNvSpPr>
            <a:spLocks noGrp="1"/>
          </p:cNvSpPr>
          <p:nvPr/>
        </p:nvSpPr>
        <p:spPr>
          <a:xfrm>
            <a:off x="32948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F2C96873-665D-4755-8859-A4B6482991E0}"/>
              </a:ext>
            </a:extLst>
          </p:cNvPr>
          <p:cNvSpPr>
            <a:spLocks noGrp="1"/>
          </p:cNvSpPr>
          <p:nvPr/>
        </p:nvSpPr>
        <p:spPr>
          <a:xfrm>
            <a:off x="3387979" y="22772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79B2AF42-7C60-43DC-B864-BB3B2622CF6D}"/>
              </a:ext>
            </a:extLst>
          </p:cNvPr>
          <p:cNvSpPr>
            <a:spLocks noGrp="1"/>
          </p:cNvSpPr>
          <p:nvPr/>
        </p:nvSpPr>
        <p:spPr>
          <a:xfrm>
            <a:off x="3361287" y="15409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E92F3F87-0B04-4980-A6BD-C928C5DED8E5}"/>
              </a:ext>
            </a:extLst>
          </p:cNvPr>
          <p:cNvSpPr>
            <a:spLocks noGrp="1"/>
          </p:cNvSpPr>
          <p:nvPr/>
        </p:nvSpPr>
        <p:spPr>
          <a:xfrm>
            <a:off x="3387923" y="29421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2F303735-3931-4A08-98FA-EB7164437F53}"/>
              </a:ext>
            </a:extLst>
          </p:cNvPr>
          <p:cNvSpPr>
            <a:spLocks noGrp="1"/>
          </p:cNvSpPr>
          <p:nvPr/>
        </p:nvSpPr>
        <p:spPr>
          <a:xfrm>
            <a:off x="341572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7CE2EC12-728B-4AC6-9B43-FDCB2C250261}"/>
              </a:ext>
            </a:extLst>
          </p:cNvPr>
          <p:cNvSpPr>
            <a:spLocks noGrp="1"/>
          </p:cNvSpPr>
          <p:nvPr/>
        </p:nvSpPr>
        <p:spPr>
          <a:xfrm>
            <a:off x="34492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3E9432AE-ABB0-41C8-93C7-6D44823F5A96}"/>
              </a:ext>
            </a:extLst>
          </p:cNvPr>
          <p:cNvSpPr>
            <a:spLocks noGrp="1"/>
          </p:cNvSpPr>
          <p:nvPr/>
        </p:nvSpPr>
        <p:spPr>
          <a:xfrm>
            <a:off x="3413261" y="247280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78414597-8C1D-4309-A2C0-DA5B12E0B6DB}"/>
              </a:ext>
            </a:extLst>
          </p:cNvPr>
          <p:cNvSpPr>
            <a:spLocks noGrp="1"/>
          </p:cNvSpPr>
          <p:nvPr/>
        </p:nvSpPr>
        <p:spPr>
          <a:xfrm>
            <a:off x="330309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C8032F34-CCA2-4D5F-B9F6-CCA536AF0B73}"/>
              </a:ext>
            </a:extLst>
          </p:cNvPr>
          <p:cNvSpPr>
            <a:spLocks noGrp="1"/>
          </p:cNvSpPr>
          <p:nvPr/>
        </p:nvSpPr>
        <p:spPr>
          <a:xfrm>
            <a:off x="346740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5705731C-F6FE-4372-BD20-12E00F9908C2}"/>
              </a:ext>
            </a:extLst>
          </p:cNvPr>
          <p:cNvSpPr>
            <a:spLocks noGrp="1"/>
          </p:cNvSpPr>
          <p:nvPr/>
        </p:nvSpPr>
        <p:spPr>
          <a:xfrm>
            <a:off x="349162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245AE229-5975-4EA8-BE24-409F881A8FE0}"/>
              </a:ext>
            </a:extLst>
          </p:cNvPr>
          <p:cNvSpPr>
            <a:spLocks noGrp="1"/>
          </p:cNvSpPr>
          <p:nvPr/>
        </p:nvSpPr>
        <p:spPr>
          <a:xfrm>
            <a:off x="3462618" y="3312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C859BF77-E230-46ED-88A2-CF38948F86ED}"/>
              </a:ext>
            </a:extLst>
          </p:cNvPr>
          <p:cNvSpPr>
            <a:spLocks noGrp="1"/>
          </p:cNvSpPr>
          <p:nvPr/>
        </p:nvSpPr>
        <p:spPr>
          <a:xfrm>
            <a:off x="3489399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A7FB97D7-8357-45C4-894A-8D8991083437}"/>
              </a:ext>
            </a:extLst>
          </p:cNvPr>
          <p:cNvSpPr>
            <a:spLocks noGrp="1"/>
          </p:cNvSpPr>
          <p:nvPr/>
        </p:nvSpPr>
        <p:spPr>
          <a:xfrm>
            <a:off x="341843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E69F7F76-F653-4901-BD90-6A79FA952E5A}"/>
              </a:ext>
            </a:extLst>
          </p:cNvPr>
          <p:cNvSpPr>
            <a:spLocks noGrp="1"/>
          </p:cNvSpPr>
          <p:nvPr/>
        </p:nvSpPr>
        <p:spPr>
          <a:xfrm>
            <a:off x="333445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271B339F-96DE-46EA-9D37-BB60FBDB8F27}"/>
              </a:ext>
            </a:extLst>
          </p:cNvPr>
          <p:cNvSpPr>
            <a:spLocks noGrp="1"/>
          </p:cNvSpPr>
          <p:nvPr/>
        </p:nvSpPr>
        <p:spPr>
          <a:xfrm>
            <a:off x="3360217" y="2542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9E39C34A-132F-45C3-99E6-7225C7AFE367}"/>
              </a:ext>
            </a:extLst>
          </p:cNvPr>
          <p:cNvSpPr>
            <a:spLocks noGrp="1"/>
          </p:cNvSpPr>
          <p:nvPr/>
        </p:nvSpPr>
        <p:spPr>
          <a:xfrm>
            <a:off x="330827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C857E578-66A0-4581-AD55-3F0A9856A5BD}"/>
              </a:ext>
            </a:extLst>
          </p:cNvPr>
          <p:cNvSpPr>
            <a:spLocks noGrp="1"/>
          </p:cNvSpPr>
          <p:nvPr/>
        </p:nvSpPr>
        <p:spPr>
          <a:xfrm>
            <a:off x="3311651" y="247280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67559F49-D55F-4BC0-8EE3-EB2BD0AA55B0}"/>
              </a:ext>
            </a:extLst>
          </p:cNvPr>
          <p:cNvSpPr>
            <a:spLocks noGrp="1"/>
          </p:cNvSpPr>
          <p:nvPr/>
        </p:nvSpPr>
        <p:spPr>
          <a:xfrm>
            <a:off x="3413067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1CF5DBA5-FCAD-4303-9CA2-FB8BC0483C8C}"/>
              </a:ext>
            </a:extLst>
          </p:cNvPr>
          <p:cNvSpPr>
            <a:spLocks noGrp="1"/>
          </p:cNvSpPr>
          <p:nvPr/>
        </p:nvSpPr>
        <p:spPr>
          <a:xfrm>
            <a:off x="328446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1B0272B2-2FFC-4C06-8462-E8C51F738105}"/>
              </a:ext>
            </a:extLst>
          </p:cNvPr>
          <p:cNvSpPr>
            <a:spLocks noGrp="1"/>
          </p:cNvSpPr>
          <p:nvPr/>
        </p:nvSpPr>
        <p:spPr>
          <a:xfrm>
            <a:off x="3416915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CAEAC86B-C06F-4E6A-96BB-BB3916400E18}"/>
              </a:ext>
            </a:extLst>
          </p:cNvPr>
          <p:cNvSpPr>
            <a:spLocks noGrp="1"/>
          </p:cNvSpPr>
          <p:nvPr/>
        </p:nvSpPr>
        <p:spPr>
          <a:xfrm>
            <a:off x="3462559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70644F43-041F-438D-BBF6-0D57FEFFF737}"/>
              </a:ext>
            </a:extLst>
          </p:cNvPr>
          <p:cNvSpPr>
            <a:spLocks noGrp="1"/>
          </p:cNvSpPr>
          <p:nvPr/>
        </p:nvSpPr>
        <p:spPr>
          <a:xfrm>
            <a:off x="34462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BBD50113-3A15-41F2-9D42-59E46A8EA377}"/>
              </a:ext>
            </a:extLst>
          </p:cNvPr>
          <p:cNvSpPr>
            <a:spLocks noGrp="1"/>
          </p:cNvSpPr>
          <p:nvPr/>
        </p:nvSpPr>
        <p:spPr>
          <a:xfrm>
            <a:off x="3372294" y="27312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C7A13738-6741-4968-9F86-75DB14B3862D}"/>
              </a:ext>
            </a:extLst>
          </p:cNvPr>
          <p:cNvSpPr>
            <a:spLocks noGrp="1"/>
          </p:cNvSpPr>
          <p:nvPr/>
        </p:nvSpPr>
        <p:spPr>
          <a:xfrm>
            <a:off x="335617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E81CE4E8-46C3-4A70-B473-6278BD7F966F}"/>
              </a:ext>
            </a:extLst>
          </p:cNvPr>
          <p:cNvSpPr>
            <a:spLocks noGrp="1"/>
          </p:cNvSpPr>
          <p:nvPr/>
        </p:nvSpPr>
        <p:spPr>
          <a:xfrm>
            <a:off x="3481577" y="27393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10C785DF-8025-4B19-BC5C-591B698E0145}"/>
              </a:ext>
            </a:extLst>
          </p:cNvPr>
          <p:cNvSpPr>
            <a:spLocks noGrp="1"/>
          </p:cNvSpPr>
          <p:nvPr/>
        </p:nvSpPr>
        <p:spPr>
          <a:xfrm>
            <a:off x="3406349" y="31924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8BC34316-E24B-4C06-9591-B3A6B3A3D2FD}"/>
              </a:ext>
            </a:extLst>
          </p:cNvPr>
          <p:cNvSpPr>
            <a:spLocks noGrp="1"/>
          </p:cNvSpPr>
          <p:nvPr/>
        </p:nvSpPr>
        <p:spPr>
          <a:xfrm>
            <a:off x="3431017" y="20801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6A3CE806-416D-4F0A-AA1D-D47FEF0C3835}"/>
              </a:ext>
            </a:extLst>
          </p:cNvPr>
          <p:cNvSpPr>
            <a:spLocks noGrp="1"/>
          </p:cNvSpPr>
          <p:nvPr/>
        </p:nvSpPr>
        <p:spPr>
          <a:xfrm>
            <a:off x="337070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12CC4C9A-F17A-4E13-844D-9EFA3B20F3C6}"/>
              </a:ext>
            </a:extLst>
          </p:cNvPr>
          <p:cNvSpPr>
            <a:spLocks noGrp="1"/>
          </p:cNvSpPr>
          <p:nvPr/>
        </p:nvSpPr>
        <p:spPr>
          <a:xfrm>
            <a:off x="34340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FE7C7A85-EF01-40FD-B60A-D8A5CD42872A}"/>
              </a:ext>
            </a:extLst>
          </p:cNvPr>
          <p:cNvSpPr>
            <a:spLocks noGrp="1"/>
          </p:cNvSpPr>
          <p:nvPr/>
        </p:nvSpPr>
        <p:spPr>
          <a:xfrm>
            <a:off x="342774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EA265A71-07B4-4E6B-A8DA-29BF448DDFBF}"/>
              </a:ext>
            </a:extLst>
          </p:cNvPr>
          <p:cNvSpPr>
            <a:spLocks noGrp="1"/>
          </p:cNvSpPr>
          <p:nvPr/>
        </p:nvSpPr>
        <p:spPr>
          <a:xfrm>
            <a:off x="3390941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6B1B6465-5FAB-4442-980E-F91FCEE22A89}"/>
              </a:ext>
            </a:extLst>
          </p:cNvPr>
          <p:cNvSpPr>
            <a:spLocks noGrp="1"/>
          </p:cNvSpPr>
          <p:nvPr/>
        </p:nvSpPr>
        <p:spPr>
          <a:xfrm>
            <a:off x="348232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A5EB1A37-56F9-41CF-B5DA-5D05F2A88514}"/>
              </a:ext>
            </a:extLst>
          </p:cNvPr>
          <p:cNvSpPr>
            <a:spLocks noGrp="1"/>
          </p:cNvSpPr>
          <p:nvPr/>
        </p:nvSpPr>
        <p:spPr>
          <a:xfrm>
            <a:off x="3373558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8A8FFC53-9A8D-427C-B49B-C1A81E8E61EB}"/>
              </a:ext>
            </a:extLst>
          </p:cNvPr>
          <p:cNvSpPr>
            <a:spLocks noGrp="1"/>
          </p:cNvSpPr>
          <p:nvPr/>
        </p:nvSpPr>
        <p:spPr>
          <a:xfrm>
            <a:off x="3374437" y="20163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B4ADD804-9626-4BF8-888F-8FF0A67FDE29}"/>
              </a:ext>
            </a:extLst>
          </p:cNvPr>
          <p:cNvSpPr>
            <a:spLocks noGrp="1"/>
          </p:cNvSpPr>
          <p:nvPr/>
        </p:nvSpPr>
        <p:spPr>
          <a:xfrm>
            <a:off x="3434276" y="29271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4880C471-E307-4522-9D98-7BC1C75600EE}"/>
              </a:ext>
            </a:extLst>
          </p:cNvPr>
          <p:cNvSpPr>
            <a:spLocks noGrp="1"/>
          </p:cNvSpPr>
          <p:nvPr/>
        </p:nvSpPr>
        <p:spPr>
          <a:xfrm>
            <a:off x="3366486" y="20510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035B4AC6-E292-4E5B-AFF8-7A18D25E69FE}"/>
              </a:ext>
            </a:extLst>
          </p:cNvPr>
          <p:cNvSpPr>
            <a:spLocks noGrp="1"/>
          </p:cNvSpPr>
          <p:nvPr/>
        </p:nvSpPr>
        <p:spPr>
          <a:xfrm>
            <a:off x="3441937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EA30F575-C5A2-4406-B7B6-12A19DB6295C}"/>
              </a:ext>
            </a:extLst>
          </p:cNvPr>
          <p:cNvSpPr>
            <a:spLocks noGrp="1"/>
          </p:cNvSpPr>
          <p:nvPr/>
        </p:nvSpPr>
        <p:spPr>
          <a:xfrm>
            <a:off x="341180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EF6B4EA9-96EA-4FF2-A1E7-EC8DA9105B42}"/>
              </a:ext>
            </a:extLst>
          </p:cNvPr>
          <p:cNvSpPr>
            <a:spLocks noGrp="1"/>
          </p:cNvSpPr>
          <p:nvPr/>
        </p:nvSpPr>
        <p:spPr>
          <a:xfrm>
            <a:off x="3300745" y="276004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4EB4CC14-A7F9-4EA1-8292-72458AB6CB56}"/>
              </a:ext>
            </a:extLst>
          </p:cNvPr>
          <p:cNvSpPr>
            <a:spLocks noGrp="1"/>
          </p:cNvSpPr>
          <p:nvPr/>
        </p:nvSpPr>
        <p:spPr>
          <a:xfrm>
            <a:off x="3312648" y="21960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86673006-0CA7-4433-B9E3-EBF689A4EDF6}"/>
              </a:ext>
            </a:extLst>
          </p:cNvPr>
          <p:cNvSpPr>
            <a:spLocks noGrp="1"/>
          </p:cNvSpPr>
          <p:nvPr/>
        </p:nvSpPr>
        <p:spPr>
          <a:xfrm>
            <a:off x="342667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5E6DBCF9-C332-43C4-9D62-7A2C95C78635}"/>
              </a:ext>
            </a:extLst>
          </p:cNvPr>
          <p:cNvSpPr>
            <a:spLocks noGrp="1"/>
          </p:cNvSpPr>
          <p:nvPr/>
        </p:nvSpPr>
        <p:spPr>
          <a:xfrm>
            <a:off x="33106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04E58347-AEC4-4CC0-877E-15681A575BD7}"/>
              </a:ext>
            </a:extLst>
          </p:cNvPr>
          <p:cNvSpPr>
            <a:spLocks noGrp="1"/>
          </p:cNvSpPr>
          <p:nvPr/>
        </p:nvSpPr>
        <p:spPr>
          <a:xfrm>
            <a:off x="3291971" y="2279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D3355D74-95C0-4A98-B5F4-3C8723FD9630}"/>
              </a:ext>
            </a:extLst>
          </p:cNvPr>
          <p:cNvSpPr>
            <a:spLocks noGrp="1"/>
          </p:cNvSpPr>
          <p:nvPr/>
        </p:nvSpPr>
        <p:spPr>
          <a:xfrm>
            <a:off x="331011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8B210CED-EF45-481A-BE9B-ADCFE851B54E}"/>
              </a:ext>
            </a:extLst>
          </p:cNvPr>
          <p:cNvSpPr>
            <a:spLocks noGrp="1"/>
          </p:cNvSpPr>
          <p:nvPr/>
        </p:nvSpPr>
        <p:spPr>
          <a:xfrm>
            <a:off x="3347196" y="17573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3C72C3EF-9038-498B-B225-20A9AD8ECEA6}"/>
              </a:ext>
            </a:extLst>
          </p:cNvPr>
          <p:cNvSpPr>
            <a:spLocks noGrp="1"/>
          </p:cNvSpPr>
          <p:nvPr/>
        </p:nvSpPr>
        <p:spPr>
          <a:xfrm>
            <a:off x="3367550" y="28454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CAB54359-606D-476A-90DC-2BDD88824735}"/>
              </a:ext>
            </a:extLst>
          </p:cNvPr>
          <p:cNvSpPr>
            <a:spLocks noGrp="1"/>
          </p:cNvSpPr>
          <p:nvPr/>
        </p:nvSpPr>
        <p:spPr>
          <a:xfrm>
            <a:off x="3307202" y="25198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E95DBFFB-EFF8-40C4-BD95-3D8B8B8240B5}"/>
              </a:ext>
            </a:extLst>
          </p:cNvPr>
          <p:cNvSpPr>
            <a:spLocks noGrp="1"/>
          </p:cNvSpPr>
          <p:nvPr/>
        </p:nvSpPr>
        <p:spPr>
          <a:xfrm>
            <a:off x="332074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1EDD00CF-E5E6-4948-99C0-438D9D81A23A}"/>
              </a:ext>
            </a:extLst>
          </p:cNvPr>
          <p:cNvSpPr>
            <a:spLocks noGrp="1"/>
          </p:cNvSpPr>
          <p:nvPr/>
        </p:nvSpPr>
        <p:spPr>
          <a:xfrm>
            <a:off x="3490019" y="24574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6C5FD860-6E94-4A11-98F0-2BF869556549}"/>
              </a:ext>
            </a:extLst>
          </p:cNvPr>
          <p:cNvSpPr>
            <a:spLocks noGrp="1"/>
          </p:cNvSpPr>
          <p:nvPr/>
        </p:nvSpPr>
        <p:spPr>
          <a:xfrm>
            <a:off x="3392499" y="2572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6BACEB96-DC5D-486F-A0E2-2A847A4BE071}"/>
              </a:ext>
            </a:extLst>
          </p:cNvPr>
          <p:cNvSpPr>
            <a:spLocks noGrp="1"/>
          </p:cNvSpPr>
          <p:nvPr/>
        </p:nvSpPr>
        <p:spPr>
          <a:xfrm>
            <a:off x="345027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67C4460F-ACF5-4782-9114-2F1CB672A06F}"/>
              </a:ext>
            </a:extLst>
          </p:cNvPr>
          <p:cNvSpPr>
            <a:spLocks noGrp="1"/>
          </p:cNvSpPr>
          <p:nvPr/>
        </p:nvSpPr>
        <p:spPr>
          <a:xfrm>
            <a:off x="3326781" y="29234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994B35BD-B835-4FC6-8ADF-D158BA37DCDC}"/>
              </a:ext>
            </a:extLst>
          </p:cNvPr>
          <p:cNvSpPr>
            <a:spLocks noGrp="1"/>
          </p:cNvSpPr>
          <p:nvPr/>
        </p:nvSpPr>
        <p:spPr>
          <a:xfrm>
            <a:off x="3278638" y="31674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9036E16E-32A0-45EA-859A-357139A5F5A6}"/>
              </a:ext>
            </a:extLst>
          </p:cNvPr>
          <p:cNvSpPr>
            <a:spLocks noGrp="1"/>
          </p:cNvSpPr>
          <p:nvPr/>
        </p:nvSpPr>
        <p:spPr>
          <a:xfrm>
            <a:off x="333543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2C15F91E-D1D3-4B26-94E7-B698FEC4C072}"/>
              </a:ext>
            </a:extLst>
          </p:cNvPr>
          <p:cNvSpPr>
            <a:spLocks noGrp="1"/>
          </p:cNvSpPr>
          <p:nvPr/>
        </p:nvSpPr>
        <p:spPr>
          <a:xfrm>
            <a:off x="3453424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F6FD4E85-ABEF-4E97-924D-7E98239EB492}"/>
              </a:ext>
            </a:extLst>
          </p:cNvPr>
          <p:cNvSpPr>
            <a:spLocks noGrp="1"/>
          </p:cNvSpPr>
          <p:nvPr/>
        </p:nvSpPr>
        <p:spPr>
          <a:xfrm>
            <a:off x="342104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595AC6BA-08FA-49F8-852E-FB04F62492F0}"/>
              </a:ext>
            </a:extLst>
          </p:cNvPr>
          <p:cNvSpPr>
            <a:spLocks noGrp="1"/>
          </p:cNvSpPr>
          <p:nvPr/>
        </p:nvSpPr>
        <p:spPr>
          <a:xfrm>
            <a:off x="3450505" y="259006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FA5ED2BF-D3BF-42BF-A0F5-A8C96BB67EE7}"/>
              </a:ext>
            </a:extLst>
          </p:cNvPr>
          <p:cNvSpPr>
            <a:spLocks noGrp="1"/>
          </p:cNvSpPr>
          <p:nvPr/>
        </p:nvSpPr>
        <p:spPr>
          <a:xfrm>
            <a:off x="33135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2DD1C525-37E1-4357-AFDE-06682B324AED}"/>
              </a:ext>
            </a:extLst>
          </p:cNvPr>
          <p:cNvSpPr>
            <a:spLocks noGrp="1"/>
          </p:cNvSpPr>
          <p:nvPr/>
        </p:nvSpPr>
        <p:spPr>
          <a:xfrm>
            <a:off x="3301386" y="31897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AB733A38-0F66-40C2-996B-1EFF984A7FCD}"/>
              </a:ext>
            </a:extLst>
          </p:cNvPr>
          <p:cNvSpPr>
            <a:spLocks noGrp="1"/>
          </p:cNvSpPr>
          <p:nvPr/>
        </p:nvSpPr>
        <p:spPr>
          <a:xfrm>
            <a:off x="370628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7A6CDCEA-24E4-4CB8-9393-9A18E806F279}"/>
              </a:ext>
            </a:extLst>
          </p:cNvPr>
          <p:cNvSpPr>
            <a:spLocks noGrp="1"/>
          </p:cNvSpPr>
          <p:nvPr/>
        </p:nvSpPr>
        <p:spPr>
          <a:xfrm>
            <a:off x="379989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D516D14D-FEC6-4EC6-BAF8-C44437BA1922}"/>
              </a:ext>
            </a:extLst>
          </p:cNvPr>
          <p:cNvSpPr>
            <a:spLocks noGrp="1"/>
          </p:cNvSpPr>
          <p:nvPr/>
        </p:nvSpPr>
        <p:spPr>
          <a:xfrm>
            <a:off x="383407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4959DE24-EAFC-41A2-AE6B-415FF9A13004}"/>
              </a:ext>
            </a:extLst>
          </p:cNvPr>
          <p:cNvSpPr>
            <a:spLocks noGrp="1"/>
          </p:cNvSpPr>
          <p:nvPr/>
        </p:nvSpPr>
        <p:spPr>
          <a:xfrm>
            <a:off x="3720684" y="311518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F1C59036-AB1F-4DD3-A24E-DEAAFE1EDC1F}"/>
              </a:ext>
            </a:extLst>
          </p:cNvPr>
          <p:cNvSpPr>
            <a:spLocks noGrp="1"/>
          </p:cNvSpPr>
          <p:nvPr/>
        </p:nvSpPr>
        <p:spPr>
          <a:xfrm>
            <a:off x="3834074" y="2243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D2E3A178-6175-4623-97BF-574405C79B83}"/>
              </a:ext>
            </a:extLst>
          </p:cNvPr>
          <p:cNvSpPr>
            <a:spLocks noGrp="1"/>
          </p:cNvSpPr>
          <p:nvPr/>
        </p:nvSpPr>
        <p:spPr>
          <a:xfrm>
            <a:off x="382966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116831D0-B114-4221-9AB2-8A07B0416AD6}"/>
              </a:ext>
            </a:extLst>
          </p:cNvPr>
          <p:cNvSpPr>
            <a:spLocks noGrp="1"/>
          </p:cNvSpPr>
          <p:nvPr/>
        </p:nvSpPr>
        <p:spPr>
          <a:xfrm>
            <a:off x="36898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904782DD-C123-418E-B2E7-BDF3A0B82B15}"/>
              </a:ext>
            </a:extLst>
          </p:cNvPr>
          <p:cNvSpPr>
            <a:spLocks noGrp="1"/>
          </p:cNvSpPr>
          <p:nvPr/>
        </p:nvSpPr>
        <p:spPr>
          <a:xfrm>
            <a:off x="374740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1C3F6742-8934-4EF7-A0A6-776D3C3B2574}"/>
              </a:ext>
            </a:extLst>
          </p:cNvPr>
          <p:cNvSpPr>
            <a:spLocks noGrp="1"/>
          </p:cNvSpPr>
          <p:nvPr/>
        </p:nvSpPr>
        <p:spPr>
          <a:xfrm>
            <a:off x="3779535" y="29835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EC7479B8-12EB-4E44-BB0B-9EFE12E50945}"/>
              </a:ext>
            </a:extLst>
          </p:cNvPr>
          <p:cNvSpPr>
            <a:spLocks noGrp="1"/>
          </p:cNvSpPr>
          <p:nvPr/>
        </p:nvSpPr>
        <p:spPr>
          <a:xfrm>
            <a:off x="377316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30E5C930-61D9-406B-8A01-1A1BFA8206A5}"/>
              </a:ext>
            </a:extLst>
          </p:cNvPr>
          <p:cNvSpPr>
            <a:spLocks noGrp="1"/>
          </p:cNvSpPr>
          <p:nvPr/>
        </p:nvSpPr>
        <p:spPr>
          <a:xfrm>
            <a:off x="3632444" y="22710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60A558CB-3140-44C5-9133-D9808B7904C0}"/>
              </a:ext>
            </a:extLst>
          </p:cNvPr>
          <p:cNvSpPr>
            <a:spLocks noGrp="1"/>
          </p:cNvSpPr>
          <p:nvPr/>
        </p:nvSpPr>
        <p:spPr>
          <a:xfrm>
            <a:off x="380270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B95AC700-8F7B-42D1-9C50-C25CD4168A26}"/>
              </a:ext>
            </a:extLst>
          </p:cNvPr>
          <p:cNvSpPr>
            <a:spLocks noGrp="1"/>
          </p:cNvSpPr>
          <p:nvPr/>
        </p:nvSpPr>
        <p:spPr>
          <a:xfrm>
            <a:off x="374681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46A97BA3-DE15-417E-88B1-28D1668EE6CA}"/>
              </a:ext>
            </a:extLst>
          </p:cNvPr>
          <p:cNvSpPr>
            <a:spLocks noGrp="1"/>
          </p:cNvSpPr>
          <p:nvPr/>
        </p:nvSpPr>
        <p:spPr>
          <a:xfrm>
            <a:off x="3790499" y="19475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694C16DD-9CE5-45DA-8D32-FC89BD6295B6}"/>
              </a:ext>
            </a:extLst>
          </p:cNvPr>
          <p:cNvSpPr>
            <a:spLocks noGrp="1"/>
          </p:cNvSpPr>
          <p:nvPr/>
        </p:nvSpPr>
        <p:spPr>
          <a:xfrm>
            <a:off x="3823915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C4D43AEE-D9D9-4F84-A27A-D9EB00637E03}"/>
              </a:ext>
            </a:extLst>
          </p:cNvPr>
          <p:cNvSpPr>
            <a:spLocks noGrp="1"/>
          </p:cNvSpPr>
          <p:nvPr/>
        </p:nvSpPr>
        <p:spPr>
          <a:xfrm>
            <a:off x="373940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B435874B-8DB5-490A-9E81-94B4F23283C6}"/>
              </a:ext>
            </a:extLst>
          </p:cNvPr>
          <p:cNvSpPr>
            <a:spLocks noGrp="1"/>
          </p:cNvSpPr>
          <p:nvPr/>
        </p:nvSpPr>
        <p:spPr>
          <a:xfrm>
            <a:off x="3717060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9BAD9865-EFED-41FB-BC4C-C9513F1E6A39}"/>
              </a:ext>
            </a:extLst>
          </p:cNvPr>
          <p:cNvSpPr>
            <a:spLocks noGrp="1"/>
          </p:cNvSpPr>
          <p:nvPr/>
        </p:nvSpPr>
        <p:spPr>
          <a:xfrm>
            <a:off x="36467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04B33E2D-5B2D-47E4-B4B4-53698D4404C1}"/>
              </a:ext>
            </a:extLst>
          </p:cNvPr>
          <p:cNvSpPr>
            <a:spLocks noGrp="1"/>
          </p:cNvSpPr>
          <p:nvPr/>
        </p:nvSpPr>
        <p:spPr>
          <a:xfrm>
            <a:off x="374176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C0B2E15D-3882-41BA-A16B-E66059635D3E}"/>
              </a:ext>
            </a:extLst>
          </p:cNvPr>
          <p:cNvSpPr>
            <a:spLocks noGrp="1"/>
          </p:cNvSpPr>
          <p:nvPr/>
        </p:nvSpPr>
        <p:spPr>
          <a:xfrm>
            <a:off x="375782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727851ED-D94E-4A32-903D-4A725C8FED9A}"/>
              </a:ext>
            </a:extLst>
          </p:cNvPr>
          <p:cNvSpPr>
            <a:spLocks noGrp="1"/>
          </p:cNvSpPr>
          <p:nvPr/>
        </p:nvSpPr>
        <p:spPr>
          <a:xfrm>
            <a:off x="3701056" y="21751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91B6021C-D160-4A15-B050-B40372175ADF}"/>
              </a:ext>
            </a:extLst>
          </p:cNvPr>
          <p:cNvSpPr>
            <a:spLocks noGrp="1"/>
          </p:cNvSpPr>
          <p:nvPr/>
        </p:nvSpPr>
        <p:spPr>
          <a:xfrm>
            <a:off x="371925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C9C08FB1-506C-4237-91F4-22FC2E02E24C}"/>
              </a:ext>
            </a:extLst>
          </p:cNvPr>
          <p:cNvSpPr>
            <a:spLocks noGrp="1"/>
          </p:cNvSpPr>
          <p:nvPr/>
        </p:nvSpPr>
        <p:spPr>
          <a:xfrm>
            <a:off x="3824422" y="18199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80B59764-4E25-4296-8FA8-BC2A2501CC49}"/>
              </a:ext>
            </a:extLst>
          </p:cNvPr>
          <p:cNvSpPr>
            <a:spLocks noGrp="1"/>
          </p:cNvSpPr>
          <p:nvPr/>
        </p:nvSpPr>
        <p:spPr>
          <a:xfrm>
            <a:off x="3670526" y="21490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559E2EBF-9D12-47DF-BE5C-A7C348C16E1A}"/>
              </a:ext>
            </a:extLst>
          </p:cNvPr>
          <p:cNvSpPr>
            <a:spLocks noGrp="1"/>
          </p:cNvSpPr>
          <p:nvPr/>
        </p:nvSpPr>
        <p:spPr>
          <a:xfrm>
            <a:off x="3638871" y="257203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8DCF0987-B49F-4A2E-BD30-5E31561D2FB4}"/>
              </a:ext>
            </a:extLst>
          </p:cNvPr>
          <p:cNvSpPr>
            <a:spLocks noGrp="1"/>
          </p:cNvSpPr>
          <p:nvPr/>
        </p:nvSpPr>
        <p:spPr>
          <a:xfrm>
            <a:off x="371496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396B5FC3-6A7A-4E1B-88E3-473341C14D08}"/>
              </a:ext>
            </a:extLst>
          </p:cNvPr>
          <p:cNvSpPr>
            <a:spLocks noGrp="1"/>
          </p:cNvSpPr>
          <p:nvPr/>
        </p:nvSpPr>
        <p:spPr>
          <a:xfrm>
            <a:off x="3707611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88F5953A-7281-41C2-8014-7360A91FB0DA}"/>
              </a:ext>
            </a:extLst>
          </p:cNvPr>
          <p:cNvSpPr>
            <a:spLocks noGrp="1"/>
          </p:cNvSpPr>
          <p:nvPr/>
        </p:nvSpPr>
        <p:spPr>
          <a:xfrm>
            <a:off x="3761133" y="28996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07A63692-BF0E-49F9-9977-14EB6B67E50C}"/>
              </a:ext>
            </a:extLst>
          </p:cNvPr>
          <p:cNvSpPr>
            <a:spLocks noGrp="1"/>
          </p:cNvSpPr>
          <p:nvPr/>
        </p:nvSpPr>
        <p:spPr>
          <a:xfrm>
            <a:off x="3815710" y="27869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65A28ABE-DCFB-4608-BE82-B6D31F49941F}"/>
              </a:ext>
            </a:extLst>
          </p:cNvPr>
          <p:cNvSpPr>
            <a:spLocks noGrp="1"/>
          </p:cNvSpPr>
          <p:nvPr/>
        </p:nvSpPr>
        <p:spPr>
          <a:xfrm>
            <a:off x="37028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80C3AE9D-CF4A-40BC-A28F-72E4784565C9}"/>
              </a:ext>
            </a:extLst>
          </p:cNvPr>
          <p:cNvSpPr>
            <a:spLocks noGrp="1"/>
          </p:cNvSpPr>
          <p:nvPr/>
        </p:nvSpPr>
        <p:spPr>
          <a:xfrm>
            <a:off x="364893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C56CDBB6-2437-41C6-8D68-2D5497D18CC1}"/>
              </a:ext>
            </a:extLst>
          </p:cNvPr>
          <p:cNvSpPr>
            <a:spLocks noGrp="1"/>
          </p:cNvSpPr>
          <p:nvPr/>
        </p:nvSpPr>
        <p:spPr>
          <a:xfrm>
            <a:off x="3785485" y="265090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FB04EBAA-CD10-4C15-B40D-B274D4368CE6}"/>
              </a:ext>
            </a:extLst>
          </p:cNvPr>
          <p:cNvSpPr>
            <a:spLocks noGrp="1"/>
          </p:cNvSpPr>
          <p:nvPr/>
        </p:nvSpPr>
        <p:spPr>
          <a:xfrm>
            <a:off x="375097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B71D2417-F59E-4CA2-85F6-29494F632EA8}"/>
              </a:ext>
            </a:extLst>
          </p:cNvPr>
          <p:cNvSpPr>
            <a:spLocks noGrp="1"/>
          </p:cNvSpPr>
          <p:nvPr/>
        </p:nvSpPr>
        <p:spPr>
          <a:xfrm>
            <a:off x="3774771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436A838B-DA7B-4A03-998F-10CEA3F60848}"/>
              </a:ext>
            </a:extLst>
          </p:cNvPr>
          <p:cNvSpPr>
            <a:spLocks noGrp="1"/>
          </p:cNvSpPr>
          <p:nvPr/>
        </p:nvSpPr>
        <p:spPr>
          <a:xfrm>
            <a:off x="381258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EB112C96-0D8A-4160-8BE8-79284EC5A8B9}"/>
              </a:ext>
            </a:extLst>
          </p:cNvPr>
          <p:cNvSpPr>
            <a:spLocks noGrp="1"/>
          </p:cNvSpPr>
          <p:nvPr/>
        </p:nvSpPr>
        <p:spPr>
          <a:xfrm>
            <a:off x="379301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F936C767-CD10-41EB-809D-6A5C74DD9B89}"/>
              </a:ext>
            </a:extLst>
          </p:cNvPr>
          <p:cNvSpPr>
            <a:spLocks noGrp="1"/>
          </p:cNvSpPr>
          <p:nvPr/>
        </p:nvSpPr>
        <p:spPr>
          <a:xfrm>
            <a:off x="37966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32E3F231-3556-4480-BFED-5F4CC4B490FE}"/>
              </a:ext>
            </a:extLst>
          </p:cNvPr>
          <p:cNvSpPr>
            <a:spLocks noGrp="1"/>
          </p:cNvSpPr>
          <p:nvPr/>
        </p:nvSpPr>
        <p:spPr>
          <a:xfrm>
            <a:off x="380213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09BF2535-20B2-4BA3-B672-211C2E7D6B8B}"/>
              </a:ext>
            </a:extLst>
          </p:cNvPr>
          <p:cNvSpPr>
            <a:spLocks noGrp="1"/>
          </p:cNvSpPr>
          <p:nvPr/>
        </p:nvSpPr>
        <p:spPr>
          <a:xfrm>
            <a:off x="380813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E62C13E4-B96C-44EE-9B0F-BEE8D4A1C288}"/>
              </a:ext>
            </a:extLst>
          </p:cNvPr>
          <p:cNvSpPr>
            <a:spLocks noGrp="1"/>
          </p:cNvSpPr>
          <p:nvPr/>
        </p:nvSpPr>
        <p:spPr>
          <a:xfrm>
            <a:off x="3714146" y="1678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FAF40D6A-9266-472C-93A5-5CB758E6766A}"/>
              </a:ext>
            </a:extLst>
          </p:cNvPr>
          <p:cNvSpPr>
            <a:spLocks noGrp="1"/>
          </p:cNvSpPr>
          <p:nvPr/>
        </p:nvSpPr>
        <p:spPr>
          <a:xfrm>
            <a:off x="3765642" y="22795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0D220AC4-354A-4FC4-B705-20727D1FD6C3}"/>
              </a:ext>
            </a:extLst>
          </p:cNvPr>
          <p:cNvSpPr>
            <a:spLocks noGrp="1"/>
          </p:cNvSpPr>
          <p:nvPr/>
        </p:nvSpPr>
        <p:spPr>
          <a:xfrm>
            <a:off x="371009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8D913F44-B43E-4FAC-A41E-E00E251CD24C}"/>
              </a:ext>
            </a:extLst>
          </p:cNvPr>
          <p:cNvSpPr>
            <a:spLocks noGrp="1"/>
          </p:cNvSpPr>
          <p:nvPr/>
        </p:nvSpPr>
        <p:spPr>
          <a:xfrm>
            <a:off x="37419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68C3E495-B3BA-4E82-AD9C-6104E5C3A62B}"/>
              </a:ext>
            </a:extLst>
          </p:cNvPr>
          <p:cNvSpPr>
            <a:spLocks noGrp="1"/>
          </p:cNvSpPr>
          <p:nvPr/>
        </p:nvSpPr>
        <p:spPr>
          <a:xfrm>
            <a:off x="36865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B77D7BEF-C131-44E7-A5DD-E417255251AE}"/>
              </a:ext>
            </a:extLst>
          </p:cNvPr>
          <p:cNvSpPr>
            <a:spLocks noGrp="1"/>
          </p:cNvSpPr>
          <p:nvPr/>
        </p:nvSpPr>
        <p:spPr>
          <a:xfrm>
            <a:off x="377246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7170F3C9-CA9B-4338-A9FB-198A0A42F3AE}"/>
              </a:ext>
            </a:extLst>
          </p:cNvPr>
          <p:cNvSpPr>
            <a:spLocks noGrp="1"/>
          </p:cNvSpPr>
          <p:nvPr/>
        </p:nvSpPr>
        <p:spPr>
          <a:xfrm>
            <a:off x="37175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ED7C7176-E977-4530-8CA8-4C0B3FF888DB}"/>
              </a:ext>
            </a:extLst>
          </p:cNvPr>
          <p:cNvSpPr>
            <a:spLocks noGrp="1"/>
          </p:cNvSpPr>
          <p:nvPr/>
        </p:nvSpPr>
        <p:spPr>
          <a:xfrm>
            <a:off x="3744910" y="18334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3B2C6E1E-B190-45E4-B2A6-EE9CB7FD60D3}"/>
              </a:ext>
            </a:extLst>
          </p:cNvPr>
          <p:cNvSpPr>
            <a:spLocks noGrp="1"/>
          </p:cNvSpPr>
          <p:nvPr/>
        </p:nvSpPr>
        <p:spPr>
          <a:xfrm>
            <a:off x="372701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CE4F7637-5B3F-497B-A335-399A0C443E63}"/>
              </a:ext>
            </a:extLst>
          </p:cNvPr>
          <p:cNvSpPr>
            <a:spLocks noGrp="1"/>
          </p:cNvSpPr>
          <p:nvPr/>
        </p:nvSpPr>
        <p:spPr>
          <a:xfrm>
            <a:off x="381246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10C977A4-7664-4345-B2A3-8DCA165544B7}"/>
              </a:ext>
            </a:extLst>
          </p:cNvPr>
          <p:cNvSpPr>
            <a:spLocks noGrp="1"/>
          </p:cNvSpPr>
          <p:nvPr/>
        </p:nvSpPr>
        <p:spPr>
          <a:xfrm>
            <a:off x="3725263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9F71A8AD-EB3C-4004-8816-911E37560F65}"/>
              </a:ext>
            </a:extLst>
          </p:cNvPr>
          <p:cNvSpPr>
            <a:spLocks noGrp="1"/>
          </p:cNvSpPr>
          <p:nvPr/>
        </p:nvSpPr>
        <p:spPr>
          <a:xfrm>
            <a:off x="3797384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83D0D92A-CF0F-42B3-B85A-1C6DCD81EE50}"/>
              </a:ext>
            </a:extLst>
          </p:cNvPr>
          <p:cNvSpPr>
            <a:spLocks noGrp="1"/>
          </p:cNvSpPr>
          <p:nvPr/>
        </p:nvSpPr>
        <p:spPr>
          <a:xfrm>
            <a:off x="376372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6537E9DE-5709-4385-942E-9050344A7CE9}"/>
              </a:ext>
            </a:extLst>
          </p:cNvPr>
          <p:cNvSpPr>
            <a:spLocks noGrp="1"/>
          </p:cNvSpPr>
          <p:nvPr/>
        </p:nvSpPr>
        <p:spPr>
          <a:xfrm>
            <a:off x="3769290" y="15912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58E5223E-6762-4A28-B646-3EE4ABD8FCD9}"/>
              </a:ext>
            </a:extLst>
          </p:cNvPr>
          <p:cNvSpPr>
            <a:spLocks noGrp="1"/>
          </p:cNvSpPr>
          <p:nvPr/>
        </p:nvSpPr>
        <p:spPr>
          <a:xfrm>
            <a:off x="3689707" y="19716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DE326A61-35D7-4DFF-B344-2446DC1B2B28}"/>
              </a:ext>
            </a:extLst>
          </p:cNvPr>
          <p:cNvSpPr>
            <a:spLocks noGrp="1"/>
          </p:cNvSpPr>
          <p:nvPr/>
        </p:nvSpPr>
        <p:spPr>
          <a:xfrm>
            <a:off x="3694371" y="21055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F79DE82B-D5C2-4FD6-BF81-15D03EEE2E99}"/>
              </a:ext>
            </a:extLst>
          </p:cNvPr>
          <p:cNvSpPr>
            <a:spLocks noGrp="1"/>
          </p:cNvSpPr>
          <p:nvPr/>
        </p:nvSpPr>
        <p:spPr>
          <a:xfrm>
            <a:off x="3813464" y="2207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D5607A91-6D94-4C67-85E5-E355CE04BDD2}"/>
              </a:ext>
            </a:extLst>
          </p:cNvPr>
          <p:cNvSpPr>
            <a:spLocks noGrp="1"/>
          </p:cNvSpPr>
          <p:nvPr/>
        </p:nvSpPr>
        <p:spPr>
          <a:xfrm>
            <a:off x="3642958" y="224972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F1179FB6-B82A-44CF-B5C1-E9FCE02C2AC4}"/>
              </a:ext>
            </a:extLst>
          </p:cNvPr>
          <p:cNvSpPr>
            <a:spLocks noGrp="1"/>
          </p:cNvSpPr>
          <p:nvPr/>
        </p:nvSpPr>
        <p:spPr>
          <a:xfrm>
            <a:off x="376857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1D77DEA5-C51C-450A-8D92-818A468DF742}"/>
              </a:ext>
            </a:extLst>
          </p:cNvPr>
          <p:cNvSpPr>
            <a:spLocks noGrp="1"/>
          </p:cNvSpPr>
          <p:nvPr/>
        </p:nvSpPr>
        <p:spPr>
          <a:xfrm>
            <a:off x="3704485" y="32741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E4047DFA-4504-42DE-B076-0A1C13DEB239}"/>
              </a:ext>
            </a:extLst>
          </p:cNvPr>
          <p:cNvSpPr>
            <a:spLocks noGrp="1"/>
          </p:cNvSpPr>
          <p:nvPr/>
        </p:nvSpPr>
        <p:spPr>
          <a:xfrm>
            <a:off x="3657270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D7C36A4A-C2FF-4211-A487-6479B23FDA4B}"/>
              </a:ext>
            </a:extLst>
          </p:cNvPr>
          <p:cNvSpPr>
            <a:spLocks noGrp="1"/>
          </p:cNvSpPr>
          <p:nvPr/>
        </p:nvSpPr>
        <p:spPr>
          <a:xfrm>
            <a:off x="3707554" y="2109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D716E85E-21A7-42A4-8F1F-01FC7AB82F88}"/>
              </a:ext>
            </a:extLst>
          </p:cNvPr>
          <p:cNvSpPr>
            <a:spLocks noGrp="1"/>
          </p:cNvSpPr>
          <p:nvPr/>
        </p:nvSpPr>
        <p:spPr>
          <a:xfrm>
            <a:off x="368953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D15AF3BA-6EA2-45F2-8947-748E4EF8FF24}"/>
              </a:ext>
            </a:extLst>
          </p:cNvPr>
          <p:cNvSpPr>
            <a:spLocks noGrp="1"/>
          </p:cNvSpPr>
          <p:nvPr/>
        </p:nvSpPr>
        <p:spPr>
          <a:xfrm>
            <a:off x="375402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DA4DD239-DFF4-4175-B889-384DBCA92F16}"/>
              </a:ext>
            </a:extLst>
          </p:cNvPr>
          <p:cNvSpPr>
            <a:spLocks noGrp="1"/>
          </p:cNvSpPr>
          <p:nvPr/>
        </p:nvSpPr>
        <p:spPr>
          <a:xfrm>
            <a:off x="365751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2936C836-35DC-4B50-9C42-DABD2A88610F}"/>
              </a:ext>
            </a:extLst>
          </p:cNvPr>
          <p:cNvSpPr>
            <a:spLocks noGrp="1"/>
          </p:cNvSpPr>
          <p:nvPr/>
        </p:nvSpPr>
        <p:spPr>
          <a:xfrm>
            <a:off x="364797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C896E0F9-CCA8-4E6E-8B51-00322DB9ECC3}"/>
              </a:ext>
            </a:extLst>
          </p:cNvPr>
          <p:cNvSpPr>
            <a:spLocks noGrp="1"/>
          </p:cNvSpPr>
          <p:nvPr/>
        </p:nvSpPr>
        <p:spPr>
          <a:xfrm>
            <a:off x="3642381" y="221167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7CE39A1E-06A5-4DEE-9470-EE8CD85CFF5A}"/>
              </a:ext>
            </a:extLst>
          </p:cNvPr>
          <p:cNvSpPr>
            <a:spLocks noGrp="1"/>
          </p:cNvSpPr>
          <p:nvPr/>
        </p:nvSpPr>
        <p:spPr>
          <a:xfrm>
            <a:off x="3734476" y="23705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DC0DE84D-6CF5-4C25-8AF6-A0F1E87ACB17}"/>
              </a:ext>
            </a:extLst>
          </p:cNvPr>
          <p:cNvSpPr>
            <a:spLocks noGrp="1"/>
          </p:cNvSpPr>
          <p:nvPr/>
        </p:nvSpPr>
        <p:spPr>
          <a:xfrm>
            <a:off x="372507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A837056B-1F1B-4ED2-8C54-EF458B1561B1}"/>
              </a:ext>
            </a:extLst>
          </p:cNvPr>
          <p:cNvSpPr>
            <a:spLocks noGrp="1"/>
          </p:cNvSpPr>
          <p:nvPr/>
        </p:nvSpPr>
        <p:spPr>
          <a:xfrm>
            <a:off x="380079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0C1EA1D6-2D6B-4858-AAC2-BF005AB18D91}"/>
              </a:ext>
            </a:extLst>
          </p:cNvPr>
          <p:cNvSpPr>
            <a:spLocks noGrp="1"/>
          </p:cNvSpPr>
          <p:nvPr/>
        </p:nvSpPr>
        <p:spPr>
          <a:xfrm>
            <a:off x="3733406" y="18095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7FAA2D67-BAC3-4697-8616-96AE9197CD5C}"/>
              </a:ext>
            </a:extLst>
          </p:cNvPr>
          <p:cNvSpPr>
            <a:spLocks noGrp="1"/>
          </p:cNvSpPr>
          <p:nvPr/>
        </p:nvSpPr>
        <p:spPr>
          <a:xfrm>
            <a:off x="3680650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8014DDD3-6589-41FA-9E6F-A057FF8BAD61}"/>
              </a:ext>
            </a:extLst>
          </p:cNvPr>
          <p:cNvSpPr>
            <a:spLocks noGrp="1"/>
          </p:cNvSpPr>
          <p:nvPr/>
        </p:nvSpPr>
        <p:spPr>
          <a:xfrm>
            <a:off x="3797041" y="16554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ED4B56A8-9889-437E-AE40-06434151EE3F}"/>
              </a:ext>
            </a:extLst>
          </p:cNvPr>
          <p:cNvSpPr>
            <a:spLocks noGrp="1"/>
          </p:cNvSpPr>
          <p:nvPr/>
        </p:nvSpPr>
        <p:spPr>
          <a:xfrm>
            <a:off x="3655870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80C24494-2F89-413F-91F2-38F83EC1BA9C}"/>
              </a:ext>
            </a:extLst>
          </p:cNvPr>
          <p:cNvSpPr>
            <a:spLocks noGrp="1"/>
          </p:cNvSpPr>
          <p:nvPr/>
        </p:nvSpPr>
        <p:spPr>
          <a:xfrm>
            <a:off x="3827301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28A1F4B8-E015-45BC-8A4D-C52368950EC0}"/>
              </a:ext>
            </a:extLst>
          </p:cNvPr>
          <p:cNvSpPr>
            <a:spLocks noGrp="1"/>
          </p:cNvSpPr>
          <p:nvPr/>
        </p:nvSpPr>
        <p:spPr>
          <a:xfrm>
            <a:off x="3842696" y="26957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AD0089A0-B60E-4198-8036-6C08E3F24EBB}"/>
              </a:ext>
            </a:extLst>
          </p:cNvPr>
          <p:cNvSpPr>
            <a:spLocks noGrp="1"/>
          </p:cNvSpPr>
          <p:nvPr/>
        </p:nvSpPr>
        <p:spPr>
          <a:xfrm>
            <a:off x="376589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C25D7DC7-D985-45B5-960E-E9C9E770AD17}"/>
              </a:ext>
            </a:extLst>
          </p:cNvPr>
          <p:cNvSpPr>
            <a:spLocks noGrp="1"/>
          </p:cNvSpPr>
          <p:nvPr/>
        </p:nvSpPr>
        <p:spPr>
          <a:xfrm>
            <a:off x="3627187" y="25407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5D11124B-4DFB-4965-8F85-3AAE15568D70}"/>
              </a:ext>
            </a:extLst>
          </p:cNvPr>
          <p:cNvSpPr>
            <a:spLocks noGrp="1"/>
          </p:cNvSpPr>
          <p:nvPr/>
        </p:nvSpPr>
        <p:spPr>
          <a:xfrm>
            <a:off x="3681842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65B98BA5-D887-4ACF-B54C-9FDC574E4074}"/>
              </a:ext>
            </a:extLst>
          </p:cNvPr>
          <p:cNvSpPr>
            <a:spLocks noGrp="1"/>
          </p:cNvSpPr>
          <p:nvPr/>
        </p:nvSpPr>
        <p:spPr>
          <a:xfrm>
            <a:off x="382510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AA2A631-068D-46DF-A5B6-15A86379F30D}"/>
              </a:ext>
            </a:extLst>
          </p:cNvPr>
          <p:cNvSpPr>
            <a:spLocks noGrp="1"/>
          </p:cNvSpPr>
          <p:nvPr/>
        </p:nvSpPr>
        <p:spPr>
          <a:xfrm>
            <a:off x="3646794" y="19533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93434773-B405-4D01-B331-46E59CCDCD85}"/>
              </a:ext>
            </a:extLst>
          </p:cNvPr>
          <p:cNvSpPr>
            <a:spLocks noGrp="1"/>
          </p:cNvSpPr>
          <p:nvPr/>
        </p:nvSpPr>
        <p:spPr>
          <a:xfrm>
            <a:off x="3720033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B6296173-A875-4685-A590-126AC40B3844}"/>
              </a:ext>
            </a:extLst>
          </p:cNvPr>
          <p:cNvSpPr>
            <a:spLocks noGrp="1"/>
          </p:cNvSpPr>
          <p:nvPr/>
        </p:nvSpPr>
        <p:spPr>
          <a:xfrm>
            <a:off x="37445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DAEAB81E-A9F3-4C1B-B23A-C055B722DC95}"/>
              </a:ext>
            </a:extLst>
          </p:cNvPr>
          <p:cNvSpPr>
            <a:spLocks noGrp="1"/>
          </p:cNvSpPr>
          <p:nvPr/>
        </p:nvSpPr>
        <p:spPr>
          <a:xfrm>
            <a:off x="3839408" y="19811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5AF983E0-1A10-4894-B200-C67415D3D85F}"/>
              </a:ext>
            </a:extLst>
          </p:cNvPr>
          <p:cNvSpPr>
            <a:spLocks noGrp="1"/>
          </p:cNvSpPr>
          <p:nvPr/>
        </p:nvSpPr>
        <p:spPr>
          <a:xfrm>
            <a:off x="375810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B1A49BDC-580E-41E3-864F-D5E308147A09}"/>
              </a:ext>
            </a:extLst>
          </p:cNvPr>
          <p:cNvSpPr>
            <a:spLocks noGrp="1"/>
          </p:cNvSpPr>
          <p:nvPr/>
        </p:nvSpPr>
        <p:spPr>
          <a:xfrm>
            <a:off x="370585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F5C38A9C-35E2-4446-B107-FED74436A789}"/>
              </a:ext>
            </a:extLst>
          </p:cNvPr>
          <p:cNvSpPr>
            <a:spLocks noGrp="1"/>
          </p:cNvSpPr>
          <p:nvPr/>
        </p:nvSpPr>
        <p:spPr>
          <a:xfrm>
            <a:off x="3787166" y="23821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DCCA5A1E-108F-4E8F-AC0D-A1F5783CAE72}"/>
              </a:ext>
            </a:extLst>
          </p:cNvPr>
          <p:cNvSpPr>
            <a:spLocks noGrp="1"/>
          </p:cNvSpPr>
          <p:nvPr/>
        </p:nvSpPr>
        <p:spPr>
          <a:xfrm>
            <a:off x="363004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B6D71ACF-9EFD-4750-BA2D-138878D55556}"/>
              </a:ext>
            </a:extLst>
          </p:cNvPr>
          <p:cNvSpPr>
            <a:spLocks noGrp="1"/>
          </p:cNvSpPr>
          <p:nvPr/>
        </p:nvSpPr>
        <p:spPr>
          <a:xfrm>
            <a:off x="36394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B35516E9-7069-4F42-BDE7-7E32ACA3AF3D}"/>
              </a:ext>
            </a:extLst>
          </p:cNvPr>
          <p:cNvSpPr>
            <a:spLocks noGrp="1"/>
          </p:cNvSpPr>
          <p:nvPr/>
        </p:nvSpPr>
        <p:spPr>
          <a:xfrm>
            <a:off x="374209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31A7BAD5-2B33-4112-9FA6-696BB03F13AD}"/>
              </a:ext>
            </a:extLst>
          </p:cNvPr>
          <p:cNvSpPr>
            <a:spLocks noGrp="1"/>
          </p:cNvSpPr>
          <p:nvPr/>
        </p:nvSpPr>
        <p:spPr>
          <a:xfrm>
            <a:off x="38209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6AC26602-AFEC-4416-8868-D0F7E9770E9C}"/>
              </a:ext>
            </a:extLst>
          </p:cNvPr>
          <p:cNvSpPr>
            <a:spLocks noGrp="1"/>
          </p:cNvSpPr>
          <p:nvPr/>
        </p:nvSpPr>
        <p:spPr>
          <a:xfrm>
            <a:off x="3705365" y="28624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EDFF5000-E4A0-41FC-952B-AE09CDC41109}"/>
              </a:ext>
            </a:extLst>
          </p:cNvPr>
          <p:cNvSpPr>
            <a:spLocks noGrp="1"/>
          </p:cNvSpPr>
          <p:nvPr/>
        </p:nvSpPr>
        <p:spPr>
          <a:xfrm>
            <a:off x="3766149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77CB5511-6D53-4FD2-89D2-0E0247E6C404}"/>
              </a:ext>
            </a:extLst>
          </p:cNvPr>
          <p:cNvSpPr>
            <a:spLocks noGrp="1"/>
          </p:cNvSpPr>
          <p:nvPr/>
        </p:nvSpPr>
        <p:spPr>
          <a:xfrm>
            <a:off x="378268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43A06025-CC2B-4AA4-88D6-A7394778F69F}"/>
              </a:ext>
            </a:extLst>
          </p:cNvPr>
          <p:cNvSpPr>
            <a:spLocks noGrp="1"/>
          </p:cNvSpPr>
          <p:nvPr/>
        </p:nvSpPr>
        <p:spPr>
          <a:xfrm>
            <a:off x="368611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F912A4B3-E984-4C3A-9AE7-06DF82A3C830}"/>
              </a:ext>
            </a:extLst>
          </p:cNvPr>
          <p:cNvSpPr>
            <a:spLocks noGrp="1"/>
          </p:cNvSpPr>
          <p:nvPr/>
        </p:nvSpPr>
        <p:spPr>
          <a:xfrm>
            <a:off x="366603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64E021F6-D8B9-4325-B9A0-1C4CCF0B1F8A}"/>
              </a:ext>
            </a:extLst>
          </p:cNvPr>
          <p:cNvSpPr>
            <a:spLocks noGrp="1"/>
          </p:cNvSpPr>
          <p:nvPr/>
        </p:nvSpPr>
        <p:spPr>
          <a:xfrm>
            <a:off x="3655130" y="2592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7D2A9C60-481D-4F4E-A0DC-369B41C06DF8}"/>
              </a:ext>
            </a:extLst>
          </p:cNvPr>
          <p:cNvSpPr>
            <a:spLocks noGrp="1"/>
          </p:cNvSpPr>
          <p:nvPr/>
        </p:nvSpPr>
        <p:spPr>
          <a:xfrm>
            <a:off x="3692833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10A47860-03B6-4D9C-8B4A-24E2116F8EB0}"/>
              </a:ext>
            </a:extLst>
          </p:cNvPr>
          <p:cNvSpPr>
            <a:spLocks noGrp="1"/>
          </p:cNvSpPr>
          <p:nvPr/>
        </p:nvSpPr>
        <p:spPr>
          <a:xfrm>
            <a:off x="3707008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A343BF5C-C43A-42B0-930A-91BB7CC1DE0C}"/>
              </a:ext>
            </a:extLst>
          </p:cNvPr>
          <p:cNvSpPr>
            <a:spLocks noGrp="1"/>
          </p:cNvSpPr>
          <p:nvPr/>
        </p:nvSpPr>
        <p:spPr>
          <a:xfrm>
            <a:off x="3715663" y="30554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A2EF17D2-0FB4-41F4-A27A-AF76F608CFD6}"/>
              </a:ext>
            </a:extLst>
          </p:cNvPr>
          <p:cNvSpPr>
            <a:spLocks noGrp="1"/>
          </p:cNvSpPr>
          <p:nvPr/>
        </p:nvSpPr>
        <p:spPr>
          <a:xfrm>
            <a:off x="3830439" y="20812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0F31983B-C2B7-4273-A66A-DBF86FA60521}"/>
              </a:ext>
            </a:extLst>
          </p:cNvPr>
          <p:cNvSpPr>
            <a:spLocks noGrp="1"/>
          </p:cNvSpPr>
          <p:nvPr/>
        </p:nvSpPr>
        <p:spPr>
          <a:xfrm>
            <a:off x="3806612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CF617486-399B-4F50-AF7E-8CFD36CD5E6C}"/>
              </a:ext>
            </a:extLst>
          </p:cNvPr>
          <p:cNvSpPr>
            <a:spLocks noGrp="1"/>
          </p:cNvSpPr>
          <p:nvPr/>
        </p:nvSpPr>
        <p:spPr>
          <a:xfrm>
            <a:off x="380534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4C0CDFEA-0C25-4F97-B384-B2A97B84519B}"/>
              </a:ext>
            </a:extLst>
          </p:cNvPr>
          <p:cNvSpPr>
            <a:spLocks noGrp="1"/>
          </p:cNvSpPr>
          <p:nvPr/>
        </p:nvSpPr>
        <p:spPr>
          <a:xfrm>
            <a:off x="363882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2D8A7E8F-BC3E-4274-8444-C42065622ACE}"/>
              </a:ext>
            </a:extLst>
          </p:cNvPr>
          <p:cNvSpPr>
            <a:spLocks noGrp="1"/>
          </p:cNvSpPr>
          <p:nvPr/>
        </p:nvSpPr>
        <p:spPr>
          <a:xfrm>
            <a:off x="3626041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FB4386B8-8814-49DB-B7B2-33CD23D90FD6}"/>
              </a:ext>
            </a:extLst>
          </p:cNvPr>
          <p:cNvSpPr>
            <a:spLocks noGrp="1"/>
          </p:cNvSpPr>
          <p:nvPr/>
        </p:nvSpPr>
        <p:spPr>
          <a:xfrm>
            <a:off x="3789166" y="16530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D85F4ABF-ED3F-4ED5-BF37-D0FED94CB375}"/>
              </a:ext>
            </a:extLst>
          </p:cNvPr>
          <p:cNvSpPr>
            <a:spLocks noGrp="1"/>
          </p:cNvSpPr>
          <p:nvPr/>
        </p:nvSpPr>
        <p:spPr>
          <a:xfrm>
            <a:off x="3802708" y="20471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1650217-0259-48C0-836E-7F8187467E8C}"/>
              </a:ext>
            </a:extLst>
          </p:cNvPr>
          <p:cNvSpPr>
            <a:spLocks noGrp="1"/>
          </p:cNvSpPr>
          <p:nvPr/>
        </p:nvSpPr>
        <p:spPr>
          <a:xfrm>
            <a:off x="3701889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C9B5B1DD-65AE-4C45-980A-6C9B729CDEE9}"/>
              </a:ext>
            </a:extLst>
          </p:cNvPr>
          <p:cNvSpPr>
            <a:spLocks noGrp="1"/>
          </p:cNvSpPr>
          <p:nvPr/>
        </p:nvSpPr>
        <p:spPr>
          <a:xfrm>
            <a:off x="3840545" y="23318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D839DF8B-B239-4A8D-B58F-70FFF1835B85}"/>
              </a:ext>
            </a:extLst>
          </p:cNvPr>
          <p:cNvSpPr>
            <a:spLocks noGrp="1"/>
          </p:cNvSpPr>
          <p:nvPr/>
        </p:nvSpPr>
        <p:spPr>
          <a:xfrm>
            <a:off x="3677084" y="20079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65F8BAC5-CCEA-4106-B979-FBCFE3A5E028}"/>
              </a:ext>
            </a:extLst>
          </p:cNvPr>
          <p:cNvSpPr>
            <a:spLocks noGrp="1"/>
          </p:cNvSpPr>
          <p:nvPr/>
        </p:nvSpPr>
        <p:spPr>
          <a:xfrm>
            <a:off x="382585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6612B781-303F-4E13-A334-82B8535D783E}"/>
              </a:ext>
            </a:extLst>
          </p:cNvPr>
          <p:cNvSpPr>
            <a:spLocks noGrp="1"/>
          </p:cNvSpPr>
          <p:nvPr/>
        </p:nvSpPr>
        <p:spPr>
          <a:xfrm>
            <a:off x="374815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713DB065-CFA0-4CB2-B927-D104F3AF7362}"/>
              </a:ext>
            </a:extLst>
          </p:cNvPr>
          <p:cNvSpPr>
            <a:spLocks noGrp="1"/>
          </p:cNvSpPr>
          <p:nvPr/>
        </p:nvSpPr>
        <p:spPr>
          <a:xfrm>
            <a:off x="374655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E3440484-0645-43F4-BD88-E2EF30D40ED7}"/>
              </a:ext>
            </a:extLst>
          </p:cNvPr>
          <p:cNvSpPr>
            <a:spLocks noGrp="1"/>
          </p:cNvSpPr>
          <p:nvPr/>
        </p:nvSpPr>
        <p:spPr>
          <a:xfrm>
            <a:off x="3674239" y="19179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92E7BBC9-FCC2-4E9B-BE84-CE6FB19EAB20}"/>
              </a:ext>
            </a:extLst>
          </p:cNvPr>
          <p:cNvSpPr>
            <a:spLocks noGrp="1"/>
          </p:cNvSpPr>
          <p:nvPr/>
        </p:nvSpPr>
        <p:spPr>
          <a:xfrm>
            <a:off x="3762082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E109EDE3-5BA5-4058-95E8-BD1ED67EEE75}"/>
              </a:ext>
            </a:extLst>
          </p:cNvPr>
          <p:cNvSpPr>
            <a:spLocks noGrp="1"/>
          </p:cNvSpPr>
          <p:nvPr/>
        </p:nvSpPr>
        <p:spPr>
          <a:xfrm>
            <a:off x="3797915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B97665FA-CDC3-47BB-9691-6C0EB3849FC1}"/>
              </a:ext>
            </a:extLst>
          </p:cNvPr>
          <p:cNvSpPr>
            <a:spLocks noGrp="1"/>
          </p:cNvSpPr>
          <p:nvPr/>
        </p:nvSpPr>
        <p:spPr>
          <a:xfrm>
            <a:off x="384252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1CD95DFD-0EC6-4D48-8D30-6C5CF80D19E0}"/>
              </a:ext>
            </a:extLst>
          </p:cNvPr>
          <p:cNvSpPr>
            <a:spLocks noGrp="1"/>
          </p:cNvSpPr>
          <p:nvPr/>
        </p:nvSpPr>
        <p:spPr>
          <a:xfrm>
            <a:off x="3816597" y="20681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BCAD428E-409F-4D7C-AFED-31FEA6FBEFA7}"/>
              </a:ext>
            </a:extLst>
          </p:cNvPr>
          <p:cNvSpPr>
            <a:spLocks noGrp="1"/>
          </p:cNvSpPr>
          <p:nvPr/>
        </p:nvSpPr>
        <p:spPr>
          <a:xfrm>
            <a:off x="36488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51356EE8-1005-4234-8146-D470761516AE}"/>
              </a:ext>
            </a:extLst>
          </p:cNvPr>
          <p:cNvSpPr>
            <a:spLocks noGrp="1"/>
          </p:cNvSpPr>
          <p:nvPr/>
        </p:nvSpPr>
        <p:spPr>
          <a:xfrm>
            <a:off x="381267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D0B066AB-BA93-47E5-9131-E787E31A05FE}"/>
              </a:ext>
            </a:extLst>
          </p:cNvPr>
          <p:cNvSpPr>
            <a:spLocks noGrp="1"/>
          </p:cNvSpPr>
          <p:nvPr/>
        </p:nvSpPr>
        <p:spPr>
          <a:xfrm>
            <a:off x="381514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300CEC05-D914-4548-90FC-9D7DFC350B19}"/>
              </a:ext>
            </a:extLst>
          </p:cNvPr>
          <p:cNvSpPr>
            <a:spLocks noGrp="1"/>
          </p:cNvSpPr>
          <p:nvPr/>
        </p:nvSpPr>
        <p:spPr>
          <a:xfrm>
            <a:off x="373292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E418354A-EEB1-4076-93D2-9AA1C848388B}"/>
              </a:ext>
            </a:extLst>
          </p:cNvPr>
          <p:cNvSpPr>
            <a:spLocks noGrp="1"/>
          </p:cNvSpPr>
          <p:nvPr/>
        </p:nvSpPr>
        <p:spPr>
          <a:xfrm>
            <a:off x="3746903" y="22490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3D74765D-BF1D-4342-8728-BC2ACCC3803F}"/>
              </a:ext>
            </a:extLst>
          </p:cNvPr>
          <p:cNvSpPr>
            <a:spLocks noGrp="1"/>
          </p:cNvSpPr>
          <p:nvPr/>
        </p:nvSpPr>
        <p:spPr>
          <a:xfrm>
            <a:off x="372630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B4039EF8-3ADC-42A0-BBA5-4123FF58B595}"/>
              </a:ext>
            </a:extLst>
          </p:cNvPr>
          <p:cNvSpPr>
            <a:spLocks noGrp="1"/>
          </p:cNvSpPr>
          <p:nvPr/>
        </p:nvSpPr>
        <p:spPr>
          <a:xfrm>
            <a:off x="3657949" y="29840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09C868A7-9F1F-4568-9896-608CE3F66620}"/>
              </a:ext>
            </a:extLst>
          </p:cNvPr>
          <p:cNvSpPr>
            <a:spLocks noGrp="1"/>
          </p:cNvSpPr>
          <p:nvPr/>
        </p:nvSpPr>
        <p:spPr>
          <a:xfrm>
            <a:off x="383256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9BFCBDA6-63C1-4393-A37F-53F587BA01EA}"/>
              </a:ext>
            </a:extLst>
          </p:cNvPr>
          <p:cNvSpPr>
            <a:spLocks noGrp="1"/>
          </p:cNvSpPr>
          <p:nvPr/>
        </p:nvSpPr>
        <p:spPr>
          <a:xfrm>
            <a:off x="367044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003DCBA3-31EE-45E4-BE23-F7DC5283952B}"/>
              </a:ext>
            </a:extLst>
          </p:cNvPr>
          <p:cNvSpPr>
            <a:spLocks noGrp="1"/>
          </p:cNvSpPr>
          <p:nvPr/>
        </p:nvSpPr>
        <p:spPr>
          <a:xfrm>
            <a:off x="37288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A38741CB-C1DC-475D-BBDB-D250934EE532}"/>
              </a:ext>
            </a:extLst>
          </p:cNvPr>
          <p:cNvSpPr>
            <a:spLocks noGrp="1"/>
          </p:cNvSpPr>
          <p:nvPr/>
        </p:nvSpPr>
        <p:spPr>
          <a:xfrm>
            <a:off x="380303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3D7D24A9-CAC6-4B7D-B14B-7AD9D71B035E}"/>
              </a:ext>
            </a:extLst>
          </p:cNvPr>
          <p:cNvSpPr>
            <a:spLocks noGrp="1"/>
          </p:cNvSpPr>
          <p:nvPr/>
        </p:nvSpPr>
        <p:spPr>
          <a:xfrm>
            <a:off x="370007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59B85354-39EA-48E2-ABE6-AB0835808B0C}"/>
              </a:ext>
            </a:extLst>
          </p:cNvPr>
          <p:cNvSpPr>
            <a:spLocks noGrp="1"/>
          </p:cNvSpPr>
          <p:nvPr/>
        </p:nvSpPr>
        <p:spPr>
          <a:xfrm>
            <a:off x="383771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117A9C4C-85B9-4E9A-B725-5C715BAC64B2}"/>
              </a:ext>
            </a:extLst>
          </p:cNvPr>
          <p:cNvSpPr>
            <a:spLocks noGrp="1"/>
          </p:cNvSpPr>
          <p:nvPr/>
        </p:nvSpPr>
        <p:spPr>
          <a:xfrm>
            <a:off x="3694159" y="3216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C297FD41-3684-4410-9728-53D251ECE51B}"/>
              </a:ext>
            </a:extLst>
          </p:cNvPr>
          <p:cNvSpPr>
            <a:spLocks noGrp="1"/>
          </p:cNvSpPr>
          <p:nvPr/>
        </p:nvSpPr>
        <p:spPr>
          <a:xfrm>
            <a:off x="367041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998F6A31-F961-46F2-8C8F-583E6D9407A7}"/>
              </a:ext>
            </a:extLst>
          </p:cNvPr>
          <p:cNvSpPr>
            <a:spLocks noGrp="1"/>
          </p:cNvSpPr>
          <p:nvPr/>
        </p:nvSpPr>
        <p:spPr>
          <a:xfrm>
            <a:off x="37303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63DE14B4-9221-4ECC-9395-F9B2BEC06E67}"/>
              </a:ext>
            </a:extLst>
          </p:cNvPr>
          <p:cNvSpPr>
            <a:spLocks noGrp="1"/>
          </p:cNvSpPr>
          <p:nvPr/>
        </p:nvSpPr>
        <p:spPr>
          <a:xfrm>
            <a:off x="3656463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20C50BE1-09D2-4E43-92DE-703D13A7E63E}"/>
              </a:ext>
            </a:extLst>
          </p:cNvPr>
          <p:cNvSpPr>
            <a:spLocks noGrp="1"/>
          </p:cNvSpPr>
          <p:nvPr/>
        </p:nvSpPr>
        <p:spPr>
          <a:xfrm>
            <a:off x="3739005" y="25735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5AE17F88-0497-4C2C-B4CF-CAC8C42B39A1}"/>
              </a:ext>
            </a:extLst>
          </p:cNvPr>
          <p:cNvSpPr>
            <a:spLocks noGrp="1"/>
          </p:cNvSpPr>
          <p:nvPr/>
        </p:nvSpPr>
        <p:spPr>
          <a:xfrm>
            <a:off x="365424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5DF92805-74CB-49AC-86E5-CA5E5DA6F464}"/>
              </a:ext>
            </a:extLst>
          </p:cNvPr>
          <p:cNvSpPr>
            <a:spLocks noGrp="1"/>
          </p:cNvSpPr>
          <p:nvPr/>
        </p:nvSpPr>
        <p:spPr>
          <a:xfrm>
            <a:off x="3680416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92C1F0BE-9714-4D73-8CCE-7E2E170E5963}"/>
              </a:ext>
            </a:extLst>
          </p:cNvPr>
          <p:cNvSpPr>
            <a:spLocks noGrp="1"/>
          </p:cNvSpPr>
          <p:nvPr/>
        </p:nvSpPr>
        <p:spPr>
          <a:xfrm>
            <a:off x="3642980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377AF52B-0DD5-4300-968E-2C06BBF40983}"/>
              </a:ext>
            </a:extLst>
          </p:cNvPr>
          <p:cNvSpPr>
            <a:spLocks noGrp="1"/>
          </p:cNvSpPr>
          <p:nvPr/>
        </p:nvSpPr>
        <p:spPr>
          <a:xfrm>
            <a:off x="3836364" y="3314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2DC56ADC-E1FD-48EC-8AAD-16DAAA76F2B6}"/>
              </a:ext>
            </a:extLst>
          </p:cNvPr>
          <p:cNvSpPr>
            <a:spLocks noGrp="1"/>
          </p:cNvSpPr>
          <p:nvPr/>
        </p:nvSpPr>
        <p:spPr>
          <a:xfrm>
            <a:off x="3702996" y="2227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963455A5-0086-4437-BAAB-D1DCA27D34BF}"/>
              </a:ext>
            </a:extLst>
          </p:cNvPr>
          <p:cNvSpPr>
            <a:spLocks noGrp="1"/>
          </p:cNvSpPr>
          <p:nvPr/>
        </p:nvSpPr>
        <p:spPr>
          <a:xfrm>
            <a:off x="3638325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B5196923-6A70-4EF3-B157-6164F7CBFEA7}"/>
              </a:ext>
            </a:extLst>
          </p:cNvPr>
          <p:cNvSpPr>
            <a:spLocks noGrp="1"/>
          </p:cNvSpPr>
          <p:nvPr/>
        </p:nvSpPr>
        <p:spPr>
          <a:xfrm>
            <a:off x="372865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4C15F2D2-C3B1-4457-8220-7A7BDD62089E}"/>
              </a:ext>
            </a:extLst>
          </p:cNvPr>
          <p:cNvSpPr>
            <a:spLocks noGrp="1"/>
          </p:cNvSpPr>
          <p:nvPr/>
        </p:nvSpPr>
        <p:spPr>
          <a:xfrm>
            <a:off x="3697516" y="284408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1131C9BB-9542-4894-84A2-0A10F8EDF362}"/>
              </a:ext>
            </a:extLst>
          </p:cNvPr>
          <p:cNvSpPr>
            <a:spLocks noGrp="1"/>
          </p:cNvSpPr>
          <p:nvPr/>
        </p:nvSpPr>
        <p:spPr>
          <a:xfrm>
            <a:off x="368763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11FF3545-5631-4E3E-80A2-F95E670E334E}"/>
              </a:ext>
            </a:extLst>
          </p:cNvPr>
          <p:cNvSpPr>
            <a:spLocks noGrp="1"/>
          </p:cNvSpPr>
          <p:nvPr/>
        </p:nvSpPr>
        <p:spPr>
          <a:xfrm>
            <a:off x="3771248" y="27415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9003AA77-FE60-4FC0-B49F-D68C7C42BF9C}"/>
              </a:ext>
            </a:extLst>
          </p:cNvPr>
          <p:cNvSpPr>
            <a:spLocks noGrp="1"/>
          </p:cNvSpPr>
          <p:nvPr/>
        </p:nvSpPr>
        <p:spPr>
          <a:xfrm>
            <a:off x="3671746" y="27600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F08F9C14-6EBE-4E93-BF7E-AFF1E8AC6C2F}"/>
              </a:ext>
            </a:extLst>
          </p:cNvPr>
          <p:cNvSpPr>
            <a:spLocks noGrp="1"/>
          </p:cNvSpPr>
          <p:nvPr/>
        </p:nvSpPr>
        <p:spPr>
          <a:xfrm>
            <a:off x="3768257" y="22780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ED2AE442-CB38-41A5-8FE4-E3999C4AF77D}"/>
              </a:ext>
            </a:extLst>
          </p:cNvPr>
          <p:cNvSpPr>
            <a:spLocks noGrp="1"/>
          </p:cNvSpPr>
          <p:nvPr/>
        </p:nvSpPr>
        <p:spPr>
          <a:xfrm>
            <a:off x="36414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41513965-558D-44D5-AC79-ED042D1EA209}"/>
              </a:ext>
            </a:extLst>
          </p:cNvPr>
          <p:cNvSpPr>
            <a:spLocks noGrp="1"/>
          </p:cNvSpPr>
          <p:nvPr/>
        </p:nvSpPr>
        <p:spPr>
          <a:xfrm>
            <a:off x="3802962" y="14833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555D8878-A750-4F6E-9668-998CF6F60DED}"/>
              </a:ext>
            </a:extLst>
          </p:cNvPr>
          <p:cNvSpPr>
            <a:spLocks noGrp="1"/>
          </p:cNvSpPr>
          <p:nvPr/>
        </p:nvSpPr>
        <p:spPr>
          <a:xfrm>
            <a:off x="374487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609F40DB-A24E-4370-83AC-593119724AA1}"/>
              </a:ext>
            </a:extLst>
          </p:cNvPr>
          <p:cNvSpPr>
            <a:spLocks noGrp="1"/>
          </p:cNvSpPr>
          <p:nvPr/>
        </p:nvSpPr>
        <p:spPr>
          <a:xfrm>
            <a:off x="3781854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22E9813B-8D23-4834-9464-958587D954F2}"/>
              </a:ext>
            </a:extLst>
          </p:cNvPr>
          <p:cNvSpPr>
            <a:spLocks noGrp="1"/>
          </p:cNvSpPr>
          <p:nvPr/>
        </p:nvSpPr>
        <p:spPr>
          <a:xfrm>
            <a:off x="380328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0D6B151E-1072-4DA4-9B5C-602851D538F1}"/>
              </a:ext>
            </a:extLst>
          </p:cNvPr>
          <p:cNvSpPr>
            <a:spLocks noGrp="1"/>
          </p:cNvSpPr>
          <p:nvPr/>
        </p:nvSpPr>
        <p:spPr>
          <a:xfrm>
            <a:off x="3807868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9EF7A6E5-69B6-453B-8E2D-3790E8E7CC5D}"/>
              </a:ext>
            </a:extLst>
          </p:cNvPr>
          <p:cNvSpPr>
            <a:spLocks noGrp="1"/>
          </p:cNvSpPr>
          <p:nvPr/>
        </p:nvSpPr>
        <p:spPr>
          <a:xfrm>
            <a:off x="3697818" y="19279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0DD5125A-34B3-436E-B7F8-FED7BF741892}"/>
              </a:ext>
            </a:extLst>
          </p:cNvPr>
          <p:cNvSpPr>
            <a:spLocks noGrp="1"/>
          </p:cNvSpPr>
          <p:nvPr/>
        </p:nvSpPr>
        <p:spPr>
          <a:xfrm>
            <a:off x="3650480" y="29771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D0DE1DA4-E990-4112-9923-EDE6A4E53B50}"/>
              </a:ext>
            </a:extLst>
          </p:cNvPr>
          <p:cNvSpPr>
            <a:spLocks noGrp="1"/>
          </p:cNvSpPr>
          <p:nvPr/>
        </p:nvSpPr>
        <p:spPr>
          <a:xfrm>
            <a:off x="3687992" y="21512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6ACFC2CB-AAF4-4881-A0DD-8E33128248E6}"/>
              </a:ext>
            </a:extLst>
          </p:cNvPr>
          <p:cNvSpPr>
            <a:spLocks noGrp="1"/>
          </p:cNvSpPr>
          <p:nvPr/>
        </p:nvSpPr>
        <p:spPr>
          <a:xfrm>
            <a:off x="37536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7AC370BF-172A-45CE-A52F-B0ABC3DEAF7D}"/>
              </a:ext>
            </a:extLst>
          </p:cNvPr>
          <p:cNvSpPr>
            <a:spLocks noGrp="1"/>
          </p:cNvSpPr>
          <p:nvPr/>
        </p:nvSpPr>
        <p:spPr>
          <a:xfrm>
            <a:off x="3764857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0F6BB8A1-E9B1-4316-A941-179729B813A6}"/>
              </a:ext>
            </a:extLst>
          </p:cNvPr>
          <p:cNvSpPr>
            <a:spLocks noGrp="1"/>
          </p:cNvSpPr>
          <p:nvPr/>
        </p:nvSpPr>
        <p:spPr>
          <a:xfrm>
            <a:off x="36725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B708308C-BE33-4D88-ADE1-92F8FF7D35A2}"/>
              </a:ext>
            </a:extLst>
          </p:cNvPr>
          <p:cNvSpPr>
            <a:spLocks noGrp="1"/>
          </p:cNvSpPr>
          <p:nvPr/>
        </p:nvSpPr>
        <p:spPr>
          <a:xfrm>
            <a:off x="3751550" y="28853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86190735-9409-4E14-84B3-D2E42AAC263A}"/>
              </a:ext>
            </a:extLst>
          </p:cNvPr>
          <p:cNvSpPr>
            <a:spLocks noGrp="1"/>
          </p:cNvSpPr>
          <p:nvPr/>
        </p:nvSpPr>
        <p:spPr>
          <a:xfrm>
            <a:off x="3759899" y="2227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8B8CCFBD-8F93-46BC-877B-DEE0C4D7FE16}"/>
              </a:ext>
            </a:extLst>
          </p:cNvPr>
          <p:cNvSpPr>
            <a:spLocks noGrp="1"/>
          </p:cNvSpPr>
          <p:nvPr/>
        </p:nvSpPr>
        <p:spPr>
          <a:xfrm>
            <a:off x="370862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A58EFA49-9B26-4A20-B6EB-B09AC0DD26A6}"/>
              </a:ext>
            </a:extLst>
          </p:cNvPr>
          <p:cNvSpPr>
            <a:spLocks noGrp="1"/>
          </p:cNvSpPr>
          <p:nvPr/>
        </p:nvSpPr>
        <p:spPr>
          <a:xfrm>
            <a:off x="3786854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3D7C350-6F4C-492E-A48B-5F5039DA6E07}"/>
              </a:ext>
            </a:extLst>
          </p:cNvPr>
          <p:cNvSpPr>
            <a:spLocks noGrp="1"/>
          </p:cNvSpPr>
          <p:nvPr/>
        </p:nvSpPr>
        <p:spPr>
          <a:xfrm>
            <a:off x="375093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4A8FDD13-0311-4E33-B6C8-3A3D5F9E982D}"/>
              </a:ext>
            </a:extLst>
          </p:cNvPr>
          <p:cNvSpPr>
            <a:spLocks noGrp="1"/>
          </p:cNvSpPr>
          <p:nvPr/>
        </p:nvSpPr>
        <p:spPr>
          <a:xfrm>
            <a:off x="366310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D23685C8-2AA5-4F8C-B81C-F62963D2F730}"/>
              </a:ext>
            </a:extLst>
          </p:cNvPr>
          <p:cNvSpPr>
            <a:spLocks noGrp="1"/>
          </p:cNvSpPr>
          <p:nvPr/>
        </p:nvSpPr>
        <p:spPr>
          <a:xfrm>
            <a:off x="3799482" y="25518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48877A99-5AC9-4A8B-84D3-944133A36D99}"/>
              </a:ext>
            </a:extLst>
          </p:cNvPr>
          <p:cNvSpPr>
            <a:spLocks noGrp="1"/>
          </p:cNvSpPr>
          <p:nvPr/>
        </p:nvSpPr>
        <p:spPr>
          <a:xfrm>
            <a:off x="3784950" y="225750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DD011756-A05C-4D08-90B9-44A4A92507AD}"/>
              </a:ext>
            </a:extLst>
          </p:cNvPr>
          <p:cNvSpPr>
            <a:spLocks noGrp="1"/>
          </p:cNvSpPr>
          <p:nvPr/>
        </p:nvSpPr>
        <p:spPr>
          <a:xfrm>
            <a:off x="384218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7BFD720-F41B-4DEA-9D76-1108DCA97893}"/>
              </a:ext>
            </a:extLst>
          </p:cNvPr>
          <p:cNvSpPr>
            <a:spLocks noGrp="1"/>
          </p:cNvSpPr>
          <p:nvPr/>
        </p:nvSpPr>
        <p:spPr>
          <a:xfrm>
            <a:off x="3748597" y="20183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E0A0EABF-A964-47BD-B89A-37E9309403EC}"/>
              </a:ext>
            </a:extLst>
          </p:cNvPr>
          <p:cNvSpPr>
            <a:spLocks noGrp="1"/>
          </p:cNvSpPr>
          <p:nvPr/>
        </p:nvSpPr>
        <p:spPr>
          <a:xfrm>
            <a:off x="3827808" y="21960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40760878-C9E5-4470-BEAC-407CC13F2472}"/>
              </a:ext>
            </a:extLst>
          </p:cNvPr>
          <p:cNvSpPr>
            <a:spLocks noGrp="1"/>
          </p:cNvSpPr>
          <p:nvPr/>
        </p:nvSpPr>
        <p:spPr>
          <a:xfrm>
            <a:off x="373587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C7B635E8-454B-406B-894D-74FC9D12D42A}"/>
              </a:ext>
            </a:extLst>
          </p:cNvPr>
          <p:cNvSpPr>
            <a:spLocks noGrp="1"/>
          </p:cNvSpPr>
          <p:nvPr/>
        </p:nvSpPr>
        <p:spPr>
          <a:xfrm>
            <a:off x="3762693" y="2923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A925BFF4-0C13-40D8-823F-02C56372E869}"/>
              </a:ext>
            </a:extLst>
          </p:cNvPr>
          <p:cNvSpPr>
            <a:spLocks noGrp="1"/>
          </p:cNvSpPr>
          <p:nvPr/>
        </p:nvSpPr>
        <p:spPr>
          <a:xfrm>
            <a:off x="3662338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71E0EE38-8816-4378-BF05-49E4980BC70A}"/>
              </a:ext>
            </a:extLst>
          </p:cNvPr>
          <p:cNvSpPr>
            <a:spLocks noGrp="1"/>
          </p:cNvSpPr>
          <p:nvPr/>
        </p:nvSpPr>
        <p:spPr>
          <a:xfrm>
            <a:off x="382113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481FE01A-EEB7-4454-9391-F2CE33C29FDE}"/>
              </a:ext>
            </a:extLst>
          </p:cNvPr>
          <p:cNvSpPr>
            <a:spLocks noGrp="1"/>
          </p:cNvSpPr>
          <p:nvPr/>
        </p:nvSpPr>
        <p:spPr>
          <a:xfrm>
            <a:off x="37152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EAAEDD73-212D-4322-961F-8E3AF8238EEF}"/>
              </a:ext>
            </a:extLst>
          </p:cNvPr>
          <p:cNvSpPr>
            <a:spLocks noGrp="1"/>
          </p:cNvSpPr>
          <p:nvPr/>
        </p:nvSpPr>
        <p:spPr>
          <a:xfrm>
            <a:off x="37962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DA6A9ED8-CBF5-475C-9707-73F604925EF4}"/>
              </a:ext>
            </a:extLst>
          </p:cNvPr>
          <p:cNvSpPr>
            <a:spLocks noGrp="1"/>
          </p:cNvSpPr>
          <p:nvPr/>
        </p:nvSpPr>
        <p:spPr>
          <a:xfrm>
            <a:off x="3629480" y="28527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31D5AB97-D749-4945-847E-89E9F60CCB2E}"/>
              </a:ext>
            </a:extLst>
          </p:cNvPr>
          <p:cNvSpPr>
            <a:spLocks noGrp="1"/>
          </p:cNvSpPr>
          <p:nvPr/>
        </p:nvSpPr>
        <p:spPr>
          <a:xfrm>
            <a:off x="373940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11B02F39-63B5-4256-B3DF-9E61D0AEFBF7}"/>
              </a:ext>
            </a:extLst>
          </p:cNvPr>
          <p:cNvSpPr>
            <a:spLocks noGrp="1"/>
          </p:cNvSpPr>
          <p:nvPr/>
        </p:nvSpPr>
        <p:spPr>
          <a:xfrm>
            <a:off x="3737976" y="31002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EACF9465-5D10-4CCF-ABDE-0910846EA0F9}"/>
              </a:ext>
            </a:extLst>
          </p:cNvPr>
          <p:cNvSpPr>
            <a:spLocks noGrp="1"/>
          </p:cNvSpPr>
          <p:nvPr/>
        </p:nvSpPr>
        <p:spPr>
          <a:xfrm>
            <a:off x="1217015" y="1348740"/>
            <a:ext cx="191" cy="1992941"/>
          </a:xfrm>
          <a:custGeom>
            <a:avLst/>
            <a:gdLst/>
            <a:ahLst/>
            <a:cxnLst/>
            <a:rect l="0" t="0" r="0" b="0"/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DD13B02B-F17C-4EED-A266-0302098FCF66}"/>
              </a:ext>
            </a:extLst>
          </p:cNvPr>
          <p:cNvSpPr>
            <a:spLocks noGrp="1"/>
          </p:cNvSpPr>
          <p:nvPr/>
        </p:nvSpPr>
        <p:spPr>
          <a:xfrm>
            <a:off x="1217015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A591851C-B61B-4690-B7E6-F23E66FF7619}"/>
              </a:ext>
            </a:extLst>
          </p:cNvPr>
          <p:cNvSpPr>
            <a:spLocks noGrp="1"/>
          </p:cNvSpPr>
          <p:nvPr/>
        </p:nvSpPr>
        <p:spPr>
          <a:xfrm>
            <a:off x="742040" y="1037862"/>
            <a:ext cx="95699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8FA85D10-B0AD-4E65-9BF3-9F6E893BEE8B}"/>
              </a:ext>
            </a:extLst>
          </p:cNvPr>
          <p:cNvSpPr>
            <a:spLocks noGrp="1"/>
          </p:cNvSpPr>
          <p:nvPr/>
        </p:nvSpPr>
        <p:spPr>
          <a:xfrm>
            <a:off x="1217015" y="1060254"/>
            <a:ext cx="6153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EC11B8C1-6221-463E-A67F-FE21DA673371}"/>
              </a:ext>
            </a:extLst>
          </p:cNvPr>
          <p:cNvSpPr>
            <a:spLocks noGrp="1"/>
          </p:cNvSpPr>
          <p:nvPr/>
        </p:nvSpPr>
        <p:spPr>
          <a:xfrm>
            <a:off x="1595777" y="3215296"/>
            <a:ext cx="191" cy="61453"/>
          </a:xfrm>
          <a:custGeom>
            <a:avLst/>
            <a:gdLst/>
            <a:ahLst/>
            <a:cxnLst/>
            <a:rect l="0" t="0" r="0" b="0"/>
            <a:pathLst>
              <a:path w="191" h="61453">
                <a:moveTo>
                  <a:pt x="0" y="61453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15C86117-1A81-4DCC-B5A3-CE0A4A9694EC}"/>
              </a:ext>
            </a:extLst>
          </p:cNvPr>
          <p:cNvSpPr>
            <a:spLocks noGrp="1"/>
          </p:cNvSpPr>
          <p:nvPr/>
        </p:nvSpPr>
        <p:spPr>
          <a:xfrm>
            <a:off x="1530222" y="327674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5024ABEA-7C12-4349-B069-28A3153809C7}"/>
              </a:ext>
            </a:extLst>
          </p:cNvPr>
          <p:cNvSpPr>
            <a:spLocks noGrp="1"/>
          </p:cNvSpPr>
          <p:nvPr/>
        </p:nvSpPr>
        <p:spPr>
          <a:xfrm>
            <a:off x="1530222" y="321529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9C66F1CF-6D8D-4649-8EEB-8BAC60A625EB}"/>
              </a:ext>
            </a:extLst>
          </p:cNvPr>
          <p:cNvSpPr>
            <a:spLocks noGrp="1"/>
          </p:cNvSpPr>
          <p:nvPr/>
        </p:nvSpPr>
        <p:spPr>
          <a:xfrm>
            <a:off x="1945403" y="2368339"/>
            <a:ext cx="191" cy="155676"/>
          </a:xfrm>
          <a:custGeom>
            <a:avLst/>
            <a:gdLst/>
            <a:ahLst/>
            <a:cxnLst/>
            <a:rect l="0" t="0" r="0" b="0"/>
            <a:pathLst>
              <a:path w="191" h="155676">
                <a:moveTo>
                  <a:pt x="0" y="155676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D74F1455-C4A3-49E4-A92E-F82FEB8EBD93}"/>
              </a:ext>
            </a:extLst>
          </p:cNvPr>
          <p:cNvSpPr>
            <a:spLocks noGrp="1"/>
          </p:cNvSpPr>
          <p:nvPr/>
        </p:nvSpPr>
        <p:spPr>
          <a:xfrm>
            <a:off x="1879848" y="2524015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C80AB1C5-7890-4EBF-96F3-07C9D5FC0EB7}"/>
              </a:ext>
            </a:extLst>
          </p:cNvPr>
          <p:cNvSpPr>
            <a:spLocks noGrp="1"/>
          </p:cNvSpPr>
          <p:nvPr/>
        </p:nvSpPr>
        <p:spPr>
          <a:xfrm>
            <a:off x="1879848" y="236833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9D54A24E-47A2-455A-8618-B65C057761CA}"/>
              </a:ext>
            </a:extLst>
          </p:cNvPr>
          <p:cNvSpPr>
            <a:spLocks noGrp="1"/>
          </p:cNvSpPr>
          <p:nvPr/>
        </p:nvSpPr>
        <p:spPr>
          <a:xfrm>
            <a:off x="2295029" y="2169436"/>
            <a:ext cx="191" cy="148033"/>
          </a:xfrm>
          <a:custGeom>
            <a:avLst/>
            <a:gdLst/>
            <a:ahLst/>
            <a:cxnLst/>
            <a:rect l="0" t="0" r="0" b="0"/>
            <a:pathLst>
              <a:path w="191" h="148033">
                <a:moveTo>
                  <a:pt x="0" y="148033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EB71094C-6686-4D39-AAEA-C2F2848E9F57}"/>
              </a:ext>
            </a:extLst>
          </p:cNvPr>
          <p:cNvSpPr>
            <a:spLocks noGrp="1"/>
          </p:cNvSpPr>
          <p:nvPr/>
        </p:nvSpPr>
        <p:spPr>
          <a:xfrm>
            <a:off x="2229474" y="231746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467F294-976D-4E1E-8CBC-1C66ABAE54CE}"/>
              </a:ext>
            </a:extLst>
          </p:cNvPr>
          <p:cNvSpPr>
            <a:spLocks noGrp="1"/>
          </p:cNvSpPr>
          <p:nvPr/>
        </p:nvSpPr>
        <p:spPr>
          <a:xfrm>
            <a:off x="2229474" y="216943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C87DEBC7-30B3-493A-AA00-601AA7E97C18}"/>
              </a:ext>
            </a:extLst>
          </p:cNvPr>
          <p:cNvSpPr>
            <a:spLocks noGrp="1"/>
          </p:cNvSpPr>
          <p:nvPr/>
        </p:nvSpPr>
        <p:spPr>
          <a:xfrm>
            <a:off x="3052553" y="2770436"/>
            <a:ext cx="191" cy="178760"/>
          </a:xfrm>
          <a:custGeom>
            <a:avLst/>
            <a:gdLst/>
            <a:ahLst/>
            <a:cxnLst/>
            <a:rect l="0" t="0" r="0" b="0"/>
            <a:pathLst>
              <a:path w="191" h="178760">
                <a:moveTo>
                  <a:pt x="0" y="178760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B88773E6-8F1C-40F7-A8D2-E867806C49C6}"/>
              </a:ext>
            </a:extLst>
          </p:cNvPr>
          <p:cNvSpPr>
            <a:spLocks noGrp="1"/>
          </p:cNvSpPr>
          <p:nvPr/>
        </p:nvSpPr>
        <p:spPr>
          <a:xfrm>
            <a:off x="2986998" y="294919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DBEA3235-87F8-4E2F-8EA0-B6C12F8ED984}"/>
              </a:ext>
            </a:extLst>
          </p:cNvPr>
          <p:cNvSpPr>
            <a:spLocks noGrp="1"/>
          </p:cNvSpPr>
          <p:nvPr/>
        </p:nvSpPr>
        <p:spPr>
          <a:xfrm>
            <a:off x="2986998" y="277043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656933C2-8A69-498D-A7E7-F167BA76E318}"/>
              </a:ext>
            </a:extLst>
          </p:cNvPr>
          <p:cNvSpPr>
            <a:spLocks noGrp="1"/>
          </p:cNvSpPr>
          <p:nvPr/>
        </p:nvSpPr>
        <p:spPr>
          <a:xfrm>
            <a:off x="3402179" y="2234230"/>
            <a:ext cx="191" cy="182414"/>
          </a:xfrm>
          <a:custGeom>
            <a:avLst/>
            <a:gdLst/>
            <a:ahLst/>
            <a:cxnLst/>
            <a:rect l="0" t="0" r="0" b="0"/>
            <a:pathLst>
              <a:path w="191" h="182414">
                <a:moveTo>
                  <a:pt x="0" y="182414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29EDC9CC-8B50-4906-8F92-CDD7E4405907}"/>
              </a:ext>
            </a:extLst>
          </p:cNvPr>
          <p:cNvSpPr>
            <a:spLocks noGrp="1"/>
          </p:cNvSpPr>
          <p:nvPr/>
        </p:nvSpPr>
        <p:spPr>
          <a:xfrm>
            <a:off x="3336624" y="241664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97AEDA86-FB88-40F0-B722-98392C06487A}"/>
              </a:ext>
            </a:extLst>
          </p:cNvPr>
          <p:cNvSpPr>
            <a:spLocks noGrp="1"/>
          </p:cNvSpPr>
          <p:nvPr/>
        </p:nvSpPr>
        <p:spPr>
          <a:xfrm>
            <a:off x="3336624" y="2234230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8BC691FF-5A1E-479D-9D55-8B811EF07497}"/>
              </a:ext>
            </a:extLst>
          </p:cNvPr>
          <p:cNvSpPr>
            <a:spLocks noGrp="1"/>
          </p:cNvSpPr>
          <p:nvPr/>
        </p:nvSpPr>
        <p:spPr>
          <a:xfrm>
            <a:off x="3751805" y="2006834"/>
            <a:ext cx="191" cy="178538"/>
          </a:xfrm>
          <a:custGeom>
            <a:avLst/>
            <a:gdLst/>
            <a:ahLst/>
            <a:cxnLst/>
            <a:rect l="0" t="0" r="0" b="0"/>
            <a:pathLst>
              <a:path w="191" h="178538">
                <a:moveTo>
                  <a:pt x="0" y="178538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75A252B9-A06F-4B5B-B15E-EF8200A504B1}"/>
              </a:ext>
            </a:extLst>
          </p:cNvPr>
          <p:cNvSpPr>
            <a:spLocks noGrp="1"/>
          </p:cNvSpPr>
          <p:nvPr/>
        </p:nvSpPr>
        <p:spPr>
          <a:xfrm>
            <a:off x="3686250" y="218537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37F40DBD-8B06-49F0-9F8F-D2274B54DE22}"/>
              </a:ext>
            </a:extLst>
          </p:cNvPr>
          <p:cNvSpPr>
            <a:spLocks noGrp="1"/>
          </p:cNvSpPr>
          <p:nvPr/>
        </p:nvSpPr>
        <p:spPr>
          <a:xfrm>
            <a:off x="3686250" y="200683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B1605757-D2A9-4316-A1BC-290D8C58967E}"/>
              </a:ext>
            </a:extLst>
          </p:cNvPr>
          <p:cNvSpPr>
            <a:spLocks noGrp="1"/>
          </p:cNvSpPr>
          <p:nvPr/>
        </p:nvSpPr>
        <p:spPr>
          <a:xfrm>
            <a:off x="1471951" y="32479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EFB601B5-1794-4312-8349-70DB6063F5E4}"/>
              </a:ext>
            </a:extLst>
          </p:cNvPr>
          <p:cNvSpPr>
            <a:spLocks noGrp="1"/>
          </p:cNvSpPr>
          <p:nvPr/>
        </p:nvSpPr>
        <p:spPr>
          <a:xfrm>
            <a:off x="1821577" y="2445089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F1E85F3A-F5FF-40A6-B15D-D5042E6C5944}"/>
              </a:ext>
            </a:extLst>
          </p:cNvPr>
          <p:cNvSpPr>
            <a:spLocks noGrp="1"/>
          </p:cNvSpPr>
          <p:nvPr/>
        </p:nvSpPr>
        <p:spPr>
          <a:xfrm>
            <a:off x="2171203" y="22427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02A12DF5-6D7D-467C-9900-1B98F793E22C}"/>
              </a:ext>
            </a:extLst>
          </p:cNvPr>
          <p:cNvSpPr>
            <a:spLocks noGrp="1"/>
          </p:cNvSpPr>
          <p:nvPr/>
        </p:nvSpPr>
        <p:spPr>
          <a:xfrm>
            <a:off x="2928727" y="2861841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EEB94A7E-74DB-459E-A259-ED38B44C25AB}"/>
              </a:ext>
            </a:extLst>
          </p:cNvPr>
          <p:cNvSpPr>
            <a:spLocks noGrp="1"/>
          </p:cNvSpPr>
          <p:nvPr/>
        </p:nvSpPr>
        <p:spPr>
          <a:xfrm>
            <a:off x="3278353" y="2324749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4D479A29-EDC9-43C7-A1BB-D884D166515D}"/>
              </a:ext>
            </a:extLst>
          </p:cNvPr>
          <p:cNvSpPr>
            <a:spLocks noGrp="1"/>
          </p:cNvSpPr>
          <p:nvPr/>
        </p:nvSpPr>
        <p:spPr>
          <a:xfrm>
            <a:off x="3627979" y="20948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3D8C3D40-2E8C-4E1A-8E53-E7C398F6D65F}"/>
              </a:ext>
            </a:extLst>
          </p:cNvPr>
          <p:cNvSpPr>
            <a:spLocks noGrp="1"/>
          </p:cNvSpPr>
          <p:nvPr/>
        </p:nvSpPr>
        <p:spPr>
          <a:xfrm>
            <a:off x="5529072" y="1348740"/>
            <a:ext cx="2913552" cy="1992941"/>
          </a:xfrm>
          <a:custGeom>
            <a:avLst/>
            <a:gdLst/>
            <a:ahLst/>
            <a:cxnLst/>
            <a:rect l="0" t="0" r="0" b="0"/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B74F6B6F-B9F3-4D7D-A576-056C39EE9B7B}"/>
              </a:ext>
            </a:extLst>
          </p:cNvPr>
          <p:cNvSpPr>
            <a:spLocks noGrp="1"/>
          </p:cNvSpPr>
          <p:nvPr/>
        </p:nvSpPr>
        <p:spPr>
          <a:xfrm>
            <a:off x="6257460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86106FAF-9FFF-40DD-8BE8-33EE7150E7CF}"/>
              </a:ext>
            </a:extLst>
          </p:cNvPr>
          <p:cNvSpPr>
            <a:spLocks noGrp="1"/>
          </p:cNvSpPr>
          <p:nvPr/>
        </p:nvSpPr>
        <p:spPr>
          <a:xfrm>
            <a:off x="5893945" y="3477297"/>
            <a:ext cx="735825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BD093F49-6229-4628-AFFD-7E51AA79DBEC}"/>
              </a:ext>
            </a:extLst>
          </p:cNvPr>
          <p:cNvSpPr>
            <a:spLocks noGrp="1"/>
          </p:cNvSpPr>
          <p:nvPr/>
        </p:nvSpPr>
        <p:spPr>
          <a:xfrm>
            <a:off x="7714236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27D147B1-ED86-4492-94A6-C64AEF520F33}"/>
              </a:ext>
            </a:extLst>
          </p:cNvPr>
          <p:cNvSpPr>
            <a:spLocks noGrp="1"/>
          </p:cNvSpPr>
          <p:nvPr/>
        </p:nvSpPr>
        <p:spPr>
          <a:xfrm>
            <a:off x="7357035" y="3477297"/>
            <a:ext cx="7234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38" name="text_1137">
            <a:extLst>
              <a:ext uri="{FF2B5EF4-FFF2-40B4-BE49-F238E27FC236}">
                <a16:creationId xmlns:a16="http://schemas.microsoft.com/office/drawing/2014/main" id="{23E88C3F-C79F-4FB5-8E42-E8FF6A8B337C}"/>
              </a:ext>
            </a:extLst>
          </p:cNvPr>
          <p:cNvSpPr>
            <a:spLocks noGrp="1"/>
          </p:cNvSpPr>
          <p:nvPr/>
        </p:nvSpPr>
        <p:spPr>
          <a:xfrm>
            <a:off x="7477381" y="3596051"/>
            <a:ext cx="7427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71BB34D8-A6F0-40EC-8DDD-BE9F31DA3B0F}"/>
              </a:ext>
            </a:extLst>
          </p:cNvPr>
          <p:cNvSpPr>
            <a:spLocks noGrp="1"/>
          </p:cNvSpPr>
          <p:nvPr/>
        </p:nvSpPr>
        <p:spPr>
          <a:xfrm>
            <a:off x="7542701" y="3596051"/>
            <a:ext cx="7757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678DE683-C3EC-495E-8360-6B8A4ED58249}"/>
              </a:ext>
            </a:extLst>
          </p:cNvPr>
          <p:cNvSpPr>
            <a:spLocks noGrp="1"/>
          </p:cNvSpPr>
          <p:nvPr/>
        </p:nvSpPr>
        <p:spPr>
          <a:xfrm>
            <a:off x="7611354" y="3596051"/>
            <a:ext cx="8213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41" name="text_1140">
            <a:extLst>
              <a:ext uri="{FF2B5EF4-FFF2-40B4-BE49-F238E27FC236}">
                <a16:creationId xmlns:a16="http://schemas.microsoft.com/office/drawing/2014/main" id="{2D539492-DF4A-4598-A377-D91DEB5A63D6}"/>
              </a:ext>
            </a:extLst>
          </p:cNvPr>
          <p:cNvSpPr>
            <a:spLocks noGrp="1"/>
          </p:cNvSpPr>
          <p:nvPr/>
        </p:nvSpPr>
        <p:spPr>
          <a:xfrm>
            <a:off x="7684514" y="3596051"/>
            <a:ext cx="901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42" name="text_1141">
            <a:extLst>
              <a:ext uri="{FF2B5EF4-FFF2-40B4-BE49-F238E27FC236}">
                <a16:creationId xmlns:a16="http://schemas.microsoft.com/office/drawing/2014/main" id="{949E3918-0A37-42B6-B8BF-610059009067}"/>
              </a:ext>
            </a:extLst>
          </p:cNvPr>
          <p:cNvSpPr>
            <a:spLocks noGrp="1"/>
          </p:cNvSpPr>
          <p:nvPr/>
        </p:nvSpPr>
        <p:spPr>
          <a:xfrm>
            <a:off x="7765638" y="3596051"/>
            <a:ext cx="76306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43" name="text_1142">
            <a:extLst>
              <a:ext uri="{FF2B5EF4-FFF2-40B4-BE49-F238E27FC236}">
                <a16:creationId xmlns:a16="http://schemas.microsoft.com/office/drawing/2014/main" id="{84D84C81-E22D-4282-B511-FAD5F8059343}"/>
              </a:ext>
            </a:extLst>
          </p:cNvPr>
          <p:cNvSpPr>
            <a:spLocks noGrp="1"/>
          </p:cNvSpPr>
          <p:nvPr/>
        </p:nvSpPr>
        <p:spPr>
          <a:xfrm>
            <a:off x="7834090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4" name="text_1143">
            <a:extLst>
              <a:ext uri="{FF2B5EF4-FFF2-40B4-BE49-F238E27FC236}">
                <a16:creationId xmlns:a16="http://schemas.microsoft.com/office/drawing/2014/main" id="{A7152BE6-67BA-478D-9F61-D87BA9176680}"/>
              </a:ext>
            </a:extLst>
          </p:cNvPr>
          <p:cNvSpPr>
            <a:spLocks noGrp="1"/>
          </p:cNvSpPr>
          <p:nvPr/>
        </p:nvSpPr>
        <p:spPr>
          <a:xfrm>
            <a:off x="7878950" y="3643799"/>
            <a:ext cx="31139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6DD10D4C-0FE9-4DF2-8927-B020BF138587}"/>
              </a:ext>
            </a:extLst>
          </p:cNvPr>
          <p:cNvSpPr>
            <a:spLocks noGrp="1"/>
          </p:cNvSpPr>
          <p:nvPr/>
        </p:nvSpPr>
        <p:spPr>
          <a:xfrm>
            <a:off x="7901293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BD2266DD-9A53-4702-9A9C-B40A51B47557}"/>
              </a:ext>
            </a:extLst>
          </p:cNvPr>
          <p:cNvSpPr>
            <a:spLocks noGrp="1"/>
          </p:cNvSpPr>
          <p:nvPr/>
        </p:nvSpPr>
        <p:spPr>
          <a:xfrm>
            <a:off x="5529072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94B70034-1847-4037-BF70-4BF32E2CC072}"/>
              </a:ext>
            </a:extLst>
          </p:cNvPr>
          <p:cNvSpPr>
            <a:spLocks noGrp="1"/>
          </p:cNvSpPr>
          <p:nvPr/>
        </p:nvSpPr>
        <p:spPr>
          <a:xfrm>
            <a:off x="5485093" y="3341681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B1FD72C7-F0EE-4202-A452-07B35CB4185F}"/>
              </a:ext>
            </a:extLst>
          </p:cNvPr>
          <p:cNvSpPr>
            <a:spLocks noGrp="1"/>
          </p:cNvSpPr>
          <p:nvPr/>
        </p:nvSpPr>
        <p:spPr>
          <a:xfrm>
            <a:off x="5263170" y="3284694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01A57780-3477-4600-8397-C8CCEB686551}"/>
              </a:ext>
            </a:extLst>
          </p:cNvPr>
          <p:cNvSpPr>
            <a:spLocks noGrp="1"/>
          </p:cNvSpPr>
          <p:nvPr/>
        </p:nvSpPr>
        <p:spPr>
          <a:xfrm>
            <a:off x="5529072" y="2401614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52EA0DAB-A652-466B-A847-8BE55AF5620B}"/>
              </a:ext>
            </a:extLst>
          </p:cNvPr>
          <p:cNvSpPr>
            <a:spLocks noGrp="1"/>
          </p:cNvSpPr>
          <p:nvPr/>
        </p:nvSpPr>
        <p:spPr>
          <a:xfrm>
            <a:off x="5485093" y="2401614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F4FEDE38-C9BF-4C6C-8EED-01BF0F08B53C}"/>
              </a:ext>
            </a:extLst>
          </p:cNvPr>
          <p:cNvSpPr>
            <a:spLocks noGrp="1"/>
          </p:cNvSpPr>
          <p:nvPr/>
        </p:nvSpPr>
        <p:spPr>
          <a:xfrm>
            <a:off x="5263170" y="234462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52" name="data_1151">
            <a:extLst>
              <a:ext uri="{FF2B5EF4-FFF2-40B4-BE49-F238E27FC236}">
                <a16:creationId xmlns:a16="http://schemas.microsoft.com/office/drawing/2014/main" id="{1D669098-5A86-4B56-AC52-749B4F4E8783}"/>
              </a:ext>
            </a:extLst>
          </p:cNvPr>
          <p:cNvSpPr>
            <a:spLocks noGrp="1"/>
          </p:cNvSpPr>
          <p:nvPr/>
        </p:nvSpPr>
        <p:spPr>
          <a:xfrm>
            <a:off x="5529072" y="1461548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7240BA2C-B90C-4BAB-8100-D0E9AB1540DF}"/>
              </a:ext>
            </a:extLst>
          </p:cNvPr>
          <p:cNvSpPr>
            <a:spLocks noGrp="1"/>
          </p:cNvSpPr>
          <p:nvPr/>
        </p:nvSpPr>
        <p:spPr>
          <a:xfrm>
            <a:off x="5485093" y="1461548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54" name="text_1153">
            <a:extLst>
              <a:ext uri="{FF2B5EF4-FFF2-40B4-BE49-F238E27FC236}">
                <a16:creationId xmlns:a16="http://schemas.microsoft.com/office/drawing/2014/main" id="{658EAEEE-1911-4C49-9AB9-78DF9480EE6C}"/>
              </a:ext>
            </a:extLst>
          </p:cNvPr>
          <p:cNvSpPr>
            <a:spLocks noGrp="1"/>
          </p:cNvSpPr>
          <p:nvPr/>
        </p:nvSpPr>
        <p:spPr>
          <a:xfrm>
            <a:off x="5263170" y="1404561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5" name="text_1154">
            <a:extLst>
              <a:ext uri="{FF2B5EF4-FFF2-40B4-BE49-F238E27FC236}">
                <a16:creationId xmlns:a16="http://schemas.microsoft.com/office/drawing/2014/main" id="{D8CA5A39-C746-48E6-BB25-28643EE9DDBF}"/>
              </a:ext>
            </a:extLst>
          </p:cNvPr>
          <p:cNvSpPr>
            <a:spLocks noGrp="1"/>
          </p:cNvSpPr>
          <p:nvPr/>
        </p:nvSpPr>
        <p:spPr>
          <a:xfrm rot="-5400000">
            <a:off x="4996129" y="2261650"/>
            <a:ext cx="310416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B5C531A3-368D-48D1-80D5-9B8C4A19B135}"/>
              </a:ext>
            </a:extLst>
          </p:cNvPr>
          <p:cNvSpPr>
            <a:spLocks noGrp="1"/>
          </p:cNvSpPr>
          <p:nvPr/>
        </p:nvSpPr>
        <p:spPr>
          <a:xfrm>
            <a:off x="5758514" y="3205172"/>
            <a:ext cx="298639" cy="136509"/>
          </a:xfrm>
          <a:custGeom>
            <a:avLst/>
            <a:gdLst/>
            <a:ahLst/>
            <a:cxnLst/>
            <a:rect l="0" t="0" r="0" b="0"/>
            <a:pathLst>
              <a:path w="298639" h="136509">
                <a:moveTo>
                  <a:pt x="0" y="136509"/>
                </a:moveTo>
                <a:lnTo>
                  <a:pt x="298639" y="136509"/>
                </a:lnTo>
                <a:lnTo>
                  <a:pt x="298639" y="0"/>
                </a:lnTo>
                <a:lnTo>
                  <a:pt x="0" y="0"/>
                </a:lnTo>
                <a:lnTo>
                  <a:pt x="0" y="136509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2761AB44-91B9-4448-9E4F-702180C12635}"/>
              </a:ext>
            </a:extLst>
          </p:cNvPr>
          <p:cNvSpPr>
            <a:spLocks noGrp="1"/>
          </p:cNvSpPr>
          <p:nvPr/>
        </p:nvSpPr>
        <p:spPr>
          <a:xfrm>
            <a:off x="6108140" y="2436390"/>
            <a:ext cx="298639" cy="905291"/>
          </a:xfrm>
          <a:custGeom>
            <a:avLst/>
            <a:gdLst/>
            <a:ahLst/>
            <a:cxnLst/>
            <a:rect l="0" t="0" r="0" b="0"/>
            <a:pathLst>
              <a:path w="298639" h="905291">
                <a:moveTo>
                  <a:pt x="0" y="905291"/>
                </a:moveTo>
                <a:lnTo>
                  <a:pt x="298639" y="905291"/>
                </a:lnTo>
                <a:lnTo>
                  <a:pt x="298639" y="0"/>
                </a:lnTo>
                <a:lnTo>
                  <a:pt x="0" y="0"/>
                </a:lnTo>
                <a:lnTo>
                  <a:pt x="0" y="905291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7D48D98F-158C-4066-AFE6-01F6753C3CF4}"/>
              </a:ext>
            </a:extLst>
          </p:cNvPr>
          <p:cNvSpPr>
            <a:spLocks noGrp="1"/>
          </p:cNvSpPr>
          <p:nvPr/>
        </p:nvSpPr>
        <p:spPr>
          <a:xfrm>
            <a:off x="6457767" y="2258321"/>
            <a:ext cx="298639" cy="1083360"/>
          </a:xfrm>
          <a:custGeom>
            <a:avLst/>
            <a:gdLst/>
            <a:ahLst/>
            <a:cxnLst/>
            <a:rect l="0" t="0" r="0" b="0"/>
            <a:pathLst>
              <a:path w="298639" h="1083360">
                <a:moveTo>
                  <a:pt x="0" y="1083360"/>
                </a:moveTo>
                <a:lnTo>
                  <a:pt x="298639" y="1083360"/>
                </a:lnTo>
                <a:lnTo>
                  <a:pt x="298639" y="0"/>
                </a:lnTo>
                <a:lnTo>
                  <a:pt x="0" y="0"/>
                </a:lnTo>
                <a:lnTo>
                  <a:pt x="0" y="1083360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6F540CCD-F98F-4D03-856C-3A052F1641D8}"/>
              </a:ext>
            </a:extLst>
          </p:cNvPr>
          <p:cNvSpPr>
            <a:spLocks noGrp="1"/>
          </p:cNvSpPr>
          <p:nvPr/>
        </p:nvSpPr>
        <p:spPr>
          <a:xfrm>
            <a:off x="7215290" y="2472997"/>
            <a:ext cx="298639" cy="868684"/>
          </a:xfrm>
          <a:custGeom>
            <a:avLst/>
            <a:gdLst/>
            <a:ahLst/>
            <a:cxnLst/>
            <a:rect l="0" t="0" r="0" b="0"/>
            <a:pathLst>
              <a:path w="298639" h="868684">
                <a:moveTo>
                  <a:pt x="0" y="868684"/>
                </a:moveTo>
                <a:lnTo>
                  <a:pt x="298639" y="868684"/>
                </a:lnTo>
                <a:lnTo>
                  <a:pt x="298639" y="0"/>
                </a:lnTo>
                <a:lnTo>
                  <a:pt x="0" y="0"/>
                </a:lnTo>
                <a:lnTo>
                  <a:pt x="0" y="868684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DE2CEC48-29CF-4F9B-80D6-8A6F4763009E}"/>
              </a:ext>
            </a:extLst>
          </p:cNvPr>
          <p:cNvSpPr>
            <a:spLocks noGrp="1"/>
          </p:cNvSpPr>
          <p:nvPr/>
        </p:nvSpPr>
        <p:spPr>
          <a:xfrm>
            <a:off x="7564916" y="2265088"/>
            <a:ext cx="298639" cy="1076593"/>
          </a:xfrm>
          <a:custGeom>
            <a:avLst/>
            <a:gdLst/>
            <a:ahLst/>
            <a:cxnLst/>
            <a:rect l="0" t="0" r="0" b="0"/>
            <a:pathLst>
              <a:path w="298639" h="1076593">
                <a:moveTo>
                  <a:pt x="0" y="1076593"/>
                </a:moveTo>
                <a:lnTo>
                  <a:pt x="298639" y="1076593"/>
                </a:lnTo>
                <a:lnTo>
                  <a:pt x="298639" y="0"/>
                </a:lnTo>
                <a:lnTo>
                  <a:pt x="0" y="0"/>
                </a:lnTo>
                <a:lnTo>
                  <a:pt x="0" y="1076593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652F6581-0881-4B85-9064-DCEA49C34084}"/>
              </a:ext>
            </a:extLst>
          </p:cNvPr>
          <p:cNvSpPr>
            <a:spLocks noGrp="1"/>
          </p:cNvSpPr>
          <p:nvPr/>
        </p:nvSpPr>
        <p:spPr>
          <a:xfrm>
            <a:off x="7914543" y="2023438"/>
            <a:ext cx="298639" cy="1318243"/>
          </a:xfrm>
          <a:custGeom>
            <a:avLst/>
            <a:gdLst/>
            <a:ahLst/>
            <a:cxnLst/>
            <a:rect l="0" t="0" r="0" b="0"/>
            <a:pathLst>
              <a:path w="298639" h="1318243">
                <a:moveTo>
                  <a:pt x="0" y="1318243"/>
                </a:moveTo>
                <a:lnTo>
                  <a:pt x="298639" y="1318243"/>
                </a:lnTo>
                <a:lnTo>
                  <a:pt x="298639" y="0"/>
                </a:lnTo>
                <a:lnTo>
                  <a:pt x="0" y="0"/>
                </a:lnTo>
                <a:lnTo>
                  <a:pt x="0" y="131824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4C87C5A6-A97F-4C1D-8AF9-4A24C0412716}"/>
              </a:ext>
            </a:extLst>
          </p:cNvPr>
          <p:cNvSpPr>
            <a:spLocks noGrp="1"/>
          </p:cNvSpPr>
          <p:nvPr/>
        </p:nvSpPr>
        <p:spPr>
          <a:xfrm>
            <a:off x="5832252" y="331348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1258BD31-A7DB-4CC1-A7B9-8B284569E0AE}"/>
              </a:ext>
            </a:extLst>
          </p:cNvPr>
          <p:cNvSpPr>
            <a:spLocks noGrp="1"/>
          </p:cNvSpPr>
          <p:nvPr/>
        </p:nvSpPr>
        <p:spPr>
          <a:xfrm>
            <a:off x="5928402" y="32726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D685476E-FD41-400C-A088-D1200F8C9578}"/>
              </a:ext>
            </a:extLst>
          </p:cNvPr>
          <p:cNvSpPr>
            <a:spLocks noGrp="1"/>
          </p:cNvSpPr>
          <p:nvPr/>
        </p:nvSpPr>
        <p:spPr>
          <a:xfrm>
            <a:off x="57949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2C1B347C-D68B-4BBB-BE29-E8778CAAB77C}"/>
              </a:ext>
            </a:extLst>
          </p:cNvPr>
          <p:cNvSpPr>
            <a:spLocks noGrp="1"/>
          </p:cNvSpPr>
          <p:nvPr/>
        </p:nvSpPr>
        <p:spPr>
          <a:xfrm>
            <a:off x="5875950" y="32926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997B1C00-8AA0-4530-9B77-2E45E05273A8}"/>
              </a:ext>
            </a:extLst>
          </p:cNvPr>
          <p:cNvSpPr>
            <a:spLocks noGrp="1"/>
          </p:cNvSpPr>
          <p:nvPr/>
        </p:nvSpPr>
        <p:spPr>
          <a:xfrm>
            <a:off x="5813148" y="33140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CEA77F68-F2A1-4A03-8652-350ABACDFE41}"/>
              </a:ext>
            </a:extLst>
          </p:cNvPr>
          <p:cNvSpPr>
            <a:spLocks noGrp="1"/>
          </p:cNvSpPr>
          <p:nvPr/>
        </p:nvSpPr>
        <p:spPr>
          <a:xfrm>
            <a:off x="5956700" y="27027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CF431B58-6F1A-4310-99AF-B5E8C2F751B6}"/>
              </a:ext>
            </a:extLst>
          </p:cNvPr>
          <p:cNvSpPr>
            <a:spLocks noGrp="1"/>
          </p:cNvSpPr>
          <p:nvPr/>
        </p:nvSpPr>
        <p:spPr>
          <a:xfrm>
            <a:off x="5904301" y="308632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8A8D72AF-AF99-43E1-83CA-AA65751ACB64}"/>
              </a:ext>
            </a:extLst>
          </p:cNvPr>
          <p:cNvSpPr>
            <a:spLocks noGrp="1"/>
          </p:cNvSpPr>
          <p:nvPr/>
        </p:nvSpPr>
        <p:spPr>
          <a:xfrm>
            <a:off x="5879966" y="3313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DAC5BB33-FB57-44FA-AE70-029D7EE1EF28}"/>
              </a:ext>
            </a:extLst>
          </p:cNvPr>
          <p:cNvSpPr>
            <a:spLocks noGrp="1"/>
          </p:cNvSpPr>
          <p:nvPr/>
        </p:nvSpPr>
        <p:spPr>
          <a:xfrm>
            <a:off x="5806784" y="30036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F0166317-29F9-4F2E-83F4-E5F8C62A6A83}"/>
              </a:ext>
            </a:extLst>
          </p:cNvPr>
          <p:cNvSpPr>
            <a:spLocks noGrp="1"/>
          </p:cNvSpPr>
          <p:nvPr/>
        </p:nvSpPr>
        <p:spPr>
          <a:xfrm>
            <a:off x="5852607" y="330581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4BB5AAFE-DF8B-4523-BA0B-2690E7AF1B21}"/>
              </a:ext>
            </a:extLst>
          </p:cNvPr>
          <p:cNvSpPr>
            <a:spLocks noGrp="1"/>
          </p:cNvSpPr>
          <p:nvPr/>
        </p:nvSpPr>
        <p:spPr>
          <a:xfrm>
            <a:off x="5857272" y="29494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322CBF50-440A-4B12-B412-DF6CFDA461FF}"/>
              </a:ext>
            </a:extLst>
          </p:cNvPr>
          <p:cNvSpPr>
            <a:spLocks noGrp="1"/>
          </p:cNvSpPr>
          <p:nvPr/>
        </p:nvSpPr>
        <p:spPr>
          <a:xfrm>
            <a:off x="5887454" y="32300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F0C984F0-A518-4D91-9011-3DC289AA2A03}"/>
              </a:ext>
            </a:extLst>
          </p:cNvPr>
          <p:cNvSpPr>
            <a:spLocks noGrp="1"/>
          </p:cNvSpPr>
          <p:nvPr/>
        </p:nvSpPr>
        <p:spPr>
          <a:xfrm>
            <a:off x="5947107" y="32547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FF590221-F9F0-4B53-B3A2-518BCCD9C6A3}"/>
              </a:ext>
            </a:extLst>
          </p:cNvPr>
          <p:cNvSpPr>
            <a:spLocks noGrp="1"/>
          </p:cNvSpPr>
          <p:nvPr/>
        </p:nvSpPr>
        <p:spPr>
          <a:xfrm>
            <a:off x="589629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DEC79EA5-691C-467E-8D2A-DC235FA70864}"/>
              </a:ext>
            </a:extLst>
          </p:cNvPr>
          <p:cNvSpPr>
            <a:spLocks noGrp="1"/>
          </p:cNvSpPr>
          <p:nvPr/>
        </p:nvSpPr>
        <p:spPr>
          <a:xfrm>
            <a:off x="5974526" y="26958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BDD2DC64-6B4D-4919-AC76-E7B327C8CB09}"/>
              </a:ext>
            </a:extLst>
          </p:cNvPr>
          <p:cNvSpPr>
            <a:spLocks noGrp="1"/>
          </p:cNvSpPr>
          <p:nvPr/>
        </p:nvSpPr>
        <p:spPr>
          <a:xfrm>
            <a:off x="581502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42D2FE29-171F-4A08-BB5A-810C62269F4B}"/>
              </a:ext>
            </a:extLst>
          </p:cNvPr>
          <p:cNvSpPr>
            <a:spLocks noGrp="1"/>
          </p:cNvSpPr>
          <p:nvPr/>
        </p:nvSpPr>
        <p:spPr>
          <a:xfrm>
            <a:off x="5799472" y="327792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C9E08E6C-9D1D-4C0A-B203-D4B9CB789E3E}"/>
              </a:ext>
            </a:extLst>
          </p:cNvPr>
          <p:cNvSpPr>
            <a:spLocks noGrp="1"/>
          </p:cNvSpPr>
          <p:nvPr/>
        </p:nvSpPr>
        <p:spPr>
          <a:xfrm>
            <a:off x="5931370" y="30653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B39EF697-DC48-4158-BF5D-A34367BBA861}"/>
              </a:ext>
            </a:extLst>
          </p:cNvPr>
          <p:cNvSpPr>
            <a:spLocks noGrp="1"/>
          </p:cNvSpPr>
          <p:nvPr/>
        </p:nvSpPr>
        <p:spPr>
          <a:xfrm>
            <a:off x="5961701" y="28120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1F08F664-D379-40F7-BFD3-C761FD706F27}"/>
              </a:ext>
            </a:extLst>
          </p:cNvPr>
          <p:cNvSpPr>
            <a:spLocks noGrp="1"/>
          </p:cNvSpPr>
          <p:nvPr/>
        </p:nvSpPr>
        <p:spPr>
          <a:xfrm>
            <a:off x="59833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8D491B12-84DB-4A3A-B8FF-032E8520DAB2}"/>
              </a:ext>
            </a:extLst>
          </p:cNvPr>
          <p:cNvSpPr>
            <a:spLocks noGrp="1"/>
          </p:cNvSpPr>
          <p:nvPr/>
        </p:nvSpPr>
        <p:spPr>
          <a:xfrm>
            <a:off x="5969122" y="33227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7BFD8801-3920-4B96-BF22-64F02F3B4A54}"/>
              </a:ext>
            </a:extLst>
          </p:cNvPr>
          <p:cNvSpPr>
            <a:spLocks noGrp="1"/>
          </p:cNvSpPr>
          <p:nvPr/>
        </p:nvSpPr>
        <p:spPr>
          <a:xfrm>
            <a:off x="58915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4016E774-A1D5-4690-AF6C-2B7229D45A60}"/>
              </a:ext>
            </a:extLst>
          </p:cNvPr>
          <p:cNvSpPr>
            <a:spLocks noGrp="1"/>
          </p:cNvSpPr>
          <p:nvPr/>
        </p:nvSpPr>
        <p:spPr>
          <a:xfrm>
            <a:off x="5949995" y="3171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72EAE8A9-C6FA-461D-B767-02AB5D340A18}"/>
              </a:ext>
            </a:extLst>
          </p:cNvPr>
          <p:cNvSpPr>
            <a:spLocks noGrp="1"/>
          </p:cNvSpPr>
          <p:nvPr/>
        </p:nvSpPr>
        <p:spPr>
          <a:xfrm>
            <a:off x="5784150" y="21856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624E6B29-86EE-4DD2-AA57-8824D1CB9C73}"/>
              </a:ext>
            </a:extLst>
          </p:cNvPr>
          <p:cNvSpPr>
            <a:spLocks noGrp="1"/>
          </p:cNvSpPr>
          <p:nvPr/>
        </p:nvSpPr>
        <p:spPr>
          <a:xfrm>
            <a:off x="578152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F78C7F77-80D4-4F0B-A95F-37DC4F041AC3}"/>
              </a:ext>
            </a:extLst>
          </p:cNvPr>
          <p:cNvSpPr>
            <a:spLocks noGrp="1"/>
          </p:cNvSpPr>
          <p:nvPr/>
        </p:nvSpPr>
        <p:spPr>
          <a:xfrm>
            <a:off x="5940915" y="33092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A2FCE264-5070-4D8A-A710-FE7ED2451634}"/>
              </a:ext>
            </a:extLst>
          </p:cNvPr>
          <p:cNvSpPr>
            <a:spLocks noGrp="1"/>
          </p:cNvSpPr>
          <p:nvPr/>
        </p:nvSpPr>
        <p:spPr>
          <a:xfrm>
            <a:off x="596229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C8858437-4F05-4539-A194-245824256B0D}"/>
              </a:ext>
            </a:extLst>
          </p:cNvPr>
          <p:cNvSpPr>
            <a:spLocks noGrp="1"/>
          </p:cNvSpPr>
          <p:nvPr/>
        </p:nvSpPr>
        <p:spPr>
          <a:xfrm>
            <a:off x="5940822" y="217490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1E9137C0-CB4F-40B4-9D0E-ED3E7BFC9351}"/>
              </a:ext>
            </a:extLst>
          </p:cNvPr>
          <p:cNvSpPr>
            <a:spLocks noGrp="1"/>
          </p:cNvSpPr>
          <p:nvPr/>
        </p:nvSpPr>
        <p:spPr>
          <a:xfrm>
            <a:off x="59106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D4B3ED82-6FA8-430C-907C-2F02199498CF}"/>
              </a:ext>
            </a:extLst>
          </p:cNvPr>
          <p:cNvSpPr>
            <a:spLocks noGrp="1"/>
          </p:cNvSpPr>
          <p:nvPr/>
        </p:nvSpPr>
        <p:spPr>
          <a:xfrm>
            <a:off x="5829061" y="321250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E4E73A1A-CDE2-4902-B1D3-CCCBD205E227}"/>
              </a:ext>
            </a:extLst>
          </p:cNvPr>
          <p:cNvSpPr>
            <a:spLocks noGrp="1"/>
          </p:cNvSpPr>
          <p:nvPr/>
        </p:nvSpPr>
        <p:spPr>
          <a:xfrm>
            <a:off x="5958981" y="31760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E8DD08F8-7A97-47C2-B333-25B1970E0744}"/>
              </a:ext>
            </a:extLst>
          </p:cNvPr>
          <p:cNvSpPr>
            <a:spLocks noGrp="1"/>
          </p:cNvSpPr>
          <p:nvPr/>
        </p:nvSpPr>
        <p:spPr>
          <a:xfrm>
            <a:off x="5911014" y="30445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F252C80B-6D3C-4601-AD2B-5CC04F115CF0}"/>
              </a:ext>
            </a:extLst>
          </p:cNvPr>
          <p:cNvSpPr>
            <a:spLocks noGrp="1"/>
          </p:cNvSpPr>
          <p:nvPr/>
        </p:nvSpPr>
        <p:spPr>
          <a:xfrm>
            <a:off x="5824780" y="21734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6B70A182-EB4E-4BC4-BF8B-8471C9997E58}"/>
              </a:ext>
            </a:extLst>
          </p:cNvPr>
          <p:cNvSpPr>
            <a:spLocks noGrp="1"/>
          </p:cNvSpPr>
          <p:nvPr/>
        </p:nvSpPr>
        <p:spPr>
          <a:xfrm>
            <a:off x="5934402" y="33157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2F59948C-2F53-45FC-9958-3CA707D562E7}"/>
              </a:ext>
            </a:extLst>
          </p:cNvPr>
          <p:cNvSpPr>
            <a:spLocks noGrp="1"/>
          </p:cNvSpPr>
          <p:nvPr/>
        </p:nvSpPr>
        <p:spPr>
          <a:xfrm>
            <a:off x="5847019" y="33210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5A81A955-51C7-420F-92B5-C2B128C78390}"/>
              </a:ext>
            </a:extLst>
          </p:cNvPr>
          <p:cNvSpPr>
            <a:spLocks noGrp="1"/>
          </p:cNvSpPr>
          <p:nvPr/>
        </p:nvSpPr>
        <p:spPr>
          <a:xfrm>
            <a:off x="579882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1396419D-F758-4F92-8C4D-698994A48BB4}"/>
              </a:ext>
            </a:extLst>
          </p:cNvPr>
          <p:cNvSpPr>
            <a:spLocks noGrp="1"/>
          </p:cNvSpPr>
          <p:nvPr/>
        </p:nvSpPr>
        <p:spPr>
          <a:xfrm>
            <a:off x="5947772" y="33200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34F9EC17-1392-46BD-ABE3-ECC6E98C45CA}"/>
              </a:ext>
            </a:extLst>
          </p:cNvPr>
          <p:cNvSpPr>
            <a:spLocks noGrp="1"/>
          </p:cNvSpPr>
          <p:nvPr/>
        </p:nvSpPr>
        <p:spPr>
          <a:xfrm>
            <a:off x="5884495" y="330299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82C83974-4A4F-41B4-A619-7897E8E60040}"/>
              </a:ext>
            </a:extLst>
          </p:cNvPr>
          <p:cNvSpPr>
            <a:spLocks noGrp="1"/>
          </p:cNvSpPr>
          <p:nvPr/>
        </p:nvSpPr>
        <p:spPr>
          <a:xfrm>
            <a:off x="58453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40A50CD2-0C95-46EE-807E-54E0FC404B26}"/>
              </a:ext>
            </a:extLst>
          </p:cNvPr>
          <p:cNvSpPr>
            <a:spLocks noGrp="1"/>
          </p:cNvSpPr>
          <p:nvPr/>
        </p:nvSpPr>
        <p:spPr>
          <a:xfrm>
            <a:off x="5793177" y="33200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34690F1D-F8E0-4413-BF07-6191FADD08DE}"/>
              </a:ext>
            </a:extLst>
          </p:cNvPr>
          <p:cNvSpPr>
            <a:spLocks noGrp="1"/>
          </p:cNvSpPr>
          <p:nvPr/>
        </p:nvSpPr>
        <p:spPr>
          <a:xfrm>
            <a:off x="5975987" y="33210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901D39AE-0E17-45D2-BE81-918E14FE144B}"/>
              </a:ext>
            </a:extLst>
          </p:cNvPr>
          <p:cNvSpPr>
            <a:spLocks noGrp="1"/>
          </p:cNvSpPr>
          <p:nvPr/>
        </p:nvSpPr>
        <p:spPr>
          <a:xfrm>
            <a:off x="5848512" y="3275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557AF0C2-59F1-492B-88C5-C3B5A781809A}"/>
              </a:ext>
            </a:extLst>
          </p:cNvPr>
          <p:cNvSpPr>
            <a:spLocks noGrp="1"/>
          </p:cNvSpPr>
          <p:nvPr/>
        </p:nvSpPr>
        <p:spPr>
          <a:xfrm>
            <a:off x="5948461" y="32442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EFA20683-015C-4BF8-82BD-23A4FB0FA4FB}"/>
              </a:ext>
            </a:extLst>
          </p:cNvPr>
          <p:cNvSpPr>
            <a:spLocks noGrp="1"/>
          </p:cNvSpPr>
          <p:nvPr/>
        </p:nvSpPr>
        <p:spPr>
          <a:xfrm>
            <a:off x="5889572" y="330694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615EA044-AF1B-497D-89CE-9501A4099EDD}"/>
              </a:ext>
            </a:extLst>
          </p:cNvPr>
          <p:cNvSpPr>
            <a:spLocks noGrp="1"/>
          </p:cNvSpPr>
          <p:nvPr/>
        </p:nvSpPr>
        <p:spPr>
          <a:xfrm>
            <a:off x="5783681" y="24276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5890D5F0-C546-4F50-8EE6-48756BFC5242}"/>
              </a:ext>
            </a:extLst>
          </p:cNvPr>
          <p:cNvSpPr>
            <a:spLocks noGrp="1"/>
          </p:cNvSpPr>
          <p:nvPr/>
        </p:nvSpPr>
        <p:spPr>
          <a:xfrm>
            <a:off x="58309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AE322031-8A0C-46A6-AEA9-9B77FC957263}"/>
              </a:ext>
            </a:extLst>
          </p:cNvPr>
          <p:cNvSpPr>
            <a:spLocks noGrp="1"/>
          </p:cNvSpPr>
          <p:nvPr/>
        </p:nvSpPr>
        <p:spPr>
          <a:xfrm>
            <a:off x="5795023" y="32650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1D8DBCA1-CE92-4FE0-A697-5F41877855D3}"/>
              </a:ext>
            </a:extLst>
          </p:cNvPr>
          <p:cNvSpPr>
            <a:spLocks noGrp="1"/>
          </p:cNvSpPr>
          <p:nvPr/>
        </p:nvSpPr>
        <p:spPr>
          <a:xfrm>
            <a:off x="5868944" y="32991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F3BD017D-0F86-48F5-A21A-701ABC0C871A}"/>
              </a:ext>
            </a:extLst>
          </p:cNvPr>
          <p:cNvSpPr>
            <a:spLocks noGrp="1"/>
          </p:cNvSpPr>
          <p:nvPr/>
        </p:nvSpPr>
        <p:spPr>
          <a:xfrm>
            <a:off x="5934721" y="32219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462D342A-5FE8-44E4-8339-BCE28D7D2878}"/>
              </a:ext>
            </a:extLst>
          </p:cNvPr>
          <p:cNvSpPr>
            <a:spLocks noGrp="1"/>
          </p:cNvSpPr>
          <p:nvPr/>
        </p:nvSpPr>
        <p:spPr>
          <a:xfrm>
            <a:off x="59944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AA9DDD88-F10F-4E93-8E73-E7143B81BB29}"/>
              </a:ext>
            </a:extLst>
          </p:cNvPr>
          <p:cNvSpPr>
            <a:spLocks noGrp="1"/>
          </p:cNvSpPr>
          <p:nvPr/>
        </p:nvSpPr>
        <p:spPr>
          <a:xfrm>
            <a:off x="5881491" y="3309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A58200F2-35D0-404D-AB7C-2F6CEEDBBAA6}"/>
              </a:ext>
            </a:extLst>
          </p:cNvPr>
          <p:cNvSpPr>
            <a:spLocks noGrp="1"/>
          </p:cNvSpPr>
          <p:nvPr/>
        </p:nvSpPr>
        <p:spPr>
          <a:xfrm>
            <a:off x="5835783" y="32815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D1DAF245-53F4-4782-857F-D7FFFFD9E703}"/>
              </a:ext>
            </a:extLst>
          </p:cNvPr>
          <p:cNvSpPr>
            <a:spLocks noGrp="1"/>
          </p:cNvSpPr>
          <p:nvPr/>
        </p:nvSpPr>
        <p:spPr>
          <a:xfrm>
            <a:off x="5855509" y="331229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9EF3C3E4-4FFE-4C8F-B0E3-89E228AA6D57}"/>
              </a:ext>
            </a:extLst>
          </p:cNvPr>
          <p:cNvSpPr>
            <a:spLocks noGrp="1"/>
          </p:cNvSpPr>
          <p:nvPr/>
        </p:nvSpPr>
        <p:spPr>
          <a:xfrm>
            <a:off x="5815676" y="32988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6E7F627F-738A-4CD4-81CF-6EBF381F6092}"/>
              </a:ext>
            </a:extLst>
          </p:cNvPr>
          <p:cNvSpPr>
            <a:spLocks noGrp="1"/>
          </p:cNvSpPr>
          <p:nvPr/>
        </p:nvSpPr>
        <p:spPr>
          <a:xfrm>
            <a:off x="5811443" y="30327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11429D19-66F0-46B5-A0F0-C862C861B2FF}"/>
              </a:ext>
            </a:extLst>
          </p:cNvPr>
          <p:cNvSpPr>
            <a:spLocks noGrp="1"/>
          </p:cNvSpPr>
          <p:nvPr/>
        </p:nvSpPr>
        <p:spPr>
          <a:xfrm>
            <a:off x="5940760" y="32861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AD1D95E9-9591-49F7-B3F9-1167FE28EC2F}"/>
              </a:ext>
            </a:extLst>
          </p:cNvPr>
          <p:cNvSpPr>
            <a:spLocks noGrp="1"/>
          </p:cNvSpPr>
          <p:nvPr/>
        </p:nvSpPr>
        <p:spPr>
          <a:xfrm>
            <a:off x="5984585" y="32842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6E0C9343-658E-4875-8AF3-C86255D4FE6C}"/>
              </a:ext>
            </a:extLst>
          </p:cNvPr>
          <p:cNvSpPr>
            <a:spLocks noGrp="1"/>
          </p:cNvSpPr>
          <p:nvPr/>
        </p:nvSpPr>
        <p:spPr>
          <a:xfrm>
            <a:off x="5911289" y="32333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0B7DE49F-26B3-4053-A404-CDB328AD002A}"/>
              </a:ext>
            </a:extLst>
          </p:cNvPr>
          <p:cNvSpPr>
            <a:spLocks noGrp="1"/>
          </p:cNvSpPr>
          <p:nvPr/>
        </p:nvSpPr>
        <p:spPr>
          <a:xfrm>
            <a:off x="5829231" y="31989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65ABECDD-D707-41EE-A04D-926EF26718DC}"/>
              </a:ext>
            </a:extLst>
          </p:cNvPr>
          <p:cNvSpPr>
            <a:spLocks noGrp="1"/>
          </p:cNvSpPr>
          <p:nvPr/>
        </p:nvSpPr>
        <p:spPr>
          <a:xfrm>
            <a:off x="5864602" y="33010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23FF32A6-E409-4FA7-B9CD-6BE7ADEE9594}"/>
              </a:ext>
            </a:extLst>
          </p:cNvPr>
          <p:cNvSpPr>
            <a:spLocks noGrp="1"/>
          </p:cNvSpPr>
          <p:nvPr/>
        </p:nvSpPr>
        <p:spPr>
          <a:xfrm>
            <a:off x="5903064" y="31542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0F41CE97-4CA3-416E-8CA3-734D7DB3891C}"/>
              </a:ext>
            </a:extLst>
          </p:cNvPr>
          <p:cNvSpPr>
            <a:spLocks noGrp="1"/>
          </p:cNvSpPr>
          <p:nvPr/>
        </p:nvSpPr>
        <p:spPr>
          <a:xfrm>
            <a:off x="599300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7C51BFE5-7222-4E9A-89BC-F26E218BCC39}"/>
              </a:ext>
            </a:extLst>
          </p:cNvPr>
          <p:cNvSpPr>
            <a:spLocks noGrp="1"/>
          </p:cNvSpPr>
          <p:nvPr/>
        </p:nvSpPr>
        <p:spPr>
          <a:xfrm>
            <a:off x="5800803" y="33079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A00F0C12-4AA7-4ECC-A02E-752AB8E96EC6}"/>
              </a:ext>
            </a:extLst>
          </p:cNvPr>
          <p:cNvSpPr>
            <a:spLocks noGrp="1"/>
          </p:cNvSpPr>
          <p:nvPr/>
        </p:nvSpPr>
        <p:spPr>
          <a:xfrm>
            <a:off x="5842498" y="29928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9088E2F9-B540-42BA-86F9-D7BC12C2E149}"/>
              </a:ext>
            </a:extLst>
          </p:cNvPr>
          <p:cNvSpPr>
            <a:spLocks noGrp="1"/>
          </p:cNvSpPr>
          <p:nvPr/>
        </p:nvSpPr>
        <p:spPr>
          <a:xfrm>
            <a:off x="5831507" y="326057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C9F67357-AB7E-4F2C-BE57-1CB60960B84A}"/>
              </a:ext>
            </a:extLst>
          </p:cNvPr>
          <p:cNvSpPr>
            <a:spLocks noGrp="1"/>
          </p:cNvSpPr>
          <p:nvPr/>
        </p:nvSpPr>
        <p:spPr>
          <a:xfrm>
            <a:off x="5956764" y="28608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4D860DE3-EE76-4068-90CC-D448413D18F2}"/>
              </a:ext>
            </a:extLst>
          </p:cNvPr>
          <p:cNvSpPr>
            <a:spLocks noGrp="1"/>
          </p:cNvSpPr>
          <p:nvPr/>
        </p:nvSpPr>
        <p:spPr>
          <a:xfrm>
            <a:off x="5829063" y="33168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8468F6F9-5577-49CF-AA1E-C2EBA8A07E77}"/>
              </a:ext>
            </a:extLst>
          </p:cNvPr>
          <p:cNvSpPr>
            <a:spLocks noGrp="1"/>
          </p:cNvSpPr>
          <p:nvPr/>
        </p:nvSpPr>
        <p:spPr>
          <a:xfrm>
            <a:off x="5791353" y="31538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3206BBCB-3D11-4BA0-A55C-EDFB985BC258}"/>
              </a:ext>
            </a:extLst>
          </p:cNvPr>
          <p:cNvSpPr>
            <a:spLocks noGrp="1"/>
          </p:cNvSpPr>
          <p:nvPr/>
        </p:nvSpPr>
        <p:spPr>
          <a:xfrm>
            <a:off x="5889822" y="33133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F0C05644-DA8B-4D94-8D8A-298A963B654D}"/>
              </a:ext>
            </a:extLst>
          </p:cNvPr>
          <p:cNvSpPr>
            <a:spLocks noGrp="1"/>
          </p:cNvSpPr>
          <p:nvPr/>
        </p:nvSpPr>
        <p:spPr>
          <a:xfrm>
            <a:off x="5933394" y="32768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73EB9E3F-5BF4-4CB5-9A1B-3751C00668BB}"/>
              </a:ext>
            </a:extLst>
          </p:cNvPr>
          <p:cNvSpPr>
            <a:spLocks noGrp="1"/>
          </p:cNvSpPr>
          <p:nvPr/>
        </p:nvSpPr>
        <p:spPr>
          <a:xfrm>
            <a:off x="5996048" y="3013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F2A3E923-ED97-4793-9F36-C1FCE9E9291D}"/>
              </a:ext>
            </a:extLst>
          </p:cNvPr>
          <p:cNvSpPr>
            <a:spLocks noGrp="1"/>
          </p:cNvSpPr>
          <p:nvPr/>
        </p:nvSpPr>
        <p:spPr>
          <a:xfrm>
            <a:off x="5997113" y="33170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B9F67B22-878F-4E09-9DDA-EE2F92E90DF1}"/>
              </a:ext>
            </a:extLst>
          </p:cNvPr>
          <p:cNvSpPr>
            <a:spLocks noGrp="1"/>
          </p:cNvSpPr>
          <p:nvPr/>
        </p:nvSpPr>
        <p:spPr>
          <a:xfrm>
            <a:off x="5997512" y="30666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8158339E-4B5F-405B-AC95-A131818F0075}"/>
              </a:ext>
            </a:extLst>
          </p:cNvPr>
          <p:cNvSpPr>
            <a:spLocks noGrp="1"/>
          </p:cNvSpPr>
          <p:nvPr/>
        </p:nvSpPr>
        <p:spPr>
          <a:xfrm>
            <a:off x="5989136" y="318993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957E0E9F-1592-48A6-8153-421475D6D5D1}"/>
              </a:ext>
            </a:extLst>
          </p:cNvPr>
          <p:cNvSpPr>
            <a:spLocks noGrp="1"/>
          </p:cNvSpPr>
          <p:nvPr/>
        </p:nvSpPr>
        <p:spPr>
          <a:xfrm>
            <a:off x="5863450" y="330158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860D6D81-DC7A-4660-A8F9-D4332DEA9058}"/>
              </a:ext>
            </a:extLst>
          </p:cNvPr>
          <p:cNvSpPr>
            <a:spLocks noGrp="1"/>
          </p:cNvSpPr>
          <p:nvPr/>
        </p:nvSpPr>
        <p:spPr>
          <a:xfrm>
            <a:off x="5982339" y="32759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C74CFBAD-6556-4098-8333-42385EA8363D}"/>
              </a:ext>
            </a:extLst>
          </p:cNvPr>
          <p:cNvSpPr>
            <a:spLocks noGrp="1"/>
          </p:cNvSpPr>
          <p:nvPr/>
        </p:nvSpPr>
        <p:spPr>
          <a:xfrm>
            <a:off x="5854551" y="3263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6EA78E22-0B19-448A-8EE4-D2CB5203C713}"/>
              </a:ext>
            </a:extLst>
          </p:cNvPr>
          <p:cNvSpPr>
            <a:spLocks noGrp="1"/>
          </p:cNvSpPr>
          <p:nvPr/>
        </p:nvSpPr>
        <p:spPr>
          <a:xfrm>
            <a:off x="5928447" y="33193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A75F67A3-686C-4530-B55B-0390CF219E9E}"/>
              </a:ext>
            </a:extLst>
          </p:cNvPr>
          <p:cNvSpPr>
            <a:spLocks noGrp="1"/>
          </p:cNvSpPr>
          <p:nvPr/>
        </p:nvSpPr>
        <p:spPr>
          <a:xfrm>
            <a:off x="5798364" y="32577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210FF535-FFDC-4FED-BCA6-76E66AED1CF9}"/>
              </a:ext>
            </a:extLst>
          </p:cNvPr>
          <p:cNvSpPr>
            <a:spLocks noGrp="1"/>
          </p:cNvSpPr>
          <p:nvPr/>
        </p:nvSpPr>
        <p:spPr>
          <a:xfrm>
            <a:off x="5895371" y="3224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0C7FC2FC-F8FC-4886-BB1A-9F31ACBCE2B0}"/>
              </a:ext>
            </a:extLst>
          </p:cNvPr>
          <p:cNvSpPr>
            <a:spLocks noGrp="1"/>
          </p:cNvSpPr>
          <p:nvPr/>
        </p:nvSpPr>
        <p:spPr>
          <a:xfrm>
            <a:off x="5997018" y="329584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EC356E26-B134-4329-862F-7AD40AEF9BEA}"/>
              </a:ext>
            </a:extLst>
          </p:cNvPr>
          <p:cNvSpPr>
            <a:spLocks noGrp="1"/>
          </p:cNvSpPr>
          <p:nvPr/>
        </p:nvSpPr>
        <p:spPr>
          <a:xfrm>
            <a:off x="58281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2E7E0A08-C5C9-472E-9E65-0C847FCAE8BC}"/>
              </a:ext>
            </a:extLst>
          </p:cNvPr>
          <p:cNvSpPr>
            <a:spLocks noGrp="1"/>
          </p:cNvSpPr>
          <p:nvPr/>
        </p:nvSpPr>
        <p:spPr>
          <a:xfrm>
            <a:off x="5792995" y="33197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1BDB39E4-97E1-4CF7-B689-A8301E7B9C11}"/>
              </a:ext>
            </a:extLst>
          </p:cNvPr>
          <p:cNvSpPr>
            <a:spLocks noGrp="1"/>
          </p:cNvSpPr>
          <p:nvPr/>
        </p:nvSpPr>
        <p:spPr>
          <a:xfrm>
            <a:off x="5913283" y="25431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7751FE07-1DA2-47C6-B47E-27AE06D624DB}"/>
              </a:ext>
            </a:extLst>
          </p:cNvPr>
          <p:cNvSpPr>
            <a:spLocks noGrp="1"/>
          </p:cNvSpPr>
          <p:nvPr/>
        </p:nvSpPr>
        <p:spPr>
          <a:xfrm>
            <a:off x="5963126" y="33164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AF3DFF35-2F23-49FE-A48F-2FEF0C420B74}"/>
              </a:ext>
            </a:extLst>
          </p:cNvPr>
          <p:cNvSpPr>
            <a:spLocks noGrp="1"/>
          </p:cNvSpPr>
          <p:nvPr/>
        </p:nvSpPr>
        <p:spPr>
          <a:xfrm>
            <a:off x="5858722" y="32874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A24BB2DA-F306-4592-9D5A-18DDBC922640}"/>
              </a:ext>
            </a:extLst>
          </p:cNvPr>
          <p:cNvSpPr>
            <a:spLocks noGrp="1"/>
          </p:cNvSpPr>
          <p:nvPr/>
        </p:nvSpPr>
        <p:spPr>
          <a:xfrm>
            <a:off x="5808209" y="328204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13B544BF-F2D7-4530-A3EA-061180A9CC96}"/>
              </a:ext>
            </a:extLst>
          </p:cNvPr>
          <p:cNvSpPr>
            <a:spLocks noGrp="1"/>
          </p:cNvSpPr>
          <p:nvPr/>
        </p:nvSpPr>
        <p:spPr>
          <a:xfrm>
            <a:off x="59143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741CA375-B3F3-4177-8713-EF9DD73EA285}"/>
              </a:ext>
            </a:extLst>
          </p:cNvPr>
          <p:cNvSpPr>
            <a:spLocks noGrp="1"/>
          </p:cNvSpPr>
          <p:nvPr/>
        </p:nvSpPr>
        <p:spPr>
          <a:xfrm>
            <a:off x="59632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27A778BB-3C1D-4541-9C6B-BC19C45DCF98}"/>
              </a:ext>
            </a:extLst>
          </p:cNvPr>
          <p:cNvSpPr>
            <a:spLocks noGrp="1"/>
          </p:cNvSpPr>
          <p:nvPr/>
        </p:nvSpPr>
        <p:spPr>
          <a:xfrm>
            <a:off x="5995432" y="328463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480647F1-BBCC-4983-A3C7-16077AFFBE64}"/>
              </a:ext>
            </a:extLst>
          </p:cNvPr>
          <p:cNvSpPr>
            <a:spLocks noGrp="1"/>
          </p:cNvSpPr>
          <p:nvPr/>
        </p:nvSpPr>
        <p:spPr>
          <a:xfrm>
            <a:off x="5980813" y="32649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9388A05F-910B-4D5A-8C3C-63E029D999F2}"/>
              </a:ext>
            </a:extLst>
          </p:cNvPr>
          <p:cNvSpPr>
            <a:spLocks noGrp="1"/>
          </p:cNvSpPr>
          <p:nvPr/>
        </p:nvSpPr>
        <p:spPr>
          <a:xfrm>
            <a:off x="5910869" y="3307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B55076FC-BA63-4365-8BF2-059FB4D294FB}"/>
              </a:ext>
            </a:extLst>
          </p:cNvPr>
          <p:cNvSpPr>
            <a:spLocks noGrp="1"/>
          </p:cNvSpPr>
          <p:nvPr/>
        </p:nvSpPr>
        <p:spPr>
          <a:xfrm>
            <a:off x="5837890" y="3313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7D7C5688-5659-4623-8EDC-FD8E25BF5CC7}"/>
              </a:ext>
            </a:extLst>
          </p:cNvPr>
          <p:cNvSpPr>
            <a:spLocks noGrp="1"/>
          </p:cNvSpPr>
          <p:nvPr/>
        </p:nvSpPr>
        <p:spPr>
          <a:xfrm>
            <a:off x="5856842" y="32231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33EBDC4D-6C77-4D73-B311-FB2908741332}"/>
              </a:ext>
            </a:extLst>
          </p:cNvPr>
          <p:cNvSpPr>
            <a:spLocks noGrp="1"/>
          </p:cNvSpPr>
          <p:nvPr/>
        </p:nvSpPr>
        <p:spPr>
          <a:xfrm>
            <a:off x="6213421" y="190675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C21C6225-31A6-4FC6-8E02-626856495264}"/>
              </a:ext>
            </a:extLst>
          </p:cNvPr>
          <p:cNvSpPr>
            <a:spLocks noGrp="1"/>
          </p:cNvSpPr>
          <p:nvPr/>
        </p:nvSpPr>
        <p:spPr>
          <a:xfrm>
            <a:off x="6348798" y="20907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E1DB3DA1-EB3B-4A30-B90F-DB377853887E}"/>
              </a:ext>
            </a:extLst>
          </p:cNvPr>
          <p:cNvSpPr>
            <a:spLocks noGrp="1"/>
          </p:cNvSpPr>
          <p:nvPr/>
        </p:nvSpPr>
        <p:spPr>
          <a:xfrm>
            <a:off x="6342765" y="17878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BB12A5ED-C561-4AF2-93D6-6945307C3535}"/>
              </a:ext>
            </a:extLst>
          </p:cNvPr>
          <p:cNvSpPr>
            <a:spLocks noGrp="1"/>
          </p:cNvSpPr>
          <p:nvPr/>
        </p:nvSpPr>
        <p:spPr>
          <a:xfrm>
            <a:off x="6266422" y="18257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1727C1A7-0DBB-46F9-B2FE-B1B79DC5D61D}"/>
              </a:ext>
            </a:extLst>
          </p:cNvPr>
          <p:cNvSpPr>
            <a:spLocks noGrp="1"/>
          </p:cNvSpPr>
          <p:nvPr/>
        </p:nvSpPr>
        <p:spPr>
          <a:xfrm>
            <a:off x="6304498" y="1731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696F6187-D735-412B-ADC8-C2CAB972731E}"/>
              </a:ext>
            </a:extLst>
          </p:cNvPr>
          <p:cNvSpPr>
            <a:spLocks noGrp="1"/>
          </p:cNvSpPr>
          <p:nvPr/>
        </p:nvSpPr>
        <p:spPr>
          <a:xfrm>
            <a:off x="6140888" y="25092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1DD6754B-A619-4CAD-B3E4-2FAE0993588E}"/>
              </a:ext>
            </a:extLst>
          </p:cNvPr>
          <p:cNvSpPr>
            <a:spLocks noGrp="1"/>
          </p:cNvSpPr>
          <p:nvPr/>
        </p:nvSpPr>
        <p:spPr>
          <a:xfrm>
            <a:off x="6196656" y="22656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136006FE-73B7-4E52-89EE-51C7995055F3}"/>
              </a:ext>
            </a:extLst>
          </p:cNvPr>
          <p:cNvSpPr>
            <a:spLocks noGrp="1"/>
          </p:cNvSpPr>
          <p:nvPr/>
        </p:nvSpPr>
        <p:spPr>
          <a:xfrm>
            <a:off x="6179769" y="23674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C5DD31F9-A834-44DD-B264-02C662C95144}"/>
              </a:ext>
            </a:extLst>
          </p:cNvPr>
          <p:cNvSpPr>
            <a:spLocks noGrp="1"/>
          </p:cNvSpPr>
          <p:nvPr/>
        </p:nvSpPr>
        <p:spPr>
          <a:xfrm>
            <a:off x="6205448" y="1954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74FF3941-C135-4C0E-AEF6-EA84E54D6AE2}"/>
              </a:ext>
            </a:extLst>
          </p:cNvPr>
          <p:cNvSpPr>
            <a:spLocks noGrp="1"/>
          </p:cNvSpPr>
          <p:nvPr/>
        </p:nvSpPr>
        <p:spPr>
          <a:xfrm>
            <a:off x="6143003" y="18949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9AFEB48F-00A3-4EC8-95E3-970C0C340024}"/>
              </a:ext>
            </a:extLst>
          </p:cNvPr>
          <p:cNvSpPr>
            <a:spLocks noGrp="1"/>
          </p:cNvSpPr>
          <p:nvPr/>
        </p:nvSpPr>
        <p:spPr>
          <a:xfrm>
            <a:off x="6321368" y="23967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1C62102B-440B-494A-8F10-22B565DD014C}"/>
              </a:ext>
            </a:extLst>
          </p:cNvPr>
          <p:cNvSpPr>
            <a:spLocks noGrp="1"/>
          </p:cNvSpPr>
          <p:nvPr/>
        </p:nvSpPr>
        <p:spPr>
          <a:xfrm>
            <a:off x="6227279" y="22814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1A425329-8570-4C40-9609-D1760881CB1C}"/>
              </a:ext>
            </a:extLst>
          </p:cNvPr>
          <p:cNvSpPr>
            <a:spLocks noGrp="1"/>
          </p:cNvSpPr>
          <p:nvPr/>
        </p:nvSpPr>
        <p:spPr>
          <a:xfrm>
            <a:off x="6278103" y="28832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EA6BCC30-8E08-410F-B9C9-23625AF02E63}"/>
              </a:ext>
            </a:extLst>
          </p:cNvPr>
          <p:cNvSpPr>
            <a:spLocks noGrp="1"/>
          </p:cNvSpPr>
          <p:nvPr/>
        </p:nvSpPr>
        <p:spPr>
          <a:xfrm>
            <a:off x="6173489" y="24876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79F58459-29B5-4602-8B76-6035311EF76A}"/>
              </a:ext>
            </a:extLst>
          </p:cNvPr>
          <p:cNvSpPr>
            <a:spLocks noGrp="1"/>
          </p:cNvSpPr>
          <p:nvPr/>
        </p:nvSpPr>
        <p:spPr>
          <a:xfrm>
            <a:off x="6232478" y="18048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AD4AD02E-FB18-4454-BF52-97226D280AFA}"/>
              </a:ext>
            </a:extLst>
          </p:cNvPr>
          <p:cNvSpPr>
            <a:spLocks noGrp="1"/>
          </p:cNvSpPr>
          <p:nvPr/>
        </p:nvSpPr>
        <p:spPr>
          <a:xfrm>
            <a:off x="620050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8D50DAA6-8E99-4FB4-A9BB-1C62BAAF439F}"/>
              </a:ext>
            </a:extLst>
          </p:cNvPr>
          <p:cNvSpPr>
            <a:spLocks noGrp="1"/>
          </p:cNvSpPr>
          <p:nvPr/>
        </p:nvSpPr>
        <p:spPr>
          <a:xfrm>
            <a:off x="6163059" y="1793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F801E225-7352-4867-8A11-7271C2D4DDD3}"/>
              </a:ext>
            </a:extLst>
          </p:cNvPr>
          <p:cNvSpPr>
            <a:spLocks noGrp="1"/>
          </p:cNvSpPr>
          <p:nvPr/>
        </p:nvSpPr>
        <p:spPr>
          <a:xfrm>
            <a:off x="6156833" y="17361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288A0444-F6B6-4320-BBAC-38DC1581D0B2}"/>
              </a:ext>
            </a:extLst>
          </p:cNvPr>
          <p:cNvSpPr>
            <a:spLocks noGrp="1"/>
          </p:cNvSpPr>
          <p:nvPr/>
        </p:nvSpPr>
        <p:spPr>
          <a:xfrm>
            <a:off x="6321010" y="23737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15B9FC3C-F846-438F-AEF7-2F0224283C08}"/>
              </a:ext>
            </a:extLst>
          </p:cNvPr>
          <p:cNvSpPr>
            <a:spLocks noGrp="1"/>
          </p:cNvSpPr>
          <p:nvPr/>
        </p:nvSpPr>
        <p:spPr>
          <a:xfrm>
            <a:off x="624943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188A8005-889B-45CB-AF43-77AC2D28FFF1}"/>
              </a:ext>
            </a:extLst>
          </p:cNvPr>
          <p:cNvSpPr>
            <a:spLocks noGrp="1"/>
          </p:cNvSpPr>
          <p:nvPr/>
        </p:nvSpPr>
        <p:spPr>
          <a:xfrm>
            <a:off x="6207578" y="249181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EDE572CB-D2AA-45BE-BD95-BE9EDF9778D4}"/>
              </a:ext>
            </a:extLst>
          </p:cNvPr>
          <p:cNvSpPr>
            <a:spLocks noGrp="1"/>
          </p:cNvSpPr>
          <p:nvPr/>
        </p:nvSpPr>
        <p:spPr>
          <a:xfrm>
            <a:off x="632040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84F05101-51FE-444E-8096-8DD4D5CB03D9}"/>
              </a:ext>
            </a:extLst>
          </p:cNvPr>
          <p:cNvSpPr>
            <a:spLocks noGrp="1"/>
          </p:cNvSpPr>
          <p:nvPr/>
        </p:nvSpPr>
        <p:spPr>
          <a:xfrm>
            <a:off x="6170088" y="1752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2F523ED2-54AB-4801-A774-8664CC354296}"/>
              </a:ext>
            </a:extLst>
          </p:cNvPr>
          <p:cNvSpPr>
            <a:spLocks noGrp="1"/>
          </p:cNvSpPr>
          <p:nvPr/>
        </p:nvSpPr>
        <p:spPr>
          <a:xfrm>
            <a:off x="6150683" y="189227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642A6AAE-556F-40C8-8EAA-B00F12221F0B}"/>
              </a:ext>
            </a:extLst>
          </p:cNvPr>
          <p:cNvSpPr>
            <a:spLocks noGrp="1"/>
          </p:cNvSpPr>
          <p:nvPr/>
        </p:nvSpPr>
        <p:spPr>
          <a:xfrm>
            <a:off x="6211040" y="20348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76FE9FF8-EA9B-47D5-9361-E584717AA3FD}"/>
              </a:ext>
            </a:extLst>
          </p:cNvPr>
          <p:cNvSpPr>
            <a:spLocks noGrp="1"/>
          </p:cNvSpPr>
          <p:nvPr/>
        </p:nvSpPr>
        <p:spPr>
          <a:xfrm>
            <a:off x="6162611" y="25660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06C3251E-14FB-44AE-AE0A-A13864688C1B}"/>
              </a:ext>
            </a:extLst>
          </p:cNvPr>
          <p:cNvSpPr>
            <a:spLocks noGrp="1"/>
          </p:cNvSpPr>
          <p:nvPr/>
        </p:nvSpPr>
        <p:spPr>
          <a:xfrm>
            <a:off x="6280004" y="31830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2AEF7751-0FAD-4D86-8B03-CEB364FDAB88}"/>
              </a:ext>
            </a:extLst>
          </p:cNvPr>
          <p:cNvSpPr>
            <a:spLocks noGrp="1"/>
          </p:cNvSpPr>
          <p:nvPr/>
        </p:nvSpPr>
        <p:spPr>
          <a:xfrm>
            <a:off x="6149853" y="192025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6EB997EE-27BF-4856-9555-3F1633A61C05}"/>
              </a:ext>
            </a:extLst>
          </p:cNvPr>
          <p:cNvSpPr>
            <a:spLocks noGrp="1"/>
          </p:cNvSpPr>
          <p:nvPr/>
        </p:nvSpPr>
        <p:spPr>
          <a:xfrm>
            <a:off x="622128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5BB27EE3-299B-4044-8306-4CDA7462D0AF}"/>
              </a:ext>
            </a:extLst>
          </p:cNvPr>
          <p:cNvSpPr>
            <a:spLocks noGrp="1"/>
          </p:cNvSpPr>
          <p:nvPr/>
        </p:nvSpPr>
        <p:spPr>
          <a:xfrm>
            <a:off x="6231153" y="2438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21F1A618-B97C-4661-92E8-9F4C1210D20F}"/>
              </a:ext>
            </a:extLst>
          </p:cNvPr>
          <p:cNvSpPr>
            <a:spLocks noGrp="1"/>
          </p:cNvSpPr>
          <p:nvPr/>
        </p:nvSpPr>
        <p:spPr>
          <a:xfrm>
            <a:off x="6311444" y="326074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D33FEBD0-FDEB-4107-82A5-72416F657805}"/>
              </a:ext>
            </a:extLst>
          </p:cNvPr>
          <p:cNvSpPr>
            <a:spLocks noGrp="1"/>
          </p:cNvSpPr>
          <p:nvPr/>
        </p:nvSpPr>
        <p:spPr>
          <a:xfrm>
            <a:off x="6260859" y="16885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BD6408B1-106F-4437-B59B-B6DCE0C3E93B}"/>
              </a:ext>
            </a:extLst>
          </p:cNvPr>
          <p:cNvSpPr>
            <a:spLocks noGrp="1"/>
          </p:cNvSpPr>
          <p:nvPr/>
        </p:nvSpPr>
        <p:spPr>
          <a:xfrm>
            <a:off x="6196586" y="190360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BB4F7430-4E87-41AF-819B-1DC2368AFE01}"/>
              </a:ext>
            </a:extLst>
          </p:cNvPr>
          <p:cNvSpPr>
            <a:spLocks noGrp="1"/>
          </p:cNvSpPr>
          <p:nvPr/>
        </p:nvSpPr>
        <p:spPr>
          <a:xfrm>
            <a:off x="6141569" y="18361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BB125485-77B3-4F80-BE02-3E1D3873895C}"/>
              </a:ext>
            </a:extLst>
          </p:cNvPr>
          <p:cNvSpPr>
            <a:spLocks noGrp="1"/>
          </p:cNvSpPr>
          <p:nvPr/>
        </p:nvSpPr>
        <p:spPr>
          <a:xfrm>
            <a:off x="6134507" y="30115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70C6FFEE-C634-450D-AD38-97132E29D2E3}"/>
              </a:ext>
            </a:extLst>
          </p:cNvPr>
          <p:cNvSpPr>
            <a:spLocks noGrp="1"/>
          </p:cNvSpPr>
          <p:nvPr/>
        </p:nvSpPr>
        <p:spPr>
          <a:xfrm>
            <a:off x="61660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3ABBE297-D31E-46A5-8FCF-084C09EF8EEF}"/>
              </a:ext>
            </a:extLst>
          </p:cNvPr>
          <p:cNvSpPr>
            <a:spLocks noGrp="1"/>
          </p:cNvSpPr>
          <p:nvPr/>
        </p:nvSpPr>
        <p:spPr>
          <a:xfrm>
            <a:off x="6190326" y="17919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3B850A94-0CAC-4366-86D4-8D942BEE6E1D}"/>
              </a:ext>
            </a:extLst>
          </p:cNvPr>
          <p:cNvSpPr>
            <a:spLocks noGrp="1"/>
          </p:cNvSpPr>
          <p:nvPr/>
        </p:nvSpPr>
        <p:spPr>
          <a:xfrm>
            <a:off x="6323495" y="26072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B44F509C-145B-4288-9E07-0FC7997A5501}"/>
              </a:ext>
            </a:extLst>
          </p:cNvPr>
          <p:cNvSpPr>
            <a:spLocks noGrp="1"/>
          </p:cNvSpPr>
          <p:nvPr/>
        </p:nvSpPr>
        <p:spPr>
          <a:xfrm>
            <a:off x="6167722" y="25167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D4B13634-28C3-458D-B094-7116EC75FF23}"/>
              </a:ext>
            </a:extLst>
          </p:cNvPr>
          <p:cNvSpPr>
            <a:spLocks noGrp="1"/>
          </p:cNvSpPr>
          <p:nvPr/>
        </p:nvSpPr>
        <p:spPr>
          <a:xfrm>
            <a:off x="6271804" y="23718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2ED7BDE0-50B8-46FC-8AEB-663F1C0EA397}"/>
              </a:ext>
            </a:extLst>
          </p:cNvPr>
          <p:cNvSpPr>
            <a:spLocks noGrp="1"/>
          </p:cNvSpPr>
          <p:nvPr/>
        </p:nvSpPr>
        <p:spPr>
          <a:xfrm>
            <a:off x="6286730" y="28568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8B0A1AD4-3B07-4E9D-B99D-C4F7DD89FF4A}"/>
              </a:ext>
            </a:extLst>
          </p:cNvPr>
          <p:cNvSpPr>
            <a:spLocks noGrp="1"/>
          </p:cNvSpPr>
          <p:nvPr/>
        </p:nvSpPr>
        <p:spPr>
          <a:xfrm>
            <a:off x="6251197" y="199566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F328B64A-D87A-404A-BE9B-A58766657C61}"/>
              </a:ext>
            </a:extLst>
          </p:cNvPr>
          <p:cNvSpPr>
            <a:spLocks noGrp="1"/>
          </p:cNvSpPr>
          <p:nvPr/>
        </p:nvSpPr>
        <p:spPr>
          <a:xfrm>
            <a:off x="6213610" y="18310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612FE71C-13C0-4881-89D4-5C32CF1AB287}"/>
              </a:ext>
            </a:extLst>
          </p:cNvPr>
          <p:cNvSpPr>
            <a:spLocks noGrp="1"/>
          </p:cNvSpPr>
          <p:nvPr/>
        </p:nvSpPr>
        <p:spPr>
          <a:xfrm>
            <a:off x="628488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83DFA638-5641-4E35-9F2F-0EB5E17A5725}"/>
              </a:ext>
            </a:extLst>
          </p:cNvPr>
          <p:cNvSpPr>
            <a:spLocks noGrp="1"/>
          </p:cNvSpPr>
          <p:nvPr/>
        </p:nvSpPr>
        <p:spPr>
          <a:xfrm>
            <a:off x="6176646" y="1903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BEDC2DC3-2807-499F-944D-35C93CF20E1A}"/>
              </a:ext>
            </a:extLst>
          </p:cNvPr>
          <p:cNvSpPr>
            <a:spLocks noGrp="1"/>
          </p:cNvSpPr>
          <p:nvPr/>
        </p:nvSpPr>
        <p:spPr>
          <a:xfrm>
            <a:off x="6138246" y="20049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90C08228-5082-4EB1-B3BE-37A5FC0D7907}"/>
              </a:ext>
            </a:extLst>
          </p:cNvPr>
          <p:cNvSpPr>
            <a:spLocks noGrp="1"/>
          </p:cNvSpPr>
          <p:nvPr/>
        </p:nvSpPr>
        <p:spPr>
          <a:xfrm>
            <a:off x="6343885" y="168265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09F91A5F-2DED-4B8B-832C-2D8BB274A0AF}"/>
              </a:ext>
            </a:extLst>
          </p:cNvPr>
          <p:cNvSpPr>
            <a:spLocks noGrp="1"/>
          </p:cNvSpPr>
          <p:nvPr/>
        </p:nvSpPr>
        <p:spPr>
          <a:xfrm>
            <a:off x="6284164" y="27974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D066F270-FD20-4029-A9D6-FC69C5B44CE9}"/>
              </a:ext>
            </a:extLst>
          </p:cNvPr>
          <p:cNvSpPr>
            <a:spLocks noGrp="1"/>
          </p:cNvSpPr>
          <p:nvPr/>
        </p:nvSpPr>
        <p:spPr>
          <a:xfrm>
            <a:off x="6195484" y="17420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7BC6EA7E-32C6-4DA4-B918-84CC48DE8BE4}"/>
              </a:ext>
            </a:extLst>
          </p:cNvPr>
          <p:cNvSpPr>
            <a:spLocks noGrp="1"/>
          </p:cNvSpPr>
          <p:nvPr/>
        </p:nvSpPr>
        <p:spPr>
          <a:xfrm>
            <a:off x="616464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B5AA32D1-FB01-4079-BCD5-8098E7E45733}"/>
              </a:ext>
            </a:extLst>
          </p:cNvPr>
          <p:cNvSpPr>
            <a:spLocks noGrp="1"/>
          </p:cNvSpPr>
          <p:nvPr/>
        </p:nvSpPr>
        <p:spPr>
          <a:xfrm>
            <a:off x="6325313" y="30421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571C7F80-AB35-4AD9-91C7-F24E26AB463F}"/>
              </a:ext>
            </a:extLst>
          </p:cNvPr>
          <p:cNvSpPr>
            <a:spLocks noGrp="1"/>
          </p:cNvSpPr>
          <p:nvPr/>
        </p:nvSpPr>
        <p:spPr>
          <a:xfrm>
            <a:off x="6174499" y="26017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9E09390D-718C-4CB1-A694-1FD496BCABEF}"/>
              </a:ext>
            </a:extLst>
          </p:cNvPr>
          <p:cNvSpPr>
            <a:spLocks noGrp="1"/>
          </p:cNvSpPr>
          <p:nvPr/>
        </p:nvSpPr>
        <p:spPr>
          <a:xfrm>
            <a:off x="6276943" y="2632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1BBBAA3A-789F-4893-907A-F55A53D6786A}"/>
              </a:ext>
            </a:extLst>
          </p:cNvPr>
          <p:cNvSpPr>
            <a:spLocks noGrp="1"/>
          </p:cNvSpPr>
          <p:nvPr/>
        </p:nvSpPr>
        <p:spPr>
          <a:xfrm>
            <a:off x="616472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70D5905F-93E2-4B41-82B9-000D5E82B862}"/>
              </a:ext>
            </a:extLst>
          </p:cNvPr>
          <p:cNvSpPr>
            <a:spLocks noGrp="1"/>
          </p:cNvSpPr>
          <p:nvPr/>
        </p:nvSpPr>
        <p:spPr>
          <a:xfrm>
            <a:off x="6250459" y="17651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7D551599-E7EC-4B1C-9C28-E7266E7868E1}"/>
              </a:ext>
            </a:extLst>
          </p:cNvPr>
          <p:cNvSpPr>
            <a:spLocks noGrp="1"/>
          </p:cNvSpPr>
          <p:nvPr/>
        </p:nvSpPr>
        <p:spPr>
          <a:xfrm>
            <a:off x="633682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35EEEA8-7C6F-4446-9C84-FE62525B1BC2}"/>
              </a:ext>
            </a:extLst>
          </p:cNvPr>
          <p:cNvSpPr>
            <a:spLocks noGrp="1"/>
          </p:cNvSpPr>
          <p:nvPr/>
        </p:nvSpPr>
        <p:spPr>
          <a:xfrm>
            <a:off x="6210358" y="27865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B26AA629-A4E0-4E80-A727-ADB8088B062E}"/>
              </a:ext>
            </a:extLst>
          </p:cNvPr>
          <p:cNvSpPr>
            <a:spLocks noGrp="1"/>
          </p:cNvSpPr>
          <p:nvPr/>
        </p:nvSpPr>
        <p:spPr>
          <a:xfrm>
            <a:off x="6167457" y="17826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5382F938-E3A1-480B-B759-280CC27FF49E}"/>
              </a:ext>
            </a:extLst>
          </p:cNvPr>
          <p:cNvSpPr>
            <a:spLocks noGrp="1"/>
          </p:cNvSpPr>
          <p:nvPr/>
        </p:nvSpPr>
        <p:spPr>
          <a:xfrm>
            <a:off x="6251455" y="21003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FFDCD0CD-EF03-476A-BF93-6915A630C7AD}"/>
              </a:ext>
            </a:extLst>
          </p:cNvPr>
          <p:cNvSpPr>
            <a:spLocks noGrp="1"/>
          </p:cNvSpPr>
          <p:nvPr/>
        </p:nvSpPr>
        <p:spPr>
          <a:xfrm>
            <a:off x="6211104" y="25024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D8357A3D-2332-4025-B790-E4F7E5680314}"/>
              </a:ext>
            </a:extLst>
          </p:cNvPr>
          <p:cNvSpPr>
            <a:spLocks noGrp="1"/>
          </p:cNvSpPr>
          <p:nvPr/>
        </p:nvSpPr>
        <p:spPr>
          <a:xfrm>
            <a:off x="6217102" y="19556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7AC54992-1C55-47A8-9E46-2C42A9B3014A}"/>
              </a:ext>
            </a:extLst>
          </p:cNvPr>
          <p:cNvSpPr>
            <a:spLocks noGrp="1"/>
          </p:cNvSpPr>
          <p:nvPr/>
        </p:nvSpPr>
        <p:spPr>
          <a:xfrm>
            <a:off x="62087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776DF084-194C-40DF-9A54-6B398D2C753C}"/>
              </a:ext>
            </a:extLst>
          </p:cNvPr>
          <p:cNvSpPr>
            <a:spLocks noGrp="1"/>
          </p:cNvSpPr>
          <p:nvPr/>
        </p:nvSpPr>
        <p:spPr>
          <a:xfrm>
            <a:off x="6324285" y="19053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5645FD06-4099-4485-84DA-1B88C709E86E}"/>
              </a:ext>
            </a:extLst>
          </p:cNvPr>
          <p:cNvSpPr>
            <a:spLocks noGrp="1"/>
          </p:cNvSpPr>
          <p:nvPr/>
        </p:nvSpPr>
        <p:spPr>
          <a:xfrm>
            <a:off x="619347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9ECB4A34-C6D4-4D31-AD82-F512DA2BF378}"/>
              </a:ext>
            </a:extLst>
          </p:cNvPr>
          <p:cNvSpPr>
            <a:spLocks noGrp="1"/>
          </p:cNvSpPr>
          <p:nvPr/>
        </p:nvSpPr>
        <p:spPr>
          <a:xfrm>
            <a:off x="619003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49225BA7-8546-4E0B-9911-02F607B371FC}"/>
              </a:ext>
            </a:extLst>
          </p:cNvPr>
          <p:cNvSpPr>
            <a:spLocks noGrp="1"/>
          </p:cNvSpPr>
          <p:nvPr/>
        </p:nvSpPr>
        <p:spPr>
          <a:xfrm>
            <a:off x="6257340" y="22932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8F742995-001A-452A-A4D5-BF0D132752D9}"/>
              </a:ext>
            </a:extLst>
          </p:cNvPr>
          <p:cNvSpPr>
            <a:spLocks noGrp="1"/>
          </p:cNvSpPr>
          <p:nvPr/>
        </p:nvSpPr>
        <p:spPr>
          <a:xfrm>
            <a:off x="6173635" y="18608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B5AA102C-B0F5-47A4-A525-952DEA52BC39}"/>
              </a:ext>
            </a:extLst>
          </p:cNvPr>
          <p:cNvSpPr>
            <a:spLocks noGrp="1"/>
          </p:cNvSpPr>
          <p:nvPr/>
        </p:nvSpPr>
        <p:spPr>
          <a:xfrm>
            <a:off x="6224197" y="21299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80D50A69-0094-43AF-89C0-B6D4D37E9471}"/>
              </a:ext>
            </a:extLst>
          </p:cNvPr>
          <p:cNvSpPr>
            <a:spLocks noGrp="1"/>
          </p:cNvSpPr>
          <p:nvPr/>
        </p:nvSpPr>
        <p:spPr>
          <a:xfrm>
            <a:off x="6190139" y="21864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BCE8FE92-2989-4DFC-B653-9450638D9F73}"/>
              </a:ext>
            </a:extLst>
          </p:cNvPr>
          <p:cNvSpPr>
            <a:spLocks noGrp="1"/>
          </p:cNvSpPr>
          <p:nvPr/>
        </p:nvSpPr>
        <p:spPr>
          <a:xfrm>
            <a:off x="6271450" y="190914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1742790D-1303-477B-A523-3D2A59AEF0C6}"/>
              </a:ext>
            </a:extLst>
          </p:cNvPr>
          <p:cNvSpPr>
            <a:spLocks noGrp="1"/>
          </p:cNvSpPr>
          <p:nvPr/>
        </p:nvSpPr>
        <p:spPr>
          <a:xfrm>
            <a:off x="6150475" y="20484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D2807CC6-74E5-4E6C-B15C-9415D4E8E2EC}"/>
              </a:ext>
            </a:extLst>
          </p:cNvPr>
          <p:cNvSpPr>
            <a:spLocks noGrp="1"/>
          </p:cNvSpPr>
          <p:nvPr/>
        </p:nvSpPr>
        <p:spPr>
          <a:xfrm>
            <a:off x="6202894" y="20552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C4FDBBC4-E5B2-4D89-A016-47531F402D42}"/>
              </a:ext>
            </a:extLst>
          </p:cNvPr>
          <p:cNvSpPr>
            <a:spLocks noGrp="1"/>
          </p:cNvSpPr>
          <p:nvPr/>
        </p:nvSpPr>
        <p:spPr>
          <a:xfrm>
            <a:off x="628768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FF2FBBCB-1BEE-47F9-9CA5-BC9DD6EB5EFF}"/>
              </a:ext>
            </a:extLst>
          </p:cNvPr>
          <p:cNvSpPr>
            <a:spLocks noGrp="1"/>
          </p:cNvSpPr>
          <p:nvPr/>
        </p:nvSpPr>
        <p:spPr>
          <a:xfrm>
            <a:off x="6151892" y="1997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E51CC32E-D5E1-486F-B805-4569416DAE93}"/>
              </a:ext>
            </a:extLst>
          </p:cNvPr>
          <p:cNvSpPr>
            <a:spLocks noGrp="1"/>
          </p:cNvSpPr>
          <p:nvPr/>
        </p:nvSpPr>
        <p:spPr>
          <a:xfrm>
            <a:off x="6277051" y="23176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436D01D2-1EC1-454C-8F8C-89A8FB102C53}"/>
              </a:ext>
            </a:extLst>
          </p:cNvPr>
          <p:cNvSpPr>
            <a:spLocks noGrp="1"/>
          </p:cNvSpPr>
          <p:nvPr/>
        </p:nvSpPr>
        <p:spPr>
          <a:xfrm>
            <a:off x="61658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DA122BCD-23EB-4199-9602-E86D1F381006}"/>
              </a:ext>
            </a:extLst>
          </p:cNvPr>
          <p:cNvSpPr>
            <a:spLocks noGrp="1"/>
          </p:cNvSpPr>
          <p:nvPr/>
        </p:nvSpPr>
        <p:spPr>
          <a:xfrm>
            <a:off x="6314848" y="31201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36EF4B5E-A759-43CD-BDCB-2F84EF42FFE6}"/>
              </a:ext>
            </a:extLst>
          </p:cNvPr>
          <p:cNvSpPr>
            <a:spLocks noGrp="1"/>
          </p:cNvSpPr>
          <p:nvPr/>
        </p:nvSpPr>
        <p:spPr>
          <a:xfrm>
            <a:off x="6233919" y="30954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9869784B-1FC8-4B46-AD10-EDA454F8E266}"/>
              </a:ext>
            </a:extLst>
          </p:cNvPr>
          <p:cNvSpPr>
            <a:spLocks noGrp="1"/>
          </p:cNvSpPr>
          <p:nvPr/>
        </p:nvSpPr>
        <p:spPr>
          <a:xfrm>
            <a:off x="6229772" y="30799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5" name="data_1334">
            <a:extLst>
              <a:ext uri="{FF2B5EF4-FFF2-40B4-BE49-F238E27FC236}">
                <a16:creationId xmlns:a16="http://schemas.microsoft.com/office/drawing/2014/main" id="{7ECCEA9B-1448-4E84-84E9-84E40CA8A0A5}"/>
              </a:ext>
            </a:extLst>
          </p:cNvPr>
          <p:cNvSpPr>
            <a:spLocks noGrp="1"/>
          </p:cNvSpPr>
          <p:nvPr/>
        </p:nvSpPr>
        <p:spPr>
          <a:xfrm>
            <a:off x="6219624" y="18092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6" name="data_1335">
            <a:extLst>
              <a:ext uri="{FF2B5EF4-FFF2-40B4-BE49-F238E27FC236}">
                <a16:creationId xmlns:a16="http://schemas.microsoft.com/office/drawing/2014/main" id="{DBD55532-1F52-41FE-BD7B-1F614CD6CDDF}"/>
              </a:ext>
            </a:extLst>
          </p:cNvPr>
          <p:cNvSpPr>
            <a:spLocks noGrp="1"/>
          </p:cNvSpPr>
          <p:nvPr/>
        </p:nvSpPr>
        <p:spPr>
          <a:xfrm>
            <a:off x="6342917" y="28079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AFBD90F7-3C98-4EA0-AD44-47B249D0D4EA}"/>
              </a:ext>
            </a:extLst>
          </p:cNvPr>
          <p:cNvSpPr>
            <a:spLocks noGrp="1"/>
          </p:cNvSpPr>
          <p:nvPr/>
        </p:nvSpPr>
        <p:spPr>
          <a:xfrm>
            <a:off x="6193228" y="19007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9D488ED6-C53B-4A0B-9C30-940A1355EC95}"/>
              </a:ext>
            </a:extLst>
          </p:cNvPr>
          <p:cNvSpPr>
            <a:spLocks noGrp="1"/>
          </p:cNvSpPr>
          <p:nvPr/>
        </p:nvSpPr>
        <p:spPr>
          <a:xfrm>
            <a:off x="6316603" y="256894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1967479-FEA5-44E3-92EE-34D29BBF6E73}"/>
              </a:ext>
            </a:extLst>
          </p:cNvPr>
          <p:cNvSpPr>
            <a:spLocks noGrp="1"/>
          </p:cNvSpPr>
          <p:nvPr/>
        </p:nvSpPr>
        <p:spPr>
          <a:xfrm>
            <a:off x="6207787" y="2943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254E2FE2-2C9C-4DC3-967C-BF0EDF75446C}"/>
              </a:ext>
            </a:extLst>
          </p:cNvPr>
          <p:cNvSpPr>
            <a:spLocks noGrp="1"/>
          </p:cNvSpPr>
          <p:nvPr/>
        </p:nvSpPr>
        <p:spPr>
          <a:xfrm>
            <a:off x="6187055" y="20486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349399F4-8030-437A-A6D4-472ADB487545}"/>
              </a:ext>
            </a:extLst>
          </p:cNvPr>
          <p:cNvSpPr>
            <a:spLocks noGrp="1"/>
          </p:cNvSpPr>
          <p:nvPr/>
        </p:nvSpPr>
        <p:spPr>
          <a:xfrm>
            <a:off x="6348455" y="18820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AF129EAF-3EF6-478E-B6D1-92D4BC001C92}"/>
              </a:ext>
            </a:extLst>
          </p:cNvPr>
          <p:cNvSpPr>
            <a:spLocks noGrp="1"/>
          </p:cNvSpPr>
          <p:nvPr/>
        </p:nvSpPr>
        <p:spPr>
          <a:xfrm>
            <a:off x="6231491" y="18686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A80EA37B-BA59-49F1-B118-8EE00FE8F35F}"/>
              </a:ext>
            </a:extLst>
          </p:cNvPr>
          <p:cNvSpPr>
            <a:spLocks noGrp="1"/>
          </p:cNvSpPr>
          <p:nvPr/>
        </p:nvSpPr>
        <p:spPr>
          <a:xfrm>
            <a:off x="623568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B339E351-633C-4CCE-8A0D-2A8AF29727C5}"/>
              </a:ext>
            </a:extLst>
          </p:cNvPr>
          <p:cNvSpPr>
            <a:spLocks noGrp="1"/>
          </p:cNvSpPr>
          <p:nvPr/>
        </p:nvSpPr>
        <p:spPr>
          <a:xfrm>
            <a:off x="6216005" y="1813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27A16848-D31D-41AF-918A-754F7DEF5509}"/>
              </a:ext>
            </a:extLst>
          </p:cNvPr>
          <p:cNvSpPr>
            <a:spLocks noGrp="1"/>
          </p:cNvSpPr>
          <p:nvPr/>
        </p:nvSpPr>
        <p:spPr>
          <a:xfrm>
            <a:off x="6290368" y="21213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112BF04F-5ECC-4C38-9BA7-EDF0A22DDFA9}"/>
              </a:ext>
            </a:extLst>
          </p:cNvPr>
          <p:cNvSpPr>
            <a:spLocks noGrp="1"/>
          </p:cNvSpPr>
          <p:nvPr/>
        </p:nvSpPr>
        <p:spPr>
          <a:xfrm>
            <a:off x="6257746" y="1926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428DD384-28A6-4A8A-8903-A1A5FB9E3E46}"/>
              </a:ext>
            </a:extLst>
          </p:cNvPr>
          <p:cNvSpPr>
            <a:spLocks noGrp="1"/>
          </p:cNvSpPr>
          <p:nvPr/>
        </p:nvSpPr>
        <p:spPr>
          <a:xfrm>
            <a:off x="6318883" y="251625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40B3EFC7-CBAA-4B46-A50F-62AC3B27AFFD}"/>
              </a:ext>
            </a:extLst>
          </p:cNvPr>
          <p:cNvSpPr>
            <a:spLocks noGrp="1"/>
          </p:cNvSpPr>
          <p:nvPr/>
        </p:nvSpPr>
        <p:spPr>
          <a:xfrm>
            <a:off x="6250171" y="2631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147516C6-6223-4584-AFD4-08BCC63D7BC3}"/>
              </a:ext>
            </a:extLst>
          </p:cNvPr>
          <p:cNvSpPr>
            <a:spLocks noGrp="1"/>
          </p:cNvSpPr>
          <p:nvPr/>
        </p:nvSpPr>
        <p:spPr>
          <a:xfrm>
            <a:off x="621417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5DED0849-C71C-4BE9-9169-8E6B9E75E7CB}"/>
              </a:ext>
            </a:extLst>
          </p:cNvPr>
          <p:cNvSpPr>
            <a:spLocks noGrp="1"/>
          </p:cNvSpPr>
          <p:nvPr/>
        </p:nvSpPr>
        <p:spPr>
          <a:xfrm>
            <a:off x="6624728" y="17365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80E1704E-84C2-4DAC-8B4C-E034D5B77617}"/>
              </a:ext>
            </a:extLst>
          </p:cNvPr>
          <p:cNvSpPr>
            <a:spLocks noGrp="1"/>
          </p:cNvSpPr>
          <p:nvPr/>
        </p:nvSpPr>
        <p:spPr>
          <a:xfrm>
            <a:off x="6506105" y="19413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C505A5F0-F849-4CCF-84C6-D0EC3AE46415}"/>
              </a:ext>
            </a:extLst>
          </p:cNvPr>
          <p:cNvSpPr>
            <a:spLocks noGrp="1"/>
          </p:cNvSpPr>
          <p:nvPr/>
        </p:nvSpPr>
        <p:spPr>
          <a:xfrm>
            <a:off x="6672303" y="17663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FD448506-6358-4CA6-99A7-A9D03DE75CAF}"/>
              </a:ext>
            </a:extLst>
          </p:cNvPr>
          <p:cNvSpPr>
            <a:spLocks noGrp="1"/>
          </p:cNvSpPr>
          <p:nvPr/>
        </p:nvSpPr>
        <p:spPr>
          <a:xfrm>
            <a:off x="6507852" y="18226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7B98E0C2-ECE6-42CB-83F1-9B87E42CD92A}"/>
              </a:ext>
            </a:extLst>
          </p:cNvPr>
          <p:cNvSpPr>
            <a:spLocks noGrp="1"/>
          </p:cNvSpPr>
          <p:nvPr/>
        </p:nvSpPr>
        <p:spPr>
          <a:xfrm>
            <a:off x="6610837" y="2529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47802894-EFEB-4336-8428-D9932A7F0EBB}"/>
              </a:ext>
            </a:extLst>
          </p:cNvPr>
          <p:cNvSpPr>
            <a:spLocks noGrp="1"/>
          </p:cNvSpPr>
          <p:nvPr/>
        </p:nvSpPr>
        <p:spPr>
          <a:xfrm>
            <a:off x="6613110" y="25683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EF232D4F-5084-4CF3-99A7-04EEB82F98AD}"/>
              </a:ext>
            </a:extLst>
          </p:cNvPr>
          <p:cNvSpPr>
            <a:spLocks noGrp="1"/>
          </p:cNvSpPr>
          <p:nvPr/>
        </p:nvSpPr>
        <p:spPr>
          <a:xfrm>
            <a:off x="6697813" y="17806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8F2C6A7D-84DE-4B08-9333-9625D0902090}"/>
              </a:ext>
            </a:extLst>
          </p:cNvPr>
          <p:cNvSpPr>
            <a:spLocks noGrp="1"/>
          </p:cNvSpPr>
          <p:nvPr/>
        </p:nvSpPr>
        <p:spPr>
          <a:xfrm>
            <a:off x="6606260" y="20067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804154FC-5EA8-4232-8904-EFA6080AD23F}"/>
              </a:ext>
            </a:extLst>
          </p:cNvPr>
          <p:cNvSpPr>
            <a:spLocks noGrp="1"/>
          </p:cNvSpPr>
          <p:nvPr/>
        </p:nvSpPr>
        <p:spPr>
          <a:xfrm>
            <a:off x="6604898" y="19517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8B558639-3519-4C2D-8873-2F63E89838DE}"/>
              </a:ext>
            </a:extLst>
          </p:cNvPr>
          <p:cNvSpPr>
            <a:spLocks noGrp="1"/>
          </p:cNvSpPr>
          <p:nvPr/>
        </p:nvSpPr>
        <p:spPr>
          <a:xfrm>
            <a:off x="6604822" y="18659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5882EC73-99A1-4826-8825-7C6C4365622F}"/>
              </a:ext>
            </a:extLst>
          </p:cNvPr>
          <p:cNvSpPr>
            <a:spLocks noGrp="1"/>
          </p:cNvSpPr>
          <p:nvPr/>
        </p:nvSpPr>
        <p:spPr>
          <a:xfrm>
            <a:off x="6555733" y="1915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2CC7F127-BA14-4059-BC99-88154A2A325D}"/>
              </a:ext>
            </a:extLst>
          </p:cNvPr>
          <p:cNvSpPr>
            <a:spLocks noGrp="1"/>
          </p:cNvSpPr>
          <p:nvPr/>
        </p:nvSpPr>
        <p:spPr>
          <a:xfrm>
            <a:off x="6493560" y="19693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BBD53392-26FD-4E2D-AC60-C4D3129A5CA6}"/>
              </a:ext>
            </a:extLst>
          </p:cNvPr>
          <p:cNvSpPr>
            <a:spLocks noGrp="1"/>
          </p:cNvSpPr>
          <p:nvPr/>
        </p:nvSpPr>
        <p:spPr>
          <a:xfrm>
            <a:off x="6668329" y="2459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C82D688E-04D5-4D1B-8CD2-84322CE0EF82}"/>
              </a:ext>
            </a:extLst>
          </p:cNvPr>
          <p:cNvSpPr>
            <a:spLocks noGrp="1"/>
          </p:cNvSpPr>
          <p:nvPr/>
        </p:nvSpPr>
        <p:spPr>
          <a:xfrm>
            <a:off x="6481573" y="19960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F2A7B6FC-399E-429A-9D00-AAA6852EEDB9}"/>
              </a:ext>
            </a:extLst>
          </p:cNvPr>
          <p:cNvSpPr>
            <a:spLocks noGrp="1"/>
          </p:cNvSpPr>
          <p:nvPr/>
        </p:nvSpPr>
        <p:spPr>
          <a:xfrm>
            <a:off x="6696293" y="180436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7D675B9B-B778-4BEA-89EF-9058E38D2434}"/>
              </a:ext>
            </a:extLst>
          </p:cNvPr>
          <p:cNvSpPr>
            <a:spLocks noGrp="1"/>
          </p:cNvSpPr>
          <p:nvPr/>
        </p:nvSpPr>
        <p:spPr>
          <a:xfrm>
            <a:off x="667373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C76291A3-B23F-490D-9CAE-5259B66634AF}"/>
              </a:ext>
            </a:extLst>
          </p:cNvPr>
          <p:cNvSpPr>
            <a:spLocks noGrp="1"/>
          </p:cNvSpPr>
          <p:nvPr/>
        </p:nvSpPr>
        <p:spPr>
          <a:xfrm>
            <a:off x="6559887" y="17951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450FDFFA-BABE-4139-9812-36149E8C7E82}"/>
              </a:ext>
            </a:extLst>
          </p:cNvPr>
          <p:cNvSpPr>
            <a:spLocks noGrp="1"/>
          </p:cNvSpPr>
          <p:nvPr/>
        </p:nvSpPr>
        <p:spPr>
          <a:xfrm>
            <a:off x="6643493" y="1730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B0639972-D1FB-472D-A6B0-F7795E8B7B88}"/>
              </a:ext>
            </a:extLst>
          </p:cNvPr>
          <p:cNvSpPr>
            <a:spLocks noGrp="1"/>
          </p:cNvSpPr>
          <p:nvPr/>
        </p:nvSpPr>
        <p:spPr>
          <a:xfrm>
            <a:off x="6539948" y="21952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91D476FF-5128-4D14-86BB-133C9394067F}"/>
              </a:ext>
            </a:extLst>
          </p:cNvPr>
          <p:cNvSpPr>
            <a:spLocks noGrp="1"/>
          </p:cNvSpPr>
          <p:nvPr/>
        </p:nvSpPr>
        <p:spPr>
          <a:xfrm>
            <a:off x="64895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A50F2E8D-9059-4489-80A2-B1C7E1D48978}"/>
              </a:ext>
            </a:extLst>
          </p:cNvPr>
          <p:cNvSpPr>
            <a:spLocks noGrp="1"/>
          </p:cNvSpPr>
          <p:nvPr/>
        </p:nvSpPr>
        <p:spPr>
          <a:xfrm>
            <a:off x="6664940" y="2717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7F98DB45-7BD4-456A-B9F7-CEE056803763}"/>
              </a:ext>
            </a:extLst>
          </p:cNvPr>
          <p:cNvSpPr>
            <a:spLocks noGrp="1"/>
          </p:cNvSpPr>
          <p:nvPr/>
        </p:nvSpPr>
        <p:spPr>
          <a:xfrm>
            <a:off x="650552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29F75EEF-AABF-43DD-B8C7-0C819285B4B4}"/>
              </a:ext>
            </a:extLst>
          </p:cNvPr>
          <p:cNvSpPr>
            <a:spLocks noGrp="1"/>
          </p:cNvSpPr>
          <p:nvPr/>
        </p:nvSpPr>
        <p:spPr>
          <a:xfrm>
            <a:off x="6523727" y="17529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8E97E7A3-F995-4D53-827C-4F46BF14F591}"/>
              </a:ext>
            </a:extLst>
          </p:cNvPr>
          <p:cNvSpPr>
            <a:spLocks noGrp="1"/>
          </p:cNvSpPr>
          <p:nvPr/>
        </p:nvSpPr>
        <p:spPr>
          <a:xfrm>
            <a:off x="6528030" y="187740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A210F4CE-E404-4350-9793-B7089D89462A}"/>
              </a:ext>
            </a:extLst>
          </p:cNvPr>
          <p:cNvSpPr>
            <a:spLocks noGrp="1"/>
          </p:cNvSpPr>
          <p:nvPr/>
        </p:nvSpPr>
        <p:spPr>
          <a:xfrm>
            <a:off x="6643266" y="19501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406531C0-5A0D-4800-841E-6699B6D00C3E}"/>
              </a:ext>
            </a:extLst>
          </p:cNvPr>
          <p:cNvSpPr>
            <a:spLocks noGrp="1"/>
          </p:cNvSpPr>
          <p:nvPr/>
        </p:nvSpPr>
        <p:spPr>
          <a:xfrm>
            <a:off x="6585605" y="23759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A588A24C-A04E-4BEC-BF0B-7B2365BFC509}"/>
              </a:ext>
            </a:extLst>
          </p:cNvPr>
          <p:cNvSpPr>
            <a:spLocks noGrp="1"/>
          </p:cNvSpPr>
          <p:nvPr/>
        </p:nvSpPr>
        <p:spPr>
          <a:xfrm>
            <a:off x="6481140" y="18626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13DCDE16-8917-488D-9656-54E73EF55781}"/>
              </a:ext>
            </a:extLst>
          </p:cNvPr>
          <p:cNvSpPr>
            <a:spLocks noGrp="1"/>
          </p:cNvSpPr>
          <p:nvPr/>
        </p:nvSpPr>
        <p:spPr>
          <a:xfrm>
            <a:off x="6509993" y="19143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87AE88A8-7721-477F-A560-F5C626985E85}"/>
              </a:ext>
            </a:extLst>
          </p:cNvPr>
          <p:cNvSpPr>
            <a:spLocks noGrp="1"/>
          </p:cNvSpPr>
          <p:nvPr/>
        </p:nvSpPr>
        <p:spPr>
          <a:xfrm>
            <a:off x="6587301" y="21015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6E96DDE1-D57D-4C59-99A1-C87D4D2DF21F}"/>
              </a:ext>
            </a:extLst>
          </p:cNvPr>
          <p:cNvSpPr>
            <a:spLocks noGrp="1"/>
          </p:cNvSpPr>
          <p:nvPr/>
        </p:nvSpPr>
        <p:spPr>
          <a:xfrm>
            <a:off x="6665450" y="24004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100F1B3A-1FBC-4EB7-8584-09387DE1A90B}"/>
              </a:ext>
            </a:extLst>
          </p:cNvPr>
          <p:cNvSpPr>
            <a:spLocks noGrp="1"/>
          </p:cNvSpPr>
          <p:nvPr/>
        </p:nvSpPr>
        <p:spPr>
          <a:xfrm>
            <a:off x="6565648" y="27611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13AA3681-2A95-4F56-B93B-1781D58EC55B}"/>
              </a:ext>
            </a:extLst>
          </p:cNvPr>
          <p:cNvSpPr>
            <a:spLocks noGrp="1"/>
          </p:cNvSpPr>
          <p:nvPr/>
        </p:nvSpPr>
        <p:spPr>
          <a:xfrm>
            <a:off x="6568036" y="16882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1B869CCD-E811-4CCD-ACC8-7B9D49369CB8}"/>
              </a:ext>
            </a:extLst>
          </p:cNvPr>
          <p:cNvSpPr>
            <a:spLocks noGrp="1"/>
          </p:cNvSpPr>
          <p:nvPr/>
        </p:nvSpPr>
        <p:spPr>
          <a:xfrm>
            <a:off x="6501551" y="18489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8A8115B3-0B61-413D-BE1F-A5B9832A4CD4}"/>
              </a:ext>
            </a:extLst>
          </p:cNvPr>
          <p:cNvSpPr>
            <a:spLocks noGrp="1"/>
          </p:cNvSpPr>
          <p:nvPr/>
        </p:nvSpPr>
        <p:spPr>
          <a:xfrm>
            <a:off x="6636400" y="17815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3B994C42-5460-4684-A186-30CE60699689}"/>
              </a:ext>
            </a:extLst>
          </p:cNvPr>
          <p:cNvSpPr>
            <a:spLocks noGrp="1"/>
          </p:cNvSpPr>
          <p:nvPr/>
        </p:nvSpPr>
        <p:spPr>
          <a:xfrm>
            <a:off x="6592647" y="18457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F10E5B75-77AC-4496-A25E-B3B470D78E29}"/>
              </a:ext>
            </a:extLst>
          </p:cNvPr>
          <p:cNvSpPr>
            <a:spLocks noGrp="1"/>
          </p:cNvSpPr>
          <p:nvPr/>
        </p:nvSpPr>
        <p:spPr>
          <a:xfrm>
            <a:off x="651793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9BA2F568-D24A-4923-8D6D-8FE15DE71CEC}"/>
              </a:ext>
            </a:extLst>
          </p:cNvPr>
          <p:cNvSpPr>
            <a:spLocks noGrp="1"/>
          </p:cNvSpPr>
          <p:nvPr/>
        </p:nvSpPr>
        <p:spPr>
          <a:xfrm>
            <a:off x="6685966" y="178998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26F66356-44A7-4C7F-AC8F-584F7562743B}"/>
              </a:ext>
            </a:extLst>
          </p:cNvPr>
          <p:cNvSpPr>
            <a:spLocks noGrp="1"/>
          </p:cNvSpPr>
          <p:nvPr/>
        </p:nvSpPr>
        <p:spPr>
          <a:xfrm>
            <a:off x="6596130" y="23939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C0D25DE3-6CCA-4D33-8DEB-4CC1EA7EB55D}"/>
              </a:ext>
            </a:extLst>
          </p:cNvPr>
          <p:cNvSpPr>
            <a:spLocks noGrp="1"/>
          </p:cNvSpPr>
          <p:nvPr/>
        </p:nvSpPr>
        <p:spPr>
          <a:xfrm>
            <a:off x="6531125" y="22777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7E6B5062-FD49-46AA-AA63-B97A3A1F21A2}"/>
              </a:ext>
            </a:extLst>
          </p:cNvPr>
          <p:cNvSpPr>
            <a:spLocks noGrp="1"/>
          </p:cNvSpPr>
          <p:nvPr/>
        </p:nvSpPr>
        <p:spPr>
          <a:xfrm>
            <a:off x="6685179" y="20291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45F1DDC7-9D71-4C20-B3B1-875B9FF788AA}"/>
              </a:ext>
            </a:extLst>
          </p:cNvPr>
          <p:cNvSpPr>
            <a:spLocks noGrp="1"/>
          </p:cNvSpPr>
          <p:nvPr/>
        </p:nvSpPr>
        <p:spPr>
          <a:xfrm>
            <a:off x="6502481" y="22308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F546BB52-F512-4C94-A7E0-F11A50E026CE}"/>
              </a:ext>
            </a:extLst>
          </p:cNvPr>
          <p:cNvSpPr>
            <a:spLocks noGrp="1"/>
          </p:cNvSpPr>
          <p:nvPr/>
        </p:nvSpPr>
        <p:spPr>
          <a:xfrm>
            <a:off x="6480708" y="18248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4774790F-37DC-4ED6-BCE7-A6F7D2DE8D9F}"/>
              </a:ext>
            </a:extLst>
          </p:cNvPr>
          <p:cNvSpPr>
            <a:spLocks noGrp="1"/>
          </p:cNvSpPr>
          <p:nvPr/>
        </p:nvSpPr>
        <p:spPr>
          <a:xfrm>
            <a:off x="6644057" y="18291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1B635656-0018-445B-8D80-0AB6677EF93E}"/>
              </a:ext>
            </a:extLst>
          </p:cNvPr>
          <p:cNvSpPr>
            <a:spLocks noGrp="1"/>
          </p:cNvSpPr>
          <p:nvPr/>
        </p:nvSpPr>
        <p:spPr>
          <a:xfrm>
            <a:off x="6679651" y="24875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BAD98D88-8BBB-4BBB-9A90-27F4E2E5C0FC}"/>
              </a:ext>
            </a:extLst>
          </p:cNvPr>
          <p:cNvSpPr>
            <a:spLocks noGrp="1"/>
          </p:cNvSpPr>
          <p:nvPr/>
        </p:nvSpPr>
        <p:spPr>
          <a:xfrm>
            <a:off x="6631181" y="18958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313866C6-E086-4293-B599-6DAEC4DFA241}"/>
              </a:ext>
            </a:extLst>
          </p:cNvPr>
          <p:cNvSpPr>
            <a:spLocks noGrp="1"/>
          </p:cNvSpPr>
          <p:nvPr/>
        </p:nvSpPr>
        <p:spPr>
          <a:xfrm>
            <a:off x="6672357" y="20025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ED04F327-9DED-42E6-A3FB-A66EC8DDC797}"/>
              </a:ext>
            </a:extLst>
          </p:cNvPr>
          <p:cNvSpPr>
            <a:spLocks noGrp="1"/>
          </p:cNvSpPr>
          <p:nvPr/>
        </p:nvSpPr>
        <p:spPr>
          <a:xfrm>
            <a:off x="6494281" y="16805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F403E7C1-031C-4072-88A5-0A695DAD85F8}"/>
              </a:ext>
            </a:extLst>
          </p:cNvPr>
          <p:cNvSpPr>
            <a:spLocks noGrp="1"/>
          </p:cNvSpPr>
          <p:nvPr/>
        </p:nvSpPr>
        <p:spPr>
          <a:xfrm>
            <a:off x="6652616" y="27460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75305A48-37A2-44AA-8AC9-740FDC949DA2}"/>
              </a:ext>
            </a:extLst>
          </p:cNvPr>
          <p:cNvSpPr>
            <a:spLocks noGrp="1"/>
          </p:cNvSpPr>
          <p:nvPr/>
        </p:nvSpPr>
        <p:spPr>
          <a:xfrm>
            <a:off x="6498911" y="17261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76E795D7-FEDC-4FD0-82EE-48FBC3643665}"/>
              </a:ext>
            </a:extLst>
          </p:cNvPr>
          <p:cNvSpPr>
            <a:spLocks noGrp="1"/>
          </p:cNvSpPr>
          <p:nvPr/>
        </p:nvSpPr>
        <p:spPr>
          <a:xfrm>
            <a:off x="648886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6EBE44C5-F3A1-4F08-BBEB-5A3D2A1AD119}"/>
              </a:ext>
            </a:extLst>
          </p:cNvPr>
          <p:cNvSpPr>
            <a:spLocks noGrp="1"/>
          </p:cNvSpPr>
          <p:nvPr/>
        </p:nvSpPr>
        <p:spPr>
          <a:xfrm>
            <a:off x="6577589" y="30216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8F48AFBB-8A0F-4F88-9534-73B705FF79B6}"/>
              </a:ext>
            </a:extLst>
          </p:cNvPr>
          <p:cNvSpPr>
            <a:spLocks noGrp="1"/>
          </p:cNvSpPr>
          <p:nvPr/>
        </p:nvSpPr>
        <p:spPr>
          <a:xfrm>
            <a:off x="668898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3022F217-CCF1-46EA-BC79-5E0BEA5E0F90}"/>
              </a:ext>
            </a:extLst>
          </p:cNvPr>
          <p:cNvSpPr>
            <a:spLocks noGrp="1"/>
          </p:cNvSpPr>
          <p:nvPr/>
        </p:nvSpPr>
        <p:spPr>
          <a:xfrm>
            <a:off x="6529756" y="2618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43D699D0-A14A-4AE7-A271-C4249630490A}"/>
              </a:ext>
            </a:extLst>
          </p:cNvPr>
          <p:cNvSpPr>
            <a:spLocks noGrp="1"/>
          </p:cNvSpPr>
          <p:nvPr/>
        </p:nvSpPr>
        <p:spPr>
          <a:xfrm>
            <a:off x="6557055" y="2857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DA30A5D7-85D1-4F25-964A-AF5A97C7C492}"/>
              </a:ext>
            </a:extLst>
          </p:cNvPr>
          <p:cNvSpPr>
            <a:spLocks noGrp="1"/>
          </p:cNvSpPr>
          <p:nvPr/>
        </p:nvSpPr>
        <p:spPr>
          <a:xfrm>
            <a:off x="6662833" y="17515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07E26531-D4DB-4948-92E3-325CE7C38CE6}"/>
              </a:ext>
            </a:extLst>
          </p:cNvPr>
          <p:cNvSpPr>
            <a:spLocks noGrp="1"/>
          </p:cNvSpPr>
          <p:nvPr/>
        </p:nvSpPr>
        <p:spPr>
          <a:xfrm>
            <a:off x="6495773" y="19944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E983C8DB-9C2F-4C78-998C-3C51BE88C22F}"/>
              </a:ext>
            </a:extLst>
          </p:cNvPr>
          <p:cNvSpPr>
            <a:spLocks noGrp="1"/>
          </p:cNvSpPr>
          <p:nvPr/>
        </p:nvSpPr>
        <p:spPr>
          <a:xfrm>
            <a:off x="6610805" y="22640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5CAA65BD-B3D5-437B-862C-5C4D58A0A85D}"/>
              </a:ext>
            </a:extLst>
          </p:cNvPr>
          <p:cNvSpPr>
            <a:spLocks noGrp="1"/>
          </p:cNvSpPr>
          <p:nvPr/>
        </p:nvSpPr>
        <p:spPr>
          <a:xfrm>
            <a:off x="6615250" y="1779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4DAB7007-C453-47C8-97C4-3B0A3DB6F014}"/>
              </a:ext>
            </a:extLst>
          </p:cNvPr>
          <p:cNvSpPr>
            <a:spLocks noGrp="1"/>
          </p:cNvSpPr>
          <p:nvPr/>
        </p:nvSpPr>
        <p:spPr>
          <a:xfrm>
            <a:off x="6612933" y="19022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B3AB6636-F5E1-49E5-95FB-CA6601E10DD4}"/>
              </a:ext>
            </a:extLst>
          </p:cNvPr>
          <p:cNvSpPr>
            <a:spLocks noGrp="1"/>
          </p:cNvSpPr>
          <p:nvPr/>
        </p:nvSpPr>
        <p:spPr>
          <a:xfrm>
            <a:off x="6630029" y="240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608E7028-1D33-4D45-9956-D7100931344E}"/>
              </a:ext>
            </a:extLst>
          </p:cNvPr>
          <p:cNvSpPr>
            <a:spLocks noGrp="1"/>
          </p:cNvSpPr>
          <p:nvPr/>
        </p:nvSpPr>
        <p:spPr>
          <a:xfrm>
            <a:off x="6630317" y="19552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C199D09F-2BEF-42D7-84F3-4196D6B4B5AC}"/>
              </a:ext>
            </a:extLst>
          </p:cNvPr>
          <p:cNvSpPr>
            <a:spLocks noGrp="1"/>
          </p:cNvSpPr>
          <p:nvPr/>
        </p:nvSpPr>
        <p:spPr>
          <a:xfrm>
            <a:off x="652787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3182BFE8-E3CD-4957-AD01-FC11B4B8F44A}"/>
              </a:ext>
            </a:extLst>
          </p:cNvPr>
          <p:cNvSpPr>
            <a:spLocks noGrp="1"/>
          </p:cNvSpPr>
          <p:nvPr/>
        </p:nvSpPr>
        <p:spPr>
          <a:xfrm>
            <a:off x="6684621" y="19103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CF100D17-82AF-41AC-B300-B31285E9CAAE}"/>
              </a:ext>
            </a:extLst>
          </p:cNvPr>
          <p:cNvSpPr>
            <a:spLocks noGrp="1"/>
          </p:cNvSpPr>
          <p:nvPr/>
        </p:nvSpPr>
        <p:spPr>
          <a:xfrm>
            <a:off x="66431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C1DF43DB-EE8A-40F6-9C7A-A6CDE560CF43}"/>
              </a:ext>
            </a:extLst>
          </p:cNvPr>
          <p:cNvSpPr>
            <a:spLocks noGrp="1"/>
          </p:cNvSpPr>
          <p:nvPr/>
        </p:nvSpPr>
        <p:spPr>
          <a:xfrm>
            <a:off x="6547566" y="241269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52341C61-DB84-4BE2-9684-88490FC86D74}"/>
              </a:ext>
            </a:extLst>
          </p:cNvPr>
          <p:cNvSpPr>
            <a:spLocks noGrp="1"/>
          </p:cNvSpPr>
          <p:nvPr/>
        </p:nvSpPr>
        <p:spPr>
          <a:xfrm>
            <a:off x="6571995" y="20224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40F9E11F-5D4F-4491-8230-8B264F8B3265}"/>
              </a:ext>
            </a:extLst>
          </p:cNvPr>
          <p:cNvSpPr>
            <a:spLocks noGrp="1"/>
          </p:cNvSpPr>
          <p:nvPr/>
        </p:nvSpPr>
        <p:spPr>
          <a:xfrm>
            <a:off x="6499186" y="18438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401B582E-3255-484A-9AB6-60E129860886}"/>
              </a:ext>
            </a:extLst>
          </p:cNvPr>
          <p:cNvSpPr>
            <a:spLocks noGrp="1"/>
          </p:cNvSpPr>
          <p:nvPr/>
        </p:nvSpPr>
        <p:spPr>
          <a:xfrm>
            <a:off x="6553764" y="2241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D10C1501-4A93-4B63-9F2A-A8B8877D92AA}"/>
              </a:ext>
            </a:extLst>
          </p:cNvPr>
          <p:cNvSpPr>
            <a:spLocks noGrp="1"/>
          </p:cNvSpPr>
          <p:nvPr/>
        </p:nvSpPr>
        <p:spPr>
          <a:xfrm>
            <a:off x="6492689" y="2115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530BCB20-74F7-45D1-AB5C-C392B06F0819}"/>
              </a:ext>
            </a:extLst>
          </p:cNvPr>
          <p:cNvSpPr>
            <a:spLocks noGrp="1"/>
          </p:cNvSpPr>
          <p:nvPr/>
        </p:nvSpPr>
        <p:spPr>
          <a:xfrm>
            <a:off x="6655558" y="19117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15B0838F-13CC-4188-8803-4A971B065BD8}"/>
              </a:ext>
            </a:extLst>
          </p:cNvPr>
          <p:cNvSpPr>
            <a:spLocks noGrp="1"/>
          </p:cNvSpPr>
          <p:nvPr/>
        </p:nvSpPr>
        <p:spPr>
          <a:xfrm>
            <a:off x="6613518" y="16602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AF121F95-74C6-45A4-AAEC-0AC915E2F74D}"/>
              </a:ext>
            </a:extLst>
          </p:cNvPr>
          <p:cNvSpPr>
            <a:spLocks noGrp="1"/>
          </p:cNvSpPr>
          <p:nvPr/>
        </p:nvSpPr>
        <p:spPr>
          <a:xfrm>
            <a:off x="6657361" y="20630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1C3F1464-A286-4423-88D5-56875B57F42C}"/>
              </a:ext>
            </a:extLst>
          </p:cNvPr>
          <p:cNvSpPr>
            <a:spLocks noGrp="1"/>
          </p:cNvSpPr>
          <p:nvPr/>
        </p:nvSpPr>
        <p:spPr>
          <a:xfrm>
            <a:off x="6597696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3312C06E-D523-4C8A-9FC7-9F693D8CB43D}"/>
              </a:ext>
            </a:extLst>
          </p:cNvPr>
          <p:cNvSpPr>
            <a:spLocks noGrp="1"/>
          </p:cNvSpPr>
          <p:nvPr/>
        </p:nvSpPr>
        <p:spPr>
          <a:xfrm>
            <a:off x="6496327" y="19762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0795A93C-CCDC-4E42-B3A7-78351E9A9745}"/>
              </a:ext>
            </a:extLst>
          </p:cNvPr>
          <p:cNvSpPr>
            <a:spLocks noGrp="1"/>
          </p:cNvSpPr>
          <p:nvPr/>
        </p:nvSpPr>
        <p:spPr>
          <a:xfrm>
            <a:off x="6663128" y="23980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F3DC9C77-A0C9-4DE0-8D36-38EE324563BF}"/>
              </a:ext>
            </a:extLst>
          </p:cNvPr>
          <p:cNvSpPr>
            <a:spLocks noGrp="1"/>
          </p:cNvSpPr>
          <p:nvPr/>
        </p:nvSpPr>
        <p:spPr>
          <a:xfrm>
            <a:off x="6509792" y="31740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946428F5-38F3-41E0-B040-8B054B4FD38B}"/>
              </a:ext>
            </a:extLst>
          </p:cNvPr>
          <p:cNvSpPr>
            <a:spLocks noGrp="1"/>
          </p:cNvSpPr>
          <p:nvPr/>
        </p:nvSpPr>
        <p:spPr>
          <a:xfrm>
            <a:off x="6607928" y="23288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C6E256A6-7D6C-4863-9C61-01C1AC529843}"/>
              </a:ext>
            </a:extLst>
          </p:cNvPr>
          <p:cNvSpPr>
            <a:spLocks noGrp="1"/>
          </p:cNvSpPr>
          <p:nvPr/>
        </p:nvSpPr>
        <p:spPr>
          <a:xfrm>
            <a:off x="6568301" y="26320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EF9AD942-B76D-48FF-8C9C-E83A03D64743}"/>
              </a:ext>
            </a:extLst>
          </p:cNvPr>
          <p:cNvSpPr>
            <a:spLocks noGrp="1"/>
          </p:cNvSpPr>
          <p:nvPr/>
        </p:nvSpPr>
        <p:spPr>
          <a:xfrm>
            <a:off x="6520562" y="30953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BCB64A7-B938-4831-85AF-52469AF9EEBF}"/>
              </a:ext>
            </a:extLst>
          </p:cNvPr>
          <p:cNvSpPr>
            <a:spLocks noGrp="1"/>
          </p:cNvSpPr>
          <p:nvPr/>
        </p:nvSpPr>
        <p:spPr>
          <a:xfrm>
            <a:off x="6656353" y="18661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1055DD8D-AC7A-470B-8112-CFEFF0403E49}"/>
              </a:ext>
            </a:extLst>
          </p:cNvPr>
          <p:cNvSpPr>
            <a:spLocks noGrp="1"/>
          </p:cNvSpPr>
          <p:nvPr/>
        </p:nvSpPr>
        <p:spPr>
          <a:xfrm>
            <a:off x="6532233" y="17536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565C5F59-D2F1-49D5-9FCA-2CF5418D0B66}"/>
              </a:ext>
            </a:extLst>
          </p:cNvPr>
          <p:cNvSpPr>
            <a:spLocks noGrp="1"/>
          </p:cNvSpPr>
          <p:nvPr/>
        </p:nvSpPr>
        <p:spPr>
          <a:xfrm>
            <a:off x="6657552" y="17987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D61B41E1-4F63-4E11-B76C-02E235163EE8}"/>
              </a:ext>
            </a:extLst>
          </p:cNvPr>
          <p:cNvSpPr>
            <a:spLocks noGrp="1"/>
          </p:cNvSpPr>
          <p:nvPr/>
        </p:nvSpPr>
        <p:spPr>
          <a:xfrm>
            <a:off x="6567359" y="24511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068805E0-87EC-4772-A7A1-6302A283E8B7}"/>
              </a:ext>
            </a:extLst>
          </p:cNvPr>
          <p:cNvSpPr>
            <a:spLocks noGrp="1"/>
          </p:cNvSpPr>
          <p:nvPr/>
        </p:nvSpPr>
        <p:spPr>
          <a:xfrm>
            <a:off x="6648770" y="29401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0751186F-40EE-49FF-B8A2-AECCD0A250BE}"/>
              </a:ext>
            </a:extLst>
          </p:cNvPr>
          <p:cNvSpPr>
            <a:spLocks noGrp="1"/>
          </p:cNvSpPr>
          <p:nvPr/>
        </p:nvSpPr>
        <p:spPr>
          <a:xfrm>
            <a:off x="6510132" y="20872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A6E441DF-CCEA-4D9B-A4E3-69AD93ED94BE}"/>
              </a:ext>
            </a:extLst>
          </p:cNvPr>
          <p:cNvSpPr>
            <a:spLocks noGrp="1"/>
          </p:cNvSpPr>
          <p:nvPr/>
        </p:nvSpPr>
        <p:spPr>
          <a:xfrm>
            <a:off x="6625761" y="17807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4DACDA81-2F7E-4A23-9FC2-BD346852A5CC}"/>
              </a:ext>
            </a:extLst>
          </p:cNvPr>
          <p:cNvSpPr>
            <a:spLocks noGrp="1"/>
          </p:cNvSpPr>
          <p:nvPr/>
        </p:nvSpPr>
        <p:spPr>
          <a:xfrm>
            <a:off x="6513826" y="1870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63D449BD-8A2E-410D-B6E3-3BA0B619734D}"/>
              </a:ext>
            </a:extLst>
          </p:cNvPr>
          <p:cNvSpPr>
            <a:spLocks noGrp="1"/>
          </p:cNvSpPr>
          <p:nvPr/>
        </p:nvSpPr>
        <p:spPr>
          <a:xfrm>
            <a:off x="649886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4CB94707-D0CA-464D-83FD-E9B4F194B84C}"/>
              </a:ext>
            </a:extLst>
          </p:cNvPr>
          <p:cNvSpPr>
            <a:spLocks noGrp="1"/>
          </p:cNvSpPr>
          <p:nvPr/>
        </p:nvSpPr>
        <p:spPr>
          <a:xfrm>
            <a:off x="6530662" y="17767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1F808FB2-9E7D-4C4A-85A1-F8896F45054C}"/>
              </a:ext>
            </a:extLst>
          </p:cNvPr>
          <p:cNvSpPr>
            <a:spLocks noGrp="1"/>
          </p:cNvSpPr>
          <p:nvPr/>
        </p:nvSpPr>
        <p:spPr>
          <a:xfrm>
            <a:off x="6548528" y="211417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F3436575-42C8-4B66-AEC9-2E573A40C49D}"/>
              </a:ext>
            </a:extLst>
          </p:cNvPr>
          <p:cNvSpPr>
            <a:spLocks noGrp="1"/>
          </p:cNvSpPr>
          <p:nvPr/>
        </p:nvSpPr>
        <p:spPr>
          <a:xfrm>
            <a:off x="6632757" y="176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4073C70D-A057-4B72-A321-111A5D91469A}"/>
              </a:ext>
            </a:extLst>
          </p:cNvPr>
          <p:cNvSpPr>
            <a:spLocks noGrp="1"/>
          </p:cNvSpPr>
          <p:nvPr/>
        </p:nvSpPr>
        <p:spPr>
          <a:xfrm>
            <a:off x="6569449" y="1896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0200F745-272C-45CA-AFD6-B572C88E9C58}"/>
              </a:ext>
            </a:extLst>
          </p:cNvPr>
          <p:cNvSpPr>
            <a:spLocks noGrp="1"/>
          </p:cNvSpPr>
          <p:nvPr/>
        </p:nvSpPr>
        <p:spPr>
          <a:xfrm>
            <a:off x="6671284" y="20085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58D6FEB6-6743-40D9-AB74-6D32E4424AEA}"/>
              </a:ext>
            </a:extLst>
          </p:cNvPr>
          <p:cNvSpPr>
            <a:spLocks noGrp="1"/>
          </p:cNvSpPr>
          <p:nvPr/>
        </p:nvSpPr>
        <p:spPr>
          <a:xfrm>
            <a:off x="658180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F4FBFCE7-D913-462B-80EC-970CD75B1471}"/>
              </a:ext>
            </a:extLst>
          </p:cNvPr>
          <p:cNvSpPr>
            <a:spLocks noGrp="1"/>
          </p:cNvSpPr>
          <p:nvPr/>
        </p:nvSpPr>
        <p:spPr>
          <a:xfrm>
            <a:off x="727152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4E009FD7-EFAE-4118-B6F0-3CACC8663B9D}"/>
              </a:ext>
            </a:extLst>
          </p:cNvPr>
          <p:cNvSpPr>
            <a:spLocks noGrp="1"/>
          </p:cNvSpPr>
          <p:nvPr/>
        </p:nvSpPr>
        <p:spPr>
          <a:xfrm>
            <a:off x="7243912" y="178974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5AD5027-BBCE-44F1-A30C-A3004D5AC9D9}"/>
              </a:ext>
            </a:extLst>
          </p:cNvPr>
          <p:cNvSpPr>
            <a:spLocks noGrp="1"/>
          </p:cNvSpPr>
          <p:nvPr/>
        </p:nvSpPr>
        <p:spPr>
          <a:xfrm>
            <a:off x="72701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70458B8C-2503-4B7C-B4EF-44E35A4FA39F}"/>
              </a:ext>
            </a:extLst>
          </p:cNvPr>
          <p:cNvSpPr>
            <a:spLocks noGrp="1"/>
          </p:cNvSpPr>
          <p:nvPr/>
        </p:nvSpPr>
        <p:spPr>
          <a:xfrm>
            <a:off x="727425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AD02277A-2CFE-485C-A31C-5546E0F2B5E5}"/>
              </a:ext>
            </a:extLst>
          </p:cNvPr>
          <p:cNvSpPr>
            <a:spLocks noGrp="1"/>
          </p:cNvSpPr>
          <p:nvPr/>
        </p:nvSpPr>
        <p:spPr>
          <a:xfrm>
            <a:off x="742267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2270518D-ED8D-43E5-B565-3A4914929F63}"/>
              </a:ext>
            </a:extLst>
          </p:cNvPr>
          <p:cNvSpPr>
            <a:spLocks noGrp="1"/>
          </p:cNvSpPr>
          <p:nvPr/>
        </p:nvSpPr>
        <p:spPr>
          <a:xfrm>
            <a:off x="7409608" y="1843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F80CF223-A691-4BAF-9557-B28E38126610}"/>
              </a:ext>
            </a:extLst>
          </p:cNvPr>
          <p:cNvSpPr>
            <a:spLocks noGrp="1"/>
          </p:cNvSpPr>
          <p:nvPr/>
        </p:nvSpPr>
        <p:spPr>
          <a:xfrm>
            <a:off x="7249005" y="21467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211C8EF0-0060-4932-AE1E-049B1D98D0A4}"/>
              </a:ext>
            </a:extLst>
          </p:cNvPr>
          <p:cNvSpPr>
            <a:spLocks noGrp="1"/>
          </p:cNvSpPr>
          <p:nvPr/>
        </p:nvSpPr>
        <p:spPr>
          <a:xfrm>
            <a:off x="7383763" y="18304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150F0A29-EA3F-4B0D-B9C2-7C9EBDA35A6C}"/>
              </a:ext>
            </a:extLst>
          </p:cNvPr>
          <p:cNvSpPr>
            <a:spLocks noGrp="1"/>
          </p:cNvSpPr>
          <p:nvPr/>
        </p:nvSpPr>
        <p:spPr>
          <a:xfrm>
            <a:off x="7278482" y="24884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B73A5D03-6BFB-4563-869E-0F4347B2B281}"/>
              </a:ext>
            </a:extLst>
          </p:cNvPr>
          <p:cNvSpPr>
            <a:spLocks noGrp="1"/>
          </p:cNvSpPr>
          <p:nvPr/>
        </p:nvSpPr>
        <p:spPr>
          <a:xfrm>
            <a:off x="7322865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FDE391B2-6822-4F09-A3F9-FFE0C791F34F}"/>
              </a:ext>
            </a:extLst>
          </p:cNvPr>
          <p:cNvSpPr>
            <a:spLocks noGrp="1"/>
          </p:cNvSpPr>
          <p:nvPr/>
        </p:nvSpPr>
        <p:spPr>
          <a:xfrm>
            <a:off x="7430953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0C199401-F411-44B2-852E-9BE416F543DA}"/>
              </a:ext>
            </a:extLst>
          </p:cNvPr>
          <p:cNvSpPr>
            <a:spLocks noGrp="1"/>
          </p:cNvSpPr>
          <p:nvPr/>
        </p:nvSpPr>
        <p:spPr>
          <a:xfrm>
            <a:off x="7445561" y="19029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3DF78453-8D76-4949-81B8-6E5008743EAA}"/>
              </a:ext>
            </a:extLst>
          </p:cNvPr>
          <p:cNvSpPr>
            <a:spLocks noGrp="1"/>
          </p:cNvSpPr>
          <p:nvPr/>
        </p:nvSpPr>
        <p:spPr>
          <a:xfrm>
            <a:off x="7318312" y="28994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2B41ACC2-873F-4810-B207-52A2EC872243}"/>
              </a:ext>
            </a:extLst>
          </p:cNvPr>
          <p:cNvSpPr>
            <a:spLocks noGrp="1"/>
          </p:cNvSpPr>
          <p:nvPr/>
        </p:nvSpPr>
        <p:spPr>
          <a:xfrm>
            <a:off x="740157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B1E9D9F1-D5AD-4DD2-9D26-89903D8EF815}"/>
              </a:ext>
            </a:extLst>
          </p:cNvPr>
          <p:cNvSpPr>
            <a:spLocks noGrp="1"/>
          </p:cNvSpPr>
          <p:nvPr/>
        </p:nvSpPr>
        <p:spPr>
          <a:xfrm>
            <a:off x="735583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03E5E41E-95AC-469B-9154-453B15C1DA0F}"/>
              </a:ext>
            </a:extLst>
          </p:cNvPr>
          <p:cNvSpPr>
            <a:spLocks noGrp="1"/>
          </p:cNvSpPr>
          <p:nvPr/>
        </p:nvSpPr>
        <p:spPr>
          <a:xfrm>
            <a:off x="73908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2E894295-559B-4DF5-BD38-376FF09D801F}"/>
              </a:ext>
            </a:extLst>
          </p:cNvPr>
          <p:cNvSpPr>
            <a:spLocks noGrp="1"/>
          </p:cNvSpPr>
          <p:nvPr/>
        </p:nvSpPr>
        <p:spPr>
          <a:xfrm>
            <a:off x="7261231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2FC703E8-F4E0-4EDA-8E95-6DD7A7BA4567}"/>
              </a:ext>
            </a:extLst>
          </p:cNvPr>
          <p:cNvSpPr>
            <a:spLocks noGrp="1"/>
          </p:cNvSpPr>
          <p:nvPr/>
        </p:nvSpPr>
        <p:spPr>
          <a:xfrm>
            <a:off x="7442321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7F24C637-AB08-4C37-AFBE-4A52511E8E2F}"/>
              </a:ext>
            </a:extLst>
          </p:cNvPr>
          <p:cNvSpPr>
            <a:spLocks noGrp="1"/>
          </p:cNvSpPr>
          <p:nvPr/>
        </p:nvSpPr>
        <p:spPr>
          <a:xfrm>
            <a:off x="7345695" y="297939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0EC608A8-2E40-48DF-891E-7097E6CE4A7B}"/>
              </a:ext>
            </a:extLst>
          </p:cNvPr>
          <p:cNvSpPr>
            <a:spLocks noGrp="1"/>
          </p:cNvSpPr>
          <p:nvPr/>
        </p:nvSpPr>
        <p:spPr>
          <a:xfrm>
            <a:off x="73606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A84430E9-06E8-441B-B90C-5827740ED310}"/>
              </a:ext>
            </a:extLst>
          </p:cNvPr>
          <p:cNvSpPr>
            <a:spLocks noGrp="1"/>
          </p:cNvSpPr>
          <p:nvPr/>
        </p:nvSpPr>
        <p:spPr>
          <a:xfrm>
            <a:off x="7421042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41886381-618D-4829-9876-B9FBC9D93EAE}"/>
              </a:ext>
            </a:extLst>
          </p:cNvPr>
          <p:cNvSpPr>
            <a:spLocks noGrp="1"/>
          </p:cNvSpPr>
          <p:nvPr/>
        </p:nvSpPr>
        <p:spPr>
          <a:xfrm>
            <a:off x="72902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90FADCDD-ED5D-4AE2-B848-966EA51755A8}"/>
              </a:ext>
            </a:extLst>
          </p:cNvPr>
          <p:cNvSpPr>
            <a:spLocks noGrp="1"/>
          </p:cNvSpPr>
          <p:nvPr/>
        </p:nvSpPr>
        <p:spPr>
          <a:xfrm>
            <a:off x="7310276" y="261903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AF67C6B9-54DE-4FA9-8899-47E5062C14D2}"/>
              </a:ext>
            </a:extLst>
          </p:cNvPr>
          <p:cNvSpPr>
            <a:spLocks noGrp="1"/>
          </p:cNvSpPr>
          <p:nvPr/>
        </p:nvSpPr>
        <p:spPr>
          <a:xfrm>
            <a:off x="738084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F21333CE-9220-41B5-A9A6-30127665B0DB}"/>
              </a:ext>
            </a:extLst>
          </p:cNvPr>
          <p:cNvSpPr>
            <a:spLocks noGrp="1"/>
          </p:cNvSpPr>
          <p:nvPr/>
        </p:nvSpPr>
        <p:spPr>
          <a:xfrm>
            <a:off x="72407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95E2B614-B21A-4E29-B4CB-890BD294486F}"/>
              </a:ext>
            </a:extLst>
          </p:cNvPr>
          <p:cNvSpPr>
            <a:spLocks noGrp="1"/>
          </p:cNvSpPr>
          <p:nvPr/>
        </p:nvSpPr>
        <p:spPr>
          <a:xfrm>
            <a:off x="7240406" y="29277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7CFA54B0-641A-4B88-BC16-E0A4BA9830B5}"/>
              </a:ext>
            </a:extLst>
          </p:cNvPr>
          <p:cNvSpPr>
            <a:spLocks noGrp="1"/>
          </p:cNvSpPr>
          <p:nvPr/>
        </p:nvSpPr>
        <p:spPr>
          <a:xfrm>
            <a:off x="72827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C53ABD9D-91BE-49A6-86D4-E9944E099167}"/>
              </a:ext>
            </a:extLst>
          </p:cNvPr>
          <p:cNvSpPr>
            <a:spLocks noGrp="1"/>
          </p:cNvSpPr>
          <p:nvPr/>
        </p:nvSpPr>
        <p:spPr>
          <a:xfrm>
            <a:off x="740061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0214BC17-601F-4896-A114-02D21C88C383}"/>
              </a:ext>
            </a:extLst>
          </p:cNvPr>
          <p:cNvSpPr>
            <a:spLocks noGrp="1"/>
          </p:cNvSpPr>
          <p:nvPr/>
        </p:nvSpPr>
        <p:spPr>
          <a:xfrm>
            <a:off x="72700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2E933BE9-34E6-4961-B07D-C852D2E4D003}"/>
              </a:ext>
            </a:extLst>
          </p:cNvPr>
          <p:cNvSpPr>
            <a:spLocks noGrp="1"/>
          </p:cNvSpPr>
          <p:nvPr/>
        </p:nvSpPr>
        <p:spPr>
          <a:xfrm>
            <a:off x="728060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13F08EE8-81C2-4DAE-9305-613F8DAEBE35}"/>
              </a:ext>
            </a:extLst>
          </p:cNvPr>
          <p:cNvSpPr>
            <a:spLocks noGrp="1"/>
          </p:cNvSpPr>
          <p:nvPr/>
        </p:nvSpPr>
        <p:spPr>
          <a:xfrm>
            <a:off x="72613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CEE4223E-3046-4F0E-9AA6-40EA75D1152D}"/>
              </a:ext>
            </a:extLst>
          </p:cNvPr>
          <p:cNvSpPr>
            <a:spLocks noGrp="1"/>
          </p:cNvSpPr>
          <p:nvPr/>
        </p:nvSpPr>
        <p:spPr>
          <a:xfrm>
            <a:off x="741335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31625EE5-F9C8-4083-8EC2-FC9A3467DFF9}"/>
              </a:ext>
            </a:extLst>
          </p:cNvPr>
          <p:cNvSpPr>
            <a:spLocks noGrp="1"/>
          </p:cNvSpPr>
          <p:nvPr/>
        </p:nvSpPr>
        <p:spPr>
          <a:xfrm>
            <a:off x="7430766" y="329331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E71EB3B6-82C2-4C75-B029-A5B42FD663B0}"/>
              </a:ext>
            </a:extLst>
          </p:cNvPr>
          <p:cNvSpPr>
            <a:spLocks noGrp="1"/>
          </p:cNvSpPr>
          <p:nvPr/>
        </p:nvSpPr>
        <p:spPr>
          <a:xfrm>
            <a:off x="743873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1D1230F1-BDAA-483F-99FF-4F002E555C73}"/>
              </a:ext>
            </a:extLst>
          </p:cNvPr>
          <p:cNvSpPr>
            <a:spLocks noGrp="1"/>
          </p:cNvSpPr>
          <p:nvPr/>
        </p:nvSpPr>
        <p:spPr>
          <a:xfrm>
            <a:off x="7367171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EED4EC95-A4E7-41CA-97A8-835D10872215}"/>
              </a:ext>
            </a:extLst>
          </p:cNvPr>
          <p:cNvSpPr>
            <a:spLocks noGrp="1"/>
          </p:cNvSpPr>
          <p:nvPr/>
        </p:nvSpPr>
        <p:spPr>
          <a:xfrm>
            <a:off x="72663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EE10B3DC-C3FC-406A-9DA1-36208A505F51}"/>
              </a:ext>
            </a:extLst>
          </p:cNvPr>
          <p:cNvSpPr>
            <a:spLocks noGrp="1"/>
          </p:cNvSpPr>
          <p:nvPr/>
        </p:nvSpPr>
        <p:spPr>
          <a:xfrm>
            <a:off x="725792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33D93621-DE0B-40F1-BE12-A4E18DAFD040}"/>
              </a:ext>
            </a:extLst>
          </p:cNvPr>
          <p:cNvSpPr>
            <a:spLocks noGrp="1"/>
          </p:cNvSpPr>
          <p:nvPr/>
        </p:nvSpPr>
        <p:spPr>
          <a:xfrm>
            <a:off x="7342973" y="18020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D6525A89-2149-4DD0-BB9C-33557113857C}"/>
              </a:ext>
            </a:extLst>
          </p:cNvPr>
          <p:cNvSpPr>
            <a:spLocks noGrp="1"/>
          </p:cNvSpPr>
          <p:nvPr/>
        </p:nvSpPr>
        <p:spPr>
          <a:xfrm>
            <a:off x="73443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124B977D-70F5-4609-816C-47F499C52190}"/>
              </a:ext>
            </a:extLst>
          </p:cNvPr>
          <p:cNvSpPr>
            <a:spLocks noGrp="1"/>
          </p:cNvSpPr>
          <p:nvPr/>
        </p:nvSpPr>
        <p:spPr>
          <a:xfrm>
            <a:off x="7266550" y="28801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A90BBEEA-9727-47B8-8E3E-F93E0A644032}"/>
              </a:ext>
            </a:extLst>
          </p:cNvPr>
          <p:cNvSpPr>
            <a:spLocks noGrp="1"/>
          </p:cNvSpPr>
          <p:nvPr/>
        </p:nvSpPr>
        <p:spPr>
          <a:xfrm>
            <a:off x="7382815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AD16638D-0828-4A51-A8FB-5FE00C9941CE}"/>
              </a:ext>
            </a:extLst>
          </p:cNvPr>
          <p:cNvSpPr>
            <a:spLocks noGrp="1"/>
          </p:cNvSpPr>
          <p:nvPr/>
        </p:nvSpPr>
        <p:spPr>
          <a:xfrm>
            <a:off x="739903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96574FB6-170A-4EAE-B281-5B453F7F6751}"/>
              </a:ext>
            </a:extLst>
          </p:cNvPr>
          <p:cNvSpPr>
            <a:spLocks noGrp="1"/>
          </p:cNvSpPr>
          <p:nvPr/>
        </p:nvSpPr>
        <p:spPr>
          <a:xfrm>
            <a:off x="740184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120F7688-C4DF-49AF-9F47-0377FF427AF4}"/>
              </a:ext>
            </a:extLst>
          </p:cNvPr>
          <p:cNvSpPr>
            <a:spLocks noGrp="1"/>
          </p:cNvSpPr>
          <p:nvPr/>
        </p:nvSpPr>
        <p:spPr>
          <a:xfrm>
            <a:off x="738639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444FAAA9-E1DB-44BA-8350-523B82C2DE78}"/>
              </a:ext>
            </a:extLst>
          </p:cNvPr>
          <p:cNvSpPr>
            <a:spLocks noGrp="1"/>
          </p:cNvSpPr>
          <p:nvPr/>
        </p:nvSpPr>
        <p:spPr>
          <a:xfrm>
            <a:off x="7413743" y="19811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502206A7-17CC-4590-937C-4916BDDE3427}"/>
              </a:ext>
            </a:extLst>
          </p:cNvPr>
          <p:cNvSpPr>
            <a:spLocks noGrp="1"/>
          </p:cNvSpPr>
          <p:nvPr/>
        </p:nvSpPr>
        <p:spPr>
          <a:xfrm>
            <a:off x="730545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95B5E9DD-E86C-464E-BD28-B520190D4DCB}"/>
              </a:ext>
            </a:extLst>
          </p:cNvPr>
          <p:cNvSpPr>
            <a:spLocks noGrp="1"/>
          </p:cNvSpPr>
          <p:nvPr/>
        </p:nvSpPr>
        <p:spPr>
          <a:xfrm>
            <a:off x="731370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80C2795E-53BA-4640-A4DD-30AD004F2826}"/>
              </a:ext>
            </a:extLst>
          </p:cNvPr>
          <p:cNvSpPr>
            <a:spLocks noGrp="1"/>
          </p:cNvSpPr>
          <p:nvPr/>
        </p:nvSpPr>
        <p:spPr>
          <a:xfrm>
            <a:off x="7385464" y="30442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25CBA4D0-6D2B-4850-A01E-C51BDBDEE915}"/>
              </a:ext>
            </a:extLst>
          </p:cNvPr>
          <p:cNvSpPr>
            <a:spLocks noGrp="1"/>
          </p:cNvSpPr>
          <p:nvPr/>
        </p:nvSpPr>
        <p:spPr>
          <a:xfrm>
            <a:off x="7237943" y="21766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D6DCB7D7-AFC3-46C4-BE57-7F6AC93C5987}"/>
              </a:ext>
            </a:extLst>
          </p:cNvPr>
          <p:cNvSpPr>
            <a:spLocks noGrp="1"/>
          </p:cNvSpPr>
          <p:nvPr/>
        </p:nvSpPr>
        <p:spPr>
          <a:xfrm>
            <a:off x="731336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C55E346B-7DB9-4980-AD46-7435D36AA5B6}"/>
              </a:ext>
            </a:extLst>
          </p:cNvPr>
          <p:cNvSpPr>
            <a:spLocks noGrp="1"/>
          </p:cNvSpPr>
          <p:nvPr/>
        </p:nvSpPr>
        <p:spPr>
          <a:xfrm>
            <a:off x="7320055" y="332238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ED4C4727-3CE0-4D6F-A35D-C6E306AC2C4F}"/>
              </a:ext>
            </a:extLst>
          </p:cNvPr>
          <p:cNvSpPr>
            <a:spLocks noGrp="1"/>
          </p:cNvSpPr>
          <p:nvPr/>
        </p:nvSpPr>
        <p:spPr>
          <a:xfrm>
            <a:off x="7322185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56E1DAF3-5F45-4400-9E70-D970AC846539}"/>
              </a:ext>
            </a:extLst>
          </p:cNvPr>
          <p:cNvSpPr>
            <a:spLocks noGrp="1"/>
          </p:cNvSpPr>
          <p:nvPr/>
        </p:nvSpPr>
        <p:spPr>
          <a:xfrm>
            <a:off x="7314335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F0DACA84-FAF7-450C-B61E-0CB1B50DC0F2}"/>
              </a:ext>
            </a:extLst>
          </p:cNvPr>
          <p:cNvSpPr>
            <a:spLocks noGrp="1"/>
          </p:cNvSpPr>
          <p:nvPr/>
        </p:nvSpPr>
        <p:spPr>
          <a:xfrm>
            <a:off x="740676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130746D2-81E6-4E95-95CF-5B0F85E4DC2B}"/>
              </a:ext>
            </a:extLst>
          </p:cNvPr>
          <p:cNvSpPr>
            <a:spLocks noGrp="1"/>
          </p:cNvSpPr>
          <p:nvPr/>
        </p:nvSpPr>
        <p:spPr>
          <a:xfrm>
            <a:off x="7305698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A6B2A0E3-DD06-4426-8C68-F73E6C7639C7}"/>
              </a:ext>
            </a:extLst>
          </p:cNvPr>
          <p:cNvSpPr>
            <a:spLocks noGrp="1"/>
          </p:cNvSpPr>
          <p:nvPr/>
        </p:nvSpPr>
        <p:spPr>
          <a:xfrm>
            <a:off x="7410274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5ED54508-C4BF-41E7-B463-898B34B135FC}"/>
              </a:ext>
            </a:extLst>
          </p:cNvPr>
          <p:cNvSpPr>
            <a:spLocks noGrp="1"/>
          </p:cNvSpPr>
          <p:nvPr/>
        </p:nvSpPr>
        <p:spPr>
          <a:xfrm>
            <a:off x="736601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0D557DE7-70FB-4AEC-9D4D-2BEB08CE44AF}"/>
              </a:ext>
            </a:extLst>
          </p:cNvPr>
          <p:cNvSpPr>
            <a:spLocks noGrp="1"/>
          </p:cNvSpPr>
          <p:nvPr/>
        </p:nvSpPr>
        <p:spPr>
          <a:xfrm>
            <a:off x="7390731" y="15242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1FDC440F-FB94-411E-B0F0-3E9AFF61DB95}"/>
              </a:ext>
            </a:extLst>
          </p:cNvPr>
          <p:cNvSpPr>
            <a:spLocks noGrp="1"/>
          </p:cNvSpPr>
          <p:nvPr/>
        </p:nvSpPr>
        <p:spPr>
          <a:xfrm>
            <a:off x="7362975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1B27130A-CE89-4643-82EF-33B07CD115FF}"/>
              </a:ext>
            </a:extLst>
          </p:cNvPr>
          <p:cNvSpPr>
            <a:spLocks noGrp="1"/>
          </p:cNvSpPr>
          <p:nvPr/>
        </p:nvSpPr>
        <p:spPr>
          <a:xfrm>
            <a:off x="727324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5A9D90C3-A758-4FF5-98BE-BA1CCEC0469B}"/>
              </a:ext>
            </a:extLst>
          </p:cNvPr>
          <p:cNvSpPr>
            <a:spLocks noGrp="1"/>
          </p:cNvSpPr>
          <p:nvPr/>
        </p:nvSpPr>
        <p:spPr>
          <a:xfrm>
            <a:off x="7368781" y="2295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67573D38-CCFE-4123-A236-9B25A2923944}"/>
              </a:ext>
            </a:extLst>
          </p:cNvPr>
          <p:cNvSpPr>
            <a:spLocks noGrp="1"/>
          </p:cNvSpPr>
          <p:nvPr/>
        </p:nvSpPr>
        <p:spPr>
          <a:xfrm>
            <a:off x="72997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438E009B-D762-4082-B743-AF6380971327}"/>
              </a:ext>
            </a:extLst>
          </p:cNvPr>
          <p:cNvSpPr>
            <a:spLocks noGrp="1"/>
          </p:cNvSpPr>
          <p:nvPr/>
        </p:nvSpPr>
        <p:spPr>
          <a:xfrm>
            <a:off x="735750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18BB1EC6-C0B2-4DFA-8C69-4C4D68FF2C56}"/>
              </a:ext>
            </a:extLst>
          </p:cNvPr>
          <p:cNvSpPr>
            <a:spLocks noGrp="1"/>
          </p:cNvSpPr>
          <p:nvPr/>
        </p:nvSpPr>
        <p:spPr>
          <a:xfrm>
            <a:off x="73038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98E0DF9F-8E78-4FC0-B0A5-4042AF1F4F3A}"/>
              </a:ext>
            </a:extLst>
          </p:cNvPr>
          <p:cNvSpPr>
            <a:spLocks noGrp="1"/>
          </p:cNvSpPr>
          <p:nvPr/>
        </p:nvSpPr>
        <p:spPr>
          <a:xfrm>
            <a:off x="7440931" y="29777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ADF50C03-F239-46EF-AD48-31BBBA46B63A}"/>
              </a:ext>
            </a:extLst>
          </p:cNvPr>
          <p:cNvSpPr>
            <a:spLocks noGrp="1"/>
          </p:cNvSpPr>
          <p:nvPr/>
        </p:nvSpPr>
        <p:spPr>
          <a:xfrm>
            <a:off x="736756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1FCA7DB4-BCBF-4009-A195-1F1C3D5B1AF1}"/>
              </a:ext>
            </a:extLst>
          </p:cNvPr>
          <p:cNvSpPr>
            <a:spLocks noGrp="1"/>
          </p:cNvSpPr>
          <p:nvPr/>
        </p:nvSpPr>
        <p:spPr>
          <a:xfrm>
            <a:off x="732470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EE2B276C-A2E4-4F1E-B207-4F1ADF6C7E65}"/>
              </a:ext>
            </a:extLst>
          </p:cNvPr>
          <p:cNvSpPr>
            <a:spLocks noGrp="1"/>
          </p:cNvSpPr>
          <p:nvPr/>
        </p:nvSpPr>
        <p:spPr>
          <a:xfrm>
            <a:off x="73095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0910A971-D182-4358-B526-66E5D42BB10B}"/>
              </a:ext>
            </a:extLst>
          </p:cNvPr>
          <p:cNvSpPr>
            <a:spLocks noGrp="1"/>
          </p:cNvSpPr>
          <p:nvPr/>
        </p:nvSpPr>
        <p:spPr>
          <a:xfrm>
            <a:off x="730962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6D70E773-595F-4A4B-9D39-10D272B6A4AD}"/>
              </a:ext>
            </a:extLst>
          </p:cNvPr>
          <p:cNvSpPr>
            <a:spLocks noGrp="1"/>
          </p:cNvSpPr>
          <p:nvPr/>
        </p:nvSpPr>
        <p:spPr>
          <a:xfrm>
            <a:off x="7418758" y="14887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18A4809D-CF91-49EA-9E18-AF193E46895A}"/>
              </a:ext>
            </a:extLst>
          </p:cNvPr>
          <p:cNvSpPr>
            <a:spLocks noGrp="1"/>
          </p:cNvSpPr>
          <p:nvPr/>
        </p:nvSpPr>
        <p:spPr>
          <a:xfrm>
            <a:off x="734478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58351AC9-DB0B-49B2-A249-9EA1F3F65555}"/>
              </a:ext>
            </a:extLst>
          </p:cNvPr>
          <p:cNvSpPr>
            <a:spLocks noGrp="1"/>
          </p:cNvSpPr>
          <p:nvPr/>
        </p:nvSpPr>
        <p:spPr>
          <a:xfrm>
            <a:off x="733597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27755C91-A58A-4CC3-B27D-21146C1131B4}"/>
              </a:ext>
            </a:extLst>
          </p:cNvPr>
          <p:cNvSpPr>
            <a:spLocks noGrp="1"/>
          </p:cNvSpPr>
          <p:nvPr/>
        </p:nvSpPr>
        <p:spPr>
          <a:xfrm>
            <a:off x="7238230" y="32947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F0BB6270-3A89-4D98-803A-8D14980CB20B}"/>
              </a:ext>
            </a:extLst>
          </p:cNvPr>
          <p:cNvSpPr>
            <a:spLocks noGrp="1"/>
          </p:cNvSpPr>
          <p:nvPr/>
        </p:nvSpPr>
        <p:spPr>
          <a:xfrm>
            <a:off x="742502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C76E93CE-BD9A-4F69-A7C2-045A71E84A72}"/>
              </a:ext>
            </a:extLst>
          </p:cNvPr>
          <p:cNvSpPr>
            <a:spLocks noGrp="1"/>
          </p:cNvSpPr>
          <p:nvPr/>
        </p:nvSpPr>
        <p:spPr>
          <a:xfrm>
            <a:off x="72803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34FE8684-76E7-4A8C-AAC9-BF2808EA7856}"/>
              </a:ext>
            </a:extLst>
          </p:cNvPr>
          <p:cNvSpPr>
            <a:spLocks noGrp="1"/>
          </p:cNvSpPr>
          <p:nvPr/>
        </p:nvSpPr>
        <p:spPr>
          <a:xfrm>
            <a:off x="7285205" y="2878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014B211B-7C79-41C0-89DF-A2ACD5AE3446}"/>
              </a:ext>
            </a:extLst>
          </p:cNvPr>
          <p:cNvSpPr>
            <a:spLocks noGrp="1"/>
          </p:cNvSpPr>
          <p:nvPr/>
        </p:nvSpPr>
        <p:spPr>
          <a:xfrm>
            <a:off x="74097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925F55C3-E8EE-4E60-9183-EEB6894D2AFD}"/>
              </a:ext>
            </a:extLst>
          </p:cNvPr>
          <p:cNvSpPr>
            <a:spLocks noGrp="1"/>
          </p:cNvSpPr>
          <p:nvPr/>
        </p:nvSpPr>
        <p:spPr>
          <a:xfrm>
            <a:off x="73114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CFCAAEB6-EBF5-4311-A9B7-AFB72C02A498}"/>
              </a:ext>
            </a:extLst>
          </p:cNvPr>
          <p:cNvSpPr>
            <a:spLocks noGrp="1"/>
          </p:cNvSpPr>
          <p:nvPr/>
        </p:nvSpPr>
        <p:spPr>
          <a:xfrm>
            <a:off x="7428570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B51B5E04-8AB3-473A-AA23-9EEF0D8308CA}"/>
              </a:ext>
            </a:extLst>
          </p:cNvPr>
          <p:cNvSpPr>
            <a:spLocks noGrp="1"/>
          </p:cNvSpPr>
          <p:nvPr/>
        </p:nvSpPr>
        <p:spPr>
          <a:xfrm>
            <a:off x="7419345" y="2898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DBEC13DC-6F42-4D2E-88C8-78728697AAC5}"/>
              </a:ext>
            </a:extLst>
          </p:cNvPr>
          <p:cNvSpPr>
            <a:spLocks noGrp="1"/>
          </p:cNvSpPr>
          <p:nvPr/>
        </p:nvSpPr>
        <p:spPr>
          <a:xfrm>
            <a:off x="728972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A793D65D-5711-4898-9F57-1BFA2C8A795B}"/>
              </a:ext>
            </a:extLst>
          </p:cNvPr>
          <p:cNvSpPr>
            <a:spLocks noGrp="1"/>
          </p:cNvSpPr>
          <p:nvPr/>
        </p:nvSpPr>
        <p:spPr>
          <a:xfrm>
            <a:off x="727918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318FB913-6C25-4C52-88DE-7A6EAB083EEC}"/>
              </a:ext>
            </a:extLst>
          </p:cNvPr>
          <p:cNvSpPr>
            <a:spLocks noGrp="1"/>
          </p:cNvSpPr>
          <p:nvPr/>
        </p:nvSpPr>
        <p:spPr>
          <a:xfrm>
            <a:off x="73755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33E4DC0F-8384-4149-A45D-D08E6F5A7C63}"/>
              </a:ext>
            </a:extLst>
          </p:cNvPr>
          <p:cNvSpPr>
            <a:spLocks noGrp="1"/>
          </p:cNvSpPr>
          <p:nvPr/>
        </p:nvSpPr>
        <p:spPr>
          <a:xfrm>
            <a:off x="73167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F32B7C1E-F93E-4732-8F16-539C9917D3EF}"/>
              </a:ext>
            </a:extLst>
          </p:cNvPr>
          <p:cNvSpPr>
            <a:spLocks noGrp="1"/>
          </p:cNvSpPr>
          <p:nvPr/>
        </p:nvSpPr>
        <p:spPr>
          <a:xfrm>
            <a:off x="7371291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9863BB5B-2689-48CC-83F1-FEDB65AEE63C}"/>
              </a:ext>
            </a:extLst>
          </p:cNvPr>
          <p:cNvSpPr>
            <a:spLocks noGrp="1"/>
          </p:cNvSpPr>
          <p:nvPr/>
        </p:nvSpPr>
        <p:spPr>
          <a:xfrm>
            <a:off x="7423839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307E48AD-5414-41CB-A6DC-8D6E995E8D03}"/>
              </a:ext>
            </a:extLst>
          </p:cNvPr>
          <p:cNvSpPr>
            <a:spLocks noGrp="1"/>
          </p:cNvSpPr>
          <p:nvPr/>
        </p:nvSpPr>
        <p:spPr>
          <a:xfrm>
            <a:off x="7243071" y="21381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7023C5B4-E412-44C7-B516-BEABD3B95DE9}"/>
              </a:ext>
            </a:extLst>
          </p:cNvPr>
          <p:cNvSpPr>
            <a:spLocks noGrp="1"/>
          </p:cNvSpPr>
          <p:nvPr/>
        </p:nvSpPr>
        <p:spPr>
          <a:xfrm>
            <a:off x="72477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8DD04EA2-3B14-49E7-8778-1834E928E4AD}"/>
              </a:ext>
            </a:extLst>
          </p:cNvPr>
          <p:cNvSpPr>
            <a:spLocks noGrp="1"/>
          </p:cNvSpPr>
          <p:nvPr/>
        </p:nvSpPr>
        <p:spPr>
          <a:xfrm>
            <a:off x="728967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3FE5545A-E669-4DDC-9372-D0D2583B509B}"/>
              </a:ext>
            </a:extLst>
          </p:cNvPr>
          <p:cNvSpPr>
            <a:spLocks noGrp="1"/>
          </p:cNvSpPr>
          <p:nvPr/>
        </p:nvSpPr>
        <p:spPr>
          <a:xfrm>
            <a:off x="7411502" y="14887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3F4A0952-5135-4652-BA3D-D6B946B5720E}"/>
              </a:ext>
            </a:extLst>
          </p:cNvPr>
          <p:cNvSpPr>
            <a:spLocks noGrp="1"/>
          </p:cNvSpPr>
          <p:nvPr/>
        </p:nvSpPr>
        <p:spPr>
          <a:xfrm>
            <a:off x="745140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9E8FDB96-66E7-42EA-BEEA-543C07C4DB67}"/>
              </a:ext>
            </a:extLst>
          </p:cNvPr>
          <p:cNvSpPr>
            <a:spLocks noGrp="1"/>
          </p:cNvSpPr>
          <p:nvPr/>
        </p:nvSpPr>
        <p:spPr>
          <a:xfrm>
            <a:off x="7404010" y="33094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D564AA36-812D-4AC2-966D-F9151843A88E}"/>
              </a:ext>
            </a:extLst>
          </p:cNvPr>
          <p:cNvSpPr>
            <a:spLocks noGrp="1"/>
          </p:cNvSpPr>
          <p:nvPr/>
        </p:nvSpPr>
        <p:spPr>
          <a:xfrm>
            <a:off x="729701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7698456E-832E-4AAA-90D9-726EB4E7720A}"/>
              </a:ext>
            </a:extLst>
          </p:cNvPr>
          <p:cNvSpPr>
            <a:spLocks noGrp="1"/>
          </p:cNvSpPr>
          <p:nvPr/>
        </p:nvSpPr>
        <p:spPr>
          <a:xfrm>
            <a:off x="7297421" y="313607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99C464DB-BD73-4819-96A7-C8A37DE03128}"/>
              </a:ext>
            </a:extLst>
          </p:cNvPr>
          <p:cNvSpPr>
            <a:spLocks noGrp="1"/>
          </p:cNvSpPr>
          <p:nvPr/>
        </p:nvSpPr>
        <p:spPr>
          <a:xfrm>
            <a:off x="770883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F35011C6-5378-4A9F-AD55-85C120128545}"/>
              </a:ext>
            </a:extLst>
          </p:cNvPr>
          <p:cNvSpPr>
            <a:spLocks noGrp="1"/>
          </p:cNvSpPr>
          <p:nvPr/>
        </p:nvSpPr>
        <p:spPr>
          <a:xfrm>
            <a:off x="7784760" y="147373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3EDBD9E1-E38B-42BC-9874-CEB6CCAE39C2}"/>
              </a:ext>
            </a:extLst>
          </p:cNvPr>
          <p:cNvSpPr>
            <a:spLocks noGrp="1"/>
          </p:cNvSpPr>
          <p:nvPr/>
        </p:nvSpPr>
        <p:spPr>
          <a:xfrm>
            <a:off x="777468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84654967-EDED-40CA-9675-FB680F71BD77}"/>
              </a:ext>
            </a:extLst>
          </p:cNvPr>
          <p:cNvSpPr>
            <a:spLocks noGrp="1"/>
          </p:cNvSpPr>
          <p:nvPr/>
        </p:nvSpPr>
        <p:spPr>
          <a:xfrm>
            <a:off x="767203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E3F4982C-2C9F-4E51-94F2-4D42AF78B4D1}"/>
              </a:ext>
            </a:extLst>
          </p:cNvPr>
          <p:cNvSpPr>
            <a:spLocks noGrp="1"/>
          </p:cNvSpPr>
          <p:nvPr/>
        </p:nvSpPr>
        <p:spPr>
          <a:xfrm>
            <a:off x="764081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EE61F465-DBC7-454D-BB55-8BDD801A5756}"/>
              </a:ext>
            </a:extLst>
          </p:cNvPr>
          <p:cNvSpPr>
            <a:spLocks noGrp="1"/>
          </p:cNvSpPr>
          <p:nvPr/>
        </p:nvSpPr>
        <p:spPr>
          <a:xfrm>
            <a:off x="7654519" y="2418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55C5DA6B-16CC-4084-9734-0F047489CEB0}"/>
              </a:ext>
            </a:extLst>
          </p:cNvPr>
          <p:cNvSpPr>
            <a:spLocks noGrp="1"/>
          </p:cNvSpPr>
          <p:nvPr/>
        </p:nvSpPr>
        <p:spPr>
          <a:xfrm>
            <a:off x="7698063" y="21875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34A45478-4377-446A-8F48-CBDDED892CAE}"/>
              </a:ext>
            </a:extLst>
          </p:cNvPr>
          <p:cNvSpPr>
            <a:spLocks noGrp="1"/>
          </p:cNvSpPr>
          <p:nvPr/>
        </p:nvSpPr>
        <p:spPr>
          <a:xfrm>
            <a:off x="7745355" y="24637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B7D6AEA8-5173-4718-BE94-667B5166FD37}"/>
              </a:ext>
            </a:extLst>
          </p:cNvPr>
          <p:cNvSpPr>
            <a:spLocks noGrp="1"/>
          </p:cNvSpPr>
          <p:nvPr/>
        </p:nvSpPr>
        <p:spPr>
          <a:xfrm>
            <a:off x="7597243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5DC4DD66-492A-437C-A484-58DEFC3C9B06}"/>
              </a:ext>
            </a:extLst>
          </p:cNvPr>
          <p:cNvSpPr>
            <a:spLocks noGrp="1"/>
          </p:cNvSpPr>
          <p:nvPr/>
        </p:nvSpPr>
        <p:spPr>
          <a:xfrm>
            <a:off x="774414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F037864F-7177-42D8-A637-9624E481BC40}"/>
              </a:ext>
            </a:extLst>
          </p:cNvPr>
          <p:cNvSpPr>
            <a:spLocks noGrp="1"/>
          </p:cNvSpPr>
          <p:nvPr/>
        </p:nvSpPr>
        <p:spPr>
          <a:xfrm>
            <a:off x="759510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EABD3B50-63FE-44FA-A51C-B202B67C9322}"/>
              </a:ext>
            </a:extLst>
          </p:cNvPr>
          <p:cNvSpPr>
            <a:spLocks noGrp="1"/>
          </p:cNvSpPr>
          <p:nvPr/>
        </p:nvSpPr>
        <p:spPr>
          <a:xfrm>
            <a:off x="7736267" y="1522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12413955-9CBB-4177-9A7F-00EF1C9A3ADE}"/>
              </a:ext>
            </a:extLst>
          </p:cNvPr>
          <p:cNvSpPr>
            <a:spLocks noGrp="1"/>
          </p:cNvSpPr>
          <p:nvPr/>
        </p:nvSpPr>
        <p:spPr>
          <a:xfrm>
            <a:off x="7785986" y="24618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433843C9-856A-4297-97A9-4D90C310F61E}"/>
              </a:ext>
            </a:extLst>
          </p:cNvPr>
          <p:cNvSpPr>
            <a:spLocks noGrp="1"/>
          </p:cNvSpPr>
          <p:nvPr/>
        </p:nvSpPr>
        <p:spPr>
          <a:xfrm>
            <a:off x="7648632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3F06227A-3696-4960-B463-3D31CD727364}"/>
              </a:ext>
            </a:extLst>
          </p:cNvPr>
          <p:cNvSpPr>
            <a:spLocks noGrp="1"/>
          </p:cNvSpPr>
          <p:nvPr/>
        </p:nvSpPr>
        <p:spPr>
          <a:xfrm>
            <a:off x="762805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8C3E13FC-F23F-4472-969F-D39211248256}"/>
              </a:ext>
            </a:extLst>
          </p:cNvPr>
          <p:cNvSpPr>
            <a:spLocks noGrp="1"/>
          </p:cNvSpPr>
          <p:nvPr/>
        </p:nvSpPr>
        <p:spPr>
          <a:xfrm>
            <a:off x="760256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6FA0B386-3DEC-4303-A299-0A8C43551060}"/>
              </a:ext>
            </a:extLst>
          </p:cNvPr>
          <p:cNvSpPr>
            <a:spLocks noGrp="1"/>
          </p:cNvSpPr>
          <p:nvPr/>
        </p:nvSpPr>
        <p:spPr>
          <a:xfrm>
            <a:off x="7648141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20857FD8-9234-49E0-9E39-2A70141EE944}"/>
              </a:ext>
            </a:extLst>
          </p:cNvPr>
          <p:cNvSpPr>
            <a:spLocks noGrp="1"/>
          </p:cNvSpPr>
          <p:nvPr/>
        </p:nvSpPr>
        <p:spPr>
          <a:xfrm>
            <a:off x="779549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6FA1795B-0B12-435B-B1D0-413BC5801648}"/>
              </a:ext>
            </a:extLst>
          </p:cNvPr>
          <p:cNvSpPr>
            <a:spLocks noGrp="1"/>
          </p:cNvSpPr>
          <p:nvPr/>
        </p:nvSpPr>
        <p:spPr>
          <a:xfrm>
            <a:off x="7650492" y="27142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547E7C5B-7C86-4FA0-AEA3-301A1EF00E5A}"/>
              </a:ext>
            </a:extLst>
          </p:cNvPr>
          <p:cNvSpPr>
            <a:spLocks noGrp="1"/>
          </p:cNvSpPr>
          <p:nvPr/>
        </p:nvSpPr>
        <p:spPr>
          <a:xfrm>
            <a:off x="76123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FA5A3EC3-4377-4285-BE8D-CFC97FBDC5A9}"/>
              </a:ext>
            </a:extLst>
          </p:cNvPr>
          <p:cNvSpPr>
            <a:spLocks noGrp="1"/>
          </p:cNvSpPr>
          <p:nvPr/>
        </p:nvSpPr>
        <p:spPr>
          <a:xfrm>
            <a:off x="7658641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38580159-BBBE-4548-9514-9C6ADA18D4CC}"/>
              </a:ext>
            </a:extLst>
          </p:cNvPr>
          <p:cNvSpPr>
            <a:spLocks noGrp="1"/>
          </p:cNvSpPr>
          <p:nvPr/>
        </p:nvSpPr>
        <p:spPr>
          <a:xfrm>
            <a:off x="766664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A2071ADC-BB31-4A5F-8859-5FC65E8FA297}"/>
              </a:ext>
            </a:extLst>
          </p:cNvPr>
          <p:cNvSpPr>
            <a:spLocks noGrp="1"/>
          </p:cNvSpPr>
          <p:nvPr/>
        </p:nvSpPr>
        <p:spPr>
          <a:xfrm>
            <a:off x="7768422" y="16789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CA0C75D0-0C75-4993-BFDC-FE27B536D881}"/>
              </a:ext>
            </a:extLst>
          </p:cNvPr>
          <p:cNvSpPr>
            <a:spLocks noGrp="1"/>
          </p:cNvSpPr>
          <p:nvPr/>
        </p:nvSpPr>
        <p:spPr>
          <a:xfrm>
            <a:off x="775374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3D406A7E-BCA5-485D-AFDB-110F4220B36C}"/>
              </a:ext>
            </a:extLst>
          </p:cNvPr>
          <p:cNvSpPr>
            <a:spLocks noGrp="1"/>
          </p:cNvSpPr>
          <p:nvPr/>
        </p:nvSpPr>
        <p:spPr>
          <a:xfrm>
            <a:off x="75923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CD956D63-8AC6-40BC-9975-8BFC2F88A06B}"/>
              </a:ext>
            </a:extLst>
          </p:cNvPr>
          <p:cNvSpPr>
            <a:spLocks noGrp="1"/>
          </p:cNvSpPr>
          <p:nvPr/>
        </p:nvSpPr>
        <p:spPr>
          <a:xfrm>
            <a:off x="7783289" y="27458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EFBC5B67-828C-49AF-BA5D-4F268FDB1863}"/>
              </a:ext>
            </a:extLst>
          </p:cNvPr>
          <p:cNvSpPr>
            <a:spLocks noGrp="1"/>
          </p:cNvSpPr>
          <p:nvPr/>
        </p:nvSpPr>
        <p:spPr>
          <a:xfrm>
            <a:off x="7656221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82B73283-DE51-48E6-96C9-60320ADA234D}"/>
              </a:ext>
            </a:extLst>
          </p:cNvPr>
          <p:cNvSpPr>
            <a:spLocks noGrp="1"/>
          </p:cNvSpPr>
          <p:nvPr/>
        </p:nvSpPr>
        <p:spPr>
          <a:xfrm>
            <a:off x="764578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AAC44A9D-CF50-4027-BC91-B4CB67D6B009}"/>
              </a:ext>
            </a:extLst>
          </p:cNvPr>
          <p:cNvSpPr>
            <a:spLocks noGrp="1"/>
          </p:cNvSpPr>
          <p:nvPr/>
        </p:nvSpPr>
        <p:spPr>
          <a:xfrm>
            <a:off x="770114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2E6A5B29-12DB-4AB9-97B5-A766DC04D754}"/>
              </a:ext>
            </a:extLst>
          </p:cNvPr>
          <p:cNvSpPr>
            <a:spLocks noGrp="1"/>
          </p:cNvSpPr>
          <p:nvPr/>
        </p:nvSpPr>
        <p:spPr>
          <a:xfrm>
            <a:off x="7775276" y="28929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E499BBDB-A2ED-4A7F-8A4C-3140555E6BFE}"/>
              </a:ext>
            </a:extLst>
          </p:cNvPr>
          <p:cNvSpPr>
            <a:spLocks noGrp="1"/>
          </p:cNvSpPr>
          <p:nvPr/>
        </p:nvSpPr>
        <p:spPr>
          <a:xfrm>
            <a:off x="7769661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C6E1AE03-E575-4FB9-A235-D8AA9B9D17E9}"/>
              </a:ext>
            </a:extLst>
          </p:cNvPr>
          <p:cNvSpPr>
            <a:spLocks noGrp="1"/>
          </p:cNvSpPr>
          <p:nvPr/>
        </p:nvSpPr>
        <p:spPr>
          <a:xfrm>
            <a:off x="7688589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D0DBA60A-E9FB-4402-8EF9-281011F61270}"/>
              </a:ext>
            </a:extLst>
          </p:cNvPr>
          <p:cNvSpPr>
            <a:spLocks noGrp="1"/>
          </p:cNvSpPr>
          <p:nvPr/>
        </p:nvSpPr>
        <p:spPr>
          <a:xfrm>
            <a:off x="7748134" y="32935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7585D012-AA5A-4AFF-8FE1-B0CDA7262F8D}"/>
              </a:ext>
            </a:extLst>
          </p:cNvPr>
          <p:cNvSpPr>
            <a:spLocks noGrp="1"/>
          </p:cNvSpPr>
          <p:nvPr/>
        </p:nvSpPr>
        <p:spPr>
          <a:xfrm>
            <a:off x="777724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08571559-D6B9-4AF4-BD4B-25E672B0C711}"/>
              </a:ext>
            </a:extLst>
          </p:cNvPr>
          <p:cNvSpPr>
            <a:spLocks noGrp="1"/>
          </p:cNvSpPr>
          <p:nvPr/>
        </p:nvSpPr>
        <p:spPr>
          <a:xfrm>
            <a:off x="770252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DEC2B32E-997E-4DDD-BF03-73537217D0CD}"/>
              </a:ext>
            </a:extLst>
          </p:cNvPr>
          <p:cNvSpPr>
            <a:spLocks noGrp="1"/>
          </p:cNvSpPr>
          <p:nvPr/>
        </p:nvSpPr>
        <p:spPr>
          <a:xfrm>
            <a:off x="773536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79FDA948-5803-46F1-92DC-FE7426A4E3DA}"/>
              </a:ext>
            </a:extLst>
          </p:cNvPr>
          <p:cNvSpPr>
            <a:spLocks noGrp="1"/>
          </p:cNvSpPr>
          <p:nvPr/>
        </p:nvSpPr>
        <p:spPr>
          <a:xfrm>
            <a:off x="770538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CD757510-4186-4859-86A6-9261F991DE6C}"/>
              </a:ext>
            </a:extLst>
          </p:cNvPr>
          <p:cNvSpPr>
            <a:spLocks noGrp="1"/>
          </p:cNvSpPr>
          <p:nvPr/>
        </p:nvSpPr>
        <p:spPr>
          <a:xfrm>
            <a:off x="7735212" y="16006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69DA42CC-67A6-42A5-AC09-F8CFDBC01453}"/>
              </a:ext>
            </a:extLst>
          </p:cNvPr>
          <p:cNvSpPr>
            <a:spLocks noGrp="1"/>
          </p:cNvSpPr>
          <p:nvPr/>
        </p:nvSpPr>
        <p:spPr>
          <a:xfrm>
            <a:off x="764656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E41FAD48-9989-4DB6-8F46-995B0ADE65B8}"/>
              </a:ext>
            </a:extLst>
          </p:cNvPr>
          <p:cNvSpPr>
            <a:spLocks noGrp="1"/>
          </p:cNvSpPr>
          <p:nvPr/>
        </p:nvSpPr>
        <p:spPr>
          <a:xfrm>
            <a:off x="776390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6631B565-B42D-4648-91F7-CBEE829EF60D}"/>
              </a:ext>
            </a:extLst>
          </p:cNvPr>
          <p:cNvSpPr>
            <a:spLocks noGrp="1"/>
          </p:cNvSpPr>
          <p:nvPr/>
        </p:nvSpPr>
        <p:spPr>
          <a:xfrm>
            <a:off x="7687835" y="226129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969DD8BB-70A0-4A1A-888A-DD792FBBFFF7}"/>
              </a:ext>
            </a:extLst>
          </p:cNvPr>
          <p:cNvSpPr>
            <a:spLocks noGrp="1"/>
          </p:cNvSpPr>
          <p:nvPr/>
        </p:nvSpPr>
        <p:spPr>
          <a:xfrm>
            <a:off x="777532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60FF9A97-45E9-4119-850F-C0F8D491D611}"/>
              </a:ext>
            </a:extLst>
          </p:cNvPr>
          <p:cNvSpPr>
            <a:spLocks noGrp="1"/>
          </p:cNvSpPr>
          <p:nvPr/>
        </p:nvSpPr>
        <p:spPr>
          <a:xfrm>
            <a:off x="772901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BC67717A-9022-4A93-AD5C-17A73A127016}"/>
              </a:ext>
            </a:extLst>
          </p:cNvPr>
          <p:cNvSpPr>
            <a:spLocks noGrp="1"/>
          </p:cNvSpPr>
          <p:nvPr/>
        </p:nvSpPr>
        <p:spPr>
          <a:xfrm>
            <a:off x="762317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5482AC91-16E0-4264-9158-810CE464D69F}"/>
              </a:ext>
            </a:extLst>
          </p:cNvPr>
          <p:cNvSpPr>
            <a:spLocks noGrp="1"/>
          </p:cNvSpPr>
          <p:nvPr/>
        </p:nvSpPr>
        <p:spPr>
          <a:xfrm>
            <a:off x="7746902" y="19811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273645EE-8E93-450A-8330-22B12A073953}"/>
              </a:ext>
            </a:extLst>
          </p:cNvPr>
          <p:cNvSpPr>
            <a:spLocks noGrp="1"/>
          </p:cNvSpPr>
          <p:nvPr/>
        </p:nvSpPr>
        <p:spPr>
          <a:xfrm>
            <a:off x="774284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AA10AFDD-D01B-48AC-95E9-8FCB418A6811}"/>
              </a:ext>
            </a:extLst>
          </p:cNvPr>
          <p:cNvSpPr>
            <a:spLocks noGrp="1"/>
          </p:cNvSpPr>
          <p:nvPr/>
        </p:nvSpPr>
        <p:spPr>
          <a:xfrm>
            <a:off x="768141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D1A1233C-FD66-4741-8C6B-C87D3BCBABEC}"/>
              </a:ext>
            </a:extLst>
          </p:cNvPr>
          <p:cNvSpPr>
            <a:spLocks noGrp="1"/>
          </p:cNvSpPr>
          <p:nvPr/>
        </p:nvSpPr>
        <p:spPr>
          <a:xfrm>
            <a:off x="7766032" y="27549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DB1018BB-C362-4D7F-844D-BECAB5C5B8D6}"/>
              </a:ext>
            </a:extLst>
          </p:cNvPr>
          <p:cNvSpPr>
            <a:spLocks noGrp="1"/>
          </p:cNvSpPr>
          <p:nvPr/>
        </p:nvSpPr>
        <p:spPr>
          <a:xfrm>
            <a:off x="7730532" y="15392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BAC795A9-62C1-4044-B65E-BB160D726E1A}"/>
              </a:ext>
            </a:extLst>
          </p:cNvPr>
          <p:cNvSpPr>
            <a:spLocks noGrp="1"/>
          </p:cNvSpPr>
          <p:nvPr/>
        </p:nvSpPr>
        <p:spPr>
          <a:xfrm>
            <a:off x="762376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D9DBF340-74FE-4E61-85C3-E943EA8D3EDD}"/>
              </a:ext>
            </a:extLst>
          </p:cNvPr>
          <p:cNvSpPr>
            <a:spLocks noGrp="1"/>
          </p:cNvSpPr>
          <p:nvPr/>
        </p:nvSpPr>
        <p:spPr>
          <a:xfrm>
            <a:off x="7792860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38DF3B52-4ABE-47DE-B84A-43CC5887A393}"/>
              </a:ext>
            </a:extLst>
          </p:cNvPr>
          <p:cNvSpPr>
            <a:spLocks noGrp="1"/>
          </p:cNvSpPr>
          <p:nvPr/>
        </p:nvSpPr>
        <p:spPr>
          <a:xfrm>
            <a:off x="7699641" y="28018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486CE830-4F73-4222-9F0D-5F538F9B3EA0}"/>
              </a:ext>
            </a:extLst>
          </p:cNvPr>
          <p:cNvSpPr>
            <a:spLocks noGrp="1"/>
          </p:cNvSpPr>
          <p:nvPr/>
        </p:nvSpPr>
        <p:spPr>
          <a:xfrm>
            <a:off x="761877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367E750B-4F7B-468F-ADC1-E65EB1A91F6A}"/>
              </a:ext>
            </a:extLst>
          </p:cNvPr>
          <p:cNvSpPr>
            <a:spLocks noGrp="1"/>
          </p:cNvSpPr>
          <p:nvPr/>
        </p:nvSpPr>
        <p:spPr>
          <a:xfrm>
            <a:off x="7640965" y="30554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CEA282B5-927D-46F8-9D97-3C05519A709D}"/>
              </a:ext>
            </a:extLst>
          </p:cNvPr>
          <p:cNvSpPr>
            <a:spLocks noGrp="1"/>
          </p:cNvSpPr>
          <p:nvPr/>
        </p:nvSpPr>
        <p:spPr>
          <a:xfrm>
            <a:off x="7755644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AD3277BF-64E4-4787-AAF7-2A20AEF8990E}"/>
              </a:ext>
            </a:extLst>
          </p:cNvPr>
          <p:cNvSpPr>
            <a:spLocks noGrp="1"/>
          </p:cNvSpPr>
          <p:nvPr/>
        </p:nvSpPr>
        <p:spPr>
          <a:xfrm>
            <a:off x="7804595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D63E0020-AC1F-4E81-AA59-8DB301B78041}"/>
              </a:ext>
            </a:extLst>
          </p:cNvPr>
          <p:cNvSpPr>
            <a:spLocks noGrp="1"/>
          </p:cNvSpPr>
          <p:nvPr/>
        </p:nvSpPr>
        <p:spPr>
          <a:xfrm>
            <a:off x="7738541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5" name="data_1594">
            <a:extLst>
              <a:ext uri="{FF2B5EF4-FFF2-40B4-BE49-F238E27FC236}">
                <a16:creationId xmlns:a16="http://schemas.microsoft.com/office/drawing/2014/main" id="{F3305D7C-BACE-445B-88AB-E4B2BBB060D6}"/>
              </a:ext>
            </a:extLst>
          </p:cNvPr>
          <p:cNvSpPr>
            <a:spLocks noGrp="1"/>
          </p:cNvSpPr>
          <p:nvPr/>
        </p:nvSpPr>
        <p:spPr>
          <a:xfrm>
            <a:off x="773229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0613627A-C0C2-4255-8446-299D9C0A306E}"/>
              </a:ext>
            </a:extLst>
          </p:cNvPr>
          <p:cNvSpPr>
            <a:spLocks noGrp="1"/>
          </p:cNvSpPr>
          <p:nvPr/>
        </p:nvSpPr>
        <p:spPr>
          <a:xfrm>
            <a:off x="7692457" y="24367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7" name="data_1596">
            <a:extLst>
              <a:ext uri="{FF2B5EF4-FFF2-40B4-BE49-F238E27FC236}">
                <a16:creationId xmlns:a16="http://schemas.microsoft.com/office/drawing/2014/main" id="{666CF1D4-8F61-4420-AFAA-4326E7FAD1B8}"/>
              </a:ext>
            </a:extLst>
          </p:cNvPr>
          <p:cNvSpPr>
            <a:spLocks noGrp="1"/>
          </p:cNvSpPr>
          <p:nvPr/>
        </p:nvSpPr>
        <p:spPr>
          <a:xfrm>
            <a:off x="771052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1E094A91-30CA-49B1-8B06-AB39F6105070}"/>
              </a:ext>
            </a:extLst>
          </p:cNvPr>
          <p:cNvSpPr>
            <a:spLocks noGrp="1"/>
          </p:cNvSpPr>
          <p:nvPr/>
        </p:nvSpPr>
        <p:spPr>
          <a:xfrm>
            <a:off x="7674545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9" name="data_1598">
            <a:extLst>
              <a:ext uri="{FF2B5EF4-FFF2-40B4-BE49-F238E27FC236}">
                <a16:creationId xmlns:a16="http://schemas.microsoft.com/office/drawing/2014/main" id="{F3D967F0-DF1D-4875-A8ED-EFDE665723C7}"/>
              </a:ext>
            </a:extLst>
          </p:cNvPr>
          <p:cNvSpPr>
            <a:spLocks noGrp="1"/>
          </p:cNvSpPr>
          <p:nvPr/>
        </p:nvSpPr>
        <p:spPr>
          <a:xfrm>
            <a:off x="767331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57629DDA-660F-4B29-A66F-FE6B7D6F1911}"/>
              </a:ext>
            </a:extLst>
          </p:cNvPr>
          <p:cNvSpPr>
            <a:spLocks noGrp="1"/>
          </p:cNvSpPr>
          <p:nvPr/>
        </p:nvSpPr>
        <p:spPr>
          <a:xfrm>
            <a:off x="778406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1" name="data_1600">
            <a:extLst>
              <a:ext uri="{FF2B5EF4-FFF2-40B4-BE49-F238E27FC236}">
                <a16:creationId xmlns:a16="http://schemas.microsoft.com/office/drawing/2014/main" id="{4C47BA20-2F63-4DBB-B987-A3F59B0CCA93}"/>
              </a:ext>
            </a:extLst>
          </p:cNvPr>
          <p:cNvSpPr>
            <a:spLocks noGrp="1"/>
          </p:cNvSpPr>
          <p:nvPr/>
        </p:nvSpPr>
        <p:spPr>
          <a:xfrm>
            <a:off x="774846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2" name="data_1601">
            <a:extLst>
              <a:ext uri="{FF2B5EF4-FFF2-40B4-BE49-F238E27FC236}">
                <a16:creationId xmlns:a16="http://schemas.microsoft.com/office/drawing/2014/main" id="{017D0CE8-B5EB-43C9-B2C2-CBDF06CA1FDC}"/>
              </a:ext>
            </a:extLst>
          </p:cNvPr>
          <p:cNvSpPr>
            <a:spLocks noGrp="1"/>
          </p:cNvSpPr>
          <p:nvPr/>
        </p:nvSpPr>
        <p:spPr>
          <a:xfrm>
            <a:off x="7693424" y="3292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7DD5CA3D-5AB7-4517-BF5D-556193C4A55B}"/>
              </a:ext>
            </a:extLst>
          </p:cNvPr>
          <p:cNvSpPr>
            <a:spLocks noGrp="1"/>
          </p:cNvSpPr>
          <p:nvPr/>
        </p:nvSpPr>
        <p:spPr>
          <a:xfrm>
            <a:off x="766935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BE975315-1E7C-4E9A-9136-7141CD5C8AC8}"/>
              </a:ext>
            </a:extLst>
          </p:cNvPr>
          <p:cNvSpPr>
            <a:spLocks noGrp="1"/>
          </p:cNvSpPr>
          <p:nvPr/>
        </p:nvSpPr>
        <p:spPr>
          <a:xfrm>
            <a:off x="767201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5" name="data_1604">
            <a:extLst>
              <a:ext uri="{FF2B5EF4-FFF2-40B4-BE49-F238E27FC236}">
                <a16:creationId xmlns:a16="http://schemas.microsoft.com/office/drawing/2014/main" id="{16B422DA-2AF2-44BF-AD53-7BA15EE01E85}"/>
              </a:ext>
            </a:extLst>
          </p:cNvPr>
          <p:cNvSpPr>
            <a:spLocks noGrp="1"/>
          </p:cNvSpPr>
          <p:nvPr/>
        </p:nvSpPr>
        <p:spPr>
          <a:xfrm>
            <a:off x="7797904" y="3312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6" name="data_1605">
            <a:extLst>
              <a:ext uri="{FF2B5EF4-FFF2-40B4-BE49-F238E27FC236}">
                <a16:creationId xmlns:a16="http://schemas.microsoft.com/office/drawing/2014/main" id="{8A8D3650-2F07-46AD-94A6-EE1B6F233DEA}"/>
              </a:ext>
            </a:extLst>
          </p:cNvPr>
          <p:cNvSpPr>
            <a:spLocks noGrp="1"/>
          </p:cNvSpPr>
          <p:nvPr/>
        </p:nvSpPr>
        <p:spPr>
          <a:xfrm>
            <a:off x="7733744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E4F0873A-2F12-4B16-90B2-10FB1CB984D7}"/>
              </a:ext>
            </a:extLst>
          </p:cNvPr>
          <p:cNvSpPr>
            <a:spLocks noGrp="1"/>
          </p:cNvSpPr>
          <p:nvPr/>
        </p:nvSpPr>
        <p:spPr>
          <a:xfrm>
            <a:off x="76483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8" name="data_1607">
            <a:extLst>
              <a:ext uri="{FF2B5EF4-FFF2-40B4-BE49-F238E27FC236}">
                <a16:creationId xmlns:a16="http://schemas.microsoft.com/office/drawing/2014/main" id="{D9F045CD-0619-4251-8CB6-6255367332C9}"/>
              </a:ext>
            </a:extLst>
          </p:cNvPr>
          <p:cNvSpPr>
            <a:spLocks noGrp="1"/>
          </p:cNvSpPr>
          <p:nvPr/>
        </p:nvSpPr>
        <p:spPr>
          <a:xfrm>
            <a:off x="779405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9" name="data_1608">
            <a:extLst>
              <a:ext uri="{FF2B5EF4-FFF2-40B4-BE49-F238E27FC236}">
                <a16:creationId xmlns:a16="http://schemas.microsoft.com/office/drawing/2014/main" id="{D4CD8389-16A9-411A-87CA-488CACBC00AF}"/>
              </a:ext>
            </a:extLst>
          </p:cNvPr>
          <p:cNvSpPr>
            <a:spLocks noGrp="1"/>
          </p:cNvSpPr>
          <p:nvPr/>
        </p:nvSpPr>
        <p:spPr>
          <a:xfrm>
            <a:off x="771797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67972C69-0540-4269-839E-674CCF3D510A}"/>
              </a:ext>
            </a:extLst>
          </p:cNvPr>
          <p:cNvSpPr>
            <a:spLocks noGrp="1"/>
          </p:cNvSpPr>
          <p:nvPr/>
        </p:nvSpPr>
        <p:spPr>
          <a:xfrm>
            <a:off x="763708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B8291216-2D5E-4AC5-8AD9-CC41749A3BBE}"/>
              </a:ext>
            </a:extLst>
          </p:cNvPr>
          <p:cNvSpPr>
            <a:spLocks noGrp="1"/>
          </p:cNvSpPr>
          <p:nvPr/>
        </p:nvSpPr>
        <p:spPr>
          <a:xfrm>
            <a:off x="773457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2" name="data_1611">
            <a:extLst>
              <a:ext uri="{FF2B5EF4-FFF2-40B4-BE49-F238E27FC236}">
                <a16:creationId xmlns:a16="http://schemas.microsoft.com/office/drawing/2014/main" id="{913F1F46-501E-4A08-9881-E6989E16A724}"/>
              </a:ext>
            </a:extLst>
          </p:cNvPr>
          <p:cNvSpPr>
            <a:spLocks noGrp="1"/>
          </p:cNvSpPr>
          <p:nvPr/>
        </p:nvSpPr>
        <p:spPr>
          <a:xfrm>
            <a:off x="7774565" y="2803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E353E645-99E5-49FA-80EF-B2ACFEC55B0D}"/>
              </a:ext>
            </a:extLst>
          </p:cNvPr>
          <p:cNvSpPr>
            <a:spLocks noGrp="1"/>
          </p:cNvSpPr>
          <p:nvPr/>
        </p:nvSpPr>
        <p:spPr>
          <a:xfrm>
            <a:off x="7650211" y="26744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E1165F90-8366-44E0-9AA7-7CA5FB6CD271}"/>
              </a:ext>
            </a:extLst>
          </p:cNvPr>
          <p:cNvSpPr>
            <a:spLocks noGrp="1"/>
          </p:cNvSpPr>
          <p:nvPr/>
        </p:nvSpPr>
        <p:spPr>
          <a:xfrm>
            <a:off x="7644622" y="31924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5" name="data_1614">
            <a:extLst>
              <a:ext uri="{FF2B5EF4-FFF2-40B4-BE49-F238E27FC236}">
                <a16:creationId xmlns:a16="http://schemas.microsoft.com/office/drawing/2014/main" id="{B3F0589D-B458-4A03-A2AD-38C589DD0E75}"/>
              </a:ext>
            </a:extLst>
          </p:cNvPr>
          <p:cNvSpPr>
            <a:spLocks noGrp="1"/>
          </p:cNvSpPr>
          <p:nvPr/>
        </p:nvSpPr>
        <p:spPr>
          <a:xfrm>
            <a:off x="773106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EB621B2A-F40F-4E3B-8790-1A03FBAEB74A}"/>
              </a:ext>
            </a:extLst>
          </p:cNvPr>
          <p:cNvSpPr>
            <a:spLocks noGrp="1"/>
          </p:cNvSpPr>
          <p:nvPr/>
        </p:nvSpPr>
        <p:spPr>
          <a:xfrm>
            <a:off x="778451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95416397-34CD-4C2F-8CE1-C88361CE877B}"/>
              </a:ext>
            </a:extLst>
          </p:cNvPr>
          <p:cNvSpPr>
            <a:spLocks noGrp="1"/>
          </p:cNvSpPr>
          <p:nvPr/>
        </p:nvSpPr>
        <p:spPr>
          <a:xfrm>
            <a:off x="760054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8" name="data_1617">
            <a:extLst>
              <a:ext uri="{FF2B5EF4-FFF2-40B4-BE49-F238E27FC236}">
                <a16:creationId xmlns:a16="http://schemas.microsoft.com/office/drawing/2014/main" id="{C521E6F6-E56D-46B3-BD7D-5DF4A33FBA1B}"/>
              </a:ext>
            </a:extLst>
          </p:cNvPr>
          <p:cNvSpPr>
            <a:spLocks noGrp="1"/>
          </p:cNvSpPr>
          <p:nvPr/>
        </p:nvSpPr>
        <p:spPr>
          <a:xfrm>
            <a:off x="771284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9" name="data_1618">
            <a:extLst>
              <a:ext uri="{FF2B5EF4-FFF2-40B4-BE49-F238E27FC236}">
                <a16:creationId xmlns:a16="http://schemas.microsoft.com/office/drawing/2014/main" id="{706FFB46-9019-4C9F-9CF9-C4D5EF769BC8}"/>
              </a:ext>
            </a:extLst>
          </p:cNvPr>
          <p:cNvSpPr>
            <a:spLocks noGrp="1"/>
          </p:cNvSpPr>
          <p:nvPr/>
        </p:nvSpPr>
        <p:spPr>
          <a:xfrm>
            <a:off x="767148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2B20F730-E5F1-4D6A-AFD9-9EDE321A661E}"/>
              </a:ext>
            </a:extLst>
          </p:cNvPr>
          <p:cNvSpPr>
            <a:spLocks noGrp="1"/>
          </p:cNvSpPr>
          <p:nvPr/>
        </p:nvSpPr>
        <p:spPr>
          <a:xfrm>
            <a:off x="7634696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FB7CE961-4495-4864-8A34-49A59287D0E9}"/>
              </a:ext>
            </a:extLst>
          </p:cNvPr>
          <p:cNvSpPr>
            <a:spLocks noGrp="1"/>
          </p:cNvSpPr>
          <p:nvPr/>
        </p:nvSpPr>
        <p:spPr>
          <a:xfrm>
            <a:off x="7713885" y="29271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5437D645-187D-4F1E-9D1E-7DD76B5E9029}"/>
              </a:ext>
            </a:extLst>
          </p:cNvPr>
          <p:cNvSpPr>
            <a:spLocks noGrp="1"/>
          </p:cNvSpPr>
          <p:nvPr/>
        </p:nvSpPr>
        <p:spPr>
          <a:xfrm>
            <a:off x="7702413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78AF171C-3BD0-4435-A1F3-BB33EC7D1589}"/>
              </a:ext>
            </a:extLst>
          </p:cNvPr>
          <p:cNvSpPr>
            <a:spLocks noGrp="1"/>
          </p:cNvSpPr>
          <p:nvPr/>
        </p:nvSpPr>
        <p:spPr>
          <a:xfrm>
            <a:off x="7630916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701360D2-F94B-480D-B342-9292CAE49166}"/>
              </a:ext>
            </a:extLst>
          </p:cNvPr>
          <p:cNvSpPr>
            <a:spLocks noGrp="1"/>
          </p:cNvSpPr>
          <p:nvPr/>
        </p:nvSpPr>
        <p:spPr>
          <a:xfrm>
            <a:off x="7674426" y="21960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F592AD65-104B-454E-BFA3-F938BB4D8F17}"/>
              </a:ext>
            </a:extLst>
          </p:cNvPr>
          <p:cNvSpPr>
            <a:spLocks noGrp="1"/>
          </p:cNvSpPr>
          <p:nvPr/>
        </p:nvSpPr>
        <p:spPr>
          <a:xfrm>
            <a:off x="759217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30516281-9FE5-4AD6-B5F0-32EF56D5C248}"/>
              </a:ext>
            </a:extLst>
          </p:cNvPr>
          <p:cNvSpPr>
            <a:spLocks noGrp="1"/>
          </p:cNvSpPr>
          <p:nvPr/>
        </p:nvSpPr>
        <p:spPr>
          <a:xfrm>
            <a:off x="766409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D9482BCF-4ACB-4EBC-833D-E475087CC98A}"/>
              </a:ext>
            </a:extLst>
          </p:cNvPr>
          <p:cNvSpPr>
            <a:spLocks noGrp="1"/>
          </p:cNvSpPr>
          <p:nvPr/>
        </p:nvSpPr>
        <p:spPr>
          <a:xfrm>
            <a:off x="7717315" y="22072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6AA04B5E-F712-4969-BA6A-8DCC9B7D4A61}"/>
              </a:ext>
            </a:extLst>
          </p:cNvPr>
          <p:cNvSpPr>
            <a:spLocks noGrp="1"/>
          </p:cNvSpPr>
          <p:nvPr/>
        </p:nvSpPr>
        <p:spPr>
          <a:xfrm>
            <a:off x="764146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90C89C40-D829-4FD3-8E36-52C9E6661D4C}"/>
              </a:ext>
            </a:extLst>
          </p:cNvPr>
          <p:cNvSpPr>
            <a:spLocks noGrp="1"/>
          </p:cNvSpPr>
          <p:nvPr/>
        </p:nvSpPr>
        <p:spPr>
          <a:xfrm>
            <a:off x="7788322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C084BEB9-3BCE-4603-AA6C-7BEE0684BA79}"/>
              </a:ext>
            </a:extLst>
          </p:cNvPr>
          <p:cNvSpPr>
            <a:spLocks noGrp="1"/>
          </p:cNvSpPr>
          <p:nvPr/>
        </p:nvSpPr>
        <p:spPr>
          <a:xfrm>
            <a:off x="7748133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E2CCCAA6-00A4-4626-A90C-68DE5C2A18B0}"/>
              </a:ext>
            </a:extLst>
          </p:cNvPr>
          <p:cNvSpPr>
            <a:spLocks noGrp="1"/>
          </p:cNvSpPr>
          <p:nvPr/>
        </p:nvSpPr>
        <p:spPr>
          <a:xfrm>
            <a:off x="7752752" y="31897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869440A9-B503-4CAE-A794-71E5D44054DE}"/>
              </a:ext>
            </a:extLst>
          </p:cNvPr>
          <p:cNvSpPr>
            <a:spLocks noGrp="1"/>
          </p:cNvSpPr>
          <p:nvPr/>
        </p:nvSpPr>
        <p:spPr>
          <a:xfrm>
            <a:off x="801834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2A6EBB1F-9443-4C83-AAC1-EAEB36930FD6}"/>
              </a:ext>
            </a:extLst>
          </p:cNvPr>
          <p:cNvSpPr>
            <a:spLocks noGrp="1"/>
          </p:cNvSpPr>
          <p:nvPr/>
        </p:nvSpPr>
        <p:spPr>
          <a:xfrm>
            <a:off x="8111954" y="14582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57B2C8BE-DB3D-440C-8674-4532095E74C6}"/>
              </a:ext>
            </a:extLst>
          </p:cNvPr>
          <p:cNvSpPr>
            <a:spLocks noGrp="1"/>
          </p:cNvSpPr>
          <p:nvPr/>
        </p:nvSpPr>
        <p:spPr>
          <a:xfrm>
            <a:off x="814613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4CDA3863-091A-4208-8527-9A3A57E06228}"/>
              </a:ext>
            </a:extLst>
          </p:cNvPr>
          <p:cNvSpPr>
            <a:spLocks noGrp="1"/>
          </p:cNvSpPr>
          <p:nvPr/>
        </p:nvSpPr>
        <p:spPr>
          <a:xfrm>
            <a:off x="803274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A1BB78F5-6480-4CC3-9479-36A85DD7CB14}"/>
              </a:ext>
            </a:extLst>
          </p:cNvPr>
          <p:cNvSpPr>
            <a:spLocks noGrp="1"/>
          </p:cNvSpPr>
          <p:nvPr/>
        </p:nvSpPr>
        <p:spPr>
          <a:xfrm>
            <a:off x="814613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777CB93A-A224-4825-BCFB-CFDAF2E5E64C}"/>
              </a:ext>
            </a:extLst>
          </p:cNvPr>
          <p:cNvSpPr>
            <a:spLocks noGrp="1"/>
          </p:cNvSpPr>
          <p:nvPr/>
        </p:nvSpPr>
        <p:spPr>
          <a:xfrm>
            <a:off x="8141721" y="22710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1540920A-3201-4EB8-BCF7-74909BBDCD17}"/>
              </a:ext>
            </a:extLst>
          </p:cNvPr>
          <p:cNvSpPr>
            <a:spLocks noGrp="1"/>
          </p:cNvSpPr>
          <p:nvPr/>
        </p:nvSpPr>
        <p:spPr>
          <a:xfrm>
            <a:off x="800193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F3122DE-6CDA-45B8-BF87-2E0C7CCB2922}"/>
              </a:ext>
            </a:extLst>
          </p:cNvPr>
          <p:cNvSpPr>
            <a:spLocks noGrp="1"/>
          </p:cNvSpPr>
          <p:nvPr/>
        </p:nvSpPr>
        <p:spPr>
          <a:xfrm>
            <a:off x="805946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9583717F-7CA3-4C6E-B4AD-8DF11B312581}"/>
              </a:ext>
            </a:extLst>
          </p:cNvPr>
          <p:cNvSpPr>
            <a:spLocks noGrp="1"/>
          </p:cNvSpPr>
          <p:nvPr/>
        </p:nvSpPr>
        <p:spPr>
          <a:xfrm>
            <a:off x="8091592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CC47F57B-7FB3-45B3-B418-488E4D760D66}"/>
              </a:ext>
            </a:extLst>
          </p:cNvPr>
          <p:cNvSpPr>
            <a:spLocks noGrp="1"/>
          </p:cNvSpPr>
          <p:nvPr/>
        </p:nvSpPr>
        <p:spPr>
          <a:xfrm>
            <a:off x="808522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277FDEA8-0394-4293-BE05-87D0241D9B79}"/>
              </a:ext>
            </a:extLst>
          </p:cNvPr>
          <p:cNvSpPr>
            <a:spLocks noGrp="1"/>
          </p:cNvSpPr>
          <p:nvPr/>
        </p:nvSpPr>
        <p:spPr>
          <a:xfrm>
            <a:off x="794450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97BE697B-F723-43A3-B227-BE11147412F0}"/>
              </a:ext>
            </a:extLst>
          </p:cNvPr>
          <p:cNvSpPr>
            <a:spLocks noGrp="1"/>
          </p:cNvSpPr>
          <p:nvPr/>
        </p:nvSpPr>
        <p:spPr>
          <a:xfrm>
            <a:off x="811476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B979E253-3505-4882-B07F-C7017F0D6FF1}"/>
              </a:ext>
            </a:extLst>
          </p:cNvPr>
          <p:cNvSpPr>
            <a:spLocks noGrp="1"/>
          </p:cNvSpPr>
          <p:nvPr/>
        </p:nvSpPr>
        <p:spPr>
          <a:xfrm>
            <a:off x="8058872" y="21751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BB67051D-8594-428C-820E-7A81E16E0AD3}"/>
              </a:ext>
            </a:extLst>
          </p:cNvPr>
          <p:cNvSpPr>
            <a:spLocks noGrp="1"/>
          </p:cNvSpPr>
          <p:nvPr/>
        </p:nvSpPr>
        <p:spPr>
          <a:xfrm>
            <a:off x="810255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886130A3-1FA2-4542-87FB-A99C8F8ED69C}"/>
              </a:ext>
            </a:extLst>
          </p:cNvPr>
          <p:cNvSpPr>
            <a:spLocks noGrp="1"/>
          </p:cNvSpPr>
          <p:nvPr/>
        </p:nvSpPr>
        <p:spPr>
          <a:xfrm>
            <a:off x="81359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77C004C9-3DFE-4461-9FA2-FD7FF654CC82}"/>
              </a:ext>
            </a:extLst>
          </p:cNvPr>
          <p:cNvSpPr>
            <a:spLocks noGrp="1"/>
          </p:cNvSpPr>
          <p:nvPr/>
        </p:nvSpPr>
        <p:spPr>
          <a:xfrm>
            <a:off x="805145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9381F643-0DE4-45DD-A1DF-067550DCC18B}"/>
              </a:ext>
            </a:extLst>
          </p:cNvPr>
          <p:cNvSpPr>
            <a:spLocks noGrp="1"/>
          </p:cNvSpPr>
          <p:nvPr/>
        </p:nvSpPr>
        <p:spPr>
          <a:xfrm>
            <a:off x="802911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AAE0E915-47C3-4DD6-83A1-DEFEE83F3251}"/>
              </a:ext>
            </a:extLst>
          </p:cNvPr>
          <p:cNvSpPr>
            <a:spLocks noGrp="1"/>
          </p:cNvSpPr>
          <p:nvPr/>
        </p:nvSpPr>
        <p:spPr>
          <a:xfrm>
            <a:off x="79588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422D6F8E-B433-4AFF-85AA-519E9735BE7B}"/>
              </a:ext>
            </a:extLst>
          </p:cNvPr>
          <p:cNvSpPr>
            <a:spLocks noGrp="1"/>
          </p:cNvSpPr>
          <p:nvPr/>
        </p:nvSpPr>
        <p:spPr>
          <a:xfrm>
            <a:off x="8053825" y="26914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955CEDD8-DCEC-4990-938E-EFA34F009C37}"/>
              </a:ext>
            </a:extLst>
          </p:cNvPr>
          <p:cNvSpPr>
            <a:spLocks noGrp="1"/>
          </p:cNvSpPr>
          <p:nvPr/>
        </p:nvSpPr>
        <p:spPr>
          <a:xfrm>
            <a:off x="806987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EA15A850-F5C6-44FE-BB91-964A4D7B6B48}"/>
              </a:ext>
            </a:extLst>
          </p:cNvPr>
          <p:cNvSpPr>
            <a:spLocks noGrp="1"/>
          </p:cNvSpPr>
          <p:nvPr/>
        </p:nvSpPr>
        <p:spPr>
          <a:xfrm>
            <a:off x="8013113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154A1D8D-251D-4AA6-894F-FA79C32DCA65}"/>
              </a:ext>
            </a:extLst>
          </p:cNvPr>
          <p:cNvSpPr>
            <a:spLocks noGrp="1"/>
          </p:cNvSpPr>
          <p:nvPr/>
        </p:nvSpPr>
        <p:spPr>
          <a:xfrm>
            <a:off x="8031316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705A205A-43DE-41FD-8D21-5D142478505D}"/>
              </a:ext>
            </a:extLst>
          </p:cNvPr>
          <p:cNvSpPr>
            <a:spLocks noGrp="1"/>
          </p:cNvSpPr>
          <p:nvPr/>
        </p:nvSpPr>
        <p:spPr>
          <a:xfrm>
            <a:off x="8136479" y="1678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C60FA94F-5764-4C9B-913C-57FC406663E6}"/>
              </a:ext>
            </a:extLst>
          </p:cNvPr>
          <p:cNvSpPr>
            <a:spLocks noGrp="1"/>
          </p:cNvSpPr>
          <p:nvPr/>
        </p:nvSpPr>
        <p:spPr>
          <a:xfrm>
            <a:off x="798258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1159E778-4E48-4D8C-A5AC-E8205661F87A}"/>
              </a:ext>
            </a:extLst>
          </p:cNvPr>
          <p:cNvSpPr>
            <a:spLocks noGrp="1"/>
          </p:cNvSpPr>
          <p:nvPr/>
        </p:nvSpPr>
        <p:spPr>
          <a:xfrm>
            <a:off x="795092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B0F818CF-B0AD-423B-B050-5349A5E062C2}"/>
              </a:ext>
            </a:extLst>
          </p:cNvPr>
          <p:cNvSpPr>
            <a:spLocks noGrp="1"/>
          </p:cNvSpPr>
          <p:nvPr/>
        </p:nvSpPr>
        <p:spPr>
          <a:xfrm>
            <a:off x="8027019" y="18334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0208888D-E832-4FF4-A3C5-AB87A29FB411}"/>
              </a:ext>
            </a:extLst>
          </p:cNvPr>
          <p:cNvSpPr>
            <a:spLocks noGrp="1"/>
          </p:cNvSpPr>
          <p:nvPr/>
        </p:nvSpPr>
        <p:spPr>
          <a:xfrm>
            <a:off x="801966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20995DFA-443E-4715-9A3D-3EEB2AED7536}"/>
              </a:ext>
            </a:extLst>
          </p:cNvPr>
          <p:cNvSpPr>
            <a:spLocks noGrp="1"/>
          </p:cNvSpPr>
          <p:nvPr/>
        </p:nvSpPr>
        <p:spPr>
          <a:xfrm>
            <a:off x="80731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15CF3D15-ACDA-4A66-A810-C62B4BD7CD8D}"/>
              </a:ext>
            </a:extLst>
          </p:cNvPr>
          <p:cNvSpPr>
            <a:spLocks noGrp="1"/>
          </p:cNvSpPr>
          <p:nvPr/>
        </p:nvSpPr>
        <p:spPr>
          <a:xfrm>
            <a:off x="812776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0A9B2C0E-7F88-4BA3-A73B-0592BBE87697}"/>
              </a:ext>
            </a:extLst>
          </p:cNvPr>
          <p:cNvSpPr>
            <a:spLocks noGrp="1"/>
          </p:cNvSpPr>
          <p:nvPr/>
        </p:nvSpPr>
        <p:spPr>
          <a:xfrm>
            <a:off x="8014929" y="24959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C5487C65-F56F-4DF5-8F82-D2FC72BE4E01}"/>
              </a:ext>
            </a:extLst>
          </p:cNvPr>
          <p:cNvSpPr>
            <a:spLocks noGrp="1"/>
          </p:cNvSpPr>
          <p:nvPr/>
        </p:nvSpPr>
        <p:spPr>
          <a:xfrm>
            <a:off x="7960988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931E9AC8-225E-44C1-97F4-F956EC339A77}"/>
              </a:ext>
            </a:extLst>
          </p:cNvPr>
          <p:cNvSpPr>
            <a:spLocks noGrp="1"/>
          </p:cNvSpPr>
          <p:nvPr/>
        </p:nvSpPr>
        <p:spPr>
          <a:xfrm>
            <a:off x="809754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D867A78A-4E84-4EED-BD05-5AF1C967F434}"/>
              </a:ext>
            </a:extLst>
          </p:cNvPr>
          <p:cNvSpPr>
            <a:spLocks noGrp="1"/>
          </p:cNvSpPr>
          <p:nvPr/>
        </p:nvSpPr>
        <p:spPr>
          <a:xfrm>
            <a:off x="8063036" y="32842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6A90830B-4FE7-4C35-ABBA-A8457DBD4847}"/>
              </a:ext>
            </a:extLst>
          </p:cNvPr>
          <p:cNvSpPr>
            <a:spLocks noGrp="1"/>
          </p:cNvSpPr>
          <p:nvPr/>
        </p:nvSpPr>
        <p:spPr>
          <a:xfrm>
            <a:off x="808682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AA878027-C768-4355-85A3-C99DA6CA142F}"/>
              </a:ext>
            </a:extLst>
          </p:cNvPr>
          <p:cNvSpPr>
            <a:spLocks noGrp="1"/>
          </p:cNvSpPr>
          <p:nvPr/>
        </p:nvSpPr>
        <p:spPr>
          <a:xfrm>
            <a:off x="81246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35523F74-C03F-42E1-BE42-D40C2D60629A}"/>
              </a:ext>
            </a:extLst>
          </p:cNvPr>
          <p:cNvSpPr>
            <a:spLocks noGrp="1"/>
          </p:cNvSpPr>
          <p:nvPr/>
        </p:nvSpPr>
        <p:spPr>
          <a:xfrm>
            <a:off x="810507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E61D29B3-A06B-4D95-9B62-FC9AA5D7A7F6}"/>
              </a:ext>
            </a:extLst>
          </p:cNvPr>
          <p:cNvSpPr>
            <a:spLocks noGrp="1"/>
          </p:cNvSpPr>
          <p:nvPr/>
        </p:nvSpPr>
        <p:spPr>
          <a:xfrm>
            <a:off x="810875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9C4CEABC-2EE2-4E48-B4BA-590CA4A60E50}"/>
              </a:ext>
            </a:extLst>
          </p:cNvPr>
          <p:cNvSpPr>
            <a:spLocks noGrp="1"/>
          </p:cNvSpPr>
          <p:nvPr/>
        </p:nvSpPr>
        <p:spPr>
          <a:xfrm>
            <a:off x="8114194" y="18095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4844442D-E5D4-4147-ADBB-BED35BB6D8BD}"/>
              </a:ext>
            </a:extLst>
          </p:cNvPr>
          <p:cNvSpPr>
            <a:spLocks noGrp="1"/>
          </p:cNvSpPr>
          <p:nvPr/>
        </p:nvSpPr>
        <p:spPr>
          <a:xfrm>
            <a:off x="812019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D6FABCCD-378B-404E-9DD1-35C7775762A6}"/>
              </a:ext>
            </a:extLst>
          </p:cNvPr>
          <p:cNvSpPr>
            <a:spLocks noGrp="1"/>
          </p:cNvSpPr>
          <p:nvPr/>
        </p:nvSpPr>
        <p:spPr>
          <a:xfrm>
            <a:off x="80262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B171D929-C6AD-4EBF-8683-D346FAD8BB1E}"/>
              </a:ext>
            </a:extLst>
          </p:cNvPr>
          <p:cNvSpPr>
            <a:spLocks noGrp="1"/>
          </p:cNvSpPr>
          <p:nvPr/>
        </p:nvSpPr>
        <p:spPr>
          <a:xfrm>
            <a:off x="80776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D014475D-8A47-4A6E-8203-BA37C07DD87E}"/>
              </a:ext>
            </a:extLst>
          </p:cNvPr>
          <p:cNvSpPr>
            <a:spLocks noGrp="1"/>
          </p:cNvSpPr>
          <p:nvPr/>
        </p:nvSpPr>
        <p:spPr>
          <a:xfrm>
            <a:off x="80221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98C63901-B833-48B7-B950-C7BADE96E450}"/>
              </a:ext>
            </a:extLst>
          </p:cNvPr>
          <p:cNvSpPr>
            <a:spLocks noGrp="1"/>
          </p:cNvSpPr>
          <p:nvPr/>
        </p:nvSpPr>
        <p:spPr>
          <a:xfrm>
            <a:off x="805399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2744DAE5-25BF-4A75-8374-A9608EE32137}"/>
              </a:ext>
            </a:extLst>
          </p:cNvPr>
          <p:cNvSpPr>
            <a:spLocks noGrp="1"/>
          </p:cNvSpPr>
          <p:nvPr/>
        </p:nvSpPr>
        <p:spPr>
          <a:xfrm>
            <a:off x="799865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CE7BA64D-FFB7-49F5-8137-AD1CE20122DD}"/>
              </a:ext>
            </a:extLst>
          </p:cNvPr>
          <p:cNvSpPr>
            <a:spLocks noGrp="1"/>
          </p:cNvSpPr>
          <p:nvPr/>
        </p:nvSpPr>
        <p:spPr>
          <a:xfrm>
            <a:off x="8084519" y="19811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2F4B012C-1875-489F-BA6C-2BC16E85A6EE}"/>
              </a:ext>
            </a:extLst>
          </p:cNvPr>
          <p:cNvSpPr>
            <a:spLocks noGrp="1"/>
          </p:cNvSpPr>
          <p:nvPr/>
        </p:nvSpPr>
        <p:spPr>
          <a:xfrm>
            <a:off x="80295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D4B38B73-02A3-4184-BBD3-BAAB9191CF9C}"/>
              </a:ext>
            </a:extLst>
          </p:cNvPr>
          <p:cNvSpPr>
            <a:spLocks noGrp="1"/>
          </p:cNvSpPr>
          <p:nvPr/>
        </p:nvSpPr>
        <p:spPr>
          <a:xfrm>
            <a:off x="805696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1C37F28F-D615-420F-BCF4-3F0532125CF6}"/>
              </a:ext>
            </a:extLst>
          </p:cNvPr>
          <p:cNvSpPr>
            <a:spLocks noGrp="1"/>
          </p:cNvSpPr>
          <p:nvPr/>
        </p:nvSpPr>
        <p:spPr>
          <a:xfrm>
            <a:off x="8039071" y="23821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4386EE63-C7A7-48A9-BF9C-9E541EC45A3B}"/>
              </a:ext>
            </a:extLst>
          </p:cNvPr>
          <p:cNvSpPr>
            <a:spLocks noGrp="1"/>
          </p:cNvSpPr>
          <p:nvPr/>
        </p:nvSpPr>
        <p:spPr>
          <a:xfrm>
            <a:off x="812451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4BBB4B7D-5E17-47EF-96A4-AAEF7FEEBC12}"/>
              </a:ext>
            </a:extLst>
          </p:cNvPr>
          <p:cNvSpPr>
            <a:spLocks noGrp="1"/>
          </p:cNvSpPr>
          <p:nvPr/>
        </p:nvSpPr>
        <p:spPr>
          <a:xfrm>
            <a:off x="803732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37663AC5-9F1B-4C05-9D93-C5E1AB99831C}"/>
              </a:ext>
            </a:extLst>
          </p:cNvPr>
          <p:cNvSpPr>
            <a:spLocks noGrp="1"/>
          </p:cNvSpPr>
          <p:nvPr/>
        </p:nvSpPr>
        <p:spPr>
          <a:xfrm>
            <a:off x="8109441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459F50DE-E86A-45DF-8987-8CB92417F01C}"/>
              </a:ext>
            </a:extLst>
          </p:cNvPr>
          <p:cNvSpPr>
            <a:spLocks noGrp="1"/>
          </p:cNvSpPr>
          <p:nvPr/>
        </p:nvSpPr>
        <p:spPr>
          <a:xfrm>
            <a:off x="8075781" y="2592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95A9E805-AECB-429B-BA78-C6040DE98B4F}"/>
              </a:ext>
            </a:extLst>
          </p:cNvPr>
          <p:cNvSpPr>
            <a:spLocks noGrp="1"/>
          </p:cNvSpPr>
          <p:nvPr/>
        </p:nvSpPr>
        <p:spPr>
          <a:xfrm>
            <a:off x="8081347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B1B37214-BEEA-4D11-8D56-5B3A919672E3}"/>
              </a:ext>
            </a:extLst>
          </p:cNvPr>
          <p:cNvSpPr>
            <a:spLocks noGrp="1"/>
          </p:cNvSpPr>
          <p:nvPr/>
        </p:nvSpPr>
        <p:spPr>
          <a:xfrm>
            <a:off x="8001764" y="30554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0224185C-91E0-49E0-AEA6-35812DA53A54}"/>
              </a:ext>
            </a:extLst>
          </p:cNvPr>
          <p:cNvSpPr>
            <a:spLocks noGrp="1"/>
          </p:cNvSpPr>
          <p:nvPr/>
        </p:nvSpPr>
        <p:spPr>
          <a:xfrm>
            <a:off x="8006428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4A7014A7-F0CD-45E0-B0EE-E0B4E0311B8C}"/>
              </a:ext>
            </a:extLst>
          </p:cNvPr>
          <p:cNvSpPr>
            <a:spLocks noGrp="1"/>
          </p:cNvSpPr>
          <p:nvPr/>
        </p:nvSpPr>
        <p:spPr>
          <a:xfrm>
            <a:off x="8125521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88F65DE6-FA99-4D7B-92F1-34511C6912B1}"/>
              </a:ext>
            </a:extLst>
          </p:cNvPr>
          <p:cNvSpPr>
            <a:spLocks noGrp="1"/>
          </p:cNvSpPr>
          <p:nvPr/>
        </p:nvSpPr>
        <p:spPr>
          <a:xfrm>
            <a:off x="7955015" y="20471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D614C573-07D1-45DB-B690-6CA6C49DFBD5}"/>
              </a:ext>
            </a:extLst>
          </p:cNvPr>
          <p:cNvSpPr>
            <a:spLocks noGrp="1"/>
          </p:cNvSpPr>
          <p:nvPr/>
        </p:nvSpPr>
        <p:spPr>
          <a:xfrm>
            <a:off x="808063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41999633-3A2F-4CFA-A123-82C5F8D44983}"/>
              </a:ext>
            </a:extLst>
          </p:cNvPr>
          <p:cNvSpPr>
            <a:spLocks noGrp="1"/>
          </p:cNvSpPr>
          <p:nvPr/>
        </p:nvSpPr>
        <p:spPr>
          <a:xfrm>
            <a:off x="80165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9D9DDE25-1C7F-46EE-8059-B566E5D0EA30}"/>
              </a:ext>
            </a:extLst>
          </p:cNvPr>
          <p:cNvSpPr>
            <a:spLocks noGrp="1"/>
          </p:cNvSpPr>
          <p:nvPr/>
        </p:nvSpPr>
        <p:spPr>
          <a:xfrm>
            <a:off x="796932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460145CF-05A0-4E36-B3E5-D9A08531C1FA}"/>
              </a:ext>
            </a:extLst>
          </p:cNvPr>
          <p:cNvSpPr>
            <a:spLocks noGrp="1"/>
          </p:cNvSpPr>
          <p:nvPr/>
        </p:nvSpPr>
        <p:spPr>
          <a:xfrm>
            <a:off x="8019611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7496612A-7D55-455D-84D1-A137FB7D664E}"/>
              </a:ext>
            </a:extLst>
          </p:cNvPr>
          <p:cNvSpPr>
            <a:spLocks noGrp="1"/>
          </p:cNvSpPr>
          <p:nvPr/>
        </p:nvSpPr>
        <p:spPr>
          <a:xfrm>
            <a:off x="800158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0A6BAFBF-8DA5-457A-9B9F-A02F12518250}"/>
              </a:ext>
            </a:extLst>
          </p:cNvPr>
          <p:cNvSpPr>
            <a:spLocks noGrp="1"/>
          </p:cNvSpPr>
          <p:nvPr/>
        </p:nvSpPr>
        <p:spPr>
          <a:xfrm>
            <a:off x="806608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60D3E220-E92F-435E-9D4B-1D148284EBFF}"/>
              </a:ext>
            </a:extLst>
          </p:cNvPr>
          <p:cNvSpPr>
            <a:spLocks noGrp="1"/>
          </p:cNvSpPr>
          <p:nvPr/>
        </p:nvSpPr>
        <p:spPr>
          <a:xfrm>
            <a:off x="796956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B9A4A348-2B19-409B-939A-EBB579F8B36F}"/>
              </a:ext>
            </a:extLst>
          </p:cNvPr>
          <p:cNvSpPr>
            <a:spLocks noGrp="1"/>
          </p:cNvSpPr>
          <p:nvPr/>
        </p:nvSpPr>
        <p:spPr>
          <a:xfrm>
            <a:off x="7960036" y="32927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BD007E84-2BE6-4B99-96FB-3656B916436D}"/>
              </a:ext>
            </a:extLst>
          </p:cNvPr>
          <p:cNvSpPr>
            <a:spLocks noGrp="1"/>
          </p:cNvSpPr>
          <p:nvPr/>
        </p:nvSpPr>
        <p:spPr>
          <a:xfrm>
            <a:off x="79544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04A23AA8-4AF7-4C60-B6EB-9CDA3D808252}"/>
              </a:ext>
            </a:extLst>
          </p:cNvPr>
          <p:cNvSpPr>
            <a:spLocks noGrp="1"/>
          </p:cNvSpPr>
          <p:nvPr/>
        </p:nvSpPr>
        <p:spPr>
          <a:xfrm>
            <a:off x="804653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FA48D237-AF4E-4380-8D4A-1C1C3FA5560A}"/>
              </a:ext>
            </a:extLst>
          </p:cNvPr>
          <p:cNvSpPr>
            <a:spLocks noGrp="1"/>
          </p:cNvSpPr>
          <p:nvPr/>
        </p:nvSpPr>
        <p:spPr>
          <a:xfrm>
            <a:off x="8037133" y="3216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8D322528-1A51-4E4E-BD49-09DD58BA5E52}"/>
              </a:ext>
            </a:extLst>
          </p:cNvPr>
          <p:cNvSpPr>
            <a:spLocks noGrp="1"/>
          </p:cNvSpPr>
          <p:nvPr/>
        </p:nvSpPr>
        <p:spPr>
          <a:xfrm>
            <a:off x="811285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47AECCE2-6D4D-444A-99E7-1E08154C15BE}"/>
              </a:ext>
            </a:extLst>
          </p:cNvPr>
          <p:cNvSpPr>
            <a:spLocks noGrp="1"/>
          </p:cNvSpPr>
          <p:nvPr/>
        </p:nvSpPr>
        <p:spPr>
          <a:xfrm>
            <a:off x="804546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D3E22DBC-F56D-4EB6-93A7-37E68CF051E0}"/>
              </a:ext>
            </a:extLst>
          </p:cNvPr>
          <p:cNvSpPr>
            <a:spLocks noGrp="1"/>
          </p:cNvSpPr>
          <p:nvPr/>
        </p:nvSpPr>
        <p:spPr>
          <a:xfrm>
            <a:off x="799270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FC81D14A-0400-4B86-846E-E0B443018DED}"/>
              </a:ext>
            </a:extLst>
          </p:cNvPr>
          <p:cNvSpPr>
            <a:spLocks noGrp="1"/>
          </p:cNvSpPr>
          <p:nvPr/>
        </p:nvSpPr>
        <p:spPr>
          <a:xfrm>
            <a:off x="81090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55D0D2A0-C835-467D-97E6-ED61ACCC1C0B}"/>
              </a:ext>
            </a:extLst>
          </p:cNvPr>
          <p:cNvSpPr>
            <a:spLocks noGrp="1"/>
          </p:cNvSpPr>
          <p:nvPr/>
        </p:nvSpPr>
        <p:spPr>
          <a:xfrm>
            <a:off x="7967927" y="3314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6428A1E0-5F95-41F3-A125-46BC7D4449A7}"/>
              </a:ext>
            </a:extLst>
          </p:cNvPr>
          <p:cNvSpPr>
            <a:spLocks noGrp="1"/>
          </p:cNvSpPr>
          <p:nvPr/>
        </p:nvSpPr>
        <p:spPr>
          <a:xfrm>
            <a:off x="813935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0EBBDBF3-3625-4BA1-9E22-9AA8090AC963}"/>
              </a:ext>
            </a:extLst>
          </p:cNvPr>
          <p:cNvSpPr>
            <a:spLocks noGrp="1"/>
          </p:cNvSpPr>
          <p:nvPr/>
        </p:nvSpPr>
        <p:spPr>
          <a:xfrm>
            <a:off x="8154753" y="28645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D4ED5016-B5CE-48A9-B25D-3070776AA817}"/>
              </a:ext>
            </a:extLst>
          </p:cNvPr>
          <p:cNvSpPr>
            <a:spLocks noGrp="1"/>
          </p:cNvSpPr>
          <p:nvPr/>
        </p:nvSpPr>
        <p:spPr>
          <a:xfrm>
            <a:off x="8077954" y="26768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3C8BA55B-1ECA-406B-AEFB-9724853C22C2}"/>
              </a:ext>
            </a:extLst>
          </p:cNvPr>
          <p:cNvSpPr>
            <a:spLocks noGrp="1"/>
          </p:cNvSpPr>
          <p:nvPr/>
        </p:nvSpPr>
        <p:spPr>
          <a:xfrm>
            <a:off x="7939244" y="27600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3C91FA87-38C5-4F90-ADCF-934019F464C2}"/>
              </a:ext>
            </a:extLst>
          </p:cNvPr>
          <p:cNvSpPr>
            <a:spLocks noGrp="1"/>
          </p:cNvSpPr>
          <p:nvPr/>
        </p:nvSpPr>
        <p:spPr>
          <a:xfrm>
            <a:off x="799389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957682DF-12B2-48B6-9D2A-88FBFCD7D05C}"/>
              </a:ext>
            </a:extLst>
          </p:cNvPr>
          <p:cNvSpPr>
            <a:spLocks noGrp="1"/>
          </p:cNvSpPr>
          <p:nvPr/>
        </p:nvSpPr>
        <p:spPr>
          <a:xfrm>
            <a:off x="813716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C8EBD3FF-3872-4E66-8E3B-49E1E350CB2D}"/>
              </a:ext>
            </a:extLst>
          </p:cNvPr>
          <p:cNvSpPr>
            <a:spLocks noGrp="1"/>
          </p:cNvSpPr>
          <p:nvPr/>
        </p:nvSpPr>
        <p:spPr>
          <a:xfrm>
            <a:off x="795885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5068FB08-1FD7-4B47-BEC3-2222755EA971}"/>
              </a:ext>
            </a:extLst>
          </p:cNvPr>
          <p:cNvSpPr>
            <a:spLocks noGrp="1"/>
          </p:cNvSpPr>
          <p:nvPr/>
        </p:nvSpPr>
        <p:spPr>
          <a:xfrm>
            <a:off x="80320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8785DF9D-AF1F-4709-A509-CE8EF7548102}"/>
              </a:ext>
            </a:extLst>
          </p:cNvPr>
          <p:cNvSpPr>
            <a:spLocks noGrp="1"/>
          </p:cNvSpPr>
          <p:nvPr/>
        </p:nvSpPr>
        <p:spPr>
          <a:xfrm>
            <a:off x="80566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7004E38A-18ED-4730-9D19-A51D365919BF}"/>
              </a:ext>
            </a:extLst>
          </p:cNvPr>
          <p:cNvSpPr>
            <a:spLocks noGrp="1"/>
          </p:cNvSpPr>
          <p:nvPr/>
        </p:nvSpPr>
        <p:spPr>
          <a:xfrm>
            <a:off x="815146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2DA01F26-D920-47AE-84D1-65DC7B912973}"/>
              </a:ext>
            </a:extLst>
          </p:cNvPr>
          <p:cNvSpPr>
            <a:spLocks noGrp="1"/>
          </p:cNvSpPr>
          <p:nvPr/>
        </p:nvSpPr>
        <p:spPr>
          <a:xfrm>
            <a:off x="8070164" y="29771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CE51C4E5-2048-44BD-A5B7-60470ACCF490}"/>
              </a:ext>
            </a:extLst>
          </p:cNvPr>
          <p:cNvSpPr>
            <a:spLocks noGrp="1"/>
          </p:cNvSpPr>
          <p:nvPr/>
        </p:nvSpPr>
        <p:spPr>
          <a:xfrm>
            <a:off x="801790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DD5435A0-F6CC-41A9-84FB-6DB721120725}"/>
              </a:ext>
            </a:extLst>
          </p:cNvPr>
          <p:cNvSpPr>
            <a:spLocks noGrp="1"/>
          </p:cNvSpPr>
          <p:nvPr/>
        </p:nvSpPr>
        <p:spPr>
          <a:xfrm>
            <a:off x="8099223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96106CCA-69B5-481A-A516-73E5D9CCB974}"/>
              </a:ext>
            </a:extLst>
          </p:cNvPr>
          <p:cNvSpPr>
            <a:spLocks noGrp="1"/>
          </p:cNvSpPr>
          <p:nvPr/>
        </p:nvSpPr>
        <p:spPr>
          <a:xfrm>
            <a:off x="7942104" y="28853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4C2A3AB5-7A6E-45A8-9439-D72A2C62471D}"/>
              </a:ext>
            </a:extLst>
          </p:cNvPr>
          <p:cNvSpPr>
            <a:spLocks noGrp="1"/>
          </p:cNvSpPr>
          <p:nvPr/>
        </p:nvSpPr>
        <p:spPr>
          <a:xfrm>
            <a:off x="795150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9E2BF1DE-EC29-44FB-82C1-7E9E67EFA6A8}"/>
              </a:ext>
            </a:extLst>
          </p:cNvPr>
          <p:cNvSpPr>
            <a:spLocks noGrp="1"/>
          </p:cNvSpPr>
          <p:nvPr/>
        </p:nvSpPr>
        <p:spPr>
          <a:xfrm>
            <a:off x="805414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4489A621-BD4B-43F3-A5CC-F66AD0B9CE68}"/>
              </a:ext>
            </a:extLst>
          </p:cNvPr>
          <p:cNvSpPr>
            <a:spLocks noGrp="1"/>
          </p:cNvSpPr>
          <p:nvPr/>
        </p:nvSpPr>
        <p:spPr>
          <a:xfrm>
            <a:off x="8133056" y="152229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87B41B2A-FBFF-4941-A59C-AB673D35B263}"/>
              </a:ext>
            </a:extLst>
          </p:cNvPr>
          <p:cNvSpPr>
            <a:spLocks noGrp="1"/>
          </p:cNvSpPr>
          <p:nvPr/>
        </p:nvSpPr>
        <p:spPr>
          <a:xfrm>
            <a:off x="801742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97B14BA5-7707-45DB-AA52-6654A7BB8F2A}"/>
              </a:ext>
            </a:extLst>
          </p:cNvPr>
          <p:cNvSpPr>
            <a:spLocks noGrp="1"/>
          </p:cNvSpPr>
          <p:nvPr/>
        </p:nvSpPr>
        <p:spPr>
          <a:xfrm>
            <a:off x="807820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15C4CAFD-47BA-4AA8-93D9-5E8AA7B0735F}"/>
              </a:ext>
            </a:extLst>
          </p:cNvPr>
          <p:cNvSpPr>
            <a:spLocks noGrp="1"/>
          </p:cNvSpPr>
          <p:nvPr/>
        </p:nvSpPr>
        <p:spPr>
          <a:xfrm>
            <a:off x="809474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B5277E87-9ABE-4439-A935-58A7715A7988}"/>
              </a:ext>
            </a:extLst>
          </p:cNvPr>
          <p:cNvSpPr>
            <a:spLocks noGrp="1"/>
          </p:cNvSpPr>
          <p:nvPr/>
        </p:nvSpPr>
        <p:spPr>
          <a:xfrm>
            <a:off x="7998174" y="31002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77DCF183-C011-4650-A296-02F2CA8CDC9E}"/>
              </a:ext>
            </a:extLst>
          </p:cNvPr>
          <p:cNvSpPr>
            <a:spLocks noGrp="1"/>
          </p:cNvSpPr>
          <p:nvPr/>
        </p:nvSpPr>
        <p:spPr>
          <a:xfrm>
            <a:off x="5529072" y="1348740"/>
            <a:ext cx="191" cy="1992941"/>
          </a:xfrm>
          <a:custGeom>
            <a:avLst/>
            <a:gdLst/>
            <a:ahLst/>
            <a:cxnLst/>
            <a:rect l="0" t="0" r="0" b="0"/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2EC5AF73-11C3-4620-87C5-B924234C8C42}"/>
              </a:ext>
            </a:extLst>
          </p:cNvPr>
          <p:cNvSpPr>
            <a:spLocks noGrp="1"/>
          </p:cNvSpPr>
          <p:nvPr/>
        </p:nvSpPr>
        <p:spPr>
          <a:xfrm>
            <a:off x="5529072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728" name="text_1727">
            <a:extLst>
              <a:ext uri="{FF2B5EF4-FFF2-40B4-BE49-F238E27FC236}">
                <a16:creationId xmlns:a16="http://schemas.microsoft.com/office/drawing/2014/main" id="{FB28F2DE-7A05-4D83-9DC7-8B4DC0B42B13}"/>
              </a:ext>
            </a:extLst>
          </p:cNvPr>
          <p:cNvSpPr>
            <a:spLocks noGrp="1"/>
          </p:cNvSpPr>
          <p:nvPr/>
        </p:nvSpPr>
        <p:spPr>
          <a:xfrm>
            <a:off x="5054096" y="1037862"/>
            <a:ext cx="103263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29" name="text_1728">
            <a:extLst>
              <a:ext uri="{FF2B5EF4-FFF2-40B4-BE49-F238E27FC236}">
                <a16:creationId xmlns:a16="http://schemas.microsoft.com/office/drawing/2014/main" id="{422E1D1E-3FC9-44C8-AD5F-978C4BAD73AD}"/>
              </a:ext>
            </a:extLst>
          </p:cNvPr>
          <p:cNvSpPr>
            <a:spLocks noGrp="1"/>
          </p:cNvSpPr>
          <p:nvPr/>
        </p:nvSpPr>
        <p:spPr>
          <a:xfrm>
            <a:off x="5529072" y="1060254"/>
            <a:ext cx="96363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0708ED6B-0444-4673-BB85-D56E3637471F}"/>
              </a:ext>
            </a:extLst>
          </p:cNvPr>
          <p:cNvSpPr>
            <a:spLocks noGrp="1"/>
          </p:cNvSpPr>
          <p:nvPr/>
        </p:nvSpPr>
        <p:spPr>
          <a:xfrm>
            <a:off x="5907834" y="3149637"/>
            <a:ext cx="191" cy="101720"/>
          </a:xfrm>
          <a:custGeom>
            <a:avLst/>
            <a:gdLst/>
            <a:ahLst/>
            <a:cxnLst/>
            <a:rect l="0" t="0" r="0" b="0"/>
            <a:pathLst>
              <a:path w="191" h="101720">
                <a:moveTo>
                  <a:pt x="0" y="101720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D7965EF9-EB1E-49A5-82B4-C7232F0E7EAF}"/>
              </a:ext>
            </a:extLst>
          </p:cNvPr>
          <p:cNvSpPr>
            <a:spLocks noGrp="1"/>
          </p:cNvSpPr>
          <p:nvPr/>
        </p:nvSpPr>
        <p:spPr>
          <a:xfrm>
            <a:off x="5842279" y="3251357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2FA69A4F-F4A8-4407-8D14-CEAA0EA0DCC4}"/>
              </a:ext>
            </a:extLst>
          </p:cNvPr>
          <p:cNvSpPr>
            <a:spLocks noGrp="1"/>
          </p:cNvSpPr>
          <p:nvPr/>
        </p:nvSpPr>
        <p:spPr>
          <a:xfrm>
            <a:off x="5842279" y="3149637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BD5D7377-51CA-43B1-A22C-E36440AC277A}"/>
              </a:ext>
            </a:extLst>
          </p:cNvPr>
          <p:cNvSpPr>
            <a:spLocks noGrp="1"/>
          </p:cNvSpPr>
          <p:nvPr/>
        </p:nvSpPr>
        <p:spPr>
          <a:xfrm>
            <a:off x="6257460" y="2324331"/>
            <a:ext cx="191" cy="227876"/>
          </a:xfrm>
          <a:custGeom>
            <a:avLst/>
            <a:gdLst/>
            <a:ahLst/>
            <a:cxnLst/>
            <a:rect l="0" t="0" r="0" b="0"/>
            <a:pathLst>
              <a:path w="191" h="227876">
                <a:moveTo>
                  <a:pt x="0" y="227876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1BC844C1-8487-4A6C-A747-821E2BEC49DB}"/>
              </a:ext>
            </a:extLst>
          </p:cNvPr>
          <p:cNvSpPr>
            <a:spLocks noGrp="1"/>
          </p:cNvSpPr>
          <p:nvPr/>
        </p:nvSpPr>
        <p:spPr>
          <a:xfrm>
            <a:off x="6191905" y="255220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C42E8ACC-6B04-457E-927C-A873FE93BA35}"/>
              </a:ext>
            </a:extLst>
          </p:cNvPr>
          <p:cNvSpPr>
            <a:spLocks noGrp="1"/>
          </p:cNvSpPr>
          <p:nvPr/>
        </p:nvSpPr>
        <p:spPr>
          <a:xfrm>
            <a:off x="6191905" y="232433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FA4DC69D-4D2E-445C-92F9-E6200258733C}"/>
              </a:ext>
            </a:extLst>
          </p:cNvPr>
          <p:cNvSpPr>
            <a:spLocks noGrp="1"/>
          </p:cNvSpPr>
          <p:nvPr/>
        </p:nvSpPr>
        <p:spPr>
          <a:xfrm>
            <a:off x="6607086" y="2155501"/>
            <a:ext cx="191" cy="208521"/>
          </a:xfrm>
          <a:custGeom>
            <a:avLst/>
            <a:gdLst/>
            <a:ahLst/>
            <a:cxnLst/>
            <a:rect l="0" t="0" r="0" b="0"/>
            <a:pathLst>
              <a:path w="191" h="208521">
                <a:moveTo>
                  <a:pt x="0" y="208521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FBAE0676-9C6F-4CCA-B384-FE6BB1AF1C0C}"/>
              </a:ext>
            </a:extLst>
          </p:cNvPr>
          <p:cNvSpPr>
            <a:spLocks noGrp="1"/>
          </p:cNvSpPr>
          <p:nvPr/>
        </p:nvSpPr>
        <p:spPr>
          <a:xfrm>
            <a:off x="6541531" y="236402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1E3752D6-E71F-4125-9123-5400234705A3}"/>
              </a:ext>
            </a:extLst>
          </p:cNvPr>
          <p:cNvSpPr>
            <a:spLocks noGrp="1"/>
          </p:cNvSpPr>
          <p:nvPr/>
        </p:nvSpPr>
        <p:spPr>
          <a:xfrm>
            <a:off x="6541531" y="215550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4DDA7F55-C7AF-411C-91CE-02E431E5877C}"/>
              </a:ext>
            </a:extLst>
          </p:cNvPr>
          <p:cNvSpPr>
            <a:spLocks noGrp="1"/>
          </p:cNvSpPr>
          <p:nvPr/>
        </p:nvSpPr>
        <p:spPr>
          <a:xfrm>
            <a:off x="7364610" y="2309892"/>
            <a:ext cx="191" cy="323489"/>
          </a:xfrm>
          <a:custGeom>
            <a:avLst/>
            <a:gdLst/>
            <a:ahLst/>
            <a:cxnLst/>
            <a:rect l="0" t="0" r="0" b="0"/>
            <a:pathLst>
              <a:path w="191" h="323489">
                <a:moveTo>
                  <a:pt x="0" y="323489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BFCBF939-746E-4C80-937D-0E602FAA5C31}"/>
              </a:ext>
            </a:extLst>
          </p:cNvPr>
          <p:cNvSpPr>
            <a:spLocks noGrp="1"/>
          </p:cNvSpPr>
          <p:nvPr/>
        </p:nvSpPr>
        <p:spPr>
          <a:xfrm>
            <a:off x="7299055" y="263338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A9DAFAB3-60C3-4305-B544-DFE6A01E40B4}"/>
              </a:ext>
            </a:extLst>
          </p:cNvPr>
          <p:cNvSpPr>
            <a:spLocks noGrp="1"/>
          </p:cNvSpPr>
          <p:nvPr/>
        </p:nvSpPr>
        <p:spPr>
          <a:xfrm>
            <a:off x="7299055" y="230989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FEF9C033-EAE8-4AFD-9F13-CC5B58C75D00}"/>
              </a:ext>
            </a:extLst>
          </p:cNvPr>
          <p:cNvSpPr>
            <a:spLocks noGrp="1"/>
          </p:cNvSpPr>
          <p:nvPr/>
        </p:nvSpPr>
        <p:spPr>
          <a:xfrm>
            <a:off x="7714236" y="2118184"/>
            <a:ext cx="191" cy="292135"/>
          </a:xfrm>
          <a:custGeom>
            <a:avLst/>
            <a:gdLst/>
            <a:ahLst/>
            <a:cxnLst/>
            <a:rect l="0" t="0" r="0" b="0"/>
            <a:pathLst>
              <a:path w="191" h="292135">
                <a:moveTo>
                  <a:pt x="0" y="292135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8C6B22D0-48EC-4432-9F60-E06913DF5C09}"/>
              </a:ext>
            </a:extLst>
          </p:cNvPr>
          <p:cNvSpPr>
            <a:spLocks noGrp="1"/>
          </p:cNvSpPr>
          <p:nvPr/>
        </p:nvSpPr>
        <p:spPr>
          <a:xfrm>
            <a:off x="7648681" y="241031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DF49E590-924D-4685-91A3-84C6C740BA8D}"/>
              </a:ext>
            </a:extLst>
          </p:cNvPr>
          <p:cNvSpPr>
            <a:spLocks noGrp="1"/>
          </p:cNvSpPr>
          <p:nvPr/>
        </p:nvSpPr>
        <p:spPr>
          <a:xfrm>
            <a:off x="7648681" y="211818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A6CB9847-1F7D-4849-B595-4BD0A3843A7E}"/>
              </a:ext>
            </a:extLst>
          </p:cNvPr>
          <p:cNvSpPr>
            <a:spLocks noGrp="1"/>
          </p:cNvSpPr>
          <p:nvPr/>
        </p:nvSpPr>
        <p:spPr>
          <a:xfrm>
            <a:off x="8063862" y="1879886"/>
            <a:ext cx="191" cy="288697"/>
          </a:xfrm>
          <a:custGeom>
            <a:avLst/>
            <a:gdLst/>
            <a:ahLst/>
            <a:cxnLst/>
            <a:rect l="0" t="0" r="0" b="0"/>
            <a:pathLst>
              <a:path w="191" h="288697">
                <a:moveTo>
                  <a:pt x="0" y="288697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C8ED0B69-90DD-4FA5-9F35-A900621AE4B5}"/>
              </a:ext>
            </a:extLst>
          </p:cNvPr>
          <p:cNvSpPr>
            <a:spLocks noGrp="1"/>
          </p:cNvSpPr>
          <p:nvPr/>
        </p:nvSpPr>
        <p:spPr>
          <a:xfrm>
            <a:off x="7998307" y="2168583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4E1DFA16-87C1-4287-B156-BFFEB3BD0D4B}"/>
              </a:ext>
            </a:extLst>
          </p:cNvPr>
          <p:cNvSpPr>
            <a:spLocks noGrp="1"/>
          </p:cNvSpPr>
          <p:nvPr/>
        </p:nvSpPr>
        <p:spPr>
          <a:xfrm>
            <a:off x="7998307" y="187988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CA57B34F-EA1A-4C74-9C45-ADEBE59A95CA}"/>
              </a:ext>
            </a:extLst>
          </p:cNvPr>
          <p:cNvSpPr>
            <a:spLocks noGrp="1"/>
          </p:cNvSpPr>
          <p:nvPr/>
        </p:nvSpPr>
        <p:spPr>
          <a:xfrm>
            <a:off x="5784008" y="3205172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5E603DEA-06F4-41C4-ADD4-441B80400D93}"/>
              </a:ext>
            </a:extLst>
          </p:cNvPr>
          <p:cNvSpPr>
            <a:spLocks noGrp="1"/>
          </p:cNvSpPr>
          <p:nvPr/>
        </p:nvSpPr>
        <p:spPr>
          <a:xfrm>
            <a:off x="6133634" y="2436390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E8C55C8B-06D1-4BDC-84DC-BD2CAE220DD1}"/>
              </a:ext>
            </a:extLst>
          </p:cNvPr>
          <p:cNvSpPr>
            <a:spLocks noGrp="1"/>
          </p:cNvSpPr>
          <p:nvPr/>
        </p:nvSpPr>
        <p:spPr>
          <a:xfrm>
            <a:off x="6483260" y="2258321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87A70967-639C-4727-9FB0-CAB1439CD85C}"/>
              </a:ext>
            </a:extLst>
          </p:cNvPr>
          <p:cNvSpPr>
            <a:spLocks noGrp="1"/>
          </p:cNvSpPr>
          <p:nvPr/>
        </p:nvSpPr>
        <p:spPr>
          <a:xfrm>
            <a:off x="7240784" y="2472997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4A700351-7B41-4170-8DA7-D0BF7C2B8389}"/>
              </a:ext>
            </a:extLst>
          </p:cNvPr>
          <p:cNvSpPr>
            <a:spLocks noGrp="1"/>
          </p:cNvSpPr>
          <p:nvPr/>
        </p:nvSpPr>
        <p:spPr>
          <a:xfrm>
            <a:off x="7590410" y="2265088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8D911942-052C-4FCE-92E7-1B0BDEE50EA3}"/>
              </a:ext>
            </a:extLst>
          </p:cNvPr>
          <p:cNvSpPr>
            <a:spLocks noGrp="1"/>
          </p:cNvSpPr>
          <p:nvPr/>
        </p:nvSpPr>
        <p:spPr>
          <a:xfrm>
            <a:off x="7940036" y="2023438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DEB241A0-304E-4A3E-8C0C-68397D80A41B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AC4DD0CA-3757-4205-9B1A-C1406F2353E2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56" name="text_1755">
            <a:extLst>
              <a:ext uri="{FF2B5EF4-FFF2-40B4-BE49-F238E27FC236}">
                <a16:creationId xmlns:a16="http://schemas.microsoft.com/office/drawing/2014/main" id="{F482DDE2-EE00-4DB2-8B4A-EAB12F685CD9}"/>
              </a:ext>
            </a:extLst>
          </p:cNvPr>
          <p:cNvSpPr>
            <a:spLocks noGrp="1"/>
          </p:cNvSpPr>
          <p:nvPr/>
        </p:nvSpPr>
        <p:spPr>
          <a:xfrm>
            <a:off x="1136839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B2BE66F7-6B75-40D8-B5CB-F3C4F4C750D1}"/>
              </a:ext>
            </a:extLst>
          </p:cNvPr>
          <p:cNvSpPr>
            <a:spLocks noGrp="1"/>
          </p:cNvSpPr>
          <p:nvPr/>
        </p:nvSpPr>
        <p:spPr>
          <a:xfrm>
            <a:off x="2673791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58" name="text_1757">
            <a:extLst>
              <a:ext uri="{FF2B5EF4-FFF2-40B4-BE49-F238E27FC236}">
                <a16:creationId xmlns:a16="http://schemas.microsoft.com/office/drawing/2014/main" id="{279FCB38-F818-44C4-B13F-A4B1EB8FC4D7}"/>
              </a:ext>
            </a:extLst>
          </p:cNvPr>
          <p:cNvSpPr>
            <a:spLocks noGrp="1"/>
          </p:cNvSpPr>
          <p:nvPr/>
        </p:nvSpPr>
        <p:spPr>
          <a:xfrm>
            <a:off x="2593615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64422765-1EA2-4B57-8101-61D4D88B7E85}"/>
              </a:ext>
            </a:extLst>
          </p:cNvPr>
          <p:cNvSpPr>
            <a:spLocks noGrp="1"/>
          </p:cNvSpPr>
          <p:nvPr/>
        </p:nvSpPr>
        <p:spPr>
          <a:xfrm>
            <a:off x="4130567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0" name="text_1759">
            <a:extLst>
              <a:ext uri="{FF2B5EF4-FFF2-40B4-BE49-F238E27FC236}">
                <a16:creationId xmlns:a16="http://schemas.microsoft.com/office/drawing/2014/main" id="{7DDAC63F-281B-4CA8-8BEE-1C970BDA2B83}"/>
              </a:ext>
            </a:extLst>
          </p:cNvPr>
          <p:cNvSpPr>
            <a:spLocks noGrp="1"/>
          </p:cNvSpPr>
          <p:nvPr/>
        </p:nvSpPr>
        <p:spPr>
          <a:xfrm>
            <a:off x="4050391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61" name="text_1760">
            <a:extLst>
              <a:ext uri="{FF2B5EF4-FFF2-40B4-BE49-F238E27FC236}">
                <a16:creationId xmlns:a16="http://schemas.microsoft.com/office/drawing/2014/main" id="{8B11217C-E2C3-44FE-BE6E-5B4C58B4B66A}"/>
              </a:ext>
            </a:extLst>
          </p:cNvPr>
          <p:cNvSpPr>
            <a:spLocks noGrp="1"/>
          </p:cNvSpPr>
          <p:nvPr/>
        </p:nvSpPr>
        <p:spPr>
          <a:xfrm>
            <a:off x="2308090" y="7816324"/>
            <a:ext cx="740131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762" name="text_1761">
            <a:extLst>
              <a:ext uri="{FF2B5EF4-FFF2-40B4-BE49-F238E27FC236}">
                <a16:creationId xmlns:a16="http://schemas.microsoft.com/office/drawing/2014/main" id="{53D43406-E172-4E31-8CCC-5A06A696AB5D}"/>
              </a:ext>
            </a:extLst>
          </p:cNvPr>
          <p:cNvSpPr>
            <a:spLocks noGrp="1"/>
          </p:cNvSpPr>
          <p:nvPr/>
        </p:nvSpPr>
        <p:spPr>
          <a:xfrm>
            <a:off x="1745026" y="7948007"/>
            <a:ext cx="186651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112 / 40 / 27</a:t>
            </a:r>
          </a:p>
        </p:txBody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2B13B12D-F835-4795-8467-B658CFBA445E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A4D5226B-3412-44E8-8596-EDF1075A4A25}"/>
              </a:ext>
            </a:extLst>
          </p:cNvPr>
          <p:cNvSpPr>
            <a:spLocks noGrp="1"/>
          </p:cNvSpPr>
          <p:nvPr/>
        </p:nvSpPr>
        <p:spPr>
          <a:xfrm>
            <a:off x="1173036" y="7545649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5" name="text_1764">
            <a:extLst>
              <a:ext uri="{FF2B5EF4-FFF2-40B4-BE49-F238E27FC236}">
                <a16:creationId xmlns:a16="http://schemas.microsoft.com/office/drawing/2014/main" id="{65E50989-BD2B-4FFD-81FF-DD783A9251C3}"/>
              </a:ext>
            </a:extLst>
          </p:cNvPr>
          <p:cNvSpPr>
            <a:spLocks noGrp="1"/>
          </p:cNvSpPr>
          <p:nvPr/>
        </p:nvSpPr>
        <p:spPr>
          <a:xfrm>
            <a:off x="951113" y="7488662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29F102E9-14D0-49B1-824F-2FDFE94B13B0}"/>
              </a:ext>
            </a:extLst>
          </p:cNvPr>
          <p:cNvSpPr>
            <a:spLocks noGrp="1"/>
          </p:cNvSpPr>
          <p:nvPr/>
        </p:nvSpPr>
        <p:spPr>
          <a:xfrm>
            <a:off x="1217015" y="6088873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9BEE6BEC-886A-4C47-AE6D-2131D3269952}"/>
              </a:ext>
            </a:extLst>
          </p:cNvPr>
          <p:cNvSpPr>
            <a:spLocks noGrp="1"/>
          </p:cNvSpPr>
          <p:nvPr/>
        </p:nvSpPr>
        <p:spPr>
          <a:xfrm>
            <a:off x="1173036" y="6088873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8" name="text_1767">
            <a:extLst>
              <a:ext uri="{FF2B5EF4-FFF2-40B4-BE49-F238E27FC236}">
                <a16:creationId xmlns:a16="http://schemas.microsoft.com/office/drawing/2014/main" id="{C0F3FD99-DBC8-4A00-9BDC-D828CAFF2648}"/>
              </a:ext>
            </a:extLst>
          </p:cNvPr>
          <p:cNvSpPr>
            <a:spLocks noGrp="1"/>
          </p:cNvSpPr>
          <p:nvPr/>
        </p:nvSpPr>
        <p:spPr>
          <a:xfrm>
            <a:off x="951113" y="6031886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5EAC0C2D-8C31-4B28-995E-A2B017E41452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6A2FD6B6-DF0F-4AC7-B4B6-91C6A8EDA427}"/>
              </a:ext>
            </a:extLst>
          </p:cNvPr>
          <p:cNvSpPr>
            <a:spLocks noGrp="1"/>
          </p:cNvSpPr>
          <p:nvPr/>
        </p:nvSpPr>
        <p:spPr>
          <a:xfrm>
            <a:off x="1173036" y="4632097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71" name="text_1770">
            <a:extLst>
              <a:ext uri="{FF2B5EF4-FFF2-40B4-BE49-F238E27FC236}">
                <a16:creationId xmlns:a16="http://schemas.microsoft.com/office/drawing/2014/main" id="{B6EE465A-478B-42F3-A299-374B0083E8A0}"/>
              </a:ext>
            </a:extLst>
          </p:cNvPr>
          <p:cNvSpPr>
            <a:spLocks noGrp="1"/>
          </p:cNvSpPr>
          <p:nvPr/>
        </p:nvSpPr>
        <p:spPr>
          <a:xfrm>
            <a:off x="951113" y="4575110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72" name="text_1771">
            <a:extLst>
              <a:ext uri="{FF2B5EF4-FFF2-40B4-BE49-F238E27FC236}">
                <a16:creationId xmlns:a16="http://schemas.microsoft.com/office/drawing/2014/main" id="{E0C99026-1288-42CA-B63C-8A96E8DDC3C4}"/>
              </a:ext>
            </a:extLst>
          </p:cNvPr>
          <p:cNvSpPr>
            <a:spLocks noGrp="1"/>
          </p:cNvSpPr>
          <p:nvPr/>
        </p:nvSpPr>
        <p:spPr>
          <a:xfrm rot="-5400000">
            <a:off x="229440" y="6005313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645BEA97-DC33-4218-B4FF-164B4D67A136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/>
          <a:ln w="14073">
            <a:solidFill>
              <a:srgbClr val="8B969F"/>
            </a:solidFill>
            <a:prstDash val="dash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7CC6D858-5090-400D-98AB-BB28B7FEF934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E4A58DF0-AB0F-4D17-90CE-60E9C19E708A}"/>
              </a:ext>
            </a:extLst>
          </p:cNvPr>
          <p:cNvSpPr>
            <a:spLocks noGrp="1"/>
          </p:cNvSpPr>
          <p:nvPr/>
        </p:nvSpPr>
        <p:spPr>
          <a:xfrm>
            <a:off x="1185301" y="5373862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0F0EAB7C-D6BE-4332-81DF-CEB9027C134D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09F039C6-1526-49E4-96D5-728BF427AE67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0534F370-57E9-4619-9F10-710968C9BAD4}"/>
              </a:ext>
            </a:extLst>
          </p:cNvPr>
          <p:cNvSpPr>
            <a:spLocks noGrp="1"/>
          </p:cNvSpPr>
          <p:nvPr/>
        </p:nvSpPr>
        <p:spPr>
          <a:xfrm>
            <a:off x="2561866" y="5853862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3EDD13EA-6AF4-410B-BF12-C22049043AF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267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2B45CBAE-3EA3-4D07-B706-0C33B948DFF5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86D72CE2-A33C-4C26-A866-6C19BE32972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1B4F5013-7D8D-4F0A-9B7E-C1BF532DDE31}"/>
              </a:ext>
            </a:extLst>
          </p:cNvPr>
          <p:cNvSpPr>
            <a:spLocks noGrp="1"/>
          </p:cNvSpPr>
          <p:nvPr/>
        </p:nvSpPr>
        <p:spPr>
          <a:xfrm>
            <a:off x="1185301" y="6736988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C7E41B78-3B87-433D-80E0-801650B12AA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790AE2B5-4158-44B5-BB84-EB51A6C7BF4D}"/>
              </a:ext>
            </a:extLst>
          </p:cNvPr>
          <p:cNvSpPr>
            <a:spLocks noGrp="1"/>
          </p:cNvSpPr>
          <p:nvPr/>
        </p:nvSpPr>
        <p:spPr>
          <a:xfrm>
            <a:off x="3480192" y="6109948"/>
            <a:ext cx="63428" cy="63428"/>
          </a:xfrm>
          <a:prstGeom prst="ellipse">
            <a:avLst/>
          </a:prstGeom>
          <a:solidFill>
            <a:srgbClr val="65CB5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F3C7609E-7B47-431C-B915-D8E4FCF1DE1A}"/>
              </a:ext>
            </a:extLst>
          </p:cNvPr>
          <p:cNvSpPr>
            <a:spLocks noGrp="1"/>
          </p:cNvSpPr>
          <p:nvPr/>
        </p:nvSpPr>
        <p:spPr>
          <a:xfrm>
            <a:off x="3009740" y="5752701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A4632CF9-AC0A-455D-A633-F984849E57E1}"/>
              </a:ext>
            </a:extLst>
          </p:cNvPr>
          <p:cNvSpPr>
            <a:spLocks noGrp="1"/>
          </p:cNvSpPr>
          <p:nvPr/>
        </p:nvSpPr>
        <p:spPr>
          <a:xfrm>
            <a:off x="3499956" y="6180765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F0341BCC-A59F-4012-9AF2-2CC014414CAA}"/>
              </a:ext>
            </a:extLst>
          </p:cNvPr>
          <p:cNvSpPr>
            <a:spLocks noGrp="1"/>
          </p:cNvSpPr>
          <p:nvPr/>
        </p:nvSpPr>
        <p:spPr>
          <a:xfrm>
            <a:off x="1185301" y="5692966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C88793B2-D58C-4DC3-9D87-3D92963F702F}"/>
              </a:ext>
            </a:extLst>
          </p:cNvPr>
          <p:cNvSpPr>
            <a:spLocks noGrp="1"/>
          </p:cNvSpPr>
          <p:nvPr/>
        </p:nvSpPr>
        <p:spPr>
          <a:xfrm>
            <a:off x="1832757" y="6542752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B7251C28-38B4-47EA-A49E-E5DA6B370CA2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F1D34D16-DA18-4C75-A906-B6C368E1B322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375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FE4C71BD-8802-4C50-84A2-222A618169FE}"/>
              </a:ext>
            </a:extLst>
          </p:cNvPr>
          <p:cNvSpPr>
            <a:spLocks noGrp="1"/>
          </p:cNvSpPr>
          <p:nvPr/>
        </p:nvSpPr>
        <p:spPr>
          <a:xfrm>
            <a:off x="1913689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29FB7C09-B4E4-43F6-A5EB-15E27DF15EBF}"/>
              </a:ext>
            </a:extLst>
          </p:cNvPr>
          <p:cNvSpPr>
            <a:spLocks noGrp="1"/>
          </p:cNvSpPr>
          <p:nvPr/>
        </p:nvSpPr>
        <p:spPr>
          <a:xfrm>
            <a:off x="3387512" y="4721581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FE80DE17-F3BF-4090-9CEF-504C46196E35}"/>
              </a:ext>
            </a:extLst>
          </p:cNvPr>
          <p:cNvSpPr>
            <a:spLocks noGrp="1"/>
          </p:cNvSpPr>
          <p:nvPr/>
        </p:nvSpPr>
        <p:spPr>
          <a:xfrm>
            <a:off x="3211936" y="5328772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2DFABC8E-4A3D-48CD-8E82-A655560F075A}"/>
              </a:ext>
            </a:extLst>
          </p:cNvPr>
          <p:cNvSpPr>
            <a:spLocks noGrp="1"/>
          </p:cNvSpPr>
          <p:nvPr/>
        </p:nvSpPr>
        <p:spPr>
          <a:xfrm>
            <a:off x="1843399" y="6177740"/>
            <a:ext cx="63428" cy="63428"/>
          </a:xfrm>
          <a:prstGeom prst="ellipse">
            <a:avLst/>
          </a:prstGeom>
          <a:solidFill>
            <a:srgbClr val="46075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F4E00A70-4908-4562-A87F-B978E1AD88BE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70D6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7D938314-21F7-4882-925D-EB3CA2F003AC}"/>
              </a:ext>
            </a:extLst>
          </p:cNvPr>
          <p:cNvSpPr>
            <a:spLocks noGrp="1"/>
          </p:cNvSpPr>
          <p:nvPr/>
        </p:nvSpPr>
        <p:spPr>
          <a:xfrm>
            <a:off x="3088822" y="5183094"/>
            <a:ext cx="63428" cy="63428"/>
          </a:xfrm>
          <a:prstGeom prst="ellipse">
            <a:avLst/>
          </a:prstGeom>
          <a:solidFill>
            <a:srgbClr val="4829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1A87DDFE-30D9-405C-A872-9951FE4E59F9}"/>
              </a:ext>
            </a:extLst>
          </p:cNvPr>
          <p:cNvSpPr>
            <a:spLocks noGrp="1"/>
          </p:cNvSpPr>
          <p:nvPr/>
        </p:nvSpPr>
        <p:spPr>
          <a:xfrm>
            <a:off x="3006271" y="569296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9D7118B3-A2E5-4FFB-8D6B-E662C396EC7B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443B84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D9426D1E-F9A3-423C-8B03-DB2A7FA4AFFA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C44BBCA5-A804-4721-A5D0-F107B21329A3}"/>
              </a:ext>
            </a:extLst>
          </p:cNvPr>
          <p:cNvSpPr>
            <a:spLocks noGrp="1"/>
          </p:cNvSpPr>
          <p:nvPr/>
        </p:nvSpPr>
        <p:spPr>
          <a:xfrm>
            <a:off x="1751825" y="6251396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0E571F1C-2306-47C9-9F9D-AFE9AB220DF7}"/>
              </a:ext>
            </a:extLst>
          </p:cNvPr>
          <p:cNvSpPr>
            <a:spLocks noGrp="1"/>
          </p:cNvSpPr>
          <p:nvPr/>
        </p:nvSpPr>
        <p:spPr>
          <a:xfrm>
            <a:off x="1185301" y="6902043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F330A12F-6180-446F-B996-AC60549E99EA}"/>
              </a:ext>
            </a:extLst>
          </p:cNvPr>
          <p:cNvSpPr>
            <a:spLocks noGrp="1"/>
          </p:cNvSpPr>
          <p:nvPr/>
        </p:nvSpPr>
        <p:spPr>
          <a:xfrm>
            <a:off x="1601523" y="6681492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CB633E4A-5C67-446C-8999-C21AC8EFAAE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19D0A34-965A-44C5-8CDD-A4F72FD15BE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0C684DC0-D3B6-4456-B922-06768AC844E6}"/>
              </a:ext>
            </a:extLst>
          </p:cNvPr>
          <p:cNvSpPr>
            <a:spLocks noGrp="1"/>
          </p:cNvSpPr>
          <p:nvPr/>
        </p:nvSpPr>
        <p:spPr>
          <a:xfrm>
            <a:off x="1596187" y="6787022"/>
            <a:ext cx="63428" cy="63428"/>
          </a:xfrm>
          <a:prstGeom prst="ellipse">
            <a:avLst/>
          </a:prstGeom>
          <a:solidFill>
            <a:srgbClr val="2D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2208513F-1526-4FE3-A420-A7D870007091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C1BBFD99-1464-45A4-AC64-BBACD1B0DE40}"/>
              </a:ext>
            </a:extLst>
          </p:cNvPr>
          <p:cNvSpPr>
            <a:spLocks noGrp="1"/>
          </p:cNvSpPr>
          <p:nvPr/>
        </p:nvSpPr>
        <p:spPr>
          <a:xfrm>
            <a:off x="2642077" y="7028344"/>
            <a:ext cx="63428" cy="63428"/>
          </a:xfrm>
          <a:prstGeom prst="ellipse">
            <a:avLst/>
          </a:prstGeom>
          <a:solidFill>
            <a:srgbClr val="355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0B95420E-9BE2-4423-930E-A0C2771CEDA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ECBB7155-30A2-4987-A180-0C9C089C78C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092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5A0A187A-9766-494A-9B06-1529AD3DF0F7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17CDBB3C-1C50-4517-AE3B-6393C8F60BB2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A857D264-577A-4AD1-93C1-329E31829E99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E4C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96DD1644-8A05-4569-83B9-23BDD641FC57}"/>
              </a:ext>
            </a:extLst>
          </p:cNvPr>
          <p:cNvSpPr>
            <a:spLocks noGrp="1"/>
          </p:cNvSpPr>
          <p:nvPr/>
        </p:nvSpPr>
        <p:spPr>
          <a:xfrm>
            <a:off x="2277883" y="4964578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0F5AF7D6-EBA9-465A-AA62-00494750A13B}"/>
              </a:ext>
            </a:extLst>
          </p:cNvPr>
          <p:cNvSpPr>
            <a:spLocks noGrp="1"/>
          </p:cNvSpPr>
          <p:nvPr/>
        </p:nvSpPr>
        <p:spPr>
          <a:xfrm>
            <a:off x="1185301" y="7190208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2ECA0DB3-A870-448B-B530-A8AD499EED99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829E0F94-F766-46AE-BD5F-A0D92DCE400D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B3E7C30F-CCBE-4225-B21E-EA9FFBA6DEF3}"/>
              </a:ext>
            </a:extLst>
          </p:cNvPr>
          <p:cNvSpPr>
            <a:spLocks noGrp="1"/>
          </p:cNvSpPr>
          <p:nvPr/>
        </p:nvSpPr>
        <p:spPr>
          <a:xfrm>
            <a:off x="1185301" y="523446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12C5224A-EDBF-4B23-B67D-54BC161E7CA7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6CD67C58-4191-4C28-AD82-5E9F51C88863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1A68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88244140-1DF3-4FCF-B3E4-2F8CE8033D27}"/>
              </a:ext>
            </a:extLst>
          </p:cNvPr>
          <p:cNvSpPr>
            <a:spLocks noGrp="1"/>
          </p:cNvSpPr>
          <p:nvPr/>
        </p:nvSpPr>
        <p:spPr>
          <a:xfrm>
            <a:off x="1799543" y="661779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890F089C-E497-4A5B-92A4-6869F0248AA2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3F178261-9966-4F4E-9493-1693DD177F59}"/>
              </a:ext>
            </a:extLst>
          </p:cNvPr>
          <p:cNvSpPr>
            <a:spLocks noGrp="1"/>
          </p:cNvSpPr>
          <p:nvPr/>
        </p:nvSpPr>
        <p:spPr>
          <a:xfrm>
            <a:off x="2836314" y="6057160"/>
            <a:ext cx="63428" cy="63428"/>
          </a:xfrm>
          <a:prstGeom prst="ellipse">
            <a:avLst/>
          </a:prstGeom>
          <a:solidFill>
            <a:srgbClr val="46085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9CA37B88-53A1-4367-B220-4DD29919E148}"/>
              </a:ext>
            </a:extLst>
          </p:cNvPr>
          <p:cNvSpPr>
            <a:spLocks noGrp="1"/>
          </p:cNvSpPr>
          <p:nvPr/>
        </p:nvSpPr>
        <p:spPr>
          <a:xfrm>
            <a:off x="1913689" y="5328772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DA6D1853-B703-4F87-A146-246938326245}"/>
              </a:ext>
            </a:extLst>
          </p:cNvPr>
          <p:cNvSpPr>
            <a:spLocks noGrp="1"/>
          </p:cNvSpPr>
          <p:nvPr/>
        </p:nvSpPr>
        <p:spPr>
          <a:xfrm>
            <a:off x="1185301" y="671574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81810210-2430-4ED6-84CF-A25308CCF40C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146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F70E6496-7E71-447E-8345-081EA9065535}"/>
              </a:ext>
            </a:extLst>
          </p:cNvPr>
          <p:cNvSpPr>
            <a:spLocks noGrp="1"/>
          </p:cNvSpPr>
          <p:nvPr/>
        </p:nvSpPr>
        <p:spPr>
          <a:xfrm>
            <a:off x="1185301" y="5410617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E1584299-7906-4CA9-924A-D469046E3C31}"/>
              </a:ext>
            </a:extLst>
          </p:cNvPr>
          <p:cNvSpPr>
            <a:spLocks noGrp="1"/>
          </p:cNvSpPr>
          <p:nvPr/>
        </p:nvSpPr>
        <p:spPr>
          <a:xfrm>
            <a:off x="3411066" y="5551120"/>
            <a:ext cx="63428" cy="63428"/>
          </a:xfrm>
          <a:prstGeom prst="ellipse">
            <a:avLst/>
          </a:prstGeom>
          <a:solidFill>
            <a:srgbClr val="258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BF372C1A-C347-4B24-9073-79D95545693F}"/>
              </a:ext>
            </a:extLst>
          </p:cNvPr>
          <p:cNvSpPr>
            <a:spLocks noGrp="1"/>
          </p:cNvSpPr>
          <p:nvPr/>
        </p:nvSpPr>
        <p:spPr>
          <a:xfrm>
            <a:off x="1185301" y="5730891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E22AF74E-5F18-46F9-B708-30896493F2BD}"/>
              </a:ext>
            </a:extLst>
          </p:cNvPr>
          <p:cNvSpPr>
            <a:spLocks noGrp="1"/>
          </p:cNvSpPr>
          <p:nvPr/>
        </p:nvSpPr>
        <p:spPr>
          <a:xfrm>
            <a:off x="3127669" y="5783147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B2A3B6FB-7048-4CF6-A170-AE8FD5184B1B}"/>
              </a:ext>
            </a:extLst>
          </p:cNvPr>
          <p:cNvSpPr>
            <a:spLocks noGrp="1"/>
          </p:cNvSpPr>
          <p:nvPr/>
        </p:nvSpPr>
        <p:spPr>
          <a:xfrm>
            <a:off x="1185301" y="626527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4713D4CF-AF7B-47CD-9C87-C443AEC70529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6EB6700D-EEDA-48D6-843E-0A24C059C990}"/>
              </a:ext>
            </a:extLst>
          </p:cNvPr>
          <p:cNvSpPr>
            <a:spLocks noGrp="1"/>
          </p:cNvSpPr>
          <p:nvPr/>
        </p:nvSpPr>
        <p:spPr>
          <a:xfrm>
            <a:off x="1241374" y="7446828"/>
            <a:ext cx="63428" cy="63428"/>
          </a:xfrm>
          <a:prstGeom prst="ellipse">
            <a:avLst/>
          </a:prstGeom>
          <a:solidFill>
            <a:srgbClr val="4EC36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185DEDC3-F09B-410A-AD2E-0CF50FE143C7}"/>
              </a:ext>
            </a:extLst>
          </p:cNvPr>
          <p:cNvSpPr>
            <a:spLocks noGrp="1"/>
          </p:cNvSpPr>
          <p:nvPr/>
        </p:nvSpPr>
        <p:spPr>
          <a:xfrm>
            <a:off x="3127669" y="5571568"/>
            <a:ext cx="63428" cy="63428"/>
          </a:xfrm>
          <a:prstGeom prst="ellipse">
            <a:avLst/>
          </a:prstGeom>
          <a:solidFill>
            <a:srgbClr val="3F47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6F1D599A-6216-47ED-9B10-6AE77A6A4100}"/>
              </a:ext>
            </a:extLst>
          </p:cNvPr>
          <p:cNvSpPr>
            <a:spLocks noGrp="1"/>
          </p:cNvSpPr>
          <p:nvPr/>
        </p:nvSpPr>
        <p:spPr>
          <a:xfrm>
            <a:off x="2035087" y="5535148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7B5A31D2-FC0A-4818-8EE1-E0F699E607B0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329F1BD2-CA22-4A02-B1B5-7CFAC6632EBE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52402846-8BD1-4F0F-8742-84AB0DA3726D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472C7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9A971858-F7A3-419E-A106-E219A8459661}"/>
              </a:ext>
            </a:extLst>
          </p:cNvPr>
          <p:cNvSpPr>
            <a:spLocks noGrp="1"/>
          </p:cNvSpPr>
          <p:nvPr/>
        </p:nvSpPr>
        <p:spPr>
          <a:xfrm>
            <a:off x="2156485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FECD002E-2ADB-4919-B03B-F4018E5B6F5F}"/>
              </a:ext>
            </a:extLst>
          </p:cNvPr>
          <p:cNvSpPr>
            <a:spLocks noGrp="1"/>
          </p:cNvSpPr>
          <p:nvPr/>
        </p:nvSpPr>
        <p:spPr>
          <a:xfrm>
            <a:off x="1185301" y="6172777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8510165D-CFD4-4930-B2ED-E3DABA8858FF}"/>
              </a:ext>
            </a:extLst>
          </p:cNvPr>
          <p:cNvSpPr>
            <a:spLocks noGrp="1"/>
          </p:cNvSpPr>
          <p:nvPr/>
        </p:nvSpPr>
        <p:spPr>
          <a:xfrm>
            <a:off x="1185301" y="5551748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D72B4A2F-7D09-46A1-851F-DAE65FFE612D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320388C2-BF15-4B2E-B38C-9084C7D78DCC}"/>
              </a:ext>
            </a:extLst>
          </p:cNvPr>
          <p:cNvSpPr>
            <a:spLocks noGrp="1"/>
          </p:cNvSpPr>
          <p:nvPr/>
        </p:nvSpPr>
        <p:spPr>
          <a:xfrm>
            <a:off x="2327929" y="4600384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D135D0AC-6D29-4377-8D72-F6B96E4F7692}"/>
              </a:ext>
            </a:extLst>
          </p:cNvPr>
          <p:cNvSpPr>
            <a:spLocks noGrp="1"/>
          </p:cNvSpPr>
          <p:nvPr/>
        </p:nvSpPr>
        <p:spPr>
          <a:xfrm>
            <a:off x="1185301" y="5829927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397B5EC2-76FA-4619-8FAD-1B4DD29910F4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F6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A28A1EEF-4C8A-4BE7-B2C5-04DBBD8E972A}"/>
              </a:ext>
            </a:extLst>
          </p:cNvPr>
          <p:cNvSpPr>
            <a:spLocks noGrp="1"/>
          </p:cNvSpPr>
          <p:nvPr/>
        </p:nvSpPr>
        <p:spPr>
          <a:xfrm>
            <a:off x="2954243" y="4746061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548EF9FB-55B6-4B7A-ACCD-52F3F6546326}"/>
              </a:ext>
            </a:extLst>
          </p:cNvPr>
          <p:cNvSpPr>
            <a:spLocks noGrp="1"/>
          </p:cNvSpPr>
          <p:nvPr/>
        </p:nvSpPr>
        <p:spPr>
          <a:xfrm>
            <a:off x="1185301" y="6542752"/>
            <a:ext cx="63428" cy="63428"/>
          </a:xfrm>
          <a:prstGeom prst="ellipse">
            <a:avLst/>
          </a:prstGeom>
          <a:solidFill>
            <a:srgbClr val="3E4A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781D037E-E667-45FC-B027-6D96C5B30DFA}"/>
              </a:ext>
            </a:extLst>
          </p:cNvPr>
          <p:cNvSpPr>
            <a:spLocks noGrp="1"/>
          </p:cNvSpPr>
          <p:nvPr/>
        </p:nvSpPr>
        <p:spPr>
          <a:xfrm>
            <a:off x="1529262" y="6057160"/>
            <a:ext cx="63428" cy="63428"/>
          </a:xfrm>
          <a:prstGeom prst="ellipse">
            <a:avLst/>
          </a:prstGeom>
          <a:solidFill>
            <a:srgbClr val="2AB07F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07042E96-A8FB-4CB2-9CED-1FDC51B8E8C3}"/>
              </a:ext>
            </a:extLst>
          </p:cNvPr>
          <p:cNvSpPr>
            <a:spLocks noGrp="1"/>
          </p:cNvSpPr>
          <p:nvPr/>
        </p:nvSpPr>
        <p:spPr>
          <a:xfrm>
            <a:off x="2083646" y="7194832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024A689C-B0FE-43E3-8DEC-0E7802708E7A}"/>
              </a:ext>
            </a:extLst>
          </p:cNvPr>
          <p:cNvSpPr>
            <a:spLocks noGrp="1"/>
          </p:cNvSpPr>
          <p:nvPr/>
        </p:nvSpPr>
        <p:spPr>
          <a:xfrm>
            <a:off x="1282419" y="5866969"/>
            <a:ext cx="63428" cy="63428"/>
          </a:xfrm>
          <a:prstGeom prst="ellipse">
            <a:avLst/>
          </a:prstGeom>
          <a:solidFill>
            <a:srgbClr val="460A5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5269A861-1AA7-4088-A07B-0BA3A893AB51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287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F1184FB6-1844-407A-9B91-8480B0ECE62E}"/>
              </a:ext>
            </a:extLst>
          </p:cNvPr>
          <p:cNvSpPr>
            <a:spLocks noGrp="1"/>
          </p:cNvSpPr>
          <p:nvPr/>
        </p:nvSpPr>
        <p:spPr>
          <a:xfrm>
            <a:off x="2156485" y="6542752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AF5C19E1-54B9-4728-BD39-1964CAE12028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28C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0AE6DFEE-B1D8-4AFF-B3AC-D9E3E791C79F}"/>
              </a:ext>
            </a:extLst>
          </p:cNvPr>
          <p:cNvSpPr>
            <a:spLocks noGrp="1"/>
          </p:cNvSpPr>
          <p:nvPr/>
        </p:nvSpPr>
        <p:spPr>
          <a:xfrm>
            <a:off x="1185301" y="4983492"/>
            <a:ext cx="63428" cy="63428"/>
          </a:xfrm>
          <a:prstGeom prst="ellipse">
            <a:avLst/>
          </a:prstGeom>
          <a:solidFill>
            <a:srgbClr val="218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9749F500-7F0C-4D21-8C75-214FC01F11F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E84730A2-7520-4625-AFB6-7D950042D785}"/>
              </a:ext>
            </a:extLst>
          </p:cNvPr>
          <p:cNvSpPr>
            <a:spLocks noGrp="1"/>
          </p:cNvSpPr>
          <p:nvPr/>
        </p:nvSpPr>
        <p:spPr>
          <a:xfrm>
            <a:off x="2642077" y="6785548"/>
            <a:ext cx="63428" cy="63428"/>
          </a:xfrm>
          <a:prstGeom prst="ellipse">
            <a:avLst/>
          </a:prstGeom>
          <a:solidFill>
            <a:srgbClr val="3265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E2722524-8B31-477A-948C-677B1B561640}"/>
              </a:ext>
            </a:extLst>
          </p:cNvPr>
          <p:cNvSpPr>
            <a:spLocks noGrp="1"/>
          </p:cNvSpPr>
          <p:nvPr/>
        </p:nvSpPr>
        <p:spPr>
          <a:xfrm>
            <a:off x="3266410" y="5432827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73F3B7B2-960B-43BA-BFDB-379F8FAE779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3FB64BA2-C040-440C-9B07-58929173805F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28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80AC6D5F-F378-437C-BF9F-0FD856EE5B5F}"/>
              </a:ext>
            </a:extLst>
          </p:cNvPr>
          <p:cNvSpPr>
            <a:spLocks noGrp="1"/>
          </p:cNvSpPr>
          <p:nvPr/>
        </p:nvSpPr>
        <p:spPr>
          <a:xfrm>
            <a:off x="1618925" y="6632011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E63D0A39-AD02-4193-B5CB-2BECD7B1D38E}"/>
              </a:ext>
            </a:extLst>
          </p:cNvPr>
          <p:cNvSpPr>
            <a:spLocks noGrp="1"/>
          </p:cNvSpPr>
          <p:nvPr/>
        </p:nvSpPr>
        <p:spPr>
          <a:xfrm>
            <a:off x="1670893" y="589529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2A1F8BD9-8897-4B67-A9C3-746A0571911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E20C82A1-ABAD-424B-BE51-B1E33196C89F}"/>
              </a:ext>
            </a:extLst>
          </p:cNvPr>
          <p:cNvSpPr>
            <a:spLocks noGrp="1"/>
          </p:cNvSpPr>
          <p:nvPr/>
        </p:nvSpPr>
        <p:spPr>
          <a:xfrm>
            <a:off x="1185301" y="6292004"/>
            <a:ext cx="63428" cy="63428"/>
          </a:xfrm>
          <a:prstGeom prst="ellipse">
            <a:avLst/>
          </a:prstGeom>
          <a:solidFill>
            <a:srgbClr val="22A884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1B732869-0347-4E7E-A30C-5A04C1E079F1}"/>
              </a:ext>
            </a:extLst>
          </p:cNvPr>
          <p:cNvSpPr>
            <a:spLocks noGrp="1"/>
          </p:cNvSpPr>
          <p:nvPr/>
        </p:nvSpPr>
        <p:spPr>
          <a:xfrm>
            <a:off x="2963510" y="4748040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BC031307-6F08-4287-B779-0816BA0207AE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852BE28A-5C89-4C11-A06E-D82043FED6AC}"/>
              </a:ext>
            </a:extLst>
          </p:cNvPr>
          <p:cNvSpPr>
            <a:spLocks noGrp="1"/>
          </p:cNvSpPr>
          <p:nvPr/>
        </p:nvSpPr>
        <p:spPr>
          <a:xfrm>
            <a:off x="1187060" y="6542752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1083D517-4FB1-4A48-A681-27E9A03C3E23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DF6A133D-F63F-4959-BAD1-7FD6EBAAE584}"/>
              </a:ext>
            </a:extLst>
          </p:cNvPr>
          <p:cNvSpPr>
            <a:spLocks noGrp="1"/>
          </p:cNvSpPr>
          <p:nvPr/>
        </p:nvSpPr>
        <p:spPr>
          <a:xfrm>
            <a:off x="1564525" y="4843180"/>
            <a:ext cx="63428" cy="63428"/>
          </a:xfrm>
          <a:prstGeom prst="ellipse">
            <a:avLst/>
          </a:prstGeom>
          <a:solidFill>
            <a:srgbClr val="218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FD8C8AC7-28D8-46C6-AD52-D86F01E2392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219FCCBF-4DAF-4535-8758-9FB03D8835D0}"/>
              </a:ext>
            </a:extLst>
          </p:cNvPr>
          <p:cNvSpPr>
            <a:spLocks noGrp="1"/>
          </p:cNvSpPr>
          <p:nvPr/>
        </p:nvSpPr>
        <p:spPr>
          <a:xfrm>
            <a:off x="1670893" y="670461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0691621D-9504-4B70-8AE3-7C2A1294B257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287D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C3F55999-BB68-4516-B551-A1E00A92CDFD}"/>
              </a:ext>
            </a:extLst>
          </p:cNvPr>
          <p:cNvSpPr>
            <a:spLocks noGrp="1"/>
          </p:cNvSpPr>
          <p:nvPr/>
        </p:nvSpPr>
        <p:spPr>
          <a:xfrm>
            <a:off x="3370465" y="6057160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D42C6732-EA7E-40A9-AACD-29916B5EED24}"/>
              </a:ext>
            </a:extLst>
          </p:cNvPr>
          <p:cNvSpPr>
            <a:spLocks noGrp="1"/>
          </p:cNvSpPr>
          <p:nvPr/>
        </p:nvSpPr>
        <p:spPr>
          <a:xfrm>
            <a:off x="1185301" y="709771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8196F5B3-B59E-4AC1-A356-C19027884D13}"/>
              </a:ext>
            </a:extLst>
          </p:cNvPr>
          <p:cNvSpPr>
            <a:spLocks noGrp="1"/>
          </p:cNvSpPr>
          <p:nvPr/>
        </p:nvSpPr>
        <p:spPr>
          <a:xfrm>
            <a:off x="2474674" y="611962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F15A34E1-43BF-4530-A448-D35A037C5CA0}"/>
              </a:ext>
            </a:extLst>
          </p:cNvPr>
          <p:cNvSpPr>
            <a:spLocks noGrp="1"/>
          </p:cNvSpPr>
          <p:nvPr/>
        </p:nvSpPr>
        <p:spPr>
          <a:xfrm>
            <a:off x="3127669" y="5571568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DA9D9AF3-25D1-40C6-8010-7C4952AC1702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55A19E17-4E78-41C0-97E1-C24C4EE0FD35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E49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61D5AE2E-68DF-4736-9C4C-D80757EEC21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C9289A0B-FFFB-4E92-B8DE-ABDBECF7EF78}"/>
              </a:ext>
            </a:extLst>
          </p:cNvPr>
          <p:cNvSpPr>
            <a:spLocks noGrp="1"/>
          </p:cNvSpPr>
          <p:nvPr/>
        </p:nvSpPr>
        <p:spPr>
          <a:xfrm>
            <a:off x="3483768" y="5306542"/>
            <a:ext cx="63428" cy="63428"/>
          </a:xfrm>
          <a:prstGeom prst="ellipse">
            <a:avLst/>
          </a:prstGeom>
          <a:solidFill>
            <a:srgbClr val="28AE8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447ECA06-8EAE-461E-B3AE-6ECC75CF0FB9}"/>
              </a:ext>
            </a:extLst>
          </p:cNvPr>
          <p:cNvSpPr>
            <a:spLocks noGrp="1"/>
          </p:cNvSpPr>
          <p:nvPr/>
        </p:nvSpPr>
        <p:spPr>
          <a:xfrm>
            <a:off x="4098853" y="5535148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FA0F0482-6563-4204-B888-CCEC77E30568}"/>
              </a:ext>
            </a:extLst>
          </p:cNvPr>
          <p:cNvSpPr>
            <a:spLocks noGrp="1"/>
          </p:cNvSpPr>
          <p:nvPr/>
        </p:nvSpPr>
        <p:spPr>
          <a:xfrm>
            <a:off x="2579870" y="6057160"/>
            <a:ext cx="63428" cy="63428"/>
          </a:xfrm>
          <a:prstGeom prst="ellipse">
            <a:avLst/>
          </a:prstGeom>
          <a:solidFill>
            <a:srgbClr val="34B6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3EED33FD-2F06-41A7-92EA-96D19AC1FB90}"/>
              </a:ext>
            </a:extLst>
          </p:cNvPr>
          <p:cNvSpPr>
            <a:spLocks noGrp="1"/>
          </p:cNvSpPr>
          <p:nvPr/>
        </p:nvSpPr>
        <p:spPr>
          <a:xfrm>
            <a:off x="2205044" y="664329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E2F7D143-4ECD-449E-8A23-5855EF08F25C}"/>
              </a:ext>
            </a:extLst>
          </p:cNvPr>
          <p:cNvSpPr>
            <a:spLocks noGrp="1"/>
          </p:cNvSpPr>
          <p:nvPr/>
        </p:nvSpPr>
        <p:spPr>
          <a:xfrm>
            <a:off x="1185301" y="5474449"/>
            <a:ext cx="63428" cy="63428"/>
          </a:xfrm>
          <a:prstGeom prst="ellipse">
            <a:avLst/>
          </a:prstGeom>
          <a:solidFill>
            <a:srgbClr val="3859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9054A170-D9A0-446F-A2F8-FD0F7AF2D92D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566F59BC-C4E4-418F-BE21-B34EC3EDC6AB}"/>
              </a:ext>
            </a:extLst>
          </p:cNvPr>
          <p:cNvSpPr>
            <a:spLocks noGrp="1"/>
          </p:cNvSpPr>
          <p:nvPr/>
        </p:nvSpPr>
        <p:spPr>
          <a:xfrm>
            <a:off x="1913689" y="5328772"/>
            <a:ext cx="63428" cy="63428"/>
          </a:xfrm>
          <a:prstGeom prst="ellipse">
            <a:avLst/>
          </a:prstGeom>
          <a:solidFill>
            <a:srgbClr val="46085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E14D791C-643F-4CCF-B63D-267AF6EFDA6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16A0A4C8-D121-4847-B45B-E4E865D33291}"/>
              </a:ext>
            </a:extLst>
          </p:cNvPr>
          <p:cNvSpPr>
            <a:spLocks noGrp="1"/>
          </p:cNvSpPr>
          <p:nvPr/>
        </p:nvSpPr>
        <p:spPr>
          <a:xfrm>
            <a:off x="1185301" y="5479738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D4CC64E1-0679-4089-81ED-3F7D84952617}"/>
              </a:ext>
            </a:extLst>
          </p:cNvPr>
          <p:cNvSpPr>
            <a:spLocks noGrp="1"/>
          </p:cNvSpPr>
          <p:nvPr/>
        </p:nvSpPr>
        <p:spPr>
          <a:xfrm>
            <a:off x="2247534" y="5085976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745F919D-F12B-4639-AA87-5FD3A49BA196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8D01D274-4A11-4CC2-9EDC-D416351AF93D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2E6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76B68AAB-E51B-44D9-96BD-EBB71761FC6F}"/>
              </a:ext>
            </a:extLst>
          </p:cNvPr>
          <p:cNvSpPr>
            <a:spLocks noGrp="1"/>
          </p:cNvSpPr>
          <p:nvPr/>
        </p:nvSpPr>
        <p:spPr>
          <a:xfrm>
            <a:off x="1303097" y="6362770"/>
            <a:ext cx="63428" cy="63428"/>
          </a:xfrm>
          <a:prstGeom prst="ellipse">
            <a:avLst/>
          </a:prstGeom>
          <a:solidFill>
            <a:srgbClr val="3E49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5989A736-816D-4D42-9F75-DD09D1840232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1B6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6CC51B16-D658-4E4A-AF13-6C238E7702F9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8E415FB4-4F98-4AE2-9A72-93E7B504D59B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77E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1C0ED83F-8E29-472A-B9D1-D77417D7FB3E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FEC50D3D-BA19-482E-B5BF-4E18217B3409}"/>
              </a:ext>
            </a:extLst>
          </p:cNvPr>
          <p:cNvSpPr>
            <a:spLocks noGrp="1"/>
          </p:cNvSpPr>
          <p:nvPr/>
        </p:nvSpPr>
        <p:spPr>
          <a:xfrm>
            <a:off x="1185301" y="5891707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8B6C7402-7071-4415-B84F-4804CE82D4EE}"/>
              </a:ext>
            </a:extLst>
          </p:cNvPr>
          <p:cNvSpPr>
            <a:spLocks noGrp="1"/>
          </p:cNvSpPr>
          <p:nvPr/>
        </p:nvSpPr>
        <p:spPr>
          <a:xfrm>
            <a:off x="1185301" y="4750686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C1D673A0-15B1-4D51-BBEF-B59732FD847F}"/>
              </a:ext>
            </a:extLst>
          </p:cNvPr>
          <p:cNvSpPr>
            <a:spLocks noGrp="1"/>
          </p:cNvSpPr>
          <p:nvPr/>
        </p:nvSpPr>
        <p:spPr>
          <a:xfrm>
            <a:off x="2140049" y="6922120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82257C1E-3FA5-4060-B443-B66E4559A695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27FAE747-C245-4351-8214-CDFBACA30AA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4158E790-E56B-4FEB-A7B3-05CFD0DDF1D9}"/>
              </a:ext>
            </a:extLst>
          </p:cNvPr>
          <p:cNvSpPr>
            <a:spLocks noGrp="1"/>
          </p:cNvSpPr>
          <p:nvPr/>
        </p:nvSpPr>
        <p:spPr>
          <a:xfrm>
            <a:off x="1185301" y="6194744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4106E8F5-7DE2-41D1-BBB4-B3964B781F23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622D4EDC-06D6-4ED7-B590-F3013360AA91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C1E18D48-F478-4FA8-965A-865AA890F0A0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39FC1F71-E92C-4172-9938-A8D181CA06C3}"/>
              </a:ext>
            </a:extLst>
          </p:cNvPr>
          <p:cNvSpPr>
            <a:spLocks noGrp="1"/>
          </p:cNvSpPr>
          <p:nvPr/>
        </p:nvSpPr>
        <p:spPr>
          <a:xfrm>
            <a:off x="1185301" y="7496593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0FF34776-158F-43A4-99F5-C7BC9B584A9B}"/>
              </a:ext>
            </a:extLst>
          </p:cNvPr>
          <p:cNvSpPr>
            <a:spLocks noGrp="1"/>
          </p:cNvSpPr>
          <p:nvPr/>
        </p:nvSpPr>
        <p:spPr>
          <a:xfrm>
            <a:off x="2642077" y="7028344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3BDFADCE-31D9-48BB-B004-B7C6F098C21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AD8B60D9-44AD-486D-88CF-52C0D4BBBCD4}"/>
              </a:ext>
            </a:extLst>
          </p:cNvPr>
          <p:cNvSpPr>
            <a:spLocks noGrp="1"/>
          </p:cNvSpPr>
          <p:nvPr/>
        </p:nvSpPr>
        <p:spPr>
          <a:xfrm>
            <a:off x="2607392" y="6057160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91209780-995B-4003-8514-8C6D75A40BD6}"/>
              </a:ext>
            </a:extLst>
          </p:cNvPr>
          <p:cNvSpPr>
            <a:spLocks noGrp="1"/>
          </p:cNvSpPr>
          <p:nvPr/>
        </p:nvSpPr>
        <p:spPr>
          <a:xfrm>
            <a:off x="3370465" y="6303450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BEEC71ED-4552-4D16-AC5B-076E53865679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62AC797D-3A8B-462C-B5FE-1279B6E9F2D2}"/>
              </a:ext>
            </a:extLst>
          </p:cNvPr>
          <p:cNvSpPr>
            <a:spLocks noGrp="1"/>
          </p:cNvSpPr>
          <p:nvPr/>
        </p:nvSpPr>
        <p:spPr>
          <a:xfrm>
            <a:off x="2642077" y="619474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E63B0A2C-FE86-4E9C-AD7C-32048C82B3B1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87E0EF39-8548-4558-B2F8-55D9DBB5B66B}"/>
              </a:ext>
            </a:extLst>
          </p:cNvPr>
          <p:cNvSpPr>
            <a:spLocks noGrp="1"/>
          </p:cNvSpPr>
          <p:nvPr/>
        </p:nvSpPr>
        <p:spPr>
          <a:xfrm>
            <a:off x="1230825" y="7513936"/>
            <a:ext cx="63428" cy="63428"/>
          </a:xfrm>
          <a:prstGeom prst="ellipse">
            <a:avLst/>
          </a:prstGeom>
          <a:solidFill>
            <a:srgbClr val="5EC96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D584EFA1-DA3B-4E26-85E4-B54689DD87B8}"/>
              </a:ext>
            </a:extLst>
          </p:cNvPr>
          <p:cNvSpPr>
            <a:spLocks noGrp="1"/>
          </p:cNvSpPr>
          <p:nvPr/>
        </p:nvSpPr>
        <p:spPr>
          <a:xfrm>
            <a:off x="1185301" y="6299956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84D081A7-9243-4FF8-9C31-C7CCD62BE8DF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EBC155A4-E7DE-43AF-978E-2C7648E697DF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286187B8-60B2-430F-8E57-62513590A3DD}"/>
              </a:ext>
            </a:extLst>
          </p:cNvPr>
          <p:cNvSpPr>
            <a:spLocks noGrp="1"/>
          </p:cNvSpPr>
          <p:nvPr/>
        </p:nvSpPr>
        <p:spPr>
          <a:xfrm>
            <a:off x="1185301" y="6595293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E023BD0D-E601-4749-9C8D-26F94D9D2B47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70E6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B5934F3C-1D65-4D04-9CC9-8D7962B13B23}"/>
              </a:ext>
            </a:extLst>
          </p:cNvPr>
          <p:cNvSpPr>
            <a:spLocks noGrp="1"/>
          </p:cNvSpPr>
          <p:nvPr/>
        </p:nvSpPr>
        <p:spPr>
          <a:xfrm>
            <a:off x="1806512" y="6607865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7873448F-80C4-43AB-A661-21C8EDCB9006}"/>
              </a:ext>
            </a:extLst>
          </p:cNvPr>
          <p:cNvSpPr>
            <a:spLocks noGrp="1"/>
          </p:cNvSpPr>
          <p:nvPr/>
        </p:nvSpPr>
        <p:spPr>
          <a:xfrm>
            <a:off x="1185301" y="7309987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79E5B1E7-B5C2-44AB-9BA3-3BE4F4BE4B2F}"/>
              </a:ext>
            </a:extLst>
          </p:cNvPr>
          <p:cNvSpPr>
            <a:spLocks noGrp="1"/>
          </p:cNvSpPr>
          <p:nvPr/>
        </p:nvSpPr>
        <p:spPr>
          <a:xfrm>
            <a:off x="2838327" y="5586240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2EA995B5-1F73-47D6-B867-8013DAF9EA2C}"/>
              </a:ext>
            </a:extLst>
          </p:cNvPr>
          <p:cNvSpPr>
            <a:spLocks noGrp="1"/>
          </p:cNvSpPr>
          <p:nvPr/>
        </p:nvSpPr>
        <p:spPr>
          <a:xfrm>
            <a:off x="1282419" y="7513936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3B8189EE-53D4-47CD-AE47-54C20916B7AF}"/>
              </a:ext>
            </a:extLst>
          </p:cNvPr>
          <p:cNvSpPr>
            <a:spLocks noGrp="1"/>
          </p:cNvSpPr>
          <p:nvPr/>
        </p:nvSpPr>
        <p:spPr>
          <a:xfrm>
            <a:off x="2632425" y="4600384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109836B6-B540-4E2E-89AE-53763D68FCB9}"/>
              </a:ext>
            </a:extLst>
          </p:cNvPr>
          <p:cNvSpPr>
            <a:spLocks noGrp="1"/>
          </p:cNvSpPr>
          <p:nvPr/>
        </p:nvSpPr>
        <p:spPr>
          <a:xfrm>
            <a:off x="1845310" y="4600384"/>
            <a:ext cx="63428" cy="63428"/>
          </a:xfrm>
          <a:prstGeom prst="ellipse">
            <a:avLst/>
          </a:prstGeom>
          <a:solidFill>
            <a:srgbClr val="1F9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713F17FD-1EB8-424C-B0D7-42194731D7C3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F6988762-8C7A-420C-BCD8-CC150465164A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C4F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527177B8-FC96-4072-9462-455744B35F48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B6DD142C-6AAE-49DB-BE47-7453D2CB37B3}"/>
              </a:ext>
            </a:extLst>
          </p:cNvPr>
          <p:cNvSpPr>
            <a:spLocks noGrp="1"/>
          </p:cNvSpPr>
          <p:nvPr/>
        </p:nvSpPr>
        <p:spPr>
          <a:xfrm>
            <a:off x="2439090" y="548745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B2A0C238-80BD-43FC-BA93-5619F2AEF61B}"/>
              </a:ext>
            </a:extLst>
          </p:cNvPr>
          <p:cNvSpPr>
            <a:spLocks noGrp="1"/>
          </p:cNvSpPr>
          <p:nvPr/>
        </p:nvSpPr>
        <p:spPr>
          <a:xfrm>
            <a:off x="1185301" y="6898852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F84ED56-F9E7-45AF-A7A8-0F8316B971F8}"/>
              </a:ext>
            </a:extLst>
          </p:cNvPr>
          <p:cNvSpPr>
            <a:spLocks noGrp="1"/>
          </p:cNvSpPr>
          <p:nvPr/>
        </p:nvSpPr>
        <p:spPr>
          <a:xfrm>
            <a:off x="1185301" y="5541218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C25142C8-CA7D-4716-A10A-54B815A44403}"/>
              </a:ext>
            </a:extLst>
          </p:cNvPr>
          <p:cNvSpPr>
            <a:spLocks noGrp="1"/>
          </p:cNvSpPr>
          <p:nvPr/>
        </p:nvSpPr>
        <p:spPr>
          <a:xfrm>
            <a:off x="4098853" y="6299956"/>
            <a:ext cx="63428" cy="63428"/>
          </a:xfrm>
          <a:prstGeom prst="ellipse">
            <a:avLst/>
          </a:prstGeom>
          <a:solidFill>
            <a:srgbClr val="375A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5003E6B7-8D4A-40CF-BD5C-ED2D5A9FE012}"/>
              </a:ext>
            </a:extLst>
          </p:cNvPr>
          <p:cNvSpPr>
            <a:spLocks noGrp="1"/>
          </p:cNvSpPr>
          <p:nvPr/>
        </p:nvSpPr>
        <p:spPr>
          <a:xfrm>
            <a:off x="1549495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1060EDA5-64E0-41B0-9A49-78512C69B2E2}"/>
              </a:ext>
            </a:extLst>
          </p:cNvPr>
          <p:cNvSpPr>
            <a:spLocks noGrp="1"/>
          </p:cNvSpPr>
          <p:nvPr/>
        </p:nvSpPr>
        <p:spPr>
          <a:xfrm>
            <a:off x="1185301" y="6639870"/>
            <a:ext cx="63428" cy="63428"/>
          </a:xfrm>
          <a:prstGeom prst="ellipse">
            <a:avLst/>
          </a:prstGeom>
          <a:solidFill>
            <a:srgbClr val="433E8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5966C403-A1F8-4C37-BB40-41F8F52EF625}"/>
              </a:ext>
            </a:extLst>
          </p:cNvPr>
          <p:cNvSpPr>
            <a:spLocks noGrp="1"/>
          </p:cNvSpPr>
          <p:nvPr/>
        </p:nvSpPr>
        <p:spPr>
          <a:xfrm>
            <a:off x="3023080" y="5765804"/>
            <a:ext cx="63428" cy="63428"/>
          </a:xfrm>
          <a:prstGeom prst="ellipse">
            <a:avLst/>
          </a:prstGeom>
          <a:solidFill>
            <a:srgbClr val="346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CC5A93C2-DE95-40C3-B2C4-2D49D09F43A5}"/>
              </a:ext>
            </a:extLst>
          </p:cNvPr>
          <p:cNvSpPr>
            <a:spLocks noGrp="1"/>
          </p:cNvSpPr>
          <p:nvPr/>
        </p:nvSpPr>
        <p:spPr>
          <a:xfrm>
            <a:off x="3613261" y="4600384"/>
            <a:ext cx="63428" cy="63428"/>
          </a:xfrm>
          <a:prstGeom prst="ellipse">
            <a:avLst/>
          </a:prstGeom>
          <a:solidFill>
            <a:srgbClr val="1F96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854D76F4-0A3E-493B-BF17-76D232B40E3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5226508D-CD6C-40FE-8FC6-D26D3E3C35D9}"/>
              </a:ext>
            </a:extLst>
          </p:cNvPr>
          <p:cNvSpPr>
            <a:spLocks noGrp="1"/>
          </p:cNvSpPr>
          <p:nvPr/>
        </p:nvSpPr>
        <p:spPr>
          <a:xfrm>
            <a:off x="1185301" y="5895296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41586E28-A91E-4360-9AAB-E44FFD0376A8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6C7F66A0-A435-4F6A-A477-00B3A59A9154}"/>
              </a:ext>
            </a:extLst>
          </p:cNvPr>
          <p:cNvSpPr>
            <a:spLocks noGrp="1"/>
          </p:cNvSpPr>
          <p:nvPr/>
        </p:nvSpPr>
        <p:spPr>
          <a:xfrm>
            <a:off x="1185301" y="5085976"/>
            <a:ext cx="63428" cy="63428"/>
          </a:xfrm>
          <a:prstGeom prst="ellipse">
            <a:avLst/>
          </a:prstGeom>
          <a:solidFill>
            <a:srgbClr val="258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08C8A6A7-32C0-4F26-B8A6-6F20CB347601}"/>
              </a:ext>
            </a:extLst>
          </p:cNvPr>
          <p:cNvSpPr>
            <a:spLocks noGrp="1"/>
          </p:cNvSpPr>
          <p:nvPr/>
        </p:nvSpPr>
        <p:spPr>
          <a:xfrm>
            <a:off x="2404236" y="6772169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EDE47443-2FD6-4FDC-846A-9E7B9823563E}"/>
              </a:ext>
            </a:extLst>
          </p:cNvPr>
          <p:cNvSpPr>
            <a:spLocks noGrp="1"/>
          </p:cNvSpPr>
          <p:nvPr/>
        </p:nvSpPr>
        <p:spPr>
          <a:xfrm>
            <a:off x="1185301" y="6267673"/>
            <a:ext cx="63428" cy="63428"/>
          </a:xfrm>
          <a:prstGeom prst="ellipse">
            <a:avLst/>
          </a:prstGeom>
          <a:solidFill>
            <a:srgbClr val="1F9A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D6907A6D-2629-4A82-8C64-BA9748819461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9859AD27-AD3E-42D1-87D6-DFBF71FE7647}"/>
              </a:ext>
            </a:extLst>
          </p:cNvPr>
          <p:cNvSpPr>
            <a:spLocks noGrp="1"/>
          </p:cNvSpPr>
          <p:nvPr/>
        </p:nvSpPr>
        <p:spPr>
          <a:xfrm>
            <a:off x="1403937" y="6170994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7A14571D-91AA-4C57-BC1F-D2947712219D}"/>
              </a:ext>
            </a:extLst>
          </p:cNvPr>
          <p:cNvSpPr>
            <a:spLocks noGrp="1"/>
          </p:cNvSpPr>
          <p:nvPr/>
        </p:nvSpPr>
        <p:spPr>
          <a:xfrm>
            <a:off x="2406218" y="6348515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E572DEBA-A358-4C0E-9259-B15906E194EF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BCE70961-54FF-401A-9F04-5792AF2BB769}"/>
              </a:ext>
            </a:extLst>
          </p:cNvPr>
          <p:cNvSpPr>
            <a:spLocks noGrp="1"/>
          </p:cNvSpPr>
          <p:nvPr/>
        </p:nvSpPr>
        <p:spPr>
          <a:xfrm>
            <a:off x="1250960" y="6893015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D0D05658-68B1-499E-9DCD-46EF1B3DC947}"/>
              </a:ext>
            </a:extLst>
          </p:cNvPr>
          <p:cNvSpPr>
            <a:spLocks noGrp="1"/>
          </p:cNvSpPr>
          <p:nvPr/>
        </p:nvSpPr>
        <p:spPr>
          <a:xfrm>
            <a:off x="1192888" y="7271140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322978C1-6653-444D-BD8D-26CF7E121277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287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8317003F-E99B-4E5C-9D89-0271767842C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3EC938A7-5D67-4D18-A201-616A374F0A75}"/>
              </a:ext>
            </a:extLst>
          </p:cNvPr>
          <p:cNvSpPr>
            <a:spLocks noGrp="1"/>
          </p:cNvSpPr>
          <p:nvPr/>
        </p:nvSpPr>
        <p:spPr>
          <a:xfrm>
            <a:off x="4098853" y="7513936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9A3609D6-8B40-43FD-82DD-EC6C2F435345}"/>
              </a:ext>
            </a:extLst>
          </p:cNvPr>
          <p:cNvSpPr>
            <a:spLocks noGrp="1"/>
          </p:cNvSpPr>
          <p:nvPr/>
        </p:nvSpPr>
        <p:spPr>
          <a:xfrm>
            <a:off x="2395871" y="6376454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AE500E56-1DD1-4057-B4FB-07AC25EE3E4A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ACE6A960-7B6E-45CD-A051-951FF7A2F966}"/>
              </a:ext>
            </a:extLst>
          </p:cNvPr>
          <p:cNvSpPr>
            <a:spLocks noGrp="1"/>
          </p:cNvSpPr>
          <p:nvPr/>
        </p:nvSpPr>
        <p:spPr>
          <a:xfrm>
            <a:off x="1476656" y="7305825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EFF80CC9-DE81-4E36-87C1-52AECA70BEA0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191" cy="2913552"/>
          </a:xfrm>
          <a:custGeom>
            <a:avLst/>
            <a:gdLst/>
            <a:ahLst/>
            <a:cxnLst/>
            <a:rect l="0" t="0" r="0" b="0"/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798E690E-479C-434E-B1E8-66CD6681CFF4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955" name="text_1954">
            <a:extLst>
              <a:ext uri="{FF2B5EF4-FFF2-40B4-BE49-F238E27FC236}">
                <a16:creationId xmlns:a16="http://schemas.microsoft.com/office/drawing/2014/main" id="{6C58A224-8E51-4FE4-A998-BCE757A9FDE0}"/>
              </a:ext>
            </a:extLst>
          </p:cNvPr>
          <p:cNvSpPr>
            <a:spLocks noGrp="1"/>
          </p:cNvSpPr>
          <p:nvPr/>
        </p:nvSpPr>
        <p:spPr>
          <a:xfrm>
            <a:off x="742040" y="4321220"/>
            <a:ext cx="82329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56" name="text_1955">
            <a:extLst>
              <a:ext uri="{FF2B5EF4-FFF2-40B4-BE49-F238E27FC236}">
                <a16:creationId xmlns:a16="http://schemas.microsoft.com/office/drawing/2014/main" id="{F6D2888B-C790-4986-A9B5-D6AFDB2DF6B5}"/>
              </a:ext>
            </a:extLst>
          </p:cNvPr>
          <p:cNvSpPr>
            <a:spLocks noGrp="1"/>
          </p:cNvSpPr>
          <p:nvPr/>
        </p:nvSpPr>
        <p:spPr>
          <a:xfrm>
            <a:off x="1217015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57" name="text_1956">
            <a:extLst>
              <a:ext uri="{FF2B5EF4-FFF2-40B4-BE49-F238E27FC236}">
                <a16:creationId xmlns:a16="http://schemas.microsoft.com/office/drawing/2014/main" id="{AA3396A4-B876-400A-9817-4937D4A84C35}"/>
              </a:ext>
            </a:extLst>
          </p:cNvPr>
          <p:cNvSpPr>
            <a:spLocks noGrp="1"/>
          </p:cNvSpPr>
          <p:nvPr/>
        </p:nvSpPr>
        <p:spPr>
          <a:xfrm>
            <a:off x="129889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8" name="text_1957">
            <a:extLst>
              <a:ext uri="{FF2B5EF4-FFF2-40B4-BE49-F238E27FC236}">
                <a16:creationId xmlns:a16="http://schemas.microsoft.com/office/drawing/2014/main" id="{033EF8CC-8C75-4FBC-B937-9DFE1D3F9EF2}"/>
              </a:ext>
            </a:extLst>
          </p:cNvPr>
          <p:cNvSpPr>
            <a:spLocks noGrp="1"/>
          </p:cNvSpPr>
          <p:nvPr/>
        </p:nvSpPr>
        <p:spPr>
          <a:xfrm>
            <a:off x="133386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9" name="text_1958">
            <a:extLst>
              <a:ext uri="{FF2B5EF4-FFF2-40B4-BE49-F238E27FC236}">
                <a16:creationId xmlns:a16="http://schemas.microsoft.com/office/drawing/2014/main" id="{393A6720-C195-469F-BAD7-AB1F2DED8020}"/>
              </a:ext>
            </a:extLst>
          </p:cNvPr>
          <p:cNvSpPr>
            <a:spLocks noGrp="1"/>
          </p:cNvSpPr>
          <p:nvPr/>
        </p:nvSpPr>
        <p:spPr>
          <a:xfrm>
            <a:off x="1368835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0" name="text_1959">
            <a:extLst>
              <a:ext uri="{FF2B5EF4-FFF2-40B4-BE49-F238E27FC236}">
                <a16:creationId xmlns:a16="http://schemas.microsoft.com/office/drawing/2014/main" id="{97066BB0-8C4E-4886-B3B7-3B88B4ED0407}"/>
              </a:ext>
            </a:extLst>
          </p:cNvPr>
          <p:cNvSpPr>
            <a:spLocks noGrp="1"/>
          </p:cNvSpPr>
          <p:nvPr/>
        </p:nvSpPr>
        <p:spPr>
          <a:xfrm>
            <a:off x="1401024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61" name="text_1960">
            <a:extLst>
              <a:ext uri="{FF2B5EF4-FFF2-40B4-BE49-F238E27FC236}">
                <a16:creationId xmlns:a16="http://schemas.microsoft.com/office/drawing/2014/main" id="{C783B1B3-4AF3-4DB0-ADDD-D9C19B2059B6}"/>
              </a:ext>
            </a:extLst>
          </p:cNvPr>
          <p:cNvSpPr>
            <a:spLocks noGrp="1"/>
          </p:cNvSpPr>
          <p:nvPr/>
        </p:nvSpPr>
        <p:spPr>
          <a:xfrm>
            <a:off x="1435994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62" name="text_1961">
            <a:extLst>
              <a:ext uri="{FF2B5EF4-FFF2-40B4-BE49-F238E27FC236}">
                <a16:creationId xmlns:a16="http://schemas.microsoft.com/office/drawing/2014/main" id="{4A4F7894-9234-4D0D-A929-F6144F81FE89}"/>
              </a:ext>
            </a:extLst>
          </p:cNvPr>
          <p:cNvSpPr>
            <a:spLocks noGrp="1"/>
          </p:cNvSpPr>
          <p:nvPr/>
        </p:nvSpPr>
        <p:spPr>
          <a:xfrm>
            <a:off x="1470964" y="4334816"/>
            <a:ext cx="7633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g</a:t>
            </a:r>
          </a:p>
        </p:txBody>
      </p:sp>
      <p:sp>
        <p:nvSpPr>
          <p:cNvPr id="1963" name="text_1962">
            <a:extLst>
              <a:ext uri="{FF2B5EF4-FFF2-40B4-BE49-F238E27FC236}">
                <a16:creationId xmlns:a16="http://schemas.microsoft.com/office/drawing/2014/main" id="{E1B48176-3ACF-4E7F-9152-BD0A76E8F81F}"/>
              </a:ext>
            </a:extLst>
          </p:cNvPr>
          <p:cNvSpPr>
            <a:spLocks noGrp="1"/>
          </p:cNvSpPr>
          <p:nvPr/>
        </p:nvSpPr>
        <p:spPr>
          <a:xfrm>
            <a:off x="1538470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64" name="text_1963">
            <a:extLst>
              <a:ext uri="{FF2B5EF4-FFF2-40B4-BE49-F238E27FC236}">
                <a16:creationId xmlns:a16="http://schemas.microsoft.com/office/drawing/2014/main" id="{DB0574B9-0853-48B4-8C42-E5BED8D3214A}"/>
              </a:ext>
            </a:extLst>
          </p:cNvPr>
          <p:cNvSpPr>
            <a:spLocks noGrp="1"/>
          </p:cNvSpPr>
          <p:nvPr/>
        </p:nvSpPr>
        <p:spPr>
          <a:xfrm>
            <a:off x="1608758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65" name="text_1964">
            <a:extLst>
              <a:ext uri="{FF2B5EF4-FFF2-40B4-BE49-F238E27FC236}">
                <a16:creationId xmlns:a16="http://schemas.microsoft.com/office/drawing/2014/main" id="{8FC1E45F-B496-415C-A9A0-3A6427A179D5}"/>
              </a:ext>
            </a:extLst>
          </p:cNvPr>
          <p:cNvSpPr>
            <a:spLocks noGrp="1"/>
          </p:cNvSpPr>
          <p:nvPr/>
        </p:nvSpPr>
        <p:spPr>
          <a:xfrm>
            <a:off x="1685163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966" name="text_1965">
            <a:extLst>
              <a:ext uri="{FF2B5EF4-FFF2-40B4-BE49-F238E27FC236}">
                <a16:creationId xmlns:a16="http://schemas.microsoft.com/office/drawing/2014/main" id="{C6280997-1363-4ACE-9A60-3FA851738C9F}"/>
              </a:ext>
            </a:extLst>
          </p:cNvPr>
          <p:cNvSpPr>
            <a:spLocks noGrp="1"/>
          </p:cNvSpPr>
          <p:nvPr/>
        </p:nvSpPr>
        <p:spPr>
          <a:xfrm>
            <a:off x="1761569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67" name="text_1966">
            <a:extLst>
              <a:ext uri="{FF2B5EF4-FFF2-40B4-BE49-F238E27FC236}">
                <a16:creationId xmlns:a16="http://schemas.microsoft.com/office/drawing/2014/main" id="{0062BCD4-A884-41FE-AEF9-9690FFB6C070}"/>
              </a:ext>
            </a:extLst>
          </p:cNvPr>
          <p:cNvSpPr>
            <a:spLocks noGrp="1"/>
          </p:cNvSpPr>
          <p:nvPr/>
        </p:nvSpPr>
        <p:spPr>
          <a:xfrm>
            <a:off x="1818369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8" name="text_1967">
            <a:extLst>
              <a:ext uri="{FF2B5EF4-FFF2-40B4-BE49-F238E27FC236}">
                <a16:creationId xmlns:a16="http://schemas.microsoft.com/office/drawing/2014/main" id="{51F94550-4CF8-4BBA-BD6B-CDEA2A199AF3}"/>
              </a:ext>
            </a:extLst>
          </p:cNvPr>
          <p:cNvSpPr>
            <a:spLocks noGrp="1"/>
          </p:cNvSpPr>
          <p:nvPr/>
        </p:nvSpPr>
        <p:spPr>
          <a:xfrm>
            <a:off x="1850558" y="4334816"/>
            <a:ext cx="4698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1969" name="text_1968">
            <a:extLst>
              <a:ext uri="{FF2B5EF4-FFF2-40B4-BE49-F238E27FC236}">
                <a16:creationId xmlns:a16="http://schemas.microsoft.com/office/drawing/2014/main" id="{2970D812-CC01-4BD3-93F6-9F8C457CC364}"/>
              </a:ext>
            </a:extLst>
          </p:cNvPr>
          <p:cNvSpPr>
            <a:spLocks noGrp="1"/>
          </p:cNvSpPr>
          <p:nvPr/>
        </p:nvSpPr>
        <p:spPr>
          <a:xfrm>
            <a:off x="1888656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70" name="text_1969">
            <a:extLst>
              <a:ext uri="{FF2B5EF4-FFF2-40B4-BE49-F238E27FC236}">
                <a16:creationId xmlns:a16="http://schemas.microsoft.com/office/drawing/2014/main" id="{E2A894B8-17BB-4B37-9296-B79FBF3E7FC9}"/>
              </a:ext>
            </a:extLst>
          </p:cNvPr>
          <p:cNvSpPr>
            <a:spLocks noGrp="1"/>
          </p:cNvSpPr>
          <p:nvPr/>
        </p:nvSpPr>
        <p:spPr>
          <a:xfrm>
            <a:off x="192084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71" name="text_1970">
            <a:extLst>
              <a:ext uri="{FF2B5EF4-FFF2-40B4-BE49-F238E27FC236}">
                <a16:creationId xmlns:a16="http://schemas.microsoft.com/office/drawing/2014/main" id="{35A468D3-1DD5-486F-B971-CA4FCB24A363}"/>
              </a:ext>
            </a:extLst>
          </p:cNvPr>
          <p:cNvSpPr>
            <a:spLocks noGrp="1"/>
          </p:cNvSpPr>
          <p:nvPr/>
        </p:nvSpPr>
        <p:spPr>
          <a:xfrm>
            <a:off x="1955815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2" name="text_1971">
            <a:extLst>
              <a:ext uri="{FF2B5EF4-FFF2-40B4-BE49-F238E27FC236}">
                <a16:creationId xmlns:a16="http://schemas.microsoft.com/office/drawing/2014/main" id="{044945B0-AF0D-4F7B-8C82-78F90F482D39}"/>
              </a:ext>
            </a:extLst>
          </p:cNvPr>
          <p:cNvSpPr>
            <a:spLocks noGrp="1"/>
          </p:cNvSpPr>
          <p:nvPr/>
        </p:nvSpPr>
        <p:spPr>
          <a:xfrm>
            <a:off x="2032221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73" name="text_1972">
            <a:extLst>
              <a:ext uri="{FF2B5EF4-FFF2-40B4-BE49-F238E27FC236}">
                <a16:creationId xmlns:a16="http://schemas.microsoft.com/office/drawing/2014/main" id="{A1375F63-3E84-46A0-A982-F73B6E507FB3}"/>
              </a:ext>
            </a:extLst>
          </p:cNvPr>
          <p:cNvSpPr>
            <a:spLocks noGrp="1"/>
          </p:cNvSpPr>
          <p:nvPr/>
        </p:nvSpPr>
        <p:spPr>
          <a:xfrm>
            <a:off x="2089021" y="4334816"/>
            <a:ext cx="58241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1974" name="text_1973">
            <a:extLst>
              <a:ext uri="{FF2B5EF4-FFF2-40B4-BE49-F238E27FC236}">
                <a16:creationId xmlns:a16="http://schemas.microsoft.com/office/drawing/2014/main" id="{3FF760A5-08C4-4059-B3CE-E40649DEAC49}"/>
              </a:ext>
            </a:extLst>
          </p:cNvPr>
          <p:cNvSpPr>
            <a:spLocks noGrp="1"/>
          </p:cNvSpPr>
          <p:nvPr/>
        </p:nvSpPr>
        <p:spPr>
          <a:xfrm>
            <a:off x="2138382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75" name="text_1974">
            <a:extLst>
              <a:ext uri="{FF2B5EF4-FFF2-40B4-BE49-F238E27FC236}">
                <a16:creationId xmlns:a16="http://schemas.microsoft.com/office/drawing/2014/main" id="{A521D4A4-1828-43AD-86E8-03DC7DCE743B}"/>
              </a:ext>
            </a:extLst>
          </p:cNvPr>
          <p:cNvSpPr>
            <a:spLocks noGrp="1"/>
          </p:cNvSpPr>
          <p:nvPr/>
        </p:nvSpPr>
        <p:spPr>
          <a:xfrm>
            <a:off x="220867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6" name="text_1975">
            <a:extLst>
              <a:ext uri="{FF2B5EF4-FFF2-40B4-BE49-F238E27FC236}">
                <a16:creationId xmlns:a16="http://schemas.microsoft.com/office/drawing/2014/main" id="{FDB9B78D-878E-4E65-AF03-B428F49DBE2D}"/>
              </a:ext>
            </a:extLst>
          </p:cNvPr>
          <p:cNvSpPr>
            <a:spLocks noGrp="1"/>
          </p:cNvSpPr>
          <p:nvPr/>
        </p:nvSpPr>
        <p:spPr>
          <a:xfrm>
            <a:off x="2285075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77" name="text_1976">
            <a:extLst>
              <a:ext uri="{FF2B5EF4-FFF2-40B4-BE49-F238E27FC236}">
                <a16:creationId xmlns:a16="http://schemas.microsoft.com/office/drawing/2014/main" id="{79022A5E-9FA8-46F6-9178-EB3B78F38F35}"/>
              </a:ext>
            </a:extLst>
          </p:cNvPr>
          <p:cNvSpPr>
            <a:spLocks noGrp="1"/>
          </p:cNvSpPr>
          <p:nvPr/>
        </p:nvSpPr>
        <p:spPr>
          <a:xfrm>
            <a:off x="2344656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78" name="text_1977">
            <a:extLst>
              <a:ext uri="{FF2B5EF4-FFF2-40B4-BE49-F238E27FC236}">
                <a16:creationId xmlns:a16="http://schemas.microsoft.com/office/drawing/2014/main" id="{63A70CDC-CFE3-4C6C-8B3A-20C76783564D}"/>
              </a:ext>
            </a:extLst>
          </p:cNvPr>
          <p:cNvSpPr>
            <a:spLocks noGrp="1"/>
          </p:cNvSpPr>
          <p:nvPr/>
        </p:nvSpPr>
        <p:spPr>
          <a:xfrm>
            <a:off x="2416334" y="4334816"/>
            <a:ext cx="523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979" name="text_1978">
            <a:extLst>
              <a:ext uri="{FF2B5EF4-FFF2-40B4-BE49-F238E27FC236}">
                <a16:creationId xmlns:a16="http://schemas.microsoft.com/office/drawing/2014/main" id="{30BECC68-1D27-41ED-8C2E-DF21CB51E0EB}"/>
              </a:ext>
            </a:extLst>
          </p:cNvPr>
          <p:cNvSpPr>
            <a:spLocks noGrp="1"/>
          </p:cNvSpPr>
          <p:nvPr/>
        </p:nvSpPr>
        <p:spPr>
          <a:xfrm>
            <a:off x="245992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0" name="text_1979">
            <a:extLst>
              <a:ext uri="{FF2B5EF4-FFF2-40B4-BE49-F238E27FC236}">
                <a16:creationId xmlns:a16="http://schemas.microsoft.com/office/drawing/2014/main" id="{69FD7A3E-5E21-4B1C-9A8D-2FBAE122DD82}"/>
              </a:ext>
            </a:extLst>
          </p:cNvPr>
          <p:cNvSpPr>
            <a:spLocks noGrp="1"/>
          </p:cNvSpPr>
          <p:nvPr/>
        </p:nvSpPr>
        <p:spPr>
          <a:xfrm>
            <a:off x="249489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1" name="text_1980">
            <a:extLst>
              <a:ext uri="{FF2B5EF4-FFF2-40B4-BE49-F238E27FC236}">
                <a16:creationId xmlns:a16="http://schemas.microsoft.com/office/drawing/2014/main" id="{9E94A5FD-8B47-4AAE-A475-0E375708C1F0}"/>
              </a:ext>
            </a:extLst>
          </p:cNvPr>
          <p:cNvSpPr>
            <a:spLocks noGrp="1"/>
          </p:cNvSpPr>
          <p:nvPr/>
        </p:nvSpPr>
        <p:spPr>
          <a:xfrm>
            <a:off x="2566573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982" name="text_1981">
            <a:extLst>
              <a:ext uri="{FF2B5EF4-FFF2-40B4-BE49-F238E27FC236}">
                <a16:creationId xmlns:a16="http://schemas.microsoft.com/office/drawing/2014/main" id="{65EE25D0-E04F-4FF2-94CA-F291C2007E0A}"/>
              </a:ext>
            </a:extLst>
          </p:cNvPr>
          <p:cNvSpPr>
            <a:spLocks noGrp="1"/>
          </p:cNvSpPr>
          <p:nvPr/>
        </p:nvSpPr>
        <p:spPr>
          <a:xfrm>
            <a:off x="263394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3" name="text_1982">
            <a:extLst>
              <a:ext uri="{FF2B5EF4-FFF2-40B4-BE49-F238E27FC236}">
                <a16:creationId xmlns:a16="http://schemas.microsoft.com/office/drawing/2014/main" id="{672E1354-D889-4BAC-ABD0-02F0199F445B}"/>
              </a:ext>
            </a:extLst>
          </p:cNvPr>
          <p:cNvSpPr>
            <a:spLocks noGrp="1"/>
          </p:cNvSpPr>
          <p:nvPr/>
        </p:nvSpPr>
        <p:spPr>
          <a:xfrm>
            <a:off x="2705619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4" name="text_1983">
            <a:extLst>
              <a:ext uri="{FF2B5EF4-FFF2-40B4-BE49-F238E27FC236}">
                <a16:creationId xmlns:a16="http://schemas.microsoft.com/office/drawing/2014/main" id="{0B853625-A7ED-4C46-AED9-43856A24D0D7}"/>
              </a:ext>
            </a:extLst>
          </p:cNvPr>
          <p:cNvSpPr>
            <a:spLocks noGrp="1"/>
          </p:cNvSpPr>
          <p:nvPr/>
        </p:nvSpPr>
        <p:spPr>
          <a:xfrm>
            <a:off x="2740589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85" name="text_1984">
            <a:extLst>
              <a:ext uri="{FF2B5EF4-FFF2-40B4-BE49-F238E27FC236}">
                <a16:creationId xmlns:a16="http://schemas.microsoft.com/office/drawing/2014/main" id="{09A720D2-FD25-4147-9F17-53359966E830}"/>
              </a:ext>
            </a:extLst>
          </p:cNvPr>
          <p:cNvSpPr>
            <a:spLocks noGrp="1"/>
          </p:cNvSpPr>
          <p:nvPr/>
        </p:nvSpPr>
        <p:spPr>
          <a:xfrm>
            <a:off x="2772778" y="4334816"/>
            <a:ext cx="8460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986" name="text_1985">
            <a:extLst>
              <a:ext uri="{FF2B5EF4-FFF2-40B4-BE49-F238E27FC236}">
                <a16:creationId xmlns:a16="http://schemas.microsoft.com/office/drawing/2014/main" id="{B9967894-0D6B-46B4-BBEB-997F8FA8A188}"/>
              </a:ext>
            </a:extLst>
          </p:cNvPr>
          <p:cNvSpPr>
            <a:spLocks noGrp="1"/>
          </p:cNvSpPr>
          <p:nvPr/>
        </p:nvSpPr>
        <p:spPr>
          <a:xfrm>
            <a:off x="2848557" y="4334816"/>
            <a:ext cx="8901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987" name="text_1986">
            <a:extLst>
              <a:ext uri="{FF2B5EF4-FFF2-40B4-BE49-F238E27FC236}">
                <a16:creationId xmlns:a16="http://schemas.microsoft.com/office/drawing/2014/main" id="{04850760-D69E-4C1E-9319-64E5123030DB}"/>
              </a:ext>
            </a:extLst>
          </p:cNvPr>
          <p:cNvSpPr>
            <a:spLocks noGrp="1"/>
          </p:cNvSpPr>
          <p:nvPr/>
        </p:nvSpPr>
        <p:spPr>
          <a:xfrm>
            <a:off x="2928717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88" name="text_1987">
            <a:extLst>
              <a:ext uri="{FF2B5EF4-FFF2-40B4-BE49-F238E27FC236}">
                <a16:creationId xmlns:a16="http://schemas.microsoft.com/office/drawing/2014/main" id="{97587ABF-377D-4F2B-BAE2-46F7FBF97439}"/>
              </a:ext>
            </a:extLst>
          </p:cNvPr>
          <p:cNvSpPr>
            <a:spLocks noGrp="1"/>
          </p:cNvSpPr>
          <p:nvPr/>
        </p:nvSpPr>
        <p:spPr>
          <a:xfrm>
            <a:off x="3014995" y="4334816"/>
            <a:ext cx="10184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989" name="text_1988">
            <a:extLst>
              <a:ext uri="{FF2B5EF4-FFF2-40B4-BE49-F238E27FC236}">
                <a16:creationId xmlns:a16="http://schemas.microsoft.com/office/drawing/2014/main" id="{0FD544DD-B7F5-43AD-B65E-E81524F4969B}"/>
              </a:ext>
            </a:extLst>
          </p:cNvPr>
          <p:cNvSpPr>
            <a:spLocks noGrp="1"/>
          </p:cNvSpPr>
          <p:nvPr/>
        </p:nvSpPr>
        <p:spPr>
          <a:xfrm>
            <a:off x="3107947" y="4334816"/>
            <a:ext cx="8417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90" name="text_1989">
            <a:extLst>
              <a:ext uri="{FF2B5EF4-FFF2-40B4-BE49-F238E27FC236}">
                <a16:creationId xmlns:a16="http://schemas.microsoft.com/office/drawing/2014/main" id="{60EF666A-7783-422A-B1CF-559FFEC9E8C0}"/>
              </a:ext>
            </a:extLst>
          </p:cNvPr>
          <p:cNvSpPr>
            <a:spLocks noGrp="1"/>
          </p:cNvSpPr>
          <p:nvPr/>
        </p:nvSpPr>
        <p:spPr>
          <a:xfrm>
            <a:off x="3184483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1" name="text_1990">
            <a:extLst>
              <a:ext uri="{FF2B5EF4-FFF2-40B4-BE49-F238E27FC236}">
                <a16:creationId xmlns:a16="http://schemas.microsoft.com/office/drawing/2014/main" id="{F282F127-5188-45C4-824D-E7181F013331}"/>
              </a:ext>
            </a:extLst>
          </p:cNvPr>
          <p:cNvSpPr>
            <a:spLocks noGrp="1"/>
          </p:cNvSpPr>
          <p:nvPr/>
        </p:nvSpPr>
        <p:spPr>
          <a:xfrm>
            <a:off x="3234999" y="4388707"/>
            <a:ext cx="35428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2" name="text_1991">
            <a:extLst>
              <a:ext uri="{FF2B5EF4-FFF2-40B4-BE49-F238E27FC236}">
                <a16:creationId xmlns:a16="http://schemas.microsoft.com/office/drawing/2014/main" id="{F4D184A2-9D2E-469F-8EB1-0618B217DEE2}"/>
              </a:ext>
            </a:extLst>
          </p:cNvPr>
          <p:cNvSpPr>
            <a:spLocks noGrp="1"/>
          </p:cNvSpPr>
          <p:nvPr/>
        </p:nvSpPr>
        <p:spPr>
          <a:xfrm>
            <a:off x="3261619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FD054C25-BA02-4D85-ADE9-CEAE0150669A}"/>
              </a:ext>
            </a:extLst>
          </p:cNvPr>
          <p:cNvSpPr>
            <a:spLocks noGrp="1"/>
          </p:cNvSpPr>
          <p:nvPr/>
        </p:nvSpPr>
        <p:spPr>
          <a:xfrm>
            <a:off x="4238278" y="4632097"/>
            <a:ext cx="89759" cy="2913552"/>
          </a:xfrm>
          <a:custGeom>
            <a:avLst/>
            <a:gdLst/>
            <a:ahLst/>
            <a:cxnLst/>
            <a:rect l="0" t="0" r="0" b="0"/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4D06562E-FEFF-4122-B64B-A38908C3A614}"/>
              </a:ext>
            </a:extLst>
          </p:cNvPr>
          <p:cNvSpPr>
            <a:spLocks noGrp="1"/>
          </p:cNvSpPr>
          <p:nvPr/>
        </p:nvSpPr>
        <p:spPr>
          <a:xfrm>
            <a:off x="4238278" y="75342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DE725"/>
          </a:solidFill>
          <a:ln w="3518">
            <a:solidFill>
              <a:srgbClr val="FDE725"/>
            </a:solidFill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ECB7BE3A-30E7-43C2-8C56-178F7EBBFBE6}"/>
              </a:ext>
            </a:extLst>
          </p:cNvPr>
          <p:cNvSpPr>
            <a:spLocks noGrp="1"/>
          </p:cNvSpPr>
          <p:nvPr/>
        </p:nvSpPr>
        <p:spPr>
          <a:xfrm>
            <a:off x="4238278" y="75228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BE723"/>
          </a:solidFill>
          <a:ln w="3518">
            <a:solidFill>
              <a:srgbClr val="FBE723"/>
            </a:solidFill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924FD52D-E468-4799-B235-3868C8C272A4}"/>
              </a:ext>
            </a:extLst>
          </p:cNvPr>
          <p:cNvSpPr>
            <a:spLocks noGrp="1"/>
          </p:cNvSpPr>
          <p:nvPr/>
        </p:nvSpPr>
        <p:spPr>
          <a:xfrm>
            <a:off x="4238278" y="75115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8E621"/>
          </a:solidFill>
          <a:ln w="3518">
            <a:solidFill>
              <a:srgbClr val="F8E621"/>
            </a:solidFill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538223A1-E021-466B-A128-ADDD53B4FC50}"/>
              </a:ext>
            </a:extLst>
          </p:cNvPr>
          <p:cNvSpPr>
            <a:spLocks noGrp="1"/>
          </p:cNvSpPr>
          <p:nvPr/>
        </p:nvSpPr>
        <p:spPr>
          <a:xfrm>
            <a:off x="4238278" y="75001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6E620"/>
          </a:solidFill>
          <a:ln w="3518">
            <a:solidFill>
              <a:srgbClr val="F6E620"/>
            </a:solidFill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2DC14EDD-69A3-4155-ABB1-870E04A4C87B}"/>
              </a:ext>
            </a:extLst>
          </p:cNvPr>
          <p:cNvSpPr>
            <a:spLocks noGrp="1"/>
          </p:cNvSpPr>
          <p:nvPr/>
        </p:nvSpPr>
        <p:spPr>
          <a:xfrm>
            <a:off x="4238278" y="74887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4E61E"/>
          </a:solidFill>
          <a:ln w="3518">
            <a:solidFill>
              <a:srgbClr val="F4E61E"/>
            </a:solidFill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493653E3-8583-4085-B6FC-824E7D596451}"/>
              </a:ext>
            </a:extLst>
          </p:cNvPr>
          <p:cNvSpPr>
            <a:spLocks noGrp="1"/>
          </p:cNvSpPr>
          <p:nvPr/>
        </p:nvSpPr>
        <p:spPr>
          <a:xfrm>
            <a:off x="4238278" y="74773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1E51D"/>
          </a:solidFill>
          <a:ln w="3518">
            <a:solidFill>
              <a:srgbClr val="F1E51D"/>
            </a:solidFill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8A759736-9616-41CA-BAC2-77AB10C8ACD0}"/>
              </a:ext>
            </a:extLst>
          </p:cNvPr>
          <p:cNvSpPr>
            <a:spLocks noGrp="1"/>
          </p:cNvSpPr>
          <p:nvPr/>
        </p:nvSpPr>
        <p:spPr>
          <a:xfrm>
            <a:off x="4238278" y="74659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FE51C"/>
          </a:solidFill>
          <a:ln w="3518">
            <a:solidFill>
              <a:srgbClr val="EFE51C"/>
            </a:solidFill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4092EAF2-2983-4DD4-9B93-8ED28812AD88}"/>
              </a:ext>
            </a:extLst>
          </p:cNvPr>
          <p:cNvSpPr>
            <a:spLocks noGrp="1"/>
          </p:cNvSpPr>
          <p:nvPr/>
        </p:nvSpPr>
        <p:spPr>
          <a:xfrm>
            <a:off x="4238278" y="74546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CE51B"/>
          </a:solidFill>
          <a:ln w="3518">
            <a:solidFill>
              <a:srgbClr val="ECE51B"/>
            </a:solidFill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630131FA-6BB7-4C2C-857B-4057941CDAFE}"/>
              </a:ext>
            </a:extLst>
          </p:cNvPr>
          <p:cNvSpPr>
            <a:spLocks noGrp="1"/>
          </p:cNvSpPr>
          <p:nvPr/>
        </p:nvSpPr>
        <p:spPr>
          <a:xfrm>
            <a:off x="4238278" y="74432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AE51A"/>
          </a:solidFill>
          <a:ln w="3518">
            <a:solidFill>
              <a:srgbClr val="EAE51A"/>
            </a:solidFill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AE1EAD11-5EC7-4D18-B4EC-947368DD4F53}"/>
              </a:ext>
            </a:extLst>
          </p:cNvPr>
          <p:cNvSpPr>
            <a:spLocks noGrp="1"/>
          </p:cNvSpPr>
          <p:nvPr/>
        </p:nvSpPr>
        <p:spPr>
          <a:xfrm>
            <a:off x="4238278" y="74318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7E419"/>
          </a:solidFill>
          <a:ln w="3518">
            <a:solidFill>
              <a:srgbClr val="E7E419"/>
            </a:solidFill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DD7D4DF1-E5EA-42C8-A69D-A3C518ECCD96}"/>
              </a:ext>
            </a:extLst>
          </p:cNvPr>
          <p:cNvSpPr>
            <a:spLocks noGrp="1"/>
          </p:cNvSpPr>
          <p:nvPr/>
        </p:nvSpPr>
        <p:spPr>
          <a:xfrm>
            <a:off x="4238278" y="74204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5E419"/>
          </a:solidFill>
          <a:ln w="3518">
            <a:solidFill>
              <a:srgbClr val="E5E419"/>
            </a:solidFill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53D40B85-FB9F-4802-A152-BDFCE471AC36}"/>
              </a:ext>
            </a:extLst>
          </p:cNvPr>
          <p:cNvSpPr>
            <a:spLocks noGrp="1"/>
          </p:cNvSpPr>
          <p:nvPr/>
        </p:nvSpPr>
        <p:spPr>
          <a:xfrm>
            <a:off x="4238278" y="74090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2E418"/>
          </a:solidFill>
          <a:ln w="3518">
            <a:solidFill>
              <a:srgbClr val="E2E418"/>
            </a:solidFill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F81D741-D06C-4D2C-82E2-2C0307A19E23}"/>
              </a:ext>
            </a:extLst>
          </p:cNvPr>
          <p:cNvSpPr>
            <a:spLocks noGrp="1"/>
          </p:cNvSpPr>
          <p:nvPr/>
        </p:nvSpPr>
        <p:spPr>
          <a:xfrm>
            <a:off x="4238278" y="73976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FE318"/>
          </a:solidFill>
          <a:ln w="3518">
            <a:solidFill>
              <a:srgbClr val="DFE318"/>
            </a:solidFill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1CE3CD2D-7873-48E3-BC49-0EC1DE8E0B75}"/>
              </a:ext>
            </a:extLst>
          </p:cNvPr>
          <p:cNvSpPr>
            <a:spLocks noGrp="1"/>
          </p:cNvSpPr>
          <p:nvPr/>
        </p:nvSpPr>
        <p:spPr>
          <a:xfrm>
            <a:off x="4238278" y="73863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DE318"/>
          </a:solidFill>
          <a:ln w="3518">
            <a:solidFill>
              <a:srgbClr val="DDE318"/>
            </a:solidFill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DBB3D502-074F-4A68-B76A-13E31A72B204}"/>
              </a:ext>
            </a:extLst>
          </p:cNvPr>
          <p:cNvSpPr>
            <a:spLocks noGrp="1"/>
          </p:cNvSpPr>
          <p:nvPr/>
        </p:nvSpPr>
        <p:spPr>
          <a:xfrm>
            <a:off x="4238278" y="73749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AE319"/>
          </a:solidFill>
          <a:ln w="3518">
            <a:solidFill>
              <a:srgbClr val="DAE319"/>
            </a:solidFill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8B998D26-F956-4289-B2B8-7B5EB25EFCAA}"/>
              </a:ext>
            </a:extLst>
          </p:cNvPr>
          <p:cNvSpPr>
            <a:spLocks noGrp="1"/>
          </p:cNvSpPr>
          <p:nvPr/>
        </p:nvSpPr>
        <p:spPr>
          <a:xfrm>
            <a:off x="4238278" y="73635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8E219"/>
          </a:solidFill>
          <a:ln w="3518">
            <a:solidFill>
              <a:srgbClr val="D8E219"/>
            </a:solidFill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045D989F-2D42-4A5F-85FA-A4E6083D4F4F}"/>
              </a:ext>
            </a:extLst>
          </p:cNvPr>
          <p:cNvSpPr>
            <a:spLocks noGrp="1"/>
          </p:cNvSpPr>
          <p:nvPr/>
        </p:nvSpPr>
        <p:spPr>
          <a:xfrm>
            <a:off x="4238278" y="73521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5E21A"/>
          </a:solidFill>
          <a:ln w="3518">
            <a:solidFill>
              <a:srgbClr val="D5E21A"/>
            </a:solidFill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060D3947-11AA-49D2-9E5E-B6B5DD83AEF0}"/>
              </a:ext>
            </a:extLst>
          </p:cNvPr>
          <p:cNvSpPr>
            <a:spLocks noGrp="1"/>
          </p:cNvSpPr>
          <p:nvPr/>
        </p:nvSpPr>
        <p:spPr>
          <a:xfrm>
            <a:off x="4238278" y="73407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2E21B"/>
          </a:solidFill>
          <a:ln w="3518">
            <a:solidFill>
              <a:srgbClr val="D2E21B"/>
            </a:solidFill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3C75F49E-DA5A-48E5-9587-22B8DFE10708}"/>
              </a:ext>
            </a:extLst>
          </p:cNvPr>
          <p:cNvSpPr>
            <a:spLocks noGrp="1"/>
          </p:cNvSpPr>
          <p:nvPr/>
        </p:nvSpPr>
        <p:spPr>
          <a:xfrm>
            <a:off x="4238278" y="73294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0E11C"/>
          </a:solidFill>
          <a:ln w="3518">
            <a:solidFill>
              <a:srgbClr val="D0E11C"/>
            </a:solidFill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005B5592-4C8F-41EA-9B94-68F011DF211F}"/>
              </a:ext>
            </a:extLst>
          </p:cNvPr>
          <p:cNvSpPr>
            <a:spLocks noGrp="1"/>
          </p:cNvSpPr>
          <p:nvPr/>
        </p:nvSpPr>
        <p:spPr>
          <a:xfrm>
            <a:off x="4238278" y="73180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DE11D"/>
          </a:solidFill>
          <a:ln w="3518">
            <a:solidFill>
              <a:srgbClr val="CDE11D"/>
            </a:solidFill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569AD79D-DD44-468E-BCFB-7E4F389F067B}"/>
              </a:ext>
            </a:extLst>
          </p:cNvPr>
          <p:cNvSpPr>
            <a:spLocks noGrp="1"/>
          </p:cNvSpPr>
          <p:nvPr/>
        </p:nvSpPr>
        <p:spPr>
          <a:xfrm>
            <a:off x="4238278" y="73066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AE11F"/>
          </a:solidFill>
          <a:ln w="3518">
            <a:solidFill>
              <a:srgbClr val="CAE11F"/>
            </a:solidFill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6165A46B-7B43-42BD-AD9A-DE4940CD436B}"/>
              </a:ext>
            </a:extLst>
          </p:cNvPr>
          <p:cNvSpPr>
            <a:spLocks noGrp="1"/>
          </p:cNvSpPr>
          <p:nvPr/>
        </p:nvSpPr>
        <p:spPr>
          <a:xfrm>
            <a:off x="4238278" y="72952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8E020"/>
          </a:solidFill>
          <a:ln w="3518">
            <a:solidFill>
              <a:srgbClr val="C8E020"/>
            </a:solidFill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52AD18F5-1E69-44DD-AA20-28BFC1AB1A69}"/>
              </a:ext>
            </a:extLst>
          </p:cNvPr>
          <p:cNvSpPr>
            <a:spLocks noGrp="1"/>
          </p:cNvSpPr>
          <p:nvPr/>
        </p:nvSpPr>
        <p:spPr>
          <a:xfrm>
            <a:off x="4238278" y="72838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5E021"/>
          </a:solidFill>
          <a:ln w="3518">
            <a:solidFill>
              <a:srgbClr val="C5E021"/>
            </a:solidFill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F57A970D-4EBA-4F7E-A8A5-7CDB2408A1D3}"/>
              </a:ext>
            </a:extLst>
          </p:cNvPr>
          <p:cNvSpPr>
            <a:spLocks noGrp="1"/>
          </p:cNvSpPr>
          <p:nvPr/>
        </p:nvSpPr>
        <p:spPr>
          <a:xfrm>
            <a:off x="4238278" y="72725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2DF23"/>
          </a:solidFill>
          <a:ln w="3518">
            <a:solidFill>
              <a:srgbClr val="C2DF23"/>
            </a:solidFill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10F85BC7-6DF9-4DFA-BF43-17402D13BDCC}"/>
              </a:ext>
            </a:extLst>
          </p:cNvPr>
          <p:cNvSpPr>
            <a:spLocks noGrp="1"/>
          </p:cNvSpPr>
          <p:nvPr/>
        </p:nvSpPr>
        <p:spPr>
          <a:xfrm>
            <a:off x="4238278" y="72611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0DF25"/>
          </a:solidFill>
          <a:ln w="3518">
            <a:solidFill>
              <a:srgbClr val="C0DF25"/>
            </a:solidFill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FD2AEB1C-B0F7-49B7-A0D5-FE80C4AB2401}"/>
              </a:ext>
            </a:extLst>
          </p:cNvPr>
          <p:cNvSpPr>
            <a:spLocks noGrp="1"/>
          </p:cNvSpPr>
          <p:nvPr/>
        </p:nvSpPr>
        <p:spPr>
          <a:xfrm>
            <a:off x="4238278" y="72497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DDF26"/>
          </a:solidFill>
          <a:ln w="3518">
            <a:solidFill>
              <a:srgbClr val="BDDF26"/>
            </a:solidFill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545DEED4-1FC6-478F-B7F7-790EF9EF2619}"/>
              </a:ext>
            </a:extLst>
          </p:cNvPr>
          <p:cNvSpPr>
            <a:spLocks noGrp="1"/>
          </p:cNvSpPr>
          <p:nvPr/>
        </p:nvSpPr>
        <p:spPr>
          <a:xfrm>
            <a:off x="4238278" y="72383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ADE28"/>
          </a:solidFill>
          <a:ln w="3518">
            <a:solidFill>
              <a:srgbClr val="BADE28"/>
            </a:solidFill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74A330A4-1EA2-4E0C-9C8A-D5BED931205B}"/>
              </a:ext>
            </a:extLst>
          </p:cNvPr>
          <p:cNvSpPr>
            <a:spLocks noGrp="1"/>
          </p:cNvSpPr>
          <p:nvPr/>
        </p:nvSpPr>
        <p:spPr>
          <a:xfrm>
            <a:off x="4238278" y="72269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8DE29"/>
          </a:solidFill>
          <a:ln w="3518">
            <a:solidFill>
              <a:srgbClr val="B8DE29"/>
            </a:solidFill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5B05DF54-3DF6-4D25-BAA9-92EFC885134B}"/>
              </a:ext>
            </a:extLst>
          </p:cNvPr>
          <p:cNvSpPr>
            <a:spLocks noGrp="1"/>
          </p:cNvSpPr>
          <p:nvPr/>
        </p:nvSpPr>
        <p:spPr>
          <a:xfrm>
            <a:off x="4238278" y="72155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5DE2B"/>
          </a:solidFill>
          <a:ln w="3518">
            <a:solidFill>
              <a:srgbClr val="B5DE2B"/>
            </a:solidFill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2B5E7CF4-5AC1-4049-BDC1-7C62408CCFDE}"/>
              </a:ext>
            </a:extLst>
          </p:cNvPr>
          <p:cNvSpPr>
            <a:spLocks noGrp="1"/>
          </p:cNvSpPr>
          <p:nvPr/>
        </p:nvSpPr>
        <p:spPr>
          <a:xfrm>
            <a:off x="4238278" y="72042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2DD2D"/>
          </a:solidFill>
          <a:ln w="3518">
            <a:solidFill>
              <a:srgbClr val="B2DD2D"/>
            </a:solidFill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B1E18BAA-1ABB-4CC2-92A1-75100F346BFC}"/>
              </a:ext>
            </a:extLst>
          </p:cNvPr>
          <p:cNvSpPr>
            <a:spLocks noGrp="1"/>
          </p:cNvSpPr>
          <p:nvPr/>
        </p:nvSpPr>
        <p:spPr>
          <a:xfrm>
            <a:off x="4238278" y="71928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0DD2F"/>
          </a:solidFill>
          <a:ln w="3518">
            <a:solidFill>
              <a:srgbClr val="B0DD2F"/>
            </a:solidFill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400170C3-6E03-4566-95F4-F6D998E36E4A}"/>
              </a:ext>
            </a:extLst>
          </p:cNvPr>
          <p:cNvSpPr>
            <a:spLocks noGrp="1"/>
          </p:cNvSpPr>
          <p:nvPr/>
        </p:nvSpPr>
        <p:spPr>
          <a:xfrm>
            <a:off x="4238278" y="71814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DDC30"/>
          </a:solidFill>
          <a:ln w="3518">
            <a:solidFill>
              <a:srgbClr val="ADDC30"/>
            </a:solidFill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4560909C-0DE3-4F6A-A984-E51A336CE08F}"/>
              </a:ext>
            </a:extLst>
          </p:cNvPr>
          <p:cNvSpPr>
            <a:spLocks noGrp="1"/>
          </p:cNvSpPr>
          <p:nvPr/>
        </p:nvSpPr>
        <p:spPr>
          <a:xfrm>
            <a:off x="4238278" y="71700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ADC32"/>
          </a:solidFill>
          <a:ln w="3518">
            <a:solidFill>
              <a:srgbClr val="AADC32"/>
            </a:solidFill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A623F2BF-404D-441F-963B-6475E012ADAE}"/>
              </a:ext>
            </a:extLst>
          </p:cNvPr>
          <p:cNvSpPr>
            <a:spLocks noGrp="1"/>
          </p:cNvSpPr>
          <p:nvPr/>
        </p:nvSpPr>
        <p:spPr>
          <a:xfrm>
            <a:off x="4238278" y="71586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8DB34"/>
          </a:solidFill>
          <a:ln w="3518">
            <a:solidFill>
              <a:srgbClr val="A8DB34"/>
            </a:solidFill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2CA5AAB6-9756-4246-B4EA-67FDC92AC87E}"/>
              </a:ext>
            </a:extLst>
          </p:cNvPr>
          <p:cNvSpPr>
            <a:spLocks noGrp="1"/>
          </p:cNvSpPr>
          <p:nvPr/>
        </p:nvSpPr>
        <p:spPr>
          <a:xfrm>
            <a:off x="4238278" y="71473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5DB36"/>
          </a:solidFill>
          <a:ln w="3518">
            <a:solidFill>
              <a:srgbClr val="A5DB36"/>
            </a:solidFill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CDEA6145-0771-424B-A86E-01BC746651F8}"/>
              </a:ext>
            </a:extLst>
          </p:cNvPr>
          <p:cNvSpPr>
            <a:spLocks noGrp="1"/>
          </p:cNvSpPr>
          <p:nvPr/>
        </p:nvSpPr>
        <p:spPr>
          <a:xfrm>
            <a:off x="4238278" y="71359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2DA37"/>
          </a:solidFill>
          <a:ln w="3518">
            <a:solidFill>
              <a:srgbClr val="A2DA37"/>
            </a:solidFill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8FE77504-2F33-48FF-964C-60AD7604B276}"/>
              </a:ext>
            </a:extLst>
          </p:cNvPr>
          <p:cNvSpPr>
            <a:spLocks noGrp="1"/>
          </p:cNvSpPr>
          <p:nvPr/>
        </p:nvSpPr>
        <p:spPr>
          <a:xfrm>
            <a:off x="4238278" y="71245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0DA39"/>
          </a:solidFill>
          <a:ln w="3518">
            <a:solidFill>
              <a:srgbClr val="A0DA39"/>
            </a:solidFill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B4E64B03-DE75-48AD-8010-F3D145E81F2A}"/>
              </a:ext>
            </a:extLst>
          </p:cNvPr>
          <p:cNvSpPr>
            <a:spLocks noGrp="1"/>
          </p:cNvSpPr>
          <p:nvPr/>
        </p:nvSpPr>
        <p:spPr>
          <a:xfrm>
            <a:off x="4238278" y="71131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DD93B"/>
          </a:solidFill>
          <a:ln w="3518">
            <a:solidFill>
              <a:srgbClr val="9DD93B"/>
            </a:solidFill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876220DE-27A8-430E-89C3-D6EEB39DDFF8}"/>
              </a:ext>
            </a:extLst>
          </p:cNvPr>
          <p:cNvSpPr>
            <a:spLocks noGrp="1"/>
          </p:cNvSpPr>
          <p:nvPr/>
        </p:nvSpPr>
        <p:spPr>
          <a:xfrm>
            <a:off x="4238278" y="71017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BD93C"/>
          </a:solidFill>
          <a:ln w="3518">
            <a:solidFill>
              <a:srgbClr val="9BD93C"/>
            </a:solidFill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A5A5213A-AA41-4D2A-ABC6-0CCE10A706DD}"/>
              </a:ext>
            </a:extLst>
          </p:cNvPr>
          <p:cNvSpPr>
            <a:spLocks noGrp="1"/>
          </p:cNvSpPr>
          <p:nvPr/>
        </p:nvSpPr>
        <p:spPr>
          <a:xfrm>
            <a:off x="4238278" y="70904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8D83E"/>
          </a:solidFill>
          <a:ln w="3518">
            <a:solidFill>
              <a:srgbClr val="98D83E"/>
            </a:solidFill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A869CD56-B2CB-4D8D-AA37-BBAE1917FB74}"/>
              </a:ext>
            </a:extLst>
          </p:cNvPr>
          <p:cNvSpPr>
            <a:spLocks noGrp="1"/>
          </p:cNvSpPr>
          <p:nvPr/>
        </p:nvSpPr>
        <p:spPr>
          <a:xfrm>
            <a:off x="4238278" y="70790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5D840"/>
          </a:solidFill>
          <a:ln w="3518">
            <a:solidFill>
              <a:srgbClr val="95D840"/>
            </a:solidFill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D6990E9C-EE6C-46B7-8221-B0A5C909FBC9}"/>
              </a:ext>
            </a:extLst>
          </p:cNvPr>
          <p:cNvSpPr>
            <a:spLocks noGrp="1"/>
          </p:cNvSpPr>
          <p:nvPr/>
        </p:nvSpPr>
        <p:spPr>
          <a:xfrm>
            <a:off x="4238278" y="70676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3D741"/>
          </a:solidFill>
          <a:ln w="3518">
            <a:solidFill>
              <a:srgbClr val="93D741"/>
            </a:solidFill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684C8F8C-5F55-4DBD-8674-E54E753BC873}"/>
              </a:ext>
            </a:extLst>
          </p:cNvPr>
          <p:cNvSpPr>
            <a:spLocks noGrp="1"/>
          </p:cNvSpPr>
          <p:nvPr/>
        </p:nvSpPr>
        <p:spPr>
          <a:xfrm>
            <a:off x="4238278" y="70562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0D743"/>
          </a:solidFill>
          <a:ln w="3518">
            <a:solidFill>
              <a:srgbClr val="90D743"/>
            </a:solidFill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4CFDEF88-66E9-4A33-9FAA-EF6E6F645B85}"/>
              </a:ext>
            </a:extLst>
          </p:cNvPr>
          <p:cNvSpPr>
            <a:spLocks noGrp="1"/>
          </p:cNvSpPr>
          <p:nvPr/>
        </p:nvSpPr>
        <p:spPr>
          <a:xfrm>
            <a:off x="4238278" y="70448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ED645"/>
          </a:solidFill>
          <a:ln w="3518">
            <a:solidFill>
              <a:srgbClr val="8ED645"/>
            </a:solidFill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BB7EA5DB-F9D8-4C78-B453-9C4F607C15DB}"/>
              </a:ext>
            </a:extLst>
          </p:cNvPr>
          <p:cNvSpPr>
            <a:spLocks noGrp="1"/>
          </p:cNvSpPr>
          <p:nvPr/>
        </p:nvSpPr>
        <p:spPr>
          <a:xfrm>
            <a:off x="4238278" y="70335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BD646"/>
          </a:solidFill>
          <a:ln w="3518">
            <a:solidFill>
              <a:srgbClr val="8BD646"/>
            </a:solidFill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3E29E07F-6F28-46D3-A3ED-4CE8B249E94B}"/>
              </a:ext>
            </a:extLst>
          </p:cNvPr>
          <p:cNvSpPr>
            <a:spLocks noGrp="1"/>
          </p:cNvSpPr>
          <p:nvPr/>
        </p:nvSpPr>
        <p:spPr>
          <a:xfrm>
            <a:off x="4238278" y="70221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9D548"/>
          </a:solidFill>
          <a:ln w="3518">
            <a:solidFill>
              <a:srgbClr val="89D548"/>
            </a:solidFill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29E60A2A-0EA1-47B0-ACCC-AF4D6959E3A8}"/>
              </a:ext>
            </a:extLst>
          </p:cNvPr>
          <p:cNvSpPr>
            <a:spLocks noGrp="1"/>
          </p:cNvSpPr>
          <p:nvPr/>
        </p:nvSpPr>
        <p:spPr>
          <a:xfrm>
            <a:off x="4238278" y="70107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6D549"/>
          </a:solidFill>
          <a:ln w="3518">
            <a:solidFill>
              <a:srgbClr val="86D549"/>
            </a:solidFill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79AED7FE-6F1B-44B3-9FDA-CBEDA53ED7E0}"/>
              </a:ext>
            </a:extLst>
          </p:cNvPr>
          <p:cNvSpPr>
            <a:spLocks noGrp="1"/>
          </p:cNvSpPr>
          <p:nvPr/>
        </p:nvSpPr>
        <p:spPr>
          <a:xfrm>
            <a:off x="4238278" y="69993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4D44B"/>
          </a:solidFill>
          <a:ln w="3518">
            <a:solidFill>
              <a:srgbClr val="84D44B"/>
            </a:solidFill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015EF426-F87F-48FF-881E-EA776F989842}"/>
              </a:ext>
            </a:extLst>
          </p:cNvPr>
          <p:cNvSpPr>
            <a:spLocks noGrp="1"/>
          </p:cNvSpPr>
          <p:nvPr/>
        </p:nvSpPr>
        <p:spPr>
          <a:xfrm>
            <a:off x="4238278" y="69879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1D34D"/>
          </a:solidFill>
          <a:ln w="3518">
            <a:solidFill>
              <a:srgbClr val="81D34D"/>
            </a:solidFill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CB14296-2676-42F8-84BF-E0DE93E5AB5E}"/>
              </a:ext>
            </a:extLst>
          </p:cNvPr>
          <p:cNvSpPr>
            <a:spLocks noGrp="1"/>
          </p:cNvSpPr>
          <p:nvPr/>
        </p:nvSpPr>
        <p:spPr>
          <a:xfrm>
            <a:off x="4238278" y="69765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FD34E"/>
          </a:solidFill>
          <a:ln w="3518">
            <a:solidFill>
              <a:srgbClr val="7FD34E"/>
            </a:solidFill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74D88679-A746-4BF6-9E4D-CD777EB31A3A}"/>
              </a:ext>
            </a:extLst>
          </p:cNvPr>
          <p:cNvSpPr>
            <a:spLocks noGrp="1"/>
          </p:cNvSpPr>
          <p:nvPr/>
        </p:nvSpPr>
        <p:spPr>
          <a:xfrm>
            <a:off x="4238278" y="69652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CD250"/>
          </a:solidFill>
          <a:ln w="3518">
            <a:solidFill>
              <a:srgbClr val="7CD250"/>
            </a:solidFill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1FB180F5-40E9-4791-9A03-5A6116662660}"/>
              </a:ext>
            </a:extLst>
          </p:cNvPr>
          <p:cNvSpPr>
            <a:spLocks noGrp="1"/>
          </p:cNvSpPr>
          <p:nvPr/>
        </p:nvSpPr>
        <p:spPr>
          <a:xfrm>
            <a:off x="4238278" y="69538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AD151"/>
          </a:solidFill>
          <a:ln w="3518">
            <a:solidFill>
              <a:srgbClr val="7AD151"/>
            </a:solidFill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25E91522-485E-46BE-B0D5-6303117F330D}"/>
              </a:ext>
            </a:extLst>
          </p:cNvPr>
          <p:cNvSpPr>
            <a:spLocks noGrp="1"/>
          </p:cNvSpPr>
          <p:nvPr/>
        </p:nvSpPr>
        <p:spPr>
          <a:xfrm>
            <a:off x="4238278" y="69424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7D153"/>
          </a:solidFill>
          <a:ln w="3518">
            <a:solidFill>
              <a:srgbClr val="77D153"/>
            </a:solidFill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0C3678A9-5566-488C-9CFE-27BD52530A86}"/>
              </a:ext>
            </a:extLst>
          </p:cNvPr>
          <p:cNvSpPr>
            <a:spLocks noGrp="1"/>
          </p:cNvSpPr>
          <p:nvPr/>
        </p:nvSpPr>
        <p:spPr>
          <a:xfrm>
            <a:off x="4238278" y="69310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5D054"/>
          </a:solidFill>
          <a:ln w="3518">
            <a:solidFill>
              <a:srgbClr val="75D054"/>
            </a:solidFill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A12365B0-4F3D-47C3-B023-2ED68524D02A}"/>
              </a:ext>
            </a:extLst>
          </p:cNvPr>
          <p:cNvSpPr>
            <a:spLocks noGrp="1"/>
          </p:cNvSpPr>
          <p:nvPr/>
        </p:nvSpPr>
        <p:spPr>
          <a:xfrm>
            <a:off x="4238278" y="69196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3D056"/>
          </a:solidFill>
          <a:ln w="3518">
            <a:solidFill>
              <a:srgbClr val="73D056"/>
            </a:solidFill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1D2D8234-FB15-401B-8413-B2B0354CB2CC}"/>
              </a:ext>
            </a:extLst>
          </p:cNvPr>
          <p:cNvSpPr>
            <a:spLocks noGrp="1"/>
          </p:cNvSpPr>
          <p:nvPr/>
        </p:nvSpPr>
        <p:spPr>
          <a:xfrm>
            <a:off x="4238278" y="69083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0CF57"/>
          </a:solidFill>
          <a:ln w="3518">
            <a:solidFill>
              <a:srgbClr val="70CF57"/>
            </a:solidFill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9514191E-E247-4407-8164-7A87AFE6836A}"/>
              </a:ext>
            </a:extLst>
          </p:cNvPr>
          <p:cNvSpPr>
            <a:spLocks noGrp="1"/>
          </p:cNvSpPr>
          <p:nvPr/>
        </p:nvSpPr>
        <p:spPr>
          <a:xfrm>
            <a:off x="4238278" y="68969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ECE58"/>
          </a:solidFill>
          <a:ln w="3518">
            <a:solidFill>
              <a:srgbClr val="6ECE58"/>
            </a:solidFill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43585111-668C-4E0B-AC23-A5C6ED509B0D}"/>
              </a:ext>
            </a:extLst>
          </p:cNvPr>
          <p:cNvSpPr>
            <a:spLocks noGrp="1"/>
          </p:cNvSpPr>
          <p:nvPr/>
        </p:nvSpPr>
        <p:spPr>
          <a:xfrm>
            <a:off x="4238278" y="68855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CCD5A"/>
          </a:solidFill>
          <a:ln w="3518">
            <a:solidFill>
              <a:srgbClr val="6CCD5A"/>
            </a:solidFill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4838FAE2-86EF-4677-8EEF-197289F652E0}"/>
              </a:ext>
            </a:extLst>
          </p:cNvPr>
          <p:cNvSpPr>
            <a:spLocks noGrp="1"/>
          </p:cNvSpPr>
          <p:nvPr/>
        </p:nvSpPr>
        <p:spPr>
          <a:xfrm>
            <a:off x="4238278" y="68741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9CD5B"/>
          </a:solidFill>
          <a:ln w="3518">
            <a:solidFill>
              <a:srgbClr val="69CD5B"/>
            </a:solidFill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1EF73D2F-DB84-4503-9153-899617E16A87}"/>
              </a:ext>
            </a:extLst>
          </p:cNvPr>
          <p:cNvSpPr>
            <a:spLocks noGrp="1"/>
          </p:cNvSpPr>
          <p:nvPr/>
        </p:nvSpPr>
        <p:spPr>
          <a:xfrm>
            <a:off x="4238278" y="68627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7CC5C"/>
          </a:solidFill>
          <a:ln w="3518">
            <a:solidFill>
              <a:srgbClr val="67CC5C"/>
            </a:solidFill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A64DE622-2067-46F1-8A82-E6B338D3C76A}"/>
              </a:ext>
            </a:extLst>
          </p:cNvPr>
          <p:cNvSpPr>
            <a:spLocks noGrp="1"/>
          </p:cNvSpPr>
          <p:nvPr/>
        </p:nvSpPr>
        <p:spPr>
          <a:xfrm>
            <a:off x="4238278" y="68514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5CB5E"/>
          </a:solidFill>
          <a:ln w="3518">
            <a:solidFill>
              <a:srgbClr val="65CB5E"/>
            </a:solidFill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40711E16-7894-432C-83C0-36FE1C009FF0}"/>
              </a:ext>
            </a:extLst>
          </p:cNvPr>
          <p:cNvSpPr>
            <a:spLocks noGrp="1"/>
          </p:cNvSpPr>
          <p:nvPr/>
        </p:nvSpPr>
        <p:spPr>
          <a:xfrm>
            <a:off x="4238278" y="68400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3CB5F"/>
          </a:solidFill>
          <a:ln w="3518">
            <a:solidFill>
              <a:srgbClr val="63CB5F"/>
            </a:solidFill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BCE480CE-C8CA-47C6-8A88-997EC5DB74AA}"/>
              </a:ext>
            </a:extLst>
          </p:cNvPr>
          <p:cNvSpPr>
            <a:spLocks noGrp="1"/>
          </p:cNvSpPr>
          <p:nvPr/>
        </p:nvSpPr>
        <p:spPr>
          <a:xfrm>
            <a:off x="4238278" y="68286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0CA60"/>
          </a:solidFill>
          <a:ln w="3518">
            <a:solidFill>
              <a:srgbClr val="60CA60"/>
            </a:solidFill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F6B88E16-D197-4EB2-AF07-6FF3EBDCF43A}"/>
              </a:ext>
            </a:extLst>
          </p:cNvPr>
          <p:cNvSpPr>
            <a:spLocks noGrp="1"/>
          </p:cNvSpPr>
          <p:nvPr/>
        </p:nvSpPr>
        <p:spPr>
          <a:xfrm>
            <a:off x="4238278" y="68172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EC962"/>
          </a:solidFill>
          <a:ln w="3518">
            <a:solidFill>
              <a:srgbClr val="5EC962"/>
            </a:solidFill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A8A0825B-FAFE-4090-AF72-85CB28D8D292}"/>
              </a:ext>
            </a:extLst>
          </p:cNvPr>
          <p:cNvSpPr>
            <a:spLocks noGrp="1"/>
          </p:cNvSpPr>
          <p:nvPr/>
        </p:nvSpPr>
        <p:spPr>
          <a:xfrm>
            <a:off x="4238278" y="68058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CC863"/>
          </a:solidFill>
          <a:ln w="3518">
            <a:solidFill>
              <a:srgbClr val="5CC863"/>
            </a:solidFill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A076B135-9370-47A5-893E-E9AB33500D28}"/>
              </a:ext>
            </a:extLst>
          </p:cNvPr>
          <p:cNvSpPr>
            <a:spLocks noGrp="1"/>
          </p:cNvSpPr>
          <p:nvPr/>
        </p:nvSpPr>
        <p:spPr>
          <a:xfrm>
            <a:off x="4238278" y="67944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AC864"/>
          </a:solidFill>
          <a:ln w="3518">
            <a:solidFill>
              <a:srgbClr val="5AC864"/>
            </a:solidFill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F2CEC3E3-702F-480A-A474-41EE1FB00607}"/>
              </a:ext>
            </a:extLst>
          </p:cNvPr>
          <p:cNvSpPr>
            <a:spLocks noGrp="1"/>
          </p:cNvSpPr>
          <p:nvPr/>
        </p:nvSpPr>
        <p:spPr>
          <a:xfrm>
            <a:off x="4238278" y="67831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8C765"/>
          </a:solidFill>
          <a:ln w="3518">
            <a:solidFill>
              <a:srgbClr val="58C765"/>
            </a:solidFill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F8BE89DF-CFC1-4CFE-A536-9CEA2176098C}"/>
              </a:ext>
            </a:extLst>
          </p:cNvPr>
          <p:cNvSpPr>
            <a:spLocks noGrp="1"/>
          </p:cNvSpPr>
          <p:nvPr/>
        </p:nvSpPr>
        <p:spPr>
          <a:xfrm>
            <a:off x="4238278" y="67717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6C667"/>
          </a:solidFill>
          <a:ln w="3518">
            <a:solidFill>
              <a:srgbClr val="56C667"/>
            </a:solidFill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8B03ACA8-14AB-481F-9E9B-85642765959D}"/>
              </a:ext>
            </a:extLst>
          </p:cNvPr>
          <p:cNvSpPr>
            <a:spLocks noGrp="1"/>
          </p:cNvSpPr>
          <p:nvPr/>
        </p:nvSpPr>
        <p:spPr>
          <a:xfrm>
            <a:off x="4238278" y="67603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4C568"/>
          </a:solidFill>
          <a:ln w="3518">
            <a:solidFill>
              <a:srgbClr val="54C568"/>
            </a:solidFill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4CD61D82-A749-46AB-84BD-CCCD52B7D8E2}"/>
              </a:ext>
            </a:extLst>
          </p:cNvPr>
          <p:cNvSpPr>
            <a:spLocks noGrp="1"/>
          </p:cNvSpPr>
          <p:nvPr/>
        </p:nvSpPr>
        <p:spPr>
          <a:xfrm>
            <a:off x="4238278" y="67489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2C569"/>
          </a:solidFill>
          <a:ln w="3518">
            <a:solidFill>
              <a:srgbClr val="52C569"/>
            </a:solidFill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6483A2E6-9D57-4441-9438-FE518CE8FD1D}"/>
              </a:ext>
            </a:extLst>
          </p:cNvPr>
          <p:cNvSpPr>
            <a:spLocks noGrp="1"/>
          </p:cNvSpPr>
          <p:nvPr/>
        </p:nvSpPr>
        <p:spPr>
          <a:xfrm>
            <a:off x="4238278" y="67375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0C46A"/>
          </a:solidFill>
          <a:ln w="3518">
            <a:solidFill>
              <a:srgbClr val="50C46A"/>
            </a:solidFill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810EF1BB-8E90-4442-A7FE-89E937EE3C36}"/>
              </a:ext>
            </a:extLst>
          </p:cNvPr>
          <p:cNvSpPr>
            <a:spLocks noGrp="1"/>
          </p:cNvSpPr>
          <p:nvPr/>
        </p:nvSpPr>
        <p:spPr>
          <a:xfrm>
            <a:off x="4238278" y="67262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EC36B"/>
          </a:solidFill>
          <a:ln w="3518">
            <a:solidFill>
              <a:srgbClr val="4EC36B"/>
            </a:solidFill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EE6C26BC-7CAD-45F3-9E66-92BEE5181695}"/>
              </a:ext>
            </a:extLst>
          </p:cNvPr>
          <p:cNvSpPr>
            <a:spLocks noGrp="1"/>
          </p:cNvSpPr>
          <p:nvPr/>
        </p:nvSpPr>
        <p:spPr>
          <a:xfrm>
            <a:off x="4238278" y="67148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CC26C"/>
          </a:solidFill>
          <a:ln w="3518">
            <a:solidFill>
              <a:srgbClr val="4CC26C"/>
            </a:solidFill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D2A24358-144E-42CA-9502-894F6F7CC03F}"/>
              </a:ext>
            </a:extLst>
          </p:cNvPr>
          <p:cNvSpPr>
            <a:spLocks noGrp="1"/>
          </p:cNvSpPr>
          <p:nvPr/>
        </p:nvSpPr>
        <p:spPr>
          <a:xfrm>
            <a:off x="4238278" y="67034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AC16D"/>
          </a:solidFill>
          <a:ln w="3518">
            <a:solidFill>
              <a:srgbClr val="4AC16D"/>
            </a:solidFill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A1F61E6A-3897-4969-9BE1-13B3AA430986}"/>
              </a:ext>
            </a:extLst>
          </p:cNvPr>
          <p:cNvSpPr>
            <a:spLocks noGrp="1"/>
          </p:cNvSpPr>
          <p:nvPr/>
        </p:nvSpPr>
        <p:spPr>
          <a:xfrm>
            <a:off x="4238278" y="66920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C16E"/>
          </a:solidFill>
          <a:ln w="3518">
            <a:solidFill>
              <a:srgbClr val="48C16E"/>
            </a:solidFill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CE93042E-2454-4C8C-9D2E-AF23E4FA8A8E}"/>
              </a:ext>
            </a:extLst>
          </p:cNvPr>
          <p:cNvSpPr>
            <a:spLocks noGrp="1"/>
          </p:cNvSpPr>
          <p:nvPr/>
        </p:nvSpPr>
        <p:spPr>
          <a:xfrm>
            <a:off x="4238278" y="66806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C06F"/>
          </a:solidFill>
          <a:ln w="3518">
            <a:solidFill>
              <a:srgbClr val="46C06F"/>
            </a:solidFill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E123CD4F-E7F7-42A9-A03E-84FA528DCE40}"/>
              </a:ext>
            </a:extLst>
          </p:cNvPr>
          <p:cNvSpPr>
            <a:spLocks noGrp="1"/>
          </p:cNvSpPr>
          <p:nvPr/>
        </p:nvSpPr>
        <p:spPr>
          <a:xfrm>
            <a:off x="4238278" y="66693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BF70"/>
          </a:solidFill>
          <a:ln w="3518">
            <a:solidFill>
              <a:srgbClr val="44BF70"/>
            </a:solidFill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AA1FC0A2-703B-46DB-A6C6-334C13DB6383}"/>
              </a:ext>
            </a:extLst>
          </p:cNvPr>
          <p:cNvSpPr>
            <a:spLocks noGrp="1"/>
          </p:cNvSpPr>
          <p:nvPr/>
        </p:nvSpPr>
        <p:spPr>
          <a:xfrm>
            <a:off x="4238278" y="66579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BE71"/>
          </a:solidFill>
          <a:ln w="3518">
            <a:solidFill>
              <a:srgbClr val="42BE71"/>
            </a:solidFill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D31EAFAC-2B6C-4726-BBC4-67A6C4BA69FD}"/>
              </a:ext>
            </a:extLst>
          </p:cNvPr>
          <p:cNvSpPr>
            <a:spLocks noGrp="1"/>
          </p:cNvSpPr>
          <p:nvPr/>
        </p:nvSpPr>
        <p:spPr>
          <a:xfrm>
            <a:off x="4238278" y="66465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BD72"/>
          </a:solidFill>
          <a:ln w="3518">
            <a:solidFill>
              <a:srgbClr val="40BD72"/>
            </a:solidFill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E992AC22-5CE5-4445-A484-38640C6A49F9}"/>
              </a:ext>
            </a:extLst>
          </p:cNvPr>
          <p:cNvSpPr>
            <a:spLocks noGrp="1"/>
          </p:cNvSpPr>
          <p:nvPr/>
        </p:nvSpPr>
        <p:spPr>
          <a:xfrm>
            <a:off x="4238278" y="66351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BC73"/>
          </a:solidFill>
          <a:ln w="3518">
            <a:solidFill>
              <a:srgbClr val="3FBC73"/>
            </a:solidFill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F7E0D76D-80E8-4F15-9DC8-28128CA11ABB}"/>
              </a:ext>
            </a:extLst>
          </p:cNvPr>
          <p:cNvSpPr>
            <a:spLocks noGrp="1"/>
          </p:cNvSpPr>
          <p:nvPr/>
        </p:nvSpPr>
        <p:spPr>
          <a:xfrm>
            <a:off x="4238278" y="66237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BC74"/>
          </a:solidFill>
          <a:ln w="3518">
            <a:solidFill>
              <a:srgbClr val="3DBC74"/>
            </a:solidFill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3411257E-3319-4710-8953-32C960FF7F22}"/>
              </a:ext>
            </a:extLst>
          </p:cNvPr>
          <p:cNvSpPr>
            <a:spLocks noGrp="1"/>
          </p:cNvSpPr>
          <p:nvPr/>
        </p:nvSpPr>
        <p:spPr>
          <a:xfrm>
            <a:off x="4238278" y="66124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BB75"/>
          </a:solidFill>
          <a:ln w="3518">
            <a:solidFill>
              <a:srgbClr val="3BBB75"/>
            </a:solidFill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C4177834-5234-4071-B0A4-1E1EB6A02C96}"/>
              </a:ext>
            </a:extLst>
          </p:cNvPr>
          <p:cNvSpPr>
            <a:spLocks noGrp="1"/>
          </p:cNvSpPr>
          <p:nvPr/>
        </p:nvSpPr>
        <p:spPr>
          <a:xfrm>
            <a:off x="4238278" y="66010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BA76"/>
          </a:solidFill>
          <a:ln w="3518">
            <a:solidFill>
              <a:srgbClr val="3ABA76"/>
            </a:solidFill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041B62F3-B882-4EEF-A62C-872D00A1468E}"/>
              </a:ext>
            </a:extLst>
          </p:cNvPr>
          <p:cNvSpPr>
            <a:spLocks noGrp="1"/>
          </p:cNvSpPr>
          <p:nvPr/>
        </p:nvSpPr>
        <p:spPr>
          <a:xfrm>
            <a:off x="4238278" y="65896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B977"/>
          </a:solidFill>
          <a:ln w="3518">
            <a:solidFill>
              <a:srgbClr val="38B977"/>
            </a:solidFill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89F6802E-DB66-4A22-B1DB-6F6A83AAB0B7}"/>
              </a:ext>
            </a:extLst>
          </p:cNvPr>
          <p:cNvSpPr>
            <a:spLocks noGrp="1"/>
          </p:cNvSpPr>
          <p:nvPr/>
        </p:nvSpPr>
        <p:spPr>
          <a:xfrm>
            <a:off x="4238278" y="65782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B878"/>
          </a:solidFill>
          <a:ln w="3518">
            <a:solidFill>
              <a:srgbClr val="37B878"/>
            </a:solidFill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1AF5E929-96AA-4036-ACAF-8A05964D7D43}"/>
              </a:ext>
            </a:extLst>
          </p:cNvPr>
          <p:cNvSpPr>
            <a:spLocks noGrp="1"/>
          </p:cNvSpPr>
          <p:nvPr/>
        </p:nvSpPr>
        <p:spPr>
          <a:xfrm>
            <a:off x="4238278" y="65668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B779"/>
          </a:solidFill>
          <a:ln w="3518">
            <a:solidFill>
              <a:srgbClr val="35B779"/>
            </a:solidFill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9B3DFE82-3325-4996-B946-DBDFEE653173}"/>
              </a:ext>
            </a:extLst>
          </p:cNvPr>
          <p:cNvSpPr>
            <a:spLocks noGrp="1"/>
          </p:cNvSpPr>
          <p:nvPr/>
        </p:nvSpPr>
        <p:spPr>
          <a:xfrm>
            <a:off x="4238278" y="65554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B679"/>
          </a:solidFill>
          <a:ln w="3518">
            <a:solidFill>
              <a:srgbClr val="34B679"/>
            </a:solidFill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3F0E3BBF-84E6-4C40-8AE4-BF42C510FF14}"/>
              </a:ext>
            </a:extLst>
          </p:cNvPr>
          <p:cNvSpPr>
            <a:spLocks noGrp="1"/>
          </p:cNvSpPr>
          <p:nvPr/>
        </p:nvSpPr>
        <p:spPr>
          <a:xfrm>
            <a:off x="4238278" y="65441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B67A"/>
          </a:solidFill>
          <a:ln w="3518">
            <a:solidFill>
              <a:srgbClr val="32B67A"/>
            </a:solidFill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8420E0C1-1B3C-47B7-B9B5-C8BF82AC2C4D}"/>
              </a:ext>
            </a:extLst>
          </p:cNvPr>
          <p:cNvSpPr>
            <a:spLocks noGrp="1"/>
          </p:cNvSpPr>
          <p:nvPr/>
        </p:nvSpPr>
        <p:spPr>
          <a:xfrm>
            <a:off x="4238278" y="65327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B57B"/>
          </a:solidFill>
          <a:ln w="3518">
            <a:solidFill>
              <a:srgbClr val="31B57B"/>
            </a:solidFill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518AD849-1ACC-4052-A18C-C43E5F38D444}"/>
              </a:ext>
            </a:extLst>
          </p:cNvPr>
          <p:cNvSpPr>
            <a:spLocks noGrp="1"/>
          </p:cNvSpPr>
          <p:nvPr/>
        </p:nvSpPr>
        <p:spPr>
          <a:xfrm>
            <a:off x="4238278" y="65213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B47C"/>
          </a:solidFill>
          <a:ln w="3518">
            <a:solidFill>
              <a:srgbClr val="2FB47C"/>
            </a:solidFill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4B0B5F68-1B67-4AFD-AD37-B73783A64EC2}"/>
              </a:ext>
            </a:extLst>
          </p:cNvPr>
          <p:cNvSpPr>
            <a:spLocks noGrp="1"/>
          </p:cNvSpPr>
          <p:nvPr/>
        </p:nvSpPr>
        <p:spPr>
          <a:xfrm>
            <a:off x="4238278" y="65099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B37C"/>
          </a:solidFill>
          <a:ln w="3518">
            <a:solidFill>
              <a:srgbClr val="2EB37C"/>
            </a:solidFill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C0E2FDB2-154A-492B-ABB2-D2862C8F7977}"/>
              </a:ext>
            </a:extLst>
          </p:cNvPr>
          <p:cNvSpPr>
            <a:spLocks noGrp="1"/>
          </p:cNvSpPr>
          <p:nvPr/>
        </p:nvSpPr>
        <p:spPr>
          <a:xfrm>
            <a:off x="4238278" y="64985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B27D"/>
          </a:solidFill>
          <a:ln w="3518">
            <a:solidFill>
              <a:srgbClr val="2DB27D"/>
            </a:solidFill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010DE503-53DF-486A-A2FD-E4D447A653A6}"/>
              </a:ext>
            </a:extLst>
          </p:cNvPr>
          <p:cNvSpPr>
            <a:spLocks noGrp="1"/>
          </p:cNvSpPr>
          <p:nvPr/>
        </p:nvSpPr>
        <p:spPr>
          <a:xfrm>
            <a:off x="4238278" y="64872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B17E"/>
          </a:solidFill>
          <a:ln w="3518">
            <a:solidFill>
              <a:srgbClr val="2CB17E"/>
            </a:solidFill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70BD0EB5-5CBD-43EC-91E4-D2BABDCC7EF8}"/>
              </a:ext>
            </a:extLst>
          </p:cNvPr>
          <p:cNvSpPr>
            <a:spLocks noGrp="1"/>
          </p:cNvSpPr>
          <p:nvPr/>
        </p:nvSpPr>
        <p:spPr>
          <a:xfrm>
            <a:off x="4238278" y="64758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B07F"/>
          </a:solidFill>
          <a:ln w="3518">
            <a:solidFill>
              <a:srgbClr val="2AB07F"/>
            </a:solidFill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DDA539DC-4C18-45D0-BD82-995485EC557F}"/>
              </a:ext>
            </a:extLst>
          </p:cNvPr>
          <p:cNvSpPr>
            <a:spLocks noGrp="1"/>
          </p:cNvSpPr>
          <p:nvPr/>
        </p:nvSpPr>
        <p:spPr>
          <a:xfrm>
            <a:off x="4238278" y="64644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AF7F"/>
          </a:solidFill>
          <a:ln w="3518">
            <a:solidFill>
              <a:srgbClr val="29AF7F"/>
            </a:solidFill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9DE033B2-AC99-4FBA-B971-B805F1B794EF}"/>
              </a:ext>
            </a:extLst>
          </p:cNvPr>
          <p:cNvSpPr>
            <a:spLocks noGrp="1"/>
          </p:cNvSpPr>
          <p:nvPr/>
        </p:nvSpPr>
        <p:spPr>
          <a:xfrm>
            <a:off x="4238278" y="64530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AE80"/>
          </a:solidFill>
          <a:ln w="3518">
            <a:solidFill>
              <a:srgbClr val="28AE80"/>
            </a:solidFill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FB62A622-F754-4A26-AEBA-9368350F4043}"/>
              </a:ext>
            </a:extLst>
          </p:cNvPr>
          <p:cNvSpPr>
            <a:spLocks noGrp="1"/>
          </p:cNvSpPr>
          <p:nvPr/>
        </p:nvSpPr>
        <p:spPr>
          <a:xfrm>
            <a:off x="4238278" y="64416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AD81"/>
          </a:solidFill>
          <a:ln w="3518">
            <a:solidFill>
              <a:srgbClr val="27AD81"/>
            </a:solidFill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CE706673-A1E5-4B05-A38E-FFEC5437A8AD}"/>
              </a:ext>
            </a:extLst>
          </p:cNvPr>
          <p:cNvSpPr>
            <a:spLocks noGrp="1"/>
          </p:cNvSpPr>
          <p:nvPr/>
        </p:nvSpPr>
        <p:spPr>
          <a:xfrm>
            <a:off x="4238278" y="64303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AD81"/>
          </a:solidFill>
          <a:ln w="3518">
            <a:solidFill>
              <a:srgbClr val="26AD81"/>
            </a:solidFill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FE66D7B9-AB1C-4B12-B1FB-770ECD48ECBE}"/>
              </a:ext>
            </a:extLst>
          </p:cNvPr>
          <p:cNvSpPr>
            <a:spLocks noGrp="1"/>
          </p:cNvSpPr>
          <p:nvPr/>
        </p:nvSpPr>
        <p:spPr>
          <a:xfrm>
            <a:off x="4238278" y="64189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C82"/>
          </a:solidFill>
          <a:ln w="3518">
            <a:solidFill>
              <a:srgbClr val="25AC82"/>
            </a:solidFill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50D2B3A7-30F9-4DC8-B0E7-3DDB5BA3605D}"/>
              </a:ext>
            </a:extLst>
          </p:cNvPr>
          <p:cNvSpPr>
            <a:spLocks noGrp="1"/>
          </p:cNvSpPr>
          <p:nvPr/>
        </p:nvSpPr>
        <p:spPr>
          <a:xfrm>
            <a:off x="4238278" y="64075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B82"/>
          </a:solidFill>
          <a:ln w="3518">
            <a:solidFill>
              <a:srgbClr val="25AB82"/>
            </a:solidFill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543C194B-D01C-479E-9A40-7403714A84BC}"/>
              </a:ext>
            </a:extLst>
          </p:cNvPr>
          <p:cNvSpPr>
            <a:spLocks noGrp="1"/>
          </p:cNvSpPr>
          <p:nvPr/>
        </p:nvSpPr>
        <p:spPr>
          <a:xfrm>
            <a:off x="4238278" y="63961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AA83"/>
          </a:solidFill>
          <a:ln w="3518">
            <a:solidFill>
              <a:srgbClr val="24AA83"/>
            </a:solidFill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158B7955-C341-462B-8A13-06A075339CE4}"/>
              </a:ext>
            </a:extLst>
          </p:cNvPr>
          <p:cNvSpPr>
            <a:spLocks noGrp="1"/>
          </p:cNvSpPr>
          <p:nvPr/>
        </p:nvSpPr>
        <p:spPr>
          <a:xfrm>
            <a:off x="4238278" y="63847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A983"/>
          </a:solidFill>
          <a:ln w="3518">
            <a:solidFill>
              <a:srgbClr val="23A983"/>
            </a:solidFill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71AE3C2A-3BE0-4503-84D2-5FD56FDF26C5}"/>
              </a:ext>
            </a:extLst>
          </p:cNvPr>
          <p:cNvSpPr>
            <a:spLocks noGrp="1"/>
          </p:cNvSpPr>
          <p:nvPr/>
        </p:nvSpPr>
        <p:spPr>
          <a:xfrm>
            <a:off x="4238278" y="63734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884"/>
          </a:solidFill>
          <a:ln w="3518">
            <a:solidFill>
              <a:srgbClr val="22A884"/>
            </a:solidFill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5F336682-FBB4-43DA-97EC-B6F23CACFCBB}"/>
              </a:ext>
            </a:extLst>
          </p:cNvPr>
          <p:cNvSpPr>
            <a:spLocks noGrp="1"/>
          </p:cNvSpPr>
          <p:nvPr/>
        </p:nvSpPr>
        <p:spPr>
          <a:xfrm>
            <a:off x="4238278" y="63620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785"/>
          </a:solidFill>
          <a:ln w="3518">
            <a:solidFill>
              <a:srgbClr val="22A785"/>
            </a:solidFill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8C391EE3-2558-4FD8-9856-9AE185E5480C}"/>
              </a:ext>
            </a:extLst>
          </p:cNvPr>
          <p:cNvSpPr>
            <a:spLocks noGrp="1"/>
          </p:cNvSpPr>
          <p:nvPr/>
        </p:nvSpPr>
        <p:spPr>
          <a:xfrm>
            <a:off x="4238278" y="63506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685"/>
          </a:solidFill>
          <a:ln w="3518">
            <a:solidFill>
              <a:srgbClr val="21A685"/>
            </a:solidFill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D5D6D411-AEB8-47B4-85D6-1F8FE505C484}"/>
              </a:ext>
            </a:extLst>
          </p:cNvPr>
          <p:cNvSpPr>
            <a:spLocks noGrp="1"/>
          </p:cNvSpPr>
          <p:nvPr/>
        </p:nvSpPr>
        <p:spPr>
          <a:xfrm>
            <a:off x="4238278" y="63392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585"/>
          </a:solidFill>
          <a:ln w="3518">
            <a:solidFill>
              <a:srgbClr val="21A585"/>
            </a:solidFill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D93DC49D-0D88-427D-8250-9888C3132879}"/>
              </a:ext>
            </a:extLst>
          </p:cNvPr>
          <p:cNvSpPr>
            <a:spLocks noGrp="1"/>
          </p:cNvSpPr>
          <p:nvPr/>
        </p:nvSpPr>
        <p:spPr>
          <a:xfrm>
            <a:off x="4238278" y="63278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486"/>
          </a:solidFill>
          <a:ln w="3518">
            <a:solidFill>
              <a:srgbClr val="20A486"/>
            </a:solidFill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E5CE3BF3-F974-4D7A-BBAC-6CEA8CC495F2}"/>
              </a:ext>
            </a:extLst>
          </p:cNvPr>
          <p:cNvSpPr>
            <a:spLocks noGrp="1"/>
          </p:cNvSpPr>
          <p:nvPr/>
        </p:nvSpPr>
        <p:spPr>
          <a:xfrm>
            <a:off x="4238278" y="63164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386"/>
          </a:solidFill>
          <a:ln w="3518">
            <a:solidFill>
              <a:srgbClr val="20A386"/>
            </a:solidFill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B8F1F5C1-8B76-4760-83E7-274124CE541F}"/>
              </a:ext>
            </a:extLst>
          </p:cNvPr>
          <p:cNvSpPr>
            <a:spLocks noGrp="1"/>
          </p:cNvSpPr>
          <p:nvPr/>
        </p:nvSpPr>
        <p:spPr>
          <a:xfrm>
            <a:off x="4238278" y="63051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287"/>
          </a:solidFill>
          <a:ln w="3518">
            <a:solidFill>
              <a:srgbClr val="1FA287"/>
            </a:solidFill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419E0DC2-7157-4377-B388-EF005AC25320}"/>
              </a:ext>
            </a:extLst>
          </p:cNvPr>
          <p:cNvSpPr>
            <a:spLocks noGrp="1"/>
          </p:cNvSpPr>
          <p:nvPr/>
        </p:nvSpPr>
        <p:spPr>
          <a:xfrm>
            <a:off x="4238278" y="62937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7"/>
          </a:solidFill>
          <a:ln w="3518">
            <a:solidFill>
              <a:srgbClr val="1FA187"/>
            </a:solidFill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C97D316D-2991-4503-9D58-56ADD24B5FE4}"/>
              </a:ext>
            </a:extLst>
          </p:cNvPr>
          <p:cNvSpPr>
            <a:spLocks noGrp="1"/>
          </p:cNvSpPr>
          <p:nvPr/>
        </p:nvSpPr>
        <p:spPr>
          <a:xfrm>
            <a:off x="4238278" y="62823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8"/>
          </a:solidFill>
          <a:ln w="3518">
            <a:solidFill>
              <a:srgbClr val="1FA188"/>
            </a:solidFill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0A86AB1E-ED83-48BE-9135-ABCFD3BC8ECF}"/>
              </a:ext>
            </a:extLst>
          </p:cNvPr>
          <p:cNvSpPr>
            <a:spLocks noGrp="1"/>
          </p:cNvSpPr>
          <p:nvPr/>
        </p:nvSpPr>
        <p:spPr>
          <a:xfrm>
            <a:off x="4238278" y="62709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088"/>
          </a:solidFill>
          <a:ln w="3518">
            <a:solidFill>
              <a:srgbClr val="1FA088"/>
            </a:solidFill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293C8F4A-4314-4F71-9452-D012B8614766}"/>
              </a:ext>
            </a:extLst>
          </p:cNvPr>
          <p:cNvSpPr>
            <a:spLocks noGrp="1"/>
          </p:cNvSpPr>
          <p:nvPr/>
        </p:nvSpPr>
        <p:spPr>
          <a:xfrm>
            <a:off x="4238278" y="62595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F88"/>
          </a:solidFill>
          <a:ln w="3518">
            <a:solidFill>
              <a:srgbClr val="1F9F88"/>
            </a:solidFill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6CD076CC-FB3B-4B08-9F55-3A0131D2D7A0}"/>
              </a:ext>
            </a:extLst>
          </p:cNvPr>
          <p:cNvSpPr>
            <a:spLocks noGrp="1"/>
          </p:cNvSpPr>
          <p:nvPr/>
        </p:nvSpPr>
        <p:spPr>
          <a:xfrm>
            <a:off x="4238278" y="62482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E89"/>
          </a:solidFill>
          <a:ln w="3518">
            <a:solidFill>
              <a:srgbClr val="1F9E89"/>
            </a:solidFill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4E161A0E-C1AA-40FC-86BF-FA4241E780D2}"/>
              </a:ext>
            </a:extLst>
          </p:cNvPr>
          <p:cNvSpPr>
            <a:spLocks noGrp="1"/>
          </p:cNvSpPr>
          <p:nvPr/>
        </p:nvSpPr>
        <p:spPr>
          <a:xfrm>
            <a:off x="4238278" y="62368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D89"/>
          </a:solidFill>
          <a:ln w="3518">
            <a:solidFill>
              <a:srgbClr val="1E9D89"/>
            </a:solidFill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B6B30768-9BF3-4C86-A5BD-41D240547392}"/>
              </a:ext>
            </a:extLst>
          </p:cNvPr>
          <p:cNvSpPr>
            <a:spLocks noGrp="1"/>
          </p:cNvSpPr>
          <p:nvPr/>
        </p:nvSpPr>
        <p:spPr>
          <a:xfrm>
            <a:off x="4238278" y="62254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C89"/>
          </a:solidFill>
          <a:ln w="3518">
            <a:solidFill>
              <a:srgbClr val="1E9C89"/>
            </a:solidFill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6F74F905-C8E4-4576-8A99-F8AB6184F5C5}"/>
              </a:ext>
            </a:extLst>
          </p:cNvPr>
          <p:cNvSpPr>
            <a:spLocks noGrp="1"/>
          </p:cNvSpPr>
          <p:nvPr/>
        </p:nvSpPr>
        <p:spPr>
          <a:xfrm>
            <a:off x="4238278" y="62140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B8A"/>
          </a:solidFill>
          <a:ln w="3518">
            <a:solidFill>
              <a:srgbClr val="1E9B8A"/>
            </a:solidFill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7EFC2906-3277-4B7B-B684-D381FE19D587}"/>
              </a:ext>
            </a:extLst>
          </p:cNvPr>
          <p:cNvSpPr>
            <a:spLocks noGrp="1"/>
          </p:cNvSpPr>
          <p:nvPr/>
        </p:nvSpPr>
        <p:spPr>
          <a:xfrm>
            <a:off x="4238278" y="62026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A8A"/>
          </a:solidFill>
          <a:ln w="3518">
            <a:solidFill>
              <a:srgbClr val="1F9A8A"/>
            </a:solidFill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5627F281-8787-46C7-BC10-7319F720482D}"/>
              </a:ext>
            </a:extLst>
          </p:cNvPr>
          <p:cNvSpPr>
            <a:spLocks noGrp="1"/>
          </p:cNvSpPr>
          <p:nvPr/>
        </p:nvSpPr>
        <p:spPr>
          <a:xfrm>
            <a:off x="4238278" y="61913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98A"/>
          </a:solidFill>
          <a:ln w="3518">
            <a:solidFill>
              <a:srgbClr val="1F998A"/>
            </a:solidFill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288966BE-F88C-4CBE-B7D5-7280B2375644}"/>
              </a:ext>
            </a:extLst>
          </p:cNvPr>
          <p:cNvSpPr>
            <a:spLocks noGrp="1"/>
          </p:cNvSpPr>
          <p:nvPr/>
        </p:nvSpPr>
        <p:spPr>
          <a:xfrm>
            <a:off x="4238278" y="61799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88B"/>
          </a:solidFill>
          <a:ln w="3518">
            <a:solidFill>
              <a:srgbClr val="1F988B"/>
            </a:solidFill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0BF5E6DB-F876-4095-8650-3817A8076DCB}"/>
              </a:ext>
            </a:extLst>
          </p:cNvPr>
          <p:cNvSpPr>
            <a:spLocks noGrp="1"/>
          </p:cNvSpPr>
          <p:nvPr/>
        </p:nvSpPr>
        <p:spPr>
          <a:xfrm>
            <a:off x="4238278" y="61685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78B"/>
          </a:solidFill>
          <a:ln w="3518">
            <a:solidFill>
              <a:srgbClr val="1F978B"/>
            </a:solidFill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1BFDF67B-5108-4EC1-AC2D-AC63D646B70D}"/>
              </a:ext>
            </a:extLst>
          </p:cNvPr>
          <p:cNvSpPr>
            <a:spLocks noGrp="1"/>
          </p:cNvSpPr>
          <p:nvPr/>
        </p:nvSpPr>
        <p:spPr>
          <a:xfrm>
            <a:off x="4238278" y="61571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68B"/>
          </a:solidFill>
          <a:ln w="3518">
            <a:solidFill>
              <a:srgbClr val="1F968B"/>
            </a:solidFill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89B4D3F6-B35D-4BD9-9FFE-2978D8FBC307}"/>
              </a:ext>
            </a:extLst>
          </p:cNvPr>
          <p:cNvSpPr>
            <a:spLocks noGrp="1"/>
          </p:cNvSpPr>
          <p:nvPr/>
        </p:nvSpPr>
        <p:spPr>
          <a:xfrm>
            <a:off x="4238278" y="61457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58B"/>
          </a:solidFill>
          <a:ln w="3518">
            <a:solidFill>
              <a:srgbClr val="1F958B"/>
            </a:solidFill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1ED0298A-3AEE-4185-83FC-581D79B42471}"/>
              </a:ext>
            </a:extLst>
          </p:cNvPr>
          <p:cNvSpPr>
            <a:spLocks noGrp="1"/>
          </p:cNvSpPr>
          <p:nvPr/>
        </p:nvSpPr>
        <p:spPr>
          <a:xfrm>
            <a:off x="4238278" y="61343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48C"/>
          </a:solidFill>
          <a:ln w="3518">
            <a:solidFill>
              <a:srgbClr val="1F948C"/>
            </a:solidFill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4EF9F114-EA6A-4DE9-9BEF-83C939BF6778}"/>
              </a:ext>
            </a:extLst>
          </p:cNvPr>
          <p:cNvSpPr>
            <a:spLocks noGrp="1"/>
          </p:cNvSpPr>
          <p:nvPr/>
        </p:nvSpPr>
        <p:spPr>
          <a:xfrm>
            <a:off x="4238278" y="61230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38C"/>
          </a:solidFill>
          <a:ln w="3518">
            <a:solidFill>
              <a:srgbClr val="20938C"/>
            </a:solidFill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E98D6F65-C7F5-468A-AD2D-5F8FABF2C068}"/>
              </a:ext>
            </a:extLst>
          </p:cNvPr>
          <p:cNvSpPr>
            <a:spLocks noGrp="1"/>
          </p:cNvSpPr>
          <p:nvPr/>
        </p:nvSpPr>
        <p:spPr>
          <a:xfrm>
            <a:off x="4238278" y="61116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B22D165A-909C-4DFA-9F3B-1FEFD8924E32}"/>
              </a:ext>
            </a:extLst>
          </p:cNvPr>
          <p:cNvSpPr>
            <a:spLocks noGrp="1"/>
          </p:cNvSpPr>
          <p:nvPr/>
        </p:nvSpPr>
        <p:spPr>
          <a:xfrm>
            <a:off x="4238278" y="61002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6E5551F7-AE80-45C4-AEDB-AA756FDE8D2E}"/>
              </a:ext>
            </a:extLst>
          </p:cNvPr>
          <p:cNvSpPr>
            <a:spLocks noGrp="1"/>
          </p:cNvSpPr>
          <p:nvPr/>
        </p:nvSpPr>
        <p:spPr>
          <a:xfrm>
            <a:off x="4238278" y="60888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18C"/>
          </a:solidFill>
          <a:ln w="3518">
            <a:solidFill>
              <a:srgbClr val="21918C"/>
            </a:solidFill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C9940BC3-789F-4AA1-B366-0CB60FE9EF2F}"/>
              </a:ext>
            </a:extLst>
          </p:cNvPr>
          <p:cNvSpPr>
            <a:spLocks noGrp="1"/>
          </p:cNvSpPr>
          <p:nvPr/>
        </p:nvSpPr>
        <p:spPr>
          <a:xfrm>
            <a:off x="4238278" y="60774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08D"/>
          </a:solidFill>
          <a:ln w="3518">
            <a:solidFill>
              <a:srgbClr val="21908D"/>
            </a:solidFill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D881E2C4-483C-468A-BD2C-CE67C51B9B84}"/>
              </a:ext>
            </a:extLst>
          </p:cNvPr>
          <p:cNvSpPr>
            <a:spLocks noGrp="1"/>
          </p:cNvSpPr>
          <p:nvPr/>
        </p:nvSpPr>
        <p:spPr>
          <a:xfrm>
            <a:off x="4238278" y="60661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F8D"/>
          </a:solidFill>
          <a:ln w="3518">
            <a:solidFill>
              <a:srgbClr val="218F8D"/>
            </a:solidFill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05E25555-3200-4A8C-8EBB-0A45EDC5EDE0}"/>
              </a:ext>
            </a:extLst>
          </p:cNvPr>
          <p:cNvSpPr>
            <a:spLocks noGrp="1"/>
          </p:cNvSpPr>
          <p:nvPr/>
        </p:nvSpPr>
        <p:spPr>
          <a:xfrm>
            <a:off x="4238278" y="60547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E8D"/>
          </a:solidFill>
          <a:ln w="3518">
            <a:solidFill>
              <a:srgbClr val="218E8D"/>
            </a:solidFill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70BCCA4A-1D9C-43CB-B4A3-45E16B044906}"/>
              </a:ext>
            </a:extLst>
          </p:cNvPr>
          <p:cNvSpPr>
            <a:spLocks noGrp="1"/>
          </p:cNvSpPr>
          <p:nvPr/>
        </p:nvSpPr>
        <p:spPr>
          <a:xfrm>
            <a:off x="4238278" y="60433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D8D"/>
          </a:solidFill>
          <a:ln w="3518">
            <a:solidFill>
              <a:srgbClr val="228D8D"/>
            </a:solidFill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BA03AC73-5D9F-4585-8954-BE2C31CC6B77}"/>
              </a:ext>
            </a:extLst>
          </p:cNvPr>
          <p:cNvSpPr>
            <a:spLocks noGrp="1"/>
          </p:cNvSpPr>
          <p:nvPr/>
        </p:nvSpPr>
        <p:spPr>
          <a:xfrm>
            <a:off x="4238278" y="60319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C8D"/>
          </a:solidFill>
          <a:ln w="3518">
            <a:solidFill>
              <a:srgbClr val="228C8D"/>
            </a:solidFill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F65860CF-65E1-44E5-9A4E-022CDC6A320A}"/>
              </a:ext>
            </a:extLst>
          </p:cNvPr>
          <p:cNvSpPr>
            <a:spLocks noGrp="1"/>
          </p:cNvSpPr>
          <p:nvPr/>
        </p:nvSpPr>
        <p:spPr>
          <a:xfrm>
            <a:off x="4238278" y="60205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B8D"/>
          </a:solidFill>
          <a:ln w="3518">
            <a:solidFill>
              <a:srgbClr val="228B8D"/>
            </a:solidFill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46291FB1-DFCE-4E5E-8F69-2C26E247F1F1}"/>
              </a:ext>
            </a:extLst>
          </p:cNvPr>
          <p:cNvSpPr>
            <a:spLocks noGrp="1"/>
          </p:cNvSpPr>
          <p:nvPr/>
        </p:nvSpPr>
        <p:spPr>
          <a:xfrm>
            <a:off x="4238278" y="60092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A8D"/>
          </a:solidFill>
          <a:ln w="3518">
            <a:solidFill>
              <a:srgbClr val="238A8D"/>
            </a:solidFill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1700774B-3495-4052-8F6D-8A19B39B0D97}"/>
              </a:ext>
            </a:extLst>
          </p:cNvPr>
          <p:cNvSpPr>
            <a:spLocks noGrp="1"/>
          </p:cNvSpPr>
          <p:nvPr/>
        </p:nvSpPr>
        <p:spPr>
          <a:xfrm>
            <a:off x="4238278" y="59978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98E"/>
          </a:solidFill>
          <a:ln w="3518">
            <a:solidFill>
              <a:srgbClr val="23898E"/>
            </a:solidFill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CB0D2520-6EF9-466E-BFC8-E0A98EB6ED7C}"/>
              </a:ext>
            </a:extLst>
          </p:cNvPr>
          <p:cNvSpPr>
            <a:spLocks noGrp="1"/>
          </p:cNvSpPr>
          <p:nvPr/>
        </p:nvSpPr>
        <p:spPr>
          <a:xfrm>
            <a:off x="4238278" y="59864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88E"/>
          </a:solidFill>
          <a:ln w="3518">
            <a:solidFill>
              <a:srgbClr val="23888E"/>
            </a:solidFill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72995B9B-2824-44D2-9B64-E03941CD9854}"/>
              </a:ext>
            </a:extLst>
          </p:cNvPr>
          <p:cNvSpPr>
            <a:spLocks noGrp="1"/>
          </p:cNvSpPr>
          <p:nvPr/>
        </p:nvSpPr>
        <p:spPr>
          <a:xfrm>
            <a:off x="4238278" y="59750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78E"/>
          </a:solidFill>
          <a:ln w="3518">
            <a:solidFill>
              <a:srgbClr val="24878E"/>
            </a:solidFill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15987338-05E4-4D9C-912B-F25BC63DB9D0}"/>
              </a:ext>
            </a:extLst>
          </p:cNvPr>
          <p:cNvSpPr>
            <a:spLocks noGrp="1"/>
          </p:cNvSpPr>
          <p:nvPr/>
        </p:nvSpPr>
        <p:spPr>
          <a:xfrm>
            <a:off x="4238278" y="59636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68E"/>
          </a:solidFill>
          <a:ln w="3518">
            <a:solidFill>
              <a:srgbClr val="24868E"/>
            </a:solidFill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45CC9872-7AF4-4402-BB3B-D5070FA0504B}"/>
              </a:ext>
            </a:extLst>
          </p:cNvPr>
          <p:cNvSpPr>
            <a:spLocks noGrp="1"/>
          </p:cNvSpPr>
          <p:nvPr/>
        </p:nvSpPr>
        <p:spPr>
          <a:xfrm>
            <a:off x="4238278" y="59523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58E"/>
          </a:solidFill>
          <a:ln w="3518">
            <a:solidFill>
              <a:srgbClr val="25858E"/>
            </a:solidFill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629A6BF7-778B-464E-BCD1-955B320EEC48}"/>
              </a:ext>
            </a:extLst>
          </p:cNvPr>
          <p:cNvSpPr>
            <a:spLocks noGrp="1"/>
          </p:cNvSpPr>
          <p:nvPr/>
        </p:nvSpPr>
        <p:spPr>
          <a:xfrm>
            <a:off x="4238278" y="59409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48E"/>
          </a:solidFill>
          <a:ln w="3518">
            <a:solidFill>
              <a:srgbClr val="25848E"/>
            </a:solidFill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E16E650-0ED4-43E0-858A-C87761CCD0B3}"/>
              </a:ext>
            </a:extLst>
          </p:cNvPr>
          <p:cNvSpPr>
            <a:spLocks noGrp="1"/>
          </p:cNvSpPr>
          <p:nvPr/>
        </p:nvSpPr>
        <p:spPr>
          <a:xfrm>
            <a:off x="4238278" y="59295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38E"/>
          </a:solidFill>
          <a:ln w="3518">
            <a:solidFill>
              <a:srgbClr val="25838E"/>
            </a:solidFill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DD39C00A-1263-4718-BC62-5E5FF6FD4631}"/>
              </a:ext>
            </a:extLst>
          </p:cNvPr>
          <p:cNvSpPr>
            <a:spLocks noGrp="1"/>
          </p:cNvSpPr>
          <p:nvPr/>
        </p:nvSpPr>
        <p:spPr>
          <a:xfrm>
            <a:off x="4238278" y="59181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ADF11148-626B-49BF-B367-997165C816FC}"/>
              </a:ext>
            </a:extLst>
          </p:cNvPr>
          <p:cNvSpPr>
            <a:spLocks noGrp="1"/>
          </p:cNvSpPr>
          <p:nvPr/>
        </p:nvSpPr>
        <p:spPr>
          <a:xfrm>
            <a:off x="4238278" y="59067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A50A9225-5327-415C-9638-19C0E27FD9D9}"/>
              </a:ext>
            </a:extLst>
          </p:cNvPr>
          <p:cNvSpPr>
            <a:spLocks noGrp="1"/>
          </p:cNvSpPr>
          <p:nvPr/>
        </p:nvSpPr>
        <p:spPr>
          <a:xfrm>
            <a:off x="4238278" y="58953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18E"/>
          </a:solidFill>
          <a:ln w="3518">
            <a:solidFill>
              <a:srgbClr val="26818E"/>
            </a:solidFill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1E837932-E1A8-4AC4-91F3-EFEEF356B5DE}"/>
              </a:ext>
            </a:extLst>
          </p:cNvPr>
          <p:cNvSpPr>
            <a:spLocks noGrp="1"/>
          </p:cNvSpPr>
          <p:nvPr/>
        </p:nvSpPr>
        <p:spPr>
          <a:xfrm>
            <a:off x="4238278" y="58840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808E"/>
          </a:solidFill>
          <a:ln w="3518">
            <a:solidFill>
              <a:srgbClr val="27808E"/>
            </a:solidFill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8B6CD3B4-B88D-447F-8A30-DDB9A099AC27}"/>
              </a:ext>
            </a:extLst>
          </p:cNvPr>
          <p:cNvSpPr>
            <a:spLocks noGrp="1"/>
          </p:cNvSpPr>
          <p:nvPr/>
        </p:nvSpPr>
        <p:spPr>
          <a:xfrm>
            <a:off x="4238278" y="58726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F8E"/>
          </a:solidFill>
          <a:ln w="3518">
            <a:solidFill>
              <a:srgbClr val="277F8E"/>
            </a:solidFill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B7BB00BD-7A00-45BE-BDFC-A00E8204ED21}"/>
              </a:ext>
            </a:extLst>
          </p:cNvPr>
          <p:cNvSpPr>
            <a:spLocks noGrp="1"/>
          </p:cNvSpPr>
          <p:nvPr/>
        </p:nvSpPr>
        <p:spPr>
          <a:xfrm>
            <a:off x="4238278" y="58612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E8E"/>
          </a:solidFill>
          <a:ln w="3518">
            <a:solidFill>
              <a:srgbClr val="277E8E"/>
            </a:solidFill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26D394BF-0BBE-496C-8DFD-2D55C0D97258}"/>
              </a:ext>
            </a:extLst>
          </p:cNvPr>
          <p:cNvSpPr>
            <a:spLocks noGrp="1"/>
          </p:cNvSpPr>
          <p:nvPr/>
        </p:nvSpPr>
        <p:spPr>
          <a:xfrm>
            <a:off x="4238278" y="58498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D8E"/>
          </a:solidFill>
          <a:ln w="3518">
            <a:solidFill>
              <a:srgbClr val="287D8E"/>
            </a:solidFill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282490AA-3948-429D-BB67-75B3C4E4E064}"/>
              </a:ext>
            </a:extLst>
          </p:cNvPr>
          <p:cNvSpPr>
            <a:spLocks noGrp="1"/>
          </p:cNvSpPr>
          <p:nvPr/>
        </p:nvSpPr>
        <p:spPr>
          <a:xfrm>
            <a:off x="4238278" y="58384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C8E"/>
          </a:solidFill>
          <a:ln w="3518">
            <a:solidFill>
              <a:srgbClr val="287C8E"/>
            </a:solidFill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B98C16B1-3C21-4971-9BD3-422F0C500D0A}"/>
              </a:ext>
            </a:extLst>
          </p:cNvPr>
          <p:cNvSpPr>
            <a:spLocks noGrp="1"/>
          </p:cNvSpPr>
          <p:nvPr/>
        </p:nvSpPr>
        <p:spPr>
          <a:xfrm>
            <a:off x="4238278" y="58271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B8E"/>
          </a:solidFill>
          <a:ln w="3518">
            <a:solidFill>
              <a:srgbClr val="297B8E"/>
            </a:solidFill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7CAADD5C-A44D-46AA-8059-BDDFB9575EB8}"/>
              </a:ext>
            </a:extLst>
          </p:cNvPr>
          <p:cNvSpPr>
            <a:spLocks noGrp="1"/>
          </p:cNvSpPr>
          <p:nvPr/>
        </p:nvSpPr>
        <p:spPr>
          <a:xfrm>
            <a:off x="4238278" y="58157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A8E"/>
          </a:solidFill>
          <a:ln w="3518">
            <a:solidFill>
              <a:srgbClr val="297A8E"/>
            </a:solidFill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F3312028-BC18-4139-9316-6E387E80B98B}"/>
              </a:ext>
            </a:extLst>
          </p:cNvPr>
          <p:cNvSpPr>
            <a:spLocks noGrp="1"/>
          </p:cNvSpPr>
          <p:nvPr/>
        </p:nvSpPr>
        <p:spPr>
          <a:xfrm>
            <a:off x="4238278" y="58043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98E"/>
          </a:solidFill>
          <a:ln w="3518">
            <a:solidFill>
              <a:srgbClr val="29798E"/>
            </a:solidFill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01D1FB38-E4AE-46F9-A7B4-FE2E9009A9EF}"/>
              </a:ext>
            </a:extLst>
          </p:cNvPr>
          <p:cNvSpPr>
            <a:spLocks noGrp="1"/>
          </p:cNvSpPr>
          <p:nvPr/>
        </p:nvSpPr>
        <p:spPr>
          <a:xfrm>
            <a:off x="4238278" y="57929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88E"/>
          </a:solidFill>
          <a:ln w="3518">
            <a:solidFill>
              <a:srgbClr val="2A788E"/>
            </a:solidFill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32CCD96C-B549-40EF-95F7-461E17E31E5B}"/>
              </a:ext>
            </a:extLst>
          </p:cNvPr>
          <p:cNvSpPr>
            <a:spLocks noGrp="1"/>
          </p:cNvSpPr>
          <p:nvPr/>
        </p:nvSpPr>
        <p:spPr>
          <a:xfrm>
            <a:off x="4238278" y="57815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78E"/>
          </a:solidFill>
          <a:ln w="3518">
            <a:solidFill>
              <a:srgbClr val="2A778E"/>
            </a:solidFill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1889E3D0-8070-450C-A172-FC5420646EF8}"/>
              </a:ext>
            </a:extLst>
          </p:cNvPr>
          <p:cNvSpPr>
            <a:spLocks noGrp="1"/>
          </p:cNvSpPr>
          <p:nvPr/>
        </p:nvSpPr>
        <p:spPr>
          <a:xfrm>
            <a:off x="4238278" y="57702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68E"/>
          </a:solidFill>
          <a:ln w="3518">
            <a:solidFill>
              <a:srgbClr val="2A768E"/>
            </a:solidFill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5F1E3042-1213-4C61-BBED-AAB5C01AA5C6}"/>
              </a:ext>
            </a:extLst>
          </p:cNvPr>
          <p:cNvSpPr>
            <a:spLocks noGrp="1"/>
          </p:cNvSpPr>
          <p:nvPr/>
        </p:nvSpPr>
        <p:spPr>
          <a:xfrm>
            <a:off x="4238278" y="57588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58E"/>
          </a:solidFill>
          <a:ln w="3518">
            <a:solidFill>
              <a:srgbClr val="2B758E"/>
            </a:solidFill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41EB2305-8FB4-4CA9-B6FD-816167093D66}"/>
              </a:ext>
            </a:extLst>
          </p:cNvPr>
          <p:cNvSpPr>
            <a:spLocks noGrp="1"/>
          </p:cNvSpPr>
          <p:nvPr/>
        </p:nvSpPr>
        <p:spPr>
          <a:xfrm>
            <a:off x="4238278" y="57474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48E"/>
          </a:solidFill>
          <a:ln w="3518">
            <a:solidFill>
              <a:srgbClr val="2B748E"/>
            </a:solidFill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770842CA-7D28-41F5-BA51-4C6091A48913}"/>
              </a:ext>
            </a:extLst>
          </p:cNvPr>
          <p:cNvSpPr>
            <a:spLocks noGrp="1"/>
          </p:cNvSpPr>
          <p:nvPr/>
        </p:nvSpPr>
        <p:spPr>
          <a:xfrm>
            <a:off x="4238278" y="57360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38E"/>
          </a:solidFill>
          <a:ln w="3518">
            <a:solidFill>
              <a:srgbClr val="2C738E"/>
            </a:solidFill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6FC12086-2C2B-4569-97BF-3D15A6F91943}"/>
              </a:ext>
            </a:extLst>
          </p:cNvPr>
          <p:cNvSpPr>
            <a:spLocks noGrp="1"/>
          </p:cNvSpPr>
          <p:nvPr/>
        </p:nvSpPr>
        <p:spPr>
          <a:xfrm>
            <a:off x="4238278" y="57246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28E"/>
          </a:solidFill>
          <a:ln w="3518">
            <a:solidFill>
              <a:srgbClr val="2C728E"/>
            </a:solidFill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81F446BF-E620-42A2-A1C5-93925578BDA2}"/>
              </a:ext>
            </a:extLst>
          </p:cNvPr>
          <p:cNvSpPr>
            <a:spLocks noGrp="1"/>
          </p:cNvSpPr>
          <p:nvPr/>
        </p:nvSpPr>
        <p:spPr>
          <a:xfrm>
            <a:off x="4238278" y="57132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18E"/>
          </a:solidFill>
          <a:ln w="3518">
            <a:solidFill>
              <a:srgbClr val="2C718E"/>
            </a:solidFill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E2AA2C96-3A29-496A-8529-A43C1BFEB14E}"/>
              </a:ext>
            </a:extLst>
          </p:cNvPr>
          <p:cNvSpPr>
            <a:spLocks noGrp="1"/>
          </p:cNvSpPr>
          <p:nvPr/>
        </p:nvSpPr>
        <p:spPr>
          <a:xfrm>
            <a:off x="4238278" y="57019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18E"/>
          </a:solidFill>
          <a:ln w="3518">
            <a:solidFill>
              <a:srgbClr val="2D718E"/>
            </a:solidFill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3D695751-9629-4941-A985-E62118A22F39}"/>
              </a:ext>
            </a:extLst>
          </p:cNvPr>
          <p:cNvSpPr>
            <a:spLocks noGrp="1"/>
          </p:cNvSpPr>
          <p:nvPr/>
        </p:nvSpPr>
        <p:spPr>
          <a:xfrm>
            <a:off x="4238278" y="56905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08E"/>
          </a:solidFill>
          <a:ln w="3518">
            <a:solidFill>
              <a:srgbClr val="2D708E"/>
            </a:solidFill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8BAE267B-C823-4F02-8669-1D64EB3183C2}"/>
              </a:ext>
            </a:extLst>
          </p:cNvPr>
          <p:cNvSpPr>
            <a:spLocks noGrp="1"/>
          </p:cNvSpPr>
          <p:nvPr/>
        </p:nvSpPr>
        <p:spPr>
          <a:xfrm>
            <a:off x="4238278" y="56791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F8E"/>
          </a:solidFill>
          <a:ln w="3518">
            <a:solidFill>
              <a:srgbClr val="2E6F8E"/>
            </a:solidFill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D61B9FC7-EF41-47C0-AB28-7157B309F7EC}"/>
              </a:ext>
            </a:extLst>
          </p:cNvPr>
          <p:cNvSpPr>
            <a:spLocks noGrp="1"/>
          </p:cNvSpPr>
          <p:nvPr/>
        </p:nvSpPr>
        <p:spPr>
          <a:xfrm>
            <a:off x="4238278" y="56677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E8E"/>
          </a:solidFill>
          <a:ln w="3518">
            <a:solidFill>
              <a:srgbClr val="2E6E8E"/>
            </a:solidFill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2A1D9671-B22B-4058-B723-A79C9770DBAD}"/>
              </a:ext>
            </a:extLst>
          </p:cNvPr>
          <p:cNvSpPr>
            <a:spLocks noGrp="1"/>
          </p:cNvSpPr>
          <p:nvPr/>
        </p:nvSpPr>
        <p:spPr>
          <a:xfrm>
            <a:off x="4238278" y="56563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D8E"/>
          </a:solidFill>
          <a:ln w="3518">
            <a:solidFill>
              <a:srgbClr val="2E6D8E"/>
            </a:solidFill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79F674EF-9EFF-477C-8682-21247458E853}"/>
              </a:ext>
            </a:extLst>
          </p:cNvPr>
          <p:cNvSpPr>
            <a:spLocks noGrp="1"/>
          </p:cNvSpPr>
          <p:nvPr/>
        </p:nvSpPr>
        <p:spPr>
          <a:xfrm>
            <a:off x="4238278" y="56450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C8E"/>
          </a:solidFill>
          <a:ln w="3518">
            <a:solidFill>
              <a:srgbClr val="2F6C8E"/>
            </a:solidFill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6267AAA2-FF13-4E3A-900B-84D8CA8C4EEC}"/>
              </a:ext>
            </a:extLst>
          </p:cNvPr>
          <p:cNvSpPr>
            <a:spLocks noGrp="1"/>
          </p:cNvSpPr>
          <p:nvPr/>
        </p:nvSpPr>
        <p:spPr>
          <a:xfrm>
            <a:off x="4238278" y="56336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B8E"/>
          </a:solidFill>
          <a:ln w="3518">
            <a:solidFill>
              <a:srgbClr val="2F6B8E"/>
            </a:solidFill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4F821780-A6A6-4C8F-B0B8-0BCDB065FD5C}"/>
              </a:ext>
            </a:extLst>
          </p:cNvPr>
          <p:cNvSpPr>
            <a:spLocks noGrp="1"/>
          </p:cNvSpPr>
          <p:nvPr/>
        </p:nvSpPr>
        <p:spPr>
          <a:xfrm>
            <a:off x="4238278" y="56222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A8E"/>
          </a:solidFill>
          <a:ln w="3518">
            <a:solidFill>
              <a:srgbClr val="306A8E"/>
            </a:solidFill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754D551D-0B68-438D-A2E7-5A333B5CBD24}"/>
              </a:ext>
            </a:extLst>
          </p:cNvPr>
          <p:cNvSpPr>
            <a:spLocks noGrp="1"/>
          </p:cNvSpPr>
          <p:nvPr/>
        </p:nvSpPr>
        <p:spPr>
          <a:xfrm>
            <a:off x="4238278" y="56108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98E"/>
          </a:solidFill>
          <a:ln w="3518">
            <a:solidFill>
              <a:srgbClr val="30698E"/>
            </a:solidFill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F5BC9751-16A3-4BF1-87F5-B0A5934E94D0}"/>
              </a:ext>
            </a:extLst>
          </p:cNvPr>
          <p:cNvSpPr>
            <a:spLocks noGrp="1"/>
          </p:cNvSpPr>
          <p:nvPr/>
        </p:nvSpPr>
        <p:spPr>
          <a:xfrm>
            <a:off x="4238278" y="55994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88E"/>
          </a:solidFill>
          <a:ln w="3518">
            <a:solidFill>
              <a:srgbClr val="31688E"/>
            </a:solidFill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E9A141C7-505D-4B04-800D-8326AEBC36F4}"/>
              </a:ext>
            </a:extLst>
          </p:cNvPr>
          <p:cNvSpPr>
            <a:spLocks noGrp="1"/>
          </p:cNvSpPr>
          <p:nvPr/>
        </p:nvSpPr>
        <p:spPr>
          <a:xfrm>
            <a:off x="4238278" y="55881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78E"/>
          </a:solidFill>
          <a:ln w="3518">
            <a:solidFill>
              <a:srgbClr val="31678E"/>
            </a:solidFill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7A62A604-7A35-431D-A2DB-300A1A9229B9}"/>
              </a:ext>
            </a:extLst>
          </p:cNvPr>
          <p:cNvSpPr>
            <a:spLocks noGrp="1"/>
          </p:cNvSpPr>
          <p:nvPr/>
        </p:nvSpPr>
        <p:spPr>
          <a:xfrm>
            <a:off x="4238278" y="55767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68E"/>
          </a:solidFill>
          <a:ln w="3518">
            <a:solidFill>
              <a:srgbClr val="31668E"/>
            </a:solidFill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DCBEA750-1E04-4932-A984-21C04612425C}"/>
              </a:ext>
            </a:extLst>
          </p:cNvPr>
          <p:cNvSpPr>
            <a:spLocks noGrp="1"/>
          </p:cNvSpPr>
          <p:nvPr/>
        </p:nvSpPr>
        <p:spPr>
          <a:xfrm>
            <a:off x="4238278" y="55653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58E"/>
          </a:solidFill>
          <a:ln w="3518">
            <a:solidFill>
              <a:srgbClr val="32658E"/>
            </a:solidFill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BB60829F-BA9B-49A2-B4CE-BEAFF361BA81}"/>
              </a:ext>
            </a:extLst>
          </p:cNvPr>
          <p:cNvSpPr>
            <a:spLocks noGrp="1"/>
          </p:cNvSpPr>
          <p:nvPr/>
        </p:nvSpPr>
        <p:spPr>
          <a:xfrm>
            <a:off x="4238278" y="55539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48E"/>
          </a:solidFill>
          <a:ln w="3518">
            <a:solidFill>
              <a:srgbClr val="32648E"/>
            </a:solidFill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747B87F7-9BB4-46D6-8351-D2CE61795E3E}"/>
              </a:ext>
            </a:extLst>
          </p:cNvPr>
          <p:cNvSpPr>
            <a:spLocks noGrp="1"/>
          </p:cNvSpPr>
          <p:nvPr/>
        </p:nvSpPr>
        <p:spPr>
          <a:xfrm>
            <a:off x="4238278" y="55425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38D"/>
          </a:solidFill>
          <a:ln w="3518">
            <a:solidFill>
              <a:srgbClr val="33638D"/>
            </a:solidFill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06050242-37F5-4F16-A766-5312ACBA52A1}"/>
              </a:ext>
            </a:extLst>
          </p:cNvPr>
          <p:cNvSpPr>
            <a:spLocks noGrp="1"/>
          </p:cNvSpPr>
          <p:nvPr/>
        </p:nvSpPr>
        <p:spPr>
          <a:xfrm>
            <a:off x="4238278" y="55312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28D"/>
          </a:solidFill>
          <a:ln w="3518">
            <a:solidFill>
              <a:srgbClr val="33628D"/>
            </a:solidFill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5D76C0AA-92E8-4938-923B-59ECC7489F0E}"/>
              </a:ext>
            </a:extLst>
          </p:cNvPr>
          <p:cNvSpPr>
            <a:spLocks noGrp="1"/>
          </p:cNvSpPr>
          <p:nvPr/>
        </p:nvSpPr>
        <p:spPr>
          <a:xfrm>
            <a:off x="4238278" y="55198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18D"/>
          </a:solidFill>
          <a:ln w="3518">
            <a:solidFill>
              <a:srgbClr val="34618D"/>
            </a:solidFill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A08C8BF4-667C-456E-87E3-D43CD9F52215}"/>
              </a:ext>
            </a:extLst>
          </p:cNvPr>
          <p:cNvSpPr>
            <a:spLocks noGrp="1"/>
          </p:cNvSpPr>
          <p:nvPr/>
        </p:nvSpPr>
        <p:spPr>
          <a:xfrm>
            <a:off x="4238278" y="55084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08D"/>
          </a:solidFill>
          <a:ln w="3518">
            <a:solidFill>
              <a:srgbClr val="34608D"/>
            </a:solidFill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9DC35C8F-F3CA-4109-ADD1-BAEE466C588B}"/>
              </a:ext>
            </a:extLst>
          </p:cNvPr>
          <p:cNvSpPr>
            <a:spLocks noGrp="1"/>
          </p:cNvSpPr>
          <p:nvPr/>
        </p:nvSpPr>
        <p:spPr>
          <a:xfrm>
            <a:off x="4238278" y="54970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F8D"/>
          </a:solidFill>
          <a:ln w="3518">
            <a:solidFill>
              <a:srgbClr val="355F8D"/>
            </a:solidFill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E0E7E999-A222-441A-829E-7B6489DBD602}"/>
              </a:ext>
            </a:extLst>
          </p:cNvPr>
          <p:cNvSpPr>
            <a:spLocks noGrp="1"/>
          </p:cNvSpPr>
          <p:nvPr/>
        </p:nvSpPr>
        <p:spPr>
          <a:xfrm>
            <a:off x="4238278" y="54856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E8D"/>
          </a:solidFill>
          <a:ln w="3518">
            <a:solidFill>
              <a:srgbClr val="355E8D"/>
            </a:solidFill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02AD95EC-8E95-45BC-8A00-1D8220F94CC1}"/>
              </a:ext>
            </a:extLst>
          </p:cNvPr>
          <p:cNvSpPr>
            <a:spLocks noGrp="1"/>
          </p:cNvSpPr>
          <p:nvPr/>
        </p:nvSpPr>
        <p:spPr>
          <a:xfrm>
            <a:off x="4238278" y="54742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D8D"/>
          </a:solidFill>
          <a:ln w="3518">
            <a:solidFill>
              <a:srgbClr val="365D8D"/>
            </a:solidFill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A821BAE1-4C34-4716-8AB8-A7E2312B2FE6}"/>
              </a:ext>
            </a:extLst>
          </p:cNvPr>
          <p:cNvSpPr>
            <a:spLocks noGrp="1"/>
          </p:cNvSpPr>
          <p:nvPr/>
        </p:nvSpPr>
        <p:spPr>
          <a:xfrm>
            <a:off x="4238278" y="54629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C8D"/>
          </a:solidFill>
          <a:ln w="3518">
            <a:solidFill>
              <a:srgbClr val="365C8D"/>
            </a:solidFill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9DE91A28-376A-4146-B502-7E799BE0D835}"/>
              </a:ext>
            </a:extLst>
          </p:cNvPr>
          <p:cNvSpPr>
            <a:spLocks noGrp="1"/>
          </p:cNvSpPr>
          <p:nvPr/>
        </p:nvSpPr>
        <p:spPr>
          <a:xfrm>
            <a:off x="4238278" y="54515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B8D"/>
          </a:solidFill>
          <a:ln w="3518">
            <a:solidFill>
              <a:srgbClr val="375B8D"/>
            </a:solidFill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FF6032FE-6ADD-4575-A460-F8C0EA534831}"/>
              </a:ext>
            </a:extLst>
          </p:cNvPr>
          <p:cNvSpPr>
            <a:spLocks noGrp="1"/>
          </p:cNvSpPr>
          <p:nvPr/>
        </p:nvSpPr>
        <p:spPr>
          <a:xfrm>
            <a:off x="4238278" y="54401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A8C"/>
          </a:solidFill>
          <a:ln w="3518">
            <a:solidFill>
              <a:srgbClr val="375A8C"/>
            </a:solidFill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EB647088-4A5F-4216-9729-72C3BEC0E5B3}"/>
              </a:ext>
            </a:extLst>
          </p:cNvPr>
          <p:cNvSpPr>
            <a:spLocks noGrp="1"/>
          </p:cNvSpPr>
          <p:nvPr/>
        </p:nvSpPr>
        <p:spPr>
          <a:xfrm>
            <a:off x="4238278" y="54287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98C"/>
          </a:solidFill>
          <a:ln w="3518">
            <a:solidFill>
              <a:srgbClr val="38598C"/>
            </a:solidFill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BC979459-E467-4318-8322-539F9E814217}"/>
              </a:ext>
            </a:extLst>
          </p:cNvPr>
          <p:cNvSpPr>
            <a:spLocks noGrp="1"/>
          </p:cNvSpPr>
          <p:nvPr/>
        </p:nvSpPr>
        <p:spPr>
          <a:xfrm>
            <a:off x="4238278" y="54173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88C"/>
          </a:solidFill>
          <a:ln w="3518">
            <a:solidFill>
              <a:srgbClr val="38588C"/>
            </a:solidFill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E0378C16-1680-46C1-BC1D-7E6E7B6C6969}"/>
              </a:ext>
            </a:extLst>
          </p:cNvPr>
          <p:cNvSpPr>
            <a:spLocks noGrp="1"/>
          </p:cNvSpPr>
          <p:nvPr/>
        </p:nvSpPr>
        <p:spPr>
          <a:xfrm>
            <a:off x="4238278" y="54060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68C"/>
          </a:solidFill>
          <a:ln w="3518">
            <a:solidFill>
              <a:srgbClr val="39568C"/>
            </a:solidFill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98DC5D8F-6578-46B0-BABA-0A29354E22D0}"/>
              </a:ext>
            </a:extLst>
          </p:cNvPr>
          <p:cNvSpPr>
            <a:spLocks noGrp="1"/>
          </p:cNvSpPr>
          <p:nvPr/>
        </p:nvSpPr>
        <p:spPr>
          <a:xfrm>
            <a:off x="4238278" y="53946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58C"/>
          </a:solidFill>
          <a:ln w="3518">
            <a:solidFill>
              <a:srgbClr val="39558C"/>
            </a:solidFill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54AB5AEA-D2AF-4353-8CDB-1BCCCB49118C}"/>
              </a:ext>
            </a:extLst>
          </p:cNvPr>
          <p:cNvSpPr>
            <a:spLocks noGrp="1"/>
          </p:cNvSpPr>
          <p:nvPr/>
        </p:nvSpPr>
        <p:spPr>
          <a:xfrm>
            <a:off x="4238278" y="53832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48C"/>
          </a:solidFill>
          <a:ln w="3518">
            <a:solidFill>
              <a:srgbClr val="3A548C"/>
            </a:solidFill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1C7B13CE-69D7-4304-B2A1-092F92043924}"/>
              </a:ext>
            </a:extLst>
          </p:cNvPr>
          <p:cNvSpPr>
            <a:spLocks noGrp="1"/>
          </p:cNvSpPr>
          <p:nvPr/>
        </p:nvSpPr>
        <p:spPr>
          <a:xfrm>
            <a:off x="4238278" y="53718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38B"/>
          </a:solidFill>
          <a:ln w="3518">
            <a:solidFill>
              <a:srgbClr val="3A538B"/>
            </a:solidFill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D5E784E7-7504-40F3-BCE0-C69456F65489}"/>
              </a:ext>
            </a:extLst>
          </p:cNvPr>
          <p:cNvSpPr>
            <a:spLocks noGrp="1"/>
          </p:cNvSpPr>
          <p:nvPr/>
        </p:nvSpPr>
        <p:spPr>
          <a:xfrm>
            <a:off x="4238278" y="53604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28B"/>
          </a:solidFill>
          <a:ln w="3518">
            <a:solidFill>
              <a:srgbClr val="3B528B"/>
            </a:solidFill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960B8E7B-2694-4230-9634-1B3F620C87C2}"/>
              </a:ext>
            </a:extLst>
          </p:cNvPr>
          <p:cNvSpPr>
            <a:spLocks noGrp="1"/>
          </p:cNvSpPr>
          <p:nvPr/>
        </p:nvSpPr>
        <p:spPr>
          <a:xfrm>
            <a:off x="4238278" y="53491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18B"/>
          </a:solidFill>
          <a:ln w="3518">
            <a:solidFill>
              <a:srgbClr val="3B518B"/>
            </a:solidFill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81B74495-062A-4ACB-B282-76F081CAF573}"/>
              </a:ext>
            </a:extLst>
          </p:cNvPr>
          <p:cNvSpPr>
            <a:spLocks noGrp="1"/>
          </p:cNvSpPr>
          <p:nvPr/>
        </p:nvSpPr>
        <p:spPr>
          <a:xfrm>
            <a:off x="4238278" y="53377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508B"/>
          </a:solidFill>
          <a:ln w="3518">
            <a:solidFill>
              <a:srgbClr val="3C508B"/>
            </a:solidFill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DC0E50BC-19A0-4DCA-B6FD-5BE303D29B96}"/>
              </a:ext>
            </a:extLst>
          </p:cNvPr>
          <p:cNvSpPr>
            <a:spLocks noGrp="1"/>
          </p:cNvSpPr>
          <p:nvPr/>
        </p:nvSpPr>
        <p:spPr>
          <a:xfrm>
            <a:off x="4238278" y="53263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4F8A"/>
          </a:solidFill>
          <a:ln w="3518">
            <a:solidFill>
              <a:srgbClr val="3C4F8A"/>
            </a:solidFill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1889A951-D073-4CEE-9C92-A2A0F93E89CA}"/>
              </a:ext>
            </a:extLst>
          </p:cNvPr>
          <p:cNvSpPr>
            <a:spLocks noGrp="1"/>
          </p:cNvSpPr>
          <p:nvPr/>
        </p:nvSpPr>
        <p:spPr>
          <a:xfrm>
            <a:off x="4238278" y="53149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E8A"/>
          </a:solidFill>
          <a:ln w="3518">
            <a:solidFill>
              <a:srgbClr val="3D4E8A"/>
            </a:solidFill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BFD807B9-8FDF-4F8B-B287-224727EA6F38}"/>
              </a:ext>
            </a:extLst>
          </p:cNvPr>
          <p:cNvSpPr>
            <a:spLocks noGrp="1"/>
          </p:cNvSpPr>
          <p:nvPr/>
        </p:nvSpPr>
        <p:spPr>
          <a:xfrm>
            <a:off x="4238278" y="53035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D8A"/>
          </a:solidFill>
          <a:ln w="3518">
            <a:solidFill>
              <a:srgbClr val="3D4D8A"/>
            </a:solidFill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EACC4A28-AAB1-47E6-990A-A768D5254E92}"/>
              </a:ext>
            </a:extLst>
          </p:cNvPr>
          <p:cNvSpPr>
            <a:spLocks noGrp="1"/>
          </p:cNvSpPr>
          <p:nvPr/>
        </p:nvSpPr>
        <p:spPr>
          <a:xfrm>
            <a:off x="4238278" y="52921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C8A"/>
          </a:solidFill>
          <a:ln w="3518">
            <a:solidFill>
              <a:srgbClr val="3E4C8A"/>
            </a:solidFill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F7511EA7-F64C-478C-8192-FC5CF321E98F}"/>
              </a:ext>
            </a:extLst>
          </p:cNvPr>
          <p:cNvSpPr>
            <a:spLocks noGrp="1"/>
          </p:cNvSpPr>
          <p:nvPr/>
        </p:nvSpPr>
        <p:spPr>
          <a:xfrm>
            <a:off x="4238278" y="52808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A89"/>
          </a:solidFill>
          <a:ln w="3518">
            <a:solidFill>
              <a:srgbClr val="3E4A89"/>
            </a:solidFill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6D3E179C-E979-443D-BDC1-07587614A0D4}"/>
              </a:ext>
            </a:extLst>
          </p:cNvPr>
          <p:cNvSpPr>
            <a:spLocks noGrp="1"/>
          </p:cNvSpPr>
          <p:nvPr/>
        </p:nvSpPr>
        <p:spPr>
          <a:xfrm>
            <a:off x="4238278" y="52694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989"/>
          </a:solidFill>
          <a:ln w="3518">
            <a:solidFill>
              <a:srgbClr val="3E4989"/>
            </a:solidFill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DE7992E4-08CF-4F53-9892-2F705F22BCA8}"/>
              </a:ext>
            </a:extLst>
          </p:cNvPr>
          <p:cNvSpPr>
            <a:spLocks noGrp="1"/>
          </p:cNvSpPr>
          <p:nvPr/>
        </p:nvSpPr>
        <p:spPr>
          <a:xfrm>
            <a:off x="4238278" y="52580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889"/>
          </a:solidFill>
          <a:ln w="3518">
            <a:solidFill>
              <a:srgbClr val="3F4889"/>
            </a:solidFill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9D421986-BF5A-4C85-A1E6-13136F963EE6}"/>
              </a:ext>
            </a:extLst>
          </p:cNvPr>
          <p:cNvSpPr>
            <a:spLocks noGrp="1"/>
          </p:cNvSpPr>
          <p:nvPr/>
        </p:nvSpPr>
        <p:spPr>
          <a:xfrm>
            <a:off x="4238278" y="52466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788"/>
          </a:solidFill>
          <a:ln w="3518">
            <a:solidFill>
              <a:srgbClr val="3F4788"/>
            </a:solidFill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A03742D1-18D7-4F4A-B10B-2B69B2B86E51}"/>
              </a:ext>
            </a:extLst>
          </p:cNvPr>
          <p:cNvSpPr>
            <a:spLocks noGrp="1"/>
          </p:cNvSpPr>
          <p:nvPr/>
        </p:nvSpPr>
        <p:spPr>
          <a:xfrm>
            <a:off x="4238278" y="52352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688"/>
          </a:solidFill>
          <a:ln w="3518">
            <a:solidFill>
              <a:srgbClr val="404688"/>
            </a:solidFill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DCBAB691-A405-4A93-9CFC-CD605976A467}"/>
              </a:ext>
            </a:extLst>
          </p:cNvPr>
          <p:cNvSpPr>
            <a:spLocks noGrp="1"/>
          </p:cNvSpPr>
          <p:nvPr/>
        </p:nvSpPr>
        <p:spPr>
          <a:xfrm>
            <a:off x="4238278" y="52239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588"/>
          </a:solidFill>
          <a:ln w="3518">
            <a:solidFill>
              <a:srgbClr val="404588"/>
            </a:solidFill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578A9595-D444-48A2-8CD8-12F88BDD3D40}"/>
              </a:ext>
            </a:extLst>
          </p:cNvPr>
          <p:cNvSpPr>
            <a:spLocks noGrp="1"/>
          </p:cNvSpPr>
          <p:nvPr/>
        </p:nvSpPr>
        <p:spPr>
          <a:xfrm>
            <a:off x="4238278" y="52125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487"/>
          </a:solidFill>
          <a:ln w="3518">
            <a:solidFill>
              <a:srgbClr val="414487"/>
            </a:solidFill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4CB68238-3EF8-4CD4-8723-A09794993B08}"/>
              </a:ext>
            </a:extLst>
          </p:cNvPr>
          <p:cNvSpPr>
            <a:spLocks noGrp="1"/>
          </p:cNvSpPr>
          <p:nvPr/>
        </p:nvSpPr>
        <p:spPr>
          <a:xfrm>
            <a:off x="4238278" y="52011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287"/>
          </a:solidFill>
          <a:ln w="3518">
            <a:solidFill>
              <a:srgbClr val="414287"/>
            </a:solidFill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C363EB9C-AD28-4EBB-B218-33A777536726}"/>
              </a:ext>
            </a:extLst>
          </p:cNvPr>
          <p:cNvSpPr>
            <a:spLocks noGrp="1"/>
          </p:cNvSpPr>
          <p:nvPr/>
        </p:nvSpPr>
        <p:spPr>
          <a:xfrm>
            <a:off x="4238278" y="51897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186"/>
          </a:solidFill>
          <a:ln w="3518">
            <a:solidFill>
              <a:srgbClr val="424186"/>
            </a:solidFill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995A9919-0485-4E86-8EA1-B5D329BCA6ED}"/>
              </a:ext>
            </a:extLst>
          </p:cNvPr>
          <p:cNvSpPr>
            <a:spLocks noGrp="1"/>
          </p:cNvSpPr>
          <p:nvPr/>
        </p:nvSpPr>
        <p:spPr>
          <a:xfrm>
            <a:off x="4238278" y="51783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086"/>
          </a:solidFill>
          <a:ln w="3518">
            <a:solidFill>
              <a:srgbClr val="424086"/>
            </a:solidFill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ABDBFFA7-12F8-4B4B-92C0-18E53E2B7FAE}"/>
              </a:ext>
            </a:extLst>
          </p:cNvPr>
          <p:cNvSpPr>
            <a:spLocks noGrp="1"/>
          </p:cNvSpPr>
          <p:nvPr/>
        </p:nvSpPr>
        <p:spPr>
          <a:xfrm>
            <a:off x="4238278" y="51670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3F85"/>
          </a:solidFill>
          <a:ln w="3518">
            <a:solidFill>
              <a:srgbClr val="423F85"/>
            </a:solidFill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BE954DF5-828B-48A4-B2A5-931DEF3F1C5A}"/>
              </a:ext>
            </a:extLst>
          </p:cNvPr>
          <p:cNvSpPr>
            <a:spLocks noGrp="1"/>
          </p:cNvSpPr>
          <p:nvPr/>
        </p:nvSpPr>
        <p:spPr>
          <a:xfrm>
            <a:off x="4238278" y="51556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E85"/>
          </a:solidFill>
          <a:ln w="3518">
            <a:solidFill>
              <a:srgbClr val="433E85"/>
            </a:solidFill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BA0CBC89-B11F-41CD-92F8-CA171B608B51}"/>
              </a:ext>
            </a:extLst>
          </p:cNvPr>
          <p:cNvSpPr>
            <a:spLocks noGrp="1"/>
          </p:cNvSpPr>
          <p:nvPr/>
        </p:nvSpPr>
        <p:spPr>
          <a:xfrm>
            <a:off x="4238278" y="51442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D84"/>
          </a:solidFill>
          <a:ln w="3518">
            <a:solidFill>
              <a:srgbClr val="433D84"/>
            </a:solidFill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4F465148-70A9-4F31-A9E0-938C7F1CCF9A}"/>
              </a:ext>
            </a:extLst>
          </p:cNvPr>
          <p:cNvSpPr>
            <a:spLocks noGrp="1"/>
          </p:cNvSpPr>
          <p:nvPr/>
        </p:nvSpPr>
        <p:spPr>
          <a:xfrm>
            <a:off x="4238278" y="51328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B84"/>
          </a:solidFill>
          <a:ln w="3518">
            <a:solidFill>
              <a:srgbClr val="443B84"/>
            </a:solidFill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DD77B580-ACE9-4BCF-A77B-EC4A0F465C40}"/>
              </a:ext>
            </a:extLst>
          </p:cNvPr>
          <p:cNvSpPr>
            <a:spLocks noGrp="1"/>
          </p:cNvSpPr>
          <p:nvPr/>
        </p:nvSpPr>
        <p:spPr>
          <a:xfrm>
            <a:off x="4238278" y="51214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A83"/>
          </a:solidFill>
          <a:ln w="3518">
            <a:solidFill>
              <a:srgbClr val="443A83"/>
            </a:solidFill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6594CF8E-2B1B-497E-98D9-8D703D00A836}"/>
              </a:ext>
            </a:extLst>
          </p:cNvPr>
          <p:cNvSpPr>
            <a:spLocks noGrp="1"/>
          </p:cNvSpPr>
          <p:nvPr/>
        </p:nvSpPr>
        <p:spPr>
          <a:xfrm>
            <a:off x="4238278" y="51101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983"/>
          </a:solidFill>
          <a:ln w="3518">
            <a:solidFill>
              <a:srgbClr val="443983"/>
            </a:solidFill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72645591-F1AB-448F-BFBB-232C7DD9ADCA}"/>
              </a:ext>
            </a:extLst>
          </p:cNvPr>
          <p:cNvSpPr>
            <a:spLocks noGrp="1"/>
          </p:cNvSpPr>
          <p:nvPr/>
        </p:nvSpPr>
        <p:spPr>
          <a:xfrm>
            <a:off x="4238278" y="50987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882"/>
          </a:solidFill>
          <a:ln w="3518">
            <a:solidFill>
              <a:srgbClr val="453882"/>
            </a:solidFill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7012C5EA-8A13-4A76-9B7C-030D992D55AE}"/>
              </a:ext>
            </a:extLst>
          </p:cNvPr>
          <p:cNvSpPr>
            <a:spLocks noGrp="1"/>
          </p:cNvSpPr>
          <p:nvPr/>
        </p:nvSpPr>
        <p:spPr>
          <a:xfrm>
            <a:off x="4238278" y="50873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781"/>
          </a:solidFill>
          <a:ln w="3518">
            <a:solidFill>
              <a:srgbClr val="453781"/>
            </a:solidFill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E935A633-EFAB-46F3-8155-47F10546496A}"/>
              </a:ext>
            </a:extLst>
          </p:cNvPr>
          <p:cNvSpPr>
            <a:spLocks noGrp="1"/>
          </p:cNvSpPr>
          <p:nvPr/>
        </p:nvSpPr>
        <p:spPr>
          <a:xfrm>
            <a:off x="4238278" y="50759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581"/>
          </a:solidFill>
          <a:ln w="3518">
            <a:solidFill>
              <a:srgbClr val="453581"/>
            </a:solidFill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579B67A2-8C9C-4137-9A11-1F5BF08C8523}"/>
              </a:ext>
            </a:extLst>
          </p:cNvPr>
          <p:cNvSpPr>
            <a:spLocks noGrp="1"/>
          </p:cNvSpPr>
          <p:nvPr/>
        </p:nvSpPr>
        <p:spPr>
          <a:xfrm>
            <a:off x="4238278" y="50645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480"/>
          </a:solidFill>
          <a:ln w="3518">
            <a:solidFill>
              <a:srgbClr val="463480"/>
            </a:solidFill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C5C1568E-CAFD-4074-B2B5-7CD69D6893C5}"/>
              </a:ext>
            </a:extLst>
          </p:cNvPr>
          <p:cNvSpPr>
            <a:spLocks noGrp="1"/>
          </p:cNvSpPr>
          <p:nvPr/>
        </p:nvSpPr>
        <p:spPr>
          <a:xfrm>
            <a:off x="4238278" y="50531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37F"/>
          </a:solidFill>
          <a:ln w="3518">
            <a:solidFill>
              <a:srgbClr val="46337F"/>
            </a:solidFill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66696683-2CF7-4119-B664-D0249F922F11}"/>
              </a:ext>
            </a:extLst>
          </p:cNvPr>
          <p:cNvSpPr>
            <a:spLocks noGrp="1"/>
          </p:cNvSpPr>
          <p:nvPr/>
        </p:nvSpPr>
        <p:spPr>
          <a:xfrm>
            <a:off x="4238278" y="50418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27E"/>
          </a:solidFill>
          <a:ln w="3518">
            <a:solidFill>
              <a:srgbClr val="46327E"/>
            </a:solidFill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2284D589-8501-422D-AB35-90E00DAB3896}"/>
              </a:ext>
            </a:extLst>
          </p:cNvPr>
          <p:cNvSpPr>
            <a:spLocks noGrp="1"/>
          </p:cNvSpPr>
          <p:nvPr/>
        </p:nvSpPr>
        <p:spPr>
          <a:xfrm>
            <a:off x="4238278" y="50304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07E"/>
          </a:solidFill>
          <a:ln w="3518">
            <a:solidFill>
              <a:srgbClr val="46307E"/>
            </a:solidFill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79D6E1B4-54BD-42F7-A047-CC5B26F12C28}"/>
              </a:ext>
            </a:extLst>
          </p:cNvPr>
          <p:cNvSpPr>
            <a:spLocks noGrp="1"/>
          </p:cNvSpPr>
          <p:nvPr/>
        </p:nvSpPr>
        <p:spPr>
          <a:xfrm>
            <a:off x="4238278" y="50190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F7D"/>
          </a:solidFill>
          <a:ln w="3518">
            <a:solidFill>
              <a:srgbClr val="472F7D"/>
            </a:solidFill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DE2C4F02-8C74-4CDA-91EB-312960863593}"/>
              </a:ext>
            </a:extLst>
          </p:cNvPr>
          <p:cNvSpPr>
            <a:spLocks noGrp="1"/>
          </p:cNvSpPr>
          <p:nvPr/>
        </p:nvSpPr>
        <p:spPr>
          <a:xfrm>
            <a:off x="4238278" y="50076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E7C"/>
          </a:solidFill>
          <a:ln w="3518">
            <a:solidFill>
              <a:srgbClr val="472E7C"/>
            </a:solidFill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7BFBD3E5-9E93-4FFD-8614-2918CAC0AB33}"/>
              </a:ext>
            </a:extLst>
          </p:cNvPr>
          <p:cNvSpPr>
            <a:spLocks noGrp="1"/>
          </p:cNvSpPr>
          <p:nvPr/>
        </p:nvSpPr>
        <p:spPr>
          <a:xfrm>
            <a:off x="4238278" y="49962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D7B"/>
          </a:solidFill>
          <a:ln w="3518">
            <a:solidFill>
              <a:srgbClr val="472D7B"/>
            </a:solidFill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21A4E9ED-A25A-479C-A6B1-0241BFF29293}"/>
              </a:ext>
            </a:extLst>
          </p:cNvPr>
          <p:cNvSpPr>
            <a:spLocks noGrp="1"/>
          </p:cNvSpPr>
          <p:nvPr/>
        </p:nvSpPr>
        <p:spPr>
          <a:xfrm>
            <a:off x="4238278" y="49849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C7A"/>
          </a:solidFill>
          <a:ln w="3518">
            <a:solidFill>
              <a:srgbClr val="472C7A"/>
            </a:solidFill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A03DF80A-A0C3-4456-A7E3-AE50BA2D816D}"/>
              </a:ext>
            </a:extLst>
          </p:cNvPr>
          <p:cNvSpPr>
            <a:spLocks noGrp="1"/>
          </p:cNvSpPr>
          <p:nvPr/>
        </p:nvSpPr>
        <p:spPr>
          <a:xfrm>
            <a:off x="4238278" y="49735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A7A"/>
          </a:solidFill>
          <a:ln w="3518">
            <a:solidFill>
              <a:srgbClr val="472A7A"/>
            </a:solidFill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AED5554D-E438-4B27-A693-441C28F3A642}"/>
              </a:ext>
            </a:extLst>
          </p:cNvPr>
          <p:cNvSpPr>
            <a:spLocks noGrp="1"/>
          </p:cNvSpPr>
          <p:nvPr/>
        </p:nvSpPr>
        <p:spPr>
          <a:xfrm>
            <a:off x="4238278" y="49621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979"/>
          </a:solidFill>
          <a:ln w="3518">
            <a:solidFill>
              <a:srgbClr val="482979"/>
            </a:solidFill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F1B2D22F-DC16-4215-B2C0-2FF14497B4BC}"/>
              </a:ext>
            </a:extLst>
          </p:cNvPr>
          <p:cNvSpPr>
            <a:spLocks noGrp="1"/>
          </p:cNvSpPr>
          <p:nvPr/>
        </p:nvSpPr>
        <p:spPr>
          <a:xfrm>
            <a:off x="4238278" y="49507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878"/>
          </a:solidFill>
          <a:ln w="3518">
            <a:solidFill>
              <a:srgbClr val="482878"/>
            </a:solidFill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B726CF4D-A5AC-4B85-8200-153DA59E23F4}"/>
              </a:ext>
            </a:extLst>
          </p:cNvPr>
          <p:cNvSpPr>
            <a:spLocks noGrp="1"/>
          </p:cNvSpPr>
          <p:nvPr/>
        </p:nvSpPr>
        <p:spPr>
          <a:xfrm>
            <a:off x="4238278" y="49393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677"/>
          </a:solidFill>
          <a:ln w="3518">
            <a:solidFill>
              <a:srgbClr val="482677"/>
            </a:solidFill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F7290F3E-5429-4A25-8BA9-62AFEC9EA55F}"/>
              </a:ext>
            </a:extLst>
          </p:cNvPr>
          <p:cNvSpPr>
            <a:spLocks noGrp="1"/>
          </p:cNvSpPr>
          <p:nvPr/>
        </p:nvSpPr>
        <p:spPr>
          <a:xfrm>
            <a:off x="4238278" y="49280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576"/>
          </a:solidFill>
          <a:ln w="3518">
            <a:solidFill>
              <a:srgbClr val="482576"/>
            </a:solidFill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7DB6302D-9206-4A9B-A0F3-3ED9ED7BEDFE}"/>
              </a:ext>
            </a:extLst>
          </p:cNvPr>
          <p:cNvSpPr>
            <a:spLocks noGrp="1"/>
          </p:cNvSpPr>
          <p:nvPr/>
        </p:nvSpPr>
        <p:spPr>
          <a:xfrm>
            <a:off x="4238278" y="49166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475"/>
          </a:solidFill>
          <a:ln w="3518">
            <a:solidFill>
              <a:srgbClr val="482475"/>
            </a:solidFill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90EE439E-0449-402D-AC7E-B4D090275A30}"/>
              </a:ext>
            </a:extLst>
          </p:cNvPr>
          <p:cNvSpPr>
            <a:spLocks noGrp="1"/>
          </p:cNvSpPr>
          <p:nvPr/>
        </p:nvSpPr>
        <p:spPr>
          <a:xfrm>
            <a:off x="4238278" y="49052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374"/>
          </a:solidFill>
          <a:ln w="3518">
            <a:solidFill>
              <a:srgbClr val="482374"/>
            </a:solidFill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9113E8EE-C620-40C5-9DB8-5725228404E2}"/>
              </a:ext>
            </a:extLst>
          </p:cNvPr>
          <p:cNvSpPr>
            <a:spLocks noGrp="1"/>
          </p:cNvSpPr>
          <p:nvPr/>
        </p:nvSpPr>
        <p:spPr>
          <a:xfrm>
            <a:off x="4238278" y="48938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173"/>
          </a:solidFill>
          <a:ln w="3518">
            <a:solidFill>
              <a:srgbClr val="482173"/>
            </a:solidFill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D321CBAE-8E62-419A-8498-B24A7812BB0D}"/>
              </a:ext>
            </a:extLst>
          </p:cNvPr>
          <p:cNvSpPr>
            <a:spLocks noGrp="1"/>
          </p:cNvSpPr>
          <p:nvPr/>
        </p:nvSpPr>
        <p:spPr>
          <a:xfrm>
            <a:off x="4238278" y="48824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071"/>
          </a:solidFill>
          <a:ln w="3518">
            <a:solidFill>
              <a:srgbClr val="482071"/>
            </a:solidFill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CDD521E1-00A9-4DC2-B724-62734032136F}"/>
              </a:ext>
            </a:extLst>
          </p:cNvPr>
          <p:cNvSpPr>
            <a:spLocks noGrp="1"/>
          </p:cNvSpPr>
          <p:nvPr/>
        </p:nvSpPr>
        <p:spPr>
          <a:xfrm>
            <a:off x="4238278" y="48711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F70"/>
          </a:solidFill>
          <a:ln w="3518">
            <a:solidFill>
              <a:srgbClr val="481F70"/>
            </a:solidFill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D6848F0F-9713-4A5C-AE6D-8DDC289E9CEA}"/>
              </a:ext>
            </a:extLst>
          </p:cNvPr>
          <p:cNvSpPr>
            <a:spLocks noGrp="1"/>
          </p:cNvSpPr>
          <p:nvPr/>
        </p:nvSpPr>
        <p:spPr>
          <a:xfrm>
            <a:off x="4238278" y="48597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D6F"/>
          </a:solidFill>
          <a:ln w="3518">
            <a:solidFill>
              <a:srgbClr val="481D6F"/>
            </a:solidFill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2E78F0A5-512C-40F2-8103-D45B90DEFCF4}"/>
              </a:ext>
            </a:extLst>
          </p:cNvPr>
          <p:cNvSpPr>
            <a:spLocks noGrp="1"/>
          </p:cNvSpPr>
          <p:nvPr/>
        </p:nvSpPr>
        <p:spPr>
          <a:xfrm>
            <a:off x="4238278" y="48483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C6E"/>
          </a:solidFill>
          <a:ln w="3518">
            <a:solidFill>
              <a:srgbClr val="481C6E"/>
            </a:solidFill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CBAF62AE-AC41-4B4A-8952-4E5F14F5BF82}"/>
              </a:ext>
            </a:extLst>
          </p:cNvPr>
          <p:cNvSpPr>
            <a:spLocks noGrp="1"/>
          </p:cNvSpPr>
          <p:nvPr/>
        </p:nvSpPr>
        <p:spPr>
          <a:xfrm>
            <a:off x="4238278" y="48369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B6D"/>
          </a:solidFill>
          <a:ln w="3518">
            <a:solidFill>
              <a:srgbClr val="481B6D"/>
            </a:solidFill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948335BE-4C62-45C0-B2B5-ABF1BA1E8068}"/>
              </a:ext>
            </a:extLst>
          </p:cNvPr>
          <p:cNvSpPr>
            <a:spLocks noGrp="1"/>
          </p:cNvSpPr>
          <p:nvPr/>
        </p:nvSpPr>
        <p:spPr>
          <a:xfrm>
            <a:off x="4238278" y="48255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A6C"/>
          </a:solidFill>
          <a:ln w="3518">
            <a:solidFill>
              <a:srgbClr val="481A6C"/>
            </a:solidFill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8694503C-3455-40DA-A73E-DA6EEC7BB8FA}"/>
              </a:ext>
            </a:extLst>
          </p:cNvPr>
          <p:cNvSpPr>
            <a:spLocks noGrp="1"/>
          </p:cNvSpPr>
          <p:nvPr/>
        </p:nvSpPr>
        <p:spPr>
          <a:xfrm>
            <a:off x="4238278" y="48141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86A"/>
          </a:solidFill>
          <a:ln w="3518">
            <a:solidFill>
              <a:srgbClr val="48186A"/>
            </a:solidFill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350CEE7D-9A73-4F5D-BE62-0753F7716BE4}"/>
              </a:ext>
            </a:extLst>
          </p:cNvPr>
          <p:cNvSpPr>
            <a:spLocks noGrp="1"/>
          </p:cNvSpPr>
          <p:nvPr/>
        </p:nvSpPr>
        <p:spPr>
          <a:xfrm>
            <a:off x="4238278" y="48028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769"/>
          </a:solidFill>
          <a:ln w="3518">
            <a:solidFill>
              <a:srgbClr val="481769"/>
            </a:solidFill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A1B56479-BCFF-4BFC-93EA-02DD82F0958B}"/>
              </a:ext>
            </a:extLst>
          </p:cNvPr>
          <p:cNvSpPr>
            <a:spLocks noGrp="1"/>
          </p:cNvSpPr>
          <p:nvPr/>
        </p:nvSpPr>
        <p:spPr>
          <a:xfrm>
            <a:off x="4238278" y="47914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668"/>
          </a:solidFill>
          <a:ln w="3518">
            <a:solidFill>
              <a:srgbClr val="481668"/>
            </a:solidFill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2214D425-113F-4D99-AC85-5084FC043711}"/>
              </a:ext>
            </a:extLst>
          </p:cNvPr>
          <p:cNvSpPr>
            <a:spLocks noGrp="1"/>
          </p:cNvSpPr>
          <p:nvPr/>
        </p:nvSpPr>
        <p:spPr>
          <a:xfrm>
            <a:off x="4238278" y="47800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467"/>
          </a:solidFill>
          <a:ln w="3518">
            <a:solidFill>
              <a:srgbClr val="481467"/>
            </a:solidFill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4EEAB54B-B7C1-4A00-AA51-A24920BD63C8}"/>
              </a:ext>
            </a:extLst>
          </p:cNvPr>
          <p:cNvSpPr>
            <a:spLocks noGrp="1"/>
          </p:cNvSpPr>
          <p:nvPr/>
        </p:nvSpPr>
        <p:spPr>
          <a:xfrm>
            <a:off x="4238278" y="47686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365"/>
          </a:solidFill>
          <a:ln w="3518">
            <a:solidFill>
              <a:srgbClr val="471365"/>
            </a:solidFill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7E9DF184-ECE5-45A7-8C31-341ADD0579CB}"/>
              </a:ext>
            </a:extLst>
          </p:cNvPr>
          <p:cNvSpPr>
            <a:spLocks noGrp="1"/>
          </p:cNvSpPr>
          <p:nvPr/>
        </p:nvSpPr>
        <p:spPr>
          <a:xfrm>
            <a:off x="4238278" y="47572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164"/>
          </a:solidFill>
          <a:ln w="3518">
            <a:solidFill>
              <a:srgbClr val="471164"/>
            </a:solidFill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C45A76F8-9687-4AFE-BD77-64E829499551}"/>
              </a:ext>
            </a:extLst>
          </p:cNvPr>
          <p:cNvSpPr>
            <a:spLocks noGrp="1"/>
          </p:cNvSpPr>
          <p:nvPr/>
        </p:nvSpPr>
        <p:spPr>
          <a:xfrm>
            <a:off x="4238278" y="47459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063"/>
          </a:solidFill>
          <a:ln w="3518">
            <a:solidFill>
              <a:srgbClr val="471063"/>
            </a:solidFill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C8B1E5A7-7E41-4EA6-8B93-5C54733EDE40}"/>
              </a:ext>
            </a:extLst>
          </p:cNvPr>
          <p:cNvSpPr>
            <a:spLocks noGrp="1"/>
          </p:cNvSpPr>
          <p:nvPr/>
        </p:nvSpPr>
        <p:spPr>
          <a:xfrm>
            <a:off x="4238278" y="47345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E61"/>
          </a:solidFill>
          <a:ln w="3518">
            <a:solidFill>
              <a:srgbClr val="470E61"/>
            </a:solidFill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B96275C9-F6D1-40B7-B4E5-29D98A242FF7}"/>
              </a:ext>
            </a:extLst>
          </p:cNvPr>
          <p:cNvSpPr>
            <a:spLocks noGrp="1"/>
          </p:cNvSpPr>
          <p:nvPr/>
        </p:nvSpPr>
        <p:spPr>
          <a:xfrm>
            <a:off x="4238278" y="47231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D60"/>
          </a:solidFill>
          <a:ln w="3518">
            <a:solidFill>
              <a:srgbClr val="470D60"/>
            </a:solidFill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3BE84343-028D-4060-B26F-D82727DA0D54}"/>
              </a:ext>
            </a:extLst>
          </p:cNvPr>
          <p:cNvSpPr>
            <a:spLocks noGrp="1"/>
          </p:cNvSpPr>
          <p:nvPr/>
        </p:nvSpPr>
        <p:spPr>
          <a:xfrm>
            <a:off x="4238278" y="47117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B5E"/>
          </a:solidFill>
          <a:ln w="3518">
            <a:solidFill>
              <a:srgbClr val="460B5E"/>
            </a:solidFill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EA2F97EF-D356-4E75-8E4C-34D596E9FCB7}"/>
              </a:ext>
            </a:extLst>
          </p:cNvPr>
          <p:cNvSpPr>
            <a:spLocks noGrp="1"/>
          </p:cNvSpPr>
          <p:nvPr/>
        </p:nvSpPr>
        <p:spPr>
          <a:xfrm>
            <a:off x="4238278" y="47003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A5D"/>
          </a:solidFill>
          <a:ln w="3518">
            <a:solidFill>
              <a:srgbClr val="460A5D"/>
            </a:solidFill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3040DD2D-AFCA-4EA4-8D15-C105DB932E22}"/>
              </a:ext>
            </a:extLst>
          </p:cNvPr>
          <p:cNvSpPr>
            <a:spLocks noGrp="1"/>
          </p:cNvSpPr>
          <p:nvPr/>
        </p:nvSpPr>
        <p:spPr>
          <a:xfrm>
            <a:off x="4238278" y="46890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85C"/>
          </a:solidFill>
          <a:ln w="3518">
            <a:solidFill>
              <a:srgbClr val="46085C"/>
            </a:solidFill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735FE90E-D616-4D09-AFC3-6CC4E26A2C4C}"/>
              </a:ext>
            </a:extLst>
          </p:cNvPr>
          <p:cNvSpPr>
            <a:spLocks noGrp="1"/>
          </p:cNvSpPr>
          <p:nvPr/>
        </p:nvSpPr>
        <p:spPr>
          <a:xfrm>
            <a:off x="4238278" y="46776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75A"/>
          </a:solidFill>
          <a:ln w="3518">
            <a:solidFill>
              <a:srgbClr val="46075A"/>
            </a:solidFill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BCD10EC0-8916-49B4-AB8C-414B7926460A}"/>
              </a:ext>
            </a:extLst>
          </p:cNvPr>
          <p:cNvSpPr>
            <a:spLocks noGrp="1"/>
          </p:cNvSpPr>
          <p:nvPr/>
        </p:nvSpPr>
        <p:spPr>
          <a:xfrm>
            <a:off x="4238278" y="46662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559"/>
          </a:solidFill>
          <a:ln w="3518">
            <a:solidFill>
              <a:srgbClr val="450559"/>
            </a:solidFill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E86ABA05-FE72-4196-8DB9-01DB35D9E8B2}"/>
              </a:ext>
            </a:extLst>
          </p:cNvPr>
          <p:cNvSpPr>
            <a:spLocks noGrp="1"/>
          </p:cNvSpPr>
          <p:nvPr/>
        </p:nvSpPr>
        <p:spPr>
          <a:xfrm>
            <a:off x="4238278" y="46548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457"/>
          </a:solidFill>
          <a:ln w="3518">
            <a:solidFill>
              <a:srgbClr val="450457"/>
            </a:solidFill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BD6D0DF9-14B2-415B-8096-D0DA69C0A47E}"/>
              </a:ext>
            </a:extLst>
          </p:cNvPr>
          <p:cNvSpPr>
            <a:spLocks noGrp="1"/>
          </p:cNvSpPr>
          <p:nvPr/>
        </p:nvSpPr>
        <p:spPr>
          <a:xfrm>
            <a:off x="4238278" y="46434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256"/>
          </a:solidFill>
          <a:ln w="3518">
            <a:solidFill>
              <a:srgbClr val="440256"/>
            </a:solidFill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69691F79-A0B6-4996-8D66-3AD72A614D81}"/>
              </a:ext>
            </a:extLst>
          </p:cNvPr>
          <p:cNvSpPr>
            <a:spLocks noGrp="1"/>
          </p:cNvSpPr>
          <p:nvPr/>
        </p:nvSpPr>
        <p:spPr>
          <a:xfrm>
            <a:off x="4238278" y="46320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154"/>
          </a:solidFill>
          <a:ln w="3518">
            <a:solidFill>
              <a:srgbClr val="440154"/>
            </a:solidFill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E3E9E438-648C-4C0D-8773-417EA6E1DFAF}"/>
              </a:ext>
            </a:extLst>
          </p:cNvPr>
          <p:cNvSpPr>
            <a:spLocks noGrp="1"/>
          </p:cNvSpPr>
          <p:nvPr/>
        </p:nvSpPr>
        <p:spPr>
          <a:xfrm>
            <a:off x="4328037" y="7545649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1" name="text_2250">
            <a:extLst>
              <a:ext uri="{FF2B5EF4-FFF2-40B4-BE49-F238E27FC236}">
                <a16:creationId xmlns:a16="http://schemas.microsoft.com/office/drawing/2014/main" id="{A25DFDAF-F36F-4C0C-BA10-8CE95E4A56E8}"/>
              </a:ext>
            </a:extLst>
          </p:cNvPr>
          <p:cNvSpPr>
            <a:spLocks noGrp="1"/>
          </p:cNvSpPr>
          <p:nvPr/>
        </p:nvSpPr>
        <p:spPr>
          <a:xfrm>
            <a:off x="4424791" y="7489454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3E960EF6-2665-4EE5-9A41-F33D109B35FA}"/>
              </a:ext>
            </a:extLst>
          </p:cNvPr>
          <p:cNvSpPr>
            <a:spLocks noGrp="1"/>
          </p:cNvSpPr>
          <p:nvPr/>
        </p:nvSpPr>
        <p:spPr>
          <a:xfrm>
            <a:off x="4328037" y="6574465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3" name="text_2252">
            <a:extLst>
              <a:ext uri="{FF2B5EF4-FFF2-40B4-BE49-F238E27FC236}">
                <a16:creationId xmlns:a16="http://schemas.microsoft.com/office/drawing/2014/main" id="{D6E03058-E7A7-4101-A4CC-5DDC03F909A7}"/>
              </a:ext>
            </a:extLst>
          </p:cNvPr>
          <p:cNvSpPr>
            <a:spLocks noGrp="1"/>
          </p:cNvSpPr>
          <p:nvPr/>
        </p:nvSpPr>
        <p:spPr>
          <a:xfrm>
            <a:off x="4424791" y="6518270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0700CA7C-3A01-409D-A40B-D06D0FBA9090}"/>
              </a:ext>
            </a:extLst>
          </p:cNvPr>
          <p:cNvSpPr>
            <a:spLocks noGrp="1"/>
          </p:cNvSpPr>
          <p:nvPr/>
        </p:nvSpPr>
        <p:spPr>
          <a:xfrm>
            <a:off x="4328037" y="5603281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5" name="text_2254">
            <a:extLst>
              <a:ext uri="{FF2B5EF4-FFF2-40B4-BE49-F238E27FC236}">
                <a16:creationId xmlns:a16="http://schemas.microsoft.com/office/drawing/2014/main" id="{274F6BC8-6A9D-4DB2-9DB2-79CAD142B2DD}"/>
              </a:ext>
            </a:extLst>
          </p:cNvPr>
          <p:cNvSpPr>
            <a:spLocks noGrp="1"/>
          </p:cNvSpPr>
          <p:nvPr/>
        </p:nvSpPr>
        <p:spPr>
          <a:xfrm>
            <a:off x="4424791" y="5547086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0E8C929C-C2A6-411E-87C1-2A67359D084F}"/>
              </a:ext>
            </a:extLst>
          </p:cNvPr>
          <p:cNvSpPr>
            <a:spLocks noGrp="1"/>
          </p:cNvSpPr>
          <p:nvPr/>
        </p:nvSpPr>
        <p:spPr>
          <a:xfrm>
            <a:off x="4328037" y="4632097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7" name="text_2256">
            <a:extLst>
              <a:ext uri="{FF2B5EF4-FFF2-40B4-BE49-F238E27FC236}">
                <a16:creationId xmlns:a16="http://schemas.microsoft.com/office/drawing/2014/main" id="{B4903771-D20D-4A63-9C54-E738675AB0FD}"/>
              </a:ext>
            </a:extLst>
          </p:cNvPr>
          <p:cNvSpPr>
            <a:spLocks noGrp="1"/>
          </p:cNvSpPr>
          <p:nvPr/>
        </p:nvSpPr>
        <p:spPr>
          <a:xfrm>
            <a:off x="4424791" y="4575902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51F39E55-8394-45BB-A20B-C14835133226}"/>
              </a:ext>
            </a:extLst>
          </p:cNvPr>
          <p:cNvSpPr>
            <a:spLocks noGrp="1"/>
          </p:cNvSpPr>
          <p:nvPr/>
        </p:nvSpPr>
        <p:spPr>
          <a:xfrm rot="-5400000">
            <a:off x="4258526" y="6008611"/>
            <a:ext cx="746179" cy="1605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A498BD5B-44A1-4A72-8974-93B40B1FEC6C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4B3B8BFA-D2D3-47D4-AE21-3440EDF4BB93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1" name="text_2260">
            <a:extLst>
              <a:ext uri="{FF2B5EF4-FFF2-40B4-BE49-F238E27FC236}">
                <a16:creationId xmlns:a16="http://schemas.microsoft.com/office/drawing/2014/main" id="{C07E2ABE-8921-4DC7-AC86-D2D025294EFB}"/>
              </a:ext>
            </a:extLst>
          </p:cNvPr>
          <p:cNvSpPr>
            <a:spLocks noGrp="1"/>
          </p:cNvSpPr>
          <p:nvPr/>
        </p:nvSpPr>
        <p:spPr>
          <a:xfrm>
            <a:off x="5448896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D44FFAB5-759A-45B1-8918-D7D87970D515}"/>
              </a:ext>
            </a:extLst>
          </p:cNvPr>
          <p:cNvSpPr>
            <a:spLocks noGrp="1"/>
          </p:cNvSpPr>
          <p:nvPr/>
        </p:nvSpPr>
        <p:spPr>
          <a:xfrm>
            <a:off x="6985848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3" name="text_2262">
            <a:extLst>
              <a:ext uri="{FF2B5EF4-FFF2-40B4-BE49-F238E27FC236}">
                <a16:creationId xmlns:a16="http://schemas.microsoft.com/office/drawing/2014/main" id="{9BA21C71-9D13-483B-98B1-E6AA64477DA9}"/>
              </a:ext>
            </a:extLst>
          </p:cNvPr>
          <p:cNvSpPr>
            <a:spLocks noGrp="1"/>
          </p:cNvSpPr>
          <p:nvPr/>
        </p:nvSpPr>
        <p:spPr>
          <a:xfrm>
            <a:off x="6905672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3454EE24-3F1B-4D41-9F93-3A733DF0D2D9}"/>
              </a:ext>
            </a:extLst>
          </p:cNvPr>
          <p:cNvSpPr>
            <a:spLocks noGrp="1"/>
          </p:cNvSpPr>
          <p:nvPr/>
        </p:nvSpPr>
        <p:spPr>
          <a:xfrm>
            <a:off x="8442624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D06B00E6-52DF-4EBD-B3A0-EBBBC9A58F88}"/>
              </a:ext>
            </a:extLst>
          </p:cNvPr>
          <p:cNvSpPr>
            <a:spLocks noGrp="1"/>
          </p:cNvSpPr>
          <p:nvPr/>
        </p:nvSpPr>
        <p:spPr>
          <a:xfrm>
            <a:off x="8362448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66" name="text_2265">
            <a:extLst>
              <a:ext uri="{FF2B5EF4-FFF2-40B4-BE49-F238E27FC236}">
                <a16:creationId xmlns:a16="http://schemas.microsoft.com/office/drawing/2014/main" id="{44F8C820-622D-45EC-89E7-09CE80BC8DA2}"/>
              </a:ext>
            </a:extLst>
          </p:cNvPr>
          <p:cNvSpPr>
            <a:spLocks noGrp="1"/>
          </p:cNvSpPr>
          <p:nvPr/>
        </p:nvSpPr>
        <p:spPr>
          <a:xfrm>
            <a:off x="6620147" y="7816324"/>
            <a:ext cx="740131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267" name="text_2266">
            <a:extLst>
              <a:ext uri="{FF2B5EF4-FFF2-40B4-BE49-F238E27FC236}">
                <a16:creationId xmlns:a16="http://schemas.microsoft.com/office/drawing/2014/main" id="{C1C86C5C-2638-485E-B33E-16CE5D53F945}"/>
              </a:ext>
            </a:extLst>
          </p:cNvPr>
          <p:cNvSpPr>
            <a:spLocks noGrp="1"/>
          </p:cNvSpPr>
          <p:nvPr/>
        </p:nvSpPr>
        <p:spPr>
          <a:xfrm>
            <a:off x="6089183" y="7948007"/>
            <a:ext cx="1802303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40 / 36 / 18</a:t>
            </a:r>
          </a:p>
        </p:txBody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000F8FC1-69F1-4110-AF65-7CB36C3D2BF1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4F16C43C-18EE-41C2-ACC4-B5EC81696BF4}"/>
              </a:ext>
            </a:extLst>
          </p:cNvPr>
          <p:cNvSpPr>
            <a:spLocks noGrp="1"/>
          </p:cNvSpPr>
          <p:nvPr/>
        </p:nvSpPr>
        <p:spPr>
          <a:xfrm>
            <a:off x="5485093" y="7545649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0" name="text_2269">
            <a:extLst>
              <a:ext uri="{FF2B5EF4-FFF2-40B4-BE49-F238E27FC236}">
                <a16:creationId xmlns:a16="http://schemas.microsoft.com/office/drawing/2014/main" id="{D2651016-5F1F-4C47-82D1-FC54106BB053}"/>
              </a:ext>
            </a:extLst>
          </p:cNvPr>
          <p:cNvSpPr>
            <a:spLocks noGrp="1"/>
          </p:cNvSpPr>
          <p:nvPr/>
        </p:nvSpPr>
        <p:spPr>
          <a:xfrm>
            <a:off x="5263170" y="7488662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CAB4567E-80F5-43B1-8BB2-20BD1457C2C8}"/>
              </a:ext>
            </a:extLst>
          </p:cNvPr>
          <p:cNvSpPr>
            <a:spLocks noGrp="1"/>
          </p:cNvSpPr>
          <p:nvPr/>
        </p:nvSpPr>
        <p:spPr>
          <a:xfrm>
            <a:off x="5529072" y="6088873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D1CC085D-5D47-4287-A03D-74C248FE451C}"/>
              </a:ext>
            </a:extLst>
          </p:cNvPr>
          <p:cNvSpPr>
            <a:spLocks noGrp="1"/>
          </p:cNvSpPr>
          <p:nvPr/>
        </p:nvSpPr>
        <p:spPr>
          <a:xfrm>
            <a:off x="5485093" y="6088873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3" name="text_2272">
            <a:extLst>
              <a:ext uri="{FF2B5EF4-FFF2-40B4-BE49-F238E27FC236}">
                <a16:creationId xmlns:a16="http://schemas.microsoft.com/office/drawing/2014/main" id="{4BC85974-21FB-49BC-BE05-5731C1A3BBA0}"/>
              </a:ext>
            </a:extLst>
          </p:cNvPr>
          <p:cNvSpPr>
            <a:spLocks noGrp="1"/>
          </p:cNvSpPr>
          <p:nvPr/>
        </p:nvSpPr>
        <p:spPr>
          <a:xfrm>
            <a:off x="5263170" y="6031886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4C309A02-3C99-4A5D-B978-A8006FD317FC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51214ED3-0F93-47FC-BFD3-090DB298FB38}"/>
              </a:ext>
            </a:extLst>
          </p:cNvPr>
          <p:cNvSpPr>
            <a:spLocks noGrp="1"/>
          </p:cNvSpPr>
          <p:nvPr/>
        </p:nvSpPr>
        <p:spPr>
          <a:xfrm>
            <a:off x="5485093" y="4632097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6" name="text_2275">
            <a:extLst>
              <a:ext uri="{FF2B5EF4-FFF2-40B4-BE49-F238E27FC236}">
                <a16:creationId xmlns:a16="http://schemas.microsoft.com/office/drawing/2014/main" id="{C9E1C0FA-BB04-452B-A284-980FF08AEE93}"/>
              </a:ext>
            </a:extLst>
          </p:cNvPr>
          <p:cNvSpPr>
            <a:spLocks noGrp="1"/>
          </p:cNvSpPr>
          <p:nvPr/>
        </p:nvSpPr>
        <p:spPr>
          <a:xfrm>
            <a:off x="5263170" y="4575110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77" name="text_2276">
            <a:extLst>
              <a:ext uri="{FF2B5EF4-FFF2-40B4-BE49-F238E27FC236}">
                <a16:creationId xmlns:a16="http://schemas.microsoft.com/office/drawing/2014/main" id="{D0DF3C34-1A1A-40BB-8F78-6628154865B5}"/>
              </a:ext>
            </a:extLst>
          </p:cNvPr>
          <p:cNvSpPr>
            <a:spLocks noGrp="1"/>
          </p:cNvSpPr>
          <p:nvPr/>
        </p:nvSpPr>
        <p:spPr>
          <a:xfrm rot="-5400000">
            <a:off x="4541497" y="6005313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2B2AED61-4EA7-482C-BC9A-13130E8D3769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/>
          <a:ln w="14073">
            <a:solidFill>
              <a:srgbClr val="8B969F"/>
            </a:solidFill>
            <a:prstDash val="dash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9507259E-22CC-4FE1-BA4C-24928297BA06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C013E05C-A76A-4321-B192-795F4A5A2263}"/>
              </a:ext>
            </a:extLst>
          </p:cNvPr>
          <p:cNvSpPr>
            <a:spLocks noGrp="1"/>
          </p:cNvSpPr>
          <p:nvPr/>
        </p:nvSpPr>
        <p:spPr>
          <a:xfrm>
            <a:off x="7875061" y="4646535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F95422D2-F20F-4AFB-92FD-DC854EF3321E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E4FB7FCA-0D40-4B8E-A33F-D060B52AC360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0921C448-F7E4-4BF9-B2C8-EC2460B5BFA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3CA70ED5-6C08-4176-A091-09832331AA78}"/>
              </a:ext>
            </a:extLst>
          </p:cNvPr>
          <p:cNvSpPr>
            <a:spLocks noGrp="1"/>
          </p:cNvSpPr>
          <p:nvPr/>
        </p:nvSpPr>
        <p:spPr>
          <a:xfrm>
            <a:off x="7792249" y="6109948"/>
            <a:ext cx="63428" cy="63428"/>
          </a:xfrm>
          <a:prstGeom prst="ellipse">
            <a:avLst/>
          </a:prstGeom>
          <a:solidFill>
            <a:srgbClr val="65CB5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CB8C5948-686F-4251-9504-F9D13D8CC26E}"/>
              </a:ext>
            </a:extLst>
          </p:cNvPr>
          <p:cNvSpPr>
            <a:spLocks noGrp="1"/>
          </p:cNvSpPr>
          <p:nvPr/>
        </p:nvSpPr>
        <p:spPr>
          <a:xfrm>
            <a:off x="7321796" y="5752701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FE33A8BB-350E-4BAB-9559-08C6E1103A0C}"/>
              </a:ext>
            </a:extLst>
          </p:cNvPr>
          <p:cNvSpPr>
            <a:spLocks noGrp="1"/>
          </p:cNvSpPr>
          <p:nvPr/>
        </p:nvSpPr>
        <p:spPr>
          <a:xfrm>
            <a:off x="7812013" y="6180765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083801A2-2B9C-424E-960E-F928C593A3C2}"/>
              </a:ext>
            </a:extLst>
          </p:cNvPr>
          <p:cNvSpPr>
            <a:spLocks noGrp="1"/>
          </p:cNvSpPr>
          <p:nvPr/>
        </p:nvSpPr>
        <p:spPr>
          <a:xfrm>
            <a:off x="6792270" y="5571568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2AC28B8B-15D1-4236-A24F-0A0127B9810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6BD041BA-62E0-471C-ADCE-CEB5EA5EBED2}"/>
              </a:ext>
            </a:extLst>
          </p:cNvPr>
          <p:cNvSpPr>
            <a:spLocks noGrp="1"/>
          </p:cNvSpPr>
          <p:nvPr/>
        </p:nvSpPr>
        <p:spPr>
          <a:xfrm>
            <a:off x="6225746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2286FADF-F603-4BAB-8784-CF30BFB14982}"/>
              </a:ext>
            </a:extLst>
          </p:cNvPr>
          <p:cNvSpPr>
            <a:spLocks noGrp="1"/>
          </p:cNvSpPr>
          <p:nvPr/>
        </p:nvSpPr>
        <p:spPr>
          <a:xfrm>
            <a:off x="7699569" y="4721581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B3F724E3-3C13-492D-9B93-BAB9DEAB5BDA}"/>
              </a:ext>
            </a:extLst>
          </p:cNvPr>
          <p:cNvSpPr>
            <a:spLocks noGrp="1"/>
          </p:cNvSpPr>
          <p:nvPr/>
        </p:nvSpPr>
        <p:spPr>
          <a:xfrm>
            <a:off x="6155456" y="6177740"/>
            <a:ext cx="63428" cy="63428"/>
          </a:xfrm>
          <a:prstGeom prst="ellipse">
            <a:avLst/>
          </a:prstGeom>
          <a:solidFill>
            <a:srgbClr val="46075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E65CA680-A30D-4462-8192-87F7451C4BF0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470D6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638FE1C9-1C1D-4621-8F02-E8F98F46E10A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BD05F5C4-02CC-4CB4-B9EA-E845CA6FFCC7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AAB30B0A-B9DE-453F-9F97-7246EF2D2FF2}"/>
              </a:ext>
            </a:extLst>
          </p:cNvPr>
          <p:cNvSpPr>
            <a:spLocks noGrp="1"/>
          </p:cNvSpPr>
          <p:nvPr/>
        </p:nvSpPr>
        <p:spPr>
          <a:xfrm>
            <a:off x="6468542" y="5571568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E52D8A24-ED9B-48ED-9E40-A76B1480879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6B224320-A2F9-4A5A-8352-E12C519AEC3F}"/>
              </a:ext>
            </a:extLst>
          </p:cNvPr>
          <p:cNvSpPr>
            <a:spLocks noGrp="1"/>
          </p:cNvSpPr>
          <p:nvPr/>
        </p:nvSpPr>
        <p:spPr>
          <a:xfrm>
            <a:off x="6031509" y="6568948"/>
            <a:ext cx="63428" cy="63428"/>
          </a:xfrm>
          <a:prstGeom prst="ellipse">
            <a:avLst/>
          </a:prstGeom>
          <a:solidFill>
            <a:srgbClr val="2D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BEA96499-8124-4216-B134-46C6C3C25317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F47C71C0-B2EA-4135-A31C-D1F34F34A5F3}"/>
              </a:ext>
            </a:extLst>
          </p:cNvPr>
          <p:cNvSpPr>
            <a:spLocks noGrp="1"/>
          </p:cNvSpPr>
          <p:nvPr/>
        </p:nvSpPr>
        <p:spPr>
          <a:xfrm>
            <a:off x="6954134" y="7028344"/>
            <a:ext cx="63428" cy="63428"/>
          </a:xfrm>
          <a:prstGeom prst="ellipse">
            <a:avLst/>
          </a:prstGeom>
          <a:solidFill>
            <a:srgbClr val="355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D00F01D4-1D0F-4DA8-8464-EFBFEE887E5A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092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0350AC1D-B3D5-40DD-8B76-964AEF270BF4}"/>
              </a:ext>
            </a:extLst>
          </p:cNvPr>
          <p:cNvSpPr>
            <a:spLocks noGrp="1"/>
          </p:cNvSpPr>
          <p:nvPr/>
        </p:nvSpPr>
        <p:spPr>
          <a:xfrm>
            <a:off x="6589940" y="4964578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99943201-0E63-43E1-ACD5-11070DC2E8CE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0C3D9667-C6DB-4983-B4F8-08FB93741AEB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D7B43DC8-D993-4FEE-A952-E3D590E84292}"/>
              </a:ext>
            </a:extLst>
          </p:cNvPr>
          <p:cNvSpPr>
            <a:spLocks noGrp="1"/>
          </p:cNvSpPr>
          <p:nvPr/>
        </p:nvSpPr>
        <p:spPr>
          <a:xfrm>
            <a:off x="6111600" y="661779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D278472A-AB1A-4698-A162-648C57DA8A10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496AB233-07B8-452C-99E5-1FBE2B851EDE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9BC036D2-E354-4DEF-B371-8E4786F72FFE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8146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EE0CB34B-27A7-4C98-AC79-72058A10A460}"/>
              </a:ext>
            </a:extLst>
          </p:cNvPr>
          <p:cNvSpPr>
            <a:spLocks noGrp="1"/>
          </p:cNvSpPr>
          <p:nvPr/>
        </p:nvSpPr>
        <p:spPr>
          <a:xfrm>
            <a:off x="5497358" y="6845879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68A8D035-DA22-4C47-8BB8-CCDF4867A6A2}"/>
              </a:ext>
            </a:extLst>
          </p:cNvPr>
          <p:cNvSpPr>
            <a:spLocks noGrp="1"/>
          </p:cNvSpPr>
          <p:nvPr/>
        </p:nvSpPr>
        <p:spPr>
          <a:xfrm>
            <a:off x="5497358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5C0304C8-9967-4C35-976A-697A36E1BCB8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C3093B87-0ADF-463D-AD4E-063A3543F39F}"/>
              </a:ext>
            </a:extLst>
          </p:cNvPr>
          <p:cNvSpPr>
            <a:spLocks noGrp="1"/>
          </p:cNvSpPr>
          <p:nvPr/>
        </p:nvSpPr>
        <p:spPr>
          <a:xfrm>
            <a:off x="5545050" y="7466677"/>
            <a:ext cx="63428" cy="63428"/>
          </a:xfrm>
          <a:prstGeom prst="ellipse">
            <a:avLst/>
          </a:prstGeom>
          <a:solidFill>
            <a:srgbClr val="4EC36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6EF98333-4662-42B5-AE80-5D1D7D2539E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F47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0E8D0009-DA1E-4E23-A458-021752D1B2A6}"/>
              </a:ext>
            </a:extLst>
          </p:cNvPr>
          <p:cNvSpPr>
            <a:spLocks noGrp="1"/>
          </p:cNvSpPr>
          <p:nvPr/>
        </p:nvSpPr>
        <p:spPr>
          <a:xfrm>
            <a:off x="6468542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1322D4FF-A74A-42B9-BC11-FB8A2321ACA8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0D158885-EB5C-41CD-B4A3-C4DDD01B923B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F6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9F199330-90B1-4E2F-93DC-6244708E978E}"/>
              </a:ext>
            </a:extLst>
          </p:cNvPr>
          <p:cNvSpPr>
            <a:spLocks noGrp="1"/>
          </p:cNvSpPr>
          <p:nvPr/>
        </p:nvSpPr>
        <p:spPr>
          <a:xfrm>
            <a:off x="7855948" y="4843180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4A6F1E8B-486E-43C2-A1B8-7B3FFC3288CD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E4A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485FD59D-A881-4419-8A16-7D0DA82AF266}"/>
              </a:ext>
            </a:extLst>
          </p:cNvPr>
          <p:cNvSpPr>
            <a:spLocks noGrp="1"/>
          </p:cNvSpPr>
          <p:nvPr/>
        </p:nvSpPr>
        <p:spPr>
          <a:xfrm>
            <a:off x="6185280" y="6057160"/>
            <a:ext cx="63428" cy="63428"/>
          </a:xfrm>
          <a:prstGeom prst="ellipse">
            <a:avLst/>
          </a:prstGeom>
          <a:solidFill>
            <a:srgbClr val="2AB07F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3F9F84DF-6B39-4E05-A658-C4EED23C7DE8}"/>
              </a:ext>
            </a:extLst>
          </p:cNvPr>
          <p:cNvSpPr>
            <a:spLocks noGrp="1"/>
          </p:cNvSpPr>
          <p:nvPr/>
        </p:nvSpPr>
        <p:spPr>
          <a:xfrm>
            <a:off x="5594476" y="5866969"/>
            <a:ext cx="63428" cy="63428"/>
          </a:xfrm>
          <a:prstGeom prst="ellipse">
            <a:avLst/>
          </a:prstGeom>
          <a:solidFill>
            <a:srgbClr val="460A5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2153AD6C-CE95-430C-83D2-6634751B1631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37434682-DCB4-4056-8C36-91643E30A95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5E2178BE-2704-48C7-9822-E1C04BD51A49}"/>
              </a:ext>
            </a:extLst>
          </p:cNvPr>
          <p:cNvSpPr>
            <a:spLocks noGrp="1"/>
          </p:cNvSpPr>
          <p:nvPr/>
        </p:nvSpPr>
        <p:spPr>
          <a:xfrm>
            <a:off x="8410910" y="6057160"/>
            <a:ext cx="63428" cy="63428"/>
          </a:xfrm>
          <a:prstGeom prst="ellipse">
            <a:avLst/>
          </a:prstGeom>
          <a:solidFill>
            <a:srgbClr val="3265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4A547B70-0475-4474-949E-B0285C520940}"/>
              </a:ext>
            </a:extLst>
          </p:cNvPr>
          <p:cNvSpPr>
            <a:spLocks noGrp="1"/>
          </p:cNvSpPr>
          <p:nvPr/>
        </p:nvSpPr>
        <p:spPr>
          <a:xfrm>
            <a:off x="7578467" y="5432827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0E4427A9-A0B8-4399-B67C-6ABC58030905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A300B816-373E-4A92-AEEF-7B5E1866A8D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28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99912431-56B0-428F-8C2F-1733668737D7}"/>
              </a:ext>
            </a:extLst>
          </p:cNvPr>
          <p:cNvSpPr>
            <a:spLocks noGrp="1"/>
          </p:cNvSpPr>
          <p:nvPr/>
        </p:nvSpPr>
        <p:spPr>
          <a:xfrm>
            <a:off x="5930982" y="6632011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48969822-5AD0-4655-9484-E08373CEF8A4}"/>
              </a:ext>
            </a:extLst>
          </p:cNvPr>
          <p:cNvSpPr>
            <a:spLocks noGrp="1"/>
          </p:cNvSpPr>
          <p:nvPr/>
        </p:nvSpPr>
        <p:spPr>
          <a:xfrm>
            <a:off x="7275567" y="4748040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114DF80E-B4DC-413C-9D7E-EE6778F20A71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B6AF8FA5-C65C-4FAC-B061-E2836BB7AA75}"/>
              </a:ext>
            </a:extLst>
          </p:cNvPr>
          <p:cNvSpPr>
            <a:spLocks noGrp="1"/>
          </p:cNvSpPr>
          <p:nvPr/>
        </p:nvSpPr>
        <p:spPr>
          <a:xfrm>
            <a:off x="5499997" y="6785548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B58F49B3-CDF5-4ED3-BD0D-0F2B55491E03}"/>
              </a:ext>
            </a:extLst>
          </p:cNvPr>
          <p:cNvSpPr>
            <a:spLocks noGrp="1"/>
          </p:cNvSpPr>
          <p:nvPr/>
        </p:nvSpPr>
        <p:spPr>
          <a:xfrm>
            <a:off x="5982950" y="670461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9C20F8E1-6C21-4678-BAC3-856FCB568D96}"/>
              </a:ext>
            </a:extLst>
          </p:cNvPr>
          <p:cNvSpPr>
            <a:spLocks noGrp="1"/>
          </p:cNvSpPr>
          <p:nvPr/>
        </p:nvSpPr>
        <p:spPr>
          <a:xfrm>
            <a:off x="7682522" y="6057160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F3DC3A0A-9BB2-4F94-B741-F65EF04E822E}"/>
              </a:ext>
            </a:extLst>
          </p:cNvPr>
          <p:cNvSpPr>
            <a:spLocks noGrp="1"/>
          </p:cNvSpPr>
          <p:nvPr/>
        </p:nvSpPr>
        <p:spPr>
          <a:xfrm>
            <a:off x="5497358" y="709771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A85DE8BF-C772-418A-8AD4-9399EA1C2117}"/>
              </a:ext>
            </a:extLst>
          </p:cNvPr>
          <p:cNvSpPr>
            <a:spLocks noGrp="1"/>
          </p:cNvSpPr>
          <p:nvPr/>
        </p:nvSpPr>
        <p:spPr>
          <a:xfrm>
            <a:off x="7682522" y="5328772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AA5637C9-F83B-4E78-81BF-126E27DF19E8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811219DE-CE5B-4F66-B5AE-F5D0B3FCD5C4}"/>
              </a:ext>
            </a:extLst>
          </p:cNvPr>
          <p:cNvSpPr>
            <a:spLocks noGrp="1"/>
          </p:cNvSpPr>
          <p:nvPr/>
        </p:nvSpPr>
        <p:spPr>
          <a:xfrm>
            <a:off x="8410910" y="5535148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D6E115BF-5318-46A8-9902-4FE03C6B95BD}"/>
              </a:ext>
            </a:extLst>
          </p:cNvPr>
          <p:cNvSpPr>
            <a:spLocks noGrp="1"/>
          </p:cNvSpPr>
          <p:nvPr/>
        </p:nvSpPr>
        <p:spPr>
          <a:xfrm>
            <a:off x="8286495" y="4600384"/>
            <a:ext cx="63428" cy="63428"/>
          </a:xfrm>
          <a:prstGeom prst="ellipse">
            <a:avLst/>
          </a:prstGeom>
          <a:solidFill>
            <a:srgbClr val="34B6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84CF3348-ADCA-41D4-8F28-C05D8EECC7FF}"/>
              </a:ext>
            </a:extLst>
          </p:cNvPr>
          <p:cNvSpPr>
            <a:spLocks noGrp="1"/>
          </p:cNvSpPr>
          <p:nvPr/>
        </p:nvSpPr>
        <p:spPr>
          <a:xfrm>
            <a:off x="8410910" y="6138812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0FD91370-C34B-4BE0-B644-38CF8C2F37DC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9139C794-2014-4F3B-8030-71E70F127CE1}"/>
              </a:ext>
            </a:extLst>
          </p:cNvPr>
          <p:cNvSpPr>
            <a:spLocks noGrp="1"/>
          </p:cNvSpPr>
          <p:nvPr/>
        </p:nvSpPr>
        <p:spPr>
          <a:xfrm>
            <a:off x="7090707" y="5328772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E79DFB52-12B7-4DD4-8D1A-13290773B0C8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E6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355FB704-4F8B-4E07-9E08-CD3D442874A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77E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D8C78C16-4DF9-4F3E-8A02-0801A7D5A743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463533A0-897A-4177-9118-224CDBFF1D61}"/>
              </a:ext>
            </a:extLst>
          </p:cNvPr>
          <p:cNvSpPr>
            <a:spLocks noGrp="1"/>
          </p:cNvSpPr>
          <p:nvPr/>
        </p:nvSpPr>
        <p:spPr>
          <a:xfrm>
            <a:off x="6034084" y="7465376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F883F4FF-0C41-4660-B534-82149432FFDF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2FD2DF4F-ED09-49DA-B6BE-B4E6961CA796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79B66CC5-F0AA-4005-8A92-1B1E41123E54}"/>
              </a:ext>
            </a:extLst>
          </p:cNvPr>
          <p:cNvSpPr>
            <a:spLocks noGrp="1"/>
          </p:cNvSpPr>
          <p:nvPr/>
        </p:nvSpPr>
        <p:spPr>
          <a:xfrm>
            <a:off x="5497358" y="7496593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90D9684E-76C1-46C4-BB38-77E89B0F6D13}"/>
              </a:ext>
            </a:extLst>
          </p:cNvPr>
          <p:cNvSpPr>
            <a:spLocks noGrp="1"/>
          </p:cNvSpPr>
          <p:nvPr/>
        </p:nvSpPr>
        <p:spPr>
          <a:xfrm>
            <a:off x="8410910" y="6542752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F3294FD-939D-4255-91F9-45F792194EB9}"/>
              </a:ext>
            </a:extLst>
          </p:cNvPr>
          <p:cNvSpPr>
            <a:spLocks noGrp="1"/>
          </p:cNvSpPr>
          <p:nvPr/>
        </p:nvSpPr>
        <p:spPr>
          <a:xfrm>
            <a:off x="8341540" y="460038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081B787E-B036-432F-8F30-D0CB74FB0CB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84F85720-BE29-4AA4-A4CD-4D76EA2938E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7627F886-842D-4444-9809-96B48EF5398B}"/>
              </a:ext>
            </a:extLst>
          </p:cNvPr>
          <p:cNvSpPr>
            <a:spLocks noGrp="1"/>
          </p:cNvSpPr>
          <p:nvPr/>
        </p:nvSpPr>
        <p:spPr>
          <a:xfrm>
            <a:off x="5542882" y="7513936"/>
            <a:ext cx="63428" cy="63428"/>
          </a:xfrm>
          <a:prstGeom prst="ellipse">
            <a:avLst/>
          </a:prstGeom>
          <a:solidFill>
            <a:srgbClr val="5EC96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F6B9653F-09EC-4F3C-AC4B-7537286A04E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2CBEB671-A854-48BA-8382-2B5D5EDCD24D}"/>
              </a:ext>
            </a:extLst>
          </p:cNvPr>
          <p:cNvSpPr>
            <a:spLocks noGrp="1"/>
          </p:cNvSpPr>
          <p:nvPr/>
        </p:nvSpPr>
        <p:spPr>
          <a:xfrm>
            <a:off x="5497358" y="6707313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6FC88807-3995-4519-BE1F-80F4FB6BE4CD}"/>
              </a:ext>
            </a:extLst>
          </p:cNvPr>
          <p:cNvSpPr>
            <a:spLocks noGrp="1"/>
          </p:cNvSpPr>
          <p:nvPr/>
        </p:nvSpPr>
        <p:spPr>
          <a:xfrm>
            <a:off x="6187592" y="6507191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088A2E9C-59DB-4FE9-B345-7F0872774234}"/>
              </a:ext>
            </a:extLst>
          </p:cNvPr>
          <p:cNvSpPr>
            <a:spLocks noGrp="1"/>
          </p:cNvSpPr>
          <p:nvPr/>
        </p:nvSpPr>
        <p:spPr>
          <a:xfrm>
            <a:off x="5497358" y="7309987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87E655CF-FCC8-4ED2-A677-3EBA5D4B6AF5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B55CC28A-FB7D-4BB8-8B12-63AA3D6A48C8}"/>
              </a:ext>
            </a:extLst>
          </p:cNvPr>
          <p:cNvSpPr>
            <a:spLocks noGrp="1"/>
          </p:cNvSpPr>
          <p:nvPr/>
        </p:nvSpPr>
        <p:spPr>
          <a:xfrm>
            <a:off x="5594476" y="7513936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75E318A9-423F-43DB-9C66-2493F6B968EC}"/>
              </a:ext>
            </a:extLst>
          </p:cNvPr>
          <p:cNvSpPr>
            <a:spLocks noGrp="1"/>
          </p:cNvSpPr>
          <p:nvPr/>
        </p:nvSpPr>
        <p:spPr>
          <a:xfrm>
            <a:off x="6157367" y="4600384"/>
            <a:ext cx="63428" cy="63428"/>
          </a:xfrm>
          <a:prstGeom prst="ellipse">
            <a:avLst/>
          </a:prstGeom>
          <a:solidFill>
            <a:srgbClr val="1F9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EDBC9F43-AC9E-4347-95CC-94BFC793DB20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C2F848EA-C6AE-4CA7-96F1-901CB2CC6808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C4F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55A93B1A-4EC7-4870-A14F-9933BD64FC05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6E1E61FD-61AC-4D73-B8B4-3C98602A6D15}"/>
              </a:ext>
            </a:extLst>
          </p:cNvPr>
          <p:cNvSpPr>
            <a:spLocks noGrp="1"/>
          </p:cNvSpPr>
          <p:nvPr/>
        </p:nvSpPr>
        <p:spPr>
          <a:xfrm>
            <a:off x="5497358" y="6898852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F452D031-D23C-4836-AE09-3F9AF1CE4113}"/>
              </a:ext>
            </a:extLst>
          </p:cNvPr>
          <p:cNvSpPr>
            <a:spLocks noGrp="1"/>
          </p:cNvSpPr>
          <p:nvPr/>
        </p:nvSpPr>
        <p:spPr>
          <a:xfrm>
            <a:off x="8410910" y="6299956"/>
            <a:ext cx="63428" cy="63428"/>
          </a:xfrm>
          <a:prstGeom prst="ellipse">
            <a:avLst/>
          </a:prstGeom>
          <a:solidFill>
            <a:srgbClr val="375A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29763B9D-E893-4776-AFB8-795563267A32}"/>
              </a:ext>
            </a:extLst>
          </p:cNvPr>
          <p:cNvSpPr>
            <a:spLocks noGrp="1"/>
          </p:cNvSpPr>
          <p:nvPr/>
        </p:nvSpPr>
        <p:spPr>
          <a:xfrm>
            <a:off x="5982950" y="5571568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B30EAFCB-E433-4831-8893-DC211DC2C0B2}"/>
              </a:ext>
            </a:extLst>
          </p:cNvPr>
          <p:cNvSpPr>
            <a:spLocks noGrp="1"/>
          </p:cNvSpPr>
          <p:nvPr/>
        </p:nvSpPr>
        <p:spPr>
          <a:xfrm>
            <a:off x="7335137" y="5765804"/>
            <a:ext cx="63428" cy="63428"/>
          </a:xfrm>
          <a:prstGeom prst="ellipse">
            <a:avLst/>
          </a:prstGeom>
          <a:solidFill>
            <a:srgbClr val="346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68BB23F9-E132-4D00-AF19-D2B189CF0FB1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0BF3F26E-7D03-4AAF-82EF-88025E6BA755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AEDFC1C7-68BD-45A9-8DF0-5536D52DA890}"/>
              </a:ext>
            </a:extLst>
          </p:cNvPr>
          <p:cNvSpPr>
            <a:spLocks noGrp="1"/>
          </p:cNvSpPr>
          <p:nvPr/>
        </p:nvSpPr>
        <p:spPr>
          <a:xfrm>
            <a:off x="8341540" y="5783147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B9453CCB-6EB3-44A8-82B5-74DB0062E1B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D72D7AE1-FD58-4096-A5BF-6CB7FC544EA8}"/>
              </a:ext>
            </a:extLst>
          </p:cNvPr>
          <p:cNvSpPr>
            <a:spLocks noGrp="1"/>
          </p:cNvSpPr>
          <p:nvPr/>
        </p:nvSpPr>
        <p:spPr>
          <a:xfrm>
            <a:off x="5520120" y="6785548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1D1D4E5B-CC31-4AEC-A5D4-F02344D1DCCC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F9AB5CDF-1E2C-4BC7-BCAA-A1B6B9647BB3}"/>
              </a:ext>
            </a:extLst>
          </p:cNvPr>
          <p:cNvSpPr>
            <a:spLocks noGrp="1"/>
          </p:cNvSpPr>
          <p:nvPr/>
        </p:nvSpPr>
        <p:spPr>
          <a:xfrm>
            <a:off x="5788713" y="7305825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342AF4F7-242C-450E-8DA6-CB1FE1E80257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191" cy="2913552"/>
          </a:xfrm>
          <a:custGeom>
            <a:avLst/>
            <a:gdLst/>
            <a:ahLst/>
            <a:cxnLst/>
            <a:rect l="0" t="0" r="0" b="0"/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72752917-5335-40B3-B8D0-C063A0EA164C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2375" name="text_2374">
            <a:extLst>
              <a:ext uri="{FF2B5EF4-FFF2-40B4-BE49-F238E27FC236}">
                <a16:creationId xmlns:a16="http://schemas.microsoft.com/office/drawing/2014/main" id="{4BE025E5-050C-44A2-9070-3F83476CE575}"/>
              </a:ext>
            </a:extLst>
          </p:cNvPr>
          <p:cNvSpPr>
            <a:spLocks noGrp="1"/>
          </p:cNvSpPr>
          <p:nvPr/>
        </p:nvSpPr>
        <p:spPr>
          <a:xfrm>
            <a:off x="5054096" y="4321220"/>
            <a:ext cx="103263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376" name="text_2375">
            <a:extLst>
              <a:ext uri="{FF2B5EF4-FFF2-40B4-BE49-F238E27FC236}">
                <a16:creationId xmlns:a16="http://schemas.microsoft.com/office/drawing/2014/main" id="{9871084D-55A1-445F-A5BD-04BCB3D3EA53}"/>
              </a:ext>
            </a:extLst>
          </p:cNvPr>
          <p:cNvSpPr>
            <a:spLocks noGrp="1"/>
          </p:cNvSpPr>
          <p:nvPr/>
        </p:nvSpPr>
        <p:spPr>
          <a:xfrm>
            <a:off x="5529072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77" name="text_2376">
            <a:extLst>
              <a:ext uri="{FF2B5EF4-FFF2-40B4-BE49-F238E27FC236}">
                <a16:creationId xmlns:a16="http://schemas.microsoft.com/office/drawing/2014/main" id="{EFEACC64-CCE6-4205-A399-179A5DF0A182}"/>
              </a:ext>
            </a:extLst>
          </p:cNvPr>
          <p:cNvSpPr>
            <a:spLocks noGrp="1"/>
          </p:cNvSpPr>
          <p:nvPr/>
        </p:nvSpPr>
        <p:spPr>
          <a:xfrm>
            <a:off x="5596370" y="4334816"/>
            <a:ext cx="12464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78" name="text_2377">
            <a:extLst>
              <a:ext uri="{FF2B5EF4-FFF2-40B4-BE49-F238E27FC236}">
                <a16:creationId xmlns:a16="http://schemas.microsoft.com/office/drawing/2014/main" id="{E0982AFB-C5DC-41F8-83DA-3062B59835CC}"/>
              </a:ext>
            </a:extLst>
          </p:cNvPr>
          <p:cNvSpPr>
            <a:spLocks noGrp="1"/>
          </p:cNvSpPr>
          <p:nvPr/>
        </p:nvSpPr>
        <p:spPr>
          <a:xfrm>
            <a:off x="5712195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79" name="text_2378">
            <a:extLst>
              <a:ext uri="{FF2B5EF4-FFF2-40B4-BE49-F238E27FC236}">
                <a16:creationId xmlns:a16="http://schemas.microsoft.com/office/drawing/2014/main" id="{5BA40147-FA7E-4F6A-9B74-D84B88561F60}"/>
              </a:ext>
            </a:extLst>
          </p:cNvPr>
          <p:cNvSpPr>
            <a:spLocks noGrp="1"/>
          </p:cNvSpPr>
          <p:nvPr/>
        </p:nvSpPr>
        <p:spPr>
          <a:xfrm>
            <a:off x="5782482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0" name="text_2379">
            <a:extLst>
              <a:ext uri="{FF2B5EF4-FFF2-40B4-BE49-F238E27FC236}">
                <a16:creationId xmlns:a16="http://schemas.microsoft.com/office/drawing/2014/main" id="{FCE28875-C1BA-4822-A7CF-5AE335B84B03}"/>
              </a:ext>
            </a:extLst>
          </p:cNvPr>
          <p:cNvSpPr>
            <a:spLocks noGrp="1"/>
          </p:cNvSpPr>
          <p:nvPr/>
        </p:nvSpPr>
        <p:spPr>
          <a:xfrm>
            <a:off x="5817452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1" name="text_2380">
            <a:extLst>
              <a:ext uri="{FF2B5EF4-FFF2-40B4-BE49-F238E27FC236}">
                <a16:creationId xmlns:a16="http://schemas.microsoft.com/office/drawing/2014/main" id="{E3461D31-A24D-4B86-B05F-972B8E328278}"/>
              </a:ext>
            </a:extLst>
          </p:cNvPr>
          <p:cNvSpPr>
            <a:spLocks noGrp="1"/>
          </p:cNvSpPr>
          <p:nvPr/>
        </p:nvSpPr>
        <p:spPr>
          <a:xfrm>
            <a:off x="5852422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82" name="text_2381">
            <a:extLst>
              <a:ext uri="{FF2B5EF4-FFF2-40B4-BE49-F238E27FC236}">
                <a16:creationId xmlns:a16="http://schemas.microsoft.com/office/drawing/2014/main" id="{BF92998A-6826-4736-ABDE-38A93C864B91}"/>
              </a:ext>
            </a:extLst>
          </p:cNvPr>
          <p:cNvSpPr>
            <a:spLocks noGrp="1"/>
          </p:cNvSpPr>
          <p:nvPr/>
        </p:nvSpPr>
        <p:spPr>
          <a:xfrm>
            <a:off x="5884611" y="4334816"/>
            <a:ext cx="12464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83" name="text_2382">
            <a:extLst>
              <a:ext uri="{FF2B5EF4-FFF2-40B4-BE49-F238E27FC236}">
                <a16:creationId xmlns:a16="http://schemas.microsoft.com/office/drawing/2014/main" id="{5EC06D51-F15B-4511-9862-203FD1CE4018}"/>
              </a:ext>
            </a:extLst>
          </p:cNvPr>
          <p:cNvSpPr>
            <a:spLocks noGrp="1"/>
          </p:cNvSpPr>
          <p:nvPr/>
        </p:nvSpPr>
        <p:spPr>
          <a:xfrm>
            <a:off x="6000436" y="4334816"/>
            <a:ext cx="8545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384" name="text_2383">
            <a:extLst>
              <a:ext uri="{FF2B5EF4-FFF2-40B4-BE49-F238E27FC236}">
                <a16:creationId xmlns:a16="http://schemas.microsoft.com/office/drawing/2014/main" id="{2550612B-2651-44B3-A802-B5DF25A2D4C4}"/>
              </a:ext>
            </a:extLst>
          </p:cNvPr>
          <p:cNvSpPr>
            <a:spLocks noGrp="1"/>
          </p:cNvSpPr>
          <p:nvPr/>
        </p:nvSpPr>
        <p:spPr>
          <a:xfrm>
            <a:off x="6076981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5" name="text_2384">
            <a:extLst>
              <a:ext uri="{FF2B5EF4-FFF2-40B4-BE49-F238E27FC236}">
                <a16:creationId xmlns:a16="http://schemas.microsoft.com/office/drawing/2014/main" id="{3DAF1D21-664C-47F7-B67D-2070E7B59AD5}"/>
              </a:ext>
            </a:extLst>
          </p:cNvPr>
          <p:cNvSpPr>
            <a:spLocks noGrp="1"/>
          </p:cNvSpPr>
          <p:nvPr/>
        </p:nvSpPr>
        <p:spPr>
          <a:xfrm>
            <a:off x="611195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86" name="text_2385">
            <a:extLst>
              <a:ext uri="{FF2B5EF4-FFF2-40B4-BE49-F238E27FC236}">
                <a16:creationId xmlns:a16="http://schemas.microsoft.com/office/drawing/2014/main" id="{6211F539-A352-43E4-98B3-617E18779F52}"/>
              </a:ext>
            </a:extLst>
          </p:cNvPr>
          <p:cNvSpPr>
            <a:spLocks noGrp="1"/>
          </p:cNvSpPr>
          <p:nvPr/>
        </p:nvSpPr>
        <p:spPr>
          <a:xfrm>
            <a:off x="6183629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387" name="text_2386">
            <a:extLst>
              <a:ext uri="{FF2B5EF4-FFF2-40B4-BE49-F238E27FC236}">
                <a16:creationId xmlns:a16="http://schemas.microsoft.com/office/drawing/2014/main" id="{EF9D4CB4-730B-4442-A430-B596377BAE7A}"/>
              </a:ext>
            </a:extLst>
          </p:cNvPr>
          <p:cNvSpPr>
            <a:spLocks noGrp="1"/>
          </p:cNvSpPr>
          <p:nvPr/>
        </p:nvSpPr>
        <p:spPr>
          <a:xfrm>
            <a:off x="624321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88" name="text_2387">
            <a:extLst>
              <a:ext uri="{FF2B5EF4-FFF2-40B4-BE49-F238E27FC236}">
                <a16:creationId xmlns:a16="http://schemas.microsoft.com/office/drawing/2014/main" id="{F96C7FA3-70EE-4AE9-AAF4-4AB08D48F42C}"/>
              </a:ext>
            </a:extLst>
          </p:cNvPr>
          <p:cNvSpPr>
            <a:spLocks noGrp="1"/>
          </p:cNvSpPr>
          <p:nvPr/>
        </p:nvSpPr>
        <p:spPr>
          <a:xfrm>
            <a:off x="631961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9" name="text_2388">
            <a:extLst>
              <a:ext uri="{FF2B5EF4-FFF2-40B4-BE49-F238E27FC236}">
                <a16:creationId xmlns:a16="http://schemas.microsoft.com/office/drawing/2014/main" id="{199394DC-67A4-4164-82C1-4163CA16960F}"/>
              </a:ext>
            </a:extLst>
          </p:cNvPr>
          <p:cNvSpPr>
            <a:spLocks noGrp="1"/>
          </p:cNvSpPr>
          <p:nvPr/>
        </p:nvSpPr>
        <p:spPr>
          <a:xfrm>
            <a:off x="635458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90" name="text_2389">
            <a:extLst>
              <a:ext uri="{FF2B5EF4-FFF2-40B4-BE49-F238E27FC236}">
                <a16:creationId xmlns:a16="http://schemas.microsoft.com/office/drawing/2014/main" id="{E1811D8B-E8D9-4AB9-84D9-A6EF66D92FA5}"/>
              </a:ext>
            </a:extLst>
          </p:cNvPr>
          <p:cNvSpPr>
            <a:spLocks noGrp="1"/>
          </p:cNvSpPr>
          <p:nvPr/>
        </p:nvSpPr>
        <p:spPr>
          <a:xfrm>
            <a:off x="6426263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1" name="text_2390">
            <a:extLst>
              <a:ext uri="{FF2B5EF4-FFF2-40B4-BE49-F238E27FC236}">
                <a16:creationId xmlns:a16="http://schemas.microsoft.com/office/drawing/2014/main" id="{B5691E8E-1348-4BDD-8CC5-2E7055287D9D}"/>
              </a:ext>
            </a:extLst>
          </p:cNvPr>
          <p:cNvSpPr>
            <a:spLocks noGrp="1"/>
          </p:cNvSpPr>
          <p:nvPr/>
        </p:nvSpPr>
        <p:spPr>
          <a:xfrm>
            <a:off x="6483063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2" name="text_2391">
            <a:extLst>
              <a:ext uri="{FF2B5EF4-FFF2-40B4-BE49-F238E27FC236}">
                <a16:creationId xmlns:a16="http://schemas.microsoft.com/office/drawing/2014/main" id="{D48A066B-B955-4C18-89E3-DD77A7F7BB48}"/>
              </a:ext>
            </a:extLst>
          </p:cNvPr>
          <p:cNvSpPr>
            <a:spLocks noGrp="1"/>
          </p:cNvSpPr>
          <p:nvPr/>
        </p:nvSpPr>
        <p:spPr>
          <a:xfrm>
            <a:off x="6515252" y="4334816"/>
            <a:ext cx="4698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2393" name="text_2392">
            <a:extLst>
              <a:ext uri="{FF2B5EF4-FFF2-40B4-BE49-F238E27FC236}">
                <a16:creationId xmlns:a16="http://schemas.microsoft.com/office/drawing/2014/main" id="{0485A943-0B97-4907-A910-49446A497283}"/>
              </a:ext>
            </a:extLst>
          </p:cNvPr>
          <p:cNvSpPr>
            <a:spLocks noGrp="1"/>
          </p:cNvSpPr>
          <p:nvPr/>
        </p:nvSpPr>
        <p:spPr>
          <a:xfrm>
            <a:off x="6553351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4" name="text_2393">
            <a:extLst>
              <a:ext uri="{FF2B5EF4-FFF2-40B4-BE49-F238E27FC236}">
                <a16:creationId xmlns:a16="http://schemas.microsoft.com/office/drawing/2014/main" id="{1DBFE6B6-B943-4D31-9B9E-25F3E61B6410}"/>
              </a:ext>
            </a:extLst>
          </p:cNvPr>
          <p:cNvSpPr>
            <a:spLocks noGrp="1"/>
          </p:cNvSpPr>
          <p:nvPr/>
        </p:nvSpPr>
        <p:spPr>
          <a:xfrm>
            <a:off x="6585540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395" name="text_2394">
            <a:extLst>
              <a:ext uri="{FF2B5EF4-FFF2-40B4-BE49-F238E27FC236}">
                <a16:creationId xmlns:a16="http://schemas.microsoft.com/office/drawing/2014/main" id="{758E8C8C-190B-417C-8478-0E2703C6EC87}"/>
              </a:ext>
            </a:extLst>
          </p:cNvPr>
          <p:cNvSpPr>
            <a:spLocks noGrp="1"/>
          </p:cNvSpPr>
          <p:nvPr/>
        </p:nvSpPr>
        <p:spPr>
          <a:xfrm>
            <a:off x="662051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396" name="text_2395">
            <a:extLst>
              <a:ext uri="{FF2B5EF4-FFF2-40B4-BE49-F238E27FC236}">
                <a16:creationId xmlns:a16="http://schemas.microsoft.com/office/drawing/2014/main" id="{484D6E56-5974-4636-BBB8-C457D7017C06}"/>
              </a:ext>
            </a:extLst>
          </p:cNvPr>
          <p:cNvSpPr>
            <a:spLocks noGrp="1"/>
          </p:cNvSpPr>
          <p:nvPr/>
        </p:nvSpPr>
        <p:spPr>
          <a:xfrm>
            <a:off x="6696915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7" name="text_2396">
            <a:extLst>
              <a:ext uri="{FF2B5EF4-FFF2-40B4-BE49-F238E27FC236}">
                <a16:creationId xmlns:a16="http://schemas.microsoft.com/office/drawing/2014/main" id="{069BCC37-0B68-4E14-AA09-1E461196AA9A}"/>
              </a:ext>
            </a:extLst>
          </p:cNvPr>
          <p:cNvSpPr>
            <a:spLocks noGrp="1"/>
          </p:cNvSpPr>
          <p:nvPr/>
        </p:nvSpPr>
        <p:spPr>
          <a:xfrm>
            <a:off x="6753716" y="4334816"/>
            <a:ext cx="58241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2398" name="text_2397">
            <a:extLst>
              <a:ext uri="{FF2B5EF4-FFF2-40B4-BE49-F238E27FC236}">
                <a16:creationId xmlns:a16="http://schemas.microsoft.com/office/drawing/2014/main" id="{5910F526-923C-48D9-9A19-6E8E47D76C60}"/>
              </a:ext>
            </a:extLst>
          </p:cNvPr>
          <p:cNvSpPr>
            <a:spLocks noGrp="1"/>
          </p:cNvSpPr>
          <p:nvPr/>
        </p:nvSpPr>
        <p:spPr>
          <a:xfrm>
            <a:off x="6803077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99" name="text_2398">
            <a:extLst>
              <a:ext uri="{FF2B5EF4-FFF2-40B4-BE49-F238E27FC236}">
                <a16:creationId xmlns:a16="http://schemas.microsoft.com/office/drawing/2014/main" id="{2E5BCEFC-772A-4696-977A-A2D48A7914F3}"/>
              </a:ext>
            </a:extLst>
          </p:cNvPr>
          <p:cNvSpPr>
            <a:spLocks noGrp="1"/>
          </p:cNvSpPr>
          <p:nvPr/>
        </p:nvSpPr>
        <p:spPr>
          <a:xfrm>
            <a:off x="6873364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400" name="text_2399">
            <a:extLst>
              <a:ext uri="{FF2B5EF4-FFF2-40B4-BE49-F238E27FC236}">
                <a16:creationId xmlns:a16="http://schemas.microsoft.com/office/drawing/2014/main" id="{A1D9F2B1-BE0E-4FFC-8D5C-57B257F67A0C}"/>
              </a:ext>
            </a:extLst>
          </p:cNvPr>
          <p:cNvSpPr>
            <a:spLocks noGrp="1"/>
          </p:cNvSpPr>
          <p:nvPr/>
        </p:nvSpPr>
        <p:spPr>
          <a:xfrm>
            <a:off x="6949770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01" name="text_2400">
            <a:extLst>
              <a:ext uri="{FF2B5EF4-FFF2-40B4-BE49-F238E27FC236}">
                <a16:creationId xmlns:a16="http://schemas.microsoft.com/office/drawing/2014/main" id="{045AAD5A-844A-4437-B6C0-C8A6A0CE62F7}"/>
              </a:ext>
            </a:extLst>
          </p:cNvPr>
          <p:cNvSpPr>
            <a:spLocks noGrp="1"/>
          </p:cNvSpPr>
          <p:nvPr/>
        </p:nvSpPr>
        <p:spPr>
          <a:xfrm>
            <a:off x="700935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2" name="text_2401">
            <a:extLst>
              <a:ext uri="{FF2B5EF4-FFF2-40B4-BE49-F238E27FC236}">
                <a16:creationId xmlns:a16="http://schemas.microsoft.com/office/drawing/2014/main" id="{FC2F6533-33C9-4750-A6C8-ECF88E715566}"/>
              </a:ext>
            </a:extLst>
          </p:cNvPr>
          <p:cNvSpPr>
            <a:spLocks noGrp="1"/>
          </p:cNvSpPr>
          <p:nvPr/>
        </p:nvSpPr>
        <p:spPr>
          <a:xfrm>
            <a:off x="7081029" y="4334816"/>
            <a:ext cx="523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403" name="text_2402">
            <a:extLst>
              <a:ext uri="{FF2B5EF4-FFF2-40B4-BE49-F238E27FC236}">
                <a16:creationId xmlns:a16="http://schemas.microsoft.com/office/drawing/2014/main" id="{AABF0442-4E81-4039-AE68-5069F113F7B2}"/>
              </a:ext>
            </a:extLst>
          </p:cNvPr>
          <p:cNvSpPr>
            <a:spLocks noGrp="1"/>
          </p:cNvSpPr>
          <p:nvPr/>
        </p:nvSpPr>
        <p:spPr>
          <a:xfrm>
            <a:off x="7124620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4" name="text_2403">
            <a:extLst>
              <a:ext uri="{FF2B5EF4-FFF2-40B4-BE49-F238E27FC236}">
                <a16:creationId xmlns:a16="http://schemas.microsoft.com/office/drawing/2014/main" id="{50653838-D294-425E-A3DA-6E3346B7E6AC}"/>
              </a:ext>
            </a:extLst>
          </p:cNvPr>
          <p:cNvSpPr>
            <a:spLocks noGrp="1"/>
          </p:cNvSpPr>
          <p:nvPr/>
        </p:nvSpPr>
        <p:spPr>
          <a:xfrm>
            <a:off x="7159590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5" name="text_2404">
            <a:extLst>
              <a:ext uri="{FF2B5EF4-FFF2-40B4-BE49-F238E27FC236}">
                <a16:creationId xmlns:a16="http://schemas.microsoft.com/office/drawing/2014/main" id="{6CDF7A03-35DF-4D6F-A605-FAAE050C9602}"/>
              </a:ext>
            </a:extLst>
          </p:cNvPr>
          <p:cNvSpPr>
            <a:spLocks noGrp="1"/>
          </p:cNvSpPr>
          <p:nvPr/>
        </p:nvSpPr>
        <p:spPr>
          <a:xfrm>
            <a:off x="7231268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406" name="text_2405">
            <a:extLst>
              <a:ext uri="{FF2B5EF4-FFF2-40B4-BE49-F238E27FC236}">
                <a16:creationId xmlns:a16="http://schemas.microsoft.com/office/drawing/2014/main" id="{3FD8F6EA-1F31-4F2B-8561-0282065FE65A}"/>
              </a:ext>
            </a:extLst>
          </p:cNvPr>
          <p:cNvSpPr>
            <a:spLocks noGrp="1"/>
          </p:cNvSpPr>
          <p:nvPr/>
        </p:nvSpPr>
        <p:spPr>
          <a:xfrm>
            <a:off x="729863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7" name="text_2406">
            <a:extLst>
              <a:ext uri="{FF2B5EF4-FFF2-40B4-BE49-F238E27FC236}">
                <a16:creationId xmlns:a16="http://schemas.microsoft.com/office/drawing/2014/main" id="{0EEFC47C-C75B-48F4-8CE9-0624D1165CD3}"/>
              </a:ext>
            </a:extLst>
          </p:cNvPr>
          <p:cNvSpPr>
            <a:spLocks noGrp="1"/>
          </p:cNvSpPr>
          <p:nvPr/>
        </p:nvSpPr>
        <p:spPr>
          <a:xfrm>
            <a:off x="7370313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8" name="text_2407">
            <a:extLst>
              <a:ext uri="{FF2B5EF4-FFF2-40B4-BE49-F238E27FC236}">
                <a16:creationId xmlns:a16="http://schemas.microsoft.com/office/drawing/2014/main" id="{16A75B89-87BF-4B14-9E77-4A1A0BA3F1F4}"/>
              </a:ext>
            </a:extLst>
          </p:cNvPr>
          <p:cNvSpPr>
            <a:spLocks noGrp="1"/>
          </p:cNvSpPr>
          <p:nvPr/>
        </p:nvSpPr>
        <p:spPr>
          <a:xfrm>
            <a:off x="7405283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409" name="text_2408">
            <a:extLst>
              <a:ext uri="{FF2B5EF4-FFF2-40B4-BE49-F238E27FC236}">
                <a16:creationId xmlns:a16="http://schemas.microsoft.com/office/drawing/2014/main" id="{2CCC9B1F-2D44-453C-BAC8-7B29E99E958B}"/>
              </a:ext>
            </a:extLst>
          </p:cNvPr>
          <p:cNvSpPr>
            <a:spLocks noGrp="1"/>
          </p:cNvSpPr>
          <p:nvPr/>
        </p:nvSpPr>
        <p:spPr>
          <a:xfrm>
            <a:off x="7437472" y="4334816"/>
            <a:ext cx="8460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410" name="text_2409">
            <a:extLst>
              <a:ext uri="{FF2B5EF4-FFF2-40B4-BE49-F238E27FC236}">
                <a16:creationId xmlns:a16="http://schemas.microsoft.com/office/drawing/2014/main" id="{06A37785-E58A-4231-9C56-B5CA7E4B9789}"/>
              </a:ext>
            </a:extLst>
          </p:cNvPr>
          <p:cNvSpPr>
            <a:spLocks noGrp="1"/>
          </p:cNvSpPr>
          <p:nvPr/>
        </p:nvSpPr>
        <p:spPr>
          <a:xfrm>
            <a:off x="7513252" y="4334816"/>
            <a:ext cx="8901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411" name="text_2410">
            <a:extLst>
              <a:ext uri="{FF2B5EF4-FFF2-40B4-BE49-F238E27FC236}">
                <a16:creationId xmlns:a16="http://schemas.microsoft.com/office/drawing/2014/main" id="{BA283450-4EA1-47B5-B427-DF4EE54AEEB9}"/>
              </a:ext>
            </a:extLst>
          </p:cNvPr>
          <p:cNvSpPr>
            <a:spLocks noGrp="1"/>
          </p:cNvSpPr>
          <p:nvPr/>
        </p:nvSpPr>
        <p:spPr>
          <a:xfrm>
            <a:off x="7593412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412" name="text_2411">
            <a:extLst>
              <a:ext uri="{FF2B5EF4-FFF2-40B4-BE49-F238E27FC236}">
                <a16:creationId xmlns:a16="http://schemas.microsoft.com/office/drawing/2014/main" id="{E851A532-34BC-4CC6-B34A-4015B726860A}"/>
              </a:ext>
            </a:extLst>
          </p:cNvPr>
          <p:cNvSpPr>
            <a:spLocks noGrp="1"/>
          </p:cNvSpPr>
          <p:nvPr/>
        </p:nvSpPr>
        <p:spPr>
          <a:xfrm>
            <a:off x="7679689" y="4334816"/>
            <a:ext cx="10184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413" name="text_2412">
            <a:extLst>
              <a:ext uri="{FF2B5EF4-FFF2-40B4-BE49-F238E27FC236}">
                <a16:creationId xmlns:a16="http://schemas.microsoft.com/office/drawing/2014/main" id="{8081E7E2-0EED-4206-AF7B-B48A8C8DDA9E}"/>
              </a:ext>
            </a:extLst>
          </p:cNvPr>
          <p:cNvSpPr>
            <a:spLocks noGrp="1"/>
          </p:cNvSpPr>
          <p:nvPr/>
        </p:nvSpPr>
        <p:spPr>
          <a:xfrm>
            <a:off x="7772641" y="4334816"/>
            <a:ext cx="8417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14" name="text_2413">
            <a:extLst>
              <a:ext uri="{FF2B5EF4-FFF2-40B4-BE49-F238E27FC236}">
                <a16:creationId xmlns:a16="http://schemas.microsoft.com/office/drawing/2014/main" id="{4C842ED0-3CBB-4A66-BF34-DFFA9FA2FD19}"/>
              </a:ext>
            </a:extLst>
          </p:cNvPr>
          <p:cNvSpPr>
            <a:spLocks noGrp="1"/>
          </p:cNvSpPr>
          <p:nvPr/>
        </p:nvSpPr>
        <p:spPr>
          <a:xfrm>
            <a:off x="7849178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5" name="text_2414">
            <a:extLst>
              <a:ext uri="{FF2B5EF4-FFF2-40B4-BE49-F238E27FC236}">
                <a16:creationId xmlns:a16="http://schemas.microsoft.com/office/drawing/2014/main" id="{72FD50DD-163A-4E39-9EDB-9B588B706FE1}"/>
              </a:ext>
            </a:extLst>
          </p:cNvPr>
          <p:cNvSpPr>
            <a:spLocks noGrp="1"/>
          </p:cNvSpPr>
          <p:nvPr/>
        </p:nvSpPr>
        <p:spPr>
          <a:xfrm>
            <a:off x="7899693" y="4388707"/>
            <a:ext cx="35428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6" name="text_2415">
            <a:extLst>
              <a:ext uri="{FF2B5EF4-FFF2-40B4-BE49-F238E27FC236}">
                <a16:creationId xmlns:a16="http://schemas.microsoft.com/office/drawing/2014/main" id="{E4AE06C1-6B81-4CD6-81DC-EC915AC3373A}"/>
              </a:ext>
            </a:extLst>
          </p:cNvPr>
          <p:cNvSpPr>
            <a:spLocks noGrp="1"/>
          </p:cNvSpPr>
          <p:nvPr/>
        </p:nvSpPr>
        <p:spPr>
          <a:xfrm>
            <a:off x="7926313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CD58CE39-95AE-4E6D-9613-EBC13001393E}"/>
              </a:ext>
            </a:extLst>
          </p:cNvPr>
          <p:cNvSpPr>
            <a:spLocks noGrp="1"/>
          </p:cNvSpPr>
          <p:nvPr/>
        </p:nvSpPr>
        <p:spPr>
          <a:xfrm>
            <a:off x="8550335" y="4632097"/>
            <a:ext cx="89759" cy="2913552"/>
          </a:xfrm>
          <a:custGeom>
            <a:avLst/>
            <a:gdLst/>
            <a:ahLst/>
            <a:cxnLst/>
            <a:rect l="0" t="0" r="0" b="0"/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16436944-662A-4C78-BC6A-4944A1FD62A5}"/>
              </a:ext>
            </a:extLst>
          </p:cNvPr>
          <p:cNvSpPr>
            <a:spLocks noGrp="1"/>
          </p:cNvSpPr>
          <p:nvPr/>
        </p:nvSpPr>
        <p:spPr>
          <a:xfrm>
            <a:off x="8550335" y="75342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DE725"/>
          </a:solidFill>
          <a:ln w="3518">
            <a:solidFill>
              <a:srgbClr val="FDE725"/>
            </a:solidFill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27A46262-4B50-4CF2-A4DD-4F86B9DE67E8}"/>
              </a:ext>
            </a:extLst>
          </p:cNvPr>
          <p:cNvSpPr>
            <a:spLocks noGrp="1"/>
          </p:cNvSpPr>
          <p:nvPr/>
        </p:nvSpPr>
        <p:spPr>
          <a:xfrm>
            <a:off x="8550335" y="75228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BE723"/>
          </a:solidFill>
          <a:ln w="3518">
            <a:solidFill>
              <a:srgbClr val="FBE723"/>
            </a:solidFill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DF5AE7AD-9E95-43CA-BFEF-699CB2E7E3D7}"/>
              </a:ext>
            </a:extLst>
          </p:cNvPr>
          <p:cNvSpPr>
            <a:spLocks noGrp="1"/>
          </p:cNvSpPr>
          <p:nvPr/>
        </p:nvSpPr>
        <p:spPr>
          <a:xfrm>
            <a:off x="8550335" y="75115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8E621"/>
          </a:solidFill>
          <a:ln w="3518">
            <a:solidFill>
              <a:srgbClr val="F8E621"/>
            </a:solidFill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08CC1D86-B610-4CB7-A656-901D6A8A2FA9}"/>
              </a:ext>
            </a:extLst>
          </p:cNvPr>
          <p:cNvSpPr>
            <a:spLocks noGrp="1"/>
          </p:cNvSpPr>
          <p:nvPr/>
        </p:nvSpPr>
        <p:spPr>
          <a:xfrm>
            <a:off x="8550335" y="75001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6E620"/>
          </a:solidFill>
          <a:ln w="3518">
            <a:solidFill>
              <a:srgbClr val="F6E620"/>
            </a:solidFill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5B1D7844-4A0C-4A6B-8973-CB58FA7C48C2}"/>
              </a:ext>
            </a:extLst>
          </p:cNvPr>
          <p:cNvSpPr>
            <a:spLocks noGrp="1"/>
          </p:cNvSpPr>
          <p:nvPr/>
        </p:nvSpPr>
        <p:spPr>
          <a:xfrm>
            <a:off x="8550335" y="74887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4E61E"/>
          </a:solidFill>
          <a:ln w="3518">
            <a:solidFill>
              <a:srgbClr val="F4E61E"/>
            </a:solidFill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821656A6-024F-4F9E-B5A1-DEDB0A4CC2C2}"/>
              </a:ext>
            </a:extLst>
          </p:cNvPr>
          <p:cNvSpPr>
            <a:spLocks noGrp="1"/>
          </p:cNvSpPr>
          <p:nvPr/>
        </p:nvSpPr>
        <p:spPr>
          <a:xfrm>
            <a:off x="8550335" y="74773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1E51D"/>
          </a:solidFill>
          <a:ln w="3518">
            <a:solidFill>
              <a:srgbClr val="F1E51D"/>
            </a:solidFill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5A8FC69D-7CDD-41AE-8090-275AAF1CD8C6}"/>
              </a:ext>
            </a:extLst>
          </p:cNvPr>
          <p:cNvSpPr>
            <a:spLocks noGrp="1"/>
          </p:cNvSpPr>
          <p:nvPr/>
        </p:nvSpPr>
        <p:spPr>
          <a:xfrm>
            <a:off x="8550335" y="74659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FE51C"/>
          </a:solidFill>
          <a:ln w="3518">
            <a:solidFill>
              <a:srgbClr val="EFE51C"/>
            </a:solidFill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8996F160-8BB3-4721-9B66-E2A5D94919E0}"/>
              </a:ext>
            </a:extLst>
          </p:cNvPr>
          <p:cNvSpPr>
            <a:spLocks noGrp="1"/>
          </p:cNvSpPr>
          <p:nvPr/>
        </p:nvSpPr>
        <p:spPr>
          <a:xfrm>
            <a:off x="8550335" y="74546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CE51B"/>
          </a:solidFill>
          <a:ln w="3518">
            <a:solidFill>
              <a:srgbClr val="ECE51B"/>
            </a:solidFill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6AB14731-AEB6-43F0-90FC-51E9FE2700BE}"/>
              </a:ext>
            </a:extLst>
          </p:cNvPr>
          <p:cNvSpPr>
            <a:spLocks noGrp="1"/>
          </p:cNvSpPr>
          <p:nvPr/>
        </p:nvSpPr>
        <p:spPr>
          <a:xfrm>
            <a:off x="8550335" y="74432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AE51A"/>
          </a:solidFill>
          <a:ln w="3518">
            <a:solidFill>
              <a:srgbClr val="EAE51A"/>
            </a:solidFill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F6617A22-93BC-4767-8BD6-0A49AEEBD6EC}"/>
              </a:ext>
            </a:extLst>
          </p:cNvPr>
          <p:cNvSpPr>
            <a:spLocks noGrp="1"/>
          </p:cNvSpPr>
          <p:nvPr/>
        </p:nvSpPr>
        <p:spPr>
          <a:xfrm>
            <a:off x="8550335" y="74318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7E419"/>
          </a:solidFill>
          <a:ln w="3518">
            <a:solidFill>
              <a:srgbClr val="E7E419"/>
            </a:solidFill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4CAFE62F-1CE0-4CA7-87BB-584B8438605A}"/>
              </a:ext>
            </a:extLst>
          </p:cNvPr>
          <p:cNvSpPr>
            <a:spLocks noGrp="1"/>
          </p:cNvSpPr>
          <p:nvPr/>
        </p:nvSpPr>
        <p:spPr>
          <a:xfrm>
            <a:off x="8550335" y="74204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5E419"/>
          </a:solidFill>
          <a:ln w="3518">
            <a:solidFill>
              <a:srgbClr val="E5E419"/>
            </a:solidFill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7C3B5666-D0ED-442F-B295-237975AB8E5C}"/>
              </a:ext>
            </a:extLst>
          </p:cNvPr>
          <p:cNvSpPr>
            <a:spLocks noGrp="1"/>
          </p:cNvSpPr>
          <p:nvPr/>
        </p:nvSpPr>
        <p:spPr>
          <a:xfrm>
            <a:off x="8550335" y="74090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2E418"/>
          </a:solidFill>
          <a:ln w="3518">
            <a:solidFill>
              <a:srgbClr val="E2E418"/>
            </a:solidFill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AFB0DDF9-3EB5-4EEC-9B96-A89225FBA20B}"/>
              </a:ext>
            </a:extLst>
          </p:cNvPr>
          <p:cNvSpPr>
            <a:spLocks noGrp="1"/>
          </p:cNvSpPr>
          <p:nvPr/>
        </p:nvSpPr>
        <p:spPr>
          <a:xfrm>
            <a:off x="8550335" y="73976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FE318"/>
          </a:solidFill>
          <a:ln w="3518">
            <a:solidFill>
              <a:srgbClr val="DFE318"/>
            </a:solidFill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B7C2DD05-BC73-48F6-8FDB-ADA99A51032E}"/>
              </a:ext>
            </a:extLst>
          </p:cNvPr>
          <p:cNvSpPr>
            <a:spLocks noGrp="1"/>
          </p:cNvSpPr>
          <p:nvPr/>
        </p:nvSpPr>
        <p:spPr>
          <a:xfrm>
            <a:off x="8550335" y="73863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DE318"/>
          </a:solidFill>
          <a:ln w="3518">
            <a:solidFill>
              <a:srgbClr val="DDE318"/>
            </a:solidFill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2803306B-ED35-47C2-808F-712023A7B0B8}"/>
              </a:ext>
            </a:extLst>
          </p:cNvPr>
          <p:cNvSpPr>
            <a:spLocks noGrp="1"/>
          </p:cNvSpPr>
          <p:nvPr/>
        </p:nvSpPr>
        <p:spPr>
          <a:xfrm>
            <a:off x="8550335" y="73749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AE319"/>
          </a:solidFill>
          <a:ln w="3518">
            <a:solidFill>
              <a:srgbClr val="DAE319"/>
            </a:solidFill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D7F11752-4C38-4B58-9CE1-30721C606F95}"/>
              </a:ext>
            </a:extLst>
          </p:cNvPr>
          <p:cNvSpPr>
            <a:spLocks noGrp="1"/>
          </p:cNvSpPr>
          <p:nvPr/>
        </p:nvSpPr>
        <p:spPr>
          <a:xfrm>
            <a:off x="8550335" y="73635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8E219"/>
          </a:solidFill>
          <a:ln w="3518">
            <a:solidFill>
              <a:srgbClr val="D8E219"/>
            </a:solidFill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CD592D13-F4D1-4AF6-B3A8-739D5CAFE1CA}"/>
              </a:ext>
            </a:extLst>
          </p:cNvPr>
          <p:cNvSpPr>
            <a:spLocks noGrp="1"/>
          </p:cNvSpPr>
          <p:nvPr/>
        </p:nvSpPr>
        <p:spPr>
          <a:xfrm>
            <a:off x="8550335" y="73521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5E21A"/>
          </a:solidFill>
          <a:ln w="3518">
            <a:solidFill>
              <a:srgbClr val="D5E21A"/>
            </a:solidFill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847B8B2C-AA3F-4C50-A8DD-1F0789C1474B}"/>
              </a:ext>
            </a:extLst>
          </p:cNvPr>
          <p:cNvSpPr>
            <a:spLocks noGrp="1"/>
          </p:cNvSpPr>
          <p:nvPr/>
        </p:nvSpPr>
        <p:spPr>
          <a:xfrm>
            <a:off x="8550335" y="73407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2E21B"/>
          </a:solidFill>
          <a:ln w="3518">
            <a:solidFill>
              <a:srgbClr val="D2E21B"/>
            </a:solidFill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187AA48F-DEFA-404E-9669-45E6AB869140}"/>
              </a:ext>
            </a:extLst>
          </p:cNvPr>
          <p:cNvSpPr>
            <a:spLocks noGrp="1"/>
          </p:cNvSpPr>
          <p:nvPr/>
        </p:nvSpPr>
        <p:spPr>
          <a:xfrm>
            <a:off x="8550335" y="73294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0E11C"/>
          </a:solidFill>
          <a:ln w="3518">
            <a:solidFill>
              <a:srgbClr val="D0E11C"/>
            </a:solidFill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A7E5D7B2-C370-46C8-8493-5487FC0DCB42}"/>
              </a:ext>
            </a:extLst>
          </p:cNvPr>
          <p:cNvSpPr>
            <a:spLocks noGrp="1"/>
          </p:cNvSpPr>
          <p:nvPr/>
        </p:nvSpPr>
        <p:spPr>
          <a:xfrm>
            <a:off x="8550335" y="73180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DE11D"/>
          </a:solidFill>
          <a:ln w="3518">
            <a:solidFill>
              <a:srgbClr val="CDE11D"/>
            </a:solidFill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367A399E-DB46-4EB3-895A-CCAAE7C8B8E7}"/>
              </a:ext>
            </a:extLst>
          </p:cNvPr>
          <p:cNvSpPr>
            <a:spLocks noGrp="1"/>
          </p:cNvSpPr>
          <p:nvPr/>
        </p:nvSpPr>
        <p:spPr>
          <a:xfrm>
            <a:off x="8550335" y="73066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AE11F"/>
          </a:solidFill>
          <a:ln w="3518">
            <a:solidFill>
              <a:srgbClr val="CAE11F"/>
            </a:solidFill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AF2B51E3-5659-407B-BE6A-1EA88B0AF4C1}"/>
              </a:ext>
            </a:extLst>
          </p:cNvPr>
          <p:cNvSpPr>
            <a:spLocks noGrp="1"/>
          </p:cNvSpPr>
          <p:nvPr/>
        </p:nvSpPr>
        <p:spPr>
          <a:xfrm>
            <a:off x="8550335" y="72952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8E020"/>
          </a:solidFill>
          <a:ln w="3518">
            <a:solidFill>
              <a:srgbClr val="C8E020"/>
            </a:solidFill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9DDEC3B7-6B6B-4D19-8299-0469D9F5FE6A}"/>
              </a:ext>
            </a:extLst>
          </p:cNvPr>
          <p:cNvSpPr>
            <a:spLocks noGrp="1"/>
          </p:cNvSpPr>
          <p:nvPr/>
        </p:nvSpPr>
        <p:spPr>
          <a:xfrm>
            <a:off x="8550335" y="72838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5E021"/>
          </a:solidFill>
          <a:ln w="3518">
            <a:solidFill>
              <a:srgbClr val="C5E021"/>
            </a:solidFill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A8824E33-1202-44D2-96CC-434F17560ED3}"/>
              </a:ext>
            </a:extLst>
          </p:cNvPr>
          <p:cNvSpPr>
            <a:spLocks noGrp="1"/>
          </p:cNvSpPr>
          <p:nvPr/>
        </p:nvSpPr>
        <p:spPr>
          <a:xfrm>
            <a:off x="8550335" y="72725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2DF23"/>
          </a:solidFill>
          <a:ln w="3518">
            <a:solidFill>
              <a:srgbClr val="C2DF23"/>
            </a:solidFill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FBE9EE99-A389-4995-99AE-FDD2965AC028}"/>
              </a:ext>
            </a:extLst>
          </p:cNvPr>
          <p:cNvSpPr>
            <a:spLocks noGrp="1"/>
          </p:cNvSpPr>
          <p:nvPr/>
        </p:nvSpPr>
        <p:spPr>
          <a:xfrm>
            <a:off x="8550335" y="72611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0DF25"/>
          </a:solidFill>
          <a:ln w="3518">
            <a:solidFill>
              <a:srgbClr val="C0DF25"/>
            </a:solidFill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8BD5D0C7-6130-40B5-BA75-C8495BAA26CF}"/>
              </a:ext>
            </a:extLst>
          </p:cNvPr>
          <p:cNvSpPr>
            <a:spLocks noGrp="1"/>
          </p:cNvSpPr>
          <p:nvPr/>
        </p:nvSpPr>
        <p:spPr>
          <a:xfrm>
            <a:off x="8550335" y="72497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DDF26"/>
          </a:solidFill>
          <a:ln w="3518">
            <a:solidFill>
              <a:srgbClr val="BDDF26"/>
            </a:solidFill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E575B5A7-699F-40A1-A73B-E408D8455D45}"/>
              </a:ext>
            </a:extLst>
          </p:cNvPr>
          <p:cNvSpPr>
            <a:spLocks noGrp="1"/>
          </p:cNvSpPr>
          <p:nvPr/>
        </p:nvSpPr>
        <p:spPr>
          <a:xfrm>
            <a:off x="8550335" y="72383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ADE28"/>
          </a:solidFill>
          <a:ln w="3518">
            <a:solidFill>
              <a:srgbClr val="BADE28"/>
            </a:solidFill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5A0ED741-6EB6-42AA-ADD6-F871EEFCCC16}"/>
              </a:ext>
            </a:extLst>
          </p:cNvPr>
          <p:cNvSpPr>
            <a:spLocks noGrp="1"/>
          </p:cNvSpPr>
          <p:nvPr/>
        </p:nvSpPr>
        <p:spPr>
          <a:xfrm>
            <a:off x="8550335" y="72269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8DE29"/>
          </a:solidFill>
          <a:ln w="3518">
            <a:solidFill>
              <a:srgbClr val="B8DE29"/>
            </a:solidFill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105FA530-34F8-4299-8948-D41BCA4C9F06}"/>
              </a:ext>
            </a:extLst>
          </p:cNvPr>
          <p:cNvSpPr>
            <a:spLocks noGrp="1"/>
          </p:cNvSpPr>
          <p:nvPr/>
        </p:nvSpPr>
        <p:spPr>
          <a:xfrm>
            <a:off x="8550335" y="72155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5DE2B"/>
          </a:solidFill>
          <a:ln w="3518">
            <a:solidFill>
              <a:srgbClr val="B5DE2B"/>
            </a:solidFill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80B10863-A249-42F4-ADE0-D299986F6115}"/>
              </a:ext>
            </a:extLst>
          </p:cNvPr>
          <p:cNvSpPr>
            <a:spLocks noGrp="1"/>
          </p:cNvSpPr>
          <p:nvPr/>
        </p:nvSpPr>
        <p:spPr>
          <a:xfrm>
            <a:off x="8550335" y="72042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2DD2D"/>
          </a:solidFill>
          <a:ln w="3518">
            <a:solidFill>
              <a:srgbClr val="B2DD2D"/>
            </a:solidFill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40D59F80-E49A-48E2-8533-089C8D604935}"/>
              </a:ext>
            </a:extLst>
          </p:cNvPr>
          <p:cNvSpPr>
            <a:spLocks noGrp="1"/>
          </p:cNvSpPr>
          <p:nvPr/>
        </p:nvSpPr>
        <p:spPr>
          <a:xfrm>
            <a:off x="8550335" y="71928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0DD2F"/>
          </a:solidFill>
          <a:ln w="3518">
            <a:solidFill>
              <a:srgbClr val="B0DD2F"/>
            </a:solidFill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34558C19-C075-4E79-990B-EB5F74218F9D}"/>
              </a:ext>
            </a:extLst>
          </p:cNvPr>
          <p:cNvSpPr>
            <a:spLocks noGrp="1"/>
          </p:cNvSpPr>
          <p:nvPr/>
        </p:nvSpPr>
        <p:spPr>
          <a:xfrm>
            <a:off x="8550335" y="71814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DDC30"/>
          </a:solidFill>
          <a:ln w="3518">
            <a:solidFill>
              <a:srgbClr val="ADDC30"/>
            </a:solidFill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20E2DC63-2535-4F23-961F-4B5E09630AFD}"/>
              </a:ext>
            </a:extLst>
          </p:cNvPr>
          <p:cNvSpPr>
            <a:spLocks noGrp="1"/>
          </p:cNvSpPr>
          <p:nvPr/>
        </p:nvSpPr>
        <p:spPr>
          <a:xfrm>
            <a:off x="8550335" y="71700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ADC32"/>
          </a:solidFill>
          <a:ln w="3518">
            <a:solidFill>
              <a:srgbClr val="AADC32"/>
            </a:solidFill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3E17B6FC-B9FD-43DE-B2EE-C8332678CA9B}"/>
              </a:ext>
            </a:extLst>
          </p:cNvPr>
          <p:cNvSpPr>
            <a:spLocks noGrp="1"/>
          </p:cNvSpPr>
          <p:nvPr/>
        </p:nvSpPr>
        <p:spPr>
          <a:xfrm>
            <a:off x="8550335" y="71586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8DB34"/>
          </a:solidFill>
          <a:ln w="3518">
            <a:solidFill>
              <a:srgbClr val="A8DB34"/>
            </a:solidFill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AA8180EA-3BAD-4FA7-A892-51A89012D479}"/>
              </a:ext>
            </a:extLst>
          </p:cNvPr>
          <p:cNvSpPr>
            <a:spLocks noGrp="1"/>
          </p:cNvSpPr>
          <p:nvPr/>
        </p:nvSpPr>
        <p:spPr>
          <a:xfrm>
            <a:off x="8550335" y="71473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5DB36"/>
          </a:solidFill>
          <a:ln w="3518">
            <a:solidFill>
              <a:srgbClr val="A5DB36"/>
            </a:solidFill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55F71103-E7C3-4E1C-817C-FDC78EAA652A}"/>
              </a:ext>
            </a:extLst>
          </p:cNvPr>
          <p:cNvSpPr>
            <a:spLocks noGrp="1"/>
          </p:cNvSpPr>
          <p:nvPr/>
        </p:nvSpPr>
        <p:spPr>
          <a:xfrm>
            <a:off x="8550335" y="71359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2DA37"/>
          </a:solidFill>
          <a:ln w="3518">
            <a:solidFill>
              <a:srgbClr val="A2DA37"/>
            </a:solidFill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C187CF02-2C1C-4264-BAA7-39B2039BE185}"/>
              </a:ext>
            </a:extLst>
          </p:cNvPr>
          <p:cNvSpPr>
            <a:spLocks noGrp="1"/>
          </p:cNvSpPr>
          <p:nvPr/>
        </p:nvSpPr>
        <p:spPr>
          <a:xfrm>
            <a:off x="8550335" y="71245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0DA39"/>
          </a:solidFill>
          <a:ln w="3518">
            <a:solidFill>
              <a:srgbClr val="A0DA39"/>
            </a:solidFill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971D23DC-B720-490B-A034-FA72B1C516B2}"/>
              </a:ext>
            </a:extLst>
          </p:cNvPr>
          <p:cNvSpPr>
            <a:spLocks noGrp="1"/>
          </p:cNvSpPr>
          <p:nvPr/>
        </p:nvSpPr>
        <p:spPr>
          <a:xfrm>
            <a:off x="8550335" y="71131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DD93B"/>
          </a:solidFill>
          <a:ln w="3518">
            <a:solidFill>
              <a:srgbClr val="9DD93B"/>
            </a:solidFill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F385337-A5D0-4E33-8852-86C60FCE3AA3}"/>
              </a:ext>
            </a:extLst>
          </p:cNvPr>
          <p:cNvSpPr>
            <a:spLocks noGrp="1"/>
          </p:cNvSpPr>
          <p:nvPr/>
        </p:nvSpPr>
        <p:spPr>
          <a:xfrm>
            <a:off x="8550335" y="71017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BD93C"/>
          </a:solidFill>
          <a:ln w="3518">
            <a:solidFill>
              <a:srgbClr val="9BD93C"/>
            </a:solidFill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BB04082D-D3CA-4E17-9260-490C7F00D0E4}"/>
              </a:ext>
            </a:extLst>
          </p:cNvPr>
          <p:cNvSpPr>
            <a:spLocks noGrp="1"/>
          </p:cNvSpPr>
          <p:nvPr/>
        </p:nvSpPr>
        <p:spPr>
          <a:xfrm>
            <a:off x="8550335" y="70904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8D83E"/>
          </a:solidFill>
          <a:ln w="3518">
            <a:solidFill>
              <a:srgbClr val="98D83E"/>
            </a:solidFill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4B0F1AD6-48D7-41D7-AD60-94DED4716CEB}"/>
              </a:ext>
            </a:extLst>
          </p:cNvPr>
          <p:cNvSpPr>
            <a:spLocks noGrp="1"/>
          </p:cNvSpPr>
          <p:nvPr/>
        </p:nvSpPr>
        <p:spPr>
          <a:xfrm>
            <a:off x="8550335" y="70790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5D840"/>
          </a:solidFill>
          <a:ln w="3518">
            <a:solidFill>
              <a:srgbClr val="95D840"/>
            </a:solidFill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79A1E6F6-5681-433E-915C-869524FA27BC}"/>
              </a:ext>
            </a:extLst>
          </p:cNvPr>
          <p:cNvSpPr>
            <a:spLocks noGrp="1"/>
          </p:cNvSpPr>
          <p:nvPr/>
        </p:nvSpPr>
        <p:spPr>
          <a:xfrm>
            <a:off x="8550335" y="70676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3D741"/>
          </a:solidFill>
          <a:ln w="3518">
            <a:solidFill>
              <a:srgbClr val="93D741"/>
            </a:solidFill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2AD74FCA-E4B1-44AA-9D3E-68A5DA6EA904}"/>
              </a:ext>
            </a:extLst>
          </p:cNvPr>
          <p:cNvSpPr>
            <a:spLocks noGrp="1"/>
          </p:cNvSpPr>
          <p:nvPr/>
        </p:nvSpPr>
        <p:spPr>
          <a:xfrm>
            <a:off x="8550335" y="70562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0D743"/>
          </a:solidFill>
          <a:ln w="3518">
            <a:solidFill>
              <a:srgbClr val="90D743"/>
            </a:solidFill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25EC2EC9-5CD6-478E-92C9-32F8D02EE07E}"/>
              </a:ext>
            </a:extLst>
          </p:cNvPr>
          <p:cNvSpPr>
            <a:spLocks noGrp="1"/>
          </p:cNvSpPr>
          <p:nvPr/>
        </p:nvSpPr>
        <p:spPr>
          <a:xfrm>
            <a:off x="8550335" y="70448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ED645"/>
          </a:solidFill>
          <a:ln w="3518">
            <a:solidFill>
              <a:srgbClr val="8ED645"/>
            </a:solidFill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4BB5E6C7-5FEA-4F5B-9F4D-1FC1A80A1FCA}"/>
              </a:ext>
            </a:extLst>
          </p:cNvPr>
          <p:cNvSpPr>
            <a:spLocks noGrp="1"/>
          </p:cNvSpPr>
          <p:nvPr/>
        </p:nvSpPr>
        <p:spPr>
          <a:xfrm>
            <a:off x="8550335" y="70335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BD646"/>
          </a:solidFill>
          <a:ln w="3518">
            <a:solidFill>
              <a:srgbClr val="8BD646"/>
            </a:solidFill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197B4901-7F5A-4E59-8612-67E3BF6C927F}"/>
              </a:ext>
            </a:extLst>
          </p:cNvPr>
          <p:cNvSpPr>
            <a:spLocks noGrp="1"/>
          </p:cNvSpPr>
          <p:nvPr/>
        </p:nvSpPr>
        <p:spPr>
          <a:xfrm>
            <a:off x="8550335" y="70221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9D548"/>
          </a:solidFill>
          <a:ln w="3518">
            <a:solidFill>
              <a:srgbClr val="89D548"/>
            </a:solidFill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A16BB767-F8C9-4882-BB2E-0748BBCF2991}"/>
              </a:ext>
            </a:extLst>
          </p:cNvPr>
          <p:cNvSpPr>
            <a:spLocks noGrp="1"/>
          </p:cNvSpPr>
          <p:nvPr/>
        </p:nvSpPr>
        <p:spPr>
          <a:xfrm>
            <a:off x="8550335" y="70107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6D549"/>
          </a:solidFill>
          <a:ln w="3518">
            <a:solidFill>
              <a:srgbClr val="86D549"/>
            </a:solidFill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42FE79AB-B458-420C-BA7A-60E9E04818F8}"/>
              </a:ext>
            </a:extLst>
          </p:cNvPr>
          <p:cNvSpPr>
            <a:spLocks noGrp="1"/>
          </p:cNvSpPr>
          <p:nvPr/>
        </p:nvSpPr>
        <p:spPr>
          <a:xfrm>
            <a:off x="8550335" y="69993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4D44B"/>
          </a:solidFill>
          <a:ln w="3518">
            <a:solidFill>
              <a:srgbClr val="84D44B"/>
            </a:solidFill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0969F04E-D440-4B20-9638-A01BC556FDFE}"/>
              </a:ext>
            </a:extLst>
          </p:cNvPr>
          <p:cNvSpPr>
            <a:spLocks noGrp="1"/>
          </p:cNvSpPr>
          <p:nvPr/>
        </p:nvSpPr>
        <p:spPr>
          <a:xfrm>
            <a:off x="8550335" y="69879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1D34D"/>
          </a:solidFill>
          <a:ln w="3518">
            <a:solidFill>
              <a:srgbClr val="81D34D"/>
            </a:solidFill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0762BEF2-D68D-4AC5-A202-4C1342F06A72}"/>
              </a:ext>
            </a:extLst>
          </p:cNvPr>
          <p:cNvSpPr>
            <a:spLocks noGrp="1"/>
          </p:cNvSpPr>
          <p:nvPr/>
        </p:nvSpPr>
        <p:spPr>
          <a:xfrm>
            <a:off x="8550335" y="69765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FD34E"/>
          </a:solidFill>
          <a:ln w="3518">
            <a:solidFill>
              <a:srgbClr val="7FD34E"/>
            </a:solidFill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9BB80910-3BFA-4D4C-865D-521173F83E70}"/>
              </a:ext>
            </a:extLst>
          </p:cNvPr>
          <p:cNvSpPr>
            <a:spLocks noGrp="1"/>
          </p:cNvSpPr>
          <p:nvPr/>
        </p:nvSpPr>
        <p:spPr>
          <a:xfrm>
            <a:off x="8550335" y="69652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CD250"/>
          </a:solidFill>
          <a:ln w="3518">
            <a:solidFill>
              <a:srgbClr val="7CD250"/>
            </a:solidFill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DA38B659-7005-44AE-B912-133FB03FFCC5}"/>
              </a:ext>
            </a:extLst>
          </p:cNvPr>
          <p:cNvSpPr>
            <a:spLocks noGrp="1"/>
          </p:cNvSpPr>
          <p:nvPr/>
        </p:nvSpPr>
        <p:spPr>
          <a:xfrm>
            <a:off x="8550335" y="69538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AD151"/>
          </a:solidFill>
          <a:ln w="3518">
            <a:solidFill>
              <a:srgbClr val="7AD151"/>
            </a:solidFill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B4E98AAF-5FF7-40EF-A489-09A67FC22B5B}"/>
              </a:ext>
            </a:extLst>
          </p:cNvPr>
          <p:cNvSpPr>
            <a:spLocks noGrp="1"/>
          </p:cNvSpPr>
          <p:nvPr/>
        </p:nvSpPr>
        <p:spPr>
          <a:xfrm>
            <a:off x="8550335" y="69424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7D153"/>
          </a:solidFill>
          <a:ln w="3518">
            <a:solidFill>
              <a:srgbClr val="77D153"/>
            </a:solidFill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150A700D-1F42-4105-9EA5-B5A457730F25}"/>
              </a:ext>
            </a:extLst>
          </p:cNvPr>
          <p:cNvSpPr>
            <a:spLocks noGrp="1"/>
          </p:cNvSpPr>
          <p:nvPr/>
        </p:nvSpPr>
        <p:spPr>
          <a:xfrm>
            <a:off x="8550335" y="69310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5D054"/>
          </a:solidFill>
          <a:ln w="3518">
            <a:solidFill>
              <a:srgbClr val="75D054"/>
            </a:solidFill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5397840C-99E5-4F49-B806-5C8F810FE205}"/>
              </a:ext>
            </a:extLst>
          </p:cNvPr>
          <p:cNvSpPr>
            <a:spLocks noGrp="1"/>
          </p:cNvSpPr>
          <p:nvPr/>
        </p:nvSpPr>
        <p:spPr>
          <a:xfrm>
            <a:off x="8550335" y="69196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3D056"/>
          </a:solidFill>
          <a:ln w="3518">
            <a:solidFill>
              <a:srgbClr val="73D056"/>
            </a:solidFill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F5480EE1-7E19-43EF-9590-66E267C002F3}"/>
              </a:ext>
            </a:extLst>
          </p:cNvPr>
          <p:cNvSpPr>
            <a:spLocks noGrp="1"/>
          </p:cNvSpPr>
          <p:nvPr/>
        </p:nvSpPr>
        <p:spPr>
          <a:xfrm>
            <a:off x="8550335" y="69083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0CF57"/>
          </a:solidFill>
          <a:ln w="3518">
            <a:solidFill>
              <a:srgbClr val="70CF57"/>
            </a:solidFill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152F38E6-5CCB-4141-B96F-3C22FFC31976}"/>
              </a:ext>
            </a:extLst>
          </p:cNvPr>
          <p:cNvSpPr>
            <a:spLocks noGrp="1"/>
          </p:cNvSpPr>
          <p:nvPr/>
        </p:nvSpPr>
        <p:spPr>
          <a:xfrm>
            <a:off x="8550335" y="68969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ECE58"/>
          </a:solidFill>
          <a:ln w="3518">
            <a:solidFill>
              <a:srgbClr val="6ECE58"/>
            </a:solidFill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5D781EA4-DF95-4431-9EEE-A6C2D13EB4EC}"/>
              </a:ext>
            </a:extLst>
          </p:cNvPr>
          <p:cNvSpPr>
            <a:spLocks noGrp="1"/>
          </p:cNvSpPr>
          <p:nvPr/>
        </p:nvSpPr>
        <p:spPr>
          <a:xfrm>
            <a:off x="8550335" y="68855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CCD5A"/>
          </a:solidFill>
          <a:ln w="3518">
            <a:solidFill>
              <a:srgbClr val="6CCD5A"/>
            </a:solidFill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B8E32093-59C1-4108-8CC6-084109E39CB9}"/>
              </a:ext>
            </a:extLst>
          </p:cNvPr>
          <p:cNvSpPr>
            <a:spLocks noGrp="1"/>
          </p:cNvSpPr>
          <p:nvPr/>
        </p:nvSpPr>
        <p:spPr>
          <a:xfrm>
            <a:off x="8550335" y="68741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9CD5B"/>
          </a:solidFill>
          <a:ln w="3518">
            <a:solidFill>
              <a:srgbClr val="69CD5B"/>
            </a:solidFill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37C03E53-474E-4722-9B42-C376A3385B9B}"/>
              </a:ext>
            </a:extLst>
          </p:cNvPr>
          <p:cNvSpPr>
            <a:spLocks noGrp="1"/>
          </p:cNvSpPr>
          <p:nvPr/>
        </p:nvSpPr>
        <p:spPr>
          <a:xfrm>
            <a:off x="8550335" y="68627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7CC5C"/>
          </a:solidFill>
          <a:ln w="3518">
            <a:solidFill>
              <a:srgbClr val="67CC5C"/>
            </a:solidFill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99E92412-CA56-4D20-AE03-3431303AC4D4}"/>
              </a:ext>
            </a:extLst>
          </p:cNvPr>
          <p:cNvSpPr>
            <a:spLocks noGrp="1"/>
          </p:cNvSpPr>
          <p:nvPr/>
        </p:nvSpPr>
        <p:spPr>
          <a:xfrm>
            <a:off x="8550335" y="68514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5CB5E"/>
          </a:solidFill>
          <a:ln w="3518">
            <a:solidFill>
              <a:srgbClr val="65CB5E"/>
            </a:solidFill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702ADCDB-EA78-4961-9DEF-96942E298632}"/>
              </a:ext>
            </a:extLst>
          </p:cNvPr>
          <p:cNvSpPr>
            <a:spLocks noGrp="1"/>
          </p:cNvSpPr>
          <p:nvPr/>
        </p:nvSpPr>
        <p:spPr>
          <a:xfrm>
            <a:off x="8550335" y="68400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3CB5F"/>
          </a:solidFill>
          <a:ln w="3518">
            <a:solidFill>
              <a:srgbClr val="63CB5F"/>
            </a:solidFill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D267852C-1D1D-419A-B8D2-21BDAA1F9CFF}"/>
              </a:ext>
            </a:extLst>
          </p:cNvPr>
          <p:cNvSpPr>
            <a:spLocks noGrp="1"/>
          </p:cNvSpPr>
          <p:nvPr/>
        </p:nvSpPr>
        <p:spPr>
          <a:xfrm>
            <a:off x="8550335" y="68286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0CA60"/>
          </a:solidFill>
          <a:ln w="3518">
            <a:solidFill>
              <a:srgbClr val="60CA60"/>
            </a:solidFill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877D80D6-9631-4422-BCD6-A11EE600B987}"/>
              </a:ext>
            </a:extLst>
          </p:cNvPr>
          <p:cNvSpPr>
            <a:spLocks noGrp="1"/>
          </p:cNvSpPr>
          <p:nvPr/>
        </p:nvSpPr>
        <p:spPr>
          <a:xfrm>
            <a:off x="8550335" y="68172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EC962"/>
          </a:solidFill>
          <a:ln w="3518">
            <a:solidFill>
              <a:srgbClr val="5EC962"/>
            </a:solidFill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5829A18C-E966-4E31-A755-59A92018F41D}"/>
              </a:ext>
            </a:extLst>
          </p:cNvPr>
          <p:cNvSpPr>
            <a:spLocks noGrp="1"/>
          </p:cNvSpPr>
          <p:nvPr/>
        </p:nvSpPr>
        <p:spPr>
          <a:xfrm>
            <a:off x="8550335" y="68058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CC863"/>
          </a:solidFill>
          <a:ln w="3518">
            <a:solidFill>
              <a:srgbClr val="5CC863"/>
            </a:solidFill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DF53B868-F8BE-4B03-8CB1-14E77CF5E53F}"/>
              </a:ext>
            </a:extLst>
          </p:cNvPr>
          <p:cNvSpPr>
            <a:spLocks noGrp="1"/>
          </p:cNvSpPr>
          <p:nvPr/>
        </p:nvSpPr>
        <p:spPr>
          <a:xfrm>
            <a:off x="8550335" y="67944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AC864"/>
          </a:solidFill>
          <a:ln w="3518">
            <a:solidFill>
              <a:srgbClr val="5AC864"/>
            </a:solidFill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E182F195-952D-49A1-80B8-42FE7A0DDBDE}"/>
              </a:ext>
            </a:extLst>
          </p:cNvPr>
          <p:cNvSpPr>
            <a:spLocks noGrp="1"/>
          </p:cNvSpPr>
          <p:nvPr/>
        </p:nvSpPr>
        <p:spPr>
          <a:xfrm>
            <a:off x="8550335" y="67831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8C765"/>
          </a:solidFill>
          <a:ln w="3518">
            <a:solidFill>
              <a:srgbClr val="58C765"/>
            </a:solidFill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E03ADDBE-9A2C-41F3-B003-5F50C34C6A8F}"/>
              </a:ext>
            </a:extLst>
          </p:cNvPr>
          <p:cNvSpPr>
            <a:spLocks noGrp="1"/>
          </p:cNvSpPr>
          <p:nvPr/>
        </p:nvSpPr>
        <p:spPr>
          <a:xfrm>
            <a:off x="8550335" y="67717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6C667"/>
          </a:solidFill>
          <a:ln w="3518">
            <a:solidFill>
              <a:srgbClr val="56C667"/>
            </a:solidFill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7A8047FD-FF97-406F-9604-C37C34003729}"/>
              </a:ext>
            </a:extLst>
          </p:cNvPr>
          <p:cNvSpPr>
            <a:spLocks noGrp="1"/>
          </p:cNvSpPr>
          <p:nvPr/>
        </p:nvSpPr>
        <p:spPr>
          <a:xfrm>
            <a:off x="8550335" y="67603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4C568"/>
          </a:solidFill>
          <a:ln w="3518">
            <a:solidFill>
              <a:srgbClr val="54C568"/>
            </a:solidFill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D5DFC0D1-959A-4DE7-A2B5-4969FE60FAAB}"/>
              </a:ext>
            </a:extLst>
          </p:cNvPr>
          <p:cNvSpPr>
            <a:spLocks noGrp="1"/>
          </p:cNvSpPr>
          <p:nvPr/>
        </p:nvSpPr>
        <p:spPr>
          <a:xfrm>
            <a:off x="8550335" y="67489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2C569"/>
          </a:solidFill>
          <a:ln w="3518">
            <a:solidFill>
              <a:srgbClr val="52C569"/>
            </a:solidFill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8BC870DD-255F-4B11-AAEF-5F36A5DDB756}"/>
              </a:ext>
            </a:extLst>
          </p:cNvPr>
          <p:cNvSpPr>
            <a:spLocks noGrp="1"/>
          </p:cNvSpPr>
          <p:nvPr/>
        </p:nvSpPr>
        <p:spPr>
          <a:xfrm>
            <a:off x="8550335" y="67375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0C46A"/>
          </a:solidFill>
          <a:ln w="3518">
            <a:solidFill>
              <a:srgbClr val="50C46A"/>
            </a:solidFill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ACC3210C-D318-40AB-B68D-AA8ECE56346E}"/>
              </a:ext>
            </a:extLst>
          </p:cNvPr>
          <p:cNvSpPr>
            <a:spLocks noGrp="1"/>
          </p:cNvSpPr>
          <p:nvPr/>
        </p:nvSpPr>
        <p:spPr>
          <a:xfrm>
            <a:off x="8550335" y="67262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EC36B"/>
          </a:solidFill>
          <a:ln w="3518">
            <a:solidFill>
              <a:srgbClr val="4EC36B"/>
            </a:solidFill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C6560732-66AE-40D9-8ACE-5A2D3B7A58CC}"/>
              </a:ext>
            </a:extLst>
          </p:cNvPr>
          <p:cNvSpPr>
            <a:spLocks noGrp="1"/>
          </p:cNvSpPr>
          <p:nvPr/>
        </p:nvSpPr>
        <p:spPr>
          <a:xfrm>
            <a:off x="8550335" y="67148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CC26C"/>
          </a:solidFill>
          <a:ln w="3518">
            <a:solidFill>
              <a:srgbClr val="4CC26C"/>
            </a:solidFill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C3B6042F-0B79-4107-8DF7-2CE47D442BFA}"/>
              </a:ext>
            </a:extLst>
          </p:cNvPr>
          <p:cNvSpPr>
            <a:spLocks noGrp="1"/>
          </p:cNvSpPr>
          <p:nvPr/>
        </p:nvSpPr>
        <p:spPr>
          <a:xfrm>
            <a:off x="8550335" y="67034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AC16D"/>
          </a:solidFill>
          <a:ln w="3518">
            <a:solidFill>
              <a:srgbClr val="4AC16D"/>
            </a:solidFill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82E611CB-9885-4468-9BCF-74624B617E7C}"/>
              </a:ext>
            </a:extLst>
          </p:cNvPr>
          <p:cNvSpPr>
            <a:spLocks noGrp="1"/>
          </p:cNvSpPr>
          <p:nvPr/>
        </p:nvSpPr>
        <p:spPr>
          <a:xfrm>
            <a:off x="8550335" y="66920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C16E"/>
          </a:solidFill>
          <a:ln w="3518">
            <a:solidFill>
              <a:srgbClr val="48C16E"/>
            </a:solidFill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94CEDB4-62AE-43F3-BCD2-8B1956F41B1C}"/>
              </a:ext>
            </a:extLst>
          </p:cNvPr>
          <p:cNvSpPr>
            <a:spLocks noGrp="1"/>
          </p:cNvSpPr>
          <p:nvPr/>
        </p:nvSpPr>
        <p:spPr>
          <a:xfrm>
            <a:off x="8550335" y="66806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C06F"/>
          </a:solidFill>
          <a:ln w="3518">
            <a:solidFill>
              <a:srgbClr val="46C06F"/>
            </a:solidFill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FF8B0E5A-70C0-462E-8BAB-77DBED6FFF87}"/>
              </a:ext>
            </a:extLst>
          </p:cNvPr>
          <p:cNvSpPr>
            <a:spLocks noGrp="1"/>
          </p:cNvSpPr>
          <p:nvPr/>
        </p:nvSpPr>
        <p:spPr>
          <a:xfrm>
            <a:off x="8550335" y="66693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BF70"/>
          </a:solidFill>
          <a:ln w="3518">
            <a:solidFill>
              <a:srgbClr val="44BF70"/>
            </a:solidFill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E9333741-2C3F-4029-9E10-1EFD21A00EF5}"/>
              </a:ext>
            </a:extLst>
          </p:cNvPr>
          <p:cNvSpPr>
            <a:spLocks noGrp="1"/>
          </p:cNvSpPr>
          <p:nvPr/>
        </p:nvSpPr>
        <p:spPr>
          <a:xfrm>
            <a:off x="8550335" y="66579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BE71"/>
          </a:solidFill>
          <a:ln w="3518">
            <a:solidFill>
              <a:srgbClr val="42BE71"/>
            </a:solidFill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CDC4663F-A151-412A-BE1F-B3BAE09C00DD}"/>
              </a:ext>
            </a:extLst>
          </p:cNvPr>
          <p:cNvSpPr>
            <a:spLocks noGrp="1"/>
          </p:cNvSpPr>
          <p:nvPr/>
        </p:nvSpPr>
        <p:spPr>
          <a:xfrm>
            <a:off x="8550335" y="66465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BD72"/>
          </a:solidFill>
          <a:ln w="3518">
            <a:solidFill>
              <a:srgbClr val="40BD72"/>
            </a:solidFill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7761806A-9C4E-4A99-9629-4A9F022B38EE}"/>
              </a:ext>
            </a:extLst>
          </p:cNvPr>
          <p:cNvSpPr>
            <a:spLocks noGrp="1"/>
          </p:cNvSpPr>
          <p:nvPr/>
        </p:nvSpPr>
        <p:spPr>
          <a:xfrm>
            <a:off x="8550335" y="66351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BC73"/>
          </a:solidFill>
          <a:ln w="3518">
            <a:solidFill>
              <a:srgbClr val="3FBC73"/>
            </a:solidFill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44B9C736-AABA-48ED-9E10-11353034D333}"/>
              </a:ext>
            </a:extLst>
          </p:cNvPr>
          <p:cNvSpPr>
            <a:spLocks noGrp="1"/>
          </p:cNvSpPr>
          <p:nvPr/>
        </p:nvSpPr>
        <p:spPr>
          <a:xfrm>
            <a:off x="8550335" y="66237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BC74"/>
          </a:solidFill>
          <a:ln w="3518">
            <a:solidFill>
              <a:srgbClr val="3DBC74"/>
            </a:solidFill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CBF30559-2564-4E00-A5B0-58AC5EC9D0F9}"/>
              </a:ext>
            </a:extLst>
          </p:cNvPr>
          <p:cNvSpPr>
            <a:spLocks noGrp="1"/>
          </p:cNvSpPr>
          <p:nvPr/>
        </p:nvSpPr>
        <p:spPr>
          <a:xfrm>
            <a:off x="8550335" y="66124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BB75"/>
          </a:solidFill>
          <a:ln w="3518">
            <a:solidFill>
              <a:srgbClr val="3BBB75"/>
            </a:solidFill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13F519C9-01D3-4AF6-A868-1A1AE2451BFB}"/>
              </a:ext>
            </a:extLst>
          </p:cNvPr>
          <p:cNvSpPr>
            <a:spLocks noGrp="1"/>
          </p:cNvSpPr>
          <p:nvPr/>
        </p:nvSpPr>
        <p:spPr>
          <a:xfrm>
            <a:off x="8550335" y="66010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BA76"/>
          </a:solidFill>
          <a:ln w="3518">
            <a:solidFill>
              <a:srgbClr val="3ABA76"/>
            </a:solidFill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E071BDD8-469D-4AA8-8AF3-115960EB287F}"/>
              </a:ext>
            </a:extLst>
          </p:cNvPr>
          <p:cNvSpPr>
            <a:spLocks noGrp="1"/>
          </p:cNvSpPr>
          <p:nvPr/>
        </p:nvSpPr>
        <p:spPr>
          <a:xfrm>
            <a:off x="8550335" y="65896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B977"/>
          </a:solidFill>
          <a:ln w="3518">
            <a:solidFill>
              <a:srgbClr val="38B977"/>
            </a:solidFill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FABA89DC-7AF7-421E-8618-4B5DEC2EF92C}"/>
              </a:ext>
            </a:extLst>
          </p:cNvPr>
          <p:cNvSpPr>
            <a:spLocks noGrp="1"/>
          </p:cNvSpPr>
          <p:nvPr/>
        </p:nvSpPr>
        <p:spPr>
          <a:xfrm>
            <a:off x="8550335" y="65782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B878"/>
          </a:solidFill>
          <a:ln w="3518">
            <a:solidFill>
              <a:srgbClr val="37B878"/>
            </a:solidFill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49D72F8E-45B8-4CCD-834A-6E88068C4788}"/>
              </a:ext>
            </a:extLst>
          </p:cNvPr>
          <p:cNvSpPr>
            <a:spLocks noGrp="1"/>
          </p:cNvSpPr>
          <p:nvPr/>
        </p:nvSpPr>
        <p:spPr>
          <a:xfrm>
            <a:off x="8550335" y="65668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B779"/>
          </a:solidFill>
          <a:ln w="3518">
            <a:solidFill>
              <a:srgbClr val="35B779"/>
            </a:solidFill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819E34CD-F15A-4FC1-A116-F903B4BD8D8D}"/>
              </a:ext>
            </a:extLst>
          </p:cNvPr>
          <p:cNvSpPr>
            <a:spLocks noGrp="1"/>
          </p:cNvSpPr>
          <p:nvPr/>
        </p:nvSpPr>
        <p:spPr>
          <a:xfrm>
            <a:off x="8550335" y="65554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B679"/>
          </a:solidFill>
          <a:ln w="3518">
            <a:solidFill>
              <a:srgbClr val="34B679"/>
            </a:solidFill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EF70D6E1-75C5-4E5B-B254-BF97822A99F7}"/>
              </a:ext>
            </a:extLst>
          </p:cNvPr>
          <p:cNvSpPr>
            <a:spLocks noGrp="1"/>
          </p:cNvSpPr>
          <p:nvPr/>
        </p:nvSpPr>
        <p:spPr>
          <a:xfrm>
            <a:off x="8550335" y="65441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B67A"/>
          </a:solidFill>
          <a:ln w="3518">
            <a:solidFill>
              <a:srgbClr val="32B67A"/>
            </a:solidFill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AFE2D9B2-CCD5-4FFF-9C6E-BD56F1780EB6}"/>
              </a:ext>
            </a:extLst>
          </p:cNvPr>
          <p:cNvSpPr>
            <a:spLocks noGrp="1"/>
          </p:cNvSpPr>
          <p:nvPr/>
        </p:nvSpPr>
        <p:spPr>
          <a:xfrm>
            <a:off x="8550335" y="65327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B57B"/>
          </a:solidFill>
          <a:ln w="3518">
            <a:solidFill>
              <a:srgbClr val="31B57B"/>
            </a:solidFill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7952F06C-7AE5-4C10-A08B-EA5737F8B3E1}"/>
              </a:ext>
            </a:extLst>
          </p:cNvPr>
          <p:cNvSpPr>
            <a:spLocks noGrp="1"/>
          </p:cNvSpPr>
          <p:nvPr/>
        </p:nvSpPr>
        <p:spPr>
          <a:xfrm>
            <a:off x="8550335" y="65213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B47C"/>
          </a:solidFill>
          <a:ln w="3518">
            <a:solidFill>
              <a:srgbClr val="2FB47C"/>
            </a:solidFill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317456AD-9266-405A-8CB2-4BBA131D59C5}"/>
              </a:ext>
            </a:extLst>
          </p:cNvPr>
          <p:cNvSpPr>
            <a:spLocks noGrp="1"/>
          </p:cNvSpPr>
          <p:nvPr/>
        </p:nvSpPr>
        <p:spPr>
          <a:xfrm>
            <a:off x="8550335" y="65099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B37C"/>
          </a:solidFill>
          <a:ln w="3518">
            <a:solidFill>
              <a:srgbClr val="2EB37C"/>
            </a:solidFill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7D8CD29A-643C-4716-A1DC-6DEEEF675D45}"/>
              </a:ext>
            </a:extLst>
          </p:cNvPr>
          <p:cNvSpPr>
            <a:spLocks noGrp="1"/>
          </p:cNvSpPr>
          <p:nvPr/>
        </p:nvSpPr>
        <p:spPr>
          <a:xfrm>
            <a:off x="8550335" y="64985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B27D"/>
          </a:solidFill>
          <a:ln w="3518">
            <a:solidFill>
              <a:srgbClr val="2DB27D"/>
            </a:solidFill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7179E39C-C207-4312-B935-3AAAC6A9220F}"/>
              </a:ext>
            </a:extLst>
          </p:cNvPr>
          <p:cNvSpPr>
            <a:spLocks noGrp="1"/>
          </p:cNvSpPr>
          <p:nvPr/>
        </p:nvSpPr>
        <p:spPr>
          <a:xfrm>
            <a:off x="8550335" y="64872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B17E"/>
          </a:solidFill>
          <a:ln w="3518">
            <a:solidFill>
              <a:srgbClr val="2CB17E"/>
            </a:solidFill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FA0812F6-E4E5-4495-9A96-C6A8AA3571E5}"/>
              </a:ext>
            </a:extLst>
          </p:cNvPr>
          <p:cNvSpPr>
            <a:spLocks noGrp="1"/>
          </p:cNvSpPr>
          <p:nvPr/>
        </p:nvSpPr>
        <p:spPr>
          <a:xfrm>
            <a:off x="8550335" y="64758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B07F"/>
          </a:solidFill>
          <a:ln w="3518">
            <a:solidFill>
              <a:srgbClr val="2AB07F"/>
            </a:solidFill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5CF99444-DCA6-4186-8F07-6A2F40A19A78}"/>
              </a:ext>
            </a:extLst>
          </p:cNvPr>
          <p:cNvSpPr>
            <a:spLocks noGrp="1"/>
          </p:cNvSpPr>
          <p:nvPr/>
        </p:nvSpPr>
        <p:spPr>
          <a:xfrm>
            <a:off x="8550335" y="64644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AF7F"/>
          </a:solidFill>
          <a:ln w="3518">
            <a:solidFill>
              <a:srgbClr val="29AF7F"/>
            </a:solidFill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D2E6F511-E87E-483D-8811-FD7723D85574}"/>
              </a:ext>
            </a:extLst>
          </p:cNvPr>
          <p:cNvSpPr>
            <a:spLocks noGrp="1"/>
          </p:cNvSpPr>
          <p:nvPr/>
        </p:nvSpPr>
        <p:spPr>
          <a:xfrm>
            <a:off x="8550335" y="64530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AE80"/>
          </a:solidFill>
          <a:ln w="3518">
            <a:solidFill>
              <a:srgbClr val="28AE80"/>
            </a:solidFill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17430E01-410E-46B3-9ABA-49D0A07EDD85}"/>
              </a:ext>
            </a:extLst>
          </p:cNvPr>
          <p:cNvSpPr>
            <a:spLocks noGrp="1"/>
          </p:cNvSpPr>
          <p:nvPr/>
        </p:nvSpPr>
        <p:spPr>
          <a:xfrm>
            <a:off x="8550335" y="64416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AD81"/>
          </a:solidFill>
          <a:ln w="3518">
            <a:solidFill>
              <a:srgbClr val="27AD81"/>
            </a:solidFill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06753C2A-77F2-495A-9039-EA6FD9F6CC58}"/>
              </a:ext>
            </a:extLst>
          </p:cNvPr>
          <p:cNvSpPr>
            <a:spLocks noGrp="1"/>
          </p:cNvSpPr>
          <p:nvPr/>
        </p:nvSpPr>
        <p:spPr>
          <a:xfrm>
            <a:off x="8550335" y="64303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AD81"/>
          </a:solidFill>
          <a:ln w="3518">
            <a:solidFill>
              <a:srgbClr val="26AD81"/>
            </a:solidFill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DDA563C4-90AC-4DC5-8B2C-17D62A5A1C7D}"/>
              </a:ext>
            </a:extLst>
          </p:cNvPr>
          <p:cNvSpPr>
            <a:spLocks noGrp="1"/>
          </p:cNvSpPr>
          <p:nvPr/>
        </p:nvSpPr>
        <p:spPr>
          <a:xfrm>
            <a:off x="8550335" y="64189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C82"/>
          </a:solidFill>
          <a:ln w="3518">
            <a:solidFill>
              <a:srgbClr val="25AC82"/>
            </a:solidFill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A350D8C3-201E-47D9-8C31-417BF2F881B3}"/>
              </a:ext>
            </a:extLst>
          </p:cNvPr>
          <p:cNvSpPr>
            <a:spLocks noGrp="1"/>
          </p:cNvSpPr>
          <p:nvPr/>
        </p:nvSpPr>
        <p:spPr>
          <a:xfrm>
            <a:off x="8550335" y="64075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B82"/>
          </a:solidFill>
          <a:ln w="3518">
            <a:solidFill>
              <a:srgbClr val="25AB82"/>
            </a:solidFill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5D7BDCCD-189B-420E-84F6-4858D6E66398}"/>
              </a:ext>
            </a:extLst>
          </p:cNvPr>
          <p:cNvSpPr>
            <a:spLocks noGrp="1"/>
          </p:cNvSpPr>
          <p:nvPr/>
        </p:nvSpPr>
        <p:spPr>
          <a:xfrm>
            <a:off x="8550335" y="63961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AA83"/>
          </a:solidFill>
          <a:ln w="3518">
            <a:solidFill>
              <a:srgbClr val="24AA83"/>
            </a:solidFill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1E9CCCB7-2B15-41E9-85DF-77D852A8F904}"/>
              </a:ext>
            </a:extLst>
          </p:cNvPr>
          <p:cNvSpPr>
            <a:spLocks noGrp="1"/>
          </p:cNvSpPr>
          <p:nvPr/>
        </p:nvSpPr>
        <p:spPr>
          <a:xfrm>
            <a:off x="8550335" y="63847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A983"/>
          </a:solidFill>
          <a:ln w="3518">
            <a:solidFill>
              <a:srgbClr val="23A983"/>
            </a:solidFill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4D696F44-35E6-46AD-AB0D-5727917646AD}"/>
              </a:ext>
            </a:extLst>
          </p:cNvPr>
          <p:cNvSpPr>
            <a:spLocks noGrp="1"/>
          </p:cNvSpPr>
          <p:nvPr/>
        </p:nvSpPr>
        <p:spPr>
          <a:xfrm>
            <a:off x="8550335" y="63734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884"/>
          </a:solidFill>
          <a:ln w="3518">
            <a:solidFill>
              <a:srgbClr val="22A884"/>
            </a:solidFill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53655698-BD2D-4709-A19E-92AE34031144}"/>
              </a:ext>
            </a:extLst>
          </p:cNvPr>
          <p:cNvSpPr>
            <a:spLocks noGrp="1"/>
          </p:cNvSpPr>
          <p:nvPr/>
        </p:nvSpPr>
        <p:spPr>
          <a:xfrm>
            <a:off x="8550335" y="63620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785"/>
          </a:solidFill>
          <a:ln w="3518">
            <a:solidFill>
              <a:srgbClr val="22A785"/>
            </a:solidFill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16AB832E-FAFD-40E7-BD22-42AFA10F7B5F}"/>
              </a:ext>
            </a:extLst>
          </p:cNvPr>
          <p:cNvSpPr>
            <a:spLocks noGrp="1"/>
          </p:cNvSpPr>
          <p:nvPr/>
        </p:nvSpPr>
        <p:spPr>
          <a:xfrm>
            <a:off x="8550335" y="63506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685"/>
          </a:solidFill>
          <a:ln w="3518">
            <a:solidFill>
              <a:srgbClr val="21A685"/>
            </a:solidFill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7E668A60-316D-4054-81BA-5E9896AAC4F3}"/>
              </a:ext>
            </a:extLst>
          </p:cNvPr>
          <p:cNvSpPr>
            <a:spLocks noGrp="1"/>
          </p:cNvSpPr>
          <p:nvPr/>
        </p:nvSpPr>
        <p:spPr>
          <a:xfrm>
            <a:off x="8550335" y="63392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585"/>
          </a:solidFill>
          <a:ln w="3518">
            <a:solidFill>
              <a:srgbClr val="21A585"/>
            </a:solidFill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40693A6E-CA35-4126-A2BE-278CF1A632FD}"/>
              </a:ext>
            </a:extLst>
          </p:cNvPr>
          <p:cNvSpPr>
            <a:spLocks noGrp="1"/>
          </p:cNvSpPr>
          <p:nvPr/>
        </p:nvSpPr>
        <p:spPr>
          <a:xfrm>
            <a:off x="8550335" y="63278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486"/>
          </a:solidFill>
          <a:ln w="3518">
            <a:solidFill>
              <a:srgbClr val="20A486"/>
            </a:solidFill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C4C8A5B8-2B8B-4140-A4D3-31F604104B5D}"/>
              </a:ext>
            </a:extLst>
          </p:cNvPr>
          <p:cNvSpPr>
            <a:spLocks noGrp="1"/>
          </p:cNvSpPr>
          <p:nvPr/>
        </p:nvSpPr>
        <p:spPr>
          <a:xfrm>
            <a:off x="8550335" y="63164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386"/>
          </a:solidFill>
          <a:ln w="3518">
            <a:solidFill>
              <a:srgbClr val="20A386"/>
            </a:solidFill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E2F9EDF7-A69A-4C52-9FEE-ADEF2E3CC534}"/>
              </a:ext>
            </a:extLst>
          </p:cNvPr>
          <p:cNvSpPr>
            <a:spLocks noGrp="1"/>
          </p:cNvSpPr>
          <p:nvPr/>
        </p:nvSpPr>
        <p:spPr>
          <a:xfrm>
            <a:off x="8550335" y="63051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287"/>
          </a:solidFill>
          <a:ln w="3518">
            <a:solidFill>
              <a:srgbClr val="1FA287"/>
            </a:solidFill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DBF15888-7C38-494E-B9D7-E3E67C81D2FE}"/>
              </a:ext>
            </a:extLst>
          </p:cNvPr>
          <p:cNvSpPr>
            <a:spLocks noGrp="1"/>
          </p:cNvSpPr>
          <p:nvPr/>
        </p:nvSpPr>
        <p:spPr>
          <a:xfrm>
            <a:off x="8550335" y="62937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7"/>
          </a:solidFill>
          <a:ln w="3518">
            <a:solidFill>
              <a:srgbClr val="1FA187"/>
            </a:solidFill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303F1027-1B9F-4D81-AE9A-0CB815FD9F5E}"/>
              </a:ext>
            </a:extLst>
          </p:cNvPr>
          <p:cNvSpPr>
            <a:spLocks noGrp="1"/>
          </p:cNvSpPr>
          <p:nvPr/>
        </p:nvSpPr>
        <p:spPr>
          <a:xfrm>
            <a:off x="8550335" y="62823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8"/>
          </a:solidFill>
          <a:ln w="3518">
            <a:solidFill>
              <a:srgbClr val="1FA188"/>
            </a:solidFill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948207EB-D6D5-4611-A0BD-9F5E75769B2B}"/>
              </a:ext>
            </a:extLst>
          </p:cNvPr>
          <p:cNvSpPr>
            <a:spLocks noGrp="1"/>
          </p:cNvSpPr>
          <p:nvPr/>
        </p:nvSpPr>
        <p:spPr>
          <a:xfrm>
            <a:off x="8550335" y="62709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088"/>
          </a:solidFill>
          <a:ln w="3518">
            <a:solidFill>
              <a:srgbClr val="1FA088"/>
            </a:solidFill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B978CFC9-2184-461C-8449-09C9BAD64E71}"/>
              </a:ext>
            </a:extLst>
          </p:cNvPr>
          <p:cNvSpPr>
            <a:spLocks noGrp="1"/>
          </p:cNvSpPr>
          <p:nvPr/>
        </p:nvSpPr>
        <p:spPr>
          <a:xfrm>
            <a:off x="8550335" y="62595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F88"/>
          </a:solidFill>
          <a:ln w="3518">
            <a:solidFill>
              <a:srgbClr val="1F9F88"/>
            </a:solidFill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FA09F6C8-93CD-4226-81A5-1E8979F491F1}"/>
              </a:ext>
            </a:extLst>
          </p:cNvPr>
          <p:cNvSpPr>
            <a:spLocks noGrp="1"/>
          </p:cNvSpPr>
          <p:nvPr/>
        </p:nvSpPr>
        <p:spPr>
          <a:xfrm>
            <a:off x="8550335" y="62482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E89"/>
          </a:solidFill>
          <a:ln w="3518">
            <a:solidFill>
              <a:srgbClr val="1F9E89"/>
            </a:solidFill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7CE9CF2E-0D50-4DA0-9033-A916DD28ED88}"/>
              </a:ext>
            </a:extLst>
          </p:cNvPr>
          <p:cNvSpPr>
            <a:spLocks noGrp="1"/>
          </p:cNvSpPr>
          <p:nvPr/>
        </p:nvSpPr>
        <p:spPr>
          <a:xfrm>
            <a:off x="8550335" y="62368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D89"/>
          </a:solidFill>
          <a:ln w="3518">
            <a:solidFill>
              <a:srgbClr val="1E9D89"/>
            </a:solidFill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D5A52238-49EF-455D-8770-08717775777F}"/>
              </a:ext>
            </a:extLst>
          </p:cNvPr>
          <p:cNvSpPr>
            <a:spLocks noGrp="1"/>
          </p:cNvSpPr>
          <p:nvPr/>
        </p:nvSpPr>
        <p:spPr>
          <a:xfrm>
            <a:off x="8550335" y="62254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C89"/>
          </a:solidFill>
          <a:ln w="3518">
            <a:solidFill>
              <a:srgbClr val="1E9C89"/>
            </a:solidFill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92E9A755-5D11-48D9-8184-19A96B69E39C}"/>
              </a:ext>
            </a:extLst>
          </p:cNvPr>
          <p:cNvSpPr>
            <a:spLocks noGrp="1"/>
          </p:cNvSpPr>
          <p:nvPr/>
        </p:nvSpPr>
        <p:spPr>
          <a:xfrm>
            <a:off x="8550335" y="62140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B8A"/>
          </a:solidFill>
          <a:ln w="3518">
            <a:solidFill>
              <a:srgbClr val="1E9B8A"/>
            </a:solidFill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EB6D636D-FC8A-4A02-8709-7034F3754B1A}"/>
              </a:ext>
            </a:extLst>
          </p:cNvPr>
          <p:cNvSpPr>
            <a:spLocks noGrp="1"/>
          </p:cNvSpPr>
          <p:nvPr/>
        </p:nvSpPr>
        <p:spPr>
          <a:xfrm>
            <a:off x="8550335" y="62026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A8A"/>
          </a:solidFill>
          <a:ln w="3518">
            <a:solidFill>
              <a:srgbClr val="1F9A8A"/>
            </a:solidFill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596A6980-CF69-4824-A931-8F183D7F1080}"/>
              </a:ext>
            </a:extLst>
          </p:cNvPr>
          <p:cNvSpPr>
            <a:spLocks noGrp="1"/>
          </p:cNvSpPr>
          <p:nvPr/>
        </p:nvSpPr>
        <p:spPr>
          <a:xfrm>
            <a:off x="8550335" y="61913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98A"/>
          </a:solidFill>
          <a:ln w="3518">
            <a:solidFill>
              <a:srgbClr val="1F998A"/>
            </a:solidFill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2225D7A5-7D83-4C03-AE85-A65CF95172AC}"/>
              </a:ext>
            </a:extLst>
          </p:cNvPr>
          <p:cNvSpPr>
            <a:spLocks noGrp="1"/>
          </p:cNvSpPr>
          <p:nvPr/>
        </p:nvSpPr>
        <p:spPr>
          <a:xfrm>
            <a:off x="8550335" y="61799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88B"/>
          </a:solidFill>
          <a:ln w="3518">
            <a:solidFill>
              <a:srgbClr val="1F988B"/>
            </a:solidFill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1A55A926-FD70-451F-B256-D1252905EFA8}"/>
              </a:ext>
            </a:extLst>
          </p:cNvPr>
          <p:cNvSpPr>
            <a:spLocks noGrp="1"/>
          </p:cNvSpPr>
          <p:nvPr/>
        </p:nvSpPr>
        <p:spPr>
          <a:xfrm>
            <a:off x="8550335" y="61685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78B"/>
          </a:solidFill>
          <a:ln w="3518">
            <a:solidFill>
              <a:srgbClr val="1F978B"/>
            </a:solidFill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119C4C60-FEB0-41E6-9A5E-369EC1A1F45A}"/>
              </a:ext>
            </a:extLst>
          </p:cNvPr>
          <p:cNvSpPr>
            <a:spLocks noGrp="1"/>
          </p:cNvSpPr>
          <p:nvPr/>
        </p:nvSpPr>
        <p:spPr>
          <a:xfrm>
            <a:off x="8550335" y="61571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68B"/>
          </a:solidFill>
          <a:ln w="3518">
            <a:solidFill>
              <a:srgbClr val="1F968B"/>
            </a:solidFill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19D4088B-2F94-411F-87A5-5D2CCF6F5652}"/>
              </a:ext>
            </a:extLst>
          </p:cNvPr>
          <p:cNvSpPr>
            <a:spLocks noGrp="1"/>
          </p:cNvSpPr>
          <p:nvPr/>
        </p:nvSpPr>
        <p:spPr>
          <a:xfrm>
            <a:off x="8550335" y="61457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58B"/>
          </a:solidFill>
          <a:ln w="3518">
            <a:solidFill>
              <a:srgbClr val="1F958B"/>
            </a:solidFill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7C0BAF24-8CAA-4062-83E1-50F314466C53}"/>
              </a:ext>
            </a:extLst>
          </p:cNvPr>
          <p:cNvSpPr>
            <a:spLocks noGrp="1"/>
          </p:cNvSpPr>
          <p:nvPr/>
        </p:nvSpPr>
        <p:spPr>
          <a:xfrm>
            <a:off x="8550335" y="61343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48C"/>
          </a:solidFill>
          <a:ln w="3518">
            <a:solidFill>
              <a:srgbClr val="1F948C"/>
            </a:solidFill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733E0074-A7D0-4825-8103-D27C5B2C84D5}"/>
              </a:ext>
            </a:extLst>
          </p:cNvPr>
          <p:cNvSpPr>
            <a:spLocks noGrp="1"/>
          </p:cNvSpPr>
          <p:nvPr/>
        </p:nvSpPr>
        <p:spPr>
          <a:xfrm>
            <a:off x="8550335" y="61230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38C"/>
          </a:solidFill>
          <a:ln w="3518">
            <a:solidFill>
              <a:srgbClr val="20938C"/>
            </a:solidFill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E28946DE-2955-4291-9433-89E7EF0F4CF8}"/>
              </a:ext>
            </a:extLst>
          </p:cNvPr>
          <p:cNvSpPr>
            <a:spLocks noGrp="1"/>
          </p:cNvSpPr>
          <p:nvPr/>
        </p:nvSpPr>
        <p:spPr>
          <a:xfrm>
            <a:off x="8550335" y="61116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63304ECE-8641-4AB8-BD0D-99158CE35D22}"/>
              </a:ext>
            </a:extLst>
          </p:cNvPr>
          <p:cNvSpPr>
            <a:spLocks noGrp="1"/>
          </p:cNvSpPr>
          <p:nvPr/>
        </p:nvSpPr>
        <p:spPr>
          <a:xfrm>
            <a:off x="8550335" y="61002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EDD3235C-EA03-4757-B72E-9D905FA652A8}"/>
              </a:ext>
            </a:extLst>
          </p:cNvPr>
          <p:cNvSpPr>
            <a:spLocks noGrp="1"/>
          </p:cNvSpPr>
          <p:nvPr/>
        </p:nvSpPr>
        <p:spPr>
          <a:xfrm>
            <a:off x="8550335" y="60888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18C"/>
          </a:solidFill>
          <a:ln w="3518">
            <a:solidFill>
              <a:srgbClr val="21918C"/>
            </a:solidFill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9B78A935-9F86-4F1F-979A-21C8A49D2D6A}"/>
              </a:ext>
            </a:extLst>
          </p:cNvPr>
          <p:cNvSpPr>
            <a:spLocks noGrp="1"/>
          </p:cNvSpPr>
          <p:nvPr/>
        </p:nvSpPr>
        <p:spPr>
          <a:xfrm>
            <a:off x="8550335" y="60774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08D"/>
          </a:solidFill>
          <a:ln w="3518">
            <a:solidFill>
              <a:srgbClr val="21908D"/>
            </a:solidFill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C4816B50-2D4B-4192-BEFC-95D8B6570887}"/>
              </a:ext>
            </a:extLst>
          </p:cNvPr>
          <p:cNvSpPr>
            <a:spLocks noGrp="1"/>
          </p:cNvSpPr>
          <p:nvPr/>
        </p:nvSpPr>
        <p:spPr>
          <a:xfrm>
            <a:off x="8550335" y="60661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F8D"/>
          </a:solidFill>
          <a:ln w="3518">
            <a:solidFill>
              <a:srgbClr val="218F8D"/>
            </a:solidFill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0C705005-DD5A-4846-81AF-8473C5AC8099}"/>
              </a:ext>
            </a:extLst>
          </p:cNvPr>
          <p:cNvSpPr>
            <a:spLocks noGrp="1"/>
          </p:cNvSpPr>
          <p:nvPr/>
        </p:nvSpPr>
        <p:spPr>
          <a:xfrm>
            <a:off x="8550335" y="60547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E8D"/>
          </a:solidFill>
          <a:ln w="3518">
            <a:solidFill>
              <a:srgbClr val="218E8D"/>
            </a:solidFill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26162560-2D1A-473D-AC26-64C47204ABF5}"/>
              </a:ext>
            </a:extLst>
          </p:cNvPr>
          <p:cNvSpPr>
            <a:spLocks noGrp="1"/>
          </p:cNvSpPr>
          <p:nvPr/>
        </p:nvSpPr>
        <p:spPr>
          <a:xfrm>
            <a:off x="8550335" y="60433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D8D"/>
          </a:solidFill>
          <a:ln w="3518">
            <a:solidFill>
              <a:srgbClr val="228D8D"/>
            </a:solidFill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BE09BDB1-0EDE-4CB4-92D8-B5FB1CC339BA}"/>
              </a:ext>
            </a:extLst>
          </p:cNvPr>
          <p:cNvSpPr>
            <a:spLocks noGrp="1"/>
          </p:cNvSpPr>
          <p:nvPr/>
        </p:nvSpPr>
        <p:spPr>
          <a:xfrm>
            <a:off x="8550335" y="60319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C8D"/>
          </a:solidFill>
          <a:ln w="3518">
            <a:solidFill>
              <a:srgbClr val="228C8D"/>
            </a:solidFill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42DFE8AD-EAF5-410B-87B6-7678DC9B5782}"/>
              </a:ext>
            </a:extLst>
          </p:cNvPr>
          <p:cNvSpPr>
            <a:spLocks noGrp="1"/>
          </p:cNvSpPr>
          <p:nvPr/>
        </p:nvSpPr>
        <p:spPr>
          <a:xfrm>
            <a:off x="8550335" y="60205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B8D"/>
          </a:solidFill>
          <a:ln w="3518">
            <a:solidFill>
              <a:srgbClr val="228B8D"/>
            </a:solidFill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AA2FFC94-2639-43DF-8DA1-3D0E858C7A88}"/>
              </a:ext>
            </a:extLst>
          </p:cNvPr>
          <p:cNvSpPr>
            <a:spLocks noGrp="1"/>
          </p:cNvSpPr>
          <p:nvPr/>
        </p:nvSpPr>
        <p:spPr>
          <a:xfrm>
            <a:off x="8550335" y="60092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A8D"/>
          </a:solidFill>
          <a:ln w="3518">
            <a:solidFill>
              <a:srgbClr val="238A8D"/>
            </a:solidFill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15EF717C-A28F-4328-8316-2A5EC0592CE1}"/>
              </a:ext>
            </a:extLst>
          </p:cNvPr>
          <p:cNvSpPr>
            <a:spLocks noGrp="1"/>
          </p:cNvSpPr>
          <p:nvPr/>
        </p:nvSpPr>
        <p:spPr>
          <a:xfrm>
            <a:off x="8550335" y="59978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98E"/>
          </a:solidFill>
          <a:ln w="3518">
            <a:solidFill>
              <a:srgbClr val="23898E"/>
            </a:solidFill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96B1A4C4-1719-46F4-AD51-AB5D2C6A2721}"/>
              </a:ext>
            </a:extLst>
          </p:cNvPr>
          <p:cNvSpPr>
            <a:spLocks noGrp="1"/>
          </p:cNvSpPr>
          <p:nvPr/>
        </p:nvSpPr>
        <p:spPr>
          <a:xfrm>
            <a:off x="8550335" y="59864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88E"/>
          </a:solidFill>
          <a:ln w="3518">
            <a:solidFill>
              <a:srgbClr val="23888E"/>
            </a:solidFill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EEC25D7C-8032-4375-903F-10A89E7E5215}"/>
              </a:ext>
            </a:extLst>
          </p:cNvPr>
          <p:cNvSpPr>
            <a:spLocks noGrp="1"/>
          </p:cNvSpPr>
          <p:nvPr/>
        </p:nvSpPr>
        <p:spPr>
          <a:xfrm>
            <a:off x="8550335" y="59750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78E"/>
          </a:solidFill>
          <a:ln w="3518">
            <a:solidFill>
              <a:srgbClr val="24878E"/>
            </a:solidFill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49183E9F-0258-40AA-B9A5-1B1108389A60}"/>
              </a:ext>
            </a:extLst>
          </p:cNvPr>
          <p:cNvSpPr>
            <a:spLocks noGrp="1"/>
          </p:cNvSpPr>
          <p:nvPr/>
        </p:nvSpPr>
        <p:spPr>
          <a:xfrm>
            <a:off x="8550335" y="59636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68E"/>
          </a:solidFill>
          <a:ln w="3518">
            <a:solidFill>
              <a:srgbClr val="24868E"/>
            </a:solidFill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14ECCA2D-40B0-4880-B48F-39C1953A44B4}"/>
              </a:ext>
            </a:extLst>
          </p:cNvPr>
          <p:cNvSpPr>
            <a:spLocks noGrp="1"/>
          </p:cNvSpPr>
          <p:nvPr/>
        </p:nvSpPr>
        <p:spPr>
          <a:xfrm>
            <a:off x="8550335" y="59523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58E"/>
          </a:solidFill>
          <a:ln w="3518">
            <a:solidFill>
              <a:srgbClr val="25858E"/>
            </a:solidFill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304D2C29-1C82-4BF0-993F-63A0DBC057FB}"/>
              </a:ext>
            </a:extLst>
          </p:cNvPr>
          <p:cNvSpPr>
            <a:spLocks noGrp="1"/>
          </p:cNvSpPr>
          <p:nvPr/>
        </p:nvSpPr>
        <p:spPr>
          <a:xfrm>
            <a:off x="8550335" y="59409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48E"/>
          </a:solidFill>
          <a:ln w="3518">
            <a:solidFill>
              <a:srgbClr val="25848E"/>
            </a:solidFill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6780853B-01D5-4301-BFB0-82641BF734EB}"/>
              </a:ext>
            </a:extLst>
          </p:cNvPr>
          <p:cNvSpPr>
            <a:spLocks noGrp="1"/>
          </p:cNvSpPr>
          <p:nvPr/>
        </p:nvSpPr>
        <p:spPr>
          <a:xfrm>
            <a:off x="8550335" y="59295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38E"/>
          </a:solidFill>
          <a:ln w="3518">
            <a:solidFill>
              <a:srgbClr val="25838E"/>
            </a:solidFill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3564C004-60CE-4317-8151-8B4CCF4D0D4B}"/>
              </a:ext>
            </a:extLst>
          </p:cNvPr>
          <p:cNvSpPr>
            <a:spLocks noGrp="1"/>
          </p:cNvSpPr>
          <p:nvPr/>
        </p:nvSpPr>
        <p:spPr>
          <a:xfrm>
            <a:off x="8550335" y="59181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D27C351F-0076-4615-BA00-07E705C0B9DB}"/>
              </a:ext>
            </a:extLst>
          </p:cNvPr>
          <p:cNvSpPr>
            <a:spLocks noGrp="1"/>
          </p:cNvSpPr>
          <p:nvPr/>
        </p:nvSpPr>
        <p:spPr>
          <a:xfrm>
            <a:off x="8550335" y="59067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E469225F-4C20-449C-BB48-D059EF7C2B4C}"/>
              </a:ext>
            </a:extLst>
          </p:cNvPr>
          <p:cNvSpPr>
            <a:spLocks noGrp="1"/>
          </p:cNvSpPr>
          <p:nvPr/>
        </p:nvSpPr>
        <p:spPr>
          <a:xfrm>
            <a:off x="8550335" y="58953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18E"/>
          </a:solidFill>
          <a:ln w="3518">
            <a:solidFill>
              <a:srgbClr val="26818E"/>
            </a:solidFill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1AE87093-A42A-4E84-98CB-056762B3EB59}"/>
              </a:ext>
            </a:extLst>
          </p:cNvPr>
          <p:cNvSpPr>
            <a:spLocks noGrp="1"/>
          </p:cNvSpPr>
          <p:nvPr/>
        </p:nvSpPr>
        <p:spPr>
          <a:xfrm>
            <a:off x="8550335" y="58840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808E"/>
          </a:solidFill>
          <a:ln w="3518">
            <a:solidFill>
              <a:srgbClr val="27808E"/>
            </a:solidFill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6146573C-582E-46B9-B86E-BE9BE27E2EC7}"/>
              </a:ext>
            </a:extLst>
          </p:cNvPr>
          <p:cNvSpPr>
            <a:spLocks noGrp="1"/>
          </p:cNvSpPr>
          <p:nvPr/>
        </p:nvSpPr>
        <p:spPr>
          <a:xfrm>
            <a:off x="8550335" y="58726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F8E"/>
          </a:solidFill>
          <a:ln w="3518">
            <a:solidFill>
              <a:srgbClr val="277F8E"/>
            </a:solidFill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8659CA7B-B8FC-4CCC-8187-98AD7732586F}"/>
              </a:ext>
            </a:extLst>
          </p:cNvPr>
          <p:cNvSpPr>
            <a:spLocks noGrp="1"/>
          </p:cNvSpPr>
          <p:nvPr/>
        </p:nvSpPr>
        <p:spPr>
          <a:xfrm>
            <a:off x="8550335" y="58612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E8E"/>
          </a:solidFill>
          <a:ln w="3518">
            <a:solidFill>
              <a:srgbClr val="277E8E"/>
            </a:solidFill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108E1879-1C2B-41BF-A3F9-934AE4880001}"/>
              </a:ext>
            </a:extLst>
          </p:cNvPr>
          <p:cNvSpPr>
            <a:spLocks noGrp="1"/>
          </p:cNvSpPr>
          <p:nvPr/>
        </p:nvSpPr>
        <p:spPr>
          <a:xfrm>
            <a:off x="8550335" y="58498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D8E"/>
          </a:solidFill>
          <a:ln w="3518">
            <a:solidFill>
              <a:srgbClr val="287D8E"/>
            </a:solidFill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8DB2B102-BD3C-4D68-BAC2-81A9B7E6DE00}"/>
              </a:ext>
            </a:extLst>
          </p:cNvPr>
          <p:cNvSpPr>
            <a:spLocks noGrp="1"/>
          </p:cNvSpPr>
          <p:nvPr/>
        </p:nvSpPr>
        <p:spPr>
          <a:xfrm>
            <a:off x="8550335" y="58384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C8E"/>
          </a:solidFill>
          <a:ln w="3518">
            <a:solidFill>
              <a:srgbClr val="287C8E"/>
            </a:solidFill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B21FE18F-5BCA-4A24-8D6E-F8C85E7A589A}"/>
              </a:ext>
            </a:extLst>
          </p:cNvPr>
          <p:cNvSpPr>
            <a:spLocks noGrp="1"/>
          </p:cNvSpPr>
          <p:nvPr/>
        </p:nvSpPr>
        <p:spPr>
          <a:xfrm>
            <a:off x="8550335" y="58271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B8E"/>
          </a:solidFill>
          <a:ln w="3518">
            <a:solidFill>
              <a:srgbClr val="297B8E"/>
            </a:solidFill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010FF422-03D4-46DA-8F74-E0E90A038353}"/>
              </a:ext>
            </a:extLst>
          </p:cNvPr>
          <p:cNvSpPr>
            <a:spLocks noGrp="1"/>
          </p:cNvSpPr>
          <p:nvPr/>
        </p:nvSpPr>
        <p:spPr>
          <a:xfrm>
            <a:off x="8550335" y="58157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A8E"/>
          </a:solidFill>
          <a:ln w="3518">
            <a:solidFill>
              <a:srgbClr val="297A8E"/>
            </a:solidFill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9E70BB40-8B99-4E01-A773-6DA9FAC98B87}"/>
              </a:ext>
            </a:extLst>
          </p:cNvPr>
          <p:cNvSpPr>
            <a:spLocks noGrp="1"/>
          </p:cNvSpPr>
          <p:nvPr/>
        </p:nvSpPr>
        <p:spPr>
          <a:xfrm>
            <a:off x="8550335" y="58043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98E"/>
          </a:solidFill>
          <a:ln w="3518">
            <a:solidFill>
              <a:srgbClr val="29798E"/>
            </a:solidFill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B9DD84E9-D2E4-4247-9113-49BCAE4390D3}"/>
              </a:ext>
            </a:extLst>
          </p:cNvPr>
          <p:cNvSpPr>
            <a:spLocks noGrp="1"/>
          </p:cNvSpPr>
          <p:nvPr/>
        </p:nvSpPr>
        <p:spPr>
          <a:xfrm>
            <a:off x="8550335" y="57929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88E"/>
          </a:solidFill>
          <a:ln w="3518">
            <a:solidFill>
              <a:srgbClr val="2A788E"/>
            </a:solidFill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92B3560C-8836-49C2-B174-C922DC4A6AC2}"/>
              </a:ext>
            </a:extLst>
          </p:cNvPr>
          <p:cNvSpPr>
            <a:spLocks noGrp="1"/>
          </p:cNvSpPr>
          <p:nvPr/>
        </p:nvSpPr>
        <p:spPr>
          <a:xfrm>
            <a:off x="8550335" y="57815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78E"/>
          </a:solidFill>
          <a:ln w="3518">
            <a:solidFill>
              <a:srgbClr val="2A778E"/>
            </a:solidFill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7DE1CD6-3A8C-4C4A-81A3-30D3544B82D4}"/>
              </a:ext>
            </a:extLst>
          </p:cNvPr>
          <p:cNvSpPr>
            <a:spLocks noGrp="1"/>
          </p:cNvSpPr>
          <p:nvPr/>
        </p:nvSpPr>
        <p:spPr>
          <a:xfrm>
            <a:off x="8550335" y="57702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68E"/>
          </a:solidFill>
          <a:ln w="3518">
            <a:solidFill>
              <a:srgbClr val="2A768E"/>
            </a:solidFill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D742C2E7-3EFA-4BA3-9473-2A52F3869E22}"/>
              </a:ext>
            </a:extLst>
          </p:cNvPr>
          <p:cNvSpPr>
            <a:spLocks noGrp="1"/>
          </p:cNvSpPr>
          <p:nvPr/>
        </p:nvSpPr>
        <p:spPr>
          <a:xfrm>
            <a:off x="8550335" y="57588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58E"/>
          </a:solidFill>
          <a:ln w="3518">
            <a:solidFill>
              <a:srgbClr val="2B758E"/>
            </a:solidFill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1D857598-A042-4489-8F90-DC1F146721FF}"/>
              </a:ext>
            </a:extLst>
          </p:cNvPr>
          <p:cNvSpPr>
            <a:spLocks noGrp="1"/>
          </p:cNvSpPr>
          <p:nvPr/>
        </p:nvSpPr>
        <p:spPr>
          <a:xfrm>
            <a:off x="8550335" y="57474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48E"/>
          </a:solidFill>
          <a:ln w="3518">
            <a:solidFill>
              <a:srgbClr val="2B748E"/>
            </a:solidFill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A08DD911-B470-4ABC-AD8E-73533F64AE8D}"/>
              </a:ext>
            </a:extLst>
          </p:cNvPr>
          <p:cNvSpPr>
            <a:spLocks noGrp="1"/>
          </p:cNvSpPr>
          <p:nvPr/>
        </p:nvSpPr>
        <p:spPr>
          <a:xfrm>
            <a:off x="8550335" y="57360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38E"/>
          </a:solidFill>
          <a:ln w="3518">
            <a:solidFill>
              <a:srgbClr val="2C738E"/>
            </a:solidFill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9555507C-9DA4-4F86-BD1A-E22E533369F0}"/>
              </a:ext>
            </a:extLst>
          </p:cNvPr>
          <p:cNvSpPr>
            <a:spLocks noGrp="1"/>
          </p:cNvSpPr>
          <p:nvPr/>
        </p:nvSpPr>
        <p:spPr>
          <a:xfrm>
            <a:off x="8550335" y="57246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28E"/>
          </a:solidFill>
          <a:ln w="3518">
            <a:solidFill>
              <a:srgbClr val="2C728E"/>
            </a:solidFill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5DC7519E-8CFD-4D8C-B406-B6F15319A6EF}"/>
              </a:ext>
            </a:extLst>
          </p:cNvPr>
          <p:cNvSpPr>
            <a:spLocks noGrp="1"/>
          </p:cNvSpPr>
          <p:nvPr/>
        </p:nvSpPr>
        <p:spPr>
          <a:xfrm>
            <a:off x="8550335" y="57132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18E"/>
          </a:solidFill>
          <a:ln w="3518">
            <a:solidFill>
              <a:srgbClr val="2C718E"/>
            </a:solidFill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5158DAAE-C1E5-4963-BEC3-CED89959BF8D}"/>
              </a:ext>
            </a:extLst>
          </p:cNvPr>
          <p:cNvSpPr>
            <a:spLocks noGrp="1"/>
          </p:cNvSpPr>
          <p:nvPr/>
        </p:nvSpPr>
        <p:spPr>
          <a:xfrm>
            <a:off x="8550335" y="57019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18E"/>
          </a:solidFill>
          <a:ln w="3518">
            <a:solidFill>
              <a:srgbClr val="2D718E"/>
            </a:solidFill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397B2E0A-996C-4934-A006-0482F93DB4C2}"/>
              </a:ext>
            </a:extLst>
          </p:cNvPr>
          <p:cNvSpPr>
            <a:spLocks noGrp="1"/>
          </p:cNvSpPr>
          <p:nvPr/>
        </p:nvSpPr>
        <p:spPr>
          <a:xfrm>
            <a:off x="8550335" y="56905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08E"/>
          </a:solidFill>
          <a:ln w="3518">
            <a:solidFill>
              <a:srgbClr val="2D708E"/>
            </a:solidFill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0ED0C49D-EE12-4746-B5F8-4850F4A1C132}"/>
              </a:ext>
            </a:extLst>
          </p:cNvPr>
          <p:cNvSpPr>
            <a:spLocks noGrp="1"/>
          </p:cNvSpPr>
          <p:nvPr/>
        </p:nvSpPr>
        <p:spPr>
          <a:xfrm>
            <a:off x="8550335" y="56791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F8E"/>
          </a:solidFill>
          <a:ln w="3518">
            <a:solidFill>
              <a:srgbClr val="2E6F8E"/>
            </a:solidFill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047B1A12-03C9-4D75-A8BF-C89427B7EAEA}"/>
              </a:ext>
            </a:extLst>
          </p:cNvPr>
          <p:cNvSpPr>
            <a:spLocks noGrp="1"/>
          </p:cNvSpPr>
          <p:nvPr/>
        </p:nvSpPr>
        <p:spPr>
          <a:xfrm>
            <a:off x="8550335" y="56677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E8E"/>
          </a:solidFill>
          <a:ln w="3518">
            <a:solidFill>
              <a:srgbClr val="2E6E8E"/>
            </a:solidFill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28F269B9-31C3-4FF9-8718-DF37F01F3F33}"/>
              </a:ext>
            </a:extLst>
          </p:cNvPr>
          <p:cNvSpPr>
            <a:spLocks noGrp="1"/>
          </p:cNvSpPr>
          <p:nvPr/>
        </p:nvSpPr>
        <p:spPr>
          <a:xfrm>
            <a:off x="8550335" y="56563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D8E"/>
          </a:solidFill>
          <a:ln w="3518">
            <a:solidFill>
              <a:srgbClr val="2E6D8E"/>
            </a:solidFill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92F0124A-5C2C-4415-A2AA-6110BA01AE22}"/>
              </a:ext>
            </a:extLst>
          </p:cNvPr>
          <p:cNvSpPr>
            <a:spLocks noGrp="1"/>
          </p:cNvSpPr>
          <p:nvPr/>
        </p:nvSpPr>
        <p:spPr>
          <a:xfrm>
            <a:off x="8550335" y="56450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C8E"/>
          </a:solidFill>
          <a:ln w="3518">
            <a:solidFill>
              <a:srgbClr val="2F6C8E"/>
            </a:solidFill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82C0D380-85BB-484C-B062-7DEDAB595D64}"/>
              </a:ext>
            </a:extLst>
          </p:cNvPr>
          <p:cNvSpPr>
            <a:spLocks noGrp="1"/>
          </p:cNvSpPr>
          <p:nvPr/>
        </p:nvSpPr>
        <p:spPr>
          <a:xfrm>
            <a:off x="8550335" y="56336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B8E"/>
          </a:solidFill>
          <a:ln w="3518">
            <a:solidFill>
              <a:srgbClr val="2F6B8E"/>
            </a:solidFill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38181119-F8E7-4537-9B89-14A6E4E895FF}"/>
              </a:ext>
            </a:extLst>
          </p:cNvPr>
          <p:cNvSpPr>
            <a:spLocks noGrp="1"/>
          </p:cNvSpPr>
          <p:nvPr/>
        </p:nvSpPr>
        <p:spPr>
          <a:xfrm>
            <a:off x="8550335" y="56222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A8E"/>
          </a:solidFill>
          <a:ln w="3518">
            <a:solidFill>
              <a:srgbClr val="306A8E"/>
            </a:solidFill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2D48738B-0DCA-42C8-A229-E9E296156F4C}"/>
              </a:ext>
            </a:extLst>
          </p:cNvPr>
          <p:cNvSpPr>
            <a:spLocks noGrp="1"/>
          </p:cNvSpPr>
          <p:nvPr/>
        </p:nvSpPr>
        <p:spPr>
          <a:xfrm>
            <a:off x="8550335" y="56108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98E"/>
          </a:solidFill>
          <a:ln w="3518">
            <a:solidFill>
              <a:srgbClr val="30698E"/>
            </a:solidFill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D26C9A2B-5C26-4643-8902-92E1C4FBE862}"/>
              </a:ext>
            </a:extLst>
          </p:cNvPr>
          <p:cNvSpPr>
            <a:spLocks noGrp="1"/>
          </p:cNvSpPr>
          <p:nvPr/>
        </p:nvSpPr>
        <p:spPr>
          <a:xfrm>
            <a:off x="8550335" y="55994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88E"/>
          </a:solidFill>
          <a:ln w="3518">
            <a:solidFill>
              <a:srgbClr val="31688E"/>
            </a:solidFill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79760F0F-181D-47B9-908D-4868DD28A8B8}"/>
              </a:ext>
            </a:extLst>
          </p:cNvPr>
          <p:cNvSpPr>
            <a:spLocks noGrp="1"/>
          </p:cNvSpPr>
          <p:nvPr/>
        </p:nvSpPr>
        <p:spPr>
          <a:xfrm>
            <a:off x="8550335" y="55881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78E"/>
          </a:solidFill>
          <a:ln w="3518">
            <a:solidFill>
              <a:srgbClr val="31678E"/>
            </a:solidFill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4872BDCD-DF9C-4476-A5F5-B19B94250677}"/>
              </a:ext>
            </a:extLst>
          </p:cNvPr>
          <p:cNvSpPr>
            <a:spLocks noGrp="1"/>
          </p:cNvSpPr>
          <p:nvPr/>
        </p:nvSpPr>
        <p:spPr>
          <a:xfrm>
            <a:off x="8550335" y="55767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68E"/>
          </a:solidFill>
          <a:ln w="3518">
            <a:solidFill>
              <a:srgbClr val="31668E"/>
            </a:solidFill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C515B7B9-97FD-4422-8853-00B637F40B9F}"/>
              </a:ext>
            </a:extLst>
          </p:cNvPr>
          <p:cNvSpPr>
            <a:spLocks noGrp="1"/>
          </p:cNvSpPr>
          <p:nvPr/>
        </p:nvSpPr>
        <p:spPr>
          <a:xfrm>
            <a:off x="8550335" y="55653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58E"/>
          </a:solidFill>
          <a:ln w="3518">
            <a:solidFill>
              <a:srgbClr val="32658E"/>
            </a:solidFill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FE44DCE0-753D-45CF-8D32-6F6243B76C18}"/>
              </a:ext>
            </a:extLst>
          </p:cNvPr>
          <p:cNvSpPr>
            <a:spLocks noGrp="1"/>
          </p:cNvSpPr>
          <p:nvPr/>
        </p:nvSpPr>
        <p:spPr>
          <a:xfrm>
            <a:off x="8550335" y="55539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48E"/>
          </a:solidFill>
          <a:ln w="3518">
            <a:solidFill>
              <a:srgbClr val="32648E"/>
            </a:solidFill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F4FCB546-05F7-436A-A962-FA2140E71301}"/>
              </a:ext>
            </a:extLst>
          </p:cNvPr>
          <p:cNvSpPr>
            <a:spLocks noGrp="1"/>
          </p:cNvSpPr>
          <p:nvPr/>
        </p:nvSpPr>
        <p:spPr>
          <a:xfrm>
            <a:off x="8550335" y="55425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38D"/>
          </a:solidFill>
          <a:ln w="3518">
            <a:solidFill>
              <a:srgbClr val="33638D"/>
            </a:solidFill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76806E5F-9F6C-4C69-B4D7-3ED10F4D4CB8}"/>
              </a:ext>
            </a:extLst>
          </p:cNvPr>
          <p:cNvSpPr>
            <a:spLocks noGrp="1"/>
          </p:cNvSpPr>
          <p:nvPr/>
        </p:nvSpPr>
        <p:spPr>
          <a:xfrm>
            <a:off x="8550335" y="55312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28D"/>
          </a:solidFill>
          <a:ln w="3518">
            <a:solidFill>
              <a:srgbClr val="33628D"/>
            </a:solidFill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DEE8A9AC-5A50-4BC7-BFB0-749287B57D43}"/>
              </a:ext>
            </a:extLst>
          </p:cNvPr>
          <p:cNvSpPr>
            <a:spLocks noGrp="1"/>
          </p:cNvSpPr>
          <p:nvPr/>
        </p:nvSpPr>
        <p:spPr>
          <a:xfrm>
            <a:off x="8550335" y="55198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18D"/>
          </a:solidFill>
          <a:ln w="3518">
            <a:solidFill>
              <a:srgbClr val="34618D"/>
            </a:solidFill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F450E9EC-DDE3-4BC9-9350-20F04F58591C}"/>
              </a:ext>
            </a:extLst>
          </p:cNvPr>
          <p:cNvSpPr>
            <a:spLocks noGrp="1"/>
          </p:cNvSpPr>
          <p:nvPr/>
        </p:nvSpPr>
        <p:spPr>
          <a:xfrm>
            <a:off x="8550335" y="55084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08D"/>
          </a:solidFill>
          <a:ln w="3518">
            <a:solidFill>
              <a:srgbClr val="34608D"/>
            </a:solidFill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BE043F21-401B-4F1D-8E1C-DED2FF350EA7}"/>
              </a:ext>
            </a:extLst>
          </p:cNvPr>
          <p:cNvSpPr>
            <a:spLocks noGrp="1"/>
          </p:cNvSpPr>
          <p:nvPr/>
        </p:nvSpPr>
        <p:spPr>
          <a:xfrm>
            <a:off x="8550335" y="54970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F8D"/>
          </a:solidFill>
          <a:ln w="3518">
            <a:solidFill>
              <a:srgbClr val="355F8D"/>
            </a:solidFill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EFB0BC32-BD83-4739-8464-1FBB708D26E8}"/>
              </a:ext>
            </a:extLst>
          </p:cNvPr>
          <p:cNvSpPr>
            <a:spLocks noGrp="1"/>
          </p:cNvSpPr>
          <p:nvPr/>
        </p:nvSpPr>
        <p:spPr>
          <a:xfrm>
            <a:off x="8550335" y="54856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E8D"/>
          </a:solidFill>
          <a:ln w="3518">
            <a:solidFill>
              <a:srgbClr val="355E8D"/>
            </a:solidFill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ECA3ACCC-E0E4-425C-8278-A7D7EBE5E308}"/>
              </a:ext>
            </a:extLst>
          </p:cNvPr>
          <p:cNvSpPr>
            <a:spLocks noGrp="1"/>
          </p:cNvSpPr>
          <p:nvPr/>
        </p:nvSpPr>
        <p:spPr>
          <a:xfrm>
            <a:off x="8550335" y="54742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D8D"/>
          </a:solidFill>
          <a:ln w="3518">
            <a:solidFill>
              <a:srgbClr val="365D8D"/>
            </a:solidFill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830405BB-1525-4815-9424-04CEC5574A9F}"/>
              </a:ext>
            </a:extLst>
          </p:cNvPr>
          <p:cNvSpPr>
            <a:spLocks noGrp="1"/>
          </p:cNvSpPr>
          <p:nvPr/>
        </p:nvSpPr>
        <p:spPr>
          <a:xfrm>
            <a:off x="8550335" y="54629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C8D"/>
          </a:solidFill>
          <a:ln w="3518">
            <a:solidFill>
              <a:srgbClr val="365C8D"/>
            </a:solidFill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737DC8C3-5780-4013-A2C1-52CB704EDC1D}"/>
              </a:ext>
            </a:extLst>
          </p:cNvPr>
          <p:cNvSpPr>
            <a:spLocks noGrp="1"/>
          </p:cNvSpPr>
          <p:nvPr/>
        </p:nvSpPr>
        <p:spPr>
          <a:xfrm>
            <a:off x="8550335" y="54515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B8D"/>
          </a:solidFill>
          <a:ln w="3518">
            <a:solidFill>
              <a:srgbClr val="375B8D"/>
            </a:solidFill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752F0D68-DF99-40E4-9D92-815417524017}"/>
              </a:ext>
            </a:extLst>
          </p:cNvPr>
          <p:cNvSpPr>
            <a:spLocks noGrp="1"/>
          </p:cNvSpPr>
          <p:nvPr/>
        </p:nvSpPr>
        <p:spPr>
          <a:xfrm>
            <a:off x="8550335" y="54401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A8C"/>
          </a:solidFill>
          <a:ln w="3518">
            <a:solidFill>
              <a:srgbClr val="375A8C"/>
            </a:solidFill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C73F6A28-2F39-4E73-BE9B-862431626C7E}"/>
              </a:ext>
            </a:extLst>
          </p:cNvPr>
          <p:cNvSpPr>
            <a:spLocks noGrp="1"/>
          </p:cNvSpPr>
          <p:nvPr/>
        </p:nvSpPr>
        <p:spPr>
          <a:xfrm>
            <a:off x="8550335" y="54287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98C"/>
          </a:solidFill>
          <a:ln w="3518">
            <a:solidFill>
              <a:srgbClr val="38598C"/>
            </a:solidFill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38DB8C01-DF42-44EC-BC02-4D3F3624CB46}"/>
              </a:ext>
            </a:extLst>
          </p:cNvPr>
          <p:cNvSpPr>
            <a:spLocks noGrp="1"/>
          </p:cNvSpPr>
          <p:nvPr/>
        </p:nvSpPr>
        <p:spPr>
          <a:xfrm>
            <a:off x="8550335" y="54173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88C"/>
          </a:solidFill>
          <a:ln w="3518">
            <a:solidFill>
              <a:srgbClr val="38588C"/>
            </a:solidFill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FC9794F7-7691-4EC6-962F-737E43AA606D}"/>
              </a:ext>
            </a:extLst>
          </p:cNvPr>
          <p:cNvSpPr>
            <a:spLocks noGrp="1"/>
          </p:cNvSpPr>
          <p:nvPr/>
        </p:nvSpPr>
        <p:spPr>
          <a:xfrm>
            <a:off x="8550335" y="54060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68C"/>
          </a:solidFill>
          <a:ln w="3518">
            <a:solidFill>
              <a:srgbClr val="39568C"/>
            </a:solidFill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C22E72C-7D65-4741-AE21-344C0B4AC2A0}"/>
              </a:ext>
            </a:extLst>
          </p:cNvPr>
          <p:cNvSpPr>
            <a:spLocks noGrp="1"/>
          </p:cNvSpPr>
          <p:nvPr/>
        </p:nvSpPr>
        <p:spPr>
          <a:xfrm>
            <a:off x="8550335" y="53946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58C"/>
          </a:solidFill>
          <a:ln w="3518">
            <a:solidFill>
              <a:srgbClr val="39558C"/>
            </a:solidFill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D265F4E7-34EC-4BCD-9494-0B27D30C337E}"/>
              </a:ext>
            </a:extLst>
          </p:cNvPr>
          <p:cNvSpPr>
            <a:spLocks noGrp="1"/>
          </p:cNvSpPr>
          <p:nvPr/>
        </p:nvSpPr>
        <p:spPr>
          <a:xfrm>
            <a:off x="8550335" y="53832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48C"/>
          </a:solidFill>
          <a:ln w="3518">
            <a:solidFill>
              <a:srgbClr val="3A548C"/>
            </a:solidFill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4638CC2A-8348-4AB5-890F-AEF078656B65}"/>
              </a:ext>
            </a:extLst>
          </p:cNvPr>
          <p:cNvSpPr>
            <a:spLocks noGrp="1"/>
          </p:cNvSpPr>
          <p:nvPr/>
        </p:nvSpPr>
        <p:spPr>
          <a:xfrm>
            <a:off x="8550335" y="53718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38B"/>
          </a:solidFill>
          <a:ln w="3518">
            <a:solidFill>
              <a:srgbClr val="3A538B"/>
            </a:solidFill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139EA8E3-02C5-4495-9D8B-F47C4C00A7C2}"/>
              </a:ext>
            </a:extLst>
          </p:cNvPr>
          <p:cNvSpPr>
            <a:spLocks noGrp="1"/>
          </p:cNvSpPr>
          <p:nvPr/>
        </p:nvSpPr>
        <p:spPr>
          <a:xfrm>
            <a:off x="8550335" y="53604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28B"/>
          </a:solidFill>
          <a:ln w="3518">
            <a:solidFill>
              <a:srgbClr val="3B528B"/>
            </a:solidFill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7B07F580-658C-452A-BE2D-62D392978D52}"/>
              </a:ext>
            </a:extLst>
          </p:cNvPr>
          <p:cNvSpPr>
            <a:spLocks noGrp="1"/>
          </p:cNvSpPr>
          <p:nvPr/>
        </p:nvSpPr>
        <p:spPr>
          <a:xfrm>
            <a:off x="8550335" y="53491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18B"/>
          </a:solidFill>
          <a:ln w="3518">
            <a:solidFill>
              <a:srgbClr val="3B518B"/>
            </a:solidFill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A7294ACE-ECE2-4F3D-BD0E-5E6034B22525}"/>
              </a:ext>
            </a:extLst>
          </p:cNvPr>
          <p:cNvSpPr>
            <a:spLocks noGrp="1"/>
          </p:cNvSpPr>
          <p:nvPr/>
        </p:nvSpPr>
        <p:spPr>
          <a:xfrm>
            <a:off x="8550335" y="53377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508B"/>
          </a:solidFill>
          <a:ln w="3518">
            <a:solidFill>
              <a:srgbClr val="3C508B"/>
            </a:solidFill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7204105D-879E-479C-854F-6A8D52C272A8}"/>
              </a:ext>
            </a:extLst>
          </p:cNvPr>
          <p:cNvSpPr>
            <a:spLocks noGrp="1"/>
          </p:cNvSpPr>
          <p:nvPr/>
        </p:nvSpPr>
        <p:spPr>
          <a:xfrm>
            <a:off x="8550335" y="53263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4F8A"/>
          </a:solidFill>
          <a:ln w="3518">
            <a:solidFill>
              <a:srgbClr val="3C4F8A"/>
            </a:solidFill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DA0934A4-4B34-4625-8734-C65D250372E2}"/>
              </a:ext>
            </a:extLst>
          </p:cNvPr>
          <p:cNvSpPr>
            <a:spLocks noGrp="1"/>
          </p:cNvSpPr>
          <p:nvPr/>
        </p:nvSpPr>
        <p:spPr>
          <a:xfrm>
            <a:off x="8550335" y="53149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E8A"/>
          </a:solidFill>
          <a:ln w="3518">
            <a:solidFill>
              <a:srgbClr val="3D4E8A"/>
            </a:solidFill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BD710E00-EA59-43DD-B12C-643E5060F0F3}"/>
              </a:ext>
            </a:extLst>
          </p:cNvPr>
          <p:cNvSpPr>
            <a:spLocks noGrp="1"/>
          </p:cNvSpPr>
          <p:nvPr/>
        </p:nvSpPr>
        <p:spPr>
          <a:xfrm>
            <a:off x="8550335" y="53035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D8A"/>
          </a:solidFill>
          <a:ln w="3518">
            <a:solidFill>
              <a:srgbClr val="3D4D8A"/>
            </a:solidFill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9F7DE643-29A2-4165-B9D1-5B1168C3F184}"/>
              </a:ext>
            </a:extLst>
          </p:cNvPr>
          <p:cNvSpPr>
            <a:spLocks noGrp="1"/>
          </p:cNvSpPr>
          <p:nvPr/>
        </p:nvSpPr>
        <p:spPr>
          <a:xfrm>
            <a:off x="8550335" y="52921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C8A"/>
          </a:solidFill>
          <a:ln w="3518">
            <a:solidFill>
              <a:srgbClr val="3E4C8A"/>
            </a:solidFill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0102191D-0358-4B15-9F73-F2A253237CC5}"/>
              </a:ext>
            </a:extLst>
          </p:cNvPr>
          <p:cNvSpPr>
            <a:spLocks noGrp="1"/>
          </p:cNvSpPr>
          <p:nvPr/>
        </p:nvSpPr>
        <p:spPr>
          <a:xfrm>
            <a:off x="8550335" y="52808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A89"/>
          </a:solidFill>
          <a:ln w="3518">
            <a:solidFill>
              <a:srgbClr val="3E4A89"/>
            </a:solidFill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AC6FDBED-0FA0-46BA-8411-78B77D66D4B1}"/>
              </a:ext>
            </a:extLst>
          </p:cNvPr>
          <p:cNvSpPr>
            <a:spLocks noGrp="1"/>
          </p:cNvSpPr>
          <p:nvPr/>
        </p:nvSpPr>
        <p:spPr>
          <a:xfrm>
            <a:off x="8550335" y="52694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989"/>
          </a:solidFill>
          <a:ln w="3518">
            <a:solidFill>
              <a:srgbClr val="3E4989"/>
            </a:solidFill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28D0382C-23C4-4B3A-9C53-6678DB94D38C}"/>
              </a:ext>
            </a:extLst>
          </p:cNvPr>
          <p:cNvSpPr>
            <a:spLocks noGrp="1"/>
          </p:cNvSpPr>
          <p:nvPr/>
        </p:nvSpPr>
        <p:spPr>
          <a:xfrm>
            <a:off x="8550335" y="52580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889"/>
          </a:solidFill>
          <a:ln w="3518">
            <a:solidFill>
              <a:srgbClr val="3F4889"/>
            </a:solidFill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0CA56D8D-440F-474E-B5E9-3086D3EB3952}"/>
              </a:ext>
            </a:extLst>
          </p:cNvPr>
          <p:cNvSpPr>
            <a:spLocks noGrp="1"/>
          </p:cNvSpPr>
          <p:nvPr/>
        </p:nvSpPr>
        <p:spPr>
          <a:xfrm>
            <a:off x="8550335" y="52466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788"/>
          </a:solidFill>
          <a:ln w="3518">
            <a:solidFill>
              <a:srgbClr val="3F4788"/>
            </a:solidFill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C713B28F-BFD3-4130-92C9-7CFB857CFAEA}"/>
              </a:ext>
            </a:extLst>
          </p:cNvPr>
          <p:cNvSpPr>
            <a:spLocks noGrp="1"/>
          </p:cNvSpPr>
          <p:nvPr/>
        </p:nvSpPr>
        <p:spPr>
          <a:xfrm>
            <a:off x="8550335" y="52352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688"/>
          </a:solidFill>
          <a:ln w="3518">
            <a:solidFill>
              <a:srgbClr val="404688"/>
            </a:solidFill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1933B169-ED13-4406-9E6D-19FB13C521EB}"/>
              </a:ext>
            </a:extLst>
          </p:cNvPr>
          <p:cNvSpPr>
            <a:spLocks noGrp="1"/>
          </p:cNvSpPr>
          <p:nvPr/>
        </p:nvSpPr>
        <p:spPr>
          <a:xfrm>
            <a:off x="8550335" y="52239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588"/>
          </a:solidFill>
          <a:ln w="3518">
            <a:solidFill>
              <a:srgbClr val="404588"/>
            </a:solidFill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E3C1924A-A0F7-48B8-8BAC-1AC66A02BD38}"/>
              </a:ext>
            </a:extLst>
          </p:cNvPr>
          <p:cNvSpPr>
            <a:spLocks noGrp="1"/>
          </p:cNvSpPr>
          <p:nvPr/>
        </p:nvSpPr>
        <p:spPr>
          <a:xfrm>
            <a:off x="8550335" y="52125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487"/>
          </a:solidFill>
          <a:ln w="3518">
            <a:solidFill>
              <a:srgbClr val="414487"/>
            </a:solidFill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5F4A7E6F-8B4E-4473-BFD4-793A0CBF66F0}"/>
              </a:ext>
            </a:extLst>
          </p:cNvPr>
          <p:cNvSpPr>
            <a:spLocks noGrp="1"/>
          </p:cNvSpPr>
          <p:nvPr/>
        </p:nvSpPr>
        <p:spPr>
          <a:xfrm>
            <a:off x="8550335" y="52011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287"/>
          </a:solidFill>
          <a:ln w="3518">
            <a:solidFill>
              <a:srgbClr val="414287"/>
            </a:solidFill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551AEA50-807B-44EC-9D27-5F756F013FF8}"/>
              </a:ext>
            </a:extLst>
          </p:cNvPr>
          <p:cNvSpPr>
            <a:spLocks noGrp="1"/>
          </p:cNvSpPr>
          <p:nvPr/>
        </p:nvSpPr>
        <p:spPr>
          <a:xfrm>
            <a:off x="8550335" y="51897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186"/>
          </a:solidFill>
          <a:ln w="3518">
            <a:solidFill>
              <a:srgbClr val="424186"/>
            </a:solidFill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A564CB0D-BDEF-4381-982A-D498D8AE552E}"/>
              </a:ext>
            </a:extLst>
          </p:cNvPr>
          <p:cNvSpPr>
            <a:spLocks noGrp="1"/>
          </p:cNvSpPr>
          <p:nvPr/>
        </p:nvSpPr>
        <p:spPr>
          <a:xfrm>
            <a:off x="8550335" y="51783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086"/>
          </a:solidFill>
          <a:ln w="3518">
            <a:solidFill>
              <a:srgbClr val="424086"/>
            </a:solidFill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3D08A9FF-8A89-4944-8F43-D125ADB8DC2D}"/>
              </a:ext>
            </a:extLst>
          </p:cNvPr>
          <p:cNvSpPr>
            <a:spLocks noGrp="1"/>
          </p:cNvSpPr>
          <p:nvPr/>
        </p:nvSpPr>
        <p:spPr>
          <a:xfrm>
            <a:off x="8550335" y="51670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3F85"/>
          </a:solidFill>
          <a:ln w="3518">
            <a:solidFill>
              <a:srgbClr val="423F85"/>
            </a:solidFill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F23F7B61-02BF-4078-88D5-CE2FFF6F5DC4}"/>
              </a:ext>
            </a:extLst>
          </p:cNvPr>
          <p:cNvSpPr>
            <a:spLocks noGrp="1"/>
          </p:cNvSpPr>
          <p:nvPr/>
        </p:nvSpPr>
        <p:spPr>
          <a:xfrm>
            <a:off x="8550335" y="51556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E85"/>
          </a:solidFill>
          <a:ln w="3518">
            <a:solidFill>
              <a:srgbClr val="433E85"/>
            </a:solidFill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FA32D4CE-1BC8-4F0E-8D8E-4D8AC9615B2C}"/>
              </a:ext>
            </a:extLst>
          </p:cNvPr>
          <p:cNvSpPr>
            <a:spLocks noGrp="1"/>
          </p:cNvSpPr>
          <p:nvPr/>
        </p:nvSpPr>
        <p:spPr>
          <a:xfrm>
            <a:off x="8550335" y="51442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D84"/>
          </a:solidFill>
          <a:ln w="3518">
            <a:solidFill>
              <a:srgbClr val="433D84"/>
            </a:solidFill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1BA2042F-D3D5-4AC6-9EBA-E852F191BD66}"/>
              </a:ext>
            </a:extLst>
          </p:cNvPr>
          <p:cNvSpPr>
            <a:spLocks noGrp="1"/>
          </p:cNvSpPr>
          <p:nvPr/>
        </p:nvSpPr>
        <p:spPr>
          <a:xfrm>
            <a:off x="8550335" y="51328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B84"/>
          </a:solidFill>
          <a:ln w="3518">
            <a:solidFill>
              <a:srgbClr val="443B84"/>
            </a:solidFill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1B49B81E-C1DD-496D-B6D2-B947DEC462B3}"/>
              </a:ext>
            </a:extLst>
          </p:cNvPr>
          <p:cNvSpPr>
            <a:spLocks noGrp="1"/>
          </p:cNvSpPr>
          <p:nvPr/>
        </p:nvSpPr>
        <p:spPr>
          <a:xfrm>
            <a:off x="8550335" y="51214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A83"/>
          </a:solidFill>
          <a:ln w="3518">
            <a:solidFill>
              <a:srgbClr val="443A83"/>
            </a:solidFill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9799D33A-5146-4D64-94F2-BF11C831C137}"/>
              </a:ext>
            </a:extLst>
          </p:cNvPr>
          <p:cNvSpPr>
            <a:spLocks noGrp="1"/>
          </p:cNvSpPr>
          <p:nvPr/>
        </p:nvSpPr>
        <p:spPr>
          <a:xfrm>
            <a:off x="8550335" y="51101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983"/>
          </a:solidFill>
          <a:ln w="3518">
            <a:solidFill>
              <a:srgbClr val="443983"/>
            </a:solidFill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1F5D47A4-9297-41CF-93CC-408ABD5503F8}"/>
              </a:ext>
            </a:extLst>
          </p:cNvPr>
          <p:cNvSpPr>
            <a:spLocks noGrp="1"/>
          </p:cNvSpPr>
          <p:nvPr/>
        </p:nvSpPr>
        <p:spPr>
          <a:xfrm>
            <a:off x="8550335" y="50987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882"/>
          </a:solidFill>
          <a:ln w="3518">
            <a:solidFill>
              <a:srgbClr val="453882"/>
            </a:solidFill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71C06E58-C5A1-4371-90A8-D14BD71B699D}"/>
              </a:ext>
            </a:extLst>
          </p:cNvPr>
          <p:cNvSpPr>
            <a:spLocks noGrp="1"/>
          </p:cNvSpPr>
          <p:nvPr/>
        </p:nvSpPr>
        <p:spPr>
          <a:xfrm>
            <a:off x="8550335" y="50873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781"/>
          </a:solidFill>
          <a:ln w="3518">
            <a:solidFill>
              <a:srgbClr val="453781"/>
            </a:solidFill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D29AE3EC-5276-4E78-ADB9-CC1AB6993BC4}"/>
              </a:ext>
            </a:extLst>
          </p:cNvPr>
          <p:cNvSpPr>
            <a:spLocks noGrp="1"/>
          </p:cNvSpPr>
          <p:nvPr/>
        </p:nvSpPr>
        <p:spPr>
          <a:xfrm>
            <a:off x="8550335" y="50759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581"/>
          </a:solidFill>
          <a:ln w="3518">
            <a:solidFill>
              <a:srgbClr val="453581"/>
            </a:solidFill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B0A7E010-357B-4592-AD21-A633415355BA}"/>
              </a:ext>
            </a:extLst>
          </p:cNvPr>
          <p:cNvSpPr>
            <a:spLocks noGrp="1"/>
          </p:cNvSpPr>
          <p:nvPr/>
        </p:nvSpPr>
        <p:spPr>
          <a:xfrm>
            <a:off x="8550335" y="50645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480"/>
          </a:solidFill>
          <a:ln w="3518">
            <a:solidFill>
              <a:srgbClr val="463480"/>
            </a:solidFill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57855BB2-F24D-4B41-8A37-3E8E1098B6A3}"/>
              </a:ext>
            </a:extLst>
          </p:cNvPr>
          <p:cNvSpPr>
            <a:spLocks noGrp="1"/>
          </p:cNvSpPr>
          <p:nvPr/>
        </p:nvSpPr>
        <p:spPr>
          <a:xfrm>
            <a:off x="8550335" y="50531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37F"/>
          </a:solidFill>
          <a:ln w="3518">
            <a:solidFill>
              <a:srgbClr val="46337F"/>
            </a:solidFill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062AB7CD-1560-418D-92F0-CE20B26CA7CB}"/>
              </a:ext>
            </a:extLst>
          </p:cNvPr>
          <p:cNvSpPr>
            <a:spLocks noGrp="1"/>
          </p:cNvSpPr>
          <p:nvPr/>
        </p:nvSpPr>
        <p:spPr>
          <a:xfrm>
            <a:off x="8550335" y="50418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27E"/>
          </a:solidFill>
          <a:ln w="3518">
            <a:solidFill>
              <a:srgbClr val="46327E"/>
            </a:solidFill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28FC050F-6C60-4830-B9E9-F8AF470BEC0C}"/>
              </a:ext>
            </a:extLst>
          </p:cNvPr>
          <p:cNvSpPr>
            <a:spLocks noGrp="1"/>
          </p:cNvSpPr>
          <p:nvPr/>
        </p:nvSpPr>
        <p:spPr>
          <a:xfrm>
            <a:off x="8550335" y="50304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07E"/>
          </a:solidFill>
          <a:ln w="3518">
            <a:solidFill>
              <a:srgbClr val="46307E"/>
            </a:solidFill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4341FD02-151C-4F19-8C5C-058CA9622732}"/>
              </a:ext>
            </a:extLst>
          </p:cNvPr>
          <p:cNvSpPr>
            <a:spLocks noGrp="1"/>
          </p:cNvSpPr>
          <p:nvPr/>
        </p:nvSpPr>
        <p:spPr>
          <a:xfrm>
            <a:off x="8550335" y="50190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F7D"/>
          </a:solidFill>
          <a:ln w="3518">
            <a:solidFill>
              <a:srgbClr val="472F7D"/>
            </a:solidFill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7ECE869C-0329-407B-973C-18314128FDC8}"/>
              </a:ext>
            </a:extLst>
          </p:cNvPr>
          <p:cNvSpPr>
            <a:spLocks noGrp="1"/>
          </p:cNvSpPr>
          <p:nvPr/>
        </p:nvSpPr>
        <p:spPr>
          <a:xfrm>
            <a:off x="8550335" y="50076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E7C"/>
          </a:solidFill>
          <a:ln w="3518">
            <a:solidFill>
              <a:srgbClr val="472E7C"/>
            </a:solidFill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93938DF3-0FC7-4BA7-8930-AD98903A1A03}"/>
              </a:ext>
            </a:extLst>
          </p:cNvPr>
          <p:cNvSpPr>
            <a:spLocks noGrp="1"/>
          </p:cNvSpPr>
          <p:nvPr/>
        </p:nvSpPr>
        <p:spPr>
          <a:xfrm>
            <a:off x="8550335" y="49962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D7B"/>
          </a:solidFill>
          <a:ln w="3518">
            <a:solidFill>
              <a:srgbClr val="472D7B"/>
            </a:solidFill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C3EEAE58-B740-4739-8732-AA460F6FC919}"/>
              </a:ext>
            </a:extLst>
          </p:cNvPr>
          <p:cNvSpPr>
            <a:spLocks noGrp="1"/>
          </p:cNvSpPr>
          <p:nvPr/>
        </p:nvSpPr>
        <p:spPr>
          <a:xfrm>
            <a:off x="8550335" y="49849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C7A"/>
          </a:solidFill>
          <a:ln w="3518">
            <a:solidFill>
              <a:srgbClr val="472C7A"/>
            </a:solidFill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C39BEFC7-1107-48E5-9ECA-560CB5DAC247}"/>
              </a:ext>
            </a:extLst>
          </p:cNvPr>
          <p:cNvSpPr>
            <a:spLocks noGrp="1"/>
          </p:cNvSpPr>
          <p:nvPr/>
        </p:nvSpPr>
        <p:spPr>
          <a:xfrm>
            <a:off x="8550335" y="49735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A7A"/>
          </a:solidFill>
          <a:ln w="3518">
            <a:solidFill>
              <a:srgbClr val="472A7A"/>
            </a:solidFill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563F4F3B-F6E6-4B63-91EA-F057FEC9AE41}"/>
              </a:ext>
            </a:extLst>
          </p:cNvPr>
          <p:cNvSpPr>
            <a:spLocks noGrp="1"/>
          </p:cNvSpPr>
          <p:nvPr/>
        </p:nvSpPr>
        <p:spPr>
          <a:xfrm>
            <a:off x="8550335" y="49621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979"/>
          </a:solidFill>
          <a:ln w="3518">
            <a:solidFill>
              <a:srgbClr val="482979"/>
            </a:solidFill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F842CFB5-05F1-46C2-B403-0702C9F54A92}"/>
              </a:ext>
            </a:extLst>
          </p:cNvPr>
          <p:cNvSpPr>
            <a:spLocks noGrp="1"/>
          </p:cNvSpPr>
          <p:nvPr/>
        </p:nvSpPr>
        <p:spPr>
          <a:xfrm>
            <a:off x="8550335" y="49507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878"/>
          </a:solidFill>
          <a:ln w="3518">
            <a:solidFill>
              <a:srgbClr val="482878"/>
            </a:solidFill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B7ADD532-8FC0-45AC-A261-43A69B7A19BD}"/>
              </a:ext>
            </a:extLst>
          </p:cNvPr>
          <p:cNvSpPr>
            <a:spLocks noGrp="1"/>
          </p:cNvSpPr>
          <p:nvPr/>
        </p:nvSpPr>
        <p:spPr>
          <a:xfrm>
            <a:off x="8550335" y="49393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677"/>
          </a:solidFill>
          <a:ln w="3518">
            <a:solidFill>
              <a:srgbClr val="482677"/>
            </a:solidFill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FBB9B1B9-8EBE-4D41-AC5B-6F58FFE2F2CC}"/>
              </a:ext>
            </a:extLst>
          </p:cNvPr>
          <p:cNvSpPr>
            <a:spLocks noGrp="1"/>
          </p:cNvSpPr>
          <p:nvPr/>
        </p:nvSpPr>
        <p:spPr>
          <a:xfrm>
            <a:off x="8550335" y="49280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576"/>
          </a:solidFill>
          <a:ln w="3518">
            <a:solidFill>
              <a:srgbClr val="482576"/>
            </a:solidFill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D0E69500-63CF-44CA-9134-EC02B0D14356}"/>
              </a:ext>
            </a:extLst>
          </p:cNvPr>
          <p:cNvSpPr>
            <a:spLocks noGrp="1"/>
          </p:cNvSpPr>
          <p:nvPr/>
        </p:nvSpPr>
        <p:spPr>
          <a:xfrm>
            <a:off x="8550335" y="49166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475"/>
          </a:solidFill>
          <a:ln w="3518">
            <a:solidFill>
              <a:srgbClr val="482475"/>
            </a:solidFill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DEDB5166-DC22-4F6A-9B7C-3CE8743FF5AC}"/>
              </a:ext>
            </a:extLst>
          </p:cNvPr>
          <p:cNvSpPr>
            <a:spLocks noGrp="1"/>
          </p:cNvSpPr>
          <p:nvPr/>
        </p:nvSpPr>
        <p:spPr>
          <a:xfrm>
            <a:off x="8550335" y="49052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374"/>
          </a:solidFill>
          <a:ln w="3518">
            <a:solidFill>
              <a:srgbClr val="482374"/>
            </a:solidFill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39CF28CF-F994-4255-9601-1DD70E5CA2C8}"/>
              </a:ext>
            </a:extLst>
          </p:cNvPr>
          <p:cNvSpPr>
            <a:spLocks noGrp="1"/>
          </p:cNvSpPr>
          <p:nvPr/>
        </p:nvSpPr>
        <p:spPr>
          <a:xfrm>
            <a:off x="8550335" y="48938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173"/>
          </a:solidFill>
          <a:ln w="3518">
            <a:solidFill>
              <a:srgbClr val="482173"/>
            </a:solidFill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0FACE472-7241-4052-860D-9A4B544112E0}"/>
              </a:ext>
            </a:extLst>
          </p:cNvPr>
          <p:cNvSpPr>
            <a:spLocks noGrp="1"/>
          </p:cNvSpPr>
          <p:nvPr/>
        </p:nvSpPr>
        <p:spPr>
          <a:xfrm>
            <a:off x="8550335" y="48824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071"/>
          </a:solidFill>
          <a:ln w="3518">
            <a:solidFill>
              <a:srgbClr val="482071"/>
            </a:solidFill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C7CA4089-0CD7-4973-AA09-E15F459E3FB7}"/>
              </a:ext>
            </a:extLst>
          </p:cNvPr>
          <p:cNvSpPr>
            <a:spLocks noGrp="1"/>
          </p:cNvSpPr>
          <p:nvPr/>
        </p:nvSpPr>
        <p:spPr>
          <a:xfrm>
            <a:off x="8550335" y="48711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F70"/>
          </a:solidFill>
          <a:ln w="3518">
            <a:solidFill>
              <a:srgbClr val="481F70"/>
            </a:solidFill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787403FD-D367-494D-9C4F-BD7DB539BF82}"/>
              </a:ext>
            </a:extLst>
          </p:cNvPr>
          <p:cNvSpPr>
            <a:spLocks noGrp="1"/>
          </p:cNvSpPr>
          <p:nvPr/>
        </p:nvSpPr>
        <p:spPr>
          <a:xfrm>
            <a:off x="8550335" y="48597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D6F"/>
          </a:solidFill>
          <a:ln w="3518">
            <a:solidFill>
              <a:srgbClr val="481D6F"/>
            </a:solidFill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A7F1D889-6DA5-4549-8B4A-7D3814074620}"/>
              </a:ext>
            </a:extLst>
          </p:cNvPr>
          <p:cNvSpPr>
            <a:spLocks noGrp="1"/>
          </p:cNvSpPr>
          <p:nvPr/>
        </p:nvSpPr>
        <p:spPr>
          <a:xfrm>
            <a:off x="8550335" y="48483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C6E"/>
          </a:solidFill>
          <a:ln w="3518">
            <a:solidFill>
              <a:srgbClr val="481C6E"/>
            </a:solidFill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C71B64AE-D979-46FA-95F8-E68F6DB812B7}"/>
              </a:ext>
            </a:extLst>
          </p:cNvPr>
          <p:cNvSpPr>
            <a:spLocks noGrp="1"/>
          </p:cNvSpPr>
          <p:nvPr/>
        </p:nvSpPr>
        <p:spPr>
          <a:xfrm>
            <a:off x="8550335" y="48369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B6D"/>
          </a:solidFill>
          <a:ln w="3518">
            <a:solidFill>
              <a:srgbClr val="481B6D"/>
            </a:solidFill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64FE56C6-FAB8-4A64-B875-805F6E14321F}"/>
              </a:ext>
            </a:extLst>
          </p:cNvPr>
          <p:cNvSpPr>
            <a:spLocks noGrp="1"/>
          </p:cNvSpPr>
          <p:nvPr/>
        </p:nvSpPr>
        <p:spPr>
          <a:xfrm>
            <a:off x="8550335" y="48255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A6C"/>
          </a:solidFill>
          <a:ln w="3518">
            <a:solidFill>
              <a:srgbClr val="481A6C"/>
            </a:solidFill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14EB9776-767B-430C-B51E-500FEE6F16AA}"/>
              </a:ext>
            </a:extLst>
          </p:cNvPr>
          <p:cNvSpPr>
            <a:spLocks noGrp="1"/>
          </p:cNvSpPr>
          <p:nvPr/>
        </p:nvSpPr>
        <p:spPr>
          <a:xfrm>
            <a:off x="8550335" y="48141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86A"/>
          </a:solidFill>
          <a:ln w="3518">
            <a:solidFill>
              <a:srgbClr val="48186A"/>
            </a:solidFill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2906592C-940C-4B55-A612-FEE2F86EA34E}"/>
              </a:ext>
            </a:extLst>
          </p:cNvPr>
          <p:cNvSpPr>
            <a:spLocks noGrp="1"/>
          </p:cNvSpPr>
          <p:nvPr/>
        </p:nvSpPr>
        <p:spPr>
          <a:xfrm>
            <a:off x="8550335" y="48028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769"/>
          </a:solidFill>
          <a:ln w="3518">
            <a:solidFill>
              <a:srgbClr val="481769"/>
            </a:solidFill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103433B6-78A6-4B1F-8B4A-4621F579D26C}"/>
              </a:ext>
            </a:extLst>
          </p:cNvPr>
          <p:cNvSpPr>
            <a:spLocks noGrp="1"/>
          </p:cNvSpPr>
          <p:nvPr/>
        </p:nvSpPr>
        <p:spPr>
          <a:xfrm>
            <a:off x="8550335" y="47914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668"/>
          </a:solidFill>
          <a:ln w="3518">
            <a:solidFill>
              <a:srgbClr val="481668"/>
            </a:solidFill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B2400E30-7B55-4575-A47F-7A2ECB6D6A11}"/>
              </a:ext>
            </a:extLst>
          </p:cNvPr>
          <p:cNvSpPr>
            <a:spLocks noGrp="1"/>
          </p:cNvSpPr>
          <p:nvPr/>
        </p:nvSpPr>
        <p:spPr>
          <a:xfrm>
            <a:off x="8550335" y="47800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467"/>
          </a:solidFill>
          <a:ln w="3518">
            <a:solidFill>
              <a:srgbClr val="481467"/>
            </a:solidFill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3CB1169D-841A-42FE-8175-34448C265ACC}"/>
              </a:ext>
            </a:extLst>
          </p:cNvPr>
          <p:cNvSpPr>
            <a:spLocks noGrp="1"/>
          </p:cNvSpPr>
          <p:nvPr/>
        </p:nvSpPr>
        <p:spPr>
          <a:xfrm>
            <a:off x="8550335" y="47686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365"/>
          </a:solidFill>
          <a:ln w="3518">
            <a:solidFill>
              <a:srgbClr val="471365"/>
            </a:solidFill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B5CAAD39-7C33-4197-B99B-C37C2F041F0F}"/>
              </a:ext>
            </a:extLst>
          </p:cNvPr>
          <p:cNvSpPr>
            <a:spLocks noGrp="1"/>
          </p:cNvSpPr>
          <p:nvPr/>
        </p:nvSpPr>
        <p:spPr>
          <a:xfrm>
            <a:off x="8550335" y="47572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164"/>
          </a:solidFill>
          <a:ln w="3518">
            <a:solidFill>
              <a:srgbClr val="471164"/>
            </a:solidFill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E169C387-119E-4B58-8260-2618B7256E76}"/>
              </a:ext>
            </a:extLst>
          </p:cNvPr>
          <p:cNvSpPr>
            <a:spLocks noGrp="1"/>
          </p:cNvSpPr>
          <p:nvPr/>
        </p:nvSpPr>
        <p:spPr>
          <a:xfrm>
            <a:off x="8550335" y="47459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063"/>
          </a:solidFill>
          <a:ln w="3518">
            <a:solidFill>
              <a:srgbClr val="471063"/>
            </a:solidFill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74CAD5F7-0887-4D9A-A57E-2EC3A1BEF88B}"/>
              </a:ext>
            </a:extLst>
          </p:cNvPr>
          <p:cNvSpPr>
            <a:spLocks noGrp="1"/>
          </p:cNvSpPr>
          <p:nvPr/>
        </p:nvSpPr>
        <p:spPr>
          <a:xfrm>
            <a:off x="8550335" y="47345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E61"/>
          </a:solidFill>
          <a:ln w="3518">
            <a:solidFill>
              <a:srgbClr val="470E61"/>
            </a:solidFill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6B05F0C4-FE13-452C-B625-E22CFFC5EC29}"/>
              </a:ext>
            </a:extLst>
          </p:cNvPr>
          <p:cNvSpPr>
            <a:spLocks noGrp="1"/>
          </p:cNvSpPr>
          <p:nvPr/>
        </p:nvSpPr>
        <p:spPr>
          <a:xfrm>
            <a:off x="8550335" y="47231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D60"/>
          </a:solidFill>
          <a:ln w="3518">
            <a:solidFill>
              <a:srgbClr val="470D60"/>
            </a:solidFill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04193C5F-1465-48FE-AF2E-D58A66C57355}"/>
              </a:ext>
            </a:extLst>
          </p:cNvPr>
          <p:cNvSpPr>
            <a:spLocks noGrp="1"/>
          </p:cNvSpPr>
          <p:nvPr/>
        </p:nvSpPr>
        <p:spPr>
          <a:xfrm>
            <a:off x="8550335" y="47117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B5E"/>
          </a:solidFill>
          <a:ln w="3518">
            <a:solidFill>
              <a:srgbClr val="460B5E"/>
            </a:solidFill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C5720A58-B5EA-4439-8F4C-4E83694A0A69}"/>
              </a:ext>
            </a:extLst>
          </p:cNvPr>
          <p:cNvSpPr>
            <a:spLocks noGrp="1"/>
          </p:cNvSpPr>
          <p:nvPr/>
        </p:nvSpPr>
        <p:spPr>
          <a:xfrm>
            <a:off x="8550335" y="47003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A5D"/>
          </a:solidFill>
          <a:ln w="3518">
            <a:solidFill>
              <a:srgbClr val="460A5D"/>
            </a:solidFill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5B6E9C93-FADA-44DC-B8E3-A39FE47F6536}"/>
              </a:ext>
            </a:extLst>
          </p:cNvPr>
          <p:cNvSpPr>
            <a:spLocks noGrp="1"/>
          </p:cNvSpPr>
          <p:nvPr/>
        </p:nvSpPr>
        <p:spPr>
          <a:xfrm>
            <a:off x="8550335" y="46890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85C"/>
          </a:solidFill>
          <a:ln w="3518">
            <a:solidFill>
              <a:srgbClr val="46085C"/>
            </a:solidFill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459C038F-8600-4C9D-94F4-79069144DB85}"/>
              </a:ext>
            </a:extLst>
          </p:cNvPr>
          <p:cNvSpPr>
            <a:spLocks noGrp="1"/>
          </p:cNvSpPr>
          <p:nvPr/>
        </p:nvSpPr>
        <p:spPr>
          <a:xfrm>
            <a:off x="8550335" y="46776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75A"/>
          </a:solidFill>
          <a:ln w="3518">
            <a:solidFill>
              <a:srgbClr val="46075A"/>
            </a:solidFill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81F9ECE2-533B-40F6-85E6-E875EFC359A4}"/>
              </a:ext>
            </a:extLst>
          </p:cNvPr>
          <p:cNvSpPr>
            <a:spLocks noGrp="1"/>
          </p:cNvSpPr>
          <p:nvPr/>
        </p:nvSpPr>
        <p:spPr>
          <a:xfrm>
            <a:off x="8550335" y="46662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559"/>
          </a:solidFill>
          <a:ln w="3518">
            <a:solidFill>
              <a:srgbClr val="450559"/>
            </a:solidFill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2B66205A-FED3-4FB2-9A3B-83B786E72CA5}"/>
              </a:ext>
            </a:extLst>
          </p:cNvPr>
          <p:cNvSpPr>
            <a:spLocks noGrp="1"/>
          </p:cNvSpPr>
          <p:nvPr/>
        </p:nvSpPr>
        <p:spPr>
          <a:xfrm>
            <a:off x="8550335" y="46548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457"/>
          </a:solidFill>
          <a:ln w="3518">
            <a:solidFill>
              <a:srgbClr val="450457"/>
            </a:solidFill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8931E393-820C-4B81-AD58-7E415025B4A0}"/>
              </a:ext>
            </a:extLst>
          </p:cNvPr>
          <p:cNvSpPr>
            <a:spLocks noGrp="1"/>
          </p:cNvSpPr>
          <p:nvPr/>
        </p:nvSpPr>
        <p:spPr>
          <a:xfrm>
            <a:off x="8550335" y="46434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256"/>
          </a:solidFill>
          <a:ln w="3518">
            <a:solidFill>
              <a:srgbClr val="440256"/>
            </a:solidFill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E2221ACD-F2F8-415E-953D-276848E8F736}"/>
              </a:ext>
            </a:extLst>
          </p:cNvPr>
          <p:cNvSpPr>
            <a:spLocks noGrp="1"/>
          </p:cNvSpPr>
          <p:nvPr/>
        </p:nvSpPr>
        <p:spPr>
          <a:xfrm>
            <a:off x="8550335" y="46320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154"/>
          </a:solidFill>
          <a:ln w="3518">
            <a:solidFill>
              <a:srgbClr val="440154"/>
            </a:solidFill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DD974D70-6F4F-47D1-B0C2-AD012C5863C5}"/>
              </a:ext>
            </a:extLst>
          </p:cNvPr>
          <p:cNvSpPr>
            <a:spLocks noGrp="1"/>
          </p:cNvSpPr>
          <p:nvPr/>
        </p:nvSpPr>
        <p:spPr>
          <a:xfrm>
            <a:off x="8640094" y="7545649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5" name="text_2674">
            <a:extLst>
              <a:ext uri="{FF2B5EF4-FFF2-40B4-BE49-F238E27FC236}">
                <a16:creationId xmlns:a16="http://schemas.microsoft.com/office/drawing/2014/main" id="{8CA6330F-EF4C-4887-8E3C-377DBA6A1E79}"/>
              </a:ext>
            </a:extLst>
          </p:cNvPr>
          <p:cNvSpPr>
            <a:spLocks noGrp="1"/>
          </p:cNvSpPr>
          <p:nvPr/>
        </p:nvSpPr>
        <p:spPr>
          <a:xfrm>
            <a:off x="8736848" y="7489454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92E1F797-2BAA-4DC1-80AD-26D8680A3F5C}"/>
              </a:ext>
            </a:extLst>
          </p:cNvPr>
          <p:cNvSpPr>
            <a:spLocks noGrp="1"/>
          </p:cNvSpPr>
          <p:nvPr/>
        </p:nvSpPr>
        <p:spPr>
          <a:xfrm>
            <a:off x="8640094" y="6574465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7" name="text_2676">
            <a:extLst>
              <a:ext uri="{FF2B5EF4-FFF2-40B4-BE49-F238E27FC236}">
                <a16:creationId xmlns:a16="http://schemas.microsoft.com/office/drawing/2014/main" id="{46580C0C-6F74-4744-B45D-82B61CE83495}"/>
              </a:ext>
            </a:extLst>
          </p:cNvPr>
          <p:cNvSpPr>
            <a:spLocks noGrp="1"/>
          </p:cNvSpPr>
          <p:nvPr/>
        </p:nvSpPr>
        <p:spPr>
          <a:xfrm>
            <a:off x="8736848" y="6518270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AAB6FCB4-8E95-4C2B-93E0-59675CE80C13}"/>
              </a:ext>
            </a:extLst>
          </p:cNvPr>
          <p:cNvSpPr>
            <a:spLocks noGrp="1"/>
          </p:cNvSpPr>
          <p:nvPr/>
        </p:nvSpPr>
        <p:spPr>
          <a:xfrm>
            <a:off x="8640094" y="5603281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9" name="text_2678">
            <a:extLst>
              <a:ext uri="{FF2B5EF4-FFF2-40B4-BE49-F238E27FC236}">
                <a16:creationId xmlns:a16="http://schemas.microsoft.com/office/drawing/2014/main" id="{6288B977-6345-4E6C-A14C-E5C634DB23F5}"/>
              </a:ext>
            </a:extLst>
          </p:cNvPr>
          <p:cNvSpPr>
            <a:spLocks noGrp="1"/>
          </p:cNvSpPr>
          <p:nvPr/>
        </p:nvSpPr>
        <p:spPr>
          <a:xfrm>
            <a:off x="8736848" y="5547086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A1586E67-92D3-48C7-AC5E-DD4B1B731199}"/>
              </a:ext>
            </a:extLst>
          </p:cNvPr>
          <p:cNvSpPr>
            <a:spLocks noGrp="1"/>
          </p:cNvSpPr>
          <p:nvPr/>
        </p:nvSpPr>
        <p:spPr>
          <a:xfrm>
            <a:off x="8640094" y="4632097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7B78FA70-F29F-4A70-B916-F4B18941F9D9}"/>
              </a:ext>
            </a:extLst>
          </p:cNvPr>
          <p:cNvSpPr>
            <a:spLocks noGrp="1"/>
          </p:cNvSpPr>
          <p:nvPr/>
        </p:nvSpPr>
        <p:spPr>
          <a:xfrm>
            <a:off x="8736848" y="4575902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82" name="text_2681">
            <a:extLst>
              <a:ext uri="{FF2B5EF4-FFF2-40B4-BE49-F238E27FC236}">
                <a16:creationId xmlns:a16="http://schemas.microsoft.com/office/drawing/2014/main" id="{E693DD80-6466-4415-8F65-EEDC28EFC179}"/>
              </a:ext>
            </a:extLst>
          </p:cNvPr>
          <p:cNvSpPr>
            <a:spLocks noGrp="1"/>
          </p:cNvSpPr>
          <p:nvPr/>
        </p:nvSpPr>
        <p:spPr>
          <a:xfrm rot="-5400000">
            <a:off x="8570583" y="6008611"/>
            <a:ext cx="746179" cy="1605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B486521E-312F-4580-9A25-D8C5C8C07152}"/>
              </a:ext>
            </a:extLst>
          </p:cNvPr>
          <p:cNvSpPr>
            <a:spLocks noGrp="1"/>
          </p:cNvSpPr>
          <p:nvPr/>
        </p:nvSpPr>
        <p:spPr>
          <a:xfrm>
            <a:off x="2996844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23DCD80E-AE83-4148-A616-9F42F02C23C9}"/>
              </a:ext>
            </a:extLst>
          </p:cNvPr>
          <p:cNvSpPr>
            <a:spLocks noGrp="1"/>
          </p:cNvSpPr>
          <p:nvPr/>
        </p:nvSpPr>
        <p:spPr>
          <a:xfrm>
            <a:off x="3264238" y="397378"/>
            <a:ext cx="780761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38DD1674-9666-4CC3-9591-A8DAECC6F0EF}"/>
              </a:ext>
            </a:extLst>
          </p:cNvPr>
          <p:cNvSpPr>
            <a:spLocks noGrp="1"/>
          </p:cNvSpPr>
          <p:nvPr/>
        </p:nvSpPr>
        <p:spPr>
          <a:xfrm>
            <a:off x="4196710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686" name="text_2685">
            <a:extLst>
              <a:ext uri="{FF2B5EF4-FFF2-40B4-BE49-F238E27FC236}">
                <a16:creationId xmlns:a16="http://schemas.microsoft.com/office/drawing/2014/main" id="{AB437EF9-337A-4B53-A131-509FD1DD7D5D}"/>
              </a:ext>
            </a:extLst>
          </p:cNvPr>
          <p:cNvSpPr>
            <a:spLocks noGrp="1"/>
          </p:cNvSpPr>
          <p:nvPr/>
        </p:nvSpPr>
        <p:spPr>
          <a:xfrm>
            <a:off x="4464104" y="397378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11BEA495-2DC7-4C78-AC31-42E4F64728F5}"/>
              </a:ext>
            </a:extLst>
          </p:cNvPr>
          <p:cNvSpPr>
            <a:spLocks noGrp="1"/>
          </p:cNvSpPr>
          <p:nvPr/>
        </p:nvSpPr>
        <p:spPr>
          <a:xfrm>
            <a:off x="5835477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688" name="text_2687">
            <a:extLst>
              <a:ext uri="{FF2B5EF4-FFF2-40B4-BE49-F238E27FC236}">
                <a16:creationId xmlns:a16="http://schemas.microsoft.com/office/drawing/2014/main" id="{EA1E4083-693E-4EAE-8466-489FF884C130}"/>
              </a:ext>
            </a:extLst>
          </p:cNvPr>
          <p:cNvSpPr>
            <a:spLocks noGrp="1"/>
          </p:cNvSpPr>
          <p:nvPr/>
        </p:nvSpPr>
        <p:spPr>
          <a:xfrm>
            <a:off x="6102871" y="397378"/>
            <a:ext cx="1152561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9305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data_2688">
            <a:extLst>
              <a:ext uri="{FF2B5EF4-FFF2-40B4-BE49-F238E27FC236}">
                <a16:creationId xmlns:a16="http://schemas.microsoft.com/office/drawing/2014/main" id="{A1E84641-2271-4951-B339-7F484B4CC513}"/>
              </a:ext>
            </a:extLst>
          </p:cNvPr>
          <p:cNvSpPr>
            <a:spLocks noGrp="1"/>
          </p:cNvSpPr>
          <p:nvPr/>
        </p:nvSpPr>
        <p:spPr>
          <a:xfrm>
            <a:off x="238125" y="1082675"/>
            <a:ext cx="9048750" cy="6635750"/>
          </a:xfrm>
          <a:custGeom>
            <a:avLst/>
            <a:gdLst/>
            <a:ahLst/>
            <a:cxnLst/>
            <a:rect l="0" t="0" r="0" b="0"/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2689">
            <a:extLst>
              <a:ext uri="{FF2B5EF4-FFF2-40B4-BE49-F238E27FC236}">
                <a16:creationId xmlns:a16="http://schemas.microsoft.com/office/drawing/2014/main" id="{DA964ED9-88BC-4D05-A2DD-52B80F598140}"/>
              </a:ext>
            </a:extLst>
          </p:cNvPr>
          <p:cNvSpPr>
            <a:spLocks noGrp="1"/>
          </p:cNvSpPr>
          <p:nvPr/>
        </p:nvSpPr>
        <p:spPr>
          <a:xfrm>
            <a:off x="1188244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690">
            <a:extLst>
              <a:ext uri="{FF2B5EF4-FFF2-40B4-BE49-F238E27FC236}">
                <a16:creationId xmlns:a16="http://schemas.microsoft.com/office/drawing/2014/main" id="{90574DE1-68D4-4C4D-BAA1-0C35A1DB6C2B}"/>
              </a:ext>
            </a:extLst>
          </p:cNvPr>
          <p:cNvSpPr>
            <a:spLocks noGrp="1"/>
          </p:cNvSpPr>
          <p:nvPr/>
        </p:nvSpPr>
        <p:spPr>
          <a:xfrm>
            <a:off x="1956863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2691">
            <a:extLst>
              <a:ext uri="{FF2B5EF4-FFF2-40B4-BE49-F238E27FC236}">
                <a16:creationId xmlns:a16="http://schemas.microsoft.com/office/drawing/2014/main" id="{BCB29AAB-3B99-45E0-84C6-363ED71F25D1}"/>
              </a:ext>
            </a:extLst>
          </p:cNvPr>
          <p:cNvSpPr>
            <a:spLocks noGrp="1"/>
          </p:cNvSpPr>
          <p:nvPr/>
        </p:nvSpPr>
        <p:spPr>
          <a:xfrm>
            <a:off x="159676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2692">
            <a:extLst>
              <a:ext uri="{FF2B5EF4-FFF2-40B4-BE49-F238E27FC236}">
                <a16:creationId xmlns:a16="http://schemas.microsoft.com/office/drawing/2014/main" id="{CCA5E4F7-7A7B-423C-805D-C373EA7B3F1D}"/>
              </a:ext>
            </a:extLst>
          </p:cNvPr>
          <p:cNvSpPr>
            <a:spLocks noGrp="1"/>
          </p:cNvSpPr>
          <p:nvPr/>
        </p:nvSpPr>
        <p:spPr>
          <a:xfrm>
            <a:off x="1720810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2693">
            <a:extLst>
              <a:ext uri="{FF2B5EF4-FFF2-40B4-BE49-F238E27FC236}">
                <a16:creationId xmlns:a16="http://schemas.microsoft.com/office/drawing/2014/main" id="{B51130AE-5E8E-41B2-BB8A-04EEF2706D31}"/>
              </a:ext>
            </a:extLst>
          </p:cNvPr>
          <p:cNvSpPr>
            <a:spLocks noGrp="1"/>
          </p:cNvSpPr>
          <p:nvPr/>
        </p:nvSpPr>
        <p:spPr>
          <a:xfrm>
            <a:off x="3866767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2694">
            <a:extLst>
              <a:ext uri="{FF2B5EF4-FFF2-40B4-BE49-F238E27FC236}">
                <a16:creationId xmlns:a16="http://schemas.microsoft.com/office/drawing/2014/main" id="{35CC39B5-779D-4116-A8AE-EF0EB05F5D0C}"/>
              </a:ext>
            </a:extLst>
          </p:cNvPr>
          <p:cNvSpPr>
            <a:spLocks noGrp="1"/>
          </p:cNvSpPr>
          <p:nvPr/>
        </p:nvSpPr>
        <p:spPr>
          <a:xfrm>
            <a:off x="3506667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2695">
            <a:extLst>
              <a:ext uri="{FF2B5EF4-FFF2-40B4-BE49-F238E27FC236}">
                <a16:creationId xmlns:a16="http://schemas.microsoft.com/office/drawing/2014/main" id="{B404A74D-1513-4BAC-A829-571502D761B6}"/>
              </a:ext>
            </a:extLst>
          </p:cNvPr>
          <p:cNvSpPr>
            <a:spLocks noGrp="1"/>
          </p:cNvSpPr>
          <p:nvPr/>
        </p:nvSpPr>
        <p:spPr>
          <a:xfrm>
            <a:off x="3725861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2696">
            <a:extLst>
              <a:ext uri="{FF2B5EF4-FFF2-40B4-BE49-F238E27FC236}">
                <a16:creationId xmlns:a16="http://schemas.microsoft.com/office/drawing/2014/main" id="{FF42122A-1B1F-46E9-832F-E068C1838236}"/>
              </a:ext>
            </a:extLst>
          </p:cNvPr>
          <p:cNvSpPr>
            <a:spLocks noGrp="1"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0" name="data_2697">
            <a:extLst>
              <a:ext uri="{FF2B5EF4-FFF2-40B4-BE49-F238E27FC236}">
                <a16:creationId xmlns:a16="http://schemas.microsoft.com/office/drawing/2014/main" id="{9AE5667A-A088-4C32-B736-F2CED677333F}"/>
              </a:ext>
            </a:extLst>
          </p:cNvPr>
          <p:cNvSpPr>
            <a:spLocks noGrp="1"/>
          </p:cNvSpPr>
          <p:nvPr/>
        </p:nvSpPr>
        <p:spPr>
          <a:xfrm>
            <a:off x="1143908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" name="text_2698">
            <a:extLst>
              <a:ext uri="{FF2B5EF4-FFF2-40B4-BE49-F238E27FC236}">
                <a16:creationId xmlns:a16="http://schemas.microsoft.com/office/drawing/2014/main" id="{24575B27-B57A-4015-98E2-52BB32D16E71}"/>
              </a:ext>
            </a:extLst>
          </p:cNvPr>
          <p:cNvSpPr>
            <a:spLocks noGrp="1"/>
          </p:cNvSpPr>
          <p:nvPr/>
        </p:nvSpPr>
        <p:spPr>
          <a:xfrm>
            <a:off x="920184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2699">
            <a:extLst>
              <a:ext uri="{FF2B5EF4-FFF2-40B4-BE49-F238E27FC236}">
                <a16:creationId xmlns:a16="http://schemas.microsoft.com/office/drawing/2014/main" id="{20431BBB-18AE-41DB-9972-3991D0A73864}"/>
              </a:ext>
            </a:extLst>
          </p:cNvPr>
          <p:cNvSpPr>
            <a:spLocks noGrp="1"/>
          </p:cNvSpPr>
          <p:nvPr/>
        </p:nvSpPr>
        <p:spPr>
          <a:xfrm>
            <a:off x="1188244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3" name="data_2700">
            <a:extLst>
              <a:ext uri="{FF2B5EF4-FFF2-40B4-BE49-F238E27FC236}">
                <a16:creationId xmlns:a16="http://schemas.microsoft.com/office/drawing/2014/main" id="{0BEAA38A-A347-40BE-AA2E-B8D6BA63F129}"/>
              </a:ext>
            </a:extLst>
          </p:cNvPr>
          <p:cNvSpPr>
            <a:spLocks noGrp="1"/>
          </p:cNvSpPr>
          <p:nvPr/>
        </p:nvSpPr>
        <p:spPr>
          <a:xfrm>
            <a:off x="1143908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4" name="text_2701">
            <a:extLst>
              <a:ext uri="{FF2B5EF4-FFF2-40B4-BE49-F238E27FC236}">
                <a16:creationId xmlns:a16="http://schemas.microsoft.com/office/drawing/2014/main" id="{FB65EB85-B7D1-4881-B1DC-6B2B97F21241}"/>
              </a:ext>
            </a:extLst>
          </p:cNvPr>
          <p:cNvSpPr>
            <a:spLocks noGrp="1"/>
          </p:cNvSpPr>
          <p:nvPr/>
        </p:nvSpPr>
        <p:spPr>
          <a:xfrm>
            <a:off x="920184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2702">
            <a:extLst>
              <a:ext uri="{FF2B5EF4-FFF2-40B4-BE49-F238E27FC236}">
                <a16:creationId xmlns:a16="http://schemas.microsoft.com/office/drawing/2014/main" id="{3723DD70-2369-4E4F-963A-AAB4D2285D8D}"/>
              </a:ext>
            </a:extLst>
          </p:cNvPr>
          <p:cNvSpPr>
            <a:spLocks noGrp="1"/>
          </p:cNvSpPr>
          <p:nvPr/>
        </p:nvSpPr>
        <p:spPr>
          <a:xfrm>
            <a:off x="1188244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2703">
            <a:extLst>
              <a:ext uri="{FF2B5EF4-FFF2-40B4-BE49-F238E27FC236}">
                <a16:creationId xmlns:a16="http://schemas.microsoft.com/office/drawing/2014/main" id="{E770D4FD-3D8A-46F2-847A-9B84CA2B295B}"/>
              </a:ext>
            </a:extLst>
          </p:cNvPr>
          <p:cNvSpPr>
            <a:spLocks noGrp="1"/>
          </p:cNvSpPr>
          <p:nvPr/>
        </p:nvSpPr>
        <p:spPr>
          <a:xfrm>
            <a:off x="1143908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2704">
            <a:extLst>
              <a:ext uri="{FF2B5EF4-FFF2-40B4-BE49-F238E27FC236}">
                <a16:creationId xmlns:a16="http://schemas.microsoft.com/office/drawing/2014/main" id="{EA0640E0-4638-4F1D-97D8-67F836B0D85E}"/>
              </a:ext>
            </a:extLst>
          </p:cNvPr>
          <p:cNvSpPr>
            <a:spLocks noGrp="1"/>
          </p:cNvSpPr>
          <p:nvPr/>
        </p:nvSpPr>
        <p:spPr>
          <a:xfrm>
            <a:off x="920184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2705">
            <a:extLst>
              <a:ext uri="{FF2B5EF4-FFF2-40B4-BE49-F238E27FC236}">
                <a16:creationId xmlns:a16="http://schemas.microsoft.com/office/drawing/2014/main" id="{E39CD84C-701A-4942-A502-6E7ABB868C62}"/>
              </a:ext>
            </a:extLst>
          </p:cNvPr>
          <p:cNvSpPr>
            <a:spLocks noGrp="1"/>
          </p:cNvSpPr>
          <p:nvPr/>
        </p:nvSpPr>
        <p:spPr>
          <a:xfrm rot="-5400000">
            <a:off x="650976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2706">
            <a:extLst>
              <a:ext uri="{FF2B5EF4-FFF2-40B4-BE49-F238E27FC236}">
                <a16:creationId xmlns:a16="http://schemas.microsoft.com/office/drawing/2014/main" id="{25FF1B00-789D-4BD3-A801-CE9717FC0C09}"/>
              </a:ext>
            </a:extLst>
          </p:cNvPr>
          <p:cNvSpPr>
            <a:spLocks noGrp="1"/>
          </p:cNvSpPr>
          <p:nvPr/>
        </p:nvSpPr>
        <p:spPr>
          <a:xfrm>
            <a:off x="131867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700" y="1674889"/>
                </a:lnTo>
                <a:lnTo>
                  <a:pt x="6695" y="1664355"/>
                </a:lnTo>
                <a:lnTo>
                  <a:pt x="14680" y="1653821"/>
                </a:lnTo>
                <a:lnTo>
                  <a:pt x="25182" y="1643287"/>
                </a:lnTo>
                <a:lnTo>
                  <a:pt x="37605" y="1632753"/>
                </a:lnTo>
                <a:lnTo>
                  <a:pt x="51290" y="1622219"/>
                </a:lnTo>
                <a:lnTo>
                  <a:pt x="65571" y="1611685"/>
                </a:lnTo>
                <a:lnTo>
                  <a:pt x="79830" y="1601152"/>
                </a:lnTo>
                <a:lnTo>
                  <a:pt x="93535" y="1590618"/>
                </a:lnTo>
                <a:lnTo>
                  <a:pt x="106272" y="1580084"/>
                </a:lnTo>
                <a:lnTo>
                  <a:pt x="117753" y="1569550"/>
                </a:lnTo>
                <a:lnTo>
                  <a:pt x="127818" y="1559016"/>
                </a:lnTo>
                <a:lnTo>
                  <a:pt x="136416" y="1548482"/>
                </a:lnTo>
                <a:lnTo>
                  <a:pt x="143588" y="1537948"/>
                </a:lnTo>
                <a:lnTo>
                  <a:pt x="149439" y="1527414"/>
                </a:lnTo>
                <a:lnTo>
                  <a:pt x="154119" y="1516880"/>
                </a:lnTo>
                <a:lnTo>
                  <a:pt x="157793" y="1506347"/>
                </a:lnTo>
                <a:lnTo>
                  <a:pt x="160632" y="1495813"/>
                </a:lnTo>
                <a:lnTo>
                  <a:pt x="162795" y="1485279"/>
                </a:lnTo>
                <a:lnTo>
                  <a:pt x="164423" y="1474745"/>
                </a:lnTo>
                <a:lnTo>
                  <a:pt x="165637" y="1464211"/>
                </a:lnTo>
                <a:lnTo>
                  <a:pt x="166536" y="1453677"/>
                </a:lnTo>
                <a:lnTo>
                  <a:pt x="167200" y="1443143"/>
                </a:lnTo>
                <a:lnTo>
                  <a:pt x="167690" y="1432609"/>
                </a:lnTo>
                <a:lnTo>
                  <a:pt x="168053" y="1422075"/>
                </a:lnTo>
                <a:lnTo>
                  <a:pt x="168329" y="1411542"/>
                </a:lnTo>
                <a:lnTo>
                  <a:pt x="168543" y="1401008"/>
                </a:lnTo>
                <a:lnTo>
                  <a:pt x="168719" y="1390474"/>
                </a:lnTo>
                <a:lnTo>
                  <a:pt x="168874" y="1379940"/>
                </a:lnTo>
                <a:lnTo>
                  <a:pt x="169019" y="1369406"/>
                </a:lnTo>
                <a:lnTo>
                  <a:pt x="169165" y="1358872"/>
                </a:lnTo>
                <a:lnTo>
                  <a:pt x="169319" y="1348338"/>
                </a:lnTo>
                <a:lnTo>
                  <a:pt x="169484" y="1337804"/>
                </a:lnTo>
                <a:lnTo>
                  <a:pt x="169663" y="1327270"/>
                </a:lnTo>
                <a:lnTo>
                  <a:pt x="169853" y="1316736"/>
                </a:lnTo>
                <a:lnTo>
                  <a:pt x="170054" y="1306203"/>
                </a:lnTo>
                <a:lnTo>
                  <a:pt x="170260" y="1295669"/>
                </a:lnTo>
                <a:lnTo>
                  <a:pt x="170466" y="1285135"/>
                </a:lnTo>
                <a:lnTo>
                  <a:pt x="170666" y="1274601"/>
                </a:lnTo>
                <a:lnTo>
                  <a:pt x="170855" y="1264067"/>
                </a:lnTo>
                <a:lnTo>
                  <a:pt x="171027" y="1253533"/>
                </a:lnTo>
                <a:lnTo>
                  <a:pt x="171180" y="1242999"/>
                </a:lnTo>
                <a:lnTo>
                  <a:pt x="171309" y="1232465"/>
                </a:lnTo>
                <a:lnTo>
                  <a:pt x="171415" y="1221931"/>
                </a:lnTo>
                <a:lnTo>
                  <a:pt x="171499" y="1211398"/>
                </a:lnTo>
                <a:lnTo>
                  <a:pt x="171562" y="1200864"/>
                </a:lnTo>
                <a:lnTo>
                  <a:pt x="171609" y="1190330"/>
                </a:lnTo>
                <a:lnTo>
                  <a:pt x="171644" y="1179796"/>
                </a:lnTo>
                <a:lnTo>
                  <a:pt x="171671" y="1169262"/>
                </a:lnTo>
                <a:lnTo>
                  <a:pt x="171696" y="1158728"/>
                </a:lnTo>
                <a:lnTo>
                  <a:pt x="171720" y="1148194"/>
                </a:lnTo>
                <a:lnTo>
                  <a:pt x="171748" y="1137660"/>
                </a:lnTo>
                <a:lnTo>
                  <a:pt x="171781" y="1127126"/>
                </a:lnTo>
                <a:lnTo>
                  <a:pt x="171820" y="1116593"/>
                </a:lnTo>
                <a:lnTo>
                  <a:pt x="171864" y="1106059"/>
                </a:lnTo>
                <a:lnTo>
                  <a:pt x="171912" y="1095525"/>
                </a:lnTo>
                <a:lnTo>
                  <a:pt x="171964" y="1084991"/>
                </a:lnTo>
                <a:lnTo>
                  <a:pt x="172016" y="1074457"/>
                </a:lnTo>
                <a:lnTo>
                  <a:pt x="172068" y="1063923"/>
                </a:lnTo>
                <a:lnTo>
                  <a:pt x="172116" y="1053389"/>
                </a:lnTo>
                <a:lnTo>
                  <a:pt x="172161" y="1042855"/>
                </a:lnTo>
                <a:lnTo>
                  <a:pt x="172200" y="1032321"/>
                </a:lnTo>
                <a:lnTo>
                  <a:pt x="172234" y="1021788"/>
                </a:lnTo>
                <a:lnTo>
                  <a:pt x="172262" y="1011254"/>
                </a:lnTo>
                <a:lnTo>
                  <a:pt x="172284" y="1000720"/>
                </a:lnTo>
                <a:lnTo>
                  <a:pt x="172300" y="990186"/>
                </a:lnTo>
                <a:lnTo>
                  <a:pt x="172310" y="979652"/>
                </a:lnTo>
                <a:lnTo>
                  <a:pt x="172316" y="969118"/>
                </a:lnTo>
                <a:lnTo>
                  <a:pt x="172316" y="958584"/>
                </a:lnTo>
                <a:lnTo>
                  <a:pt x="172311" y="948050"/>
                </a:lnTo>
                <a:lnTo>
                  <a:pt x="172301" y="937516"/>
                </a:lnTo>
                <a:lnTo>
                  <a:pt x="172285" y="926982"/>
                </a:lnTo>
                <a:lnTo>
                  <a:pt x="172264" y="916449"/>
                </a:lnTo>
                <a:lnTo>
                  <a:pt x="172237" y="905915"/>
                </a:lnTo>
                <a:lnTo>
                  <a:pt x="172204" y="895381"/>
                </a:lnTo>
                <a:lnTo>
                  <a:pt x="172166" y="884847"/>
                </a:lnTo>
                <a:lnTo>
                  <a:pt x="172122" y="874313"/>
                </a:lnTo>
                <a:lnTo>
                  <a:pt x="172074" y="863779"/>
                </a:lnTo>
                <a:lnTo>
                  <a:pt x="172024" y="853245"/>
                </a:lnTo>
                <a:lnTo>
                  <a:pt x="171974" y="842711"/>
                </a:lnTo>
                <a:lnTo>
                  <a:pt x="171926" y="832177"/>
                </a:lnTo>
                <a:lnTo>
                  <a:pt x="171882" y="821644"/>
                </a:lnTo>
                <a:lnTo>
                  <a:pt x="171845" y="811110"/>
                </a:lnTo>
                <a:lnTo>
                  <a:pt x="171817" y="800576"/>
                </a:lnTo>
                <a:lnTo>
                  <a:pt x="171801" y="790042"/>
                </a:lnTo>
                <a:lnTo>
                  <a:pt x="171796" y="779508"/>
                </a:lnTo>
                <a:lnTo>
                  <a:pt x="171803" y="768974"/>
                </a:lnTo>
                <a:lnTo>
                  <a:pt x="171822" y="758440"/>
                </a:lnTo>
                <a:lnTo>
                  <a:pt x="171851" y="747906"/>
                </a:lnTo>
                <a:lnTo>
                  <a:pt x="171889" y="737372"/>
                </a:lnTo>
                <a:lnTo>
                  <a:pt x="171934" y="726839"/>
                </a:lnTo>
                <a:lnTo>
                  <a:pt x="171981" y="716305"/>
                </a:lnTo>
                <a:lnTo>
                  <a:pt x="172029" y="705771"/>
                </a:lnTo>
                <a:lnTo>
                  <a:pt x="172076" y="695237"/>
                </a:lnTo>
                <a:lnTo>
                  <a:pt x="172118" y="684703"/>
                </a:lnTo>
                <a:lnTo>
                  <a:pt x="172155" y="674169"/>
                </a:lnTo>
                <a:lnTo>
                  <a:pt x="172184" y="663635"/>
                </a:lnTo>
                <a:lnTo>
                  <a:pt x="172204" y="653101"/>
                </a:lnTo>
                <a:lnTo>
                  <a:pt x="172215" y="642567"/>
                </a:lnTo>
                <a:lnTo>
                  <a:pt x="172217" y="632034"/>
                </a:lnTo>
                <a:lnTo>
                  <a:pt x="172208" y="621500"/>
                </a:lnTo>
                <a:lnTo>
                  <a:pt x="172191" y="610966"/>
                </a:lnTo>
                <a:lnTo>
                  <a:pt x="172164" y="600432"/>
                </a:lnTo>
                <a:lnTo>
                  <a:pt x="172130" y="589898"/>
                </a:lnTo>
                <a:lnTo>
                  <a:pt x="172089" y="579364"/>
                </a:lnTo>
                <a:lnTo>
                  <a:pt x="172043" y="568830"/>
                </a:lnTo>
                <a:lnTo>
                  <a:pt x="171995" y="558296"/>
                </a:lnTo>
                <a:lnTo>
                  <a:pt x="171947" y="547762"/>
                </a:lnTo>
                <a:lnTo>
                  <a:pt x="171902" y="537228"/>
                </a:lnTo>
                <a:lnTo>
                  <a:pt x="171862" y="526695"/>
                </a:lnTo>
                <a:lnTo>
                  <a:pt x="171830" y="516161"/>
                </a:lnTo>
                <a:lnTo>
                  <a:pt x="171807" y="505627"/>
                </a:lnTo>
                <a:lnTo>
                  <a:pt x="171797" y="495093"/>
                </a:lnTo>
                <a:lnTo>
                  <a:pt x="171798" y="484559"/>
                </a:lnTo>
                <a:lnTo>
                  <a:pt x="171811" y="474025"/>
                </a:lnTo>
                <a:lnTo>
                  <a:pt x="171836" y="463491"/>
                </a:lnTo>
                <a:lnTo>
                  <a:pt x="171870" y="452957"/>
                </a:lnTo>
                <a:lnTo>
                  <a:pt x="171913" y="442423"/>
                </a:lnTo>
                <a:lnTo>
                  <a:pt x="171960" y="431890"/>
                </a:lnTo>
                <a:lnTo>
                  <a:pt x="172010" y="421356"/>
                </a:lnTo>
                <a:lnTo>
                  <a:pt x="172060" y="410822"/>
                </a:lnTo>
                <a:lnTo>
                  <a:pt x="172109" y="400288"/>
                </a:lnTo>
                <a:lnTo>
                  <a:pt x="172154" y="389754"/>
                </a:lnTo>
                <a:lnTo>
                  <a:pt x="172194" y="379220"/>
                </a:lnTo>
                <a:lnTo>
                  <a:pt x="172230" y="368686"/>
                </a:lnTo>
                <a:lnTo>
                  <a:pt x="172260" y="358152"/>
                </a:lnTo>
                <a:lnTo>
                  <a:pt x="172284" y="347618"/>
                </a:lnTo>
                <a:lnTo>
                  <a:pt x="172304" y="337085"/>
                </a:lnTo>
                <a:lnTo>
                  <a:pt x="172319" y="326551"/>
                </a:lnTo>
                <a:lnTo>
                  <a:pt x="172330" y="316017"/>
                </a:lnTo>
                <a:lnTo>
                  <a:pt x="172338" y="305483"/>
                </a:lnTo>
                <a:lnTo>
                  <a:pt x="172344" y="294949"/>
                </a:lnTo>
                <a:lnTo>
                  <a:pt x="172348" y="284415"/>
                </a:lnTo>
                <a:lnTo>
                  <a:pt x="172351" y="273881"/>
                </a:lnTo>
                <a:lnTo>
                  <a:pt x="172352" y="263347"/>
                </a:lnTo>
                <a:lnTo>
                  <a:pt x="172351" y="252813"/>
                </a:lnTo>
                <a:lnTo>
                  <a:pt x="172349" y="242280"/>
                </a:lnTo>
                <a:lnTo>
                  <a:pt x="172346" y="231746"/>
                </a:lnTo>
                <a:lnTo>
                  <a:pt x="172339" y="221212"/>
                </a:lnTo>
                <a:lnTo>
                  <a:pt x="172330" y="210678"/>
                </a:lnTo>
                <a:lnTo>
                  <a:pt x="172315" y="200144"/>
                </a:lnTo>
                <a:lnTo>
                  <a:pt x="172294" y="189610"/>
                </a:lnTo>
                <a:lnTo>
                  <a:pt x="172264" y="179076"/>
                </a:lnTo>
                <a:lnTo>
                  <a:pt x="172223" y="168542"/>
                </a:lnTo>
                <a:lnTo>
                  <a:pt x="172169" y="158008"/>
                </a:lnTo>
                <a:lnTo>
                  <a:pt x="172098" y="147474"/>
                </a:lnTo>
                <a:lnTo>
                  <a:pt x="172008" y="136941"/>
                </a:lnTo>
                <a:lnTo>
                  <a:pt x="171897" y="126407"/>
                </a:lnTo>
                <a:lnTo>
                  <a:pt x="171765" y="115873"/>
                </a:lnTo>
                <a:lnTo>
                  <a:pt x="171611" y="105339"/>
                </a:lnTo>
                <a:lnTo>
                  <a:pt x="171437" y="94805"/>
                </a:lnTo>
                <a:lnTo>
                  <a:pt x="171247" y="84271"/>
                </a:lnTo>
                <a:lnTo>
                  <a:pt x="171048" y="73737"/>
                </a:lnTo>
                <a:lnTo>
                  <a:pt x="170847" y="63203"/>
                </a:lnTo>
                <a:lnTo>
                  <a:pt x="170652" y="52669"/>
                </a:lnTo>
                <a:lnTo>
                  <a:pt x="170474" y="42136"/>
                </a:lnTo>
                <a:lnTo>
                  <a:pt x="170323" y="31602"/>
                </a:lnTo>
                <a:lnTo>
                  <a:pt x="170208" y="21068"/>
                </a:lnTo>
                <a:lnTo>
                  <a:pt x="170136" y="10534"/>
                </a:lnTo>
                <a:lnTo>
                  <a:pt x="170111" y="0"/>
                </a:lnTo>
                <a:lnTo>
                  <a:pt x="174603" y="0"/>
                </a:lnTo>
                <a:lnTo>
                  <a:pt x="174603" y="0"/>
                </a:lnTo>
                <a:lnTo>
                  <a:pt x="174578" y="10534"/>
                </a:lnTo>
                <a:lnTo>
                  <a:pt x="174506" y="21068"/>
                </a:lnTo>
                <a:lnTo>
                  <a:pt x="174391" y="31602"/>
                </a:lnTo>
                <a:lnTo>
                  <a:pt x="174240" y="42136"/>
                </a:lnTo>
                <a:lnTo>
                  <a:pt x="174062" y="52669"/>
                </a:lnTo>
                <a:lnTo>
                  <a:pt x="173868" y="63203"/>
                </a:lnTo>
                <a:lnTo>
                  <a:pt x="173666" y="73737"/>
                </a:lnTo>
                <a:lnTo>
                  <a:pt x="173467" y="84271"/>
                </a:lnTo>
                <a:lnTo>
                  <a:pt x="173277" y="94805"/>
                </a:lnTo>
                <a:lnTo>
                  <a:pt x="173104" y="105339"/>
                </a:lnTo>
                <a:lnTo>
                  <a:pt x="172949" y="115873"/>
                </a:lnTo>
                <a:lnTo>
                  <a:pt x="172817" y="126407"/>
                </a:lnTo>
                <a:lnTo>
                  <a:pt x="172706" y="136941"/>
                </a:lnTo>
                <a:lnTo>
                  <a:pt x="172616" y="147474"/>
                </a:lnTo>
                <a:lnTo>
                  <a:pt x="172545" y="158008"/>
                </a:lnTo>
                <a:lnTo>
                  <a:pt x="172491" y="168542"/>
                </a:lnTo>
                <a:lnTo>
                  <a:pt x="172450" y="179076"/>
                </a:lnTo>
                <a:lnTo>
                  <a:pt x="172421" y="189610"/>
                </a:lnTo>
                <a:lnTo>
                  <a:pt x="172399" y="200144"/>
                </a:lnTo>
                <a:lnTo>
                  <a:pt x="172385" y="210678"/>
                </a:lnTo>
                <a:lnTo>
                  <a:pt x="172375" y="221212"/>
                </a:lnTo>
                <a:lnTo>
                  <a:pt x="172369" y="231746"/>
                </a:lnTo>
                <a:lnTo>
                  <a:pt x="172365" y="242280"/>
                </a:lnTo>
                <a:lnTo>
                  <a:pt x="172363" y="252813"/>
                </a:lnTo>
                <a:lnTo>
                  <a:pt x="172363" y="263347"/>
                </a:lnTo>
                <a:lnTo>
                  <a:pt x="172364" y="273881"/>
                </a:lnTo>
                <a:lnTo>
                  <a:pt x="172366" y="284415"/>
                </a:lnTo>
                <a:lnTo>
                  <a:pt x="172370" y="294949"/>
                </a:lnTo>
                <a:lnTo>
                  <a:pt x="172376" y="305483"/>
                </a:lnTo>
                <a:lnTo>
                  <a:pt x="172384" y="316017"/>
                </a:lnTo>
                <a:lnTo>
                  <a:pt x="172396" y="326551"/>
                </a:lnTo>
                <a:lnTo>
                  <a:pt x="172411" y="337085"/>
                </a:lnTo>
                <a:lnTo>
                  <a:pt x="172430" y="347618"/>
                </a:lnTo>
                <a:lnTo>
                  <a:pt x="172455" y="358152"/>
                </a:lnTo>
                <a:lnTo>
                  <a:pt x="172485" y="368686"/>
                </a:lnTo>
                <a:lnTo>
                  <a:pt x="172520" y="379220"/>
                </a:lnTo>
                <a:lnTo>
                  <a:pt x="172561" y="389754"/>
                </a:lnTo>
                <a:lnTo>
                  <a:pt x="172606" y="400288"/>
                </a:lnTo>
                <a:lnTo>
                  <a:pt x="172654" y="410822"/>
                </a:lnTo>
                <a:lnTo>
                  <a:pt x="172705" y="421356"/>
                </a:lnTo>
                <a:lnTo>
                  <a:pt x="172754" y="431890"/>
                </a:lnTo>
                <a:lnTo>
                  <a:pt x="172802" y="442423"/>
                </a:lnTo>
                <a:lnTo>
                  <a:pt x="172844" y="452957"/>
                </a:lnTo>
                <a:lnTo>
                  <a:pt x="172878" y="463491"/>
                </a:lnTo>
                <a:lnTo>
                  <a:pt x="172903" y="474025"/>
                </a:lnTo>
                <a:lnTo>
                  <a:pt x="172916" y="484559"/>
                </a:lnTo>
                <a:lnTo>
                  <a:pt x="172918" y="495093"/>
                </a:lnTo>
                <a:lnTo>
                  <a:pt x="172907" y="505627"/>
                </a:lnTo>
                <a:lnTo>
                  <a:pt x="172885" y="516161"/>
                </a:lnTo>
                <a:lnTo>
                  <a:pt x="172852" y="526695"/>
                </a:lnTo>
                <a:lnTo>
                  <a:pt x="172812" y="537228"/>
                </a:lnTo>
                <a:lnTo>
                  <a:pt x="172767" y="547762"/>
                </a:lnTo>
                <a:lnTo>
                  <a:pt x="172719" y="558296"/>
                </a:lnTo>
                <a:lnTo>
                  <a:pt x="172671" y="568830"/>
                </a:lnTo>
                <a:lnTo>
                  <a:pt x="172625" y="579364"/>
                </a:lnTo>
                <a:lnTo>
                  <a:pt x="172585" y="589898"/>
                </a:lnTo>
                <a:lnTo>
                  <a:pt x="172550" y="600432"/>
                </a:lnTo>
                <a:lnTo>
                  <a:pt x="172524" y="610966"/>
                </a:lnTo>
                <a:lnTo>
                  <a:pt x="172506" y="621500"/>
                </a:lnTo>
                <a:lnTo>
                  <a:pt x="172498" y="632034"/>
                </a:lnTo>
                <a:lnTo>
                  <a:pt x="172499" y="642567"/>
                </a:lnTo>
                <a:lnTo>
                  <a:pt x="172510" y="653101"/>
                </a:lnTo>
                <a:lnTo>
                  <a:pt x="172530" y="663635"/>
                </a:lnTo>
                <a:lnTo>
                  <a:pt x="172559" y="674169"/>
                </a:lnTo>
                <a:lnTo>
                  <a:pt x="172596" y="684703"/>
                </a:lnTo>
                <a:lnTo>
                  <a:pt x="172638" y="695237"/>
                </a:lnTo>
                <a:lnTo>
                  <a:pt x="172685" y="705771"/>
                </a:lnTo>
                <a:lnTo>
                  <a:pt x="172733" y="716305"/>
                </a:lnTo>
                <a:lnTo>
                  <a:pt x="172781" y="726839"/>
                </a:lnTo>
                <a:lnTo>
                  <a:pt x="172825" y="737372"/>
                </a:lnTo>
                <a:lnTo>
                  <a:pt x="172863" y="747906"/>
                </a:lnTo>
                <a:lnTo>
                  <a:pt x="172892" y="758440"/>
                </a:lnTo>
                <a:lnTo>
                  <a:pt x="172911" y="768974"/>
                </a:lnTo>
                <a:lnTo>
                  <a:pt x="172919" y="779508"/>
                </a:lnTo>
                <a:lnTo>
                  <a:pt x="172914" y="790042"/>
                </a:lnTo>
                <a:lnTo>
                  <a:pt x="172897" y="800576"/>
                </a:lnTo>
                <a:lnTo>
                  <a:pt x="172869" y="811110"/>
                </a:lnTo>
                <a:lnTo>
                  <a:pt x="172832" y="821644"/>
                </a:lnTo>
                <a:lnTo>
                  <a:pt x="172788" y="832177"/>
                </a:lnTo>
                <a:lnTo>
                  <a:pt x="172740" y="842711"/>
                </a:lnTo>
                <a:lnTo>
                  <a:pt x="172690" y="853245"/>
                </a:lnTo>
                <a:lnTo>
                  <a:pt x="172640" y="863779"/>
                </a:lnTo>
                <a:lnTo>
                  <a:pt x="172592" y="874313"/>
                </a:lnTo>
                <a:lnTo>
                  <a:pt x="172549" y="884847"/>
                </a:lnTo>
                <a:lnTo>
                  <a:pt x="172510" y="895381"/>
                </a:lnTo>
                <a:lnTo>
                  <a:pt x="172477" y="905915"/>
                </a:lnTo>
                <a:lnTo>
                  <a:pt x="172450" y="916449"/>
                </a:lnTo>
                <a:lnTo>
                  <a:pt x="172429" y="926982"/>
                </a:lnTo>
                <a:lnTo>
                  <a:pt x="172413" y="937516"/>
                </a:lnTo>
                <a:lnTo>
                  <a:pt x="172403" y="948050"/>
                </a:lnTo>
                <a:lnTo>
                  <a:pt x="172398" y="958584"/>
                </a:lnTo>
                <a:lnTo>
                  <a:pt x="172399" y="969118"/>
                </a:lnTo>
                <a:lnTo>
                  <a:pt x="172404" y="979652"/>
                </a:lnTo>
                <a:lnTo>
                  <a:pt x="172415" y="990186"/>
                </a:lnTo>
                <a:lnTo>
                  <a:pt x="172431" y="1000720"/>
                </a:lnTo>
                <a:lnTo>
                  <a:pt x="172452" y="1011254"/>
                </a:lnTo>
                <a:lnTo>
                  <a:pt x="172480" y="1021788"/>
                </a:lnTo>
                <a:lnTo>
                  <a:pt x="172514" y="1032321"/>
                </a:lnTo>
                <a:lnTo>
                  <a:pt x="172553" y="1042855"/>
                </a:lnTo>
                <a:lnTo>
                  <a:pt x="172598" y="1053389"/>
                </a:lnTo>
                <a:lnTo>
                  <a:pt x="172647" y="1063923"/>
                </a:lnTo>
                <a:lnTo>
                  <a:pt x="172698" y="1074457"/>
                </a:lnTo>
                <a:lnTo>
                  <a:pt x="172750" y="1084991"/>
                </a:lnTo>
                <a:lnTo>
                  <a:pt x="172802" y="1095525"/>
                </a:lnTo>
                <a:lnTo>
                  <a:pt x="172851" y="1106059"/>
                </a:lnTo>
                <a:lnTo>
                  <a:pt x="172895" y="1116593"/>
                </a:lnTo>
                <a:lnTo>
                  <a:pt x="172934" y="1127126"/>
                </a:lnTo>
                <a:lnTo>
                  <a:pt x="172966" y="1137660"/>
                </a:lnTo>
                <a:lnTo>
                  <a:pt x="172994" y="1148194"/>
                </a:lnTo>
                <a:lnTo>
                  <a:pt x="173019" y="1158728"/>
                </a:lnTo>
                <a:lnTo>
                  <a:pt x="173043" y="1169262"/>
                </a:lnTo>
                <a:lnTo>
                  <a:pt x="173070" y="1179796"/>
                </a:lnTo>
                <a:lnTo>
                  <a:pt x="173105" y="1190330"/>
                </a:lnTo>
                <a:lnTo>
                  <a:pt x="173152" y="1200864"/>
                </a:lnTo>
                <a:lnTo>
                  <a:pt x="173216" y="1211398"/>
                </a:lnTo>
                <a:lnTo>
                  <a:pt x="173299" y="1221931"/>
                </a:lnTo>
                <a:lnTo>
                  <a:pt x="173405" y="1232465"/>
                </a:lnTo>
                <a:lnTo>
                  <a:pt x="173535" y="1242999"/>
                </a:lnTo>
                <a:lnTo>
                  <a:pt x="173687" y="1253533"/>
                </a:lnTo>
                <a:lnTo>
                  <a:pt x="173859" y="1264067"/>
                </a:lnTo>
                <a:lnTo>
                  <a:pt x="174048" y="1274601"/>
                </a:lnTo>
                <a:lnTo>
                  <a:pt x="174249" y="1285135"/>
                </a:lnTo>
                <a:lnTo>
                  <a:pt x="174455" y="1295669"/>
                </a:lnTo>
                <a:lnTo>
                  <a:pt x="174661" y="1306203"/>
                </a:lnTo>
                <a:lnTo>
                  <a:pt x="174861" y="1316736"/>
                </a:lnTo>
                <a:lnTo>
                  <a:pt x="175052" y="1327270"/>
                </a:lnTo>
                <a:lnTo>
                  <a:pt x="175230" y="1337804"/>
                </a:lnTo>
                <a:lnTo>
                  <a:pt x="175395" y="1348338"/>
                </a:lnTo>
                <a:lnTo>
                  <a:pt x="175549" y="1358872"/>
                </a:lnTo>
                <a:lnTo>
                  <a:pt x="175695" y="1369406"/>
                </a:lnTo>
                <a:lnTo>
                  <a:pt x="175841" y="1379940"/>
                </a:lnTo>
                <a:lnTo>
                  <a:pt x="175995" y="1390474"/>
                </a:lnTo>
                <a:lnTo>
                  <a:pt x="176171" y="1401008"/>
                </a:lnTo>
                <a:lnTo>
                  <a:pt x="176386" y="1411542"/>
                </a:lnTo>
                <a:lnTo>
                  <a:pt x="176661" y="1422075"/>
                </a:lnTo>
                <a:lnTo>
                  <a:pt x="177025" y="1432609"/>
                </a:lnTo>
                <a:lnTo>
                  <a:pt x="177514" y="1443143"/>
                </a:lnTo>
                <a:lnTo>
                  <a:pt x="178178" y="1453677"/>
                </a:lnTo>
                <a:lnTo>
                  <a:pt x="179077" y="1464211"/>
                </a:lnTo>
                <a:lnTo>
                  <a:pt x="180291" y="1474745"/>
                </a:lnTo>
                <a:lnTo>
                  <a:pt x="181919" y="1485279"/>
                </a:lnTo>
                <a:lnTo>
                  <a:pt x="184082" y="1495813"/>
                </a:lnTo>
                <a:lnTo>
                  <a:pt x="186921" y="1506347"/>
                </a:lnTo>
                <a:lnTo>
                  <a:pt x="190595" y="1516880"/>
                </a:lnTo>
                <a:lnTo>
                  <a:pt x="195275" y="1527414"/>
                </a:lnTo>
                <a:lnTo>
                  <a:pt x="201126" y="1537948"/>
                </a:lnTo>
                <a:lnTo>
                  <a:pt x="208298" y="1548482"/>
                </a:lnTo>
                <a:lnTo>
                  <a:pt x="216896" y="1559016"/>
                </a:lnTo>
                <a:lnTo>
                  <a:pt x="226961" y="1569550"/>
                </a:lnTo>
                <a:lnTo>
                  <a:pt x="238443" y="1580084"/>
                </a:lnTo>
                <a:lnTo>
                  <a:pt x="251180" y="1590618"/>
                </a:lnTo>
                <a:lnTo>
                  <a:pt x="264885" y="1601152"/>
                </a:lnTo>
                <a:lnTo>
                  <a:pt x="279143" y="1611685"/>
                </a:lnTo>
                <a:lnTo>
                  <a:pt x="293425" y="1622219"/>
                </a:lnTo>
                <a:lnTo>
                  <a:pt x="307110" y="1632753"/>
                </a:lnTo>
                <a:lnTo>
                  <a:pt x="319533" y="1643287"/>
                </a:lnTo>
                <a:lnTo>
                  <a:pt x="330034" y="1653821"/>
                </a:lnTo>
                <a:lnTo>
                  <a:pt x="338019" y="1664355"/>
                </a:lnTo>
                <a:lnTo>
                  <a:pt x="343014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2707">
            <a:extLst>
              <a:ext uri="{FF2B5EF4-FFF2-40B4-BE49-F238E27FC236}">
                <a16:creationId xmlns:a16="http://schemas.microsoft.com/office/drawing/2014/main" id="{A0A12C22-60B4-44F4-B761-81FED86C19DB}"/>
              </a:ext>
            </a:extLst>
          </p:cNvPr>
          <p:cNvSpPr>
            <a:spLocks noGrp="1"/>
          </p:cNvSpPr>
          <p:nvPr/>
        </p:nvSpPr>
        <p:spPr>
          <a:xfrm>
            <a:off x="178450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2708">
            <a:extLst>
              <a:ext uri="{FF2B5EF4-FFF2-40B4-BE49-F238E27FC236}">
                <a16:creationId xmlns:a16="http://schemas.microsoft.com/office/drawing/2014/main" id="{80A3B168-0A3E-4131-8FEC-6F2622FF039E}"/>
              </a:ext>
            </a:extLst>
          </p:cNvPr>
          <p:cNvSpPr>
            <a:spLocks noGrp="1"/>
          </p:cNvSpPr>
          <p:nvPr/>
        </p:nvSpPr>
        <p:spPr>
          <a:xfrm>
            <a:off x="225033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2709">
            <a:extLst>
              <a:ext uri="{FF2B5EF4-FFF2-40B4-BE49-F238E27FC236}">
                <a16:creationId xmlns:a16="http://schemas.microsoft.com/office/drawing/2014/main" id="{E8C14CA4-D770-4AAC-92C0-CB81CD6399E6}"/>
              </a:ext>
            </a:extLst>
          </p:cNvPr>
          <p:cNvSpPr>
            <a:spLocks noGrp="1"/>
          </p:cNvSpPr>
          <p:nvPr/>
        </p:nvSpPr>
        <p:spPr>
          <a:xfrm>
            <a:off x="322858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956" y="1674889"/>
                </a:lnTo>
                <a:lnTo>
                  <a:pt x="7688" y="1664355"/>
                </a:lnTo>
                <a:lnTo>
                  <a:pt x="16809" y="1653821"/>
                </a:lnTo>
                <a:lnTo>
                  <a:pt x="28720" y="1643287"/>
                </a:lnTo>
                <a:lnTo>
                  <a:pt x="42677" y="1632753"/>
                </a:lnTo>
                <a:lnTo>
                  <a:pt x="57865" y="1622219"/>
                </a:lnTo>
                <a:lnTo>
                  <a:pt x="73475" y="1611685"/>
                </a:lnTo>
                <a:lnTo>
                  <a:pt x="88775" y="1601152"/>
                </a:lnTo>
                <a:lnTo>
                  <a:pt x="103158" y="1590618"/>
                </a:lnTo>
                <a:lnTo>
                  <a:pt x="116171" y="1580084"/>
                </a:lnTo>
                <a:lnTo>
                  <a:pt x="127532" y="1569550"/>
                </a:lnTo>
                <a:lnTo>
                  <a:pt x="137111" y="1559016"/>
                </a:lnTo>
                <a:lnTo>
                  <a:pt x="144915" y="1548482"/>
                </a:lnTo>
                <a:lnTo>
                  <a:pt x="151054" y="1537948"/>
                </a:lnTo>
                <a:lnTo>
                  <a:pt x="155708" y="1527414"/>
                </a:lnTo>
                <a:lnTo>
                  <a:pt x="159097" y="1516880"/>
                </a:lnTo>
                <a:lnTo>
                  <a:pt x="161451" y="1506347"/>
                </a:lnTo>
                <a:lnTo>
                  <a:pt x="162995" y="1495813"/>
                </a:lnTo>
                <a:lnTo>
                  <a:pt x="163936" y="1485279"/>
                </a:lnTo>
                <a:lnTo>
                  <a:pt x="164450" y="1474745"/>
                </a:lnTo>
                <a:lnTo>
                  <a:pt x="164684" y="1464211"/>
                </a:lnTo>
                <a:lnTo>
                  <a:pt x="164755" y="1453677"/>
                </a:lnTo>
                <a:lnTo>
                  <a:pt x="164752" y="1443143"/>
                </a:lnTo>
                <a:lnTo>
                  <a:pt x="164737" y="1432609"/>
                </a:lnTo>
                <a:lnTo>
                  <a:pt x="164751" y="1422075"/>
                </a:lnTo>
                <a:lnTo>
                  <a:pt x="164817" y="1411542"/>
                </a:lnTo>
                <a:lnTo>
                  <a:pt x="164942" y="1401008"/>
                </a:lnTo>
                <a:lnTo>
                  <a:pt x="165122" y="1390474"/>
                </a:lnTo>
                <a:lnTo>
                  <a:pt x="165342" y="1379940"/>
                </a:lnTo>
                <a:lnTo>
                  <a:pt x="165586" y="1369406"/>
                </a:lnTo>
                <a:lnTo>
                  <a:pt x="165832" y="1358872"/>
                </a:lnTo>
                <a:lnTo>
                  <a:pt x="166060" y="1348338"/>
                </a:lnTo>
                <a:lnTo>
                  <a:pt x="166251" y="1337804"/>
                </a:lnTo>
                <a:lnTo>
                  <a:pt x="166392" y="1327270"/>
                </a:lnTo>
                <a:lnTo>
                  <a:pt x="166470" y="1316736"/>
                </a:lnTo>
                <a:lnTo>
                  <a:pt x="166478" y="1306203"/>
                </a:lnTo>
                <a:lnTo>
                  <a:pt x="166410" y="1295669"/>
                </a:lnTo>
                <a:lnTo>
                  <a:pt x="166262" y="1285135"/>
                </a:lnTo>
                <a:lnTo>
                  <a:pt x="166030" y="1274601"/>
                </a:lnTo>
                <a:lnTo>
                  <a:pt x="165710" y="1264067"/>
                </a:lnTo>
                <a:lnTo>
                  <a:pt x="165298" y="1253533"/>
                </a:lnTo>
                <a:lnTo>
                  <a:pt x="164793" y="1242999"/>
                </a:lnTo>
                <a:lnTo>
                  <a:pt x="164193" y="1232465"/>
                </a:lnTo>
                <a:lnTo>
                  <a:pt x="163504" y="1221931"/>
                </a:lnTo>
                <a:lnTo>
                  <a:pt x="162738" y="1211398"/>
                </a:lnTo>
                <a:lnTo>
                  <a:pt x="161914" y="1200864"/>
                </a:lnTo>
                <a:lnTo>
                  <a:pt x="161061" y="1190330"/>
                </a:lnTo>
                <a:lnTo>
                  <a:pt x="160216" y="1179796"/>
                </a:lnTo>
                <a:lnTo>
                  <a:pt x="159423" y="1169262"/>
                </a:lnTo>
                <a:lnTo>
                  <a:pt x="158728" y="1158728"/>
                </a:lnTo>
                <a:lnTo>
                  <a:pt x="158176" y="1148194"/>
                </a:lnTo>
                <a:lnTo>
                  <a:pt x="157806" y="1137660"/>
                </a:lnTo>
                <a:lnTo>
                  <a:pt x="157645" y="1127126"/>
                </a:lnTo>
                <a:lnTo>
                  <a:pt x="157707" y="1116593"/>
                </a:lnTo>
                <a:lnTo>
                  <a:pt x="157991" y="1106059"/>
                </a:lnTo>
                <a:lnTo>
                  <a:pt x="158477" y="1095525"/>
                </a:lnTo>
                <a:lnTo>
                  <a:pt x="159133" y="1084991"/>
                </a:lnTo>
                <a:lnTo>
                  <a:pt x="159917" y="1074457"/>
                </a:lnTo>
                <a:lnTo>
                  <a:pt x="160775" y="1063923"/>
                </a:lnTo>
                <a:lnTo>
                  <a:pt x="161656" y="1053389"/>
                </a:lnTo>
                <a:lnTo>
                  <a:pt x="162507" y="1042855"/>
                </a:lnTo>
                <a:lnTo>
                  <a:pt x="163278" y="1032321"/>
                </a:lnTo>
                <a:lnTo>
                  <a:pt x="163926" y="1021788"/>
                </a:lnTo>
                <a:lnTo>
                  <a:pt x="164416" y="1011254"/>
                </a:lnTo>
                <a:lnTo>
                  <a:pt x="164717" y="1000720"/>
                </a:lnTo>
                <a:lnTo>
                  <a:pt x="164806" y="990186"/>
                </a:lnTo>
                <a:lnTo>
                  <a:pt x="164664" y="979652"/>
                </a:lnTo>
                <a:lnTo>
                  <a:pt x="164280" y="969118"/>
                </a:lnTo>
                <a:lnTo>
                  <a:pt x="163651" y="958584"/>
                </a:lnTo>
                <a:lnTo>
                  <a:pt x="162782" y="948050"/>
                </a:lnTo>
                <a:lnTo>
                  <a:pt x="161692" y="937516"/>
                </a:lnTo>
                <a:lnTo>
                  <a:pt x="160415" y="926982"/>
                </a:lnTo>
                <a:lnTo>
                  <a:pt x="159001" y="916449"/>
                </a:lnTo>
                <a:lnTo>
                  <a:pt x="157515" y="905915"/>
                </a:lnTo>
                <a:lnTo>
                  <a:pt x="156037" y="895381"/>
                </a:lnTo>
                <a:lnTo>
                  <a:pt x="154654" y="884847"/>
                </a:lnTo>
                <a:lnTo>
                  <a:pt x="153455" y="874313"/>
                </a:lnTo>
                <a:lnTo>
                  <a:pt x="152525" y="863779"/>
                </a:lnTo>
                <a:lnTo>
                  <a:pt x="151931" y="853245"/>
                </a:lnTo>
                <a:lnTo>
                  <a:pt x="151720" y="842711"/>
                </a:lnTo>
                <a:lnTo>
                  <a:pt x="151910" y="832177"/>
                </a:lnTo>
                <a:lnTo>
                  <a:pt x="152491" y="821644"/>
                </a:lnTo>
                <a:lnTo>
                  <a:pt x="153421" y="811110"/>
                </a:lnTo>
                <a:lnTo>
                  <a:pt x="154637" y="800576"/>
                </a:lnTo>
                <a:lnTo>
                  <a:pt x="156058" y="790042"/>
                </a:lnTo>
                <a:lnTo>
                  <a:pt x="157594" y="779508"/>
                </a:lnTo>
                <a:lnTo>
                  <a:pt x="159154" y="768974"/>
                </a:lnTo>
                <a:lnTo>
                  <a:pt x="160658" y="758440"/>
                </a:lnTo>
                <a:lnTo>
                  <a:pt x="162036" y="747906"/>
                </a:lnTo>
                <a:lnTo>
                  <a:pt x="163241" y="737372"/>
                </a:lnTo>
                <a:lnTo>
                  <a:pt x="164242" y="726839"/>
                </a:lnTo>
                <a:lnTo>
                  <a:pt x="165028" y="716305"/>
                </a:lnTo>
                <a:lnTo>
                  <a:pt x="165604" y="705771"/>
                </a:lnTo>
                <a:lnTo>
                  <a:pt x="165989" y="695237"/>
                </a:lnTo>
                <a:lnTo>
                  <a:pt x="166209" y="684703"/>
                </a:lnTo>
                <a:lnTo>
                  <a:pt x="166295" y="674169"/>
                </a:lnTo>
                <a:lnTo>
                  <a:pt x="166281" y="663635"/>
                </a:lnTo>
                <a:lnTo>
                  <a:pt x="166200" y="653101"/>
                </a:lnTo>
                <a:lnTo>
                  <a:pt x="166081" y="642567"/>
                </a:lnTo>
                <a:lnTo>
                  <a:pt x="165950" y="632034"/>
                </a:lnTo>
                <a:lnTo>
                  <a:pt x="165828" y="621500"/>
                </a:lnTo>
                <a:lnTo>
                  <a:pt x="165731" y="610966"/>
                </a:lnTo>
                <a:lnTo>
                  <a:pt x="165670" y="600432"/>
                </a:lnTo>
                <a:lnTo>
                  <a:pt x="165648" y="589898"/>
                </a:lnTo>
                <a:lnTo>
                  <a:pt x="165666" y="579364"/>
                </a:lnTo>
                <a:lnTo>
                  <a:pt x="165718" y="568830"/>
                </a:lnTo>
                <a:lnTo>
                  <a:pt x="165793" y="558296"/>
                </a:lnTo>
                <a:lnTo>
                  <a:pt x="165878" y="547762"/>
                </a:lnTo>
                <a:lnTo>
                  <a:pt x="165959" y="537228"/>
                </a:lnTo>
                <a:lnTo>
                  <a:pt x="166019" y="526695"/>
                </a:lnTo>
                <a:lnTo>
                  <a:pt x="166044" y="516161"/>
                </a:lnTo>
                <a:lnTo>
                  <a:pt x="166023" y="505627"/>
                </a:lnTo>
                <a:lnTo>
                  <a:pt x="165950" y="495093"/>
                </a:lnTo>
                <a:lnTo>
                  <a:pt x="165824" y="484559"/>
                </a:lnTo>
                <a:lnTo>
                  <a:pt x="165649" y="474025"/>
                </a:lnTo>
                <a:lnTo>
                  <a:pt x="165435" y="463491"/>
                </a:lnTo>
                <a:lnTo>
                  <a:pt x="165195" y="452957"/>
                </a:lnTo>
                <a:lnTo>
                  <a:pt x="164946" y="442423"/>
                </a:lnTo>
                <a:lnTo>
                  <a:pt x="164705" y="431890"/>
                </a:lnTo>
                <a:lnTo>
                  <a:pt x="164489" y="421356"/>
                </a:lnTo>
                <a:lnTo>
                  <a:pt x="164312" y="410822"/>
                </a:lnTo>
                <a:lnTo>
                  <a:pt x="164185" y="400288"/>
                </a:lnTo>
                <a:lnTo>
                  <a:pt x="164114" y="389754"/>
                </a:lnTo>
                <a:lnTo>
                  <a:pt x="164102" y="379220"/>
                </a:lnTo>
                <a:lnTo>
                  <a:pt x="164148" y="368686"/>
                </a:lnTo>
                <a:lnTo>
                  <a:pt x="164246" y="358152"/>
                </a:lnTo>
                <a:lnTo>
                  <a:pt x="164391" y="347618"/>
                </a:lnTo>
                <a:lnTo>
                  <a:pt x="164575" y="337085"/>
                </a:lnTo>
                <a:lnTo>
                  <a:pt x="164791" y="326551"/>
                </a:lnTo>
                <a:lnTo>
                  <a:pt x="165033" y="316017"/>
                </a:lnTo>
                <a:lnTo>
                  <a:pt x="165297" y="305483"/>
                </a:lnTo>
                <a:lnTo>
                  <a:pt x="165580" y="294949"/>
                </a:lnTo>
                <a:lnTo>
                  <a:pt x="165880" y="284415"/>
                </a:lnTo>
                <a:lnTo>
                  <a:pt x="166197" y="273881"/>
                </a:lnTo>
                <a:lnTo>
                  <a:pt x="166528" y="263347"/>
                </a:lnTo>
                <a:lnTo>
                  <a:pt x="166869" y="252813"/>
                </a:lnTo>
                <a:lnTo>
                  <a:pt x="167215" y="242280"/>
                </a:lnTo>
                <a:lnTo>
                  <a:pt x="167553" y="231746"/>
                </a:lnTo>
                <a:lnTo>
                  <a:pt x="167866" y="221212"/>
                </a:lnTo>
                <a:lnTo>
                  <a:pt x="168129" y="210678"/>
                </a:lnTo>
                <a:lnTo>
                  <a:pt x="168311" y="200144"/>
                </a:lnTo>
                <a:lnTo>
                  <a:pt x="168370" y="189610"/>
                </a:lnTo>
                <a:lnTo>
                  <a:pt x="168257" y="179076"/>
                </a:lnTo>
                <a:lnTo>
                  <a:pt x="167916" y="168542"/>
                </a:lnTo>
                <a:lnTo>
                  <a:pt x="167286" y="158008"/>
                </a:lnTo>
                <a:lnTo>
                  <a:pt x="166303" y="147474"/>
                </a:lnTo>
                <a:lnTo>
                  <a:pt x="164911" y="136941"/>
                </a:lnTo>
                <a:lnTo>
                  <a:pt x="163061" y="126407"/>
                </a:lnTo>
                <a:lnTo>
                  <a:pt x="160726" y="115873"/>
                </a:lnTo>
                <a:lnTo>
                  <a:pt x="157906" y="105339"/>
                </a:lnTo>
                <a:lnTo>
                  <a:pt x="154636" y="94805"/>
                </a:lnTo>
                <a:lnTo>
                  <a:pt x="150992" y="84271"/>
                </a:lnTo>
                <a:lnTo>
                  <a:pt x="147094" y="73737"/>
                </a:lnTo>
                <a:lnTo>
                  <a:pt x="143101" y="63203"/>
                </a:lnTo>
                <a:lnTo>
                  <a:pt x="139206" y="52669"/>
                </a:lnTo>
                <a:lnTo>
                  <a:pt x="135620" y="42136"/>
                </a:lnTo>
                <a:lnTo>
                  <a:pt x="132556" y="31602"/>
                </a:lnTo>
                <a:lnTo>
                  <a:pt x="130208" y="21068"/>
                </a:lnTo>
                <a:lnTo>
                  <a:pt x="128732" y="10534"/>
                </a:lnTo>
                <a:lnTo>
                  <a:pt x="128228" y="0"/>
                </a:lnTo>
                <a:lnTo>
                  <a:pt x="216486" y="0"/>
                </a:lnTo>
                <a:lnTo>
                  <a:pt x="216486" y="0"/>
                </a:lnTo>
                <a:lnTo>
                  <a:pt x="215982" y="10534"/>
                </a:lnTo>
                <a:lnTo>
                  <a:pt x="214506" y="21068"/>
                </a:lnTo>
                <a:lnTo>
                  <a:pt x="212158" y="31602"/>
                </a:lnTo>
                <a:lnTo>
                  <a:pt x="209094" y="42136"/>
                </a:lnTo>
                <a:lnTo>
                  <a:pt x="205508" y="52669"/>
                </a:lnTo>
                <a:lnTo>
                  <a:pt x="201614" y="63203"/>
                </a:lnTo>
                <a:lnTo>
                  <a:pt x="197621" y="73737"/>
                </a:lnTo>
                <a:lnTo>
                  <a:pt x="193722" y="84271"/>
                </a:lnTo>
                <a:lnTo>
                  <a:pt x="190078" y="94805"/>
                </a:lnTo>
                <a:lnTo>
                  <a:pt x="186808" y="105339"/>
                </a:lnTo>
                <a:lnTo>
                  <a:pt x="183988" y="115873"/>
                </a:lnTo>
                <a:lnTo>
                  <a:pt x="181653" y="126407"/>
                </a:lnTo>
                <a:lnTo>
                  <a:pt x="179804" y="136941"/>
                </a:lnTo>
                <a:lnTo>
                  <a:pt x="178411" y="147474"/>
                </a:lnTo>
                <a:lnTo>
                  <a:pt x="177429" y="158008"/>
                </a:lnTo>
                <a:lnTo>
                  <a:pt x="176798" y="168542"/>
                </a:lnTo>
                <a:lnTo>
                  <a:pt x="176457" y="179076"/>
                </a:lnTo>
                <a:lnTo>
                  <a:pt x="176344" y="189610"/>
                </a:lnTo>
                <a:lnTo>
                  <a:pt x="176403" y="200144"/>
                </a:lnTo>
                <a:lnTo>
                  <a:pt x="176585" y="210678"/>
                </a:lnTo>
                <a:lnTo>
                  <a:pt x="176849" y="221212"/>
                </a:lnTo>
                <a:lnTo>
                  <a:pt x="177162" y="231746"/>
                </a:lnTo>
                <a:lnTo>
                  <a:pt x="177500" y="242280"/>
                </a:lnTo>
                <a:lnTo>
                  <a:pt x="177845" y="252813"/>
                </a:lnTo>
                <a:lnTo>
                  <a:pt x="178187" y="263347"/>
                </a:lnTo>
                <a:lnTo>
                  <a:pt x="178517" y="273881"/>
                </a:lnTo>
                <a:lnTo>
                  <a:pt x="178834" y="284415"/>
                </a:lnTo>
                <a:lnTo>
                  <a:pt x="179134" y="294949"/>
                </a:lnTo>
                <a:lnTo>
                  <a:pt x="179417" y="305483"/>
                </a:lnTo>
                <a:lnTo>
                  <a:pt x="179681" y="316017"/>
                </a:lnTo>
                <a:lnTo>
                  <a:pt x="179924" y="326551"/>
                </a:lnTo>
                <a:lnTo>
                  <a:pt x="180140" y="337085"/>
                </a:lnTo>
                <a:lnTo>
                  <a:pt x="180324" y="347618"/>
                </a:lnTo>
                <a:lnTo>
                  <a:pt x="180468" y="358152"/>
                </a:lnTo>
                <a:lnTo>
                  <a:pt x="180567" y="368686"/>
                </a:lnTo>
                <a:lnTo>
                  <a:pt x="180612" y="379220"/>
                </a:lnTo>
                <a:lnTo>
                  <a:pt x="180600" y="389754"/>
                </a:lnTo>
                <a:lnTo>
                  <a:pt x="180529" y="400288"/>
                </a:lnTo>
                <a:lnTo>
                  <a:pt x="180402" y="410822"/>
                </a:lnTo>
                <a:lnTo>
                  <a:pt x="180225" y="421356"/>
                </a:lnTo>
                <a:lnTo>
                  <a:pt x="180009" y="431890"/>
                </a:lnTo>
                <a:lnTo>
                  <a:pt x="179768" y="442423"/>
                </a:lnTo>
                <a:lnTo>
                  <a:pt x="179519" y="452957"/>
                </a:lnTo>
                <a:lnTo>
                  <a:pt x="179279" y="463491"/>
                </a:lnTo>
                <a:lnTo>
                  <a:pt x="179065" y="474025"/>
                </a:lnTo>
                <a:lnTo>
                  <a:pt x="178890" y="484559"/>
                </a:lnTo>
                <a:lnTo>
                  <a:pt x="178764" y="495093"/>
                </a:lnTo>
                <a:lnTo>
                  <a:pt x="178691" y="505627"/>
                </a:lnTo>
                <a:lnTo>
                  <a:pt x="178671" y="516161"/>
                </a:lnTo>
                <a:lnTo>
                  <a:pt x="178696" y="526695"/>
                </a:lnTo>
                <a:lnTo>
                  <a:pt x="178756" y="537228"/>
                </a:lnTo>
                <a:lnTo>
                  <a:pt x="178836" y="547762"/>
                </a:lnTo>
                <a:lnTo>
                  <a:pt x="178921" y="558296"/>
                </a:lnTo>
                <a:lnTo>
                  <a:pt x="178997" y="568830"/>
                </a:lnTo>
                <a:lnTo>
                  <a:pt x="179048" y="579364"/>
                </a:lnTo>
                <a:lnTo>
                  <a:pt x="179066" y="589898"/>
                </a:lnTo>
                <a:lnTo>
                  <a:pt x="179044" y="600432"/>
                </a:lnTo>
                <a:lnTo>
                  <a:pt x="178983" y="610966"/>
                </a:lnTo>
                <a:lnTo>
                  <a:pt x="178886" y="621500"/>
                </a:lnTo>
                <a:lnTo>
                  <a:pt x="178764" y="632034"/>
                </a:lnTo>
                <a:lnTo>
                  <a:pt x="178634" y="642567"/>
                </a:lnTo>
                <a:lnTo>
                  <a:pt x="178515" y="653101"/>
                </a:lnTo>
                <a:lnTo>
                  <a:pt x="178433" y="663635"/>
                </a:lnTo>
                <a:lnTo>
                  <a:pt x="178419" y="674169"/>
                </a:lnTo>
                <a:lnTo>
                  <a:pt x="178506" y="684703"/>
                </a:lnTo>
                <a:lnTo>
                  <a:pt x="178725" y="695237"/>
                </a:lnTo>
                <a:lnTo>
                  <a:pt x="179110" y="705771"/>
                </a:lnTo>
                <a:lnTo>
                  <a:pt x="179686" y="716305"/>
                </a:lnTo>
                <a:lnTo>
                  <a:pt x="180473" y="726839"/>
                </a:lnTo>
                <a:lnTo>
                  <a:pt x="181473" y="737372"/>
                </a:lnTo>
                <a:lnTo>
                  <a:pt x="182678" y="747906"/>
                </a:lnTo>
                <a:lnTo>
                  <a:pt x="184057" y="758440"/>
                </a:lnTo>
                <a:lnTo>
                  <a:pt x="185560" y="768974"/>
                </a:lnTo>
                <a:lnTo>
                  <a:pt x="187120" y="779508"/>
                </a:lnTo>
                <a:lnTo>
                  <a:pt x="188656" y="790042"/>
                </a:lnTo>
                <a:lnTo>
                  <a:pt x="190077" y="800576"/>
                </a:lnTo>
                <a:lnTo>
                  <a:pt x="191293" y="811110"/>
                </a:lnTo>
                <a:lnTo>
                  <a:pt x="192224" y="821644"/>
                </a:lnTo>
                <a:lnTo>
                  <a:pt x="192804" y="832177"/>
                </a:lnTo>
                <a:lnTo>
                  <a:pt x="192994" y="842711"/>
                </a:lnTo>
                <a:lnTo>
                  <a:pt x="192783" y="853245"/>
                </a:lnTo>
                <a:lnTo>
                  <a:pt x="192189" y="863779"/>
                </a:lnTo>
                <a:lnTo>
                  <a:pt x="191259" y="874313"/>
                </a:lnTo>
                <a:lnTo>
                  <a:pt x="190061" y="884847"/>
                </a:lnTo>
                <a:lnTo>
                  <a:pt x="188677" y="895381"/>
                </a:lnTo>
                <a:lnTo>
                  <a:pt x="187199" y="905915"/>
                </a:lnTo>
                <a:lnTo>
                  <a:pt x="185713" y="916449"/>
                </a:lnTo>
                <a:lnTo>
                  <a:pt x="184299" y="926982"/>
                </a:lnTo>
                <a:lnTo>
                  <a:pt x="183022" y="937516"/>
                </a:lnTo>
                <a:lnTo>
                  <a:pt x="181933" y="948050"/>
                </a:lnTo>
                <a:lnTo>
                  <a:pt x="181064" y="958584"/>
                </a:lnTo>
                <a:lnTo>
                  <a:pt x="180434" y="969118"/>
                </a:lnTo>
                <a:lnTo>
                  <a:pt x="180050" y="979652"/>
                </a:lnTo>
                <a:lnTo>
                  <a:pt x="179908" y="990186"/>
                </a:lnTo>
                <a:lnTo>
                  <a:pt x="179997" y="1000720"/>
                </a:lnTo>
                <a:lnTo>
                  <a:pt x="180298" y="1011254"/>
                </a:lnTo>
                <a:lnTo>
                  <a:pt x="180788" y="1021788"/>
                </a:lnTo>
                <a:lnTo>
                  <a:pt x="181437" y="1032321"/>
                </a:lnTo>
                <a:lnTo>
                  <a:pt x="182208" y="1042855"/>
                </a:lnTo>
                <a:lnTo>
                  <a:pt x="183058" y="1053389"/>
                </a:lnTo>
                <a:lnTo>
                  <a:pt x="183939" y="1063923"/>
                </a:lnTo>
                <a:lnTo>
                  <a:pt x="184798" y="1074457"/>
                </a:lnTo>
                <a:lnTo>
                  <a:pt x="185581" y="1084991"/>
                </a:lnTo>
                <a:lnTo>
                  <a:pt x="186237" y="1095525"/>
                </a:lnTo>
                <a:lnTo>
                  <a:pt x="186724" y="1106059"/>
                </a:lnTo>
                <a:lnTo>
                  <a:pt x="187007" y="1116593"/>
                </a:lnTo>
                <a:lnTo>
                  <a:pt x="187069" y="1127126"/>
                </a:lnTo>
                <a:lnTo>
                  <a:pt x="186908" y="1137660"/>
                </a:lnTo>
                <a:lnTo>
                  <a:pt x="186538" y="1148194"/>
                </a:lnTo>
                <a:lnTo>
                  <a:pt x="185986" y="1158728"/>
                </a:lnTo>
                <a:lnTo>
                  <a:pt x="185292" y="1169262"/>
                </a:lnTo>
                <a:lnTo>
                  <a:pt x="184499" y="1179796"/>
                </a:lnTo>
                <a:lnTo>
                  <a:pt x="183654" y="1190330"/>
                </a:lnTo>
                <a:lnTo>
                  <a:pt x="182801" y="1200864"/>
                </a:lnTo>
                <a:lnTo>
                  <a:pt x="181976" y="1211398"/>
                </a:lnTo>
                <a:lnTo>
                  <a:pt x="181210" y="1221931"/>
                </a:lnTo>
                <a:lnTo>
                  <a:pt x="180521" y="1232465"/>
                </a:lnTo>
                <a:lnTo>
                  <a:pt x="179921" y="1242999"/>
                </a:lnTo>
                <a:lnTo>
                  <a:pt x="179416" y="1253533"/>
                </a:lnTo>
                <a:lnTo>
                  <a:pt x="179004" y="1264067"/>
                </a:lnTo>
                <a:lnTo>
                  <a:pt x="178684" y="1274601"/>
                </a:lnTo>
                <a:lnTo>
                  <a:pt x="178452" y="1285135"/>
                </a:lnTo>
                <a:lnTo>
                  <a:pt x="178304" y="1295669"/>
                </a:lnTo>
                <a:lnTo>
                  <a:pt x="178236" y="1306203"/>
                </a:lnTo>
                <a:lnTo>
                  <a:pt x="178244" y="1316736"/>
                </a:lnTo>
                <a:lnTo>
                  <a:pt x="178322" y="1327270"/>
                </a:lnTo>
                <a:lnTo>
                  <a:pt x="178463" y="1337804"/>
                </a:lnTo>
                <a:lnTo>
                  <a:pt x="178655" y="1348338"/>
                </a:lnTo>
                <a:lnTo>
                  <a:pt x="178883" y="1358872"/>
                </a:lnTo>
                <a:lnTo>
                  <a:pt x="179128" y="1369406"/>
                </a:lnTo>
                <a:lnTo>
                  <a:pt x="179372" y="1379940"/>
                </a:lnTo>
                <a:lnTo>
                  <a:pt x="179593" y="1390474"/>
                </a:lnTo>
                <a:lnTo>
                  <a:pt x="179772" y="1401008"/>
                </a:lnTo>
                <a:lnTo>
                  <a:pt x="179897" y="1411542"/>
                </a:lnTo>
                <a:lnTo>
                  <a:pt x="179963" y="1422075"/>
                </a:lnTo>
                <a:lnTo>
                  <a:pt x="179977" y="1432609"/>
                </a:lnTo>
                <a:lnTo>
                  <a:pt x="179962" y="1443143"/>
                </a:lnTo>
                <a:lnTo>
                  <a:pt x="179959" y="1453677"/>
                </a:lnTo>
                <a:lnTo>
                  <a:pt x="180030" y="1464211"/>
                </a:lnTo>
                <a:lnTo>
                  <a:pt x="180264" y="1474745"/>
                </a:lnTo>
                <a:lnTo>
                  <a:pt x="180778" y="1485279"/>
                </a:lnTo>
                <a:lnTo>
                  <a:pt x="181719" y="1495813"/>
                </a:lnTo>
                <a:lnTo>
                  <a:pt x="183264" y="1506347"/>
                </a:lnTo>
                <a:lnTo>
                  <a:pt x="185618" y="1516880"/>
                </a:lnTo>
                <a:lnTo>
                  <a:pt x="189006" y="1527414"/>
                </a:lnTo>
                <a:lnTo>
                  <a:pt x="193660" y="1537948"/>
                </a:lnTo>
                <a:lnTo>
                  <a:pt x="199799" y="1548482"/>
                </a:lnTo>
                <a:lnTo>
                  <a:pt x="207603" y="1559016"/>
                </a:lnTo>
                <a:lnTo>
                  <a:pt x="217182" y="1569550"/>
                </a:lnTo>
                <a:lnTo>
                  <a:pt x="228543" y="1580084"/>
                </a:lnTo>
                <a:lnTo>
                  <a:pt x="241557" y="1590618"/>
                </a:lnTo>
                <a:lnTo>
                  <a:pt x="255939" y="1601152"/>
                </a:lnTo>
                <a:lnTo>
                  <a:pt x="271239" y="1611685"/>
                </a:lnTo>
                <a:lnTo>
                  <a:pt x="286850" y="1622219"/>
                </a:lnTo>
                <a:lnTo>
                  <a:pt x="302037" y="1632753"/>
                </a:lnTo>
                <a:lnTo>
                  <a:pt x="315994" y="1643287"/>
                </a:lnTo>
                <a:lnTo>
                  <a:pt x="327905" y="1653821"/>
                </a:lnTo>
                <a:lnTo>
                  <a:pt x="337026" y="1664355"/>
                </a:lnTo>
                <a:lnTo>
                  <a:pt x="342759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2710">
            <a:extLst>
              <a:ext uri="{FF2B5EF4-FFF2-40B4-BE49-F238E27FC236}">
                <a16:creationId xmlns:a16="http://schemas.microsoft.com/office/drawing/2014/main" id="{F954E20E-CB14-4876-BD52-B51304FBBF95}"/>
              </a:ext>
            </a:extLst>
          </p:cNvPr>
          <p:cNvSpPr>
            <a:spLocks noGrp="1"/>
          </p:cNvSpPr>
          <p:nvPr/>
        </p:nvSpPr>
        <p:spPr>
          <a:xfrm>
            <a:off x="369441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2711">
            <a:extLst>
              <a:ext uri="{FF2B5EF4-FFF2-40B4-BE49-F238E27FC236}">
                <a16:creationId xmlns:a16="http://schemas.microsoft.com/office/drawing/2014/main" id="{B7CA57E0-D3FA-4A37-B43F-29DB6D9CFE2B}"/>
              </a:ext>
            </a:extLst>
          </p:cNvPr>
          <p:cNvSpPr>
            <a:spLocks noGrp="1"/>
          </p:cNvSpPr>
          <p:nvPr/>
        </p:nvSpPr>
        <p:spPr>
          <a:xfrm>
            <a:off x="416024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2712">
            <a:extLst>
              <a:ext uri="{FF2B5EF4-FFF2-40B4-BE49-F238E27FC236}">
                <a16:creationId xmlns:a16="http://schemas.microsoft.com/office/drawing/2014/main" id="{A0E6C711-2CAE-4551-AE08-326372C18D4F}"/>
              </a:ext>
            </a:extLst>
          </p:cNvPr>
          <p:cNvSpPr>
            <a:spLocks noGrp="1"/>
          </p:cNvSpPr>
          <p:nvPr/>
        </p:nvSpPr>
        <p:spPr>
          <a:xfrm>
            <a:off x="157340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" name="data_2713">
            <a:extLst>
              <a:ext uri="{FF2B5EF4-FFF2-40B4-BE49-F238E27FC236}">
                <a16:creationId xmlns:a16="http://schemas.microsoft.com/office/drawing/2014/main" id="{E1892DC6-EA55-45BE-8BF3-F72B08DBDB07}"/>
              </a:ext>
            </a:extLst>
          </p:cNvPr>
          <p:cNvSpPr>
            <a:spLocks noGrp="1"/>
          </p:cNvSpPr>
          <p:nvPr/>
        </p:nvSpPr>
        <p:spPr>
          <a:xfrm>
            <a:off x="15131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" name="data_2714">
            <a:extLst>
              <a:ext uri="{FF2B5EF4-FFF2-40B4-BE49-F238E27FC236}">
                <a16:creationId xmlns:a16="http://schemas.microsoft.com/office/drawing/2014/main" id="{034E6AE9-95CA-4BB8-ADEE-DABAD023F39F}"/>
              </a:ext>
            </a:extLst>
          </p:cNvPr>
          <p:cNvSpPr>
            <a:spLocks noGrp="1"/>
          </p:cNvSpPr>
          <p:nvPr/>
        </p:nvSpPr>
        <p:spPr>
          <a:xfrm>
            <a:off x="1369994" y="39698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" name="data_2715">
            <a:extLst>
              <a:ext uri="{FF2B5EF4-FFF2-40B4-BE49-F238E27FC236}">
                <a16:creationId xmlns:a16="http://schemas.microsoft.com/office/drawing/2014/main" id="{7D38EF63-0434-4B80-955C-0E2DFE46B788}"/>
              </a:ext>
            </a:extLst>
          </p:cNvPr>
          <p:cNvSpPr>
            <a:spLocks noGrp="1"/>
          </p:cNvSpPr>
          <p:nvPr/>
        </p:nvSpPr>
        <p:spPr>
          <a:xfrm>
            <a:off x="14342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" name="data_2716">
            <a:extLst>
              <a:ext uri="{FF2B5EF4-FFF2-40B4-BE49-F238E27FC236}">
                <a16:creationId xmlns:a16="http://schemas.microsoft.com/office/drawing/2014/main" id="{3F93CB71-EDA7-47C8-8A9A-FEF8106CD639}"/>
              </a:ext>
            </a:extLst>
          </p:cNvPr>
          <p:cNvSpPr>
            <a:spLocks noGrp="1"/>
          </p:cNvSpPr>
          <p:nvPr/>
        </p:nvSpPr>
        <p:spPr>
          <a:xfrm>
            <a:off x="1419945" y="39243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" name="data_2717">
            <a:extLst>
              <a:ext uri="{FF2B5EF4-FFF2-40B4-BE49-F238E27FC236}">
                <a16:creationId xmlns:a16="http://schemas.microsoft.com/office/drawing/2014/main" id="{39843F2B-B160-4796-8CEC-6437D7032C7F}"/>
              </a:ext>
            </a:extLst>
          </p:cNvPr>
          <p:cNvSpPr>
            <a:spLocks noGrp="1"/>
          </p:cNvSpPr>
          <p:nvPr/>
        </p:nvSpPr>
        <p:spPr>
          <a:xfrm>
            <a:off x="14070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" name="data_2718">
            <a:extLst>
              <a:ext uri="{FF2B5EF4-FFF2-40B4-BE49-F238E27FC236}">
                <a16:creationId xmlns:a16="http://schemas.microsoft.com/office/drawing/2014/main" id="{7DDE040D-E555-4401-BC3E-06A3506C732D}"/>
              </a:ext>
            </a:extLst>
          </p:cNvPr>
          <p:cNvSpPr>
            <a:spLocks noGrp="1"/>
          </p:cNvSpPr>
          <p:nvPr/>
        </p:nvSpPr>
        <p:spPr>
          <a:xfrm>
            <a:off x="149130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" name="data_2719">
            <a:extLst>
              <a:ext uri="{FF2B5EF4-FFF2-40B4-BE49-F238E27FC236}">
                <a16:creationId xmlns:a16="http://schemas.microsoft.com/office/drawing/2014/main" id="{5D7ADE56-A811-4A48-9A31-7691C8AAE811}"/>
              </a:ext>
            </a:extLst>
          </p:cNvPr>
          <p:cNvSpPr>
            <a:spLocks noGrp="1"/>
          </p:cNvSpPr>
          <p:nvPr/>
        </p:nvSpPr>
        <p:spPr>
          <a:xfrm>
            <a:off x="1424394" y="395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" name="data_2720">
            <a:extLst>
              <a:ext uri="{FF2B5EF4-FFF2-40B4-BE49-F238E27FC236}">
                <a16:creationId xmlns:a16="http://schemas.microsoft.com/office/drawing/2014/main" id="{ABAB3702-9374-4F21-8E52-7994C671AB45}"/>
              </a:ext>
            </a:extLst>
          </p:cNvPr>
          <p:cNvSpPr>
            <a:spLocks noGrp="1"/>
          </p:cNvSpPr>
          <p:nvPr/>
        </p:nvSpPr>
        <p:spPr>
          <a:xfrm>
            <a:off x="15514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" name="data_2721">
            <a:extLst>
              <a:ext uri="{FF2B5EF4-FFF2-40B4-BE49-F238E27FC236}">
                <a16:creationId xmlns:a16="http://schemas.microsoft.com/office/drawing/2014/main" id="{5FEC2DCB-DDDF-4011-A29D-E1481ADE67A3}"/>
              </a:ext>
            </a:extLst>
          </p:cNvPr>
          <p:cNvSpPr>
            <a:spLocks noGrp="1"/>
          </p:cNvSpPr>
          <p:nvPr/>
        </p:nvSpPr>
        <p:spPr>
          <a:xfrm>
            <a:off x="1462036" y="39700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" name="data_2722">
            <a:extLst>
              <a:ext uri="{FF2B5EF4-FFF2-40B4-BE49-F238E27FC236}">
                <a16:creationId xmlns:a16="http://schemas.microsoft.com/office/drawing/2014/main" id="{3876AD91-533B-48E7-94F4-22DE48ED725D}"/>
              </a:ext>
            </a:extLst>
          </p:cNvPr>
          <p:cNvSpPr>
            <a:spLocks noGrp="1"/>
          </p:cNvSpPr>
          <p:nvPr/>
        </p:nvSpPr>
        <p:spPr>
          <a:xfrm>
            <a:off x="1423991" y="30747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" name="data_2723">
            <a:extLst>
              <a:ext uri="{FF2B5EF4-FFF2-40B4-BE49-F238E27FC236}">
                <a16:creationId xmlns:a16="http://schemas.microsoft.com/office/drawing/2014/main" id="{727A02ED-EBC9-4760-9FE3-2496C4088DC5}"/>
              </a:ext>
            </a:extLst>
          </p:cNvPr>
          <p:cNvSpPr>
            <a:spLocks noGrp="1"/>
          </p:cNvSpPr>
          <p:nvPr/>
        </p:nvSpPr>
        <p:spPr>
          <a:xfrm>
            <a:off x="1558316" y="3757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" name="data_2724">
            <a:extLst>
              <a:ext uri="{FF2B5EF4-FFF2-40B4-BE49-F238E27FC236}">
                <a16:creationId xmlns:a16="http://schemas.microsoft.com/office/drawing/2014/main" id="{892FF9CE-AC1F-48C1-93D2-B3663F1F50BC}"/>
              </a:ext>
            </a:extLst>
          </p:cNvPr>
          <p:cNvSpPr>
            <a:spLocks noGrp="1"/>
          </p:cNvSpPr>
          <p:nvPr/>
        </p:nvSpPr>
        <p:spPr>
          <a:xfrm>
            <a:off x="1540654" y="3967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" name="data_2725">
            <a:extLst>
              <a:ext uri="{FF2B5EF4-FFF2-40B4-BE49-F238E27FC236}">
                <a16:creationId xmlns:a16="http://schemas.microsoft.com/office/drawing/2014/main" id="{2A32BEF4-0E72-401F-8E32-5335985B6F5E}"/>
              </a:ext>
            </a:extLst>
          </p:cNvPr>
          <p:cNvSpPr>
            <a:spLocks noGrp="1"/>
          </p:cNvSpPr>
          <p:nvPr/>
        </p:nvSpPr>
        <p:spPr>
          <a:xfrm>
            <a:off x="15704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" name="data_2726">
            <a:extLst>
              <a:ext uri="{FF2B5EF4-FFF2-40B4-BE49-F238E27FC236}">
                <a16:creationId xmlns:a16="http://schemas.microsoft.com/office/drawing/2014/main" id="{3B5C64EC-9365-4709-BDD8-48160DA53B57}"/>
              </a:ext>
            </a:extLst>
          </p:cNvPr>
          <p:cNvSpPr>
            <a:spLocks noGrp="1"/>
          </p:cNvSpPr>
          <p:nvPr/>
        </p:nvSpPr>
        <p:spPr>
          <a:xfrm>
            <a:off x="1446788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" name="data_2727">
            <a:extLst>
              <a:ext uri="{FF2B5EF4-FFF2-40B4-BE49-F238E27FC236}">
                <a16:creationId xmlns:a16="http://schemas.microsoft.com/office/drawing/2014/main" id="{5F85B58A-F45B-4B86-98AE-8B6B6CDA50BD}"/>
              </a:ext>
            </a:extLst>
          </p:cNvPr>
          <p:cNvSpPr>
            <a:spLocks noGrp="1"/>
          </p:cNvSpPr>
          <p:nvPr/>
        </p:nvSpPr>
        <p:spPr>
          <a:xfrm>
            <a:off x="1516219" y="3959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" name="data_2728">
            <a:extLst>
              <a:ext uri="{FF2B5EF4-FFF2-40B4-BE49-F238E27FC236}">
                <a16:creationId xmlns:a16="http://schemas.microsoft.com/office/drawing/2014/main" id="{AF1AFA96-7C4B-4B94-9BAC-8FB3EEC31A6B}"/>
              </a:ext>
            </a:extLst>
          </p:cNvPr>
          <p:cNvSpPr>
            <a:spLocks noGrp="1"/>
          </p:cNvSpPr>
          <p:nvPr/>
        </p:nvSpPr>
        <p:spPr>
          <a:xfrm>
            <a:off x="14249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" name="data_2729">
            <a:extLst>
              <a:ext uri="{FF2B5EF4-FFF2-40B4-BE49-F238E27FC236}">
                <a16:creationId xmlns:a16="http://schemas.microsoft.com/office/drawing/2014/main" id="{3A915356-3088-44DD-8882-1118830C9F77}"/>
              </a:ext>
            </a:extLst>
          </p:cNvPr>
          <p:cNvSpPr>
            <a:spLocks noGrp="1"/>
          </p:cNvSpPr>
          <p:nvPr/>
        </p:nvSpPr>
        <p:spPr>
          <a:xfrm>
            <a:off x="1584679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" name="data_2730">
            <a:extLst>
              <a:ext uri="{FF2B5EF4-FFF2-40B4-BE49-F238E27FC236}">
                <a16:creationId xmlns:a16="http://schemas.microsoft.com/office/drawing/2014/main" id="{A2D8509C-138E-4415-8B56-3EEE9C75343F}"/>
              </a:ext>
            </a:extLst>
          </p:cNvPr>
          <p:cNvSpPr>
            <a:spLocks noGrp="1"/>
          </p:cNvSpPr>
          <p:nvPr/>
        </p:nvSpPr>
        <p:spPr>
          <a:xfrm>
            <a:off x="1525131" y="3934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" name="data_2731">
            <a:extLst>
              <a:ext uri="{FF2B5EF4-FFF2-40B4-BE49-F238E27FC236}">
                <a16:creationId xmlns:a16="http://schemas.microsoft.com/office/drawing/2014/main" id="{56751C48-1D08-4DEB-A80C-5B9C84AAFC5E}"/>
              </a:ext>
            </a:extLst>
          </p:cNvPr>
          <p:cNvSpPr>
            <a:spLocks noGrp="1"/>
          </p:cNvSpPr>
          <p:nvPr/>
        </p:nvSpPr>
        <p:spPr>
          <a:xfrm>
            <a:off x="1584563" y="3958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" name="data_2732">
            <a:extLst>
              <a:ext uri="{FF2B5EF4-FFF2-40B4-BE49-F238E27FC236}">
                <a16:creationId xmlns:a16="http://schemas.microsoft.com/office/drawing/2014/main" id="{F6CDD96B-693F-4DED-9DEA-92FC634BE4DE}"/>
              </a:ext>
            </a:extLst>
          </p:cNvPr>
          <p:cNvSpPr>
            <a:spLocks noGrp="1"/>
          </p:cNvSpPr>
          <p:nvPr/>
        </p:nvSpPr>
        <p:spPr>
          <a:xfrm>
            <a:off x="1389567" y="39708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" name="data_2733">
            <a:extLst>
              <a:ext uri="{FF2B5EF4-FFF2-40B4-BE49-F238E27FC236}">
                <a16:creationId xmlns:a16="http://schemas.microsoft.com/office/drawing/2014/main" id="{2082D900-75CF-4620-875D-2FAE6F382D9C}"/>
              </a:ext>
            </a:extLst>
          </p:cNvPr>
          <p:cNvSpPr>
            <a:spLocks noGrp="1"/>
          </p:cNvSpPr>
          <p:nvPr/>
        </p:nvSpPr>
        <p:spPr>
          <a:xfrm>
            <a:off x="1410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" name="data_2734">
            <a:extLst>
              <a:ext uri="{FF2B5EF4-FFF2-40B4-BE49-F238E27FC236}">
                <a16:creationId xmlns:a16="http://schemas.microsoft.com/office/drawing/2014/main" id="{37CE4957-E6A8-4C1E-AD00-9F1C01CEC594}"/>
              </a:ext>
            </a:extLst>
          </p:cNvPr>
          <p:cNvSpPr>
            <a:spLocks noGrp="1"/>
          </p:cNvSpPr>
          <p:nvPr/>
        </p:nvSpPr>
        <p:spPr>
          <a:xfrm>
            <a:off x="1515154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" name="data_2735">
            <a:extLst>
              <a:ext uri="{FF2B5EF4-FFF2-40B4-BE49-F238E27FC236}">
                <a16:creationId xmlns:a16="http://schemas.microsoft.com/office/drawing/2014/main" id="{F67EEA90-C7E9-40B8-84CD-A419B0B395AF}"/>
              </a:ext>
            </a:extLst>
          </p:cNvPr>
          <p:cNvSpPr>
            <a:spLocks noGrp="1"/>
          </p:cNvSpPr>
          <p:nvPr/>
        </p:nvSpPr>
        <p:spPr>
          <a:xfrm>
            <a:off x="1440787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" name="data_2736">
            <a:extLst>
              <a:ext uri="{FF2B5EF4-FFF2-40B4-BE49-F238E27FC236}">
                <a16:creationId xmlns:a16="http://schemas.microsoft.com/office/drawing/2014/main" id="{C30EB993-B4E4-492E-9652-36382CA8CEAB}"/>
              </a:ext>
            </a:extLst>
          </p:cNvPr>
          <p:cNvSpPr>
            <a:spLocks noGrp="1"/>
          </p:cNvSpPr>
          <p:nvPr/>
        </p:nvSpPr>
        <p:spPr>
          <a:xfrm>
            <a:off x="15347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" name="data_2737">
            <a:extLst>
              <a:ext uri="{FF2B5EF4-FFF2-40B4-BE49-F238E27FC236}">
                <a16:creationId xmlns:a16="http://schemas.microsoft.com/office/drawing/2014/main" id="{241FA5DE-955D-46B1-9CE1-A0261056A279}"/>
              </a:ext>
            </a:extLst>
          </p:cNvPr>
          <p:cNvSpPr>
            <a:spLocks noGrp="1"/>
          </p:cNvSpPr>
          <p:nvPr/>
        </p:nvSpPr>
        <p:spPr>
          <a:xfrm>
            <a:off x="13703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" name="data_2738">
            <a:extLst>
              <a:ext uri="{FF2B5EF4-FFF2-40B4-BE49-F238E27FC236}">
                <a16:creationId xmlns:a16="http://schemas.microsoft.com/office/drawing/2014/main" id="{3BD01A57-7091-47FF-8774-AFB2CFC4CCA5}"/>
              </a:ext>
            </a:extLst>
          </p:cNvPr>
          <p:cNvSpPr>
            <a:spLocks noGrp="1"/>
          </p:cNvSpPr>
          <p:nvPr/>
        </p:nvSpPr>
        <p:spPr>
          <a:xfrm>
            <a:off x="1392293" y="39673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" name="data_2739">
            <a:extLst>
              <a:ext uri="{FF2B5EF4-FFF2-40B4-BE49-F238E27FC236}">
                <a16:creationId xmlns:a16="http://schemas.microsoft.com/office/drawing/2014/main" id="{216EBB17-3180-411F-8EF8-1BB84ABF9032}"/>
              </a:ext>
            </a:extLst>
          </p:cNvPr>
          <p:cNvSpPr>
            <a:spLocks noGrp="1"/>
          </p:cNvSpPr>
          <p:nvPr/>
        </p:nvSpPr>
        <p:spPr>
          <a:xfrm>
            <a:off x="14396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" name="data_2740">
            <a:extLst>
              <a:ext uri="{FF2B5EF4-FFF2-40B4-BE49-F238E27FC236}">
                <a16:creationId xmlns:a16="http://schemas.microsoft.com/office/drawing/2014/main" id="{53B9EC89-E917-4DC9-8789-E040F46C7BAE}"/>
              </a:ext>
            </a:extLst>
          </p:cNvPr>
          <p:cNvSpPr>
            <a:spLocks noGrp="1"/>
          </p:cNvSpPr>
          <p:nvPr/>
        </p:nvSpPr>
        <p:spPr>
          <a:xfrm>
            <a:off x="1390415" y="39716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" name="data_2741">
            <a:extLst>
              <a:ext uri="{FF2B5EF4-FFF2-40B4-BE49-F238E27FC236}">
                <a16:creationId xmlns:a16="http://schemas.microsoft.com/office/drawing/2014/main" id="{69453534-0F6F-4275-BEE5-C58DEA0CEAE1}"/>
              </a:ext>
            </a:extLst>
          </p:cNvPr>
          <p:cNvSpPr>
            <a:spLocks noGrp="1"/>
          </p:cNvSpPr>
          <p:nvPr/>
        </p:nvSpPr>
        <p:spPr>
          <a:xfrm>
            <a:off x="1573856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" name="data_2742">
            <a:extLst>
              <a:ext uri="{FF2B5EF4-FFF2-40B4-BE49-F238E27FC236}">
                <a16:creationId xmlns:a16="http://schemas.microsoft.com/office/drawing/2014/main" id="{22D9E966-6C95-4E67-AE5A-A8EC4E134EFD}"/>
              </a:ext>
            </a:extLst>
          </p:cNvPr>
          <p:cNvSpPr>
            <a:spLocks noGrp="1"/>
          </p:cNvSpPr>
          <p:nvPr/>
        </p:nvSpPr>
        <p:spPr>
          <a:xfrm>
            <a:off x="15659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" name="data_2743">
            <a:extLst>
              <a:ext uri="{FF2B5EF4-FFF2-40B4-BE49-F238E27FC236}">
                <a16:creationId xmlns:a16="http://schemas.microsoft.com/office/drawing/2014/main" id="{8E46AF10-D96C-4CD1-A247-E97D4EE4DA97}"/>
              </a:ext>
            </a:extLst>
          </p:cNvPr>
          <p:cNvSpPr>
            <a:spLocks noGrp="1"/>
          </p:cNvSpPr>
          <p:nvPr/>
        </p:nvSpPr>
        <p:spPr>
          <a:xfrm>
            <a:off x="1515489" y="3914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" name="data_2744">
            <a:extLst>
              <a:ext uri="{FF2B5EF4-FFF2-40B4-BE49-F238E27FC236}">
                <a16:creationId xmlns:a16="http://schemas.microsoft.com/office/drawing/2014/main" id="{2EDE96AE-1E06-4422-860B-6C6704E173CE}"/>
              </a:ext>
            </a:extLst>
          </p:cNvPr>
          <p:cNvSpPr>
            <a:spLocks noGrp="1"/>
          </p:cNvSpPr>
          <p:nvPr/>
        </p:nvSpPr>
        <p:spPr>
          <a:xfrm>
            <a:off x="1529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" name="data_2745">
            <a:extLst>
              <a:ext uri="{FF2B5EF4-FFF2-40B4-BE49-F238E27FC236}">
                <a16:creationId xmlns:a16="http://schemas.microsoft.com/office/drawing/2014/main" id="{21A0C037-8F3F-446D-BEE3-BCFA0946EB5C}"/>
              </a:ext>
            </a:extLst>
          </p:cNvPr>
          <p:cNvSpPr>
            <a:spLocks noGrp="1"/>
          </p:cNvSpPr>
          <p:nvPr/>
        </p:nvSpPr>
        <p:spPr>
          <a:xfrm>
            <a:off x="1484477" y="3978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" name="data_2746">
            <a:extLst>
              <a:ext uri="{FF2B5EF4-FFF2-40B4-BE49-F238E27FC236}">
                <a16:creationId xmlns:a16="http://schemas.microsoft.com/office/drawing/2014/main" id="{F22DD941-25DB-4F7E-A1CD-3636557C9027}"/>
              </a:ext>
            </a:extLst>
          </p:cNvPr>
          <p:cNvSpPr>
            <a:spLocks noGrp="1"/>
          </p:cNvSpPr>
          <p:nvPr/>
        </p:nvSpPr>
        <p:spPr>
          <a:xfrm>
            <a:off x="14186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" name="data_2747">
            <a:extLst>
              <a:ext uri="{FF2B5EF4-FFF2-40B4-BE49-F238E27FC236}">
                <a16:creationId xmlns:a16="http://schemas.microsoft.com/office/drawing/2014/main" id="{19D2C0A3-58A3-4722-A906-A51C73B3D618}"/>
              </a:ext>
            </a:extLst>
          </p:cNvPr>
          <p:cNvSpPr>
            <a:spLocks noGrp="1"/>
          </p:cNvSpPr>
          <p:nvPr/>
        </p:nvSpPr>
        <p:spPr>
          <a:xfrm>
            <a:off x="138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" name="data_2748">
            <a:extLst>
              <a:ext uri="{FF2B5EF4-FFF2-40B4-BE49-F238E27FC236}">
                <a16:creationId xmlns:a16="http://schemas.microsoft.com/office/drawing/2014/main" id="{8DC0B77D-E11E-42D1-B815-46E8A5293464}"/>
              </a:ext>
            </a:extLst>
          </p:cNvPr>
          <p:cNvSpPr>
            <a:spLocks noGrp="1"/>
          </p:cNvSpPr>
          <p:nvPr/>
        </p:nvSpPr>
        <p:spPr>
          <a:xfrm>
            <a:off x="1581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" name="data_2749">
            <a:extLst>
              <a:ext uri="{FF2B5EF4-FFF2-40B4-BE49-F238E27FC236}">
                <a16:creationId xmlns:a16="http://schemas.microsoft.com/office/drawing/2014/main" id="{90DEBCBB-EC16-48F4-AC34-364168673FCA}"/>
              </a:ext>
            </a:extLst>
          </p:cNvPr>
          <p:cNvSpPr>
            <a:spLocks noGrp="1"/>
          </p:cNvSpPr>
          <p:nvPr/>
        </p:nvSpPr>
        <p:spPr>
          <a:xfrm>
            <a:off x="1415549" y="3975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" name="data_2750">
            <a:extLst>
              <a:ext uri="{FF2B5EF4-FFF2-40B4-BE49-F238E27FC236}">
                <a16:creationId xmlns:a16="http://schemas.microsoft.com/office/drawing/2014/main" id="{8FEE5904-AE53-4987-9056-317DAF25A810}"/>
              </a:ext>
            </a:extLst>
          </p:cNvPr>
          <p:cNvSpPr>
            <a:spLocks noGrp="1"/>
          </p:cNvSpPr>
          <p:nvPr/>
        </p:nvSpPr>
        <p:spPr>
          <a:xfrm>
            <a:off x="15428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" name="data_2751">
            <a:extLst>
              <a:ext uri="{FF2B5EF4-FFF2-40B4-BE49-F238E27FC236}">
                <a16:creationId xmlns:a16="http://schemas.microsoft.com/office/drawing/2014/main" id="{1A8B2691-EABE-41E3-8F7B-55C99B19AB75}"/>
              </a:ext>
            </a:extLst>
          </p:cNvPr>
          <p:cNvSpPr>
            <a:spLocks noGrp="1"/>
          </p:cNvSpPr>
          <p:nvPr/>
        </p:nvSpPr>
        <p:spPr>
          <a:xfrm>
            <a:off x="1406326" y="39473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" name="data_2752">
            <a:extLst>
              <a:ext uri="{FF2B5EF4-FFF2-40B4-BE49-F238E27FC236}">
                <a16:creationId xmlns:a16="http://schemas.microsoft.com/office/drawing/2014/main" id="{549F2A5C-9C4E-44D4-91A5-D1D9B4617EFB}"/>
              </a:ext>
            </a:extLst>
          </p:cNvPr>
          <p:cNvSpPr>
            <a:spLocks noGrp="1"/>
          </p:cNvSpPr>
          <p:nvPr/>
        </p:nvSpPr>
        <p:spPr>
          <a:xfrm>
            <a:off x="1567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" name="data_2753">
            <a:extLst>
              <a:ext uri="{FF2B5EF4-FFF2-40B4-BE49-F238E27FC236}">
                <a16:creationId xmlns:a16="http://schemas.microsoft.com/office/drawing/2014/main" id="{B8AAD733-E207-4CAD-9EFA-ADDA52AAE4B7}"/>
              </a:ext>
            </a:extLst>
          </p:cNvPr>
          <p:cNvSpPr>
            <a:spLocks noGrp="1"/>
          </p:cNvSpPr>
          <p:nvPr/>
        </p:nvSpPr>
        <p:spPr>
          <a:xfrm>
            <a:off x="15284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" name="data_2754">
            <a:extLst>
              <a:ext uri="{FF2B5EF4-FFF2-40B4-BE49-F238E27FC236}">
                <a16:creationId xmlns:a16="http://schemas.microsoft.com/office/drawing/2014/main" id="{D61FBC30-7374-446A-8D2E-5FF7133FF02B}"/>
              </a:ext>
            </a:extLst>
          </p:cNvPr>
          <p:cNvSpPr>
            <a:spLocks noGrp="1"/>
          </p:cNvSpPr>
          <p:nvPr/>
        </p:nvSpPr>
        <p:spPr>
          <a:xfrm>
            <a:off x="15393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" name="data_2755">
            <a:extLst>
              <a:ext uri="{FF2B5EF4-FFF2-40B4-BE49-F238E27FC236}">
                <a16:creationId xmlns:a16="http://schemas.microsoft.com/office/drawing/2014/main" id="{E733A9F5-18F0-4633-81EC-834927BB79AB}"/>
              </a:ext>
            </a:extLst>
          </p:cNvPr>
          <p:cNvSpPr>
            <a:spLocks noGrp="1"/>
          </p:cNvSpPr>
          <p:nvPr/>
        </p:nvSpPr>
        <p:spPr>
          <a:xfrm>
            <a:off x="15046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" name="data_2756">
            <a:extLst>
              <a:ext uri="{FF2B5EF4-FFF2-40B4-BE49-F238E27FC236}">
                <a16:creationId xmlns:a16="http://schemas.microsoft.com/office/drawing/2014/main" id="{329E6B65-1A87-49BB-A8F5-8D78C05B8B11}"/>
              </a:ext>
            </a:extLst>
          </p:cNvPr>
          <p:cNvSpPr>
            <a:spLocks noGrp="1"/>
          </p:cNvSpPr>
          <p:nvPr/>
        </p:nvSpPr>
        <p:spPr>
          <a:xfrm>
            <a:off x="14262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" name="data_2757">
            <a:extLst>
              <a:ext uri="{FF2B5EF4-FFF2-40B4-BE49-F238E27FC236}">
                <a16:creationId xmlns:a16="http://schemas.microsoft.com/office/drawing/2014/main" id="{31169A16-E36D-416D-85E8-C4F70C8AA373}"/>
              </a:ext>
            </a:extLst>
          </p:cNvPr>
          <p:cNvSpPr>
            <a:spLocks noGrp="1"/>
          </p:cNvSpPr>
          <p:nvPr/>
        </p:nvSpPr>
        <p:spPr>
          <a:xfrm>
            <a:off x="14516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" name="data_2758">
            <a:extLst>
              <a:ext uri="{FF2B5EF4-FFF2-40B4-BE49-F238E27FC236}">
                <a16:creationId xmlns:a16="http://schemas.microsoft.com/office/drawing/2014/main" id="{DF84B432-3BB7-4208-A2BD-4557AD3D9CE1}"/>
              </a:ext>
            </a:extLst>
          </p:cNvPr>
          <p:cNvSpPr>
            <a:spLocks noGrp="1"/>
          </p:cNvSpPr>
          <p:nvPr/>
        </p:nvSpPr>
        <p:spPr>
          <a:xfrm>
            <a:off x="1499953" y="3952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" name="data_2759">
            <a:extLst>
              <a:ext uri="{FF2B5EF4-FFF2-40B4-BE49-F238E27FC236}">
                <a16:creationId xmlns:a16="http://schemas.microsoft.com/office/drawing/2014/main" id="{66C20E7E-F022-44F5-A91F-7106FB319C51}"/>
              </a:ext>
            </a:extLst>
          </p:cNvPr>
          <p:cNvSpPr>
            <a:spLocks noGrp="1"/>
          </p:cNvSpPr>
          <p:nvPr/>
        </p:nvSpPr>
        <p:spPr>
          <a:xfrm>
            <a:off x="14313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" name="data_2760">
            <a:extLst>
              <a:ext uri="{FF2B5EF4-FFF2-40B4-BE49-F238E27FC236}">
                <a16:creationId xmlns:a16="http://schemas.microsoft.com/office/drawing/2014/main" id="{59A32BF2-1753-47EE-B752-3FAEF9602414}"/>
              </a:ext>
            </a:extLst>
          </p:cNvPr>
          <p:cNvSpPr>
            <a:spLocks noGrp="1"/>
          </p:cNvSpPr>
          <p:nvPr/>
        </p:nvSpPr>
        <p:spPr>
          <a:xfrm>
            <a:off x="1558769" y="39540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" name="data_2761">
            <a:extLst>
              <a:ext uri="{FF2B5EF4-FFF2-40B4-BE49-F238E27FC236}">
                <a16:creationId xmlns:a16="http://schemas.microsoft.com/office/drawing/2014/main" id="{A5434FD0-FC9D-4F87-853F-35D43BC201D8}"/>
              </a:ext>
            </a:extLst>
          </p:cNvPr>
          <p:cNvSpPr>
            <a:spLocks noGrp="1"/>
          </p:cNvSpPr>
          <p:nvPr/>
        </p:nvSpPr>
        <p:spPr>
          <a:xfrm>
            <a:off x="14666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" name="data_2762">
            <a:extLst>
              <a:ext uri="{FF2B5EF4-FFF2-40B4-BE49-F238E27FC236}">
                <a16:creationId xmlns:a16="http://schemas.microsoft.com/office/drawing/2014/main" id="{2883E771-CCCB-4963-9D87-3D7892B77175}"/>
              </a:ext>
            </a:extLst>
          </p:cNvPr>
          <p:cNvSpPr>
            <a:spLocks noGrp="1"/>
          </p:cNvSpPr>
          <p:nvPr/>
        </p:nvSpPr>
        <p:spPr>
          <a:xfrm>
            <a:off x="1487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" name="data_2763">
            <a:extLst>
              <a:ext uri="{FF2B5EF4-FFF2-40B4-BE49-F238E27FC236}">
                <a16:creationId xmlns:a16="http://schemas.microsoft.com/office/drawing/2014/main" id="{DE85D382-535A-433C-9346-6FA75A666085}"/>
              </a:ext>
            </a:extLst>
          </p:cNvPr>
          <p:cNvSpPr>
            <a:spLocks noGrp="1"/>
          </p:cNvSpPr>
          <p:nvPr/>
        </p:nvSpPr>
        <p:spPr>
          <a:xfrm>
            <a:off x="1363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" name="data_2764">
            <a:extLst>
              <a:ext uri="{FF2B5EF4-FFF2-40B4-BE49-F238E27FC236}">
                <a16:creationId xmlns:a16="http://schemas.microsoft.com/office/drawing/2014/main" id="{394393DF-73C1-4350-AB99-D0AE6AE132F0}"/>
              </a:ext>
            </a:extLst>
          </p:cNvPr>
          <p:cNvSpPr>
            <a:spLocks noGrp="1"/>
          </p:cNvSpPr>
          <p:nvPr/>
        </p:nvSpPr>
        <p:spPr>
          <a:xfrm>
            <a:off x="14352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" name="data_2765">
            <a:extLst>
              <a:ext uri="{FF2B5EF4-FFF2-40B4-BE49-F238E27FC236}">
                <a16:creationId xmlns:a16="http://schemas.microsoft.com/office/drawing/2014/main" id="{311E3C11-C294-4B83-99F0-1345A043A685}"/>
              </a:ext>
            </a:extLst>
          </p:cNvPr>
          <p:cNvSpPr>
            <a:spLocks noGrp="1"/>
          </p:cNvSpPr>
          <p:nvPr/>
        </p:nvSpPr>
        <p:spPr>
          <a:xfrm>
            <a:off x="1451655" y="27850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" name="data_2766">
            <a:extLst>
              <a:ext uri="{FF2B5EF4-FFF2-40B4-BE49-F238E27FC236}">
                <a16:creationId xmlns:a16="http://schemas.microsoft.com/office/drawing/2014/main" id="{4411CA96-76DD-46BE-9E4B-239A61DCB3EC}"/>
              </a:ext>
            </a:extLst>
          </p:cNvPr>
          <p:cNvSpPr>
            <a:spLocks noGrp="1"/>
          </p:cNvSpPr>
          <p:nvPr/>
        </p:nvSpPr>
        <p:spPr>
          <a:xfrm>
            <a:off x="14071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" name="data_2767">
            <a:extLst>
              <a:ext uri="{FF2B5EF4-FFF2-40B4-BE49-F238E27FC236}">
                <a16:creationId xmlns:a16="http://schemas.microsoft.com/office/drawing/2014/main" id="{4E025B1D-BDCB-4565-B723-A9EE539006C8}"/>
              </a:ext>
            </a:extLst>
          </p:cNvPr>
          <p:cNvSpPr>
            <a:spLocks noGrp="1"/>
          </p:cNvSpPr>
          <p:nvPr/>
        </p:nvSpPr>
        <p:spPr>
          <a:xfrm>
            <a:off x="1396884" y="39591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" name="data_2768">
            <a:extLst>
              <a:ext uri="{FF2B5EF4-FFF2-40B4-BE49-F238E27FC236}">
                <a16:creationId xmlns:a16="http://schemas.microsoft.com/office/drawing/2014/main" id="{48182933-523D-4C11-844E-394D6587DE5A}"/>
              </a:ext>
            </a:extLst>
          </p:cNvPr>
          <p:cNvSpPr>
            <a:spLocks noGrp="1"/>
          </p:cNvSpPr>
          <p:nvPr/>
        </p:nvSpPr>
        <p:spPr>
          <a:xfrm>
            <a:off x="15794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" name="data_2769">
            <a:extLst>
              <a:ext uri="{FF2B5EF4-FFF2-40B4-BE49-F238E27FC236}">
                <a16:creationId xmlns:a16="http://schemas.microsoft.com/office/drawing/2014/main" id="{7FCB3074-77B5-4577-B55D-B62B171513EF}"/>
              </a:ext>
            </a:extLst>
          </p:cNvPr>
          <p:cNvSpPr>
            <a:spLocks noGrp="1"/>
          </p:cNvSpPr>
          <p:nvPr/>
        </p:nvSpPr>
        <p:spPr>
          <a:xfrm>
            <a:off x="1379223" y="3836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" name="data_2770">
            <a:extLst>
              <a:ext uri="{FF2B5EF4-FFF2-40B4-BE49-F238E27FC236}">
                <a16:creationId xmlns:a16="http://schemas.microsoft.com/office/drawing/2014/main" id="{67946FDF-495B-4214-862C-A01DC6D29DCB}"/>
              </a:ext>
            </a:extLst>
          </p:cNvPr>
          <p:cNvSpPr>
            <a:spLocks noGrp="1"/>
          </p:cNvSpPr>
          <p:nvPr/>
        </p:nvSpPr>
        <p:spPr>
          <a:xfrm>
            <a:off x="1381613" y="38719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" name="data_2771">
            <a:extLst>
              <a:ext uri="{FF2B5EF4-FFF2-40B4-BE49-F238E27FC236}">
                <a16:creationId xmlns:a16="http://schemas.microsoft.com/office/drawing/2014/main" id="{0A04F8B6-74C1-4951-A775-D1C281D4245E}"/>
              </a:ext>
            </a:extLst>
          </p:cNvPr>
          <p:cNvSpPr>
            <a:spLocks noGrp="1"/>
          </p:cNvSpPr>
          <p:nvPr/>
        </p:nvSpPr>
        <p:spPr>
          <a:xfrm>
            <a:off x="1533700" y="396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" name="data_2772">
            <a:extLst>
              <a:ext uri="{FF2B5EF4-FFF2-40B4-BE49-F238E27FC236}">
                <a16:creationId xmlns:a16="http://schemas.microsoft.com/office/drawing/2014/main" id="{90912CF5-0BBB-4818-AD05-1B90F7E5E32C}"/>
              </a:ext>
            </a:extLst>
          </p:cNvPr>
          <p:cNvSpPr>
            <a:spLocks noGrp="1"/>
          </p:cNvSpPr>
          <p:nvPr/>
        </p:nvSpPr>
        <p:spPr>
          <a:xfrm>
            <a:off x="1378695" y="39549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" name="data_2773">
            <a:extLst>
              <a:ext uri="{FF2B5EF4-FFF2-40B4-BE49-F238E27FC236}">
                <a16:creationId xmlns:a16="http://schemas.microsoft.com/office/drawing/2014/main" id="{395D99FB-6C8E-4764-B0A8-F177BBAB354C}"/>
              </a:ext>
            </a:extLst>
          </p:cNvPr>
          <p:cNvSpPr>
            <a:spLocks noGrp="1"/>
          </p:cNvSpPr>
          <p:nvPr/>
        </p:nvSpPr>
        <p:spPr>
          <a:xfrm>
            <a:off x="151516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" name="data_2774">
            <a:extLst>
              <a:ext uri="{FF2B5EF4-FFF2-40B4-BE49-F238E27FC236}">
                <a16:creationId xmlns:a16="http://schemas.microsoft.com/office/drawing/2014/main" id="{A59FAFCD-6611-42DB-A6BC-5CB468F6AAC9}"/>
              </a:ext>
            </a:extLst>
          </p:cNvPr>
          <p:cNvSpPr>
            <a:spLocks noGrp="1"/>
          </p:cNvSpPr>
          <p:nvPr/>
        </p:nvSpPr>
        <p:spPr>
          <a:xfrm>
            <a:off x="1369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" name="data_2775">
            <a:extLst>
              <a:ext uri="{FF2B5EF4-FFF2-40B4-BE49-F238E27FC236}">
                <a16:creationId xmlns:a16="http://schemas.microsoft.com/office/drawing/2014/main" id="{C5C18BD3-3AE0-425B-8EB7-11C0AD0C42FC}"/>
              </a:ext>
            </a:extLst>
          </p:cNvPr>
          <p:cNvSpPr>
            <a:spLocks noGrp="1"/>
          </p:cNvSpPr>
          <p:nvPr/>
        </p:nvSpPr>
        <p:spPr>
          <a:xfrm>
            <a:off x="15032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" name="data_2776">
            <a:extLst>
              <a:ext uri="{FF2B5EF4-FFF2-40B4-BE49-F238E27FC236}">
                <a16:creationId xmlns:a16="http://schemas.microsoft.com/office/drawing/2014/main" id="{9EBA3140-ED0D-4E9E-B3B2-1761EE86FFE4}"/>
              </a:ext>
            </a:extLst>
          </p:cNvPr>
          <p:cNvSpPr>
            <a:spLocks noGrp="1"/>
          </p:cNvSpPr>
          <p:nvPr/>
        </p:nvSpPr>
        <p:spPr>
          <a:xfrm>
            <a:off x="1493376" y="3977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" name="data_2777">
            <a:extLst>
              <a:ext uri="{FF2B5EF4-FFF2-40B4-BE49-F238E27FC236}">
                <a16:creationId xmlns:a16="http://schemas.microsoft.com/office/drawing/2014/main" id="{21E8B1C3-F434-47D8-9CC1-52BCAC81B94E}"/>
              </a:ext>
            </a:extLst>
          </p:cNvPr>
          <p:cNvSpPr>
            <a:spLocks noGrp="1"/>
          </p:cNvSpPr>
          <p:nvPr/>
        </p:nvSpPr>
        <p:spPr>
          <a:xfrm>
            <a:off x="15399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" name="data_2778">
            <a:extLst>
              <a:ext uri="{FF2B5EF4-FFF2-40B4-BE49-F238E27FC236}">
                <a16:creationId xmlns:a16="http://schemas.microsoft.com/office/drawing/2014/main" id="{78BA4E54-2D9D-429C-BD1B-E0EAC4937C47}"/>
              </a:ext>
            </a:extLst>
          </p:cNvPr>
          <p:cNvSpPr>
            <a:spLocks noGrp="1"/>
          </p:cNvSpPr>
          <p:nvPr/>
        </p:nvSpPr>
        <p:spPr>
          <a:xfrm>
            <a:off x="14714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" name="data_2779">
            <a:extLst>
              <a:ext uri="{FF2B5EF4-FFF2-40B4-BE49-F238E27FC236}">
                <a16:creationId xmlns:a16="http://schemas.microsoft.com/office/drawing/2014/main" id="{52623C55-FB50-4E37-8E9C-939F0092CE6A}"/>
              </a:ext>
            </a:extLst>
          </p:cNvPr>
          <p:cNvSpPr>
            <a:spLocks noGrp="1"/>
          </p:cNvSpPr>
          <p:nvPr/>
        </p:nvSpPr>
        <p:spPr>
          <a:xfrm>
            <a:off x="13985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" name="data_2780">
            <a:extLst>
              <a:ext uri="{FF2B5EF4-FFF2-40B4-BE49-F238E27FC236}">
                <a16:creationId xmlns:a16="http://schemas.microsoft.com/office/drawing/2014/main" id="{C1B756FF-AD04-44FE-A798-C966EC545C75}"/>
              </a:ext>
            </a:extLst>
          </p:cNvPr>
          <p:cNvSpPr>
            <a:spLocks noGrp="1"/>
          </p:cNvSpPr>
          <p:nvPr/>
        </p:nvSpPr>
        <p:spPr>
          <a:xfrm>
            <a:off x="1568718" y="3947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" name="data_2781">
            <a:extLst>
              <a:ext uri="{FF2B5EF4-FFF2-40B4-BE49-F238E27FC236}">
                <a16:creationId xmlns:a16="http://schemas.microsoft.com/office/drawing/2014/main" id="{2B273C86-B6A7-4DA5-BD7C-D9A7517EC9E0}"/>
              </a:ext>
            </a:extLst>
          </p:cNvPr>
          <p:cNvSpPr>
            <a:spLocks noGrp="1"/>
          </p:cNvSpPr>
          <p:nvPr/>
        </p:nvSpPr>
        <p:spPr>
          <a:xfrm>
            <a:off x="13744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" name="data_2782">
            <a:extLst>
              <a:ext uri="{FF2B5EF4-FFF2-40B4-BE49-F238E27FC236}">
                <a16:creationId xmlns:a16="http://schemas.microsoft.com/office/drawing/2014/main" id="{74F7F08E-7FD3-47A4-BFD8-737D5A2C65FD}"/>
              </a:ext>
            </a:extLst>
          </p:cNvPr>
          <p:cNvSpPr>
            <a:spLocks noGrp="1"/>
          </p:cNvSpPr>
          <p:nvPr/>
        </p:nvSpPr>
        <p:spPr>
          <a:xfrm>
            <a:off x="1540348" y="39766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" name="data_2783">
            <a:extLst>
              <a:ext uri="{FF2B5EF4-FFF2-40B4-BE49-F238E27FC236}">
                <a16:creationId xmlns:a16="http://schemas.microsoft.com/office/drawing/2014/main" id="{1722C919-0156-4BF2-B75D-7511B9098BC8}"/>
              </a:ext>
            </a:extLst>
          </p:cNvPr>
          <p:cNvSpPr>
            <a:spLocks noGrp="1"/>
          </p:cNvSpPr>
          <p:nvPr/>
        </p:nvSpPr>
        <p:spPr>
          <a:xfrm>
            <a:off x="1367217" y="3969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" name="data_2784">
            <a:extLst>
              <a:ext uri="{FF2B5EF4-FFF2-40B4-BE49-F238E27FC236}">
                <a16:creationId xmlns:a16="http://schemas.microsoft.com/office/drawing/2014/main" id="{6FADCB0C-CC8A-4231-8C1F-9E6FC7936431}"/>
              </a:ext>
            </a:extLst>
          </p:cNvPr>
          <p:cNvSpPr>
            <a:spLocks noGrp="1"/>
          </p:cNvSpPr>
          <p:nvPr/>
        </p:nvSpPr>
        <p:spPr>
          <a:xfrm>
            <a:off x="1492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" name="data_2785">
            <a:extLst>
              <a:ext uri="{FF2B5EF4-FFF2-40B4-BE49-F238E27FC236}">
                <a16:creationId xmlns:a16="http://schemas.microsoft.com/office/drawing/2014/main" id="{08076AB5-C5CF-49F7-93C4-D604E1BEFB81}"/>
              </a:ext>
            </a:extLst>
          </p:cNvPr>
          <p:cNvSpPr>
            <a:spLocks noGrp="1"/>
          </p:cNvSpPr>
          <p:nvPr/>
        </p:nvSpPr>
        <p:spPr>
          <a:xfrm>
            <a:off x="1372600" y="39757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" name="data_2786">
            <a:extLst>
              <a:ext uri="{FF2B5EF4-FFF2-40B4-BE49-F238E27FC236}">
                <a16:creationId xmlns:a16="http://schemas.microsoft.com/office/drawing/2014/main" id="{BB19993C-C00C-48DE-BD14-864B9691EB3D}"/>
              </a:ext>
            </a:extLst>
          </p:cNvPr>
          <p:cNvSpPr>
            <a:spLocks noGrp="1"/>
          </p:cNvSpPr>
          <p:nvPr/>
        </p:nvSpPr>
        <p:spPr>
          <a:xfrm>
            <a:off x="1541140" y="39718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" name="data_2787">
            <a:extLst>
              <a:ext uri="{FF2B5EF4-FFF2-40B4-BE49-F238E27FC236}">
                <a16:creationId xmlns:a16="http://schemas.microsoft.com/office/drawing/2014/main" id="{E4D60680-45EF-4E3C-B143-70C0F560E5D2}"/>
              </a:ext>
            </a:extLst>
          </p:cNvPr>
          <p:cNvSpPr>
            <a:spLocks noGrp="1"/>
          </p:cNvSpPr>
          <p:nvPr/>
        </p:nvSpPr>
        <p:spPr>
          <a:xfrm>
            <a:off x="1552757" y="3977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" name="data_2788">
            <a:extLst>
              <a:ext uri="{FF2B5EF4-FFF2-40B4-BE49-F238E27FC236}">
                <a16:creationId xmlns:a16="http://schemas.microsoft.com/office/drawing/2014/main" id="{E2312A0B-4EA9-45F1-9F50-9AD584523815}"/>
              </a:ext>
            </a:extLst>
          </p:cNvPr>
          <p:cNvSpPr>
            <a:spLocks noGrp="1"/>
          </p:cNvSpPr>
          <p:nvPr/>
        </p:nvSpPr>
        <p:spPr>
          <a:xfrm>
            <a:off x="15065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" name="data_2789">
            <a:extLst>
              <a:ext uri="{FF2B5EF4-FFF2-40B4-BE49-F238E27FC236}">
                <a16:creationId xmlns:a16="http://schemas.microsoft.com/office/drawing/2014/main" id="{05406B31-CFCD-43AA-B99E-5962D1796C9C}"/>
              </a:ext>
            </a:extLst>
          </p:cNvPr>
          <p:cNvSpPr>
            <a:spLocks noGrp="1"/>
          </p:cNvSpPr>
          <p:nvPr/>
        </p:nvSpPr>
        <p:spPr>
          <a:xfrm>
            <a:off x="1420613" y="3961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" name="data_2790">
            <a:extLst>
              <a:ext uri="{FF2B5EF4-FFF2-40B4-BE49-F238E27FC236}">
                <a16:creationId xmlns:a16="http://schemas.microsoft.com/office/drawing/2014/main" id="{2B8211D2-4E65-4614-B8F4-E0DE405B3C2B}"/>
              </a:ext>
            </a:extLst>
          </p:cNvPr>
          <p:cNvSpPr>
            <a:spLocks noGrp="1"/>
          </p:cNvSpPr>
          <p:nvPr/>
        </p:nvSpPr>
        <p:spPr>
          <a:xfrm>
            <a:off x="15779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" name="data_2791">
            <a:extLst>
              <a:ext uri="{FF2B5EF4-FFF2-40B4-BE49-F238E27FC236}">
                <a16:creationId xmlns:a16="http://schemas.microsoft.com/office/drawing/2014/main" id="{2CE1B272-394A-4B96-94CC-358644CB1C84}"/>
              </a:ext>
            </a:extLst>
          </p:cNvPr>
          <p:cNvSpPr>
            <a:spLocks noGrp="1"/>
          </p:cNvSpPr>
          <p:nvPr/>
        </p:nvSpPr>
        <p:spPr>
          <a:xfrm>
            <a:off x="15340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" name="data_2792">
            <a:extLst>
              <a:ext uri="{FF2B5EF4-FFF2-40B4-BE49-F238E27FC236}">
                <a16:creationId xmlns:a16="http://schemas.microsoft.com/office/drawing/2014/main" id="{3CAAA7C3-90A2-4DA4-99E3-01CC1BEBAB43}"/>
              </a:ext>
            </a:extLst>
          </p:cNvPr>
          <p:cNvSpPr>
            <a:spLocks noGrp="1"/>
          </p:cNvSpPr>
          <p:nvPr/>
        </p:nvSpPr>
        <p:spPr>
          <a:xfrm>
            <a:off x="1470849" y="3939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" name="data_2793">
            <a:extLst>
              <a:ext uri="{FF2B5EF4-FFF2-40B4-BE49-F238E27FC236}">
                <a16:creationId xmlns:a16="http://schemas.microsoft.com/office/drawing/2014/main" id="{BC33C7A3-A15B-46A8-AAD5-DB3780CC3568}"/>
              </a:ext>
            </a:extLst>
          </p:cNvPr>
          <p:cNvSpPr>
            <a:spLocks noGrp="1"/>
          </p:cNvSpPr>
          <p:nvPr/>
        </p:nvSpPr>
        <p:spPr>
          <a:xfrm>
            <a:off x="1577818" y="39687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" name="data_2794">
            <a:extLst>
              <a:ext uri="{FF2B5EF4-FFF2-40B4-BE49-F238E27FC236}">
                <a16:creationId xmlns:a16="http://schemas.microsoft.com/office/drawing/2014/main" id="{E1DF16C8-F008-4A3C-871B-A5552D5B7F47}"/>
              </a:ext>
            </a:extLst>
          </p:cNvPr>
          <p:cNvSpPr>
            <a:spLocks noGrp="1"/>
          </p:cNvSpPr>
          <p:nvPr/>
        </p:nvSpPr>
        <p:spPr>
          <a:xfrm>
            <a:off x="1487003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" name="data_2795">
            <a:extLst>
              <a:ext uri="{FF2B5EF4-FFF2-40B4-BE49-F238E27FC236}">
                <a16:creationId xmlns:a16="http://schemas.microsoft.com/office/drawing/2014/main" id="{B233DFF5-A97F-496C-9EB9-96896D16412A}"/>
              </a:ext>
            </a:extLst>
          </p:cNvPr>
          <p:cNvSpPr>
            <a:spLocks noGrp="1"/>
          </p:cNvSpPr>
          <p:nvPr/>
        </p:nvSpPr>
        <p:spPr>
          <a:xfrm>
            <a:off x="144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" name="data_2796">
            <a:extLst>
              <a:ext uri="{FF2B5EF4-FFF2-40B4-BE49-F238E27FC236}">
                <a16:creationId xmlns:a16="http://schemas.microsoft.com/office/drawing/2014/main" id="{5ED1FB69-890F-470A-9A29-EFDB5301CCC7}"/>
              </a:ext>
            </a:extLst>
          </p:cNvPr>
          <p:cNvSpPr>
            <a:spLocks noGrp="1"/>
          </p:cNvSpPr>
          <p:nvPr/>
        </p:nvSpPr>
        <p:spPr>
          <a:xfrm>
            <a:off x="1493233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" name="data_2797">
            <a:extLst>
              <a:ext uri="{FF2B5EF4-FFF2-40B4-BE49-F238E27FC236}">
                <a16:creationId xmlns:a16="http://schemas.microsoft.com/office/drawing/2014/main" id="{7C11F445-3197-42E6-BB14-5C576A090069}"/>
              </a:ext>
            </a:extLst>
          </p:cNvPr>
          <p:cNvSpPr>
            <a:spLocks noGrp="1"/>
          </p:cNvSpPr>
          <p:nvPr/>
        </p:nvSpPr>
        <p:spPr>
          <a:xfrm>
            <a:off x="1389642" y="39662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" name="data_2798">
            <a:extLst>
              <a:ext uri="{FF2B5EF4-FFF2-40B4-BE49-F238E27FC236}">
                <a16:creationId xmlns:a16="http://schemas.microsoft.com/office/drawing/2014/main" id="{96C51C49-007B-4560-A1B9-E9D6049A5D09}"/>
              </a:ext>
            </a:extLst>
          </p:cNvPr>
          <p:cNvSpPr>
            <a:spLocks noGrp="1"/>
          </p:cNvSpPr>
          <p:nvPr/>
        </p:nvSpPr>
        <p:spPr>
          <a:xfrm>
            <a:off x="1418441" y="38804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" name="data_2799">
            <a:extLst>
              <a:ext uri="{FF2B5EF4-FFF2-40B4-BE49-F238E27FC236}">
                <a16:creationId xmlns:a16="http://schemas.microsoft.com/office/drawing/2014/main" id="{AAB0A624-6E2E-4976-81A7-B00818246348}"/>
              </a:ext>
            </a:extLst>
          </p:cNvPr>
          <p:cNvSpPr>
            <a:spLocks noGrp="1"/>
          </p:cNvSpPr>
          <p:nvPr/>
        </p:nvSpPr>
        <p:spPr>
          <a:xfrm>
            <a:off x="15780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" name="data_2800">
            <a:extLst>
              <a:ext uri="{FF2B5EF4-FFF2-40B4-BE49-F238E27FC236}">
                <a16:creationId xmlns:a16="http://schemas.microsoft.com/office/drawing/2014/main" id="{F8E9E540-7C66-459D-B540-8DDC1C87572F}"/>
              </a:ext>
            </a:extLst>
          </p:cNvPr>
          <p:cNvSpPr>
            <a:spLocks noGrp="1"/>
          </p:cNvSpPr>
          <p:nvPr/>
        </p:nvSpPr>
        <p:spPr>
          <a:xfrm>
            <a:off x="141572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" name="data_2801">
            <a:extLst>
              <a:ext uri="{FF2B5EF4-FFF2-40B4-BE49-F238E27FC236}">
                <a16:creationId xmlns:a16="http://schemas.microsoft.com/office/drawing/2014/main" id="{C9D12380-C90D-4B40-BFF2-97B7ABD4DA08}"/>
              </a:ext>
            </a:extLst>
          </p:cNvPr>
          <p:cNvSpPr>
            <a:spLocks noGrp="1"/>
          </p:cNvSpPr>
          <p:nvPr/>
        </p:nvSpPr>
        <p:spPr>
          <a:xfrm>
            <a:off x="1477370" y="39541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" name="data_2802">
            <a:extLst>
              <a:ext uri="{FF2B5EF4-FFF2-40B4-BE49-F238E27FC236}">
                <a16:creationId xmlns:a16="http://schemas.microsoft.com/office/drawing/2014/main" id="{40713D33-D56C-4315-82D2-9C23D417E2CF}"/>
              </a:ext>
            </a:extLst>
          </p:cNvPr>
          <p:cNvSpPr>
            <a:spLocks noGrp="1"/>
          </p:cNvSpPr>
          <p:nvPr/>
        </p:nvSpPr>
        <p:spPr>
          <a:xfrm>
            <a:off x="15263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" name="data_2803">
            <a:extLst>
              <a:ext uri="{FF2B5EF4-FFF2-40B4-BE49-F238E27FC236}">
                <a16:creationId xmlns:a16="http://schemas.microsoft.com/office/drawing/2014/main" id="{465EE077-FC28-42E1-AAB2-79C955D56FDD}"/>
              </a:ext>
            </a:extLst>
          </p:cNvPr>
          <p:cNvSpPr>
            <a:spLocks noGrp="1"/>
          </p:cNvSpPr>
          <p:nvPr/>
        </p:nvSpPr>
        <p:spPr>
          <a:xfrm>
            <a:off x="1451448" y="397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" name="data_2804">
            <a:extLst>
              <a:ext uri="{FF2B5EF4-FFF2-40B4-BE49-F238E27FC236}">
                <a16:creationId xmlns:a16="http://schemas.microsoft.com/office/drawing/2014/main" id="{80946BB1-7650-48DD-9148-C1BF7D531981}"/>
              </a:ext>
            </a:extLst>
          </p:cNvPr>
          <p:cNvSpPr>
            <a:spLocks noGrp="1"/>
          </p:cNvSpPr>
          <p:nvPr/>
        </p:nvSpPr>
        <p:spPr>
          <a:xfrm>
            <a:off x="1482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" name="data_2805">
            <a:extLst>
              <a:ext uri="{FF2B5EF4-FFF2-40B4-BE49-F238E27FC236}">
                <a16:creationId xmlns:a16="http://schemas.microsoft.com/office/drawing/2014/main" id="{C397DFA8-CEDF-4A1E-B5EA-FADBB13451CD}"/>
              </a:ext>
            </a:extLst>
          </p:cNvPr>
          <p:cNvSpPr>
            <a:spLocks noGrp="1"/>
          </p:cNvSpPr>
          <p:nvPr/>
        </p:nvSpPr>
        <p:spPr>
          <a:xfrm>
            <a:off x="1502373" y="39661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" name="data_2806">
            <a:extLst>
              <a:ext uri="{FF2B5EF4-FFF2-40B4-BE49-F238E27FC236}">
                <a16:creationId xmlns:a16="http://schemas.microsoft.com/office/drawing/2014/main" id="{05CD48B1-5432-4D10-9E1F-D2537AA045CF}"/>
              </a:ext>
            </a:extLst>
          </p:cNvPr>
          <p:cNvSpPr>
            <a:spLocks noGrp="1"/>
          </p:cNvSpPr>
          <p:nvPr/>
        </p:nvSpPr>
        <p:spPr>
          <a:xfrm>
            <a:off x="15266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" name="data_2807">
            <a:extLst>
              <a:ext uri="{FF2B5EF4-FFF2-40B4-BE49-F238E27FC236}">
                <a16:creationId xmlns:a16="http://schemas.microsoft.com/office/drawing/2014/main" id="{CE5C06A6-1407-44EA-8656-20369C89402D}"/>
              </a:ext>
            </a:extLst>
          </p:cNvPr>
          <p:cNvSpPr>
            <a:spLocks noGrp="1"/>
          </p:cNvSpPr>
          <p:nvPr/>
        </p:nvSpPr>
        <p:spPr>
          <a:xfrm>
            <a:off x="1569415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" name="data_2808">
            <a:extLst>
              <a:ext uri="{FF2B5EF4-FFF2-40B4-BE49-F238E27FC236}">
                <a16:creationId xmlns:a16="http://schemas.microsoft.com/office/drawing/2014/main" id="{0C6ACE09-BB7B-4A87-BD95-A970FC21F1BA}"/>
              </a:ext>
            </a:extLst>
          </p:cNvPr>
          <p:cNvSpPr>
            <a:spLocks noGrp="1"/>
          </p:cNvSpPr>
          <p:nvPr/>
        </p:nvSpPr>
        <p:spPr>
          <a:xfrm>
            <a:off x="15230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" name="data_2809">
            <a:extLst>
              <a:ext uri="{FF2B5EF4-FFF2-40B4-BE49-F238E27FC236}">
                <a16:creationId xmlns:a16="http://schemas.microsoft.com/office/drawing/2014/main" id="{5E5FAA88-6377-484E-8453-28C82D64F2FE}"/>
              </a:ext>
            </a:extLst>
          </p:cNvPr>
          <p:cNvSpPr>
            <a:spLocks noGrp="1"/>
          </p:cNvSpPr>
          <p:nvPr/>
        </p:nvSpPr>
        <p:spPr>
          <a:xfrm>
            <a:off x="1446914" y="39604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" name="data_2810">
            <a:extLst>
              <a:ext uri="{FF2B5EF4-FFF2-40B4-BE49-F238E27FC236}">
                <a16:creationId xmlns:a16="http://schemas.microsoft.com/office/drawing/2014/main" id="{FB52AAFB-9049-4186-BABF-E818A565AB1B}"/>
              </a:ext>
            </a:extLst>
          </p:cNvPr>
          <p:cNvSpPr>
            <a:spLocks noGrp="1"/>
          </p:cNvSpPr>
          <p:nvPr/>
        </p:nvSpPr>
        <p:spPr>
          <a:xfrm>
            <a:off x="14700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" name="data_2811">
            <a:extLst>
              <a:ext uri="{FF2B5EF4-FFF2-40B4-BE49-F238E27FC236}">
                <a16:creationId xmlns:a16="http://schemas.microsoft.com/office/drawing/2014/main" id="{D5F765E4-E19C-40DE-A30E-4AA956E15182}"/>
              </a:ext>
            </a:extLst>
          </p:cNvPr>
          <p:cNvSpPr>
            <a:spLocks noGrp="1"/>
          </p:cNvSpPr>
          <p:nvPr/>
        </p:nvSpPr>
        <p:spPr>
          <a:xfrm>
            <a:off x="1553435" y="3440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" name="data_2812">
            <a:extLst>
              <a:ext uri="{FF2B5EF4-FFF2-40B4-BE49-F238E27FC236}">
                <a16:creationId xmlns:a16="http://schemas.microsoft.com/office/drawing/2014/main" id="{1D09F642-021E-483D-B8FD-1DE7575BE7AA}"/>
              </a:ext>
            </a:extLst>
          </p:cNvPr>
          <p:cNvSpPr>
            <a:spLocks noGrp="1"/>
          </p:cNvSpPr>
          <p:nvPr/>
        </p:nvSpPr>
        <p:spPr>
          <a:xfrm>
            <a:off x="1391206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" name="data_2813">
            <a:extLst>
              <a:ext uri="{FF2B5EF4-FFF2-40B4-BE49-F238E27FC236}">
                <a16:creationId xmlns:a16="http://schemas.microsoft.com/office/drawing/2014/main" id="{459A1F69-B82E-42E8-A59C-CFB67193BADF}"/>
              </a:ext>
            </a:extLst>
          </p:cNvPr>
          <p:cNvSpPr>
            <a:spLocks noGrp="1"/>
          </p:cNvSpPr>
          <p:nvPr/>
        </p:nvSpPr>
        <p:spPr>
          <a:xfrm>
            <a:off x="15705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" name="data_2814">
            <a:extLst>
              <a:ext uri="{FF2B5EF4-FFF2-40B4-BE49-F238E27FC236}">
                <a16:creationId xmlns:a16="http://schemas.microsoft.com/office/drawing/2014/main" id="{3F2D9B98-2B83-4E2A-A21C-7C806DF50DD6}"/>
              </a:ext>
            </a:extLst>
          </p:cNvPr>
          <p:cNvSpPr>
            <a:spLocks noGrp="1"/>
          </p:cNvSpPr>
          <p:nvPr/>
        </p:nvSpPr>
        <p:spPr>
          <a:xfrm>
            <a:off x="14558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" name="data_2815">
            <a:extLst>
              <a:ext uri="{FF2B5EF4-FFF2-40B4-BE49-F238E27FC236}">
                <a16:creationId xmlns:a16="http://schemas.microsoft.com/office/drawing/2014/main" id="{19E74C23-4FC3-4075-80E5-2C95A920F148}"/>
              </a:ext>
            </a:extLst>
          </p:cNvPr>
          <p:cNvSpPr>
            <a:spLocks noGrp="1"/>
          </p:cNvSpPr>
          <p:nvPr/>
        </p:nvSpPr>
        <p:spPr>
          <a:xfrm>
            <a:off x="1564314" y="39646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" name="data_2816">
            <a:extLst>
              <a:ext uri="{FF2B5EF4-FFF2-40B4-BE49-F238E27FC236}">
                <a16:creationId xmlns:a16="http://schemas.microsoft.com/office/drawing/2014/main" id="{0E3DFBC3-C47A-44D3-B04F-18BCE760A8D1}"/>
              </a:ext>
            </a:extLst>
          </p:cNvPr>
          <p:cNvSpPr>
            <a:spLocks noGrp="1"/>
          </p:cNvSpPr>
          <p:nvPr/>
        </p:nvSpPr>
        <p:spPr>
          <a:xfrm>
            <a:off x="1417595" y="38530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" name="data_2817">
            <a:extLst>
              <a:ext uri="{FF2B5EF4-FFF2-40B4-BE49-F238E27FC236}">
                <a16:creationId xmlns:a16="http://schemas.microsoft.com/office/drawing/2014/main" id="{C2589854-EE86-46DA-A1E0-9C91018160EC}"/>
              </a:ext>
            </a:extLst>
          </p:cNvPr>
          <p:cNvSpPr>
            <a:spLocks noGrp="1"/>
          </p:cNvSpPr>
          <p:nvPr/>
        </p:nvSpPr>
        <p:spPr>
          <a:xfrm>
            <a:off x="1491025" y="39423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" name="data_2818">
            <a:extLst>
              <a:ext uri="{FF2B5EF4-FFF2-40B4-BE49-F238E27FC236}">
                <a16:creationId xmlns:a16="http://schemas.microsoft.com/office/drawing/2014/main" id="{3DFA948A-47F5-4C54-8715-1F14D3C8496D}"/>
              </a:ext>
            </a:extLst>
          </p:cNvPr>
          <p:cNvSpPr>
            <a:spLocks noGrp="1"/>
          </p:cNvSpPr>
          <p:nvPr/>
        </p:nvSpPr>
        <p:spPr>
          <a:xfrm>
            <a:off x="1470236" y="39416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" name="data_2819">
            <a:extLst>
              <a:ext uri="{FF2B5EF4-FFF2-40B4-BE49-F238E27FC236}">
                <a16:creationId xmlns:a16="http://schemas.microsoft.com/office/drawing/2014/main" id="{B3E225D1-D359-41F7-B470-5991D25882D8}"/>
              </a:ext>
            </a:extLst>
          </p:cNvPr>
          <p:cNvSpPr>
            <a:spLocks noGrp="1"/>
          </p:cNvSpPr>
          <p:nvPr/>
        </p:nvSpPr>
        <p:spPr>
          <a:xfrm>
            <a:off x="1438881" y="39493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" name="data_2820">
            <a:extLst>
              <a:ext uri="{FF2B5EF4-FFF2-40B4-BE49-F238E27FC236}">
                <a16:creationId xmlns:a16="http://schemas.microsoft.com/office/drawing/2014/main" id="{0C53F13A-2520-466D-BD0F-ABF71C37928C}"/>
              </a:ext>
            </a:extLst>
          </p:cNvPr>
          <p:cNvSpPr>
            <a:spLocks noGrp="1"/>
          </p:cNvSpPr>
          <p:nvPr/>
        </p:nvSpPr>
        <p:spPr>
          <a:xfrm>
            <a:off x="14250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" name="data_2821">
            <a:extLst>
              <a:ext uri="{FF2B5EF4-FFF2-40B4-BE49-F238E27FC236}">
                <a16:creationId xmlns:a16="http://schemas.microsoft.com/office/drawing/2014/main" id="{A876D81B-F70E-4DFA-BBFF-F1E802F1F178}"/>
              </a:ext>
            </a:extLst>
          </p:cNvPr>
          <p:cNvSpPr>
            <a:spLocks noGrp="1"/>
          </p:cNvSpPr>
          <p:nvPr/>
        </p:nvSpPr>
        <p:spPr>
          <a:xfrm>
            <a:off x="1471648" y="39670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" name="data_2822">
            <a:extLst>
              <a:ext uri="{FF2B5EF4-FFF2-40B4-BE49-F238E27FC236}">
                <a16:creationId xmlns:a16="http://schemas.microsoft.com/office/drawing/2014/main" id="{8F08070B-8295-4C83-95E6-62DD12AB6186}"/>
              </a:ext>
            </a:extLst>
          </p:cNvPr>
          <p:cNvSpPr>
            <a:spLocks noGrp="1"/>
          </p:cNvSpPr>
          <p:nvPr/>
        </p:nvSpPr>
        <p:spPr>
          <a:xfrm>
            <a:off x="1364364" y="39641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" name="data_2823">
            <a:extLst>
              <a:ext uri="{FF2B5EF4-FFF2-40B4-BE49-F238E27FC236}">
                <a16:creationId xmlns:a16="http://schemas.microsoft.com/office/drawing/2014/main" id="{DC604ABC-9A6D-48C3-A938-669A8AACBEDB}"/>
              </a:ext>
            </a:extLst>
          </p:cNvPr>
          <p:cNvSpPr>
            <a:spLocks noGrp="1"/>
          </p:cNvSpPr>
          <p:nvPr/>
        </p:nvSpPr>
        <p:spPr>
          <a:xfrm>
            <a:off x="151429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" name="data_2824">
            <a:extLst>
              <a:ext uri="{FF2B5EF4-FFF2-40B4-BE49-F238E27FC236}">
                <a16:creationId xmlns:a16="http://schemas.microsoft.com/office/drawing/2014/main" id="{1ACB5D3A-94BB-477A-87B0-F4AD70EB1A6E}"/>
              </a:ext>
            </a:extLst>
          </p:cNvPr>
          <p:cNvSpPr>
            <a:spLocks noGrp="1"/>
          </p:cNvSpPr>
          <p:nvPr/>
        </p:nvSpPr>
        <p:spPr>
          <a:xfrm>
            <a:off x="1525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" name="data_2825">
            <a:extLst>
              <a:ext uri="{FF2B5EF4-FFF2-40B4-BE49-F238E27FC236}">
                <a16:creationId xmlns:a16="http://schemas.microsoft.com/office/drawing/2014/main" id="{F3628FEC-8A69-436D-949A-E92EA801BCEA}"/>
              </a:ext>
            </a:extLst>
          </p:cNvPr>
          <p:cNvSpPr>
            <a:spLocks noGrp="1"/>
          </p:cNvSpPr>
          <p:nvPr/>
        </p:nvSpPr>
        <p:spPr>
          <a:xfrm>
            <a:off x="1503547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" name="data_2826">
            <a:extLst>
              <a:ext uri="{FF2B5EF4-FFF2-40B4-BE49-F238E27FC236}">
                <a16:creationId xmlns:a16="http://schemas.microsoft.com/office/drawing/2014/main" id="{486AF51D-FEED-4063-A8F5-357929E3BA77}"/>
              </a:ext>
            </a:extLst>
          </p:cNvPr>
          <p:cNvSpPr>
            <a:spLocks noGrp="1"/>
          </p:cNvSpPr>
          <p:nvPr/>
        </p:nvSpPr>
        <p:spPr>
          <a:xfrm>
            <a:off x="15790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" name="data_2827">
            <a:extLst>
              <a:ext uri="{FF2B5EF4-FFF2-40B4-BE49-F238E27FC236}">
                <a16:creationId xmlns:a16="http://schemas.microsoft.com/office/drawing/2014/main" id="{B2137F91-AB5A-4D4E-B0CB-21BDB6F90F28}"/>
              </a:ext>
            </a:extLst>
          </p:cNvPr>
          <p:cNvSpPr>
            <a:spLocks noGrp="1"/>
          </p:cNvSpPr>
          <p:nvPr/>
        </p:nvSpPr>
        <p:spPr>
          <a:xfrm>
            <a:off x="14339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" name="data_2828">
            <a:extLst>
              <a:ext uri="{FF2B5EF4-FFF2-40B4-BE49-F238E27FC236}">
                <a16:creationId xmlns:a16="http://schemas.microsoft.com/office/drawing/2014/main" id="{C5DAE027-02D1-49B3-B540-83784F0A3AF5}"/>
              </a:ext>
            </a:extLst>
          </p:cNvPr>
          <p:cNvSpPr>
            <a:spLocks noGrp="1"/>
          </p:cNvSpPr>
          <p:nvPr/>
        </p:nvSpPr>
        <p:spPr>
          <a:xfrm>
            <a:off x="1486553" y="38021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" name="data_2829">
            <a:extLst>
              <a:ext uri="{FF2B5EF4-FFF2-40B4-BE49-F238E27FC236}">
                <a16:creationId xmlns:a16="http://schemas.microsoft.com/office/drawing/2014/main" id="{D6B230EF-EDC8-4A67-8634-294B613B5F9D}"/>
              </a:ext>
            </a:extLst>
          </p:cNvPr>
          <p:cNvSpPr>
            <a:spLocks noGrp="1"/>
          </p:cNvSpPr>
          <p:nvPr/>
        </p:nvSpPr>
        <p:spPr>
          <a:xfrm>
            <a:off x="14685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" name="data_2830">
            <a:extLst>
              <a:ext uri="{FF2B5EF4-FFF2-40B4-BE49-F238E27FC236}">
                <a16:creationId xmlns:a16="http://schemas.microsoft.com/office/drawing/2014/main" id="{65059652-4191-441B-9657-92CF7F9DC7DE}"/>
              </a:ext>
            </a:extLst>
          </p:cNvPr>
          <p:cNvSpPr>
            <a:spLocks noGrp="1"/>
          </p:cNvSpPr>
          <p:nvPr/>
        </p:nvSpPr>
        <p:spPr>
          <a:xfrm>
            <a:off x="1431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" name="data_2831">
            <a:extLst>
              <a:ext uri="{FF2B5EF4-FFF2-40B4-BE49-F238E27FC236}">
                <a16:creationId xmlns:a16="http://schemas.microsoft.com/office/drawing/2014/main" id="{07CEC757-7629-4DBA-B659-DB7F2743A5AD}"/>
              </a:ext>
            </a:extLst>
          </p:cNvPr>
          <p:cNvSpPr>
            <a:spLocks noGrp="1"/>
          </p:cNvSpPr>
          <p:nvPr/>
        </p:nvSpPr>
        <p:spPr>
          <a:xfrm>
            <a:off x="1503254" y="39682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" name="data_2832">
            <a:extLst>
              <a:ext uri="{FF2B5EF4-FFF2-40B4-BE49-F238E27FC236}">
                <a16:creationId xmlns:a16="http://schemas.microsoft.com/office/drawing/2014/main" id="{EA930B96-D54A-4349-A665-4EE39A27CC9C}"/>
              </a:ext>
            </a:extLst>
          </p:cNvPr>
          <p:cNvSpPr>
            <a:spLocks noGrp="1"/>
          </p:cNvSpPr>
          <p:nvPr/>
        </p:nvSpPr>
        <p:spPr>
          <a:xfrm>
            <a:off x="13661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" name="data_2833">
            <a:extLst>
              <a:ext uri="{FF2B5EF4-FFF2-40B4-BE49-F238E27FC236}">
                <a16:creationId xmlns:a16="http://schemas.microsoft.com/office/drawing/2014/main" id="{5728EEA2-85F9-475C-8EC7-D2798958A0AA}"/>
              </a:ext>
            </a:extLst>
          </p:cNvPr>
          <p:cNvSpPr>
            <a:spLocks noGrp="1"/>
          </p:cNvSpPr>
          <p:nvPr/>
        </p:nvSpPr>
        <p:spPr>
          <a:xfrm>
            <a:off x="13986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" name="data_2834">
            <a:extLst>
              <a:ext uri="{FF2B5EF4-FFF2-40B4-BE49-F238E27FC236}">
                <a16:creationId xmlns:a16="http://schemas.microsoft.com/office/drawing/2014/main" id="{C7971618-31EB-4210-BD14-E9C5501C4521}"/>
              </a:ext>
            </a:extLst>
          </p:cNvPr>
          <p:cNvSpPr>
            <a:spLocks noGrp="1"/>
          </p:cNvSpPr>
          <p:nvPr/>
        </p:nvSpPr>
        <p:spPr>
          <a:xfrm>
            <a:off x="13629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" name="data_2835">
            <a:extLst>
              <a:ext uri="{FF2B5EF4-FFF2-40B4-BE49-F238E27FC236}">
                <a16:creationId xmlns:a16="http://schemas.microsoft.com/office/drawing/2014/main" id="{5037489D-3C9B-4118-90E8-7A5182558ED1}"/>
              </a:ext>
            </a:extLst>
          </p:cNvPr>
          <p:cNvSpPr>
            <a:spLocks noGrp="1"/>
          </p:cNvSpPr>
          <p:nvPr/>
        </p:nvSpPr>
        <p:spPr>
          <a:xfrm>
            <a:off x="1398698" y="39046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" name="data_2836">
            <a:extLst>
              <a:ext uri="{FF2B5EF4-FFF2-40B4-BE49-F238E27FC236}">
                <a16:creationId xmlns:a16="http://schemas.microsoft.com/office/drawing/2014/main" id="{59BFD34B-9793-4A2A-B5FD-04E797C6D864}"/>
              </a:ext>
            </a:extLst>
          </p:cNvPr>
          <p:cNvSpPr>
            <a:spLocks noGrp="1"/>
          </p:cNvSpPr>
          <p:nvPr/>
        </p:nvSpPr>
        <p:spPr>
          <a:xfrm>
            <a:off x="14862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" name="data_2837">
            <a:extLst>
              <a:ext uri="{FF2B5EF4-FFF2-40B4-BE49-F238E27FC236}">
                <a16:creationId xmlns:a16="http://schemas.microsoft.com/office/drawing/2014/main" id="{42DCC2D5-8480-481D-BF2A-2009A489C98A}"/>
              </a:ext>
            </a:extLst>
          </p:cNvPr>
          <p:cNvSpPr>
            <a:spLocks noGrp="1"/>
          </p:cNvSpPr>
          <p:nvPr/>
        </p:nvSpPr>
        <p:spPr>
          <a:xfrm>
            <a:off x="1561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" name="data_2838">
            <a:extLst>
              <a:ext uri="{FF2B5EF4-FFF2-40B4-BE49-F238E27FC236}">
                <a16:creationId xmlns:a16="http://schemas.microsoft.com/office/drawing/2014/main" id="{80731A12-B940-439B-9D68-D901FB702EEF}"/>
              </a:ext>
            </a:extLst>
          </p:cNvPr>
          <p:cNvSpPr>
            <a:spLocks noGrp="1"/>
          </p:cNvSpPr>
          <p:nvPr/>
        </p:nvSpPr>
        <p:spPr>
          <a:xfrm>
            <a:off x="13668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" name="data_2839">
            <a:extLst>
              <a:ext uri="{FF2B5EF4-FFF2-40B4-BE49-F238E27FC236}">
                <a16:creationId xmlns:a16="http://schemas.microsoft.com/office/drawing/2014/main" id="{B03BFD2A-49A8-4007-893F-826C73A64690}"/>
              </a:ext>
            </a:extLst>
          </p:cNvPr>
          <p:cNvSpPr>
            <a:spLocks noGrp="1"/>
          </p:cNvSpPr>
          <p:nvPr/>
        </p:nvSpPr>
        <p:spPr>
          <a:xfrm>
            <a:off x="14977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" name="data_2840">
            <a:extLst>
              <a:ext uri="{FF2B5EF4-FFF2-40B4-BE49-F238E27FC236}">
                <a16:creationId xmlns:a16="http://schemas.microsoft.com/office/drawing/2014/main" id="{34496AFA-A361-4AB3-9D5D-9F8048FEDAEB}"/>
              </a:ext>
            </a:extLst>
          </p:cNvPr>
          <p:cNvSpPr>
            <a:spLocks noGrp="1"/>
          </p:cNvSpPr>
          <p:nvPr/>
        </p:nvSpPr>
        <p:spPr>
          <a:xfrm>
            <a:off x="13967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" name="data_2841">
            <a:extLst>
              <a:ext uri="{FF2B5EF4-FFF2-40B4-BE49-F238E27FC236}">
                <a16:creationId xmlns:a16="http://schemas.microsoft.com/office/drawing/2014/main" id="{4E8D974B-D010-4C5F-AF13-1F642523E4AA}"/>
              </a:ext>
            </a:extLst>
          </p:cNvPr>
          <p:cNvSpPr>
            <a:spLocks noGrp="1"/>
          </p:cNvSpPr>
          <p:nvPr/>
        </p:nvSpPr>
        <p:spPr>
          <a:xfrm>
            <a:off x="1576793" y="39752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" name="data_2842">
            <a:extLst>
              <a:ext uri="{FF2B5EF4-FFF2-40B4-BE49-F238E27FC236}">
                <a16:creationId xmlns:a16="http://schemas.microsoft.com/office/drawing/2014/main" id="{4BD742AA-4E5F-47D6-A9FD-9425B2982BAB}"/>
              </a:ext>
            </a:extLst>
          </p:cNvPr>
          <p:cNvSpPr>
            <a:spLocks noGrp="1"/>
          </p:cNvSpPr>
          <p:nvPr/>
        </p:nvSpPr>
        <p:spPr>
          <a:xfrm>
            <a:off x="1444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" name="data_2843">
            <a:extLst>
              <a:ext uri="{FF2B5EF4-FFF2-40B4-BE49-F238E27FC236}">
                <a16:creationId xmlns:a16="http://schemas.microsoft.com/office/drawing/2014/main" id="{98D00DC5-BB07-40D8-8ABF-9C37E3D987C2}"/>
              </a:ext>
            </a:extLst>
          </p:cNvPr>
          <p:cNvSpPr>
            <a:spLocks noGrp="1"/>
          </p:cNvSpPr>
          <p:nvPr/>
        </p:nvSpPr>
        <p:spPr>
          <a:xfrm>
            <a:off x="1427449" y="39726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" name="data_2844">
            <a:extLst>
              <a:ext uri="{FF2B5EF4-FFF2-40B4-BE49-F238E27FC236}">
                <a16:creationId xmlns:a16="http://schemas.microsoft.com/office/drawing/2014/main" id="{0C412F2B-5771-4CEC-8DD5-E05D3CC35BFC}"/>
              </a:ext>
            </a:extLst>
          </p:cNvPr>
          <p:cNvSpPr>
            <a:spLocks noGrp="1"/>
          </p:cNvSpPr>
          <p:nvPr/>
        </p:nvSpPr>
        <p:spPr>
          <a:xfrm>
            <a:off x="137603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" name="data_2845">
            <a:extLst>
              <a:ext uri="{FF2B5EF4-FFF2-40B4-BE49-F238E27FC236}">
                <a16:creationId xmlns:a16="http://schemas.microsoft.com/office/drawing/2014/main" id="{32652FCC-6494-46FB-B80D-E1720382117D}"/>
              </a:ext>
            </a:extLst>
          </p:cNvPr>
          <p:cNvSpPr>
            <a:spLocks noGrp="1"/>
          </p:cNvSpPr>
          <p:nvPr/>
        </p:nvSpPr>
        <p:spPr>
          <a:xfrm>
            <a:off x="1566408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" name="data_2846">
            <a:extLst>
              <a:ext uri="{FF2B5EF4-FFF2-40B4-BE49-F238E27FC236}">
                <a16:creationId xmlns:a16="http://schemas.microsoft.com/office/drawing/2014/main" id="{4C4DFA9B-CCE1-4351-AF26-E8A19C515337}"/>
              </a:ext>
            </a:extLst>
          </p:cNvPr>
          <p:cNvSpPr>
            <a:spLocks noGrp="1"/>
          </p:cNvSpPr>
          <p:nvPr/>
        </p:nvSpPr>
        <p:spPr>
          <a:xfrm>
            <a:off x="1471861" y="391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" name="data_2847">
            <a:extLst>
              <a:ext uri="{FF2B5EF4-FFF2-40B4-BE49-F238E27FC236}">
                <a16:creationId xmlns:a16="http://schemas.microsoft.com/office/drawing/2014/main" id="{44966C6D-D086-4803-8897-CD22E1420B11}"/>
              </a:ext>
            </a:extLst>
          </p:cNvPr>
          <p:cNvSpPr>
            <a:spLocks noGrp="1"/>
          </p:cNvSpPr>
          <p:nvPr/>
        </p:nvSpPr>
        <p:spPr>
          <a:xfrm>
            <a:off x="1426514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" name="data_2848">
            <a:extLst>
              <a:ext uri="{FF2B5EF4-FFF2-40B4-BE49-F238E27FC236}">
                <a16:creationId xmlns:a16="http://schemas.microsoft.com/office/drawing/2014/main" id="{21344807-6A5D-4DA4-8234-807E12ABD73F}"/>
              </a:ext>
            </a:extLst>
          </p:cNvPr>
          <p:cNvSpPr>
            <a:spLocks noGrp="1"/>
          </p:cNvSpPr>
          <p:nvPr/>
        </p:nvSpPr>
        <p:spPr>
          <a:xfrm>
            <a:off x="1517138" y="3970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" name="data_2849">
            <a:extLst>
              <a:ext uri="{FF2B5EF4-FFF2-40B4-BE49-F238E27FC236}">
                <a16:creationId xmlns:a16="http://schemas.microsoft.com/office/drawing/2014/main" id="{60B27440-25B4-41D2-85BD-B423BDAA5424}"/>
              </a:ext>
            </a:extLst>
          </p:cNvPr>
          <p:cNvSpPr>
            <a:spLocks noGrp="1"/>
          </p:cNvSpPr>
          <p:nvPr/>
        </p:nvSpPr>
        <p:spPr>
          <a:xfrm>
            <a:off x="1393944" y="39752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" name="data_2850">
            <a:extLst>
              <a:ext uri="{FF2B5EF4-FFF2-40B4-BE49-F238E27FC236}">
                <a16:creationId xmlns:a16="http://schemas.microsoft.com/office/drawing/2014/main" id="{FB018D5E-2E36-4B8A-9662-43886AC489B2}"/>
              </a:ext>
            </a:extLst>
          </p:cNvPr>
          <p:cNvSpPr>
            <a:spLocks noGrp="1"/>
          </p:cNvSpPr>
          <p:nvPr/>
        </p:nvSpPr>
        <p:spPr>
          <a:xfrm>
            <a:off x="1490733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" name="data_2851">
            <a:extLst>
              <a:ext uri="{FF2B5EF4-FFF2-40B4-BE49-F238E27FC236}">
                <a16:creationId xmlns:a16="http://schemas.microsoft.com/office/drawing/2014/main" id="{DC35DBB2-A9C0-4F5F-90FC-BAF949B0B284}"/>
              </a:ext>
            </a:extLst>
          </p:cNvPr>
          <p:cNvSpPr>
            <a:spLocks noGrp="1"/>
          </p:cNvSpPr>
          <p:nvPr/>
        </p:nvSpPr>
        <p:spPr>
          <a:xfrm>
            <a:off x="14863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" name="data_2852">
            <a:extLst>
              <a:ext uri="{FF2B5EF4-FFF2-40B4-BE49-F238E27FC236}">
                <a16:creationId xmlns:a16="http://schemas.microsoft.com/office/drawing/2014/main" id="{E1C493E0-2C53-4084-809D-0180AAD7C148}"/>
              </a:ext>
            </a:extLst>
          </p:cNvPr>
          <p:cNvSpPr>
            <a:spLocks noGrp="1"/>
          </p:cNvSpPr>
          <p:nvPr/>
        </p:nvSpPr>
        <p:spPr>
          <a:xfrm>
            <a:off x="1478102" y="3889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" name="data_2853">
            <a:extLst>
              <a:ext uri="{FF2B5EF4-FFF2-40B4-BE49-F238E27FC236}">
                <a16:creationId xmlns:a16="http://schemas.microsoft.com/office/drawing/2014/main" id="{02CB127B-D727-4891-9380-E765130F7E59}"/>
              </a:ext>
            </a:extLst>
          </p:cNvPr>
          <p:cNvSpPr>
            <a:spLocks noGrp="1"/>
          </p:cNvSpPr>
          <p:nvPr/>
        </p:nvSpPr>
        <p:spPr>
          <a:xfrm>
            <a:off x="14625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" name="data_2854">
            <a:extLst>
              <a:ext uri="{FF2B5EF4-FFF2-40B4-BE49-F238E27FC236}">
                <a16:creationId xmlns:a16="http://schemas.microsoft.com/office/drawing/2014/main" id="{5CC8AC17-2CB7-4AF3-877C-EE22734008C7}"/>
              </a:ext>
            </a:extLst>
          </p:cNvPr>
          <p:cNvSpPr>
            <a:spLocks noGrp="1"/>
          </p:cNvSpPr>
          <p:nvPr/>
        </p:nvSpPr>
        <p:spPr>
          <a:xfrm>
            <a:off x="14827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" name="data_2855">
            <a:extLst>
              <a:ext uri="{FF2B5EF4-FFF2-40B4-BE49-F238E27FC236}">
                <a16:creationId xmlns:a16="http://schemas.microsoft.com/office/drawing/2014/main" id="{99A6361B-16B1-4A9B-B20F-B78534024A56}"/>
              </a:ext>
            </a:extLst>
          </p:cNvPr>
          <p:cNvSpPr>
            <a:spLocks noGrp="1"/>
          </p:cNvSpPr>
          <p:nvPr/>
        </p:nvSpPr>
        <p:spPr>
          <a:xfrm>
            <a:off x="15206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" name="data_2856">
            <a:extLst>
              <a:ext uri="{FF2B5EF4-FFF2-40B4-BE49-F238E27FC236}">
                <a16:creationId xmlns:a16="http://schemas.microsoft.com/office/drawing/2014/main" id="{3F2F0D14-7924-4AC3-B8C1-D920ED31F8CF}"/>
              </a:ext>
            </a:extLst>
          </p:cNvPr>
          <p:cNvSpPr>
            <a:spLocks noGrp="1"/>
          </p:cNvSpPr>
          <p:nvPr/>
        </p:nvSpPr>
        <p:spPr>
          <a:xfrm>
            <a:off x="1499303" y="3955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" name="data_2857">
            <a:extLst>
              <a:ext uri="{FF2B5EF4-FFF2-40B4-BE49-F238E27FC236}">
                <a16:creationId xmlns:a16="http://schemas.microsoft.com/office/drawing/2014/main" id="{9FEBA95A-6D16-43BD-895B-169E0511F995}"/>
              </a:ext>
            </a:extLst>
          </p:cNvPr>
          <p:cNvSpPr>
            <a:spLocks noGrp="1"/>
          </p:cNvSpPr>
          <p:nvPr/>
        </p:nvSpPr>
        <p:spPr>
          <a:xfrm>
            <a:off x="14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" name="data_2858">
            <a:extLst>
              <a:ext uri="{FF2B5EF4-FFF2-40B4-BE49-F238E27FC236}">
                <a16:creationId xmlns:a16="http://schemas.microsoft.com/office/drawing/2014/main" id="{956CD3CE-60B3-426C-B763-4455F91DB642}"/>
              </a:ext>
            </a:extLst>
          </p:cNvPr>
          <p:cNvSpPr>
            <a:spLocks noGrp="1"/>
          </p:cNvSpPr>
          <p:nvPr/>
        </p:nvSpPr>
        <p:spPr>
          <a:xfrm>
            <a:off x="1576286" y="393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" name="data_2859">
            <a:extLst>
              <a:ext uri="{FF2B5EF4-FFF2-40B4-BE49-F238E27FC236}">
                <a16:creationId xmlns:a16="http://schemas.microsoft.com/office/drawing/2014/main" id="{C483F1F9-F49D-459A-974B-32508BCDEA74}"/>
              </a:ext>
            </a:extLst>
          </p:cNvPr>
          <p:cNvSpPr>
            <a:spLocks noGrp="1"/>
          </p:cNvSpPr>
          <p:nvPr/>
        </p:nvSpPr>
        <p:spPr>
          <a:xfrm>
            <a:off x="1519225" y="3959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" name="data_2860">
            <a:extLst>
              <a:ext uri="{FF2B5EF4-FFF2-40B4-BE49-F238E27FC236}">
                <a16:creationId xmlns:a16="http://schemas.microsoft.com/office/drawing/2014/main" id="{89209486-6D35-451E-8FB3-960A931164D4}"/>
              </a:ext>
            </a:extLst>
          </p:cNvPr>
          <p:cNvSpPr>
            <a:spLocks noGrp="1"/>
          </p:cNvSpPr>
          <p:nvPr/>
        </p:nvSpPr>
        <p:spPr>
          <a:xfrm>
            <a:off x="1400222" y="3968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" name="data_2861">
            <a:extLst>
              <a:ext uri="{FF2B5EF4-FFF2-40B4-BE49-F238E27FC236}">
                <a16:creationId xmlns:a16="http://schemas.microsoft.com/office/drawing/2014/main" id="{77E9D638-5F8C-47D8-824A-6AB71484A027}"/>
              </a:ext>
            </a:extLst>
          </p:cNvPr>
          <p:cNvSpPr>
            <a:spLocks noGrp="1"/>
          </p:cNvSpPr>
          <p:nvPr/>
        </p:nvSpPr>
        <p:spPr>
          <a:xfrm>
            <a:off x="1386726" y="39639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" name="data_2862">
            <a:extLst>
              <a:ext uri="{FF2B5EF4-FFF2-40B4-BE49-F238E27FC236}">
                <a16:creationId xmlns:a16="http://schemas.microsoft.com/office/drawing/2014/main" id="{0BE0C910-C7C2-448A-8A64-4A58C3135959}"/>
              </a:ext>
            </a:extLst>
          </p:cNvPr>
          <p:cNvSpPr>
            <a:spLocks noGrp="1"/>
          </p:cNvSpPr>
          <p:nvPr/>
        </p:nvSpPr>
        <p:spPr>
          <a:xfrm>
            <a:off x="1522833" y="3976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" name="data_2863">
            <a:extLst>
              <a:ext uri="{FF2B5EF4-FFF2-40B4-BE49-F238E27FC236}">
                <a16:creationId xmlns:a16="http://schemas.microsoft.com/office/drawing/2014/main" id="{762ADE9E-EEEB-4082-9955-B9FCA860CE74}"/>
              </a:ext>
            </a:extLst>
          </p:cNvPr>
          <p:cNvSpPr>
            <a:spLocks noGrp="1"/>
          </p:cNvSpPr>
          <p:nvPr/>
        </p:nvSpPr>
        <p:spPr>
          <a:xfrm>
            <a:off x="15705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" name="data_2864">
            <a:extLst>
              <a:ext uri="{FF2B5EF4-FFF2-40B4-BE49-F238E27FC236}">
                <a16:creationId xmlns:a16="http://schemas.microsoft.com/office/drawing/2014/main" id="{7011328B-D534-4770-88E4-F61C45702B70}"/>
              </a:ext>
            </a:extLst>
          </p:cNvPr>
          <p:cNvSpPr>
            <a:spLocks noGrp="1"/>
          </p:cNvSpPr>
          <p:nvPr/>
        </p:nvSpPr>
        <p:spPr>
          <a:xfrm>
            <a:off x="15524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" name="data_2865">
            <a:extLst>
              <a:ext uri="{FF2B5EF4-FFF2-40B4-BE49-F238E27FC236}">
                <a16:creationId xmlns:a16="http://schemas.microsoft.com/office/drawing/2014/main" id="{7B4B77A2-DC62-4283-9961-F47641301DCC}"/>
              </a:ext>
            </a:extLst>
          </p:cNvPr>
          <p:cNvSpPr>
            <a:spLocks noGrp="1"/>
          </p:cNvSpPr>
          <p:nvPr/>
        </p:nvSpPr>
        <p:spPr>
          <a:xfrm>
            <a:off x="1534698" y="39615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" name="data_2866">
            <a:extLst>
              <a:ext uri="{FF2B5EF4-FFF2-40B4-BE49-F238E27FC236}">
                <a16:creationId xmlns:a16="http://schemas.microsoft.com/office/drawing/2014/main" id="{E17C30D1-6171-411A-BFEB-519EB779D44A}"/>
              </a:ext>
            </a:extLst>
          </p:cNvPr>
          <p:cNvSpPr>
            <a:spLocks noGrp="1"/>
          </p:cNvSpPr>
          <p:nvPr/>
        </p:nvSpPr>
        <p:spPr>
          <a:xfrm>
            <a:off x="151172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" name="data_2867">
            <a:extLst>
              <a:ext uri="{FF2B5EF4-FFF2-40B4-BE49-F238E27FC236}">
                <a16:creationId xmlns:a16="http://schemas.microsoft.com/office/drawing/2014/main" id="{D628BC54-B49D-4FD7-A92E-43121A5221DA}"/>
              </a:ext>
            </a:extLst>
          </p:cNvPr>
          <p:cNvSpPr>
            <a:spLocks noGrp="1"/>
          </p:cNvSpPr>
          <p:nvPr/>
        </p:nvSpPr>
        <p:spPr>
          <a:xfrm>
            <a:off x="14971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" name="data_2868">
            <a:extLst>
              <a:ext uri="{FF2B5EF4-FFF2-40B4-BE49-F238E27FC236}">
                <a16:creationId xmlns:a16="http://schemas.microsoft.com/office/drawing/2014/main" id="{D57264FF-D1C9-4044-88E7-B1541924A403}"/>
              </a:ext>
            </a:extLst>
          </p:cNvPr>
          <p:cNvSpPr>
            <a:spLocks noGrp="1"/>
          </p:cNvSpPr>
          <p:nvPr/>
        </p:nvSpPr>
        <p:spPr>
          <a:xfrm>
            <a:off x="1516821" y="39746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" name="data_2869">
            <a:extLst>
              <a:ext uri="{FF2B5EF4-FFF2-40B4-BE49-F238E27FC236}">
                <a16:creationId xmlns:a16="http://schemas.microsoft.com/office/drawing/2014/main" id="{FFA09193-7B52-480F-8F88-F64026B60CE4}"/>
              </a:ext>
            </a:extLst>
          </p:cNvPr>
          <p:cNvSpPr>
            <a:spLocks noGrp="1"/>
          </p:cNvSpPr>
          <p:nvPr/>
        </p:nvSpPr>
        <p:spPr>
          <a:xfrm>
            <a:off x="1449837" y="39630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" name="data_2870">
            <a:extLst>
              <a:ext uri="{FF2B5EF4-FFF2-40B4-BE49-F238E27FC236}">
                <a16:creationId xmlns:a16="http://schemas.microsoft.com/office/drawing/2014/main" id="{333D3CD7-B73F-4D48-89AA-A97D295F5490}"/>
              </a:ext>
            </a:extLst>
          </p:cNvPr>
          <p:cNvSpPr>
            <a:spLocks noGrp="1"/>
          </p:cNvSpPr>
          <p:nvPr/>
        </p:nvSpPr>
        <p:spPr>
          <a:xfrm>
            <a:off x="14408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" name="data_2871">
            <a:extLst>
              <a:ext uri="{FF2B5EF4-FFF2-40B4-BE49-F238E27FC236}">
                <a16:creationId xmlns:a16="http://schemas.microsoft.com/office/drawing/2014/main" id="{BCCCFACC-D54A-442C-9204-1B1C96AAAA32}"/>
              </a:ext>
            </a:extLst>
          </p:cNvPr>
          <p:cNvSpPr>
            <a:spLocks noGrp="1"/>
          </p:cNvSpPr>
          <p:nvPr/>
        </p:nvSpPr>
        <p:spPr>
          <a:xfrm>
            <a:off x="1463801" y="39719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" name="data_2872">
            <a:extLst>
              <a:ext uri="{FF2B5EF4-FFF2-40B4-BE49-F238E27FC236}">
                <a16:creationId xmlns:a16="http://schemas.microsoft.com/office/drawing/2014/main" id="{F60604B9-7843-4A49-B385-E2E8B4828E64}"/>
              </a:ext>
            </a:extLst>
          </p:cNvPr>
          <p:cNvSpPr>
            <a:spLocks noGrp="1"/>
          </p:cNvSpPr>
          <p:nvPr/>
        </p:nvSpPr>
        <p:spPr>
          <a:xfrm>
            <a:off x="1407384" y="39468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" name="data_2873">
            <a:extLst>
              <a:ext uri="{FF2B5EF4-FFF2-40B4-BE49-F238E27FC236}">
                <a16:creationId xmlns:a16="http://schemas.microsoft.com/office/drawing/2014/main" id="{1A993D3A-DFC9-44B6-BB38-354980771566}"/>
              </a:ext>
            </a:extLst>
          </p:cNvPr>
          <p:cNvSpPr>
            <a:spLocks noGrp="1"/>
          </p:cNvSpPr>
          <p:nvPr/>
        </p:nvSpPr>
        <p:spPr>
          <a:xfrm>
            <a:off x="140680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" name="data_2874">
            <a:extLst>
              <a:ext uri="{FF2B5EF4-FFF2-40B4-BE49-F238E27FC236}">
                <a16:creationId xmlns:a16="http://schemas.microsoft.com/office/drawing/2014/main" id="{E669241B-7DC3-45D5-BB9B-2FFC51EF8BE6}"/>
              </a:ext>
            </a:extLst>
          </p:cNvPr>
          <p:cNvSpPr>
            <a:spLocks noGrp="1"/>
          </p:cNvSpPr>
          <p:nvPr/>
        </p:nvSpPr>
        <p:spPr>
          <a:xfrm>
            <a:off x="1472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" name="data_2875">
            <a:extLst>
              <a:ext uri="{FF2B5EF4-FFF2-40B4-BE49-F238E27FC236}">
                <a16:creationId xmlns:a16="http://schemas.microsoft.com/office/drawing/2014/main" id="{F1CE0BCE-D4C0-419F-B4FD-B4524BA0D97E}"/>
              </a:ext>
            </a:extLst>
          </p:cNvPr>
          <p:cNvSpPr>
            <a:spLocks noGrp="1"/>
          </p:cNvSpPr>
          <p:nvPr/>
        </p:nvSpPr>
        <p:spPr>
          <a:xfrm>
            <a:off x="15011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" name="data_2876">
            <a:extLst>
              <a:ext uri="{FF2B5EF4-FFF2-40B4-BE49-F238E27FC236}">
                <a16:creationId xmlns:a16="http://schemas.microsoft.com/office/drawing/2014/main" id="{EA388738-A53A-4964-BEF4-447E1ECD8EF7}"/>
              </a:ext>
            </a:extLst>
          </p:cNvPr>
          <p:cNvSpPr>
            <a:spLocks noGrp="1"/>
          </p:cNvSpPr>
          <p:nvPr/>
        </p:nvSpPr>
        <p:spPr>
          <a:xfrm>
            <a:off x="148730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" name="data_2877">
            <a:extLst>
              <a:ext uri="{FF2B5EF4-FFF2-40B4-BE49-F238E27FC236}">
                <a16:creationId xmlns:a16="http://schemas.microsoft.com/office/drawing/2014/main" id="{80A131DC-27A9-4F1B-A08F-DB346C8D2C2A}"/>
              </a:ext>
            </a:extLst>
          </p:cNvPr>
          <p:cNvSpPr>
            <a:spLocks noGrp="1"/>
          </p:cNvSpPr>
          <p:nvPr/>
        </p:nvSpPr>
        <p:spPr>
          <a:xfrm>
            <a:off x="1530703" y="39582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" name="data_2878">
            <a:extLst>
              <a:ext uri="{FF2B5EF4-FFF2-40B4-BE49-F238E27FC236}">
                <a16:creationId xmlns:a16="http://schemas.microsoft.com/office/drawing/2014/main" id="{27E035EC-1579-4513-9E34-D7AD9B277544}"/>
              </a:ext>
            </a:extLst>
          </p:cNvPr>
          <p:cNvSpPr>
            <a:spLocks noGrp="1"/>
          </p:cNvSpPr>
          <p:nvPr/>
        </p:nvSpPr>
        <p:spPr>
          <a:xfrm>
            <a:off x="13988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" name="data_2879">
            <a:extLst>
              <a:ext uri="{FF2B5EF4-FFF2-40B4-BE49-F238E27FC236}">
                <a16:creationId xmlns:a16="http://schemas.microsoft.com/office/drawing/2014/main" id="{CDFA3808-381E-4CA6-9929-9C605C87D00A}"/>
              </a:ext>
            </a:extLst>
          </p:cNvPr>
          <p:cNvSpPr>
            <a:spLocks noGrp="1"/>
          </p:cNvSpPr>
          <p:nvPr/>
        </p:nvSpPr>
        <p:spPr>
          <a:xfrm>
            <a:off x="1407218" y="39277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" name="data_2880">
            <a:extLst>
              <a:ext uri="{FF2B5EF4-FFF2-40B4-BE49-F238E27FC236}">
                <a16:creationId xmlns:a16="http://schemas.microsoft.com/office/drawing/2014/main" id="{86F3C883-C86E-4FE3-B03A-B8B4B0A6C644}"/>
              </a:ext>
            </a:extLst>
          </p:cNvPr>
          <p:cNvSpPr>
            <a:spLocks noGrp="1"/>
          </p:cNvSpPr>
          <p:nvPr/>
        </p:nvSpPr>
        <p:spPr>
          <a:xfrm>
            <a:off x="1363147" y="39747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" name="data_2881">
            <a:extLst>
              <a:ext uri="{FF2B5EF4-FFF2-40B4-BE49-F238E27FC236}">
                <a16:creationId xmlns:a16="http://schemas.microsoft.com/office/drawing/2014/main" id="{628FBF79-0B97-4AAE-8101-E6B73366AFA1}"/>
              </a:ext>
            </a:extLst>
          </p:cNvPr>
          <p:cNvSpPr>
            <a:spLocks noGrp="1"/>
          </p:cNvSpPr>
          <p:nvPr/>
        </p:nvSpPr>
        <p:spPr>
          <a:xfrm>
            <a:off x="1490985" y="39501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" name="data_2882">
            <a:extLst>
              <a:ext uri="{FF2B5EF4-FFF2-40B4-BE49-F238E27FC236}">
                <a16:creationId xmlns:a16="http://schemas.microsoft.com/office/drawing/2014/main" id="{47E7B55B-7EEE-4ECD-8D3D-E14694257376}"/>
              </a:ext>
            </a:extLst>
          </p:cNvPr>
          <p:cNvSpPr>
            <a:spLocks noGrp="1"/>
          </p:cNvSpPr>
          <p:nvPr/>
        </p:nvSpPr>
        <p:spPr>
          <a:xfrm>
            <a:off x="1388327" y="3946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" name="data_2883">
            <a:extLst>
              <a:ext uri="{FF2B5EF4-FFF2-40B4-BE49-F238E27FC236}">
                <a16:creationId xmlns:a16="http://schemas.microsoft.com/office/drawing/2014/main" id="{F189FEDC-D99D-4B19-A0E7-557CE8B5D221}"/>
              </a:ext>
            </a:extLst>
          </p:cNvPr>
          <p:cNvSpPr>
            <a:spLocks noGrp="1"/>
          </p:cNvSpPr>
          <p:nvPr/>
        </p:nvSpPr>
        <p:spPr>
          <a:xfrm>
            <a:off x="1547426" y="38436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" name="data_2884">
            <a:extLst>
              <a:ext uri="{FF2B5EF4-FFF2-40B4-BE49-F238E27FC236}">
                <a16:creationId xmlns:a16="http://schemas.microsoft.com/office/drawing/2014/main" id="{573A33C2-5D55-43AC-A46B-66C1706D7EED}"/>
              </a:ext>
            </a:extLst>
          </p:cNvPr>
          <p:cNvSpPr>
            <a:spLocks noGrp="1"/>
          </p:cNvSpPr>
          <p:nvPr/>
        </p:nvSpPr>
        <p:spPr>
          <a:xfrm>
            <a:off x="1432952" y="39592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" name="data_2885">
            <a:extLst>
              <a:ext uri="{FF2B5EF4-FFF2-40B4-BE49-F238E27FC236}">
                <a16:creationId xmlns:a16="http://schemas.microsoft.com/office/drawing/2014/main" id="{CA758F67-2646-46AA-AAFC-9CEDC024D810}"/>
              </a:ext>
            </a:extLst>
          </p:cNvPr>
          <p:cNvSpPr>
            <a:spLocks noGrp="1"/>
          </p:cNvSpPr>
          <p:nvPr/>
        </p:nvSpPr>
        <p:spPr>
          <a:xfrm>
            <a:off x="1455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" name="data_2886">
            <a:extLst>
              <a:ext uri="{FF2B5EF4-FFF2-40B4-BE49-F238E27FC236}">
                <a16:creationId xmlns:a16="http://schemas.microsoft.com/office/drawing/2014/main" id="{9A2D52A7-3915-4011-A651-FEEBE031C7B0}"/>
              </a:ext>
            </a:extLst>
          </p:cNvPr>
          <p:cNvSpPr>
            <a:spLocks noGrp="1"/>
          </p:cNvSpPr>
          <p:nvPr/>
        </p:nvSpPr>
        <p:spPr>
          <a:xfrm>
            <a:off x="1387804" y="39696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" name="data_2887">
            <a:extLst>
              <a:ext uri="{FF2B5EF4-FFF2-40B4-BE49-F238E27FC236}">
                <a16:creationId xmlns:a16="http://schemas.microsoft.com/office/drawing/2014/main" id="{A4EE3721-0DB8-4B02-A058-ACA5CF7B98C1}"/>
              </a:ext>
            </a:extLst>
          </p:cNvPr>
          <p:cNvSpPr>
            <a:spLocks noGrp="1"/>
          </p:cNvSpPr>
          <p:nvPr/>
        </p:nvSpPr>
        <p:spPr>
          <a:xfrm>
            <a:off x="1444423" y="39785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" name="data_2888">
            <a:extLst>
              <a:ext uri="{FF2B5EF4-FFF2-40B4-BE49-F238E27FC236}">
                <a16:creationId xmlns:a16="http://schemas.microsoft.com/office/drawing/2014/main" id="{0830B15E-0ED2-47EE-8AF9-412435837CA0}"/>
              </a:ext>
            </a:extLst>
          </p:cNvPr>
          <p:cNvSpPr>
            <a:spLocks noGrp="1"/>
          </p:cNvSpPr>
          <p:nvPr/>
        </p:nvSpPr>
        <p:spPr>
          <a:xfrm>
            <a:off x="1537530" y="3717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" name="data_2889">
            <a:extLst>
              <a:ext uri="{FF2B5EF4-FFF2-40B4-BE49-F238E27FC236}">
                <a16:creationId xmlns:a16="http://schemas.microsoft.com/office/drawing/2014/main" id="{5DD58584-040E-4E9D-A309-0D3E63C77277}"/>
              </a:ext>
            </a:extLst>
          </p:cNvPr>
          <p:cNvSpPr>
            <a:spLocks noGrp="1"/>
          </p:cNvSpPr>
          <p:nvPr/>
        </p:nvSpPr>
        <p:spPr>
          <a:xfrm>
            <a:off x="15166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" name="data_2890">
            <a:extLst>
              <a:ext uri="{FF2B5EF4-FFF2-40B4-BE49-F238E27FC236}">
                <a16:creationId xmlns:a16="http://schemas.microsoft.com/office/drawing/2014/main" id="{04031FC1-7892-4246-8D41-2A579FE387CA}"/>
              </a:ext>
            </a:extLst>
          </p:cNvPr>
          <p:cNvSpPr>
            <a:spLocks noGrp="1"/>
          </p:cNvSpPr>
          <p:nvPr/>
        </p:nvSpPr>
        <p:spPr>
          <a:xfrm>
            <a:off x="1403893" y="3939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" name="data_2891">
            <a:extLst>
              <a:ext uri="{FF2B5EF4-FFF2-40B4-BE49-F238E27FC236}">
                <a16:creationId xmlns:a16="http://schemas.microsoft.com/office/drawing/2014/main" id="{9C2E0FFA-6086-426D-987E-1145355BEF2B}"/>
              </a:ext>
            </a:extLst>
          </p:cNvPr>
          <p:cNvSpPr>
            <a:spLocks noGrp="1"/>
          </p:cNvSpPr>
          <p:nvPr/>
        </p:nvSpPr>
        <p:spPr>
          <a:xfrm>
            <a:off x="18500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" name="data_2892">
            <a:extLst>
              <a:ext uri="{FF2B5EF4-FFF2-40B4-BE49-F238E27FC236}">
                <a16:creationId xmlns:a16="http://schemas.microsoft.com/office/drawing/2014/main" id="{F5B15F24-8967-46DC-9433-704C8B4645A4}"/>
              </a:ext>
            </a:extLst>
          </p:cNvPr>
          <p:cNvSpPr>
            <a:spLocks noGrp="1"/>
          </p:cNvSpPr>
          <p:nvPr/>
        </p:nvSpPr>
        <p:spPr>
          <a:xfrm>
            <a:off x="197116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" name="data_2893">
            <a:extLst>
              <a:ext uri="{FF2B5EF4-FFF2-40B4-BE49-F238E27FC236}">
                <a16:creationId xmlns:a16="http://schemas.microsoft.com/office/drawing/2014/main" id="{98CE4041-6567-462D-8C96-CCE2C97ED6CD}"/>
              </a:ext>
            </a:extLst>
          </p:cNvPr>
          <p:cNvSpPr>
            <a:spLocks noGrp="1"/>
          </p:cNvSpPr>
          <p:nvPr/>
        </p:nvSpPr>
        <p:spPr>
          <a:xfrm>
            <a:off x="1954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" name="data_2894">
            <a:extLst>
              <a:ext uri="{FF2B5EF4-FFF2-40B4-BE49-F238E27FC236}">
                <a16:creationId xmlns:a16="http://schemas.microsoft.com/office/drawing/2014/main" id="{C1BB43C8-3211-49B1-A539-D6E285B8B941}"/>
              </a:ext>
            </a:extLst>
          </p:cNvPr>
          <p:cNvSpPr>
            <a:spLocks noGrp="1"/>
          </p:cNvSpPr>
          <p:nvPr/>
        </p:nvSpPr>
        <p:spPr>
          <a:xfrm>
            <a:off x="1957000" y="38110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" name="data_2895">
            <a:extLst>
              <a:ext uri="{FF2B5EF4-FFF2-40B4-BE49-F238E27FC236}">
                <a16:creationId xmlns:a16="http://schemas.microsoft.com/office/drawing/2014/main" id="{2CD3A8C5-7CB3-4479-8CE8-D6E0493D3EA0}"/>
              </a:ext>
            </a:extLst>
          </p:cNvPr>
          <p:cNvSpPr>
            <a:spLocks noGrp="1"/>
          </p:cNvSpPr>
          <p:nvPr/>
        </p:nvSpPr>
        <p:spPr>
          <a:xfrm>
            <a:off x="1915451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" name="data_2896">
            <a:extLst>
              <a:ext uri="{FF2B5EF4-FFF2-40B4-BE49-F238E27FC236}">
                <a16:creationId xmlns:a16="http://schemas.microsoft.com/office/drawing/2014/main" id="{DC081A58-E8A2-4294-A1BE-CDF607940853}"/>
              </a:ext>
            </a:extLst>
          </p:cNvPr>
          <p:cNvSpPr>
            <a:spLocks noGrp="1"/>
          </p:cNvSpPr>
          <p:nvPr/>
        </p:nvSpPr>
        <p:spPr>
          <a:xfrm>
            <a:off x="19770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" name="data_2897">
            <a:extLst>
              <a:ext uri="{FF2B5EF4-FFF2-40B4-BE49-F238E27FC236}">
                <a16:creationId xmlns:a16="http://schemas.microsoft.com/office/drawing/2014/main" id="{3D3398A2-522A-4BC5-94F4-A2FFEA835458}"/>
              </a:ext>
            </a:extLst>
          </p:cNvPr>
          <p:cNvSpPr>
            <a:spLocks noGrp="1"/>
          </p:cNvSpPr>
          <p:nvPr/>
        </p:nvSpPr>
        <p:spPr>
          <a:xfrm>
            <a:off x="18470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" name="data_2898">
            <a:extLst>
              <a:ext uri="{FF2B5EF4-FFF2-40B4-BE49-F238E27FC236}">
                <a16:creationId xmlns:a16="http://schemas.microsoft.com/office/drawing/2014/main" id="{1B4AF447-03FF-4BD0-AE98-ECBA2399685C}"/>
              </a:ext>
            </a:extLst>
          </p:cNvPr>
          <p:cNvSpPr>
            <a:spLocks noGrp="1"/>
          </p:cNvSpPr>
          <p:nvPr/>
        </p:nvSpPr>
        <p:spPr>
          <a:xfrm>
            <a:off x="19139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" name="data_2899">
            <a:extLst>
              <a:ext uri="{FF2B5EF4-FFF2-40B4-BE49-F238E27FC236}">
                <a16:creationId xmlns:a16="http://schemas.microsoft.com/office/drawing/2014/main" id="{BD5DD8B0-5505-44E9-AAC8-EBB411F6378A}"/>
              </a:ext>
            </a:extLst>
          </p:cNvPr>
          <p:cNvSpPr>
            <a:spLocks noGrp="1"/>
          </p:cNvSpPr>
          <p:nvPr/>
        </p:nvSpPr>
        <p:spPr>
          <a:xfrm>
            <a:off x="20377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" name="data_2900">
            <a:extLst>
              <a:ext uri="{FF2B5EF4-FFF2-40B4-BE49-F238E27FC236}">
                <a16:creationId xmlns:a16="http://schemas.microsoft.com/office/drawing/2014/main" id="{7CF64E2E-686E-4E29-9F47-59BF5DD3ED3D}"/>
              </a:ext>
            </a:extLst>
          </p:cNvPr>
          <p:cNvSpPr>
            <a:spLocks noGrp="1"/>
          </p:cNvSpPr>
          <p:nvPr/>
        </p:nvSpPr>
        <p:spPr>
          <a:xfrm>
            <a:off x="1913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" name="data_2901">
            <a:extLst>
              <a:ext uri="{FF2B5EF4-FFF2-40B4-BE49-F238E27FC236}">
                <a16:creationId xmlns:a16="http://schemas.microsoft.com/office/drawing/2014/main" id="{B1EA3050-C71B-41CB-8D96-F55ED949BA39}"/>
              </a:ext>
            </a:extLst>
          </p:cNvPr>
          <p:cNvSpPr>
            <a:spLocks noGrp="1"/>
          </p:cNvSpPr>
          <p:nvPr/>
        </p:nvSpPr>
        <p:spPr>
          <a:xfrm>
            <a:off x="1927996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" name="data_2902">
            <a:extLst>
              <a:ext uri="{FF2B5EF4-FFF2-40B4-BE49-F238E27FC236}">
                <a16:creationId xmlns:a16="http://schemas.microsoft.com/office/drawing/2014/main" id="{1E7289C6-B462-4861-89DA-E0506FC051D1}"/>
              </a:ext>
            </a:extLst>
          </p:cNvPr>
          <p:cNvSpPr>
            <a:spLocks noGrp="1"/>
          </p:cNvSpPr>
          <p:nvPr/>
        </p:nvSpPr>
        <p:spPr>
          <a:xfrm>
            <a:off x="184269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" name="data_2903">
            <a:extLst>
              <a:ext uri="{FF2B5EF4-FFF2-40B4-BE49-F238E27FC236}">
                <a16:creationId xmlns:a16="http://schemas.microsoft.com/office/drawing/2014/main" id="{9A777135-1C0E-47F5-90ED-0E0F352AFDE6}"/>
              </a:ext>
            </a:extLst>
          </p:cNvPr>
          <p:cNvSpPr>
            <a:spLocks noGrp="1"/>
          </p:cNvSpPr>
          <p:nvPr/>
        </p:nvSpPr>
        <p:spPr>
          <a:xfrm>
            <a:off x="1871378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" name="data_2904">
            <a:extLst>
              <a:ext uri="{FF2B5EF4-FFF2-40B4-BE49-F238E27FC236}">
                <a16:creationId xmlns:a16="http://schemas.microsoft.com/office/drawing/2014/main" id="{B4116D27-A734-4A1D-9F5B-0FC0A057F63C}"/>
              </a:ext>
            </a:extLst>
          </p:cNvPr>
          <p:cNvSpPr>
            <a:spLocks noGrp="1"/>
          </p:cNvSpPr>
          <p:nvPr/>
        </p:nvSpPr>
        <p:spPr>
          <a:xfrm>
            <a:off x="19633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" name="data_2905">
            <a:extLst>
              <a:ext uri="{FF2B5EF4-FFF2-40B4-BE49-F238E27FC236}">
                <a16:creationId xmlns:a16="http://schemas.microsoft.com/office/drawing/2014/main" id="{F859E7EB-4AB7-4DF9-88E0-FBD183BE86D6}"/>
              </a:ext>
            </a:extLst>
          </p:cNvPr>
          <p:cNvSpPr>
            <a:spLocks noGrp="1"/>
          </p:cNvSpPr>
          <p:nvPr/>
        </p:nvSpPr>
        <p:spPr>
          <a:xfrm>
            <a:off x="20203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" name="data_2906">
            <a:extLst>
              <a:ext uri="{FF2B5EF4-FFF2-40B4-BE49-F238E27FC236}">
                <a16:creationId xmlns:a16="http://schemas.microsoft.com/office/drawing/2014/main" id="{C4A4B516-A1CF-48EA-B538-077971BB07BB}"/>
              </a:ext>
            </a:extLst>
          </p:cNvPr>
          <p:cNvSpPr>
            <a:spLocks noGrp="1"/>
          </p:cNvSpPr>
          <p:nvPr/>
        </p:nvSpPr>
        <p:spPr>
          <a:xfrm>
            <a:off x="20004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" name="data_2907">
            <a:extLst>
              <a:ext uri="{FF2B5EF4-FFF2-40B4-BE49-F238E27FC236}">
                <a16:creationId xmlns:a16="http://schemas.microsoft.com/office/drawing/2014/main" id="{BE7E927A-92BA-4CFF-AB9F-5E8B64338B5A}"/>
              </a:ext>
            </a:extLst>
          </p:cNvPr>
          <p:cNvSpPr>
            <a:spLocks noGrp="1"/>
          </p:cNvSpPr>
          <p:nvPr/>
        </p:nvSpPr>
        <p:spPr>
          <a:xfrm>
            <a:off x="19511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" name="data_2908">
            <a:extLst>
              <a:ext uri="{FF2B5EF4-FFF2-40B4-BE49-F238E27FC236}">
                <a16:creationId xmlns:a16="http://schemas.microsoft.com/office/drawing/2014/main" id="{999721D7-33CB-4D99-9E59-0883F6CD1F61}"/>
              </a:ext>
            </a:extLst>
          </p:cNvPr>
          <p:cNvSpPr>
            <a:spLocks noGrp="1"/>
          </p:cNvSpPr>
          <p:nvPr/>
        </p:nvSpPr>
        <p:spPr>
          <a:xfrm>
            <a:off x="1876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" name="data_2909">
            <a:extLst>
              <a:ext uri="{FF2B5EF4-FFF2-40B4-BE49-F238E27FC236}">
                <a16:creationId xmlns:a16="http://schemas.microsoft.com/office/drawing/2014/main" id="{8ECEDB2E-D99F-4CE0-B695-F9932A5D602E}"/>
              </a:ext>
            </a:extLst>
          </p:cNvPr>
          <p:cNvSpPr>
            <a:spLocks noGrp="1"/>
          </p:cNvSpPr>
          <p:nvPr/>
        </p:nvSpPr>
        <p:spPr>
          <a:xfrm>
            <a:off x="1947682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" name="data_2910">
            <a:extLst>
              <a:ext uri="{FF2B5EF4-FFF2-40B4-BE49-F238E27FC236}">
                <a16:creationId xmlns:a16="http://schemas.microsoft.com/office/drawing/2014/main" id="{696FC606-29F2-4A24-9491-AF5F662A91D0}"/>
              </a:ext>
            </a:extLst>
          </p:cNvPr>
          <p:cNvSpPr>
            <a:spLocks noGrp="1"/>
          </p:cNvSpPr>
          <p:nvPr/>
        </p:nvSpPr>
        <p:spPr>
          <a:xfrm>
            <a:off x="19639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" name="data_2911">
            <a:extLst>
              <a:ext uri="{FF2B5EF4-FFF2-40B4-BE49-F238E27FC236}">
                <a16:creationId xmlns:a16="http://schemas.microsoft.com/office/drawing/2014/main" id="{A0E51797-04C3-4362-853C-E1BC28940B8B}"/>
              </a:ext>
            </a:extLst>
          </p:cNvPr>
          <p:cNvSpPr>
            <a:spLocks noGrp="1"/>
          </p:cNvSpPr>
          <p:nvPr/>
        </p:nvSpPr>
        <p:spPr>
          <a:xfrm>
            <a:off x="18801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" name="data_2912">
            <a:extLst>
              <a:ext uri="{FF2B5EF4-FFF2-40B4-BE49-F238E27FC236}">
                <a16:creationId xmlns:a16="http://schemas.microsoft.com/office/drawing/2014/main" id="{ECE6881A-1E1A-431A-A0BB-B1D6FD5A084D}"/>
              </a:ext>
            </a:extLst>
          </p:cNvPr>
          <p:cNvSpPr>
            <a:spLocks noGrp="1"/>
          </p:cNvSpPr>
          <p:nvPr/>
        </p:nvSpPr>
        <p:spPr>
          <a:xfrm>
            <a:off x="1939512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" name="data_2913">
            <a:extLst>
              <a:ext uri="{FF2B5EF4-FFF2-40B4-BE49-F238E27FC236}">
                <a16:creationId xmlns:a16="http://schemas.microsoft.com/office/drawing/2014/main" id="{35CD0EBD-19BF-459F-8D00-48595AE1A32D}"/>
              </a:ext>
            </a:extLst>
          </p:cNvPr>
          <p:cNvSpPr>
            <a:spLocks noGrp="1"/>
          </p:cNvSpPr>
          <p:nvPr/>
        </p:nvSpPr>
        <p:spPr>
          <a:xfrm>
            <a:off x="18700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" name="data_2914">
            <a:extLst>
              <a:ext uri="{FF2B5EF4-FFF2-40B4-BE49-F238E27FC236}">
                <a16:creationId xmlns:a16="http://schemas.microsoft.com/office/drawing/2014/main" id="{30404F86-E6DF-451E-9658-5778C10934AB}"/>
              </a:ext>
            </a:extLst>
          </p:cNvPr>
          <p:cNvSpPr>
            <a:spLocks noGrp="1"/>
          </p:cNvSpPr>
          <p:nvPr/>
        </p:nvSpPr>
        <p:spPr>
          <a:xfrm>
            <a:off x="1954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" name="data_2915">
            <a:extLst>
              <a:ext uri="{FF2B5EF4-FFF2-40B4-BE49-F238E27FC236}">
                <a16:creationId xmlns:a16="http://schemas.microsoft.com/office/drawing/2014/main" id="{164BE346-ADB9-4847-8DB8-09035E473EEA}"/>
              </a:ext>
            </a:extLst>
          </p:cNvPr>
          <p:cNvSpPr>
            <a:spLocks noGrp="1"/>
          </p:cNvSpPr>
          <p:nvPr/>
        </p:nvSpPr>
        <p:spPr>
          <a:xfrm>
            <a:off x="18820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" name="data_2916">
            <a:extLst>
              <a:ext uri="{FF2B5EF4-FFF2-40B4-BE49-F238E27FC236}">
                <a16:creationId xmlns:a16="http://schemas.microsoft.com/office/drawing/2014/main" id="{E64DDA9F-D561-4DD3-931D-5AF84A295D03}"/>
              </a:ext>
            </a:extLst>
          </p:cNvPr>
          <p:cNvSpPr>
            <a:spLocks noGrp="1"/>
          </p:cNvSpPr>
          <p:nvPr/>
        </p:nvSpPr>
        <p:spPr>
          <a:xfrm>
            <a:off x="18457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" name="data_2917">
            <a:extLst>
              <a:ext uri="{FF2B5EF4-FFF2-40B4-BE49-F238E27FC236}">
                <a16:creationId xmlns:a16="http://schemas.microsoft.com/office/drawing/2014/main" id="{E997058E-3DFA-4123-BED4-25D00147798E}"/>
              </a:ext>
            </a:extLst>
          </p:cNvPr>
          <p:cNvSpPr>
            <a:spLocks noGrp="1"/>
          </p:cNvSpPr>
          <p:nvPr/>
        </p:nvSpPr>
        <p:spPr>
          <a:xfrm>
            <a:off x="1935219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" name="data_2918">
            <a:extLst>
              <a:ext uri="{FF2B5EF4-FFF2-40B4-BE49-F238E27FC236}">
                <a16:creationId xmlns:a16="http://schemas.microsoft.com/office/drawing/2014/main" id="{C7549EE6-FA73-4399-8E8C-A68174B6597D}"/>
              </a:ext>
            </a:extLst>
          </p:cNvPr>
          <p:cNvSpPr>
            <a:spLocks noGrp="1"/>
          </p:cNvSpPr>
          <p:nvPr/>
        </p:nvSpPr>
        <p:spPr>
          <a:xfrm>
            <a:off x="1953367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" name="data_2919">
            <a:extLst>
              <a:ext uri="{FF2B5EF4-FFF2-40B4-BE49-F238E27FC236}">
                <a16:creationId xmlns:a16="http://schemas.microsoft.com/office/drawing/2014/main" id="{E9843B3E-BA7C-4B11-848F-E81588D5D62A}"/>
              </a:ext>
            </a:extLst>
          </p:cNvPr>
          <p:cNvSpPr>
            <a:spLocks noGrp="1"/>
          </p:cNvSpPr>
          <p:nvPr/>
        </p:nvSpPr>
        <p:spPr>
          <a:xfrm>
            <a:off x="20452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" name="data_2920">
            <a:extLst>
              <a:ext uri="{FF2B5EF4-FFF2-40B4-BE49-F238E27FC236}">
                <a16:creationId xmlns:a16="http://schemas.microsoft.com/office/drawing/2014/main" id="{F1901579-C44C-4740-8E86-1184A398B173}"/>
              </a:ext>
            </a:extLst>
          </p:cNvPr>
          <p:cNvSpPr>
            <a:spLocks noGrp="1"/>
          </p:cNvSpPr>
          <p:nvPr/>
        </p:nvSpPr>
        <p:spPr>
          <a:xfrm>
            <a:off x="20283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" name="data_2921">
            <a:extLst>
              <a:ext uri="{FF2B5EF4-FFF2-40B4-BE49-F238E27FC236}">
                <a16:creationId xmlns:a16="http://schemas.microsoft.com/office/drawing/2014/main" id="{D6EA0D64-9D81-446D-80A2-3C23503970A4}"/>
              </a:ext>
            </a:extLst>
          </p:cNvPr>
          <p:cNvSpPr>
            <a:spLocks noGrp="1"/>
          </p:cNvSpPr>
          <p:nvPr/>
        </p:nvSpPr>
        <p:spPr>
          <a:xfrm>
            <a:off x="19142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" name="data_2922">
            <a:extLst>
              <a:ext uri="{FF2B5EF4-FFF2-40B4-BE49-F238E27FC236}">
                <a16:creationId xmlns:a16="http://schemas.microsoft.com/office/drawing/2014/main" id="{1C41B514-59FA-4E7E-8829-69A53E6EE4BE}"/>
              </a:ext>
            </a:extLst>
          </p:cNvPr>
          <p:cNvSpPr>
            <a:spLocks noGrp="1"/>
          </p:cNvSpPr>
          <p:nvPr/>
        </p:nvSpPr>
        <p:spPr>
          <a:xfrm>
            <a:off x="1930648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" name="data_2923">
            <a:extLst>
              <a:ext uri="{FF2B5EF4-FFF2-40B4-BE49-F238E27FC236}">
                <a16:creationId xmlns:a16="http://schemas.microsoft.com/office/drawing/2014/main" id="{99A08325-F171-42EA-8B5A-5A9A13E8334E}"/>
              </a:ext>
            </a:extLst>
          </p:cNvPr>
          <p:cNvSpPr>
            <a:spLocks noGrp="1"/>
          </p:cNvSpPr>
          <p:nvPr/>
        </p:nvSpPr>
        <p:spPr>
          <a:xfrm>
            <a:off x="196403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" name="data_2924">
            <a:extLst>
              <a:ext uri="{FF2B5EF4-FFF2-40B4-BE49-F238E27FC236}">
                <a16:creationId xmlns:a16="http://schemas.microsoft.com/office/drawing/2014/main" id="{26606E83-D789-4DA8-801B-07CAE0EA6AF5}"/>
              </a:ext>
            </a:extLst>
          </p:cNvPr>
          <p:cNvSpPr>
            <a:spLocks noGrp="1"/>
          </p:cNvSpPr>
          <p:nvPr/>
        </p:nvSpPr>
        <p:spPr>
          <a:xfrm>
            <a:off x="1897537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" name="data_2925">
            <a:extLst>
              <a:ext uri="{FF2B5EF4-FFF2-40B4-BE49-F238E27FC236}">
                <a16:creationId xmlns:a16="http://schemas.microsoft.com/office/drawing/2014/main" id="{E2459EE7-1C15-4781-A2D2-E833B6F7C910}"/>
              </a:ext>
            </a:extLst>
          </p:cNvPr>
          <p:cNvSpPr>
            <a:spLocks noGrp="1"/>
          </p:cNvSpPr>
          <p:nvPr/>
        </p:nvSpPr>
        <p:spPr>
          <a:xfrm>
            <a:off x="185882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" name="data_2926">
            <a:extLst>
              <a:ext uri="{FF2B5EF4-FFF2-40B4-BE49-F238E27FC236}">
                <a16:creationId xmlns:a16="http://schemas.microsoft.com/office/drawing/2014/main" id="{1FF96993-68B5-467B-95EF-27326A252CD5}"/>
              </a:ext>
            </a:extLst>
          </p:cNvPr>
          <p:cNvSpPr>
            <a:spLocks noGrp="1"/>
          </p:cNvSpPr>
          <p:nvPr/>
        </p:nvSpPr>
        <p:spPr>
          <a:xfrm>
            <a:off x="196572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" name="data_2927">
            <a:extLst>
              <a:ext uri="{FF2B5EF4-FFF2-40B4-BE49-F238E27FC236}">
                <a16:creationId xmlns:a16="http://schemas.microsoft.com/office/drawing/2014/main" id="{750FF122-B96B-4E9A-BF5B-AB0817B7B151}"/>
              </a:ext>
            </a:extLst>
          </p:cNvPr>
          <p:cNvSpPr>
            <a:spLocks noGrp="1"/>
          </p:cNvSpPr>
          <p:nvPr/>
        </p:nvSpPr>
        <p:spPr>
          <a:xfrm>
            <a:off x="19883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" name="data_2928">
            <a:extLst>
              <a:ext uri="{FF2B5EF4-FFF2-40B4-BE49-F238E27FC236}">
                <a16:creationId xmlns:a16="http://schemas.microsoft.com/office/drawing/2014/main" id="{87772AFA-B6FE-4C9E-8687-79689DE7790B}"/>
              </a:ext>
            </a:extLst>
          </p:cNvPr>
          <p:cNvSpPr>
            <a:spLocks noGrp="1"/>
          </p:cNvSpPr>
          <p:nvPr/>
        </p:nvSpPr>
        <p:spPr>
          <a:xfrm>
            <a:off x="195414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" name="data_2929">
            <a:extLst>
              <a:ext uri="{FF2B5EF4-FFF2-40B4-BE49-F238E27FC236}">
                <a16:creationId xmlns:a16="http://schemas.microsoft.com/office/drawing/2014/main" id="{33F7B0F7-8C02-4CB6-993B-D005C98D102E}"/>
              </a:ext>
            </a:extLst>
          </p:cNvPr>
          <p:cNvSpPr>
            <a:spLocks noGrp="1"/>
          </p:cNvSpPr>
          <p:nvPr/>
        </p:nvSpPr>
        <p:spPr>
          <a:xfrm>
            <a:off x="20507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" name="data_2930">
            <a:extLst>
              <a:ext uri="{FF2B5EF4-FFF2-40B4-BE49-F238E27FC236}">
                <a16:creationId xmlns:a16="http://schemas.microsoft.com/office/drawing/2014/main" id="{4A2AE78D-DBAA-4F29-ABCB-0343148652ED}"/>
              </a:ext>
            </a:extLst>
          </p:cNvPr>
          <p:cNvSpPr>
            <a:spLocks noGrp="1"/>
          </p:cNvSpPr>
          <p:nvPr/>
        </p:nvSpPr>
        <p:spPr>
          <a:xfrm>
            <a:off x="18824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" name="data_2931">
            <a:extLst>
              <a:ext uri="{FF2B5EF4-FFF2-40B4-BE49-F238E27FC236}">
                <a16:creationId xmlns:a16="http://schemas.microsoft.com/office/drawing/2014/main" id="{32BAE108-245B-4F43-B922-A18A250805D7}"/>
              </a:ext>
            </a:extLst>
          </p:cNvPr>
          <p:cNvSpPr>
            <a:spLocks noGrp="1"/>
          </p:cNvSpPr>
          <p:nvPr/>
        </p:nvSpPr>
        <p:spPr>
          <a:xfrm>
            <a:off x="20254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" name="data_2932">
            <a:extLst>
              <a:ext uri="{FF2B5EF4-FFF2-40B4-BE49-F238E27FC236}">
                <a16:creationId xmlns:a16="http://schemas.microsoft.com/office/drawing/2014/main" id="{FAFB6397-576F-41C2-8512-84190444154A}"/>
              </a:ext>
            </a:extLst>
          </p:cNvPr>
          <p:cNvSpPr>
            <a:spLocks noGrp="1"/>
          </p:cNvSpPr>
          <p:nvPr/>
        </p:nvSpPr>
        <p:spPr>
          <a:xfrm>
            <a:off x="19321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" name="data_2933">
            <a:extLst>
              <a:ext uri="{FF2B5EF4-FFF2-40B4-BE49-F238E27FC236}">
                <a16:creationId xmlns:a16="http://schemas.microsoft.com/office/drawing/2014/main" id="{4B944A26-D9BE-4478-BE20-3034C5665935}"/>
              </a:ext>
            </a:extLst>
          </p:cNvPr>
          <p:cNvSpPr>
            <a:spLocks noGrp="1"/>
          </p:cNvSpPr>
          <p:nvPr/>
        </p:nvSpPr>
        <p:spPr>
          <a:xfrm>
            <a:off x="186555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" name="data_2934">
            <a:extLst>
              <a:ext uri="{FF2B5EF4-FFF2-40B4-BE49-F238E27FC236}">
                <a16:creationId xmlns:a16="http://schemas.microsoft.com/office/drawing/2014/main" id="{66648931-DD12-47D2-BBEE-834D292A90C2}"/>
              </a:ext>
            </a:extLst>
          </p:cNvPr>
          <p:cNvSpPr>
            <a:spLocks noGrp="1"/>
          </p:cNvSpPr>
          <p:nvPr/>
        </p:nvSpPr>
        <p:spPr>
          <a:xfrm>
            <a:off x="1945280" y="27898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" name="data_2935">
            <a:extLst>
              <a:ext uri="{FF2B5EF4-FFF2-40B4-BE49-F238E27FC236}">
                <a16:creationId xmlns:a16="http://schemas.microsoft.com/office/drawing/2014/main" id="{671D0278-6B2A-47E1-8C4B-44A49758B1BA}"/>
              </a:ext>
            </a:extLst>
          </p:cNvPr>
          <p:cNvSpPr>
            <a:spLocks noGrp="1"/>
          </p:cNvSpPr>
          <p:nvPr/>
        </p:nvSpPr>
        <p:spPr>
          <a:xfrm>
            <a:off x="19534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" name="data_2936">
            <a:extLst>
              <a:ext uri="{FF2B5EF4-FFF2-40B4-BE49-F238E27FC236}">
                <a16:creationId xmlns:a16="http://schemas.microsoft.com/office/drawing/2014/main" id="{1DE5C4E5-297C-4A37-880E-94E11CEB2B18}"/>
              </a:ext>
            </a:extLst>
          </p:cNvPr>
          <p:cNvSpPr>
            <a:spLocks noGrp="1"/>
          </p:cNvSpPr>
          <p:nvPr/>
        </p:nvSpPr>
        <p:spPr>
          <a:xfrm>
            <a:off x="1866344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" name="data_2937">
            <a:extLst>
              <a:ext uri="{FF2B5EF4-FFF2-40B4-BE49-F238E27FC236}">
                <a16:creationId xmlns:a16="http://schemas.microsoft.com/office/drawing/2014/main" id="{9605E4C6-1297-43D4-B247-3D0462EF78D2}"/>
              </a:ext>
            </a:extLst>
          </p:cNvPr>
          <p:cNvSpPr>
            <a:spLocks noGrp="1"/>
          </p:cNvSpPr>
          <p:nvPr/>
        </p:nvSpPr>
        <p:spPr>
          <a:xfrm>
            <a:off x="190129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" name="data_2938">
            <a:extLst>
              <a:ext uri="{FF2B5EF4-FFF2-40B4-BE49-F238E27FC236}">
                <a16:creationId xmlns:a16="http://schemas.microsoft.com/office/drawing/2014/main" id="{616C5004-718E-4B1D-BD16-1A83523D53C0}"/>
              </a:ext>
            </a:extLst>
          </p:cNvPr>
          <p:cNvSpPr>
            <a:spLocks noGrp="1"/>
          </p:cNvSpPr>
          <p:nvPr/>
        </p:nvSpPr>
        <p:spPr>
          <a:xfrm>
            <a:off x="185132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" name="data_2939">
            <a:extLst>
              <a:ext uri="{FF2B5EF4-FFF2-40B4-BE49-F238E27FC236}">
                <a16:creationId xmlns:a16="http://schemas.microsoft.com/office/drawing/2014/main" id="{AB5E8A3B-3375-46EA-99D5-F94223278F1B}"/>
              </a:ext>
            </a:extLst>
          </p:cNvPr>
          <p:cNvSpPr>
            <a:spLocks noGrp="1"/>
          </p:cNvSpPr>
          <p:nvPr/>
        </p:nvSpPr>
        <p:spPr>
          <a:xfrm>
            <a:off x="1948232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" name="data_2940">
            <a:extLst>
              <a:ext uri="{FF2B5EF4-FFF2-40B4-BE49-F238E27FC236}">
                <a16:creationId xmlns:a16="http://schemas.microsoft.com/office/drawing/2014/main" id="{FFEDA88D-FAA4-444B-AE3F-E55DF332D099}"/>
              </a:ext>
            </a:extLst>
          </p:cNvPr>
          <p:cNvSpPr>
            <a:spLocks noGrp="1"/>
          </p:cNvSpPr>
          <p:nvPr/>
        </p:nvSpPr>
        <p:spPr>
          <a:xfrm>
            <a:off x="19334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" name="data_2941">
            <a:extLst>
              <a:ext uri="{FF2B5EF4-FFF2-40B4-BE49-F238E27FC236}">
                <a16:creationId xmlns:a16="http://schemas.microsoft.com/office/drawing/2014/main" id="{DBA432B5-5B43-4D04-A09A-977D4412C82B}"/>
              </a:ext>
            </a:extLst>
          </p:cNvPr>
          <p:cNvSpPr>
            <a:spLocks noGrp="1"/>
          </p:cNvSpPr>
          <p:nvPr/>
        </p:nvSpPr>
        <p:spPr>
          <a:xfrm>
            <a:off x="185164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" name="data_2942">
            <a:extLst>
              <a:ext uri="{FF2B5EF4-FFF2-40B4-BE49-F238E27FC236}">
                <a16:creationId xmlns:a16="http://schemas.microsoft.com/office/drawing/2014/main" id="{90640239-B376-4748-93D0-E40758127242}"/>
              </a:ext>
            </a:extLst>
          </p:cNvPr>
          <p:cNvSpPr>
            <a:spLocks noGrp="1"/>
          </p:cNvSpPr>
          <p:nvPr/>
        </p:nvSpPr>
        <p:spPr>
          <a:xfrm>
            <a:off x="198081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" name="data_2943">
            <a:extLst>
              <a:ext uri="{FF2B5EF4-FFF2-40B4-BE49-F238E27FC236}">
                <a16:creationId xmlns:a16="http://schemas.microsoft.com/office/drawing/2014/main" id="{D96DCA49-6173-4C15-A700-DD7C0084D952}"/>
              </a:ext>
            </a:extLst>
          </p:cNvPr>
          <p:cNvSpPr>
            <a:spLocks noGrp="1"/>
          </p:cNvSpPr>
          <p:nvPr/>
        </p:nvSpPr>
        <p:spPr>
          <a:xfrm>
            <a:off x="1961394" y="2880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" name="data_2944">
            <a:extLst>
              <a:ext uri="{FF2B5EF4-FFF2-40B4-BE49-F238E27FC236}">
                <a16:creationId xmlns:a16="http://schemas.microsoft.com/office/drawing/2014/main" id="{A3DC50BD-5828-45B4-AB74-8F19943F84F0}"/>
              </a:ext>
            </a:extLst>
          </p:cNvPr>
          <p:cNvSpPr>
            <a:spLocks noGrp="1"/>
          </p:cNvSpPr>
          <p:nvPr/>
        </p:nvSpPr>
        <p:spPr>
          <a:xfrm>
            <a:off x="1899942" y="24861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" name="data_2945">
            <a:extLst>
              <a:ext uri="{FF2B5EF4-FFF2-40B4-BE49-F238E27FC236}">
                <a16:creationId xmlns:a16="http://schemas.microsoft.com/office/drawing/2014/main" id="{9896B0A0-3A4D-48BF-B796-7BF631012255}"/>
              </a:ext>
            </a:extLst>
          </p:cNvPr>
          <p:cNvSpPr>
            <a:spLocks noGrp="1"/>
          </p:cNvSpPr>
          <p:nvPr/>
        </p:nvSpPr>
        <p:spPr>
          <a:xfrm>
            <a:off x="19939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" name="data_2946">
            <a:extLst>
              <a:ext uri="{FF2B5EF4-FFF2-40B4-BE49-F238E27FC236}">
                <a16:creationId xmlns:a16="http://schemas.microsoft.com/office/drawing/2014/main" id="{F8D8B605-2666-4FB1-B4A6-66E3E336E07B}"/>
              </a:ext>
            </a:extLst>
          </p:cNvPr>
          <p:cNvSpPr>
            <a:spLocks noGrp="1"/>
          </p:cNvSpPr>
          <p:nvPr/>
        </p:nvSpPr>
        <p:spPr>
          <a:xfrm>
            <a:off x="19705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" name="data_2947">
            <a:extLst>
              <a:ext uri="{FF2B5EF4-FFF2-40B4-BE49-F238E27FC236}">
                <a16:creationId xmlns:a16="http://schemas.microsoft.com/office/drawing/2014/main" id="{1578CB7D-30D2-4CD3-AC3D-06E2EA74B0F8}"/>
              </a:ext>
            </a:extLst>
          </p:cNvPr>
          <p:cNvSpPr>
            <a:spLocks noGrp="1"/>
          </p:cNvSpPr>
          <p:nvPr/>
        </p:nvSpPr>
        <p:spPr>
          <a:xfrm>
            <a:off x="2015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" name="data_2948">
            <a:extLst>
              <a:ext uri="{FF2B5EF4-FFF2-40B4-BE49-F238E27FC236}">
                <a16:creationId xmlns:a16="http://schemas.microsoft.com/office/drawing/2014/main" id="{B07D26AA-E8C8-4C7D-901C-9F16965BE810}"/>
              </a:ext>
            </a:extLst>
          </p:cNvPr>
          <p:cNvSpPr>
            <a:spLocks noGrp="1"/>
          </p:cNvSpPr>
          <p:nvPr/>
        </p:nvSpPr>
        <p:spPr>
          <a:xfrm>
            <a:off x="19326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" name="data_2949">
            <a:extLst>
              <a:ext uri="{FF2B5EF4-FFF2-40B4-BE49-F238E27FC236}">
                <a16:creationId xmlns:a16="http://schemas.microsoft.com/office/drawing/2014/main" id="{0B8D52A3-AA42-4B22-AD82-BD82B535079C}"/>
              </a:ext>
            </a:extLst>
          </p:cNvPr>
          <p:cNvSpPr>
            <a:spLocks noGrp="1"/>
          </p:cNvSpPr>
          <p:nvPr/>
        </p:nvSpPr>
        <p:spPr>
          <a:xfrm>
            <a:off x="1906009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" name="data_2950">
            <a:extLst>
              <a:ext uri="{FF2B5EF4-FFF2-40B4-BE49-F238E27FC236}">
                <a16:creationId xmlns:a16="http://schemas.microsoft.com/office/drawing/2014/main" id="{A7D9A4F5-63B8-4631-983F-F9DF0D54F76E}"/>
              </a:ext>
            </a:extLst>
          </p:cNvPr>
          <p:cNvSpPr>
            <a:spLocks noGrp="1"/>
          </p:cNvSpPr>
          <p:nvPr/>
        </p:nvSpPr>
        <p:spPr>
          <a:xfrm>
            <a:off x="19114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" name="data_2951">
            <a:extLst>
              <a:ext uri="{FF2B5EF4-FFF2-40B4-BE49-F238E27FC236}">
                <a16:creationId xmlns:a16="http://schemas.microsoft.com/office/drawing/2014/main" id="{49E9FDC0-EF68-4635-8D44-C9D627607C4D}"/>
              </a:ext>
            </a:extLst>
          </p:cNvPr>
          <p:cNvSpPr>
            <a:spLocks noGrp="1"/>
          </p:cNvSpPr>
          <p:nvPr/>
        </p:nvSpPr>
        <p:spPr>
          <a:xfrm>
            <a:off x="192336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" name="data_2952">
            <a:extLst>
              <a:ext uri="{FF2B5EF4-FFF2-40B4-BE49-F238E27FC236}">
                <a16:creationId xmlns:a16="http://schemas.microsoft.com/office/drawing/2014/main" id="{BCF0554B-7ACE-4184-B0F8-5ACCE764F62E}"/>
              </a:ext>
            </a:extLst>
          </p:cNvPr>
          <p:cNvSpPr>
            <a:spLocks noGrp="1"/>
          </p:cNvSpPr>
          <p:nvPr/>
        </p:nvSpPr>
        <p:spPr>
          <a:xfrm>
            <a:off x="19655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" name="data_2953">
            <a:extLst>
              <a:ext uri="{FF2B5EF4-FFF2-40B4-BE49-F238E27FC236}">
                <a16:creationId xmlns:a16="http://schemas.microsoft.com/office/drawing/2014/main" id="{07FDB999-0EC9-48BC-8A8B-C6B359FE7A3E}"/>
              </a:ext>
            </a:extLst>
          </p:cNvPr>
          <p:cNvSpPr>
            <a:spLocks noGrp="1"/>
          </p:cNvSpPr>
          <p:nvPr/>
        </p:nvSpPr>
        <p:spPr>
          <a:xfrm>
            <a:off x="19863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" name="data_2954">
            <a:extLst>
              <a:ext uri="{FF2B5EF4-FFF2-40B4-BE49-F238E27FC236}">
                <a16:creationId xmlns:a16="http://schemas.microsoft.com/office/drawing/2014/main" id="{7BFF5C97-F3D2-42DF-8B16-AD578A675787}"/>
              </a:ext>
            </a:extLst>
          </p:cNvPr>
          <p:cNvSpPr>
            <a:spLocks noGrp="1"/>
          </p:cNvSpPr>
          <p:nvPr/>
        </p:nvSpPr>
        <p:spPr>
          <a:xfrm>
            <a:off x="19200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" name="data_2955">
            <a:extLst>
              <a:ext uri="{FF2B5EF4-FFF2-40B4-BE49-F238E27FC236}">
                <a16:creationId xmlns:a16="http://schemas.microsoft.com/office/drawing/2014/main" id="{CBB86B53-D3FA-4D80-A7A2-B9DE16398C32}"/>
              </a:ext>
            </a:extLst>
          </p:cNvPr>
          <p:cNvSpPr>
            <a:spLocks noGrp="1"/>
          </p:cNvSpPr>
          <p:nvPr/>
        </p:nvSpPr>
        <p:spPr>
          <a:xfrm>
            <a:off x="20203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" name="data_2956">
            <a:extLst>
              <a:ext uri="{FF2B5EF4-FFF2-40B4-BE49-F238E27FC236}">
                <a16:creationId xmlns:a16="http://schemas.microsoft.com/office/drawing/2014/main" id="{4FA2ED29-BB5B-48F8-8920-53ACA433E74E}"/>
              </a:ext>
            </a:extLst>
          </p:cNvPr>
          <p:cNvSpPr>
            <a:spLocks noGrp="1"/>
          </p:cNvSpPr>
          <p:nvPr/>
        </p:nvSpPr>
        <p:spPr>
          <a:xfrm>
            <a:off x="1978983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" name="data_2957">
            <a:extLst>
              <a:ext uri="{FF2B5EF4-FFF2-40B4-BE49-F238E27FC236}">
                <a16:creationId xmlns:a16="http://schemas.microsoft.com/office/drawing/2014/main" id="{DBE93A4C-6836-4AC6-A98D-F38A8A9B398C}"/>
              </a:ext>
            </a:extLst>
          </p:cNvPr>
          <p:cNvSpPr>
            <a:spLocks noGrp="1"/>
          </p:cNvSpPr>
          <p:nvPr/>
        </p:nvSpPr>
        <p:spPr>
          <a:xfrm>
            <a:off x="2034414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" name="data_2958">
            <a:extLst>
              <a:ext uri="{FF2B5EF4-FFF2-40B4-BE49-F238E27FC236}">
                <a16:creationId xmlns:a16="http://schemas.microsoft.com/office/drawing/2014/main" id="{31906D40-57CA-418D-A209-A561A14FDCD9}"/>
              </a:ext>
            </a:extLst>
          </p:cNvPr>
          <p:cNvSpPr>
            <a:spLocks noGrp="1"/>
          </p:cNvSpPr>
          <p:nvPr/>
        </p:nvSpPr>
        <p:spPr>
          <a:xfrm>
            <a:off x="20225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" name="data_2959">
            <a:extLst>
              <a:ext uri="{FF2B5EF4-FFF2-40B4-BE49-F238E27FC236}">
                <a16:creationId xmlns:a16="http://schemas.microsoft.com/office/drawing/2014/main" id="{143F9550-92B2-410F-BAE4-672C1959DB74}"/>
              </a:ext>
            </a:extLst>
          </p:cNvPr>
          <p:cNvSpPr>
            <a:spLocks noGrp="1"/>
          </p:cNvSpPr>
          <p:nvPr/>
        </p:nvSpPr>
        <p:spPr>
          <a:xfrm>
            <a:off x="20129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" name="data_2960">
            <a:extLst>
              <a:ext uri="{FF2B5EF4-FFF2-40B4-BE49-F238E27FC236}">
                <a16:creationId xmlns:a16="http://schemas.microsoft.com/office/drawing/2014/main" id="{2635174A-A49A-4EF6-B236-08B0EBAED735}"/>
              </a:ext>
            </a:extLst>
          </p:cNvPr>
          <p:cNvSpPr>
            <a:spLocks noGrp="1"/>
          </p:cNvSpPr>
          <p:nvPr/>
        </p:nvSpPr>
        <p:spPr>
          <a:xfrm>
            <a:off x="1837500" y="3578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" name="data_2961">
            <a:extLst>
              <a:ext uri="{FF2B5EF4-FFF2-40B4-BE49-F238E27FC236}">
                <a16:creationId xmlns:a16="http://schemas.microsoft.com/office/drawing/2014/main" id="{D8C11CB9-A428-407A-BF43-56BE49BD660A}"/>
              </a:ext>
            </a:extLst>
          </p:cNvPr>
          <p:cNvSpPr>
            <a:spLocks noGrp="1"/>
          </p:cNvSpPr>
          <p:nvPr/>
        </p:nvSpPr>
        <p:spPr>
          <a:xfrm>
            <a:off x="20487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" name="data_2962">
            <a:extLst>
              <a:ext uri="{FF2B5EF4-FFF2-40B4-BE49-F238E27FC236}">
                <a16:creationId xmlns:a16="http://schemas.microsoft.com/office/drawing/2014/main" id="{272B702A-F2A9-48D2-86DA-B70A807EFF60}"/>
              </a:ext>
            </a:extLst>
          </p:cNvPr>
          <p:cNvSpPr>
            <a:spLocks noGrp="1"/>
          </p:cNvSpPr>
          <p:nvPr/>
        </p:nvSpPr>
        <p:spPr>
          <a:xfrm>
            <a:off x="1945935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" name="data_2963">
            <a:extLst>
              <a:ext uri="{FF2B5EF4-FFF2-40B4-BE49-F238E27FC236}">
                <a16:creationId xmlns:a16="http://schemas.microsoft.com/office/drawing/2014/main" id="{DD0F3A3F-84F1-4FF1-A855-3C4AFC7F42D5}"/>
              </a:ext>
            </a:extLst>
          </p:cNvPr>
          <p:cNvSpPr>
            <a:spLocks noGrp="1"/>
          </p:cNvSpPr>
          <p:nvPr/>
        </p:nvSpPr>
        <p:spPr>
          <a:xfrm>
            <a:off x="20086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" name="data_2964">
            <a:extLst>
              <a:ext uri="{FF2B5EF4-FFF2-40B4-BE49-F238E27FC236}">
                <a16:creationId xmlns:a16="http://schemas.microsoft.com/office/drawing/2014/main" id="{833A9B3D-9CE8-48E8-AC49-A6D64C65C7C8}"/>
              </a:ext>
            </a:extLst>
          </p:cNvPr>
          <p:cNvSpPr>
            <a:spLocks noGrp="1"/>
          </p:cNvSpPr>
          <p:nvPr/>
        </p:nvSpPr>
        <p:spPr>
          <a:xfrm>
            <a:off x="19221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" name="data_2965">
            <a:extLst>
              <a:ext uri="{FF2B5EF4-FFF2-40B4-BE49-F238E27FC236}">
                <a16:creationId xmlns:a16="http://schemas.microsoft.com/office/drawing/2014/main" id="{0BBFA857-9D43-407D-9F2C-07C83C60A848}"/>
              </a:ext>
            </a:extLst>
          </p:cNvPr>
          <p:cNvSpPr>
            <a:spLocks noGrp="1"/>
          </p:cNvSpPr>
          <p:nvPr/>
        </p:nvSpPr>
        <p:spPr>
          <a:xfrm>
            <a:off x="1841234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" name="data_2966">
            <a:extLst>
              <a:ext uri="{FF2B5EF4-FFF2-40B4-BE49-F238E27FC236}">
                <a16:creationId xmlns:a16="http://schemas.microsoft.com/office/drawing/2014/main" id="{8117A76E-4A78-4E0E-BB08-C3866A39902A}"/>
              </a:ext>
            </a:extLst>
          </p:cNvPr>
          <p:cNvSpPr>
            <a:spLocks noGrp="1"/>
          </p:cNvSpPr>
          <p:nvPr/>
        </p:nvSpPr>
        <p:spPr>
          <a:xfrm>
            <a:off x="1929603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" name="data_2967">
            <a:extLst>
              <a:ext uri="{FF2B5EF4-FFF2-40B4-BE49-F238E27FC236}">
                <a16:creationId xmlns:a16="http://schemas.microsoft.com/office/drawing/2014/main" id="{63ADD048-2AE1-42DB-9E65-E67A9A12BC4D}"/>
              </a:ext>
            </a:extLst>
          </p:cNvPr>
          <p:cNvSpPr>
            <a:spLocks noGrp="1"/>
          </p:cNvSpPr>
          <p:nvPr/>
        </p:nvSpPr>
        <p:spPr>
          <a:xfrm>
            <a:off x="18589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" name="data_2968">
            <a:extLst>
              <a:ext uri="{FF2B5EF4-FFF2-40B4-BE49-F238E27FC236}">
                <a16:creationId xmlns:a16="http://schemas.microsoft.com/office/drawing/2014/main" id="{226A75B1-08C4-4686-A3E6-2A5C19B259D9}"/>
              </a:ext>
            </a:extLst>
          </p:cNvPr>
          <p:cNvSpPr>
            <a:spLocks noGrp="1"/>
          </p:cNvSpPr>
          <p:nvPr/>
        </p:nvSpPr>
        <p:spPr>
          <a:xfrm>
            <a:off x="189648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" name="data_2969">
            <a:extLst>
              <a:ext uri="{FF2B5EF4-FFF2-40B4-BE49-F238E27FC236}">
                <a16:creationId xmlns:a16="http://schemas.microsoft.com/office/drawing/2014/main" id="{A19EE600-1E44-4CD0-A4F6-C7A8651DBEEB}"/>
              </a:ext>
            </a:extLst>
          </p:cNvPr>
          <p:cNvSpPr>
            <a:spLocks noGrp="1"/>
          </p:cNvSpPr>
          <p:nvPr/>
        </p:nvSpPr>
        <p:spPr>
          <a:xfrm>
            <a:off x="1973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" name="data_2970">
            <a:extLst>
              <a:ext uri="{FF2B5EF4-FFF2-40B4-BE49-F238E27FC236}">
                <a16:creationId xmlns:a16="http://schemas.microsoft.com/office/drawing/2014/main" id="{B9162C8E-49B8-4127-8DA0-BC5CFF0F243D}"/>
              </a:ext>
            </a:extLst>
          </p:cNvPr>
          <p:cNvSpPr>
            <a:spLocks noGrp="1"/>
          </p:cNvSpPr>
          <p:nvPr/>
        </p:nvSpPr>
        <p:spPr>
          <a:xfrm>
            <a:off x="1904356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" name="data_2971">
            <a:extLst>
              <a:ext uri="{FF2B5EF4-FFF2-40B4-BE49-F238E27FC236}">
                <a16:creationId xmlns:a16="http://schemas.microsoft.com/office/drawing/2014/main" id="{CAD364A1-7431-4540-A939-BD0EBBF76FB8}"/>
              </a:ext>
            </a:extLst>
          </p:cNvPr>
          <p:cNvSpPr>
            <a:spLocks noGrp="1"/>
          </p:cNvSpPr>
          <p:nvPr/>
        </p:nvSpPr>
        <p:spPr>
          <a:xfrm>
            <a:off x="2015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" name="data_2972">
            <a:extLst>
              <a:ext uri="{FF2B5EF4-FFF2-40B4-BE49-F238E27FC236}">
                <a16:creationId xmlns:a16="http://schemas.microsoft.com/office/drawing/2014/main" id="{BE7A587F-50C0-4336-96D8-8C555C51DD20}"/>
              </a:ext>
            </a:extLst>
          </p:cNvPr>
          <p:cNvSpPr>
            <a:spLocks noGrp="1"/>
          </p:cNvSpPr>
          <p:nvPr/>
        </p:nvSpPr>
        <p:spPr>
          <a:xfrm>
            <a:off x="20424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" name="data_2973">
            <a:extLst>
              <a:ext uri="{FF2B5EF4-FFF2-40B4-BE49-F238E27FC236}">
                <a16:creationId xmlns:a16="http://schemas.microsoft.com/office/drawing/2014/main" id="{94D8D05D-FCC9-4115-BDAE-520F5D880C78}"/>
              </a:ext>
            </a:extLst>
          </p:cNvPr>
          <p:cNvSpPr>
            <a:spLocks noGrp="1"/>
          </p:cNvSpPr>
          <p:nvPr/>
        </p:nvSpPr>
        <p:spPr>
          <a:xfrm>
            <a:off x="19460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" name="data_2974">
            <a:extLst>
              <a:ext uri="{FF2B5EF4-FFF2-40B4-BE49-F238E27FC236}">
                <a16:creationId xmlns:a16="http://schemas.microsoft.com/office/drawing/2014/main" id="{4EFC7E71-BC30-4B25-8D11-CBB1A426E967}"/>
              </a:ext>
            </a:extLst>
          </p:cNvPr>
          <p:cNvSpPr>
            <a:spLocks noGrp="1"/>
          </p:cNvSpPr>
          <p:nvPr/>
        </p:nvSpPr>
        <p:spPr>
          <a:xfrm>
            <a:off x="19147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" name="data_2975">
            <a:extLst>
              <a:ext uri="{FF2B5EF4-FFF2-40B4-BE49-F238E27FC236}">
                <a16:creationId xmlns:a16="http://schemas.microsoft.com/office/drawing/2014/main" id="{0FEFAE0E-F4A7-4D0F-B6A1-E5BF4645032A}"/>
              </a:ext>
            </a:extLst>
          </p:cNvPr>
          <p:cNvSpPr>
            <a:spLocks noGrp="1"/>
          </p:cNvSpPr>
          <p:nvPr/>
        </p:nvSpPr>
        <p:spPr>
          <a:xfrm>
            <a:off x="19203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" name="data_2976">
            <a:extLst>
              <a:ext uri="{FF2B5EF4-FFF2-40B4-BE49-F238E27FC236}">
                <a16:creationId xmlns:a16="http://schemas.microsoft.com/office/drawing/2014/main" id="{0F0F5B29-9B0A-4E72-8503-CA55C1EA516D}"/>
              </a:ext>
            </a:extLst>
          </p:cNvPr>
          <p:cNvSpPr>
            <a:spLocks noGrp="1"/>
          </p:cNvSpPr>
          <p:nvPr/>
        </p:nvSpPr>
        <p:spPr>
          <a:xfrm>
            <a:off x="19087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" name="data_2977">
            <a:extLst>
              <a:ext uri="{FF2B5EF4-FFF2-40B4-BE49-F238E27FC236}">
                <a16:creationId xmlns:a16="http://schemas.microsoft.com/office/drawing/2014/main" id="{4E754CEE-93E6-4E0D-B137-E261C90700F8}"/>
              </a:ext>
            </a:extLst>
          </p:cNvPr>
          <p:cNvSpPr>
            <a:spLocks noGrp="1"/>
          </p:cNvSpPr>
          <p:nvPr/>
        </p:nvSpPr>
        <p:spPr>
          <a:xfrm>
            <a:off x="20362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" name="data_2978">
            <a:extLst>
              <a:ext uri="{FF2B5EF4-FFF2-40B4-BE49-F238E27FC236}">
                <a16:creationId xmlns:a16="http://schemas.microsoft.com/office/drawing/2014/main" id="{1F8FF384-C9D9-4E4F-947B-638F38B25EC1}"/>
              </a:ext>
            </a:extLst>
          </p:cNvPr>
          <p:cNvSpPr>
            <a:spLocks noGrp="1"/>
          </p:cNvSpPr>
          <p:nvPr/>
        </p:nvSpPr>
        <p:spPr>
          <a:xfrm>
            <a:off x="1870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" name="data_2979">
            <a:extLst>
              <a:ext uri="{FF2B5EF4-FFF2-40B4-BE49-F238E27FC236}">
                <a16:creationId xmlns:a16="http://schemas.microsoft.com/office/drawing/2014/main" id="{964538E0-A728-4743-AB64-D261E1B72B83}"/>
              </a:ext>
            </a:extLst>
          </p:cNvPr>
          <p:cNvSpPr>
            <a:spLocks noGrp="1"/>
          </p:cNvSpPr>
          <p:nvPr/>
        </p:nvSpPr>
        <p:spPr>
          <a:xfrm>
            <a:off x="1907285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" name="data_2980">
            <a:extLst>
              <a:ext uri="{FF2B5EF4-FFF2-40B4-BE49-F238E27FC236}">
                <a16:creationId xmlns:a16="http://schemas.microsoft.com/office/drawing/2014/main" id="{18D1D41E-7CF8-4EDA-92C4-CF0243573941}"/>
              </a:ext>
            </a:extLst>
          </p:cNvPr>
          <p:cNvSpPr>
            <a:spLocks noGrp="1"/>
          </p:cNvSpPr>
          <p:nvPr/>
        </p:nvSpPr>
        <p:spPr>
          <a:xfrm>
            <a:off x="1919697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" name="data_2981">
            <a:extLst>
              <a:ext uri="{FF2B5EF4-FFF2-40B4-BE49-F238E27FC236}">
                <a16:creationId xmlns:a16="http://schemas.microsoft.com/office/drawing/2014/main" id="{72A8E52B-9CFF-4A60-8C79-72AF645FDC21}"/>
              </a:ext>
            </a:extLst>
          </p:cNvPr>
          <p:cNvSpPr>
            <a:spLocks noGrp="1"/>
          </p:cNvSpPr>
          <p:nvPr/>
        </p:nvSpPr>
        <p:spPr>
          <a:xfrm>
            <a:off x="1988095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" name="data_2982">
            <a:extLst>
              <a:ext uri="{FF2B5EF4-FFF2-40B4-BE49-F238E27FC236}">
                <a16:creationId xmlns:a16="http://schemas.microsoft.com/office/drawing/2014/main" id="{1581A7D1-78E3-4608-8789-9BBDAD73620A}"/>
              </a:ext>
            </a:extLst>
          </p:cNvPr>
          <p:cNvSpPr>
            <a:spLocks noGrp="1"/>
          </p:cNvSpPr>
          <p:nvPr/>
        </p:nvSpPr>
        <p:spPr>
          <a:xfrm>
            <a:off x="19256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" name="data_2983">
            <a:extLst>
              <a:ext uri="{FF2B5EF4-FFF2-40B4-BE49-F238E27FC236}">
                <a16:creationId xmlns:a16="http://schemas.microsoft.com/office/drawing/2014/main" id="{DE490C75-101A-420A-85D0-5F94E64C3052}"/>
              </a:ext>
            </a:extLst>
          </p:cNvPr>
          <p:cNvSpPr>
            <a:spLocks noGrp="1"/>
          </p:cNvSpPr>
          <p:nvPr/>
        </p:nvSpPr>
        <p:spPr>
          <a:xfrm>
            <a:off x="1994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" name="data_2984">
            <a:extLst>
              <a:ext uri="{FF2B5EF4-FFF2-40B4-BE49-F238E27FC236}">
                <a16:creationId xmlns:a16="http://schemas.microsoft.com/office/drawing/2014/main" id="{0E5B0D44-7430-47BC-B116-F3F398F103E0}"/>
              </a:ext>
            </a:extLst>
          </p:cNvPr>
          <p:cNvSpPr>
            <a:spLocks noGrp="1"/>
          </p:cNvSpPr>
          <p:nvPr/>
        </p:nvSpPr>
        <p:spPr>
          <a:xfrm>
            <a:off x="19655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" name="data_2985">
            <a:extLst>
              <a:ext uri="{FF2B5EF4-FFF2-40B4-BE49-F238E27FC236}">
                <a16:creationId xmlns:a16="http://schemas.microsoft.com/office/drawing/2014/main" id="{1AC52F00-38E4-45A4-962C-71DE8CA70534}"/>
              </a:ext>
            </a:extLst>
          </p:cNvPr>
          <p:cNvSpPr>
            <a:spLocks noGrp="1"/>
          </p:cNvSpPr>
          <p:nvPr/>
        </p:nvSpPr>
        <p:spPr>
          <a:xfrm>
            <a:off x="19530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" name="data_2986">
            <a:extLst>
              <a:ext uri="{FF2B5EF4-FFF2-40B4-BE49-F238E27FC236}">
                <a16:creationId xmlns:a16="http://schemas.microsoft.com/office/drawing/2014/main" id="{18013932-28CA-4094-9B2F-F07C4DC24ECC}"/>
              </a:ext>
            </a:extLst>
          </p:cNvPr>
          <p:cNvSpPr>
            <a:spLocks noGrp="1"/>
          </p:cNvSpPr>
          <p:nvPr/>
        </p:nvSpPr>
        <p:spPr>
          <a:xfrm>
            <a:off x="190349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" name="data_2987">
            <a:extLst>
              <a:ext uri="{FF2B5EF4-FFF2-40B4-BE49-F238E27FC236}">
                <a16:creationId xmlns:a16="http://schemas.microsoft.com/office/drawing/2014/main" id="{F08C35F4-7E31-4541-BC45-1EACF847DEAA}"/>
              </a:ext>
            </a:extLst>
          </p:cNvPr>
          <p:cNvSpPr>
            <a:spLocks noGrp="1"/>
          </p:cNvSpPr>
          <p:nvPr/>
        </p:nvSpPr>
        <p:spPr>
          <a:xfrm>
            <a:off x="187501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" name="data_2988">
            <a:extLst>
              <a:ext uri="{FF2B5EF4-FFF2-40B4-BE49-F238E27FC236}">
                <a16:creationId xmlns:a16="http://schemas.microsoft.com/office/drawing/2014/main" id="{7777486B-741A-4B58-9A59-8A97D2F639FD}"/>
              </a:ext>
            </a:extLst>
          </p:cNvPr>
          <p:cNvSpPr>
            <a:spLocks noGrp="1"/>
          </p:cNvSpPr>
          <p:nvPr/>
        </p:nvSpPr>
        <p:spPr>
          <a:xfrm>
            <a:off x="19520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" name="data_2989">
            <a:extLst>
              <a:ext uri="{FF2B5EF4-FFF2-40B4-BE49-F238E27FC236}">
                <a16:creationId xmlns:a16="http://schemas.microsoft.com/office/drawing/2014/main" id="{5C4B40E0-0E79-477F-9E91-BF88E6AE1DA7}"/>
              </a:ext>
            </a:extLst>
          </p:cNvPr>
          <p:cNvSpPr>
            <a:spLocks noGrp="1"/>
          </p:cNvSpPr>
          <p:nvPr/>
        </p:nvSpPr>
        <p:spPr>
          <a:xfrm>
            <a:off x="18681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" name="data_2990">
            <a:extLst>
              <a:ext uri="{FF2B5EF4-FFF2-40B4-BE49-F238E27FC236}">
                <a16:creationId xmlns:a16="http://schemas.microsoft.com/office/drawing/2014/main" id="{32CD7F33-DF1A-4FC7-8D93-81D58152CACD}"/>
              </a:ext>
            </a:extLst>
          </p:cNvPr>
          <p:cNvSpPr>
            <a:spLocks noGrp="1"/>
          </p:cNvSpPr>
          <p:nvPr/>
        </p:nvSpPr>
        <p:spPr>
          <a:xfrm>
            <a:off x="1880181" y="252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" name="data_2991">
            <a:extLst>
              <a:ext uri="{FF2B5EF4-FFF2-40B4-BE49-F238E27FC236}">
                <a16:creationId xmlns:a16="http://schemas.microsoft.com/office/drawing/2014/main" id="{DEDB012D-5BB9-483A-8E72-2BB07C834404}"/>
              </a:ext>
            </a:extLst>
          </p:cNvPr>
          <p:cNvSpPr>
            <a:spLocks noGrp="1"/>
          </p:cNvSpPr>
          <p:nvPr/>
        </p:nvSpPr>
        <p:spPr>
          <a:xfrm>
            <a:off x="1885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" name="data_2992">
            <a:extLst>
              <a:ext uri="{FF2B5EF4-FFF2-40B4-BE49-F238E27FC236}">
                <a16:creationId xmlns:a16="http://schemas.microsoft.com/office/drawing/2014/main" id="{F9303B00-AE08-4B54-8902-740C65EABF02}"/>
              </a:ext>
            </a:extLst>
          </p:cNvPr>
          <p:cNvSpPr>
            <a:spLocks noGrp="1"/>
          </p:cNvSpPr>
          <p:nvPr/>
        </p:nvSpPr>
        <p:spPr>
          <a:xfrm>
            <a:off x="1964564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" name="data_2993">
            <a:extLst>
              <a:ext uri="{FF2B5EF4-FFF2-40B4-BE49-F238E27FC236}">
                <a16:creationId xmlns:a16="http://schemas.microsoft.com/office/drawing/2014/main" id="{4145768E-327F-41E7-920E-C82D06859D58}"/>
              </a:ext>
            </a:extLst>
          </p:cNvPr>
          <p:cNvSpPr>
            <a:spLocks noGrp="1"/>
          </p:cNvSpPr>
          <p:nvPr/>
        </p:nvSpPr>
        <p:spPr>
          <a:xfrm>
            <a:off x="20290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" name="data_2994">
            <a:extLst>
              <a:ext uri="{FF2B5EF4-FFF2-40B4-BE49-F238E27FC236}">
                <a16:creationId xmlns:a16="http://schemas.microsoft.com/office/drawing/2014/main" id="{3D7E2395-BC08-400D-86CA-09E25431EED8}"/>
              </a:ext>
            </a:extLst>
          </p:cNvPr>
          <p:cNvSpPr>
            <a:spLocks noGrp="1"/>
          </p:cNvSpPr>
          <p:nvPr/>
        </p:nvSpPr>
        <p:spPr>
          <a:xfrm>
            <a:off x="19834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" name="data_2995">
            <a:extLst>
              <a:ext uri="{FF2B5EF4-FFF2-40B4-BE49-F238E27FC236}">
                <a16:creationId xmlns:a16="http://schemas.microsoft.com/office/drawing/2014/main" id="{80D27258-15F7-4276-AADA-02774D06ED2A}"/>
              </a:ext>
            </a:extLst>
          </p:cNvPr>
          <p:cNvSpPr>
            <a:spLocks noGrp="1"/>
          </p:cNvSpPr>
          <p:nvPr/>
        </p:nvSpPr>
        <p:spPr>
          <a:xfrm>
            <a:off x="2010330" y="25188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" name="data_2996">
            <a:extLst>
              <a:ext uri="{FF2B5EF4-FFF2-40B4-BE49-F238E27FC236}">
                <a16:creationId xmlns:a16="http://schemas.microsoft.com/office/drawing/2014/main" id="{C659F6AE-2E5B-42CA-8C0C-074247DF80EA}"/>
              </a:ext>
            </a:extLst>
          </p:cNvPr>
          <p:cNvSpPr>
            <a:spLocks noGrp="1"/>
          </p:cNvSpPr>
          <p:nvPr/>
        </p:nvSpPr>
        <p:spPr>
          <a:xfrm>
            <a:off x="1929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" name="data_2997">
            <a:extLst>
              <a:ext uri="{FF2B5EF4-FFF2-40B4-BE49-F238E27FC236}">
                <a16:creationId xmlns:a16="http://schemas.microsoft.com/office/drawing/2014/main" id="{F18F510D-8DA5-4443-8CBA-CB43AC6C9E34}"/>
              </a:ext>
            </a:extLst>
          </p:cNvPr>
          <p:cNvSpPr>
            <a:spLocks noGrp="1"/>
          </p:cNvSpPr>
          <p:nvPr/>
        </p:nvSpPr>
        <p:spPr>
          <a:xfrm>
            <a:off x="20100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" name="data_2998">
            <a:extLst>
              <a:ext uri="{FF2B5EF4-FFF2-40B4-BE49-F238E27FC236}">
                <a16:creationId xmlns:a16="http://schemas.microsoft.com/office/drawing/2014/main" id="{D914F926-F9AE-4F04-96DE-D58DAAEA49A9}"/>
              </a:ext>
            </a:extLst>
          </p:cNvPr>
          <p:cNvSpPr>
            <a:spLocks noGrp="1"/>
          </p:cNvSpPr>
          <p:nvPr/>
        </p:nvSpPr>
        <p:spPr>
          <a:xfrm>
            <a:off x="1996223" y="28889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" name="data_2999">
            <a:extLst>
              <a:ext uri="{FF2B5EF4-FFF2-40B4-BE49-F238E27FC236}">
                <a16:creationId xmlns:a16="http://schemas.microsoft.com/office/drawing/2014/main" id="{FD666918-08BE-425C-A3B7-479980DE7A6C}"/>
              </a:ext>
            </a:extLst>
          </p:cNvPr>
          <p:cNvSpPr>
            <a:spLocks noGrp="1"/>
          </p:cNvSpPr>
          <p:nvPr/>
        </p:nvSpPr>
        <p:spPr>
          <a:xfrm>
            <a:off x="1903798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" name="data_3000">
            <a:extLst>
              <a:ext uri="{FF2B5EF4-FFF2-40B4-BE49-F238E27FC236}">
                <a16:creationId xmlns:a16="http://schemas.microsoft.com/office/drawing/2014/main" id="{8E553CEC-296A-4FFC-AE17-FBD0D752EEF3}"/>
              </a:ext>
            </a:extLst>
          </p:cNvPr>
          <p:cNvSpPr>
            <a:spLocks noGrp="1"/>
          </p:cNvSpPr>
          <p:nvPr/>
        </p:nvSpPr>
        <p:spPr>
          <a:xfrm>
            <a:off x="204536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" name="data_3001">
            <a:extLst>
              <a:ext uri="{FF2B5EF4-FFF2-40B4-BE49-F238E27FC236}">
                <a16:creationId xmlns:a16="http://schemas.microsoft.com/office/drawing/2014/main" id="{D50D1C2B-B3B4-4A9C-A1DF-80ED9D0C3993}"/>
              </a:ext>
            </a:extLst>
          </p:cNvPr>
          <p:cNvSpPr>
            <a:spLocks noGrp="1"/>
          </p:cNvSpPr>
          <p:nvPr/>
        </p:nvSpPr>
        <p:spPr>
          <a:xfrm>
            <a:off x="183450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" name="data_3002">
            <a:extLst>
              <a:ext uri="{FF2B5EF4-FFF2-40B4-BE49-F238E27FC236}">
                <a16:creationId xmlns:a16="http://schemas.microsoft.com/office/drawing/2014/main" id="{3AE26157-8434-46DE-9B9B-90AFB8293F14}"/>
              </a:ext>
            </a:extLst>
          </p:cNvPr>
          <p:cNvSpPr>
            <a:spLocks noGrp="1"/>
          </p:cNvSpPr>
          <p:nvPr/>
        </p:nvSpPr>
        <p:spPr>
          <a:xfrm>
            <a:off x="194203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" name="data_3003">
            <a:extLst>
              <a:ext uri="{FF2B5EF4-FFF2-40B4-BE49-F238E27FC236}">
                <a16:creationId xmlns:a16="http://schemas.microsoft.com/office/drawing/2014/main" id="{F7162113-2468-4FD7-AE1A-4E0D517440C9}"/>
              </a:ext>
            </a:extLst>
          </p:cNvPr>
          <p:cNvSpPr>
            <a:spLocks noGrp="1"/>
          </p:cNvSpPr>
          <p:nvPr/>
        </p:nvSpPr>
        <p:spPr>
          <a:xfrm>
            <a:off x="1864063" y="2481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" name="data_3004">
            <a:extLst>
              <a:ext uri="{FF2B5EF4-FFF2-40B4-BE49-F238E27FC236}">
                <a16:creationId xmlns:a16="http://schemas.microsoft.com/office/drawing/2014/main" id="{7ECC4508-E18B-4490-A269-5304FE730D06}"/>
              </a:ext>
            </a:extLst>
          </p:cNvPr>
          <p:cNvSpPr>
            <a:spLocks noGrp="1"/>
          </p:cNvSpPr>
          <p:nvPr/>
        </p:nvSpPr>
        <p:spPr>
          <a:xfrm>
            <a:off x="202857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" name="data_3005">
            <a:extLst>
              <a:ext uri="{FF2B5EF4-FFF2-40B4-BE49-F238E27FC236}">
                <a16:creationId xmlns:a16="http://schemas.microsoft.com/office/drawing/2014/main" id="{47CE75DF-53EC-4BDF-B301-97FC88957935}"/>
              </a:ext>
            </a:extLst>
          </p:cNvPr>
          <p:cNvSpPr>
            <a:spLocks noGrp="1"/>
          </p:cNvSpPr>
          <p:nvPr/>
        </p:nvSpPr>
        <p:spPr>
          <a:xfrm>
            <a:off x="18937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" name="data_3006">
            <a:extLst>
              <a:ext uri="{FF2B5EF4-FFF2-40B4-BE49-F238E27FC236}">
                <a16:creationId xmlns:a16="http://schemas.microsoft.com/office/drawing/2014/main" id="{5FFFAAAC-A6FC-4681-B073-233276D317AB}"/>
              </a:ext>
            </a:extLst>
          </p:cNvPr>
          <p:cNvSpPr>
            <a:spLocks noGrp="1"/>
          </p:cNvSpPr>
          <p:nvPr/>
        </p:nvSpPr>
        <p:spPr>
          <a:xfrm>
            <a:off x="18785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" name="data_3007">
            <a:extLst>
              <a:ext uri="{FF2B5EF4-FFF2-40B4-BE49-F238E27FC236}">
                <a16:creationId xmlns:a16="http://schemas.microsoft.com/office/drawing/2014/main" id="{1A27F249-621B-45FE-8B92-F8704168DC7D}"/>
              </a:ext>
            </a:extLst>
          </p:cNvPr>
          <p:cNvSpPr>
            <a:spLocks noGrp="1"/>
          </p:cNvSpPr>
          <p:nvPr/>
        </p:nvSpPr>
        <p:spPr>
          <a:xfrm>
            <a:off x="198009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" name="data_3008">
            <a:extLst>
              <a:ext uri="{FF2B5EF4-FFF2-40B4-BE49-F238E27FC236}">
                <a16:creationId xmlns:a16="http://schemas.microsoft.com/office/drawing/2014/main" id="{ECD4F95D-CE2C-4540-A9C5-AAFF336A4B76}"/>
              </a:ext>
            </a:extLst>
          </p:cNvPr>
          <p:cNvSpPr>
            <a:spLocks noGrp="1"/>
          </p:cNvSpPr>
          <p:nvPr/>
        </p:nvSpPr>
        <p:spPr>
          <a:xfrm>
            <a:off x="1929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" name="data_3009">
            <a:extLst>
              <a:ext uri="{FF2B5EF4-FFF2-40B4-BE49-F238E27FC236}">
                <a16:creationId xmlns:a16="http://schemas.microsoft.com/office/drawing/2014/main" id="{4D22975C-9CB9-4069-A326-5984AE080666}"/>
              </a:ext>
            </a:extLst>
          </p:cNvPr>
          <p:cNvSpPr>
            <a:spLocks noGrp="1"/>
          </p:cNvSpPr>
          <p:nvPr/>
        </p:nvSpPr>
        <p:spPr>
          <a:xfrm>
            <a:off x="18617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" name="data_3010">
            <a:extLst>
              <a:ext uri="{FF2B5EF4-FFF2-40B4-BE49-F238E27FC236}">
                <a16:creationId xmlns:a16="http://schemas.microsoft.com/office/drawing/2014/main" id="{01F69B5E-D33B-4934-AA19-6016737A3758}"/>
              </a:ext>
            </a:extLst>
          </p:cNvPr>
          <p:cNvSpPr>
            <a:spLocks noGrp="1"/>
          </p:cNvSpPr>
          <p:nvPr/>
        </p:nvSpPr>
        <p:spPr>
          <a:xfrm>
            <a:off x="186375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" name="data_3011">
            <a:extLst>
              <a:ext uri="{FF2B5EF4-FFF2-40B4-BE49-F238E27FC236}">
                <a16:creationId xmlns:a16="http://schemas.microsoft.com/office/drawing/2014/main" id="{D4E142D2-5E6A-4EF5-B602-B0EE0BDD701B}"/>
              </a:ext>
            </a:extLst>
          </p:cNvPr>
          <p:cNvSpPr>
            <a:spLocks noGrp="1"/>
          </p:cNvSpPr>
          <p:nvPr/>
        </p:nvSpPr>
        <p:spPr>
          <a:xfrm>
            <a:off x="190773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" name="data_3012">
            <a:extLst>
              <a:ext uri="{FF2B5EF4-FFF2-40B4-BE49-F238E27FC236}">
                <a16:creationId xmlns:a16="http://schemas.microsoft.com/office/drawing/2014/main" id="{F0EC7EA0-2CD5-45E4-ACBF-C23BDD630F54}"/>
              </a:ext>
            </a:extLst>
          </p:cNvPr>
          <p:cNvSpPr>
            <a:spLocks noGrp="1"/>
          </p:cNvSpPr>
          <p:nvPr/>
        </p:nvSpPr>
        <p:spPr>
          <a:xfrm>
            <a:off x="1951089" y="26869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" name="data_3013">
            <a:extLst>
              <a:ext uri="{FF2B5EF4-FFF2-40B4-BE49-F238E27FC236}">
                <a16:creationId xmlns:a16="http://schemas.microsoft.com/office/drawing/2014/main" id="{3BA91E13-C936-47C3-9C55-9CEE97E3488A}"/>
              </a:ext>
            </a:extLst>
          </p:cNvPr>
          <p:cNvSpPr>
            <a:spLocks noGrp="1"/>
          </p:cNvSpPr>
          <p:nvPr/>
        </p:nvSpPr>
        <p:spPr>
          <a:xfrm>
            <a:off x="188018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" name="data_3014">
            <a:extLst>
              <a:ext uri="{FF2B5EF4-FFF2-40B4-BE49-F238E27FC236}">
                <a16:creationId xmlns:a16="http://schemas.microsoft.com/office/drawing/2014/main" id="{B026A03E-1DE7-4465-A023-D64C397185CD}"/>
              </a:ext>
            </a:extLst>
          </p:cNvPr>
          <p:cNvSpPr>
            <a:spLocks noGrp="1"/>
          </p:cNvSpPr>
          <p:nvPr/>
        </p:nvSpPr>
        <p:spPr>
          <a:xfrm>
            <a:off x="1902753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" name="data_3015">
            <a:extLst>
              <a:ext uri="{FF2B5EF4-FFF2-40B4-BE49-F238E27FC236}">
                <a16:creationId xmlns:a16="http://schemas.microsoft.com/office/drawing/2014/main" id="{A582BB1B-82BE-4196-BCFB-6EA8461C2375}"/>
              </a:ext>
            </a:extLst>
          </p:cNvPr>
          <p:cNvSpPr>
            <a:spLocks noGrp="1"/>
          </p:cNvSpPr>
          <p:nvPr/>
        </p:nvSpPr>
        <p:spPr>
          <a:xfrm>
            <a:off x="1859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" name="data_3016">
            <a:extLst>
              <a:ext uri="{FF2B5EF4-FFF2-40B4-BE49-F238E27FC236}">
                <a16:creationId xmlns:a16="http://schemas.microsoft.com/office/drawing/2014/main" id="{8C6B55B1-FA74-44D3-8D53-CCF76545F0AE}"/>
              </a:ext>
            </a:extLst>
          </p:cNvPr>
          <p:cNvSpPr>
            <a:spLocks noGrp="1"/>
          </p:cNvSpPr>
          <p:nvPr/>
        </p:nvSpPr>
        <p:spPr>
          <a:xfrm>
            <a:off x="1959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" name="data_3017">
            <a:extLst>
              <a:ext uri="{FF2B5EF4-FFF2-40B4-BE49-F238E27FC236}">
                <a16:creationId xmlns:a16="http://schemas.microsoft.com/office/drawing/2014/main" id="{9DAFDF90-DC64-408D-BB14-0D735551AB18}"/>
              </a:ext>
            </a:extLst>
          </p:cNvPr>
          <p:cNvSpPr>
            <a:spLocks noGrp="1"/>
          </p:cNvSpPr>
          <p:nvPr/>
        </p:nvSpPr>
        <p:spPr>
          <a:xfrm>
            <a:off x="185650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" name="data_3018">
            <a:extLst>
              <a:ext uri="{FF2B5EF4-FFF2-40B4-BE49-F238E27FC236}">
                <a16:creationId xmlns:a16="http://schemas.microsoft.com/office/drawing/2014/main" id="{5E50FA22-E0F8-4C36-A0FC-4C0EFFE16938}"/>
              </a:ext>
            </a:extLst>
          </p:cNvPr>
          <p:cNvSpPr>
            <a:spLocks noGrp="1"/>
          </p:cNvSpPr>
          <p:nvPr/>
        </p:nvSpPr>
        <p:spPr>
          <a:xfrm>
            <a:off x="2014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" name="data_3019">
            <a:extLst>
              <a:ext uri="{FF2B5EF4-FFF2-40B4-BE49-F238E27FC236}">
                <a16:creationId xmlns:a16="http://schemas.microsoft.com/office/drawing/2014/main" id="{E45B38FF-F210-4CA2-B842-5E2B2E08E55A}"/>
              </a:ext>
            </a:extLst>
          </p:cNvPr>
          <p:cNvSpPr>
            <a:spLocks noGrp="1"/>
          </p:cNvSpPr>
          <p:nvPr/>
        </p:nvSpPr>
        <p:spPr>
          <a:xfrm>
            <a:off x="193745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" name="data_3020">
            <a:extLst>
              <a:ext uri="{FF2B5EF4-FFF2-40B4-BE49-F238E27FC236}">
                <a16:creationId xmlns:a16="http://schemas.microsoft.com/office/drawing/2014/main" id="{2BFDF686-EA35-4C8B-B5A7-F4507B849E93}"/>
              </a:ext>
            </a:extLst>
          </p:cNvPr>
          <p:cNvSpPr>
            <a:spLocks noGrp="1"/>
          </p:cNvSpPr>
          <p:nvPr/>
        </p:nvSpPr>
        <p:spPr>
          <a:xfrm>
            <a:off x="199073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" name="data_3021">
            <a:extLst>
              <a:ext uri="{FF2B5EF4-FFF2-40B4-BE49-F238E27FC236}">
                <a16:creationId xmlns:a16="http://schemas.microsoft.com/office/drawing/2014/main" id="{9C3951B6-3C75-4E2A-9077-85D3E00BB561}"/>
              </a:ext>
            </a:extLst>
          </p:cNvPr>
          <p:cNvSpPr>
            <a:spLocks noGrp="1"/>
          </p:cNvSpPr>
          <p:nvPr/>
        </p:nvSpPr>
        <p:spPr>
          <a:xfrm>
            <a:off x="196445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" name="data_3022">
            <a:extLst>
              <a:ext uri="{FF2B5EF4-FFF2-40B4-BE49-F238E27FC236}">
                <a16:creationId xmlns:a16="http://schemas.microsoft.com/office/drawing/2014/main" id="{6BA72F7D-6570-4E44-8B45-663CE5DC6A93}"/>
              </a:ext>
            </a:extLst>
          </p:cNvPr>
          <p:cNvSpPr>
            <a:spLocks noGrp="1"/>
          </p:cNvSpPr>
          <p:nvPr/>
        </p:nvSpPr>
        <p:spPr>
          <a:xfrm>
            <a:off x="188138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" name="data_3023">
            <a:extLst>
              <a:ext uri="{FF2B5EF4-FFF2-40B4-BE49-F238E27FC236}">
                <a16:creationId xmlns:a16="http://schemas.microsoft.com/office/drawing/2014/main" id="{E3A2DE79-43E8-4422-9B02-4E1F3BCB1DA5}"/>
              </a:ext>
            </a:extLst>
          </p:cNvPr>
          <p:cNvSpPr>
            <a:spLocks noGrp="1"/>
          </p:cNvSpPr>
          <p:nvPr/>
        </p:nvSpPr>
        <p:spPr>
          <a:xfrm>
            <a:off x="18372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" name="data_3024">
            <a:extLst>
              <a:ext uri="{FF2B5EF4-FFF2-40B4-BE49-F238E27FC236}">
                <a16:creationId xmlns:a16="http://schemas.microsoft.com/office/drawing/2014/main" id="{672C38D3-9ED7-4248-9F8E-0A64CE3E004E}"/>
              </a:ext>
            </a:extLst>
          </p:cNvPr>
          <p:cNvSpPr>
            <a:spLocks noGrp="1"/>
          </p:cNvSpPr>
          <p:nvPr/>
        </p:nvSpPr>
        <p:spPr>
          <a:xfrm>
            <a:off x="19129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" name="data_3025">
            <a:extLst>
              <a:ext uri="{FF2B5EF4-FFF2-40B4-BE49-F238E27FC236}">
                <a16:creationId xmlns:a16="http://schemas.microsoft.com/office/drawing/2014/main" id="{9EF9EFF9-9C3F-47DA-9BF1-72D22CA6E58D}"/>
              </a:ext>
            </a:extLst>
          </p:cNvPr>
          <p:cNvSpPr>
            <a:spLocks noGrp="1"/>
          </p:cNvSpPr>
          <p:nvPr/>
        </p:nvSpPr>
        <p:spPr>
          <a:xfrm>
            <a:off x="2020178" y="2753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" name="data_3026">
            <a:extLst>
              <a:ext uri="{FF2B5EF4-FFF2-40B4-BE49-F238E27FC236}">
                <a16:creationId xmlns:a16="http://schemas.microsoft.com/office/drawing/2014/main" id="{51849AE7-2935-42D5-B7D5-525B29C26B5F}"/>
              </a:ext>
            </a:extLst>
          </p:cNvPr>
          <p:cNvSpPr>
            <a:spLocks noGrp="1"/>
          </p:cNvSpPr>
          <p:nvPr/>
        </p:nvSpPr>
        <p:spPr>
          <a:xfrm>
            <a:off x="18345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" name="data_3027">
            <a:extLst>
              <a:ext uri="{FF2B5EF4-FFF2-40B4-BE49-F238E27FC236}">
                <a16:creationId xmlns:a16="http://schemas.microsoft.com/office/drawing/2014/main" id="{76D79C29-CD5D-499E-9E3D-22DFCFDDE9FA}"/>
              </a:ext>
            </a:extLst>
          </p:cNvPr>
          <p:cNvSpPr>
            <a:spLocks noGrp="1"/>
          </p:cNvSpPr>
          <p:nvPr/>
        </p:nvSpPr>
        <p:spPr>
          <a:xfrm>
            <a:off x="2034869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" name="data_3028">
            <a:extLst>
              <a:ext uri="{FF2B5EF4-FFF2-40B4-BE49-F238E27FC236}">
                <a16:creationId xmlns:a16="http://schemas.microsoft.com/office/drawing/2014/main" id="{DA5CC20C-95A1-4EE3-88DE-A40E9EC8EAB6}"/>
              </a:ext>
            </a:extLst>
          </p:cNvPr>
          <p:cNvSpPr>
            <a:spLocks noGrp="1"/>
          </p:cNvSpPr>
          <p:nvPr/>
        </p:nvSpPr>
        <p:spPr>
          <a:xfrm>
            <a:off x="201831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" name="data_3029">
            <a:extLst>
              <a:ext uri="{FF2B5EF4-FFF2-40B4-BE49-F238E27FC236}">
                <a16:creationId xmlns:a16="http://schemas.microsoft.com/office/drawing/2014/main" id="{C62B306B-4255-4017-B985-7F93B12D55E7}"/>
              </a:ext>
            </a:extLst>
          </p:cNvPr>
          <p:cNvSpPr>
            <a:spLocks noGrp="1"/>
          </p:cNvSpPr>
          <p:nvPr/>
        </p:nvSpPr>
        <p:spPr>
          <a:xfrm>
            <a:off x="196812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" name="data_3030">
            <a:extLst>
              <a:ext uri="{FF2B5EF4-FFF2-40B4-BE49-F238E27FC236}">
                <a16:creationId xmlns:a16="http://schemas.microsoft.com/office/drawing/2014/main" id="{45F53F7E-B50E-4017-8FA6-7A8091BE9221}"/>
              </a:ext>
            </a:extLst>
          </p:cNvPr>
          <p:cNvSpPr>
            <a:spLocks noGrp="1"/>
          </p:cNvSpPr>
          <p:nvPr/>
        </p:nvSpPr>
        <p:spPr>
          <a:xfrm>
            <a:off x="201428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" name="data_3031">
            <a:extLst>
              <a:ext uri="{FF2B5EF4-FFF2-40B4-BE49-F238E27FC236}">
                <a16:creationId xmlns:a16="http://schemas.microsoft.com/office/drawing/2014/main" id="{AB06683A-42A6-4409-8B5E-CA335D6B5E9F}"/>
              </a:ext>
            </a:extLst>
          </p:cNvPr>
          <p:cNvSpPr>
            <a:spLocks noGrp="1"/>
          </p:cNvSpPr>
          <p:nvPr/>
        </p:nvSpPr>
        <p:spPr>
          <a:xfrm>
            <a:off x="201471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" name="data_3032">
            <a:extLst>
              <a:ext uri="{FF2B5EF4-FFF2-40B4-BE49-F238E27FC236}">
                <a16:creationId xmlns:a16="http://schemas.microsoft.com/office/drawing/2014/main" id="{2B0486F1-CCAC-4E08-84AE-9450EDB0E37F}"/>
              </a:ext>
            </a:extLst>
          </p:cNvPr>
          <p:cNvSpPr>
            <a:spLocks noGrp="1"/>
          </p:cNvSpPr>
          <p:nvPr/>
        </p:nvSpPr>
        <p:spPr>
          <a:xfrm>
            <a:off x="19081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" name="data_3033">
            <a:extLst>
              <a:ext uri="{FF2B5EF4-FFF2-40B4-BE49-F238E27FC236}">
                <a16:creationId xmlns:a16="http://schemas.microsoft.com/office/drawing/2014/main" id="{5CF0C084-7D69-40A0-9A75-2EFBA2B4D5A5}"/>
              </a:ext>
            </a:extLst>
          </p:cNvPr>
          <p:cNvSpPr>
            <a:spLocks noGrp="1"/>
          </p:cNvSpPr>
          <p:nvPr/>
        </p:nvSpPr>
        <p:spPr>
          <a:xfrm>
            <a:off x="1927461" y="279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" name="data_3034">
            <a:extLst>
              <a:ext uri="{FF2B5EF4-FFF2-40B4-BE49-F238E27FC236}">
                <a16:creationId xmlns:a16="http://schemas.microsoft.com/office/drawing/2014/main" id="{8C322148-74E1-42F8-991F-5E50E781D558}"/>
              </a:ext>
            </a:extLst>
          </p:cNvPr>
          <p:cNvSpPr>
            <a:spLocks noGrp="1"/>
          </p:cNvSpPr>
          <p:nvPr/>
        </p:nvSpPr>
        <p:spPr>
          <a:xfrm>
            <a:off x="19441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" name="data_3035">
            <a:extLst>
              <a:ext uri="{FF2B5EF4-FFF2-40B4-BE49-F238E27FC236}">
                <a16:creationId xmlns:a16="http://schemas.microsoft.com/office/drawing/2014/main" id="{042E5EC8-9A17-4090-9032-5EABE3F95B52}"/>
              </a:ext>
            </a:extLst>
          </p:cNvPr>
          <p:cNvSpPr>
            <a:spLocks noGrp="1"/>
          </p:cNvSpPr>
          <p:nvPr/>
        </p:nvSpPr>
        <p:spPr>
          <a:xfrm>
            <a:off x="1989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" name="data_3036">
            <a:extLst>
              <a:ext uri="{FF2B5EF4-FFF2-40B4-BE49-F238E27FC236}">
                <a16:creationId xmlns:a16="http://schemas.microsoft.com/office/drawing/2014/main" id="{233D3953-7555-4A6F-AFCB-5E8BB0828FBD}"/>
              </a:ext>
            </a:extLst>
          </p:cNvPr>
          <p:cNvSpPr>
            <a:spLocks noGrp="1"/>
          </p:cNvSpPr>
          <p:nvPr/>
        </p:nvSpPr>
        <p:spPr>
          <a:xfrm>
            <a:off x="20446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" name="data_3037">
            <a:extLst>
              <a:ext uri="{FF2B5EF4-FFF2-40B4-BE49-F238E27FC236}">
                <a16:creationId xmlns:a16="http://schemas.microsoft.com/office/drawing/2014/main" id="{9C619139-ECBB-40E9-B09A-116C0087136A}"/>
              </a:ext>
            </a:extLst>
          </p:cNvPr>
          <p:cNvSpPr>
            <a:spLocks noGrp="1"/>
          </p:cNvSpPr>
          <p:nvPr/>
        </p:nvSpPr>
        <p:spPr>
          <a:xfrm>
            <a:off x="1962954" y="3026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" name="data_3038">
            <a:extLst>
              <a:ext uri="{FF2B5EF4-FFF2-40B4-BE49-F238E27FC236}">
                <a16:creationId xmlns:a16="http://schemas.microsoft.com/office/drawing/2014/main" id="{92362367-F6ED-4AF1-8265-0A2FA3B11B79}"/>
              </a:ext>
            </a:extLst>
          </p:cNvPr>
          <p:cNvSpPr>
            <a:spLocks noGrp="1"/>
          </p:cNvSpPr>
          <p:nvPr/>
        </p:nvSpPr>
        <p:spPr>
          <a:xfrm>
            <a:off x="19602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" name="data_3039">
            <a:extLst>
              <a:ext uri="{FF2B5EF4-FFF2-40B4-BE49-F238E27FC236}">
                <a16:creationId xmlns:a16="http://schemas.microsoft.com/office/drawing/2014/main" id="{2968C60A-4343-436D-9533-8B160E4854E7}"/>
              </a:ext>
            </a:extLst>
          </p:cNvPr>
          <p:cNvSpPr>
            <a:spLocks noGrp="1"/>
          </p:cNvSpPr>
          <p:nvPr/>
        </p:nvSpPr>
        <p:spPr>
          <a:xfrm>
            <a:off x="1989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" name="data_3040">
            <a:extLst>
              <a:ext uri="{FF2B5EF4-FFF2-40B4-BE49-F238E27FC236}">
                <a16:creationId xmlns:a16="http://schemas.microsoft.com/office/drawing/2014/main" id="{8B1B0590-680D-4068-8705-EACFFA2FFDEC}"/>
              </a:ext>
            </a:extLst>
          </p:cNvPr>
          <p:cNvSpPr>
            <a:spLocks noGrp="1"/>
          </p:cNvSpPr>
          <p:nvPr/>
        </p:nvSpPr>
        <p:spPr>
          <a:xfrm>
            <a:off x="1936090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" name="data_3041">
            <a:extLst>
              <a:ext uri="{FF2B5EF4-FFF2-40B4-BE49-F238E27FC236}">
                <a16:creationId xmlns:a16="http://schemas.microsoft.com/office/drawing/2014/main" id="{0F9D09CC-A13A-425F-9FC0-A3F5234BF0AF}"/>
              </a:ext>
            </a:extLst>
          </p:cNvPr>
          <p:cNvSpPr>
            <a:spLocks noGrp="1"/>
          </p:cNvSpPr>
          <p:nvPr/>
        </p:nvSpPr>
        <p:spPr>
          <a:xfrm>
            <a:off x="183792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" name="data_3042">
            <a:extLst>
              <a:ext uri="{FF2B5EF4-FFF2-40B4-BE49-F238E27FC236}">
                <a16:creationId xmlns:a16="http://schemas.microsoft.com/office/drawing/2014/main" id="{19A8220A-0FC6-468D-959C-4F37828F06F2}"/>
              </a:ext>
            </a:extLst>
          </p:cNvPr>
          <p:cNvSpPr>
            <a:spLocks noGrp="1"/>
          </p:cNvSpPr>
          <p:nvPr/>
        </p:nvSpPr>
        <p:spPr>
          <a:xfrm>
            <a:off x="2018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" name="data_3043">
            <a:extLst>
              <a:ext uri="{FF2B5EF4-FFF2-40B4-BE49-F238E27FC236}">
                <a16:creationId xmlns:a16="http://schemas.microsoft.com/office/drawing/2014/main" id="{9D591BC2-5848-468A-821F-BC99E7B00800}"/>
              </a:ext>
            </a:extLst>
          </p:cNvPr>
          <p:cNvSpPr>
            <a:spLocks noGrp="1"/>
          </p:cNvSpPr>
          <p:nvPr/>
        </p:nvSpPr>
        <p:spPr>
          <a:xfrm>
            <a:off x="19634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" name="data_3044">
            <a:extLst>
              <a:ext uri="{FF2B5EF4-FFF2-40B4-BE49-F238E27FC236}">
                <a16:creationId xmlns:a16="http://schemas.microsoft.com/office/drawing/2014/main" id="{A6A56D9F-D8DF-434D-B355-815CB061FF1E}"/>
              </a:ext>
            </a:extLst>
          </p:cNvPr>
          <p:cNvSpPr>
            <a:spLocks noGrp="1"/>
          </p:cNvSpPr>
          <p:nvPr/>
        </p:nvSpPr>
        <p:spPr>
          <a:xfrm>
            <a:off x="1873351" y="3193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" name="data_3045">
            <a:extLst>
              <a:ext uri="{FF2B5EF4-FFF2-40B4-BE49-F238E27FC236}">
                <a16:creationId xmlns:a16="http://schemas.microsoft.com/office/drawing/2014/main" id="{6A2777DB-3F1A-48E6-B01A-7B2FF8BEA209}"/>
              </a:ext>
            </a:extLst>
          </p:cNvPr>
          <p:cNvSpPr>
            <a:spLocks noGrp="1"/>
          </p:cNvSpPr>
          <p:nvPr/>
        </p:nvSpPr>
        <p:spPr>
          <a:xfrm>
            <a:off x="20498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" name="data_3046">
            <a:extLst>
              <a:ext uri="{FF2B5EF4-FFF2-40B4-BE49-F238E27FC236}">
                <a16:creationId xmlns:a16="http://schemas.microsoft.com/office/drawing/2014/main" id="{BD87C29E-CEAC-470D-ABCF-6BE330BBD207}"/>
              </a:ext>
            </a:extLst>
          </p:cNvPr>
          <p:cNvSpPr>
            <a:spLocks noGrp="1"/>
          </p:cNvSpPr>
          <p:nvPr/>
        </p:nvSpPr>
        <p:spPr>
          <a:xfrm>
            <a:off x="190747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" name="data_3047">
            <a:extLst>
              <a:ext uri="{FF2B5EF4-FFF2-40B4-BE49-F238E27FC236}">
                <a16:creationId xmlns:a16="http://schemas.microsoft.com/office/drawing/2014/main" id="{B8FBD26A-7155-4B83-A42F-FF56CB4A36A9}"/>
              </a:ext>
            </a:extLst>
          </p:cNvPr>
          <p:cNvSpPr>
            <a:spLocks noGrp="1"/>
          </p:cNvSpPr>
          <p:nvPr/>
        </p:nvSpPr>
        <p:spPr>
          <a:xfrm>
            <a:off x="203407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" name="data_3048">
            <a:extLst>
              <a:ext uri="{FF2B5EF4-FFF2-40B4-BE49-F238E27FC236}">
                <a16:creationId xmlns:a16="http://schemas.microsoft.com/office/drawing/2014/main" id="{B050B3D6-3E55-4301-868A-2B28914FBE55}"/>
              </a:ext>
            </a:extLst>
          </p:cNvPr>
          <p:cNvSpPr>
            <a:spLocks noGrp="1"/>
          </p:cNvSpPr>
          <p:nvPr/>
        </p:nvSpPr>
        <p:spPr>
          <a:xfrm>
            <a:off x="18503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" name="data_3049">
            <a:extLst>
              <a:ext uri="{FF2B5EF4-FFF2-40B4-BE49-F238E27FC236}">
                <a16:creationId xmlns:a16="http://schemas.microsoft.com/office/drawing/2014/main" id="{B599A18A-0C36-4807-9D04-E021B0621DC5}"/>
              </a:ext>
            </a:extLst>
          </p:cNvPr>
          <p:cNvSpPr>
            <a:spLocks noGrp="1"/>
          </p:cNvSpPr>
          <p:nvPr/>
        </p:nvSpPr>
        <p:spPr>
          <a:xfrm>
            <a:off x="205091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" name="data_3050">
            <a:extLst>
              <a:ext uri="{FF2B5EF4-FFF2-40B4-BE49-F238E27FC236}">
                <a16:creationId xmlns:a16="http://schemas.microsoft.com/office/drawing/2014/main" id="{222DB80D-C5B2-42EF-BE48-A277FBC405F7}"/>
              </a:ext>
            </a:extLst>
          </p:cNvPr>
          <p:cNvSpPr>
            <a:spLocks noGrp="1"/>
          </p:cNvSpPr>
          <p:nvPr/>
        </p:nvSpPr>
        <p:spPr>
          <a:xfrm>
            <a:off x="20469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" name="data_3051">
            <a:extLst>
              <a:ext uri="{FF2B5EF4-FFF2-40B4-BE49-F238E27FC236}">
                <a16:creationId xmlns:a16="http://schemas.microsoft.com/office/drawing/2014/main" id="{BA4A1D96-94F0-48BF-9438-EEC6F9308F72}"/>
              </a:ext>
            </a:extLst>
          </p:cNvPr>
          <p:cNvSpPr>
            <a:spLocks noGrp="1"/>
          </p:cNvSpPr>
          <p:nvPr/>
        </p:nvSpPr>
        <p:spPr>
          <a:xfrm>
            <a:off x="1997240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" name="data_3052">
            <a:extLst>
              <a:ext uri="{FF2B5EF4-FFF2-40B4-BE49-F238E27FC236}">
                <a16:creationId xmlns:a16="http://schemas.microsoft.com/office/drawing/2014/main" id="{79AED926-9298-4583-AB94-E028C2268F3E}"/>
              </a:ext>
            </a:extLst>
          </p:cNvPr>
          <p:cNvSpPr>
            <a:spLocks noGrp="1"/>
          </p:cNvSpPr>
          <p:nvPr/>
        </p:nvSpPr>
        <p:spPr>
          <a:xfrm>
            <a:off x="194321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" name="data_3053">
            <a:extLst>
              <a:ext uri="{FF2B5EF4-FFF2-40B4-BE49-F238E27FC236}">
                <a16:creationId xmlns:a16="http://schemas.microsoft.com/office/drawing/2014/main" id="{6DCA3EDC-38E8-42BD-92DF-7FD51F06F63E}"/>
              </a:ext>
            </a:extLst>
          </p:cNvPr>
          <p:cNvSpPr>
            <a:spLocks noGrp="1"/>
          </p:cNvSpPr>
          <p:nvPr/>
        </p:nvSpPr>
        <p:spPr>
          <a:xfrm>
            <a:off x="188005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" name="data_3054">
            <a:extLst>
              <a:ext uri="{FF2B5EF4-FFF2-40B4-BE49-F238E27FC236}">
                <a16:creationId xmlns:a16="http://schemas.microsoft.com/office/drawing/2014/main" id="{B422A6AA-9E7D-437E-AED7-3E32AFB67A0D}"/>
              </a:ext>
            </a:extLst>
          </p:cNvPr>
          <p:cNvSpPr>
            <a:spLocks noGrp="1"/>
          </p:cNvSpPr>
          <p:nvPr/>
        </p:nvSpPr>
        <p:spPr>
          <a:xfrm>
            <a:off x="200762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" name="data_3055">
            <a:extLst>
              <a:ext uri="{FF2B5EF4-FFF2-40B4-BE49-F238E27FC236}">
                <a16:creationId xmlns:a16="http://schemas.microsoft.com/office/drawing/2014/main" id="{66C3F8CB-8EDE-4E91-A3DB-4889E88AA7B9}"/>
              </a:ext>
            </a:extLst>
          </p:cNvPr>
          <p:cNvSpPr>
            <a:spLocks noGrp="1"/>
          </p:cNvSpPr>
          <p:nvPr/>
        </p:nvSpPr>
        <p:spPr>
          <a:xfrm>
            <a:off x="204210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" name="data_3056">
            <a:extLst>
              <a:ext uri="{FF2B5EF4-FFF2-40B4-BE49-F238E27FC236}">
                <a16:creationId xmlns:a16="http://schemas.microsoft.com/office/drawing/2014/main" id="{E00B775C-1755-4331-96D8-EA8E642B2DEA}"/>
              </a:ext>
            </a:extLst>
          </p:cNvPr>
          <p:cNvSpPr>
            <a:spLocks noGrp="1"/>
          </p:cNvSpPr>
          <p:nvPr/>
        </p:nvSpPr>
        <p:spPr>
          <a:xfrm>
            <a:off x="1880641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" name="data_3057">
            <a:extLst>
              <a:ext uri="{FF2B5EF4-FFF2-40B4-BE49-F238E27FC236}">
                <a16:creationId xmlns:a16="http://schemas.microsoft.com/office/drawing/2014/main" id="{5CBDB874-C760-4D16-8FEE-254A67AE1BFD}"/>
              </a:ext>
            </a:extLst>
          </p:cNvPr>
          <p:cNvSpPr>
            <a:spLocks noGrp="1"/>
          </p:cNvSpPr>
          <p:nvPr/>
        </p:nvSpPr>
        <p:spPr>
          <a:xfrm>
            <a:off x="1862650" y="33847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" name="data_3058">
            <a:extLst>
              <a:ext uri="{FF2B5EF4-FFF2-40B4-BE49-F238E27FC236}">
                <a16:creationId xmlns:a16="http://schemas.microsoft.com/office/drawing/2014/main" id="{552E4573-9243-4A0B-90DC-FAD257433B26}"/>
              </a:ext>
            </a:extLst>
          </p:cNvPr>
          <p:cNvSpPr>
            <a:spLocks noGrp="1"/>
          </p:cNvSpPr>
          <p:nvPr/>
        </p:nvSpPr>
        <p:spPr>
          <a:xfrm>
            <a:off x="19917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" name="data_3059">
            <a:extLst>
              <a:ext uri="{FF2B5EF4-FFF2-40B4-BE49-F238E27FC236}">
                <a16:creationId xmlns:a16="http://schemas.microsoft.com/office/drawing/2014/main" id="{53D5277A-E246-48B0-84BB-3CF4F3788C7F}"/>
              </a:ext>
            </a:extLst>
          </p:cNvPr>
          <p:cNvSpPr>
            <a:spLocks noGrp="1"/>
          </p:cNvSpPr>
          <p:nvPr/>
        </p:nvSpPr>
        <p:spPr>
          <a:xfrm>
            <a:off x="1834346" y="2695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" name="data_3060">
            <a:extLst>
              <a:ext uri="{FF2B5EF4-FFF2-40B4-BE49-F238E27FC236}">
                <a16:creationId xmlns:a16="http://schemas.microsoft.com/office/drawing/2014/main" id="{9F421C0D-D040-463B-A60A-3AEFA4E1CB56}"/>
              </a:ext>
            </a:extLst>
          </p:cNvPr>
          <p:cNvSpPr>
            <a:spLocks noGrp="1"/>
          </p:cNvSpPr>
          <p:nvPr/>
        </p:nvSpPr>
        <p:spPr>
          <a:xfrm>
            <a:off x="190561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" name="data_3061">
            <a:extLst>
              <a:ext uri="{FF2B5EF4-FFF2-40B4-BE49-F238E27FC236}">
                <a16:creationId xmlns:a16="http://schemas.microsoft.com/office/drawing/2014/main" id="{DE1E16AF-B2AE-4475-A2BE-557568AB876D}"/>
              </a:ext>
            </a:extLst>
          </p:cNvPr>
          <p:cNvSpPr>
            <a:spLocks noGrp="1"/>
          </p:cNvSpPr>
          <p:nvPr/>
        </p:nvSpPr>
        <p:spPr>
          <a:xfrm>
            <a:off x="19060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" name="data_3062">
            <a:extLst>
              <a:ext uri="{FF2B5EF4-FFF2-40B4-BE49-F238E27FC236}">
                <a16:creationId xmlns:a16="http://schemas.microsoft.com/office/drawing/2014/main" id="{1B5CBB94-3B90-49E4-8EEA-86BAAA359B0B}"/>
              </a:ext>
            </a:extLst>
          </p:cNvPr>
          <p:cNvSpPr>
            <a:spLocks noGrp="1"/>
          </p:cNvSpPr>
          <p:nvPr/>
        </p:nvSpPr>
        <p:spPr>
          <a:xfrm>
            <a:off x="19681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" name="data_3063">
            <a:extLst>
              <a:ext uri="{FF2B5EF4-FFF2-40B4-BE49-F238E27FC236}">
                <a16:creationId xmlns:a16="http://schemas.microsoft.com/office/drawing/2014/main" id="{DF6741DB-7A89-46EB-8A8E-C2977093E6A8}"/>
              </a:ext>
            </a:extLst>
          </p:cNvPr>
          <p:cNvSpPr>
            <a:spLocks noGrp="1"/>
          </p:cNvSpPr>
          <p:nvPr/>
        </p:nvSpPr>
        <p:spPr>
          <a:xfrm>
            <a:off x="199918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" name="data_3064">
            <a:extLst>
              <a:ext uri="{FF2B5EF4-FFF2-40B4-BE49-F238E27FC236}">
                <a16:creationId xmlns:a16="http://schemas.microsoft.com/office/drawing/2014/main" id="{9B50198A-E619-49CD-8C23-D0E7BEFEA90A}"/>
              </a:ext>
            </a:extLst>
          </p:cNvPr>
          <p:cNvSpPr>
            <a:spLocks noGrp="1"/>
          </p:cNvSpPr>
          <p:nvPr/>
        </p:nvSpPr>
        <p:spPr>
          <a:xfrm>
            <a:off x="199740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" name="data_3065">
            <a:extLst>
              <a:ext uri="{FF2B5EF4-FFF2-40B4-BE49-F238E27FC236}">
                <a16:creationId xmlns:a16="http://schemas.microsoft.com/office/drawing/2014/main" id="{4F98D1A7-C58A-4F37-A651-449231EB6131}"/>
              </a:ext>
            </a:extLst>
          </p:cNvPr>
          <p:cNvSpPr>
            <a:spLocks noGrp="1"/>
          </p:cNvSpPr>
          <p:nvPr/>
        </p:nvSpPr>
        <p:spPr>
          <a:xfrm>
            <a:off x="199507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" name="data_3066">
            <a:extLst>
              <a:ext uri="{FF2B5EF4-FFF2-40B4-BE49-F238E27FC236}">
                <a16:creationId xmlns:a16="http://schemas.microsoft.com/office/drawing/2014/main" id="{F7E539F2-2419-44D6-A82D-B2D54596B1A8}"/>
              </a:ext>
            </a:extLst>
          </p:cNvPr>
          <p:cNvSpPr>
            <a:spLocks noGrp="1"/>
          </p:cNvSpPr>
          <p:nvPr/>
        </p:nvSpPr>
        <p:spPr>
          <a:xfrm>
            <a:off x="187235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" name="data_3067">
            <a:extLst>
              <a:ext uri="{FF2B5EF4-FFF2-40B4-BE49-F238E27FC236}">
                <a16:creationId xmlns:a16="http://schemas.microsoft.com/office/drawing/2014/main" id="{4DB67E99-7300-480A-8D26-CEE3ABDACF34}"/>
              </a:ext>
            </a:extLst>
          </p:cNvPr>
          <p:cNvSpPr>
            <a:spLocks noGrp="1"/>
          </p:cNvSpPr>
          <p:nvPr/>
        </p:nvSpPr>
        <p:spPr>
          <a:xfrm>
            <a:off x="1925744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" name="data_3068">
            <a:extLst>
              <a:ext uri="{FF2B5EF4-FFF2-40B4-BE49-F238E27FC236}">
                <a16:creationId xmlns:a16="http://schemas.microsoft.com/office/drawing/2014/main" id="{305E8094-3CDD-4D36-867E-C7D39054AAC4}"/>
              </a:ext>
            </a:extLst>
          </p:cNvPr>
          <p:cNvSpPr>
            <a:spLocks noGrp="1"/>
          </p:cNvSpPr>
          <p:nvPr/>
        </p:nvSpPr>
        <p:spPr>
          <a:xfrm>
            <a:off x="188789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" name="data_3069">
            <a:extLst>
              <a:ext uri="{FF2B5EF4-FFF2-40B4-BE49-F238E27FC236}">
                <a16:creationId xmlns:a16="http://schemas.microsoft.com/office/drawing/2014/main" id="{D511D63E-C6D4-48BE-8B43-4277C7F3DF87}"/>
              </a:ext>
            </a:extLst>
          </p:cNvPr>
          <p:cNvSpPr>
            <a:spLocks noGrp="1"/>
          </p:cNvSpPr>
          <p:nvPr/>
        </p:nvSpPr>
        <p:spPr>
          <a:xfrm>
            <a:off x="19208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" name="data_3070">
            <a:extLst>
              <a:ext uri="{FF2B5EF4-FFF2-40B4-BE49-F238E27FC236}">
                <a16:creationId xmlns:a16="http://schemas.microsoft.com/office/drawing/2014/main" id="{66F460B5-4C63-4B71-90F2-674CD048910B}"/>
              </a:ext>
            </a:extLst>
          </p:cNvPr>
          <p:cNvSpPr>
            <a:spLocks noGrp="1"/>
          </p:cNvSpPr>
          <p:nvPr/>
        </p:nvSpPr>
        <p:spPr>
          <a:xfrm>
            <a:off x="24663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" name="data_3071">
            <a:extLst>
              <a:ext uri="{FF2B5EF4-FFF2-40B4-BE49-F238E27FC236}">
                <a16:creationId xmlns:a16="http://schemas.microsoft.com/office/drawing/2014/main" id="{D244D66B-3FC6-4438-9336-6EBB9034C765}"/>
              </a:ext>
            </a:extLst>
          </p:cNvPr>
          <p:cNvSpPr>
            <a:spLocks noGrp="1"/>
          </p:cNvSpPr>
          <p:nvPr/>
        </p:nvSpPr>
        <p:spPr>
          <a:xfrm>
            <a:off x="24662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" name="data_3072">
            <a:extLst>
              <a:ext uri="{FF2B5EF4-FFF2-40B4-BE49-F238E27FC236}">
                <a16:creationId xmlns:a16="http://schemas.microsoft.com/office/drawing/2014/main" id="{FAF9B5EC-63CC-465D-83E2-9B0395BB1097}"/>
              </a:ext>
            </a:extLst>
          </p:cNvPr>
          <p:cNvSpPr>
            <a:spLocks noGrp="1"/>
          </p:cNvSpPr>
          <p:nvPr/>
        </p:nvSpPr>
        <p:spPr>
          <a:xfrm>
            <a:off x="24543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" name="data_3073">
            <a:extLst>
              <a:ext uri="{FF2B5EF4-FFF2-40B4-BE49-F238E27FC236}">
                <a16:creationId xmlns:a16="http://schemas.microsoft.com/office/drawing/2014/main" id="{1240FE8B-8787-48AC-A440-72C04F2CCA29}"/>
              </a:ext>
            </a:extLst>
          </p:cNvPr>
          <p:cNvSpPr>
            <a:spLocks noGrp="1"/>
          </p:cNvSpPr>
          <p:nvPr/>
        </p:nvSpPr>
        <p:spPr>
          <a:xfrm>
            <a:off x="2476246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" name="data_3074">
            <a:extLst>
              <a:ext uri="{FF2B5EF4-FFF2-40B4-BE49-F238E27FC236}">
                <a16:creationId xmlns:a16="http://schemas.microsoft.com/office/drawing/2014/main" id="{6A9A60F3-FD7F-478F-950C-E9709DAF74FB}"/>
              </a:ext>
            </a:extLst>
          </p:cNvPr>
          <p:cNvSpPr>
            <a:spLocks noGrp="1"/>
          </p:cNvSpPr>
          <p:nvPr/>
        </p:nvSpPr>
        <p:spPr>
          <a:xfrm>
            <a:off x="2382099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" name="data_3075">
            <a:extLst>
              <a:ext uri="{FF2B5EF4-FFF2-40B4-BE49-F238E27FC236}">
                <a16:creationId xmlns:a16="http://schemas.microsoft.com/office/drawing/2014/main" id="{A80C5428-B8B3-4571-B943-B35B68C00CB8}"/>
              </a:ext>
            </a:extLst>
          </p:cNvPr>
          <p:cNvSpPr>
            <a:spLocks noGrp="1"/>
          </p:cNvSpPr>
          <p:nvPr/>
        </p:nvSpPr>
        <p:spPr>
          <a:xfrm>
            <a:off x="24974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" name="data_3076">
            <a:extLst>
              <a:ext uri="{FF2B5EF4-FFF2-40B4-BE49-F238E27FC236}">
                <a16:creationId xmlns:a16="http://schemas.microsoft.com/office/drawing/2014/main" id="{894F4922-939E-4A13-A14D-A99CEB5C61ED}"/>
              </a:ext>
            </a:extLst>
          </p:cNvPr>
          <p:cNvSpPr>
            <a:spLocks noGrp="1"/>
          </p:cNvSpPr>
          <p:nvPr/>
        </p:nvSpPr>
        <p:spPr>
          <a:xfrm>
            <a:off x="2418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" name="data_3077">
            <a:extLst>
              <a:ext uri="{FF2B5EF4-FFF2-40B4-BE49-F238E27FC236}">
                <a16:creationId xmlns:a16="http://schemas.microsoft.com/office/drawing/2014/main" id="{EB21A64F-91B5-4E48-B655-7F64FC7DC441}"/>
              </a:ext>
            </a:extLst>
          </p:cNvPr>
          <p:cNvSpPr>
            <a:spLocks noGrp="1"/>
          </p:cNvSpPr>
          <p:nvPr/>
        </p:nvSpPr>
        <p:spPr>
          <a:xfrm>
            <a:off x="23156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" name="data_3078">
            <a:extLst>
              <a:ext uri="{FF2B5EF4-FFF2-40B4-BE49-F238E27FC236}">
                <a16:creationId xmlns:a16="http://schemas.microsoft.com/office/drawing/2014/main" id="{6EAB17B0-5233-43E0-A644-A6749E0F7E1D}"/>
              </a:ext>
            </a:extLst>
          </p:cNvPr>
          <p:cNvSpPr>
            <a:spLocks noGrp="1"/>
          </p:cNvSpPr>
          <p:nvPr/>
        </p:nvSpPr>
        <p:spPr>
          <a:xfrm>
            <a:off x="2296362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" name="data_3079">
            <a:extLst>
              <a:ext uri="{FF2B5EF4-FFF2-40B4-BE49-F238E27FC236}">
                <a16:creationId xmlns:a16="http://schemas.microsoft.com/office/drawing/2014/main" id="{59F93C20-ED5D-4CD5-96A7-D21B20C80D9A}"/>
              </a:ext>
            </a:extLst>
          </p:cNvPr>
          <p:cNvSpPr>
            <a:spLocks noGrp="1"/>
          </p:cNvSpPr>
          <p:nvPr/>
        </p:nvSpPr>
        <p:spPr>
          <a:xfrm>
            <a:off x="246938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" name="data_3080">
            <a:extLst>
              <a:ext uri="{FF2B5EF4-FFF2-40B4-BE49-F238E27FC236}">
                <a16:creationId xmlns:a16="http://schemas.microsoft.com/office/drawing/2014/main" id="{A9161DBE-3BA2-4CED-B4F5-6D23406930B3}"/>
              </a:ext>
            </a:extLst>
          </p:cNvPr>
          <p:cNvSpPr>
            <a:spLocks noGrp="1"/>
          </p:cNvSpPr>
          <p:nvPr/>
        </p:nvSpPr>
        <p:spPr>
          <a:xfrm>
            <a:off x="2417195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" name="data_3081">
            <a:extLst>
              <a:ext uri="{FF2B5EF4-FFF2-40B4-BE49-F238E27FC236}">
                <a16:creationId xmlns:a16="http://schemas.microsoft.com/office/drawing/2014/main" id="{A13700EE-4A96-4BCE-94C4-A1CF418B728D}"/>
              </a:ext>
            </a:extLst>
          </p:cNvPr>
          <p:cNvSpPr>
            <a:spLocks noGrp="1"/>
          </p:cNvSpPr>
          <p:nvPr/>
        </p:nvSpPr>
        <p:spPr>
          <a:xfrm>
            <a:off x="23480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" name="data_3082">
            <a:extLst>
              <a:ext uri="{FF2B5EF4-FFF2-40B4-BE49-F238E27FC236}">
                <a16:creationId xmlns:a16="http://schemas.microsoft.com/office/drawing/2014/main" id="{D056D9E8-60A6-48DF-8797-88BC7FE75D95}"/>
              </a:ext>
            </a:extLst>
          </p:cNvPr>
          <p:cNvSpPr>
            <a:spLocks noGrp="1"/>
          </p:cNvSpPr>
          <p:nvPr/>
        </p:nvSpPr>
        <p:spPr>
          <a:xfrm>
            <a:off x="241134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" name="data_3083">
            <a:extLst>
              <a:ext uri="{FF2B5EF4-FFF2-40B4-BE49-F238E27FC236}">
                <a16:creationId xmlns:a16="http://schemas.microsoft.com/office/drawing/2014/main" id="{20E6278D-0A76-49B4-878A-907CDA33D2DC}"/>
              </a:ext>
            </a:extLst>
          </p:cNvPr>
          <p:cNvSpPr>
            <a:spLocks noGrp="1"/>
          </p:cNvSpPr>
          <p:nvPr/>
        </p:nvSpPr>
        <p:spPr>
          <a:xfrm>
            <a:off x="2420269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" name="data_3084">
            <a:extLst>
              <a:ext uri="{FF2B5EF4-FFF2-40B4-BE49-F238E27FC236}">
                <a16:creationId xmlns:a16="http://schemas.microsoft.com/office/drawing/2014/main" id="{BD18D001-C42A-4995-BED5-49B3900CC0D7}"/>
              </a:ext>
            </a:extLst>
          </p:cNvPr>
          <p:cNvSpPr>
            <a:spLocks noGrp="1"/>
          </p:cNvSpPr>
          <p:nvPr/>
        </p:nvSpPr>
        <p:spPr>
          <a:xfrm>
            <a:off x="23007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" name="data_3085">
            <a:extLst>
              <a:ext uri="{FF2B5EF4-FFF2-40B4-BE49-F238E27FC236}">
                <a16:creationId xmlns:a16="http://schemas.microsoft.com/office/drawing/2014/main" id="{20ADE523-E426-457B-B551-FAEDCA88850C}"/>
              </a:ext>
            </a:extLst>
          </p:cNvPr>
          <p:cNvSpPr>
            <a:spLocks noGrp="1"/>
          </p:cNvSpPr>
          <p:nvPr/>
        </p:nvSpPr>
        <p:spPr>
          <a:xfrm>
            <a:off x="2459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" name="data_3086">
            <a:extLst>
              <a:ext uri="{FF2B5EF4-FFF2-40B4-BE49-F238E27FC236}">
                <a16:creationId xmlns:a16="http://schemas.microsoft.com/office/drawing/2014/main" id="{7550A849-65F5-43D3-977D-B7DF65C89A33}"/>
              </a:ext>
            </a:extLst>
          </p:cNvPr>
          <p:cNvSpPr>
            <a:spLocks noGrp="1"/>
          </p:cNvSpPr>
          <p:nvPr/>
        </p:nvSpPr>
        <p:spPr>
          <a:xfrm>
            <a:off x="24971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" name="data_3087">
            <a:extLst>
              <a:ext uri="{FF2B5EF4-FFF2-40B4-BE49-F238E27FC236}">
                <a16:creationId xmlns:a16="http://schemas.microsoft.com/office/drawing/2014/main" id="{42E131D9-8B4E-472F-9D9A-9C8FA00D9082}"/>
              </a:ext>
            </a:extLst>
          </p:cNvPr>
          <p:cNvSpPr>
            <a:spLocks noGrp="1"/>
          </p:cNvSpPr>
          <p:nvPr/>
        </p:nvSpPr>
        <p:spPr>
          <a:xfrm>
            <a:off x="23884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" name="data_3088">
            <a:extLst>
              <a:ext uri="{FF2B5EF4-FFF2-40B4-BE49-F238E27FC236}">
                <a16:creationId xmlns:a16="http://schemas.microsoft.com/office/drawing/2014/main" id="{B61ADB41-6B96-47BF-9A0F-4BF1BD25174E}"/>
              </a:ext>
            </a:extLst>
          </p:cNvPr>
          <p:cNvSpPr>
            <a:spLocks noGrp="1"/>
          </p:cNvSpPr>
          <p:nvPr/>
        </p:nvSpPr>
        <p:spPr>
          <a:xfrm>
            <a:off x="24317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" name="data_3089">
            <a:extLst>
              <a:ext uri="{FF2B5EF4-FFF2-40B4-BE49-F238E27FC236}">
                <a16:creationId xmlns:a16="http://schemas.microsoft.com/office/drawing/2014/main" id="{D964D093-38E2-4738-A964-8F5060618254}"/>
              </a:ext>
            </a:extLst>
          </p:cNvPr>
          <p:cNvSpPr>
            <a:spLocks noGrp="1"/>
          </p:cNvSpPr>
          <p:nvPr/>
        </p:nvSpPr>
        <p:spPr>
          <a:xfrm>
            <a:off x="246891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" name="data_3090">
            <a:extLst>
              <a:ext uri="{FF2B5EF4-FFF2-40B4-BE49-F238E27FC236}">
                <a16:creationId xmlns:a16="http://schemas.microsoft.com/office/drawing/2014/main" id="{04E4DBE9-4043-4DBC-992B-545584FCDD98}"/>
              </a:ext>
            </a:extLst>
          </p:cNvPr>
          <p:cNvSpPr>
            <a:spLocks noGrp="1"/>
          </p:cNvSpPr>
          <p:nvPr/>
        </p:nvSpPr>
        <p:spPr>
          <a:xfrm>
            <a:off x="2337436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" name="data_3091">
            <a:extLst>
              <a:ext uri="{FF2B5EF4-FFF2-40B4-BE49-F238E27FC236}">
                <a16:creationId xmlns:a16="http://schemas.microsoft.com/office/drawing/2014/main" id="{448BEB67-CBED-4BF6-B18F-E407A5E01754}"/>
              </a:ext>
            </a:extLst>
          </p:cNvPr>
          <p:cNvSpPr>
            <a:spLocks noGrp="1"/>
          </p:cNvSpPr>
          <p:nvPr/>
        </p:nvSpPr>
        <p:spPr>
          <a:xfrm>
            <a:off x="242189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" name="data_3092">
            <a:extLst>
              <a:ext uri="{FF2B5EF4-FFF2-40B4-BE49-F238E27FC236}">
                <a16:creationId xmlns:a16="http://schemas.microsoft.com/office/drawing/2014/main" id="{0F4C28DC-D9CA-4877-B119-D5A4DE3B6DEC}"/>
              </a:ext>
            </a:extLst>
          </p:cNvPr>
          <p:cNvSpPr>
            <a:spLocks noGrp="1"/>
          </p:cNvSpPr>
          <p:nvPr/>
        </p:nvSpPr>
        <p:spPr>
          <a:xfrm>
            <a:off x="25127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" name="data_3093">
            <a:extLst>
              <a:ext uri="{FF2B5EF4-FFF2-40B4-BE49-F238E27FC236}">
                <a16:creationId xmlns:a16="http://schemas.microsoft.com/office/drawing/2014/main" id="{75D455A7-024A-458E-A732-1C1C3EABF135}"/>
              </a:ext>
            </a:extLst>
          </p:cNvPr>
          <p:cNvSpPr>
            <a:spLocks noGrp="1"/>
          </p:cNvSpPr>
          <p:nvPr/>
        </p:nvSpPr>
        <p:spPr>
          <a:xfrm>
            <a:off x="234171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" name="data_3094">
            <a:extLst>
              <a:ext uri="{FF2B5EF4-FFF2-40B4-BE49-F238E27FC236}">
                <a16:creationId xmlns:a16="http://schemas.microsoft.com/office/drawing/2014/main" id="{C95E3305-90FF-42FE-98A6-DAE290532F4C}"/>
              </a:ext>
            </a:extLst>
          </p:cNvPr>
          <p:cNvSpPr>
            <a:spLocks noGrp="1"/>
          </p:cNvSpPr>
          <p:nvPr/>
        </p:nvSpPr>
        <p:spPr>
          <a:xfrm>
            <a:off x="2401134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" name="data_3095">
            <a:extLst>
              <a:ext uri="{FF2B5EF4-FFF2-40B4-BE49-F238E27FC236}">
                <a16:creationId xmlns:a16="http://schemas.microsoft.com/office/drawing/2014/main" id="{45443C62-A172-4B73-98D4-5E2AC0169318}"/>
              </a:ext>
            </a:extLst>
          </p:cNvPr>
          <p:cNvSpPr>
            <a:spLocks noGrp="1"/>
          </p:cNvSpPr>
          <p:nvPr/>
        </p:nvSpPr>
        <p:spPr>
          <a:xfrm>
            <a:off x="235770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" name="data_3096">
            <a:extLst>
              <a:ext uri="{FF2B5EF4-FFF2-40B4-BE49-F238E27FC236}">
                <a16:creationId xmlns:a16="http://schemas.microsoft.com/office/drawing/2014/main" id="{D6505070-690A-4705-A181-4AA98E3956E4}"/>
              </a:ext>
            </a:extLst>
          </p:cNvPr>
          <p:cNvSpPr>
            <a:spLocks noGrp="1"/>
          </p:cNvSpPr>
          <p:nvPr/>
        </p:nvSpPr>
        <p:spPr>
          <a:xfrm>
            <a:off x="2412045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" name="data_3097">
            <a:extLst>
              <a:ext uri="{FF2B5EF4-FFF2-40B4-BE49-F238E27FC236}">
                <a16:creationId xmlns:a16="http://schemas.microsoft.com/office/drawing/2014/main" id="{E0CEA293-9878-49A3-8E23-75DC4DC7AEEC}"/>
              </a:ext>
            </a:extLst>
          </p:cNvPr>
          <p:cNvSpPr>
            <a:spLocks noGrp="1"/>
          </p:cNvSpPr>
          <p:nvPr/>
        </p:nvSpPr>
        <p:spPr>
          <a:xfrm>
            <a:off x="2457874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" name="data_3098">
            <a:extLst>
              <a:ext uri="{FF2B5EF4-FFF2-40B4-BE49-F238E27FC236}">
                <a16:creationId xmlns:a16="http://schemas.microsoft.com/office/drawing/2014/main" id="{21C1963B-C316-4153-B33A-4F1706848752}"/>
              </a:ext>
            </a:extLst>
          </p:cNvPr>
          <p:cNvSpPr>
            <a:spLocks noGrp="1"/>
          </p:cNvSpPr>
          <p:nvPr/>
        </p:nvSpPr>
        <p:spPr>
          <a:xfrm>
            <a:off x="2435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" name="data_3099">
            <a:extLst>
              <a:ext uri="{FF2B5EF4-FFF2-40B4-BE49-F238E27FC236}">
                <a16:creationId xmlns:a16="http://schemas.microsoft.com/office/drawing/2014/main" id="{E82F83C0-5643-48B4-B38E-B85BF2A396B3}"/>
              </a:ext>
            </a:extLst>
          </p:cNvPr>
          <p:cNvSpPr>
            <a:spLocks noGrp="1"/>
          </p:cNvSpPr>
          <p:nvPr/>
        </p:nvSpPr>
        <p:spPr>
          <a:xfrm>
            <a:off x="23805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" name="data_3100">
            <a:extLst>
              <a:ext uri="{FF2B5EF4-FFF2-40B4-BE49-F238E27FC236}">
                <a16:creationId xmlns:a16="http://schemas.microsoft.com/office/drawing/2014/main" id="{6DEF26C6-24E0-4617-8AAA-4151AE876BB9}"/>
              </a:ext>
            </a:extLst>
          </p:cNvPr>
          <p:cNvSpPr>
            <a:spLocks noGrp="1"/>
          </p:cNvSpPr>
          <p:nvPr/>
        </p:nvSpPr>
        <p:spPr>
          <a:xfrm>
            <a:off x="24043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" name="data_3101">
            <a:extLst>
              <a:ext uri="{FF2B5EF4-FFF2-40B4-BE49-F238E27FC236}">
                <a16:creationId xmlns:a16="http://schemas.microsoft.com/office/drawing/2014/main" id="{90B40713-5905-4363-ACE4-37EAC5D83AB5}"/>
              </a:ext>
            </a:extLst>
          </p:cNvPr>
          <p:cNvSpPr>
            <a:spLocks noGrp="1"/>
          </p:cNvSpPr>
          <p:nvPr/>
        </p:nvSpPr>
        <p:spPr>
          <a:xfrm>
            <a:off x="2318312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" name="data_3102">
            <a:extLst>
              <a:ext uri="{FF2B5EF4-FFF2-40B4-BE49-F238E27FC236}">
                <a16:creationId xmlns:a16="http://schemas.microsoft.com/office/drawing/2014/main" id="{B48ED5F6-EC15-4BDC-A8DE-FA0457C8402E}"/>
              </a:ext>
            </a:extLst>
          </p:cNvPr>
          <p:cNvSpPr>
            <a:spLocks noGrp="1"/>
          </p:cNvSpPr>
          <p:nvPr/>
        </p:nvSpPr>
        <p:spPr>
          <a:xfrm>
            <a:off x="2490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" name="data_3103">
            <a:extLst>
              <a:ext uri="{FF2B5EF4-FFF2-40B4-BE49-F238E27FC236}">
                <a16:creationId xmlns:a16="http://schemas.microsoft.com/office/drawing/2014/main" id="{2CCBEF6B-2411-4202-86F6-4625CF8A0322}"/>
              </a:ext>
            </a:extLst>
          </p:cNvPr>
          <p:cNvSpPr>
            <a:spLocks noGrp="1"/>
          </p:cNvSpPr>
          <p:nvPr/>
        </p:nvSpPr>
        <p:spPr>
          <a:xfrm>
            <a:off x="2306864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" name="data_3104">
            <a:extLst>
              <a:ext uri="{FF2B5EF4-FFF2-40B4-BE49-F238E27FC236}">
                <a16:creationId xmlns:a16="http://schemas.microsoft.com/office/drawing/2014/main" id="{47D57CB3-86F1-4C14-AB2A-6BE2635D1C50}"/>
              </a:ext>
            </a:extLst>
          </p:cNvPr>
          <p:cNvSpPr>
            <a:spLocks noGrp="1"/>
          </p:cNvSpPr>
          <p:nvPr/>
        </p:nvSpPr>
        <p:spPr>
          <a:xfrm>
            <a:off x="24088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" name="data_3105">
            <a:extLst>
              <a:ext uri="{FF2B5EF4-FFF2-40B4-BE49-F238E27FC236}">
                <a16:creationId xmlns:a16="http://schemas.microsoft.com/office/drawing/2014/main" id="{47244ECF-659C-459B-A697-84C02B334EF8}"/>
              </a:ext>
            </a:extLst>
          </p:cNvPr>
          <p:cNvSpPr>
            <a:spLocks noGrp="1"/>
          </p:cNvSpPr>
          <p:nvPr/>
        </p:nvSpPr>
        <p:spPr>
          <a:xfrm>
            <a:off x="2359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" name="data_3106">
            <a:extLst>
              <a:ext uri="{FF2B5EF4-FFF2-40B4-BE49-F238E27FC236}">
                <a16:creationId xmlns:a16="http://schemas.microsoft.com/office/drawing/2014/main" id="{581E95EA-AD5C-4F13-BCBD-EB5E6A3C4737}"/>
              </a:ext>
            </a:extLst>
          </p:cNvPr>
          <p:cNvSpPr>
            <a:spLocks noGrp="1"/>
          </p:cNvSpPr>
          <p:nvPr/>
        </p:nvSpPr>
        <p:spPr>
          <a:xfrm>
            <a:off x="237181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" name="data_3107">
            <a:extLst>
              <a:ext uri="{FF2B5EF4-FFF2-40B4-BE49-F238E27FC236}">
                <a16:creationId xmlns:a16="http://schemas.microsoft.com/office/drawing/2014/main" id="{9DA26CC0-EB09-4406-9AD9-2A223EBCBE66}"/>
              </a:ext>
            </a:extLst>
          </p:cNvPr>
          <p:cNvSpPr>
            <a:spLocks noGrp="1"/>
          </p:cNvSpPr>
          <p:nvPr/>
        </p:nvSpPr>
        <p:spPr>
          <a:xfrm>
            <a:off x="241584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" name="data_3108">
            <a:extLst>
              <a:ext uri="{FF2B5EF4-FFF2-40B4-BE49-F238E27FC236}">
                <a16:creationId xmlns:a16="http://schemas.microsoft.com/office/drawing/2014/main" id="{52B66DE1-44C2-45BB-AABA-CBAABB519E80}"/>
              </a:ext>
            </a:extLst>
          </p:cNvPr>
          <p:cNvSpPr>
            <a:spLocks noGrp="1"/>
          </p:cNvSpPr>
          <p:nvPr/>
        </p:nvSpPr>
        <p:spPr>
          <a:xfrm>
            <a:off x="23056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" name="data_3109">
            <a:extLst>
              <a:ext uri="{FF2B5EF4-FFF2-40B4-BE49-F238E27FC236}">
                <a16:creationId xmlns:a16="http://schemas.microsoft.com/office/drawing/2014/main" id="{BCE1A410-C58C-4CED-BE58-683BC548B193}"/>
              </a:ext>
            </a:extLst>
          </p:cNvPr>
          <p:cNvSpPr>
            <a:spLocks noGrp="1"/>
          </p:cNvSpPr>
          <p:nvPr/>
        </p:nvSpPr>
        <p:spPr>
          <a:xfrm>
            <a:off x="25121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" name="data_3110">
            <a:extLst>
              <a:ext uri="{FF2B5EF4-FFF2-40B4-BE49-F238E27FC236}">
                <a16:creationId xmlns:a16="http://schemas.microsoft.com/office/drawing/2014/main" id="{41B93CF4-C8E9-4B30-8FA8-9B61173E04D0}"/>
              </a:ext>
            </a:extLst>
          </p:cNvPr>
          <p:cNvSpPr>
            <a:spLocks noGrp="1"/>
          </p:cNvSpPr>
          <p:nvPr/>
        </p:nvSpPr>
        <p:spPr>
          <a:xfrm>
            <a:off x="24559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" name="data_3111">
            <a:extLst>
              <a:ext uri="{FF2B5EF4-FFF2-40B4-BE49-F238E27FC236}">
                <a16:creationId xmlns:a16="http://schemas.microsoft.com/office/drawing/2014/main" id="{16D9DC46-B274-4348-AF8B-2F72EF7AA936}"/>
              </a:ext>
            </a:extLst>
          </p:cNvPr>
          <p:cNvSpPr>
            <a:spLocks noGrp="1"/>
          </p:cNvSpPr>
          <p:nvPr/>
        </p:nvSpPr>
        <p:spPr>
          <a:xfrm>
            <a:off x="24493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" name="data_3112">
            <a:extLst>
              <a:ext uri="{FF2B5EF4-FFF2-40B4-BE49-F238E27FC236}">
                <a16:creationId xmlns:a16="http://schemas.microsoft.com/office/drawing/2014/main" id="{F9959213-29BE-47C7-A5A1-C9F15490852F}"/>
              </a:ext>
            </a:extLst>
          </p:cNvPr>
          <p:cNvSpPr>
            <a:spLocks noGrp="1"/>
          </p:cNvSpPr>
          <p:nvPr/>
        </p:nvSpPr>
        <p:spPr>
          <a:xfrm>
            <a:off x="25103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" name="data_3113">
            <a:extLst>
              <a:ext uri="{FF2B5EF4-FFF2-40B4-BE49-F238E27FC236}">
                <a16:creationId xmlns:a16="http://schemas.microsoft.com/office/drawing/2014/main" id="{2430EE52-27B5-4266-B1FE-28FB42ED4A68}"/>
              </a:ext>
            </a:extLst>
          </p:cNvPr>
          <p:cNvSpPr>
            <a:spLocks noGrp="1"/>
          </p:cNvSpPr>
          <p:nvPr/>
        </p:nvSpPr>
        <p:spPr>
          <a:xfrm>
            <a:off x="24234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" name="data_3114">
            <a:extLst>
              <a:ext uri="{FF2B5EF4-FFF2-40B4-BE49-F238E27FC236}">
                <a16:creationId xmlns:a16="http://schemas.microsoft.com/office/drawing/2014/main" id="{7DC4E900-70A3-4F64-945C-F1C63FF32707}"/>
              </a:ext>
            </a:extLst>
          </p:cNvPr>
          <p:cNvSpPr>
            <a:spLocks noGrp="1"/>
          </p:cNvSpPr>
          <p:nvPr/>
        </p:nvSpPr>
        <p:spPr>
          <a:xfrm>
            <a:off x="24644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" name="data_3115">
            <a:extLst>
              <a:ext uri="{FF2B5EF4-FFF2-40B4-BE49-F238E27FC236}">
                <a16:creationId xmlns:a16="http://schemas.microsoft.com/office/drawing/2014/main" id="{B098A19F-2A3A-4EAF-ACC5-5DD602BB40E8}"/>
              </a:ext>
            </a:extLst>
          </p:cNvPr>
          <p:cNvSpPr>
            <a:spLocks noGrp="1"/>
          </p:cNvSpPr>
          <p:nvPr/>
        </p:nvSpPr>
        <p:spPr>
          <a:xfrm>
            <a:off x="23675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" name="data_3116">
            <a:extLst>
              <a:ext uri="{FF2B5EF4-FFF2-40B4-BE49-F238E27FC236}">
                <a16:creationId xmlns:a16="http://schemas.microsoft.com/office/drawing/2014/main" id="{C128C83E-C6C1-41E9-8376-678A58284184}"/>
              </a:ext>
            </a:extLst>
          </p:cNvPr>
          <p:cNvSpPr>
            <a:spLocks noGrp="1"/>
          </p:cNvSpPr>
          <p:nvPr/>
        </p:nvSpPr>
        <p:spPr>
          <a:xfrm>
            <a:off x="233490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" name="data_3117">
            <a:extLst>
              <a:ext uri="{FF2B5EF4-FFF2-40B4-BE49-F238E27FC236}">
                <a16:creationId xmlns:a16="http://schemas.microsoft.com/office/drawing/2014/main" id="{B4B98D7A-B0A3-4924-8DDC-45B58E846ADD}"/>
              </a:ext>
            </a:extLst>
          </p:cNvPr>
          <p:cNvSpPr>
            <a:spLocks noGrp="1"/>
          </p:cNvSpPr>
          <p:nvPr/>
        </p:nvSpPr>
        <p:spPr>
          <a:xfrm>
            <a:off x="24199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1" name="data_3118">
            <a:extLst>
              <a:ext uri="{FF2B5EF4-FFF2-40B4-BE49-F238E27FC236}">
                <a16:creationId xmlns:a16="http://schemas.microsoft.com/office/drawing/2014/main" id="{FE98DE2C-4503-47D7-B03F-1EDA2D70EA86}"/>
              </a:ext>
            </a:extLst>
          </p:cNvPr>
          <p:cNvSpPr>
            <a:spLocks noGrp="1"/>
          </p:cNvSpPr>
          <p:nvPr/>
        </p:nvSpPr>
        <p:spPr>
          <a:xfrm>
            <a:off x="229701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2" name="data_3119">
            <a:extLst>
              <a:ext uri="{FF2B5EF4-FFF2-40B4-BE49-F238E27FC236}">
                <a16:creationId xmlns:a16="http://schemas.microsoft.com/office/drawing/2014/main" id="{9B00110E-0967-4842-9C40-3F2DDD5F8DF7}"/>
              </a:ext>
            </a:extLst>
          </p:cNvPr>
          <p:cNvSpPr>
            <a:spLocks noGrp="1"/>
          </p:cNvSpPr>
          <p:nvPr/>
        </p:nvSpPr>
        <p:spPr>
          <a:xfrm>
            <a:off x="23748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3" name="data_3120">
            <a:extLst>
              <a:ext uri="{FF2B5EF4-FFF2-40B4-BE49-F238E27FC236}">
                <a16:creationId xmlns:a16="http://schemas.microsoft.com/office/drawing/2014/main" id="{60A0121E-3526-4832-B258-F1A470C0D679}"/>
              </a:ext>
            </a:extLst>
          </p:cNvPr>
          <p:cNvSpPr>
            <a:spLocks noGrp="1"/>
          </p:cNvSpPr>
          <p:nvPr/>
        </p:nvSpPr>
        <p:spPr>
          <a:xfrm>
            <a:off x="23874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4" name="data_3121">
            <a:extLst>
              <a:ext uri="{FF2B5EF4-FFF2-40B4-BE49-F238E27FC236}">
                <a16:creationId xmlns:a16="http://schemas.microsoft.com/office/drawing/2014/main" id="{E3A62B2B-E571-4EA2-84E1-27D47794EB82}"/>
              </a:ext>
            </a:extLst>
          </p:cNvPr>
          <p:cNvSpPr>
            <a:spLocks noGrp="1"/>
          </p:cNvSpPr>
          <p:nvPr/>
        </p:nvSpPr>
        <p:spPr>
          <a:xfrm>
            <a:off x="24427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5" name="data_3122">
            <a:extLst>
              <a:ext uri="{FF2B5EF4-FFF2-40B4-BE49-F238E27FC236}">
                <a16:creationId xmlns:a16="http://schemas.microsoft.com/office/drawing/2014/main" id="{3C9CCAE4-4A2C-4331-BB44-1EDB515ABDA0}"/>
              </a:ext>
            </a:extLst>
          </p:cNvPr>
          <p:cNvSpPr>
            <a:spLocks noGrp="1"/>
          </p:cNvSpPr>
          <p:nvPr/>
        </p:nvSpPr>
        <p:spPr>
          <a:xfrm>
            <a:off x="248467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6" name="data_3123">
            <a:extLst>
              <a:ext uri="{FF2B5EF4-FFF2-40B4-BE49-F238E27FC236}">
                <a16:creationId xmlns:a16="http://schemas.microsoft.com/office/drawing/2014/main" id="{49F42C32-FBC8-4D26-9B8E-13C0EFFB8E58}"/>
              </a:ext>
            </a:extLst>
          </p:cNvPr>
          <p:cNvSpPr>
            <a:spLocks noGrp="1"/>
          </p:cNvSpPr>
          <p:nvPr/>
        </p:nvSpPr>
        <p:spPr>
          <a:xfrm>
            <a:off x="2413906" y="2363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7" name="data_3124">
            <a:extLst>
              <a:ext uri="{FF2B5EF4-FFF2-40B4-BE49-F238E27FC236}">
                <a16:creationId xmlns:a16="http://schemas.microsoft.com/office/drawing/2014/main" id="{04901C1D-06BB-4968-AE8F-2E1D1D02F5CD}"/>
              </a:ext>
            </a:extLst>
          </p:cNvPr>
          <p:cNvSpPr>
            <a:spLocks noGrp="1"/>
          </p:cNvSpPr>
          <p:nvPr/>
        </p:nvSpPr>
        <p:spPr>
          <a:xfrm>
            <a:off x="2477269" y="24626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8" name="data_3125">
            <a:extLst>
              <a:ext uri="{FF2B5EF4-FFF2-40B4-BE49-F238E27FC236}">
                <a16:creationId xmlns:a16="http://schemas.microsoft.com/office/drawing/2014/main" id="{D162ECD1-460B-46AF-8992-881480427FE2}"/>
              </a:ext>
            </a:extLst>
          </p:cNvPr>
          <p:cNvSpPr>
            <a:spLocks noGrp="1"/>
          </p:cNvSpPr>
          <p:nvPr/>
        </p:nvSpPr>
        <p:spPr>
          <a:xfrm>
            <a:off x="229789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9" name="data_3126">
            <a:extLst>
              <a:ext uri="{FF2B5EF4-FFF2-40B4-BE49-F238E27FC236}">
                <a16:creationId xmlns:a16="http://schemas.microsoft.com/office/drawing/2014/main" id="{858417FC-B4F5-40F6-926D-BDFF979EDE9D}"/>
              </a:ext>
            </a:extLst>
          </p:cNvPr>
          <p:cNvSpPr>
            <a:spLocks noGrp="1"/>
          </p:cNvSpPr>
          <p:nvPr/>
        </p:nvSpPr>
        <p:spPr>
          <a:xfrm>
            <a:off x="230157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0" name="data_3127">
            <a:extLst>
              <a:ext uri="{FF2B5EF4-FFF2-40B4-BE49-F238E27FC236}">
                <a16:creationId xmlns:a16="http://schemas.microsoft.com/office/drawing/2014/main" id="{8116E836-3678-4584-8590-BF95836D9010}"/>
              </a:ext>
            </a:extLst>
          </p:cNvPr>
          <p:cNvSpPr>
            <a:spLocks noGrp="1"/>
          </p:cNvSpPr>
          <p:nvPr/>
        </p:nvSpPr>
        <p:spPr>
          <a:xfrm>
            <a:off x="2350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1" name="data_3128">
            <a:extLst>
              <a:ext uri="{FF2B5EF4-FFF2-40B4-BE49-F238E27FC236}">
                <a16:creationId xmlns:a16="http://schemas.microsoft.com/office/drawing/2014/main" id="{BC4550AA-3E5D-4D26-8B94-6D20490F958A}"/>
              </a:ext>
            </a:extLst>
          </p:cNvPr>
          <p:cNvSpPr>
            <a:spLocks noGrp="1"/>
          </p:cNvSpPr>
          <p:nvPr/>
        </p:nvSpPr>
        <p:spPr>
          <a:xfrm>
            <a:off x="241520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2" name="data_3129">
            <a:extLst>
              <a:ext uri="{FF2B5EF4-FFF2-40B4-BE49-F238E27FC236}">
                <a16:creationId xmlns:a16="http://schemas.microsoft.com/office/drawing/2014/main" id="{9FB9D329-E66E-4222-A647-A34732D8AE63}"/>
              </a:ext>
            </a:extLst>
          </p:cNvPr>
          <p:cNvSpPr>
            <a:spLocks noGrp="1"/>
          </p:cNvSpPr>
          <p:nvPr/>
        </p:nvSpPr>
        <p:spPr>
          <a:xfrm>
            <a:off x="2339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3" name="data_3130">
            <a:extLst>
              <a:ext uri="{FF2B5EF4-FFF2-40B4-BE49-F238E27FC236}">
                <a16:creationId xmlns:a16="http://schemas.microsoft.com/office/drawing/2014/main" id="{7BC93DF5-D291-48CA-A0A2-04AC15AD91B9}"/>
              </a:ext>
            </a:extLst>
          </p:cNvPr>
          <p:cNvSpPr>
            <a:spLocks noGrp="1"/>
          </p:cNvSpPr>
          <p:nvPr/>
        </p:nvSpPr>
        <p:spPr>
          <a:xfrm>
            <a:off x="2396449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4" name="data_3131">
            <a:extLst>
              <a:ext uri="{FF2B5EF4-FFF2-40B4-BE49-F238E27FC236}">
                <a16:creationId xmlns:a16="http://schemas.microsoft.com/office/drawing/2014/main" id="{E1390132-7DC5-4D6E-A52E-9B6D833F5E7C}"/>
              </a:ext>
            </a:extLst>
          </p:cNvPr>
          <p:cNvSpPr>
            <a:spLocks noGrp="1"/>
          </p:cNvSpPr>
          <p:nvPr/>
        </p:nvSpPr>
        <p:spPr>
          <a:xfrm>
            <a:off x="24251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5" name="data_3132">
            <a:extLst>
              <a:ext uri="{FF2B5EF4-FFF2-40B4-BE49-F238E27FC236}">
                <a16:creationId xmlns:a16="http://schemas.microsoft.com/office/drawing/2014/main" id="{BAC8D7C0-FAAA-4E5C-BFC7-C095D0E642DC}"/>
              </a:ext>
            </a:extLst>
          </p:cNvPr>
          <p:cNvSpPr>
            <a:spLocks noGrp="1"/>
          </p:cNvSpPr>
          <p:nvPr/>
        </p:nvSpPr>
        <p:spPr>
          <a:xfrm>
            <a:off x="2426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6" name="data_3133">
            <a:extLst>
              <a:ext uri="{FF2B5EF4-FFF2-40B4-BE49-F238E27FC236}">
                <a16:creationId xmlns:a16="http://schemas.microsoft.com/office/drawing/2014/main" id="{9D6E0966-DB0C-4837-A016-9B2BCE97A7C3}"/>
              </a:ext>
            </a:extLst>
          </p:cNvPr>
          <p:cNvSpPr>
            <a:spLocks noGrp="1"/>
          </p:cNvSpPr>
          <p:nvPr/>
        </p:nvSpPr>
        <p:spPr>
          <a:xfrm>
            <a:off x="235881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7" name="data_3134">
            <a:extLst>
              <a:ext uri="{FF2B5EF4-FFF2-40B4-BE49-F238E27FC236}">
                <a16:creationId xmlns:a16="http://schemas.microsoft.com/office/drawing/2014/main" id="{1C91F615-6E0C-43F6-B536-4C754AC2CD91}"/>
              </a:ext>
            </a:extLst>
          </p:cNvPr>
          <p:cNvSpPr>
            <a:spLocks noGrp="1"/>
          </p:cNvSpPr>
          <p:nvPr/>
        </p:nvSpPr>
        <p:spPr>
          <a:xfrm>
            <a:off x="24563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8" name="data_3135">
            <a:extLst>
              <a:ext uri="{FF2B5EF4-FFF2-40B4-BE49-F238E27FC236}">
                <a16:creationId xmlns:a16="http://schemas.microsoft.com/office/drawing/2014/main" id="{F994468A-0010-4861-B1B6-401442BF0AAA}"/>
              </a:ext>
            </a:extLst>
          </p:cNvPr>
          <p:cNvSpPr>
            <a:spLocks noGrp="1"/>
          </p:cNvSpPr>
          <p:nvPr/>
        </p:nvSpPr>
        <p:spPr>
          <a:xfrm>
            <a:off x="2434369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9" name="data_3136">
            <a:extLst>
              <a:ext uri="{FF2B5EF4-FFF2-40B4-BE49-F238E27FC236}">
                <a16:creationId xmlns:a16="http://schemas.microsoft.com/office/drawing/2014/main" id="{986A5F26-F3D8-4C75-B143-5DB7A8D9285C}"/>
              </a:ext>
            </a:extLst>
          </p:cNvPr>
          <p:cNvSpPr>
            <a:spLocks noGrp="1"/>
          </p:cNvSpPr>
          <p:nvPr/>
        </p:nvSpPr>
        <p:spPr>
          <a:xfrm>
            <a:off x="2462338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0" name="data_3137">
            <a:extLst>
              <a:ext uri="{FF2B5EF4-FFF2-40B4-BE49-F238E27FC236}">
                <a16:creationId xmlns:a16="http://schemas.microsoft.com/office/drawing/2014/main" id="{2772D075-C970-4F48-BFC4-8769418CA18A}"/>
              </a:ext>
            </a:extLst>
          </p:cNvPr>
          <p:cNvSpPr>
            <a:spLocks noGrp="1"/>
          </p:cNvSpPr>
          <p:nvPr/>
        </p:nvSpPr>
        <p:spPr>
          <a:xfrm>
            <a:off x="23708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1" name="data_3138">
            <a:extLst>
              <a:ext uri="{FF2B5EF4-FFF2-40B4-BE49-F238E27FC236}">
                <a16:creationId xmlns:a16="http://schemas.microsoft.com/office/drawing/2014/main" id="{082B5B68-60F3-406B-A74C-B83BDAAE1C65}"/>
              </a:ext>
            </a:extLst>
          </p:cNvPr>
          <p:cNvSpPr>
            <a:spLocks noGrp="1"/>
          </p:cNvSpPr>
          <p:nvPr/>
        </p:nvSpPr>
        <p:spPr>
          <a:xfrm>
            <a:off x="24323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2" name="data_3139">
            <a:extLst>
              <a:ext uri="{FF2B5EF4-FFF2-40B4-BE49-F238E27FC236}">
                <a16:creationId xmlns:a16="http://schemas.microsoft.com/office/drawing/2014/main" id="{49D2C3D8-D738-4F44-BAA7-D88AFC48C960}"/>
              </a:ext>
            </a:extLst>
          </p:cNvPr>
          <p:cNvSpPr>
            <a:spLocks noGrp="1"/>
          </p:cNvSpPr>
          <p:nvPr/>
        </p:nvSpPr>
        <p:spPr>
          <a:xfrm>
            <a:off x="2488876" y="35360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3" name="data_3140">
            <a:extLst>
              <a:ext uri="{FF2B5EF4-FFF2-40B4-BE49-F238E27FC236}">
                <a16:creationId xmlns:a16="http://schemas.microsoft.com/office/drawing/2014/main" id="{E4A6DE49-9C0E-4691-8D55-336ACAEEE710}"/>
              </a:ext>
            </a:extLst>
          </p:cNvPr>
          <p:cNvSpPr>
            <a:spLocks noGrp="1"/>
          </p:cNvSpPr>
          <p:nvPr/>
        </p:nvSpPr>
        <p:spPr>
          <a:xfrm>
            <a:off x="24036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4" name="data_3141">
            <a:extLst>
              <a:ext uri="{FF2B5EF4-FFF2-40B4-BE49-F238E27FC236}">
                <a16:creationId xmlns:a16="http://schemas.microsoft.com/office/drawing/2014/main" id="{A2C5749A-7EA9-4FBA-A699-062E6702FB73}"/>
              </a:ext>
            </a:extLst>
          </p:cNvPr>
          <p:cNvSpPr>
            <a:spLocks noGrp="1"/>
          </p:cNvSpPr>
          <p:nvPr/>
        </p:nvSpPr>
        <p:spPr>
          <a:xfrm>
            <a:off x="230471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5" name="data_3142">
            <a:extLst>
              <a:ext uri="{FF2B5EF4-FFF2-40B4-BE49-F238E27FC236}">
                <a16:creationId xmlns:a16="http://schemas.microsoft.com/office/drawing/2014/main" id="{488DA922-123B-4DA5-B129-D35F75FED9E4}"/>
              </a:ext>
            </a:extLst>
          </p:cNvPr>
          <p:cNvSpPr>
            <a:spLocks noGrp="1"/>
          </p:cNvSpPr>
          <p:nvPr/>
        </p:nvSpPr>
        <p:spPr>
          <a:xfrm>
            <a:off x="2451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6" name="data_3143">
            <a:extLst>
              <a:ext uri="{FF2B5EF4-FFF2-40B4-BE49-F238E27FC236}">
                <a16:creationId xmlns:a16="http://schemas.microsoft.com/office/drawing/2014/main" id="{78F56FBF-F4CB-4EAE-B498-8B4DED2F3EC7}"/>
              </a:ext>
            </a:extLst>
          </p:cNvPr>
          <p:cNvSpPr>
            <a:spLocks noGrp="1"/>
          </p:cNvSpPr>
          <p:nvPr/>
        </p:nvSpPr>
        <p:spPr>
          <a:xfrm>
            <a:off x="23489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7" name="data_3144">
            <a:extLst>
              <a:ext uri="{FF2B5EF4-FFF2-40B4-BE49-F238E27FC236}">
                <a16:creationId xmlns:a16="http://schemas.microsoft.com/office/drawing/2014/main" id="{E96DFAB7-6D0A-4043-B0DD-29308E271CD7}"/>
              </a:ext>
            </a:extLst>
          </p:cNvPr>
          <p:cNvSpPr>
            <a:spLocks noGrp="1"/>
          </p:cNvSpPr>
          <p:nvPr/>
        </p:nvSpPr>
        <p:spPr>
          <a:xfrm>
            <a:off x="25010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8" name="data_3145">
            <a:extLst>
              <a:ext uri="{FF2B5EF4-FFF2-40B4-BE49-F238E27FC236}">
                <a16:creationId xmlns:a16="http://schemas.microsoft.com/office/drawing/2014/main" id="{8085814B-2694-450C-9FEF-494678091223}"/>
              </a:ext>
            </a:extLst>
          </p:cNvPr>
          <p:cNvSpPr>
            <a:spLocks noGrp="1"/>
          </p:cNvSpPr>
          <p:nvPr/>
        </p:nvSpPr>
        <p:spPr>
          <a:xfrm>
            <a:off x="236649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9" name="data_3146">
            <a:extLst>
              <a:ext uri="{FF2B5EF4-FFF2-40B4-BE49-F238E27FC236}">
                <a16:creationId xmlns:a16="http://schemas.microsoft.com/office/drawing/2014/main" id="{7A5BD783-25BF-44AD-ACF1-FBD3907B74C9}"/>
              </a:ext>
            </a:extLst>
          </p:cNvPr>
          <p:cNvSpPr>
            <a:spLocks noGrp="1"/>
          </p:cNvSpPr>
          <p:nvPr/>
        </p:nvSpPr>
        <p:spPr>
          <a:xfrm>
            <a:off x="229395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0" name="data_3147">
            <a:extLst>
              <a:ext uri="{FF2B5EF4-FFF2-40B4-BE49-F238E27FC236}">
                <a16:creationId xmlns:a16="http://schemas.microsoft.com/office/drawing/2014/main" id="{969E2654-16F4-45D5-842C-ADF76AAECE86}"/>
              </a:ext>
            </a:extLst>
          </p:cNvPr>
          <p:cNvSpPr>
            <a:spLocks noGrp="1"/>
          </p:cNvSpPr>
          <p:nvPr/>
        </p:nvSpPr>
        <p:spPr>
          <a:xfrm>
            <a:off x="24739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1" name="data_3148">
            <a:extLst>
              <a:ext uri="{FF2B5EF4-FFF2-40B4-BE49-F238E27FC236}">
                <a16:creationId xmlns:a16="http://schemas.microsoft.com/office/drawing/2014/main" id="{07DFBB06-CF9C-4BA7-96AA-3B260D2E5F72}"/>
              </a:ext>
            </a:extLst>
          </p:cNvPr>
          <p:cNvSpPr>
            <a:spLocks noGrp="1"/>
          </p:cNvSpPr>
          <p:nvPr/>
        </p:nvSpPr>
        <p:spPr>
          <a:xfrm>
            <a:off x="24049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2" name="data_3149">
            <a:extLst>
              <a:ext uri="{FF2B5EF4-FFF2-40B4-BE49-F238E27FC236}">
                <a16:creationId xmlns:a16="http://schemas.microsoft.com/office/drawing/2014/main" id="{ED4ECD2E-E046-4DA1-8A5D-D9F4DAC57B28}"/>
              </a:ext>
            </a:extLst>
          </p:cNvPr>
          <p:cNvSpPr>
            <a:spLocks noGrp="1"/>
          </p:cNvSpPr>
          <p:nvPr/>
        </p:nvSpPr>
        <p:spPr>
          <a:xfrm>
            <a:off x="2473729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3" name="data_3150">
            <a:extLst>
              <a:ext uri="{FF2B5EF4-FFF2-40B4-BE49-F238E27FC236}">
                <a16:creationId xmlns:a16="http://schemas.microsoft.com/office/drawing/2014/main" id="{C563FF48-3F86-4BB0-95FB-0E5FF4364724}"/>
              </a:ext>
            </a:extLst>
          </p:cNvPr>
          <p:cNvSpPr>
            <a:spLocks noGrp="1"/>
          </p:cNvSpPr>
          <p:nvPr/>
        </p:nvSpPr>
        <p:spPr>
          <a:xfrm>
            <a:off x="23343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4" name="data_3151">
            <a:extLst>
              <a:ext uri="{FF2B5EF4-FFF2-40B4-BE49-F238E27FC236}">
                <a16:creationId xmlns:a16="http://schemas.microsoft.com/office/drawing/2014/main" id="{90CE903C-6783-4D87-BBB3-AFD118553C69}"/>
              </a:ext>
            </a:extLst>
          </p:cNvPr>
          <p:cNvSpPr>
            <a:spLocks noGrp="1"/>
          </p:cNvSpPr>
          <p:nvPr/>
        </p:nvSpPr>
        <p:spPr>
          <a:xfrm>
            <a:off x="23598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5" name="data_3152">
            <a:extLst>
              <a:ext uri="{FF2B5EF4-FFF2-40B4-BE49-F238E27FC236}">
                <a16:creationId xmlns:a16="http://schemas.microsoft.com/office/drawing/2014/main" id="{145AB0DE-2AC4-43EC-9E8E-3E16C6A0A0C1}"/>
              </a:ext>
            </a:extLst>
          </p:cNvPr>
          <p:cNvSpPr>
            <a:spLocks noGrp="1"/>
          </p:cNvSpPr>
          <p:nvPr/>
        </p:nvSpPr>
        <p:spPr>
          <a:xfrm>
            <a:off x="2310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6" name="data_3153">
            <a:extLst>
              <a:ext uri="{FF2B5EF4-FFF2-40B4-BE49-F238E27FC236}">
                <a16:creationId xmlns:a16="http://schemas.microsoft.com/office/drawing/2014/main" id="{CA7999C1-EEA1-4528-B70C-E18096F15254}"/>
              </a:ext>
            </a:extLst>
          </p:cNvPr>
          <p:cNvSpPr>
            <a:spLocks noGrp="1"/>
          </p:cNvSpPr>
          <p:nvPr/>
        </p:nvSpPr>
        <p:spPr>
          <a:xfrm>
            <a:off x="2407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7" name="data_3154">
            <a:extLst>
              <a:ext uri="{FF2B5EF4-FFF2-40B4-BE49-F238E27FC236}">
                <a16:creationId xmlns:a16="http://schemas.microsoft.com/office/drawing/2014/main" id="{DB1A0086-666B-4835-8ACF-C81E9EEC9CE4}"/>
              </a:ext>
            </a:extLst>
          </p:cNvPr>
          <p:cNvSpPr>
            <a:spLocks noGrp="1"/>
          </p:cNvSpPr>
          <p:nvPr/>
        </p:nvSpPr>
        <p:spPr>
          <a:xfrm>
            <a:off x="24823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8" name="data_3155">
            <a:extLst>
              <a:ext uri="{FF2B5EF4-FFF2-40B4-BE49-F238E27FC236}">
                <a16:creationId xmlns:a16="http://schemas.microsoft.com/office/drawing/2014/main" id="{B712B223-32B1-431A-925B-CEC037BD8595}"/>
              </a:ext>
            </a:extLst>
          </p:cNvPr>
          <p:cNvSpPr>
            <a:spLocks noGrp="1"/>
          </p:cNvSpPr>
          <p:nvPr/>
        </p:nvSpPr>
        <p:spPr>
          <a:xfrm>
            <a:off x="24370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9" name="data_3156">
            <a:extLst>
              <a:ext uri="{FF2B5EF4-FFF2-40B4-BE49-F238E27FC236}">
                <a16:creationId xmlns:a16="http://schemas.microsoft.com/office/drawing/2014/main" id="{23883C4D-0F3B-47BC-9193-04931FE31187}"/>
              </a:ext>
            </a:extLst>
          </p:cNvPr>
          <p:cNvSpPr>
            <a:spLocks noGrp="1"/>
          </p:cNvSpPr>
          <p:nvPr/>
        </p:nvSpPr>
        <p:spPr>
          <a:xfrm>
            <a:off x="232198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0" name="data_3157">
            <a:extLst>
              <a:ext uri="{FF2B5EF4-FFF2-40B4-BE49-F238E27FC236}">
                <a16:creationId xmlns:a16="http://schemas.microsoft.com/office/drawing/2014/main" id="{82BCE428-E3A4-45A3-B2DB-6540054006C9}"/>
              </a:ext>
            </a:extLst>
          </p:cNvPr>
          <p:cNvSpPr>
            <a:spLocks noGrp="1"/>
          </p:cNvSpPr>
          <p:nvPr/>
        </p:nvSpPr>
        <p:spPr>
          <a:xfrm>
            <a:off x="2310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1" name="data_3158">
            <a:extLst>
              <a:ext uri="{FF2B5EF4-FFF2-40B4-BE49-F238E27FC236}">
                <a16:creationId xmlns:a16="http://schemas.microsoft.com/office/drawing/2014/main" id="{40AAC8C2-0D79-4E63-8B54-0E193652AA66}"/>
              </a:ext>
            </a:extLst>
          </p:cNvPr>
          <p:cNvSpPr>
            <a:spLocks noGrp="1"/>
          </p:cNvSpPr>
          <p:nvPr/>
        </p:nvSpPr>
        <p:spPr>
          <a:xfrm>
            <a:off x="23977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2" name="data_3159">
            <a:extLst>
              <a:ext uri="{FF2B5EF4-FFF2-40B4-BE49-F238E27FC236}">
                <a16:creationId xmlns:a16="http://schemas.microsoft.com/office/drawing/2014/main" id="{CCD4CBC6-328E-4EFC-8B33-FAB2538DAD02}"/>
              </a:ext>
            </a:extLst>
          </p:cNvPr>
          <p:cNvSpPr>
            <a:spLocks noGrp="1"/>
          </p:cNvSpPr>
          <p:nvPr/>
        </p:nvSpPr>
        <p:spPr>
          <a:xfrm>
            <a:off x="2360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3" name="data_3160">
            <a:extLst>
              <a:ext uri="{FF2B5EF4-FFF2-40B4-BE49-F238E27FC236}">
                <a16:creationId xmlns:a16="http://schemas.microsoft.com/office/drawing/2014/main" id="{713F8DDB-7A2F-4BE3-AAAF-F2FD7EAEC37A}"/>
              </a:ext>
            </a:extLst>
          </p:cNvPr>
          <p:cNvSpPr>
            <a:spLocks noGrp="1"/>
          </p:cNvSpPr>
          <p:nvPr/>
        </p:nvSpPr>
        <p:spPr>
          <a:xfrm>
            <a:off x="2381936" y="3060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4" name="data_3161">
            <a:extLst>
              <a:ext uri="{FF2B5EF4-FFF2-40B4-BE49-F238E27FC236}">
                <a16:creationId xmlns:a16="http://schemas.microsoft.com/office/drawing/2014/main" id="{5AA6EFFD-803D-4C9F-A9A8-30D0250CFFDA}"/>
              </a:ext>
            </a:extLst>
          </p:cNvPr>
          <p:cNvSpPr>
            <a:spLocks noGrp="1"/>
          </p:cNvSpPr>
          <p:nvPr/>
        </p:nvSpPr>
        <p:spPr>
          <a:xfrm>
            <a:off x="24563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5" name="data_3162">
            <a:extLst>
              <a:ext uri="{FF2B5EF4-FFF2-40B4-BE49-F238E27FC236}">
                <a16:creationId xmlns:a16="http://schemas.microsoft.com/office/drawing/2014/main" id="{16C315C3-3585-4DE0-B79F-2431F9291AAE}"/>
              </a:ext>
            </a:extLst>
          </p:cNvPr>
          <p:cNvSpPr>
            <a:spLocks noGrp="1"/>
          </p:cNvSpPr>
          <p:nvPr/>
        </p:nvSpPr>
        <p:spPr>
          <a:xfrm>
            <a:off x="23624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6" name="data_3163">
            <a:extLst>
              <a:ext uri="{FF2B5EF4-FFF2-40B4-BE49-F238E27FC236}">
                <a16:creationId xmlns:a16="http://schemas.microsoft.com/office/drawing/2014/main" id="{461FC0DF-6587-459B-8FA3-BBBE14969E0B}"/>
              </a:ext>
            </a:extLst>
          </p:cNvPr>
          <p:cNvSpPr>
            <a:spLocks noGrp="1"/>
          </p:cNvSpPr>
          <p:nvPr/>
        </p:nvSpPr>
        <p:spPr>
          <a:xfrm>
            <a:off x="2370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7" name="data_3164">
            <a:extLst>
              <a:ext uri="{FF2B5EF4-FFF2-40B4-BE49-F238E27FC236}">
                <a16:creationId xmlns:a16="http://schemas.microsoft.com/office/drawing/2014/main" id="{DABE901F-4318-4613-BD20-F9B680B682AA}"/>
              </a:ext>
            </a:extLst>
          </p:cNvPr>
          <p:cNvSpPr>
            <a:spLocks noGrp="1"/>
          </p:cNvSpPr>
          <p:nvPr/>
        </p:nvSpPr>
        <p:spPr>
          <a:xfrm>
            <a:off x="24495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8" name="data_3165">
            <a:extLst>
              <a:ext uri="{FF2B5EF4-FFF2-40B4-BE49-F238E27FC236}">
                <a16:creationId xmlns:a16="http://schemas.microsoft.com/office/drawing/2014/main" id="{1FEFB03E-70A4-4161-B6A4-A5A89FC07309}"/>
              </a:ext>
            </a:extLst>
          </p:cNvPr>
          <p:cNvSpPr>
            <a:spLocks noGrp="1"/>
          </p:cNvSpPr>
          <p:nvPr/>
        </p:nvSpPr>
        <p:spPr>
          <a:xfrm>
            <a:off x="234196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9" name="data_3166">
            <a:extLst>
              <a:ext uri="{FF2B5EF4-FFF2-40B4-BE49-F238E27FC236}">
                <a16:creationId xmlns:a16="http://schemas.microsoft.com/office/drawing/2014/main" id="{81F2846B-8FCF-4F7C-9781-5ED342C80BDF}"/>
              </a:ext>
            </a:extLst>
          </p:cNvPr>
          <p:cNvSpPr>
            <a:spLocks noGrp="1"/>
          </p:cNvSpPr>
          <p:nvPr/>
        </p:nvSpPr>
        <p:spPr>
          <a:xfrm>
            <a:off x="235220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0" name="data_3167">
            <a:extLst>
              <a:ext uri="{FF2B5EF4-FFF2-40B4-BE49-F238E27FC236}">
                <a16:creationId xmlns:a16="http://schemas.microsoft.com/office/drawing/2014/main" id="{74B2E09B-14B1-4DED-92E9-6C0E77FC9BF3}"/>
              </a:ext>
            </a:extLst>
          </p:cNvPr>
          <p:cNvSpPr>
            <a:spLocks noGrp="1"/>
          </p:cNvSpPr>
          <p:nvPr/>
        </p:nvSpPr>
        <p:spPr>
          <a:xfrm>
            <a:off x="23500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1" name="data_3168">
            <a:extLst>
              <a:ext uri="{FF2B5EF4-FFF2-40B4-BE49-F238E27FC236}">
                <a16:creationId xmlns:a16="http://schemas.microsoft.com/office/drawing/2014/main" id="{C00257AF-A609-4426-906B-402F3F0821F5}"/>
              </a:ext>
            </a:extLst>
          </p:cNvPr>
          <p:cNvSpPr>
            <a:spLocks noGrp="1"/>
          </p:cNvSpPr>
          <p:nvPr/>
        </p:nvSpPr>
        <p:spPr>
          <a:xfrm>
            <a:off x="24684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2" name="data_3169">
            <a:extLst>
              <a:ext uri="{FF2B5EF4-FFF2-40B4-BE49-F238E27FC236}">
                <a16:creationId xmlns:a16="http://schemas.microsoft.com/office/drawing/2014/main" id="{311C5E9A-B2DF-4295-ACFB-0042ECA57344}"/>
              </a:ext>
            </a:extLst>
          </p:cNvPr>
          <p:cNvSpPr>
            <a:spLocks noGrp="1"/>
          </p:cNvSpPr>
          <p:nvPr/>
        </p:nvSpPr>
        <p:spPr>
          <a:xfrm>
            <a:off x="2312124" y="2382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3" name="data_3170">
            <a:extLst>
              <a:ext uri="{FF2B5EF4-FFF2-40B4-BE49-F238E27FC236}">
                <a16:creationId xmlns:a16="http://schemas.microsoft.com/office/drawing/2014/main" id="{D58A8341-7B9A-47D9-A39E-2092503F0EF6}"/>
              </a:ext>
            </a:extLst>
          </p:cNvPr>
          <p:cNvSpPr>
            <a:spLocks noGrp="1"/>
          </p:cNvSpPr>
          <p:nvPr/>
        </p:nvSpPr>
        <p:spPr>
          <a:xfrm>
            <a:off x="230158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4" name="data_3171">
            <a:extLst>
              <a:ext uri="{FF2B5EF4-FFF2-40B4-BE49-F238E27FC236}">
                <a16:creationId xmlns:a16="http://schemas.microsoft.com/office/drawing/2014/main" id="{3D3AA56B-343F-4782-AD5C-74D2BB6A5ED7}"/>
              </a:ext>
            </a:extLst>
          </p:cNvPr>
          <p:cNvSpPr>
            <a:spLocks noGrp="1"/>
          </p:cNvSpPr>
          <p:nvPr/>
        </p:nvSpPr>
        <p:spPr>
          <a:xfrm>
            <a:off x="25114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5" name="data_3172">
            <a:extLst>
              <a:ext uri="{FF2B5EF4-FFF2-40B4-BE49-F238E27FC236}">
                <a16:creationId xmlns:a16="http://schemas.microsoft.com/office/drawing/2014/main" id="{8C7DD2DA-F7C9-45A2-A27F-ACE781FFB7AA}"/>
              </a:ext>
            </a:extLst>
          </p:cNvPr>
          <p:cNvSpPr>
            <a:spLocks noGrp="1"/>
          </p:cNvSpPr>
          <p:nvPr/>
        </p:nvSpPr>
        <p:spPr>
          <a:xfrm>
            <a:off x="24872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6" name="data_3173">
            <a:extLst>
              <a:ext uri="{FF2B5EF4-FFF2-40B4-BE49-F238E27FC236}">
                <a16:creationId xmlns:a16="http://schemas.microsoft.com/office/drawing/2014/main" id="{A2A7D87B-8F5E-4139-9D7C-EF4A6A0F52FF}"/>
              </a:ext>
            </a:extLst>
          </p:cNvPr>
          <p:cNvSpPr>
            <a:spLocks noGrp="1"/>
          </p:cNvSpPr>
          <p:nvPr/>
        </p:nvSpPr>
        <p:spPr>
          <a:xfrm>
            <a:off x="236054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7" name="data_3174">
            <a:extLst>
              <a:ext uri="{FF2B5EF4-FFF2-40B4-BE49-F238E27FC236}">
                <a16:creationId xmlns:a16="http://schemas.microsoft.com/office/drawing/2014/main" id="{3393893B-B5F5-4F26-9982-EF82A7B49116}"/>
              </a:ext>
            </a:extLst>
          </p:cNvPr>
          <p:cNvSpPr>
            <a:spLocks noGrp="1"/>
          </p:cNvSpPr>
          <p:nvPr/>
        </p:nvSpPr>
        <p:spPr>
          <a:xfrm>
            <a:off x="2395010" y="2356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8" name="data_3175">
            <a:extLst>
              <a:ext uri="{FF2B5EF4-FFF2-40B4-BE49-F238E27FC236}">
                <a16:creationId xmlns:a16="http://schemas.microsoft.com/office/drawing/2014/main" id="{C0A4A70C-8373-44A6-B609-B034F62CF0CA}"/>
              </a:ext>
            </a:extLst>
          </p:cNvPr>
          <p:cNvSpPr>
            <a:spLocks noGrp="1"/>
          </p:cNvSpPr>
          <p:nvPr/>
        </p:nvSpPr>
        <p:spPr>
          <a:xfrm>
            <a:off x="243331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9" name="data_3176">
            <a:extLst>
              <a:ext uri="{FF2B5EF4-FFF2-40B4-BE49-F238E27FC236}">
                <a16:creationId xmlns:a16="http://schemas.microsoft.com/office/drawing/2014/main" id="{7303B69A-0B15-481B-8085-18BE1E436E5D}"/>
              </a:ext>
            </a:extLst>
          </p:cNvPr>
          <p:cNvSpPr>
            <a:spLocks noGrp="1"/>
          </p:cNvSpPr>
          <p:nvPr/>
        </p:nvSpPr>
        <p:spPr>
          <a:xfrm>
            <a:off x="23042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" name="data_3177">
            <a:extLst>
              <a:ext uri="{FF2B5EF4-FFF2-40B4-BE49-F238E27FC236}">
                <a16:creationId xmlns:a16="http://schemas.microsoft.com/office/drawing/2014/main" id="{C20662B4-0AFA-4C4A-9B06-F9E2F0A4B2BD}"/>
              </a:ext>
            </a:extLst>
          </p:cNvPr>
          <p:cNvSpPr>
            <a:spLocks noGrp="1"/>
          </p:cNvSpPr>
          <p:nvPr/>
        </p:nvSpPr>
        <p:spPr>
          <a:xfrm>
            <a:off x="2309343" y="282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" name="data_3178">
            <a:extLst>
              <a:ext uri="{FF2B5EF4-FFF2-40B4-BE49-F238E27FC236}">
                <a16:creationId xmlns:a16="http://schemas.microsoft.com/office/drawing/2014/main" id="{45B9FE7A-B75A-4B41-8C1D-A703413318D4}"/>
              </a:ext>
            </a:extLst>
          </p:cNvPr>
          <p:cNvSpPr>
            <a:spLocks noGrp="1"/>
          </p:cNvSpPr>
          <p:nvPr/>
        </p:nvSpPr>
        <p:spPr>
          <a:xfrm>
            <a:off x="249251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" name="data_3179">
            <a:extLst>
              <a:ext uri="{FF2B5EF4-FFF2-40B4-BE49-F238E27FC236}">
                <a16:creationId xmlns:a16="http://schemas.microsoft.com/office/drawing/2014/main" id="{B6E90C07-2017-40E3-91C5-49E7618214CB}"/>
              </a:ext>
            </a:extLst>
          </p:cNvPr>
          <p:cNvSpPr>
            <a:spLocks noGrp="1"/>
          </p:cNvSpPr>
          <p:nvPr/>
        </p:nvSpPr>
        <p:spPr>
          <a:xfrm>
            <a:off x="23772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" name="data_3180">
            <a:extLst>
              <a:ext uri="{FF2B5EF4-FFF2-40B4-BE49-F238E27FC236}">
                <a16:creationId xmlns:a16="http://schemas.microsoft.com/office/drawing/2014/main" id="{31E45199-DBAE-4640-8303-304AA71B396B}"/>
              </a:ext>
            </a:extLst>
          </p:cNvPr>
          <p:cNvSpPr>
            <a:spLocks noGrp="1"/>
          </p:cNvSpPr>
          <p:nvPr/>
        </p:nvSpPr>
        <p:spPr>
          <a:xfrm>
            <a:off x="24471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" name="data_3181">
            <a:extLst>
              <a:ext uri="{FF2B5EF4-FFF2-40B4-BE49-F238E27FC236}">
                <a16:creationId xmlns:a16="http://schemas.microsoft.com/office/drawing/2014/main" id="{CD6383B3-FC09-4A39-A669-DAFD518D2878}"/>
              </a:ext>
            </a:extLst>
          </p:cNvPr>
          <p:cNvSpPr>
            <a:spLocks noGrp="1"/>
          </p:cNvSpPr>
          <p:nvPr/>
        </p:nvSpPr>
        <p:spPr>
          <a:xfrm>
            <a:off x="240253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" name="data_3182">
            <a:extLst>
              <a:ext uri="{FF2B5EF4-FFF2-40B4-BE49-F238E27FC236}">
                <a16:creationId xmlns:a16="http://schemas.microsoft.com/office/drawing/2014/main" id="{60F812A3-7C53-47A9-97C5-B7BBBFAC7B57}"/>
              </a:ext>
            </a:extLst>
          </p:cNvPr>
          <p:cNvSpPr>
            <a:spLocks noGrp="1"/>
          </p:cNvSpPr>
          <p:nvPr/>
        </p:nvSpPr>
        <p:spPr>
          <a:xfrm>
            <a:off x="25050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" name="data_3183">
            <a:extLst>
              <a:ext uri="{FF2B5EF4-FFF2-40B4-BE49-F238E27FC236}">
                <a16:creationId xmlns:a16="http://schemas.microsoft.com/office/drawing/2014/main" id="{75CA1763-A4F7-4882-A032-2E55B0F6E35D}"/>
              </a:ext>
            </a:extLst>
          </p:cNvPr>
          <p:cNvSpPr>
            <a:spLocks noGrp="1"/>
          </p:cNvSpPr>
          <p:nvPr/>
        </p:nvSpPr>
        <p:spPr>
          <a:xfrm>
            <a:off x="23122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" name="data_3184">
            <a:extLst>
              <a:ext uri="{FF2B5EF4-FFF2-40B4-BE49-F238E27FC236}">
                <a16:creationId xmlns:a16="http://schemas.microsoft.com/office/drawing/2014/main" id="{1C15DB05-4330-472E-8B98-DC9CCCBCC314}"/>
              </a:ext>
            </a:extLst>
          </p:cNvPr>
          <p:cNvSpPr>
            <a:spLocks noGrp="1"/>
          </p:cNvSpPr>
          <p:nvPr/>
        </p:nvSpPr>
        <p:spPr>
          <a:xfrm>
            <a:off x="23581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" name="data_3185">
            <a:extLst>
              <a:ext uri="{FF2B5EF4-FFF2-40B4-BE49-F238E27FC236}">
                <a16:creationId xmlns:a16="http://schemas.microsoft.com/office/drawing/2014/main" id="{B18E3993-5757-4C17-ACFD-082F46B51E19}"/>
              </a:ext>
            </a:extLst>
          </p:cNvPr>
          <p:cNvSpPr>
            <a:spLocks noGrp="1"/>
          </p:cNvSpPr>
          <p:nvPr/>
        </p:nvSpPr>
        <p:spPr>
          <a:xfrm>
            <a:off x="24820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" name="data_3186">
            <a:extLst>
              <a:ext uri="{FF2B5EF4-FFF2-40B4-BE49-F238E27FC236}">
                <a16:creationId xmlns:a16="http://schemas.microsoft.com/office/drawing/2014/main" id="{2ADDCC3E-1B18-4408-93D7-B994811282E0}"/>
              </a:ext>
            </a:extLst>
          </p:cNvPr>
          <p:cNvSpPr>
            <a:spLocks noGrp="1"/>
          </p:cNvSpPr>
          <p:nvPr/>
        </p:nvSpPr>
        <p:spPr>
          <a:xfrm>
            <a:off x="2458001" y="28960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" name="data_3187">
            <a:extLst>
              <a:ext uri="{FF2B5EF4-FFF2-40B4-BE49-F238E27FC236}">
                <a16:creationId xmlns:a16="http://schemas.microsoft.com/office/drawing/2014/main" id="{BB8A0320-4655-4779-BBAD-99E320088BE4}"/>
              </a:ext>
            </a:extLst>
          </p:cNvPr>
          <p:cNvSpPr>
            <a:spLocks noGrp="1"/>
          </p:cNvSpPr>
          <p:nvPr/>
        </p:nvSpPr>
        <p:spPr>
          <a:xfrm>
            <a:off x="23700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" name="data_3188">
            <a:extLst>
              <a:ext uri="{FF2B5EF4-FFF2-40B4-BE49-F238E27FC236}">
                <a16:creationId xmlns:a16="http://schemas.microsoft.com/office/drawing/2014/main" id="{484E8E56-F780-4773-BE09-F237C1614702}"/>
              </a:ext>
            </a:extLst>
          </p:cNvPr>
          <p:cNvSpPr>
            <a:spLocks noGrp="1"/>
          </p:cNvSpPr>
          <p:nvPr/>
        </p:nvSpPr>
        <p:spPr>
          <a:xfrm>
            <a:off x="238381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" name="data_3189">
            <a:extLst>
              <a:ext uri="{FF2B5EF4-FFF2-40B4-BE49-F238E27FC236}">
                <a16:creationId xmlns:a16="http://schemas.microsoft.com/office/drawing/2014/main" id="{4AF1789C-B6BC-4233-8698-55D5DEC5CDA4}"/>
              </a:ext>
            </a:extLst>
          </p:cNvPr>
          <p:cNvSpPr>
            <a:spLocks noGrp="1"/>
          </p:cNvSpPr>
          <p:nvPr/>
        </p:nvSpPr>
        <p:spPr>
          <a:xfrm>
            <a:off x="2418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" name="data_3190">
            <a:extLst>
              <a:ext uri="{FF2B5EF4-FFF2-40B4-BE49-F238E27FC236}">
                <a16:creationId xmlns:a16="http://schemas.microsoft.com/office/drawing/2014/main" id="{7DC87B5B-42A2-496B-8F76-1D6E3E5E20D8}"/>
              </a:ext>
            </a:extLst>
          </p:cNvPr>
          <p:cNvSpPr>
            <a:spLocks noGrp="1"/>
          </p:cNvSpPr>
          <p:nvPr/>
        </p:nvSpPr>
        <p:spPr>
          <a:xfrm>
            <a:off x="243587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" name="data_3191">
            <a:extLst>
              <a:ext uri="{FF2B5EF4-FFF2-40B4-BE49-F238E27FC236}">
                <a16:creationId xmlns:a16="http://schemas.microsoft.com/office/drawing/2014/main" id="{13639043-F77D-4138-8F98-1753FCAA632A}"/>
              </a:ext>
            </a:extLst>
          </p:cNvPr>
          <p:cNvSpPr>
            <a:spLocks noGrp="1"/>
          </p:cNvSpPr>
          <p:nvPr/>
        </p:nvSpPr>
        <p:spPr>
          <a:xfrm>
            <a:off x="2359613" y="26865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" name="data_3192">
            <a:extLst>
              <a:ext uri="{FF2B5EF4-FFF2-40B4-BE49-F238E27FC236}">
                <a16:creationId xmlns:a16="http://schemas.microsoft.com/office/drawing/2014/main" id="{029D5FBF-549E-4240-AAF9-56CF61A987EA}"/>
              </a:ext>
            </a:extLst>
          </p:cNvPr>
          <p:cNvSpPr>
            <a:spLocks noGrp="1"/>
          </p:cNvSpPr>
          <p:nvPr/>
        </p:nvSpPr>
        <p:spPr>
          <a:xfrm>
            <a:off x="235483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" name="data_3193">
            <a:extLst>
              <a:ext uri="{FF2B5EF4-FFF2-40B4-BE49-F238E27FC236}">
                <a16:creationId xmlns:a16="http://schemas.microsoft.com/office/drawing/2014/main" id="{68C4C6AD-6631-4C6C-A554-07821553400E}"/>
              </a:ext>
            </a:extLst>
          </p:cNvPr>
          <p:cNvSpPr>
            <a:spLocks noGrp="1"/>
          </p:cNvSpPr>
          <p:nvPr/>
        </p:nvSpPr>
        <p:spPr>
          <a:xfrm>
            <a:off x="2413568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" name="data_3194">
            <a:extLst>
              <a:ext uri="{FF2B5EF4-FFF2-40B4-BE49-F238E27FC236}">
                <a16:creationId xmlns:a16="http://schemas.microsoft.com/office/drawing/2014/main" id="{13AF41FC-E2FB-474C-8DE6-229C2A674F0B}"/>
              </a:ext>
            </a:extLst>
          </p:cNvPr>
          <p:cNvSpPr>
            <a:spLocks noGrp="1"/>
          </p:cNvSpPr>
          <p:nvPr/>
        </p:nvSpPr>
        <p:spPr>
          <a:xfrm>
            <a:off x="24235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" name="data_3195">
            <a:extLst>
              <a:ext uri="{FF2B5EF4-FFF2-40B4-BE49-F238E27FC236}">
                <a16:creationId xmlns:a16="http://schemas.microsoft.com/office/drawing/2014/main" id="{EA360BBD-42E4-462C-BCA5-80503E773D47}"/>
              </a:ext>
            </a:extLst>
          </p:cNvPr>
          <p:cNvSpPr>
            <a:spLocks noGrp="1"/>
          </p:cNvSpPr>
          <p:nvPr/>
        </p:nvSpPr>
        <p:spPr>
          <a:xfrm>
            <a:off x="23045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" name="data_3196">
            <a:extLst>
              <a:ext uri="{FF2B5EF4-FFF2-40B4-BE49-F238E27FC236}">
                <a16:creationId xmlns:a16="http://schemas.microsoft.com/office/drawing/2014/main" id="{15B2E891-57B8-4844-BE83-655767DF2095}"/>
              </a:ext>
            </a:extLst>
          </p:cNvPr>
          <p:cNvSpPr>
            <a:spLocks noGrp="1"/>
          </p:cNvSpPr>
          <p:nvPr/>
        </p:nvSpPr>
        <p:spPr>
          <a:xfrm>
            <a:off x="23118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" name="data_3197">
            <a:extLst>
              <a:ext uri="{FF2B5EF4-FFF2-40B4-BE49-F238E27FC236}">
                <a16:creationId xmlns:a16="http://schemas.microsoft.com/office/drawing/2014/main" id="{2E6AD0B6-5D93-4BE1-B7EF-ABEEC99E6B9B}"/>
              </a:ext>
            </a:extLst>
          </p:cNvPr>
          <p:cNvSpPr>
            <a:spLocks noGrp="1"/>
          </p:cNvSpPr>
          <p:nvPr/>
        </p:nvSpPr>
        <p:spPr>
          <a:xfrm>
            <a:off x="23586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" name="data_3198">
            <a:extLst>
              <a:ext uri="{FF2B5EF4-FFF2-40B4-BE49-F238E27FC236}">
                <a16:creationId xmlns:a16="http://schemas.microsoft.com/office/drawing/2014/main" id="{07F9126F-147D-4542-835E-21E1B0EEB177}"/>
              </a:ext>
            </a:extLst>
          </p:cNvPr>
          <p:cNvSpPr>
            <a:spLocks noGrp="1"/>
          </p:cNvSpPr>
          <p:nvPr/>
        </p:nvSpPr>
        <p:spPr>
          <a:xfrm>
            <a:off x="229459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" name="data_3199">
            <a:extLst>
              <a:ext uri="{FF2B5EF4-FFF2-40B4-BE49-F238E27FC236}">
                <a16:creationId xmlns:a16="http://schemas.microsoft.com/office/drawing/2014/main" id="{4E32CFD7-C263-4E16-8A47-4A0774C5F3DC}"/>
              </a:ext>
            </a:extLst>
          </p:cNvPr>
          <p:cNvSpPr>
            <a:spLocks noGrp="1"/>
          </p:cNvSpPr>
          <p:nvPr/>
        </p:nvSpPr>
        <p:spPr>
          <a:xfrm>
            <a:off x="24739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" name="data_3200">
            <a:extLst>
              <a:ext uri="{FF2B5EF4-FFF2-40B4-BE49-F238E27FC236}">
                <a16:creationId xmlns:a16="http://schemas.microsoft.com/office/drawing/2014/main" id="{5157BF8B-B150-49D0-A08C-A0A49D6A9D90}"/>
              </a:ext>
            </a:extLst>
          </p:cNvPr>
          <p:cNvSpPr>
            <a:spLocks noGrp="1"/>
          </p:cNvSpPr>
          <p:nvPr/>
        </p:nvSpPr>
        <p:spPr>
          <a:xfrm>
            <a:off x="24501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" name="data_3201">
            <a:extLst>
              <a:ext uri="{FF2B5EF4-FFF2-40B4-BE49-F238E27FC236}">
                <a16:creationId xmlns:a16="http://schemas.microsoft.com/office/drawing/2014/main" id="{3DA182D0-4DEE-4A7E-9EB4-7A52D0BE2E89}"/>
              </a:ext>
            </a:extLst>
          </p:cNvPr>
          <p:cNvSpPr>
            <a:spLocks noGrp="1"/>
          </p:cNvSpPr>
          <p:nvPr/>
        </p:nvSpPr>
        <p:spPr>
          <a:xfrm>
            <a:off x="234822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" name="data_3202">
            <a:extLst>
              <a:ext uri="{FF2B5EF4-FFF2-40B4-BE49-F238E27FC236}">
                <a16:creationId xmlns:a16="http://schemas.microsoft.com/office/drawing/2014/main" id="{99F0CA53-77DF-4D3B-BB96-EA8A961A7FFB}"/>
              </a:ext>
            </a:extLst>
          </p:cNvPr>
          <p:cNvSpPr>
            <a:spLocks noGrp="1"/>
          </p:cNvSpPr>
          <p:nvPr/>
        </p:nvSpPr>
        <p:spPr>
          <a:xfrm>
            <a:off x="24851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" name="data_3203">
            <a:extLst>
              <a:ext uri="{FF2B5EF4-FFF2-40B4-BE49-F238E27FC236}">
                <a16:creationId xmlns:a16="http://schemas.microsoft.com/office/drawing/2014/main" id="{BADA3A02-0373-4DF2-8256-638B63CDA206}"/>
              </a:ext>
            </a:extLst>
          </p:cNvPr>
          <p:cNvSpPr>
            <a:spLocks noGrp="1"/>
          </p:cNvSpPr>
          <p:nvPr/>
        </p:nvSpPr>
        <p:spPr>
          <a:xfrm>
            <a:off x="22962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" name="data_3204">
            <a:extLst>
              <a:ext uri="{FF2B5EF4-FFF2-40B4-BE49-F238E27FC236}">
                <a16:creationId xmlns:a16="http://schemas.microsoft.com/office/drawing/2014/main" id="{359FE640-D6C6-407C-A3A0-E57B14AC8C41}"/>
              </a:ext>
            </a:extLst>
          </p:cNvPr>
          <p:cNvSpPr>
            <a:spLocks noGrp="1"/>
          </p:cNvSpPr>
          <p:nvPr/>
        </p:nvSpPr>
        <p:spPr>
          <a:xfrm>
            <a:off x="2387622" y="27538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" name="data_3205">
            <a:extLst>
              <a:ext uri="{FF2B5EF4-FFF2-40B4-BE49-F238E27FC236}">
                <a16:creationId xmlns:a16="http://schemas.microsoft.com/office/drawing/2014/main" id="{A3AC5856-0098-4EE0-98F5-AE453FB2914D}"/>
              </a:ext>
            </a:extLst>
          </p:cNvPr>
          <p:cNvSpPr>
            <a:spLocks noGrp="1"/>
          </p:cNvSpPr>
          <p:nvPr/>
        </p:nvSpPr>
        <p:spPr>
          <a:xfrm>
            <a:off x="23478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" name="data_3206">
            <a:extLst>
              <a:ext uri="{FF2B5EF4-FFF2-40B4-BE49-F238E27FC236}">
                <a16:creationId xmlns:a16="http://schemas.microsoft.com/office/drawing/2014/main" id="{577B9C76-AA8A-409E-820A-9A414B168F22}"/>
              </a:ext>
            </a:extLst>
          </p:cNvPr>
          <p:cNvSpPr>
            <a:spLocks noGrp="1"/>
          </p:cNvSpPr>
          <p:nvPr/>
        </p:nvSpPr>
        <p:spPr>
          <a:xfrm>
            <a:off x="23885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" name="data_3207">
            <a:extLst>
              <a:ext uri="{FF2B5EF4-FFF2-40B4-BE49-F238E27FC236}">
                <a16:creationId xmlns:a16="http://schemas.microsoft.com/office/drawing/2014/main" id="{FC3DC40E-07D1-49BC-B548-D5A0FB1BAC04}"/>
              </a:ext>
            </a:extLst>
          </p:cNvPr>
          <p:cNvSpPr>
            <a:spLocks noGrp="1"/>
          </p:cNvSpPr>
          <p:nvPr/>
        </p:nvSpPr>
        <p:spPr>
          <a:xfrm>
            <a:off x="2367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" name="data_3208">
            <a:extLst>
              <a:ext uri="{FF2B5EF4-FFF2-40B4-BE49-F238E27FC236}">
                <a16:creationId xmlns:a16="http://schemas.microsoft.com/office/drawing/2014/main" id="{E9C6611E-A3E2-4BEA-982E-B09361B03F4E}"/>
              </a:ext>
            </a:extLst>
          </p:cNvPr>
          <p:cNvSpPr>
            <a:spLocks noGrp="1"/>
          </p:cNvSpPr>
          <p:nvPr/>
        </p:nvSpPr>
        <p:spPr>
          <a:xfrm>
            <a:off x="23963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" name="data_3209">
            <a:extLst>
              <a:ext uri="{FF2B5EF4-FFF2-40B4-BE49-F238E27FC236}">
                <a16:creationId xmlns:a16="http://schemas.microsoft.com/office/drawing/2014/main" id="{51D2FB69-9C9D-4E9D-BADC-842D293BE81F}"/>
              </a:ext>
            </a:extLst>
          </p:cNvPr>
          <p:cNvSpPr>
            <a:spLocks noGrp="1"/>
          </p:cNvSpPr>
          <p:nvPr/>
        </p:nvSpPr>
        <p:spPr>
          <a:xfrm>
            <a:off x="240189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" name="data_3210">
            <a:extLst>
              <a:ext uri="{FF2B5EF4-FFF2-40B4-BE49-F238E27FC236}">
                <a16:creationId xmlns:a16="http://schemas.microsoft.com/office/drawing/2014/main" id="{D51B331A-F59F-4AE5-877C-C62DBB77F70C}"/>
              </a:ext>
            </a:extLst>
          </p:cNvPr>
          <p:cNvSpPr>
            <a:spLocks noGrp="1"/>
          </p:cNvSpPr>
          <p:nvPr/>
        </p:nvSpPr>
        <p:spPr>
          <a:xfrm>
            <a:off x="238396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" name="data_3211">
            <a:extLst>
              <a:ext uri="{FF2B5EF4-FFF2-40B4-BE49-F238E27FC236}">
                <a16:creationId xmlns:a16="http://schemas.microsoft.com/office/drawing/2014/main" id="{0ABDE564-2E10-4997-B6B0-296BADB7F9F3}"/>
              </a:ext>
            </a:extLst>
          </p:cNvPr>
          <p:cNvSpPr>
            <a:spLocks noGrp="1"/>
          </p:cNvSpPr>
          <p:nvPr/>
        </p:nvSpPr>
        <p:spPr>
          <a:xfrm>
            <a:off x="2348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" name="data_3212">
            <a:extLst>
              <a:ext uri="{FF2B5EF4-FFF2-40B4-BE49-F238E27FC236}">
                <a16:creationId xmlns:a16="http://schemas.microsoft.com/office/drawing/2014/main" id="{8D5A715B-2C2F-4E03-AB58-ADDD857FC828}"/>
              </a:ext>
            </a:extLst>
          </p:cNvPr>
          <p:cNvSpPr>
            <a:spLocks noGrp="1"/>
          </p:cNvSpPr>
          <p:nvPr/>
        </p:nvSpPr>
        <p:spPr>
          <a:xfrm>
            <a:off x="2508294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" name="data_3213">
            <a:extLst>
              <a:ext uri="{FF2B5EF4-FFF2-40B4-BE49-F238E27FC236}">
                <a16:creationId xmlns:a16="http://schemas.microsoft.com/office/drawing/2014/main" id="{1420E652-E4B1-48D9-9D96-5A9809FE7991}"/>
              </a:ext>
            </a:extLst>
          </p:cNvPr>
          <p:cNvSpPr>
            <a:spLocks noGrp="1"/>
          </p:cNvSpPr>
          <p:nvPr/>
        </p:nvSpPr>
        <p:spPr>
          <a:xfrm>
            <a:off x="24540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" name="data_3214">
            <a:extLst>
              <a:ext uri="{FF2B5EF4-FFF2-40B4-BE49-F238E27FC236}">
                <a16:creationId xmlns:a16="http://schemas.microsoft.com/office/drawing/2014/main" id="{496B52D3-404F-47F5-A72C-7FE756DF92F7}"/>
              </a:ext>
            </a:extLst>
          </p:cNvPr>
          <p:cNvSpPr>
            <a:spLocks noGrp="1"/>
          </p:cNvSpPr>
          <p:nvPr/>
        </p:nvSpPr>
        <p:spPr>
          <a:xfrm>
            <a:off x="22971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" name="data_3215">
            <a:extLst>
              <a:ext uri="{FF2B5EF4-FFF2-40B4-BE49-F238E27FC236}">
                <a16:creationId xmlns:a16="http://schemas.microsoft.com/office/drawing/2014/main" id="{698FF4BF-AAEB-44DE-A915-DBD73945F96D}"/>
              </a:ext>
            </a:extLst>
          </p:cNvPr>
          <p:cNvSpPr>
            <a:spLocks noGrp="1"/>
          </p:cNvSpPr>
          <p:nvPr/>
        </p:nvSpPr>
        <p:spPr>
          <a:xfrm>
            <a:off x="2354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" name="data_3216">
            <a:extLst>
              <a:ext uri="{FF2B5EF4-FFF2-40B4-BE49-F238E27FC236}">
                <a16:creationId xmlns:a16="http://schemas.microsoft.com/office/drawing/2014/main" id="{31F96653-F7EC-4A09-B853-4D59D921AF5E}"/>
              </a:ext>
            </a:extLst>
          </p:cNvPr>
          <p:cNvSpPr>
            <a:spLocks noGrp="1"/>
          </p:cNvSpPr>
          <p:nvPr/>
        </p:nvSpPr>
        <p:spPr>
          <a:xfrm>
            <a:off x="241276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" name="data_3217">
            <a:extLst>
              <a:ext uri="{FF2B5EF4-FFF2-40B4-BE49-F238E27FC236}">
                <a16:creationId xmlns:a16="http://schemas.microsoft.com/office/drawing/2014/main" id="{527ECD13-1018-45D4-AB33-9180CBB46724}"/>
              </a:ext>
            </a:extLst>
          </p:cNvPr>
          <p:cNvSpPr>
            <a:spLocks noGrp="1"/>
          </p:cNvSpPr>
          <p:nvPr/>
        </p:nvSpPr>
        <p:spPr>
          <a:xfrm>
            <a:off x="23317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" name="data_3218">
            <a:extLst>
              <a:ext uri="{FF2B5EF4-FFF2-40B4-BE49-F238E27FC236}">
                <a16:creationId xmlns:a16="http://schemas.microsoft.com/office/drawing/2014/main" id="{9B75B5B5-49D4-4C58-9EBE-C15C99DA09A3}"/>
              </a:ext>
            </a:extLst>
          </p:cNvPr>
          <p:cNvSpPr>
            <a:spLocks noGrp="1"/>
          </p:cNvSpPr>
          <p:nvPr/>
        </p:nvSpPr>
        <p:spPr>
          <a:xfrm>
            <a:off x="2487815" y="2423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" name="data_3219">
            <a:extLst>
              <a:ext uri="{FF2B5EF4-FFF2-40B4-BE49-F238E27FC236}">
                <a16:creationId xmlns:a16="http://schemas.microsoft.com/office/drawing/2014/main" id="{EBA270D9-0CE7-495B-A6DE-D8CA5A74415F}"/>
              </a:ext>
            </a:extLst>
          </p:cNvPr>
          <p:cNvSpPr>
            <a:spLocks noGrp="1"/>
          </p:cNvSpPr>
          <p:nvPr/>
        </p:nvSpPr>
        <p:spPr>
          <a:xfrm>
            <a:off x="2450659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" name="data_3220">
            <a:extLst>
              <a:ext uri="{FF2B5EF4-FFF2-40B4-BE49-F238E27FC236}">
                <a16:creationId xmlns:a16="http://schemas.microsoft.com/office/drawing/2014/main" id="{C966683A-E180-4B1F-9568-FCE63C2B52C0}"/>
              </a:ext>
            </a:extLst>
          </p:cNvPr>
          <p:cNvSpPr>
            <a:spLocks noGrp="1"/>
          </p:cNvSpPr>
          <p:nvPr/>
        </p:nvSpPr>
        <p:spPr>
          <a:xfrm>
            <a:off x="2452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" name="data_3221">
            <a:extLst>
              <a:ext uri="{FF2B5EF4-FFF2-40B4-BE49-F238E27FC236}">
                <a16:creationId xmlns:a16="http://schemas.microsoft.com/office/drawing/2014/main" id="{24D3D114-20AB-4208-8997-95B8B7F12DAF}"/>
              </a:ext>
            </a:extLst>
          </p:cNvPr>
          <p:cNvSpPr>
            <a:spLocks noGrp="1"/>
          </p:cNvSpPr>
          <p:nvPr/>
        </p:nvSpPr>
        <p:spPr>
          <a:xfrm>
            <a:off x="2473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" name="data_3222">
            <a:extLst>
              <a:ext uri="{FF2B5EF4-FFF2-40B4-BE49-F238E27FC236}">
                <a16:creationId xmlns:a16="http://schemas.microsoft.com/office/drawing/2014/main" id="{9C064578-AC80-4C15-8E33-9C6A26FBE890}"/>
              </a:ext>
            </a:extLst>
          </p:cNvPr>
          <p:cNvSpPr>
            <a:spLocks noGrp="1"/>
          </p:cNvSpPr>
          <p:nvPr/>
        </p:nvSpPr>
        <p:spPr>
          <a:xfrm>
            <a:off x="2357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" name="data_3223">
            <a:extLst>
              <a:ext uri="{FF2B5EF4-FFF2-40B4-BE49-F238E27FC236}">
                <a16:creationId xmlns:a16="http://schemas.microsoft.com/office/drawing/2014/main" id="{EE0A101B-CC5D-418C-B614-94324E446319}"/>
              </a:ext>
            </a:extLst>
          </p:cNvPr>
          <p:cNvSpPr>
            <a:spLocks noGrp="1"/>
          </p:cNvSpPr>
          <p:nvPr/>
        </p:nvSpPr>
        <p:spPr>
          <a:xfrm>
            <a:off x="2379407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" name="data_3224">
            <a:extLst>
              <a:ext uri="{FF2B5EF4-FFF2-40B4-BE49-F238E27FC236}">
                <a16:creationId xmlns:a16="http://schemas.microsoft.com/office/drawing/2014/main" id="{3850BF52-22BC-416F-8355-9C86A2F2F976}"/>
              </a:ext>
            </a:extLst>
          </p:cNvPr>
          <p:cNvSpPr>
            <a:spLocks noGrp="1"/>
          </p:cNvSpPr>
          <p:nvPr/>
        </p:nvSpPr>
        <p:spPr>
          <a:xfrm>
            <a:off x="23131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" name="data_3225">
            <a:extLst>
              <a:ext uri="{FF2B5EF4-FFF2-40B4-BE49-F238E27FC236}">
                <a16:creationId xmlns:a16="http://schemas.microsoft.com/office/drawing/2014/main" id="{133EF202-A63A-4AF8-9F7A-FCD14F353921}"/>
              </a:ext>
            </a:extLst>
          </p:cNvPr>
          <p:cNvSpPr>
            <a:spLocks noGrp="1"/>
          </p:cNvSpPr>
          <p:nvPr/>
        </p:nvSpPr>
        <p:spPr>
          <a:xfrm>
            <a:off x="232610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" name="data_3226">
            <a:extLst>
              <a:ext uri="{FF2B5EF4-FFF2-40B4-BE49-F238E27FC236}">
                <a16:creationId xmlns:a16="http://schemas.microsoft.com/office/drawing/2014/main" id="{CEF44122-E863-4F8A-BBC4-5CF74FE581A9}"/>
              </a:ext>
            </a:extLst>
          </p:cNvPr>
          <p:cNvSpPr>
            <a:spLocks noGrp="1"/>
          </p:cNvSpPr>
          <p:nvPr/>
        </p:nvSpPr>
        <p:spPr>
          <a:xfrm>
            <a:off x="239136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" name="data_3227">
            <a:extLst>
              <a:ext uri="{FF2B5EF4-FFF2-40B4-BE49-F238E27FC236}">
                <a16:creationId xmlns:a16="http://schemas.microsoft.com/office/drawing/2014/main" id="{986BF07C-EA81-4E29-98FC-BFBD44BAD4E5}"/>
              </a:ext>
            </a:extLst>
          </p:cNvPr>
          <p:cNvSpPr>
            <a:spLocks noGrp="1"/>
          </p:cNvSpPr>
          <p:nvPr/>
        </p:nvSpPr>
        <p:spPr>
          <a:xfrm>
            <a:off x="24023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" name="data_3228">
            <a:extLst>
              <a:ext uri="{FF2B5EF4-FFF2-40B4-BE49-F238E27FC236}">
                <a16:creationId xmlns:a16="http://schemas.microsoft.com/office/drawing/2014/main" id="{6F040559-477C-45DE-9D07-A70D28DFBB5E}"/>
              </a:ext>
            </a:extLst>
          </p:cNvPr>
          <p:cNvSpPr>
            <a:spLocks noGrp="1"/>
          </p:cNvSpPr>
          <p:nvPr/>
        </p:nvSpPr>
        <p:spPr>
          <a:xfrm>
            <a:off x="243758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" name="data_3229">
            <a:extLst>
              <a:ext uri="{FF2B5EF4-FFF2-40B4-BE49-F238E27FC236}">
                <a16:creationId xmlns:a16="http://schemas.microsoft.com/office/drawing/2014/main" id="{B68A65E5-7698-4F82-8947-B8A91CEEE0FB}"/>
              </a:ext>
            </a:extLst>
          </p:cNvPr>
          <p:cNvSpPr>
            <a:spLocks noGrp="1"/>
          </p:cNvSpPr>
          <p:nvPr/>
        </p:nvSpPr>
        <p:spPr>
          <a:xfrm>
            <a:off x="243231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" name="data_3230">
            <a:extLst>
              <a:ext uri="{FF2B5EF4-FFF2-40B4-BE49-F238E27FC236}">
                <a16:creationId xmlns:a16="http://schemas.microsoft.com/office/drawing/2014/main" id="{020CAF3D-7CD0-45D6-A456-42FC30D6869B}"/>
              </a:ext>
            </a:extLst>
          </p:cNvPr>
          <p:cNvSpPr>
            <a:spLocks noGrp="1"/>
          </p:cNvSpPr>
          <p:nvPr/>
        </p:nvSpPr>
        <p:spPr>
          <a:xfrm>
            <a:off x="250546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" name="data_3231">
            <a:extLst>
              <a:ext uri="{FF2B5EF4-FFF2-40B4-BE49-F238E27FC236}">
                <a16:creationId xmlns:a16="http://schemas.microsoft.com/office/drawing/2014/main" id="{3FBF4C76-A348-44AC-B74B-D9AB0D5770D4}"/>
              </a:ext>
            </a:extLst>
          </p:cNvPr>
          <p:cNvSpPr>
            <a:spLocks noGrp="1"/>
          </p:cNvSpPr>
          <p:nvPr/>
        </p:nvSpPr>
        <p:spPr>
          <a:xfrm>
            <a:off x="238082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" name="data_3232">
            <a:extLst>
              <a:ext uri="{FF2B5EF4-FFF2-40B4-BE49-F238E27FC236}">
                <a16:creationId xmlns:a16="http://schemas.microsoft.com/office/drawing/2014/main" id="{8A257136-8DBB-4798-9221-5685E98B08DF}"/>
              </a:ext>
            </a:extLst>
          </p:cNvPr>
          <p:cNvSpPr>
            <a:spLocks noGrp="1"/>
          </p:cNvSpPr>
          <p:nvPr/>
        </p:nvSpPr>
        <p:spPr>
          <a:xfrm>
            <a:off x="232381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" name="data_3233">
            <a:extLst>
              <a:ext uri="{FF2B5EF4-FFF2-40B4-BE49-F238E27FC236}">
                <a16:creationId xmlns:a16="http://schemas.microsoft.com/office/drawing/2014/main" id="{BCEB729E-BA83-45F5-B988-D0F067A4B985}"/>
              </a:ext>
            </a:extLst>
          </p:cNvPr>
          <p:cNvSpPr>
            <a:spLocks noGrp="1"/>
          </p:cNvSpPr>
          <p:nvPr/>
        </p:nvSpPr>
        <p:spPr>
          <a:xfrm>
            <a:off x="23632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" name="data_3234">
            <a:extLst>
              <a:ext uri="{FF2B5EF4-FFF2-40B4-BE49-F238E27FC236}">
                <a16:creationId xmlns:a16="http://schemas.microsoft.com/office/drawing/2014/main" id="{E49F54AD-D143-46E9-A042-1FA896651720}"/>
              </a:ext>
            </a:extLst>
          </p:cNvPr>
          <p:cNvSpPr>
            <a:spLocks noGrp="1"/>
          </p:cNvSpPr>
          <p:nvPr/>
        </p:nvSpPr>
        <p:spPr>
          <a:xfrm>
            <a:off x="23534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" name="data_3235">
            <a:extLst>
              <a:ext uri="{FF2B5EF4-FFF2-40B4-BE49-F238E27FC236}">
                <a16:creationId xmlns:a16="http://schemas.microsoft.com/office/drawing/2014/main" id="{998A4454-4C4F-4DCF-90B2-2A7C5379F081}"/>
              </a:ext>
            </a:extLst>
          </p:cNvPr>
          <p:cNvSpPr>
            <a:spLocks noGrp="1"/>
          </p:cNvSpPr>
          <p:nvPr/>
        </p:nvSpPr>
        <p:spPr>
          <a:xfrm>
            <a:off x="233047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" name="data_3236">
            <a:extLst>
              <a:ext uri="{FF2B5EF4-FFF2-40B4-BE49-F238E27FC236}">
                <a16:creationId xmlns:a16="http://schemas.microsoft.com/office/drawing/2014/main" id="{98060E4D-1915-4038-8D78-66FBF5A86390}"/>
              </a:ext>
            </a:extLst>
          </p:cNvPr>
          <p:cNvSpPr>
            <a:spLocks noGrp="1"/>
          </p:cNvSpPr>
          <p:nvPr/>
        </p:nvSpPr>
        <p:spPr>
          <a:xfrm>
            <a:off x="2398361" y="33896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" name="data_3237">
            <a:extLst>
              <a:ext uri="{FF2B5EF4-FFF2-40B4-BE49-F238E27FC236}">
                <a16:creationId xmlns:a16="http://schemas.microsoft.com/office/drawing/2014/main" id="{5C35154B-7729-4263-BCAE-DF1113409E32}"/>
              </a:ext>
            </a:extLst>
          </p:cNvPr>
          <p:cNvSpPr>
            <a:spLocks noGrp="1"/>
          </p:cNvSpPr>
          <p:nvPr/>
        </p:nvSpPr>
        <p:spPr>
          <a:xfrm>
            <a:off x="24043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" name="data_3238">
            <a:extLst>
              <a:ext uri="{FF2B5EF4-FFF2-40B4-BE49-F238E27FC236}">
                <a16:creationId xmlns:a16="http://schemas.microsoft.com/office/drawing/2014/main" id="{21200ACD-A015-45CB-B17A-0456823F5F33}"/>
              </a:ext>
            </a:extLst>
          </p:cNvPr>
          <p:cNvSpPr>
            <a:spLocks noGrp="1"/>
          </p:cNvSpPr>
          <p:nvPr/>
        </p:nvSpPr>
        <p:spPr>
          <a:xfrm>
            <a:off x="2473257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" name="data_3239">
            <a:extLst>
              <a:ext uri="{FF2B5EF4-FFF2-40B4-BE49-F238E27FC236}">
                <a16:creationId xmlns:a16="http://schemas.microsoft.com/office/drawing/2014/main" id="{55C7B40A-58C8-4150-89C6-CB948D37267A}"/>
              </a:ext>
            </a:extLst>
          </p:cNvPr>
          <p:cNvSpPr>
            <a:spLocks noGrp="1"/>
          </p:cNvSpPr>
          <p:nvPr/>
        </p:nvSpPr>
        <p:spPr>
          <a:xfrm>
            <a:off x="2408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" name="data_3240">
            <a:extLst>
              <a:ext uri="{FF2B5EF4-FFF2-40B4-BE49-F238E27FC236}">
                <a16:creationId xmlns:a16="http://schemas.microsoft.com/office/drawing/2014/main" id="{F3DCA59B-92F6-4512-92B6-DD647B1E0CCB}"/>
              </a:ext>
            </a:extLst>
          </p:cNvPr>
          <p:cNvSpPr>
            <a:spLocks noGrp="1"/>
          </p:cNvSpPr>
          <p:nvPr/>
        </p:nvSpPr>
        <p:spPr>
          <a:xfrm>
            <a:off x="24872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" name="data_3241">
            <a:extLst>
              <a:ext uri="{FF2B5EF4-FFF2-40B4-BE49-F238E27FC236}">
                <a16:creationId xmlns:a16="http://schemas.microsoft.com/office/drawing/2014/main" id="{17D19EDF-9E58-4589-9BFB-00D8539ABF2D}"/>
              </a:ext>
            </a:extLst>
          </p:cNvPr>
          <p:cNvSpPr>
            <a:spLocks noGrp="1"/>
          </p:cNvSpPr>
          <p:nvPr/>
        </p:nvSpPr>
        <p:spPr>
          <a:xfrm>
            <a:off x="23456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" name="data_3242">
            <a:extLst>
              <a:ext uri="{FF2B5EF4-FFF2-40B4-BE49-F238E27FC236}">
                <a16:creationId xmlns:a16="http://schemas.microsoft.com/office/drawing/2014/main" id="{4F69D633-B436-48F4-8157-D7A032C0C3AB}"/>
              </a:ext>
            </a:extLst>
          </p:cNvPr>
          <p:cNvSpPr>
            <a:spLocks noGrp="1"/>
          </p:cNvSpPr>
          <p:nvPr/>
        </p:nvSpPr>
        <p:spPr>
          <a:xfrm>
            <a:off x="236108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" name="data_3243">
            <a:extLst>
              <a:ext uri="{FF2B5EF4-FFF2-40B4-BE49-F238E27FC236}">
                <a16:creationId xmlns:a16="http://schemas.microsoft.com/office/drawing/2014/main" id="{F4D40EB3-DA3E-42CF-B6C0-5E7B12CCB6B7}"/>
              </a:ext>
            </a:extLst>
          </p:cNvPr>
          <p:cNvSpPr>
            <a:spLocks noGrp="1"/>
          </p:cNvSpPr>
          <p:nvPr/>
        </p:nvSpPr>
        <p:spPr>
          <a:xfrm>
            <a:off x="248031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" name="data_3244">
            <a:extLst>
              <a:ext uri="{FF2B5EF4-FFF2-40B4-BE49-F238E27FC236}">
                <a16:creationId xmlns:a16="http://schemas.microsoft.com/office/drawing/2014/main" id="{8F77A5F6-2959-46E2-B84A-EE6519512FB0}"/>
              </a:ext>
            </a:extLst>
          </p:cNvPr>
          <p:cNvSpPr>
            <a:spLocks noGrp="1"/>
          </p:cNvSpPr>
          <p:nvPr/>
        </p:nvSpPr>
        <p:spPr>
          <a:xfrm>
            <a:off x="2343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" name="data_3245">
            <a:extLst>
              <a:ext uri="{FF2B5EF4-FFF2-40B4-BE49-F238E27FC236}">
                <a16:creationId xmlns:a16="http://schemas.microsoft.com/office/drawing/2014/main" id="{B29FF353-8D42-44ED-9B57-86E071372E9B}"/>
              </a:ext>
            </a:extLst>
          </p:cNvPr>
          <p:cNvSpPr>
            <a:spLocks noGrp="1"/>
          </p:cNvSpPr>
          <p:nvPr/>
        </p:nvSpPr>
        <p:spPr>
          <a:xfrm>
            <a:off x="2369712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" name="data_3246">
            <a:extLst>
              <a:ext uri="{FF2B5EF4-FFF2-40B4-BE49-F238E27FC236}">
                <a16:creationId xmlns:a16="http://schemas.microsoft.com/office/drawing/2014/main" id="{1645D64B-5250-4B01-AFC2-06F6C436A471}"/>
              </a:ext>
            </a:extLst>
          </p:cNvPr>
          <p:cNvSpPr>
            <a:spLocks noGrp="1"/>
          </p:cNvSpPr>
          <p:nvPr/>
        </p:nvSpPr>
        <p:spPr>
          <a:xfrm>
            <a:off x="24086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" name="data_3247">
            <a:extLst>
              <a:ext uri="{FF2B5EF4-FFF2-40B4-BE49-F238E27FC236}">
                <a16:creationId xmlns:a16="http://schemas.microsoft.com/office/drawing/2014/main" id="{973B2F1E-C199-46AE-AA82-8FE62AE6C7A0}"/>
              </a:ext>
            </a:extLst>
          </p:cNvPr>
          <p:cNvSpPr>
            <a:spLocks noGrp="1"/>
          </p:cNvSpPr>
          <p:nvPr/>
        </p:nvSpPr>
        <p:spPr>
          <a:xfrm>
            <a:off x="245224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" name="data_3248">
            <a:extLst>
              <a:ext uri="{FF2B5EF4-FFF2-40B4-BE49-F238E27FC236}">
                <a16:creationId xmlns:a16="http://schemas.microsoft.com/office/drawing/2014/main" id="{6706299E-E62A-43B3-80CB-FDFF9B414B71}"/>
              </a:ext>
            </a:extLst>
          </p:cNvPr>
          <p:cNvSpPr>
            <a:spLocks noGrp="1"/>
          </p:cNvSpPr>
          <p:nvPr/>
        </p:nvSpPr>
        <p:spPr>
          <a:xfrm>
            <a:off x="24114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" name="data_3249">
            <a:extLst>
              <a:ext uri="{FF2B5EF4-FFF2-40B4-BE49-F238E27FC236}">
                <a16:creationId xmlns:a16="http://schemas.microsoft.com/office/drawing/2014/main" id="{862B2038-B5D1-492F-A516-1C27575B1BFC}"/>
              </a:ext>
            </a:extLst>
          </p:cNvPr>
          <p:cNvSpPr>
            <a:spLocks noGrp="1"/>
          </p:cNvSpPr>
          <p:nvPr/>
        </p:nvSpPr>
        <p:spPr>
          <a:xfrm>
            <a:off x="33870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" name="data_3250">
            <a:extLst>
              <a:ext uri="{FF2B5EF4-FFF2-40B4-BE49-F238E27FC236}">
                <a16:creationId xmlns:a16="http://schemas.microsoft.com/office/drawing/2014/main" id="{CAA4A5F5-226A-4B71-931D-9DB8ED8E7955}"/>
              </a:ext>
            </a:extLst>
          </p:cNvPr>
          <p:cNvSpPr>
            <a:spLocks noGrp="1"/>
          </p:cNvSpPr>
          <p:nvPr/>
        </p:nvSpPr>
        <p:spPr>
          <a:xfrm>
            <a:off x="34030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" name="data_3251">
            <a:extLst>
              <a:ext uri="{FF2B5EF4-FFF2-40B4-BE49-F238E27FC236}">
                <a16:creationId xmlns:a16="http://schemas.microsoft.com/office/drawing/2014/main" id="{A2020CDA-4087-4292-8E8F-0B27EDA36EAA}"/>
              </a:ext>
            </a:extLst>
          </p:cNvPr>
          <p:cNvSpPr>
            <a:spLocks noGrp="1"/>
          </p:cNvSpPr>
          <p:nvPr/>
        </p:nvSpPr>
        <p:spPr>
          <a:xfrm>
            <a:off x="335701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" name="data_3252">
            <a:extLst>
              <a:ext uri="{FF2B5EF4-FFF2-40B4-BE49-F238E27FC236}">
                <a16:creationId xmlns:a16="http://schemas.microsoft.com/office/drawing/2014/main" id="{AB13B1FE-2F69-44D4-A8FA-B314257A2B94}"/>
              </a:ext>
            </a:extLst>
          </p:cNvPr>
          <p:cNvSpPr>
            <a:spLocks noGrp="1"/>
          </p:cNvSpPr>
          <p:nvPr/>
        </p:nvSpPr>
        <p:spPr>
          <a:xfrm>
            <a:off x="33545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" name="data_3253">
            <a:extLst>
              <a:ext uri="{FF2B5EF4-FFF2-40B4-BE49-F238E27FC236}">
                <a16:creationId xmlns:a16="http://schemas.microsoft.com/office/drawing/2014/main" id="{EAA251CA-28AC-4B58-8FBB-ABBA4E09A5AD}"/>
              </a:ext>
            </a:extLst>
          </p:cNvPr>
          <p:cNvSpPr>
            <a:spLocks noGrp="1"/>
          </p:cNvSpPr>
          <p:nvPr/>
        </p:nvSpPr>
        <p:spPr>
          <a:xfrm>
            <a:off x="3355683" y="309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" name="data_3254">
            <a:extLst>
              <a:ext uri="{FF2B5EF4-FFF2-40B4-BE49-F238E27FC236}">
                <a16:creationId xmlns:a16="http://schemas.microsoft.com/office/drawing/2014/main" id="{F0389F82-40DA-48CC-AD04-2F3941AA0F8D}"/>
              </a:ext>
            </a:extLst>
          </p:cNvPr>
          <p:cNvSpPr>
            <a:spLocks noGrp="1"/>
          </p:cNvSpPr>
          <p:nvPr/>
        </p:nvSpPr>
        <p:spPr>
          <a:xfrm>
            <a:off x="34410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" name="data_3255">
            <a:extLst>
              <a:ext uri="{FF2B5EF4-FFF2-40B4-BE49-F238E27FC236}">
                <a16:creationId xmlns:a16="http://schemas.microsoft.com/office/drawing/2014/main" id="{780394D1-80F5-4AFA-BF46-87DD643C74FD}"/>
              </a:ext>
            </a:extLst>
          </p:cNvPr>
          <p:cNvSpPr>
            <a:spLocks noGrp="1"/>
          </p:cNvSpPr>
          <p:nvPr/>
        </p:nvSpPr>
        <p:spPr>
          <a:xfrm>
            <a:off x="33768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" name="data_3256">
            <a:extLst>
              <a:ext uri="{FF2B5EF4-FFF2-40B4-BE49-F238E27FC236}">
                <a16:creationId xmlns:a16="http://schemas.microsoft.com/office/drawing/2014/main" id="{7315D460-65F1-427B-B168-E1EFC01DB923}"/>
              </a:ext>
            </a:extLst>
          </p:cNvPr>
          <p:cNvSpPr>
            <a:spLocks noGrp="1"/>
          </p:cNvSpPr>
          <p:nvPr/>
        </p:nvSpPr>
        <p:spPr>
          <a:xfrm>
            <a:off x="33959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" name="data_3257">
            <a:extLst>
              <a:ext uri="{FF2B5EF4-FFF2-40B4-BE49-F238E27FC236}">
                <a16:creationId xmlns:a16="http://schemas.microsoft.com/office/drawing/2014/main" id="{BD1B874A-DE76-42B1-BADA-E7D5DDF5BD22}"/>
              </a:ext>
            </a:extLst>
          </p:cNvPr>
          <p:cNvSpPr>
            <a:spLocks noGrp="1"/>
          </p:cNvSpPr>
          <p:nvPr/>
        </p:nvSpPr>
        <p:spPr>
          <a:xfrm>
            <a:off x="32859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" name="data_3258">
            <a:extLst>
              <a:ext uri="{FF2B5EF4-FFF2-40B4-BE49-F238E27FC236}">
                <a16:creationId xmlns:a16="http://schemas.microsoft.com/office/drawing/2014/main" id="{4406A8BC-E4A5-4EFD-8356-E62677C3FA1A}"/>
              </a:ext>
            </a:extLst>
          </p:cNvPr>
          <p:cNvSpPr>
            <a:spLocks noGrp="1"/>
          </p:cNvSpPr>
          <p:nvPr/>
        </p:nvSpPr>
        <p:spPr>
          <a:xfrm>
            <a:off x="348353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" name="data_3259">
            <a:extLst>
              <a:ext uri="{FF2B5EF4-FFF2-40B4-BE49-F238E27FC236}">
                <a16:creationId xmlns:a16="http://schemas.microsoft.com/office/drawing/2014/main" id="{30450C6F-A088-4B7E-9E21-D784F90CE431}"/>
              </a:ext>
            </a:extLst>
          </p:cNvPr>
          <p:cNvSpPr>
            <a:spLocks noGrp="1"/>
          </p:cNvSpPr>
          <p:nvPr/>
        </p:nvSpPr>
        <p:spPr>
          <a:xfrm>
            <a:off x="3455280" y="2546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" name="data_3260">
            <a:extLst>
              <a:ext uri="{FF2B5EF4-FFF2-40B4-BE49-F238E27FC236}">
                <a16:creationId xmlns:a16="http://schemas.microsoft.com/office/drawing/2014/main" id="{807E612F-5A78-49CD-95FD-AEBD6C68B4C9}"/>
              </a:ext>
            </a:extLst>
          </p:cNvPr>
          <p:cNvSpPr>
            <a:spLocks noGrp="1"/>
          </p:cNvSpPr>
          <p:nvPr/>
        </p:nvSpPr>
        <p:spPr>
          <a:xfrm>
            <a:off x="3309724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" name="data_3261">
            <a:extLst>
              <a:ext uri="{FF2B5EF4-FFF2-40B4-BE49-F238E27FC236}">
                <a16:creationId xmlns:a16="http://schemas.microsoft.com/office/drawing/2014/main" id="{226A8707-3CB2-4F61-B7F1-47F7DA01A214}"/>
              </a:ext>
            </a:extLst>
          </p:cNvPr>
          <p:cNvSpPr>
            <a:spLocks noGrp="1"/>
          </p:cNvSpPr>
          <p:nvPr/>
        </p:nvSpPr>
        <p:spPr>
          <a:xfrm>
            <a:off x="33603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" name="data_3262">
            <a:extLst>
              <a:ext uri="{FF2B5EF4-FFF2-40B4-BE49-F238E27FC236}">
                <a16:creationId xmlns:a16="http://schemas.microsoft.com/office/drawing/2014/main" id="{30D0A12A-CF4D-4E19-A225-39CCD3AB4B15}"/>
              </a:ext>
            </a:extLst>
          </p:cNvPr>
          <p:cNvSpPr>
            <a:spLocks noGrp="1"/>
          </p:cNvSpPr>
          <p:nvPr/>
        </p:nvSpPr>
        <p:spPr>
          <a:xfrm>
            <a:off x="34910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" name="data_3263">
            <a:extLst>
              <a:ext uri="{FF2B5EF4-FFF2-40B4-BE49-F238E27FC236}">
                <a16:creationId xmlns:a16="http://schemas.microsoft.com/office/drawing/2014/main" id="{138C5BD2-C549-424F-B44F-13AC745FF237}"/>
              </a:ext>
            </a:extLst>
          </p:cNvPr>
          <p:cNvSpPr>
            <a:spLocks noGrp="1"/>
          </p:cNvSpPr>
          <p:nvPr/>
        </p:nvSpPr>
        <p:spPr>
          <a:xfrm>
            <a:off x="32795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" name="data_3264">
            <a:extLst>
              <a:ext uri="{FF2B5EF4-FFF2-40B4-BE49-F238E27FC236}">
                <a16:creationId xmlns:a16="http://schemas.microsoft.com/office/drawing/2014/main" id="{21DDCE40-6D30-4350-B7D4-823FFA88A9A5}"/>
              </a:ext>
            </a:extLst>
          </p:cNvPr>
          <p:cNvSpPr>
            <a:spLocks noGrp="1"/>
          </p:cNvSpPr>
          <p:nvPr/>
        </p:nvSpPr>
        <p:spPr>
          <a:xfrm>
            <a:off x="33852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" name="data_3265">
            <a:extLst>
              <a:ext uri="{FF2B5EF4-FFF2-40B4-BE49-F238E27FC236}">
                <a16:creationId xmlns:a16="http://schemas.microsoft.com/office/drawing/2014/main" id="{D590C87D-D585-4560-8CD6-DFBBE56AD0E7}"/>
              </a:ext>
            </a:extLst>
          </p:cNvPr>
          <p:cNvSpPr>
            <a:spLocks noGrp="1"/>
          </p:cNvSpPr>
          <p:nvPr/>
        </p:nvSpPr>
        <p:spPr>
          <a:xfrm>
            <a:off x="33962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" name="data_3266">
            <a:extLst>
              <a:ext uri="{FF2B5EF4-FFF2-40B4-BE49-F238E27FC236}">
                <a16:creationId xmlns:a16="http://schemas.microsoft.com/office/drawing/2014/main" id="{2EC521D5-A582-489D-8E2A-54EAAE3EB245}"/>
              </a:ext>
            </a:extLst>
          </p:cNvPr>
          <p:cNvSpPr>
            <a:spLocks noGrp="1"/>
          </p:cNvSpPr>
          <p:nvPr/>
        </p:nvSpPr>
        <p:spPr>
          <a:xfrm>
            <a:off x="338234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" name="data_3267">
            <a:extLst>
              <a:ext uri="{FF2B5EF4-FFF2-40B4-BE49-F238E27FC236}">
                <a16:creationId xmlns:a16="http://schemas.microsoft.com/office/drawing/2014/main" id="{76296566-268F-4B1A-88B8-C0CE99B7DAA2}"/>
              </a:ext>
            </a:extLst>
          </p:cNvPr>
          <p:cNvSpPr>
            <a:spLocks noGrp="1"/>
          </p:cNvSpPr>
          <p:nvPr/>
        </p:nvSpPr>
        <p:spPr>
          <a:xfrm>
            <a:off x="3492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" name="data_3268">
            <a:extLst>
              <a:ext uri="{FF2B5EF4-FFF2-40B4-BE49-F238E27FC236}">
                <a16:creationId xmlns:a16="http://schemas.microsoft.com/office/drawing/2014/main" id="{E4D47E5E-501A-4E6B-847C-90C462186F62}"/>
              </a:ext>
            </a:extLst>
          </p:cNvPr>
          <p:cNvSpPr>
            <a:spLocks noGrp="1"/>
          </p:cNvSpPr>
          <p:nvPr/>
        </p:nvSpPr>
        <p:spPr>
          <a:xfrm>
            <a:off x="3461399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" name="data_3269">
            <a:extLst>
              <a:ext uri="{FF2B5EF4-FFF2-40B4-BE49-F238E27FC236}">
                <a16:creationId xmlns:a16="http://schemas.microsoft.com/office/drawing/2014/main" id="{83EB9519-D11D-4EFA-9982-1572F32C04CB}"/>
              </a:ext>
            </a:extLst>
          </p:cNvPr>
          <p:cNvSpPr>
            <a:spLocks noGrp="1"/>
          </p:cNvSpPr>
          <p:nvPr/>
        </p:nvSpPr>
        <p:spPr>
          <a:xfrm>
            <a:off x="329557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" name="data_3270">
            <a:extLst>
              <a:ext uri="{FF2B5EF4-FFF2-40B4-BE49-F238E27FC236}">
                <a16:creationId xmlns:a16="http://schemas.microsoft.com/office/drawing/2014/main" id="{C843445C-A421-44DB-AD61-7F3DB9E26CFA}"/>
              </a:ext>
            </a:extLst>
          </p:cNvPr>
          <p:cNvSpPr>
            <a:spLocks noGrp="1"/>
          </p:cNvSpPr>
          <p:nvPr/>
        </p:nvSpPr>
        <p:spPr>
          <a:xfrm>
            <a:off x="33201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" name="data_3271">
            <a:extLst>
              <a:ext uri="{FF2B5EF4-FFF2-40B4-BE49-F238E27FC236}">
                <a16:creationId xmlns:a16="http://schemas.microsoft.com/office/drawing/2014/main" id="{6BDAC0A1-62D2-4455-BB96-CC699B97625A}"/>
              </a:ext>
            </a:extLst>
          </p:cNvPr>
          <p:cNvSpPr>
            <a:spLocks noGrp="1"/>
          </p:cNvSpPr>
          <p:nvPr/>
        </p:nvSpPr>
        <p:spPr>
          <a:xfrm>
            <a:off x="3345024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" name="data_3272">
            <a:extLst>
              <a:ext uri="{FF2B5EF4-FFF2-40B4-BE49-F238E27FC236}">
                <a16:creationId xmlns:a16="http://schemas.microsoft.com/office/drawing/2014/main" id="{BB705B3E-8AC9-40AF-A8EE-B58F2C6A9CD7}"/>
              </a:ext>
            </a:extLst>
          </p:cNvPr>
          <p:cNvSpPr>
            <a:spLocks noGrp="1"/>
          </p:cNvSpPr>
          <p:nvPr/>
        </p:nvSpPr>
        <p:spPr>
          <a:xfrm>
            <a:off x="338515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" name="data_3273">
            <a:extLst>
              <a:ext uri="{FF2B5EF4-FFF2-40B4-BE49-F238E27FC236}">
                <a16:creationId xmlns:a16="http://schemas.microsoft.com/office/drawing/2014/main" id="{E157615B-877C-497F-8734-42E98ABF5D85}"/>
              </a:ext>
            </a:extLst>
          </p:cNvPr>
          <p:cNvSpPr>
            <a:spLocks noGrp="1"/>
          </p:cNvSpPr>
          <p:nvPr/>
        </p:nvSpPr>
        <p:spPr>
          <a:xfrm>
            <a:off x="34514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" name="data_3274">
            <a:extLst>
              <a:ext uri="{FF2B5EF4-FFF2-40B4-BE49-F238E27FC236}">
                <a16:creationId xmlns:a16="http://schemas.microsoft.com/office/drawing/2014/main" id="{0593EE93-8CF6-4B46-A920-4D25CD0F804E}"/>
              </a:ext>
            </a:extLst>
          </p:cNvPr>
          <p:cNvSpPr>
            <a:spLocks noGrp="1"/>
          </p:cNvSpPr>
          <p:nvPr/>
        </p:nvSpPr>
        <p:spPr>
          <a:xfrm>
            <a:off x="341191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" name="data_3275">
            <a:extLst>
              <a:ext uri="{FF2B5EF4-FFF2-40B4-BE49-F238E27FC236}">
                <a16:creationId xmlns:a16="http://schemas.microsoft.com/office/drawing/2014/main" id="{70AD4C6D-7A79-4BB2-869A-27687610D033}"/>
              </a:ext>
            </a:extLst>
          </p:cNvPr>
          <p:cNvSpPr>
            <a:spLocks noGrp="1"/>
          </p:cNvSpPr>
          <p:nvPr/>
        </p:nvSpPr>
        <p:spPr>
          <a:xfrm>
            <a:off x="346370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" name="data_3276">
            <a:extLst>
              <a:ext uri="{FF2B5EF4-FFF2-40B4-BE49-F238E27FC236}">
                <a16:creationId xmlns:a16="http://schemas.microsoft.com/office/drawing/2014/main" id="{89866E92-A01E-46AF-B4B8-E85F6446D8DC}"/>
              </a:ext>
            </a:extLst>
          </p:cNvPr>
          <p:cNvSpPr>
            <a:spLocks noGrp="1"/>
          </p:cNvSpPr>
          <p:nvPr/>
        </p:nvSpPr>
        <p:spPr>
          <a:xfrm>
            <a:off x="33246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" name="data_3277">
            <a:extLst>
              <a:ext uri="{FF2B5EF4-FFF2-40B4-BE49-F238E27FC236}">
                <a16:creationId xmlns:a16="http://schemas.microsoft.com/office/drawing/2014/main" id="{4A5F4CEC-7DB3-43B1-82C9-F4710A40CE05}"/>
              </a:ext>
            </a:extLst>
          </p:cNvPr>
          <p:cNvSpPr>
            <a:spLocks noGrp="1"/>
          </p:cNvSpPr>
          <p:nvPr/>
        </p:nvSpPr>
        <p:spPr>
          <a:xfrm>
            <a:off x="3400060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" name="data_3278">
            <a:extLst>
              <a:ext uri="{FF2B5EF4-FFF2-40B4-BE49-F238E27FC236}">
                <a16:creationId xmlns:a16="http://schemas.microsoft.com/office/drawing/2014/main" id="{67303B87-8A9B-4467-8BED-016CFFF47A7C}"/>
              </a:ext>
            </a:extLst>
          </p:cNvPr>
          <p:cNvSpPr>
            <a:spLocks noGrp="1"/>
          </p:cNvSpPr>
          <p:nvPr/>
        </p:nvSpPr>
        <p:spPr>
          <a:xfrm>
            <a:off x="340128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" name="data_3279">
            <a:extLst>
              <a:ext uri="{FF2B5EF4-FFF2-40B4-BE49-F238E27FC236}">
                <a16:creationId xmlns:a16="http://schemas.microsoft.com/office/drawing/2014/main" id="{50E68672-AA7A-4568-A114-3D1FE538337F}"/>
              </a:ext>
            </a:extLst>
          </p:cNvPr>
          <p:cNvSpPr>
            <a:spLocks noGrp="1"/>
          </p:cNvSpPr>
          <p:nvPr/>
        </p:nvSpPr>
        <p:spPr>
          <a:xfrm>
            <a:off x="32782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" name="data_3280">
            <a:extLst>
              <a:ext uri="{FF2B5EF4-FFF2-40B4-BE49-F238E27FC236}">
                <a16:creationId xmlns:a16="http://schemas.microsoft.com/office/drawing/2014/main" id="{AA25D5B4-2838-477B-8959-953A75433A50}"/>
              </a:ext>
            </a:extLst>
          </p:cNvPr>
          <p:cNvSpPr>
            <a:spLocks noGrp="1"/>
          </p:cNvSpPr>
          <p:nvPr/>
        </p:nvSpPr>
        <p:spPr>
          <a:xfrm>
            <a:off x="3284804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" name="data_3281">
            <a:extLst>
              <a:ext uri="{FF2B5EF4-FFF2-40B4-BE49-F238E27FC236}">
                <a16:creationId xmlns:a16="http://schemas.microsoft.com/office/drawing/2014/main" id="{355E3930-9BBF-488A-A37B-7BF94F9B872E}"/>
              </a:ext>
            </a:extLst>
          </p:cNvPr>
          <p:cNvSpPr>
            <a:spLocks noGrp="1"/>
          </p:cNvSpPr>
          <p:nvPr/>
        </p:nvSpPr>
        <p:spPr>
          <a:xfrm>
            <a:off x="33416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" name="data_3282">
            <a:extLst>
              <a:ext uri="{FF2B5EF4-FFF2-40B4-BE49-F238E27FC236}">
                <a16:creationId xmlns:a16="http://schemas.microsoft.com/office/drawing/2014/main" id="{5F45D485-4315-4E99-9728-BACF1769AC8D}"/>
              </a:ext>
            </a:extLst>
          </p:cNvPr>
          <p:cNvSpPr>
            <a:spLocks noGrp="1"/>
          </p:cNvSpPr>
          <p:nvPr/>
        </p:nvSpPr>
        <p:spPr>
          <a:xfrm>
            <a:off x="33170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" name="data_3283">
            <a:extLst>
              <a:ext uri="{FF2B5EF4-FFF2-40B4-BE49-F238E27FC236}">
                <a16:creationId xmlns:a16="http://schemas.microsoft.com/office/drawing/2014/main" id="{00328549-7D6F-40B9-B2B2-3165B16CC95B}"/>
              </a:ext>
            </a:extLst>
          </p:cNvPr>
          <p:cNvSpPr>
            <a:spLocks noGrp="1"/>
          </p:cNvSpPr>
          <p:nvPr/>
        </p:nvSpPr>
        <p:spPr>
          <a:xfrm>
            <a:off x="33707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" name="data_3284">
            <a:extLst>
              <a:ext uri="{FF2B5EF4-FFF2-40B4-BE49-F238E27FC236}">
                <a16:creationId xmlns:a16="http://schemas.microsoft.com/office/drawing/2014/main" id="{0DEFE9EF-17A2-4F18-A002-2D685610C399}"/>
              </a:ext>
            </a:extLst>
          </p:cNvPr>
          <p:cNvSpPr>
            <a:spLocks noGrp="1"/>
          </p:cNvSpPr>
          <p:nvPr/>
        </p:nvSpPr>
        <p:spPr>
          <a:xfrm>
            <a:off x="334136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" name="data_3285">
            <a:extLst>
              <a:ext uri="{FF2B5EF4-FFF2-40B4-BE49-F238E27FC236}">
                <a16:creationId xmlns:a16="http://schemas.microsoft.com/office/drawing/2014/main" id="{4A8A681D-6709-47EC-A4D9-D5E1E676AE00}"/>
              </a:ext>
            </a:extLst>
          </p:cNvPr>
          <p:cNvSpPr>
            <a:spLocks noGrp="1"/>
          </p:cNvSpPr>
          <p:nvPr/>
        </p:nvSpPr>
        <p:spPr>
          <a:xfrm>
            <a:off x="34388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" name="data_3286">
            <a:extLst>
              <a:ext uri="{FF2B5EF4-FFF2-40B4-BE49-F238E27FC236}">
                <a16:creationId xmlns:a16="http://schemas.microsoft.com/office/drawing/2014/main" id="{8029F361-0314-42A1-AA16-90B5A164F90C}"/>
              </a:ext>
            </a:extLst>
          </p:cNvPr>
          <p:cNvSpPr>
            <a:spLocks noGrp="1"/>
          </p:cNvSpPr>
          <p:nvPr/>
        </p:nvSpPr>
        <p:spPr>
          <a:xfrm>
            <a:off x="343302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" name="data_3287">
            <a:extLst>
              <a:ext uri="{FF2B5EF4-FFF2-40B4-BE49-F238E27FC236}">
                <a16:creationId xmlns:a16="http://schemas.microsoft.com/office/drawing/2014/main" id="{2F12AFC1-2DF7-4394-949D-470F599FBD3B}"/>
              </a:ext>
            </a:extLst>
          </p:cNvPr>
          <p:cNvSpPr>
            <a:spLocks noGrp="1"/>
          </p:cNvSpPr>
          <p:nvPr/>
        </p:nvSpPr>
        <p:spPr>
          <a:xfrm>
            <a:off x="32735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" name="data_3288">
            <a:extLst>
              <a:ext uri="{FF2B5EF4-FFF2-40B4-BE49-F238E27FC236}">
                <a16:creationId xmlns:a16="http://schemas.microsoft.com/office/drawing/2014/main" id="{E9924F83-B79A-41D6-A25B-A8C049515F4F}"/>
              </a:ext>
            </a:extLst>
          </p:cNvPr>
          <p:cNvSpPr>
            <a:spLocks noGrp="1"/>
          </p:cNvSpPr>
          <p:nvPr/>
        </p:nvSpPr>
        <p:spPr>
          <a:xfrm>
            <a:off x="3361222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" name="data_3289">
            <a:extLst>
              <a:ext uri="{FF2B5EF4-FFF2-40B4-BE49-F238E27FC236}">
                <a16:creationId xmlns:a16="http://schemas.microsoft.com/office/drawing/2014/main" id="{A88D0C26-7D45-4E9D-A6F5-AC84539AAE70}"/>
              </a:ext>
            </a:extLst>
          </p:cNvPr>
          <p:cNvSpPr>
            <a:spLocks noGrp="1"/>
          </p:cNvSpPr>
          <p:nvPr/>
        </p:nvSpPr>
        <p:spPr>
          <a:xfrm>
            <a:off x="33847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" name="data_3290">
            <a:extLst>
              <a:ext uri="{FF2B5EF4-FFF2-40B4-BE49-F238E27FC236}">
                <a16:creationId xmlns:a16="http://schemas.microsoft.com/office/drawing/2014/main" id="{BE80955B-ABB1-48E8-85D8-7B37414B7F4A}"/>
              </a:ext>
            </a:extLst>
          </p:cNvPr>
          <p:cNvSpPr>
            <a:spLocks noGrp="1"/>
          </p:cNvSpPr>
          <p:nvPr/>
        </p:nvSpPr>
        <p:spPr>
          <a:xfrm>
            <a:off x="338941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4" name="data_3291">
            <a:extLst>
              <a:ext uri="{FF2B5EF4-FFF2-40B4-BE49-F238E27FC236}">
                <a16:creationId xmlns:a16="http://schemas.microsoft.com/office/drawing/2014/main" id="{AE1391D9-2AE8-4BEB-9BCD-2BE626BD5E92}"/>
              </a:ext>
            </a:extLst>
          </p:cNvPr>
          <p:cNvSpPr>
            <a:spLocks noGrp="1"/>
          </p:cNvSpPr>
          <p:nvPr/>
        </p:nvSpPr>
        <p:spPr>
          <a:xfrm>
            <a:off x="3380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5" name="data_3292">
            <a:extLst>
              <a:ext uri="{FF2B5EF4-FFF2-40B4-BE49-F238E27FC236}">
                <a16:creationId xmlns:a16="http://schemas.microsoft.com/office/drawing/2014/main" id="{5C6E790C-61D7-4FA2-A595-66F5F934792D}"/>
              </a:ext>
            </a:extLst>
          </p:cNvPr>
          <p:cNvSpPr>
            <a:spLocks noGrp="1"/>
          </p:cNvSpPr>
          <p:nvPr/>
        </p:nvSpPr>
        <p:spPr>
          <a:xfrm>
            <a:off x="34510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6" name="data_3293">
            <a:extLst>
              <a:ext uri="{FF2B5EF4-FFF2-40B4-BE49-F238E27FC236}">
                <a16:creationId xmlns:a16="http://schemas.microsoft.com/office/drawing/2014/main" id="{A6775FDD-3EFF-402E-80EC-0507A2974DD2}"/>
              </a:ext>
            </a:extLst>
          </p:cNvPr>
          <p:cNvSpPr>
            <a:spLocks noGrp="1"/>
          </p:cNvSpPr>
          <p:nvPr/>
        </p:nvSpPr>
        <p:spPr>
          <a:xfrm>
            <a:off x="3293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7" name="data_3294">
            <a:extLst>
              <a:ext uri="{FF2B5EF4-FFF2-40B4-BE49-F238E27FC236}">
                <a16:creationId xmlns:a16="http://schemas.microsoft.com/office/drawing/2014/main" id="{A93EEB1F-8416-43FA-9CF9-33BF9D999836}"/>
              </a:ext>
            </a:extLst>
          </p:cNvPr>
          <p:cNvSpPr>
            <a:spLocks noGrp="1"/>
          </p:cNvSpPr>
          <p:nvPr/>
        </p:nvSpPr>
        <p:spPr>
          <a:xfrm>
            <a:off x="32916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8" name="data_3295">
            <a:extLst>
              <a:ext uri="{FF2B5EF4-FFF2-40B4-BE49-F238E27FC236}">
                <a16:creationId xmlns:a16="http://schemas.microsoft.com/office/drawing/2014/main" id="{9CEE91BE-83CD-4D97-B293-443AEB9D0430}"/>
              </a:ext>
            </a:extLst>
          </p:cNvPr>
          <p:cNvSpPr>
            <a:spLocks noGrp="1"/>
          </p:cNvSpPr>
          <p:nvPr/>
        </p:nvSpPr>
        <p:spPr>
          <a:xfrm>
            <a:off x="33207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9" name="data_3296">
            <a:extLst>
              <a:ext uri="{FF2B5EF4-FFF2-40B4-BE49-F238E27FC236}">
                <a16:creationId xmlns:a16="http://schemas.microsoft.com/office/drawing/2014/main" id="{0C16DC20-AB27-41C0-BA60-534D2BDC60D6}"/>
              </a:ext>
            </a:extLst>
          </p:cNvPr>
          <p:cNvSpPr>
            <a:spLocks noGrp="1"/>
          </p:cNvSpPr>
          <p:nvPr/>
        </p:nvSpPr>
        <p:spPr>
          <a:xfrm>
            <a:off x="3403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0" name="data_3297">
            <a:extLst>
              <a:ext uri="{FF2B5EF4-FFF2-40B4-BE49-F238E27FC236}">
                <a16:creationId xmlns:a16="http://schemas.microsoft.com/office/drawing/2014/main" id="{4C71F355-F3CD-42C0-8477-9B67BB8662AB}"/>
              </a:ext>
            </a:extLst>
          </p:cNvPr>
          <p:cNvSpPr>
            <a:spLocks noGrp="1"/>
          </p:cNvSpPr>
          <p:nvPr/>
        </p:nvSpPr>
        <p:spPr>
          <a:xfrm>
            <a:off x="33646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1" name="data_3298">
            <a:extLst>
              <a:ext uri="{FF2B5EF4-FFF2-40B4-BE49-F238E27FC236}">
                <a16:creationId xmlns:a16="http://schemas.microsoft.com/office/drawing/2014/main" id="{249CCAB1-8AAE-438C-B616-B0C4DB0C05D7}"/>
              </a:ext>
            </a:extLst>
          </p:cNvPr>
          <p:cNvSpPr>
            <a:spLocks noGrp="1"/>
          </p:cNvSpPr>
          <p:nvPr/>
        </p:nvSpPr>
        <p:spPr>
          <a:xfrm>
            <a:off x="345449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2" name="data_3299">
            <a:extLst>
              <a:ext uri="{FF2B5EF4-FFF2-40B4-BE49-F238E27FC236}">
                <a16:creationId xmlns:a16="http://schemas.microsoft.com/office/drawing/2014/main" id="{019B368B-F145-41E9-AEAC-9CA00FC1779E}"/>
              </a:ext>
            </a:extLst>
          </p:cNvPr>
          <p:cNvSpPr>
            <a:spLocks noGrp="1"/>
          </p:cNvSpPr>
          <p:nvPr/>
        </p:nvSpPr>
        <p:spPr>
          <a:xfrm>
            <a:off x="34593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3" name="data_3300">
            <a:extLst>
              <a:ext uri="{FF2B5EF4-FFF2-40B4-BE49-F238E27FC236}">
                <a16:creationId xmlns:a16="http://schemas.microsoft.com/office/drawing/2014/main" id="{80EDC0DE-0908-4FBC-B831-38F189093205}"/>
              </a:ext>
            </a:extLst>
          </p:cNvPr>
          <p:cNvSpPr>
            <a:spLocks noGrp="1"/>
          </p:cNvSpPr>
          <p:nvPr/>
        </p:nvSpPr>
        <p:spPr>
          <a:xfrm>
            <a:off x="33377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4" name="data_3301">
            <a:extLst>
              <a:ext uri="{FF2B5EF4-FFF2-40B4-BE49-F238E27FC236}">
                <a16:creationId xmlns:a16="http://schemas.microsoft.com/office/drawing/2014/main" id="{2048B774-44EC-4115-8007-6FDC8E770718}"/>
              </a:ext>
            </a:extLst>
          </p:cNvPr>
          <p:cNvSpPr>
            <a:spLocks noGrp="1"/>
          </p:cNvSpPr>
          <p:nvPr/>
        </p:nvSpPr>
        <p:spPr>
          <a:xfrm>
            <a:off x="334869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5" name="data_3302">
            <a:extLst>
              <a:ext uri="{FF2B5EF4-FFF2-40B4-BE49-F238E27FC236}">
                <a16:creationId xmlns:a16="http://schemas.microsoft.com/office/drawing/2014/main" id="{2F3A141F-6E74-4473-B40F-9AAE79FE63EA}"/>
              </a:ext>
            </a:extLst>
          </p:cNvPr>
          <p:cNvSpPr>
            <a:spLocks noGrp="1"/>
          </p:cNvSpPr>
          <p:nvPr/>
        </p:nvSpPr>
        <p:spPr>
          <a:xfrm>
            <a:off x="3325537" y="26566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6" name="data_3303">
            <a:extLst>
              <a:ext uri="{FF2B5EF4-FFF2-40B4-BE49-F238E27FC236}">
                <a16:creationId xmlns:a16="http://schemas.microsoft.com/office/drawing/2014/main" id="{0B1ECD29-8FE9-4A7A-867A-A2C5F4FE16FD}"/>
              </a:ext>
            </a:extLst>
          </p:cNvPr>
          <p:cNvSpPr>
            <a:spLocks noGrp="1"/>
          </p:cNvSpPr>
          <p:nvPr/>
        </p:nvSpPr>
        <p:spPr>
          <a:xfrm>
            <a:off x="33968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3304">
            <a:extLst>
              <a:ext uri="{FF2B5EF4-FFF2-40B4-BE49-F238E27FC236}">
                <a16:creationId xmlns:a16="http://schemas.microsoft.com/office/drawing/2014/main" id="{8DF9A10E-D06F-4EB6-AFA5-62A35767E409}"/>
              </a:ext>
            </a:extLst>
          </p:cNvPr>
          <p:cNvSpPr>
            <a:spLocks noGrp="1"/>
          </p:cNvSpPr>
          <p:nvPr/>
        </p:nvSpPr>
        <p:spPr>
          <a:xfrm>
            <a:off x="34282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3305">
            <a:extLst>
              <a:ext uri="{FF2B5EF4-FFF2-40B4-BE49-F238E27FC236}">
                <a16:creationId xmlns:a16="http://schemas.microsoft.com/office/drawing/2014/main" id="{9B14C566-9797-4C59-A099-A0760146886E}"/>
              </a:ext>
            </a:extLst>
          </p:cNvPr>
          <p:cNvSpPr>
            <a:spLocks noGrp="1"/>
          </p:cNvSpPr>
          <p:nvPr/>
        </p:nvSpPr>
        <p:spPr>
          <a:xfrm>
            <a:off x="3387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3306">
            <a:extLst>
              <a:ext uri="{FF2B5EF4-FFF2-40B4-BE49-F238E27FC236}">
                <a16:creationId xmlns:a16="http://schemas.microsoft.com/office/drawing/2014/main" id="{F80AEE09-FCD1-4735-A85F-C792E10AE5F8}"/>
              </a:ext>
            </a:extLst>
          </p:cNvPr>
          <p:cNvSpPr>
            <a:spLocks noGrp="1"/>
          </p:cNvSpPr>
          <p:nvPr/>
        </p:nvSpPr>
        <p:spPr>
          <a:xfrm>
            <a:off x="347903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3307">
            <a:extLst>
              <a:ext uri="{FF2B5EF4-FFF2-40B4-BE49-F238E27FC236}">
                <a16:creationId xmlns:a16="http://schemas.microsoft.com/office/drawing/2014/main" id="{38FBD632-A5AB-45A5-BF20-995B93D54191}"/>
              </a:ext>
            </a:extLst>
          </p:cNvPr>
          <p:cNvSpPr>
            <a:spLocks noGrp="1"/>
          </p:cNvSpPr>
          <p:nvPr/>
        </p:nvSpPr>
        <p:spPr>
          <a:xfrm>
            <a:off x="3488634" y="3938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3308">
            <a:extLst>
              <a:ext uri="{FF2B5EF4-FFF2-40B4-BE49-F238E27FC236}">
                <a16:creationId xmlns:a16="http://schemas.microsoft.com/office/drawing/2014/main" id="{F1D42EE6-59E8-42D1-B3D4-FA8DF36BFCFF}"/>
              </a:ext>
            </a:extLst>
          </p:cNvPr>
          <p:cNvSpPr>
            <a:spLocks noGrp="1"/>
          </p:cNvSpPr>
          <p:nvPr/>
        </p:nvSpPr>
        <p:spPr>
          <a:xfrm>
            <a:off x="34009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3309">
            <a:extLst>
              <a:ext uri="{FF2B5EF4-FFF2-40B4-BE49-F238E27FC236}">
                <a16:creationId xmlns:a16="http://schemas.microsoft.com/office/drawing/2014/main" id="{C914E25A-C627-4693-B3F6-251502087072}"/>
              </a:ext>
            </a:extLst>
          </p:cNvPr>
          <p:cNvSpPr>
            <a:spLocks noGrp="1"/>
          </p:cNvSpPr>
          <p:nvPr/>
        </p:nvSpPr>
        <p:spPr>
          <a:xfrm>
            <a:off x="337829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3310">
            <a:extLst>
              <a:ext uri="{FF2B5EF4-FFF2-40B4-BE49-F238E27FC236}">
                <a16:creationId xmlns:a16="http://schemas.microsoft.com/office/drawing/2014/main" id="{A8BB9272-4D50-469E-A8EF-E5CCCBFA0AA0}"/>
              </a:ext>
            </a:extLst>
          </p:cNvPr>
          <p:cNvSpPr>
            <a:spLocks noGrp="1"/>
          </p:cNvSpPr>
          <p:nvPr/>
        </p:nvSpPr>
        <p:spPr>
          <a:xfrm>
            <a:off x="34040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3311">
            <a:extLst>
              <a:ext uri="{FF2B5EF4-FFF2-40B4-BE49-F238E27FC236}">
                <a16:creationId xmlns:a16="http://schemas.microsoft.com/office/drawing/2014/main" id="{5D698CF7-DD54-4BA6-8623-640D47C8D2D1}"/>
              </a:ext>
            </a:extLst>
          </p:cNvPr>
          <p:cNvSpPr>
            <a:spLocks noGrp="1"/>
          </p:cNvSpPr>
          <p:nvPr/>
        </p:nvSpPr>
        <p:spPr>
          <a:xfrm>
            <a:off x="34119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3312">
            <a:extLst>
              <a:ext uri="{FF2B5EF4-FFF2-40B4-BE49-F238E27FC236}">
                <a16:creationId xmlns:a16="http://schemas.microsoft.com/office/drawing/2014/main" id="{0FAA249B-19C4-4F95-8F25-6AC92B627683}"/>
              </a:ext>
            </a:extLst>
          </p:cNvPr>
          <p:cNvSpPr>
            <a:spLocks noGrp="1"/>
          </p:cNvSpPr>
          <p:nvPr/>
        </p:nvSpPr>
        <p:spPr>
          <a:xfrm>
            <a:off x="33185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3313">
            <a:extLst>
              <a:ext uri="{FF2B5EF4-FFF2-40B4-BE49-F238E27FC236}">
                <a16:creationId xmlns:a16="http://schemas.microsoft.com/office/drawing/2014/main" id="{01C96F59-B004-4C64-8C28-146173CA36B5}"/>
              </a:ext>
            </a:extLst>
          </p:cNvPr>
          <p:cNvSpPr>
            <a:spLocks noGrp="1"/>
          </p:cNvSpPr>
          <p:nvPr/>
        </p:nvSpPr>
        <p:spPr>
          <a:xfrm>
            <a:off x="342707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3314">
            <a:extLst>
              <a:ext uri="{FF2B5EF4-FFF2-40B4-BE49-F238E27FC236}">
                <a16:creationId xmlns:a16="http://schemas.microsoft.com/office/drawing/2014/main" id="{4F9C6394-B481-4CF4-8995-DB30397DC85B}"/>
              </a:ext>
            </a:extLst>
          </p:cNvPr>
          <p:cNvSpPr>
            <a:spLocks noGrp="1"/>
          </p:cNvSpPr>
          <p:nvPr/>
        </p:nvSpPr>
        <p:spPr>
          <a:xfrm>
            <a:off x="34685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3315">
            <a:extLst>
              <a:ext uri="{FF2B5EF4-FFF2-40B4-BE49-F238E27FC236}">
                <a16:creationId xmlns:a16="http://schemas.microsoft.com/office/drawing/2014/main" id="{3E4E55C3-F8D4-47AD-9E5E-D25323E3B5E0}"/>
              </a:ext>
            </a:extLst>
          </p:cNvPr>
          <p:cNvSpPr>
            <a:spLocks noGrp="1"/>
          </p:cNvSpPr>
          <p:nvPr/>
        </p:nvSpPr>
        <p:spPr>
          <a:xfrm>
            <a:off x="33267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3316">
            <a:extLst>
              <a:ext uri="{FF2B5EF4-FFF2-40B4-BE49-F238E27FC236}">
                <a16:creationId xmlns:a16="http://schemas.microsoft.com/office/drawing/2014/main" id="{165713E8-A6B3-4417-8076-088AE412F86E}"/>
              </a:ext>
            </a:extLst>
          </p:cNvPr>
          <p:cNvSpPr>
            <a:spLocks noGrp="1"/>
          </p:cNvSpPr>
          <p:nvPr/>
        </p:nvSpPr>
        <p:spPr>
          <a:xfrm>
            <a:off x="327527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3317">
            <a:extLst>
              <a:ext uri="{FF2B5EF4-FFF2-40B4-BE49-F238E27FC236}">
                <a16:creationId xmlns:a16="http://schemas.microsoft.com/office/drawing/2014/main" id="{E70568E2-07C6-4F5F-BC69-EEDBD4351ACE}"/>
              </a:ext>
            </a:extLst>
          </p:cNvPr>
          <p:cNvSpPr>
            <a:spLocks noGrp="1"/>
          </p:cNvSpPr>
          <p:nvPr/>
        </p:nvSpPr>
        <p:spPr>
          <a:xfrm>
            <a:off x="3434561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3318">
            <a:extLst>
              <a:ext uri="{FF2B5EF4-FFF2-40B4-BE49-F238E27FC236}">
                <a16:creationId xmlns:a16="http://schemas.microsoft.com/office/drawing/2014/main" id="{1CE810CF-00A5-4CDB-997B-F495EFFF7D9A}"/>
              </a:ext>
            </a:extLst>
          </p:cNvPr>
          <p:cNvSpPr>
            <a:spLocks noGrp="1"/>
          </p:cNvSpPr>
          <p:nvPr/>
        </p:nvSpPr>
        <p:spPr>
          <a:xfrm>
            <a:off x="33174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3319">
            <a:extLst>
              <a:ext uri="{FF2B5EF4-FFF2-40B4-BE49-F238E27FC236}">
                <a16:creationId xmlns:a16="http://schemas.microsoft.com/office/drawing/2014/main" id="{A8428BCF-3553-4317-894A-918717A88E73}"/>
              </a:ext>
            </a:extLst>
          </p:cNvPr>
          <p:cNvSpPr>
            <a:spLocks noGrp="1"/>
          </p:cNvSpPr>
          <p:nvPr/>
        </p:nvSpPr>
        <p:spPr>
          <a:xfrm>
            <a:off x="3352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3320">
            <a:extLst>
              <a:ext uri="{FF2B5EF4-FFF2-40B4-BE49-F238E27FC236}">
                <a16:creationId xmlns:a16="http://schemas.microsoft.com/office/drawing/2014/main" id="{A59C9E80-8F5F-488D-B63F-A87F44536E02}"/>
              </a:ext>
            </a:extLst>
          </p:cNvPr>
          <p:cNvSpPr>
            <a:spLocks noGrp="1"/>
          </p:cNvSpPr>
          <p:nvPr/>
        </p:nvSpPr>
        <p:spPr>
          <a:xfrm>
            <a:off x="3324244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3321">
            <a:extLst>
              <a:ext uri="{FF2B5EF4-FFF2-40B4-BE49-F238E27FC236}">
                <a16:creationId xmlns:a16="http://schemas.microsoft.com/office/drawing/2014/main" id="{59A858B2-E40B-4675-B759-6E652EBB22AE}"/>
              </a:ext>
            </a:extLst>
          </p:cNvPr>
          <p:cNvSpPr>
            <a:spLocks noGrp="1"/>
          </p:cNvSpPr>
          <p:nvPr/>
        </p:nvSpPr>
        <p:spPr>
          <a:xfrm>
            <a:off x="330061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3322">
            <a:extLst>
              <a:ext uri="{FF2B5EF4-FFF2-40B4-BE49-F238E27FC236}">
                <a16:creationId xmlns:a16="http://schemas.microsoft.com/office/drawing/2014/main" id="{BB2B45AC-9BA1-42F2-8884-88AA2712C367}"/>
              </a:ext>
            </a:extLst>
          </p:cNvPr>
          <p:cNvSpPr>
            <a:spLocks noGrp="1"/>
          </p:cNvSpPr>
          <p:nvPr/>
        </p:nvSpPr>
        <p:spPr>
          <a:xfrm>
            <a:off x="34097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3323">
            <a:extLst>
              <a:ext uri="{FF2B5EF4-FFF2-40B4-BE49-F238E27FC236}">
                <a16:creationId xmlns:a16="http://schemas.microsoft.com/office/drawing/2014/main" id="{9EE1327F-7E25-44CE-84E9-891627D73B62}"/>
              </a:ext>
            </a:extLst>
          </p:cNvPr>
          <p:cNvSpPr>
            <a:spLocks noGrp="1"/>
          </p:cNvSpPr>
          <p:nvPr/>
        </p:nvSpPr>
        <p:spPr>
          <a:xfrm>
            <a:off x="3448364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3324">
            <a:extLst>
              <a:ext uri="{FF2B5EF4-FFF2-40B4-BE49-F238E27FC236}">
                <a16:creationId xmlns:a16="http://schemas.microsoft.com/office/drawing/2014/main" id="{3BAFB488-7234-42DE-8448-A2214A87DD5A}"/>
              </a:ext>
            </a:extLst>
          </p:cNvPr>
          <p:cNvSpPr>
            <a:spLocks noGrp="1"/>
          </p:cNvSpPr>
          <p:nvPr/>
        </p:nvSpPr>
        <p:spPr>
          <a:xfrm>
            <a:off x="3301021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3325">
            <a:extLst>
              <a:ext uri="{FF2B5EF4-FFF2-40B4-BE49-F238E27FC236}">
                <a16:creationId xmlns:a16="http://schemas.microsoft.com/office/drawing/2014/main" id="{4676607E-A38D-4C47-AC9F-50A4403B9943}"/>
              </a:ext>
            </a:extLst>
          </p:cNvPr>
          <p:cNvSpPr>
            <a:spLocks noGrp="1"/>
          </p:cNvSpPr>
          <p:nvPr/>
        </p:nvSpPr>
        <p:spPr>
          <a:xfrm>
            <a:off x="33362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3326">
            <a:extLst>
              <a:ext uri="{FF2B5EF4-FFF2-40B4-BE49-F238E27FC236}">
                <a16:creationId xmlns:a16="http://schemas.microsoft.com/office/drawing/2014/main" id="{2BD6A19F-F736-405B-93B9-7FA3CF50A06F}"/>
              </a:ext>
            </a:extLst>
          </p:cNvPr>
          <p:cNvSpPr>
            <a:spLocks noGrp="1"/>
          </p:cNvSpPr>
          <p:nvPr/>
        </p:nvSpPr>
        <p:spPr>
          <a:xfrm>
            <a:off x="34504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3327">
            <a:extLst>
              <a:ext uri="{FF2B5EF4-FFF2-40B4-BE49-F238E27FC236}">
                <a16:creationId xmlns:a16="http://schemas.microsoft.com/office/drawing/2014/main" id="{CBB6015C-FF7D-4463-BEFA-9D5BF0B30983}"/>
              </a:ext>
            </a:extLst>
          </p:cNvPr>
          <p:cNvSpPr>
            <a:spLocks noGrp="1"/>
          </p:cNvSpPr>
          <p:nvPr/>
        </p:nvSpPr>
        <p:spPr>
          <a:xfrm>
            <a:off x="33579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3328">
            <a:extLst>
              <a:ext uri="{FF2B5EF4-FFF2-40B4-BE49-F238E27FC236}">
                <a16:creationId xmlns:a16="http://schemas.microsoft.com/office/drawing/2014/main" id="{16F9375F-13DA-4423-A21B-C0293E96260C}"/>
              </a:ext>
            </a:extLst>
          </p:cNvPr>
          <p:cNvSpPr>
            <a:spLocks noGrp="1"/>
          </p:cNvSpPr>
          <p:nvPr/>
        </p:nvSpPr>
        <p:spPr>
          <a:xfrm>
            <a:off x="3353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3329">
            <a:extLst>
              <a:ext uri="{FF2B5EF4-FFF2-40B4-BE49-F238E27FC236}">
                <a16:creationId xmlns:a16="http://schemas.microsoft.com/office/drawing/2014/main" id="{73593F62-BDCD-442B-BEBC-4DE686B97CB0}"/>
              </a:ext>
            </a:extLst>
          </p:cNvPr>
          <p:cNvSpPr>
            <a:spLocks noGrp="1"/>
          </p:cNvSpPr>
          <p:nvPr/>
        </p:nvSpPr>
        <p:spPr>
          <a:xfrm>
            <a:off x="330348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3330">
            <a:extLst>
              <a:ext uri="{FF2B5EF4-FFF2-40B4-BE49-F238E27FC236}">
                <a16:creationId xmlns:a16="http://schemas.microsoft.com/office/drawing/2014/main" id="{8260C8D8-2470-42D5-9B13-39AAC5358338}"/>
              </a:ext>
            </a:extLst>
          </p:cNvPr>
          <p:cNvSpPr>
            <a:spLocks noGrp="1"/>
          </p:cNvSpPr>
          <p:nvPr/>
        </p:nvSpPr>
        <p:spPr>
          <a:xfrm>
            <a:off x="349068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3331">
            <a:extLst>
              <a:ext uri="{FF2B5EF4-FFF2-40B4-BE49-F238E27FC236}">
                <a16:creationId xmlns:a16="http://schemas.microsoft.com/office/drawing/2014/main" id="{68A17A58-980A-4A89-80E8-F1FFE14D1A75}"/>
              </a:ext>
            </a:extLst>
          </p:cNvPr>
          <p:cNvSpPr>
            <a:spLocks noGrp="1"/>
          </p:cNvSpPr>
          <p:nvPr/>
        </p:nvSpPr>
        <p:spPr>
          <a:xfrm>
            <a:off x="3422598" y="27756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3332">
            <a:extLst>
              <a:ext uri="{FF2B5EF4-FFF2-40B4-BE49-F238E27FC236}">
                <a16:creationId xmlns:a16="http://schemas.microsoft.com/office/drawing/2014/main" id="{A5D9B10A-7943-4E86-A83D-11EA8A2B22FC}"/>
              </a:ext>
            </a:extLst>
          </p:cNvPr>
          <p:cNvSpPr>
            <a:spLocks noGrp="1"/>
          </p:cNvSpPr>
          <p:nvPr/>
        </p:nvSpPr>
        <p:spPr>
          <a:xfrm>
            <a:off x="33572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3333">
            <a:extLst>
              <a:ext uri="{FF2B5EF4-FFF2-40B4-BE49-F238E27FC236}">
                <a16:creationId xmlns:a16="http://schemas.microsoft.com/office/drawing/2014/main" id="{CDAF1153-B4A4-44FC-B35F-2CF98A900E06}"/>
              </a:ext>
            </a:extLst>
          </p:cNvPr>
          <p:cNvSpPr>
            <a:spLocks noGrp="1"/>
          </p:cNvSpPr>
          <p:nvPr/>
        </p:nvSpPr>
        <p:spPr>
          <a:xfrm>
            <a:off x="33078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3334">
            <a:extLst>
              <a:ext uri="{FF2B5EF4-FFF2-40B4-BE49-F238E27FC236}">
                <a16:creationId xmlns:a16="http://schemas.microsoft.com/office/drawing/2014/main" id="{FFC20C15-D7C2-4346-B7B0-F7F768D76101}"/>
              </a:ext>
            </a:extLst>
          </p:cNvPr>
          <p:cNvSpPr>
            <a:spLocks noGrp="1"/>
          </p:cNvSpPr>
          <p:nvPr/>
        </p:nvSpPr>
        <p:spPr>
          <a:xfrm>
            <a:off x="3419557" y="34609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3335">
            <a:extLst>
              <a:ext uri="{FF2B5EF4-FFF2-40B4-BE49-F238E27FC236}">
                <a16:creationId xmlns:a16="http://schemas.microsoft.com/office/drawing/2014/main" id="{C5A71C3E-9398-4932-8648-6990E659D938}"/>
              </a:ext>
            </a:extLst>
          </p:cNvPr>
          <p:cNvSpPr>
            <a:spLocks noGrp="1"/>
          </p:cNvSpPr>
          <p:nvPr/>
        </p:nvSpPr>
        <p:spPr>
          <a:xfrm>
            <a:off x="33659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3336">
            <a:extLst>
              <a:ext uri="{FF2B5EF4-FFF2-40B4-BE49-F238E27FC236}">
                <a16:creationId xmlns:a16="http://schemas.microsoft.com/office/drawing/2014/main" id="{7AE9B57E-280D-4ECE-9340-1A9424F9E7BA}"/>
              </a:ext>
            </a:extLst>
          </p:cNvPr>
          <p:cNvSpPr>
            <a:spLocks noGrp="1"/>
          </p:cNvSpPr>
          <p:nvPr/>
        </p:nvSpPr>
        <p:spPr>
          <a:xfrm>
            <a:off x="336038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3337">
            <a:extLst>
              <a:ext uri="{FF2B5EF4-FFF2-40B4-BE49-F238E27FC236}">
                <a16:creationId xmlns:a16="http://schemas.microsoft.com/office/drawing/2014/main" id="{4E2185F7-D63D-438E-B5F5-24A74C6EB901}"/>
              </a:ext>
            </a:extLst>
          </p:cNvPr>
          <p:cNvSpPr>
            <a:spLocks noGrp="1"/>
          </p:cNvSpPr>
          <p:nvPr/>
        </p:nvSpPr>
        <p:spPr>
          <a:xfrm>
            <a:off x="33306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3338">
            <a:extLst>
              <a:ext uri="{FF2B5EF4-FFF2-40B4-BE49-F238E27FC236}">
                <a16:creationId xmlns:a16="http://schemas.microsoft.com/office/drawing/2014/main" id="{FD6179C3-057A-4C3E-B1D3-3579F614EFE7}"/>
              </a:ext>
            </a:extLst>
          </p:cNvPr>
          <p:cNvSpPr>
            <a:spLocks noGrp="1"/>
          </p:cNvSpPr>
          <p:nvPr/>
        </p:nvSpPr>
        <p:spPr>
          <a:xfrm>
            <a:off x="3374193" y="2315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3339">
            <a:extLst>
              <a:ext uri="{FF2B5EF4-FFF2-40B4-BE49-F238E27FC236}">
                <a16:creationId xmlns:a16="http://schemas.microsoft.com/office/drawing/2014/main" id="{8F5F9E13-512F-409B-A6A8-D33AF111F478}"/>
              </a:ext>
            </a:extLst>
          </p:cNvPr>
          <p:cNvSpPr>
            <a:spLocks noGrp="1"/>
          </p:cNvSpPr>
          <p:nvPr/>
        </p:nvSpPr>
        <p:spPr>
          <a:xfrm>
            <a:off x="33538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3340">
            <a:extLst>
              <a:ext uri="{FF2B5EF4-FFF2-40B4-BE49-F238E27FC236}">
                <a16:creationId xmlns:a16="http://schemas.microsoft.com/office/drawing/2014/main" id="{B6B7E7F4-3D3E-4C3F-A0F9-6CC3AEF887DA}"/>
              </a:ext>
            </a:extLst>
          </p:cNvPr>
          <p:cNvSpPr>
            <a:spLocks noGrp="1"/>
          </p:cNvSpPr>
          <p:nvPr/>
        </p:nvSpPr>
        <p:spPr>
          <a:xfrm>
            <a:off x="3371417" y="39327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3341">
            <a:extLst>
              <a:ext uri="{FF2B5EF4-FFF2-40B4-BE49-F238E27FC236}">
                <a16:creationId xmlns:a16="http://schemas.microsoft.com/office/drawing/2014/main" id="{88C4C542-75E1-4B1D-9C42-F144281D2993}"/>
              </a:ext>
            </a:extLst>
          </p:cNvPr>
          <p:cNvSpPr>
            <a:spLocks noGrp="1"/>
          </p:cNvSpPr>
          <p:nvPr/>
        </p:nvSpPr>
        <p:spPr>
          <a:xfrm>
            <a:off x="34816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3342">
            <a:extLst>
              <a:ext uri="{FF2B5EF4-FFF2-40B4-BE49-F238E27FC236}">
                <a16:creationId xmlns:a16="http://schemas.microsoft.com/office/drawing/2014/main" id="{DF9E9490-12EC-4C44-8C4B-0D3D894A6686}"/>
              </a:ext>
            </a:extLst>
          </p:cNvPr>
          <p:cNvSpPr>
            <a:spLocks noGrp="1"/>
          </p:cNvSpPr>
          <p:nvPr/>
        </p:nvSpPr>
        <p:spPr>
          <a:xfrm>
            <a:off x="329105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3343">
            <a:extLst>
              <a:ext uri="{FF2B5EF4-FFF2-40B4-BE49-F238E27FC236}">
                <a16:creationId xmlns:a16="http://schemas.microsoft.com/office/drawing/2014/main" id="{C31EB33A-8A87-4E10-A89F-0760C8B625A9}"/>
              </a:ext>
            </a:extLst>
          </p:cNvPr>
          <p:cNvSpPr>
            <a:spLocks noGrp="1"/>
          </p:cNvSpPr>
          <p:nvPr/>
        </p:nvSpPr>
        <p:spPr>
          <a:xfrm>
            <a:off x="34423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3344">
            <a:extLst>
              <a:ext uri="{FF2B5EF4-FFF2-40B4-BE49-F238E27FC236}">
                <a16:creationId xmlns:a16="http://schemas.microsoft.com/office/drawing/2014/main" id="{FEC4ED24-8446-4072-A06B-3F9A3DF69563}"/>
              </a:ext>
            </a:extLst>
          </p:cNvPr>
          <p:cNvSpPr>
            <a:spLocks noGrp="1"/>
          </p:cNvSpPr>
          <p:nvPr/>
        </p:nvSpPr>
        <p:spPr>
          <a:xfrm>
            <a:off x="346100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3345">
            <a:extLst>
              <a:ext uri="{FF2B5EF4-FFF2-40B4-BE49-F238E27FC236}">
                <a16:creationId xmlns:a16="http://schemas.microsoft.com/office/drawing/2014/main" id="{794960B2-89AF-478B-9F20-8C8AA3B245F1}"/>
              </a:ext>
            </a:extLst>
          </p:cNvPr>
          <p:cNvSpPr>
            <a:spLocks noGrp="1"/>
          </p:cNvSpPr>
          <p:nvPr/>
        </p:nvSpPr>
        <p:spPr>
          <a:xfrm>
            <a:off x="337337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3346">
            <a:extLst>
              <a:ext uri="{FF2B5EF4-FFF2-40B4-BE49-F238E27FC236}">
                <a16:creationId xmlns:a16="http://schemas.microsoft.com/office/drawing/2014/main" id="{2510E3D0-7E8F-4D89-99EC-B008448BF007}"/>
              </a:ext>
            </a:extLst>
          </p:cNvPr>
          <p:cNvSpPr>
            <a:spLocks noGrp="1"/>
          </p:cNvSpPr>
          <p:nvPr/>
        </p:nvSpPr>
        <p:spPr>
          <a:xfrm>
            <a:off x="3473249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3347">
            <a:extLst>
              <a:ext uri="{FF2B5EF4-FFF2-40B4-BE49-F238E27FC236}">
                <a16:creationId xmlns:a16="http://schemas.microsoft.com/office/drawing/2014/main" id="{5EFC6843-2559-4A55-B418-57AAEF3E0916}"/>
              </a:ext>
            </a:extLst>
          </p:cNvPr>
          <p:cNvSpPr>
            <a:spLocks noGrp="1"/>
          </p:cNvSpPr>
          <p:nvPr/>
        </p:nvSpPr>
        <p:spPr>
          <a:xfrm>
            <a:off x="32920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3348">
            <a:extLst>
              <a:ext uri="{FF2B5EF4-FFF2-40B4-BE49-F238E27FC236}">
                <a16:creationId xmlns:a16="http://schemas.microsoft.com/office/drawing/2014/main" id="{1106629C-8A57-4026-A0C0-444AD213B09A}"/>
              </a:ext>
            </a:extLst>
          </p:cNvPr>
          <p:cNvSpPr>
            <a:spLocks noGrp="1"/>
          </p:cNvSpPr>
          <p:nvPr/>
        </p:nvSpPr>
        <p:spPr>
          <a:xfrm>
            <a:off x="3361646" y="3002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3349">
            <a:extLst>
              <a:ext uri="{FF2B5EF4-FFF2-40B4-BE49-F238E27FC236}">
                <a16:creationId xmlns:a16="http://schemas.microsoft.com/office/drawing/2014/main" id="{80EC6173-FB24-40F9-9A98-403D4DA8FB6B}"/>
              </a:ext>
            </a:extLst>
          </p:cNvPr>
          <p:cNvSpPr>
            <a:spLocks noGrp="1"/>
          </p:cNvSpPr>
          <p:nvPr/>
        </p:nvSpPr>
        <p:spPr>
          <a:xfrm>
            <a:off x="3327572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3350">
            <a:extLst>
              <a:ext uri="{FF2B5EF4-FFF2-40B4-BE49-F238E27FC236}">
                <a16:creationId xmlns:a16="http://schemas.microsoft.com/office/drawing/2014/main" id="{DA2E93C5-481D-4C38-BFD5-BEE58C9CD95D}"/>
              </a:ext>
            </a:extLst>
          </p:cNvPr>
          <p:cNvSpPr>
            <a:spLocks noGrp="1"/>
          </p:cNvSpPr>
          <p:nvPr/>
        </p:nvSpPr>
        <p:spPr>
          <a:xfrm>
            <a:off x="3435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3351">
            <a:extLst>
              <a:ext uri="{FF2B5EF4-FFF2-40B4-BE49-F238E27FC236}">
                <a16:creationId xmlns:a16="http://schemas.microsoft.com/office/drawing/2014/main" id="{785C7999-1F70-4288-BF0B-E4EDF3C9038C}"/>
              </a:ext>
            </a:extLst>
          </p:cNvPr>
          <p:cNvSpPr>
            <a:spLocks noGrp="1"/>
          </p:cNvSpPr>
          <p:nvPr/>
        </p:nvSpPr>
        <p:spPr>
          <a:xfrm>
            <a:off x="34019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3352">
            <a:extLst>
              <a:ext uri="{FF2B5EF4-FFF2-40B4-BE49-F238E27FC236}">
                <a16:creationId xmlns:a16="http://schemas.microsoft.com/office/drawing/2014/main" id="{904797E9-BC4D-4FBE-A7A5-0E1B57DA3231}"/>
              </a:ext>
            </a:extLst>
          </p:cNvPr>
          <p:cNvSpPr>
            <a:spLocks noGrp="1"/>
          </p:cNvSpPr>
          <p:nvPr/>
        </p:nvSpPr>
        <p:spPr>
          <a:xfrm>
            <a:off x="347334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3353">
            <a:extLst>
              <a:ext uri="{FF2B5EF4-FFF2-40B4-BE49-F238E27FC236}">
                <a16:creationId xmlns:a16="http://schemas.microsoft.com/office/drawing/2014/main" id="{2C3E53DE-D2C7-4C37-9DA0-F94D796397D0}"/>
              </a:ext>
            </a:extLst>
          </p:cNvPr>
          <p:cNvSpPr>
            <a:spLocks noGrp="1"/>
          </p:cNvSpPr>
          <p:nvPr/>
        </p:nvSpPr>
        <p:spPr>
          <a:xfrm>
            <a:off x="3315400" y="25534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3354">
            <a:extLst>
              <a:ext uri="{FF2B5EF4-FFF2-40B4-BE49-F238E27FC236}">
                <a16:creationId xmlns:a16="http://schemas.microsoft.com/office/drawing/2014/main" id="{76F4256D-B2DD-4576-B0A4-02CFFCC2D0A3}"/>
              </a:ext>
            </a:extLst>
          </p:cNvPr>
          <p:cNvSpPr>
            <a:spLocks noGrp="1"/>
          </p:cNvSpPr>
          <p:nvPr/>
        </p:nvSpPr>
        <p:spPr>
          <a:xfrm>
            <a:off x="33429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3355">
            <a:extLst>
              <a:ext uri="{FF2B5EF4-FFF2-40B4-BE49-F238E27FC236}">
                <a16:creationId xmlns:a16="http://schemas.microsoft.com/office/drawing/2014/main" id="{CBB9F3F7-A980-49EE-AB60-768A793FFEF0}"/>
              </a:ext>
            </a:extLst>
          </p:cNvPr>
          <p:cNvSpPr>
            <a:spLocks noGrp="1"/>
          </p:cNvSpPr>
          <p:nvPr/>
        </p:nvSpPr>
        <p:spPr>
          <a:xfrm>
            <a:off x="345953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3356">
            <a:extLst>
              <a:ext uri="{FF2B5EF4-FFF2-40B4-BE49-F238E27FC236}">
                <a16:creationId xmlns:a16="http://schemas.microsoft.com/office/drawing/2014/main" id="{3EED625E-3BD5-4602-9376-420281EB7F06}"/>
              </a:ext>
            </a:extLst>
          </p:cNvPr>
          <p:cNvSpPr>
            <a:spLocks noGrp="1"/>
          </p:cNvSpPr>
          <p:nvPr/>
        </p:nvSpPr>
        <p:spPr>
          <a:xfrm>
            <a:off x="347806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3357">
            <a:extLst>
              <a:ext uri="{FF2B5EF4-FFF2-40B4-BE49-F238E27FC236}">
                <a16:creationId xmlns:a16="http://schemas.microsoft.com/office/drawing/2014/main" id="{FFA54CF0-145C-483C-A7F7-348C84187133}"/>
              </a:ext>
            </a:extLst>
          </p:cNvPr>
          <p:cNvSpPr>
            <a:spLocks noGrp="1"/>
          </p:cNvSpPr>
          <p:nvPr/>
        </p:nvSpPr>
        <p:spPr>
          <a:xfrm>
            <a:off x="33866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3358">
            <a:extLst>
              <a:ext uri="{FF2B5EF4-FFF2-40B4-BE49-F238E27FC236}">
                <a16:creationId xmlns:a16="http://schemas.microsoft.com/office/drawing/2014/main" id="{9AB2BD00-6ECF-47A0-B7E6-8B5BC807F6A0}"/>
              </a:ext>
            </a:extLst>
          </p:cNvPr>
          <p:cNvSpPr>
            <a:spLocks noGrp="1"/>
          </p:cNvSpPr>
          <p:nvPr/>
        </p:nvSpPr>
        <p:spPr>
          <a:xfrm>
            <a:off x="329138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3359">
            <a:extLst>
              <a:ext uri="{FF2B5EF4-FFF2-40B4-BE49-F238E27FC236}">
                <a16:creationId xmlns:a16="http://schemas.microsoft.com/office/drawing/2014/main" id="{01E3FA78-9593-4E3A-94B4-C07566CC2ECA}"/>
              </a:ext>
            </a:extLst>
          </p:cNvPr>
          <p:cNvSpPr>
            <a:spLocks noGrp="1"/>
          </p:cNvSpPr>
          <p:nvPr/>
        </p:nvSpPr>
        <p:spPr>
          <a:xfrm>
            <a:off x="33659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3360">
            <a:extLst>
              <a:ext uri="{FF2B5EF4-FFF2-40B4-BE49-F238E27FC236}">
                <a16:creationId xmlns:a16="http://schemas.microsoft.com/office/drawing/2014/main" id="{4309CDA5-A7F4-45FF-852C-69C8B5476452}"/>
              </a:ext>
            </a:extLst>
          </p:cNvPr>
          <p:cNvSpPr>
            <a:spLocks noGrp="1"/>
          </p:cNvSpPr>
          <p:nvPr/>
        </p:nvSpPr>
        <p:spPr>
          <a:xfrm>
            <a:off x="33007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3361">
            <a:extLst>
              <a:ext uri="{FF2B5EF4-FFF2-40B4-BE49-F238E27FC236}">
                <a16:creationId xmlns:a16="http://schemas.microsoft.com/office/drawing/2014/main" id="{B4F0CD0A-E960-4B4A-9B9F-7117CA6AE264}"/>
              </a:ext>
            </a:extLst>
          </p:cNvPr>
          <p:cNvSpPr>
            <a:spLocks noGrp="1"/>
          </p:cNvSpPr>
          <p:nvPr/>
        </p:nvSpPr>
        <p:spPr>
          <a:xfrm>
            <a:off x="3477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3362">
            <a:extLst>
              <a:ext uri="{FF2B5EF4-FFF2-40B4-BE49-F238E27FC236}">
                <a16:creationId xmlns:a16="http://schemas.microsoft.com/office/drawing/2014/main" id="{FB3BE7FC-9D0A-470F-9FE4-6E1AEF8B3526}"/>
              </a:ext>
            </a:extLst>
          </p:cNvPr>
          <p:cNvSpPr>
            <a:spLocks noGrp="1"/>
          </p:cNvSpPr>
          <p:nvPr/>
        </p:nvSpPr>
        <p:spPr>
          <a:xfrm>
            <a:off x="328078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3363">
            <a:extLst>
              <a:ext uri="{FF2B5EF4-FFF2-40B4-BE49-F238E27FC236}">
                <a16:creationId xmlns:a16="http://schemas.microsoft.com/office/drawing/2014/main" id="{7B00537B-9647-41F6-8D56-F6A500A97C5C}"/>
              </a:ext>
            </a:extLst>
          </p:cNvPr>
          <p:cNvSpPr>
            <a:spLocks noGrp="1"/>
          </p:cNvSpPr>
          <p:nvPr/>
        </p:nvSpPr>
        <p:spPr>
          <a:xfrm>
            <a:off x="33420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3364">
            <a:extLst>
              <a:ext uri="{FF2B5EF4-FFF2-40B4-BE49-F238E27FC236}">
                <a16:creationId xmlns:a16="http://schemas.microsoft.com/office/drawing/2014/main" id="{40EC6035-4380-42B5-ADEC-5E982E6849EA}"/>
              </a:ext>
            </a:extLst>
          </p:cNvPr>
          <p:cNvSpPr>
            <a:spLocks noGrp="1"/>
          </p:cNvSpPr>
          <p:nvPr/>
        </p:nvSpPr>
        <p:spPr>
          <a:xfrm>
            <a:off x="3431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3365">
            <a:extLst>
              <a:ext uri="{FF2B5EF4-FFF2-40B4-BE49-F238E27FC236}">
                <a16:creationId xmlns:a16="http://schemas.microsoft.com/office/drawing/2014/main" id="{373B81C6-1F6D-4E07-8D9C-E4C8E438B6D7}"/>
              </a:ext>
            </a:extLst>
          </p:cNvPr>
          <p:cNvSpPr>
            <a:spLocks noGrp="1"/>
          </p:cNvSpPr>
          <p:nvPr/>
        </p:nvSpPr>
        <p:spPr>
          <a:xfrm>
            <a:off x="331820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3366">
            <a:extLst>
              <a:ext uri="{FF2B5EF4-FFF2-40B4-BE49-F238E27FC236}">
                <a16:creationId xmlns:a16="http://schemas.microsoft.com/office/drawing/2014/main" id="{33F73F5F-6895-41C1-849D-C7F13EA47190}"/>
              </a:ext>
            </a:extLst>
          </p:cNvPr>
          <p:cNvSpPr>
            <a:spLocks noGrp="1"/>
          </p:cNvSpPr>
          <p:nvPr/>
        </p:nvSpPr>
        <p:spPr>
          <a:xfrm>
            <a:off x="327578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3367">
            <a:extLst>
              <a:ext uri="{FF2B5EF4-FFF2-40B4-BE49-F238E27FC236}">
                <a16:creationId xmlns:a16="http://schemas.microsoft.com/office/drawing/2014/main" id="{4CD6D457-C0E3-4304-AACA-DEE87384DC0B}"/>
              </a:ext>
            </a:extLst>
          </p:cNvPr>
          <p:cNvSpPr>
            <a:spLocks noGrp="1"/>
          </p:cNvSpPr>
          <p:nvPr/>
        </p:nvSpPr>
        <p:spPr>
          <a:xfrm>
            <a:off x="34001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3368">
            <a:extLst>
              <a:ext uri="{FF2B5EF4-FFF2-40B4-BE49-F238E27FC236}">
                <a16:creationId xmlns:a16="http://schemas.microsoft.com/office/drawing/2014/main" id="{907AE04F-CBC3-4BF4-863E-EA8146C58F82}"/>
              </a:ext>
            </a:extLst>
          </p:cNvPr>
          <p:cNvSpPr>
            <a:spLocks noGrp="1"/>
          </p:cNvSpPr>
          <p:nvPr/>
        </p:nvSpPr>
        <p:spPr>
          <a:xfrm>
            <a:off x="344087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3369">
            <a:extLst>
              <a:ext uri="{FF2B5EF4-FFF2-40B4-BE49-F238E27FC236}">
                <a16:creationId xmlns:a16="http://schemas.microsoft.com/office/drawing/2014/main" id="{2D2D1630-0958-41B6-8F02-A08CB40CDBF7}"/>
              </a:ext>
            </a:extLst>
          </p:cNvPr>
          <p:cNvSpPr>
            <a:spLocks noGrp="1"/>
          </p:cNvSpPr>
          <p:nvPr/>
        </p:nvSpPr>
        <p:spPr>
          <a:xfrm>
            <a:off x="33462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3370">
            <a:extLst>
              <a:ext uri="{FF2B5EF4-FFF2-40B4-BE49-F238E27FC236}">
                <a16:creationId xmlns:a16="http://schemas.microsoft.com/office/drawing/2014/main" id="{A9621CC1-DA68-49F5-968C-4F7D522DA30E}"/>
              </a:ext>
            </a:extLst>
          </p:cNvPr>
          <p:cNvSpPr>
            <a:spLocks noGrp="1"/>
          </p:cNvSpPr>
          <p:nvPr/>
        </p:nvSpPr>
        <p:spPr>
          <a:xfrm>
            <a:off x="33721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3371">
            <a:extLst>
              <a:ext uri="{FF2B5EF4-FFF2-40B4-BE49-F238E27FC236}">
                <a16:creationId xmlns:a16="http://schemas.microsoft.com/office/drawing/2014/main" id="{4C1354FE-1191-43A8-93F6-F2B2F8C126B7}"/>
              </a:ext>
            </a:extLst>
          </p:cNvPr>
          <p:cNvSpPr>
            <a:spLocks noGrp="1"/>
          </p:cNvSpPr>
          <p:nvPr/>
        </p:nvSpPr>
        <p:spPr>
          <a:xfrm>
            <a:off x="32957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3372">
            <a:extLst>
              <a:ext uri="{FF2B5EF4-FFF2-40B4-BE49-F238E27FC236}">
                <a16:creationId xmlns:a16="http://schemas.microsoft.com/office/drawing/2014/main" id="{481179EE-8439-4331-A95C-B7B93C78876C}"/>
              </a:ext>
            </a:extLst>
          </p:cNvPr>
          <p:cNvSpPr>
            <a:spLocks noGrp="1"/>
          </p:cNvSpPr>
          <p:nvPr/>
        </p:nvSpPr>
        <p:spPr>
          <a:xfrm>
            <a:off x="349258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3373">
            <a:extLst>
              <a:ext uri="{FF2B5EF4-FFF2-40B4-BE49-F238E27FC236}">
                <a16:creationId xmlns:a16="http://schemas.microsoft.com/office/drawing/2014/main" id="{FFC24093-0DB9-42C2-A67D-393A25324790}"/>
              </a:ext>
            </a:extLst>
          </p:cNvPr>
          <p:cNvSpPr>
            <a:spLocks noGrp="1"/>
          </p:cNvSpPr>
          <p:nvPr/>
        </p:nvSpPr>
        <p:spPr>
          <a:xfrm>
            <a:off x="33341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3374">
            <a:extLst>
              <a:ext uri="{FF2B5EF4-FFF2-40B4-BE49-F238E27FC236}">
                <a16:creationId xmlns:a16="http://schemas.microsoft.com/office/drawing/2014/main" id="{FC902DF5-7CA0-4EE8-820B-5CB1C0620B88}"/>
              </a:ext>
            </a:extLst>
          </p:cNvPr>
          <p:cNvSpPr>
            <a:spLocks noGrp="1"/>
          </p:cNvSpPr>
          <p:nvPr/>
        </p:nvSpPr>
        <p:spPr>
          <a:xfrm>
            <a:off x="3295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3375">
            <a:extLst>
              <a:ext uri="{FF2B5EF4-FFF2-40B4-BE49-F238E27FC236}">
                <a16:creationId xmlns:a16="http://schemas.microsoft.com/office/drawing/2014/main" id="{9AD2D895-313E-4A19-B7B1-7258C7D33CD6}"/>
              </a:ext>
            </a:extLst>
          </p:cNvPr>
          <p:cNvSpPr>
            <a:spLocks noGrp="1"/>
          </p:cNvSpPr>
          <p:nvPr/>
        </p:nvSpPr>
        <p:spPr>
          <a:xfrm>
            <a:off x="32887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3376">
            <a:extLst>
              <a:ext uri="{FF2B5EF4-FFF2-40B4-BE49-F238E27FC236}">
                <a16:creationId xmlns:a16="http://schemas.microsoft.com/office/drawing/2014/main" id="{3D43EEBD-3B1D-4CC0-B607-DF8A382C550A}"/>
              </a:ext>
            </a:extLst>
          </p:cNvPr>
          <p:cNvSpPr>
            <a:spLocks noGrp="1"/>
          </p:cNvSpPr>
          <p:nvPr/>
        </p:nvSpPr>
        <p:spPr>
          <a:xfrm>
            <a:off x="34190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3377">
            <a:extLst>
              <a:ext uri="{FF2B5EF4-FFF2-40B4-BE49-F238E27FC236}">
                <a16:creationId xmlns:a16="http://schemas.microsoft.com/office/drawing/2014/main" id="{905134F2-5F21-4840-BD1A-4AC857ABE576}"/>
              </a:ext>
            </a:extLst>
          </p:cNvPr>
          <p:cNvSpPr>
            <a:spLocks noGrp="1"/>
          </p:cNvSpPr>
          <p:nvPr/>
        </p:nvSpPr>
        <p:spPr>
          <a:xfrm>
            <a:off x="34436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3378">
            <a:extLst>
              <a:ext uri="{FF2B5EF4-FFF2-40B4-BE49-F238E27FC236}">
                <a16:creationId xmlns:a16="http://schemas.microsoft.com/office/drawing/2014/main" id="{CDD33305-5017-43A4-B6E9-5A3C3CA727B9}"/>
              </a:ext>
            </a:extLst>
          </p:cNvPr>
          <p:cNvSpPr>
            <a:spLocks noGrp="1"/>
          </p:cNvSpPr>
          <p:nvPr/>
        </p:nvSpPr>
        <p:spPr>
          <a:xfrm>
            <a:off x="339566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3379">
            <a:extLst>
              <a:ext uri="{FF2B5EF4-FFF2-40B4-BE49-F238E27FC236}">
                <a16:creationId xmlns:a16="http://schemas.microsoft.com/office/drawing/2014/main" id="{38B4B28B-23EE-4E30-AFF4-F413D8EC2223}"/>
              </a:ext>
            </a:extLst>
          </p:cNvPr>
          <p:cNvSpPr>
            <a:spLocks noGrp="1"/>
          </p:cNvSpPr>
          <p:nvPr/>
        </p:nvSpPr>
        <p:spPr>
          <a:xfrm>
            <a:off x="34342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3380">
            <a:extLst>
              <a:ext uri="{FF2B5EF4-FFF2-40B4-BE49-F238E27FC236}">
                <a16:creationId xmlns:a16="http://schemas.microsoft.com/office/drawing/2014/main" id="{3E82D22D-50AF-4524-9AF0-AD8DAFE16056}"/>
              </a:ext>
            </a:extLst>
          </p:cNvPr>
          <p:cNvSpPr>
            <a:spLocks noGrp="1"/>
          </p:cNvSpPr>
          <p:nvPr/>
        </p:nvSpPr>
        <p:spPr>
          <a:xfrm>
            <a:off x="330826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3381">
            <a:extLst>
              <a:ext uri="{FF2B5EF4-FFF2-40B4-BE49-F238E27FC236}">
                <a16:creationId xmlns:a16="http://schemas.microsoft.com/office/drawing/2014/main" id="{6D2BA324-ADC9-4820-B2A7-1B1D9CBE5A0C}"/>
              </a:ext>
            </a:extLst>
          </p:cNvPr>
          <p:cNvSpPr>
            <a:spLocks noGrp="1"/>
          </p:cNvSpPr>
          <p:nvPr/>
        </p:nvSpPr>
        <p:spPr>
          <a:xfrm>
            <a:off x="33707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3382">
            <a:extLst>
              <a:ext uri="{FF2B5EF4-FFF2-40B4-BE49-F238E27FC236}">
                <a16:creationId xmlns:a16="http://schemas.microsoft.com/office/drawing/2014/main" id="{01B5699C-525B-4E22-A91B-E3EBA16E79B1}"/>
              </a:ext>
            </a:extLst>
          </p:cNvPr>
          <p:cNvSpPr>
            <a:spLocks noGrp="1"/>
          </p:cNvSpPr>
          <p:nvPr/>
        </p:nvSpPr>
        <p:spPr>
          <a:xfrm>
            <a:off x="332762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3383">
            <a:extLst>
              <a:ext uri="{FF2B5EF4-FFF2-40B4-BE49-F238E27FC236}">
                <a16:creationId xmlns:a16="http://schemas.microsoft.com/office/drawing/2014/main" id="{61C9225C-B523-485C-9A68-B63E14A05B07}"/>
              </a:ext>
            </a:extLst>
          </p:cNvPr>
          <p:cNvSpPr>
            <a:spLocks noGrp="1"/>
          </p:cNvSpPr>
          <p:nvPr/>
        </p:nvSpPr>
        <p:spPr>
          <a:xfrm>
            <a:off x="343414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3384">
            <a:extLst>
              <a:ext uri="{FF2B5EF4-FFF2-40B4-BE49-F238E27FC236}">
                <a16:creationId xmlns:a16="http://schemas.microsoft.com/office/drawing/2014/main" id="{F9B40B85-9D1E-4EDA-B614-DC244EB13F05}"/>
              </a:ext>
            </a:extLst>
          </p:cNvPr>
          <p:cNvSpPr>
            <a:spLocks noGrp="1"/>
          </p:cNvSpPr>
          <p:nvPr/>
        </p:nvSpPr>
        <p:spPr>
          <a:xfrm>
            <a:off x="3442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3385">
            <a:extLst>
              <a:ext uri="{FF2B5EF4-FFF2-40B4-BE49-F238E27FC236}">
                <a16:creationId xmlns:a16="http://schemas.microsoft.com/office/drawing/2014/main" id="{05498DB5-F9F0-471A-9B43-5F0F279A25E4}"/>
              </a:ext>
            </a:extLst>
          </p:cNvPr>
          <p:cNvSpPr>
            <a:spLocks noGrp="1"/>
          </p:cNvSpPr>
          <p:nvPr/>
        </p:nvSpPr>
        <p:spPr>
          <a:xfrm>
            <a:off x="33377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3386">
            <a:extLst>
              <a:ext uri="{FF2B5EF4-FFF2-40B4-BE49-F238E27FC236}">
                <a16:creationId xmlns:a16="http://schemas.microsoft.com/office/drawing/2014/main" id="{5E554D55-3AFF-4325-ADFF-12CDDEC5BE01}"/>
              </a:ext>
            </a:extLst>
          </p:cNvPr>
          <p:cNvSpPr>
            <a:spLocks noGrp="1"/>
          </p:cNvSpPr>
          <p:nvPr/>
        </p:nvSpPr>
        <p:spPr>
          <a:xfrm>
            <a:off x="327189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3387">
            <a:extLst>
              <a:ext uri="{FF2B5EF4-FFF2-40B4-BE49-F238E27FC236}">
                <a16:creationId xmlns:a16="http://schemas.microsoft.com/office/drawing/2014/main" id="{B3690C3A-0652-4C60-B623-FEC43CD404FA}"/>
              </a:ext>
            </a:extLst>
          </p:cNvPr>
          <p:cNvSpPr>
            <a:spLocks noGrp="1"/>
          </p:cNvSpPr>
          <p:nvPr/>
        </p:nvSpPr>
        <p:spPr>
          <a:xfrm>
            <a:off x="3371658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3388">
            <a:extLst>
              <a:ext uri="{FF2B5EF4-FFF2-40B4-BE49-F238E27FC236}">
                <a16:creationId xmlns:a16="http://schemas.microsoft.com/office/drawing/2014/main" id="{D0899007-5CE8-48A5-A7B1-EDC9E69B9B2C}"/>
              </a:ext>
            </a:extLst>
          </p:cNvPr>
          <p:cNvSpPr>
            <a:spLocks noGrp="1"/>
          </p:cNvSpPr>
          <p:nvPr/>
        </p:nvSpPr>
        <p:spPr>
          <a:xfrm>
            <a:off x="32947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3389">
            <a:extLst>
              <a:ext uri="{FF2B5EF4-FFF2-40B4-BE49-F238E27FC236}">
                <a16:creationId xmlns:a16="http://schemas.microsoft.com/office/drawing/2014/main" id="{7F91CD9A-0E31-414E-AC8A-CC0C59A7BAC3}"/>
              </a:ext>
            </a:extLst>
          </p:cNvPr>
          <p:cNvSpPr>
            <a:spLocks noGrp="1"/>
          </p:cNvSpPr>
          <p:nvPr/>
        </p:nvSpPr>
        <p:spPr>
          <a:xfrm>
            <a:off x="3423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3390">
            <a:extLst>
              <a:ext uri="{FF2B5EF4-FFF2-40B4-BE49-F238E27FC236}">
                <a16:creationId xmlns:a16="http://schemas.microsoft.com/office/drawing/2014/main" id="{5452E46D-8E60-4AEE-A022-EF7523FBCC55}"/>
              </a:ext>
            </a:extLst>
          </p:cNvPr>
          <p:cNvSpPr>
            <a:spLocks noGrp="1"/>
          </p:cNvSpPr>
          <p:nvPr/>
        </p:nvSpPr>
        <p:spPr>
          <a:xfrm>
            <a:off x="34105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3391">
            <a:extLst>
              <a:ext uri="{FF2B5EF4-FFF2-40B4-BE49-F238E27FC236}">
                <a16:creationId xmlns:a16="http://schemas.microsoft.com/office/drawing/2014/main" id="{963D234E-568B-42EB-AC5B-E2F8BCD02B27}"/>
              </a:ext>
            </a:extLst>
          </p:cNvPr>
          <p:cNvSpPr>
            <a:spLocks noGrp="1"/>
          </p:cNvSpPr>
          <p:nvPr/>
        </p:nvSpPr>
        <p:spPr>
          <a:xfrm>
            <a:off x="33553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3392">
            <a:extLst>
              <a:ext uri="{FF2B5EF4-FFF2-40B4-BE49-F238E27FC236}">
                <a16:creationId xmlns:a16="http://schemas.microsoft.com/office/drawing/2014/main" id="{6BF9D067-38B8-4555-95DF-F91B321414AD}"/>
              </a:ext>
            </a:extLst>
          </p:cNvPr>
          <p:cNvSpPr>
            <a:spLocks noGrp="1"/>
          </p:cNvSpPr>
          <p:nvPr/>
        </p:nvSpPr>
        <p:spPr>
          <a:xfrm>
            <a:off x="34478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3393">
            <a:extLst>
              <a:ext uri="{FF2B5EF4-FFF2-40B4-BE49-F238E27FC236}">
                <a16:creationId xmlns:a16="http://schemas.microsoft.com/office/drawing/2014/main" id="{4FC40006-9B9B-4C46-9049-5C556EF9EA72}"/>
              </a:ext>
            </a:extLst>
          </p:cNvPr>
          <p:cNvSpPr>
            <a:spLocks noGrp="1"/>
          </p:cNvSpPr>
          <p:nvPr/>
        </p:nvSpPr>
        <p:spPr>
          <a:xfrm>
            <a:off x="3280911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3394">
            <a:extLst>
              <a:ext uri="{FF2B5EF4-FFF2-40B4-BE49-F238E27FC236}">
                <a16:creationId xmlns:a16="http://schemas.microsoft.com/office/drawing/2014/main" id="{F3E2EC25-63F1-4617-8A50-56388D4D3E8A}"/>
              </a:ext>
            </a:extLst>
          </p:cNvPr>
          <p:cNvSpPr>
            <a:spLocks noGrp="1"/>
          </p:cNvSpPr>
          <p:nvPr/>
        </p:nvSpPr>
        <p:spPr>
          <a:xfrm>
            <a:off x="33396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3395">
            <a:extLst>
              <a:ext uri="{FF2B5EF4-FFF2-40B4-BE49-F238E27FC236}">
                <a16:creationId xmlns:a16="http://schemas.microsoft.com/office/drawing/2014/main" id="{887AD800-DAB3-4CB5-8362-A2781FA1E3B4}"/>
              </a:ext>
            </a:extLst>
          </p:cNvPr>
          <p:cNvSpPr>
            <a:spLocks noGrp="1"/>
          </p:cNvSpPr>
          <p:nvPr/>
        </p:nvSpPr>
        <p:spPr>
          <a:xfrm>
            <a:off x="3395135" y="2668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3396">
            <a:extLst>
              <a:ext uri="{FF2B5EF4-FFF2-40B4-BE49-F238E27FC236}">
                <a16:creationId xmlns:a16="http://schemas.microsoft.com/office/drawing/2014/main" id="{66DD4B03-0203-4D2C-BB3D-DA8F6CA681F7}"/>
              </a:ext>
            </a:extLst>
          </p:cNvPr>
          <p:cNvSpPr>
            <a:spLocks noGrp="1"/>
          </p:cNvSpPr>
          <p:nvPr/>
        </p:nvSpPr>
        <p:spPr>
          <a:xfrm>
            <a:off x="3354959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3397">
            <a:extLst>
              <a:ext uri="{FF2B5EF4-FFF2-40B4-BE49-F238E27FC236}">
                <a16:creationId xmlns:a16="http://schemas.microsoft.com/office/drawing/2014/main" id="{164E25B4-409B-4C7A-A016-7BA33477FCBB}"/>
              </a:ext>
            </a:extLst>
          </p:cNvPr>
          <p:cNvSpPr>
            <a:spLocks noGrp="1"/>
          </p:cNvSpPr>
          <p:nvPr/>
        </p:nvSpPr>
        <p:spPr>
          <a:xfrm>
            <a:off x="3482076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3398">
            <a:extLst>
              <a:ext uri="{FF2B5EF4-FFF2-40B4-BE49-F238E27FC236}">
                <a16:creationId xmlns:a16="http://schemas.microsoft.com/office/drawing/2014/main" id="{0FF68DC3-31E5-4324-811A-F89E51120B16}"/>
              </a:ext>
            </a:extLst>
          </p:cNvPr>
          <p:cNvSpPr>
            <a:spLocks noGrp="1"/>
          </p:cNvSpPr>
          <p:nvPr/>
        </p:nvSpPr>
        <p:spPr>
          <a:xfrm>
            <a:off x="3365158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3399">
            <a:extLst>
              <a:ext uri="{FF2B5EF4-FFF2-40B4-BE49-F238E27FC236}">
                <a16:creationId xmlns:a16="http://schemas.microsoft.com/office/drawing/2014/main" id="{7D5E0FB1-FE67-4BC1-9713-B96908124B9D}"/>
              </a:ext>
            </a:extLst>
          </p:cNvPr>
          <p:cNvSpPr>
            <a:spLocks noGrp="1"/>
          </p:cNvSpPr>
          <p:nvPr/>
        </p:nvSpPr>
        <p:spPr>
          <a:xfrm>
            <a:off x="33129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3400">
            <a:extLst>
              <a:ext uri="{FF2B5EF4-FFF2-40B4-BE49-F238E27FC236}">
                <a16:creationId xmlns:a16="http://schemas.microsoft.com/office/drawing/2014/main" id="{06115478-DC35-461B-990A-2EC71A58A207}"/>
              </a:ext>
            </a:extLst>
          </p:cNvPr>
          <p:cNvSpPr>
            <a:spLocks noGrp="1"/>
          </p:cNvSpPr>
          <p:nvPr/>
        </p:nvSpPr>
        <p:spPr>
          <a:xfrm>
            <a:off x="34179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3401">
            <a:extLst>
              <a:ext uri="{FF2B5EF4-FFF2-40B4-BE49-F238E27FC236}">
                <a16:creationId xmlns:a16="http://schemas.microsoft.com/office/drawing/2014/main" id="{CED03589-07D6-4E2C-9B18-CE2C14AA1817}"/>
              </a:ext>
            </a:extLst>
          </p:cNvPr>
          <p:cNvSpPr>
            <a:spLocks noGrp="1"/>
          </p:cNvSpPr>
          <p:nvPr/>
        </p:nvSpPr>
        <p:spPr>
          <a:xfrm>
            <a:off x="34578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3402">
            <a:extLst>
              <a:ext uri="{FF2B5EF4-FFF2-40B4-BE49-F238E27FC236}">
                <a16:creationId xmlns:a16="http://schemas.microsoft.com/office/drawing/2014/main" id="{5E20E71D-3828-4FF6-937F-132F081CE45B}"/>
              </a:ext>
            </a:extLst>
          </p:cNvPr>
          <p:cNvSpPr>
            <a:spLocks noGrp="1"/>
          </p:cNvSpPr>
          <p:nvPr/>
        </p:nvSpPr>
        <p:spPr>
          <a:xfrm>
            <a:off x="3374575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3403">
            <a:extLst>
              <a:ext uri="{FF2B5EF4-FFF2-40B4-BE49-F238E27FC236}">
                <a16:creationId xmlns:a16="http://schemas.microsoft.com/office/drawing/2014/main" id="{CC478FC7-87A9-4BB5-B62E-3CD98D133B70}"/>
              </a:ext>
            </a:extLst>
          </p:cNvPr>
          <p:cNvSpPr>
            <a:spLocks noGrp="1"/>
          </p:cNvSpPr>
          <p:nvPr/>
        </p:nvSpPr>
        <p:spPr>
          <a:xfrm>
            <a:off x="3478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3404">
            <a:extLst>
              <a:ext uri="{FF2B5EF4-FFF2-40B4-BE49-F238E27FC236}">
                <a16:creationId xmlns:a16="http://schemas.microsoft.com/office/drawing/2014/main" id="{10BF15DB-2870-4751-BAFB-A93BFF4F3EEA}"/>
              </a:ext>
            </a:extLst>
          </p:cNvPr>
          <p:cNvSpPr>
            <a:spLocks noGrp="1"/>
          </p:cNvSpPr>
          <p:nvPr/>
        </p:nvSpPr>
        <p:spPr>
          <a:xfrm>
            <a:off x="33684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3405">
            <a:extLst>
              <a:ext uri="{FF2B5EF4-FFF2-40B4-BE49-F238E27FC236}">
                <a16:creationId xmlns:a16="http://schemas.microsoft.com/office/drawing/2014/main" id="{F6360F17-569D-4063-9ECE-D0E787BFB31C}"/>
              </a:ext>
            </a:extLst>
          </p:cNvPr>
          <p:cNvSpPr>
            <a:spLocks noGrp="1"/>
          </p:cNvSpPr>
          <p:nvPr/>
        </p:nvSpPr>
        <p:spPr>
          <a:xfrm>
            <a:off x="3339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3406">
            <a:extLst>
              <a:ext uri="{FF2B5EF4-FFF2-40B4-BE49-F238E27FC236}">
                <a16:creationId xmlns:a16="http://schemas.microsoft.com/office/drawing/2014/main" id="{BCBBC8EC-FEF0-4595-84C6-712FFBCD845B}"/>
              </a:ext>
            </a:extLst>
          </p:cNvPr>
          <p:cNvSpPr>
            <a:spLocks noGrp="1"/>
          </p:cNvSpPr>
          <p:nvPr/>
        </p:nvSpPr>
        <p:spPr>
          <a:xfrm>
            <a:off x="3439126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3407">
            <a:extLst>
              <a:ext uri="{FF2B5EF4-FFF2-40B4-BE49-F238E27FC236}">
                <a16:creationId xmlns:a16="http://schemas.microsoft.com/office/drawing/2014/main" id="{421F7781-8C1D-4FE2-8EEC-FA0D411F479C}"/>
              </a:ext>
            </a:extLst>
          </p:cNvPr>
          <p:cNvSpPr>
            <a:spLocks noGrp="1"/>
          </p:cNvSpPr>
          <p:nvPr/>
        </p:nvSpPr>
        <p:spPr>
          <a:xfrm>
            <a:off x="33450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3408">
            <a:extLst>
              <a:ext uri="{FF2B5EF4-FFF2-40B4-BE49-F238E27FC236}">
                <a16:creationId xmlns:a16="http://schemas.microsoft.com/office/drawing/2014/main" id="{6D41C56A-05F8-47B2-B327-B4580BE1DB5F}"/>
              </a:ext>
            </a:extLst>
          </p:cNvPr>
          <p:cNvSpPr>
            <a:spLocks noGrp="1"/>
          </p:cNvSpPr>
          <p:nvPr/>
        </p:nvSpPr>
        <p:spPr>
          <a:xfrm>
            <a:off x="3322482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3409">
            <a:extLst>
              <a:ext uri="{FF2B5EF4-FFF2-40B4-BE49-F238E27FC236}">
                <a16:creationId xmlns:a16="http://schemas.microsoft.com/office/drawing/2014/main" id="{B2A75430-C250-491C-B6E2-A492872683B1}"/>
              </a:ext>
            </a:extLst>
          </p:cNvPr>
          <p:cNvSpPr>
            <a:spLocks noGrp="1"/>
          </p:cNvSpPr>
          <p:nvPr/>
        </p:nvSpPr>
        <p:spPr>
          <a:xfrm>
            <a:off x="34242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3410">
            <a:extLst>
              <a:ext uri="{FF2B5EF4-FFF2-40B4-BE49-F238E27FC236}">
                <a16:creationId xmlns:a16="http://schemas.microsoft.com/office/drawing/2014/main" id="{1E33D4D0-A2CC-4077-8522-69091596B7DC}"/>
              </a:ext>
            </a:extLst>
          </p:cNvPr>
          <p:cNvSpPr>
            <a:spLocks noGrp="1"/>
          </p:cNvSpPr>
          <p:nvPr/>
        </p:nvSpPr>
        <p:spPr>
          <a:xfrm>
            <a:off x="34588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3411">
            <a:extLst>
              <a:ext uri="{FF2B5EF4-FFF2-40B4-BE49-F238E27FC236}">
                <a16:creationId xmlns:a16="http://schemas.microsoft.com/office/drawing/2014/main" id="{CCDDF17F-1433-43BE-A784-448A4612767C}"/>
              </a:ext>
            </a:extLst>
          </p:cNvPr>
          <p:cNvSpPr>
            <a:spLocks noGrp="1"/>
          </p:cNvSpPr>
          <p:nvPr/>
        </p:nvSpPr>
        <p:spPr>
          <a:xfrm>
            <a:off x="33775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3412">
            <a:extLst>
              <a:ext uri="{FF2B5EF4-FFF2-40B4-BE49-F238E27FC236}">
                <a16:creationId xmlns:a16="http://schemas.microsoft.com/office/drawing/2014/main" id="{CE993686-F114-4041-95A2-7FB96B20A18C}"/>
              </a:ext>
            </a:extLst>
          </p:cNvPr>
          <p:cNvSpPr>
            <a:spLocks noGrp="1"/>
          </p:cNvSpPr>
          <p:nvPr/>
        </p:nvSpPr>
        <p:spPr>
          <a:xfrm>
            <a:off x="34253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3413">
            <a:extLst>
              <a:ext uri="{FF2B5EF4-FFF2-40B4-BE49-F238E27FC236}">
                <a16:creationId xmlns:a16="http://schemas.microsoft.com/office/drawing/2014/main" id="{DAA6AE6D-4BD5-4DA9-A7DD-3C4458E5574C}"/>
              </a:ext>
            </a:extLst>
          </p:cNvPr>
          <p:cNvSpPr>
            <a:spLocks noGrp="1"/>
          </p:cNvSpPr>
          <p:nvPr/>
        </p:nvSpPr>
        <p:spPr>
          <a:xfrm>
            <a:off x="335915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3414">
            <a:extLst>
              <a:ext uri="{FF2B5EF4-FFF2-40B4-BE49-F238E27FC236}">
                <a16:creationId xmlns:a16="http://schemas.microsoft.com/office/drawing/2014/main" id="{C328ED09-2196-4851-8A07-45EEB243C258}"/>
              </a:ext>
            </a:extLst>
          </p:cNvPr>
          <p:cNvSpPr>
            <a:spLocks noGrp="1"/>
          </p:cNvSpPr>
          <p:nvPr/>
        </p:nvSpPr>
        <p:spPr>
          <a:xfrm>
            <a:off x="3325675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3415">
            <a:extLst>
              <a:ext uri="{FF2B5EF4-FFF2-40B4-BE49-F238E27FC236}">
                <a16:creationId xmlns:a16="http://schemas.microsoft.com/office/drawing/2014/main" id="{1EE1C994-264A-4465-AD45-9447B9C7D594}"/>
              </a:ext>
            </a:extLst>
          </p:cNvPr>
          <p:cNvSpPr>
            <a:spLocks noGrp="1"/>
          </p:cNvSpPr>
          <p:nvPr/>
        </p:nvSpPr>
        <p:spPr>
          <a:xfrm>
            <a:off x="33855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3416">
            <a:extLst>
              <a:ext uri="{FF2B5EF4-FFF2-40B4-BE49-F238E27FC236}">
                <a16:creationId xmlns:a16="http://schemas.microsoft.com/office/drawing/2014/main" id="{D212DA63-5A0F-47BA-8847-8C82F31ECFBB}"/>
              </a:ext>
            </a:extLst>
          </p:cNvPr>
          <p:cNvSpPr>
            <a:spLocks noGrp="1"/>
          </p:cNvSpPr>
          <p:nvPr/>
        </p:nvSpPr>
        <p:spPr>
          <a:xfrm>
            <a:off x="3292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3417">
            <a:extLst>
              <a:ext uri="{FF2B5EF4-FFF2-40B4-BE49-F238E27FC236}">
                <a16:creationId xmlns:a16="http://schemas.microsoft.com/office/drawing/2014/main" id="{77E05745-9186-467C-A0DD-B2F642B7B06D}"/>
              </a:ext>
            </a:extLst>
          </p:cNvPr>
          <p:cNvSpPr>
            <a:spLocks noGrp="1"/>
          </p:cNvSpPr>
          <p:nvPr/>
        </p:nvSpPr>
        <p:spPr>
          <a:xfrm>
            <a:off x="3453877" y="36308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3418">
            <a:extLst>
              <a:ext uri="{FF2B5EF4-FFF2-40B4-BE49-F238E27FC236}">
                <a16:creationId xmlns:a16="http://schemas.microsoft.com/office/drawing/2014/main" id="{2566F35D-2F12-4EA2-8F53-7711DC17A7F6}"/>
              </a:ext>
            </a:extLst>
          </p:cNvPr>
          <p:cNvSpPr>
            <a:spLocks noGrp="1"/>
          </p:cNvSpPr>
          <p:nvPr/>
        </p:nvSpPr>
        <p:spPr>
          <a:xfrm>
            <a:off x="3396911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3419">
            <a:extLst>
              <a:ext uri="{FF2B5EF4-FFF2-40B4-BE49-F238E27FC236}">
                <a16:creationId xmlns:a16="http://schemas.microsoft.com/office/drawing/2014/main" id="{77623143-7701-4ED8-83B3-8970A8091555}"/>
              </a:ext>
            </a:extLst>
          </p:cNvPr>
          <p:cNvSpPr>
            <a:spLocks noGrp="1"/>
          </p:cNvSpPr>
          <p:nvPr/>
        </p:nvSpPr>
        <p:spPr>
          <a:xfrm>
            <a:off x="33721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3420">
            <a:extLst>
              <a:ext uri="{FF2B5EF4-FFF2-40B4-BE49-F238E27FC236}">
                <a16:creationId xmlns:a16="http://schemas.microsoft.com/office/drawing/2014/main" id="{AE11D2C4-8041-412B-B290-ECA3639A3296}"/>
              </a:ext>
            </a:extLst>
          </p:cNvPr>
          <p:cNvSpPr>
            <a:spLocks noGrp="1"/>
          </p:cNvSpPr>
          <p:nvPr/>
        </p:nvSpPr>
        <p:spPr>
          <a:xfrm>
            <a:off x="3450200" y="38414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3421">
            <a:extLst>
              <a:ext uri="{FF2B5EF4-FFF2-40B4-BE49-F238E27FC236}">
                <a16:creationId xmlns:a16="http://schemas.microsoft.com/office/drawing/2014/main" id="{BC80DC0A-DC9C-4894-B941-986C8756C407}"/>
              </a:ext>
            </a:extLst>
          </p:cNvPr>
          <p:cNvSpPr>
            <a:spLocks noGrp="1"/>
          </p:cNvSpPr>
          <p:nvPr/>
        </p:nvSpPr>
        <p:spPr>
          <a:xfrm>
            <a:off x="3463912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3422">
            <a:extLst>
              <a:ext uri="{FF2B5EF4-FFF2-40B4-BE49-F238E27FC236}">
                <a16:creationId xmlns:a16="http://schemas.microsoft.com/office/drawing/2014/main" id="{666C2F26-7DBA-4BC6-85AC-A4F473D6CC69}"/>
              </a:ext>
            </a:extLst>
          </p:cNvPr>
          <p:cNvSpPr>
            <a:spLocks noGrp="1"/>
          </p:cNvSpPr>
          <p:nvPr/>
        </p:nvSpPr>
        <p:spPr>
          <a:xfrm>
            <a:off x="3278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3423">
            <a:extLst>
              <a:ext uri="{FF2B5EF4-FFF2-40B4-BE49-F238E27FC236}">
                <a16:creationId xmlns:a16="http://schemas.microsoft.com/office/drawing/2014/main" id="{D04F3CD6-77CC-4382-A2FD-3B7C1CC6C6B8}"/>
              </a:ext>
            </a:extLst>
          </p:cNvPr>
          <p:cNvSpPr>
            <a:spLocks noGrp="1"/>
          </p:cNvSpPr>
          <p:nvPr/>
        </p:nvSpPr>
        <p:spPr>
          <a:xfrm>
            <a:off x="34647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3424">
            <a:extLst>
              <a:ext uri="{FF2B5EF4-FFF2-40B4-BE49-F238E27FC236}">
                <a16:creationId xmlns:a16="http://schemas.microsoft.com/office/drawing/2014/main" id="{CCC9033E-46F1-4A8E-BB56-1A281EE60137}"/>
              </a:ext>
            </a:extLst>
          </p:cNvPr>
          <p:cNvSpPr>
            <a:spLocks noGrp="1"/>
          </p:cNvSpPr>
          <p:nvPr/>
        </p:nvSpPr>
        <p:spPr>
          <a:xfrm>
            <a:off x="338844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3425">
            <a:extLst>
              <a:ext uri="{FF2B5EF4-FFF2-40B4-BE49-F238E27FC236}">
                <a16:creationId xmlns:a16="http://schemas.microsoft.com/office/drawing/2014/main" id="{F50AD544-7EDF-43B0-837A-C4AA1FABAE54}"/>
              </a:ext>
            </a:extLst>
          </p:cNvPr>
          <p:cNvSpPr>
            <a:spLocks noGrp="1"/>
          </p:cNvSpPr>
          <p:nvPr/>
        </p:nvSpPr>
        <p:spPr>
          <a:xfrm>
            <a:off x="3395670" y="28851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3426">
            <a:extLst>
              <a:ext uri="{FF2B5EF4-FFF2-40B4-BE49-F238E27FC236}">
                <a16:creationId xmlns:a16="http://schemas.microsoft.com/office/drawing/2014/main" id="{0D5495CD-EF33-4524-99AD-087E713C6B3B}"/>
              </a:ext>
            </a:extLst>
          </p:cNvPr>
          <p:cNvSpPr>
            <a:spLocks noGrp="1"/>
          </p:cNvSpPr>
          <p:nvPr/>
        </p:nvSpPr>
        <p:spPr>
          <a:xfrm>
            <a:off x="342873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3427">
            <a:extLst>
              <a:ext uri="{FF2B5EF4-FFF2-40B4-BE49-F238E27FC236}">
                <a16:creationId xmlns:a16="http://schemas.microsoft.com/office/drawing/2014/main" id="{5F9B0219-26AB-4A39-9917-6B1AA6355640}"/>
              </a:ext>
            </a:extLst>
          </p:cNvPr>
          <p:cNvSpPr>
            <a:spLocks noGrp="1"/>
          </p:cNvSpPr>
          <p:nvPr/>
        </p:nvSpPr>
        <p:spPr>
          <a:xfrm>
            <a:off x="3399945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3428">
            <a:extLst>
              <a:ext uri="{FF2B5EF4-FFF2-40B4-BE49-F238E27FC236}">
                <a16:creationId xmlns:a16="http://schemas.microsoft.com/office/drawing/2014/main" id="{B1DEFF73-5C8D-4025-AAA8-D704D944A81E}"/>
              </a:ext>
            </a:extLst>
          </p:cNvPr>
          <p:cNvSpPr>
            <a:spLocks noGrp="1"/>
          </p:cNvSpPr>
          <p:nvPr/>
        </p:nvSpPr>
        <p:spPr>
          <a:xfrm>
            <a:off x="37804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3429">
            <a:extLst>
              <a:ext uri="{FF2B5EF4-FFF2-40B4-BE49-F238E27FC236}">
                <a16:creationId xmlns:a16="http://schemas.microsoft.com/office/drawing/2014/main" id="{3F0C4B3C-DD6B-4846-A2C5-8B57794979E5}"/>
              </a:ext>
            </a:extLst>
          </p:cNvPr>
          <p:cNvSpPr>
            <a:spLocks noGrp="1"/>
          </p:cNvSpPr>
          <p:nvPr/>
        </p:nvSpPr>
        <p:spPr>
          <a:xfrm>
            <a:off x="38593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3430">
            <a:extLst>
              <a:ext uri="{FF2B5EF4-FFF2-40B4-BE49-F238E27FC236}">
                <a16:creationId xmlns:a16="http://schemas.microsoft.com/office/drawing/2014/main" id="{ADB0D696-FF0C-4219-A646-2D5FB535352F}"/>
              </a:ext>
            </a:extLst>
          </p:cNvPr>
          <p:cNvSpPr>
            <a:spLocks noGrp="1"/>
          </p:cNvSpPr>
          <p:nvPr/>
        </p:nvSpPr>
        <p:spPr>
          <a:xfrm>
            <a:off x="38643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3431">
            <a:extLst>
              <a:ext uri="{FF2B5EF4-FFF2-40B4-BE49-F238E27FC236}">
                <a16:creationId xmlns:a16="http://schemas.microsoft.com/office/drawing/2014/main" id="{DB986B27-4877-49BB-B89B-73FE76BBBD51}"/>
              </a:ext>
            </a:extLst>
          </p:cNvPr>
          <p:cNvSpPr>
            <a:spLocks noGrp="1"/>
          </p:cNvSpPr>
          <p:nvPr/>
        </p:nvSpPr>
        <p:spPr>
          <a:xfrm>
            <a:off x="382891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3432">
            <a:extLst>
              <a:ext uri="{FF2B5EF4-FFF2-40B4-BE49-F238E27FC236}">
                <a16:creationId xmlns:a16="http://schemas.microsoft.com/office/drawing/2014/main" id="{AA75FBC7-F49B-4E00-952D-990138E5ECE1}"/>
              </a:ext>
            </a:extLst>
          </p:cNvPr>
          <p:cNvSpPr>
            <a:spLocks noGrp="1"/>
          </p:cNvSpPr>
          <p:nvPr/>
        </p:nvSpPr>
        <p:spPr>
          <a:xfrm>
            <a:off x="3793554" y="30037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3433">
            <a:extLst>
              <a:ext uri="{FF2B5EF4-FFF2-40B4-BE49-F238E27FC236}">
                <a16:creationId xmlns:a16="http://schemas.microsoft.com/office/drawing/2014/main" id="{EFEB5613-EB7C-427C-8059-1676C16C21B6}"/>
              </a:ext>
            </a:extLst>
          </p:cNvPr>
          <p:cNvSpPr>
            <a:spLocks noGrp="1"/>
          </p:cNvSpPr>
          <p:nvPr/>
        </p:nvSpPr>
        <p:spPr>
          <a:xfrm>
            <a:off x="3842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3434">
            <a:extLst>
              <a:ext uri="{FF2B5EF4-FFF2-40B4-BE49-F238E27FC236}">
                <a16:creationId xmlns:a16="http://schemas.microsoft.com/office/drawing/2014/main" id="{431606E1-B19B-44A4-93E8-CF7C440D1E0A}"/>
              </a:ext>
            </a:extLst>
          </p:cNvPr>
          <p:cNvSpPr>
            <a:spLocks noGrp="1"/>
          </p:cNvSpPr>
          <p:nvPr/>
        </p:nvSpPr>
        <p:spPr>
          <a:xfrm>
            <a:off x="37897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3435">
            <a:extLst>
              <a:ext uri="{FF2B5EF4-FFF2-40B4-BE49-F238E27FC236}">
                <a16:creationId xmlns:a16="http://schemas.microsoft.com/office/drawing/2014/main" id="{BE6DD5CA-127C-4884-9B0A-0926D9C03BF0}"/>
              </a:ext>
            </a:extLst>
          </p:cNvPr>
          <p:cNvSpPr>
            <a:spLocks noGrp="1"/>
          </p:cNvSpPr>
          <p:nvPr/>
        </p:nvSpPr>
        <p:spPr>
          <a:xfrm>
            <a:off x="38157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3436">
            <a:extLst>
              <a:ext uri="{FF2B5EF4-FFF2-40B4-BE49-F238E27FC236}">
                <a16:creationId xmlns:a16="http://schemas.microsoft.com/office/drawing/2014/main" id="{0480B22C-C101-453F-8DED-78151D545D7D}"/>
              </a:ext>
            </a:extLst>
          </p:cNvPr>
          <p:cNvSpPr>
            <a:spLocks noGrp="1"/>
          </p:cNvSpPr>
          <p:nvPr/>
        </p:nvSpPr>
        <p:spPr>
          <a:xfrm>
            <a:off x="3960751" y="3530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3437">
            <a:extLst>
              <a:ext uri="{FF2B5EF4-FFF2-40B4-BE49-F238E27FC236}">
                <a16:creationId xmlns:a16="http://schemas.microsoft.com/office/drawing/2014/main" id="{8A4AD106-DB74-4AD3-971B-EE7CC6F23594}"/>
              </a:ext>
            </a:extLst>
          </p:cNvPr>
          <p:cNvSpPr>
            <a:spLocks noGrp="1"/>
          </p:cNvSpPr>
          <p:nvPr/>
        </p:nvSpPr>
        <p:spPr>
          <a:xfrm>
            <a:off x="39365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3438">
            <a:extLst>
              <a:ext uri="{FF2B5EF4-FFF2-40B4-BE49-F238E27FC236}">
                <a16:creationId xmlns:a16="http://schemas.microsoft.com/office/drawing/2014/main" id="{564A1D0A-637A-4B55-98DC-F6398D5A25E3}"/>
              </a:ext>
            </a:extLst>
          </p:cNvPr>
          <p:cNvSpPr>
            <a:spLocks noGrp="1"/>
          </p:cNvSpPr>
          <p:nvPr/>
        </p:nvSpPr>
        <p:spPr>
          <a:xfrm>
            <a:off x="3877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3439">
            <a:extLst>
              <a:ext uri="{FF2B5EF4-FFF2-40B4-BE49-F238E27FC236}">
                <a16:creationId xmlns:a16="http://schemas.microsoft.com/office/drawing/2014/main" id="{F69E661C-72C4-4F59-952E-3DD39F8A5F2F}"/>
              </a:ext>
            </a:extLst>
          </p:cNvPr>
          <p:cNvSpPr>
            <a:spLocks noGrp="1"/>
          </p:cNvSpPr>
          <p:nvPr/>
        </p:nvSpPr>
        <p:spPr>
          <a:xfrm>
            <a:off x="380348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3440">
            <a:extLst>
              <a:ext uri="{FF2B5EF4-FFF2-40B4-BE49-F238E27FC236}">
                <a16:creationId xmlns:a16="http://schemas.microsoft.com/office/drawing/2014/main" id="{A5D083C8-EC06-4CFF-A4E7-3B706E906902}"/>
              </a:ext>
            </a:extLst>
          </p:cNvPr>
          <p:cNvSpPr>
            <a:spLocks noGrp="1"/>
          </p:cNvSpPr>
          <p:nvPr/>
        </p:nvSpPr>
        <p:spPr>
          <a:xfrm>
            <a:off x="37698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3441">
            <a:extLst>
              <a:ext uri="{FF2B5EF4-FFF2-40B4-BE49-F238E27FC236}">
                <a16:creationId xmlns:a16="http://schemas.microsoft.com/office/drawing/2014/main" id="{B5405716-4882-4A16-B174-906A058196B7}"/>
              </a:ext>
            </a:extLst>
          </p:cNvPr>
          <p:cNvSpPr>
            <a:spLocks noGrp="1"/>
          </p:cNvSpPr>
          <p:nvPr/>
        </p:nvSpPr>
        <p:spPr>
          <a:xfrm>
            <a:off x="3790653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3442">
            <a:extLst>
              <a:ext uri="{FF2B5EF4-FFF2-40B4-BE49-F238E27FC236}">
                <a16:creationId xmlns:a16="http://schemas.microsoft.com/office/drawing/2014/main" id="{AD461868-DF53-4C12-9006-A7725ED6986D}"/>
              </a:ext>
            </a:extLst>
          </p:cNvPr>
          <p:cNvSpPr>
            <a:spLocks noGrp="1"/>
          </p:cNvSpPr>
          <p:nvPr/>
        </p:nvSpPr>
        <p:spPr>
          <a:xfrm>
            <a:off x="381233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3443">
            <a:extLst>
              <a:ext uri="{FF2B5EF4-FFF2-40B4-BE49-F238E27FC236}">
                <a16:creationId xmlns:a16="http://schemas.microsoft.com/office/drawing/2014/main" id="{CC293BD4-420E-46FD-B9BA-A4E166210346}"/>
              </a:ext>
            </a:extLst>
          </p:cNvPr>
          <p:cNvSpPr>
            <a:spLocks noGrp="1"/>
          </p:cNvSpPr>
          <p:nvPr/>
        </p:nvSpPr>
        <p:spPr>
          <a:xfrm>
            <a:off x="38056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3444">
            <a:extLst>
              <a:ext uri="{FF2B5EF4-FFF2-40B4-BE49-F238E27FC236}">
                <a16:creationId xmlns:a16="http://schemas.microsoft.com/office/drawing/2014/main" id="{FE35E9A5-5F24-49B8-8708-0EF92A976929}"/>
              </a:ext>
            </a:extLst>
          </p:cNvPr>
          <p:cNvSpPr>
            <a:spLocks noGrp="1"/>
          </p:cNvSpPr>
          <p:nvPr/>
        </p:nvSpPr>
        <p:spPr>
          <a:xfrm>
            <a:off x="376118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3445">
            <a:extLst>
              <a:ext uri="{FF2B5EF4-FFF2-40B4-BE49-F238E27FC236}">
                <a16:creationId xmlns:a16="http://schemas.microsoft.com/office/drawing/2014/main" id="{0780B1F2-9342-4BA1-AB9B-03B966CC8F70}"/>
              </a:ext>
            </a:extLst>
          </p:cNvPr>
          <p:cNvSpPr>
            <a:spLocks noGrp="1"/>
          </p:cNvSpPr>
          <p:nvPr/>
        </p:nvSpPr>
        <p:spPr>
          <a:xfrm>
            <a:off x="3871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3446">
            <a:extLst>
              <a:ext uri="{FF2B5EF4-FFF2-40B4-BE49-F238E27FC236}">
                <a16:creationId xmlns:a16="http://schemas.microsoft.com/office/drawing/2014/main" id="{80D53A7A-C7DC-4FDE-AC26-C8D57DD56C0E}"/>
              </a:ext>
            </a:extLst>
          </p:cNvPr>
          <p:cNvSpPr>
            <a:spLocks noGrp="1"/>
          </p:cNvSpPr>
          <p:nvPr/>
        </p:nvSpPr>
        <p:spPr>
          <a:xfrm>
            <a:off x="39345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3447">
            <a:extLst>
              <a:ext uri="{FF2B5EF4-FFF2-40B4-BE49-F238E27FC236}">
                <a16:creationId xmlns:a16="http://schemas.microsoft.com/office/drawing/2014/main" id="{433845D6-C2B7-411B-8129-958A99717D09}"/>
              </a:ext>
            </a:extLst>
          </p:cNvPr>
          <p:cNvSpPr>
            <a:spLocks noGrp="1"/>
          </p:cNvSpPr>
          <p:nvPr/>
        </p:nvSpPr>
        <p:spPr>
          <a:xfrm>
            <a:off x="377116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3448">
            <a:extLst>
              <a:ext uri="{FF2B5EF4-FFF2-40B4-BE49-F238E27FC236}">
                <a16:creationId xmlns:a16="http://schemas.microsoft.com/office/drawing/2014/main" id="{936DF206-12F0-4514-819F-9AC1DF1597A1}"/>
              </a:ext>
            </a:extLst>
          </p:cNvPr>
          <p:cNvSpPr>
            <a:spLocks noGrp="1"/>
          </p:cNvSpPr>
          <p:nvPr/>
        </p:nvSpPr>
        <p:spPr>
          <a:xfrm>
            <a:off x="3893378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3449">
            <a:extLst>
              <a:ext uri="{FF2B5EF4-FFF2-40B4-BE49-F238E27FC236}">
                <a16:creationId xmlns:a16="http://schemas.microsoft.com/office/drawing/2014/main" id="{033EBC30-42AD-4826-8B13-A78EE416F118}"/>
              </a:ext>
            </a:extLst>
          </p:cNvPr>
          <p:cNvSpPr>
            <a:spLocks noGrp="1"/>
          </p:cNvSpPr>
          <p:nvPr/>
        </p:nvSpPr>
        <p:spPr>
          <a:xfrm>
            <a:off x="391340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3450">
            <a:extLst>
              <a:ext uri="{FF2B5EF4-FFF2-40B4-BE49-F238E27FC236}">
                <a16:creationId xmlns:a16="http://schemas.microsoft.com/office/drawing/2014/main" id="{8A8A734C-AEFF-40F5-90C9-B5898EB1CDD6}"/>
              </a:ext>
            </a:extLst>
          </p:cNvPr>
          <p:cNvSpPr>
            <a:spLocks noGrp="1"/>
          </p:cNvSpPr>
          <p:nvPr/>
        </p:nvSpPr>
        <p:spPr>
          <a:xfrm>
            <a:off x="3820298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3451">
            <a:extLst>
              <a:ext uri="{FF2B5EF4-FFF2-40B4-BE49-F238E27FC236}">
                <a16:creationId xmlns:a16="http://schemas.microsoft.com/office/drawing/2014/main" id="{807B1517-6425-42B2-9335-4360418CFD43}"/>
              </a:ext>
            </a:extLst>
          </p:cNvPr>
          <p:cNvSpPr>
            <a:spLocks noGrp="1"/>
          </p:cNvSpPr>
          <p:nvPr/>
        </p:nvSpPr>
        <p:spPr>
          <a:xfrm>
            <a:off x="3927482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3452">
            <a:extLst>
              <a:ext uri="{FF2B5EF4-FFF2-40B4-BE49-F238E27FC236}">
                <a16:creationId xmlns:a16="http://schemas.microsoft.com/office/drawing/2014/main" id="{793C5DB9-C07A-473A-B936-C1CE06D52882}"/>
              </a:ext>
            </a:extLst>
          </p:cNvPr>
          <p:cNvSpPr>
            <a:spLocks noGrp="1"/>
          </p:cNvSpPr>
          <p:nvPr/>
        </p:nvSpPr>
        <p:spPr>
          <a:xfrm>
            <a:off x="385323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3453">
            <a:extLst>
              <a:ext uri="{FF2B5EF4-FFF2-40B4-BE49-F238E27FC236}">
                <a16:creationId xmlns:a16="http://schemas.microsoft.com/office/drawing/2014/main" id="{179225D1-5386-4B55-A97B-87E634D646D7}"/>
              </a:ext>
            </a:extLst>
          </p:cNvPr>
          <p:cNvSpPr>
            <a:spLocks noGrp="1"/>
          </p:cNvSpPr>
          <p:nvPr/>
        </p:nvSpPr>
        <p:spPr>
          <a:xfrm>
            <a:off x="385830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3454">
            <a:extLst>
              <a:ext uri="{FF2B5EF4-FFF2-40B4-BE49-F238E27FC236}">
                <a16:creationId xmlns:a16="http://schemas.microsoft.com/office/drawing/2014/main" id="{94CD3EE3-2B03-4C65-B55F-C681648B8D56}"/>
              </a:ext>
            </a:extLst>
          </p:cNvPr>
          <p:cNvSpPr>
            <a:spLocks noGrp="1"/>
          </p:cNvSpPr>
          <p:nvPr/>
        </p:nvSpPr>
        <p:spPr>
          <a:xfrm>
            <a:off x="394549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3455">
            <a:extLst>
              <a:ext uri="{FF2B5EF4-FFF2-40B4-BE49-F238E27FC236}">
                <a16:creationId xmlns:a16="http://schemas.microsoft.com/office/drawing/2014/main" id="{36F46017-99FC-41A9-9058-946CA6B925C9}"/>
              </a:ext>
            </a:extLst>
          </p:cNvPr>
          <p:cNvSpPr>
            <a:spLocks noGrp="1"/>
          </p:cNvSpPr>
          <p:nvPr/>
        </p:nvSpPr>
        <p:spPr>
          <a:xfrm>
            <a:off x="3923970" y="35906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3456">
            <a:extLst>
              <a:ext uri="{FF2B5EF4-FFF2-40B4-BE49-F238E27FC236}">
                <a16:creationId xmlns:a16="http://schemas.microsoft.com/office/drawing/2014/main" id="{6530D5D2-16CE-451E-B3F5-8968FD7AA000}"/>
              </a:ext>
            </a:extLst>
          </p:cNvPr>
          <p:cNvSpPr>
            <a:spLocks noGrp="1"/>
          </p:cNvSpPr>
          <p:nvPr/>
        </p:nvSpPr>
        <p:spPr>
          <a:xfrm>
            <a:off x="3897893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3457">
            <a:extLst>
              <a:ext uri="{FF2B5EF4-FFF2-40B4-BE49-F238E27FC236}">
                <a16:creationId xmlns:a16="http://schemas.microsoft.com/office/drawing/2014/main" id="{C8E9A9A7-D60D-496E-BF07-24F28655B206}"/>
              </a:ext>
            </a:extLst>
          </p:cNvPr>
          <p:cNvSpPr>
            <a:spLocks noGrp="1"/>
          </p:cNvSpPr>
          <p:nvPr/>
        </p:nvSpPr>
        <p:spPr>
          <a:xfrm>
            <a:off x="38277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3458">
            <a:extLst>
              <a:ext uri="{FF2B5EF4-FFF2-40B4-BE49-F238E27FC236}">
                <a16:creationId xmlns:a16="http://schemas.microsoft.com/office/drawing/2014/main" id="{B1F719C3-4409-4486-9721-072D77B4287F}"/>
              </a:ext>
            </a:extLst>
          </p:cNvPr>
          <p:cNvSpPr>
            <a:spLocks noGrp="1"/>
          </p:cNvSpPr>
          <p:nvPr/>
        </p:nvSpPr>
        <p:spPr>
          <a:xfrm>
            <a:off x="39119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3459">
            <a:extLst>
              <a:ext uri="{FF2B5EF4-FFF2-40B4-BE49-F238E27FC236}">
                <a16:creationId xmlns:a16="http://schemas.microsoft.com/office/drawing/2014/main" id="{CA064E14-DEB8-4AC7-8DC8-FB0EA8B654D7}"/>
              </a:ext>
            </a:extLst>
          </p:cNvPr>
          <p:cNvSpPr>
            <a:spLocks noGrp="1"/>
          </p:cNvSpPr>
          <p:nvPr/>
        </p:nvSpPr>
        <p:spPr>
          <a:xfrm>
            <a:off x="3917522" y="3720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3460">
            <a:extLst>
              <a:ext uri="{FF2B5EF4-FFF2-40B4-BE49-F238E27FC236}">
                <a16:creationId xmlns:a16="http://schemas.microsoft.com/office/drawing/2014/main" id="{4B2698B2-97D0-4893-871D-4E2369680110}"/>
              </a:ext>
            </a:extLst>
          </p:cNvPr>
          <p:cNvSpPr>
            <a:spLocks noGrp="1"/>
          </p:cNvSpPr>
          <p:nvPr/>
        </p:nvSpPr>
        <p:spPr>
          <a:xfrm>
            <a:off x="38364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3461">
            <a:extLst>
              <a:ext uri="{FF2B5EF4-FFF2-40B4-BE49-F238E27FC236}">
                <a16:creationId xmlns:a16="http://schemas.microsoft.com/office/drawing/2014/main" id="{6F65E466-AF0F-48EF-B66F-1479B1358045}"/>
              </a:ext>
            </a:extLst>
          </p:cNvPr>
          <p:cNvSpPr>
            <a:spLocks noGrp="1"/>
          </p:cNvSpPr>
          <p:nvPr/>
        </p:nvSpPr>
        <p:spPr>
          <a:xfrm>
            <a:off x="37556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3462">
            <a:extLst>
              <a:ext uri="{FF2B5EF4-FFF2-40B4-BE49-F238E27FC236}">
                <a16:creationId xmlns:a16="http://schemas.microsoft.com/office/drawing/2014/main" id="{BB8ECBB2-E242-4EB8-9643-FF3F79B899EC}"/>
              </a:ext>
            </a:extLst>
          </p:cNvPr>
          <p:cNvSpPr>
            <a:spLocks noGrp="1"/>
          </p:cNvSpPr>
          <p:nvPr/>
        </p:nvSpPr>
        <p:spPr>
          <a:xfrm>
            <a:off x="38111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3463">
            <a:extLst>
              <a:ext uri="{FF2B5EF4-FFF2-40B4-BE49-F238E27FC236}">
                <a16:creationId xmlns:a16="http://schemas.microsoft.com/office/drawing/2014/main" id="{FB7149A6-C9FC-404E-A15E-68AE3C7EB126}"/>
              </a:ext>
            </a:extLst>
          </p:cNvPr>
          <p:cNvSpPr>
            <a:spLocks noGrp="1"/>
          </p:cNvSpPr>
          <p:nvPr/>
        </p:nvSpPr>
        <p:spPr>
          <a:xfrm>
            <a:off x="377669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3464">
            <a:extLst>
              <a:ext uri="{FF2B5EF4-FFF2-40B4-BE49-F238E27FC236}">
                <a16:creationId xmlns:a16="http://schemas.microsoft.com/office/drawing/2014/main" id="{1DE3F6EB-A274-4BAE-92A1-64636104340A}"/>
              </a:ext>
            </a:extLst>
          </p:cNvPr>
          <p:cNvSpPr>
            <a:spLocks noGrp="1"/>
          </p:cNvSpPr>
          <p:nvPr/>
        </p:nvSpPr>
        <p:spPr>
          <a:xfrm>
            <a:off x="381254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3465">
            <a:extLst>
              <a:ext uri="{FF2B5EF4-FFF2-40B4-BE49-F238E27FC236}">
                <a16:creationId xmlns:a16="http://schemas.microsoft.com/office/drawing/2014/main" id="{43D02846-039D-46AB-9703-CC6280CA21C0}"/>
              </a:ext>
            </a:extLst>
          </p:cNvPr>
          <p:cNvSpPr>
            <a:spLocks noGrp="1"/>
          </p:cNvSpPr>
          <p:nvPr/>
        </p:nvSpPr>
        <p:spPr>
          <a:xfrm>
            <a:off x="375914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3466">
            <a:extLst>
              <a:ext uri="{FF2B5EF4-FFF2-40B4-BE49-F238E27FC236}">
                <a16:creationId xmlns:a16="http://schemas.microsoft.com/office/drawing/2014/main" id="{DF0921C1-4C86-40C7-910E-C79E81FCF3C0}"/>
              </a:ext>
            </a:extLst>
          </p:cNvPr>
          <p:cNvSpPr>
            <a:spLocks noGrp="1"/>
          </p:cNvSpPr>
          <p:nvPr/>
        </p:nvSpPr>
        <p:spPr>
          <a:xfrm>
            <a:off x="39390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3467">
            <a:extLst>
              <a:ext uri="{FF2B5EF4-FFF2-40B4-BE49-F238E27FC236}">
                <a16:creationId xmlns:a16="http://schemas.microsoft.com/office/drawing/2014/main" id="{73A98F78-C25B-4FC6-88B2-A6224D6CE2F6}"/>
              </a:ext>
            </a:extLst>
          </p:cNvPr>
          <p:cNvSpPr>
            <a:spLocks noGrp="1"/>
          </p:cNvSpPr>
          <p:nvPr/>
        </p:nvSpPr>
        <p:spPr>
          <a:xfrm>
            <a:off x="3897031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3468">
            <a:extLst>
              <a:ext uri="{FF2B5EF4-FFF2-40B4-BE49-F238E27FC236}">
                <a16:creationId xmlns:a16="http://schemas.microsoft.com/office/drawing/2014/main" id="{2EEA9009-8841-4C9B-A4A3-AE9C174809F4}"/>
              </a:ext>
            </a:extLst>
          </p:cNvPr>
          <p:cNvSpPr>
            <a:spLocks noGrp="1"/>
          </p:cNvSpPr>
          <p:nvPr/>
        </p:nvSpPr>
        <p:spPr>
          <a:xfrm>
            <a:off x="39358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3469">
            <a:extLst>
              <a:ext uri="{FF2B5EF4-FFF2-40B4-BE49-F238E27FC236}">
                <a16:creationId xmlns:a16="http://schemas.microsoft.com/office/drawing/2014/main" id="{96C359E3-8A8B-47DD-88BC-E889F2186A94}"/>
              </a:ext>
            </a:extLst>
          </p:cNvPr>
          <p:cNvSpPr>
            <a:spLocks noGrp="1"/>
          </p:cNvSpPr>
          <p:nvPr/>
        </p:nvSpPr>
        <p:spPr>
          <a:xfrm>
            <a:off x="375426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3470">
            <a:extLst>
              <a:ext uri="{FF2B5EF4-FFF2-40B4-BE49-F238E27FC236}">
                <a16:creationId xmlns:a16="http://schemas.microsoft.com/office/drawing/2014/main" id="{5B0BE4C7-B41A-4BE5-B655-4C330989DDAC}"/>
              </a:ext>
            </a:extLst>
          </p:cNvPr>
          <p:cNvSpPr>
            <a:spLocks noGrp="1"/>
          </p:cNvSpPr>
          <p:nvPr/>
        </p:nvSpPr>
        <p:spPr>
          <a:xfrm>
            <a:off x="39170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3471">
            <a:extLst>
              <a:ext uri="{FF2B5EF4-FFF2-40B4-BE49-F238E27FC236}">
                <a16:creationId xmlns:a16="http://schemas.microsoft.com/office/drawing/2014/main" id="{AFCA0224-5100-4179-B28D-B135F7E13C4B}"/>
              </a:ext>
            </a:extLst>
          </p:cNvPr>
          <p:cNvSpPr>
            <a:spLocks noGrp="1"/>
          </p:cNvSpPr>
          <p:nvPr/>
        </p:nvSpPr>
        <p:spPr>
          <a:xfrm>
            <a:off x="39282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3472">
            <a:extLst>
              <a:ext uri="{FF2B5EF4-FFF2-40B4-BE49-F238E27FC236}">
                <a16:creationId xmlns:a16="http://schemas.microsoft.com/office/drawing/2014/main" id="{3F582C0D-F5F7-4434-BC35-CB468A375569}"/>
              </a:ext>
            </a:extLst>
          </p:cNvPr>
          <p:cNvSpPr>
            <a:spLocks noGrp="1"/>
          </p:cNvSpPr>
          <p:nvPr/>
        </p:nvSpPr>
        <p:spPr>
          <a:xfrm>
            <a:off x="37493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3473">
            <a:extLst>
              <a:ext uri="{FF2B5EF4-FFF2-40B4-BE49-F238E27FC236}">
                <a16:creationId xmlns:a16="http://schemas.microsoft.com/office/drawing/2014/main" id="{ECFFB478-B99C-49E9-A4A8-A83B47303446}"/>
              </a:ext>
            </a:extLst>
          </p:cNvPr>
          <p:cNvSpPr>
            <a:spLocks noGrp="1"/>
          </p:cNvSpPr>
          <p:nvPr/>
        </p:nvSpPr>
        <p:spPr>
          <a:xfrm>
            <a:off x="38388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3474">
            <a:extLst>
              <a:ext uri="{FF2B5EF4-FFF2-40B4-BE49-F238E27FC236}">
                <a16:creationId xmlns:a16="http://schemas.microsoft.com/office/drawing/2014/main" id="{C5028BB7-D97C-4320-B96E-81E1B48FA9A9}"/>
              </a:ext>
            </a:extLst>
          </p:cNvPr>
          <p:cNvSpPr>
            <a:spLocks noGrp="1"/>
          </p:cNvSpPr>
          <p:nvPr/>
        </p:nvSpPr>
        <p:spPr>
          <a:xfrm>
            <a:off x="389402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3475">
            <a:extLst>
              <a:ext uri="{FF2B5EF4-FFF2-40B4-BE49-F238E27FC236}">
                <a16:creationId xmlns:a16="http://schemas.microsoft.com/office/drawing/2014/main" id="{0D8317BE-4B6F-4B5D-8881-A510FAFE6338}"/>
              </a:ext>
            </a:extLst>
          </p:cNvPr>
          <p:cNvSpPr>
            <a:spLocks noGrp="1"/>
          </p:cNvSpPr>
          <p:nvPr/>
        </p:nvSpPr>
        <p:spPr>
          <a:xfrm>
            <a:off x="378246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3476">
            <a:extLst>
              <a:ext uri="{FF2B5EF4-FFF2-40B4-BE49-F238E27FC236}">
                <a16:creationId xmlns:a16="http://schemas.microsoft.com/office/drawing/2014/main" id="{86513300-13AD-4DA1-B7D7-B3272BC3F9EF}"/>
              </a:ext>
            </a:extLst>
          </p:cNvPr>
          <p:cNvSpPr>
            <a:spLocks noGrp="1"/>
          </p:cNvSpPr>
          <p:nvPr/>
        </p:nvSpPr>
        <p:spPr>
          <a:xfrm>
            <a:off x="38529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3477">
            <a:extLst>
              <a:ext uri="{FF2B5EF4-FFF2-40B4-BE49-F238E27FC236}">
                <a16:creationId xmlns:a16="http://schemas.microsoft.com/office/drawing/2014/main" id="{2FCAE948-C8C6-4396-BD75-69313626315E}"/>
              </a:ext>
            </a:extLst>
          </p:cNvPr>
          <p:cNvSpPr>
            <a:spLocks noGrp="1"/>
          </p:cNvSpPr>
          <p:nvPr/>
        </p:nvSpPr>
        <p:spPr>
          <a:xfrm>
            <a:off x="3931698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3478">
            <a:extLst>
              <a:ext uri="{FF2B5EF4-FFF2-40B4-BE49-F238E27FC236}">
                <a16:creationId xmlns:a16="http://schemas.microsoft.com/office/drawing/2014/main" id="{5C84348E-FEA6-4135-B560-9072A56E7EEE}"/>
              </a:ext>
            </a:extLst>
          </p:cNvPr>
          <p:cNvSpPr>
            <a:spLocks noGrp="1"/>
          </p:cNvSpPr>
          <p:nvPr/>
        </p:nvSpPr>
        <p:spPr>
          <a:xfrm>
            <a:off x="3829070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3479">
            <a:extLst>
              <a:ext uri="{FF2B5EF4-FFF2-40B4-BE49-F238E27FC236}">
                <a16:creationId xmlns:a16="http://schemas.microsoft.com/office/drawing/2014/main" id="{DB11F676-D705-4A7E-B3C0-969F3527A58A}"/>
              </a:ext>
            </a:extLst>
          </p:cNvPr>
          <p:cNvSpPr>
            <a:spLocks noGrp="1"/>
          </p:cNvSpPr>
          <p:nvPr/>
        </p:nvSpPr>
        <p:spPr>
          <a:xfrm>
            <a:off x="37643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3480">
            <a:extLst>
              <a:ext uri="{FF2B5EF4-FFF2-40B4-BE49-F238E27FC236}">
                <a16:creationId xmlns:a16="http://schemas.microsoft.com/office/drawing/2014/main" id="{341646A9-45C1-4F7E-9D6C-C3A8A47D3D75}"/>
              </a:ext>
            </a:extLst>
          </p:cNvPr>
          <p:cNvSpPr>
            <a:spLocks noGrp="1"/>
          </p:cNvSpPr>
          <p:nvPr/>
        </p:nvSpPr>
        <p:spPr>
          <a:xfrm>
            <a:off x="3920326" y="2399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3481">
            <a:extLst>
              <a:ext uri="{FF2B5EF4-FFF2-40B4-BE49-F238E27FC236}">
                <a16:creationId xmlns:a16="http://schemas.microsoft.com/office/drawing/2014/main" id="{945988EE-0898-4049-9452-2E78802B6358}"/>
              </a:ext>
            </a:extLst>
          </p:cNvPr>
          <p:cNvSpPr>
            <a:spLocks noGrp="1"/>
          </p:cNvSpPr>
          <p:nvPr/>
        </p:nvSpPr>
        <p:spPr>
          <a:xfrm>
            <a:off x="3792103" y="27109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3482">
            <a:extLst>
              <a:ext uri="{FF2B5EF4-FFF2-40B4-BE49-F238E27FC236}">
                <a16:creationId xmlns:a16="http://schemas.microsoft.com/office/drawing/2014/main" id="{C8ABF8C9-10E0-42BE-9CA3-87ECCCC8D481}"/>
              </a:ext>
            </a:extLst>
          </p:cNvPr>
          <p:cNvSpPr>
            <a:spLocks noGrp="1"/>
          </p:cNvSpPr>
          <p:nvPr/>
        </p:nvSpPr>
        <p:spPr>
          <a:xfrm>
            <a:off x="3833295" y="31769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3483">
            <a:extLst>
              <a:ext uri="{FF2B5EF4-FFF2-40B4-BE49-F238E27FC236}">
                <a16:creationId xmlns:a16="http://schemas.microsoft.com/office/drawing/2014/main" id="{7E41A2BB-5B04-4591-9718-032F45C984CE}"/>
              </a:ext>
            </a:extLst>
          </p:cNvPr>
          <p:cNvSpPr>
            <a:spLocks noGrp="1"/>
          </p:cNvSpPr>
          <p:nvPr/>
        </p:nvSpPr>
        <p:spPr>
          <a:xfrm>
            <a:off x="38556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3484">
            <a:extLst>
              <a:ext uri="{FF2B5EF4-FFF2-40B4-BE49-F238E27FC236}">
                <a16:creationId xmlns:a16="http://schemas.microsoft.com/office/drawing/2014/main" id="{6E0754A9-365D-4975-9F18-35FFA8F1910A}"/>
              </a:ext>
            </a:extLst>
          </p:cNvPr>
          <p:cNvSpPr>
            <a:spLocks noGrp="1"/>
          </p:cNvSpPr>
          <p:nvPr/>
        </p:nvSpPr>
        <p:spPr>
          <a:xfrm>
            <a:off x="3740167" y="37387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3485">
            <a:extLst>
              <a:ext uri="{FF2B5EF4-FFF2-40B4-BE49-F238E27FC236}">
                <a16:creationId xmlns:a16="http://schemas.microsoft.com/office/drawing/2014/main" id="{F6611167-2A6B-48E9-9266-F88D3868DFA2}"/>
              </a:ext>
            </a:extLst>
          </p:cNvPr>
          <p:cNvSpPr>
            <a:spLocks noGrp="1"/>
          </p:cNvSpPr>
          <p:nvPr/>
        </p:nvSpPr>
        <p:spPr>
          <a:xfrm>
            <a:off x="392503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3486">
            <a:extLst>
              <a:ext uri="{FF2B5EF4-FFF2-40B4-BE49-F238E27FC236}">
                <a16:creationId xmlns:a16="http://schemas.microsoft.com/office/drawing/2014/main" id="{AE0ADDE7-D96F-4720-A2AF-01878B235BAF}"/>
              </a:ext>
            </a:extLst>
          </p:cNvPr>
          <p:cNvSpPr>
            <a:spLocks noGrp="1"/>
          </p:cNvSpPr>
          <p:nvPr/>
        </p:nvSpPr>
        <p:spPr>
          <a:xfrm>
            <a:off x="3948114" y="39319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3487">
            <a:extLst>
              <a:ext uri="{FF2B5EF4-FFF2-40B4-BE49-F238E27FC236}">
                <a16:creationId xmlns:a16="http://schemas.microsoft.com/office/drawing/2014/main" id="{AF4D1D40-8BB3-4839-9284-AEF92CAC1C06}"/>
              </a:ext>
            </a:extLst>
          </p:cNvPr>
          <p:cNvSpPr>
            <a:spLocks noGrp="1"/>
          </p:cNvSpPr>
          <p:nvPr/>
        </p:nvSpPr>
        <p:spPr>
          <a:xfrm>
            <a:off x="380204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3488">
            <a:extLst>
              <a:ext uri="{FF2B5EF4-FFF2-40B4-BE49-F238E27FC236}">
                <a16:creationId xmlns:a16="http://schemas.microsoft.com/office/drawing/2014/main" id="{F8435FB0-890A-4B11-AE0D-20B60F277198}"/>
              </a:ext>
            </a:extLst>
          </p:cNvPr>
          <p:cNvSpPr>
            <a:spLocks noGrp="1"/>
          </p:cNvSpPr>
          <p:nvPr/>
        </p:nvSpPr>
        <p:spPr>
          <a:xfrm>
            <a:off x="38809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3489">
            <a:extLst>
              <a:ext uri="{FF2B5EF4-FFF2-40B4-BE49-F238E27FC236}">
                <a16:creationId xmlns:a16="http://schemas.microsoft.com/office/drawing/2014/main" id="{92DEFDCA-6E10-42CE-872C-8758480FEF75}"/>
              </a:ext>
            </a:extLst>
          </p:cNvPr>
          <p:cNvSpPr>
            <a:spLocks noGrp="1"/>
          </p:cNvSpPr>
          <p:nvPr/>
        </p:nvSpPr>
        <p:spPr>
          <a:xfrm>
            <a:off x="38143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3490">
            <a:extLst>
              <a:ext uri="{FF2B5EF4-FFF2-40B4-BE49-F238E27FC236}">
                <a16:creationId xmlns:a16="http://schemas.microsoft.com/office/drawing/2014/main" id="{759E0CAE-39E5-4FAC-98F4-E29B61649D83}"/>
              </a:ext>
            </a:extLst>
          </p:cNvPr>
          <p:cNvSpPr>
            <a:spLocks noGrp="1"/>
          </p:cNvSpPr>
          <p:nvPr/>
        </p:nvSpPr>
        <p:spPr>
          <a:xfrm>
            <a:off x="38371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3491">
            <a:extLst>
              <a:ext uri="{FF2B5EF4-FFF2-40B4-BE49-F238E27FC236}">
                <a16:creationId xmlns:a16="http://schemas.microsoft.com/office/drawing/2014/main" id="{468C82E9-C9A3-4C1B-BD3A-568C6517659D}"/>
              </a:ext>
            </a:extLst>
          </p:cNvPr>
          <p:cNvSpPr>
            <a:spLocks noGrp="1"/>
          </p:cNvSpPr>
          <p:nvPr/>
        </p:nvSpPr>
        <p:spPr>
          <a:xfrm>
            <a:off x="3950690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3492">
            <a:extLst>
              <a:ext uri="{FF2B5EF4-FFF2-40B4-BE49-F238E27FC236}">
                <a16:creationId xmlns:a16="http://schemas.microsoft.com/office/drawing/2014/main" id="{79D3191B-FE06-4B88-B9AE-FB0ED36AD337}"/>
              </a:ext>
            </a:extLst>
          </p:cNvPr>
          <p:cNvSpPr>
            <a:spLocks noGrp="1"/>
          </p:cNvSpPr>
          <p:nvPr/>
        </p:nvSpPr>
        <p:spPr>
          <a:xfrm>
            <a:off x="384869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3493">
            <a:extLst>
              <a:ext uri="{FF2B5EF4-FFF2-40B4-BE49-F238E27FC236}">
                <a16:creationId xmlns:a16="http://schemas.microsoft.com/office/drawing/2014/main" id="{79B0B80C-A2A5-4DA4-885D-D4D7A7A2DE0C}"/>
              </a:ext>
            </a:extLst>
          </p:cNvPr>
          <p:cNvSpPr>
            <a:spLocks noGrp="1"/>
          </p:cNvSpPr>
          <p:nvPr/>
        </p:nvSpPr>
        <p:spPr>
          <a:xfrm>
            <a:off x="3947640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3494">
            <a:extLst>
              <a:ext uri="{FF2B5EF4-FFF2-40B4-BE49-F238E27FC236}">
                <a16:creationId xmlns:a16="http://schemas.microsoft.com/office/drawing/2014/main" id="{23E085D9-145D-4A73-B3B6-EB659F088E6A}"/>
              </a:ext>
            </a:extLst>
          </p:cNvPr>
          <p:cNvSpPr>
            <a:spLocks noGrp="1"/>
          </p:cNvSpPr>
          <p:nvPr/>
        </p:nvSpPr>
        <p:spPr>
          <a:xfrm>
            <a:off x="3834596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3495">
            <a:extLst>
              <a:ext uri="{FF2B5EF4-FFF2-40B4-BE49-F238E27FC236}">
                <a16:creationId xmlns:a16="http://schemas.microsoft.com/office/drawing/2014/main" id="{802005BB-A8EB-42B4-A12A-218C0AA9B5C5}"/>
              </a:ext>
            </a:extLst>
          </p:cNvPr>
          <p:cNvSpPr>
            <a:spLocks noGrp="1"/>
          </p:cNvSpPr>
          <p:nvPr/>
        </p:nvSpPr>
        <p:spPr>
          <a:xfrm>
            <a:off x="39093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3496">
            <a:extLst>
              <a:ext uri="{FF2B5EF4-FFF2-40B4-BE49-F238E27FC236}">
                <a16:creationId xmlns:a16="http://schemas.microsoft.com/office/drawing/2014/main" id="{69A6B862-4D37-48AA-87A0-9F3032D810F2}"/>
              </a:ext>
            </a:extLst>
          </p:cNvPr>
          <p:cNvSpPr>
            <a:spLocks noGrp="1"/>
          </p:cNvSpPr>
          <p:nvPr/>
        </p:nvSpPr>
        <p:spPr>
          <a:xfrm>
            <a:off x="3878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3497">
            <a:extLst>
              <a:ext uri="{FF2B5EF4-FFF2-40B4-BE49-F238E27FC236}">
                <a16:creationId xmlns:a16="http://schemas.microsoft.com/office/drawing/2014/main" id="{814F1B99-D82E-412A-80B2-E8751AED6D2A}"/>
              </a:ext>
            </a:extLst>
          </p:cNvPr>
          <p:cNvSpPr>
            <a:spLocks noGrp="1"/>
          </p:cNvSpPr>
          <p:nvPr/>
        </p:nvSpPr>
        <p:spPr>
          <a:xfrm>
            <a:off x="387005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3498">
            <a:extLst>
              <a:ext uri="{FF2B5EF4-FFF2-40B4-BE49-F238E27FC236}">
                <a16:creationId xmlns:a16="http://schemas.microsoft.com/office/drawing/2014/main" id="{FBB7F855-E009-4910-8193-AC539F790634}"/>
              </a:ext>
            </a:extLst>
          </p:cNvPr>
          <p:cNvSpPr>
            <a:spLocks noGrp="1"/>
          </p:cNvSpPr>
          <p:nvPr/>
        </p:nvSpPr>
        <p:spPr>
          <a:xfrm>
            <a:off x="37478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3499">
            <a:extLst>
              <a:ext uri="{FF2B5EF4-FFF2-40B4-BE49-F238E27FC236}">
                <a16:creationId xmlns:a16="http://schemas.microsoft.com/office/drawing/2014/main" id="{8E3BAC77-175E-40AD-8F9D-C1A56C74E03B}"/>
              </a:ext>
            </a:extLst>
          </p:cNvPr>
          <p:cNvSpPr>
            <a:spLocks noGrp="1"/>
          </p:cNvSpPr>
          <p:nvPr/>
        </p:nvSpPr>
        <p:spPr>
          <a:xfrm>
            <a:off x="378749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3500">
            <a:extLst>
              <a:ext uri="{FF2B5EF4-FFF2-40B4-BE49-F238E27FC236}">
                <a16:creationId xmlns:a16="http://schemas.microsoft.com/office/drawing/2014/main" id="{80E15068-E696-42E6-937B-9F0FA124F95F}"/>
              </a:ext>
            </a:extLst>
          </p:cNvPr>
          <p:cNvSpPr>
            <a:spLocks noGrp="1"/>
          </p:cNvSpPr>
          <p:nvPr/>
        </p:nvSpPr>
        <p:spPr>
          <a:xfrm>
            <a:off x="39588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3501">
            <a:extLst>
              <a:ext uri="{FF2B5EF4-FFF2-40B4-BE49-F238E27FC236}">
                <a16:creationId xmlns:a16="http://schemas.microsoft.com/office/drawing/2014/main" id="{23A61DD1-DF3B-47F9-A2A3-574C62E06BDB}"/>
              </a:ext>
            </a:extLst>
          </p:cNvPr>
          <p:cNvSpPr>
            <a:spLocks noGrp="1"/>
          </p:cNvSpPr>
          <p:nvPr/>
        </p:nvSpPr>
        <p:spPr>
          <a:xfrm>
            <a:off x="390474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3502">
            <a:extLst>
              <a:ext uri="{FF2B5EF4-FFF2-40B4-BE49-F238E27FC236}">
                <a16:creationId xmlns:a16="http://schemas.microsoft.com/office/drawing/2014/main" id="{7A47A649-A998-4C77-A80D-7E6F85F103FE}"/>
              </a:ext>
            </a:extLst>
          </p:cNvPr>
          <p:cNvSpPr>
            <a:spLocks noGrp="1"/>
          </p:cNvSpPr>
          <p:nvPr/>
        </p:nvSpPr>
        <p:spPr>
          <a:xfrm>
            <a:off x="3899484" y="34739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3503">
            <a:extLst>
              <a:ext uri="{FF2B5EF4-FFF2-40B4-BE49-F238E27FC236}">
                <a16:creationId xmlns:a16="http://schemas.microsoft.com/office/drawing/2014/main" id="{185C6A87-293C-499D-A4B7-6C15379AA172}"/>
              </a:ext>
            </a:extLst>
          </p:cNvPr>
          <p:cNvSpPr>
            <a:spLocks noGrp="1"/>
          </p:cNvSpPr>
          <p:nvPr/>
        </p:nvSpPr>
        <p:spPr>
          <a:xfrm>
            <a:off x="379551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3504">
            <a:extLst>
              <a:ext uri="{FF2B5EF4-FFF2-40B4-BE49-F238E27FC236}">
                <a16:creationId xmlns:a16="http://schemas.microsoft.com/office/drawing/2014/main" id="{DC1BD3A8-A520-4D99-86EF-63AE8970C029}"/>
              </a:ext>
            </a:extLst>
          </p:cNvPr>
          <p:cNvSpPr>
            <a:spLocks noGrp="1"/>
          </p:cNvSpPr>
          <p:nvPr/>
        </p:nvSpPr>
        <p:spPr>
          <a:xfrm>
            <a:off x="388608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3505">
            <a:extLst>
              <a:ext uri="{FF2B5EF4-FFF2-40B4-BE49-F238E27FC236}">
                <a16:creationId xmlns:a16="http://schemas.microsoft.com/office/drawing/2014/main" id="{08EC2C27-FB88-4104-985D-1A0B75337D56}"/>
              </a:ext>
            </a:extLst>
          </p:cNvPr>
          <p:cNvSpPr>
            <a:spLocks noGrp="1"/>
          </p:cNvSpPr>
          <p:nvPr/>
        </p:nvSpPr>
        <p:spPr>
          <a:xfrm>
            <a:off x="38244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3506">
            <a:extLst>
              <a:ext uri="{FF2B5EF4-FFF2-40B4-BE49-F238E27FC236}">
                <a16:creationId xmlns:a16="http://schemas.microsoft.com/office/drawing/2014/main" id="{8E0240B4-5629-4C00-9ED3-5DDE9BAD3A1E}"/>
              </a:ext>
            </a:extLst>
          </p:cNvPr>
          <p:cNvSpPr>
            <a:spLocks noGrp="1"/>
          </p:cNvSpPr>
          <p:nvPr/>
        </p:nvSpPr>
        <p:spPr>
          <a:xfrm>
            <a:off x="374681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3507">
            <a:extLst>
              <a:ext uri="{FF2B5EF4-FFF2-40B4-BE49-F238E27FC236}">
                <a16:creationId xmlns:a16="http://schemas.microsoft.com/office/drawing/2014/main" id="{1889C1FC-32DB-442E-8584-71E761C8AFF8}"/>
              </a:ext>
            </a:extLst>
          </p:cNvPr>
          <p:cNvSpPr>
            <a:spLocks noGrp="1"/>
          </p:cNvSpPr>
          <p:nvPr/>
        </p:nvSpPr>
        <p:spPr>
          <a:xfrm>
            <a:off x="3770045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3508">
            <a:extLst>
              <a:ext uri="{FF2B5EF4-FFF2-40B4-BE49-F238E27FC236}">
                <a16:creationId xmlns:a16="http://schemas.microsoft.com/office/drawing/2014/main" id="{98158EFD-A734-419D-B7F9-E0045B53651C}"/>
              </a:ext>
            </a:extLst>
          </p:cNvPr>
          <p:cNvSpPr>
            <a:spLocks noGrp="1"/>
          </p:cNvSpPr>
          <p:nvPr/>
        </p:nvSpPr>
        <p:spPr>
          <a:xfrm>
            <a:off x="390815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3509">
            <a:extLst>
              <a:ext uri="{FF2B5EF4-FFF2-40B4-BE49-F238E27FC236}">
                <a16:creationId xmlns:a16="http://schemas.microsoft.com/office/drawing/2014/main" id="{EA4CC46D-E5A4-400F-9BAF-CF95BC2F2110}"/>
              </a:ext>
            </a:extLst>
          </p:cNvPr>
          <p:cNvSpPr>
            <a:spLocks noGrp="1"/>
          </p:cNvSpPr>
          <p:nvPr/>
        </p:nvSpPr>
        <p:spPr>
          <a:xfrm>
            <a:off x="3939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3510">
            <a:extLst>
              <a:ext uri="{FF2B5EF4-FFF2-40B4-BE49-F238E27FC236}">
                <a16:creationId xmlns:a16="http://schemas.microsoft.com/office/drawing/2014/main" id="{07D17CC7-AB54-4D8F-8E3E-9BD0B88BB9E7}"/>
              </a:ext>
            </a:extLst>
          </p:cNvPr>
          <p:cNvSpPr>
            <a:spLocks noGrp="1"/>
          </p:cNvSpPr>
          <p:nvPr/>
        </p:nvSpPr>
        <p:spPr>
          <a:xfrm>
            <a:off x="384996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3511">
            <a:extLst>
              <a:ext uri="{FF2B5EF4-FFF2-40B4-BE49-F238E27FC236}">
                <a16:creationId xmlns:a16="http://schemas.microsoft.com/office/drawing/2014/main" id="{E4E3C745-C3F0-48AF-A97C-8C66665B9A64}"/>
              </a:ext>
            </a:extLst>
          </p:cNvPr>
          <p:cNvSpPr>
            <a:spLocks noGrp="1"/>
          </p:cNvSpPr>
          <p:nvPr/>
        </p:nvSpPr>
        <p:spPr>
          <a:xfrm>
            <a:off x="38723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3512">
            <a:extLst>
              <a:ext uri="{FF2B5EF4-FFF2-40B4-BE49-F238E27FC236}">
                <a16:creationId xmlns:a16="http://schemas.microsoft.com/office/drawing/2014/main" id="{BB4BE136-D06A-43A9-B0FE-61E32174BE20}"/>
              </a:ext>
            </a:extLst>
          </p:cNvPr>
          <p:cNvSpPr>
            <a:spLocks noGrp="1"/>
          </p:cNvSpPr>
          <p:nvPr/>
        </p:nvSpPr>
        <p:spPr>
          <a:xfrm>
            <a:off x="3813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3513">
            <a:extLst>
              <a:ext uri="{FF2B5EF4-FFF2-40B4-BE49-F238E27FC236}">
                <a16:creationId xmlns:a16="http://schemas.microsoft.com/office/drawing/2014/main" id="{7D5ED0B9-435D-4DF8-95E9-08163E084EF9}"/>
              </a:ext>
            </a:extLst>
          </p:cNvPr>
          <p:cNvSpPr>
            <a:spLocks noGrp="1"/>
          </p:cNvSpPr>
          <p:nvPr/>
        </p:nvSpPr>
        <p:spPr>
          <a:xfrm>
            <a:off x="3764160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3514">
            <a:extLst>
              <a:ext uri="{FF2B5EF4-FFF2-40B4-BE49-F238E27FC236}">
                <a16:creationId xmlns:a16="http://schemas.microsoft.com/office/drawing/2014/main" id="{A47C424C-14F3-4DCF-8A12-6F4D4638B5E3}"/>
              </a:ext>
            </a:extLst>
          </p:cNvPr>
          <p:cNvSpPr>
            <a:spLocks noGrp="1"/>
          </p:cNvSpPr>
          <p:nvPr/>
        </p:nvSpPr>
        <p:spPr>
          <a:xfrm>
            <a:off x="378708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3515">
            <a:extLst>
              <a:ext uri="{FF2B5EF4-FFF2-40B4-BE49-F238E27FC236}">
                <a16:creationId xmlns:a16="http://schemas.microsoft.com/office/drawing/2014/main" id="{50118F6C-7E9E-49EF-8DF7-FF5DFA19105B}"/>
              </a:ext>
            </a:extLst>
          </p:cNvPr>
          <p:cNvSpPr>
            <a:spLocks noGrp="1"/>
          </p:cNvSpPr>
          <p:nvPr/>
        </p:nvSpPr>
        <p:spPr>
          <a:xfrm>
            <a:off x="37583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3516">
            <a:extLst>
              <a:ext uri="{FF2B5EF4-FFF2-40B4-BE49-F238E27FC236}">
                <a16:creationId xmlns:a16="http://schemas.microsoft.com/office/drawing/2014/main" id="{3432BC6E-91DA-4A50-8253-B0148D9819BE}"/>
              </a:ext>
            </a:extLst>
          </p:cNvPr>
          <p:cNvSpPr>
            <a:spLocks noGrp="1"/>
          </p:cNvSpPr>
          <p:nvPr/>
        </p:nvSpPr>
        <p:spPr>
          <a:xfrm>
            <a:off x="3802383" y="29964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3517">
            <a:extLst>
              <a:ext uri="{FF2B5EF4-FFF2-40B4-BE49-F238E27FC236}">
                <a16:creationId xmlns:a16="http://schemas.microsoft.com/office/drawing/2014/main" id="{53236154-254A-440A-AC40-4F851D5C0068}"/>
              </a:ext>
            </a:extLst>
          </p:cNvPr>
          <p:cNvSpPr>
            <a:spLocks noGrp="1"/>
          </p:cNvSpPr>
          <p:nvPr/>
        </p:nvSpPr>
        <p:spPr>
          <a:xfrm>
            <a:off x="37815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3518">
            <a:extLst>
              <a:ext uri="{FF2B5EF4-FFF2-40B4-BE49-F238E27FC236}">
                <a16:creationId xmlns:a16="http://schemas.microsoft.com/office/drawing/2014/main" id="{2E4E4C53-C946-4A53-B9AD-54C480CFFA0D}"/>
              </a:ext>
            </a:extLst>
          </p:cNvPr>
          <p:cNvSpPr>
            <a:spLocks noGrp="1"/>
          </p:cNvSpPr>
          <p:nvPr/>
        </p:nvSpPr>
        <p:spPr>
          <a:xfrm>
            <a:off x="382206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3519">
            <a:extLst>
              <a:ext uri="{FF2B5EF4-FFF2-40B4-BE49-F238E27FC236}">
                <a16:creationId xmlns:a16="http://schemas.microsoft.com/office/drawing/2014/main" id="{D30A50A9-180B-4707-9B03-4FEBD4DC3EEE}"/>
              </a:ext>
            </a:extLst>
          </p:cNvPr>
          <p:cNvSpPr>
            <a:spLocks noGrp="1"/>
          </p:cNvSpPr>
          <p:nvPr/>
        </p:nvSpPr>
        <p:spPr>
          <a:xfrm>
            <a:off x="39050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3520">
            <a:extLst>
              <a:ext uri="{FF2B5EF4-FFF2-40B4-BE49-F238E27FC236}">
                <a16:creationId xmlns:a16="http://schemas.microsoft.com/office/drawing/2014/main" id="{69FE77BA-1A44-4299-B525-9BC106F681D3}"/>
              </a:ext>
            </a:extLst>
          </p:cNvPr>
          <p:cNvSpPr>
            <a:spLocks noGrp="1"/>
          </p:cNvSpPr>
          <p:nvPr/>
        </p:nvSpPr>
        <p:spPr>
          <a:xfrm>
            <a:off x="38221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3521">
            <a:extLst>
              <a:ext uri="{FF2B5EF4-FFF2-40B4-BE49-F238E27FC236}">
                <a16:creationId xmlns:a16="http://schemas.microsoft.com/office/drawing/2014/main" id="{032F8C3E-A730-4C21-8491-DF15BE001673}"/>
              </a:ext>
            </a:extLst>
          </p:cNvPr>
          <p:cNvSpPr>
            <a:spLocks noGrp="1"/>
          </p:cNvSpPr>
          <p:nvPr/>
        </p:nvSpPr>
        <p:spPr>
          <a:xfrm>
            <a:off x="3922056" y="2434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3522">
            <a:extLst>
              <a:ext uri="{FF2B5EF4-FFF2-40B4-BE49-F238E27FC236}">
                <a16:creationId xmlns:a16="http://schemas.microsoft.com/office/drawing/2014/main" id="{BE007B8C-7229-4D51-9F12-06C2B2C9F20D}"/>
              </a:ext>
            </a:extLst>
          </p:cNvPr>
          <p:cNvSpPr>
            <a:spLocks noGrp="1"/>
          </p:cNvSpPr>
          <p:nvPr/>
        </p:nvSpPr>
        <p:spPr>
          <a:xfrm>
            <a:off x="38396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3523">
            <a:extLst>
              <a:ext uri="{FF2B5EF4-FFF2-40B4-BE49-F238E27FC236}">
                <a16:creationId xmlns:a16="http://schemas.microsoft.com/office/drawing/2014/main" id="{4A63A5F0-1A5C-4BC3-BC25-AF934A1CBFF1}"/>
              </a:ext>
            </a:extLst>
          </p:cNvPr>
          <p:cNvSpPr>
            <a:spLocks noGrp="1"/>
          </p:cNvSpPr>
          <p:nvPr/>
        </p:nvSpPr>
        <p:spPr>
          <a:xfrm>
            <a:off x="3858620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3524">
            <a:extLst>
              <a:ext uri="{FF2B5EF4-FFF2-40B4-BE49-F238E27FC236}">
                <a16:creationId xmlns:a16="http://schemas.microsoft.com/office/drawing/2014/main" id="{86760A9E-974B-4F41-9493-86B4D80BC8B6}"/>
              </a:ext>
            </a:extLst>
          </p:cNvPr>
          <p:cNvSpPr>
            <a:spLocks noGrp="1"/>
          </p:cNvSpPr>
          <p:nvPr/>
        </p:nvSpPr>
        <p:spPr>
          <a:xfrm>
            <a:off x="3857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3525">
            <a:extLst>
              <a:ext uri="{FF2B5EF4-FFF2-40B4-BE49-F238E27FC236}">
                <a16:creationId xmlns:a16="http://schemas.microsoft.com/office/drawing/2014/main" id="{60CA3518-1174-4DE8-8A61-C9289C4FD49C}"/>
              </a:ext>
            </a:extLst>
          </p:cNvPr>
          <p:cNvSpPr>
            <a:spLocks noGrp="1"/>
          </p:cNvSpPr>
          <p:nvPr/>
        </p:nvSpPr>
        <p:spPr>
          <a:xfrm>
            <a:off x="3921904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3526">
            <a:extLst>
              <a:ext uri="{FF2B5EF4-FFF2-40B4-BE49-F238E27FC236}">
                <a16:creationId xmlns:a16="http://schemas.microsoft.com/office/drawing/2014/main" id="{A0185336-62A4-42A5-A18B-AF1DDC87380D}"/>
              </a:ext>
            </a:extLst>
          </p:cNvPr>
          <p:cNvSpPr>
            <a:spLocks noGrp="1"/>
          </p:cNvSpPr>
          <p:nvPr/>
        </p:nvSpPr>
        <p:spPr>
          <a:xfrm>
            <a:off x="39272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3527">
            <a:extLst>
              <a:ext uri="{FF2B5EF4-FFF2-40B4-BE49-F238E27FC236}">
                <a16:creationId xmlns:a16="http://schemas.microsoft.com/office/drawing/2014/main" id="{19E1D369-CF9A-465B-9E02-CECD7405B2CA}"/>
              </a:ext>
            </a:extLst>
          </p:cNvPr>
          <p:cNvSpPr>
            <a:spLocks noGrp="1"/>
          </p:cNvSpPr>
          <p:nvPr/>
        </p:nvSpPr>
        <p:spPr>
          <a:xfrm>
            <a:off x="3911879" y="2904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3528">
            <a:extLst>
              <a:ext uri="{FF2B5EF4-FFF2-40B4-BE49-F238E27FC236}">
                <a16:creationId xmlns:a16="http://schemas.microsoft.com/office/drawing/2014/main" id="{23B4FEA5-74DE-47F0-911C-DC99397419CB}"/>
              </a:ext>
            </a:extLst>
          </p:cNvPr>
          <p:cNvSpPr>
            <a:spLocks noGrp="1"/>
          </p:cNvSpPr>
          <p:nvPr/>
        </p:nvSpPr>
        <p:spPr>
          <a:xfrm>
            <a:off x="378978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3529">
            <a:extLst>
              <a:ext uri="{FF2B5EF4-FFF2-40B4-BE49-F238E27FC236}">
                <a16:creationId xmlns:a16="http://schemas.microsoft.com/office/drawing/2014/main" id="{90DBE05B-D8A7-4E07-9F0D-178D8EE2BE39}"/>
              </a:ext>
            </a:extLst>
          </p:cNvPr>
          <p:cNvSpPr>
            <a:spLocks noGrp="1"/>
          </p:cNvSpPr>
          <p:nvPr/>
        </p:nvSpPr>
        <p:spPr>
          <a:xfrm>
            <a:off x="376069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3530">
            <a:extLst>
              <a:ext uri="{FF2B5EF4-FFF2-40B4-BE49-F238E27FC236}">
                <a16:creationId xmlns:a16="http://schemas.microsoft.com/office/drawing/2014/main" id="{0257F1F8-C2BF-4A25-8937-167A608F1ACD}"/>
              </a:ext>
            </a:extLst>
          </p:cNvPr>
          <p:cNvSpPr>
            <a:spLocks noGrp="1"/>
          </p:cNvSpPr>
          <p:nvPr/>
        </p:nvSpPr>
        <p:spPr>
          <a:xfrm>
            <a:off x="3775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3531">
            <a:extLst>
              <a:ext uri="{FF2B5EF4-FFF2-40B4-BE49-F238E27FC236}">
                <a16:creationId xmlns:a16="http://schemas.microsoft.com/office/drawing/2014/main" id="{08958DDD-EFA4-4228-BB81-C7045D4AFF09}"/>
              </a:ext>
            </a:extLst>
          </p:cNvPr>
          <p:cNvSpPr>
            <a:spLocks noGrp="1"/>
          </p:cNvSpPr>
          <p:nvPr/>
        </p:nvSpPr>
        <p:spPr>
          <a:xfrm>
            <a:off x="3925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3532">
            <a:extLst>
              <a:ext uri="{FF2B5EF4-FFF2-40B4-BE49-F238E27FC236}">
                <a16:creationId xmlns:a16="http://schemas.microsoft.com/office/drawing/2014/main" id="{2AFF8A63-FCBA-4974-807F-3D4EA56F0E3A}"/>
              </a:ext>
            </a:extLst>
          </p:cNvPr>
          <p:cNvSpPr>
            <a:spLocks noGrp="1"/>
          </p:cNvSpPr>
          <p:nvPr/>
        </p:nvSpPr>
        <p:spPr>
          <a:xfrm>
            <a:off x="38420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3533">
            <a:extLst>
              <a:ext uri="{FF2B5EF4-FFF2-40B4-BE49-F238E27FC236}">
                <a16:creationId xmlns:a16="http://schemas.microsoft.com/office/drawing/2014/main" id="{CC6C8725-9266-4DD5-8986-F8955C8AD661}"/>
              </a:ext>
            </a:extLst>
          </p:cNvPr>
          <p:cNvSpPr>
            <a:spLocks noGrp="1"/>
          </p:cNvSpPr>
          <p:nvPr/>
        </p:nvSpPr>
        <p:spPr>
          <a:xfrm>
            <a:off x="37478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3534">
            <a:extLst>
              <a:ext uri="{FF2B5EF4-FFF2-40B4-BE49-F238E27FC236}">
                <a16:creationId xmlns:a16="http://schemas.microsoft.com/office/drawing/2014/main" id="{4458085F-9387-4971-89FE-FF663AA56FAF}"/>
              </a:ext>
            </a:extLst>
          </p:cNvPr>
          <p:cNvSpPr>
            <a:spLocks noGrp="1"/>
          </p:cNvSpPr>
          <p:nvPr/>
        </p:nvSpPr>
        <p:spPr>
          <a:xfrm>
            <a:off x="382246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3535">
            <a:extLst>
              <a:ext uri="{FF2B5EF4-FFF2-40B4-BE49-F238E27FC236}">
                <a16:creationId xmlns:a16="http://schemas.microsoft.com/office/drawing/2014/main" id="{7153B9F0-60B4-4E9E-93A1-21E843A00C89}"/>
              </a:ext>
            </a:extLst>
          </p:cNvPr>
          <p:cNvSpPr>
            <a:spLocks noGrp="1"/>
          </p:cNvSpPr>
          <p:nvPr/>
        </p:nvSpPr>
        <p:spPr>
          <a:xfrm>
            <a:off x="3740563" y="30525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3536">
            <a:extLst>
              <a:ext uri="{FF2B5EF4-FFF2-40B4-BE49-F238E27FC236}">
                <a16:creationId xmlns:a16="http://schemas.microsoft.com/office/drawing/2014/main" id="{E934A355-AF9A-4DC5-BB33-41E70864BBD9}"/>
              </a:ext>
            </a:extLst>
          </p:cNvPr>
          <p:cNvSpPr>
            <a:spLocks noGrp="1"/>
          </p:cNvSpPr>
          <p:nvPr/>
        </p:nvSpPr>
        <p:spPr>
          <a:xfrm>
            <a:off x="38403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3537">
            <a:extLst>
              <a:ext uri="{FF2B5EF4-FFF2-40B4-BE49-F238E27FC236}">
                <a16:creationId xmlns:a16="http://schemas.microsoft.com/office/drawing/2014/main" id="{DF5C4194-8DBB-4C88-8A15-9FE538EAD6C8}"/>
              </a:ext>
            </a:extLst>
          </p:cNvPr>
          <p:cNvSpPr>
            <a:spLocks noGrp="1"/>
          </p:cNvSpPr>
          <p:nvPr/>
        </p:nvSpPr>
        <p:spPr>
          <a:xfrm>
            <a:off x="3842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3538">
            <a:extLst>
              <a:ext uri="{FF2B5EF4-FFF2-40B4-BE49-F238E27FC236}">
                <a16:creationId xmlns:a16="http://schemas.microsoft.com/office/drawing/2014/main" id="{600D5DA6-7357-4124-8ABB-0C97F3D846B3}"/>
              </a:ext>
            </a:extLst>
          </p:cNvPr>
          <p:cNvSpPr>
            <a:spLocks noGrp="1"/>
          </p:cNvSpPr>
          <p:nvPr/>
        </p:nvSpPr>
        <p:spPr>
          <a:xfrm>
            <a:off x="37746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3539">
            <a:extLst>
              <a:ext uri="{FF2B5EF4-FFF2-40B4-BE49-F238E27FC236}">
                <a16:creationId xmlns:a16="http://schemas.microsoft.com/office/drawing/2014/main" id="{1E135D96-0987-44BF-AE9F-4977EB0DF602}"/>
              </a:ext>
            </a:extLst>
          </p:cNvPr>
          <p:cNvSpPr>
            <a:spLocks noGrp="1"/>
          </p:cNvSpPr>
          <p:nvPr/>
        </p:nvSpPr>
        <p:spPr>
          <a:xfrm>
            <a:off x="38850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3540">
            <a:extLst>
              <a:ext uri="{FF2B5EF4-FFF2-40B4-BE49-F238E27FC236}">
                <a16:creationId xmlns:a16="http://schemas.microsoft.com/office/drawing/2014/main" id="{9E70903E-8A3E-4DF1-BA06-63D788A85DAD}"/>
              </a:ext>
            </a:extLst>
          </p:cNvPr>
          <p:cNvSpPr>
            <a:spLocks noGrp="1"/>
          </p:cNvSpPr>
          <p:nvPr/>
        </p:nvSpPr>
        <p:spPr>
          <a:xfrm>
            <a:off x="3951183" y="29423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3541">
            <a:extLst>
              <a:ext uri="{FF2B5EF4-FFF2-40B4-BE49-F238E27FC236}">
                <a16:creationId xmlns:a16="http://schemas.microsoft.com/office/drawing/2014/main" id="{9F4EC0C5-C5E1-4756-A95C-ED41A5AD8834}"/>
              </a:ext>
            </a:extLst>
          </p:cNvPr>
          <p:cNvSpPr>
            <a:spLocks noGrp="1"/>
          </p:cNvSpPr>
          <p:nvPr/>
        </p:nvSpPr>
        <p:spPr>
          <a:xfrm>
            <a:off x="3932763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3542">
            <a:extLst>
              <a:ext uri="{FF2B5EF4-FFF2-40B4-BE49-F238E27FC236}">
                <a16:creationId xmlns:a16="http://schemas.microsoft.com/office/drawing/2014/main" id="{982F5425-293D-49DE-9943-0380C4483387}"/>
              </a:ext>
            </a:extLst>
          </p:cNvPr>
          <p:cNvSpPr>
            <a:spLocks noGrp="1"/>
          </p:cNvSpPr>
          <p:nvPr/>
        </p:nvSpPr>
        <p:spPr>
          <a:xfrm>
            <a:off x="38441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3543">
            <a:extLst>
              <a:ext uri="{FF2B5EF4-FFF2-40B4-BE49-F238E27FC236}">
                <a16:creationId xmlns:a16="http://schemas.microsoft.com/office/drawing/2014/main" id="{CCA1DCEE-A209-440B-86C5-3D84511A6F42}"/>
              </a:ext>
            </a:extLst>
          </p:cNvPr>
          <p:cNvSpPr>
            <a:spLocks noGrp="1"/>
          </p:cNvSpPr>
          <p:nvPr/>
        </p:nvSpPr>
        <p:spPr>
          <a:xfrm>
            <a:off x="385413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3544">
            <a:extLst>
              <a:ext uri="{FF2B5EF4-FFF2-40B4-BE49-F238E27FC236}">
                <a16:creationId xmlns:a16="http://schemas.microsoft.com/office/drawing/2014/main" id="{442D3DEA-FBC6-4884-A9D8-8FDEA2EFD5BA}"/>
              </a:ext>
            </a:extLst>
          </p:cNvPr>
          <p:cNvSpPr>
            <a:spLocks noGrp="1"/>
          </p:cNvSpPr>
          <p:nvPr/>
        </p:nvSpPr>
        <p:spPr>
          <a:xfrm>
            <a:off x="393980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3545">
            <a:extLst>
              <a:ext uri="{FF2B5EF4-FFF2-40B4-BE49-F238E27FC236}">
                <a16:creationId xmlns:a16="http://schemas.microsoft.com/office/drawing/2014/main" id="{06DC4217-8877-417E-9AF5-2E5821668C96}"/>
              </a:ext>
            </a:extLst>
          </p:cNvPr>
          <p:cNvSpPr>
            <a:spLocks noGrp="1"/>
          </p:cNvSpPr>
          <p:nvPr/>
        </p:nvSpPr>
        <p:spPr>
          <a:xfrm>
            <a:off x="38935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3546">
            <a:extLst>
              <a:ext uri="{FF2B5EF4-FFF2-40B4-BE49-F238E27FC236}">
                <a16:creationId xmlns:a16="http://schemas.microsoft.com/office/drawing/2014/main" id="{50249EDB-D21E-4244-8C20-C52DA4938EAB}"/>
              </a:ext>
            </a:extLst>
          </p:cNvPr>
          <p:cNvSpPr>
            <a:spLocks noGrp="1"/>
          </p:cNvSpPr>
          <p:nvPr/>
        </p:nvSpPr>
        <p:spPr>
          <a:xfrm>
            <a:off x="384797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3547">
            <a:extLst>
              <a:ext uri="{FF2B5EF4-FFF2-40B4-BE49-F238E27FC236}">
                <a16:creationId xmlns:a16="http://schemas.microsoft.com/office/drawing/2014/main" id="{370869E1-1B7E-403D-B03A-2AC53A00BB36}"/>
              </a:ext>
            </a:extLst>
          </p:cNvPr>
          <p:cNvSpPr>
            <a:spLocks noGrp="1"/>
          </p:cNvSpPr>
          <p:nvPr/>
        </p:nvSpPr>
        <p:spPr>
          <a:xfrm>
            <a:off x="3960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3548">
            <a:extLst>
              <a:ext uri="{FF2B5EF4-FFF2-40B4-BE49-F238E27FC236}">
                <a16:creationId xmlns:a16="http://schemas.microsoft.com/office/drawing/2014/main" id="{A076A33E-83EA-499A-A2DD-249E95E774E6}"/>
              </a:ext>
            </a:extLst>
          </p:cNvPr>
          <p:cNvSpPr>
            <a:spLocks noGrp="1"/>
          </p:cNvSpPr>
          <p:nvPr/>
        </p:nvSpPr>
        <p:spPr>
          <a:xfrm>
            <a:off x="3740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3549">
            <a:extLst>
              <a:ext uri="{FF2B5EF4-FFF2-40B4-BE49-F238E27FC236}">
                <a16:creationId xmlns:a16="http://schemas.microsoft.com/office/drawing/2014/main" id="{EED72B31-1044-44A7-BAC8-C63153793A83}"/>
              </a:ext>
            </a:extLst>
          </p:cNvPr>
          <p:cNvSpPr>
            <a:spLocks noGrp="1"/>
          </p:cNvSpPr>
          <p:nvPr/>
        </p:nvSpPr>
        <p:spPr>
          <a:xfrm>
            <a:off x="3871158" y="29426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3550">
            <a:extLst>
              <a:ext uri="{FF2B5EF4-FFF2-40B4-BE49-F238E27FC236}">
                <a16:creationId xmlns:a16="http://schemas.microsoft.com/office/drawing/2014/main" id="{1AECF55A-FFD8-4865-A49B-6BADEEB3268E}"/>
              </a:ext>
            </a:extLst>
          </p:cNvPr>
          <p:cNvSpPr>
            <a:spLocks noGrp="1"/>
          </p:cNvSpPr>
          <p:nvPr/>
        </p:nvSpPr>
        <p:spPr>
          <a:xfrm>
            <a:off x="37533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3551">
            <a:extLst>
              <a:ext uri="{FF2B5EF4-FFF2-40B4-BE49-F238E27FC236}">
                <a16:creationId xmlns:a16="http://schemas.microsoft.com/office/drawing/2014/main" id="{7C2E8486-3107-46F0-BCE4-D5E5D1777B70}"/>
              </a:ext>
            </a:extLst>
          </p:cNvPr>
          <p:cNvSpPr>
            <a:spLocks noGrp="1"/>
          </p:cNvSpPr>
          <p:nvPr/>
        </p:nvSpPr>
        <p:spPr>
          <a:xfrm>
            <a:off x="3936314" y="36635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3552">
            <a:extLst>
              <a:ext uri="{FF2B5EF4-FFF2-40B4-BE49-F238E27FC236}">
                <a16:creationId xmlns:a16="http://schemas.microsoft.com/office/drawing/2014/main" id="{4A47FD78-3426-4B7D-B896-9803A39C1554}"/>
              </a:ext>
            </a:extLst>
          </p:cNvPr>
          <p:cNvSpPr>
            <a:spLocks noGrp="1"/>
          </p:cNvSpPr>
          <p:nvPr/>
        </p:nvSpPr>
        <p:spPr>
          <a:xfrm>
            <a:off x="38765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3553">
            <a:extLst>
              <a:ext uri="{FF2B5EF4-FFF2-40B4-BE49-F238E27FC236}">
                <a16:creationId xmlns:a16="http://schemas.microsoft.com/office/drawing/2014/main" id="{3A6AB412-9CBA-4130-AFD6-91BD9CB7CBEA}"/>
              </a:ext>
            </a:extLst>
          </p:cNvPr>
          <p:cNvSpPr>
            <a:spLocks noGrp="1"/>
          </p:cNvSpPr>
          <p:nvPr/>
        </p:nvSpPr>
        <p:spPr>
          <a:xfrm>
            <a:off x="38738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3554">
            <a:extLst>
              <a:ext uri="{FF2B5EF4-FFF2-40B4-BE49-F238E27FC236}">
                <a16:creationId xmlns:a16="http://schemas.microsoft.com/office/drawing/2014/main" id="{B409AB9D-C203-4406-8342-451571C78618}"/>
              </a:ext>
            </a:extLst>
          </p:cNvPr>
          <p:cNvSpPr>
            <a:spLocks noGrp="1"/>
          </p:cNvSpPr>
          <p:nvPr/>
        </p:nvSpPr>
        <p:spPr>
          <a:xfrm>
            <a:off x="379503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3555">
            <a:extLst>
              <a:ext uri="{FF2B5EF4-FFF2-40B4-BE49-F238E27FC236}">
                <a16:creationId xmlns:a16="http://schemas.microsoft.com/office/drawing/2014/main" id="{67AB9B19-8C69-4786-83DA-DA34253E2A84}"/>
              </a:ext>
            </a:extLst>
          </p:cNvPr>
          <p:cNvSpPr>
            <a:spLocks noGrp="1"/>
          </p:cNvSpPr>
          <p:nvPr/>
        </p:nvSpPr>
        <p:spPr>
          <a:xfrm>
            <a:off x="39529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3556">
            <a:extLst>
              <a:ext uri="{FF2B5EF4-FFF2-40B4-BE49-F238E27FC236}">
                <a16:creationId xmlns:a16="http://schemas.microsoft.com/office/drawing/2014/main" id="{F204F7B4-DB82-4D59-ACFA-64418F799E7B}"/>
              </a:ext>
            </a:extLst>
          </p:cNvPr>
          <p:cNvSpPr>
            <a:spLocks noGrp="1"/>
          </p:cNvSpPr>
          <p:nvPr/>
        </p:nvSpPr>
        <p:spPr>
          <a:xfrm>
            <a:off x="37754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3557">
            <a:extLst>
              <a:ext uri="{FF2B5EF4-FFF2-40B4-BE49-F238E27FC236}">
                <a16:creationId xmlns:a16="http://schemas.microsoft.com/office/drawing/2014/main" id="{CB3D0E90-1C2B-4629-BE03-3F53E91E906F}"/>
              </a:ext>
            </a:extLst>
          </p:cNvPr>
          <p:cNvSpPr>
            <a:spLocks noGrp="1"/>
          </p:cNvSpPr>
          <p:nvPr/>
        </p:nvSpPr>
        <p:spPr>
          <a:xfrm>
            <a:off x="381626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3558">
            <a:extLst>
              <a:ext uri="{FF2B5EF4-FFF2-40B4-BE49-F238E27FC236}">
                <a16:creationId xmlns:a16="http://schemas.microsoft.com/office/drawing/2014/main" id="{ED151315-A1D5-4E44-8591-F46FAFEF67B6}"/>
              </a:ext>
            </a:extLst>
          </p:cNvPr>
          <p:cNvSpPr>
            <a:spLocks noGrp="1"/>
          </p:cNvSpPr>
          <p:nvPr/>
        </p:nvSpPr>
        <p:spPr>
          <a:xfrm>
            <a:off x="383375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3559">
            <a:extLst>
              <a:ext uri="{FF2B5EF4-FFF2-40B4-BE49-F238E27FC236}">
                <a16:creationId xmlns:a16="http://schemas.microsoft.com/office/drawing/2014/main" id="{3A602CE5-CBAD-4258-8519-20EF67ACE8BE}"/>
              </a:ext>
            </a:extLst>
          </p:cNvPr>
          <p:cNvSpPr>
            <a:spLocks noGrp="1"/>
          </p:cNvSpPr>
          <p:nvPr/>
        </p:nvSpPr>
        <p:spPr>
          <a:xfrm>
            <a:off x="381724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3560">
            <a:extLst>
              <a:ext uri="{FF2B5EF4-FFF2-40B4-BE49-F238E27FC236}">
                <a16:creationId xmlns:a16="http://schemas.microsoft.com/office/drawing/2014/main" id="{2A985794-FC2D-469B-96B3-C8483A1EA90E}"/>
              </a:ext>
            </a:extLst>
          </p:cNvPr>
          <p:cNvSpPr>
            <a:spLocks noGrp="1"/>
          </p:cNvSpPr>
          <p:nvPr/>
        </p:nvSpPr>
        <p:spPr>
          <a:xfrm>
            <a:off x="3861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3561">
            <a:extLst>
              <a:ext uri="{FF2B5EF4-FFF2-40B4-BE49-F238E27FC236}">
                <a16:creationId xmlns:a16="http://schemas.microsoft.com/office/drawing/2014/main" id="{E5A3F68E-CA85-4FCE-A6B4-9821C5F601FC}"/>
              </a:ext>
            </a:extLst>
          </p:cNvPr>
          <p:cNvSpPr>
            <a:spLocks noGrp="1"/>
          </p:cNvSpPr>
          <p:nvPr/>
        </p:nvSpPr>
        <p:spPr>
          <a:xfrm>
            <a:off x="382797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3562">
            <a:extLst>
              <a:ext uri="{FF2B5EF4-FFF2-40B4-BE49-F238E27FC236}">
                <a16:creationId xmlns:a16="http://schemas.microsoft.com/office/drawing/2014/main" id="{646CB90E-E082-43B0-927B-DA13D13C1D37}"/>
              </a:ext>
            </a:extLst>
          </p:cNvPr>
          <p:cNvSpPr>
            <a:spLocks noGrp="1"/>
          </p:cNvSpPr>
          <p:nvPr/>
        </p:nvSpPr>
        <p:spPr>
          <a:xfrm>
            <a:off x="379127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3563">
            <a:extLst>
              <a:ext uri="{FF2B5EF4-FFF2-40B4-BE49-F238E27FC236}">
                <a16:creationId xmlns:a16="http://schemas.microsoft.com/office/drawing/2014/main" id="{75BAC5E0-7EA9-42A3-96B5-A4DB0046E020}"/>
              </a:ext>
            </a:extLst>
          </p:cNvPr>
          <p:cNvSpPr>
            <a:spLocks noGrp="1"/>
          </p:cNvSpPr>
          <p:nvPr/>
        </p:nvSpPr>
        <p:spPr>
          <a:xfrm>
            <a:off x="388677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3564">
            <a:extLst>
              <a:ext uri="{FF2B5EF4-FFF2-40B4-BE49-F238E27FC236}">
                <a16:creationId xmlns:a16="http://schemas.microsoft.com/office/drawing/2014/main" id="{B4AE7B23-4173-44D6-8E8E-F1310D9A8A32}"/>
              </a:ext>
            </a:extLst>
          </p:cNvPr>
          <p:cNvSpPr>
            <a:spLocks noGrp="1"/>
          </p:cNvSpPr>
          <p:nvPr/>
        </p:nvSpPr>
        <p:spPr>
          <a:xfrm>
            <a:off x="386553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3565">
            <a:extLst>
              <a:ext uri="{FF2B5EF4-FFF2-40B4-BE49-F238E27FC236}">
                <a16:creationId xmlns:a16="http://schemas.microsoft.com/office/drawing/2014/main" id="{DEA915C8-E50F-4546-8124-A29B15F22B4E}"/>
              </a:ext>
            </a:extLst>
          </p:cNvPr>
          <p:cNvSpPr>
            <a:spLocks noGrp="1"/>
          </p:cNvSpPr>
          <p:nvPr/>
        </p:nvSpPr>
        <p:spPr>
          <a:xfrm>
            <a:off x="375954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3566">
            <a:extLst>
              <a:ext uri="{FF2B5EF4-FFF2-40B4-BE49-F238E27FC236}">
                <a16:creationId xmlns:a16="http://schemas.microsoft.com/office/drawing/2014/main" id="{BBE78323-4AF1-4B33-B5DC-C79DEC64AB32}"/>
              </a:ext>
            </a:extLst>
          </p:cNvPr>
          <p:cNvSpPr>
            <a:spLocks noGrp="1"/>
          </p:cNvSpPr>
          <p:nvPr/>
        </p:nvSpPr>
        <p:spPr>
          <a:xfrm>
            <a:off x="389230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3567">
            <a:extLst>
              <a:ext uri="{FF2B5EF4-FFF2-40B4-BE49-F238E27FC236}">
                <a16:creationId xmlns:a16="http://schemas.microsoft.com/office/drawing/2014/main" id="{535C1CE7-05EF-465B-B733-843AF10F150F}"/>
              </a:ext>
            </a:extLst>
          </p:cNvPr>
          <p:cNvSpPr>
            <a:spLocks noGrp="1"/>
          </p:cNvSpPr>
          <p:nvPr/>
        </p:nvSpPr>
        <p:spPr>
          <a:xfrm>
            <a:off x="376107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3568">
            <a:extLst>
              <a:ext uri="{FF2B5EF4-FFF2-40B4-BE49-F238E27FC236}">
                <a16:creationId xmlns:a16="http://schemas.microsoft.com/office/drawing/2014/main" id="{DE6B4DBF-24E3-4651-95E5-CDDE2CDEA129}"/>
              </a:ext>
            </a:extLst>
          </p:cNvPr>
          <p:cNvSpPr>
            <a:spLocks noGrp="1"/>
          </p:cNvSpPr>
          <p:nvPr/>
        </p:nvSpPr>
        <p:spPr>
          <a:xfrm>
            <a:off x="39559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3569">
            <a:extLst>
              <a:ext uri="{FF2B5EF4-FFF2-40B4-BE49-F238E27FC236}">
                <a16:creationId xmlns:a16="http://schemas.microsoft.com/office/drawing/2014/main" id="{02BD4611-7472-4232-996D-E9333CACADBA}"/>
              </a:ext>
            </a:extLst>
          </p:cNvPr>
          <p:cNvSpPr>
            <a:spLocks noGrp="1"/>
          </p:cNvSpPr>
          <p:nvPr/>
        </p:nvSpPr>
        <p:spPr>
          <a:xfrm>
            <a:off x="383694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3570">
            <a:extLst>
              <a:ext uri="{FF2B5EF4-FFF2-40B4-BE49-F238E27FC236}">
                <a16:creationId xmlns:a16="http://schemas.microsoft.com/office/drawing/2014/main" id="{B0BABCC9-A45A-433F-97B8-C78EF62B111F}"/>
              </a:ext>
            </a:extLst>
          </p:cNvPr>
          <p:cNvSpPr>
            <a:spLocks noGrp="1"/>
          </p:cNvSpPr>
          <p:nvPr/>
        </p:nvSpPr>
        <p:spPr>
          <a:xfrm>
            <a:off x="3763737" y="33241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3571">
            <a:extLst>
              <a:ext uri="{FF2B5EF4-FFF2-40B4-BE49-F238E27FC236}">
                <a16:creationId xmlns:a16="http://schemas.microsoft.com/office/drawing/2014/main" id="{4CA1ED67-FEBD-42BE-A451-030EA1C1032A}"/>
              </a:ext>
            </a:extLst>
          </p:cNvPr>
          <p:cNvSpPr>
            <a:spLocks noGrp="1"/>
          </p:cNvSpPr>
          <p:nvPr/>
        </p:nvSpPr>
        <p:spPr>
          <a:xfrm>
            <a:off x="39062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3572">
            <a:extLst>
              <a:ext uri="{FF2B5EF4-FFF2-40B4-BE49-F238E27FC236}">
                <a16:creationId xmlns:a16="http://schemas.microsoft.com/office/drawing/2014/main" id="{365CB8EF-39E7-4E01-92DD-676DE74E67AC}"/>
              </a:ext>
            </a:extLst>
          </p:cNvPr>
          <p:cNvSpPr>
            <a:spLocks noGrp="1"/>
          </p:cNvSpPr>
          <p:nvPr/>
        </p:nvSpPr>
        <p:spPr>
          <a:xfrm>
            <a:off x="38464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3573">
            <a:extLst>
              <a:ext uri="{FF2B5EF4-FFF2-40B4-BE49-F238E27FC236}">
                <a16:creationId xmlns:a16="http://schemas.microsoft.com/office/drawing/2014/main" id="{809C2F8C-C593-45FE-ABB9-2AF5EFEA2979}"/>
              </a:ext>
            </a:extLst>
          </p:cNvPr>
          <p:cNvSpPr>
            <a:spLocks noGrp="1"/>
          </p:cNvSpPr>
          <p:nvPr/>
        </p:nvSpPr>
        <p:spPr>
          <a:xfrm>
            <a:off x="381758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3574">
            <a:extLst>
              <a:ext uri="{FF2B5EF4-FFF2-40B4-BE49-F238E27FC236}">
                <a16:creationId xmlns:a16="http://schemas.microsoft.com/office/drawing/2014/main" id="{CDCF5377-74DF-447B-9094-3E3C1B3D713E}"/>
              </a:ext>
            </a:extLst>
          </p:cNvPr>
          <p:cNvSpPr>
            <a:spLocks noGrp="1"/>
          </p:cNvSpPr>
          <p:nvPr/>
        </p:nvSpPr>
        <p:spPr>
          <a:xfrm>
            <a:off x="3887512" y="2762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3575">
            <a:extLst>
              <a:ext uri="{FF2B5EF4-FFF2-40B4-BE49-F238E27FC236}">
                <a16:creationId xmlns:a16="http://schemas.microsoft.com/office/drawing/2014/main" id="{4165B0B9-3D34-43B9-A0C5-C009ADCDF87F}"/>
              </a:ext>
            </a:extLst>
          </p:cNvPr>
          <p:cNvSpPr>
            <a:spLocks noGrp="1"/>
          </p:cNvSpPr>
          <p:nvPr/>
        </p:nvSpPr>
        <p:spPr>
          <a:xfrm>
            <a:off x="37876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3576">
            <a:extLst>
              <a:ext uri="{FF2B5EF4-FFF2-40B4-BE49-F238E27FC236}">
                <a16:creationId xmlns:a16="http://schemas.microsoft.com/office/drawing/2014/main" id="{339E1CB4-2CB9-444D-871E-F3783B2C8CB0}"/>
              </a:ext>
            </a:extLst>
          </p:cNvPr>
          <p:cNvSpPr>
            <a:spLocks noGrp="1"/>
          </p:cNvSpPr>
          <p:nvPr/>
        </p:nvSpPr>
        <p:spPr>
          <a:xfrm>
            <a:off x="39332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3577">
            <a:extLst>
              <a:ext uri="{FF2B5EF4-FFF2-40B4-BE49-F238E27FC236}">
                <a16:creationId xmlns:a16="http://schemas.microsoft.com/office/drawing/2014/main" id="{843D2D7A-14D8-4518-824A-E5BD38F2C546}"/>
              </a:ext>
            </a:extLst>
          </p:cNvPr>
          <p:cNvSpPr>
            <a:spLocks noGrp="1"/>
          </p:cNvSpPr>
          <p:nvPr/>
        </p:nvSpPr>
        <p:spPr>
          <a:xfrm>
            <a:off x="3837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3578">
            <a:extLst>
              <a:ext uri="{FF2B5EF4-FFF2-40B4-BE49-F238E27FC236}">
                <a16:creationId xmlns:a16="http://schemas.microsoft.com/office/drawing/2014/main" id="{EA05F8F5-C5B0-445B-ABAA-691D788EA82D}"/>
              </a:ext>
            </a:extLst>
          </p:cNvPr>
          <p:cNvSpPr>
            <a:spLocks noGrp="1"/>
          </p:cNvSpPr>
          <p:nvPr/>
        </p:nvSpPr>
        <p:spPr>
          <a:xfrm>
            <a:off x="379622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3579">
            <a:extLst>
              <a:ext uri="{FF2B5EF4-FFF2-40B4-BE49-F238E27FC236}">
                <a16:creationId xmlns:a16="http://schemas.microsoft.com/office/drawing/2014/main" id="{DF74DE9E-9EB5-449B-B1B1-C429DE470E9C}"/>
              </a:ext>
            </a:extLst>
          </p:cNvPr>
          <p:cNvSpPr>
            <a:spLocks noGrp="1"/>
          </p:cNvSpPr>
          <p:nvPr/>
        </p:nvSpPr>
        <p:spPr>
          <a:xfrm>
            <a:off x="3882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3580">
            <a:extLst>
              <a:ext uri="{FF2B5EF4-FFF2-40B4-BE49-F238E27FC236}">
                <a16:creationId xmlns:a16="http://schemas.microsoft.com/office/drawing/2014/main" id="{387600F0-986B-4532-8788-C0DFB0E56DA7}"/>
              </a:ext>
            </a:extLst>
          </p:cNvPr>
          <p:cNvSpPr>
            <a:spLocks noGrp="1"/>
          </p:cNvSpPr>
          <p:nvPr/>
        </p:nvSpPr>
        <p:spPr>
          <a:xfrm>
            <a:off x="376084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3581">
            <a:extLst>
              <a:ext uri="{FF2B5EF4-FFF2-40B4-BE49-F238E27FC236}">
                <a16:creationId xmlns:a16="http://schemas.microsoft.com/office/drawing/2014/main" id="{3E8E1B7E-1FC2-4E7B-AFF1-09FC52333644}"/>
              </a:ext>
            </a:extLst>
          </p:cNvPr>
          <p:cNvSpPr>
            <a:spLocks noGrp="1"/>
          </p:cNvSpPr>
          <p:nvPr/>
        </p:nvSpPr>
        <p:spPr>
          <a:xfrm>
            <a:off x="3938799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3582">
            <a:extLst>
              <a:ext uri="{FF2B5EF4-FFF2-40B4-BE49-F238E27FC236}">
                <a16:creationId xmlns:a16="http://schemas.microsoft.com/office/drawing/2014/main" id="{9502EFFA-BD94-4E44-89F1-86BAC9BAE0E8}"/>
              </a:ext>
            </a:extLst>
          </p:cNvPr>
          <p:cNvSpPr>
            <a:spLocks noGrp="1"/>
          </p:cNvSpPr>
          <p:nvPr/>
        </p:nvSpPr>
        <p:spPr>
          <a:xfrm>
            <a:off x="3936880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3583">
            <a:extLst>
              <a:ext uri="{FF2B5EF4-FFF2-40B4-BE49-F238E27FC236}">
                <a16:creationId xmlns:a16="http://schemas.microsoft.com/office/drawing/2014/main" id="{249B1061-2C4A-41B4-B83A-0FF16BC6054A}"/>
              </a:ext>
            </a:extLst>
          </p:cNvPr>
          <p:cNvSpPr>
            <a:spLocks noGrp="1"/>
          </p:cNvSpPr>
          <p:nvPr/>
        </p:nvSpPr>
        <p:spPr>
          <a:xfrm>
            <a:off x="3932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3584">
            <a:extLst>
              <a:ext uri="{FF2B5EF4-FFF2-40B4-BE49-F238E27FC236}">
                <a16:creationId xmlns:a16="http://schemas.microsoft.com/office/drawing/2014/main" id="{9C91E350-39BD-41C2-85D4-40B1B0D71B11}"/>
              </a:ext>
            </a:extLst>
          </p:cNvPr>
          <p:cNvSpPr>
            <a:spLocks noGrp="1"/>
          </p:cNvSpPr>
          <p:nvPr/>
        </p:nvSpPr>
        <p:spPr>
          <a:xfrm>
            <a:off x="391099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3585">
            <a:extLst>
              <a:ext uri="{FF2B5EF4-FFF2-40B4-BE49-F238E27FC236}">
                <a16:creationId xmlns:a16="http://schemas.microsoft.com/office/drawing/2014/main" id="{D00C0DD4-B346-421E-A237-E591BBF4AF5D}"/>
              </a:ext>
            </a:extLst>
          </p:cNvPr>
          <p:cNvSpPr>
            <a:spLocks noGrp="1"/>
          </p:cNvSpPr>
          <p:nvPr/>
        </p:nvSpPr>
        <p:spPr>
          <a:xfrm>
            <a:off x="387174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3586">
            <a:extLst>
              <a:ext uri="{FF2B5EF4-FFF2-40B4-BE49-F238E27FC236}">
                <a16:creationId xmlns:a16="http://schemas.microsoft.com/office/drawing/2014/main" id="{06B1FFF5-BD40-4D97-869E-391EEC274C45}"/>
              </a:ext>
            </a:extLst>
          </p:cNvPr>
          <p:cNvSpPr>
            <a:spLocks noGrp="1"/>
          </p:cNvSpPr>
          <p:nvPr/>
        </p:nvSpPr>
        <p:spPr>
          <a:xfrm>
            <a:off x="377397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3587">
            <a:extLst>
              <a:ext uri="{FF2B5EF4-FFF2-40B4-BE49-F238E27FC236}">
                <a16:creationId xmlns:a16="http://schemas.microsoft.com/office/drawing/2014/main" id="{CCE47E77-F58D-4063-970C-510D945C6B19}"/>
              </a:ext>
            </a:extLst>
          </p:cNvPr>
          <p:cNvSpPr>
            <a:spLocks noGrp="1"/>
          </p:cNvSpPr>
          <p:nvPr/>
        </p:nvSpPr>
        <p:spPr>
          <a:xfrm>
            <a:off x="3782110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3588">
            <a:extLst>
              <a:ext uri="{FF2B5EF4-FFF2-40B4-BE49-F238E27FC236}">
                <a16:creationId xmlns:a16="http://schemas.microsoft.com/office/drawing/2014/main" id="{B9C12A96-8A59-4C5A-8245-91948B992662}"/>
              </a:ext>
            </a:extLst>
          </p:cNvPr>
          <p:cNvSpPr>
            <a:spLocks noGrp="1"/>
          </p:cNvSpPr>
          <p:nvPr/>
        </p:nvSpPr>
        <p:spPr>
          <a:xfrm>
            <a:off x="39347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3589">
            <a:extLst>
              <a:ext uri="{FF2B5EF4-FFF2-40B4-BE49-F238E27FC236}">
                <a16:creationId xmlns:a16="http://schemas.microsoft.com/office/drawing/2014/main" id="{48BA1626-4A32-4070-BAE8-EFD474CA49AC}"/>
              </a:ext>
            </a:extLst>
          </p:cNvPr>
          <p:cNvSpPr>
            <a:spLocks noGrp="1"/>
          </p:cNvSpPr>
          <p:nvPr/>
        </p:nvSpPr>
        <p:spPr>
          <a:xfrm>
            <a:off x="38165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3590">
            <a:extLst>
              <a:ext uri="{FF2B5EF4-FFF2-40B4-BE49-F238E27FC236}">
                <a16:creationId xmlns:a16="http://schemas.microsoft.com/office/drawing/2014/main" id="{863DDFB7-FB76-40FE-9CB6-CC647470B2C3}"/>
              </a:ext>
            </a:extLst>
          </p:cNvPr>
          <p:cNvSpPr>
            <a:spLocks noGrp="1"/>
          </p:cNvSpPr>
          <p:nvPr/>
        </p:nvSpPr>
        <p:spPr>
          <a:xfrm>
            <a:off x="392290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3591">
            <a:extLst>
              <a:ext uri="{FF2B5EF4-FFF2-40B4-BE49-F238E27FC236}">
                <a16:creationId xmlns:a16="http://schemas.microsoft.com/office/drawing/2014/main" id="{D887D19A-3A24-4F57-B512-6327CF2CDF57}"/>
              </a:ext>
            </a:extLst>
          </p:cNvPr>
          <p:cNvSpPr>
            <a:spLocks noGrp="1"/>
          </p:cNvSpPr>
          <p:nvPr/>
        </p:nvSpPr>
        <p:spPr>
          <a:xfrm>
            <a:off x="37989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3592">
            <a:extLst>
              <a:ext uri="{FF2B5EF4-FFF2-40B4-BE49-F238E27FC236}">
                <a16:creationId xmlns:a16="http://schemas.microsoft.com/office/drawing/2014/main" id="{A4B64689-B464-4224-9B63-E809C93257FC}"/>
              </a:ext>
            </a:extLst>
          </p:cNvPr>
          <p:cNvSpPr>
            <a:spLocks noGrp="1"/>
          </p:cNvSpPr>
          <p:nvPr/>
        </p:nvSpPr>
        <p:spPr>
          <a:xfrm>
            <a:off x="3747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3593">
            <a:extLst>
              <a:ext uri="{FF2B5EF4-FFF2-40B4-BE49-F238E27FC236}">
                <a16:creationId xmlns:a16="http://schemas.microsoft.com/office/drawing/2014/main" id="{FCF59277-449D-468D-A9B8-44EF2EE91323}"/>
              </a:ext>
            </a:extLst>
          </p:cNvPr>
          <p:cNvSpPr>
            <a:spLocks noGrp="1"/>
          </p:cNvSpPr>
          <p:nvPr/>
        </p:nvSpPr>
        <p:spPr>
          <a:xfrm>
            <a:off x="3793609" y="32572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3594">
            <a:extLst>
              <a:ext uri="{FF2B5EF4-FFF2-40B4-BE49-F238E27FC236}">
                <a16:creationId xmlns:a16="http://schemas.microsoft.com/office/drawing/2014/main" id="{03C0E61A-BA4C-4496-ADED-4EE51FF17DAE}"/>
              </a:ext>
            </a:extLst>
          </p:cNvPr>
          <p:cNvSpPr>
            <a:spLocks noGrp="1"/>
          </p:cNvSpPr>
          <p:nvPr/>
        </p:nvSpPr>
        <p:spPr>
          <a:xfrm>
            <a:off x="3906120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3595">
            <a:extLst>
              <a:ext uri="{FF2B5EF4-FFF2-40B4-BE49-F238E27FC236}">
                <a16:creationId xmlns:a16="http://schemas.microsoft.com/office/drawing/2014/main" id="{17523B13-5956-4D66-A9DB-FE9C9D382E6C}"/>
              </a:ext>
            </a:extLst>
          </p:cNvPr>
          <p:cNvSpPr>
            <a:spLocks noGrp="1"/>
          </p:cNvSpPr>
          <p:nvPr/>
        </p:nvSpPr>
        <p:spPr>
          <a:xfrm>
            <a:off x="38691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3596">
            <a:extLst>
              <a:ext uri="{FF2B5EF4-FFF2-40B4-BE49-F238E27FC236}">
                <a16:creationId xmlns:a16="http://schemas.microsoft.com/office/drawing/2014/main" id="{0588DC33-4680-49A7-BD52-E4739072289E}"/>
              </a:ext>
            </a:extLst>
          </p:cNvPr>
          <p:cNvSpPr>
            <a:spLocks noGrp="1"/>
          </p:cNvSpPr>
          <p:nvPr/>
        </p:nvSpPr>
        <p:spPr>
          <a:xfrm>
            <a:off x="3874441" y="30496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3597">
            <a:extLst>
              <a:ext uri="{FF2B5EF4-FFF2-40B4-BE49-F238E27FC236}">
                <a16:creationId xmlns:a16="http://schemas.microsoft.com/office/drawing/2014/main" id="{307BFBE6-4B9C-4336-AA59-0B7364F7700E}"/>
              </a:ext>
            </a:extLst>
          </p:cNvPr>
          <p:cNvSpPr>
            <a:spLocks noGrp="1"/>
          </p:cNvSpPr>
          <p:nvPr/>
        </p:nvSpPr>
        <p:spPr>
          <a:xfrm>
            <a:off x="3878375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3598">
            <a:extLst>
              <a:ext uri="{FF2B5EF4-FFF2-40B4-BE49-F238E27FC236}">
                <a16:creationId xmlns:a16="http://schemas.microsoft.com/office/drawing/2014/main" id="{7562CF3D-0829-46C8-BEA7-313DFA8B51E6}"/>
              </a:ext>
            </a:extLst>
          </p:cNvPr>
          <p:cNvSpPr>
            <a:spLocks noGrp="1"/>
          </p:cNvSpPr>
          <p:nvPr/>
        </p:nvSpPr>
        <p:spPr>
          <a:xfrm>
            <a:off x="39045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3599">
            <a:extLst>
              <a:ext uri="{FF2B5EF4-FFF2-40B4-BE49-F238E27FC236}">
                <a16:creationId xmlns:a16="http://schemas.microsoft.com/office/drawing/2014/main" id="{C6CAEE24-E42F-40E7-AF4B-EB04D3786AA2}"/>
              </a:ext>
            </a:extLst>
          </p:cNvPr>
          <p:cNvSpPr>
            <a:spLocks noGrp="1"/>
          </p:cNvSpPr>
          <p:nvPr/>
        </p:nvSpPr>
        <p:spPr>
          <a:xfrm>
            <a:off x="3755722" y="3951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3600">
            <a:extLst>
              <a:ext uri="{FF2B5EF4-FFF2-40B4-BE49-F238E27FC236}">
                <a16:creationId xmlns:a16="http://schemas.microsoft.com/office/drawing/2014/main" id="{17B680E2-E3DB-4B28-A4F4-4BDDE54B5BF3}"/>
              </a:ext>
            </a:extLst>
          </p:cNvPr>
          <p:cNvSpPr>
            <a:spLocks noGrp="1"/>
          </p:cNvSpPr>
          <p:nvPr/>
        </p:nvSpPr>
        <p:spPr>
          <a:xfrm>
            <a:off x="3756083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3601">
            <a:extLst>
              <a:ext uri="{FF2B5EF4-FFF2-40B4-BE49-F238E27FC236}">
                <a16:creationId xmlns:a16="http://schemas.microsoft.com/office/drawing/2014/main" id="{9995A307-65A0-402A-9404-CFB9E72B8CEC}"/>
              </a:ext>
            </a:extLst>
          </p:cNvPr>
          <p:cNvSpPr>
            <a:spLocks noGrp="1"/>
          </p:cNvSpPr>
          <p:nvPr/>
        </p:nvSpPr>
        <p:spPr>
          <a:xfrm>
            <a:off x="388260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3602">
            <a:extLst>
              <a:ext uri="{FF2B5EF4-FFF2-40B4-BE49-F238E27FC236}">
                <a16:creationId xmlns:a16="http://schemas.microsoft.com/office/drawing/2014/main" id="{E747B343-EFD6-4EF0-BDEC-45725BB806C9}"/>
              </a:ext>
            </a:extLst>
          </p:cNvPr>
          <p:cNvSpPr>
            <a:spLocks noGrp="1"/>
          </p:cNvSpPr>
          <p:nvPr/>
        </p:nvSpPr>
        <p:spPr>
          <a:xfrm>
            <a:off x="37577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3603">
            <a:extLst>
              <a:ext uri="{FF2B5EF4-FFF2-40B4-BE49-F238E27FC236}">
                <a16:creationId xmlns:a16="http://schemas.microsoft.com/office/drawing/2014/main" id="{5ECCABC6-F14B-4F7E-BF33-63F5534E5BC6}"/>
              </a:ext>
            </a:extLst>
          </p:cNvPr>
          <p:cNvSpPr>
            <a:spLocks noGrp="1"/>
          </p:cNvSpPr>
          <p:nvPr/>
        </p:nvSpPr>
        <p:spPr>
          <a:xfrm>
            <a:off x="378230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3604">
            <a:extLst>
              <a:ext uri="{FF2B5EF4-FFF2-40B4-BE49-F238E27FC236}">
                <a16:creationId xmlns:a16="http://schemas.microsoft.com/office/drawing/2014/main" id="{51EEA0E0-DCE2-4A4C-9948-4077172E1884}"/>
              </a:ext>
            </a:extLst>
          </p:cNvPr>
          <p:cNvSpPr>
            <a:spLocks noGrp="1"/>
          </p:cNvSpPr>
          <p:nvPr/>
        </p:nvSpPr>
        <p:spPr>
          <a:xfrm>
            <a:off x="3847377" y="38190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3605">
            <a:extLst>
              <a:ext uri="{FF2B5EF4-FFF2-40B4-BE49-F238E27FC236}">
                <a16:creationId xmlns:a16="http://schemas.microsoft.com/office/drawing/2014/main" id="{53957131-7BAE-449C-9EAA-D1FDF81A37D6}"/>
              </a:ext>
            </a:extLst>
          </p:cNvPr>
          <p:cNvSpPr>
            <a:spLocks noGrp="1"/>
          </p:cNvSpPr>
          <p:nvPr/>
        </p:nvSpPr>
        <p:spPr>
          <a:xfrm>
            <a:off x="374705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3606">
            <a:extLst>
              <a:ext uri="{FF2B5EF4-FFF2-40B4-BE49-F238E27FC236}">
                <a16:creationId xmlns:a16="http://schemas.microsoft.com/office/drawing/2014/main" id="{A76DC4DE-18CF-4DAF-A187-D2C81C94D9B0}"/>
              </a:ext>
            </a:extLst>
          </p:cNvPr>
          <p:cNvSpPr>
            <a:spLocks noGrp="1"/>
          </p:cNvSpPr>
          <p:nvPr/>
        </p:nvSpPr>
        <p:spPr>
          <a:xfrm>
            <a:off x="384193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3607">
            <a:extLst>
              <a:ext uri="{FF2B5EF4-FFF2-40B4-BE49-F238E27FC236}">
                <a16:creationId xmlns:a16="http://schemas.microsoft.com/office/drawing/2014/main" id="{EFB57EBB-2C39-4797-A59D-7B4989A81787}"/>
              </a:ext>
            </a:extLst>
          </p:cNvPr>
          <p:cNvSpPr>
            <a:spLocks noGrp="1"/>
          </p:cNvSpPr>
          <p:nvPr/>
        </p:nvSpPr>
        <p:spPr>
          <a:xfrm>
            <a:off x="42587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3608">
            <a:extLst>
              <a:ext uri="{FF2B5EF4-FFF2-40B4-BE49-F238E27FC236}">
                <a16:creationId xmlns:a16="http://schemas.microsoft.com/office/drawing/2014/main" id="{27251D77-FF4B-44E9-A0F9-E327DAE80A39}"/>
              </a:ext>
            </a:extLst>
          </p:cNvPr>
          <p:cNvSpPr>
            <a:spLocks noGrp="1"/>
          </p:cNvSpPr>
          <p:nvPr/>
        </p:nvSpPr>
        <p:spPr>
          <a:xfrm>
            <a:off x="42055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3609">
            <a:extLst>
              <a:ext uri="{FF2B5EF4-FFF2-40B4-BE49-F238E27FC236}">
                <a16:creationId xmlns:a16="http://schemas.microsoft.com/office/drawing/2014/main" id="{CCB016BE-52D0-4E09-A9EE-69003E650253}"/>
              </a:ext>
            </a:extLst>
          </p:cNvPr>
          <p:cNvSpPr>
            <a:spLocks noGrp="1"/>
          </p:cNvSpPr>
          <p:nvPr/>
        </p:nvSpPr>
        <p:spPr>
          <a:xfrm>
            <a:off x="42618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3610">
            <a:extLst>
              <a:ext uri="{FF2B5EF4-FFF2-40B4-BE49-F238E27FC236}">
                <a16:creationId xmlns:a16="http://schemas.microsoft.com/office/drawing/2014/main" id="{A348E788-2F6D-40AE-922C-5554F9F52D9C}"/>
              </a:ext>
            </a:extLst>
          </p:cNvPr>
          <p:cNvSpPr>
            <a:spLocks noGrp="1"/>
          </p:cNvSpPr>
          <p:nvPr/>
        </p:nvSpPr>
        <p:spPr>
          <a:xfrm>
            <a:off x="42354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3611">
            <a:extLst>
              <a:ext uri="{FF2B5EF4-FFF2-40B4-BE49-F238E27FC236}">
                <a16:creationId xmlns:a16="http://schemas.microsoft.com/office/drawing/2014/main" id="{81E30AA0-50B4-4158-AD7F-602D069C3222}"/>
              </a:ext>
            </a:extLst>
          </p:cNvPr>
          <p:cNvSpPr>
            <a:spLocks noGrp="1"/>
          </p:cNvSpPr>
          <p:nvPr/>
        </p:nvSpPr>
        <p:spPr>
          <a:xfrm>
            <a:off x="4268440" y="30037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3612">
            <a:extLst>
              <a:ext uri="{FF2B5EF4-FFF2-40B4-BE49-F238E27FC236}">
                <a16:creationId xmlns:a16="http://schemas.microsoft.com/office/drawing/2014/main" id="{4BD900E3-D576-4E99-B55F-40F9DF3C0359}"/>
              </a:ext>
            </a:extLst>
          </p:cNvPr>
          <p:cNvSpPr>
            <a:spLocks noGrp="1"/>
          </p:cNvSpPr>
          <p:nvPr/>
        </p:nvSpPr>
        <p:spPr>
          <a:xfrm>
            <a:off x="43730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3613">
            <a:extLst>
              <a:ext uri="{FF2B5EF4-FFF2-40B4-BE49-F238E27FC236}">
                <a16:creationId xmlns:a16="http://schemas.microsoft.com/office/drawing/2014/main" id="{84F3FDF8-D787-4F6F-BB0A-A553E3E329F5}"/>
              </a:ext>
            </a:extLst>
          </p:cNvPr>
          <p:cNvSpPr>
            <a:spLocks noGrp="1"/>
          </p:cNvSpPr>
          <p:nvPr/>
        </p:nvSpPr>
        <p:spPr>
          <a:xfrm>
            <a:off x="4314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3614">
            <a:extLst>
              <a:ext uri="{FF2B5EF4-FFF2-40B4-BE49-F238E27FC236}">
                <a16:creationId xmlns:a16="http://schemas.microsoft.com/office/drawing/2014/main" id="{0B5A9572-2022-4904-9FE8-393482D1DE1A}"/>
              </a:ext>
            </a:extLst>
          </p:cNvPr>
          <p:cNvSpPr>
            <a:spLocks noGrp="1"/>
          </p:cNvSpPr>
          <p:nvPr/>
        </p:nvSpPr>
        <p:spPr>
          <a:xfrm>
            <a:off x="42100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3615">
            <a:extLst>
              <a:ext uri="{FF2B5EF4-FFF2-40B4-BE49-F238E27FC236}">
                <a16:creationId xmlns:a16="http://schemas.microsoft.com/office/drawing/2014/main" id="{F00A726E-D634-4547-AD3A-7A5CEB4F2B5A}"/>
              </a:ext>
            </a:extLst>
          </p:cNvPr>
          <p:cNvSpPr>
            <a:spLocks noGrp="1"/>
          </p:cNvSpPr>
          <p:nvPr/>
        </p:nvSpPr>
        <p:spPr>
          <a:xfrm>
            <a:off x="4305284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3616">
            <a:extLst>
              <a:ext uri="{FF2B5EF4-FFF2-40B4-BE49-F238E27FC236}">
                <a16:creationId xmlns:a16="http://schemas.microsoft.com/office/drawing/2014/main" id="{9282C181-755B-451B-8496-1F36C2DC3463}"/>
              </a:ext>
            </a:extLst>
          </p:cNvPr>
          <p:cNvSpPr>
            <a:spLocks noGrp="1"/>
          </p:cNvSpPr>
          <p:nvPr/>
        </p:nvSpPr>
        <p:spPr>
          <a:xfrm>
            <a:off x="42297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3617">
            <a:extLst>
              <a:ext uri="{FF2B5EF4-FFF2-40B4-BE49-F238E27FC236}">
                <a16:creationId xmlns:a16="http://schemas.microsoft.com/office/drawing/2014/main" id="{DB08AA67-584C-453D-B9B5-D68C1B9A83BD}"/>
              </a:ext>
            </a:extLst>
          </p:cNvPr>
          <p:cNvSpPr>
            <a:spLocks noGrp="1"/>
          </p:cNvSpPr>
          <p:nvPr/>
        </p:nvSpPr>
        <p:spPr>
          <a:xfrm>
            <a:off x="4270399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3618">
            <a:extLst>
              <a:ext uri="{FF2B5EF4-FFF2-40B4-BE49-F238E27FC236}">
                <a16:creationId xmlns:a16="http://schemas.microsoft.com/office/drawing/2014/main" id="{C7860269-1A17-4F96-87BA-3A970A51A845}"/>
              </a:ext>
            </a:extLst>
          </p:cNvPr>
          <p:cNvSpPr>
            <a:spLocks noGrp="1"/>
          </p:cNvSpPr>
          <p:nvPr/>
        </p:nvSpPr>
        <p:spPr>
          <a:xfrm>
            <a:off x="42237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3619">
            <a:extLst>
              <a:ext uri="{FF2B5EF4-FFF2-40B4-BE49-F238E27FC236}">
                <a16:creationId xmlns:a16="http://schemas.microsoft.com/office/drawing/2014/main" id="{252AD077-976A-44A6-A449-46C7133FE1F4}"/>
              </a:ext>
            </a:extLst>
          </p:cNvPr>
          <p:cNvSpPr>
            <a:spLocks noGrp="1"/>
          </p:cNvSpPr>
          <p:nvPr/>
        </p:nvSpPr>
        <p:spPr>
          <a:xfrm>
            <a:off x="4391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3620">
            <a:extLst>
              <a:ext uri="{FF2B5EF4-FFF2-40B4-BE49-F238E27FC236}">
                <a16:creationId xmlns:a16="http://schemas.microsoft.com/office/drawing/2014/main" id="{1971EA01-8D71-4071-8AE3-98639B8B58D3}"/>
              </a:ext>
            </a:extLst>
          </p:cNvPr>
          <p:cNvSpPr>
            <a:spLocks noGrp="1"/>
          </p:cNvSpPr>
          <p:nvPr/>
        </p:nvSpPr>
        <p:spPr>
          <a:xfrm>
            <a:off x="423560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3621">
            <a:extLst>
              <a:ext uri="{FF2B5EF4-FFF2-40B4-BE49-F238E27FC236}">
                <a16:creationId xmlns:a16="http://schemas.microsoft.com/office/drawing/2014/main" id="{C1C1800F-E42D-4F02-9AAB-F4DD86E22185}"/>
              </a:ext>
            </a:extLst>
          </p:cNvPr>
          <p:cNvSpPr>
            <a:spLocks noGrp="1"/>
          </p:cNvSpPr>
          <p:nvPr/>
        </p:nvSpPr>
        <p:spPr>
          <a:xfrm>
            <a:off x="424129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3622">
            <a:extLst>
              <a:ext uri="{FF2B5EF4-FFF2-40B4-BE49-F238E27FC236}">
                <a16:creationId xmlns:a16="http://schemas.microsoft.com/office/drawing/2014/main" id="{2516E0AA-9230-424C-8328-FB2E73A2C41B}"/>
              </a:ext>
            </a:extLst>
          </p:cNvPr>
          <p:cNvSpPr>
            <a:spLocks noGrp="1"/>
          </p:cNvSpPr>
          <p:nvPr/>
        </p:nvSpPr>
        <p:spPr>
          <a:xfrm>
            <a:off x="43000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3623">
            <a:extLst>
              <a:ext uri="{FF2B5EF4-FFF2-40B4-BE49-F238E27FC236}">
                <a16:creationId xmlns:a16="http://schemas.microsoft.com/office/drawing/2014/main" id="{E746DB95-FAC3-4509-94AF-BA3E4A294D67}"/>
              </a:ext>
            </a:extLst>
          </p:cNvPr>
          <p:cNvSpPr>
            <a:spLocks noGrp="1"/>
          </p:cNvSpPr>
          <p:nvPr/>
        </p:nvSpPr>
        <p:spPr>
          <a:xfrm>
            <a:off x="43569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3624">
            <a:extLst>
              <a:ext uri="{FF2B5EF4-FFF2-40B4-BE49-F238E27FC236}">
                <a16:creationId xmlns:a16="http://schemas.microsoft.com/office/drawing/2014/main" id="{9A31A499-6104-4C00-9F01-0C0F4D0F9411}"/>
              </a:ext>
            </a:extLst>
          </p:cNvPr>
          <p:cNvSpPr>
            <a:spLocks noGrp="1"/>
          </p:cNvSpPr>
          <p:nvPr/>
        </p:nvSpPr>
        <p:spPr>
          <a:xfrm>
            <a:off x="43649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3625">
            <a:extLst>
              <a:ext uri="{FF2B5EF4-FFF2-40B4-BE49-F238E27FC236}">
                <a16:creationId xmlns:a16="http://schemas.microsoft.com/office/drawing/2014/main" id="{A3686EF6-2C2A-49B7-96FA-20E7883F9A2B}"/>
              </a:ext>
            </a:extLst>
          </p:cNvPr>
          <p:cNvSpPr>
            <a:spLocks noGrp="1"/>
          </p:cNvSpPr>
          <p:nvPr/>
        </p:nvSpPr>
        <p:spPr>
          <a:xfrm>
            <a:off x="42433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3626">
            <a:extLst>
              <a:ext uri="{FF2B5EF4-FFF2-40B4-BE49-F238E27FC236}">
                <a16:creationId xmlns:a16="http://schemas.microsoft.com/office/drawing/2014/main" id="{CF65600B-879A-4143-B7D1-0875EB0C488F}"/>
              </a:ext>
            </a:extLst>
          </p:cNvPr>
          <p:cNvSpPr>
            <a:spLocks noGrp="1"/>
          </p:cNvSpPr>
          <p:nvPr/>
        </p:nvSpPr>
        <p:spPr>
          <a:xfrm>
            <a:off x="42097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3627">
            <a:extLst>
              <a:ext uri="{FF2B5EF4-FFF2-40B4-BE49-F238E27FC236}">
                <a16:creationId xmlns:a16="http://schemas.microsoft.com/office/drawing/2014/main" id="{58D24666-2977-4E64-9C1A-978AF470DB18}"/>
              </a:ext>
            </a:extLst>
          </p:cNvPr>
          <p:cNvSpPr>
            <a:spLocks noGrp="1"/>
          </p:cNvSpPr>
          <p:nvPr/>
        </p:nvSpPr>
        <p:spPr>
          <a:xfrm>
            <a:off x="4330248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3628">
            <a:extLst>
              <a:ext uri="{FF2B5EF4-FFF2-40B4-BE49-F238E27FC236}">
                <a16:creationId xmlns:a16="http://schemas.microsoft.com/office/drawing/2014/main" id="{5DFFAFBF-B649-4CAF-A4A4-8B18BF0BECD7}"/>
              </a:ext>
            </a:extLst>
          </p:cNvPr>
          <p:cNvSpPr>
            <a:spLocks noGrp="1"/>
          </p:cNvSpPr>
          <p:nvPr/>
        </p:nvSpPr>
        <p:spPr>
          <a:xfrm>
            <a:off x="43144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3629">
            <a:extLst>
              <a:ext uri="{FF2B5EF4-FFF2-40B4-BE49-F238E27FC236}">
                <a16:creationId xmlns:a16="http://schemas.microsoft.com/office/drawing/2014/main" id="{C7318935-2D36-4B0A-9BD7-E8E2615F767E}"/>
              </a:ext>
            </a:extLst>
          </p:cNvPr>
          <p:cNvSpPr>
            <a:spLocks noGrp="1"/>
          </p:cNvSpPr>
          <p:nvPr/>
        </p:nvSpPr>
        <p:spPr>
          <a:xfrm>
            <a:off x="439697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3630">
            <a:extLst>
              <a:ext uri="{FF2B5EF4-FFF2-40B4-BE49-F238E27FC236}">
                <a16:creationId xmlns:a16="http://schemas.microsoft.com/office/drawing/2014/main" id="{54C8F049-0BD7-420B-9EC7-AA4FFF5ACC02}"/>
              </a:ext>
            </a:extLst>
          </p:cNvPr>
          <p:cNvSpPr>
            <a:spLocks noGrp="1"/>
          </p:cNvSpPr>
          <p:nvPr/>
        </p:nvSpPr>
        <p:spPr>
          <a:xfrm>
            <a:off x="4296822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3631">
            <a:extLst>
              <a:ext uri="{FF2B5EF4-FFF2-40B4-BE49-F238E27FC236}">
                <a16:creationId xmlns:a16="http://schemas.microsoft.com/office/drawing/2014/main" id="{A7DF3CDD-E567-44CD-B5F9-2CD7142A30CA}"/>
              </a:ext>
            </a:extLst>
          </p:cNvPr>
          <p:cNvSpPr>
            <a:spLocks noGrp="1"/>
          </p:cNvSpPr>
          <p:nvPr/>
        </p:nvSpPr>
        <p:spPr>
          <a:xfrm>
            <a:off x="442622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3632">
            <a:extLst>
              <a:ext uri="{FF2B5EF4-FFF2-40B4-BE49-F238E27FC236}">
                <a16:creationId xmlns:a16="http://schemas.microsoft.com/office/drawing/2014/main" id="{7625CAD9-8865-41C7-A718-F5CBA9397A73}"/>
              </a:ext>
            </a:extLst>
          </p:cNvPr>
          <p:cNvSpPr>
            <a:spLocks noGrp="1"/>
          </p:cNvSpPr>
          <p:nvPr/>
        </p:nvSpPr>
        <p:spPr>
          <a:xfrm>
            <a:off x="43063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3633">
            <a:extLst>
              <a:ext uri="{FF2B5EF4-FFF2-40B4-BE49-F238E27FC236}">
                <a16:creationId xmlns:a16="http://schemas.microsoft.com/office/drawing/2014/main" id="{CD07A73A-BEC6-461B-B17B-6E63BCFFE133}"/>
              </a:ext>
            </a:extLst>
          </p:cNvPr>
          <p:cNvSpPr>
            <a:spLocks noGrp="1"/>
          </p:cNvSpPr>
          <p:nvPr/>
        </p:nvSpPr>
        <p:spPr>
          <a:xfrm>
            <a:off x="42768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3634">
            <a:extLst>
              <a:ext uri="{FF2B5EF4-FFF2-40B4-BE49-F238E27FC236}">
                <a16:creationId xmlns:a16="http://schemas.microsoft.com/office/drawing/2014/main" id="{AE77F2BB-EFFD-4CB5-B34D-058ED339B29E}"/>
              </a:ext>
            </a:extLst>
          </p:cNvPr>
          <p:cNvSpPr>
            <a:spLocks noGrp="1"/>
          </p:cNvSpPr>
          <p:nvPr/>
        </p:nvSpPr>
        <p:spPr>
          <a:xfrm>
            <a:off x="4357218" y="35257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3635">
            <a:extLst>
              <a:ext uri="{FF2B5EF4-FFF2-40B4-BE49-F238E27FC236}">
                <a16:creationId xmlns:a16="http://schemas.microsoft.com/office/drawing/2014/main" id="{4A1FEC91-B7BD-44DF-8FC8-7A64F8B25B4A}"/>
              </a:ext>
            </a:extLst>
          </p:cNvPr>
          <p:cNvSpPr>
            <a:spLocks noGrp="1"/>
          </p:cNvSpPr>
          <p:nvPr/>
        </p:nvSpPr>
        <p:spPr>
          <a:xfrm>
            <a:off x="4238895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3636">
            <a:extLst>
              <a:ext uri="{FF2B5EF4-FFF2-40B4-BE49-F238E27FC236}">
                <a16:creationId xmlns:a16="http://schemas.microsoft.com/office/drawing/2014/main" id="{8D81B66D-95C6-48C3-99FE-1522B30BDD2F}"/>
              </a:ext>
            </a:extLst>
          </p:cNvPr>
          <p:cNvSpPr>
            <a:spLocks noGrp="1"/>
          </p:cNvSpPr>
          <p:nvPr/>
        </p:nvSpPr>
        <p:spPr>
          <a:xfrm>
            <a:off x="4379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3637">
            <a:extLst>
              <a:ext uri="{FF2B5EF4-FFF2-40B4-BE49-F238E27FC236}">
                <a16:creationId xmlns:a16="http://schemas.microsoft.com/office/drawing/2014/main" id="{65ACE2A1-4E69-482B-902E-06318527E3A8}"/>
              </a:ext>
            </a:extLst>
          </p:cNvPr>
          <p:cNvSpPr>
            <a:spLocks noGrp="1"/>
          </p:cNvSpPr>
          <p:nvPr/>
        </p:nvSpPr>
        <p:spPr>
          <a:xfrm>
            <a:off x="43288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3638">
            <a:extLst>
              <a:ext uri="{FF2B5EF4-FFF2-40B4-BE49-F238E27FC236}">
                <a16:creationId xmlns:a16="http://schemas.microsoft.com/office/drawing/2014/main" id="{9C28E2C8-F863-4AB4-8A93-EF2831B19D03}"/>
              </a:ext>
            </a:extLst>
          </p:cNvPr>
          <p:cNvSpPr>
            <a:spLocks noGrp="1"/>
          </p:cNvSpPr>
          <p:nvPr/>
        </p:nvSpPr>
        <p:spPr>
          <a:xfrm>
            <a:off x="4315627" y="32016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3639">
            <a:extLst>
              <a:ext uri="{FF2B5EF4-FFF2-40B4-BE49-F238E27FC236}">
                <a16:creationId xmlns:a16="http://schemas.microsoft.com/office/drawing/2014/main" id="{1EE75D46-2CA4-44D5-AFF0-E8F0A6CDE76E}"/>
              </a:ext>
            </a:extLst>
          </p:cNvPr>
          <p:cNvSpPr>
            <a:spLocks noGrp="1"/>
          </p:cNvSpPr>
          <p:nvPr/>
        </p:nvSpPr>
        <p:spPr>
          <a:xfrm>
            <a:off x="434165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3640">
            <a:extLst>
              <a:ext uri="{FF2B5EF4-FFF2-40B4-BE49-F238E27FC236}">
                <a16:creationId xmlns:a16="http://schemas.microsoft.com/office/drawing/2014/main" id="{316992D1-C4FE-4407-A693-51C3D5FDB5F0}"/>
              </a:ext>
            </a:extLst>
          </p:cNvPr>
          <p:cNvSpPr>
            <a:spLocks noGrp="1"/>
          </p:cNvSpPr>
          <p:nvPr/>
        </p:nvSpPr>
        <p:spPr>
          <a:xfrm>
            <a:off x="4391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3641">
            <a:extLst>
              <a:ext uri="{FF2B5EF4-FFF2-40B4-BE49-F238E27FC236}">
                <a16:creationId xmlns:a16="http://schemas.microsoft.com/office/drawing/2014/main" id="{316FF525-31EB-4499-BB7A-198C08D05DFC}"/>
              </a:ext>
            </a:extLst>
          </p:cNvPr>
          <p:cNvSpPr>
            <a:spLocks noGrp="1"/>
          </p:cNvSpPr>
          <p:nvPr/>
        </p:nvSpPr>
        <p:spPr>
          <a:xfrm>
            <a:off x="42791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3642">
            <a:extLst>
              <a:ext uri="{FF2B5EF4-FFF2-40B4-BE49-F238E27FC236}">
                <a16:creationId xmlns:a16="http://schemas.microsoft.com/office/drawing/2014/main" id="{D723F9F0-1463-4D02-87FE-3C3AAEC23176}"/>
              </a:ext>
            </a:extLst>
          </p:cNvPr>
          <p:cNvSpPr>
            <a:spLocks noGrp="1"/>
          </p:cNvSpPr>
          <p:nvPr/>
        </p:nvSpPr>
        <p:spPr>
          <a:xfrm>
            <a:off x="425572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3643">
            <a:extLst>
              <a:ext uri="{FF2B5EF4-FFF2-40B4-BE49-F238E27FC236}">
                <a16:creationId xmlns:a16="http://schemas.microsoft.com/office/drawing/2014/main" id="{B0017F67-EE74-4242-B61B-891B99ECB0AE}"/>
              </a:ext>
            </a:extLst>
          </p:cNvPr>
          <p:cNvSpPr>
            <a:spLocks noGrp="1"/>
          </p:cNvSpPr>
          <p:nvPr/>
        </p:nvSpPr>
        <p:spPr>
          <a:xfrm>
            <a:off x="437193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3644">
            <a:extLst>
              <a:ext uri="{FF2B5EF4-FFF2-40B4-BE49-F238E27FC236}">
                <a16:creationId xmlns:a16="http://schemas.microsoft.com/office/drawing/2014/main" id="{EB4BED17-45AB-415D-8C5C-AACC0850F879}"/>
              </a:ext>
            </a:extLst>
          </p:cNvPr>
          <p:cNvSpPr>
            <a:spLocks noGrp="1"/>
          </p:cNvSpPr>
          <p:nvPr/>
        </p:nvSpPr>
        <p:spPr>
          <a:xfrm>
            <a:off x="432272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3645">
            <a:extLst>
              <a:ext uri="{FF2B5EF4-FFF2-40B4-BE49-F238E27FC236}">
                <a16:creationId xmlns:a16="http://schemas.microsoft.com/office/drawing/2014/main" id="{42AE65DC-C326-43D5-B83A-EF881D9E05AF}"/>
              </a:ext>
            </a:extLst>
          </p:cNvPr>
          <p:cNvSpPr>
            <a:spLocks noGrp="1"/>
          </p:cNvSpPr>
          <p:nvPr/>
        </p:nvSpPr>
        <p:spPr>
          <a:xfrm>
            <a:off x="43388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3646">
            <a:extLst>
              <a:ext uri="{FF2B5EF4-FFF2-40B4-BE49-F238E27FC236}">
                <a16:creationId xmlns:a16="http://schemas.microsoft.com/office/drawing/2014/main" id="{0EA9634E-6B37-496E-81F2-C8B37335FC5D}"/>
              </a:ext>
            </a:extLst>
          </p:cNvPr>
          <p:cNvSpPr>
            <a:spLocks noGrp="1"/>
          </p:cNvSpPr>
          <p:nvPr/>
        </p:nvSpPr>
        <p:spPr>
          <a:xfrm>
            <a:off x="420360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3647">
            <a:extLst>
              <a:ext uri="{FF2B5EF4-FFF2-40B4-BE49-F238E27FC236}">
                <a16:creationId xmlns:a16="http://schemas.microsoft.com/office/drawing/2014/main" id="{131F9748-8F80-45D5-A9C8-FB93A18AFBA3}"/>
              </a:ext>
            </a:extLst>
          </p:cNvPr>
          <p:cNvSpPr>
            <a:spLocks noGrp="1"/>
          </p:cNvSpPr>
          <p:nvPr/>
        </p:nvSpPr>
        <p:spPr>
          <a:xfrm>
            <a:off x="435067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3648">
            <a:extLst>
              <a:ext uri="{FF2B5EF4-FFF2-40B4-BE49-F238E27FC236}">
                <a16:creationId xmlns:a16="http://schemas.microsoft.com/office/drawing/2014/main" id="{E0F05AD2-DFF0-42FD-976D-7DDB51BAE9BE}"/>
              </a:ext>
            </a:extLst>
          </p:cNvPr>
          <p:cNvSpPr>
            <a:spLocks noGrp="1"/>
          </p:cNvSpPr>
          <p:nvPr/>
        </p:nvSpPr>
        <p:spPr>
          <a:xfrm>
            <a:off x="438487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3649">
            <a:extLst>
              <a:ext uri="{FF2B5EF4-FFF2-40B4-BE49-F238E27FC236}">
                <a16:creationId xmlns:a16="http://schemas.microsoft.com/office/drawing/2014/main" id="{8258EEA5-8487-4C45-B914-3E26CC845F95}"/>
              </a:ext>
            </a:extLst>
          </p:cNvPr>
          <p:cNvSpPr>
            <a:spLocks noGrp="1"/>
          </p:cNvSpPr>
          <p:nvPr/>
        </p:nvSpPr>
        <p:spPr>
          <a:xfrm>
            <a:off x="4216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3650">
            <a:extLst>
              <a:ext uri="{FF2B5EF4-FFF2-40B4-BE49-F238E27FC236}">
                <a16:creationId xmlns:a16="http://schemas.microsoft.com/office/drawing/2014/main" id="{14AB11BA-E052-4DC5-AF27-2666B1B9E680}"/>
              </a:ext>
            </a:extLst>
          </p:cNvPr>
          <p:cNvSpPr>
            <a:spLocks noGrp="1"/>
          </p:cNvSpPr>
          <p:nvPr/>
        </p:nvSpPr>
        <p:spPr>
          <a:xfrm>
            <a:off x="4279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3651">
            <a:extLst>
              <a:ext uri="{FF2B5EF4-FFF2-40B4-BE49-F238E27FC236}">
                <a16:creationId xmlns:a16="http://schemas.microsoft.com/office/drawing/2014/main" id="{4A987866-7D80-46BA-8C28-EF6B355543EF}"/>
              </a:ext>
            </a:extLst>
          </p:cNvPr>
          <p:cNvSpPr>
            <a:spLocks noGrp="1"/>
          </p:cNvSpPr>
          <p:nvPr/>
        </p:nvSpPr>
        <p:spPr>
          <a:xfrm>
            <a:off x="43989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3652">
            <a:extLst>
              <a:ext uri="{FF2B5EF4-FFF2-40B4-BE49-F238E27FC236}">
                <a16:creationId xmlns:a16="http://schemas.microsoft.com/office/drawing/2014/main" id="{9DD42B5B-6A3E-4DB2-AB04-FCD7874CF080}"/>
              </a:ext>
            </a:extLst>
          </p:cNvPr>
          <p:cNvSpPr>
            <a:spLocks noGrp="1"/>
          </p:cNvSpPr>
          <p:nvPr/>
        </p:nvSpPr>
        <p:spPr>
          <a:xfrm>
            <a:off x="42267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3653">
            <a:extLst>
              <a:ext uri="{FF2B5EF4-FFF2-40B4-BE49-F238E27FC236}">
                <a16:creationId xmlns:a16="http://schemas.microsoft.com/office/drawing/2014/main" id="{1041E21E-253E-470E-8A48-C5E213F220FB}"/>
              </a:ext>
            </a:extLst>
          </p:cNvPr>
          <p:cNvSpPr>
            <a:spLocks noGrp="1"/>
          </p:cNvSpPr>
          <p:nvPr/>
        </p:nvSpPr>
        <p:spPr>
          <a:xfrm>
            <a:off x="42885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3654">
            <a:extLst>
              <a:ext uri="{FF2B5EF4-FFF2-40B4-BE49-F238E27FC236}">
                <a16:creationId xmlns:a16="http://schemas.microsoft.com/office/drawing/2014/main" id="{FAFF634C-CF0B-446D-B20C-77056E398375}"/>
              </a:ext>
            </a:extLst>
          </p:cNvPr>
          <p:cNvSpPr>
            <a:spLocks noGrp="1"/>
          </p:cNvSpPr>
          <p:nvPr/>
        </p:nvSpPr>
        <p:spPr>
          <a:xfrm>
            <a:off x="43008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3655">
            <a:extLst>
              <a:ext uri="{FF2B5EF4-FFF2-40B4-BE49-F238E27FC236}">
                <a16:creationId xmlns:a16="http://schemas.microsoft.com/office/drawing/2014/main" id="{3ECC5D71-98CC-4543-800A-79C4A883D10C}"/>
              </a:ext>
            </a:extLst>
          </p:cNvPr>
          <p:cNvSpPr>
            <a:spLocks noGrp="1"/>
          </p:cNvSpPr>
          <p:nvPr/>
        </p:nvSpPr>
        <p:spPr>
          <a:xfrm>
            <a:off x="432865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3656">
            <a:extLst>
              <a:ext uri="{FF2B5EF4-FFF2-40B4-BE49-F238E27FC236}">
                <a16:creationId xmlns:a16="http://schemas.microsoft.com/office/drawing/2014/main" id="{B1B3E21B-A06D-4852-8E57-9F08AECD22D5}"/>
              </a:ext>
            </a:extLst>
          </p:cNvPr>
          <p:cNvSpPr>
            <a:spLocks noGrp="1"/>
          </p:cNvSpPr>
          <p:nvPr/>
        </p:nvSpPr>
        <p:spPr>
          <a:xfrm>
            <a:off x="4325283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3657">
            <a:extLst>
              <a:ext uri="{FF2B5EF4-FFF2-40B4-BE49-F238E27FC236}">
                <a16:creationId xmlns:a16="http://schemas.microsoft.com/office/drawing/2014/main" id="{777AC868-B382-42A9-8741-4C4CE82183D3}"/>
              </a:ext>
            </a:extLst>
          </p:cNvPr>
          <p:cNvSpPr>
            <a:spLocks noGrp="1"/>
          </p:cNvSpPr>
          <p:nvPr/>
        </p:nvSpPr>
        <p:spPr>
          <a:xfrm>
            <a:off x="434785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3658">
            <a:extLst>
              <a:ext uri="{FF2B5EF4-FFF2-40B4-BE49-F238E27FC236}">
                <a16:creationId xmlns:a16="http://schemas.microsoft.com/office/drawing/2014/main" id="{A5691437-0857-45BE-99E1-6FDB2936F31E}"/>
              </a:ext>
            </a:extLst>
          </p:cNvPr>
          <p:cNvSpPr>
            <a:spLocks noGrp="1"/>
          </p:cNvSpPr>
          <p:nvPr/>
        </p:nvSpPr>
        <p:spPr>
          <a:xfrm>
            <a:off x="44080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3659">
            <a:extLst>
              <a:ext uri="{FF2B5EF4-FFF2-40B4-BE49-F238E27FC236}">
                <a16:creationId xmlns:a16="http://schemas.microsoft.com/office/drawing/2014/main" id="{846DEB3A-C0D1-4F9B-B84E-831EB88EAC61}"/>
              </a:ext>
            </a:extLst>
          </p:cNvPr>
          <p:cNvSpPr>
            <a:spLocks noGrp="1"/>
          </p:cNvSpPr>
          <p:nvPr/>
        </p:nvSpPr>
        <p:spPr>
          <a:xfrm>
            <a:off x="43307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3660">
            <a:extLst>
              <a:ext uri="{FF2B5EF4-FFF2-40B4-BE49-F238E27FC236}">
                <a16:creationId xmlns:a16="http://schemas.microsoft.com/office/drawing/2014/main" id="{5AE51F6E-291B-459F-98F4-211336D84E9B}"/>
              </a:ext>
            </a:extLst>
          </p:cNvPr>
          <p:cNvSpPr>
            <a:spLocks noGrp="1"/>
          </p:cNvSpPr>
          <p:nvPr/>
        </p:nvSpPr>
        <p:spPr>
          <a:xfrm>
            <a:off x="4256990" y="271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3661">
            <a:extLst>
              <a:ext uri="{FF2B5EF4-FFF2-40B4-BE49-F238E27FC236}">
                <a16:creationId xmlns:a16="http://schemas.microsoft.com/office/drawing/2014/main" id="{56869F11-C853-4863-8DB8-3CD7274CD2FB}"/>
              </a:ext>
            </a:extLst>
          </p:cNvPr>
          <p:cNvSpPr>
            <a:spLocks noGrp="1"/>
          </p:cNvSpPr>
          <p:nvPr/>
        </p:nvSpPr>
        <p:spPr>
          <a:xfrm>
            <a:off x="4413087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3662">
            <a:extLst>
              <a:ext uri="{FF2B5EF4-FFF2-40B4-BE49-F238E27FC236}">
                <a16:creationId xmlns:a16="http://schemas.microsoft.com/office/drawing/2014/main" id="{9DE842C8-41D5-4FA6-AF8F-7557D3BC554A}"/>
              </a:ext>
            </a:extLst>
          </p:cNvPr>
          <p:cNvSpPr>
            <a:spLocks noGrp="1"/>
          </p:cNvSpPr>
          <p:nvPr/>
        </p:nvSpPr>
        <p:spPr>
          <a:xfrm>
            <a:off x="4308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3663">
            <a:extLst>
              <a:ext uri="{FF2B5EF4-FFF2-40B4-BE49-F238E27FC236}">
                <a16:creationId xmlns:a16="http://schemas.microsoft.com/office/drawing/2014/main" id="{38DF1B0C-B0AB-4818-87F7-B6A722B9B67C}"/>
              </a:ext>
            </a:extLst>
          </p:cNvPr>
          <p:cNvSpPr>
            <a:spLocks noGrp="1"/>
          </p:cNvSpPr>
          <p:nvPr/>
        </p:nvSpPr>
        <p:spPr>
          <a:xfrm>
            <a:off x="4369132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3664">
            <a:extLst>
              <a:ext uri="{FF2B5EF4-FFF2-40B4-BE49-F238E27FC236}">
                <a16:creationId xmlns:a16="http://schemas.microsoft.com/office/drawing/2014/main" id="{5988D1B2-0715-4EA6-AF41-DFDC47226F06}"/>
              </a:ext>
            </a:extLst>
          </p:cNvPr>
          <p:cNvSpPr>
            <a:spLocks noGrp="1"/>
          </p:cNvSpPr>
          <p:nvPr/>
        </p:nvSpPr>
        <p:spPr>
          <a:xfrm>
            <a:off x="426721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3665">
            <a:extLst>
              <a:ext uri="{FF2B5EF4-FFF2-40B4-BE49-F238E27FC236}">
                <a16:creationId xmlns:a16="http://schemas.microsoft.com/office/drawing/2014/main" id="{CB0E8879-CBF6-466D-A84A-DB8757839AB1}"/>
              </a:ext>
            </a:extLst>
          </p:cNvPr>
          <p:cNvSpPr>
            <a:spLocks noGrp="1"/>
          </p:cNvSpPr>
          <p:nvPr/>
        </p:nvSpPr>
        <p:spPr>
          <a:xfrm>
            <a:off x="4295430" y="39251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3666">
            <a:extLst>
              <a:ext uri="{FF2B5EF4-FFF2-40B4-BE49-F238E27FC236}">
                <a16:creationId xmlns:a16="http://schemas.microsoft.com/office/drawing/2014/main" id="{815E8F12-CD30-4881-A2DD-338121004C34}"/>
              </a:ext>
            </a:extLst>
          </p:cNvPr>
          <p:cNvSpPr>
            <a:spLocks noGrp="1"/>
          </p:cNvSpPr>
          <p:nvPr/>
        </p:nvSpPr>
        <p:spPr>
          <a:xfrm>
            <a:off x="43490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3667">
            <a:extLst>
              <a:ext uri="{FF2B5EF4-FFF2-40B4-BE49-F238E27FC236}">
                <a16:creationId xmlns:a16="http://schemas.microsoft.com/office/drawing/2014/main" id="{6BF96611-3533-4E30-BD17-06E55D476700}"/>
              </a:ext>
            </a:extLst>
          </p:cNvPr>
          <p:cNvSpPr>
            <a:spLocks noGrp="1"/>
          </p:cNvSpPr>
          <p:nvPr/>
        </p:nvSpPr>
        <p:spPr>
          <a:xfrm>
            <a:off x="43376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3668">
            <a:extLst>
              <a:ext uri="{FF2B5EF4-FFF2-40B4-BE49-F238E27FC236}">
                <a16:creationId xmlns:a16="http://schemas.microsoft.com/office/drawing/2014/main" id="{F76D53B9-7583-4EB1-BEA8-A28BBC01A638}"/>
              </a:ext>
            </a:extLst>
          </p:cNvPr>
          <p:cNvSpPr>
            <a:spLocks noGrp="1"/>
          </p:cNvSpPr>
          <p:nvPr/>
        </p:nvSpPr>
        <p:spPr>
          <a:xfrm>
            <a:off x="42977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3669">
            <a:extLst>
              <a:ext uri="{FF2B5EF4-FFF2-40B4-BE49-F238E27FC236}">
                <a16:creationId xmlns:a16="http://schemas.microsoft.com/office/drawing/2014/main" id="{CA9C982D-72B6-466D-9793-FF7EFFCCADF6}"/>
              </a:ext>
            </a:extLst>
          </p:cNvPr>
          <p:cNvSpPr>
            <a:spLocks noGrp="1"/>
          </p:cNvSpPr>
          <p:nvPr/>
        </p:nvSpPr>
        <p:spPr>
          <a:xfrm>
            <a:off x="42774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3670">
            <a:extLst>
              <a:ext uri="{FF2B5EF4-FFF2-40B4-BE49-F238E27FC236}">
                <a16:creationId xmlns:a16="http://schemas.microsoft.com/office/drawing/2014/main" id="{F63A711B-80CE-4CD1-806B-070FCEFFC624}"/>
              </a:ext>
            </a:extLst>
          </p:cNvPr>
          <p:cNvSpPr>
            <a:spLocks noGrp="1"/>
          </p:cNvSpPr>
          <p:nvPr/>
        </p:nvSpPr>
        <p:spPr>
          <a:xfrm>
            <a:off x="43665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3671">
            <a:extLst>
              <a:ext uri="{FF2B5EF4-FFF2-40B4-BE49-F238E27FC236}">
                <a16:creationId xmlns:a16="http://schemas.microsoft.com/office/drawing/2014/main" id="{F8C282AB-3634-4D6E-988F-159A9C5BDF89}"/>
              </a:ext>
            </a:extLst>
          </p:cNvPr>
          <p:cNvSpPr>
            <a:spLocks noGrp="1"/>
          </p:cNvSpPr>
          <p:nvPr/>
        </p:nvSpPr>
        <p:spPr>
          <a:xfrm>
            <a:off x="4219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3672">
            <a:extLst>
              <a:ext uri="{FF2B5EF4-FFF2-40B4-BE49-F238E27FC236}">
                <a16:creationId xmlns:a16="http://schemas.microsoft.com/office/drawing/2014/main" id="{0888CE9C-817D-4B8A-A971-2A841CA2896B}"/>
              </a:ext>
            </a:extLst>
          </p:cNvPr>
          <p:cNvSpPr>
            <a:spLocks noGrp="1"/>
          </p:cNvSpPr>
          <p:nvPr/>
        </p:nvSpPr>
        <p:spPr>
          <a:xfrm>
            <a:off x="434890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3673">
            <a:extLst>
              <a:ext uri="{FF2B5EF4-FFF2-40B4-BE49-F238E27FC236}">
                <a16:creationId xmlns:a16="http://schemas.microsoft.com/office/drawing/2014/main" id="{E6446E50-63D9-4516-83FD-5E0981817819}"/>
              </a:ext>
            </a:extLst>
          </p:cNvPr>
          <p:cNvSpPr>
            <a:spLocks noGrp="1"/>
          </p:cNvSpPr>
          <p:nvPr/>
        </p:nvSpPr>
        <p:spPr>
          <a:xfrm>
            <a:off x="4252520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3674">
            <a:extLst>
              <a:ext uri="{FF2B5EF4-FFF2-40B4-BE49-F238E27FC236}">
                <a16:creationId xmlns:a16="http://schemas.microsoft.com/office/drawing/2014/main" id="{F0BB17B5-7FE2-4850-A8E9-2C5060C53ADC}"/>
              </a:ext>
            </a:extLst>
          </p:cNvPr>
          <p:cNvSpPr>
            <a:spLocks noGrp="1"/>
          </p:cNvSpPr>
          <p:nvPr/>
        </p:nvSpPr>
        <p:spPr>
          <a:xfrm>
            <a:off x="438432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3675">
            <a:extLst>
              <a:ext uri="{FF2B5EF4-FFF2-40B4-BE49-F238E27FC236}">
                <a16:creationId xmlns:a16="http://schemas.microsoft.com/office/drawing/2014/main" id="{7D84CFC4-1C94-4C95-8A9C-0997F939A235}"/>
              </a:ext>
            </a:extLst>
          </p:cNvPr>
          <p:cNvSpPr>
            <a:spLocks noGrp="1"/>
          </p:cNvSpPr>
          <p:nvPr/>
        </p:nvSpPr>
        <p:spPr>
          <a:xfrm>
            <a:off x="43726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3676">
            <a:extLst>
              <a:ext uri="{FF2B5EF4-FFF2-40B4-BE49-F238E27FC236}">
                <a16:creationId xmlns:a16="http://schemas.microsoft.com/office/drawing/2014/main" id="{EA0DB884-E503-470B-A524-6A3A618EDCAF}"/>
              </a:ext>
            </a:extLst>
          </p:cNvPr>
          <p:cNvSpPr>
            <a:spLocks noGrp="1"/>
          </p:cNvSpPr>
          <p:nvPr/>
        </p:nvSpPr>
        <p:spPr>
          <a:xfrm>
            <a:off x="441681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3677">
            <a:extLst>
              <a:ext uri="{FF2B5EF4-FFF2-40B4-BE49-F238E27FC236}">
                <a16:creationId xmlns:a16="http://schemas.microsoft.com/office/drawing/2014/main" id="{FF287C10-02D0-4CA2-BF50-E775D86582A7}"/>
              </a:ext>
            </a:extLst>
          </p:cNvPr>
          <p:cNvSpPr>
            <a:spLocks noGrp="1"/>
          </p:cNvSpPr>
          <p:nvPr/>
        </p:nvSpPr>
        <p:spPr>
          <a:xfrm>
            <a:off x="429439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3678">
            <a:extLst>
              <a:ext uri="{FF2B5EF4-FFF2-40B4-BE49-F238E27FC236}">
                <a16:creationId xmlns:a16="http://schemas.microsoft.com/office/drawing/2014/main" id="{3DDB1ACD-10D3-4173-93E6-E87071374864}"/>
              </a:ext>
            </a:extLst>
          </p:cNvPr>
          <p:cNvSpPr>
            <a:spLocks noGrp="1"/>
          </p:cNvSpPr>
          <p:nvPr/>
        </p:nvSpPr>
        <p:spPr>
          <a:xfrm>
            <a:off x="43236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3679">
            <a:extLst>
              <a:ext uri="{FF2B5EF4-FFF2-40B4-BE49-F238E27FC236}">
                <a16:creationId xmlns:a16="http://schemas.microsoft.com/office/drawing/2014/main" id="{5D0C3859-EA5E-4175-A3EA-4331E812AF15}"/>
              </a:ext>
            </a:extLst>
          </p:cNvPr>
          <p:cNvSpPr>
            <a:spLocks noGrp="1"/>
          </p:cNvSpPr>
          <p:nvPr/>
        </p:nvSpPr>
        <p:spPr>
          <a:xfrm>
            <a:off x="43576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3680">
            <a:extLst>
              <a:ext uri="{FF2B5EF4-FFF2-40B4-BE49-F238E27FC236}">
                <a16:creationId xmlns:a16="http://schemas.microsoft.com/office/drawing/2014/main" id="{4BE878F4-3204-434C-94A6-8F4A1CEA1C91}"/>
              </a:ext>
            </a:extLst>
          </p:cNvPr>
          <p:cNvSpPr>
            <a:spLocks noGrp="1"/>
          </p:cNvSpPr>
          <p:nvPr/>
        </p:nvSpPr>
        <p:spPr>
          <a:xfrm>
            <a:off x="437187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3681">
            <a:extLst>
              <a:ext uri="{FF2B5EF4-FFF2-40B4-BE49-F238E27FC236}">
                <a16:creationId xmlns:a16="http://schemas.microsoft.com/office/drawing/2014/main" id="{B47EC089-BAC6-42D3-80A2-2CC8B8E542F9}"/>
              </a:ext>
            </a:extLst>
          </p:cNvPr>
          <p:cNvSpPr>
            <a:spLocks noGrp="1"/>
          </p:cNvSpPr>
          <p:nvPr/>
        </p:nvSpPr>
        <p:spPr>
          <a:xfrm>
            <a:off x="425492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3682">
            <a:extLst>
              <a:ext uri="{FF2B5EF4-FFF2-40B4-BE49-F238E27FC236}">
                <a16:creationId xmlns:a16="http://schemas.microsoft.com/office/drawing/2014/main" id="{C3CC8638-A9F3-48D4-8762-A09C420272D5}"/>
              </a:ext>
            </a:extLst>
          </p:cNvPr>
          <p:cNvSpPr>
            <a:spLocks noGrp="1"/>
          </p:cNvSpPr>
          <p:nvPr/>
        </p:nvSpPr>
        <p:spPr>
          <a:xfrm>
            <a:off x="43042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3683">
            <a:extLst>
              <a:ext uri="{FF2B5EF4-FFF2-40B4-BE49-F238E27FC236}">
                <a16:creationId xmlns:a16="http://schemas.microsoft.com/office/drawing/2014/main" id="{1BAC2113-F638-4250-905D-544D8EC92D29}"/>
              </a:ext>
            </a:extLst>
          </p:cNvPr>
          <p:cNvSpPr>
            <a:spLocks noGrp="1"/>
          </p:cNvSpPr>
          <p:nvPr/>
        </p:nvSpPr>
        <p:spPr>
          <a:xfrm>
            <a:off x="428723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3684">
            <a:extLst>
              <a:ext uri="{FF2B5EF4-FFF2-40B4-BE49-F238E27FC236}">
                <a16:creationId xmlns:a16="http://schemas.microsoft.com/office/drawing/2014/main" id="{7D1D7D06-D11C-4B52-8070-B025841DD9E4}"/>
              </a:ext>
            </a:extLst>
          </p:cNvPr>
          <p:cNvSpPr>
            <a:spLocks noGrp="1"/>
          </p:cNvSpPr>
          <p:nvPr/>
        </p:nvSpPr>
        <p:spPr>
          <a:xfrm>
            <a:off x="422587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3685">
            <a:extLst>
              <a:ext uri="{FF2B5EF4-FFF2-40B4-BE49-F238E27FC236}">
                <a16:creationId xmlns:a16="http://schemas.microsoft.com/office/drawing/2014/main" id="{F3BE6DEB-D3EE-4568-9288-A18025433FF7}"/>
              </a:ext>
            </a:extLst>
          </p:cNvPr>
          <p:cNvSpPr>
            <a:spLocks noGrp="1"/>
          </p:cNvSpPr>
          <p:nvPr/>
        </p:nvSpPr>
        <p:spPr>
          <a:xfrm>
            <a:off x="422780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3686">
            <a:extLst>
              <a:ext uri="{FF2B5EF4-FFF2-40B4-BE49-F238E27FC236}">
                <a16:creationId xmlns:a16="http://schemas.microsoft.com/office/drawing/2014/main" id="{253EC1C2-D00F-4FCE-AFC8-AAC5770FECE4}"/>
              </a:ext>
            </a:extLst>
          </p:cNvPr>
          <p:cNvSpPr>
            <a:spLocks noGrp="1"/>
          </p:cNvSpPr>
          <p:nvPr/>
        </p:nvSpPr>
        <p:spPr>
          <a:xfrm>
            <a:off x="4282485" y="266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3687">
            <a:extLst>
              <a:ext uri="{FF2B5EF4-FFF2-40B4-BE49-F238E27FC236}">
                <a16:creationId xmlns:a16="http://schemas.microsoft.com/office/drawing/2014/main" id="{7AAA91A9-1E1F-48E4-99D3-F5966AF65155}"/>
              </a:ext>
            </a:extLst>
          </p:cNvPr>
          <p:cNvSpPr>
            <a:spLocks noGrp="1"/>
          </p:cNvSpPr>
          <p:nvPr/>
        </p:nvSpPr>
        <p:spPr>
          <a:xfrm>
            <a:off x="440944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3688">
            <a:extLst>
              <a:ext uri="{FF2B5EF4-FFF2-40B4-BE49-F238E27FC236}">
                <a16:creationId xmlns:a16="http://schemas.microsoft.com/office/drawing/2014/main" id="{2B570B05-4E0D-4086-BCA1-5777A1268E2A}"/>
              </a:ext>
            </a:extLst>
          </p:cNvPr>
          <p:cNvSpPr>
            <a:spLocks noGrp="1"/>
          </p:cNvSpPr>
          <p:nvPr/>
        </p:nvSpPr>
        <p:spPr>
          <a:xfrm>
            <a:off x="42612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3689">
            <a:extLst>
              <a:ext uri="{FF2B5EF4-FFF2-40B4-BE49-F238E27FC236}">
                <a16:creationId xmlns:a16="http://schemas.microsoft.com/office/drawing/2014/main" id="{BF793ADE-9FD4-42B3-9114-AC32660A7FCC}"/>
              </a:ext>
            </a:extLst>
          </p:cNvPr>
          <p:cNvSpPr>
            <a:spLocks noGrp="1"/>
          </p:cNvSpPr>
          <p:nvPr/>
        </p:nvSpPr>
        <p:spPr>
          <a:xfrm>
            <a:off x="4408334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3690">
            <a:extLst>
              <a:ext uri="{FF2B5EF4-FFF2-40B4-BE49-F238E27FC236}">
                <a16:creationId xmlns:a16="http://schemas.microsoft.com/office/drawing/2014/main" id="{F67BA2BA-CD3F-4988-ACB4-2346C0EFDE85}"/>
              </a:ext>
            </a:extLst>
          </p:cNvPr>
          <p:cNvSpPr>
            <a:spLocks noGrp="1"/>
          </p:cNvSpPr>
          <p:nvPr/>
        </p:nvSpPr>
        <p:spPr>
          <a:xfrm>
            <a:off x="42348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3691">
            <a:extLst>
              <a:ext uri="{FF2B5EF4-FFF2-40B4-BE49-F238E27FC236}">
                <a16:creationId xmlns:a16="http://schemas.microsoft.com/office/drawing/2014/main" id="{4868997E-F19B-4E9B-BFC1-0DE5E1F79540}"/>
              </a:ext>
            </a:extLst>
          </p:cNvPr>
          <p:cNvSpPr>
            <a:spLocks noGrp="1"/>
          </p:cNvSpPr>
          <p:nvPr/>
        </p:nvSpPr>
        <p:spPr>
          <a:xfrm>
            <a:off x="43901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3692">
            <a:extLst>
              <a:ext uri="{FF2B5EF4-FFF2-40B4-BE49-F238E27FC236}">
                <a16:creationId xmlns:a16="http://schemas.microsoft.com/office/drawing/2014/main" id="{CA41971E-2B82-4044-A2EC-3F6B102E933E}"/>
              </a:ext>
            </a:extLst>
          </p:cNvPr>
          <p:cNvSpPr>
            <a:spLocks noGrp="1"/>
          </p:cNvSpPr>
          <p:nvPr/>
        </p:nvSpPr>
        <p:spPr>
          <a:xfrm>
            <a:off x="4282286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3693">
            <a:extLst>
              <a:ext uri="{FF2B5EF4-FFF2-40B4-BE49-F238E27FC236}">
                <a16:creationId xmlns:a16="http://schemas.microsoft.com/office/drawing/2014/main" id="{0FE737A9-BB30-49BE-B135-F0F9882A54AB}"/>
              </a:ext>
            </a:extLst>
          </p:cNvPr>
          <p:cNvSpPr>
            <a:spLocks noGrp="1"/>
          </p:cNvSpPr>
          <p:nvPr/>
        </p:nvSpPr>
        <p:spPr>
          <a:xfrm>
            <a:off x="428970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3694">
            <a:extLst>
              <a:ext uri="{FF2B5EF4-FFF2-40B4-BE49-F238E27FC236}">
                <a16:creationId xmlns:a16="http://schemas.microsoft.com/office/drawing/2014/main" id="{53E45265-168C-49D7-A898-129C6DA610DD}"/>
              </a:ext>
            </a:extLst>
          </p:cNvPr>
          <p:cNvSpPr>
            <a:spLocks noGrp="1"/>
          </p:cNvSpPr>
          <p:nvPr/>
        </p:nvSpPr>
        <p:spPr>
          <a:xfrm>
            <a:off x="42213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3695">
            <a:extLst>
              <a:ext uri="{FF2B5EF4-FFF2-40B4-BE49-F238E27FC236}">
                <a16:creationId xmlns:a16="http://schemas.microsoft.com/office/drawing/2014/main" id="{2E9D31FA-C6F6-4B13-9FAE-97A59C663C56}"/>
              </a:ext>
            </a:extLst>
          </p:cNvPr>
          <p:cNvSpPr>
            <a:spLocks noGrp="1"/>
          </p:cNvSpPr>
          <p:nvPr/>
        </p:nvSpPr>
        <p:spPr>
          <a:xfrm>
            <a:off x="43212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3696">
            <a:extLst>
              <a:ext uri="{FF2B5EF4-FFF2-40B4-BE49-F238E27FC236}">
                <a16:creationId xmlns:a16="http://schemas.microsoft.com/office/drawing/2014/main" id="{FEAF0F8C-36DE-4E3C-BC05-45A11B904EAF}"/>
              </a:ext>
            </a:extLst>
          </p:cNvPr>
          <p:cNvSpPr>
            <a:spLocks noGrp="1"/>
          </p:cNvSpPr>
          <p:nvPr/>
        </p:nvSpPr>
        <p:spPr>
          <a:xfrm>
            <a:off x="43304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3697">
            <a:extLst>
              <a:ext uri="{FF2B5EF4-FFF2-40B4-BE49-F238E27FC236}">
                <a16:creationId xmlns:a16="http://schemas.microsoft.com/office/drawing/2014/main" id="{F0E638ED-5D48-47A2-8B70-0B4D646BB91B}"/>
              </a:ext>
            </a:extLst>
          </p:cNvPr>
          <p:cNvSpPr>
            <a:spLocks noGrp="1"/>
          </p:cNvSpPr>
          <p:nvPr/>
        </p:nvSpPr>
        <p:spPr>
          <a:xfrm>
            <a:off x="43604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3698">
            <a:extLst>
              <a:ext uri="{FF2B5EF4-FFF2-40B4-BE49-F238E27FC236}">
                <a16:creationId xmlns:a16="http://schemas.microsoft.com/office/drawing/2014/main" id="{5E5ECD24-8012-46B7-8BE1-535C46729919}"/>
              </a:ext>
            </a:extLst>
          </p:cNvPr>
          <p:cNvSpPr>
            <a:spLocks noGrp="1"/>
          </p:cNvSpPr>
          <p:nvPr/>
        </p:nvSpPr>
        <p:spPr>
          <a:xfrm>
            <a:off x="4320686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3699">
            <a:extLst>
              <a:ext uri="{FF2B5EF4-FFF2-40B4-BE49-F238E27FC236}">
                <a16:creationId xmlns:a16="http://schemas.microsoft.com/office/drawing/2014/main" id="{5EFEB313-C781-4740-8AC9-34CCF67FE64E}"/>
              </a:ext>
            </a:extLst>
          </p:cNvPr>
          <p:cNvSpPr>
            <a:spLocks noGrp="1"/>
          </p:cNvSpPr>
          <p:nvPr/>
        </p:nvSpPr>
        <p:spPr>
          <a:xfrm>
            <a:off x="43846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3700">
            <a:extLst>
              <a:ext uri="{FF2B5EF4-FFF2-40B4-BE49-F238E27FC236}">
                <a16:creationId xmlns:a16="http://schemas.microsoft.com/office/drawing/2014/main" id="{39419E1E-886F-42D4-B99D-5F01848003EE}"/>
              </a:ext>
            </a:extLst>
          </p:cNvPr>
          <p:cNvSpPr>
            <a:spLocks noGrp="1"/>
          </p:cNvSpPr>
          <p:nvPr/>
        </p:nvSpPr>
        <p:spPr>
          <a:xfrm>
            <a:off x="43485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3701">
            <a:extLst>
              <a:ext uri="{FF2B5EF4-FFF2-40B4-BE49-F238E27FC236}">
                <a16:creationId xmlns:a16="http://schemas.microsoft.com/office/drawing/2014/main" id="{F4C724CF-EF08-4F71-8534-B096359121D4}"/>
              </a:ext>
            </a:extLst>
          </p:cNvPr>
          <p:cNvSpPr>
            <a:spLocks noGrp="1"/>
          </p:cNvSpPr>
          <p:nvPr/>
        </p:nvSpPr>
        <p:spPr>
          <a:xfrm>
            <a:off x="42856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3702">
            <a:extLst>
              <a:ext uri="{FF2B5EF4-FFF2-40B4-BE49-F238E27FC236}">
                <a16:creationId xmlns:a16="http://schemas.microsoft.com/office/drawing/2014/main" id="{93A2B5E5-419B-4303-BF4F-55E31EB03FC3}"/>
              </a:ext>
            </a:extLst>
          </p:cNvPr>
          <p:cNvSpPr>
            <a:spLocks noGrp="1"/>
          </p:cNvSpPr>
          <p:nvPr/>
        </p:nvSpPr>
        <p:spPr>
          <a:xfrm>
            <a:off x="42847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3703">
            <a:extLst>
              <a:ext uri="{FF2B5EF4-FFF2-40B4-BE49-F238E27FC236}">
                <a16:creationId xmlns:a16="http://schemas.microsoft.com/office/drawing/2014/main" id="{34FC06F8-84CA-4813-A267-F3047423BA5A}"/>
              </a:ext>
            </a:extLst>
          </p:cNvPr>
          <p:cNvSpPr>
            <a:spLocks noGrp="1"/>
          </p:cNvSpPr>
          <p:nvPr/>
        </p:nvSpPr>
        <p:spPr>
          <a:xfrm>
            <a:off x="43165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3704">
            <a:extLst>
              <a:ext uri="{FF2B5EF4-FFF2-40B4-BE49-F238E27FC236}">
                <a16:creationId xmlns:a16="http://schemas.microsoft.com/office/drawing/2014/main" id="{6472289A-0386-4033-91AC-6A9241EF66FB}"/>
              </a:ext>
            </a:extLst>
          </p:cNvPr>
          <p:cNvSpPr>
            <a:spLocks noGrp="1"/>
          </p:cNvSpPr>
          <p:nvPr/>
        </p:nvSpPr>
        <p:spPr>
          <a:xfrm>
            <a:off x="434338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3705">
            <a:extLst>
              <a:ext uri="{FF2B5EF4-FFF2-40B4-BE49-F238E27FC236}">
                <a16:creationId xmlns:a16="http://schemas.microsoft.com/office/drawing/2014/main" id="{4B899539-D95C-4089-AA75-5A6ED0240619}"/>
              </a:ext>
            </a:extLst>
          </p:cNvPr>
          <p:cNvSpPr>
            <a:spLocks noGrp="1"/>
          </p:cNvSpPr>
          <p:nvPr/>
        </p:nvSpPr>
        <p:spPr>
          <a:xfrm>
            <a:off x="42508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3706">
            <a:extLst>
              <a:ext uri="{FF2B5EF4-FFF2-40B4-BE49-F238E27FC236}">
                <a16:creationId xmlns:a16="http://schemas.microsoft.com/office/drawing/2014/main" id="{7DFAA5C2-37DF-461C-A50E-677E34E1BF1B}"/>
              </a:ext>
            </a:extLst>
          </p:cNvPr>
          <p:cNvSpPr>
            <a:spLocks noGrp="1"/>
          </p:cNvSpPr>
          <p:nvPr/>
        </p:nvSpPr>
        <p:spPr>
          <a:xfrm>
            <a:off x="4332885" y="26605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3707">
            <a:extLst>
              <a:ext uri="{FF2B5EF4-FFF2-40B4-BE49-F238E27FC236}">
                <a16:creationId xmlns:a16="http://schemas.microsoft.com/office/drawing/2014/main" id="{6D925296-14D0-442B-8FB1-AF2CA969E313}"/>
              </a:ext>
            </a:extLst>
          </p:cNvPr>
          <p:cNvSpPr>
            <a:spLocks noGrp="1"/>
          </p:cNvSpPr>
          <p:nvPr/>
        </p:nvSpPr>
        <p:spPr>
          <a:xfrm>
            <a:off x="43675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3708">
            <a:extLst>
              <a:ext uri="{FF2B5EF4-FFF2-40B4-BE49-F238E27FC236}">
                <a16:creationId xmlns:a16="http://schemas.microsoft.com/office/drawing/2014/main" id="{6305866F-B61F-4A97-9C6C-5E74F863F8C6}"/>
              </a:ext>
            </a:extLst>
          </p:cNvPr>
          <p:cNvSpPr>
            <a:spLocks noGrp="1"/>
          </p:cNvSpPr>
          <p:nvPr/>
        </p:nvSpPr>
        <p:spPr>
          <a:xfrm>
            <a:off x="42359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3709">
            <a:extLst>
              <a:ext uri="{FF2B5EF4-FFF2-40B4-BE49-F238E27FC236}">
                <a16:creationId xmlns:a16="http://schemas.microsoft.com/office/drawing/2014/main" id="{9A9C24E1-9174-4763-9D2F-6D9761954E35}"/>
              </a:ext>
            </a:extLst>
          </p:cNvPr>
          <p:cNvSpPr>
            <a:spLocks noGrp="1"/>
          </p:cNvSpPr>
          <p:nvPr/>
        </p:nvSpPr>
        <p:spPr>
          <a:xfrm>
            <a:off x="440549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3710">
            <a:extLst>
              <a:ext uri="{FF2B5EF4-FFF2-40B4-BE49-F238E27FC236}">
                <a16:creationId xmlns:a16="http://schemas.microsoft.com/office/drawing/2014/main" id="{6FEDD732-1947-49FA-9B0D-46130EB3133C}"/>
              </a:ext>
            </a:extLst>
          </p:cNvPr>
          <p:cNvSpPr>
            <a:spLocks noGrp="1"/>
          </p:cNvSpPr>
          <p:nvPr/>
        </p:nvSpPr>
        <p:spPr>
          <a:xfrm>
            <a:off x="43235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3711">
            <a:extLst>
              <a:ext uri="{FF2B5EF4-FFF2-40B4-BE49-F238E27FC236}">
                <a16:creationId xmlns:a16="http://schemas.microsoft.com/office/drawing/2014/main" id="{8DD8660A-72CB-4EDA-8795-61E8BE9571FB}"/>
              </a:ext>
            </a:extLst>
          </p:cNvPr>
          <p:cNvSpPr>
            <a:spLocks noGrp="1"/>
          </p:cNvSpPr>
          <p:nvPr/>
        </p:nvSpPr>
        <p:spPr>
          <a:xfrm>
            <a:off x="43797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3712">
            <a:extLst>
              <a:ext uri="{FF2B5EF4-FFF2-40B4-BE49-F238E27FC236}">
                <a16:creationId xmlns:a16="http://schemas.microsoft.com/office/drawing/2014/main" id="{39F0C369-9B7B-45ED-98CB-F10A0A2FB7B0}"/>
              </a:ext>
            </a:extLst>
          </p:cNvPr>
          <p:cNvSpPr>
            <a:spLocks noGrp="1"/>
          </p:cNvSpPr>
          <p:nvPr/>
        </p:nvSpPr>
        <p:spPr>
          <a:xfrm>
            <a:off x="42862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3713">
            <a:extLst>
              <a:ext uri="{FF2B5EF4-FFF2-40B4-BE49-F238E27FC236}">
                <a16:creationId xmlns:a16="http://schemas.microsoft.com/office/drawing/2014/main" id="{99BEB6CD-6647-4DD7-9FBC-E1CCFB3AF15A}"/>
              </a:ext>
            </a:extLst>
          </p:cNvPr>
          <p:cNvSpPr>
            <a:spLocks noGrp="1"/>
          </p:cNvSpPr>
          <p:nvPr/>
        </p:nvSpPr>
        <p:spPr>
          <a:xfrm>
            <a:off x="43703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3714">
            <a:extLst>
              <a:ext uri="{FF2B5EF4-FFF2-40B4-BE49-F238E27FC236}">
                <a16:creationId xmlns:a16="http://schemas.microsoft.com/office/drawing/2014/main" id="{C98BBEA6-36CB-4DD5-8A6E-44277BFC15EB}"/>
              </a:ext>
            </a:extLst>
          </p:cNvPr>
          <p:cNvSpPr>
            <a:spLocks noGrp="1"/>
          </p:cNvSpPr>
          <p:nvPr/>
        </p:nvSpPr>
        <p:spPr>
          <a:xfrm>
            <a:off x="4224682" y="3052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3715">
            <a:extLst>
              <a:ext uri="{FF2B5EF4-FFF2-40B4-BE49-F238E27FC236}">
                <a16:creationId xmlns:a16="http://schemas.microsoft.com/office/drawing/2014/main" id="{D2D4F822-3BFA-459B-92EC-307C099B5C44}"/>
              </a:ext>
            </a:extLst>
          </p:cNvPr>
          <p:cNvSpPr>
            <a:spLocks noGrp="1"/>
          </p:cNvSpPr>
          <p:nvPr/>
        </p:nvSpPr>
        <p:spPr>
          <a:xfrm>
            <a:off x="4206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3716">
            <a:extLst>
              <a:ext uri="{FF2B5EF4-FFF2-40B4-BE49-F238E27FC236}">
                <a16:creationId xmlns:a16="http://schemas.microsoft.com/office/drawing/2014/main" id="{D88460D1-1BB9-498C-84D1-14061C04CF04}"/>
              </a:ext>
            </a:extLst>
          </p:cNvPr>
          <p:cNvSpPr>
            <a:spLocks noGrp="1"/>
          </p:cNvSpPr>
          <p:nvPr/>
        </p:nvSpPr>
        <p:spPr>
          <a:xfrm>
            <a:off x="4390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3717">
            <a:extLst>
              <a:ext uri="{FF2B5EF4-FFF2-40B4-BE49-F238E27FC236}">
                <a16:creationId xmlns:a16="http://schemas.microsoft.com/office/drawing/2014/main" id="{F4CDBB90-2968-4197-9D0C-96D59EB9F171}"/>
              </a:ext>
            </a:extLst>
          </p:cNvPr>
          <p:cNvSpPr>
            <a:spLocks noGrp="1"/>
          </p:cNvSpPr>
          <p:nvPr/>
        </p:nvSpPr>
        <p:spPr>
          <a:xfrm>
            <a:off x="4217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3718">
            <a:extLst>
              <a:ext uri="{FF2B5EF4-FFF2-40B4-BE49-F238E27FC236}">
                <a16:creationId xmlns:a16="http://schemas.microsoft.com/office/drawing/2014/main" id="{D7C14F2B-4485-4056-B43E-23F8C8F4A2B6}"/>
              </a:ext>
            </a:extLst>
          </p:cNvPr>
          <p:cNvSpPr>
            <a:spLocks noGrp="1"/>
          </p:cNvSpPr>
          <p:nvPr/>
        </p:nvSpPr>
        <p:spPr>
          <a:xfrm>
            <a:off x="43094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3719">
            <a:extLst>
              <a:ext uri="{FF2B5EF4-FFF2-40B4-BE49-F238E27FC236}">
                <a16:creationId xmlns:a16="http://schemas.microsoft.com/office/drawing/2014/main" id="{EB01752C-4305-463B-8C3F-86773089E701}"/>
              </a:ext>
            </a:extLst>
          </p:cNvPr>
          <p:cNvSpPr>
            <a:spLocks noGrp="1"/>
          </p:cNvSpPr>
          <p:nvPr/>
        </p:nvSpPr>
        <p:spPr>
          <a:xfrm>
            <a:off x="4366395" y="30072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3720">
            <a:extLst>
              <a:ext uri="{FF2B5EF4-FFF2-40B4-BE49-F238E27FC236}">
                <a16:creationId xmlns:a16="http://schemas.microsoft.com/office/drawing/2014/main" id="{6CF6B407-7B35-475E-8428-6040BC45DA7E}"/>
              </a:ext>
            </a:extLst>
          </p:cNvPr>
          <p:cNvSpPr>
            <a:spLocks noGrp="1"/>
          </p:cNvSpPr>
          <p:nvPr/>
        </p:nvSpPr>
        <p:spPr>
          <a:xfrm>
            <a:off x="428387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3721">
            <a:extLst>
              <a:ext uri="{FF2B5EF4-FFF2-40B4-BE49-F238E27FC236}">
                <a16:creationId xmlns:a16="http://schemas.microsoft.com/office/drawing/2014/main" id="{1C356495-B22B-43AC-ADA5-D5E5311C77E0}"/>
              </a:ext>
            </a:extLst>
          </p:cNvPr>
          <p:cNvSpPr>
            <a:spLocks noGrp="1"/>
          </p:cNvSpPr>
          <p:nvPr/>
        </p:nvSpPr>
        <p:spPr>
          <a:xfrm>
            <a:off x="43852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3722">
            <a:extLst>
              <a:ext uri="{FF2B5EF4-FFF2-40B4-BE49-F238E27FC236}">
                <a16:creationId xmlns:a16="http://schemas.microsoft.com/office/drawing/2014/main" id="{CBA1966B-290C-440A-A12C-B510942580CC}"/>
              </a:ext>
            </a:extLst>
          </p:cNvPr>
          <p:cNvSpPr>
            <a:spLocks noGrp="1"/>
          </p:cNvSpPr>
          <p:nvPr/>
        </p:nvSpPr>
        <p:spPr>
          <a:xfrm>
            <a:off x="424999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3723">
            <a:extLst>
              <a:ext uri="{FF2B5EF4-FFF2-40B4-BE49-F238E27FC236}">
                <a16:creationId xmlns:a16="http://schemas.microsoft.com/office/drawing/2014/main" id="{B76B255F-1367-465F-A5E9-2B4305B9E108}"/>
              </a:ext>
            </a:extLst>
          </p:cNvPr>
          <p:cNvSpPr>
            <a:spLocks noGrp="1"/>
          </p:cNvSpPr>
          <p:nvPr/>
        </p:nvSpPr>
        <p:spPr>
          <a:xfrm>
            <a:off x="4326911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3724">
            <a:extLst>
              <a:ext uri="{FF2B5EF4-FFF2-40B4-BE49-F238E27FC236}">
                <a16:creationId xmlns:a16="http://schemas.microsoft.com/office/drawing/2014/main" id="{39C9551C-2C0D-4638-B0E7-8DF34F953CE1}"/>
              </a:ext>
            </a:extLst>
          </p:cNvPr>
          <p:cNvSpPr>
            <a:spLocks noGrp="1"/>
          </p:cNvSpPr>
          <p:nvPr/>
        </p:nvSpPr>
        <p:spPr>
          <a:xfrm>
            <a:off x="4204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3725">
            <a:extLst>
              <a:ext uri="{FF2B5EF4-FFF2-40B4-BE49-F238E27FC236}">
                <a16:creationId xmlns:a16="http://schemas.microsoft.com/office/drawing/2014/main" id="{D83A0D62-F080-430F-9628-8DA58C9F2312}"/>
              </a:ext>
            </a:extLst>
          </p:cNvPr>
          <p:cNvSpPr>
            <a:spLocks noGrp="1"/>
          </p:cNvSpPr>
          <p:nvPr/>
        </p:nvSpPr>
        <p:spPr>
          <a:xfrm>
            <a:off x="442569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3726">
            <a:extLst>
              <a:ext uri="{FF2B5EF4-FFF2-40B4-BE49-F238E27FC236}">
                <a16:creationId xmlns:a16="http://schemas.microsoft.com/office/drawing/2014/main" id="{3CA59FF4-E485-45D5-932A-EBF55BECD0F5}"/>
              </a:ext>
            </a:extLst>
          </p:cNvPr>
          <p:cNvSpPr>
            <a:spLocks noGrp="1"/>
          </p:cNvSpPr>
          <p:nvPr/>
        </p:nvSpPr>
        <p:spPr>
          <a:xfrm>
            <a:off x="438384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3727">
            <a:extLst>
              <a:ext uri="{FF2B5EF4-FFF2-40B4-BE49-F238E27FC236}">
                <a16:creationId xmlns:a16="http://schemas.microsoft.com/office/drawing/2014/main" id="{01038982-1F32-442B-88B6-395A0636DB23}"/>
              </a:ext>
            </a:extLst>
          </p:cNvPr>
          <p:cNvSpPr>
            <a:spLocks noGrp="1"/>
          </p:cNvSpPr>
          <p:nvPr/>
        </p:nvSpPr>
        <p:spPr>
          <a:xfrm>
            <a:off x="437604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3728">
            <a:extLst>
              <a:ext uri="{FF2B5EF4-FFF2-40B4-BE49-F238E27FC236}">
                <a16:creationId xmlns:a16="http://schemas.microsoft.com/office/drawing/2014/main" id="{5E8D3952-C8D4-45F5-B1E3-1135CC4FC5E6}"/>
              </a:ext>
            </a:extLst>
          </p:cNvPr>
          <p:cNvSpPr>
            <a:spLocks noGrp="1"/>
          </p:cNvSpPr>
          <p:nvPr/>
        </p:nvSpPr>
        <p:spPr>
          <a:xfrm>
            <a:off x="4224270" y="2917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3729">
            <a:extLst>
              <a:ext uri="{FF2B5EF4-FFF2-40B4-BE49-F238E27FC236}">
                <a16:creationId xmlns:a16="http://schemas.microsoft.com/office/drawing/2014/main" id="{E4C46764-DE90-4B6A-85C3-CC8CCBE1DEA1}"/>
              </a:ext>
            </a:extLst>
          </p:cNvPr>
          <p:cNvSpPr>
            <a:spLocks noGrp="1"/>
          </p:cNvSpPr>
          <p:nvPr/>
        </p:nvSpPr>
        <p:spPr>
          <a:xfrm>
            <a:off x="44123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3730">
            <a:extLst>
              <a:ext uri="{FF2B5EF4-FFF2-40B4-BE49-F238E27FC236}">
                <a16:creationId xmlns:a16="http://schemas.microsoft.com/office/drawing/2014/main" id="{DF0DC167-783F-4A7D-A130-D5B6CAE1B2AE}"/>
              </a:ext>
            </a:extLst>
          </p:cNvPr>
          <p:cNvSpPr>
            <a:spLocks noGrp="1"/>
          </p:cNvSpPr>
          <p:nvPr/>
        </p:nvSpPr>
        <p:spPr>
          <a:xfrm>
            <a:off x="438275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3731">
            <a:extLst>
              <a:ext uri="{FF2B5EF4-FFF2-40B4-BE49-F238E27FC236}">
                <a16:creationId xmlns:a16="http://schemas.microsoft.com/office/drawing/2014/main" id="{E12FD0F5-D56F-420C-AAC6-611B1C0D497D}"/>
              </a:ext>
            </a:extLst>
          </p:cNvPr>
          <p:cNvSpPr>
            <a:spLocks noGrp="1"/>
          </p:cNvSpPr>
          <p:nvPr/>
        </p:nvSpPr>
        <p:spPr>
          <a:xfrm>
            <a:off x="4321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3732">
            <a:extLst>
              <a:ext uri="{FF2B5EF4-FFF2-40B4-BE49-F238E27FC236}">
                <a16:creationId xmlns:a16="http://schemas.microsoft.com/office/drawing/2014/main" id="{480D56EE-D739-4821-87C9-398D151933A4}"/>
              </a:ext>
            </a:extLst>
          </p:cNvPr>
          <p:cNvSpPr>
            <a:spLocks noGrp="1"/>
          </p:cNvSpPr>
          <p:nvPr/>
        </p:nvSpPr>
        <p:spPr>
          <a:xfrm>
            <a:off x="43319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3733">
            <a:extLst>
              <a:ext uri="{FF2B5EF4-FFF2-40B4-BE49-F238E27FC236}">
                <a16:creationId xmlns:a16="http://schemas.microsoft.com/office/drawing/2014/main" id="{13C39ECB-9350-405A-B81B-091C9B32EAB9}"/>
              </a:ext>
            </a:extLst>
          </p:cNvPr>
          <p:cNvSpPr>
            <a:spLocks noGrp="1"/>
          </p:cNvSpPr>
          <p:nvPr/>
        </p:nvSpPr>
        <p:spPr>
          <a:xfrm>
            <a:off x="428957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3734">
            <a:extLst>
              <a:ext uri="{FF2B5EF4-FFF2-40B4-BE49-F238E27FC236}">
                <a16:creationId xmlns:a16="http://schemas.microsoft.com/office/drawing/2014/main" id="{C6F4FD27-2690-4A02-89A3-228F0BD2BF52}"/>
              </a:ext>
            </a:extLst>
          </p:cNvPr>
          <p:cNvSpPr>
            <a:spLocks noGrp="1"/>
          </p:cNvSpPr>
          <p:nvPr/>
        </p:nvSpPr>
        <p:spPr>
          <a:xfrm>
            <a:off x="43510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3735">
            <a:extLst>
              <a:ext uri="{FF2B5EF4-FFF2-40B4-BE49-F238E27FC236}">
                <a16:creationId xmlns:a16="http://schemas.microsoft.com/office/drawing/2014/main" id="{24CB0345-1CEF-432B-B016-A1EE5D370628}"/>
              </a:ext>
            </a:extLst>
          </p:cNvPr>
          <p:cNvSpPr>
            <a:spLocks noGrp="1"/>
          </p:cNvSpPr>
          <p:nvPr/>
        </p:nvSpPr>
        <p:spPr>
          <a:xfrm>
            <a:off x="42156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3736">
            <a:extLst>
              <a:ext uri="{FF2B5EF4-FFF2-40B4-BE49-F238E27FC236}">
                <a16:creationId xmlns:a16="http://schemas.microsoft.com/office/drawing/2014/main" id="{095FB8DC-1A99-49B5-8248-3920591A4753}"/>
              </a:ext>
            </a:extLst>
          </p:cNvPr>
          <p:cNvSpPr>
            <a:spLocks noGrp="1"/>
          </p:cNvSpPr>
          <p:nvPr/>
        </p:nvSpPr>
        <p:spPr>
          <a:xfrm>
            <a:off x="428399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3737">
            <a:extLst>
              <a:ext uri="{FF2B5EF4-FFF2-40B4-BE49-F238E27FC236}">
                <a16:creationId xmlns:a16="http://schemas.microsoft.com/office/drawing/2014/main" id="{87C823EA-194A-48EC-B7F8-8B925BA6AF0D}"/>
              </a:ext>
            </a:extLst>
          </p:cNvPr>
          <p:cNvSpPr>
            <a:spLocks noGrp="1"/>
          </p:cNvSpPr>
          <p:nvPr/>
        </p:nvSpPr>
        <p:spPr>
          <a:xfrm>
            <a:off x="4281383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3738">
            <a:extLst>
              <a:ext uri="{FF2B5EF4-FFF2-40B4-BE49-F238E27FC236}">
                <a16:creationId xmlns:a16="http://schemas.microsoft.com/office/drawing/2014/main" id="{9FB04191-AF81-4962-A6AB-A0E22D754F83}"/>
              </a:ext>
            </a:extLst>
          </p:cNvPr>
          <p:cNvSpPr>
            <a:spLocks noGrp="1"/>
          </p:cNvSpPr>
          <p:nvPr/>
        </p:nvSpPr>
        <p:spPr>
          <a:xfrm>
            <a:off x="442136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3739">
            <a:extLst>
              <a:ext uri="{FF2B5EF4-FFF2-40B4-BE49-F238E27FC236}">
                <a16:creationId xmlns:a16="http://schemas.microsoft.com/office/drawing/2014/main" id="{4BEFCBD6-6106-4BE3-A4C0-B792CDF3B162}"/>
              </a:ext>
            </a:extLst>
          </p:cNvPr>
          <p:cNvSpPr>
            <a:spLocks noGrp="1"/>
          </p:cNvSpPr>
          <p:nvPr/>
        </p:nvSpPr>
        <p:spPr>
          <a:xfrm>
            <a:off x="4412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3740">
            <a:extLst>
              <a:ext uri="{FF2B5EF4-FFF2-40B4-BE49-F238E27FC236}">
                <a16:creationId xmlns:a16="http://schemas.microsoft.com/office/drawing/2014/main" id="{AAFD47E5-B446-4CDF-856A-6B8245D28607}"/>
              </a:ext>
            </a:extLst>
          </p:cNvPr>
          <p:cNvSpPr>
            <a:spLocks noGrp="1"/>
          </p:cNvSpPr>
          <p:nvPr/>
        </p:nvSpPr>
        <p:spPr>
          <a:xfrm>
            <a:off x="43030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3741">
            <a:extLst>
              <a:ext uri="{FF2B5EF4-FFF2-40B4-BE49-F238E27FC236}">
                <a16:creationId xmlns:a16="http://schemas.microsoft.com/office/drawing/2014/main" id="{FF9670DE-A2CC-4640-91A3-66E0193B4352}"/>
              </a:ext>
            </a:extLst>
          </p:cNvPr>
          <p:cNvSpPr>
            <a:spLocks noGrp="1"/>
          </p:cNvSpPr>
          <p:nvPr/>
        </p:nvSpPr>
        <p:spPr>
          <a:xfrm>
            <a:off x="426830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3742">
            <a:extLst>
              <a:ext uri="{FF2B5EF4-FFF2-40B4-BE49-F238E27FC236}">
                <a16:creationId xmlns:a16="http://schemas.microsoft.com/office/drawing/2014/main" id="{629FE10C-46B2-433B-A1E6-66D3C5C92850}"/>
              </a:ext>
            </a:extLst>
          </p:cNvPr>
          <p:cNvSpPr>
            <a:spLocks noGrp="1"/>
          </p:cNvSpPr>
          <p:nvPr/>
        </p:nvSpPr>
        <p:spPr>
          <a:xfrm>
            <a:off x="436591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3743">
            <a:extLst>
              <a:ext uri="{FF2B5EF4-FFF2-40B4-BE49-F238E27FC236}">
                <a16:creationId xmlns:a16="http://schemas.microsoft.com/office/drawing/2014/main" id="{E6B051CD-C036-4796-99EA-23B4D01F126F}"/>
              </a:ext>
            </a:extLst>
          </p:cNvPr>
          <p:cNvSpPr>
            <a:spLocks noGrp="1"/>
          </p:cNvSpPr>
          <p:nvPr/>
        </p:nvSpPr>
        <p:spPr>
          <a:xfrm>
            <a:off x="437905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3744">
            <a:extLst>
              <a:ext uri="{FF2B5EF4-FFF2-40B4-BE49-F238E27FC236}">
                <a16:creationId xmlns:a16="http://schemas.microsoft.com/office/drawing/2014/main" id="{7AD7A435-4A9F-42F9-9922-A1C3C51C0FCB}"/>
              </a:ext>
            </a:extLst>
          </p:cNvPr>
          <p:cNvSpPr>
            <a:spLocks noGrp="1"/>
          </p:cNvSpPr>
          <p:nvPr/>
        </p:nvSpPr>
        <p:spPr>
          <a:xfrm>
            <a:off x="42211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3745">
            <a:extLst>
              <a:ext uri="{FF2B5EF4-FFF2-40B4-BE49-F238E27FC236}">
                <a16:creationId xmlns:a16="http://schemas.microsoft.com/office/drawing/2014/main" id="{E82C80D6-4889-464E-A943-A1DA7D9FB1C4}"/>
              </a:ext>
            </a:extLst>
          </p:cNvPr>
          <p:cNvSpPr>
            <a:spLocks noGrp="1"/>
          </p:cNvSpPr>
          <p:nvPr/>
        </p:nvSpPr>
        <p:spPr>
          <a:xfrm>
            <a:off x="433192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3746">
            <a:extLst>
              <a:ext uri="{FF2B5EF4-FFF2-40B4-BE49-F238E27FC236}">
                <a16:creationId xmlns:a16="http://schemas.microsoft.com/office/drawing/2014/main" id="{CC7DD363-165D-4B00-ADB3-21295011EED2}"/>
              </a:ext>
            </a:extLst>
          </p:cNvPr>
          <p:cNvSpPr>
            <a:spLocks noGrp="1"/>
          </p:cNvSpPr>
          <p:nvPr/>
        </p:nvSpPr>
        <p:spPr>
          <a:xfrm>
            <a:off x="4387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3747">
            <a:extLst>
              <a:ext uri="{FF2B5EF4-FFF2-40B4-BE49-F238E27FC236}">
                <a16:creationId xmlns:a16="http://schemas.microsoft.com/office/drawing/2014/main" id="{625B838A-2BD2-4F3F-8220-55E0273ADB43}"/>
              </a:ext>
            </a:extLst>
          </p:cNvPr>
          <p:cNvSpPr>
            <a:spLocks noGrp="1"/>
          </p:cNvSpPr>
          <p:nvPr/>
        </p:nvSpPr>
        <p:spPr>
          <a:xfrm>
            <a:off x="427153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3748">
            <a:extLst>
              <a:ext uri="{FF2B5EF4-FFF2-40B4-BE49-F238E27FC236}">
                <a16:creationId xmlns:a16="http://schemas.microsoft.com/office/drawing/2014/main" id="{1252F582-F066-42D2-9B32-953AF35EF63B}"/>
              </a:ext>
            </a:extLst>
          </p:cNvPr>
          <p:cNvSpPr>
            <a:spLocks noGrp="1"/>
          </p:cNvSpPr>
          <p:nvPr/>
        </p:nvSpPr>
        <p:spPr>
          <a:xfrm>
            <a:off x="4274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3749">
            <a:extLst>
              <a:ext uri="{FF2B5EF4-FFF2-40B4-BE49-F238E27FC236}">
                <a16:creationId xmlns:a16="http://schemas.microsoft.com/office/drawing/2014/main" id="{E60997D3-CBC5-4598-80ED-825ED7CD6AE2}"/>
              </a:ext>
            </a:extLst>
          </p:cNvPr>
          <p:cNvSpPr>
            <a:spLocks noGrp="1"/>
          </p:cNvSpPr>
          <p:nvPr/>
        </p:nvSpPr>
        <p:spPr>
          <a:xfrm>
            <a:off x="4360827" y="3605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3750">
            <a:extLst>
              <a:ext uri="{FF2B5EF4-FFF2-40B4-BE49-F238E27FC236}">
                <a16:creationId xmlns:a16="http://schemas.microsoft.com/office/drawing/2014/main" id="{DAADF53D-5EB5-4CBF-AB11-94C8A76D11EB}"/>
              </a:ext>
            </a:extLst>
          </p:cNvPr>
          <p:cNvSpPr>
            <a:spLocks noGrp="1"/>
          </p:cNvSpPr>
          <p:nvPr/>
        </p:nvSpPr>
        <p:spPr>
          <a:xfrm>
            <a:off x="427490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3751">
            <a:extLst>
              <a:ext uri="{FF2B5EF4-FFF2-40B4-BE49-F238E27FC236}">
                <a16:creationId xmlns:a16="http://schemas.microsoft.com/office/drawing/2014/main" id="{0A615CB2-0D22-4A26-BC22-23DDDFC51E66}"/>
              </a:ext>
            </a:extLst>
          </p:cNvPr>
          <p:cNvSpPr>
            <a:spLocks noGrp="1"/>
          </p:cNvSpPr>
          <p:nvPr/>
        </p:nvSpPr>
        <p:spPr>
          <a:xfrm>
            <a:off x="4203276" y="38952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3752">
            <a:extLst>
              <a:ext uri="{FF2B5EF4-FFF2-40B4-BE49-F238E27FC236}">
                <a16:creationId xmlns:a16="http://schemas.microsoft.com/office/drawing/2014/main" id="{C8A94971-C835-4949-9051-7B46F75B32B5}"/>
              </a:ext>
            </a:extLst>
          </p:cNvPr>
          <p:cNvSpPr>
            <a:spLocks noGrp="1"/>
          </p:cNvSpPr>
          <p:nvPr/>
        </p:nvSpPr>
        <p:spPr>
          <a:xfrm>
            <a:off x="4207351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3753">
            <a:extLst>
              <a:ext uri="{FF2B5EF4-FFF2-40B4-BE49-F238E27FC236}">
                <a16:creationId xmlns:a16="http://schemas.microsoft.com/office/drawing/2014/main" id="{013C6B94-D1B6-4282-A506-26125AD0F009}"/>
              </a:ext>
            </a:extLst>
          </p:cNvPr>
          <p:cNvSpPr>
            <a:spLocks noGrp="1"/>
          </p:cNvSpPr>
          <p:nvPr/>
        </p:nvSpPr>
        <p:spPr>
          <a:xfrm>
            <a:off x="432308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3754">
            <a:extLst>
              <a:ext uri="{FF2B5EF4-FFF2-40B4-BE49-F238E27FC236}">
                <a16:creationId xmlns:a16="http://schemas.microsoft.com/office/drawing/2014/main" id="{6F9C6AF1-B81C-49D0-9D08-E83B6F4CECBB}"/>
              </a:ext>
            </a:extLst>
          </p:cNvPr>
          <p:cNvSpPr>
            <a:spLocks noGrp="1"/>
          </p:cNvSpPr>
          <p:nvPr/>
        </p:nvSpPr>
        <p:spPr>
          <a:xfrm>
            <a:off x="430026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3755">
            <a:extLst>
              <a:ext uri="{FF2B5EF4-FFF2-40B4-BE49-F238E27FC236}">
                <a16:creationId xmlns:a16="http://schemas.microsoft.com/office/drawing/2014/main" id="{4150CF6A-01BC-4CBA-823B-11611DD9A7DC}"/>
              </a:ext>
            </a:extLst>
          </p:cNvPr>
          <p:cNvSpPr>
            <a:spLocks noGrp="1"/>
          </p:cNvSpPr>
          <p:nvPr/>
        </p:nvSpPr>
        <p:spPr>
          <a:xfrm>
            <a:off x="43450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3756">
            <a:extLst>
              <a:ext uri="{FF2B5EF4-FFF2-40B4-BE49-F238E27FC236}">
                <a16:creationId xmlns:a16="http://schemas.microsoft.com/office/drawing/2014/main" id="{96DC349A-AF3A-48F3-BB8A-C82FE2B4328C}"/>
              </a:ext>
            </a:extLst>
          </p:cNvPr>
          <p:cNvSpPr>
            <a:spLocks noGrp="1"/>
          </p:cNvSpPr>
          <p:nvPr/>
        </p:nvSpPr>
        <p:spPr>
          <a:xfrm>
            <a:off x="43534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3757">
            <a:extLst>
              <a:ext uri="{FF2B5EF4-FFF2-40B4-BE49-F238E27FC236}">
                <a16:creationId xmlns:a16="http://schemas.microsoft.com/office/drawing/2014/main" id="{C8F86F77-2686-43A3-A84F-2474754A6EB8}"/>
              </a:ext>
            </a:extLst>
          </p:cNvPr>
          <p:cNvSpPr>
            <a:spLocks noGrp="1"/>
          </p:cNvSpPr>
          <p:nvPr/>
        </p:nvSpPr>
        <p:spPr>
          <a:xfrm>
            <a:off x="422885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3758">
            <a:extLst>
              <a:ext uri="{FF2B5EF4-FFF2-40B4-BE49-F238E27FC236}">
                <a16:creationId xmlns:a16="http://schemas.microsoft.com/office/drawing/2014/main" id="{0A8E595B-BD46-4A7A-8146-F81ABCA91699}"/>
              </a:ext>
            </a:extLst>
          </p:cNvPr>
          <p:cNvSpPr>
            <a:spLocks noGrp="1"/>
          </p:cNvSpPr>
          <p:nvPr/>
        </p:nvSpPr>
        <p:spPr>
          <a:xfrm>
            <a:off x="4387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3759">
            <a:extLst>
              <a:ext uri="{FF2B5EF4-FFF2-40B4-BE49-F238E27FC236}">
                <a16:creationId xmlns:a16="http://schemas.microsoft.com/office/drawing/2014/main" id="{32D1FFC1-C864-417A-BF31-32F209815225}"/>
              </a:ext>
            </a:extLst>
          </p:cNvPr>
          <p:cNvSpPr>
            <a:spLocks noGrp="1"/>
          </p:cNvSpPr>
          <p:nvPr/>
        </p:nvSpPr>
        <p:spPr>
          <a:xfrm>
            <a:off x="4249529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3760">
            <a:extLst>
              <a:ext uri="{FF2B5EF4-FFF2-40B4-BE49-F238E27FC236}">
                <a16:creationId xmlns:a16="http://schemas.microsoft.com/office/drawing/2014/main" id="{80F5F697-D332-430C-96AA-DB08BA44D6ED}"/>
              </a:ext>
            </a:extLst>
          </p:cNvPr>
          <p:cNvSpPr>
            <a:spLocks noGrp="1"/>
          </p:cNvSpPr>
          <p:nvPr/>
        </p:nvSpPr>
        <p:spPr>
          <a:xfrm>
            <a:off x="4328665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3761">
            <a:extLst>
              <a:ext uri="{FF2B5EF4-FFF2-40B4-BE49-F238E27FC236}">
                <a16:creationId xmlns:a16="http://schemas.microsoft.com/office/drawing/2014/main" id="{63DDAD28-AA25-4D8D-83C0-1F151BB262A5}"/>
              </a:ext>
            </a:extLst>
          </p:cNvPr>
          <p:cNvSpPr>
            <a:spLocks noGrp="1"/>
          </p:cNvSpPr>
          <p:nvPr/>
        </p:nvSpPr>
        <p:spPr>
          <a:xfrm>
            <a:off x="4375484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3762">
            <a:extLst>
              <a:ext uri="{FF2B5EF4-FFF2-40B4-BE49-F238E27FC236}">
                <a16:creationId xmlns:a16="http://schemas.microsoft.com/office/drawing/2014/main" id="{B85A34EC-7BB6-4ABB-8081-F5F9F47A2696}"/>
              </a:ext>
            </a:extLst>
          </p:cNvPr>
          <p:cNvSpPr>
            <a:spLocks noGrp="1"/>
          </p:cNvSpPr>
          <p:nvPr/>
        </p:nvSpPr>
        <p:spPr>
          <a:xfrm>
            <a:off x="42706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3763">
            <a:extLst>
              <a:ext uri="{FF2B5EF4-FFF2-40B4-BE49-F238E27FC236}">
                <a16:creationId xmlns:a16="http://schemas.microsoft.com/office/drawing/2014/main" id="{BDEE5845-1FE8-42CC-82BD-3A08F548C9C3}"/>
              </a:ext>
            </a:extLst>
          </p:cNvPr>
          <p:cNvSpPr>
            <a:spLocks noGrp="1"/>
          </p:cNvSpPr>
          <p:nvPr/>
        </p:nvSpPr>
        <p:spPr>
          <a:xfrm>
            <a:off x="43997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3764">
            <a:extLst>
              <a:ext uri="{FF2B5EF4-FFF2-40B4-BE49-F238E27FC236}">
                <a16:creationId xmlns:a16="http://schemas.microsoft.com/office/drawing/2014/main" id="{FDC8671F-BB75-4CA5-A082-CD2AF52AF8A5}"/>
              </a:ext>
            </a:extLst>
          </p:cNvPr>
          <p:cNvSpPr>
            <a:spLocks noGrp="1"/>
          </p:cNvSpPr>
          <p:nvPr/>
        </p:nvSpPr>
        <p:spPr>
          <a:xfrm>
            <a:off x="435045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3765">
            <a:extLst>
              <a:ext uri="{FF2B5EF4-FFF2-40B4-BE49-F238E27FC236}">
                <a16:creationId xmlns:a16="http://schemas.microsoft.com/office/drawing/2014/main" id="{B339EAC6-2D0B-4668-9992-7BB01229BBDE}"/>
              </a:ext>
            </a:extLst>
          </p:cNvPr>
          <p:cNvSpPr>
            <a:spLocks noGrp="1"/>
          </p:cNvSpPr>
          <p:nvPr/>
        </p:nvSpPr>
        <p:spPr>
          <a:xfrm>
            <a:off x="42204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3766">
            <a:extLst>
              <a:ext uri="{FF2B5EF4-FFF2-40B4-BE49-F238E27FC236}">
                <a16:creationId xmlns:a16="http://schemas.microsoft.com/office/drawing/2014/main" id="{77797F2C-97DC-4509-A613-25D13B3DCCE7}"/>
              </a:ext>
            </a:extLst>
          </p:cNvPr>
          <p:cNvSpPr>
            <a:spLocks noGrp="1"/>
          </p:cNvSpPr>
          <p:nvPr/>
        </p:nvSpPr>
        <p:spPr>
          <a:xfrm>
            <a:off x="4307577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3767">
            <a:extLst>
              <a:ext uri="{FF2B5EF4-FFF2-40B4-BE49-F238E27FC236}">
                <a16:creationId xmlns:a16="http://schemas.microsoft.com/office/drawing/2014/main" id="{72611B92-65F5-439C-807B-D4CE09601AF1}"/>
              </a:ext>
            </a:extLst>
          </p:cNvPr>
          <p:cNvSpPr>
            <a:spLocks noGrp="1"/>
          </p:cNvSpPr>
          <p:nvPr/>
        </p:nvSpPr>
        <p:spPr>
          <a:xfrm>
            <a:off x="43539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3768">
            <a:extLst>
              <a:ext uri="{FF2B5EF4-FFF2-40B4-BE49-F238E27FC236}">
                <a16:creationId xmlns:a16="http://schemas.microsoft.com/office/drawing/2014/main" id="{66AF2C12-2D5F-48CA-BAAE-D1451EA67D39}"/>
              </a:ext>
            </a:extLst>
          </p:cNvPr>
          <p:cNvSpPr>
            <a:spLocks noGrp="1"/>
          </p:cNvSpPr>
          <p:nvPr/>
        </p:nvSpPr>
        <p:spPr>
          <a:xfrm>
            <a:off x="44203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3769">
            <a:extLst>
              <a:ext uri="{FF2B5EF4-FFF2-40B4-BE49-F238E27FC236}">
                <a16:creationId xmlns:a16="http://schemas.microsoft.com/office/drawing/2014/main" id="{7303354B-69CE-449B-B7DE-46D464303B78}"/>
              </a:ext>
            </a:extLst>
          </p:cNvPr>
          <p:cNvSpPr>
            <a:spLocks noGrp="1"/>
          </p:cNvSpPr>
          <p:nvPr/>
        </p:nvSpPr>
        <p:spPr>
          <a:xfrm>
            <a:off x="439615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3770">
            <a:extLst>
              <a:ext uri="{FF2B5EF4-FFF2-40B4-BE49-F238E27FC236}">
                <a16:creationId xmlns:a16="http://schemas.microsoft.com/office/drawing/2014/main" id="{44A43741-CFF9-4239-93FB-91F4B7FF32C0}"/>
              </a:ext>
            </a:extLst>
          </p:cNvPr>
          <p:cNvSpPr>
            <a:spLocks noGrp="1"/>
          </p:cNvSpPr>
          <p:nvPr/>
        </p:nvSpPr>
        <p:spPr>
          <a:xfrm>
            <a:off x="42769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3771">
            <a:extLst>
              <a:ext uri="{FF2B5EF4-FFF2-40B4-BE49-F238E27FC236}">
                <a16:creationId xmlns:a16="http://schemas.microsoft.com/office/drawing/2014/main" id="{27FC1697-1AD6-4620-9CF8-ABA17E308AFF}"/>
              </a:ext>
            </a:extLst>
          </p:cNvPr>
          <p:cNvSpPr>
            <a:spLocks noGrp="1"/>
          </p:cNvSpPr>
          <p:nvPr/>
        </p:nvSpPr>
        <p:spPr>
          <a:xfrm>
            <a:off x="42399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3772">
            <a:extLst>
              <a:ext uri="{FF2B5EF4-FFF2-40B4-BE49-F238E27FC236}">
                <a16:creationId xmlns:a16="http://schemas.microsoft.com/office/drawing/2014/main" id="{A8AC6FAF-10E6-4DD4-B0FE-E6AEE74799A9}"/>
              </a:ext>
            </a:extLst>
          </p:cNvPr>
          <p:cNvSpPr>
            <a:spLocks noGrp="1"/>
          </p:cNvSpPr>
          <p:nvPr/>
        </p:nvSpPr>
        <p:spPr>
          <a:xfrm>
            <a:off x="4417021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3773">
            <a:extLst>
              <a:ext uri="{FF2B5EF4-FFF2-40B4-BE49-F238E27FC236}">
                <a16:creationId xmlns:a16="http://schemas.microsoft.com/office/drawing/2014/main" id="{04249C92-9CDE-40A5-BE15-54F1221BA773}"/>
              </a:ext>
            </a:extLst>
          </p:cNvPr>
          <p:cNvSpPr>
            <a:spLocks noGrp="1"/>
          </p:cNvSpPr>
          <p:nvPr/>
        </p:nvSpPr>
        <p:spPr>
          <a:xfrm>
            <a:off x="44020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3774">
            <a:extLst>
              <a:ext uri="{FF2B5EF4-FFF2-40B4-BE49-F238E27FC236}">
                <a16:creationId xmlns:a16="http://schemas.microsoft.com/office/drawing/2014/main" id="{967C5FFD-980F-40AF-AA55-4C2FD49052BF}"/>
              </a:ext>
            </a:extLst>
          </p:cNvPr>
          <p:cNvSpPr>
            <a:spLocks noGrp="1"/>
          </p:cNvSpPr>
          <p:nvPr/>
        </p:nvSpPr>
        <p:spPr>
          <a:xfrm>
            <a:off x="425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3775">
            <a:extLst>
              <a:ext uri="{FF2B5EF4-FFF2-40B4-BE49-F238E27FC236}">
                <a16:creationId xmlns:a16="http://schemas.microsoft.com/office/drawing/2014/main" id="{7A0C4E50-D79F-4C6F-9CEB-09FF15ABB007}"/>
              </a:ext>
            </a:extLst>
          </p:cNvPr>
          <p:cNvSpPr>
            <a:spLocks noGrp="1"/>
          </p:cNvSpPr>
          <p:nvPr/>
        </p:nvSpPr>
        <p:spPr>
          <a:xfrm>
            <a:off x="4350609" y="2817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3776">
            <a:extLst>
              <a:ext uri="{FF2B5EF4-FFF2-40B4-BE49-F238E27FC236}">
                <a16:creationId xmlns:a16="http://schemas.microsoft.com/office/drawing/2014/main" id="{16AFFE51-E23A-4970-B39B-755B2AD1D741}"/>
              </a:ext>
            </a:extLst>
          </p:cNvPr>
          <p:cNvSpPr>
            <a:spLocks noGrp="1"/>
          </p:cNvSpPr>
          <p:nvPr/>
        </p:nvSpPr>
        <p:spPr>
          <a:xfrm>
            <a:off x="442615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3777">
            <a:extLst>
              <a:ext uri="{FF2B5EF4-FFF2-40B4-BE49-F238E27FC236}">
                <a16:creationId xmlns:a16="http://schemas.microsoft.com/office/drawing/2014/main" id="{8942D9B6-10DF-4751-AD13-D4C269D4A112}"/>
              </a:ext>
            </a:extLst>
          </p:cNvPr>
          <p:cNvSpPr>
            <a:spLocks noGrp="1"/>
          </p:cNvSpPr>
          <p:nvPr/>
        </p:nvSpPr>
        <p:spPr>
          <a:xfrm>
            <a:off x="42847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3778">
            <a:extLst>
              <a:ext uri="{FF2B5EF4-FFF2-40B4-BE49-F238E27FC236}">
                <a16:creationId xmlns:a16="http://schemas.microsoft.com/office/drawing/2014/main" id="{770EC61B-A77B-49BB-99CC-7C0964DFF51A}"/>
              </a:ext>
            </a:extLst>
          </p:cNvPr>
          <p:cNvSpPr>
            <a:spLocks noGrp="1"/>
          </p:cNvSpPr>
          <p:nvPr/>
        </p:nvSpPr>
        <p:spPr>
          <a:xfrm>
            <a:off x="4305150" y="39243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3779">
            <a:extLst>
              <a:ext uri="{FF2B5EF4-FFF2-40B4-BE49-F238E27FC236}">
                <a16:creationId xmlns:a16="http://schemas.microsoft.com/office/drawing/2014/main" id="{E9EA37AB-41E5-4682-B0F5-3D44A4336F8A}"/>
              </a:ext>
            </a:extLst>
          </p:cNvPr>
          <p:cNvSpPr>
            <a:spLocks noGrp="1"/>
          </p:cNvSpPr>
          <p:nvPr/>
        </p:nvSpPr>
        <p:spPr>
          <a:xfrm>
            <a:off x="4231255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3780">
            <a:extLst>
              <a:ext uri="{FF2B5EF4-FFF2-40B4-BE49-F238E27FC236}">
                <a16:creationId xmlns:a16="http://schemas.microsoft.com/office/drawing/2014/main" id="{D6BA644A-5FBB-4AC2-83E7-D4D74BE02A55}"/>
              </a:ext>
            </a:extLst>
          </p:cNvPr>
          <p:cNvSpPr>
            <a:spLocks noGrp="1"/>
          </p:cNvSpPr>
          <p:nvPr/>
        </p:nvSpPr>
        <p:spPr>
          <a:xfrm>
            <a:off x="42927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3781">
            <a:extLst>
              <a:ext uri="{FF2B5EF4-FFF2-40B4-BE49-F238E27FC236}">
                <a16:creationId xmlns:a16="http://schemas.microsoft.com/office/drawing/2014/main" id="{5F7E7204-8B33-43B3-A968-324D649F2C4F}"/>
              </a:ext>
            </a:extLst>
          </p:cNvPr>
          <p:cNvSpPr>
            <a:spLocks noGrp="1"/>
          </p:cNvSpPr>
          <p:nvPr/>
        </p:nvSpPr>
        <p:spPr>
          <a:xfrm>
            <a:off x="42415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3782">
            <a:extLst>
              <a:ext uri="{FF2B5EF4-FFF2-40B4-BE49-F238E27FC236}">
                <a16:creationId xmlns:a16="http://schemas.microsoft.com/office/drawing/2014/main" id="{FABD59B5-893D-4814-80AD-90F08980C7EF}"/>
              </a:ext>
            </a:extLst>
          </p:cNvPr>
          <p:cNvSpPr>
            <a:spLocks noGrp="1"/>
          </p:cNvSpPr>
          <p:nvPr/>
        </p:nvSpPr>
        <p:spPr>
          <a:xfrm>
            <a:off x="42460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3783">
            <a:extLst>
              <a:ext uri="{FF2B5EF4-FFF2-40B4-BE49-F238E27FC236}">
                <a16:creationId xmlns:a16="http://schemas.microsoft.com/office/drawing/2014/main" id="{24EC34DD-403D-46ED-A623-DC435CC00ED8}"/>
              </a:ext>
            </a:extLst>
          </p:cNvPr>
          <p:cNvSpPr>
            <a:spLocks noGrp="1"/>
          </p:cNvSpPr>
          <p:nvPr/>
        </p:nvSpPr>
        <p:spPr>
          <a:xfrm>
            <a:off x="4230129" y="39722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3784">
            <a:extLst>
              <a:ext uri="{FF2B5EF4-FFF2-40B4-BE49-F238E27FC236}">
                <a16:creationId xmlns:a16="http://schemas.microsoft.com/office/drawing/2014/main" id="{5D0C1A48-7C7A-481C-833D-AD35B9769933}"/>
              </a:ext>
            </a:extLst>
          </p:cNvPr>
          <p:cNvSpPr>
            <a:spLocks noGrp="1"/>
          </p:cNvSpPr>
          <p:nvPr/>
        </p:nvSpPr>
        <p:spPr>
          <a:xfrm>
            <a:off x="421939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3785">
            <a:extLst>
              <a:ext uri="{FF2B5EF4-FFF2-40B4-BE49-F238E27FC236}">
                <a16:creationId xmlns:a16="http://schemas.microsoft.com/office/drawing/2014/main" id="{DEF21B05-D5CE-4DDB-86AE-D55E229E8624}"/>
              </a:ext>
            </a:extLst>
          </p:cNvPr>
          <p:cNvSpPr>
            <a:spLocks noGrp="1"/>
          </p:cNvSpPr>
          <p:nvPr/>
        </p:nvSpPr>
        <p:spPr>
          <a:xfrm>
            <a:off x="43218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3786">
            <a:extLst>
              <a:ext uri="{FF2B5EF4-FFF2-40B4-BE49-F238E27FC236}">
                <a16:creationId xmlns:a16="http://schemas.microsoft.com/office/drawing/2014/main" id="{A642C7EF-C703-49E9-971B-E730E2E42323}"/>
              </a:ext>
            </a:extLst>
          </p:cNvPr>
          <p:cNvSpPr>
            <a:spLocks noGrp="1"/>
          </p:cNvSpPr>
          <p:nvPr/>
        </p:nvSpPr>
        <p:spPr>
          <a:xfrm>
            <a:off x="1188244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0" name="data_3787">
            <a:extLst>
              <a:ext uri="{FF2B5EF4-FFF2-40B4-BE49-F238E27FC236}">
                <a16:creationId xmlns:a16="http://schemas.microsoft.com/office/drawing/2014/main" id="{AF9DA712-CC05-45CB-BABE-9C41ABFD1E77}"/>
              </a:ext>
            </a:extLst>
          </p:cNvPr>
          <p:cNvSpPr>
            <a:spLocks noGrp="1"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1" name="text_3788">
            <a:extLst>
              <a:ext uri="{FF2B5EF4-FFF2-40B4-BE49-F238E27FC236}">
                <a16:creationId xmlns:a16="http://schemas.microsoft.com/office/drawing/2014/main" id="{96E578E6-9BB7-471B-A7BB-CD23961B8626}"/>
              </a:ext>
            </a:extLst>
          </p:cNvPr>
          <p:cNvSpPr>
            <a:spLocks noGrp="1"/>
          </p:cNvSpPr>
          <p:nvPr/>
        </p:nvSpPr>
        <p:spPr>
          <a:xfrm>
            <a:off x="709414" y="1897352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3789">
            <a:extLst>
              <a:ext uri="{FF2B5EF4-FFF2-40B4-BE49-F238E27FC236}">
                <a16:creationId xmlns:a16="http://schemas.microsoft.com/office/drawing/2014/main" id="{3B7C8A64-0810-459D-8EEC-AB7A53A4B5C2}"/>
              </a:ext>
            </a:extLst>
          </p:cNvPr>
          <p:cNvSpPr>
            <a:spLocks noGrp="1"/>
          </p:cNvSpPr>
          <p:nvPr/>
        </p:nvSpPr>
        <p:spPr>
          <a:xfrm>
            <a:off x="1188244" y="1919926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3790">
            <a:extLst>
              <a:ext uri="{FF2B5EF4-FFF2-40B4-BE49-F238E27FC236}">
                <a16:creationId xmlns:a16="http://schemas.microsoft.com/office/drawing/2014/main" id="{90969851-01B3-4568-89C0-29D62AF30FDC}"/>
              </a:ext>
            </a:extLst>
          </p:cNvPr>
          <p:cNvSpPr>
            <a:spLocks noGrp="1"/>
          </p:cNvSpPr>
          <p:nvPr/>
        </p:nvSpPr>
        <p:spPr>
          <a:xfrm>
            <a:off x="1491033" y="3970885"/>
            <a:ext cx="191" cy="26416"/>
          </a:xfrm>
          <a:custGeom>
            <a:avLst/>
            <a:gdLst/>
            <a:ahLst/>
            <a:cxnLst/>
            <a:rect l="0" t="0" r="0" b="0"/>
            <a:pathLst>
              <a:path w="191" h="26416">
                <a:moveTo>
                  <a:pt x="0" y="2641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4" name="data_3791">
            <a:extLst>
              <a:ext uri="{FF2B5EF4-FFF2-40B4-BE49-F238E27FC236}">
                <a16:creationId xmlns:a16="http://schemas.microsoft.com/office/drawing/2014/main" id="{1D5F3FC8-8B4A-47C6-9CCC-8CDBFE5E00B3}"/>
              </a:ext>
            </a:extLst>
          </p:cNvPr>
          <p:cNvSpPr>
            <a:spLocks noGrp="1"/>
          </p:cNvSpPr>
          <p:nvPr/>
        </p:nvSpPr>
        <p:spPr>
          <a:xfrm>
            <a:off x="1956863" y="2311878"/>
            <a:ext cx="191" cy="1123615"/>
          </a:xfrm>
          <a:custGeom>
            <a:avLst/>
            <a:gdLst/>
            <a:ahLst/>
            <a:cxnLst/>
            <a:rect l="0" t="0" r="0" b="0"/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5" name="data_3792">
            <a:extLst>
              <a:ext uri="{FF2B5EF4-FFF2-40B4-BE49-F238E27FC236}">
                <a16:creationId xmlns:a16="http://schemas.microsoft.com/office/drawing/2014/main" id="{AA2FB1AA-AADB-4DB8-9F9C-46FD8799D8DB}"/>
              </a:ext>
            </a:extLst>
          </p:cNvPr>
          <p:cNvSpPr>
            <a:spLocks noGrp="1"/>
          </p:cNvSpPr>
          <p:nvPr/>
        </p:nvSpPr>
        <p:spPr>
          <a:xfrm>
            <a:off x="2422694" y="2311878"/>
            <a:ext cx="191" cy="653101"/>
          </a:xfrm>
          <a:custGeom>
            <a:avLst/>
            <a:gdLst/>
            <a:ahLst/>
            <a:cxnLst/>
            <a:rect l="0" t="0" r="0" b="0"/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6" name="data_3793">
            <a:extLst>
              <a:ext uri="{FF2B5EF4-FFF2-40B4-BE49-F238E27FC236}">
                <a16:creationId xmlns:a16="http://schemas.microsoft.com/office/drawing/2014/main" id="{28B222ED-6C54-4A94-AD82-F95A26E24862}"/>
              </a:ext>
            </a:extLst>
          </p:cNvPr>
          <p:cNvSpPr>
            <a:spLocks noGrp="1"/>
          </p:cNvSpPr>
          <p:nvPr/>
        </p:nvSpPr>
        <p:spPr>
          <a:xfrm>
            <a:off x="3400937" y="3154589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7" name="data_3794">
            <a:extLst>
              <a:ext uri="{FF2B5EF4-FFF2-40B4-BE49-F238E27FC236}">
                <a16:creationId xmlns:a16="http://schemas.microsoft.com/office/drawing/2014/main" id="{35FF9DB3-0F84-400D-8359-72F65DFD63C2}"/>
              </a:ext>
            </a:extLst>
          </p:cNvPr>
          <p:cNvSpPr>
            <a:spLocks noGrp="1"/>
          </p:cNvSpPr>
          <p:nvPr/>
        </p:nvSpPr>
        <p:spPr>
          <a:xfrm>
            <a:off x="3866767" y="2311878"/>
            <a:ext cx="191" cy="1191835"/>
          </a:xfrm>
          <a:custGeom>
            <a:avLst/>
            <a:gdLst/>
            <a:ahLst/>
            <a:cxnLst/>
            <a:rect l="0" t="0" r="0" b="0"/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8" name="data_3795">
            <a:extLst>
              <a:ext uri="{FF2B5EF4-FFF2-40B4-BE49-F238E27FC236}">
                <a16:creationId xmlns:a16="http://schemas.microsoft.com/office/drawing/2014/main" id="{C967DBA3-3517-4B9C-AE22-6E9959B813D1}"/>
              </a:ext>
            </a:extLst>
          </p:cNvPr>
          <p:cNvSpPr>
            <a:spLocks noGrp="1"/>
          </p:cNvSpPr>
          <p:nvPr/>
        </p:nvSpPr>
        <p:spPr>
          <a:xfrm>
            <a:off x="4332597" y="2311878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9" name="data_3796">
            <a:extLst>
              <a:ext uri="{FF2B5EF4-FFF2-40B4-BE49-F238E27FC236}">
                <a16:creationId xmlns:a16="http://schemas.microsoft.com/office/drawing/2014/main" id="{378D8BDE-D7A3-45CA-B7FA-B19E6C389ED0}"/>
              </a:ext>
            </a:extLst>
          </p:cNvPr>
          <p:cNvSpPr>
            <a:spLocks noGrp="1"/>
          </p:cNvSpPr>
          <p:nvPr/>
        </p:nvSpPr>
        <p:spPr>
          <a:xfrm>
            <a:off x="1455564" y="3958901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0" name="data_3797">
            <a:extLst>
              <a:ext uri="{FF2B5EF4-FFF2-40B4-BE49-F238E27FC236}">
                <a16:creationId xmlns:a16="http://schemas.microsoft.com/office/drawing/2014/main" id="{FCF091AD-4271-4862-96A8-78852510E026}"/>
              </a:ext>
            </a:extLst>
          </p:cNvPr>
          <p:cNvSpPr>
            <a:spLocks noGrp="1"/>
          </p:cNvSpPr>
          <p:nvPr/>
        </p:nvSpPr>
        <p:spPr>
          <a:xfrm>
            <a:off x="1921395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1" name="data_3798">
            <a:extLst>
              <a:ext uri="{FF2B5EF4-FFF2-40B4-BE49-F238E27FC236}">
                <a16:creationId xmlns:a16="http://schemas.microsoft.com/office/drawing/2014/main" id="{F0620D1C-D7B6-44B9-81A1-19DFA6A68863}"/>
              </a:ext>
            </a:extLst>
          </p:cNvPr>
          <p:cNvSpPr>
            <a:spLocks noGrp="1"/>
          </p:cNvSpPr>
          <p:nvPr/>
        </p:nvSpPr>
        <p:spPr>
          <a:xfrm>
            <a:off x="238722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2" name="data_3799">
            <a:extLst>
              <a:ext uri="{FF2B5EF4-FFF2-40B4-BE49-F238E27FC236}">
                <a16:creationId xmlns:a16="http://schemas.microsoft.com/office/drawing/2014/main" id="{61BEC128-849C-4E15-AE3C-E8B1F3AF2048}"/>
              </a:ext>
            </a:extLst>
          </p:cNvPr>
          <p:cNvSpPr>
            <a:spLocks noGrp="1"/>
          </p:cNvSpPr>
          <p:nvPr/>
        </p:nvSpPr>
        <p:spPr>
          <a:xfrm>
            <a:off x="3365468" y="372105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3" name="data_3800">
            <a:extLst>
              <a:ext uri="{FF2B5EF4-FFF2-40B4-BE49-F238E27FC236}">
                <a16:creationId xmlns:a16="http://schemas.microsoft.com/office/drawing/2014/main" id="{19CB05C1-40C1-45B7-BB3B-FB16758EA13E}"/>
              </a:ext>
            </a:extLst>
          </p:cNvPr>
          <p:cNvSpPr>
            <a:spLocks noGrp="1"/>
          </p:cNvSpPr>
          <p:nvPr/>
        </p:nvSpPr>
        <p:spPr>
          <a:xfrm>
            <a:off x="3831298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4" name="data_3801">
            <a:extLst>
              <a:ext uri="{FF2B5EF4-FFF2-40B4-BE49-F238E27FC236}">
                <a16:creationId xmlns:a16="http://schemas.microsoft.com/office/drawing/2014/main" id="{F74EFD52-FE35-4EDA-A0D6-18B2D7089D4E}"/>
              </a:ext>
            </a:extLst>
          </p:cNvPr>
          <p:cNvSpPr>
            <a:spLocks noGrp="1"/>
          </p:cNvSpPr>
          <p:nvPr/>
        </p:nvSpPr>
        <p:spPr>
          <a:xfrm>
            <a:off x="4297128" y="264280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5" name="data_3802">
            <a:extLst>
              <a:ext uri="{FF2B5EF4-FFF2-40B4-BE49-F238E27FC236}">
                <a16:creationId xmlns:a16="http://schemas.microsoft.com/office/drawing/2014/main" id="{CF2937AD-B86B-408A-A2A0-6D9AC03F4CA8}"/>
              </a:ext>
            </a:extLst>
          </p:cNvPr>
          <p:cNvSpPr>
            <a:spLocks noGrp="1"/>
          </p:cNvSpPr>
          <p:nvPr/>
        </p:nvSpPr>
        <p:spPr>
          <a:xfrm>
            <a:off x="5704001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6" name="data_3803">
            <a:extLst>
              <a:ext uri="{FF2B5EF4-FFF2-40B4-BE49-F238E27FC236}">
                <a16:creationId xmlns:a16="http://schemas.microsoft.com/office/drawing/2014/main" id="{DE76A42A-B1DC-4BA8-9133-319CBE34D36A}"/>
              </a:ext>
            </a:extLst>
          </p:cNvPr>
          <p:cNvSpPr>
            <a:spLocks noGrp="1"/>
          </p:cNvSpPr>
          <p:nvPr/>
        </p:nvSpPr>
        <p:spPr>
          <a:xfrm>
            <a:off x="6472621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17" name="text_3804">
            <a:extLst>
              <a:ext uri="{FF2B5EF4-FFF2-40B4-BE49-F238E27FC236}">
                <a16:creationId xmlns:a16="http://schemas.microsoft.com/office/drawing/2014/main" id="{F1141B83-2163-4FAD-A0CF-7ECDE890AAD1}"/>
              </a:ext>
            </a:extLst>
          </p:cNvPr>
          <p:cNvSpPr>
            <a:spLocks noGrp="1"/>
          </p:cNvSpPr>
          <p:nvPr/>
        </p:nvSpPr>
        <p:spPr>
          <a:xfrm>
            <a:off x="6112521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3805">
            <a:extLst>
              <a:ext uri="{FF2B5EF4-FFF2-40B4-BE49-F238E27FC236}">
                <a16:creationId xmlns:a16="http://schemas.microsoft.com/office/drawing/2014/main" id="{962A0636-C139-4A9E-B5FD-752697EA7E1A}"/>
              </a:ext>
            </a:extLst>
          </p:cNvPr>
          <p:cNvSpPr>
            <a:spLocks noGrp="1"/>
          </p:cNvSpPr>
          <p:nvPr/>
        </p:nvSpPr>
        <p:spPr>
          <a:xfrm>
            <a:off x="6236568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3806">
            <a:extLst>
              <a:ext uri="{FF2B5EF4-FFF2-40B4-BE49-F238E27FC236}">
                <a16:creationId xmlns:a16="http://schemas.microsoft.com/office/drawing/2014/main" id="{E3AB8F97-37F0-41BA-ABBD-B2B99608D8DC}"/>
              </a:ext>
            </a:extLst>
          </p:cNvPr>
          <p:cNvSpPr>
            <a:spLocks noGrp="1"/>
          </p:cNvSpPr>
          <p:nvPr/>
        </p:nvSpPr>
        <p:spPr>
          <a:xfrm>
            <a:off x="8382524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0" name="text_3807">
            <a:extLst>
              <a:ext uri="{FF2B5EF4-FFF2-40B4-BE49-F238E27FC236}">
                <a16:creationId xmlns:a16="http://schemas.microsoft.com/office/drawing/2014/main" id="{1BB4B2F3-E2DD-4D8C-945F-836B5715885F}"/>
              </a:ext>
            </a:extLst>
          </p:cNvPr>
          <p:cNvSpPr>
            <a:spLocks noGrp="1"/>
          </p:cNvSpPr>
          <p:nvPr/>
        </p:nvSpPr>
        <p:spPr>
          <a:xfrm>
            <a:off x="802242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3808">
            <a:extLst>
              <a:ext uri="{FF2B5EF4-FFF2-40B4-BE49-F238E27FC236}">
                <a16:creationId xmlns:a16="http://schemas.microsoft.com/office/drawing/2014/main" id="{A3FA9C80-A12B-4EE8-A1DB-54F6719650CE}"/>
              </a:ext>
            </a:extLst>
          </p:cNvPr>
          <p:cNvSpPr>
            <a:spLocks noGrp="1"/>
          </p:cNvSpPr>
          <p:nvPr/>
        </p:nvSpPr>
        <p:spPr>
          <a:xfrm>
            <a:off x="8241618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3809">
            <a:extLst>
              <a:ext uri="{FF2B5EF4-FFF2-40B4-BE49-F238E27FC236}">
                <a16:creationId xmlns:a16="http://schemas.microsoft.com/office/drawing/2014/main" id="{013C4CC5-FAE5-4246-BD27-9DE7D6BEE498}"/>
              </a:ext>
            </a:extLst>
          </p:cNvPr>
          <p:cNvSpPr>
            <a:spLocks noGrp="1"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3" name="data_3810">
            <a:extLst>
              <a:ext uri="{FF2B5EF4-FFF2-40B4-BE49-F238E27FC236}">
                <a16:creationId xmlns:a16="http://schemas.microsoft.com/office/drawing/2014/main" id="{A4E438F3-5AF4-4C94-B6D4-5A454B7C2794}"/>
              </a:ext>
            </a:extLst>
          </p:cNvPr>
          <p:cNvSpPr>
            <a:spLocks noGrp="1"/>
          </p:cNvSpPr>
          <p:nvPr/>
        </p:nvSpPr>
        <p:spPr>
          <a:xfrm>
            <a:off x="5659665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4" name="text_3811">
            <a:extLst>
              <a:ext uri="{FF2B5EF4-FFF2-40B4-BE49-F238E27FC236}">
                <a16:creationId xmlns:a16="http://schemas.microsoft.com/office/drawing/2014/main" id="{757969DF-2434-41FE-88B7-4C49CB651BCE}"/>
              </a:ext>
            </a:extLst>
          </p:cNvPr>
          <p:cNvSpPr>
            <a:spLocks noGrp="1"/>
          </p:cNvSpPr>
          <p:nvPr/>
        </p:nvSpPr>
        <p:spPr>
          <a:xfrm>
            <a:off x="5435941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3812">
            <a:extLst>
              <a:ext uri="{FF2B5EF4-FFF2-40B4-BE49-F238E27FC236}">
                <a16:creationId xmlns:a16="http://schemas.microsoft.com/office/drawing/2014/main" id="{2C022016-8322-4A7B-803E-0525B328D69B}"/>
              </a:ext>
            </a:extLst>
          </p:cNvPr>
          <p:cNvSpPr>
            <a:spLocks noGrp="1"/>
          </p:cNvSpPr>
          <p:nvPr/>
        </p:nvSpPr>
        <p:spPr>
          <a:xfrm>
            <a:off x="5704001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6" name="data_3813">
            <a:extLst>
              <a:ext uri="{FF2B5EF4-FFF2-40B4-BE49-F238E27FC236}">
                <a16:creationId xmlns:a16="http://schemas.microsoft.com/office/drawing/2014/main" id="{220116DB-A9CF-448C-A6CB-15EECB1D2825}"/>
              </a:ext>
            </a:extLst>
          </p:cNvPr>
          <p:cNvSpPr>
            <a:spLocks noGrp="1"/>
          </p:cNvSpPr>
          <p:nvPr/>
        </p:nvSpPr>
        <p:spPr>
          <a:xfrm>
            <a:off x="5659665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7" name="text_3814">
            <a:extLst>
              <a:ext uri="{FF2B5EF4-FFF2-40B4-BE49-F238E27FC236}">
                <a16:creationId xmlns:a16="http://schemas.microsoft.com/office/drawing/2014/main" id="{ECA0F819-B958-44EF-9712-CCD5A172E61E}"/>
              </a:ext>
            </a:extLst>
          </p:cNvPr>
          <p:cNvSpPr>
            <a:spLocks noGrp="1"/>
          </p:cNvSpPr>
          <p:nvPr/>
        </p:nvSpPr>
        <p:spPr>
          <a:xfrm>
            <a:off x="5435941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3815">
            <a:extLst>
              <a:ext uri="{FF2B5EF4-FFF2-40B4-BE49-F238E27FC236}">
                <a16:creationId xmlns:a16="http://schemas.microsoft.com/office/drawing/2014/main" id="{BDDFDF0D-C1F8-4838-9F1B-4F465A73E8EC}"/>
              </a:ext>
            </a:extLst>
          </p:cNvPr>
          <p:cNvSpPr>
            <a:spLocks noGrp="1"/>
          </p:cNvSpPr>
          <p:nvPr/>
        </p:nvSpPr>
        <p:spPr>
          <a:xfrm>
            <a:off x="5704001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9" name="data_3816">
            <a:extLst>
              <a:ext uri="{FF2B5EF4-FFF2-40B4-BE49-F238E27FC236}">
                <a16:creationId xmlns:a16="http://schemas.microsoft.com/office/drawing/2014/main" id="{F830805F-EA14-4AD6-AFBE-CECD513D7F3A}"/>
              </a:ext>
            </a:extLst>
          </p:cNvPr>
          <p:cNvSpPr>
            <a:spLocks noGrp="1"/>
          </p:cNvSpPr>
          <p:nvPr/>
        </p:nvSpPr>
        <p:spPr>
          <a:xfrm>
            <a:off x="5659665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0" name="text_3817">
            <a:extLst>
              <a:ext uri="{FF2B5EF4-FFF2-40B4-BE49-F238E27FC236}">
                <a16:creationId xmlns:a16="http://schemas.microsoft.com/office/drawing/2014/main" id="{44BD98EB-1FB1-4E5F-8920-740DA0CCE7DF}"/>
              </a:ext>
            </a:extLst>
          </p:cNvPr>
          <p:cNvSpPr>
            <a:spLocks noGrp="1"/>
          </p:cNvSpPr>
          <p:nvPr/>
        </p:nvSpPr>
        <p:spPr>
          <a:xfrm>
            <a:off x="5435941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3818">
            <a:extLst>
              <a:ext uri="{FF2B5EF4-FFF2-40B4-BE49-F238E27FC236}">
                <a16:creationId xmlns:a16="http://schemas.microsoft.com/office/drawing/2014/main" id="{C1D81200-8C90-439A-AD18-20D2649A7066}"/>
              </a:ext>
            </a:extLst>
          </p:cNvPr>
          <p:cNvSpPr>
            <a:spLocks noGrp="1"/>
          </p:cNvSpPr>
          <p:nvPr/>
        </p:nvSpPr>
        <p:spPr>
          <a:xfrm rot="-5400000">
            <a:off x="5166733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3819">
            <a:extLst>
              <a:ext uri="{FF2B5EF4-FFF2-40B4-BE49-F238E27FC236}">
                <a16:creationId xmlns:a16="http://schemas.microsoft.com/office/drawing/2014/main" id="{3F2CB779-9C00-408F-AC5C-D7073F0F2AA0}"/>
              </a:ext>
            </a:extLst>
          </p:cNvPr>
          <p:cNvSpPr>
            <a:spLocks noGrp="1"/>
          </p:cNvSpPr>
          <p:nvPr/>
        </p:nvSpPr>
        <p:spPr>
          <a:xfrm>
            <a:off x="583443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49" y="1674889"/>
                </a:lnTo>
                <a:lnTo>
                  <a:pt x="6498" y="1664355"/>
                </a:lnTo>
                <a:lnTo>
                  <a:pt x="14257" y="1653821"/>
                </a:lnTo>
                <a:lnTo>
                  <a:pt x="24478" y="1643287"/>
                </a:lnTo>
                <a:lnTo>
                  <a:pt x="36596" y="1632753"/>
                </a:lnTo>
                <a:lnTo>
                  <a:pt x="49982" y="1622219"/>
                </a:lnTo>
                <a:lnTo>
                  <a:pt x="63997" y="1611685"/>
                </a:lnTo>
                <a:lnTo>
                  <a:pt x="78045" y="1601152"/>
                </a:lnTo>
                <a:lnTo>
                  <a:pt x="91608" y="1590618"/>
                </a:lnTo>
                <a:lnTo>
                  <a:pt x="104277" y="1580084"/>
                </a:lnTo>
                <a:lnTo>
                  <a:pt x="115764" y="1569550"/>
                </a:lnTo>
                <a:lnTo>
                  <a:pt x="125898" y="1559016"/>
                </a:lnTo>
                <a:lnTo>
                  <a:pt x="134617" y="1548482"/>
                </a:lnTo>
                <a:lnTo>
                  <a:pt x="141948" y="1537948"/>
                </a:lnTo>
                <a:lnTo>
                  <a:pt x="147981" y="1527414"/>
                </a:lnTo>
                <a:lnTo>
                  <a:pt x="152851" y="1516880"/>
                </a:lnTo>
                <a:lnTo>
                  <a:pt x="156713" y="1506347"/>
                </a:lnTo>
                <a:lnTo>
                  <a:pt x="159724" y="1495813"/>
                </a:lnTo>
                <a:lnTo>
                  <a:pt x="162036" y="1485279"/>
                </a:lnTo>
                <a:lnTo>
                  <a:pt x="163783" y="1474745"/>
                </a:lnTo>
                <a:lnTo>
                  <a:pt x="165080" y="1464211"/>
                </a:lnTo>
                <a:lnTo>
                  <a:pt x="166023" y="1453677"/>
                </a:lnTo>
                <a:lnTo>
                  <a:pt x="166688" y="1443143"/>
                </a:lnTo>
                <a:lnTo>
                  <a:pt x="167140" y="1432609"/>
                </a:lnTo>
                <a:lnTo>
                  <a:pt x="167427" y="1422075"/>
                </a:lnTo>
                <a:lnTo>
                  <a:pt x="167593" y="1411542"/>
                </a:lnTo>
                <a:lnTo>
                  <a:pt x="167673" y="1401008"/>
                </a:lnTo>
                <a:lnTo>
                  <a:pt x="167698" y="1390474"/>
                </a:lnTo>
                <a:lnTo>
                  <a:pt x="167696" y="1379940"/>
                </a:lnTo>
                <a:lnTo>
                  <a:pt x="167692" y="1369406"/>
                </a:lnTo>
                <a:lnTo>
                  <a:pt x="167706" y="1358872"/>
                </a:lnTo>
                <a:lnTo>
                  <a:pt x="167756" y="1348338"/>
                </a:lnTo>
                <a:lnTo>
                  <a:pt x="167853" y="1337804"/>
                </a:lnTo>
                <a:lnTo>
                  <a:pt x="168005" y="1327270"/>
                </a:lnTo>
                <a:lnTo>
                  <a:pt x="168212" y="1316736"/>
                </a:lnTo>
                <a:lnTo>
                  <a:pt x="168472" y="1306203"/>
                </a:lnTo>
                <a:lnTo>
                  <a:pt x="168777" y="1295669"/>
                </a:lnTo>
                <a:lnTo>
                  <a:pt x="169116" y="1285135"/>
                </a:lnTo>
                <a:lnTo>
                  <a:pt x="169477" y="1274601"/>
                </a:lnTo>
                <a:lnTo>
                  <a:pt x="169846" y="1264067"/>
                </a:lnTo>
                <a:lnTo>
                  <a:pt x="170209" y="1253533"/>
                </a:lnTo>
                <a:lnTo>
                  <a:pt x="170555" y="1242999"/>
                </a:lnTo>
                <a:lnTo>
                  <a:pt x="170875" y="1232465"/>
                </a:lnTo>
                <a:lnTo>
                  <a:pt x="171163" y="1221931"/>
                </a:lnTo>
                <a:lnTo>
                  <a:pt x="171414" y="1211398"/>
                </a:lnTo>
                <a:lnTo>
                  <a:pt x="171627" y="1200864"/>
                </a:lnTo>
                <a:lnTo>
                  <a:pt x="171804" y="1190330"/>
                </a:lnTo>
                <a:lnTo>
                  <a:pt x="171946" y="1179796"/>
                </a:lnTo>
                <a:lnTo>
                  <a:pt x="172058" y="1169262"/>
                </a:lnTo>
                <a:lnTo>
                  <a:pt x="172144" y="1158728"/>
                </a:lnTo>
                <a:lnTo>
                  <a:pt x="172209" y="1148194"/>
                </a:lnTo>
                <a:lnTo>
                  <a:pt x="172256" y="1137660"/>
                </a:lnTo>
                <a:lnTo>
                  <a:pt x="172289" y="1127126"/>
                </a:lnTo>
                <a:lnTo>
                  <a:pt x="172313" y="1116593"/>
                </a:lnTo>
                <a:lnTo>
                  <a:pt x="172329" y="1106059"/>
                </a:lnTo>
                <a:lnTo>
                  <a:pt x="172339" y="1095525"/>
                </a:lnTo>
                <a:lnTo>
                  <a:pt x="172346" y="1084991"/>
                </a:lnTo>
                <a:lnTo>
                  <a:pt x="172350" y="1074457"/>
                </a:lnTo>
                <a:lnTo>
                  <a:pt x="172353" y="1063923"/>
                </a:lnTo>
                <a:lnTo>
                  <a:pt x="172354" y="1053389"/>
                </a:lnTo>
                <a:lnTo>
                  <a:pt x="172355" y="1042855"/>
                </a:lnTo>
                <a:lnTo>
                  <a:pt x="172354" y="1032321"/>
                </a:lnTo>
                <a:lnTo>
                  <a:pt x="172353" y="1021788"/>
                </a:lnTo>
                <a:lnTo>
                  <a:pt x="172351" y="1011254"/>
                </a:lnTo>
                <a:lnTo>
                  <a:pt x="172348" y="1000720"/>
                </a:lnTo>
                <a:lnTo>
                  <a:pt x="172343" y="990186"/>
                </a:lnTo>
                <a:lnTo>
                  <a:pt x="172335" y="979652"/>
                </a:lnTo>
                <a:lnTo>
                  <a:pt x="172325" y="969118"/>
                </a:lnTo>
                <a:lnTo>
                  <a:pt x="172310" y="958584"/>
                </a:lnTo>
                <a:lnTo>
                  <a:pt x="172289" y="948050"/>
                </a:lnTo>
                <a:lnTo>
                  <a:pt x="172261" y="937516"/>
                </a:lnTo>
                <a:lnTo>
                  <a:pt x="172225" y="926982"/>
                </a:lnTo>
                <a:lnTo>
                  <a:pt x="172180" y="916449"/>
                </a:lnTo>
                <a:lnTo>
                  <a:pt x="172124" y="905915"/>
                </a:lnTo>
                <a:lnTo>
                  <a:pt x="172058" y="895381"/>
                </a:lnTo>
                <a:lnTo>
                  <a:pt x="171981" y="884847"/>
                </a:lnTo>
                <a:lnTo>
                  <a:pt x="171894" y="874313"/>
                </a:lnTo>
                <a:lnTo>
                  <a:pt x="171800" y="863779"/>
                </a:lnTo>
                <a:lnTo>
                  <a:pt x="171701" y="853245"/>
                </a:lnTo>
                <a:lnTo>
                  <a:pt x="171602" y="842711"/>
                </a:lnTo>
                <a:lnTo>
                  <a:pt x="171506" y="832177"/>
                </a:lnTo>
                <a:lnTo>
                  <a:pt x="171420" y="821644"/>
                </a:lnTo>
                <a:lnTo>
                  <a:pt x="171347" y="811110"/>
                </a:lnTo>
                <a:lnTo>
                  <a:pt x="171292" y="800576"/>
                </a:lnTo>
                <a:lnTo>
                  <a:pt x="171259" y="790042"/>
                </a:lnTo>
                <a:lnTo>
                  <a:pt x="171249" y="779508"/>
                </a:lnTo>
                <a:lnTo>
                  <a:pt x="171264" y="768974"/>
                </a:lnTo>
                <a:lnTo>
                  <a:pt x="171302" y="758440"/>
                </a:lnTo>
                <a:lnTo>
                  <a:pt x="171361" y="747906"/>
                </a:lnTo>
                <a:lnTo>
                  <a:pt x="171437" y="737372"/>
                </a:lnTo>
                <a:lnTo>
                  <a:pt x="171526" y="726839"/>
                </a:lnTo>
                <a:lnTo>
                  <a:pt x="171623" y="716305"/>
                </a:lnTo>
                <a:lnTo>
                  <a:pt x="171722" y="705771"/>
                </a:lnTo>
                <a:lnTo>
                  <a:pt x="171820" y="695237"/>
                </a:lnTo>
                <a:lnTo>
                  <a:pt x="171913" y="684703"/>
                </a:lnTo>
                <a:lnTo>
                  <a:pt x="171998" y="674169"/>
                </a:lnTo>
                <a:lnTo>
                  <a:pt x="172073" y="663635"/>
                </a:lnTo>
                <a:lnTo>
                  <a:pt x="172137" y="653101"/>
                </a:lnTo>
                <a:lnTo>
                  <a:pt x="172190" y="642567"/>
                </a:lnTo>
                <a:lnTo>
                  <a:pt x="172234" y="632034"/>
                </a:lnTo>
                <a:lnTo>
                  <a:pt x="172268" y="621500"/>
                </a:lnTo>
                <a:lnTo>
                  <a:pt x="172294" y="610966"/>
                </a:lnTo>
                <a:lnTo>
                  <a:pt x="172313" y="600432"/>
                </a:lnTo>
                <a:lnTo>
                  <a:pt x="172327" y="589898"/>
                </a:lnTo>
                <a:lnTo>
                  <a:pt x="172337" y="579364"/>
                </a:lnTo>
                <a:lnTo>
                  <a:pt x="172344" y="568830"/>
                </a:lnTo>
                <a:lnTo>
                  <a:pt x="172349" y="558296"/>
                </a:lnTo>
                <a:lnTo>
                  <a:pt x="172352" y="547762"/>
                </a:lnTo>
                <a:lnTo>
                  <a:pt x="172354" y="537228"/>
                </a:lnTo>
                <a:lnTo>
                  <a:pt x="172355" y="526695"/>
                </a:lnTo>
                <a:lnTo>
                  <a:pt x="172356" y="516161"/>
                </a:lnTo>
                <a:lnTo>
                  <a:pt x="172357" y="505627"/>
                </a:lnTo>
                <a:lnTo>
                  <a:pt x="172357" y="495093"/>
                </a:lnTo>
                <a:lnTo>
                  <a:pt x="172357" y="484559"/>
                </a:lnTo>
                <a:lnTo>
                  <a:pt x="172357" y="474025"/>
                </a:lnTo>
                <a:lnTo>
                  <a:pt x="172357" y="463491"/>
                </a:lnTo>
                <a:lnTo>
                  <a:pt x="172357" y="452957"/>
                </a:lnTo>
                <a:lnTo>
                  <a:pt x="172357" y="442423"/>
                </a:lnTo>
                <a:lnTo>
                  <a:pt x="172357" y="431890"/>
                </a:lnTo>
                <a:lnTo>
                  <a:pt x="172357" y="421356"/>
                </a:lnTo>
                <a:lnTo>
                  <a:pt x="172357" y="410822"/>
                </a:lnTo>
                <a:lnTo>
                  <a:pt x="172357" y="400288"/>
                </a:lnTo>
                <a:lnTo>
                  <a:pt x="172357" y="389754"/>
                </a:lnTo>
                <a:lnTo>
                  <a:pt x="172357" y="379220"/>
                </a:lnTo>
                <a:lnTo>
                  <a:pt x="172357" y="368686"/>
                </a:lnTo>
                <a:lnTo>
                  <a:pt x="172357" y="358152"/>
                </a:lnTo>
                <a:lnTo>
                  <a:pt x="172357" y="347618"/>
                </a:lnTo>
                <a:lnTo>
                  <a:pt x="172357" y="337085"/>
                </a:lnTo>
                <a:lnTo>
                  <a:pt x="172357" y="326551"/>
                </a:lnTo>
                <a:lnTo>
                  <a:pt x="172357" y="316017"/>
                </a:lnTo>
                <a:lnTo>
                  <a:pt x="172357" y="305483"/>
                </a:lnTo>
                <a:lnTo>
                  <a:pt x="172356" y="294949"/>
                </a:lnTo>
                <a:lnTo>
                  <a:pt x="172356" y="284415"/>
                </a:lnTo>
                <a:lnTo>
                  <a:pt x="172355" y="273881"/>
                </a:lnTo>
                <a:lnTo>
                  <a:pt x="172353" y="263347"/>
                </a:lnTo>
                <a:lnTo>
                  <a:pt x="172349" y="252813"/>
                </a:lnTo>
                <a:lnTo>
                  <a:pt x="172344" y="242280"/>
                </a:lnTo>
                <a:lnTo>
                  <a:pt x="172336" y="231746"/>
                </a:lnTo>
                <a:lnTo>
                  <a:pt x="172323" y="221212"/>
                </a:lnTo>
                <a:lnTo>
                  <a:pt x="172303" y="210678"/>
                </a:lnTo>
                <a:lnTo>
                  <a:pt x="172274" y="200144"/>
                </a:lnTo>
                <a:lnTo>
                  <a:pt x="172233" y="189610"/>
                </a:lnTo>
                <a:lnTo>
                  <a:pt x="172174" y="179076"/>
                </a:lnTo>
                <a:lnTo>
                  <a:pt x="172094" y="168542"/>
                </a:lnTo>
                <a:lnTo>
                  <a:pt x="171986" y="158008"/>
                </a:lnTo>
                <a:lnTo>
                  <a:pt x="171846" y="147474"/>
                </a:lnTo>
                <a:lnTo>
                  <a:pt x="171669" y="136941"/>
                </a:lnTo>
                <a:lnTo>
                  <a:pt x="171451" y="126407"/>
                </a:lnTo>
                <a:lnTo>
                  <a:pt x="171190" y="115873"/>
                </a:lnTo>
                <a:lnTo>
                  <a:pt x="170885" y="105339"/>
                </a:lnTo>
                <a:lnTo>
                  <a:pt x="170543" y="94805"/>
                </a:lnTo>
                <a:lnTo>
                  <a:pt x="170169" y="84271"/>
                </a:lnTo>
                <a:lnTo>
                  <a:pt x="169775" y="73737"/>
                </a:lnTo>
                <a:lnTo>
                  <a:pt x="169377" y="63203"/>
                </a:lnTo>
                <a:lnTo>
                  <a:pt x="168993" y="52669"/>
                </a:lnTo>
                <a:lnTo>
                  <a:pt x="168642" y="42136"/>
                </a:lnTo>
                <a:lnTo>
                  <a:pt x="168344" y="31602"/>
                </a:lnTo>
                <a:lnTo>
                  <a:pt x="168116" y="21068"/>
                </a:lnTo>
                <a:lnTo>
                  <a:pt x="167974" y="10534"/>
                </a:lnTo>
                <a:lnTo>
                  <a:pt x="167925" y="0"/>
                </a:lnTo>
                <a:lnTo>
                  <a:pt x="176789" y="0"/>
                </a:lnTo>
                <a:lnTo>
                  <a:pt x="176789" y="0"/>
                </a:lnTo>
                <a:lnTo>
                  <a:pt x="176740" y="10534"/>
                </a:lnTo>
                <a:lnTo>
                  <a:pt x="176598" y="21068"/>
                </a:lnTo>
                <a:lnTo>
                  <a:pt x="176370" y="31602"/>
                </a:lnTo>
                <a:lnTo>
                  <a:pt x="176072" y="42136"/>
                </a:lnTo>
                <a:lnTo>
                  <a:pt x="175721" y="52669"/>
                </a:lnTo>
                <a:lnTo>
                  <a:pt x="175337" y="63203"/>
                </a:lnTo>
                <a:lnTo>
                  <a:pt x="174939" y="73737"/>
                </a:lnTo>
                <a:lnTo>
                  <a:pt x="174546" y="84271"/>
                </a:lnTo>
                <a:lnTo>
                  <a:pt x="174172" y="94805"/>
                </a:lnTo>
                <a:lnTo>
                  <a:pt x="173829" y="105339"/>
                </a:lnTo>
                <a:lnTo>
                  <a:pt x="173525" y="115873"/>
                </a:lnTo>
                <a:lnTo>
                  <a:pt x="173263" y="126407"/>
                </a:lnTo>
                <a:lnTo>
                  <a:pt x="173045" y="136941"/>
                </a:lnTo>
                <a:lnTo>
                  <a:pt x="172868" y="147474"/>
                </a:lnTo>
                <a:lnTo>
                  <a:pt x="172728" y="158008"/>
                </a:lnTo>
                <a:lnTo>
                  <a:pt x="172621" y="168542"/>
                </a:lnTo>
                <a:lnTo>
                  <a:pt x="172540" y="179076"/>
                </a:lnTo>
                <a:lnTo>
                  <a:pt x="172482" y="189610"/>
                </a:lnTo>
                <a:lnTo>
                  <a:pt x="172440" y="200144"/>
                </a:lnTo>
                <a:lnTo>
                  <a:pt x="172411" y="210678"/>
                </a:lnTo>
                <a:lnTo>
                  <a:pt x="172391" y="221212"/>
                </a:lnTo>
                <a:lnTo>
                  <a:pt x="172378" y="231746"/>
                </a:lnTo>
                <a:lnTo>
                  <a:pt x="172370" y="242280"/>
                </a:lnTo>
                <a:lnTo>
                  <a:pt x="172365" y="252813"/>
                </a:lnTo>
                <a:lnTo>
                  <a:pt x="172362" y="263347"/>
                </a:lnTo>
                <a:lnTo>
                  <a:pt x="172360" y="273881"/>
                </a:lnTo>
                <a:lnTo>
                  <a:pt x="172359" y="284415"/>
                </a:lnTo>
                <a:lnTo>
                  <a:pt x="172358" y="294949"/>
                </a:lnTo>
                <a:lnTo>
                  <a:pt x="172358" y="305483"/>
                </a:lnTo>
                <a:lnTo>
                  <a:pt x="172357" y="316017"/>
                </a:lnTo>
                <a:lnTo>
                  <a:pt x="172357" y="326551"/>
                </a:lnTo>
                <a:lnTo>
                  <a:pt x="172357" y="337085"/>
                </a:lnTo>
                <a:lnTo>
                  <a:pt x="172357" y="347618"/>
                </a:lnTo>
                <a:lnTo>
                  <a:pt x="172357" y="358152"/>
                </a:lnTo>
                <a:lnTo>
                  <a:pt x="172357" y="368686"/>
                </a:lnTo>
                <a:lnTo>
                  <a:pt x="172357" y="379220"/>
                </a:lnTo>
                <a:lnTo>
                  <a:pt x="172357" y="389754"/>
                </a:lnTo>
                <a:lnTo>
                  <a:pt x="172357" y="400288"/>
                </a:lnTo>
                <a:lnTo>
                  <a:pt x="172357" y="410822"/>
                </a:lnTo>
                <a:lnTo>
                  <a:pt x="172357" y="421356"/>
                </a:lnTo>
                <a:lnTo>
                  <a:pt x="172357" y="431890"/>
                </a:lnTo>
                <a:lnTo>
                  <a:pt x="172357" y="442423"/>
                </a:lnTo>
                <a:lnTo>
                  <a:pt x="172357" y="452957"/>
                </a:lnTo>
                <a:lnTo>
                  <a:pt x="172357" y="463491"/>
                </a:lnTo>
                <a:lnTo>
                  <a:pt x="172357" y="474025"/>
                </a:lnTo>
                <a:lnTo>
                  <a:pt x="172357" y="484559"/>
                </a:lnTo>
                <a:lnTo>
                  <a:pt x="172357" y="495093"/>
                </a:lnTo>
                <a:lnTo>
                  <a:pt x="172358" y="505627"/>
                </a:lnTo>
                <a:lnTo>
                  <a:pt x="172358" y="516161"/>
                </a:lnTo>
                <a:lnTo>
                  <a:pt x="172359" y="526695"/>
                </a:lnTo>
                <a:lnTo>
                  <a:pt x="172360" y="537228"/>
                </a:lnTo>
                <a:lnTo>
                  <a:pt x="172362" y="547762"/>
                </a:lnTo>
                <a:lnTo>
                  <a:pt x="172365" y="558296"/>
                </a:lnTo>
                <a:lnTo>
                  <a:pt x="172370" y="568830"/>
                </a:lnTo>
                <a:lnTo>
                  <a:pt x="172377" y="579364"/>
                </a:lnTo>
                <a:lnTo>
                  <a:pt x="172387" y="589898"/>
                </a:lnTo>
                <a:lnTo>
                  <a:pt x="172401" y="600432"/>
                </a:lnTo>
                <a:lnTo>
                  <a:pt x="172421" y="610966"/>
                </a:lnTo>
                <a:lnTo>
                  <a:pt x="172447" y="621500"/>
                </a:lnTo>
                <a:lnTo>
                  <a:pt x="172481" y="632034"/>
                </a:lnTo>
                <a:lnTo>
                  <a:pt x="172524" y="642567"/>
                </a:lnTo>
                <a:lnTo>
                  <a:pt x="172577" y="653101"/>
                </a:lnTo>
                <a:lnTo>
                  <a:pt x="172642" y="663635"/>
                </a:lnTo>
                <a:lnTo>
                  <a:pt x="172717" y="674169"/>
                </a:lnTo>
                <a:lnTo>
                  <a:pt x="172801" y="684703"/>
                </a:lnTo>
                <a:lnTo>
                  <a:pt x="172894" y="695237"/>
                </a:lnTo>
                <a:lnTo>
                  <a:pt x="172992" y="705771"/>
                </a:lnTo>
                <a:lnTo>
                  <a:pt x="173092" y="716305"/>
                </a:lnTo>
                <a:lnTo>
                  <a:pt x="173188" y="726839"/>
                </a:lnTo>
                <a:lnTo>
                  <a:pt x="173277" y="737372"/>
                </a:lnTo>
                <a:lnTo>
                  <a:pt x="173353" y="747906"/>
                </a:lnTo>
                <a:lnTo>
                  <a:pt x="173412" y="758440"/>
                </a:lnTo>
                <a:lnTo>
                  <a:pt x="173450" y="768974"/>
                </a:lnTo>
                <a:lnTo>
                  <a:pt x="173465" y="779508"/>
                </a:lnTo>
                <a:lnTo>
                  <a:pt x="173455" y="790042"/>
                </a:lnTo>
                <a:lnTo>
                  <a:pt x="173422" y="800576"/>
                </a:lnTo>
                <a:lnTo>
                  <a:pt x="173367" y="811110"/>
                </a:lnTo>
                <a:lnTo>
                  <a:pt x="173295" y="821644"/>
                </a:lnTo>
                <a:lnTo>
                  <a:pt x="173208" y="832177"/>
                </a:lnTo>
                <a:lnTo>
                  <a:pt x="173113" y="842711"/>
                </a:lnTo>
                <a:lnTo>
                  <a:pt x="173013" y="853245"/>
                </a:lnTo>
                <a:lnTo>
                  <a:pt x="172914" y="863779"/>
                </a:lnTo>
                <a:lnTo>
                  <a:pt x="172820" y="874313"/>
                </a:lnTo>
                <a:lnTo>
                  <a:pt x="172734" y="884847"/>
                </a:lnTo>
                <a:lnTo>
                  <a:pt x="172657" y="895381"/>
                </a:lnTo>
                <a:lnTo>
                  <a:pt x="172590" y="905915"/>
                </a:lnTo>
                <a:lnTo>
                  <a:pt x="172534" y="916449"/>
                </a:lnTo>
                <a:lnTo>
                  <a:pt x="172489" y="926982"/>
                </a:lnTo>
                <a:lnTo>
                  <a:pt x="172453" y="937516"/>
                </a:lnTo>
                <a:lnTo>
                  <a:pt x="172426" y="948050"/>
                </a:lnTo>
                <a:lnTo>
                  <a:pt x="172405" y="958584"/>
                </a:lnTo>
                <a:lnTo>
                  <a:pt x="172390" y="969118"/>
                </a:lnTo>
                <a:lnTo>
                  <a:pt x="172379" y="979652"/>
                </a:lnTo>
                <a:lnTo>
                  <a:pt x="172371" y="990186"/>
                </a:lnTo>
                <a:lnTo>
                  <a:pt x="172366" y="1000720"/>
                </a:lnTo>
                <a:lnTo>
                  <a:pt x="172363" y="1011254"/>
                </a:lnTo>
                <a:lnTo>
                  <a:pt x="172361" y="1021788"/>
                </a:lnTo>
                <a:lnTo>
                  <a:pt x="172360" y="1032321"/>
                </a:lnTo>
                <a:lnTo>
                  <a:pt x="172360" y="1042855"/>
                </a:lnTo>
                <a:lnTo>
                  <a:pt x="172360" y="1053389"/>
                </a:lnTo>
                <a:lnTo>
                  <a:pt x="172361" y="1063923"/>
                </a:lnTo>
                <a:lnTo>
                  <a:pt x="172364" y="1074457"/>
                </a:lnTo>
                <a:lnTo>
                  <a:pt x="172368" y="1084991"/>
                </a:lnTo>
                <a:lnTo>
                  <a:pt x="172375" y="1095525"/>
                </a:lnTo>
                <a:lnTo>
                  <a:pt x="172386" y="1106059"/>
                </a:lnTo>
                <a:lnTo>
                  <a:pt x="172401" y="1116593"/>
                </a:lnTo>
                <a:lnTo>
                  <a:pt x="172425" y="1127126"/>
                </a:lnTo>
                <a:lnTo>
                  <a:pt x="172458" y="1137660"/>
                </a:lnTo>
                <a:lnTo>
                  <a:pt x="172505" y="1148194"/>
                </a:lnTo>
                <a:lnTo>
                  <a:pt x="172570" y="1158728"/>
                </a:lnTo>
                <a:lnTo>
                  <a:pt x="172656" y="1169262"/>
                </a:lnTo>
                <a:lnTo>
                  <a:pt x="172768" y="1179796"/>
                </a:lnTo>
                <a:lnTo>
                  <a:pt x="172910" y="1190330"/>
                </a:lnTo>
                <a:lnTo>
                  <a:pt x="173087" y="1200864"/>
                </a:lnTo>
                <a:lnTo>
                  <a:pt x="173300" y="1211398"/>
                </a:lnTo>
                <a:lnTo>
                  <a:pt x="173551" y="1221931"/>
                </a:lnTo>
                <a:lnTo>
                  <a:pt x="173839" y="1232465"/>
                </a:lnTo>
                <a:lnTo>
                  <a:pt x="174159" y="1242999"/>
                </a:lnTo>
                <a:lnTo>
                  <a:pt x="174506" y="1253533"/>
                </a:lnTo>
                <a:lnTo>
                  <a:pt x="174869" y="1264067"/>
                </a:lnTo>
                <a:lnTo>
                  <a:pt x="175237" y="1274601"/>
                </a:lnTo>
                <a:lnTo>
                  <a:pt x="175598" y="1285135"/>
                </a:lnTo>
                <a:lnTo>
                  <a:pt x="175937" y="1295669"/>
                </a:lnTo>
                <a:lnTo>
                  <a:pt x="176242" y="1306203"/>
                </a:lnTo>
                <a:lnTo>
                  <a:pt x="176502" y="1316736"/>
                </a:lnTo>
                <a:lnTo>
                  <a:pt x="176710" y="1327270"/>
                </a:lnTo>
                <a:lnTo>
                  <a:pt x="176861" y="1337804"/>
                </a:lnTo>
                <a:lnTo>
                  <a:pt x="176958" y="1348338"/>
                </a:lnTo>
                <a:lnTo>
                  <a:pt x="177008" y="1358872"/>
                </a:lnTo>
                <a:lnTo>
                  <a:pt x="177023" y="1369406"/>
                </a:lnTo>
                <a:lnTo>
                  <a:pt x="177019" y="1379940"/>
                </a:lnTo>
                <a:lnTo>
                  <a:pt x="177017" y="1390474"/>
                </a:lnTo>
                <a:lnTo>
                  <a:pt x="177042" y="1401008"/>
                </a:lnTo>
                <a:lnTo>
                  <a:pt x="177121" y="1411542"/>
                </a:lnTo>
                <a:lnTo>
                  <a:pt x="177287" y="1422075"/>
                </a:lnTo>
                <a:lnTo>
                  <a:pt x="177574" y="1432609"/>
                </a:lnTo>
                <a:lnTo>
                  <a:pt x="178026" y="1443143"/>
                </a:lnTo>
                <a:lnTo>
                  <a:pt x="178692" y="1453677"/>
                </a:lnTo>
                <a:lnTo>
                  <a:pt x="179635" y="1464211"/>
                </a:lnTo>
                <a:lnTo>
                  <a:pt x="180932" y="1474745"/>
                </a:lnTo>
                <a:lnTo>
                  <a:pt x="182679" y="1485279"/>
                </a:lnTo>
                <a:lnTo>
                  <a:pt x="184990" y="1495813"/>
                </a:lnTo>
                <a:lnTo>
                  <a:pt x="188002" y="1506347"/>
                </a:lnTo>
                <a:lnTo>
                  <a:pt x="191863" y="1516880"/>
                </a:lnTo>
                <a:lnTo>
                  <a:pt x="196733" y="1527414"/>
                </a:lnTo>
                <a:lnTo>
                  <a:pt x="202767" y="1537948"/>
                </a:lnTo>
                <a:lnTo>
                  <a:pt x="210097" y="1548482"/>
                </a:lnTo>
                <a:lnTo>
                  <a:pt x="218816" y="1559016"/>
                </a:lnTo>
                <a:lnTo>
                  <a:pt x="228950" y="1569550"/>
                </a:lnTo>
                <a:lnTo>
                  <a:pt x="240437" y="1580084"/>
                </a:lnTo>
                <a:lnTo>
                  <a:pt x="253106" y="1590618"/>
                </a:lnTo>
                <a:lnTo>
                  <a:pt x="266669" y="1601152"/>
                </a:lnTo>
                <a:lnTo>
                  <a:pt x="280717" y="1611685"/>
                </a:lnTo>
                <a:lnTo>
                  <a:pt x="294732" y="1622219"/>
                </a:lnTo>
                <a:lnTo>
                  <a:pt x="308118" y="1632753"/>
                </a:lnTo>
                <a:lnTo>
                  <a:pt x="320236" y="1643287"/>
                </a:lnTo>
                <a:lnTo>
                  <a:pt x="330457" y="1653821"/>
                </a:lnTo>
                <a:lnTo>
                  <a:pt x="338216" y="1664355"/>
                </a:lnTo>
                <a:lnTo>
                  <a:pt x="343065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3820">
            <a:extLst>
              <a:ext uri="{FF2B5EF4-FFF2-40B4-BE49-F238E27FC236}">
                <a16:creationId xmlns:a16="http://schemas.microsoft.com/office/drawing/2014/main" id="{80526842-7C1C-4514-B13D-83121128D09D}"/>
              </a:ext>
            </a:extLst>
          </p:cNvPr>
          <p:cNvSpPr>
            <a:spLocks noGrp="1"/>
          </p:cNvSpPr>
          <p:nvPr/>
        </p:nvSpPr>
        <p:spPr>
          <a:xfrm>
            <a:off x="630026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3821">
            <a:extLst>
              <a:ext uri="{FF2B5EF4-FFF2-40B4-BE49-F238E27FC236}">
                <a16:creationId xmlns:a16="http://schemas.microsoft.com/office/drawing/2014/main" id="{624679CA-1C53-44B8-A59B-55CE9F82824F}"/>
              </a:ext>
            </a:extLst>
          </p:cNvPr>
          <p:cNvSpPr>
            <a:spLocks noGrp="1"/>
          </p:cNvSpPr>
          <p:nvPr/>
        </p:nvSpPr>
        <p:spPr>
          <a:xfrm>
            <a:off x="6766094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3822">
            <a:extLst>
              <a:ext uri="{FF2B5EF4-FFF2-40B4-BE49-F238E27FC236}">
                <a16:creationId xmlns:a16="http://schemas.microsoft.com/office/drawing/2014/main" id="{1613AB89-A369-44F0-BCA9-EF015008306D}"/>
              </a:ext>
            </a:extLst>
          </p:cNvPr>
          <p:cNvSpPr>
            <a:spLocks noGrp="1"/>
          </p:cNvSpPr>
          <p:nvPr/>
        </p:nvSpPr>
        <p:spPr>
          <a:xfrm>
            <a:off x="774433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01619" y="1685423"/>
                </a:moveTo>
                <a:lnTo>
                  <a:pt x="43096" y="1685423"/>
                </a:lnTo>
                <a:lnTo>
                  <a:pt x="44486" y="1674889"/>
                </a:lnTo>
                <a:lnTo>
                  <a:pt x="48565" y="1664355"/>
                </a:lnTo>
                <a:lnTo>
                  <a:pt x="55070" y="1653821"/>
                </a:lnTo>
                <a:lnTo>
                  <a:pt x="63591" y="1643287"/>
                </a:lnTo>
                <a:lnTo>
                  <a:pt x="73617" y="1632753"/>
                </a:lnTo>
                <a:lnTo>
                  <a:pt x="84583" y="1622219"/>
                </a:lnTo>
                <a:lnTo>
                  <a:pt x="95923" y="1611685"/>
                </a:lnTo>
                <a:lnTo>
                  <a:pt x="107115" y="1601152"/>
                </a:lnTo>
                <a:lnTo>
                  <a:pt x="117717" y="1590618"/>
                </a:lnTo>
                <a:lnTo>
                  <a:pt x="127390" y="1580084"/>
                </a:lnTo>
                <a:lnTo>
                  <a:pt x="135909" y="1569550"/>
                </a:lnTo>
                <a:lnTo>
                  <a:pt x="143158" y="1559016"/>
                </a:lnTo>
                <a:lnTo>
                  <a:pt x="149118" y="1548482"/>
                </a:lnTo>
                <a:lnTo>
                  <a:pt x="153848" y="1537948"/>
                </a:lnTo>
                <a:lnTo>
                  <a:pt x="157466" y="1527414"/>
                </a:lnTo>
                <a:lnTo>
                  <a:pt x="160120" y="1516880"/>
                </a:lnTo>
                <a:lnTo>
                  <a:pt x="161978" y="1506347"/>
                </a:lnTo>
                <a:lnTo>
                  <a:pt x="163207" y="1495813"/>
                </a:lnTo>
                <a:lnTo>
                  <a:pt x="163963" y="1485279"/>
                </a:lnTo>
                <a:lnTo>
                  <a:pt x="164384" y="1474745"/>
                </a:lnTo>
                <a:lnTo>
                  <a:pt x="164586" y="1464211"/>
                </a:lnTo>
                <a:lnTo>
                  <a:pt x="164662" y="1453677"/>
                </a:lnTo>
                <a:lnTo>
                  <a:pt x="164685" y="1443143"/>
                </a:lnTo>
                <a:lnTo>
                  <a:pt x="164704" y="1432609"/>
                </a:lnTo>
                <a:lnTo>
                  <a:pt x="164754" y="1422075"/>
                </a:lnTo>
                <a:lnTo>
                  <a:pt x="164852" y="1411542"/>
                </a:lnTo>
                <a:lnTo>
                  <a:pt x="165005" y="1401008"/>
                </a:lnTo>
                <a:lnTo>
                  <a:pt x="165210" y="1390474"/>
                </a:lnTo>
                <a:lnTo>
                  <a:pt x="165457" y="1379940"/>
                </a:lnTo>
                <a:lnTo>
                  <a:pt x="165727" y="1369406"/>
                </a:lnTo>
                <a:lnTo>
                  <a:pt x="166000" y="1358872"/>
                </a:lnTo>
                <a:lnTo>
                  <a:pt x="166252" y="1348338"/>
                </a:lnTo>
                <a:lnTo>
                  <a:pt x="166458" y="1337804"/>
                </a:lnTo>
                <a:lnTo>
                  <a:pt x="166591" y="1327270"/>
                </a:lnTo>
                <a:lnTo>
                  <a:pt x="166626" y="1316736"/>
                </a:lnTo>
                <a:lnTo>
                  <a:pt x="166541" y="1306203"/>
                </a:lnTo>
                <a:lnTo>
                  <a:pt x="166314" y="1295669"/>
                </a:lnTo>
                <a:lnTo>
                  <a:pt x="165932" y="1285135"/>
                </a:lnTo>
                <a:lnTo>
                  <a:pt x="165386" y="1274601"/>
                </a:lnTo>
                <a:lnTo>
                  <a:pt x="164674" y="1264067"/>
                </a:lnTo>
                <a:lnTo>
                  <a:pt x="163802" y="1253533"/>
                </a:lnTo>
                <a:lnTo>
                  <a:pt x="162785" y="1242999"/>
                </a:lnTo>
                <a:lnTo>
                  <a:pt x="161647" y="1232465"/>
                </a:lnTo>
                <a:lnTo>
                  <a:pt x="160421" y="1221931"/>
                </a:lnTo>
                <a:lnTo>
                  <a:pt x="159148" y="1211398"/>
                </a:lnTo>
                <a:lnTo>
                  <a:pt x="157874" y="1200864"/>
                </a:lnTo>
                <a:lnTo>
                  <a:pt x="156652" y="1190330"/>
                </a:lnTo>
                <a:lnTo>
                  <a:pt x="155538" y="1179796"/>
                </a:lnTo>
                <a:lnTo>
                  <a:pt x="154586" y="1169262"/>
                </a:lnTo>
                <a:lnTo>
                  <a:pt x="153847" y="1158728"/>
                </a:lnTo>
                <a:lnTo>
                  <a:pt x="153363" y="1148194"/>
                </a:lnTo>
                <a:lnTo>
                  <a:pt x="153165" y="1137660"/>
                </a:lnTo>
                <a:lnTo>
                  <a:pt x="153271" y="1127126"/>
                </a:lnTo>
                <a:lnTo>
                  <a:pt x="153680" y="1116593"/>
                </a:lnTo>
                <a:lnTo>
                  <a:pt x="154377" y="1106059"/>
                </a:lnTo>
                <a:lnTo>
                  <a:pt x="155332" y="1095525"/>
                </a:lnTo>
                <a:lnTo>
                  <a:pt x="156499" y="1084991"/>
                </a:lnTo>
                <a:lnTo>
                  <a:pt x="157826" y="1074457"/>
                </a:lnTo>
                <a:lnTo>
                  <a:pt x="159251" y="1063923"/>
                </a:lnTo>
                <a:lnTo>
                  <a:pt x="160714" y="1053389"/>
                </a:lnTo>
                <a:lnTo>
                  <a:pt x="162155" y="1042855"/>
                </a:lnTo>
                <a:lnTo>
                  <a:pt x="163521" y="1032321"/>
                </a:lnTo>
                <a:lnTo>
                  <a:pt x="164765" y="1021788"/>
                </a:lnTo>
                <a:lnTo>
                  <a:pt x="165849" y="1011254"/>
                </a:lnTo>
                <a:lnTo>
                  <a:pt x="166744" y="1000720"/>
                </a:lnTo>
                <a:lnTo>
                  <a:pt x="167432" y="990186"/>
                </a:lnTo>
                <a:lnTo>
                  <a:pt x="167901" y="979652"/>
                </a:lnTo>
                <a:lnTo>
                  <a:pt x="168150" y="969118"/>
                </a:lnTo>
                <a:lnTo>
                  <a:pt x="168184" y="958584"/>
                </a:lnTo>
                <a:lnTo>
                  <a:pt x="168019" y="948050"/>
                </a:lnTo>
                <a:lnTo>
                  <a:pt x="167676" y="937516"/>
                </a:lnTo>
                <a:lnTo>
                  <a:pt x="167187" y="926982"/>
                </a:lnTo>
                <a:lnTo>
                  <a:pt x="166589" y="916449"/>
                </a:lnTo>
                <a:lnTo>
                  <a:pt x="165926" y="905915"/>
                </a:lnTo>
                <a:lnTo>
                  <a:pt x="165249" y="895381"/>
                </a:lnTo>
                <a:lnTo>
                  <a:pt x="164606" y="884847"/>
                </a:lnTo>
                <a:lnTo>
                  <a:pt x="164048" y="874313"/>
                </a:lnTo>
                <a:lnTo>
                  <a:pt x="163617" y="863779"/>
                </a:lnTo>
                <a:lnTo>
                  <a:pt x="163349" y="853245"/>
                </a:lnTo>
                <a:lnTo>
                  <a:pt x="163266" y="842711"/>
                </a:lnTo>
                <a:lnTo>
                  <a:pt x="163378" y="832177"/>
                </a:lnTo>
                <a:lnTo>
                  <a:pt x="163679" y="821644"/>
                </a:lnTo>
                <a:lnTo>
                  <a:pt x="164153" y="811110"/>
                </a:lnTo>
                <a:lnTo>
                  <a:pt x="164769" y="800576"/>
                </a:lnTo>
                <a:lnTo>
                  <a:pt x="165491" y="790042"/>
                </a:lnTo>
                <a:lnTo>
                  <a:pt x="166277" y="779508"/>
                </a:lnTo>
                <a:lnTo>
                  <a:pt x="167085" y="768974"/>
                </a:lnTo>
                <a:lnTo>
                  <a:pt x="167878" y="758440"/>
                </a:lnTo>
                <a:lnTo>
                  <a:pt x="168621" y="747906"/>
                </a:lnTo>
                <a:lnTo>
                  <a:pt x="169288" y="737372"/>
                </a:lnTo>
                <a:lnTo>
                  <a:pt x="169861" y="726839"/>
                </a:lnTo>
                <a:lnTo>
                  <a:pt x="170329" y="716305"/>
                </a:lnTo>
                <a:lnTo>
                  <a:pt x="170688" y="705771"/>
                </a:lnTo>
                <a:lnTo>
                  <a:pt x="170939" y="695237"/>
                </a:lnTo>
                <a:lnTo>
                  <a:pt x="171087" y="684703"/>
                </a:lnTo>
                <a:lnTo>
                  <a:pt x="171138" y="674169"/>
                </a:lnTo>
                <a:lnTo>
                  <a:pt x="171102" y="663635"/>
                </a:lnTo>
                <a:lnTo>
                  <a:pt x="170988" y="653101"/>
                </a:lnTo>
                <a:lnTo>
                  <a:pt x="170806" y="642567"/>
                </a:lnTo>
                <a:lnTo>
                  <a:pt x="170565" y="632034"/>
                </a:lnTo>
                <a:lnTo>
                  <a:pt x="170273" y="621500"/>
                </a:lnTo>
                <a:lnTo>
                  <a:pt x="169938" y="610966"/>
                </a:lnTo>
                <a:lnTo>
                  <a:pt x="169566" y="600432"/>
                </a:lnTo>
                <a:lnTo>
                  <a:pt x="169163" y="589898"/>
                </a:lnTo>
                <a:lnTo>
                  <a:pt x="168732" y="579364"/>
                </a:lnTo>
                <a:lnTo>
                  <a:pt x="168275" y="568830"/>
                </a:lnTo>
                <a:lnTo>
                  <a:pt x="167795" y="558296"/>
                </a:lnTo>
                <a:lnTo>
                  <a:pt x="167291" y="547762"/>
                </a:lnTo>
                <a:lnTo>
                  <a:pt x="166765" y="537228"/>
                </a:lnTo>
                <a:lnTo>
                  <a:pt x="166221" y="526695"/>
                </a:lnTo>
                <a:lnTo>
                  <a:pt x="165664" y="516161"/>
                </a:lnTo>
                <a:lnTo>
                  <a:pt x="165101" y="505627"/>
                </a:lnTo>
                <a:lnTo>
                  <a:pt x="164545" y="495093"/>
                </a:lnTo>
                <a:lnTo>
                  <a:pt x="164009" y="484559"/>
                </a:lnTo>
                <a:lnTo>
                  <a:pt x="163511" y="474025"/>
                </a:lnTo>
                <a:lnTo>
                  <a:pt x="163069" y="463491"/>
                </a:lnTo>
                <a:lnTo>
                  <a:pt x="162698" y="452957"/>
                </a:lnTo>
                <a:lnTo>
                  <a:pt x="162413" y="442423"/>
                </a:lnTo>
                <a:lnTo>
                  <a:pt x="162222" y="431890"/>
                </a:lnTo>
                <a:lnTo>
                  <a:pt x="162129" y="421356"/>
                </a:lnTo>
                <a:lnTo>
                  <a:pt x="162131" y="410822"/>
                </a:lnTo>
                <a:lnTo>
                  <a:pt x="162218" y="400288"/>
                </a:lnTo>
                <a:lnTo>
                  <a:pt x="162377" y="389754"/>
                </a:lnTo>
                <a:lnTo>
                  <a:pt x="162590" y="379220"/>
                </a:lnTo>
                <a:lnTo>
                  <a:pt x="162839" y="368686"/>
                </a:lnTo>
                <a:lnTo>
                  <a:pt x="163106" y="358152"/>
                </a:lnTo>
                <a:lnTo>
                  <a:pt x="163378" y="347618"/>
                </a:lnTo>
                <a:lnTo>
                  <a:pt x="163644" y="337085"/>
                </a:lnTo>
                <a:lnTo>
                  <a:pt x="163898" y="326551"/>
                </a:lnTo>
                <a:lnTo>
                  <a:pt x="164139" y="316017"/>
                </a:lnTo>
                <a:lnTo>
                  <a:pt x="164370" y="305483"/>
                </a:lnTo>
                <a:lnTo>
                  <a:pt x="164592" y="294949"/>
                </a:lnTo>
                <a:lnTo>
                  <a:pt x="164808" y="284415"/>
                </a:lnTo>
                <a:lnTo>
                  <a:pt x="165017" y="273881"/>
                </a:lnTo>
                <a:lnTo>
                  <a:pt x="165212" y="263347"/>
                </a:lnTo>
                <a:lnTo>
                  <a:pt x="165377" y="252813"/>
                </a:lnTo>
                <a:lnTo>
                  <a:pt x="165483" y="242280"/>
                </a:lnTo>
                <a:lnTo>
                  <a:pt x="165489" y="231746"/>
                </a:lnTo>
                <a:lnTo>
                  <a:pt x="165334" y="221212"/>
                </a:lnTo>
                <a:lnTo>
                  <a:pt x="164935" y="210678"/>
                </a:lnTo>
                <a:lnTo>
                  <a:pt x="164185" y="200144"/>
                </a:lnTo>
                <a:lnTo>
                  <a:pt x="162950" y="189610"/>
                </a:lnTo>
                <a:lnTo>
                  <a:pt x="161066" y="179076"/>
                </a:lnTo>
                <a:lnTo>
                  <a:pt x="158346" y="168542"/>
                </a:lnTo>
                <a:lnTo>
                  <a:pt x="154584" y="158008"/>
                </a:lnTo>
                <a:lnTo>
                  <a:pt x="149568" y="147474"/>
                </a:lnTo>
                <a:lnTo>
                  <a:pt x="143100" y="136941"/>
                </a:lnTo>
                <a:lnTo>
                  <a:pt x="135023" y="126407"/>
                </a:lnTo>
                <a:lnTo>
                  <a:pt x="125249" y="115873"/>
                </a:lnTo>
                <a:lnTo>
                  <a:pt x="113788" y="105339"/>
                </a:lnTo>
                <a:lnTo>
                  <a:pt x="100782" y="94805"/>
                </a:lnTo>
                <a:lnTo>
                  <a:pt x="86521" y="84271"/>
                </a:lnTo>
                <a:lnTo>
                  <a:pt x="71448" y="73737"/>
                </a:lnTo>
                <a:lnTo>
                  <a:pt x="56154" y="63203"/>
                </a:lnTo>
                <a:lnTo>
                  <a:pt x="41341" y="52669"/>
                </a:lnTo>
                <a:lnTo>
                  <a:pt x="27779" y="42136"/>
                </a:lnTo>
                <a:lnTo>
                  <a:pt x="16239" y="31602"/>
                </a:lnTo>
                <a:lnTo>
                  <a:pt x="7421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8" y="10534"/>
                </a:lnTo>
                <a:lnTo>
                  <a:pt x="337294" y="21068"/>
                </a:lnTo>
                <a:lnTo>
                  <a:pt x="328476" y="31602"/>
                </a:lnTo>
                <a:lnTo>
                  <a:pt x="316935" y="42136"/>
                </a:lnTo>
                <a:lnTo>
                  <a:pt x="303373" y="52669"/>
                </a:lnTo>
                <a:lnTo>
                  <a:pt x="288560" y="63203"/>
                </a:lnTo>
                <a:lnTo>
                  <a:pt x="273266" y="73737"/>
                </a:lnTo>
                <a:lnTo>
                  <a:pt x="258193" y="84271"/>
                </a:lnTo>
                <a:lnTo>
                  <a:pt x="243932" y="94805"/>
                </a:lnTo>
                <a:lnTo>
                  <a:pt x="230926" y="105339"/>
                </a:lnTo>
                <a:lnTo>
                  <a:pt x="219466" y="115873"/>
                </a:lnTo>
                <a:lnTo>
                  <a:pt x="209691" y="126407"/>
                </a:lnTo>
                <a:lnTo>
                  <a:pt x="201614" y="136941"/>
                </a:lnTo>
                <a:lnTo>
                  <a:pt x="195147" y="147474"/>
                </a:lnTo>
                <a:lnTo>
                  <a:pt x="190130" y="158008"/>
                </a:lnTo>
                <a:lnTo>
                  <a:pt x="186368" y="168542"/>
                </a:lnTo>
                <a:lnTo>
                  <a:pt x="183648" y="179076"/>
                </a:lnTo>
                <a:lnTo>
                  <a:pt x="181765" y="189610"/>
                </a:lnTo>
                <a:lnTo>
                  <a:pt x="180529" y="200144"/>
                </a:lnTo>
                <a:lnTo>
                  <a:pt x="179779" y="210678"/>
                </a:lnTo>
                <a:lnTo>
                  <a:pt x="179380" y="221212"/>
                </a:lnTo>
                <a:lnTo>
                  <a:pt x="179225" y="231746"/>
                </a:lnTo>
                <a:lnTo>
                  <a:pt x="179231" y="242280"/>
                </a:lnTo>
                <a:lnTo>
                  <a:pt x="179338" y="252813"/>
                </a:lnTo>
                <a:lnTo>
                  <a:pt x="179502" y="263347"/>
                </a:lnTo>
                <a:lnTo>
                  <a:pt x="179697" y="273881"/>
                </a:lnTo>
                <a:lnTo>
                  <a:pt x="179906" y="284415"/>
                </a:lnTo>
                <a:lnTo>
                  <a:pt x="180123" y="294949"/>
                </a:lnTo>
                <a:lnTo>
                  <a:pt x="180345" y="305483"/>
                </a:lnTo>
                <a:lnTo>
                  <a:pt x="180575" y="316017"/>
                </a:lnTo>
                <a:lnTo>
                  <a:pt x="180816" y="326551"/>
                </a:lnTo>
                <a:lnTo>
                  <a:pt x="181070" y="337085"/>
                </a:lnTo>
                <a:lnTo>
                  <a:pt x="181336" y="347618"/>
                </a:lnTo>
                <a:lnTo>
                  <a:pt x="181608" y="358152"/>
                </a:lnTo>
                <a:lnTo>
                  <a:pt x="181875" y="368686"/>
                </a:lnTo>
                <a:lnTo>
                  <a:pt x="182124" y="379220"/>
                </a:lnTo>
                <a:lnTo>
                  <a:pt x="182337" y="389754"/>
                </a:lnTo>
                <a:lnTo>
                  <a:pt x="182496" y="400288"/>
                </a:lnTo>
                <a:lnTo>
                  <a:pt x="182583" y="410822"/>
                </a:lnTo>
                <a:lnTo>
                  <a:pt x="182585" y="421356"/>
                </a:lnTo>
                <a:lnTo>
                  <a:pt x="182492" y="431890"/>
                </a:lnTo>
                <a:lnTo>
                  <a:pt x="182301" y="442423"/>
                </a:lnTo>
                <a:lnTo>
                  <a:pt x="182016" y="452957"/>
                </a:lnTo>
                <a:lnTo>
                  <a:pt x="181645" y="463491"/>
                </a:lnTo>
                <a:lnTo>
                  <a:pt x="181203" y="474025"/>
                </a:lnTo>
                <a:lnTo>
                  <a:pt x="180705" y="484559"/>
                </a:lnTo>
                <a:lnTo>
                  <a:pt x="180170" y="495093"/>
                </a:lnTo>
                <a:lnTo>
                  <a:pt x="179613" y="505627"/>
                </a:lnTo>
                <a:lnTo>
                  <a:pt x="179050" y="516161"/>
                </a:lnTo>
                <a:lnTo>
                  <a:pt x="178493" y="526695"/>
                </a:lnTo>
                <a:lnTo>
                  <a:pt x="177949" y="537228"/>
                </a:lnTo>
                <a:lnTo>
                  <a:pt x="177423" y="547762"/>
                </a:lnTo>
                <a:lnTo>
                  <a:pt x="176920" y="558296"/>
                </a:lnTo>
                <a:lnTo>
                  <a:pt x="176439" y="568830"/>
                </a:lnTo>
                <a:lnTo>
                  <a:pt x="175982" y="579364"/>
                </a:lnTo>
                <a:lnTo>
                  <a:pt x="175551" y="589898"/>
                </a:lnTo>
                <a:lnTo>
                  <a:pt x="175148" y="600432"/>
                </a:lnTo>
                <a:lnTo>
                  <a:pt x="174776" y="610966"/>
                </a:lnTo>
                <a:lnTo>
                  <a:pt x="174441" y="621500"/>
                </a:lnTo>
                <a:lnTo>
                  <a:pt x="174149" y="632034"/>
                </a:lnTo>
                <a:lnTo>
                  <a:pt x="173908" y="642567"/>
                </a:lnTo>
                <a:lnTo>
                  <a:pt x="173726" y="653101"/>
                </a:lnTo>
                <a:lnTo>
                  <a:pt x="173612" y="663635"/>
                </a:lnTo>
                <a:lnTo>
                  <a:pt x="173576" y="674169"/>
                </a:lnTo>
                <a:lnTo>
                  <a:pt x="173628" y="684703"/>
                </a:lnTo>
                <a:lnTo>
                  <a:pt x="173775" y="695237"/>
                </a:lnTo>
                <a:lnTo>
                  <a:pt x="174026" y="705771"/>
                </a:lnTo>
                <a:lnTo>
                  <a:pt x="174385" y="716305"/>
                </a:lnTo>
                <a:lnTo>
                  <a:pt x="174853" y="726839"/>
                </a:lnTo>
                <a:lnTo>
                  <a:pt x="175427" y="737372"/>
                </a:lnTo>
                <a:lnTo>
                  <a:pt x="176094" y="747906"/>
                </a:lnTo>
                <a:lnTo>
                  <a:pt x="176837" y="758440"/>
                </a:lnTo>
                <a:lnTo>
                  <a:pt x="177629" y="768974"/>
                </a:lnTo>
                <a:lnTo>
                  <a:pt x="178437" y="779508"/>
                </a:lnTo>
                <a:lnTo>
                  <a:pt x="179223" y="790042"/>
                </a:lnTo>
                <a:lnTo>
                  <a:pt x="179945" y="800576"/>
                </a:lnTo>
                <a:lnTo>
                  <a:pt x="180561" y="811110"/>
                </a:lnTo>
                <a:lnTo>
                  <a:pt x="181035" y="821644"/>
                </a:lnTo>
                <a:lnTo>
                  <a:pt x="181336" y="832177"/>
                </a:lnTo>
                <a:lnTo>
                  <a:pt x="181448" y="842711"/>
                </a:lnTo>
                <a:lnTo>
                  <a:pt x="181365" y="853245"/>
                </a:lnTo>
                <a:lnTo>
                  <a:pt x="181097" y="863779"/>
                </a:lnTo>
                <a:lnTo>
                  <a:pt x="180666" y="874313"/>
                </a:lnTo>
                <a:lnTo>
                  <a:pt x="180108" y="884847"/>
                </a:lnTo>
                <a:lnTo>
                  <a:pt x="179466" y="895381"/>
                </a:lnTo>
                <a:lnTo>
                  <a:pt x="178788" y="905915"/>
                </a:lnTo>
                <a:lnTo>
                  <a:pt x="178126" y="916449"/>
                </a:lnTo>
                <a:lnTo>
                  <a:pt x="177528" y="926982"/>
                </a:lnTo>
                <a:lnTo>
                  <a:pt x="177038" y="937516"/>
                </a:lnTo>
                <a:lnTo>
                  <a:pt x="176695" y="948050"/>
                </a:lnTo>
                <a:lnTo>
                  <a:pt x="176530" y="958584"/>
                </a:lnTo>
                <a:lnTo>
                  <a:pt x="176565" y="969118"/>
                </a:lnTo>
                <a:lnTo>
                  <a:pt x="176813" y="979652"/>
                </a:lnTo>
                <a:lnTo>
                  <a:pt x="177283" y="990186"/>
                </a:lnTo>
                <a:lnTo>
                  <a:pt x="177970" y="1000720"/>
                </a:lnTo>
                <a:lnTo>
                  <a:pt x="178866" y="1011254"/>
                </a:lnTo>
                <a:lnTo>
                  <a:pt x="179949" y="1021788"/>
                </a:lnTo>
                <a:lnTo>
                  <a:pt x="181193" y="1032321"/>
                </a:lnTo>
                <a:lnTo>
                  <a:pt x="182559" y="1042855"/>
                </a:lnTo>
                <a:lnTo>
                  <a:pt x="184000" y="1053389"/>
                </a:lnTo>
                <a:lnTo>
                  <a:pt x="185463" y="1063923"/>
                </a:lnTo>
                <a:lnTo>
                  <a:pt x="186889" y="1074457"/>
                </a:lnTo>
                <a:lnTo>
                  <a:pt x="188215" y="1084991"/>
                </a:lnTo>
                <a:lnTo>
                  <a:pt x="189382" y="1095525"/>
                </a:lnTo>
                <a:lnTo>
                  <a:pt x="190337" y="1106059"/>
                </a:lnTo>
                <a:lnTo>
                  <a:pt x="191034" y="1116593"/>
                </a:lnTo>
                <a:lnTo>
                  <a:pt x="191444" y="1127126"/>
                </a:lnTo>
                <a:lnTo>
                  <a:pt x="191549" y="1137660"/>
                </a:lnTo>
                <a:lnTo>
                  <a:pt x="191351" y="1148194"/>
                </a:lnTo>
                <a:lnTo>
                  <a:pt x="190867" y="1158728"/>
                </a:lnTo>
                <a:lnTo>
                  <a:pt x="190128" y="1169262"/>
                </a:lnTo>
                <a:lnTo>
                  <a:pt x="189176" y="1179796"/>
                </a:lnTo>
                <a:lnTo>
                  <a:pt x="188062" y="1190330"/>
                </a:lnTo>
                <a:lnTo>
                  <a:pt x="186841" y="1200864"/>
                </a:lnTo>
                <a:lnTo>
                  <a:pt x="185567" y="1211398"/>
                </a:lnTo>
                <a:lnTo>
                  <a:pt x="184293" y="1221931"/>
                </a:lnTo>
                <a:lnTo>
                  <a:pt x="183067" y="1232465"/>
                </a:lnTo>
                <a:lnTo>
                  <a:pt x="181929" y="1242999"/>
                </a:lnTo>
                <a:lnTo>
                  <a:pt x="180913" y="1253533"/>
                </a:lnTo>
                <a:lnTo>
                  <a:pt x="180041" y="1264067"/>
                </a:lnTo>
                <a:lnTo>
                  <a:pt x="179328" y="1274601"/>
                </a:lnTo>
                <a:lnTo>
                  <a:pt x="178782" y="1285135"/>
                </a:lnTo>
                <a:lnTo>
                  <a:pt x="178400" y="1295669"/>
                </a:lnTo>
                <a:lnTo>
                  <a:pt x="178174" y="1306203"/>
                </a:lnTo>
                <a:lnTo>
                  <a:pt x="178088" y="1316736"/>
                </a:lnTo>
                <a:lnTo>
                  <a:pt x="178123" y="1327270"/>
                </a:lnTo>
                <a:lnTo>
                  <a:pt x="178256" y="1337804"/>
                </a:lnTo>
                <a:lnTo>
                  <a:pt x="178462" y="1348338"/>
                </a:lnTo>
                <a:lnTo>
                  <a:pt x="178714" y="1358872"/>
                </a:lnTo>
                <a:lnTo>
                  <a:pt x="178988" y="1369406"/>
                </a:lnTo>
                <a:lnTo>
                  <a:pt x="179258" y="1379940"/>
                </a:lnTo>
                <a:lnTo>
                  <a:pt x="179504" y="1390474"/>
                </a:lnTo>
                <a:lnTo>
                  <a:pt x="179709" y="1401008"/>
                </a:lnTo>
                <a:lnTo>
                  <a:pt x="179862" y="1411542"/>
                </a:lnTo>
                <a:lnTo>
                  <a:pt x="179961" y="1422075"/>
                </a:lnTo>
                <a:lnTo>
                  <a:pt x="180010" y="1432609"/>
                </a:lnTo>
                <a:lnTo>
                  <a:pt x="180029" y="1443143"/>
                </a:lnTo>
                <a:lnTo>
                  <a:pt x="180052" y="1453677"/>
                </a:lnTo>
                <a:lnTo>
                  <a:pt x="180128" y="1464211"/>
                </a:lnTo>
                <a:lnTo>
                  <a:pt x="180331" y="1474745"/>
                </a:lnTo>
                <a:lnTo>
                  <a:pt x="180751" y="1485279"/>
                </a:lnTo>
                <a:lnTo>
                  <a:pt x="181507" y="1495813"/>
                </a:lnTo>
                <a:lnTo>
                  <a:pt x="182736" y="1506347"/>
                </a:lnTo>
                <a:lnTo>
                  <a:pt x="184594" y="1516880"/>
                </a:lnTo>
                <a:lnTo>
                  <a:pt x="187249" y="1527414"/>
                </a:lnTo>
                <a:lnTo>
                  <a:pt x="190866" y="1537948"/>
                </a:lnTo>
                <a:lnTo>
                  <a:pt x="195596" y="1548482"/>
                </a:lnTo>
                <a:lnTo>
                  <a:pt x="201556" y="1559016"/>
                </a:lnTo>
                <a:lnTo>
                  <a:pt x="208805" y="1569550"/>
                </a:lnTo>
                <a:lnTo>
                  <a:pt x="217324" y="1580084"/>
                </a:lnTo>
                <a:lnTo>
                  <a:pt x="226997" y="1590618"/>
                </a:lnTo>
                <a:lnTo>
                  <a:pt x="237599" y="1601152"/>
                </a:lnTo>
                <a:lnTo>
                  <a:pt x="248791" y="1611685"/>
                </a:lnTo>
                <a:lnTo>
                  <a:pt x="260131" y="1622219"/>
                </a:lnTo>
                <a:lnTo>
                  <a:pt x="271098" y="1632753"/>
                </a:lnTo>
                <a:lnTo>
                  <a:pt x="281124" y="1643287"/>
                </a:lnTo>
                <a:lnTo>
                  <a:pt x="289645" y="1653821"/>
                </a:lnTo>
                <a:lnTo>
                  <a:pt x="296149" y="1664355"/>
                </a:lnTo>
                <a:lnTo>
                  <a:pt x="300229" y="1674889"/>
                </a:lnTo>
                <a:lnTo>
                  <a:pt x="301619" y="1685423"/>
                </a:lnTo>
                <a:lnTo>
                  <a:pt x="301619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3823">
            <a:extLst>
              <a:ext uri="{FF2B5EF4-FFF2-40B4-BE49-F238E27FC236}">
                <a16:creationId xmlns:a16="http://schemas.microsoft.com/office/drawing/2014/main" id="{61A607FA-892B-4909-8EA6-C7BED545124E}"/>
              </a:ext>
            </a:extLst>
          </p:cNvPr>
          <p:cNvSpPr>
            <a:spLocks noGrp="1"/>
          </p:cNvSpPr>
          <p:nvPr/>
        </p:nvSpPr>
        <p:spPr>
          <a:xfrm>
            <a:off x="821016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3824">
            <a:extLst>
              <a:ext uri="{FF2B5EF4-FFF2-40B4-BE49-F238E27FC236}">
                <a16:creationId xmlns:a16="http://schemas.microsoft.com/office/drawing/2014/main" id="{1C902B17-2147-4595-907D-746F26491073}"/>
              </a:ext>
            </a:extLst>
          </p:cNvPr>
          <p:cNvSpPr>
            <a:spLocks noGrp="1"/>
          </p:cNvSpPr>
          <p:nvPr/>
        </p:nvSpPr>
        <p:spPr>
          <a:xfrm>
            <a:off x="867599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3825">
            <a:extLst>
              <a:ext uri="{FF2B5EF4-FFF2-40B4-BE49-F238E27FC236}">
                <a16:creationId xmlns:a16="http://schemas.microsoft.com/office/drawing/2014/main" id="{D1843F50-4056-4422-AD23-DC6B069BD11C}"/>
              </a:ext>
            </a:extLst>
          </p:cNvPr>
          <p:cNvSpPr>
            <a:spLocks noGrp="1"/>
          </p:cNvSpPr>
          <p:nvPr/>
        </p:nvSpPr>
        <p:spPr>
          <a:xfrm>
            <a:off x="6089166" y="39698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3826">
            <a:extLst>
              <a:ext uri="{FF2B5EF4-FFF2-40B4-BE49-F238E27FC236}">
                <a16:creationId xmlns:a16="http://schemas.microsoft.com/office/drawing/2014/main" id="{7E1BB655-BF80-44CE-8C12-DB46001E29BD}"/>
              </a:ext>
            </a:extLst>
          </p:cNvPr>
          <p:cNvSpPr>
            <a:spLocks noGrp="1"/>
          </p:cNvSpPr>
          <p:nvPr/>
        </p:nvSpPr>
        <p:spPr>
          <a:xfrm>
            <a:off x="6028900" y="39243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3827">
            <a:extLst>
              <a:ext uri="{FF2B5EF4-FFF2-40B4-BE49-F238E27FC236}">
                <a16:creationId xmlns:a16="http://schemas.microsoft.com/office/drawing/2014/main" id="{7B1729D2-77D3-46C1-A2AA-31D1EF724962}"/>
              </a:ext>
            </a:extLst>
          </p:cNvPr>
          <p:cNvSpPr>
            <a:spLocks noGrp="1"/>
          </p:cNvSpPr>
          <p:nvPr/>
        </p:nvSpPr>
        <p:spPr>
          <a:xfrm>
            <a:off x="58857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3828">
            <a:extLst>
              <a:ext uri="{FF2B5EF4-FFF2-40B4-BE49-F238E27FC236}">
                <a16:creationId xmlns:a16="http://schemas.microsoft.com/office/drawing/2014/main" id="{1599F265-FD24-4828-AC91-B17651BF5B8E}"/>
              </a:ext>
            </a:extLst>
          </p:cNvPr>
          <p:cNvSpPr>
            <a:spLocks noGrp="1"/>
          </p:cNvSpPr>
          <p:nvPr/>
        </p:nvSpPr>
        <p:spPr>
          <a:xfrm>
            <a:off x="5950040" y="395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3829">
            <a:extLst>
              <a:ext uri="{FF2B5EF4-FFF2-40B4-BE49-F238E27FC236}">
                <a16:creationId xmlns:a16="http://schemas.microsoft.com/office/drawing/2014/main" id="{30965FED-D911-4889-9933-EB978247DFAC}"/>
              </a:ext>
            </a:extLst>
          </p:cNvPr>
          <p:cNvSpPr>
            <a:spLocks noGrp="1"/>
          </p:cNvSpPr>
          <p:nvPr/>
        </p:nvSpPr>
        <p:spPr>
          <a:xfrm>
            <a:off x="5935702" y="39700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3830">
            <a:extLst>
              <a:ext uri="{FF2B5EF4-FFF2-40B4-BE49-F238E27FC236}">
                <a16:creationId xmlns:a16="http://schemas.microsoft.com/office/drawing/2014/main" id="{098623B5-A55F-4616-97C2-0A474F84856C}"/>
              </a:ext>
            </a:extLst>
          </p:cNvPr>
          <p:cNvSpPr>
            <a:spLocks noGrp="1"/>
          </p:cNvSpPr>
          <p:nvPr/>
        </p:nvSpPr>
        <p:spPr>
          <a:xfrm>
            <a:off x="5922822" y="30747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3831">
            <a:extLst>
              <a:ext uri="{FF2B5EF4-FFF2-40B4-BE49-F238E27FC236}">
                <a16:creationId xmlns:a16="http://schemas.microsoft.com/office/drawing/2014/main" id="{0F1EA0C5-71C8-4FCE-9DBB-2C709F5F2B4D}"/>
              </a:ext>
            </a:extLst>
          </p:cNvPr>
          <p:cNvSpPr>
            <a:spLocks noGrp="1"/>
          </p:cNvSpPr>
          <p:nvPr/>
        </p:nvSpPr>
        <p:spPr>
          <a:xfrm>
            <a:off x="6007063" y="3757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3832">
            <a:extLst>
              <a:ext uri="{FF2B5EF4-FFF2-40B4-BE49-F238E27FC236}">
                <a16:creationId xmlns:a16="http://schemas.microsoft.com/office/drawing/2014/main" id="{242B83E0-A572-46FB-9E17-4DC90266E484}"/>
              </a:ext>
            </a:extLst>
          </p:cNvPr>
          <p:cNvSpPr>
            <a:spLocks noGrp="1"/>
          </p:cNvSpPr>
          <p:nvPr/>
        </p:nvSpPr>
        <p:spPr>
          <a:xfrm>
            <a:off x="5940151" y="3967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3833">
            <a:extLst>
              <a:ext uri="{FF2B5EF4-FFF2-40B4-BE49-F238E27FC236}">
                <a16:creationId xmlns:a16="http://schemas.microsoft.com/office/drawing/2014/main" id="{EB882809-AC8D-4DA1-BD30-25D2B04DD861}"/>
              </a:ext>
            </a:extLst>
          </p:cNvPr>
          <p:cNvSpPr>
            <a:spLocks noGrp="1"/>
          </p:cNvSpPr>
          <p:nvPr/>
        </p:nvSpPr>
        <p:spPr>
          <a:xfrm>
            <a:off x="6067216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3834">
            <a:extLst>
              <a:ext uri="{FF2B5EF4-FFF2-40B4-BE49-F238E27FC236}">
                <a16:creationId xmlns:a16="http://schemas.microsoft.com/office/drawing/2014/main" id="{835A1947-53ED-499D-99B7-79E8EA2FB944}"/>
              </a:ext>
            </a:extLst>
          </p:cNvPr>
          <p:cNvSpPr>
            <a:spLocks noGrp="1"/>
          </p:cNvSpPr>
          <p:nvPr/>
        </p:nvSpPr>
        <p:spPr>
          <a:xfrm>
            <a:off x="5977793" y="3959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3835">
            <a:extLst>
              <a:ext uri="{FF2B5EF4-FFF2-40B4-BE49-F238E27FC236}">
                <a16:creationId xmlns:a16="http://schemas.microsoft.com/office/drawing/2014/main" id="{4E098218-189E-46BB-A891-57C1EA396943}"/>
              </a:ext>
            </a:extLst>
          </p:cNvPr>
          <p:cNvSpPr>
            <a:spLocks noGrp="1"/>
          </p:cNvSpPr>
          <p:nvPr/>
        </p:nvSpPr>
        <p:spPr>
          <a:xfrm>
            <a:off x="5939748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3836">
            <a:extLst>
              <a:ext uri="{FF2B5EF4-FFF2-40B4-BE49-F238E27FC236}">
                <a16:creationId xmlns:a16="http://schemas.microsoft.com/office/drawing/2014/main" id="{7C6D7392-853B-4FCC-86DD-8D27C0DCDD56}"/>
              </a:ext>
            </a:extLst>
          </p:cNvPr>
          <p:cNvSpPr>
            <a:spLocks noGrp="1"/>
          </p:cNvSpPr>
          <p:nvPr/>
        </p:nvSpPr>
        <p:spPr>
          <a:xfrm>
            <a:off x="6074073" y="3934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3837">
            <a:extLst>
              <a:ext uri="{FF2B5EF4-FFF2-40B4-BE49-F238E27FC236}">
                <a16:creationId xmlns:a16="http://schemas.microsoft.com/office/drawing/2014/main" id="{7A161F75-8FA0-44A9-92AD-EBCABB34B8A9}"/>
              </a:ext>
            </a:extLst>
          </p:cNvPr>
          <p:cNvSpPr>
            <a:spLocks noGrp="1"/>
          </p:cNvSpPr>
          <p:nvPr/>
        </p:nvSpPr>
        <p:spPr>
          <a:xfrm>
            <a:off x="6056411" y="39708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3838">
            <a:extLst>
              <a:ext uri="{FF2B5EF4-FFF2-40B4-BE49-F238E27FC236}">
                <a16:creationId xmlns:a16="http://schemas.microsoft.com/office/drawing/2014/main" id="{241CC47A-EEDB-4B1C-B28B-D0E22C74285C}"/>
              </a:ext>
            </a:extLst>
          </p:cNvPr>
          <p:cNvSpPr>
            <a:spLocks noGrp="1"/>
          </p:cNvSpPr>
          <p:nvPr/>
        </p:nvSpPr>
        <p:spPr>
          <a:xfrm>
            <a:off x="60862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3839">
            <a:extLst>
              <a:ext uri="{FF2B5EF4-FFF2-40B4-BE49-F238E27FC236}">
                <a16:creationId xmlns:a16="http://schemas.microsoft.com/office/drawing/2014/main" id="{E96F0EF6-EEB9-4EB5-BF9E-54A420F459B0}"/>
              </a:ext>
            </a:extLst>
          </p:cNvPr>
          <p:cNvSpPr>
            <a:spLocks noGrp="1"/>
          </p:cNvSpPr>
          <p:nvPr/>
        </p:nvSpPr>
        <p:spPr>
          <a:xfrm>
            <a:off x="5962545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3840">
            <a:extLst>
              <a:ext uri="{FF2B5EF4-FFF2-40B4-BE49-F238E27FC236}">
                <a16:creationId xmlns:a16="http://schemas.microsoft.com/office/drawing/2014/main" id="{4552E75D-2EC8-403E-AAE2-7C3CB093207D}"/>
              </a:ext>
            </a:extLst>
          </p:cNvPr>
          <p:cNvSpPr>
            <a:spLocks noGrp="1"/>
          </p:cNvSpPr>
          <p:nvPr/>
        </p:nvSpPr>
        <p:spPr>
          <a:xfrm>
            <a:off x="6031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3841">
            <a:extLst>
              <a:ext uri="{FF2B5EF4-FFF2-40B4-BE49-F238E27FC236}">
                <a16:creationId xmlns:a16="http://schemas.microsoft.com/office/drawing/2014/main" id="{8EFA4BDF-AADC-452E-9B8B-FB3EE14A47F5}"/>
              </a:ext>
            </a:extLst>
          </p:cNvPr>
          <p:cNvSpPr>
            <a:spLocks noGrp="1"/>
          </p:cNvSpPr>
          <p:nvPr/>
        </p:nvSpPr>
        <p:spPr>
          <a:xfrm>
            <a:off x="5940677" y="39716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3842">
            <a:extLst>
              <a:ext uri="{FF2B5EF4-FFF2-40B4-BE49-F238E27FC236}">
                <a16:creationId xmlns:a16="http://schemas.microsoft.com/office/drawing/2014/main" id="{4D59FBC3-283D-47DE-9E82-97EA29BC7FFE}"/>
              </a:ext>
            </a:extLst>
          </p:cNvPr>
          <p:cNvSpPr>
            <a:spLocks noGrp="1"/>
          </p:cNvSpPr>
          <p:nvPr/>
        </p:nvSpPr>
        <p:spPr>
          <a:xfrm>
            <a:off x="6100436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3843">
            <a:extLst>
              <a:ext uri="{FF2B5EF4-FFF2-40B4-BE49-F238E27FC236}">
                <a16:creationId xmlns:a16="http://schemas.microsoft.com/office/drawing/2014/main" id="{318E0F2B-9FFF-4CCA-A1B4-4802DA470DE7}"/>
              </a:ext>
            </a:extLst>
          </p:cNvPr>
          <p:cNvSpPr>
            <a:spLocks noGrp="1"/>
          </p:cNvSpPr>
          <p:nvPr/>
        </p:nvSpPr>
        <p:spPr>
          <a:xfrm>
            <a:off x="6040888" y="3914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3844">
            <a:extLst>
              <a:ext uri="{FF2B5EF4-FFF2-40B4-BE49-F238E27FC236}">
                <a16:creationId xmlns:a16="http://schemas.microsoft.com/office/drawing/2014/main" id="{32902D22-42D1-4174-B09B-B23C1BCB106B}"/>
              </a:ext>
            </a:extLst>
          </p:cNvPr>
          <p:cNvSpPr>
            <a:spLocks noGrp="1"/>
          </p:cNvSpPr>
          <p:nvPr/>
        </p:nvSpPr>
        <p:spPr>
          <a:xfrm>
            <a:off x="61003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3845">
            <a:extLst>
              <a:ext uri="{FF2B5EF4-FFF2-40B4-BE49-F238E27FC236}">
                <a16:creationId xmlns:a16="http://schemas.microsoft.com/office/drawing/2014/main" id="{AB0B2800-8280-4420-A584-87C7CBA7131D}"/>
              </a:ext>
            </a:extLst>
          </p:cNvPr>
          <p:cNvSpPr>
            <a:spLocks noGrp="1"/>
          </p:cNvSpPr>
          <p:nvPr/>
        </p:nvSpPr>
        <p:spPr>
          <a:xfrm>
            <a:off x="5905325" y="3978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3846">
            <a:extLst>
              <a:ext uri="{FF2B5EF4-FFF2-40B4-BE49-F238E27FC236}">
                <a16:creationId xmlns:a16="http://schemas.microsoft.com/office/drawing/2014/main" id="{706B405E-FB53-4D55-9702-91B3DDAA8CDE}"/>
              </a:ext>
            </a:extLst>
          </p:cNvPr>
          <p:cNvSpPr>
            <a:spLocks noGrp="1"/>
          </p:cNvSpPr>
          <p:nvPr/>
        </p:nvSpPr>
        <p:spPr>
          <a:xfrm>
            <a:off x="5926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3847">
            <a:extLst>
              <a:ext uri="{FF2B5EF4-FFF2-40B4-BE49-F238E27FC236}">
                <a16:creationId xmlns:a16="http://schemas.microsoft.com/office/drawing/2014/main" id="{B8A347CC-E501-4B61-A2E4-BF429A940A01}"/>
              </a:ext>
            </a:extLst>
          </p:cNvPr>
          <p:cNvSpPr>
            <a:spLocks noGrp="1"/>
          </p:cNvSpPr>
          <p:nvPr/>
        </p:nvSpPr>
        <p:spPr>
          <a:xfrm>
            <a:off x="6030912" y="39473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3848">
            <a:extLst>
              <a:ext uri="{FF2B5EF4-FFF2-40B4-BE49-F238E27FC236}">
                <a16:creationId xmlns:a16="http://schemas.microsoft.com/office/drawing/2014/main" id="{F7D25C97-675B-4097-B401-C39FBFB5A427}"/>
              </a:ext>
            </a:extLst>
          </p:cNvPr>
          <p:cNvSpPr>
            <a:spLocks noGrp="1"/>
          </p:cNvSpPr>
          <p:nvPr/>
        </p:nvSpPr>
        <p:spPr>
          <a:xfrm>
            <a:off x="59565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3849">
            <a:extLst>
              <a:ext uri="{FF2B5EF4-FFF2-40B4-BE49-F238E27FC236}">
                <a16:creationId xmlns:a16="http://schemas.microsoft.com/office/drawing/2014/main" id="{995900B2-5749-4BFD-ACB9-E36874CAD799}"/>
              </a:ext>
            </a:extLst>
          </p:cNvPr>
          <p:cNvSpPr>
            <a:spLocks noGrp="1"/>
          </p:cNvSpPr>
          <p:nvPr/>
        </p:nvSpPr>
        <p:spPr>
          <a:xfrm>
            <a:off x="60504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3850">
            <a:extLst>
              <a:ext uri="{FF2B5EF4-FFF2-40B4-BE49-F238E27FC236}">
                <a16:creationId xmlns:a16="http://schemas.microsoft.com/office/drawing/2014/main" id="{E3EBA918-B030-4FD8-9E0D-19D7213AFBBC}"/>
              </a:ext>
            </a:extLst>
          </p:cNvPr>
          <p:cNvSpPr>
            <a:spLocks noGrp="1"/>
          </p:cNvSpPr>
          <p:nvPr/>
        </p:nvSpPr>
        <p:spPr>
          <a:xfrm>
            <a:off x="5886156" y="3952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3851">
            <a:extLst>
              <a:ext uri="{FF2B5EF4-FFF2-40B4-BE49-F238E27FC236}">
                <a16:creationId xmlns:a16="http://schemas.microsoft.com/office/drawing/2014/main" id="{B1FD775B-1BC5-40F9-B3D5-605DD4548826}"/>
              </a:ext>
            </a:extLst>
          </p:cNvPr>
          <p:cNvSpPr>
            <a:spLocks noGrp="1"/>
          </p:cNvSpPr>
          <p:nvPr/>
        </p:nvSpPr>
        <p:spPr>
          <a:xfrm>
            <a:off x="59080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3852">
            <a:extLst>
              <a:ext uri="{FF2B5EF4-FFF2-40B4-BE49-F238E27FC236}">
                <a16:creationId xmlns:a16="http://schemas.microsoft.com/office/drawing/2014/main" id="{4E79E684-524F-4CE2-A5F7-B914B9A964B7}"/>
              </a:ext>
            </a:extLst>
          </p:cNvPr>
          <p:cNvSpPr>
            <a:spLocks noGrp="1"/>
          </p:cNvSpPr>
          <p:nvPr/>
        </p:nvSpPr>
        <p:spPr>
          <a:xfrm>
            <a:off x="595537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3853">
            <a:extLst>
              <a:ext uri="{FF2B5EF4-FFF2-40B4-BE49-F238E27FC236}">
                <a16:creationId xmlns:a16="http://schemas.microsoft.com/office/drawing/2014/main" id="{9AA92B6A-CFED-4C15-AC07-93C879896B12}"/>
              </a:ext>
            </a:extLst>
          </p:cNvPr>
          <p:cNvSpPr>
            <a:spLocks noGrp="1"/>
          </p:cNvSpPr>
          <p:nvPr/>
        </p:nvSpPr>
        <p:spPr>
          <a:xfrm>
            <a:off x="590617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3854">
            <a:extLst>
              <a:ext uri="{FF2B5EF4-FFF2-40B4-BE49-F238E27FC236}">
                <a16:creationId xmlns:a16="http://schemas.microsoft.com/office/drawing/2014/main" id="{85B97F28-E503-4072-B92A-37285C49FEE1}"/>
              </a:ext>
            </a:extLst>
          </p:cNvPr>
          <p:cNvSpPr>
            <a:spLocks noGrp="1"/>
          </p:cNvSpPr>
          <p:nvPr/>
        </p:nvSpPr>
        <p:spPr>
          <a:xfrm>
            <a:off x="6089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3855">
            <a:extLst>
              <a:ext uri="{FF2B5EF4-FFF2-40B4-BE49-F238E27FC236}">
                <a16:creationId xmlns:a16="http://schemas.microsoft.com/office/drawing/2014/main" id="{3E4CECC7-C3CA-452E-8BC1-EE864E3D69A5}"/>
              </a:ext>
            </a:extLst>
          </p:cNvPr>
          <p:cNvSpPr>
            <a:spLocks noGrp="1"/>
          </p:cNvSpPr>
          <p:nvPr/>
        </p:nvSpPr>
        <p:spPr>
          <a:xfrm>
            <a:off x="6081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3856">
            <a:extLst>
              <a:ext uri="{FF2B5EF4-FFF2-40B4-BE49-F238E27FC236}">
                <a16:creationId xmlns:a16="http://schemas.microsoft.com/office/drawing/2014/main" id="{D35A2AD0-89F8-4CBA-848D-DBDFC307B179}"/>
              </a:ext>
            </a:extLst>
          </p:cNvPr>
          <p:cNvSpPr>
            <a:spLocks noGrp="1"/>
          </p:cNvSpPr>
          <p:nvPr/>
        </p:nvSpPr>
        <p:spPr>
          <a:xfrm>
            <a:off x="6031246" y="3836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3857">
            <a:extLst>
              <a:ext uri="{FF2B5EF4-FFF2-40B4-BE49-F238E27FC236}">
                <a16:creationId xmlns:a16="http://schemas.microsoft.com/office/drawing/2014/main" id="{1BF8ADC3-BC78-4D1C-90BF-279CAA77AA65}"/>
              </a:ext>
            </a:extLst>
          </p:cNvPr>
          <p:cNvSpPr>
            <a:spLocks noGrp="1"/>
          </p:cNvSpPr>
          <p:nvPr/>
        </p:nvSpPr>
        <p:spPr>
          <a:xfrm>
            <a:off x="6044810" y="39240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3858">
            <a:extLst>
              <a:ext uri="{FF2B5EF4-FFF2-40B4-BE49-F238E27FC236}">
                <a16:creationId xmlns:a16="http://schemas.microsoft.com/office/drawing/2014/main" id="{9B521C15-5737-455D-B4ED-17F61BCFB857}"/>
              </a:ext>
            </a:extLst>
          </p:cNvPr>
          <p:cNvSpPr>
            <a:spLocks noGrp="1"/>
          </p:cNvSpPr>
          <p:nvPr/>
        </p:nvSpPr>
        <p:spPr>
          <a:xfrm>
            <a:off x="6000234" y="396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3859">
            <a:extLst>
              <a:ext uri="{FF2B5EF4-FFF2-40B4-BE49-F238E27FC236}">
                <a16:creationId xmlns:a16="http://schemas.microsoft.com/office/drawing/2014/main" id="{8F932112-79BB-430B-BC03-FEE654FFA711}"/>
              </a:ext>
            </a:extLst>
          </p:cNvPr>
          <p:cNvSpPr>
            <a:spLocks noGrp="1"/>
          </p:cNvSpPr>
          <p:nvPr/>
        </p:nvSpPr>
        <p:spPr>
          <a:xfrm>
            <a:off x="5934380" y="3977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3860">
            <a:extLst>
              <a:ext uri="{FF2B5EF4-FFF2-40B4-BE49-F238E27FC236}">
                <a16:creationId xmlns:a16="http://schemas.microsoft.com/office/drawing/2014/main" id="{3D624C60-B668-40DF-AA1B-7F0BEAC5E166}"/>
              </a:ext>
            </a:extLst>
          </p:cNvPr>
          <p:cNvSpPr>
            <a:spLocks noGrp="1"/>
          </p:cNvSpPr>
          <p:nvPr/>
        </p:nvSpPr>
        <p:spPr>
          <a:xfrm>
            <a:off x="59000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3861">
            <a:extLst>
              <a:ext uri="{FF2B5EF4-FFF2-40B4-BE49-F238E27FC236}">
                <a16:creationId xmlns:a16="http://schemas.microsoft.com/office/drawing/2014/main" id="{09FDEECE-42BF-436B-BE89-CF701C77775C}"/>
              </a:ext>
            </a:extLst>
          </p:cNvPr>
          <p:cNvSpPr>
            <a:spLocks noGrp="1"/>
          </p:cNvSpPr>
          <p:nvPr/>
        </p:nvSpPr>
        <p:spPr>
          <a:xfrm>
            <a:off x="6097649" y="39766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3862">
            <a:extLst>
              <a:ext uri="{FF2B5EF4-FFF2-40B4-BE49-F238E27FC236}">
                <a16:creationId xmlns:a16="http://schemas.microsoft.com/office/drawing/2014/main" id="{42D2A446-38B5-40AB-9D57-AE6B3DB2BC02}"/>
              </a:ext>
            </a:extLst>
          </p:cNvPr>
          <p:cNvSpPr>
            <a:spLocks noGrp="1"/>
          </p:cNvSpPr>
          <p:nvPr/>
        </p:nvSpPr>
        <p:spPr>
          <a:xfrm>
            <a:off x="5931306" y="3969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3863">
            <a:extLst>
              <a:ext uri="{FF2B5EF4-FFF2-40B4-BE49-F238E27FC236}">
                <a16:creationId xmlns:a16="http://schemas.microsoft.com/office/drawing/2014/main" id="{C23D83AB-6CA2-4C53-8CF9-A9AD24E3D244}"/>
              </a:ext>
            </a:extLst>
          </p:cNvPr>
          <p:cNvSpPr>
            <a:spLocks noGrp="1"/>
          </p:cNvSpPr>
          <p:nvPr/>
        </p:nvSpPr>
        <p:spPr>
          <a:xfrm>
            <a:off x="6058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3864">
            <a:extLst>
              <a:ext uri="{FF2B5EF4-FFF2-40B4-BE49-F238E27FC236}">
                <a16:creationId xmlns:a16="http://schemas.microsoft.com/office/drawing/2014/main" id="{43B9EFC3-416A-490D-A47A-F586EFFCD03F}"/>
              </a:ext>
            </a:extLst>
          </p:cNvPr>
          <p:cNvSpPr>
            <a:spLocks noGrp="1"/>
          </p:cNvSpPr>
          <p:nvPr/>
        </p:nvSpPr>
        <p:spPr>
          <a:xfrm>
            <a:off x="5922083" y="39757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3865">
            <a:extLst>
              <a:ext uri="{FF2B5EF4-FFF2-40B4-BE49-F238E27FC236}">
                <a16:creationId xmlns:a16="http://schemas.microsoft.com/office/drawing/2014/main" id="{8CB2E15C-48A8-48CB-9BE0-37C23515A00D}"/>
              </a:ext>
            </a:extLst>
          </p:cNvPr>
          <p:cNvSpPr>
            <a:spLocks noGrp="1"/>
          </p:cNvSpPr>
          <p:nvPr/>
        </p:nvSpPr>
        <p:spPr>
          <a:xfrm>
            <a:off x="6082810" y="3977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3866">
            <a:extLst>
              <a:ext uri="{FF2B5EF4-FFF2-40B4-BE49-F238E27FC236}">
                <a16:creationId xmlns:a16="http://schemas.microsoft.com/office/drawing/2014/main" id="{CE4F06D5-9971-4B8E-91C4-D08F4ABC2576}"/>
              </a:ext>
            </a:extLst>
          </p:cNvPr>
          <p:cNvSpPr>
            <a:spLocks noGrp="1"/>
          </p:cNvSpPr>
          <p:nvPr/>
        </p:nvSpPr>
        <p:spPr>
          <a:xfrm>
            <a:off x="6044220" y="3961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3867">
            <a:extLst>
              <a:ext uri="{FF2B5EF4-FFF2-40B4-BE49-F238E27FC236}">
                <a16:creationId xmlns:a16="http://schemas.microsoft.com/office/drawing/2014/main" id="{27AF845A-93B8-4362-B3D6-4C617AD4CAC8}"/>
              </a:ext>
            </a:extLst>
          </p:cNvPr>
          <p:cNvSpPr>
            <a:spLocks noGrp="1"/>
          </p:cNvSpPr>
          <p:nvPr/>
        </p:nvSpPr>
        <p:spPr>
          <a:xfrm>
            <a:off x="6055148" y="3939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3868">
            <a:extLst>
              <a:ext uri="{FF2B5EF4-FFF2-40B4-BE49-F238E27FC236}">
                <a16:creationId xmlns:a16="http://schemas.microsoft.com/office/drawing/2014/main" id="{F6B2F7DC-CE7D-43D7-A229-E4328EADF739}"/>
              </a:ext>
            </a:extLst>
          </p:cNvPr>
          <p:cNvSpPr>
            <a:spLocks noGrp="1"/>
          </p:cNvSpPr>
          <p:nvPr/>
        </p:nvSpPr>
        <p:spPr>
          <a:xfrm>
            <a:off x="6020359" y="39687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3869">
            <a:extLst>
              <a:ext uri="{FF2B5EF4-FFF2-40B4-BE49-F238E27FC236}">
                <a16:creationId xmlns:a16="http://schemas.microsoft.com/office/drawing/2014/main" id="{EE6844AF-EFC4-49D5-840B-E5A0561AA4C4}"/>
              </a:ext>
            </a:extLst>
          </p:cNvPr>
          <p:cNvSpPr>
            <a:spLocks noGrp="1"/>
          </p:cNvSpPr>
          <p:nvPr/>
        </p:nvSpPr>
        <p:spPr>
          <a:xfrm>
            <a:off x="5941959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3870">
            <a:extLst>
              <a:ext uri="{FF2B5EF4-FFF2-40B4-BE49-F238E27FC236}">
                <a16:creationId xmlns:a16="http://schemas.microsoft.com/office/drawing/2014/main" id="{77380E80-C7A3-458B-A6C5-36336DBDF012}"/>
              </a:ext>
            </a:extLst>
          </p:cNvPr>
          <p:cNvSpPr>
            <a:spLocks noGrp="1"/>
          </p:cNvSpPr>
          <p:nvPr/>
        </p:nvSpPr>
        <p:spPr>
          <a:xfrm>
            <a:off x="59674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3871">
            <a:extLst>
              <a:ext uri="{FF2B5EF4-FFF2-40B4-BE49-F238E27FC236}">
                <a16:creationId xmlns:a16="http://schemas.microsoft.com/office/drawing/2014/main" id="{2CFCF34C-8F3B-4E8E-B85E-9BD41FC4A79A}"/>
              </a:ext>
            </a:extLst>
          </p:cNvPr>
          <p:cNvSpPr>
            <a:spLocks noGrp="1"/>
          </p:cNvSpPr>
          <p:nvPr/>
        </p:nvSpPr>
        <p:spPr>
          <a:xfrm>
            <a:off x="6015710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3872">
            <a:extLst>
              <a:ext uri="{FF2B5EF4-FFF2-40B4-BE49-F238E27FC236}">
                <a16:creationId xmlns:a16="http://schemas.microsoft.com/office/drawing/2014/main" id="{074FD5BE-F35F-4AC4-8711-C66AC81C6053}"/>
              </a:ext>
            </a:extLst>
          </p:cNvPr>
          <p:cNvSpPr>
            <a:spLocks noGrp="1"/>
          </p:cNvSpPr>
          <p:nvPr/>
        </p:nvSpPr>
        <p:spPr>
          <a:xfrm>
            <a:off x="5947130" y="39662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3873">
            <a:extLst>
              <a:ext uri="{FF2B5EF4-FFF2-40B4-BE49-F238E27FC236}">
                <a16:creationId xmlns:a16="http://schemas.microsoft.com/office/drawing/2014/main" id="{CD07B326-B88B-431C-B491-1AB652395076}"/>
              </a:ext>
            </a:extLst>
          </p:cNvPr>
          <p:cNvSpPr>
            <a:spLocks noGrp="1"/>
          </p:cNvSpPr>
          <p:nvPr/>
        </p:nvSpPr>
        <p:spPr>
          <a:xfrm>
            <a:off x="6074526" y="39541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3874">
            <a:extLst>
              <a:ext uri="{FF2B5EF4-FFF2-40B4-BE49-F238E27FC236}">
                <a16:creationId xmlns:a16="http://schemas.microsoft.com/office/drawing/2014/main" id="{D9BCAEAA-854D-4AB9-A071-4F38A5A5ABC0}"/>
              </a:ext>
            </a:extLst>
          </p:cNvPr>
          <p:cNvSpPr>
            <a:spLocks noGrp="1"/>
          </p:cNvSpPr>
          <p:nvPr/>
        </p:nvSpPr>
        <p:spPr>
          <a:xfrm>
            <a:off x="59824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3875">
            <a:extLst>
              <a:ext uri="{FF2B5EF4-FFF2-40B4-BE49-F238E27FC236}">
                <a16:creationId xmlns:a16="http://schemas.microsoft.com/office/drawing/2014/main" id="{C55F7F09-4B6A-4893-A721-BDF084AA5173}"/>
              </a:ext>
            </a:extLst>
          </p:cNvPr>
          <p:cNvSpPr>
            <a:spLocks noGrp="1"/>
          </p:cNvSpPr>
          <p:nvPr/>
        </p:nvSpPr>
        <p:spPr>
          <a:xfrm>
            <a:off x="6002923" y="397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3876">
            <a:extLst>
              <a:ext uri="{FF2B5EF4-FFF2-40B4-BE49-F238E27FC236}">
                <a16:creationId xmlns:a16="http://schemas.microsoft.com/office/drawing/2014/main" id="{4F75B069-5142-44AF-AB88-318D93097623}"/>
              </a:ext>
            </a:extLst>
          </p:cNvPr>
          <p:cNvSpPr>
            <a:spLocks noGrp="1"/>
          </p:cNvSpPr>
          <p:nvPr/>
        </p:nvSpPr>
        <p:spPr>
          <a:xfrm>
            <a:off x="5879742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3877">
            <a:extLst>
              <a:ext uri="{FF2B5EF4-FFF2-40B4-BE49-F238E27FC236}">
                <a16:creationId xmlns:a16="http://schemas.microsoft.com/office/drawing/2014/main" id="{491961FD-23EC-41EE-8B0B-D92BC15FA699}"/>
              </a:ext>
            </a:extLst>
          </p:cNvPr>
          <p:cNvSpPr>
            <a:spLocks noGrp="1"/>
          </p:cNvSpPr>
          <p:nvPr/>
        </p:nvSpPr>
        <p:spPr>
          <a:xfrm>
            <a:off x="5951007" y="39604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3878">
            <a:extLst>
              <a:ext uri="{FF2B5EF4-FFF2-40B4-BE49-F238E27FC236}">
                <a16:creationId xmlns:a16="http://schemas.microsoft.com/office/drawing/2014/main" id="{49B708DC-6CB1-406D-BA69-B2757525C1E6}"/>
              </a:ext>
            </a:extLst>
          </p:cNvPr>
          <p:cNvSpPr>
            <a:spLocks noGrp="1"/>
          </p:cNvSpPr>
          <p:nvPr/>
        </p:nvSpPr>
        <p:spPr>
          <a:xfrm>
            <a:off x="59674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3879">
            <a:extLst>
              <a:ext uri="{FF2B5EF4-FFF2-40B4-BE49-F238E27FC236}">
                <a16:creationId xmlns:a16="http://schemas.microsoft.com/office/drawing/2014/main" id="{29F2D3A0-CA90-437B-B299-9642B9E6876C}"/>
              </a:ext>
            </a:extLst>
          </p:cNvPr>
          <p:cNvSpPr>
            <a:spLocks noGrp="1"/>
          </p:cNvSpPr>
          <p:nvPr/>
        </p:nvSpPr>
        <p:spPr>
          <a:xfrm>
            <a:off x="5922956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3880">
            <a:extLst>
              <a:ext uri="{FF2B5EF4-FFF2-40B4-BE49-F238E27FC236}">
                <a16:creationId xmlns:a16="http://schemas.microsoft.com/office/drawing/2014/main" id="{8DFD74B1-6116-4A03-9CEF-DACEEB747DC7}"/>
              </a:ext>
            </a:extLst>
          </p:cNvPr>
          <p:cNvSpPr>
            <a:spLocks noGrp="1"/>
          </p:cNvSpPr>
          <p:nvPr/>
        </p:nvSpPr>
        <p:spPr>
          <a:xfrm>
            <a:off x="5912641" y="39646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3881">
            <a:extLst>
              <a:ext uri="{FF2B5EF4-FFF2-40B4-BE49-F238E27FC236}">
                <a16:creationId xmlns:a16="http://schemas.microsoft.com/office/drawing/2014/main" id="{9F0BC8A5-4730-4DEA-A076-EF60311F8263}"/>
              </a:ext>
            </a:extLst>
          </p:cNvPr>
          <p:cNvSpPr>
            <a:spLocks noGrp="1"/>
          </p:cNvSpPr>
          <p:nvPr/>
        </p:nvSpPr>
        <p:spPr>
          <a:xfrm>
            <a:off x="6095203" y="39423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3882">
            <a:extLst>
              <a:ext uri="{FF2B5EF4-FFF2-40B4-BE49-F238E27FC236}">
                <a16:creationId xmlns:a16="http://schemas.microsoft.com/office/drawing/2014/main" id="{C239CF85-C48E-4A73-8931-16894D1D054A}"/>
              </a:ext>
            </a:extLst>
          </p:cNvPr>
          <p:cNvSpPr>
            <a:spLocks noGrp="1"/>
          </p:cNvSpPr>
          <p:nvPr/>
        </p:nvSpPr>
        <p:spPr>
          <a:xfrm>
            <a:off x="5894981" y="39416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3883">
            <a:extLst>
              <a:ext uri="{FF2B5EF4-FFF2-40B4-BE49-F238E27FC236}">
                <a16:creationId xmlns:a16="http://schemas.microsoft.com/office/drawing/2014/main" id="{7A189073-B838-44C6-BC30-6019A6A72347}"/>
              </a:ext>
            </a:extLst>
          </p:cNvPr>
          <p:cNvSpPr>
            <a:spLocks noGrp="1"/>
          </p:cNvSpPr>
          <p:nvPr/>
        </p:nvSpPr>
        <p:spPr>
          <a:xfrm>
            <a:off x="5897370" y="39493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3884">
            <a:extLst>
              <a:ext uri="{FF2B5EF4-FFF2-40B4-BE49-F238E27FC236}">
                <a16:creationId xmlns:a16="http://schemas.microsoft.com/office/drawing/2014/main" id="{65B72F68-9DB6-4EF1-AE10-0FCFE4B682A2}"/>
              </a:ext>
            </a:extLst>
          </p:cNvPr>
          <p:cNvSpPr>
            <a:spLocks noGrp="1"/>
          </p:cNvSpPr>
          <p:nvPr/>
        </p:nvSpPr>
        <p:spPr>
          <a:xfrm>
            <a:off x="6049458" y="39670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3885">
            <a:extLst>
              <a:ext uri="{FF2B5EF4-FFF2-40B4-BE49-F238E27FC236}">
                <a16:creationId xmlns:a16="http://schemas.microsoft.com/office/drawing/2014/main" id="{395AF59F-14AB-43FF-B1F4-B4AC8A8A2753}"/>
              </a:ext>
            </a:extLst>
          </p:cNvPr>
          <p:cNvSpPr>
            <a:spLocks noGrp="1"/>
          </p:cNvSpPr>
          <p:nvPr/>
        </p:nvSpPr>
        <p:spPr>
          <a:xfrm>
            <a:off x="5894452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3886">
            <a:extLst>
              <a:ext uri="{FF2B5EF4-FFF2-40B4-BE49-F238E27FC236}">
                <a16:creationId xmlns:a16="http://schemas.microsoft.com/office/drawing/2014/main" id="{1B9F5191-96B9-4979-84B9-3C4E4ABDC929}"/>
              </a:ext>
            </a:extLst>
          </p:cNvPr>
          <p:cNvSpPr>
            <a:spLocks noGrp="1"/>
          </p:cNvSpPr>
          <p:nvPr/>
        </p:nvSpPr>
        <p:spPr>
          <a:xfrm>
            <a:off x="60309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3887">
            <a:extLst>
              <a:ext uri="{FF2B5EF4-FFF2-40B4-BE49-F238E27FC236}">
                <a16:creationId xmlns:a16="http://schemas.microsoft.com/office/drawing/2014/main" id="{71C3B848-493E-41C3-82B6-F27922884506}"/>
              </a:ext>
            </a:extLst>
          </p:cNvPr>
          <p:cNvSpPr>
            <a:spLocks noGrp="1"/>
          </p:cNvSpPr>
          <p:nvPr/>
        </p:nvSpPr>
        <p:spPr>
          <a:xfrm>
            <a:off x="5885430" y="39682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3888">
            <a:extLst>
              <a:ext uri="{FF2B5EF4-FFF2-40B4-BE49-F238E27FC236}">
                <a16:creationId xmlns:a16="http://schemas.microsoft.com/office/drawing/2014/main" id="{5106CDC1-6165-4649-B384-BAC665A2FCFD}"/>
              </a:ext>
            </a:extLst>
          </p:cNvPr>
          <p:cNvSpPr>
            <a:spLocks noGrp="1"/>
          </p:cNvSpPr>
          <p:nvPr/>
        </p:nvSpPr>
        <p:spPr>
          <a:xfrm>
            <a:off x="601902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3889">
            <a:extLst>
              <a:ext uri="{FF2B5EF4-FFF2-40B4-BE49-F238E27FC236}">
                <a16:creationId xmlns:a16="http://schemas.microsoft.com/office/drawing/2014/main" id="{45844628-AB33-4061-BD23-7298616F0B8E}"/>
              </a:ext>
            </a:extLst>
          </p:cNvPr>
          <p:cNvSpPr>
            <a:spLocks noGrp="1"/>
          </p:cNvSpPr>
          <p:nvPr/>
        </p:nvSpPr>
        <p:spPr>
          <a:xfrm>
            <a:off x="6009133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3890">
            <a:extLst>
              <a:ext uri="{FF2B5EF4-FFF2-40B4-BE49-F238E27FC236}">
                <a16:creationId xmlns:a16="http://schemas.microsoft.com/office/drawing/2014/main" id="{A8C789FA-34DC-4C0D-836E-752FCCC8A01B}"/>
              </a:ext>
            </a:extLst>
          </p:cNvPr>
          <p:cNvSpPr>
            <a:spLocks noGrp="1"/>
          </p:cNvSpPr>
          <p:nvPr/>
        </p:nvSpPr>
        <p:spPr>
          <a:xfrm>
            <a:off x="60557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3891">
            <a:extLst>
              <a:ext uri="{FF2B5EF4-FFF2-40B4-BE49-F238E27FC236}">
                <a16:creationId xmlns:a16="http://schemas.microsoft.com/office/drawing/2014/main" id="{01D18206-23D0-4C8C-972B-C197AB6974B7}"/>
              </a:ext>
            </a:extLst>
          </p:cNvPr>
          <p:cNvSpPr>
            <a:spLocks noGrp="1"/>
          </p:cNvSpPr>
          <p:nvPr/>
        </p:nvSpPr>
        <p:spPr>
          <a:xfrm>
            <a:off x="5987159" y="39752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3892">
            <a:extLst>
              <a:ext uri="{FF2B5EF4-FFF2-40B4-BE49-F238E27FC236}">
                <a16:creationId xmlns:a16="http://schemas.microsoft.com/office/drawing/2014/main" id="{39B8DB8D-3864-4EB7-8372-34CB805A83F1}"/>
              </a:ext>
            </a:extLst>
          </p:cNvPr>
          <p:cNvSpPr>
            <a:spLocks noGrp="1"/>
          </p:cNvSpPr>
          <p:nvPr/>
        </p:nvSpPr>
        <p:spPr>
          <a:xfrm>
            <a:off x="59143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3893">
            <a:extLst>
              <a:ext uri="{FF2B5EF4-FFF2-40B4-BE49-F238E27FC236}">
                <a16:creationId xmlns:a16="http://schemas.microsoft.com/office/drawing/2014/main" id="{721EF294-1F8B-42BB-9773-60D74E440C42}"/>
              </a:ext>
            </a:extLst>
          </p:cNvPr>
          <p:cNvSpPr>
            <a:spLocks noGrp="1"/>
          </p:cNvSpPr>
          <p:nvPr/>
        </p:nvSpPr>
        <p:spPr>
          <a:xfrm>
            <a:off x="6084475" y="39726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3894">
            <a:extLst>
              <a:ext uri="{FF2B5EF4-FFF2-40B4-BE49-F238E27FC236}">
                <a16:creationId xmlns:a16="http://schemas.microsoft.com/office/drawing/2014/main" id="{749E7490-175A-4C98-96FB-D48C60B306FC}"/>
              </a:ext>
            </a:extLst>
          </p:cNvPr>
          <p:cNvSpPr>
            <a:spLocks noGrp="1"/>
          </p:cNvSpPr>
          <p:nvPr/>
        </p:nvSpPr>
        <p:spPr>
          <a:xfrm>
            <a:off x="5890255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3895">
            <a:extLst>
              <a:ext uri="{FF2B5EF4-FFF2-40B4-BE49-F238E27FC236}">
                <a16:creationId xmlns:a16="http://schemas.microsoft.com/office/drawing/2014/main" id="{2CD24EF2-60A9-4300-B3C2-D89D4ACB9CA0}"/>
              </a:ext>
            </a:extLst>
          </p:cNvPr>
          <p:cNvSpPr>
            <a:spLocks noGrp="1"/>
          </p:cNvSpPr>
          <p:nvPr/>
        </p:nvSpPr>
        <p:spPr>
          <a:xfrm>
            <a:off x="6056105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3896">
            <a:extLst>
              <a:ext uri="{FF2B5EF4-FFF2-40B4-BE49-F238E27FC236}">
                <a16:creationId xmlns:a16="http://schemas.microsoft.com/office/drawing/2014/main" id="{9F5A24F6-3A33-4D1D-8845-879A664D78C2}"/>
              </a:ext>
            </a:extLst>
          </p:cNvPr>
          <p:cNvSpPr>
            <a:spLocks noGrp="1"/>
          </p:cNvSpPr>
          <p:nvPr/>
        </p:nvSpPr>
        <p:spPr>
          <a:xfrm>
            <a:off x="5882974" y="39752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3897">
            <a:extLst>
              <a:ext uri="{FF2B5EF4-FFF2-40B4-BE49-F238E27FC236}">
                <a16:creationId xmlns:a16="http://schemas.microsoft.com/office/drawing/2014/main" id="{9EE50156-3511-4885-8611-222D43503A70}"/>
              </a:ext>
            </a:extLst>
          </p:cNvPr>
          <p:cNvSpPr>
            <a:spLocks noGrp="1"/>
          </p:cNvSpPr>
          <p:nvPr/>
        </p:nvSpPr>
        <p:spPr>
          <a:xfrm>
            <a:off x="6007801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3898">
            <a:extLst>
              <a:ext uri="{FF2B5EF4-FFF2-40B4-BE49-F238E27FC236}">
                <a16:creationId xmlns:a16="http://schemas.microsoft.com/office/drawing/2014/main" id="{843B5572-14D0-4794-ABC3-CF46E59492C7}"/>
              </a:ext>
            </a:extLst>
          </p:cNvPr>
          <p:cNvSpPr>
            <a:spLocks noGrp="1"/>
          </p:cNvSpPr>
          <p:nvPr/>
        </p:nvSpPr>
        <p:spPr>
          <a:xfrm>
            <a:off x="5888357" y="3889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3899">
            <a:extLst>
              <a:ext uri="{FF2B5EF4-FFF2-40B4-BE49-F238E27FC236}">
                <a16:creationId xmlns:a16="http://schemas.microsoft.com/office/drawing/2014/main" id="{E5B9D5FD-9033-4A15-B51D-55FCCBD80E0D}"/>
              </a:ext>
            </a:extLst>
          </p:cNvPr>
          <p:cNvSpPr>
            <a:spLocks noGrp="1"/>
          </p:cNvSpPr>
          <p:nvPr/>
        </p:nvSpPr>
        <p:spPr>
          <a:xfrm>
            <a:off x="60568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3900">
            <a:extLst>
              <a:ext uri="{FF2B5EF4-FFF2-40B4-BE49-F238E27FC236}">
                <a16:creationId xmlns:a16="http://schemas.microsoft.com/office/drawing/2014/main" id="{04064A51-806A-493D-B3F0-503C5C08FA06}"/>
              </a:ext>
            </a:extLst>
          </p:cNvPr>
          <p:cNvSpPr>
            <a:spLocks noGrp="1"/>
          </p:cNvSpPr>
          <p:nvPr/>
        </p:nvSpPr>
        <p:spPr>
          <a:xfrm>
            <a:off x="6068514" y="3955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3901">
            <a:extLst>
              <a:ext uri="{FF2B5EF4-FFF2-40B4-BE49-F238E27FC236}">
                <a16:creationId xmlns:a16="http://schemas.microsoft.com/office/drawing/2014/main" id="{E8E404CF-0675-4153-AC34-732510723090}"/>
              </a:ext>
            </a:extLst>
          </p:cNvPr>
          <p:cNvSpPr>
            <a:spLocks noGrp="1"/>
          </p:cNvSpPr>
          <p:nvPr/>
        </p:nvSpPr>
        <p:spPr>
          <a:xfrm>
            <a:off x="60222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3902">
            <a:extLst>
              <a:ext uri="{FF2B5EF4-FFF2-40B4-BE49-F238E27FC236}">
                <a16:creationId xmlns:a16="http://schemas.microsoft.com/office/drawing/2014/main" id="{D76A4C09-9525-48D4-A9D2-40B13D08572B}"/>
              </a:ext>
            </a:extLst>
          </p:cNvPr>
          <p:cNvSpPr>
            <a:spLocks noGrp="1"/>
          </p:cNvSpPr>
          <p:nvPr/>
        </p:nvSpPr>
        <p:spPr>
          <a:xfrm>
            <a:off x="59363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3903">
            <a:extLst>
              <a:ext uri="{FF2B5EF4-FFF2-40B4-BE49-F238E27FC236}">
                <a16:creationId xmlns:a16="http://schemas.microsoft.com/office/drawing/2014/main" id="{27575413-1106-4CB4-B5AD-A00D070D6302}"/>
              </a:ext>
            </a:extLst>
          </p:cNvPr>
          <p:cNvSpPr>
            <a:spLocks noGrp="1"/>
          </p:cNvSpPr>
          <p:nvPr/>
        </p:nvSpPr>
        <p:spPr>
          <a:xfrm>
            <a:off x="6093673" y="3959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3904">
            <a:extLst>
              <a:ext uri="{FF2B5EF4-FFF2-40B4-BE49-F238E27FC236}">
                <a16:creationId xmlns:a16="http://schemas.microsoft.com/office/drawing/2014/main" id="{2403F700-C847-42FD-AF1E-CB6173F385AB}"/>
              </a:ext>
            </a:extLst>
          </p:cNvPr>
          <p:cNvSpPr>
            <a:spLocks noGrp="1"/>
          </p:cNvSpPr>
          <p:nvPr/>
        </p:nvSpPr>
        <p:spPr>
          <a:xfrm>
            <a:off x="6049771" y="39639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3905">
            <a:extLst>
              <a:ext uri="{FF2B5EF4-FFF2-40B4-BE49-F238E27FC236}">
                <a16:creationId xmlns:a16="http://schemas.microsoft.com/office/drawing/2014/main" id="{41F704D5-0C94-4F97-9288-5A6112DCE7E4}"/>
              </a:ext>
            </a:extLst>
          </p:cNvPr>
          <p:cNvSpPr>
            <a:spLocks noGrp="1"/>
          </p:cNvSpPr>
          <p:nvPr/>
        </p:nvSpPr>
        <p:spPr>
          <a:xfrm>
            <a:off x="5986606" y="3976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3906">
            <a:extLst>
              <a:ext uri="{FF2B5EF4-FFF2-40B4-BE49-F238E27FC236}">
                <a16:creationId xmlns:a16="http://schemas.microsoft.com/office/drawing/2014/main" id="{162C0895-5749-4A22-A7AD-3693F086CCDA}"/>
              </a:ext>
            </a:extLst>
          </p:cNvPr>
          <p:cNvSpPr>
            <a:spLocks noGrp="1"/>
          </p:cNvSpPr>
          <p:nvPr/>
        </p:nvSpPr>
        <p:spPr>
          <a:xfrm>
            <a:off x="60935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3907">
            <a:extLst>
              <a:ext uri="{FF2B5EF4-FFF2-40B4-BE49-F238E27FC236}">
                <a16:creationId xmlns:a16="http://schemas.microsoft.com/office/drawing/2014/main" id="{73504BC2-6958-4854-A5D4-D2095C2CF6B8}"/>
              </a:ext>
            </a:extLst>
          </p:cNvPr>
          <p:cNvSpPr>
            <a:spLocks noGrp="1"/>
          </p:cNvSpPr>
          <p:nvPr/>
        </p:nvSpPr>
        <p:spPr>
          <a:xfrm>
            <a:off x="600276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3908">
            <a:extLst>
              <a:ext uri="{FF2B5EF4-FFF2-40B4-BE49-F238E27FC236}">
                <a16:creationId xmlns:a16="http://schemas.microsoft.com/office/drawing/2014/main" id="{81368767-2DDF-4A71-8018-03D984EF52EA}"/>
              </a:ext>
            </a:extLst>
          </p:cNvPr>
          <p:cNvSpPr>
            <a:spLocks noGrp="1"/>
          </p:cNvSpPr>
          <p:nvPr/>
        </p:nvSpPr>
        <p:spPr>
          <a:xfrm>
            <a:off x="59641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3909">
            <a:extLst>
              <a:ext uri="{FF2B5EF4-FFF2-40B4-BE49-F238E27FC236}">
                <a16:creationId xmlns:a16="http://schemas.microsoft.com/office/drawing/2014/main" id="{2755245E-4ADF-420D-A419-E31740C22DB3}"/>
              </a:ext>
            </a:extLst>
          </p:cNvPr>
          <p:cNvSpPr>
            <a:spLocks noGrp="1"/>
          </p:cNvSpPr>
          <p:nvPr/>
        </p:nvSpPr>
        <p:spPr>
          <a:xfrm>
            <a:off x="6008990" y="39746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3910">
            <a:extLst>
              <a:ext uri="{FF2B5EF4-FFF2-40B4-BE49-F238E27FC236}">
                <a16:creationId xmlns:a16="http://schemas.microsoft.com/office/drawing/2014/main" id="{93A2B4A4-9B36-410E-A555-5216BBAB1050}"/>
              </a:ext>
            </a:extLst>
          </p:cNvPr>
          <p:cNvSpPr>
            <a:spLocks noGrp="1"/>
          </p:cNvSpPr>
          <p:nvPr/>
        </p:nvSpPr>
        <p:spPr>
          <a:xfrm>
            <a:off x="5905399" y="39630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3911">
            <a:extLst>
              <a:ext uri="{FF2B5EF4-FFF2-40B4-BE49-F238E27FC236}">
                <a16:creationId xmlns:a16="http://schemas.microsoft.com/office/drawing/2014/main" id="{B0AC6C0A-7918-4346-9AD9-FE3216D97990}"/>
              </a:ext>
            </a:extLst>
          </p:cNvPr>
          <p:cNvSpPr>
            <a:spLocks noGrp="1"/>
          </p:cNvSpPr>
          <p:nvPr/>
        </p:nvSpPr>
        <p:spPr>
          <a:xfrm>
            <a:off x="5934198" y="39719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3912">
            <a:extLst>
              <a:ext uri="{FF2B5EF4-FFF2-40B4-BE49-F238E27FC236}">
                <a16:creationId xmlns:a16="http://schemas.microsoft.com/office/drawing/2014/main" id="{E8690188-D0D5-441C-A3FC-2F56BA5E61BD}"/>
              </a:ext>
            </a:extLst>
          </p:cNvPr>
          <p:cNvSpPr>
            <a:spLocks noGrp="1"/>
          </p:cNvSpPr>
          <p:nvPr/>
        </p:nvSpPr>
        <p:spPr>
          <a:xfrm>
            <a:off x="60938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3913">
            <a:extLst>
              <a:ext uri="{FF2B5EF4-FFF2-40B4-BE49-F238E27FC236}">
                <a16:creationId xmlns:a16="http://schemas.microsoft.com/office/drawing/2014/main" id="{E8619DE0-AEC1-4890-B1EA-8453B54A1474}"/>
              </a:ext>
            </a:extLst>
          </p:cNvPr>
          <p:cNvSpPr>
            <a:spLocks noGrp="1"/>
          </p:cNvSpPr>
          <p:nvPr/>
        </p:nvSpPr>
        <p:spPr>
          <a:xfrm>
            <a:off x="59314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3914">
            <a:extLst>
              <a:ext uri="{FF2B5EF4-FFF2-40B4-BE49-F238E27FC236}">
                <a16:creationId xmlns:a16="http://schemas.microsoft.com/office/drawing/2014/main" id="{5688E4B5-BC92-4238-8FAD-7EE9EEB912E0}"/>
              </a:ext>
            </a:extLst>
          </p:cNvPr>
          <p:cNvSpPr>
            <a:spLocks noGrp="1"/>
          </p:cNvSpPr>
          <p:nvPr/>
        </p:nvSpPr>
        <p:spPr>
          <a:xfrm>
            <a:off x="5993127" y="39582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3915">
            <a:extLst>
              <a:ext uri="{FF2B5EF4-FFF2-40B4-BE49-F238E27FC236}">
                <a16:creationId xmlns:a16="http://schemas.microsoft.com/office/drawing/2014/main" id="{7FC64D59-69AB-4B3B-8994-027AF2C2815F}"/>
              </a:ext>
            </a:extLst>
          </p:cNvPr>
          <p:cNvSpPr>
            <a:spLocks noGrp="1"/>
          </p:cNvSpPr>
          <p:nvPr/>
        </p:nvSpPr>
        <p:spPr>
          <a:xfrm>
            <a:off x="6042135" y="3946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3916">
            <a:extLst>
              <a:ext uri="{FF2B5EF4-FFF2-40B4-BE49-F238E27FC236}">
                <a16:creationId xmlns:a16="http://schemas.microsoft.com/office/drawing/2014/main" id="{D4F4981F-91BD-4F6C-B10E-AA23EE9FECE5}"/>
              </a:ext>
            </a:extLst>
          </p:cNvPr>
          <p:cNvSpPr>
            <a:spLocks noGrp="1"/>
          </p:cNvSpPr>
          <p:nvPr/>
        </p:nvSpPr>
        <p:spPr>
          <a:xfrm>
            <a:off x="5967206" y="39592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3917">
            <a:extLst>
              <a:ext uri="{FF2B5EF4-FFF2-40B4-BE49-F238E27FC236}">
                <a16:creationId xmlns:a16="http://schemas.microsoft.com/office/drawing/2014/main" id="{E674FA60-24EA-4ACC-9BFF-5EDE7B96ADA6}"/>
              </a:ext>
            </a:extLst>
          </p:cNvPr>
          <p:cNvSpPr>
            <a:spLocks noGrp="1"/>
          </p:cNvSpPr>
          <p:nvPr/>
        </p:nvSpPr>
        <p:spPr>
          <a:xfrm>
            <a:off x="5998212" y="39696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3918">
            <a:extLst>
              <a:ext uri="{FF2B5EF4-FFF2-40B4-BE49-F238E27FC236}">
                <a16:creationId xmlns:a16="http://schemas.microsoft.com/office/drawing/2014/main" id="{670ADEF3-17DA-4D63-ACDE-6E4C6EFB8ACD}"/>
              </a:ext>
            </a:extLst>
          </p:cNvPr>
          <p:cNvSpPr>
            <a:spLocks noGrp="1"/>
          </p:cNvSpPr>
          <p:nvPr/>
        </p:nvSpPr>
        <p:spPr>
          <a:xfrm>
            <a:off x="6018130" y="3939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3919">
            <a:extLst>
              <a:ext uri="{FF2B5EF4-FFF2-40B4-BE49-F238E27FC236}">
                <a16:creationId xmlns:a16="http://schemas.microsoft.com/office/drawing/2014/main" id="{34C7A276-1112-4338-94D7-191B0FB57A8E}"/>
              </a:ext>
            </a:extLst>
          </p:cNvPr>
          <p:cNvSpPr>
            <a:spLocks noGrp="1"/>
          </p:cNvSpPr>
          <p:nvPr/>
        </p:nvSpPr>
        <p:spPr>
          <a:xfrm>
            <a:off x="63657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3920">
            <a:extLst>
              <a:ext uri="{FF2B5EF4-FFF2-40B4-BE49-F238E27FC236}">
                <a16:creationId xmlns:a16="http://schemas.microsoft.com/office/drawing/2014/main" id="{6EC5EBCF-55E5-4743-B8F7-EE0BC80EB3E0}"/>
              </a:ext>
            </a:extLst>
          </p:cNvPr>
          <p:cNvSpPr>
            <a:spLocks noGrp="1"/>
          </p:cNvSpPr>
          <p:nvPr/>
        </p:nvSpPr>
        <p:spPr>
          <a:xfrm>
            <a:off x="6486926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3921">
            <a:extLst>
              <a:ext uri="{FF2B5EF4-FFF2-40B4-BE49-F238E27FC236}">
                <a16:creationId xmlns:a16="http://schemas.microsoft.com/office/drawing/2014/main" id="{FFFB9FA1-EB5E-4421-8179-AF876ECD69F2}"/>
              </a:ext>
            </a:extLst>
          </p:cNvPr>
          <p:cNvSpPr>
            <a:spLocks noGrp="1"/>
          </p:cNvSpPr>
          <p:nvPr/>
        </p:nvSpPr>
        <p:spPr>
          <a:xfrm>
            <a:off x="64699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3922">
            <a:extLst>
              <a:ext uri="{FF2B5EF4-FFF2-40B4-BE49-F238E27FC236}">
                <a16:creationId xmlns:a16="http://schemas.microsoft.com/office/drawing/2014/main" id="{FC700AE4-26E4-4C7B-93A8-6C9518E4267E}"/>
              </a:ext>
            </a:extLst>
          </p:cNvPr>
          <p:cNvSpPr>
            <a:spLocks noGrp="1"/>
          </p:cNvSpPr>
          <p:nvPr/>
        </p:nvSpPr>
        <p:spPr>
          <a:xfrm>
            <a:off x="64727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3923">
            <a:extLst>
              <a:ext uri="{FF2B5EF4-FFF2-40B4-BE49-F238E27FC236}">
                <a16:creationId xmlns:a16="http://schemas.microsoft.com/office/drawing/2014/main" id="{312B95E1-57B1-4669-983D-01A63FA4183C}"/>
              </a:ext>
            </a:extLst>
          </p:cNvPr>
          <p:cNvSpPr>
            <a:spLocks noGrp="1"/>
          </p:cNvSpPr>
          <p:nvPr/>
        </p:nvSpPr>
        <p:spPr>
          <a:xfrm>
            <a:off x="6431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3924">
            <a:extLst>
              <a:ext uri="{FF2B5EF4-FFF2-40B4-BE49-F238E27FC236}">
                <a16:creationId xmlns:a16="http://schemas.microsoft.com/office/drawing/2014/main" id="{42EA4C77-1A2F-481F-A93C-E67389E851F0}"/>
              </a:ext>
            </a:extLst>
          </p:cNvPr>
          <p:cNvSpPr>
            <a:spLocks noGrp="1"/>
          </p:cNvSpPr>
          <p:nvPr/>
        </p:nvSpPr>
        <p:spPr>
          <a:xfrm>
            <a:off x="6492800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3925">
            <a:extLst>
              <a:ext uri="{FF2B5EF4-FFF2-40B4-BE49-F238E27FC236}">
                <a16:creationId xmlns:a16="http://schemas.microsoft.com/office/drawing/2014/main" id="{11DA0726-CCAB-4A3E-A69D-08B3E8569636}"/>
              </a:ext>
            </a:extLst>
          </p:cNvPr>
          <p:cNvSpPr>
            <a:spLocks noGrp="1"/>
          </p:cNvSpPr>
          <p:nvPr/>
        </p:nvSpPr>
        <p:spPr>
          <a:xfrm>
            <a:off x="636278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3926">
            <a:extLst>
              <a:ext uri="{FF2B5EF4-FFF2-40B4-BE49-F238E27FC236}">
                <a16:creationId xmlns:a16="http://schemas.microsoft.com/office/drawing/2014/main" id="{924257A5-7592-4A32-9025-9F89B04ED882}"/>
              </a:ext>
            </a:extLst>
          </p:cNvPr>
          <p:cNvSpPr>
            <a:spLocks noGrp="1"/>
          </p:cNvSpPr>
          <p:nvPr/>
        </p:nvSpPr>
        <p:spPr>
          <a:xfrm>
            <a:off x="6429701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3927">
            <a:extLst>
              <a:ext uri="{FF2B5EF4-FFF2-40B4-BE49-F238E27FC236}">
                <a16:creationId xmlns:a16="http://schemas.microsoft.com/office/drawing/2014/main" id="{EC132D4F-D7FF-45FD-9197-32F7F914BE56}"/>
              </a:ext>
            </a:extLst>
          </p:cNvPr>
          <p:cNvSpPr>
            <a:spLocks noGrp="1"/>
          </p:cNvSpPr>
          <p:nvPr/>
        </p:nvSpPr>
        <p:spPr>
          <a:xfrm>
            <a:off x="65535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3928">
            <a:extLst>
              <a:ext uri="{FF2B5EF4-FFF2-40B4-BE49-F238E27FC236}">
                <a16:creationId xmlns:a16="http://schemas.microsoft.com/office/drawing/2014/main" id="{A5B3C39C-F944-4F54-9FB5-09AFA2D75977}"/>
              </a:ext>
            </a:extLst>
          </p:cNvPr>
          <p:cNvSpPr>
            <a:spLocks noGrp="1"/>
          </p:cNvSpPr>
          <p:nvPr/>
        </p:nvSpPr>
        <p:spPr>
          <a:xfrm>
            <a:off x="64289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3929">
            <a:extLst>
              <a:ext uri="{FF2B5EF4-FFF2-40B4-BE49-F238E27FC236}">
                <a16:creationId xmlns:a16="http://schemas.microsoft.com/office/drawing/2014/main" id="{862FC691-B5EB-4032-8FE0-D79C01C16383}"/>
              </a:ext>
            </a:extLst>
          </p:cNvPr>
          <p:cNvSpPr>
            <a:spLocks noGrp="1"/>
          </p:cNvSpPr>
          <p:nvPr/>
        </p:nvSpPr>
        <p:spPr>
          <a:xfrm>
            <a:off x="64437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3930">
            <a:extLst>
              <a:ext uri="{FF2B5EF4-FFF2-40B4-BE49-F238E27FC236}">
                <a16:creationId xmlns:a16="http://schemas.microsoft.com/office/drawing/2014/main" id="{9BD59A54-E0C5-45F1-8E85-87FDA13AAEDF}"/>
              </a:ext>
            </a:extLst>
          </p:cNvPr>
          <p:cNvSpPr>
            <a:spLocks noGrp="1"/>
          </p:cNvSpPr>
          <p:nvPr/>
        </p:nvSpPr>
        <p:spPr>
          <a:xfrm>
            <a:off x="6358447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3931">
            <a:extLst>
              <a:ext uri="{FF2B5EF4-FFF2-40B4-BE49-F238E27FC236}">
                <a16:creationId xmlns:a16="http://schemas.microsoft.com/office/drawing/2014/main" id="{BADF0A0F-5E14-41DB-81E9-1BFE77897651}"/>
              </a:ext>
            </a:extLst>
          </p:cNvPr>
          <p:cNvSpPr>
            <a:spLocks noGrp="1"/>
          </p:cNvSpPr>
          <p:nvPr/>
        </p:nvSpPr>
        <p:spPr>
          <a:xfrm>
            <a:off x="6387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3932">
            <a:extLst>
              <a:ext uri="{FF2B5EF4-FFF2-40B4-BE49-F238E27FC236}">
                <a16:creationId xmlns:a16="http://schemas.microsoft.com/office/drawing/2014/main" id="{116BFE9E-8BD7-4BE2-A606-69A5AF15A098}"/>
              </a:ext>
            </a:extLst>
          </p:cNvPr>
          <p:cNvSpPr>
            <a:spLocks noGrp="1"/>
          </p:cNvSpPr>
          <p:nvPr/>
        </p:nvSpPr>
        <p:spPr>
          <a:xfrm>
            <a:off x="647914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3933">
            <a:extLst>
              <a:ext uri="{FF2B5EF4-FFF2-40B4-BE49-F238E27FC236}">
                <a16:creationId xmlns:a16="http://schemas.microsoft.com/office/drawing/2014/main" id="{55D0183E-1DE5-4228-A772-57F7E36ACE98}"/>
              </a:ext>
            </a:extLst>
          </p:cNvPr>
          <p:cNvSpPr>
            <a:spLocks noGrp="1"/>
          </p:cNvSpPr>
          <p:nvPr/>
        </p:nvSpPr>
        <p:spPr>
          <a:xfrm>
            <a:off x="65360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3934">
            <a:extLst>
              <a:ext uri="{FF2B5EF4-FFF2-40B4-BE49-F238E27FC236}">
                <a16:creationId xmlns:a16="http://schemas.microsoft.com/office/drawing/2014/main" id="{5233960E-0439-4B1D-A3C3-528681590CD2}"/>
              </a:ext>
            </a:extLst>
          </p:cNvPr>
          <p:cNvSpPr>
            <a:spLocks noGrp="1"/>
          </p:cNvSpPr>
          <p:nvPr/>
        </p:nvSpPr>
        <p:spPr>
          <a:xfrm>
            <a:off x="651621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3935">
            <a:extLst>
              <a:ext uri="{FF2B5EF4-FFF2-40B4-BE49-F238E27FC236}">
                <a16:creationId xmlns:a16="http://schemas.microsoft.com/office/drawing/2014/main" id="{CAAD94CA-24EA-4E30-A904-AC17D30F8D8E}"/>
              </a:ext>
            </a:extLst>
          </p:cNvPr>
          <p:cNvSpPr>
            <a:spLocks noGrp="1"/>
          </p:cNvSpPr>
          <p:nvPr/>
        </p:nvSpPr>
        <p:spPr>
          <a:xfrm>
            <a:off x="64669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3936">
            <a:extLst>
              <a:ext uri="{FF2B5EF4-FFF2-40B4-BE49-F238E27FC236}">
                <a16:creationId xmlns:a16="http://schemas.microsoft.com/office/drawing/2014/main" id="{DAB2301F-0C38-4800-BB8A-F6A1361B7EFC}"/>
              </a:ext>
            </a:extLst>
          </p:cNvPr>
          <p:cNvSpPr>
            <a:spLocks noGrp="1"/>
          </p:cNvSpPr>
          <p:nvPr/>
        </p:nvSpPr>
        <p:spPr>
          <a:xfrm>
            <a:off x="63926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3937">
            <a:extLst>
              <a:ext uri="{FF2B5EF4-FFF2-40B4-BE49-F238E27FC236}">
                <a16:creationId xmlns:a16="http://schemas.microsoft.com/office/drawing/2014/main" id="{2E8705AB-7AAB-4A8A-BD7E-2444E5FAFDAB}"/>
              </a:ext>
            </a:extLst>
          </p:cNvPr>
          <p:cNvSpPr>
            <a:spLocks noGrp="1"/>
          </p:cNvSpPr>
          <p:nvPr/>
        </p:nvSpPr>
        <p:spPr>
          <a:xfrm>
            <a:off x="6463440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3938">
            <a:extLst>
              <a:ext uri="{FF2B5EF4-FFF2-40B4-BE49-F238E27FC236}">
                <a16:creationId xmlns:a16="http://schemas.microsoft.com/office/drawing/2014/main" id="{C04081ED-6DD7-4755-9745-9D9E9B108C16}"/>
              </a:ext>
            </a:extLst>
          </p:cNvPr>
          <p:cNvSpPr>
            <a:spLocks noGrp="1"/>
          </p:cNvSpPr>
          <p:nvPr/>
        </p:nvSpPr>
        <p:spPr>
          <a:xfrm>
            <a:off x="64796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3939">
            <a:extLst>
              <a:ext uri="{FF2B5EF4-FFF2-40B4-BE49-F238E27FC236}">
                <a16:creationId xmlns:a16="http://schemas.microsoft.com/office/drawing/2014/main" id="{67E51BD9-ECE4-4354-A383-4D8CFB456F9C}"/>
              </a:ext>
            </a:extLst>
          </p:cNvPr>
          <p:cNvSpPr>
            <a:spLocks noGrp="1"/>
          </p:cNvSpPr>
          <p:nvPr/>
        </p:nvSpPr>
        <p:spPr>
          <a:xfrm>
            <a:off x="6395905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3940">
            <a:extLst>
              <a:ext uri="{FF2B5EF4-FFF2-40B4-BE49-F238E27FC236}">
                <a16:creationId xmlns:a16="http://schemas.microsoft.com/office/drawing/2014/main" id="{EADB5DB2-25B7-427A-A8A8-CB561DF2493C}"/>
              </a:ext>
            </a:extLst>
          </p:cNvPr>
          <p:cNvSpPr>
            <a:spLocks noGrp="1"/>
          </p:cNvSpPr>
          <p:nvPr/>
        </p:nvSpPr>
        <p:spPr>
          <a:xfrm>
            <a:off x="64552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3941">
            <a:extLst>
              <a:ext uri="{FF2B5EF4-FFF2-40B4-BE49-F238E27FC236}">
                <a16:creationId xmlns:a16="http://schemas.microsoft.com/office/drawing/2014/main" id="{B3D27526-A1DA-4C66-928E-1052266B719B}"/>
              </a:ext>
            </a:extLst>
          </p:cNvPr>
          <p:cNvSpPr>
            <a:spLocks noGrp="1"/>
          </p:cNvSpPr>
          <p:nvPr/>
        </p:nvSpPr>
        <p:spPr>
          <a:xfrm>
            <a:off x="63858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3942">
            <a:extLst>
              <a:ext uri="{FF2B5EF4-FFF2-40B4-BE49-F238E27FC236}">
                <a16:creationId xmlns:a16="http://schemas.microsoft.com/office/drawing/2014/main" id="{5899171F-11D1-4998-B019-209A5CCB6956}"/>
              </a:ext>
            </a:extLst>
          </p:cNvPr>
          <p:cNvSpPr>
            <a:spLocks noGrp="1"/>
          </p:cNvSpPr>
          <p:nvPr/>
        </p:nvSpPr>
        <p:spPr>
          <a:xfrm>
            <a:off x="647015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3943">
            <a:extLst>
              <a:ext uri="{FF2B5EF4-FFF2-40B4-BE49-F238E27FC236}">
                <a16:creationId xmlns:a16="http://schemas.microsoft.com/office/drawing/2014/main" id="{DE40C2BA-FE60-4206-B203-1E79D68BE690}"/>
              </a:ext>
            </a:extLst>
          </p:cNvPr>
          <p:cNvSpPr>
            <a:spLocks noGrp="1"/>
          </p:cNvSpPr>
          <p:nvPr/>
        </p:nvSpPr>
        <p:spPr>
          <a:xfrm>
            <a:off x="6397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3944">
            <a:extLst>
              <a:ext uri="{FF2B5EF4-FFF2-40B4-BE49-F238E27FC236}">
                <a16:creationId xmlns:a16="http://schemas.microsoft.com/office/drawing/2014/main" id="{44BA246A-340A-41A3-A1B0-4A023730CE29}"/>
              </a:ext>
            </a:extLst>
          </p:cNvPr>
          <p:cNvSpPr>
            <a:spLocks noGrp="1"/>
          </p:cNvSpPr>
          <p:nvPr/>
        </p:nvSpPr>
        <p:spPr>
          <a:xfrm>
            <a:off x="636155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3945">
            <a:extLst>
              <a:ext uri="{FF2B5EF4-FFF2-40B4-BE49-F238E27FC236}">
                <a16:creationId xmlns:a16="http://schemas.microsoft.com/office/drawing/2014/main" id="{9F938164-D9EA-409C-822E-4F58DE2E758B}"/>
              </a:ext>
            </a:extLst>
          </p:cNvPr>
          <p:cNvSpPr>
            <a:spLocks noGrp="1"/>
          </p:cNvSpPr>
          <p:nvPr/>
        </p:nvSpPr>
        <p:spPr>
          <a:xfrm>
            <a:off x="6450976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3946">
            <a:extLst>
              <a:ext uri="{FF2B5EF4-FFF2-40B4-BE49-F238E27FC236}">
                <a16:creationId xmlns:a16="http://schemas.microsoft.com/office/drawing/2014/main" id="{7549DD97-B164-43E0-89F5-369F4FF87B02}"/>
              </a:ext>
            </a:extLst>
          </p:cNvPr>
          <p:cNvSpPr>
            <a:spLocks noGrp="1"/>
          </p:cNvSpPr>
          <p:nvPr/>
        </p:nvSpPr>
        <p:spPr>
          <a:xfrm>
            <a:off x="64691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3947">
            <a:extLst>
              <a:ext uri="{FF2B5EF4-FFF2-40B4-BE49-F238E27FC236}">
                <a16:creationId xmlns:a16="http://schemas.microsoft.com/office/drawing/2014/main" id="{8860D74C-5582-45D3-839B-4156B995C22F}"/>
              </a:ext>
            </a:extLst>
          </p:cNvPr>
          <p:cNvSpPr>
            <a:spLocks noGrp="1"/>
          </p:cNvSpPr>
          <p:nvPr/>
        </p:nvSpPr>
        <p:spPr>
          <a:xfrm>
            <a:off x="65609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3948">
            <a:extLst>
              <a:ext uri="{FF2B5EF4-FFF2-40B4-BE49-F238E27FC236}">
                <a16:creationId xmlns:a16="http://schemas.microsoft.com/office/drawing/2014/main" id="{0ACCA9AC-4802-4C83-9763-6655ACFF7673}"/>
              </a:ext>
            </a:extLst>
          </p:cNvPr>
          <p:cNvSpPr>
            <a:spLocks noGrp="1"/>
          </p:cNvSpPr>
          <p:nvPr/>
        </p:nvSpPr>
        <p:spPr>
          <a:xfrm>
            <a:off x="6544063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3949">
            <a:extLst>
              <a:ext uri="{FF2B5EF4-FFF2-40B4-BE49-F238E27FC236}">
                <a16:creationId xmlns:a16="http://schemas.microsoft.com/office/drawing/2014/main" id="{E6DB2FF3-FD92-48FD-B9E1-BAB23CCF22E7}"/>
              </a:ext>
            </a:extLst>
          </p:cNvPr>
          <p:cNvSpPr>
            <a:spLocks noGrp="1"/>
          </p:cNvSpPr>
          <p:nvPr/>
        </p:nvSpPr>
        <p:spPr>
          <a:xfrm>
            <a:off x="64300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3950">
            <a:extLst>
              <a:ext uri="{FF2B5EF4-FFF2-40B4-BE49-F238E27FC236}">
                <a16:creationId xmlns:a16="http://schemas.microsoft.com/office/drawing/2014/main" id="{41FA4D4E-436A-4BE7-839D-DF332C7A7E56}"/>
              </a:ext>
            </a:extLst>
          </p:cNvPr>
          <p:cNvSpPr>
            <a:spLocks noGrp="1"/>
          </p:cNvSpPr>
          <p:nvPr/>
        </p:nvSpPr>
        <p:spPr>
          <a:xfrm>
            <a:off x="644640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3951">
            <a:extLst>
              <a:ext uri="{FF2B5EF4-FFF2-40B4-BE49-F238E27FC236}">
                <a16:creationId xmlns:a16="http://schemas.microsoft.com/office/drawing/2014/main" id="{534E14AF-DF58-468B-87A3-29240900E369}"/>
              </a:ext>
            </a:extLst>
          </p:cNvPr>
          <p:cNvSpPr>
            <a:spLocks noGrp="1"/>
          </p:cNvSpPr>
          <p:nvPr/>
        </p:nvSpPr>
        <p:spPr>
          <a:xfrm>
            <a:off x="647978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3952">
            <a:extLst>
              <a:ext uri="{FF2B5EF4-FFF2-40B4-BE49-F238E27FC236}">
                <a16:creationId xmlns:a16="http://schemas.microsoft.com/office/drawing/2014/main" id="{D8E73BC7-F317-408E-9912-8358D56A2052}"/>
              </a:ext>
            </a:extLst>
          </p:cNvPr>
          <p:cNvSpPr>
            <a:spLocks noGrp="1"/>
          </p:cNvSpPr>
          <p:nvPr/>
        </p:nvSpPr>
        <p:spPr>
          <a:xfrm>
            <a:off x="64132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3953">
            <a:extLst>
              <a:ext uri="{FF2B5EF4-FFF2-40B4-BE49-F238E27FC236}">
                <a16:creationId xmlns:a16="http://schemas.microsoft.com/office/drawing/2014/main" id="{73FBD58E-BB2B-405E-9718-D1258DBF8021}"/>
              </a:ext>
            </a:extLst>
          </p:cNvPr>
          <p:cNvSpPr>
            <a:spLocks noGrp="1"/>
          </p:cNvSpPr>
          <p:nvPr/>
        </p:nvSpPr>
        <p:spPr>
          <a:xfrm>
            <a:off x="63745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3954">
            <a:extLst>
              <a:ext uri="{FF2B5EF4-FFF2-40B4-BE49-F238E27FC236}">
                <a16:creationId xmlns:a16="http://schemas.microsoft.com/office/drawing/2014/main" id="{4CE88B1C-BFF9-4B3C-B136-9BC22613E049}"/>
              </a:ext>
            </a:extLst>
          </p:cNvPr>
          <p:cNvSpPr>
            <a:spLocks noGrp="1"/>
          </p:cNvSpPr>
          <p:nvPr/>
        </p:nvSpPr>
        <p:spPr>
          <a:xfrm>
            <a:off x="64814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3955">
            <a:extLst>
              <a:ext uri="{FF2B5EF4-FFF2-40B4-BE49-F238E27FC236}">
                <a16:creationId xmlns:a16="http://schemas.microsoft.com/office/drawing/2014/main" id="{900BDB50-0626-425B-A667-BDDD33257EBB}"/>
              </a:ext>
            </a:extLst>
          </p:cNvPr>
          <p:cNvSpPr>
            <a:spLocks noGrp="1"/>
          </p:cNvSpPr>
          <p:nvPr/>
        </p:nvSpPr>
        <p:spPr>
          <a:xfrm>
            <a:off x="6504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3956">
            <a:extLst>
              <a:ext uri="{FF2B5EF4-FFF2-40B4-BE49-F238E27FC236}">
                <a16:creationId xmlns:a16="http://schemas.microsoft.com/office/drawing/2014/main" id="{E6878A86-5EA8-4A64-86BB-21287A0995B6}"/>
              </a:ext>
            </a:extLst>
          </p:cNvPr>
          <p:cNvSpPr>
            <a:spLocks noGrp="1"/>
          </p:cNvSpPr>
          <p:nvPr/>
        </p:nvSpPr>
        <p:spPr>
          <a:xfrm>
            <a:off x="646990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3957">
            <a:extLst>
              <a:ext uri="{FF2B5EF4-FFF2-40B4-BE49-F238E27FC236}">
                <a16:creationId xmlns:a16="http://schemas.microsoft.com/office/drawing/2014/main" id="{807F431D-63B1-451E-86AA-C874B0F535AF}"/>
              </a:ext>
            </a:extLst>
          </p:cNvPr>
          <p:cNvSpPr>
            <a:spLocks noGrp="1"/>
          </p:cNvSpPr>
          <p:nvPr/>
        </p:nvSpPr>
        <p:spPr>
          <a:xfrm>
            <a:off x="65664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3958">
            <a:extLst>
              <a:ext uri="{FF2B5EF4-FFF2-40B4-BE49-F238E27FC236}">
                <a16:creationId xmlns:a16="http://schemas.microsoft.com/office/drawing/2014/main" id="{611E653D-7A17-4189-9CE6-9D66413C9CFF}"/>
              </a:ext>
            </a:extLst>
          </p:cNvPr>
          <p:cNvSpPr>
            <a:spLocks noGrp="1"/>
          </p:cNvSpPr>
          <p:nvPr/>
        </p:nvSpPr>
        <p:spPr>
          <a:xfrm>
            <a:off x="63982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3959">
            <a:extLst>
              <a:ext uri="{FF2B5EF4-FFF2-40B4-BE49-F238E27FC236}">
                <a16:creationId xmlns:a16="http://schemas.microsoft.com/office/drawing/2014/main" id="{45F189D2-0C38-4528-A2B8-4CF70F016AA5}"/>
              </a:ext>
            </a:extLst>
          </p:cNvPr>
          <p:cNvSpPr>
            <a:spLocks noGrp="1"/>
          </p:cNvSpPr>
          <p:nvPr/>
        </p:nvSpPr>
        <p:spPr>
          <a:xfrm>
            <a:off x="6541246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3960">
            <a:extLst>
              <a:ext uri="{FF2B5EF4-FFF2-40B4-BE49-F238E27FC236}">
                <a16:creationId xmlns:a16="http://schemas.microsoft.com/office/drawing/2014/main" id="{70775AF3-6EAD-4503-9197-23F47C0AD920}"/>
              </a:ext>
            </a:extLst>
          </p:cNvPr>
          <p:cNvSpPr>
            <a:spLocks noGrp="1"/>
          </p:cNvSpPr>
          <p:nvPr/>
        </p:nvSpPr>
        <p:spPr>
          <a:xfrm>
            <a:off x="64478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3961">
            <a:extLst>
              <a:ext uri="{FF2B5EF4-FFF2-40B4-BE49-F238E27FC236}">
                <a16:creationId xmlns:a16="http://schemas.microsoft.com/office/drawing/2014/main" id="{5FD023FE-76C9-462E-BCAC-2F34D3097852}"/>
              </a:ext>
            </a:extLst>
          </p:cNvPr>
          <p:cNvSpPr>
            <a:spLocks noGrp="1"/>
          </p:cNvSpPr>
          <p:nvPr/>
        </p:nvSpPr>
        <p:spPr>
          <a:xfrm>
            <a:off x="63813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3962">
            <a:extLst>
              <a:ext uri="{FF2B5EF4-FFF2-40B4-BE49-F238E27FC236}">
                <a16:creationId xmlns:a16="http://schemas.microsoft.com/office/drawing/2014/main" id="{5EAFB509-60C6-4B81-9810-9377C76C9A2E}"/>
              </a:ext>
            </a:extLst>
          </p:cNvPr>
          <p:cNvSpPr>
            <a:spLocks noGrp="1"/>
          </p:cNvSpPr>
          <p:nvPr/>
        </p:nvSpPr>
        <p:spPr>
          <a:xfrm>
            <a:off x="646103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3963">
            <a:extLst>
              <a:ext uri="{FF2B5EF4-FFF2-40B4-BE49-F238E27FC236}">
                <a16:creationId xmlns:a16="http://schemas.microsoft.com/office/drawing/2014/main" id="{F00EE6C1-9644-41F2-B2FC-26223C7C73D4}"/>
              </a:ext>
            </a:extLst>
          </p:cNvPr>
          <p:cNvSpPr>
            <a:spLocks noGrp="1"/>
          </p:cNvSpPr>
          <p:nvPr/>
        </p:nvSpPr>
        <p:spPr>
          <a:xfrm>
            <a:off x="64691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3964">
            <a:extLst>
              <a:ext uri="{FF2B5EF4-FFF2-40B4-BE49-F238E27FC236}">
                <a16:creationId xmlns:a16="http://schemas.microsoft.com/office/drawing/2014/main" id="{73D393BB-1939-403C-B814-1B280FFB41D2}"/>
              </a:ext>
            </a:extLst>
          </p:cNvPr>
          <p:cNvSpPr>
            <a:spLocks noGrp="1"/>
          </p:cNvSpPr>
          <p:nvPr/>
        </p:nvSpPr>
        <p:spPr>
          <a:xfrm>
            <a:off x="63821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3965">
            <a:extLst>
              <a:ext uri="{FF2B5EF4-FFF2-40B4-BE49-F238E27FC236}">
                <a16:creationId xmlns:a16="http://schemas.microsoft.com/office/drawing/2014/main" id="{F4307E56-9AD4-428B-AD64-AD60A7728937}"/>
              </a:ext>
            </a:extLst>
          </p:cNvPr>
          <p:cNvSpPr>
            <a:spLocks noGrp="1"/>
          </p:cNvSpPr>
          <p:nvPr/>
        </p:nvSpPr>
        <p:spPr>
          <a:xfrm>
            <a:off x="64170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3966">
            <a:extLst>
              <a:ext uri="{FF2B5EF4-FFF2-40B4-BE49-F238E27FC236}">
                <a16:creationId xmlns:a16="http://schemas.microsoft.com/office/drawing/2014/main" id="{E1897C81-26C7-4C1B-B6FD-AA841763B038}"/>
              </a:ext>
            </a:extLst>
          </p:cNvPr>
          <p:cNvSpPr>
            <a:spLocks noGrp="1"/>
          </p:cNvSpPr>
          <p:nvPr/>
        </p:nvSpPr>
        <p:spPr>
          <a:xfrm>
            <a:off x="63670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3967">
            <a:extLst>
              <a:ext uri="{FF2B5EF4-FFF2-40B4-BE49-F238E27FC236}">
                <a16:creationId xmlns:a16="http://schemas.microsoft.com/office/drawing/2014/main" id="{827EE89E-2AAA-406B-B582-22389F13AF7C}"/>
              </a:ext>
            </a:extLst>
          </p:cNvPr>
          <p:cNvSpPr>
            <a:spLocks noGrp="1"/>
          </p:cNvSpPr>
          <p:nvPr/>
        </p:nvSpPr>
        <p:spPr>
          <a:xfrm>
            <a:off x="6463989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3968">
            <a:extLst>
              <a:ext uri="{FF2B5EF4-FFF2-40B4-BE49-F238E27FC236}">
                <a16:creationId xmlns:a16="http://schemas.microsoft.com/office/drawing/2014/main" id="{31CC77C3-F9E4-4BD8-8D82-2D23F1760895}"/>
              </a:ext>
            </a:extLst>
          </p:cNvPr>
          <p:cNvSpPr>
            <a:spLocks noGrp="1"/>
          </p:cNvSpPr>
          <p:nvPr/>
        </p:nvSpPr>
        <p:spPr>
          <a:xfrm>
            <a:off x="64492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3969">
            <a:extLst>
              <a:ext uri="{FF2B5EF4-FFF2-40B4-BE49-F238E27FC236}">
                <a16:creationId xmlns:a16="http://schemas.microsoft.com/office/drawing/2014/main" id="{9B306F48-156C-46F5-A574-87CFA4D47CB5}"/>
              </a:ext>
            </a:extLst>
          </p:cNvPr>
          <p:cNvSpPr>
            <a:spLocks noGrp="1"/>
          </p:cNvSpPr>
          <p:nvPr/>
        </p:nvSpPr>
        <p:spPr>
          <a:xfrm>
            <a:off x="63674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3970">
            <a:extLst>
              <a:ext uri="{FF2B5EF4-FFF2-40B4-BE49-F238E27FC236}">
                <a16:creationId xmlns:a16="http://schemas.microsoft.com/office/drawing/2014/main" id="{BDE829B1-B769-428B-AE08-0C80F1A114D4}"/>
              </a:ext>
            </a:extLst>
          </p:cNvPr>
          <p:cNvSpPr>
            <a:spLocks noGrp="1"/>
          </p:cNvSpPr>
          <p:nvPr/>
        </p:nvSpPr>
        <p:spPr>
          <a:xfrm>
            <a:off x="649656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3971">
            <a:extLst>
              <a:ext uri="{FF2B5EF4-FFF2-40B4-BE49-F238E27FC236}">
                <a16:creationId xmlns:a16="http://schemas.microsoft.com/office/drawing/2014/main" id="{0D5C2C44-C490-4A9B-B27C-6FB2A0CB5EE0}"/>
              </a:ext>
            </a:extLst>
          </p:cNvPr>
          <p:cNvSpPr>
            <a:spLocks noGrp="1"/>
          </p:cNvSpPr>
          <p:nvPr/>
        </p:nvSpPr>
        <p:spPr>
          <a:xfrm>
            <a:off x="64771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3972">
            <a:extLst>
              <a:ext uri="{FF2B5EF4-FFF2-40B4-BE49-F238E27FC236}">
                <a16:creationId xmlns:a16="http://schemas.microsoft.com/office/drawing/2014/main" id="{A6C66FF3-3503-4C62-9103-1BBDAC7EAAD0}"/>
              </a:ext>
            </a:extLst>
          </p:cNvPr>
          <p:cNvSpPr>
            <a:spLocks noGrp="1"/>
          </p:cNvSpPr>
          <p:nvPr/>
        </p:nvSpPr>
        <p:spPr>
          <a:xfrm>
            <a:off x="641570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3973">
            <a:extLst>
              <a:ext uri="{FF2B5EF4-FFF2-40B4-BE49-F238E27FC236}">
                <a16:creationId xmlns:a16="http://schemas.microsoft.com/office/drawing/2014/main" id="{7345B684-28DA-4E32-87E7-CD6B871979FE}"/>
              </a:ext>
            </a:extLst>
          </p:cNvPr>
          <p:cNvSpPr>
            <a:spLocks noGrp="1"/>
          </p:cNvSpPr>
          <p:nvPr/>
        </p:nvSpPr>
        <p:spPr>
          <a:xfrm>
            <a:off x="65097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3974">
            <a:extLst>
              <a:ext uri="{FF2B5EF4-FFF2-40B4-BE49-F238E27FC236}">
                <a16:creationId xmlns:a16="http://schemas.microsoft.com/office/drawing/2014/main" id="{784A0961-96E3-4ED5-A1DA-4DFBBB375822}"/>
              </a:ext>
            </a:extLst>
          </p:cNvPr>
          <p:cNvSpPr>
            <a:spLocks noGrp="1"/>
          </p:cNvSpPr>
          <p:nvPr/>
        </p:nvSpPr>
        <p:spPr>
          <a:xfrm>
            <a:off x="64862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3975">
            <a:extLst>
              <a:ext uri="{FF2B5EF4-FFF2-40B4-BE49-F238E27FC236}">
                <a16:creationId xmlns:a16="http://schemas.microsoft.com/office/drawing/2014/main" id="{A3F67466-053F-4229-821C-211121F33341}"/>
              </a:ext>
            </a:extLst>
          </p:cNvPr>
          <p:cNvSpPr>
            <a:spLocks noGrp="1"/>
          </p:cNvSpPr>
          <p:nvPr/>
        </p:nvSpPr>
        <p:spPr>
          <a:xfrm>
            <a:off x="65314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3976">
            <a:extLst>
              <a:ext uri="{FF2B5EF4-FFF2-40B4-BE49-F238E27FC236}">
                <a16:creationId xmlns:a16="http://schemas.microsoft.com/office/drawing/2014/main" id="{12E86AA5-6DC3-4BDD-87BA-C6EF65EFFA86}"/>
              </a:ext>
            </a:extLst>
          </p:cNvPr>
          <p:cNvSpPr>
            <a:spLocks noGrp="1"/>
          </p:cNvSpPr>
          <p:nvPr/>
        </p:nvSpPr>
        <p:spPr>
          <a:xfrm>
            <a:off x="64483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3977">
            <a:extLst>
              <a:ext uri="{FF2B5EF4-FFF2-40B4-BE49-F238E27FC236}">
                <a16:creationId xmlns:a16="http://schemas.microsoft.com/office/drawing/2014/main" id="{CD0F8972-0C08-453B-9F05-F635A818930D}"/>
              </a:ext>
            </a:extLst>
          </p:cNvPr>
          <p:cNvSpPr>
            <a:spLocks noGrp="1"/>
          </p:cNvSpPr>
          <p:nvPr/>
        </p:nvSpPr>
        <p:spPr>
          <a:xfrm>
            <a:off x="6421766" y="30720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3978">
            <a:extLst>
              <a:ext uri="{FF2B5EF4-FFF2-40B4-BE49-F238E27FC236}">
                <a16:creationId xmlns:a16="http://schemas.microsoft.com/office/drawing/2014/main" id="{BD6296FB-919C-476C-83C5-F455B62CFC9B}"/>
              </a:ext>
            </a:extLst>
          </p:cNvPr>
          <p:cNvSpPr>
            <a:spLocks noGrp="1"/>
          </p:cNvSpPr>
          <p:nvPr/>
        </p:nvSpPr>
        <p:spPr>
          <a:xfrm>
            <a:off x="642719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3979">
            <a:extLst>
              <a:ext uri="{FF2B5EF4-FFF2-40B4-BE49-F238E27FC236}">
                <a16:creationId xmlns:a16="http://schemas.microsoft.com/office/drawing/2014/main" id="{E5A2647E-58E4-4D0A-B95A-6165CB9ABDDB}"/>
              </a:ext>
            </a:extLst>
          </p:cNvPr>
          <p:cNvSpPr>
            <a:spLocks noGrp="1"/>
          </p:cNvSpPr>
          <p:nvPr/>
        </p:nvSpPr>
        <p:spPr>
          <a:xfrm>
            <a:off x="643911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3980">
            <a:extLst>
              <a:ext uri="{FF2B5EF4-FFF2-40B4-BE49-F238E27FC236}">
                <a16:creationId xmlns:a16="http://schemas.microsoft.com/office/drawing/2014/main" id="{314D801A-07A7-4A2B-9562-D693A17B994E}"/>
              </a:ext>
            </a:extLst>
          </p:cNvPr>
          <p:cNvSpPr>
            <a:spLocks noGrp="1"/>
          </p:cNvSpPr>
          <p:nvPr/>
        </p:nvSpPr>
        <p:spPr>
          <a:xfrm>
            <a:off x="648134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3981">
            <a:extLst>
              <a:ext uri="{FF2B5EF4-FFF2-40B4-BE49-F238E27FC236}">
                <a16:creationId xmlns:a16="http://schemas.microsoft.com/office/drawing/2014/main" id="{13A5F00C-D76E-4260-A236-52768684C761}"/>
              </a:ext>
            </a:extLst>
          </p:cNvPr>
          <p:cNvSpPr>
            <a:spLocks noGrp="1"/>
          </p:cNvSpPr>
          <p:nvPr/>
        </p:nvSpPr>
        <p:spPr>
          <a:xfrm>
            <a:off x="65020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3982">
            <a:extLst>
              <a:ext uri="{FF2B5EF4-FFF2-40B4-BE49-F238E27FC236}">
                <a16:creationId xmlns:a16="http://schemas.microsoft.com/office/drawing/2014/main" id="{F6931529-A605-45CD-9085-EA063CF2CA84}"/>
              </a:ext>
            </a:extLst>
          </p:cNvPr>
          <p:cNvSpPr>
            <a:spLocks noGrp="1"/>
          </p:cNvSpPr>
          <p:nvPr/>
        </p:nvSpPr>
        <p:spPr>
          <a:xfrm>
            <a:off x="6435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3983">
            <a:extLst>
              <a:ext uri="{FF2B5EF4-FFF2-40B4-BE49-F238E27FC236}">
                <a16:creationId xmlns:a16="http://schemas.microsoft.com/office/drawing/2014/main" id="{A6634161-5AD9-44A4-81BD-DD7910E8FDE0}"/>
              </a:ext>
            </a:extLst>
          </p:cNvPr>
          <p:cNvSpPr>
            <a:spLocks noGrp="1"/>
          </p:cNvSpPr>
          <p:nvPr/>
        </p:nvSpPr>
        <p:spPr>
          <a:xfrm>
            <a:off x="653606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3984">
            <a:extLst>
              <a:ext uri="{FF2B5EF4-FFF2-40B4-BE49-F238E27FC236}">
                <a16:creationId xmlns:a16="http://schemas.microsoft.com/office/drawing/2014/main" id="{E65CCF2D-182C-42C6-A372-343F88196A00}"/>
              </a:ext>
            </a:extLst>
          </p:cNvPr>
          <p:cNvSpPr>
            <a:spLocks noGrp="1"/>
          </p:cNvSpPr>
          <p:nvPr/>
        </p:nvSpPr>
        <p:spPr>
          <a:xfrm>
            <a:off x="64947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3985">
            <a:extLst>
              <a:ext uri="{FF2B5EF4-FFF2-40B4-BE49-F238E27FC236}">
                <a16:creationId xmlns:a16="http://schemas.microsoft.com/office/drawing/2014/main" id="{BB4BC71A-4016-408B-874A-4002E34B65DA}"/>
              </a:ext>
            </a:extLst>
          </p:cNvPr>
          <p:cNvSpPr>
            <a:spLocks noGrp="1"/>
          </p:cNvSpPr>
          <p:nvPr/>
        </p:nvSpPr>
        <p:spPr>
          <a:xfrm>
            <a:off x="65501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3986">
            <a:extLst>
              <a:ext uri="{FF2B5EF4-FFF2-40B4-BE49-F238E27FC236}">
                <a16:creationId xmlns:a16="http://schemas.microsoft.com/office/drawing/2014/main" id="{3D405640-23D6-4386-93E2-883C66315902}"/>
              </a:ext>
            </a:extLst>
          </p:cNvPr>
          <p:cNvSpPr>
            <a:spLocks noGrp="1"/>
          </p:cNvSpPr>
          <p:nvPr/>
        </p:nvSpPr>
        <p:spPr>
          <a:xfrm>
            <a:off x="653831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3987">
            <a:extLst>
              <a:ext uri="{FF2B5EF4-FFF2-40B4-BE49-F238E27FC236}">
                <a16:creationId xmlns:a16="http://schemas.microsoft.com/office/drawing/2014/main" id="{41E517C7-42AF-4012-BE40-B52550C7D8E8}"/>
              </a:ext>
            </a:extLst>
          </p:cNvPr>
          <p:cNvSpPr>
            <a:spLocks noGrp="1"/>
          </p:cNvSpPr>
          <p:nvPr/>
        </p:nvSpPr>
        <p:spPr>
          <a:xfrm>
            <a:off x="6528729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3988">
            <a:extLst>
              <a:ext uri="{FF2B5EF4-FFF2-40B4-BE49-F238E27FC236}">
                <a16:creationId xmlns:a16="http://schemas.microsoft.com/office/drawing/2014/main" id="{88FA403D-FCAE-4CC2-9FE1-14D07F9E3046}"/>
              </a:ext>
            </a:extLst>
          </p:cNvPr>
          <p:cNvSpPr>
            <a:spLocks noGrp="1"/>
          </p:cNvSpPr>
          <p:nvPr/>
        </p:nvSpPr>
        <p:spPr>
          <a:xfrm>
            <a:off x="63532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3989">
            <a:extLst>
              <a:ext uri="{FF2B5EF4-FFF2-40B4-BE49-F238E27FC236}">
                <a16:creationId xmlns:a16="http://schemas.microsoft.com/office/drawing/2014/main" id="{484B550C-2C35-4CAA-ADB9-554114D9B89D}"/>
              </a:ext>
            </a:extLst>
          </p:cNvPr>
          <p:cNvSpPr>
            <a:spLocks noGrp="1"/>
          </p:cNvSpPr>
          <p:nvPr/>
        </p:nvSpPr>
        <p:spPr>
          <a:xfrm>
            <a:off x="656447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3990">
            <a:extLst>
              <a:ext uri="{FF2B5EF4-FFF2-40B4-BE49-F238E27FC236}">
                <a16:creationId xmlns:a16="http://schemas.microsoft.com/office/drawing/2014/main" id="{52AF5AB9-5E95-435E-B8E8-B3360BBF7A29}"/>
              </a:ext>
            </a:extLst>
          </p:cNvPr>
          <p:cNvSpPr>
            <a:spLocks noGrp="1"/>
          </p:cNvSpPr>
          <p:nvPr/>
        </p:nvSpPr>
        <p:spPr>
          <a:xfrm>
            <a:off x="64616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3991">
            <a:extLst>
              <a:ext uri="{FF2B5EF4-FFF2-40B4-BE49-F238E27FC236}">
                <a16:creationId xmlns:a16="http://schemas.microsoft.com/office/drawing/2014/main" id="{60930918-8006-4F9A-A6F4-C80C41EE54E3}"/>
              </a:ext>
            </a:extLst>
          </p:cNvPr>
          <p:cNvSpPr>
            <a:spLocks noGrp="1"/>
          </p:cNvSpPr>
          <p:nvPr/>
        </p:nvSpPr>
        <p:spPr>
          <a:xfrm>
            <a:off x="652443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3992">
            <a:extLst>
              <a:ext uri="{FF2B5EF4-FFF2-40B4-BE49-F238E27FC236}">
                <a16:creationId xmlns:a16="http://schemas.microsoft.com/office/drawing/2014/main" id="{A1E13F9A-C6F8-4F4E-8454-D987FAF8A035}"/>
              </a:ext>
            </a:extLst>
          </p:cNvPr>
          <p:cNvSpPr>
            <a:spLocks noGrp="1"/>
          </p:cNvSpPr>
          <p:nvPr/>
        </p:nvSpPr>
        <p:spPr>
          <a:xfrm>
            <a:off x="64378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3993">
            <a:extLst>
              <a:ext uri="{FF2B5EF4-FFF2-40B4-BE49-F238E27FC236}">
                <a16:creationId xmlns:a16="http://schemas.microsoft.com/office/drawing/2014/main" id="{F4E119A4-AC78-4415-8035-5D17BAAC97A7}"/>
              </a:ext>
            </a:extLst>
          </p:cNvPr>
          <p:cNvSpPr>
            <a:spLocks noGrp="1"/>
          </p:cNvSpPr>
          <p:nvPr/>
        </p:nvSpPr>
        <p:spPr>
          <a:xfrm>
            <a:off x="6356991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3994">
            <a:extLst>
              <a:ext uri="{FF2B5EF4-FFF2-40B4-BE49-F238E27FC236}">
                <a16:creationId xmlns:a16="http://schemas.microsoft.com/office/drawing/2014/main" id="{01557646-AE45-49EA-BAA2-31975D4A01B7}"/>
              </a:ext>
            </a:extLst>
          </p:cNvPr>
          <p:cNvSpPr>
            <a:spLocks noGrp="1"/>
          </p:cNvSpPr>
          <p:nvPr/>
        </p:nvSpPr>
        <p:spPr>
          <a:xfrm>
            <a:off x="64453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3995">
            <a:extLst>
              <a:ext uri="{FF2B5EF4-FFF2-40B4-BE49-F238E27FC236}">
                <a16:creationId xmlns:a16="http://schemas.microsoft.com/office/drawing/2014/main" id="{6D4C0B81-3F04-4AF0-8E5E-50B1F91869B0}"/>
              </a:ext>
            </a:extLst>
          </p:cNvPr>
          <p:cNvSpPr>
            <a:spLocks noGrp="1"/>
          </p:cNvSpPr>
          <p:nvPr/>
        </p:nvSpPr>
        <p:spPr>
          <a:xfrm>
            <a:off x="63747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3996">
            <a:extLst>
              <a:ext uri="{FF2B5EF4-FFF2-40B4-BE49-F238E27FC236}">
                <a16:creationId xmlns:a16="http://schemas.microsoft.com/office/drawing/2014/main" id="{62C072D6-0789-4EE2-810A-42D1E05679EA}"/>
              </a:ext>
            </a:extLst>
          </p:cNvPr>
          <p:cNvSpPr>
            <a:spLocks noGrp="1"/>
          </p:cNvSpPr>
          <p:nvPr/>
        </p:nvSpPr>
        <p:spPr>
          <a:xfrm>
            <a:off x="64122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3997">
            <a:extLst>
              <a:ext uri="{FF2B5EF4-FFF2-40B4-BE49-F238E27FC236}">
                <a16:creationId xmlns:a16="http://schemas.microsoft.com/office/drawing/2014/main" id="{0A25D5AC-373E-467B-8C45-A8F606651EB3}"/>
              </a:ext>
            </a:extLst>
          </p:cNvPr>
          <p:cNvSpPr>
            <a:spLocks noGrp="1"/>
          </p:cNvSpPr>
          <p:nvPr/>
        </p:nvSpPr>
        <p:spPr>
          <a:xfrm>
            <a:off x="648884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3998">
            <a:extLst>
              <a:ext uri="{FF2B5EF4-FFF2-40B4-BE49-F238E27FC236}">
                <a16:creationId xmlns:a16="http://schemas.microsoft.com/office/drawing/2014/main" id="{266D943D-212B-44E8-838A-8E4AD616B54E}"/>
              </a:ext>
            </a:extLst>
          </p:cNvPr>
          <p:cNvSpPr>
            <a:spLocks noGrp="1"/>
          </p:cNvSpPr>
          <p:nvPr/>
        </p:nvSpPr>
        <p:spPr>
          <a:xfrm>
            <a:off x="6420114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3999">
            <a:extLst>
              <a:ext uri="{FF2B5EF4-FFF2-40B4-BE49-F238E27FC236}">
                <a16:creationId xmlns:a16="http://schemas.microsoft.com/office/drawing/2014/main" id="{0ED73D99-40F9-4D7A-BEAD-6F99A9942B28}"/>
              </a:ext>
            </a:extLst>
          </p:cNvPr>
          <p:cNvSpPr>
            <a:spLocks noGrp="1"/>
          </p:cNvSpPr>
          <p:nvPr/>
        </p:nvSpPr>
        <p:spPr>
          <a:xfrm>
            <a:off x="65310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4000">
            <a:extLst>
              <a:ext uri="{FF2B5EF4-FFF2-40B4-BE49-F238E27FC236}">
                <a16:creationId xmlns:a16="http://schemas.microsoft.com/office/drawing/2014/main" id="{4C08C90A-525A-4401-9962-5E2A66C42150}"/>
              </a:ext>
            </a:extLst>
          </p:cNvPr>
          <p:cNvSpPr>
            <a:spLocks noGrp="1"/>
          </p:cNvSpPr>
          <p:nvPr/>
        </p:nvSpPr>
        <p:spPr>
          <a:xfrm>
            <a:off x="655823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4001">
            <a:extLst>
              <a:ext uri="{FF2B5EF4-FFF2-40B4-BE49-F238E27FC236}">
                <a16:creationId xmlns:a16="http://schemas.microsoft.com/office/drawing/2014/main" id="{FE87514F-A1C6-4F22-9E8E-7B572DBD9460}"/>
              </a:ext>
            </a:extLst>
          </p:cNvPr>
          <p:cNvSpPr>
            <a:spLocks noGrp="1"/>
          </p:cNvSpPr>
          <p:nvPr/>
        </p:nvSpPr>
        <p:spPr>
          <a:xfrm>
            <a:off x="6461765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4002">
            <a:extLst>
              <a:ext uri="{FF2B5EF4-FFF2-40B4-BE49-F238E27FC236}">
                <a16:creationId xmlns:a16="http://schemas.microsoft.com/office/drawing/2014/main" id="{543E4706-EF02-40A2-A6E6-BC1529721727}"/>
              </a:ext>
            </a:extLst>
          </p:cNvPr>
          <p:cNvSpPr>
            <a:spLocks noGrp="1"/>
          </p:cNvSpPr>
          <p:nvPr/>
        </p:nvSpPr>
        <p:spPr>
          <a:xfrm>
            <a:off x="64305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4003">
            <a:extLst>
              <a:ext uri="{FF2B5EF4-FFF2-40B4-BE49-F238E27FC236}">
                <a16:creationId xmlns:a16="http://schemas.microsoft.com/office/drawing/2014/main" id="{BD28BB08-9A96-44AA-89EA-C6EAC3575342}"/>
              </a:ext>
            </a:extLst>
          </p:cNvPr>
          <p:cNvSpPr>
            <a:spLocks noGrp="1"/>
          </p:cNvSpPr>
          <p:nvPr/>
        </p:nvSpPr>
        <p:spPr>
          <a:xfrm>
            <a:off x="643609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4004">
            <a:extLst>
              <a:ext uri="{FF2B5EF4-FFF2-40B4-BE49-F238E27FC236}">
                <a16:creationId xmlns:a16="http://schemas.microsoft.com/office/drawing/2014/main" id="{3F123023-527F-4CA0-9915-6FCC92645764}"/>
              </a:ext>
            </a:extLst>
          </p:cNvPr>
          <p:cNvSpPr>
            <a:spLocks noGrp="1"/>
          </p:cNvSpPr>
          <p:nvPr/>
        </p:nvSpPr>
        <p:spPr>
          <a:xfrm>
            <a:off x="64244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4005">
            <a:extLst>
              <a:ext uri="{FF2B5EF4-FFF2-40B4-BE49-F238E27FC236}">
                <a16:creationId xmlns:a16="http://schemas.microsoft.com/office/drawing/2014/main" id="{BB77A181-E719-4843-AB46-3B32DF43B434}"/>
              </a:ext>
            </a:extLst>
          </p:cNvPr>
          <p:cNvSpPr>
            <a:spLocks noGrp="1"/>
          </p:cNvSpPr>
          <p:nvPr/>
        </p:nvSpPr>
        <p:spPr>
          <a:xfrm>
            <a:off x="65520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4006">
            <a:extLst>
              <a:ext uri="{FF2B5EF4-FFF2-40B4-BE49-F238E27FC236}">
                <a16:creationId xmlns:a16="http://schemas.microsoft.com/office/drawing/2014/main" id="{A5C5D1B8-3D0F-448C-A671-1A53582B64FC}"/>
              </a:ext>
            </a:extLst>
          </p:cNvPr>
          <p:cNvSpPr>
            <a:spLocks noGrp="1"/>
          </p:cNvSpPr>
          <p:nvPr/>
        </p:nvSpPr>
        <p:spPr>
          <a:xfrm>
            <a:off x="638662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4007">
            <a:extLst>
              <a:ext uri="{FF2B5EF4-FFF2-40B4-BE49-F238E27FC236}">
                <a16:creationId xmlns:a16="http://schemas.microsoft.com/office/drawing/2014/main" id="{69432425-8C68-49FA-9B10-AAA737FDD88F}"/>
              </a:ext>
            </a:extLst>
          </p:cNvPr>
          <p:cNvSpPr>
            <a:spLocks noGrp="1"/>
          </p:cNvSpPr>
          <p:nvPr/>
        </p:nvSpPr>
        <p:spPr>
          <a:xfrm>
            <a:off x="64230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4008">
            <a:extLst>
              <a:ext uri="{FF2B5EF4-FFF2-40B4-BE49-F238E27FC236}">
                <a16:creationId xmlns:a16="http://schemas.microsoft.com/office/drawing/2014/main" id="{C7B78DF2-A534-47C3-A0BD-10AC7135F1CB}"/>
              </a:ext>
            </a:extLst>
          </p:cNvPr>
          <p:cNvSpPr>
            <a:spLocks noGrp="1"/>
          </p:cNvSpPr>
          <p:nvPr/>
        </p:nvSpPr>
        <p:spPr>
          <a:xfrm>
            <a:off x="643545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4009">
            <a:extLst>
              <a:ext uri="{FF2B5EF4-FFF2-40B4-BE49-F238E27FC236}">
                <a16:creationId xmlns:a16="http://schemas.microsoft.com/office/drawing/2014/main" id="{33EA67D4-719D-4454-8814-28D00FA266F3}"/>
              </a:ext>
            </a:extLst>
          </p:cNvPr>
          <p:cNvSpPr>
            <a:spLocks noGrp="1"/>
          </p:cNvSpPr>
          <p:nvPr/>
        </p:nvSpPr>
        <p:spPr>
          <a:xfrm>
            <a:off x="6503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4010">
            <a:extLst>
              <a:ext uri="{FF2B5EF4-FFF2-40B4-BE49-F238E27FC236}">
                <a16:creationId xmlns:a16="http://schemas.microsoft.com/office/drawing/2014/main" id="{8BFCFDC3-9811-4553-BB61-B63F01B66668}"/>
              </a:ext>
            </a:extLst>
          </p:cNvPr>
          <p:cNvSpPr>
            <a:spLocks noGrp="1"/>
          </p:cNvSpPr>
          <p:nvPr/>
        </p:nvSpPr>
        <p:spPr>
          <a:xfrm>
            <a:off x="64414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4011">
            <a:extLst>
              <a:ext uri="{FF2B5EF4-FFF2-40B4-BE49-F238E27FC236}">
                <a16:creationId xmlns:a16="http://schemas.microsoft.com/office/drawing/2014/main" id="{5E9AFCCE-9402-4248-87A9-1F831E244E20}"/>
              </a:ext>
            </a:extLst>
          </p:cNvPr>
          <p:cNvSpPr>
            <a:spLocks noGrp="1"/>
          </p:cNvSpPr>
          <p:nvPr/>
        </p:nvSpPr>
        <p:spPr>
          <a:xfrm>
            <a:off x="6510645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4012">
            <a:extLst>
              <a:ext uri="{FF2B5EF4-FFF2-40B4-BE49-F238E27FC236}">
                <a16:creationId xmlns:a16="http://schemas.microsoft.com/office/drawing/2014/main" id="{54C2735B-8664-4930-8CF3-8FE5209E12A4}"/>
              </a:ext>
            </a:extLst>
          </p:cNvPr>
          <p:cNvSpPr>
            <a:spLocks noGrp="1"/>
          </p:cNvSpPr>
          <p:nvPr/>
        </p:nvSpPr>
        <p:spPr>
          <a:xfrm>
            <a:off x="64813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4013">
            <a:extLst>
              <a:ext uri="{FF2B5EF4-FFF2-40B4-BE49-F238E27FC236}">
                <a16:creationId xmlns:a16="http://schemas.microsoft.com/office/drawing/2014/main" id="{DD1CCB51-4870-43C3-8B47-0B84CCD7C3E0}"/>
              </a:ext>
            </a:extLst>
          </p:cNvPr>
          <p:cNvSpPr>
            <a:spLocks noGrp="1"/>
          </p:cNvSpPr>
          <p:nvPr/>
        </p:nvSpPr>
        <p:spPr>
          <a:xfrm>
            <a:off x="69820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4014">
            <a:extLst>
              <a:ext uri="{FF2B5EF4-FFF2-40B4-BE49-F238E27FC236}">
                <a16:creationId xmlns:a16="http://schemas.microsoft.com/office/drawing/2014/main" id="{8626C236-1347-4B8A-9BBD-A8E9AA1C48D0}"/>
              </a:ext>
            </a:extLst>
          </p:cNvPr>
          <p:cNvSpPr>
            <a:spLocks noGrp="1"/>
          </p:cNvSpPr>
          <p:nvPr/>
        </p:nvSpPr>
        <p:spPr>
          <a:xfrm>
            <a:off x="6981973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4015">
            <a:extLst>
              <a:ext uri="{FF2B5EF4-FFF2-40B4-BE49-F238E27FC236}">
                <a16:creationId xmlns:a16="http://schemas.microsoft.com/office/drawing/2014/main" id="{0680C511-BD74-4BA9-8707-4355BB78FA33}"/>
              </a:ext>
            </a:extLst>
          </p:cNvPr>
          <p:cNvSpPr>
            <a:spLocks noGrp="1"/>
          </p:cNvSpPr>
          <p:nvPr/>
        </p:nvSpPr>
        <p:spPr>
          <a:xfrm>
            <a:off x="69701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4016">
            <a:extLst>
              <a:ext uri="{FF2B5EF4-FFF2-40B4-BE49-F238E27FC236}">
                <a16:creationId xmlns:a16="http://schemas.microsoft.com/office/drawing/2014/main" id="{1A6BBA76-FBA7-4021-98BC-516C242C67EE}"/>
              </a:ext>
            </a:extLst>
          </p:cNvPr>
          <p:cNvSpPr>
            <a:spLocks noGrp="1"/>
          </p:cNvSpPr>
          <p:nvPr/>
        </p:nvSpPr>
        <p:spPr>
          <a:xfrm>
            <a:off x="699200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4017">
            <a:extLst>
              <a:ext uri="{FF2B5EF4-FFF2-40B4-BE49-F238E27FC236}">
                <a16:creationId xmlns:a16="http://schemas.microsoft.com/office/drawing/2014/main" id="{2D1EC077-33C8-471E-865B-0CAD4CD28E73}"/>
              </a:ext>
            </a:extLst>
          </p:cNvPr>
          <p:cNvSpPr>
            <a:spLocks noGrp="1"/>
          </p:cNvSpPr>
          <p:nvPr/>
        </p:nvSpPr>
        <p:spPr>
          <a:xfrm>
            <a:off x="689785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4018">
            <a:extLst>
              <a:ext uri="{FF2B5EF4-FFF2-40B4-BE49-F238E27FC236}">
                <a16:creationId xmlns:a16="http://schemas.microsoft.com/office/drawing/2014/main" id="{20694A2C-2E76-4091-BA28-02B499BADC0C}"/>
              </a:ext>
            </a:extLst>
          </p:cNvPr>
          <p:cNvSpPr>
            <a:spLocks noGrp="1"/>
          </p:cNvSpPr>
          <p:nvPr/>
        </p:nvSpPr>
        <p:spPr>
          <a:xfrm>
            <a:off x="7013176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4019">
            <a:extLst>
              <a:ext uri="{FF2B5EF4-FFF2-40B4-BE49-F238E27FC236}">
                <a16:creationId xmlns:a16="http://schemas.microsoft.com/office/drawing/2014/main" id="{68482F7B-82DB-41F6-8004-632981458860}"/>
              </a:ext>
            </a:extLst>
          </p:cNvPr>
          <p:cNvSpPr>
            <a:spLocks noGrp="1"/>
          </p:cNvSpPr>
          <p:nvPr/>
        </p:nvSpPr>
        <p:spPr>
          <a:xfrm>
            <a:off x="6934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4020">
            <a:extLst>
              <a:ext uri="{FF2B5EF4-FFF2-40B4-BE49-F238E27FC236}">
                <a16:creationId xmlns:a16="http://schemas.microsoft.com/office/drawing/2014/main" id="{C8DF9C81-ADAC-4144-BCCC-CBADD859E373}"/>
              </a:ext>
            </a:extLst>
          </p:cNvPr>
          <p:cNvSpPr>
            <a:spLocks noGrp="1"/>
          </p:cNvSpPr>
          <p:nvPr/>
        </p:nvSpPr>
        <p:spPr>
          <a:xfrm>
            <a:off x="68314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4021">
            <a:extLst>
              <a:ext uri="{FF2B5EF4-FFF2-40B4-BE49-F238E27FC236}">
                <a16:creationId xmlns:a16="http://schemas.microsoft.com/office/drawing/2014/main" id="{6519D619-1E14-48E1-9A3C-B4923B3FAC2B}"/>
              </a:ext>
            </a:extLst>
          </p:cNvPr>
          <p:cNvSpPr>
            <a:spLocks noGrp="1"/>
          </p:cNvSpPr>
          <p:nvPr/>
        </p:nvSpPr>
        <p:spPr>
          <a:xfrm>
            <a:off x="68121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4022">
            <a:extLst>
              <a:ext uri="{FF2B5EF4-FFF2-40B4-BE49-F238E27FC236}">
                <a16:creationId xmlns:a16="http://schemas.microsoft.com/office/drawing/2014/main" id="{B3080F8C-E605-4AE2-8635-315125CCD0AD}"/>
              </a:ext>
            </a:extLst>
          </p:cNvPr>
          <p:cNvSpPr>
            <a:spLocks noGrp="1"/>
          </p:cNvSpPr>
          <p:nvPr/>
        </p:nvSpPr>
        <p:spPr>
          <a:xfrm>
            <a:off x="6985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4023">
            <a:extLst>
              <a:ext uri="{FF2B5EF4-FFF2-40B4-BE49-F238E27FC236}">
                <a16:creationId xmlns:a16="http://schemas.microsoft.com/office/drawing/2014/main" id="{989B162B-6D24-4CC8-A982-8610FD1A5F94}"/>
              </a:ext>
            </a:extLst>
          </p:cNvPr>
          <p:cNvSpPr>
            <a:spLocks noGrp="1"/>
          </p:cNvSpPr>
          <p:nvPr/>
        </p:nvSpPr>
        <p:spPr>
          <a:xfrm>
            <a:off x="69329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4024">
            <a:extLst>
              <a:ext uri="{FF2B5EF4-FFF2-40B4-BE49-F238E27FC236}">
                <a16:creationId xmlns:a16="http://schemas.microsoft.com/office/drawing/2014/main" id="{05101EB1-54EE-4ED5-A00B-822B7497DDEC}"/>
              </a:ext>
            </a:extLst>
          </p:cNvPr>
          <p:cNvSpPr>
            <a:spLocks noGrp="1"/>
          </p:cNvSpPr>
          <p:nvPr/>
        </p:nvSpPr>
        <p:spPr>
          <a:xfrm>
            <a:off x="68638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4025">
            <a:extLst>
              <a:ext uri="{FF2B5EF4-FFF2-40B4-BE49-F238E27FC236}">
                <a16:creationId xmlns:a16="http://schemas.microsoft.com/office/drawing/2014/main" id="{3102CA81-8861-44B4-96F0-4C03E175B91F}"/>
              </a:ext>
            </a:extLst>
          </p:cNvPr>
          <p:cNvSpPr>
            <a:spLocks noGrp="1"/>
          </p:cNvSpPr>
          <p:nvPr/>
        </p:nvSpPr>
        <p:spPr>
          <a:xfrm>
            <a:off x="6927103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4026">
            <a:extLst>
              <a:ext uri="{FF2B5EF4-FFF2-40B4-BE49-F238E27FC236}">
                <a16:creationId xmlns:a16="http://schemas.microsoft.com/office/drawing/2014/main" id="{62605090-7425-4364-8F0A-4D77797BC230}"/>
              </a:ext>
            </a:extLst>
          </p:cNvPr>
          <p:cNvSpPr>
            <a:spLocks noGrp="1"/>
          </p:cNvSpPr>
          <p:nvPr/>
        </p:nvSpPr>
        <p:spPr>
          <a:xfrm>
            <a:off x="6936027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4027">
            <a:extLst>
              <a:ext uri="{FF2B5EF4-FFF2-40B4-BE49-F238E27FC236}">
                <a16:creationId xmlns:a16="http://schemas.microsoft.com/office/drawing/2014/main" id="{1F0CC7EF-11A6-4333-B2DF-6AE662A5E925}"/>
              </a:ext>
            </a:extLst>
          </p:cNvPr>
          <p:cNvSpPr>
            <a:spLocks noGrp="1"/>
          </p:cNvSpPr>
          <p:nvPr/>
        </p:nvSpPr>
        <p:spPr>
          <a:xfrm>
            <a:off x="68164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4028">
            <a:extLst>
              <a:ext uri="{FF2B5EF4-FFF2-40B4-BE49-F238E27FC236}">
                <a16:creationId xmlns:a16="http://schemas.microsoft.com/office/drawing/2014/main" id="{009AE38B-A44E-46BD-828C-2796C72AEEB3}"/>
              </a:ext>
            </a:extLst>
          </p:cNvPr>
          <p:cNvSpPr>
            <a:spLocks noGrp="1"/>
          </p:cNvSpPr>
          <p:nvPr/>
        </p:nvSpPr>
        <p:spPr>
          <a:xfrm>
            <a:off x="6975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4029">
            <a:extLst>
              <a:ext uri="{FF2B5EF4-FFF2-40B4-BE49-F238E27FC236}">
                <a16:creationId xmlns:a16="http://schemas.microsoft.com/office/drawing/2014/main" id="{3A2A2EEA-CFF8-47B5-9101-ED144E51F316}"/>
              </a:ext>
            </a:extLst>
          </p:cNvPr>
          <p:cNvSpPr>
            <a:spLocks noGrp="1"/>
          </p:cNvSpPr>
          <p:nvPr/>
        </p:nvSpPr>
        <p:spPr>
          <a:xfrm>
            <a:off x="70129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4030">
            <a:extLst>
              <a:ext uri="{FF2B5EF4-FFF2-40B4-BE49-F238E27FC236}">
                <a16:creationId xmlns:a16="http://schemas.microsoft.com/office/drawing/2014/main" id="{59B69BB3-2B33-48DA-A4D0-721EE3E368A3}"/>
              </a:ext>
            </a:extLst>
          </p:cNvPr>
          <p:cNvSpPr>
            <a:spLocks noGrp="1"/>
          </p:cNvSpPr>
          <p:nvPr/>
        </p:nvSpPr>
        <p:spPr>
          <a:xfrm>
            <a:off x="69041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4031">
            <a:extLst>
              <a:ext uri="{FF2B5EF4-FFF2-40B4-BE49-F238E27FC236}">
                <a16:creationId xmlns:a16="http://schemas.microsoft.com/office/drawing/2014/main" id="{1B77C530-4C1A-4930-9870-863EF6688ECC}"/>
              </a:ext>
            </a:extLst>
          </p:cNvPr>
          <p:cNvSpPr>
            <a:spLocks noGrp="1"/>
          </p:cNvSpPr>
          <p:nvPr/>
        </p:nvSpPr>
        <p:spPr>
          <a:xfrm>
            <a:off x="6947469" y="2600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4032">
            <a:extLst>
              <a:ext uri="{FF2B5EF4-FFF2-40B4-BE49-F238E27FC236}">
                <a16:creationId xmlns:a16="http://schemas.microsoft.com/office/drawing/2014/main" id="{A26E2C69-09EA-433D-8E29-BE776DBDB3F0}"/>
              </a:ext>
            </a:extLst>
          </p:cNvPr>
          <p:cNvSpPr>
            <a:spLocks noGrp="1"/>
          </p:cNvSpPr>
          <p:nvPr/>
        </p:nvSpPr>
        <p:spPr>
          <a:xfrm>
            <a:off x="69846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4033">
            <a:extLst>
              <a:ext uri="{FF2B5EF4-FFF2-40B4-BE49-F238E27FC236}">
                <a16:creationId xmlns:a16="http://schemas.microsoft.com/office/drawing/2014/main" id="{7A1393F1-7191-4FF0-8E25-44F9360E1FA0}"/>
              </a:ext>
            </a:extLst>
          </p:cNvPr>
          <p:cNvSpPr>
            <a:spLocks noGrp="1"/>
          </p:cNvSpPr>
          <p:nvPr/>
        </p:nvSpPr>
        <p:spPr>
          <a:xfrm>
            <a:off x="6853193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4034">
            <a:extLst>
              <a:ext uri="{FF2B5EF4-FFF2-40B4-BE49-F238E27FC236}">
                <a16:creationId xmlns:a16="http://schemas.microsoft.com/office/drawing/2014/main" id="{9F4892BF-0789-4822-9792-C7C900ECF799}"/>
              </a:ext>
            </a:extLst>
          </p:cNvPr>
          <p:cNvSpPr>
            <a:spLocks noGrp="1"/>
          </p:cNvSpPr>
          <p:nvPr/>
        </p:nvSpPr>
        <p:spPr>
          <a:xfrm>
            <a:off x="693765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4035">
            <a:extLst>
              <a:ext uri="{FF2B5EF4-FFF2-40B4-BE49-F238E27FC236}">
                <a16:creationId xmlns:a16="http://schemas.microsoft.com/office/drawing/2014/main" id="{017E0C38-D0F0-4C83-B572-D65FF324F32C}"/>
              </a:ext>
            </a:extLst>
          </p:cNvPr>
          <p:cNvSpPr>
            <a:spLocks noGrp="1"/>
          </p:cNvSpPr>
          <p:nvPr/>
        </p:nvSpPr>
        <p:spPr>
          <a:xfrm>
            <a:off x="70284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4036">
            <a:extLst>
              <a:ext uri="{FF2B5EF4-FFF2-40B4-BE49-F238E27FC236}">
                <a16:creationId xmlns:a16="http://schemas.microsoft.com/office/drawing/2014/main" id="{FA8B5825-FCFA-4B1E-A565-ADDE2C9FD688}"/>
              </a:ext>
            </a:extLst>
          </p:cNvPr>
          <p:cNvSpPr>
            <a:spLocks noGrp="1"/>
          </p:cNvSpPr>
          <p:nvPr/>
        </p:nvSpPr>
        <p:spPr>
          <a:xfrm>
            <a:off x="68574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4037">
            <a:extLst>
              <a:ext uri="{FF2B5EF4-FFF2-40B4-BE49-F238E27FC236}">
                <a16:creationId xmlns:a16="http://schemas.microsoft.com/office/drawing/2014/main" id="{7A845CD4-2F64-4A00-8BD7-EF72B8F2A5BC}"/>
              </a:ext>
            </a:extLst>
          </p:cNvPr>
          <p:cNvSpPr>
            <a:spLocks noGrp="1"/>
          </p:cNvSpPr>
          <p:nvPr/>
        </p:nvSpPr>
        <p:spPr>
          <a:xfrm>
            <a:off x="69168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4038">
            <a:extLst>
              <a:ext uri="{FF2B5EF4-FFF2-40B4-BE49-F238E27FC236}">
                <a16:creationId xmlns:a16="http://schemas.microsoft.com/office/drawing/2014/main" id="{EB09F0B6-AC14-4C83-A88E-61ED08CE1DC4}"/>
              </a:ext>
            </a:extLst>
          </p:cNvPr>
          <p:cNvSpPr>
            <a:spLocks noGrp="1"/>
          </p:cNvSpPr>
          <p:nvPr/>
        </p:nvSpPr>
        <p:spPr>
          <a:xfrm>
            <a:off x="687346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4039">
            <a:extLst>
              <a:ext uri="{FF2B5EF4-FFF2-40B4-BE49-F238E27FC236}">
                <a16:creationId xmlns:a16="http://schemas.microsoft.com/office/drawing/2014/main" id="{8A107466-CDA2-49CF-A7FA-B4B947F9E922}"/>
              </a:ext>
            </a:extLst>
          </p:cNvPr>
          <p:cNvSpPr>
            <a:spLocks noGrp="1"/>
          </p:cNvSpPr>
          <p:nvPr/>
        </p:nvSpPr>
        <p:spPr>
          <a:xfrm>
            <a:off x="6927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4040">
            <a:extLst>
              <a:ext uri="{FF2B5EF4-FFF2-40B4-BE49-F238E27FC236}">
                <a16:creationId xmlns:a16="http://schemas.microsoft.com/office/drawing/2014/main" id="{FF9723CD-7722-4B85-A856-4E1D22A261AB}"/>
              </a:ext>
            </a:extLst>
          </p:cNvPr>
          <p:cNvSpPr>
            <a:spLocks noGrp="1"/>
          </p:cNvSpPr>
          <p:nvPr/>
        </p:nvSpPr>
        <p:spPr>
          <a:xfrm>
            <a:off x="69736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4041">
            <a:extLst>
              <a:ext uri="{FF2B5EF4-FFF2-40B4-BE49-F238E27FC236}">
                <a16:creationId xmlns:a16="http://schemas.microsoft.com/office/drawing/2014/main" id="{BE10C6FE-EC96-4404-A0B6-B51564F3996D}"/>
              </a:ext>
            </a:extLst>
          </p:cNvPr>
          <p:cNvSpPr>
            <a:spLocks noGrp="1"/>
          </p:cNvSpPr>
          <p:nvPr/>
        </p:nvSpPr>
        <p:spPr>
          <a:xfrm>
            <a:off x="6951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4042">
            <a:extLst>
              <a:ext uri="{FF2B5EF4-FFF2-40B4-BE49-F238E27FC236}">
                <a16:creationId xmlns:a16="http://schemas.microsoft.com/office/drawing/2014/main" id="{B9A683D2-85D3-4ED1-887C-15EB6C71798F}"/>
              </a:ext>
            </a:extLst>
          </p:cNvPr>
          <p:cNvSpPr>
            <a:spLocks noGrp="1"/>
          </p:cNvSpPr>
          <p:nvPr/>
        </p:nvSpPr>
        <p:spPr>
          <a:xfrm>
            <a:off x="6896290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4043">
            <a:extLst>
              <a:ext uri="{FF2B5EF4-FFF2-40B4-BE49-F238E27FC236}">
                <a16:creationId xmlns:a16="http://schemas.microsoft.com/office/drawing/2014/main" id="{AFD76BED-4E0F-4342-8A6F-3EBD786541C5}"/>
              </a:ext>
            </a:extLst>
          </p:cNvPr>
          <p:cNvSpPr>
            <a:spLocks noGrp="1"/>
          </p:cNvSpPr>
          <p:nvPr/>
        </p:nvSpPr>
        <p:spPr>
          <a:xfrm>
            <a:off x="69201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4044">
            <a:extLst>
              <a:ext uri="{FF2B5EF4-FFF2-40B4-BE49-F238E27FC236}">
                <a16:creationId xmlns:a16="http://schemas.microsoft.com/office/drawing/2014/main" id="{3AAA6911-404F-41B2-AD3D-110C3928ACC2}"/>
              </a:ext>
            </a:extLst>
          </p:cNvPr>
          <p:cNvSpPr>
            <a:spLocks noGrp="1"/>
          </p:cNvSpPr>
          <p:nvPr/>
        </p:nvSpPr>
        <p:spPr>
          <a:xfrm>
            <a:off x="68340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4045">
            <a:extLst>
              <a:ext uri="{FF2B5EF4-FFF2-40B4-BE49-F238E27FC236}">
                <a16:creationId xmlns:a16="http://schemas.microsoft.com/office/drawing/2014/main" id="{1AFB91F2-E419-45A0-8B62-3A80F37C027D}"/>
              </a:ext>
            </a:extLst>
          </p:cNvPr>
          <p:cNvSpPr>
            <a:spLocks noGrp="1"/>
          </p:cNvSpPr>
          <p:nvPr/>
        </p:nvSpPr>
        <p:spPr>
          <a:xfrm>
            <a:off x="7005857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4046">
            <a:extLst>
              <a:ext uri="{FF2B5EF4-FFF2-40B4-BE49-F238E27FC236}">
                <a16:creationId xmlns:a16="http://schemas.microsoft.com/office/drawing/2014/main" id="{67015D51-5422-466C-B6F0-0B85D38FE0CE}"/>
              </a:ext>
            </a:extLst>
          </p:cNvPr>
          <p:cNvSpPr>
            <a:spLocks noGrp="1"/>
          </p:cNvSpPr>
          <p:nvPr/>
        </p:nvSpPr>
        <p:spPr>
          <a:xfrm>
            <a:off x="68226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4047">
            <a:extLst>
              <a:ext uri="{FF2B5EF4-FFF2-40B4-BE49-F238E27FC236}">
                <a16:creationId xmlns:a16="http://schemas.microsoft.com/office/drawing/2014/main" id="{BA7415A6-D479-4E65-817D-3376AD52ABBA}"/>
              </a:ext>
            </a:extLst>
          </p:cNvPr>
          <p:cNvSpPr>
            <a:spLocks noGrp="1"/>
          </p:cNvSpPr>
          <p:nvPr/>
        </p:nvSpPr>
        <p:spPr>
          <a:xfrm>
            <a:off x="69246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4048">
            <a:extLst>
              <a:ext uri="{FF2B5EF4-FFF2-40B4-BE49-F238E27FC236}">
                <a16:creationId xmlns:a16="http://schemas.microsoft.com/office/drawing/2014/main" id="{74B21ED9-683B-479F-A526-C1A1AC4AB268}"/>
              </a:ext>
            </a:extLst>
          </p:cNvPr>
          <p:cNvSpPr>
            <a:spLocks noGrp="1"/>
          </p:cNvSpPr>
          <p:nvPr/>
        </p:nvSpPr>
        <p:spPr>
          <a:xfrm>
            <a:off x="687532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4049">
            <a:extLst>
              <a:ext uri="{FF2B5EF4-FFF2-40B4-BE49-F238E27FC236}">
                <a16:creationId xmlns:a16="http://schemas.microsoft.com/office/drawing/2014/main" id="{F5341CCD-DF68-4EE1-B956-E6B2536B2A64}"/>
              </a:ext>
            </a:extLst>
          </p:cNvPr>
          <p:cNvSpPr>
            <a:spLocks noGrp="1"/>
          </p:cNvSpPr>
          <p:nvPr/>
        </p:nvSpPr>
        <p:spPr>
          <a:xfrm>
            <a:off x="68875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4050">
            <a:extLst>
              <a:ext uri="{FF2B5EF4-FFF2-40B4-BE49-F238E27FC236}">
                <a16:creationId xmlns:a16="http://schemas.microsoft.com/office/drawing/2014/main" id="{311884AA-76EC-4C8B-8075-FCF05B7B57B4}"/>
              </a:ext>
            </a:extLst>
          </p:cNvPr>
          <p:cNvSpPr>
            <a:spLocks noGrp="1"/>
          </p:cNvSpPr>
          <p:nvPr/>
        </p:nvSpPr>
        <p:spPr>
          <a:xfrm>
            <a:off x="69316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4051">
            <a:extLst>
              <a:ext uri="{FF2B5EF4-FFF2-40B4-BE49-F238E27FC236}">
                <a16:creationId xmlns:a16="http://schemas.microsoft.com/office/drawing/2014/main" id="{72A07E4E-A0CE-4535-BA18-6317DB476CAE}"/>
              </a:ext>
            </a:extLst>
          </p:cNvPr>
          <p:cNvSpPr>
            <a:spLocks noGrp="1"/>
          </p:cNvSpPr>
          <p:nvPr/>
        </p:nvSpPr>
        <p:spPr>
          <a:xfrm>
            <a:off x="6821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4052">
            <a:extLst>
              <a:ext uri="{FF2B5EF4-FFF2-40B4-BE49-F238E27FC236}">
                <a16:creationId xmlns:a16="http://schemas.microsoft.com/office/drawing/2014/main" id="{A9B93FDB-0651-40C6-8859-014D703B5A0C}"/>
              </a:ext>
            </a:extLst>
          </p:cNvPr>
          <p:cNvSpPr>
            <a:spLocks noGrp="1"/>
          </p:cNvSpPr>
          <p:nvPr/>
        </p:nvSpPr>
        <p:spPr>
          <a:xfrm>
            <a:off x="70279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4053">
            <a:extLst>
              <a:ext uri="{FF2B5EF4-FFF2-40B4-BE49-F238E27FC236}">
                <a16:creationId xmlns:a16="http://schemas.microsoft.com/office/drawing/2014/main" id="{2BA22FDA-30FD-4F8D-8FD1-DD846A9CCD24}"/>
              </a:ext>
            </a:extLst>
          </p:cNvPr>
          <p:cNvSpPr>
            <a:spLocks noGrp="1"/>
          </p:cNvSpPr>
          <p:nvPr/>
        </p:nvSpPr>
        <p:spPr>
          <a:xfrm>
            <a:off x="69717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4054">
            <a:extLst>
              <a:ext uri="{FF2B5EF4-FFF2-40B4-BE49-F238E27FC236}">
                <a16:creationId xmlns:a16="http://schemas.microsoft.com/office/drawing/2014/main" id="{07B9B34B-59F9-4DD6-8AED-E42B2AC4CF26}"/>
              </a:ext>
            </a:extLst>
          </p:cNvPr>
          <p:cNvSpPr>
            <a:spLocks noGrp="1"/>
          </p:cNvSpPr>
          <p:nvPr/>
        </p:nvSpPr>
        <p:spPr>
          <a:xfrm>
            <a:off x="69650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4055">
            <a:extLst>
              <a:ext uri="{FF2B5EF4-FFF2-40B4-BE49-F238E27FC236}">
                <a16:creationId xmlns:a16="http://schemas.microsoft.com/office/drawing/2014/main" id="{91E5942C-0539-4248-AB7A-EE840C4098E2}"/>
              </a:ext>
            </a:extLst>
          </p:cNvPr>
          <p:cNvSpPr>
            <a:spLocks noGrp="1"/>
          </p:cNvSpPr>
          <p:nvPr/>
        </p:nvSpPr>
        <p:spPr>
          <a:xfrm>
            <a:off x="7026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4056">
            <a:extLst>
              <a:ext uri="{FF2B5EF4-FFF2-40B4-BE49-F238E27FC236}">
                <a16:creationId xmlns:a16="http://schemas.microsoft.com/office/drawing/2014/main" id="{87502516-AE52-4C18-B6F2-BE6F5B1B3B8D}"/>
              </a:ext>
            </a:extLst>
          </p:cNvPr>
          <p:cNvSpPr>
            <a:spLocks noGrp="1"/>
          </p:cNvSpPr>
          <p:nvPr/>
        </p:nvSpPr>
        <p:spPr>
          <a:xfrm>
            <a:off x="693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4057">
            <a:extLst>
              <a:ext uri="{FF2B5EF4-FFF2-40B4-BE49-F238E27FC236}">
                <a16:creationId xmlns:a16="http://schemas.microsoft.com/office/drawing/2014/main" id="{A8EC6609-AB89-479E-B657-15E9C9397CA6}"/>
              </a:ext>
            </a:extLst>
          </p:cNvPr>
          <p:cNvSpPr>
            <a:spLocks noGrp="1"/>
          </p:cNvSpPr>
          <p:nvPr/>
        </p:nvSpPr>
        <p:spPr>
          <a:xfrm>
            <a:off x="69801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4058">
            <a:extLst>
              <a:ext uri="{FF2B5EF4-FFF2-40B4-BE49-F238E27FC236}">
                <a16:creationId xmlns:a16="http://schemas.microsoft.com/office/drawing/2014/main" id="{DC579780-4657-4F07-88D4-1A467EA99EF1}"/>
              </a:ext>
            </a:extLst>
          </p:cNvPr>
          <p:cNvSpPr>
            <a:spLocks noGrp="1"/>
          </p:cNvSpPr>
          <p:nvPr/>
        </p:nvSpPr>
        <p:spPr>
          <a:xfrm>
            <a:off x="68832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4059">
            <a:extLst>
              <a:ext uri="{FF2B5EF4-FFF2-40B4-BE49-F238E27FC236}">
                <a16:creationId xmlns:a16="http://schemas.microsoft.com/office/drawing/2014/main" id="{3D7A03FA-4AEC-4189-95F7-5FEA4E6B41EE}"/>
              </a:ext>
            </a:extLst>
          </p:cNvPr>
          <p:cNvSpPr>
            <a:spLocks noGrp="1"/>
          </p:cNvSpPr>
          <p:nvPr/>
        </p:nvSpPr>
        <p:spPr>
          <a:xfrm>
            <a:off x="6850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4060">
            <a:extLst>
              <a:ext uri="{FF2B5EF4-FFF2-40B4-BE49-F238E27FC236}">
                <a16:creationId xmlns:a16="http://schemas.microsoft.com/office/drawing/2014/main" id="{14FA9277-AFEA-4FC6-915A-261C947A3AE6}"/>
              </a:ext>
            </a:extLst>
          </p:cNvPr>
          <p:cNvSpPr>
            <a:spLocks noGrp="1"/>
          </p:cNvSpPr>
          <p:nvPr/>
        </p:nvSpPr>
        <p:spPr>
          <a:xfrm>
            <a:off x="693572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4061">
            <a:extLst>
              <a:ext uri="{FF2B5EF4-FFF2-40B4-BE49-F238E27FC236}">
                <a16:creationId xmlns:a16="http://schemas.microsoft.com/office/drawing/2014/main" id="{FBC18908-8D70-428B-8865-ED0158B23D05}"/>
              </a:ext>
            </a:extLst>
          </p:cNvPr>
          <p:cNvSpPr>
            <a:spLocks noGrp="1"/>
          </p:cNvSpPr>
          <p:nvPr/>
        </p:nvSpPr>
        <p:spPr>
          <a:xfrm>
            <a:off x="6812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4062">
            <a:extLst>
              <a:ext uri="{FF2B5EF4-FFF2-40B4-BE49-F238E27FC236}">
                <a16:creationId xmlns:a16="http://schemas.microsoft.com/office/drawing/2014/main" id="{56623CC0-323F-4D92-924B-6955B5F6FC2C}"/>
              </a:ext>
            </a:extLst>
          </p:cNvPr>
          <p:cNvSpPr>
            <a:spLocks noGrp="1"/>
          </p:cNvSpPr>
          <p:nvPr/>
        </p:nvSpPr>
        <p:spPr>
          <a:xfrm>
            <a:off x="689055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4063">
            <a:extLst>
              <a:ext uri="{FF2B5EF4-FFF2-40B4-BE49-F238E27FC236}">
                <a16:creationId xmlns:a16="http://schemas.microsoft.com/office/drawing/2014/main" id="{E5FE0FCC-8570-48A1-939A-79A9C708D596}"/>
              </a:ext>
            </a:extLst>
          </p:cNvPr>
          <p:cNvSpPr>
            <a:spLocks noGrp="1"/>
          </p:cNvSpPr>
          <p:nvPr/>
        </p:nvSpPr>
        <p:spPr>
          <a:xfrm>
            <a:off x="69031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4064">
            <a:extLst>
              <a:ext uri="{FF2B5EF4-FFF2-40B4-BE49-F238E27FC236}">
                <a16:creationId xmlns:a16="http://schemas.microsoft.com/office/drawing/2014/main" id="{DD9F00C7-72AE-451E-AA42-9146CC3B748D}"/>
              </a:ext>
            </a:extLst>
          </p:cNvPr>
          <p:cNvSpPr>
            <a:spLocks noGrp="1"/>
          </p:cNvSpPr>
          <p:nvPr/>
        </p:nvSpPr>
        <p:spPr>
          <a:xfrm>
            <a:off x="695847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4065">
            <a:extLst>
              <a:ext uri="{FF2B5EF4-FFF2-40B4-BE49-F238E27FC236}">
                <a16:creationId xmlns:a16="http://schemas.microsoft.com/office/drawing/2014/main" id="{5C38FEE6-6F95-40E2-BC29-FF0841114F67}"/>
              </a:ext>
            </a:extLst>
          </p:cNvPr>
          <p:cNvSpPr>
            <a:spLocks noGrp="1"/>
          </p:cNvSpPr>
          <p:nvPr/>
        </p:nvSpPr>
        <p:spPr>
          <a:xfrm>
            <a:off x="70004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4066">
            <a:extLst>
              <a:ext uri="{FF2B5EF4-FFF2-40B4-BE49-F238E27FC236}">
                <a16:creationId xmlns:a16="http://schemas.microsoft.com/office/drawing/2014/main" id="{3394299B-FF0F-4AFC-8902-EDFAE36F1194}"/>
              </a:ext>
            </a:extLst>
          </p:cNvPr>
          <p:cNvSpPr>
            <a:spLocks noGrp="1"/>
          </p:cNvSpPr>
          <p:nvPr/>
        </p:nvSpPr>
        <p:spPr>
          <a:xfrm>
            <a:off x="6929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4067">
            <a:extLst>
              <a:ext uri="{FF2B5EF4-FFF2-40B4-BE49-F238E27FC236}">
                <a16:creationId xmlns:a16="http://schemas.microsoft.com/office/drawing/2014/main" id="{5BE06B14-1A57-4849-93A5-2A69155598B7}"/>
              </a:ext>
            </a:extLst>
          </p:cNvPr>
          <p:cNvSpPr>
            <a:spLocks noGrp="1"/>
          </p:cNvSpPr>
          <p:nvPr/>
        </p:nvSpPr>
        <p:spPr>
          <a:xfrm>
            <a:off x="6993026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4068">
            <a:extLst>
              <a:ext uri="{FF2B5EF4-FFF2-40B4-BE49-F238E27FC236}">
                <a16:creationId xmlns:a16="http://schemas.microsoft.com/office/drawing/2014/main" id="{97D73E9F-A536-4E6C-87DE-BF2068B8ED95}"/>
              </a:ext>
            </a:extLst>
          </p:cNvPr>
          <p:cNvSpPr>
            <a:spLocks noGrp="1"/>
          </p:cNvSpPr>
          <p:nvPr/>
        </p:nvSpPr>
        <p:spPr>
          <a:xfrm>
            <a:off x="68136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4069">
            <a:extLst>
              <a:ext uri="{FF2B5EF4-FFF2-40B4-BE49-F238E27FC236}">
                <a16:creationId xmlns:a16="http://schemas.microsoft.com/office/drawing/2014/main" id="{CE0EB635-DDD8-4C4F-8284-429BB2A57CAE}"/>
              </a:ext>
            </a:extLst>
          </p:cNvPr>
          <p:cNvSpPr>
            <a:spLocks noGrp="1"/>
          </p:cNvSpPr>
          <p:nvPr/>
        </p:nvSpPr>
        <p:spPr>
          <a:xfrm>
            <a:off x="68173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4070">
            <a:extLst>
              <a:ext uri="{FF2B5EF4-FFF2-40B4-BE49-F238E27FC236}">
                <a16:creationId xmlns:a16="http://schemas.microsoft.com/office/drawing/2014/main" id="{26DF7C1A-93AD-4476-9720-E139B51B22C7}"/>
              </a:ext>
            </a:extLst>
          </p:cNvPr>
          <p:cNvSpPr>
            <a:spLocks noGrp="1"/>
          </p:cNvSpPr>
          <p:nvPr/>
        </p:nvSpPr>
        <p:spPr>
          <a:xfrm>
            <a:off x="68661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4071">
            <a:extLst>
              <a:ext uri="{FF2B5EF4-FFF2-40B4-BE49-F238E27FC236}">
                <a16:creationId xmlns:a16="http://schemas.microsoft.com/office/drawing/2014/main" id="{187E1309-3921-4ED0-80A2-253929C4EC82}"/>
              </a:ext>
            </a:extLst>
          </p:cNvPr>
          <p:cNvSpPr>
            <a:spLocks noGrp="1"/>
          </p:cNvSpPr>
          <p:nvPr/>
        </p:nvSpPr>
        <p:spPr>
          <a:xfrm>
            <a:off x="6930960" y="29964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4072">
            <a:extLst>
              <a:ext uri="{FF2B5EF4-FFF2-40B4-BE49-F238E27FC236}">
                <a16:creationId xmlns:a16="http://schemas.microsoft.com/office/drawing/2014/main" id="{2035722C-0043-4CAF-A2A4-8538C8513670}"/>
              </a:ext>
            </a:extLst>
          </p:cNvPr>
          <p:cNvSpPr>
            <a:spLocks noGrp="1"/>
          </p:cNvSpPr>
          <p:nvPr/>
        </p:nvSpPr>
        <p:spPr>
          <a:xfrm>
            <a:off x="685532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4073">
            <a:extLst>
              <a:ext uri="{FF2B5EF4-FFF2-40B4-BE49-F238E27FC236}">
                <a16:creationId xmlns:a16="http://schemas.microsoft.com/office/drawing/2014/main" id="{A1C876C3-3585-429F-9B52-E757F4E7C3E4}"/>
              </a:ext>
            </a:extLst>
          </p:cNvPr>
          <p:cNvSpPr>
            <a:spLocks noGrp="1"/>
          </p:cNvSpPr>
          <p:nvPr/>
        </p:nvSpPr>
        <p:spPr>
          <a:xfrm>
            <a:off x="69122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4074">
            <a:extLst>
              <a:ext uri="{FF2B5EF4-FFF2-40B4-BE49-F238E27FC236}">
                <a16:creationId xmlns:a16="http://schemas.microsoft.com/office/drawing/2014/main" id="{D75C94CD-4B09-40D3-AFBF-2F1C8EC98533}"/>
              </a:ext>
            </a:extLst>
          </p:cNvPr>
          <p:cNvSpPr>
            <a:spLocks noGrp="1"/>
          </p:cNvSpPr>
          <p:nvPr/>
        </p:nvSpPr>
        <p:spPr>
          <a:xfrm>
            <a:off x="694088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4075">
            <a:extLst>
              <a:ext uri="{FF2B5EF4-FFF2-40B4-BE49-F238E27FC236}">
                <a16:creationId xmlns:a16="http://schemas.microsoft.com/office/drawing/2014/main" id="{B3F17F43-D971-4917-AA5B-D7A1D183C64F}"/>
              </a:ext>
            </a:extLst>
          </p:cNvPr>
          <p:cNvSpPr>
            <a:spLocks noGrp="1"/>
          </p:cNvSpPr>
          <p:nvPr/>
        </p:nvSpPr>
        <p:spPr>
          <a:xfrm>
            <a:off x="69425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4076">
            <a:extLst>
              <a:ext uri="{FF2B5EF4-FFF2-40B4-BE49-F238E27FC236}">
                <a16:creationId xmlns:a16="http://schemas.microsoft.com/office/drawing/2014/main" id="{5E4EF95E-BD25-490F-9372-245631E1BFAE}"/>
              </a:ext>
            </a:extLst>
          </p:cNvPr>
          <p:cNvSpPr>
            <a:spLocks noGrp="1"/>
          </p:cNvSpPr>
          <p:nvPr/>
        </p:nvSpPr>
        <p:spPr>
          <a:xfrm>
            <a:off x="6874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4077">
            <a:extLst>
              <a:ext uri="{FF2B5EF4-FFF2-40B4-BE49-F238E27FC236}">
                <a16:creationId xmlns:a16="http://schemas.microsoft.com/office/drawing/2014/main" id="{A8DB5726-BB37-445C-A10E-431E7F625D24}"/>
              </a:ext>
            </a:extLst>
          </p:cNvPr>
          <p:cNvSpPr>
            <a:spLocks noGrp="1"/>
          </p:cNvSpPr>
          <p:nvPr/>
        </p:nvSpPr>
        <p:spPr>
          <a:xfrm>
            <a:off x="697211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4078">
            <a:extLst>
              <a:ext uri="{FF2B5EF4-FFF2-40B4-BE49-F238E27FC236}">
                <a16:creationId xmlns:a16="http://schemas.microsoft.com/office/drawing/2014/main" id="{BAEC99A2-BE13-446F-B692-CCD23832077F}"/>
              </a:ext>
            </a:extLst>
          </p:cNvPr>
          <p:cNvSpPr>
            <a:spLocks noGrp="1"/>
          </p:cNvSpPr>
          <p:nvPr/>
        </p:nvSpPr>
        <p:spPr>
          <a:xfrm>
            <a:off x="695012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4079">
            <a:extLst>
              <a:ext uri="{FF2B5EF4-FFF2-40B4-BE49-F238E27FC236}">
                <a16:creationId xmlns:a16="http://schemas.microsoft.com/office/drawing/2014/main" id="{2BAAC799-C5B1-4B1C-A705-3C035965CFEE}"/>
              </a:ext>
            </a:extLst>
          </p:cNvPr>
          <p:cNvSpPr>
            <a:spLocks noGrp="1"/>
          </p:cNvSpPr>
          <p:nvPr/>
        </p:nvSpPr>
        <p:spPr>
          <a:xfrm>
            <a:off x="69780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4080">
            <a:extLst>
              <a:ext uri="{FF2B5EF4-FFF2-40B4-BE49-F238E27FC236}">
                <a16:creationId xmlns:a16="http://schemas.microsoft.com/office/drawing/2014/main" id="{121E9434-D96B-400E-B7F6-3B0A75C7234E}"/>
              </a:ext>
            </a:extLst>
          </p:cNvPr>
          <p:cNvSpPr>
            <a:spLocks noGrp="1"/>
          </p:cNvSpPr>
          <p:nvPr/>
        </p:nvSpPr>
        <p:spPr>
          <a:xfrm>
            <a:off x="688657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4081">
            <a:extLst>
              <a:ext uri="{FF2B5EF4-FFF2-40B4-BE49-F238E27FC236}">
                <a16:creationId xmlns:a16="http://schemas.microsoft.com/office/drawing/2014/main" id="{349C7DA2-4BD2-49A5-9DB8-B33523862303}"/>
              </a:ext>
            </a:extLst>
          </p:cNvPr>
          <p:cNvSpPr>
            <a:spLocks noGrp="1"/>
          </p:cNvSpPr>
          <p:nvPr/>
        </p:nvSpPr>
        <p:spPr>
          <a:xfrm>
            <a:off x="694813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4082">
            <a:extLst>
              <a:ext uri="{FF2B5EF4-FFF2-40B4-BE49-F238E27FC236}">
                <a16:creationId xmlns:a16="http://schemas.microsoft.com/office/drawing/2014/main" id="{AD82970A-C628-4AC5-A9A7-5B26568E5503}"/>
              </a:ext>
            </a:extLst>
          </p:cNvPr>
          <p:cNvSpPr>
            <a:spLocks noGrp="1"/>
          </p:cNvSpPr>
          <p:nvPr/>
        </p:nvSpPr>
        <p:spPr>
          <a:xfrm>
            <a:off x="70046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4083">
            <a:extLst>
              <a:ext uri="{FF2B5EF4-FFF2-40B4-BE49-F238E27FC236}">
                <a16:creationId xmlns:a16="http://schemas.microsoft.com/office/drawing/2014/main" id="{7F693945-8378-4C75-80CC-3B8FC6D1E740}"/>
              </a:ext>
            </a:extLst>
          </p:cNvPr>
          <p:cNvSpPr>
            <a:spLocks noGrp="1"/>
          </p:cNvSpPr>
          <p:nvPr/>
        </p:nvSpPr>
        <p:spPr>
          <a:xfrm>
            <a:off x="69194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4084">
            <a:extLst>
              <a:ext uri="{FF2B5EF4-FFF2-40B4-BE49-F238E27FC236}">
                <a16:creationId xmlns:a16="http://schemas.microsoft.com/office/drawing/2014/main" id="{38A34D6B-FAA9-420F-8C30-F490F5404EAB}"/>
              </a:ext>
            </a:extLst>
          </p:cNvPr>
          <p:cNvSpPr>
            <a:spLocks noGrp="1"/>
          </p:cNvSpPr>
          <p:nvPr/>
        </p:nvSpPr>
        <p:spPr>
          <a:xfrm>
            <a:off x="68204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4085">
            <a:extLst>
              <a:ext uri="{FF2B5EF4-FFF2-40B4-BE49-F238E27FC236}">
                <a16:creationId xmlns:a16="http://schemas.microsoft.com/office/drawing/2014/main" id="{78543735-D30A-41C6-B958-AFADAF1E10AA}"/>
              </a:ext>
            </a:extLst>
          </p:cNvPr>
          <p:cNvSpPr>
            <a:spLocks noGrp="1"/>
          </p:cNvSpPr>
          <p:nvPr/>
        </p:nvSpPr>
        <p:spPr>
          <a:xfrm>
            <a:off x="696729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4086">
            <a:extLst>
              <a:ext uri="{FF2B5EF4-FFF2-40B4-BE49-F238E27FC236}">
                <a16:creationId xmlns:a16="http://schemas.microsoft.com/office/drawing/2014/main" id="{8354D495-3926-44AF-A139-8D6F765C4DD5}"/>
              </a:ext>
            </a:extLst>
          </p:cNvPr>
          <p:cNvSpPr>
            <a:spLocks noGrp="1"/>
          </p:cNvSpPr>
          <p:nvPr/>
        </p:nvSpPr>
        <p:spPr>
          <a:xfrm>
            <a:off x="68646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4087">
            <a:extLst>
              <a:ext uri="{FF2B5EF4-FFF2-40B4-BE49-F238E27FC236}">
                <a16:creationId xmlns:a16="http://schemas.microsoft.com/office/drawing/2014/main" id="{65C006AF-0AF5-40DB-BF00-3A35148B1165}"/>
              </a:ext>
            </a:extLst>
          </p:cNvPr>
          <p:cNvSpPr>
            <a:spLocks noGrp="1"/>
          </p:cNvSpPr>
          <p:nvPr/>
        </p:nvSpPr>
        <p:spPr>
          <a:xfrm>
            <a:off x="7016815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4088">
            <a:extLst>
              <a:ext uri="{FF2B5EF4-FFF2-40B4-BE49-F238E27FC236}">
                <a16:creationId xmlns:a16="http://schemas.microsoft.com/office/drawing/2014/main" id="{52991A7B-076F-40C9-AF2B-D6720676F9D4}"/>
              </a:ext>
            </a:extLst>
          </p:cNvPr>
          <p:cNvSpPr>
            <a:spLocks noGrp="1"/>
          </p:cNvSpPr>
          <p:nvPr/>
        </p:nvSpPr>
        <p:spPr>
          <a:xfrm>
            <a:off x="68822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4089">
            <a:extLst>
              <a:ext uri="{FF2B5EF4-FFF2-40B4-BE49-F238E27FC236}">
                <a16:creationId xmlns:a16="http://schemas.microsoft.com/office/drawing/2014/main" id="{D2FB2AE4-67F4-4B13-A124-3DF534EA7C5E}"/>
              </a:ext>
            </a:extLst>
          </p:cNvPr>
          <p:cNvSpPr>
            <a:spLocks noGrp="1"/>
          </p:cNvSpPr>
          <p:nvPr/>
        </p:nvSpPr>
        <p:spPr>
          <a:xfrm>
            <a:off x="68097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4090">
            <a:extLst>
              <a:ext uri="{FF2B5EF4-FFF2-40B4-BE49-F238E27FC236}">
                <a16:creationId xmlns:a16="http://schemas.microsoft.com/office/drawing/2014/main" id="{ADD43E9A-2B1B-405F-9301-025E1DEF54A6}"/>
              </a:ext>
            </a:extLst>
          </p:cNvPr>
          <p:cNvSpPr>
            <a:spLocks noGrp="1"/>
          </p:cNvSpPr>
          <p:nvPr/>
        </p:nvSpPr>
        <p:spPr>
          <a:xfrm>
            <a:off x="698975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4091">
            <a:extLst>
              <a:ext uri="{FF2B5EF4-FFF2-40B4-BE49-F238E27FC236}">
                <a16:creationId xmlns:a16="http://schemas.microsoft.com/office/drawing/2014/main" id="{7A2F6C4B-EC11-46BC-96D5-7AA34802B07B}"/>
              </a:ext>
            </a:extLst>
          </p:cNvPr>
          <p:cNvSpPr>
            <a:spLocks noGrp="1"/>
          </p:cNvSpPr>
          <p:nvPr/>
        </p:nvSpPr>
        <p:spPr>
          <a:xfrm>
            <a:off x="692067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4092">
            <a:extLst>
              <a:ext uri="{FF2B5EF4-FFF2-40B4-BE49-F238E27FC236}">
                <a16:creationId xmlns:a16="http://schemas.microsoft.com/office/drawing/2014/main" id="{385A6B63-8A88-4606-A81C-8857B2A02263}"/>
              </a:ext>
            </a:extLst>
          </p:cNvPr>
          <p:cNvSpPr>
            <a:spLocks noGrp="1"/>
          </p:cNvSpPr>
          <p:nvPr/>
        </p:nvSpPr>
        <p:spPr>
          <a:xfrm>
            <a:off x="6989486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4093">
            <a:extLst>
              <a:ext uri="{FF2B5EF4-FFF2-40B4-BE49-F238E27FC236}">
                <a16:creationId xmlns:a16="http://schemas.microsoft.com/office/drawing/2014/main" id="{F5B48E7C-325E-4295-A5B8-D4CF9198AA68}"/>
              </a:ext>
            </a:extLst>
          </p:cNvPr>
          <p:cNvSpPr>
            <a:spLocks noGrp="1"/>
          </p:cNvSpPr>
          <p:nvPr/>
        </p:nvSpPr>
        <p:spPr>
          <a:xfrm>
            <a:off x="68500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4094">
            <a:extLst>
              <a:ext uri="{FF2B5EF4-FFF2-40B4-BE49-F238E27FC236}">
                <a16:creationId xmlns:a16="http://schemas.microsoft.com/office/drawing/2014/main" id="{FAE063C7-C85B-44DA-9669-0C389348EF3E}"/>
              </a:ext>
            </a:extLst>
          </p:cNvPr>
          <p:cNvSpPr>
            <a:spLocks noGrp="1"/>
          </p:cNvSpPr>
          <p:nvPr/>
        </p:nvSpPr>
        <p:spPr>
          <a:xfrm>
            <a:off x="68755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4095">
            <a:extLst>
              <a:ext uri="{FF2B5EF4-FFF2-40B4-BE49-F238E27FC236}">
                <a16:creationId xmlns:a16="http://schemas.microsoft.com/office/drawing/2014/main" id="{EE6C2FFA-8909-4609-8C6B-57F62039DF6C}"/>
              </a:ext>
            </a:extLst>
          </p:cNvPr>
          <p:cNvSpPr>
            <a:spLocks noGrp="1"/>
          </p:cNvSpPr>
          <p:nvPr/>
        </p:nvSpPr>
        <p:spPr>
          <a:xfrm>
            <a:off x="6826584" y="36424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4096">
            <a:extLst>
              <a:ext uri="{FF2B5EF4-FFF2-40B4-BE49-F238E27FC236}">
                <a16:creationId xmlns:a16="http://schemas.microsoft.com/office/drawing/2014/main" id="{083A2B8A-7D69-484D-BAC1-6345675A6C12}"/>
              </a:ext>
            </a:extLst>
          </p:cNvPr>
          <p:cNvSpPr>
            <a:spLocks noGrp="1"/>
          </p:cNvSpPr>
          <p:nvPr/>
        </p:nvSpPr>
        <p:spPr>
          <a:xfrm>
            <a:off x="6923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4097">
            <a:extLst>
              <a:ext uri="{FF2B5EF4-FFF2-40B4-BE49-F238E27FC236}">
                <a16:creationId xmlns:a16="http://schemas.microsoft.com/office/drawing/2014/main" id="{85B4B331-56AD-43F5-A290-A51E712E5544}"/>
              </a:ext>
            </a:extLst>
          </p:cNvPr>
          <p:cNvSpPr>
            <a:spLocks noGrp="1"/>
          </p:cNvSpPr>
          <p:nvPr/>
        </p:nvSpPr>
        <p:spPr>
          <a:xfrm>
            <a:off x="699809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4098">
            <a:extLst>
              <a:ext uri="{FF2B5EF4-FFF2-40B4-BE49-F238E27FC236}">
                <a16:creationId xmlns:a16="http://schemas.microsoft.com/office/drawing/2014/main" id="{9632C6E5-B32C-49AB-BAE6-24A45A3ACD39}"/>
              </a:ext>
            </a:extLst>
          </p:cNvPr>
          <p:cNvSpPr>
            <a:spLocks noGrp="1"/>
          </p:cNvSpPr>
          <p:nvPr/>
        </p:nvSpPr>
        <p:spPr>
          <a:xfrm>
            <a:off x="69527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4099">
            <a:extLst>
              <a:ext uri="{FF2B5EF4-FFF2-40B4-BE49-F238E27FC236}">
                <a16:creationId xmlns:a16="http://schemas.microsoft.com/office/drawing/2014/main" id="{4C9190E3-B7A8-4C26-ACAA-C6459E712CA8}"/>
              </a:ext>
            </a:extLst>
          </p:cNvPr>
          <p:cNvSpPr>
            <a:spLocks noGrp="1"/>
          </p:cNvSpPr>
          <p:nvPr/>
        </p:nvSpPr>
        <p:spPr>
          <a:xfrm>
            <a:off x="683774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4100">
            <a:extLst>
              <a:ext uri="{FF2B5EF4-FFF2-40B4-BE49-F238E27FC236}">
                <a16:creationId xmlns:a16="http://schemas.microsoft.com/office/drawing/2014/main" id="{3C224D62-072E-44EB-9575-3893700D8151}"/>
              </a:ext>
            </a:extLst>
          </p:cNvPr>
          <p:cNvSpPr>
            <a:spLocks noGrp="1"/>
          </p:cNvSpPr>
          <p:nvPr/>
        </p:nvSpPr>
        <p:spPr>
          <a:xfrm>
            <a:off x="68261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4101">
            <a:extLst>
              <a:ext uri="{FF2B5EF4-FFF2-40B4-BE49-F238E27FC236}">
                <a16:creationId xmlns:a16="http://schemas.microsoft.com/office/drawing/2014/main" id="{5F54E2D1-D0EE-44BD-88EB-B55347F10F46}"/>
              </a:ext>
            </a:extLst>
          </p:cNvPr>
          <p:cNvSpPr>
            <a:spLocks noGrp="1"/>
          </p:cNvSpPr>
          <p:nvPr/>
        </p:nvSpPr>
        <p:spPr>
          <a:xfrm>
            <a:off x="69135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4102">
            <a:extLst>
              <a:ext uri="{FF2B5EF4-FFF2-40B4-BE49-F238E27FC236}">
                <a16:creationId xmlns:a16="http://schemas.microsoft.com/office/drawing/2014/main" id="{790E190E-D15D-4972-B7E3-97562DB462AC}"/>
              </a:ext>
            </a:extLst>
          </p:cNvPr>
          <p:cNvSpPr>
            <a:spLocks noGrp="1"/>
          </p:cNvSpPr>
          <p:nvPr/>
        </p:nvSpPr>
        <p:spPr>
          <a:xfrm>
            <a:off x="6875892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4103">
            <a:extLst>
              <a:ext uri="{FF2B5EF4-FFF2-40B4-BE49-F238E27FC236}">
                <a16:creationId xmlns:a16="http://schemas.microsoft.com/office/drawing/2014/main" id="{75A833CC-5993-4972-9E71-65A89518D3EF}"/>
              </a:ext>
            </a:extLst>
          </p:cNvPr>
          <p:cNvSpPr>
            <a:spLocks noGrp="1"/>
          </p:cNvSpPr>
          <p:nvPr/>
        </p:nvSpPr>
        <p:spPr>
          <a:xfrm>
            <a:off x="68976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4104">
            <a:extLst>
              <a:ext uri="{FF2B5EF4-FFF2-40B4-BE49-F238E27FC236}">
                <a16:creationId xmlns:a16="http://schemas.microsoft.com/office/drawing/2014/main" id="{E18F35B3-6653-49E4-A13B-5EA140BCF444}"/>
              </a:ext>
            </a:extLst>
          </p:cNvPr>
          <p:cNvSpPr>
            <a:spLocks noGrp="1"/>
          </p:cNvSpPr>
          <p:nvPr/>
        </p:nvSpPr>
        <p:spPr>
          <a:xfrm>
            <a:off x="69720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4105">
            <a:extLst>
              <a:ext uri="{FF2B5EF4-FFF2-40B4-BE49-F238E27FC236}">
                <a16:creationId xmlns:a16="http://schemas.microsoft.com/office/drawing/2014/main" id="{91AB89A0-B89A-4B5C-85F1-A8A8071E5421}"/>
              </a:ext>
            </a:extLst>
          </p:cNvPr>
          <p:cNvSpPr>
            <a:spLocks noGrp="1"/>
          </p:cNvSpPr>
          <p:nvPr/>
        </p:nvSpPr>
        <p:spPr>
          <a:xfrm>
            <a:off x="68782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4106">
            <a:extLst>
              <a:ext uri="{FF2B5EF4-FFF2-40B4-BE49-F238E27FC236}">
                <a16:creationId xmlns:a16="http://schemas.microsoft.com/office/drawing/2014/main" id="{F5EBE4DF-4342-4BBE-B800-E3A102EC7968}"/>
              </a:ext>
            </a:extLst>
          </p:cNvPr>
          <p:cNvSpPr>
            <a:spLocks noGrp="1"/>
          </p:cNvSpPr>
          <p:nvPr/>
        </p:nvSpPr>
        <p:spPr>
          <a:xfrm>
            <a:off x="68865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4107">
            <a:extLst>
              <a:ext uri="{FF2B5EF4-FFF2-40B4-BE49-F238E27FC236}">
                <a16:creationId xmlns:a16="http://schemas.microsoft.com/office/drawing/2014/main" id="{EA1330F6-014E-408C-A124-F209BA29E042}"/>
              </a:ext>
            </a:extLst>
          </p:cNvPr>
          <p:cNvSpPr>
            <a:spLocks noGrp="1"/>
          </p:cNvSpPr>
          <p:nvPr/>
        </p:nvSpPr>
        <p:spPr>
          <a:xfrm>
            <a:off x="790278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4108">
            <a:extLst>
              <a:ext uri="{FF2B5EF4-FFF2-40B4-BE49-F238E27FC236}">
                <a16:creationId xmlns:a16="http://schemas.microsoft.com/office/drawing/2014/main" id="{11C9C0F1-8E66-417F-988C-49DB1DA4B393}"/>
              </a:ext>
            </a:extLst>
          </p:cNvPr>
          <p:cNvSpPr>
            <a:spLocks noGrp="1"/>
          </p:cNvSpPr>
          <p:nvPr/>
        </p:nvSpPr>
        <p:spPr>
          <a:xfrm>
            <a:off x="7918788" y="2447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4109">
            <a:extLst>
              <a:ext uri="{FF2B5EF4-FFF2-40B4-BE49-F238E27FC236}">
                <a16:creationId xmlns:a16="http://schemas.microsoft.com/office/drawing/2014/main" id="{5E7B02A8-7053-491A-9FD8-1BB95E9FDEC1}"/>
              </a:ext>
            </a:extLst>
          </p:cNvPr>
          <p:cNvSpPr>
            <a:spLocks noGrp="1"/>
          </p:cNvSpPr>
          <p:nvPr/>
        </p:nvSpPr>
        <p:spPr>
          <a:xfrm>
            <a:off x="78727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4110">
            <a:extLst>
              <a:ext uri="{FF2B5EF4-FFF2-40B4-BE49-F238E27FC236}">
                <a16:creationId xmlns:a16="http://schemas.microsoft.com/office/drawing/2014/main" id="{BD188951-5E36-4567-88B2-9ED04DFE6FC7}"/>
              </a:ext>
            </a:extLst>
          </p:cNvPr>
          <p:cNvSpPr>
            <a:spLocks noGrp="1"/>
          </p:cNvSpPr>
          <p:nvPr/>
        </p:nvSpPr>
        <p:spPr>
          <a:xfrm>
            <a:off x="787025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4111">
            <a:extLst>
              <a:ext uri="{FF2B5EF4-FFF2-40B4-BE49-F238E27FC236}">
                <a16:creationId xmlns:a16="http://schemas.microsoft.com/office/drawing/2014/main" id="{8C108D6E-98E2-4E7D-93DB-5090BDE34D7E}"/>
              </a:ext>
            </a:extLst>
          </p:cNvPr>
          <p:cNvSpPr>
            <a:spLocks noGrp="1"/>
          </p:cNvSpPr>
          <p:nvPr/>
        </p:nvSpPr>
        <p:spPr>
          <a:xfrm>
            <a:off x="787144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4112">
            <a:extLst>
              <a:ext uri="{FF2B5EF4-FFF2-40B4-BE49-F238E27FC236}">
                <a16:creationId xmlns:a16="http://schemas.microsoft.com/office/drawing/2014/main" id="{6729FE42-FA18-438A-9065-C9D61CD955CA}"/>
              </a:ext>
            </a:extLst>
          </p:cNvPr>
          <p:cNvSpPr>
            <a:spLocks noGrp="1"/>
          </p:cNvSpPr>
          <p:nvPr/>
        </p:nvSpPr>
        <p:spPr>
          <a:xfrm>
            <a:off x="7956791" y="2546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4113">
            <a:extLst>
              <a:ext uri="{FF2B5EF4-FFF2-40B4-BE49-F238E27FC236}">
                <a16:creationId xmlns:a16="http://schemas.microsoft.com/office/drawing/2014/main" id="{BDE86625-B544-462D-9B30-76BB41465180}"/>
              </a:ext>
            </a:extLst>
          </p:cNvPr>
          <p:cNvSpPr>
            <a:spLocks noGrp="1"/>
          </p:cNvSpPr>
          <p:nvPr/>
        </p:nvSpPr>
        <p:spPr>
          <a:xfrm>
            <a:off x="78926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4114">
            <a:extLst>
              <a:ext uri="{FF2B5EF4-FFF2-40B4-BE49-F238E27FC236}">
                <a16:creationId xmlns:a16="http://schemas.microsoft.com/office/drawing/2014/main" id="{DA23691D-F590-4979-B55D-9D8D4CDC808C}"/>
              </a:ext>
            </a:extLst>
          </p:cNvPr>
          <p:cNvSpPr>
            <a:spLocks noGrp="1"/>
          </p:cNvSpPr>
          <p:nvPr/>
        </p:nvSpPr>
        <p:spPr>
          <a:xfrm>
            <a:off x="791174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4115">
            <a:extLst>
              <a:ext uri="{FF2B5EF4-FFF2-40B4-BE49-F238E27FC236}">
                <a16:creationId xmlns:a16="http://schemas.microsoft.com/office/drawing/2014/main" id="{92DE17EC-DCB6-48F7-8816-AB5A5D2E5657}"/>
              </a:ext>
            </a:extLst>
          </p:cNvPr>
          <p:cNvSpPr>
            <a:spLocks noGrp="1"/>
          </p:cNvSpPr>
          <p:nvPr/>
        </p:nvSpPr>
        <p:spPr>
          <a:xfrm>
            <a:off x="780174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4116">
            <a:extLst>
              <a:ext uri="{FF2B5EF4-FFF2-40B4-BE49-F238E27FC236}">
                <a16:creationId xmlns:a16="http://schemas.microsoft.com/office/drawing/2014/main" id="{0443FE21-AF60-40EA-A617-5BE5CEB25B1A}"/>
              </a:ext>
            </a:extLst>
          </p:cNvPr>
          <p:cNvSpPr>
            <a:spLocks noGrp="1"/>
          </p:cNvSpPr>
          <p:nvPr/>
        </p:nvSpPr>
        <p:spPr>
          <a:xfrm>
            <a:off x="799929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4117">
            <a:extLst>
              <a:ext uri="{FF2B5EF4-FFF2-40B4-BE49-F238E27FC236}">
                <a16:creationId xmlns:a16="http://schemas.microsoft.com/office/drawing/2014/main" id="{03708F12-9CA8-4115-83B6-DCDE7EFBEA7E}"/>
              </a:ext>
            </a:extLst>
          </p:cNvPr>
          <p:cNvSpPr>
            <a:spLocks noGrp="1"/>
          </p:cNvSpPr>
          <p:nvPr/>
        </p:nvSpPr>
        <p:spPr>
          <a:xfrm>
            <a:off x="7971037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4118">
            <a:extLst>
              <a:ext uri="{FF2B5EF4-FFF2-40B4-BE49-F238E27FC236}">
                <a16:creationId xmlns:a16="http://schemas.microsoft.com/office/drawing/2014/main" id="{D873F52B-ADCC-48B8-81BD-2C41C9A1D0D2}"/>
              </a:ext>
            </a:extLst>
          </p:cNvPr>
          <p:cNvSpPr>
            <a:spLocks noGrp="1"/>
          </p:cNvSpPr>
          <p:nvPr/>
        </p:nvSpPr>
        <p:spPr>
          <a:xfrm>
            <a:off x="782548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4119">
            <a:extLst>
              <a:ext uri="{FF2B5EF4-FFF2-40B4-BE49-F238E27FC236}">
                <a16:creationId xmlns:a16="http://schemas.microsoft.com/office/drawing/2014/main" id="{100C7C74-CEFD-4DF2-BFA3-07CD1027D0F3}"/>
              </a:ext>
            </a:extLst>
          </p:cNvPr>
          <p:cNvSpPr>
            <a:spLocks noGrp="1"/>
          </p:cNvSpPr>
          <p:nvPr/>
        </p:nvSpPr>
        <p:spPr>
          <a:xfrm>
            <a:off x="78760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4120">
            <a:extLst>
              <a:ext uri="{FF2B5EF4-FFF2-40B4-BE49-F238E27FC236}">
                <a16:creationId xmlns:a16="http://schemas.microsoft.com/office/drawing/2014/main" id="{DCB41C2B-02EE-49F2-BE21-D893550033EF}"/>
              </a:ext>
            </a:extLst>
          </p:cNvPr>
          <p:cNvSpPr>
            <a:spLocks noGrp="1"/>
          </p:cNvSpPr>
          <p:nvPr/>
        </p:nvSpPr>
        <p:spPr>
          <a:xfrm>
            <a:off x="80068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4121">
            <a:extLst>
              <a:ext uri="{FF2B5EF4-FFF2-40B4-BE49-F238E27FC236}">
                <a16:creationId xmlns:a16="http://schemas.microsoft.com/office/drawing/2014/main" id="{FA90FA6B-AA15-40DB-8D97-B7AF526CA1AF}"/>
              </a:ext>
            </a:extLst>
          </p:cNvPr>
          <p:cNvSpPr>
            <a:spLocks noGrp="1"/>
          </p:cNvSpPr>
          <p:nvPr/>
        </p:nvSpPr>
        <p:spPr>
          <a:xfrm>
            <a:off x="779532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4122">
            <a:extLst>
              <a:ext uri="{FF2B5EF4-FFF2-40B4-BE49-F238E27FC236}">
                <a16:creationId xmlns:a16="http://schemas.microsoft.com/office/drawing/2014/main" id="{7CB119EC-39B3-4EBB-B172-0351AC910287}"/>
              </a:ext>
            </a:extLst>
          </p:cNvPr>
          <p:cNvSpPr>
            <a:spLocks noGrp="1"/>
          </p:cNvSpPr>
          <p:nvPr/>
        </p:nvSpPr>
        <p:spPr>
          <a:xfrm>
            <a:off x="79010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4123">
            <a:extLst>
              <a:ext uri="{FF2B5EF4-FFF2-40B4-BE49-F238E27FC236}">
                <a16:creationId xmlns:a16="http://schemas.microsoft.com/office/drawing/2014/main" id="{058D1CFE-17DB-4A63-B786-7060FF85ED36}"/>
              </a:ext>
            </a:extLst>
          </p:cNvPr>
          <p:cNvSpPr>
            <a:spLocks noGrp="1"/>
          </p:cNvSpPr>
          <p:nvPr/>
        </p:nvSpPr>
        <p:spPr>
          <a:xfrm>
            <a:off x="79120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4124">
            <a:extLst>
              <a:ext uri="{FF2B5EF4-FFF2-40B4-BE49-F238E27FC236}">
                <a16:creationId xmlns:a16="http://schemas.microsoft.com/office/drawing/2014/main" id="{5D9553B0-F07B-436E-A804-F7177B6CD3AD}"/>
              </a:ext>
            </a:extLst>
          </p:cNvPr>
          <p:cNvSpPr>
            <a:spLocks noGrp="1"/>
          </p:cNvSpPr>
          <p:nvPr/>
        </p:nvSpPr>
        <p:spPr>
          <a:xfrm>
            <a:off x="789809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4125">
            <a:extLst>
              <a:ext uri="{FF2B5EF4-FFF2-40B4-BE49-F238E27FC236}">
                <a16:creationId xmlns:a16="http://schemas.microsoft.com/office/drawing/2014/main" id="{8821AC8B-41DC-4AC2-8935-351E17020A52}"/>
              </a:ext>
            </a:extLst>
          </p:cNvPr>
          <p:cNvSpPr>
            <a:spLocks noGrp="1"/>
          </p:cNvSpPr>
          <p:nvPr/>
        </p:nvSpPr>
        <p:spPr>
          <a:xfrm>
            <a:off x="8008120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4126">
            <a:extLst>
              <a:ext uri="{FF2B5EF4-FFF2-40B4-BE49-F238E27FC236}">
                <a16:creationId xmlns:a16="http://schemas.microsoft.com/office/drawing/2014/main" id="{57BFF90A-1BEB-4F16-B766-71CBA15AA3C6}"/>
              </a:ext>
            </a:extLst>
          </p:cNvPr>
          <p:cNvSpPr>
            <a:spLocks noGrp="1"/>
          </p:cNvSpPr>
          <p:nvPr/>
        </p:nvSpPr>
        <p:spPr>
          <a:xfrm>
            <a:off x="7977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4127">
            <a:extLst>
              <a:ext uri="{FF2B5EF4-FFF2-40B4-BE49-F238E27FC236}">
                <a16:creationId xmlns:a16="http://schemas.microsoft.com/office/drawing/2014/main" id="{AE13641F-4F47-42B3-8047-3FDAC96664E3}"/>
              </a:ext>
            </a:extLst>
          </p:cNvPr>
          <p:cNvSpPr>
            <a:spLocks noGrp="1"/>
          </p:cNvSpPr>
          <p:nvPr/>
        </p:nvSpPr>
        <p:spPr>
          <a:xfrm>
            <a:off x="7811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4128">
            <a:extLst>
              <a:ext uri="{FF2B5EF4-FFF2-40B4-BE49-F238E27FC236}">
                <a16:creationId xmlns:a16="http://schemas.microsoft.com/office/drawing/2014/main" id="{F5DA1D59-0A42-473E-8B99-1837573F6935}"/>
              </a:ext>
            </a:extLst>
          </p:cNvPr>
          <p:cNvSpPr>
            <a:spLocks noGrp="1"/>
          </p:cNvSpPr>
          <p:nvPr/>
        </p:nvSpPr>
        <p:spPr>
          <a:xfrm>
            <a:off x="7835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4129">
            <a:extLst>
              <a:ext uri="{FF2B5EF4-FFF2-40B4-BE49-F238E27FC236}">
                <a16:creationId xmlns:a16="http://schemas.microsoft.com/office/drawing/2014/main" id="{F941B3C5-5695-42F0-A61B-A900560A8178}"/>
              </a:ext>
            </a:extLst>
          </p:cNvPr>
          <p:cNvSpPr>
            <a:spLocks noGrp="1"/>
          </p:cNvSpPr>
          <p:nvPr/>
        </p:nvSpPr>
        <p:spPr>
          <a:xfrm>
            <a:off x="7860781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4130">
            <a:extLst>
              <a:ext uri="{FF2B5EF4-FFF2-40B4-BE49-F238E27FC236}">
                <a16:creationId xmlns:a16="http://schemas.microsoft.com/office/drawing/2014/main" id="{F40798F8-EA67-4BB9-B2B8-C0F20FF4DE5D}"/>
              </a:ext>
            </a:extLst>
          </p:cNvPr>
          <p:cNvSpPr>
            <a:spLocks noGrp="1"/>
          </p:cNvSpPr>
          <p:nvPr/>
        </p:nvSpPr>
        <p:spPr>
          <a:xfrm>
            <a:off x="790091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4131">
            <a:extLst>
              <a:ext uri="{FF2B5EF4-FFF2-40B4-BE49-F238E27FC236}">
                <a16:creationId xmlns:a16="http://schemas.microsoft.com/office/drawing/2014/main" id="{A2E9A488-4FBD-42B0-A23A-C90019EAC405}"/>
              </a:ext>
            </a:extLst>
          </p:cNvPr>
          <p:cNvSpPr>
            <a:spLocks noGrp="1"/>
          </p:cNvSpPr>
          <p:nvPr/>
        </p:nvSpPr>
        <p:spPr>
          <a:xfrm>
            <a:off x="79671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4132">
            <a:extLst>
              <a:ext uri="{FF2B5EF4-FFF2-40B4-BE49-F238E27FC236}">
                <a16:creationId xmlns:a16="http://schemas.microsoft.com/office/drawing/2014/main" id="{7D9262CF-5B92-41F9-92EE-A080C7CA3CAF}"/>
              </a:ext>
            </a:extLst>
          </p:cNvPr>
          <p:cNvSpPr>
            <a:spLocks noGrp="1"/>
          </p:cNvSpPr>
          <p:nvPr/>
        </p:nvSpPr>
        <p:spPr>
          <a:xfrm>
            <a:off x="792766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4133">
            <a:extLst>
              <a:ext uri="{FF2B5EF4-FFF2-40B4-BE49-F238E27FC236}">
                <a16:creationId xmlns:a16="http://schemas.microsoft.com/office/drawing/2014/main" id="{42D3313B-899E-4BC4-87F2-0916C4159DDD}"/>
              </a:ext>
            </a:extLst>
          </p:cNvPr>
          <p:cNvSpPr>
            <a:spLocks noGrp="1"/>
          </p:cNvSpPr>
          <p:nvPr/>
        </p:nvSpPr>
        <p:spPr>
          <a:xfrm>
            <a:off x="7979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4134">
            <a:extLst>
              <a:ext uri="{FF2B5EF4-FFF2-40B4-BE49-F238E27FC236}">
                <a16:creationId xmlns:a16="http://schemas.microsoft.com/office/drawing/2014/main" id="{44F619AF-364F-4900-A6B8-1A6AE474C074}"/>
              </a:ext>
            </a:extLst>
          </p:cNvPr>
          <p:cNvSpPr>
            <a:spLocks noGrp="1"/>
          </p:cNvSpPr>
          <p:nvPr/>
        </p:nvSpPr>
        <p:spPr>
          <a:xfrm>
            <a:off x="78403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4135">
            <a:extLst>
              <a:ext uri="{FF2B5EF4-FFF2-40B4-BE49-F238E27FC236}">
                <a16:creationId xmlns:a16="http://schemas.microsoft.com/office/drawing/2014/main" id="{7D8FA3DC-0A35-4CEC-91F0-AE02886BCAA1}"/>
              </a:ext>
            </a:extLst>
          </p:cNvPr>
          <p:cNvSpPr>
            <a:spLocks noGrp="1"/>
          </p:cNvSpPr>
          <p:nvPr/>
        </p:nvSpPr>
        <p:spPr>
          <a:xfrm>
            <a:off x="79158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4136">
            <a:extLst>
              <a:ext uri="{FF2B5EF4-FFF2-40B4-BE49-F238E27FC236}">
                <a16:creationId xmlns:a16="http://schemas.microsoft.com/office/drawing/2014/main" id="{2C90165D-5E27-4492-879C-DF0AC5417886}"/>
              </a:ext>
            </a:extLst>
          </p:cNvPr>
          <p:cNvSpPr>
            <a:spLocks noGrp="1"/>
          </p:cNvSpPr>
          <p:nvPr/>
        </p:nvSpPr>
        <p:spPr>
          <a:xfrm>
            <a:off x="79170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4137">
            <a:extLst>
              <a:ext uri="{FF2B5EF4-FFF2-40B4-BE49-F238E27FC236}">
                <a16:creationId xmlns:a16="http://schemas.microsoft.com/office/drawing/2014/main" id="{880EB00C-2F5A-4CFF-9443-80CEB95257C5}"/>
              </a:ext>
            </a:extLst>
          </p:cNvPr>
          <p:cNvSpPr>
            <a:spLocks noGrp="1"/>
          </p:cNvSpPr>
          <p:nvPr/>
        </p:nvSpPr>
        <p:spPr>
          <a:xfrm>
            <a:off x="7793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4138">
            <a:extLst>
              <a:ext uri="{FF2B5EF4-FFF2-40B4-BE49-F238E27FC236}">
                <a16:creationId xmlns:a16="http://schemas.microsoft.com/office/drawing/2014/main" id="{E38F4994-B27C-4F21-B76F-95C315648824}"/>
              </a:ext>
            </a:extLst>
          </p:cNvPr>
          <p:cNvSpPr>
            <a:spLocks noGrp="1"/>
          </p:cNvSpPr>
          <p:nvPr/>
        </p:nvSpPr>
        <p:spPr>
          <a:xfrm>
            <a:off x="780056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4139">
            <a:extLst>
              <a:ext uri="{FF2B5EF4-FFF2-40B4-BE49-F238E27FC236}">
                <a16:creationId xmlns:a16="http://schemas.microsoft.com/office/drawing/2014/main" id="{AEB1DC22-78B7-405C-AF36-CA458ECA5B6C}"/>
              </a:ext>
            </a:extLst>
          </p:cNvPr>
          <p:cNvSpPr>
            <a:spLocks noGrp="1"/>
          </p:cNvSpPr>
          <p:nvPr/>
        </p:nvSpPr>
        <p:spPr>
          <a:xfrm>
            <a:off x="7857374" y="39494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4140">
            <a:extLst>
              <a:ext uri="{FF2B5EF4-FFF2-40B4-BE49-F238E27FC236}">
                <a16:creationId xmlns:a16="http://schemas.microsoft.com/office/drawing/2014/main" id="{05C3488D-21FB-4145-9ACB-D9A4D981AFDA}"/>
              </a:ext>
            </a:extLst>
          </p:cNvPr>
          <p:cNvSpPr>
            <a:spLocks noGrp="1"/>
          </p:cNvSpPr>
          <p:nvPr/>
        </p:nvSpPr>
        <p:spPr>
          <a:xfrm>
            <a:off x="78328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4141">
            <a:extLst>
              <a:ext uri="{FF2B5EF4-FFF2-40B4-BE49-F238E27FC236}">
                <a16:creationId xmlns:a16="http://schemas.microsoft.com/office/drawing/2014/main" id="{B4C6B03D-37D7-4F26-915E-91F0BC4E1363}"/>
              </a:ext>
            </a:extLst>
          </p:cNvPr>
          <p:cNvSpPr>
            <a:spLocks noGrp="1"/>
          </p:cNvSpPr>
          <p:nvPr/>
        </p:nvSpPr>
        <p:spPr>
          <a:xfrm>
            <a:off x="78864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4142">
            <a:extLst>
              <a:ext uri="{FF2B5EF4-FFF2-40B4-BE49-F238E27FC236}">
                <a16:creationId xmlns:a16="http://schemas.microsoft.com/office/drawing/2014/main" id="{5B441F7B-F54C-4A3C-A82A-C04C0BA250BA}"/>
              </a:ext>
            </a:extLst>
          </p:cNvPr>
          <p:cNvSpPr>
            <a:spLocks noGrp="1"/>
          </p:cNvSpPr>
          <p:nvPr/>
        </p:nvSpPr>
        <p:spPr>
          <a:xfrm>
            <a:off x="78571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4143">
            <a:extLst>
              <a:ext uri="{FF2B5EF4-FFF2-40B4-BE49-F238E27FC236}">
                <a16:creationId xmlns:a16="http://schemas.microsoft.com/office/drawing/2014/main" id="{99DD2EFA-ED29-4E75-9670-D3D666D37587}"/>
              </a:ext>
            </a:extLst>
          </p:cNvPr>
          <p:cNvSpPr>
            <a:spLocks noGrp="1"/>
          </p:cNvSpPr>
          <p:nvPr/>
        </p:nvSpPr>
        <p:spPr>
          <a:xfrm>
            <a:off x="795456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4144">
            <a:extLst>
              <a:ext uri="{FF2B5EF4-FFF2-40B4-BE49-F238E27FC236}">
                <a16:creationId xmlns:a16="http://schemas.microsoft.com/office/drawing/2014/main" id="{F2AB3B17-51F8-4FB0-9793-D67793662AAA}"/>
              </a:ext>
            </a:extLst>
          </p:cNvPr>
          <p:cNvSpPr>
            <a:spLocks noGrp="1"/>
          </p:cNvSpPr>
          <p:nvPr/>
        </p:nvSpPr>
        <p:spPr>
          <a:xfrm>
            <a:off x="794878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4145">
            <a:extLst>
              <a:ext uri="{FF2B5EF4-FFF2-40B4-BE49-F238E27FC236}">
                <a16:creationId xmlns:a16="http://schemas.microsoft.com/office/drawing/2014/main" id="{D57661DE-5A9C-4F6E-925E-D8720AE759AC}"/>
              </a:ext>
            </a:extLst>
          </p:cNvPr>
          <p:cNvSpPr>
            <a:spLocks noGrp="1"/>
          </p:cNvSpPr>
          <p:nvPr/>
        </p:nvSpPr>
        <p:spPr>
          <a:xfrm>
            <a:off x="77892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4146">
            <a:extLst>
              <a:ext uri="{FF2B5EF4-FFF2-40B4-BE49-F238E27FC236}">
                <a16:creationId xmlns:a16="http://schemas.microsoft.com/office/drawing/2014/main" id="{DF35FB60-2699-4AA4-B46A-6BC1FD1BC13A}"/>
              </a:ext>
            </a:extLst>
          </p:cNvPr>
          <p:cNvSpPr>
            <a:spLocks noGrp="1"/>
          </p:cNvSpPr>
          <p:nvPr/>
        </p:nvSpPr>
        <p:spPr>
          <a:xfrm>
            <a:off x="787697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4147">
            <a:extLst>
              <a:ext uri="{FF2B5EF4-FFF2-40B4-BE49-F238E27FC236}">
                <a16:creationId xmlns:a16="http://schemas.microsoft.com/office/drawing/2014/main" id="{DFD5F1A7-32B7-46AD-902A-1AAB68D11059}"/>
              </a:ext>
            </a:extLst>
          </p:cNvPr>
          <p:cNvSpPr>
            <a:spLocks noGrp="1"/>
          </p:cNvSpPr>
          <p:nvPr/>
        </p:nvSpPr>
        <p:spPr>
          <a:xfrm>
            <a:off x="7900538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4148">
            <a:extLst>
              <a:ext uri="{FF2B5EF4-FFF2-40B4-BE49-F238E27FC236}">
                <a16:creationId xmlns:a16="http://schemas.microsoft.com/office/drawing/2014/main" id="{44FB01D0-AFB9-4414-AACB-E38B2C66C9DD}"/>
              </a:ext>
            </a:extLst>
          </p:cNvPr>
          <p:cNvSpPr>
            <a:spLocks noGrp="1"/>
          </p:cNvSpPr>
          <p:nvPr/>
        </p:nvSpPr>
        <p:spPr>
          <a:xfrm>
            <a:off x="790517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4149">
            <a:extLst>
              <a:ext uri="{FF2B5EF4-FFF2-40B4-BE49-F238E27FC236}">
                <a16:creationId xmlns:a16="http://schemas.microsoft.com/office/drawing/2014/main" id="{022F564D-8BBC-4A17-BD6B-308B2A303663}"/>
              </a:ext>
            </a:extLst>
          </p:cNvPr>
          <p:cNvSpPr>
            <a:spLocks noGrp="1"/>
          </p:cNvSpPr>
          <p:nvPr/>
        </p:nvSpPr>
        <p:spPr>
          <a:xfrm>
            <a:off x="789585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4150">
            <a:extLst>
              <a:ext uri="{FF2B5EF4-FFF2-40B4-BE49-F238E27FC236}">
                <a16:creationId xmlns:a16="http://schemas.microsoft.com/office/drawing/2014/main" id="{5BD6B765-8BDA-4378-BCB4-CD1266630F12}"/>
              </a:ext>
            </a:extLst>
          </p:cNvPr>
          <p:cNvSpPr>
            <a:spLocks noGrp="1"/>
          </p:cNvSpPr>
          <p:nvPr/>
        </p:nvSpPr>
        <p:spPr>
          <a:xfrm>
            <a:off x="79668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4151">
            <a:extLst>
              <a:ext uri="{FF2B5EF4-FFF2-40B4-BE49-F238E27FC236}">
                <a16:creationId xmlns:a16="http://schemas.microsoft.com/office/drawing/2014/main" id="{C729C8BB-3C83-47C6-9138-FDDB26FFBBFA}"/>
              </a:ext>
            </a:extLst>
          </p:cNvPr>
          <p:cNvSpPr>
            <a:spLocks noGrp="1"/>
          </p:cNvSpPr>
          <p:nvPr/>
        </p:nvSpPr>
        <p:spPr>
          <a:xfrm>
            <a:off x="7808924" y="27756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4152">
            <a:extLst>
              <a:ext uri="{FF2B5EF4-FFF2-40B4-BE49-F238E27FC236}">
                <a16:creationId xmlns:a16="http://schemas.microsoft.com/office/drawing/2014/main" id="{0B665F4D-B6D0-4A95-A5B3-8B1029881B43}"/>
              </a:ext>
            </a:extLst>
          </p:cNvPr>
          <p:cNvSpPr>
            <a:spLocks noGrp="1"/>
          </p:cNvSpPr>
          <p:nvPr/>
        </p:nvSpPr>
        <p:spPr>
          <a:xfrm>
            <a:off x="78073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4153">
            <a:extLst>
              <a:ext uri="{FF2B5EF4-FFF2-40B4-BE49-F238E27FC236}">
                <a16:creationId xmlns:a16="http://schemas.microsoft.com/office/drawing/2014/main" id="{CB87D5EE-C4EA-4AF4-876A-59DB63D9E891}"/>
              </a:ext>
            </a:extLst>
          </p:cNvPr>
          <p:cNvSpPr>
            <a:spLocks noGrp="1"/>
          </p:cNvSpPr>
          <p:nvPr/>
        </p:nvSpPr>
        <p:spPr>
          <a:xfrm>
            <a:off x="783652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4154">
            <a:extLst>
              <a:ext uri="{FF2B5EF4-FFF2-40B4-BE49-F238E27FC236}">
                <a16:creationId xmlns:a16="http://schemas.microsoft.com/office/drawing/2014/main" id="{A6869EB2-023D-4A68-9B0A-D43C6846952D}"/>
              </a:ext>
            </a:extLst>
          </p:cNvPr>
          <p:cNvSpPr>
            <a:spLocks noGrp="1"/>
          </p:cNvSpPr>
          <p:nvPr/>
        </p:nvSpPr>
        <p:spPr>
          <a:xfrm>
            <a:off x="7919212" y="34609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4155">
            <a:extLst>
              <a:ext uri="{FF2B5EF4-FFF2-40B4-BE49-F238E27FC236}">
                <a16:creationId xmlns:a16="http://schemas.microsoft.com/office/drawing/2014/main" id="{ACAADB76-85FF-4D69-A53F-CFF5181FEE3E}"/>
              </a:ext>
            </a:extLst>
          </p:cNvPr>
          <p:cNvSpPr>
            <a:spLocks noGrp="1"/>
          </p:cNvSpPr>
          <p:nvPr/>
        </p:nvSpPr>
        <p:spPr>
          <a:xfrm>
            <a:off x="7880384" y="2315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4156">
            <a:extLst>
              <a:ext uri="{FF2B5EF4-FFF2-40B4-BE49-F238E27FC236}">
                <a16:creationId xmlns:a16="http://schemas.microsoft.com/office/drawing/2014/main" id="{C5D49927-BD49-43A3-9599-1F265AD98A17}"/>
              </a:ext>
            </a:extLst>
          </p:cNvPr>
          <p:cNvSpPr>
            <a:spLocks noGrp="1"/>
          </p:cNvSpPr>
          <p:nvPr/>
        </p:nvSpPr>
        <p:spPr>
          <a:xfrm>
            <a:off x="79702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4157">
            <a:extLst>
              <a:ext uri="{FF2B5EF4-FFF2-40B4-BE49-F238E27FC236}">
                <a16:creationId xmlns:a16="http://schemas.microsoft.com/office/drawing/2014/main" id="{310EFC7F-37A0-431A-A212-F9F44A3FE2FF}"/>
              </a:ext>
            </a:extLst>
          </p:cNvPr>
          <p:cNvSpPr>
            <a:spLocks noGrp="1"/>
          </p:cNvSpPr>
          <p:nvPr/>
        </p:nvSpPr>
        <p:spPr>
          <a:xfrm>
            <a:off x="7975103" y="39093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4158">
            <a:extLst>
              <a:ext uri="{FF2B5EF4-FFF2-40B4-BE49-F238E27FC236}">
                <a16:creationId xmlns:a16="http://schemas.microsoft.com/office/drawing/2014/main" id="{D03BEF16-9E9A-4B5A-88DD-CC7C9E119821}"/>
              </a:ext>
            </a:extLst>
          </p:cNvPr>
          <p:cNvSpPr>
            <a:spLocks noGrp="1"/>
          </p:cNvSpPr>
          <p:nvPr/>
        </p:nvSpPr>
        <p:spPr>
          <a:xfrm>
            <a:off x="785348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4159">
            <a:extLst>
              <a:ext uri="{FF2B5EF4-FFF2-40B4-BE49-F238E27FC236}">
                <a16:creationId xmlns:a16="http://schemas.microsoft.com/office/drawing/2014/main" id="{5AAD37C4-95EF-4BD3-B661-2F908B5C1C12}"/>
              </a:ext>
            </a:extLst>
          </p:cNvPr>
          <p:cNvSpPr>
            <a:spLocks noGrp="1"/>
          </p:cNvSpPr>
          <p:nvPr/>
        </p:nvSpPr>
        <p:spPr>
          <a:xfrm>
            <a:off x="786444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4160">
            <a:extLst>
              <a:ext uri="{FF2B5EF4-FFF2-40B4-BE49-F238E27FC236}">
                <a16:creationId xmlns:a16="http://schemas.microsoft.com/office/drawing/2014/main" id="{3870EECB-78F4-43D6-940B-647D8E1C21A8}"/>
              </a:ext>
            </a:extLst>
          </p:cNvPr>
          <p:cNvSpPr>
            <a:spLocks noGrp="1"/>
          </p:cNvSpPr>
          <p:nvPr/>
        </p:nvSpPr>
        <p:spPr>
          <a:xfrm>
            <a:off x="78412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4161">
            <a:extLst>
              <a:ext uri="{FF2B5EF4-FFF2-40B4-BE49-F238E27FC236}">
                <a16:creationId xmlns:a16="http://schemas.microsoft.com/office/drawing/2014/main" id="{77C7560C-FA2F-4B13-83C0-1E5C2573877A}"/>
              </a:ext>
            </a:extLst>
          </p:cNvPr>
          <p:cNvSpPr>
            <a:spLocks noGrp="1"/>
          </p:cNvSpPr>
          <p:nvPr/>
        </p:nvSpPr>
        <p:spPr>
          <a:xfrm>
            <a:off x="7912600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4162">
            <a:extLst>
              <a:ext uri="{FF2B5EF4-FFF2-40B4-BE49-F238E27FC236}">
                <a16:creationId xmlns:a16="http://schemas.microsoft.com/office/drawing/2014/main" id="{B361EFF0-CA1E-4AA0-BB81-C4C7896CA97A}"/>
              </a:ext>
            </a:extLst>
          </p:cNvPr>
          <p:cNvSpPr>
            <a:spLocks noGrp="1"/>
          </p:cNvSpPr>
          <p:nvPr/>
        </p:nvSpPr>
        <p:spPr>
          <a:xfrm>
            <a:off x="7943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4163">
            <a:extLst>
              <a:ext uri="{FF2B5EF4-FFF2-40B4-BE49-F238E27FC236}">
                <a16:creationId xmlns:a16="http://schemas.microsoft.com/office/drawing/2014/main" id="{69EAB62D-0912-4414-9CE9-02302B85C15E}"/>
              </a:ext>
            </a:extLst>
          </p:cNvPr>
          <p:cNvSpPr>
            <a:spLocks noGrp="1"/>
          </p:cNvSpPr>
          <p:nvPr/>
        </p:nvSpPr>
        <p:spPr>
          <a:xfrm>
            <a:off x="79031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4164">
            <a:extLst>
              <a:ext uri="{FF2B5EF4-FFF2-40B4-BE49-F238E27FC236}">
                <a16:creationId xmlns:a16="http://schemas.microsoft.com/office/drawing/2014/main" id="{F13DE8E7-A9CE-4B12-BF90-60D1581FEB6C}"/>
              </a:ext>
            </a:extLst>
          </p:cNvPr>
          <p:cNvSpPr>
            <a:spLocks noGrp="1"/>
          </p:cNvSpPr>
          <p:nvPr/>
        </p:nvSpPr>
        <p:spPr>
          <a:xfrm>
            <a:off x="79947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4165">
            <a:extLst>
              <a:ext uri="{FF2B5EF4-FFF2-40B4-BE49-F238E27FC236}">
                <a16:creationId xmlns:a16="http://schemas.microsoft.com/office/drawing/2014/main" id="{2D17D575-ECA1-49E8-B7BF-EE486199A96A}"/>
              </a:ext>
            </a:extLst>
          </p:cNvPr>
          <p:cNvSpPr>
            <a:spLocks noGrp="1"/>
          </p:cNvSpPr>
          <p:nvPr/>
        </p:nvSpPr>
        <p:spPr>
          <a:xfrm>
            <a:off x="80043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4166">
            <a:extLst>
              <a:ext uri="{FF2B5EF4-FFF2-40B4-BE49-F238E27FC236}">
                <a16:creationId xmlns:a16="http://schemas.microsoft.com/office/drawing/2014/main" id="{D7450F0E-7527-421D-95DC-AE51FC851D82}"/>
              </a:ext>
            </a:extLst>
          </p:cNvPr>
          <p:cNvSpPr>
            <a:spLocks noGrp="1"/>
          </p:cNvSpPr>
          <p:nvPr/>
        </p:nvSpPr>
        <p:spPr>
          <a:xfrm>
            <a:off x="79166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4167">
            <a:extLst>
              <a:ext uri="{FF2B5EF4-FFF2-40B4-BE49-F238E27FC236}">
                <a16:creationId xmlns:a16="http://schemas.microsoft.com/office/drawing/2014/main" id="{3AF6A3ED-4E0B-4EA9-9A66-F83CFEBAC954}"/>
              </a:ext>
            </a:extLst>
          </p:cNvPr>
          <p:cNvSpPr>
            <a:spLocks noGrp="1"/>
          </p:cNvSpPr>
          <p:nvPr/>
        </p:nvSpPr>
        <p:spPr>
          <a:xfrm>
            <a:off x="789405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4168">
            <a:extLst>
              <a:ext uri="{FF2B5EF4-FFF2-40B4-BE49-F238E27FC236}">
                <a16:creationId xmlns:a16="http://schemas.microsoft.com/office/drawing/2014/main" id="{4AC0E2F0-CC89-4F26-8E7C-1028A006C977}"/>
              </a:ext>
            </a:extLst>
          </p:cNvPr>
          <p:cNvSpPr>
            <a:spLocks noGrp="1"/>
          </p:cNvSpPr>
          <p:nvPr/>
        </p:nvSpPr>
        <p:spPr>
          <a:xfrm>
            <a:off x="79198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4169">
            <a:extLst>
              <a:ext uri="{FF2B5EF4-FFF2-40B4-BE49-F238E27FC236}">
                <a16:creationId xmlns:a16="http://schemas.microsoft.com/office/drawing/2014/main" id="{5EE4FCDD-2628-40ED-9DAB-AF1EDABACFCF}"/>
              </a:ext>
            </a:extLst>
          </p:cNvPr>
          <p:cNvSpPr>
            <a:spLocks noGrp="1"/>
          </p:cNvSpPr>
          <p:nvPr/>
        </p:nvSpPr>
        <p:spPr>
          <a:xfrm>
            <a:off x="792766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4170">
            <a:extLst>
              <a:ext uri="{FF2B5EF4-FFF2-40B4-BE49-F238E27FC236}">
                <a16:creationId xmlns:a16="http://schemas.microsoft.com/office/drawing/2014/main" id="{3B9E50E6-D2DC-4FF3-B259-97F6F0136792}"/>
              </a:ext>
            </a:extLst>
          </p:cNvPr>
          <p:cNvSpPr>
            <a:spLocks noGrp="1"/>
          </p:cNvSpPr>
          <p:nvPr/>
        </p:nvSpPr>
        <p:spPr>
          <a:xfrm>
            <a:off x="783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4171">
            <a:extLst>
              <a:ext uri="{FF2B5EF4-FFF2-40B4-BE49-F238E27FC236}">
                <a16:creationId xmlns:a16="http://schemas.microsoft.com/office/drawing/2014/main" id="{D6FFCC5E-6709-4D1D-8975-B92D385F8D80}"/>
              </a:ext>
            </a:extLst>
          </p:cNvPr>
          <p:cNvSpPr>
            <a:spLocks noGrp="1"/>
          </p:cNvSpPr>
          <p:nvPr/>
        </p:nvSpPr>
        <p:spPr>
          <a:xfrm>
            <a:off x="794283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4172">
            <a:extLst>
              <a:ext uri="{FF2B5EF4-FFF2-40B4-BE49-F238E27FC236}">
                <a16:creationId xmlns:a16="http://schemas.microsoft.com/office/drawing/2014/main" id="{7C2A6EDD-B4BF-4B29-BA04-95CCD48E3309}"/>
              </a:ext>
            </a:extLst>
          </p:cNvPr>
          <p:cNvSpPr>
            <a:spLocks noGrp="1"/>
          </p:cNvSpPr>
          <p:nvPr/>
        </p:nvSpPr>
        <p:spPr>
          <a:xfrm>
            <a:off x="79843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4173">
            <a:extLst>
              <a:ext uri="{FF2B5EF4-FFF2-40B4-BE49-F238E27FC236}">
                <a16:creationId xmlns:a16="http://schemas.microsoft.com/office/drawing/2014/main" id="{3C35A94C-5F22-4264-A461-6D5F0475F766}"/>
              </a:ext>
            </a:extLst>
          </p:cNvPr>
          <p:cNvSpPr>
            <a:spLocks noGrp="1"/>
          </p:cNvSpPr>
          <p:nvPr/>
        </p:nvSpPr>
        <p:spPr>
          <a:xfrm>
            <a:off x="78425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4174">
            <a:extLst>
              <a:ext uri="{FF2B5EF4-FFF2-40B4-BE49-F238E27FC236}">
                <a16:creationId xmlns:a16="http://schemas.microsoft.com/office/drawing/2014/main" id="{BED5D288-2DA3-4246-B20B-DF4BB7A2A6E4}"/>
              </a:ext>
            </a:extLst>
          </p:cNvPr>
          <p:cNvSpPr>
            <a:spLocks noGrp="1"/>
          </p:cNvSpPr>
          <p:nvPr/>
        </p:nvSpPr>
        <p:spPr>
          <a:xfrm>
            <a:off x="77910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4175">
            <a:extLst>
              <a:ext uri="{FF2B5EF4-FFF2-40B4-BE49-F238E27FC236}">
                <a16:creationId xmlns:a16="http://schemas.microsoft.com/office/drawing/2014/main" id="{F5AA6455-BB50-45F6-9BDA-FD24E50B13B7}"/>
              </a:ext>
            </a:extLst>
          </p:cNvPr>
          <p:cNvSpPr>
            <a:spLocks noGrp="1"/>
          </p:cNvSpPr>
          <p:nvPr/>
        </p:nvSpPr>
        <p:spPr>
          <a:xfrm>
            <a:off x="79503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4176">
            <a:extLst>
              <a:ext uri="{FF2B5EF4-FFF2-40B4-BE49-F238E27FC236}">
                <a16:creationId xmlns:a16="http://schemas.microsoft.com/office/drawing/2014/main" id="{2D2EDA37-3FF8-4FB1-B6A8-34DA5A641430}"/>
              </a:ext>
            </a:extLst>
          </p:cNvPr>
          <p:cNvSpPr>
            <a:spLocks noGrp="1"/>
          </p:cNvSpPr>
          <p:nvPr/>
        </p:nvSpPr>
        <p:spPr>
          <a:xfrm>
            <a:off x="783324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4177">
            <a:extLst>
              <a:ext uri="{FF2B5EF4-FFF2-40B4-BE49-F238E27FC236}">
                <a16:creationId xmlns:a16="http://schemas.microsoft.com/office/drawing/2014/main" id="{6109AD55-7519-472F-94F1-FFF5221D8DF0}"/>
              </a:ext>
            </a:extLst>
          </p:cNvPr>
          <p:cNvSpPr>
            <a:spLocks noGrp="1"/>
          </p:cNvSpPr>
          <p:nvPr/>
        </p:nvSpPr>
        <p:spPr>
          <a:xfrm>
            <a:off x="786874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4178">
            <a:extLst>
              <a:ext uri="{FF2B5EF4-FFF2-40B4-BE49-F238E27FC236}">
                <a16:creationId xmlns:a16="http://schemas.microsoft.com/office/drawing/2014/main" id="{326AAB0D-1FC1-484C-BD0F-F1BFEFBB979A}"/>
              </a:ext>
            </a:extLst>
          </p:cNvPr>
          <p:cNvSpPr>
            <a:spLocks noGrp="1"/>
          </p:cNvSpPr>
          <p:nvPr/>
        </p:nvSpPr>
        <p:spPr>
          <a:xfrm>
            <a:off x="784000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4179">
            <a:extLst>
              <a:ext uri="{FF2B5EF4-FFF2-40B4-BE49-F238E27FC236}">
                <a16:creationId xmlns:a16="http://schemas.microsoft.com/office/drawing/2014/main" id="{7B158555-336E-46F1-BF0E-7EDF630F13BD}"/>
              </a:ext>
            </a:extLst>
          </p:cNvPr>
          <p:cNvSpPr>
            <a:spLocks noGrp="1"/>
          </p:cNvSpPr>
          <p:nvPr/>
        </p:nvSpPr>
        <p:spPr>
          <a:xfrm>
            <a:off x="7816367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4180">
            <a:extLst>
              <a:ext uri="{FF2B5EF4-FFF2-40B4-BE49-F238E27FC236}">
                <a16:creationId xmlns:a16="http://schemas.microsoft.com/office/drawing/2014/main" id="{5921B1F1-9CAD-4F95-A3FD-2C1F65DAD977}"/>
              </a:ext>
            </a:extLst>
          </p:cNvPr>
          <p:cNvSpPr>
            <a:spLocks noGrp="1"/>
          </p:cNvSpPr>
          <p:nvPr/>
        </p:nvSpPr>
        <p:spPr>
          <a:xfrm>
            <a:off x="792546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4181">
            <a:extLst>
              <a:ext uri="{FF2B5EF4-FFF2-40B4-BE49-F238E27FC236}">
                <a16:creationId xmlns:a16="http://schemas.microsoft.com/office/drawing/2014/main" id="{B64CF89D-A729-43DE-BDF1-BBB3D095E62B}"/>
              </a:ext>
            </a:extLst>
          </p:cNvPr>
          <p:cNvSpPr>
            <a:spLocks noGrp="1"/>
          </p:cNvSpPr>
          <p:nvPr/>
        </p:nvSpPr>
        <p:spPr>
          <a:xfrm>
            <a:off x="79641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4182">
            <a:extLst>
              <a:ext uri="{FF2B5EF4-FFF2-40B4-BE49-F238E27FC236}">
                <a16:creationId xmlns:a16="http://schemas.microsoft.com/office/drawing/2014/main" id="{6D4692FC-F237-433E-A10D-80555918C20F}"/>
              </a:ext>
            </a:extLst>
          </p:cNvPr>
          <p:cNvSpPr>
            <a:spLocks noGrp="1"/>
          </p:cNvSpPr>
          <p:nvPr/>
        </p:nvSpPr>
        <p:spPr>
          <a:xfrm>
            <a:off x="7816779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4183">
            <a:extLst>
              <a:ext uri="{FF2B5EF4-FFF2-40B4-BE49-F238E27FC236}">
                <a16:creationId xmlns:a16="http://schemas.microsoft.com/office/drawing/2014/main" id="{888BAB4D-DA86-40FA-AAB7-6C7810A8C958}"/>
              </a:ext>
            </a:extLst>
          </p:cNvPr>
          <p:cNvSpPr>
            <a:spLocks noGrp="1"/>
          </p:cNvSpPr>
          <p:nvPr/>
        </p:nvSpPr>
        <p:spPr>
          <a:xfrm>
            <a:off x="785205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4184">
            <a:extLst>
              <a:ext uri="{FF2B5EF4-FFF2-40B4-BE49-F238E27FC236}">
                <a16:creationId xmlns:a16="http://schemas.microsoft.com/office/drawing/2014/main" id="{C818352C-6D38-4C57-9178-B7BBDD33537B}"/>
              </a:ext>
            </a:extLst>
          </p:cNvPr>
          <p:cNvSpPr>
            <a:spLocks noGrp="1"/>
          </p:cNvSpPr>
          <p:nvPr/>
        </p:nvSpPr>
        <p:spPr>
          <a:xfrm>
            <a:off x="79661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4185">
            <a:extLst>
              <a:ext uri="{FF2B5EF4-FFF2-40B4-BE49-F238E27FC236}">
                <a16:creationId xmlns:a16="http://schemas.microsoft.com/office/drawing/2014/main" id="{DE55F5CD-9A56-4B68-800B-AEEFBEAC081C}"/>
              </a:ext>
            </a:extLst>
          </p:cNvPr>
          <p:cNvSpPr>
            <a:spLocks noGrp="1"/>
          </p:cNvSpPr>
          <p:nvPr/>
        </p:nvSpPr>
        <p:spPr>
          <a:xfrm>
            <a:off x="787368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4186">
            <a:extLst>
              <a:ext uri="{FF2B5EF4-FFF2-40B4-BE49-F238E27FC236}">
                <a16:creationId xmlns:a16="http://schemas.microsoft.com/office/drawing/2014/main" id="{B49618A5-D0B7-4F0B-BE57-9E4D4EA475CF}"/>
              </a:ext>
            </a:extLst>
          </p:cNvPr>
          <p:cNvSpPr>
            <a:spLocks noGrp="1"/>
          </p:cNvSpPr>
          <p:nvPr/>
        </p:nvSpPr>
        <p:spPr>
          <a:xfrm>
            <a:off x="7868801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4187">
            <a:extLst>
              <a:ext uri="{FF2B5EF4-FFF2-40B4-BE49-F238E27FC236}">
                <a16:creationId xmlns:a16="http://schemas.microsoft.com/office/drawing/2014/main" id="{1297CE4C-C8C0-4806-A31E-FB2C2AD6FBAA}"/>
              </a:ext>
            </a:extLst>
          </p:cNvPr>
          <p:cNvSpPr>
            <a:spLocks noGrp="1"/>
          </p:cNvSpPr>
          <p:nvPr/>
        </p:nvSpPr>
        <p:spPr>
          <a:xfrm>
            <a:off x="78192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4188">
            <a:extLst>
              <a:ext uri="{FF2B5EF4-FFF2-40B4-BE49-F238E27FC236}">
                <a16:creationId xmlns:a16="http://schemas.microsoft.com/office/drawing/2014/main" id="{83451400-A9B4-4B67-A86B-6C7B1330C2D3}"/>
              </a:ext>
            </a:extLst>
          </p:cNvPr>
          <p:cNvSpPr>
            <a:spLocks noGrp="1"/>
          </p:cNvSpPr>
          <p:nvPr/>
        </p:nvSpPr>
        <p:spPr>
          <a:xfrm>
            <a:off x="800644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4189">
            <a:extLst>
              <a:ext uri="{FF2B5EF4-FFF2-40B4-BE49-F238E27FC236}">
                <a16:creationId xmlns:a16="http://schemas.microsoft.com/office/drawing/2014/main" id="{5DD29279-A71C-4960-ADF8-2FB91676AFE4}"/>
              </a:ext>
            </a:extLst>
          </p:cNvPr>
          <p:cNvSpPr>
            <a:spLocks noGrp="1"/>
          </p:cNvSpPr>
          <p:nvPr/>
        </p:nvSpPr>
        <p:spPr>
          <a:xfrm>
            <a:off x="79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4190">
            <a:extLst>
              <a:ext uri="{FF2B5EF4-FFF2-40B4-BE49-F238E27FC236}">
                <a16:creationId xmlns:a16="http://schemas.microsoft.com/office/drawing/2014/main" id="{BC56D92F-1723-4011-80F8-1FEB98C675EA}"/>
              </a:ext>
            </a:extLst>
          </p:cNvPr>
          <p:cNvSpPr>
            <a:spLocks noGrp="1"/>
          </p:cNvSpPr>
          <p:nvPr/>
        </p:nvSpPr>
        <p:spPr>
          <a:xfrm>
            <a:off x="78729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4191">
            <a:extLst>
              <a:ext uri="{FF2B5EF4-FFF2-40B4-BE49-F238E27FC236}">
                <a16:creationId xmlns:a16="http://schemas.microsoft.com/office/drawing/2014/main" id="{E5E96193-1018-4603-BA05-AD80163DA4D3}"/>
              </a:ext>
            </a:extLst>
          </p:cNvPr>
          <p:cNvSpPr>
            <a:spLocks noGrp="1"/>
          </p:cNvSpPr>
          <p:nvPr/>
        </p:nvSpPr>
        <p:spPr>
          <a:xfrm>
            <a:off x="782357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4192">
            <a:extLst>
              <a:ext uri="{FF2B5EF4-FFF2-40B4-BE49-F238E27FC236}">
                <a16:creationId xmlns:a16="http://schemas.microsoft.com/office/drawing/2014/main" id="{C9918422-658F-4F06-839B-D1E72D7C1EEB}"/>
              </a:ext>
            </a:extLst>
          </p:cNvPr>
          <p:cNvSpPr>
            <a:spLocks noGrp="1"/>
          </p:cNvSpPr>
          <p:nvPr/>
        </p:nvSpPr>
        <p:spPr>
          <a:xfrm>
            <a:off x="79353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4193">
            <a:extLst>
              <a:ext uri="{FF2B5EF4-FFF2-40B4-BE49-F238E27FC236}">
                <a16:creationId xmlns:a16="http://schemas.microsoft.com/office/drawing/2014/main" id="{3D468E9A-6C8F-47A2-9BAC-62534747B651}"/>
              </a:ext>
            </a:extLst>
          </p:cNvPr>
          <p:cNvSpPr>
            <a:spLocks noGrp="1"/>
          </p:cNvSpPr>
          <p:nvPr/>
        </p:nvSpPr>
        <p:spPr>
          <a:xfrm>
            <a:off x="7881683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4194">
            <a:extLst>
              <a:ext uri="{FF2B5EF4-FFF2-40B4-BE49-F238E27FC236}">
                <a16:creationId xmlns:a16="http://schemas.microsoft.com/office/drawing/2014/main" id="{8D9098E8-0B4F-4834-AB5D-BEA8C63BF9BA}"/>
              </a:ext>
            </a:extLst>
          </p:cNvPr>
          <p:cNvSpPr>
            <a:spLocks noGrp="1"/>
          </p:cNvSpPr>
          <p:nvPr/>
        </p:nvSpPr>
        <p:spPr>
          <a:xfrm>
            <a:off x="78761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4195">
            <a:extLst>
              <a:ext uri="{FF2B5EF4-FFF2-40B4-BE49-F238E27FC236}">
                <a16:creationId xmlns:a16="http://schemas.microsoft.com/office/drawing/2014/main" id="{982C32A8-2CE3-4F21-A060-70BA7D4E8564}"/>
              </a:ext>
            </a:extLst>
          </p:cNvPr>
          <p:cNvSpPr>
            <a:spLocks noGrp="1"/>
          </p:cNvSpPr>
          <p:nvPr/>
        </p:nvSpPr>
        <p:spPr>
          <a:xfrm>
            <a:off x="78464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4196">
            <a:extLst>
              <a:ext uri="{FF2B5EF4-FFF2-40B4-BE49-F238E27FC236}">
                <a16:creationId xmlns:a16="http://schemas.microsoft.com/office/drawing/2014/main" id="{A6CA1928-2383-4B29-BDDE-D34146721920}"/>
              </a:ext>
            </a:extLst>
          </p:cNvPr>
          <p:cNvSpPr>
            <a:spLocks noGrp="1"/>
          </p:cNvSpPr>
          <p:nvPr/>
        </p:nvSpPr>
        <p:spPr>
          <a:xfrm>
            <a:off x="788995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4197">
            <a:extLst>
              <a:ext uri="{FF2B5EF4-FFF2-40B4-BE49-F238E27FC236}">
                <a16:creationId xmlns:a16="http://schemas.microsoft.com/office/drawing/2014/main" id="{B20BF4CB-683F-4D0B-ACDA-312BBF96745B}"/>
              </a:ext>
            </a:extLst>
          </p:cNvPr>
          <p:cNvSpPr>
            <a:spLocks noGrp="1"/>
          </p:cNvSpPr>
          <p:nvPr/>
        </p:nvSpPr>
        <p:spPr>
          <a:xfrm>
            <a:off x="786963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4198">
            <a:extLst>
              <a:ext uri="{FF2B5EF4-FFF2-40B4-BE49-F238E27FC236}">
                <a16:creationId xmlns:a16="http://schemas.microsoft.com/office/drawing/2014/main" id="{F2051658-B204-4DA3-8840-61D38F4C6686}"/>
              </a:ext>
            </a:extLst>
          </p:cNvPr>
          <p:cNvSpPr>
            <a:spLocks noGrp="1"/>
          </p:cNvSpPr>
          <p:nvPr/>
        </p:nvSpPr>
        <p:spPr>
          <a:xfrm>
            <a:off x="788717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4199">
            <a:extLst>
              <a:ext uri="{FF2B5EF4-FFF2-40B4-BE49-F238E27FC236}">
                <a16:creationId xmlns:a16="http://schemas.microsoft.com/office/drawing/2014/main" id="{851A0DB9-2F4E-4E31-AB17-C08CFE7766E3}"/>
              </a:ext>
            </a:extLst>
          </p:cNvPr>
          <p:cNvSpPr>
            <a:spLocks noGrp="1"/>
          </p:cNvSpPr>
          <p:nvPr/>
        </p:nvSpPr>
        <p:spPr>
          <a:xfrm>
            <a:off x="799743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4200">
            <a:extLst>
              <a:ext uri="{FF2B5EF4-FFF2-40B4-BE49-F238E27FC236}">
                <a16:creationId xmlns:a16="http://schemas.microsoft.com/office/drawing/2014/main" id="{245BE799-6980-4ACF-90C3-2B9B6ABEE0B1}"/>
              </a:ext>
            </a:extLst>
          </p:cNvPr>
          <p:cNvSpPr>
            <a:spLocks noGrp="1"/>
          </p:cNvSpPr>
          <p:nvPr/>
        </p:nvSpPr>
        <p:spPr>
          <a:xfrm>
            <a:off x="7806807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4201">
            <a:extLst>
              <a:ext uri="{FF2B5EF4-FFF2-40B4-BE49-F238E27FC236}">
                <a16:creationId xmlns:a16="http://schemas.microsoft.com/office/drawing/2014/main" id="{C4D18073-A143-4AD4-8E1D-CE35CD0B5EFF}"/>
              </a:ext>
            </a:extLst>
          </p:cNvPr>
          <p:cNvSpPr>
            <a:spLocks noGrp="1"/>
          </p:cNvSpPr>
          <p:nvPr/>
        </p:nvSpPr>
        <p:spPr>
          <a:xfrm>
            <a:off x="82962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4202">
            <a:extLst>
              <a:ext uri="{FF2B5EF4-FFF2-40B4-BE49-F238E27FC236}">
                <a16:creationId xmlns:a16="http://schemas.microsoft.com/office/drawing/2014/main" id="{0D89B317-F0F6-4C7A-9B98-29AC8417F673}"/>
              </a:ext>
            </a:extLst>
          </p:cNvPr>
          <p:cNvSpPr>
            <a:spLocks noGrp="1"/>
          </p:cNvSpPr>
          <p:nvPr/>
        </p:nvSpPr>
        <p:spPr>
          <a:xfrm>
            <a:off x="83750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4203">
            <a:extLst>
              <a:ext uri="{FF2B5EF4-FFF2-40B4-BE49-F238E27FC236}">
                <a16:creationId xmlns:a16="http://schemas.microsoft.com/office/drawing/2014/main" id="{D095BA52-E486-498F-BD66-41F011B79787}"/>
              </a:ext>
            </a:extLst>
          </p:cNvPr>
          <p:cNvSpPr>
            <a:spLocks noGrp="1"/>
          </p:cNvSpPr>
          <p:nvPr/>
        </p:nvSpPr>
        <p:spPr>
          <a:xfrm>
            <a:off x="838006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4204">
            <a:extLst>
              <a:ext uri="{FF2B5EF4-FFF2-40B4-BE49-F238E27FC236}">
                <a16:creationId xmlns:a16="http://schemas.microsoft.com/office/drawing/2014/main" id="{C9394258-CD9F-403D-B94F-9C18B4A67484}"/>
              </a:ext>
            </a:extLst>
          </p:cNvPr>
          <p:cNvSpPr>
            <a:spLocks noGrp="1"/>
          </p:cNvSpPr>
          <p:nvPr/>
        </p:nvSpPr>
        <p:spPr>
          <a:xfrm>
            <a:off x="83446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4205">
            <a:extLst>
              <a:ext uri="{FF2B5EF4-FFF2-40B4-BE49-F238E27FC236}">
                <a16:creationId xmlns:a16="http://schemas.microsoft.com/office/drawing/2014/main" id="{18D3BD28-C368-4E3E-8B70-E30984BC87AA}"/>
              </a:ext>
            </a:extLst>
          </p:cNvPr>
          <p:cNvSpPr>
            <a:spLocks noGrp="1"/>
          </p:cNvSpPr>
          <p:nvPr/>
        </p:nvSpPr>
        <p:spPr>
          <a:xfrm>
            <a:off x="83093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4206">
            <a:extLst>
              <a:ext uri="{FF2B5EF4-FFF2-40B4-BE49-F238E27FC236}">
                <a16:creationId xmlns:a16="http://schemas.microsoft.com/office/drawing/2014/main" id="{5B2A8A7B-FF8A-4138-9C1F-11B129978424}"/>
              </a:ext>
            </a:extLst>
          </p:cNvPr>
          <p:cNvSpPr>
            <a:spLocks noGrp="1"/>
          </p:cNvSpPr>
          <p:nvPr/>
        </p:nvSpPr>
        <p:spPr>
          <a:xfrm>
            <a:off x="835793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4207">
            <a:extLst>
              <a:ext uri="{FF2B5EF4-FFF2-40B4-BE49-F238E27FC236}">
                <a16:creationId xmlns:a16="http://schemas.microsoft.com/office/drawing/2014/main" id="{F7235B9C-37F5-49C6-90A8-645B00EBD9C6}"/>
              </a:ext>
            </a:extLst>
          </p:cNvPr>
          <p:cNvSpPr>
            <a:spLocks noGrp="1"/>
          </p:cNvSpPr>
          <p:nvPr/>
        </p:nvSpPr>
        <p:spPr>
          <a:xfrm>
            <a:off x="83055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4208">
            <a:extLst>
              <a:ext uri="{FF2B5EF4-FFF2-40B4-BE49-F238E27FC236}">
                <a16:creationId xmlns:a16="http://schemas.microsoft.com/office/drawing/2014/main" id="{C34A7D3D-4B7C-4066-805F-8C653F1EE882}"/>
              </a:ext>
            </a:extLst>
          </p:cNvPr>
          <p:cNvSpPr>
            <a:spLocks noGrp="1"/>
          </p:cNvSpPr>
          <p:nvPr/>
        </p:nvSpPr>
        <p:spPr>
          <a:xfrm>
            <a:off x="83315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4209">
            <a:extLst>
              <a:ext uri="{FF2B5EF4-FFF2-40B4-BE49-F238E27FC236}">
                <a16:creationId xmlns:a16="http://schemas.microsoft.com/office/drawing/2014/main" id="{2E373786-696E-458F-A5D8-043743E62B03}"/>
              </a:ext>
            </a:extLst>
          </p:cNvPr>
          <p:cNvSpPr>
            <a:spLocks noGrp="1"/>
          </p:cNvSpPr>
          <p:nvPr/>
        </p:nvSpPr>
        <p:spPr>
          <a:xfrm>
            <a:off x="847650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4210">
            <a:extLst>
              <a:ext uri="{FF2B5EF4-FFF2-40B4-BE49-F238E27FC236}">
                <a16:creationId xmlns:a16="http://schemas.microsoft.com/office/drawing/2014/main" id="{79302978-7B1F-408F-9587-AFD249A39F92}"/>
              </a:ext>
            </a:extLst>
          </p:cNvPr>
          <p:cNvSpPr>
            <a:spLocks noGrp="1"/>
          </p:cNvSpPr>
          <p:nvPr/>
        </p:nvSpPr>
        <p:spPr>
          <a:xfrm>
            <a:off x="84522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4211">
            <a:extLst>
              <a:ext uri="{FF2B5EF4-FFF2-40B4-BE49-F238E27FC236}">
                <a16:creationId xmlns:a16="http://schemas.microsoft.com/office/drawing/2014/main" id="{35A90BF3-F8B9-4149-9CE9-2C69DB19FB59}"/>
              </a:ext>
            </a:extLst>
          </p:cNvPr>
          <p:cNvSpPr>
            <a:spLocks noGrp="1"/>
          </p:cNvSpPr>
          <p:nvPr/>
        </p:nvSpPr>
        <p:spPr>
          <a:xfrm>
            <a:off x="83929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4212">
            <a:extLst>
              <a:ext uri="{FF2B5EF4-FFF2-40B4-BE49-F238E27FC236}">
                <a16:creationId xmlns:a16="http://schemas.microsoft.com/office/drawing/2014/main" id="{8C53B008-0D31-4F74-8EE6-29C7B90EA3F4}"/>
              </a:ext>
            </a:extLst>
          </p:cNvPr>
          <p:cNvSpPr>
            <a:spLocks noGrp="1"/>
          </p:cNvSpPr>
          <p:nvPr/>
        </p:nvSpPr>
        <p:spPr>
          <a:xfrm>
            <a:off x="83192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4213">
            <a:extLst>
              <a:ext uri="{FF2B5EF4-FFF2-40B4-BE49-F238E27FC236}">
                <a16:creationId xmlns:a16="http://schemas.microsoft.com/office/drawing/2014/main" id="{CBAA025C-035F-47DE-B762-923FAD365BFC}"/>
              </a:ext>
            </a:extLst>
          </p:cNvPr>
          <p:cNvSpPr>
            <a:spLocks noGrp="1"/>
          </p:cNvSpPr>
          <p:nvPr/>
        </p:nvSpPr>
        <p:spPr>
          <a:xfrm>
            <a:off x="8285612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4214">
            <a:extLst>
              <a:ext uri="{FF2B5EF4-FFF2-40B4-BE49-F238E27FC236}">
                <a16:creationId xmlns:a16="http://schemas.microsoft.com/office/drawing/2014/main" id="{5B96D341-ADC4-4770-956D-93BF3EBA3B46}"/>
              </a:ext>
            </a:extLst>
          </p:cNvPr>
          <p:cNvSpPr>
            <a:spLocks noGrp="1"/>
          </p:cNvSpPr>
          <p:nvPr/>
        </p:nvSpPr>
        <p:spPr>
          <a:xfrm>
            <a:off x="8306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4215">
            <a:extLst>
              <a:ext uri="{FF2B5EF4-FFF2-40B4-BE49-F238E27FC236}">
                <a16:creationId xmlns:a16="http://schemas.microsoft.com/office/drawing/2014/main" id="{EEFA0E89-B082-478E-ACCB-FA39255A46B1}"/>
              </a:ext>
            </a:extLst>
          </p:cNvPr>
          <p:cNvSpPr>
            <a:spLocks noGrp="1"/>
          </p:cNvSpPr>
          <p:nvPr/>
        </p:nvSpPr>
        <p:spPr>
          <a:xfrm>
            <a:off x="83280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4216">
            <a:extLst>
              <a:ext uri="{FF2B5EF4-FFF2-40B4-BE49-F238E27FC236}">
                <a16:creationId xmlns:a16="http://schemas.microsoft.com/office/drawing/2014/main" id="{04913923-0706-44B6-91D6-95172E19C956}"/>
              </a:ext>
            </a:extLst>
          </p:cNvPr>
          <p:cNvSpPr>
            <a:spLocks noGrp="1"/>
          </p:cNvSpPr>
          <p:nvPr/>
        </p:nvSpPr>
        <p:spPr>
          <a:xfrm>
            <a:off x="83213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4217">
            <a:extLst>
              <a:ext uri="{FF2B5EF4-FFF2-40B4-BE49-F238E27FC236}">
                <a16:creationId xmlns:a16="http://schemas.microsoft.com/office/drawing/2014/main" id="{3FCBB32F-3C52-48F7-9CB8-5412BDBCEF23}"/>
              </a:ext>
            </a:extLst>
          </p:cNvPr>
          <p:cNvSpPr>
            <a:spLocks noGrp="1"/>
          </p:cNvSpPr>
          <p:nvPr/>
        </p:nvSpPr>
        <p:spPr>
          <a:xfrm>
            <a:off x="82769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4218">
            <a:extLst>
              <a:ext uri="{FF2B5EF4-FFF2-40B4-BE49-F238E27FC236}">
                <a16:creationId xmlns:a16="http://schemas.microsoft.com/office/drawing/2014/main" id="{404C04DC-FBD7-4C47-A0AA-9E29BB1CFDCC}"/>
              </a:ext>
            </a:extLst>
          </p:cNvPr>
          <p:cNvSpPr>
            <a:spLocks noGrp="1"/>
          </p:cNvSpPr>
          <p:nvPr/>
        </p:nvSpPr>
        <p:spPr>
          <a:xfrm>
            <a:off x="83872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4219">
            <a:extLst>
              <a:ext uri="{FF2B5EF4-FFF2-40B4-BE49-F238E27FC236}">
                <a16:creationId xmlns:a16="http://schemas.microsoft.com/office/drawing/2014/main" id="{BFE9FDF1-C69D-47E0-9D60-268A585BA5F0}"/>
              </a:ext>
            </a:extLst>
          </p:cNvPr>
          <p:cNvSpPr>
            <a:spLocks noGrp="1"/>
          </p:cNvSpPr>
          <p:nvPr/>
        </p:nvSpPr>
        <p:spPr>
          <a:xfrm>
            <a:off x="8450289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4220">
            <a:extLst>
              <a:ext uri="{FF2B5EF4-FFF2-40B4-BE49-F238E27FC236}">
                <a16:creationId xmlns:a16="http://schemas.microsoft.com/office/drawing/2014/main" id="{F5876472-ADD2-4F0D-81D9-AF16735D3869}"/>
              </a:ext>
            </a:extLst>
          </p:cNvPr>
          <p:cNvSpPr>
            <a:spLocks noGrp="1"/>
          </p:cNvSpPr>
          <p:nvPr/>
        </p:nvSpPr>
        <p:spPr>
          <a:xfrm>
            <a:off x="82869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4221">
            <a:extLst>
              <a:ext uri="{FF2B5EF4-FFF2-40B4-BE49-F238E27FC236}">
                <a16:creationId xmlns:a16="http://schemas.microsoft.com/office/drawing/2014/main" id="{5FCDA16B-2C97-4CFC-866D-120CEE7137F3}"/>
              </a:ext>
            </a:extLst>
          </p:cNvPr>
          <p:cNvSpPr>
            <a:spLocks noGrp="1"/>
          </p:cNvSpPr>
          <p:nvPr/>
        </p:nvSpPr>
        <p:spPr>
          <a:xfrm>
            <a:off x="8409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4222">
            <a:extLst>
              <a:ext uri="{FF2B5EF4-FFF2-40B4-BE49-F238E27FC236}">
                <a16:creationId xmlns:a16="http://schemas.microsoft.com/office/drawing/2014/main" id="{A75C4F06-AA49-4856-93D4-D929949DE64B}"/>
              </a:ext>
            </a:extLst>
          </p:cNvPr>
          <p:cNvSpPr>
            <a:spLocks noGrp="1"/>
          </p:cNvSpPr>
          <p:nvPr/>
        </p:nvSpPr>
        <p:spPr>
          <a:xfrm>
            <a:off x="842915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4223">
            <a:extLst>
              <a:ext uri="{FF2B5EF4-FFF2-40B4-BE49-F238E27FC236}">
                <a16:creationId xmlns:a16="http://schemas.microsoft.com/office/drawing/2014/main" id="{380457D8-F7B9-466A-B836-41EFF488C145}"/>
              </a:ext>
            </a:extLst>
          </p:cNvPr>
          <p:cNvSpPr>
            <a:spLocks noGrp="1"/>
          </p:cNvSpPr>
          <p:nvPr/>
        </p:nvSpPr>
        <p:spPr>
          <a:xfrm>
            <a:off x="8336055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4224">
            <a:extLst>
              <a:ext uri="{FF2B5EF4-FFF2-40B4-BE49-F238E27FC236}">
                <a16:creationId xmlns:a16="http://schemas.microsoft.com/office/drawing/2014/main" id="{C635F036-2D56-46FA-BCDA-59209F133BA3}"/>
              </a:ext>
            </a:extLst>
          </p:cNvPr>
          <p:cNvSpPr>
            <a:spLocks noGrp="1"/>
          </p:cNvSpPr>
          <p:nvPr/>
        </p:nvSpPr>
        <p:spPr>
          <a:xfrm>
            <a:off x="84432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4225">
            <a:extLst>
              <a:ext uri="{FF2B5EF4-FFF2-40B4-BE49-F238E27FC236}">
                <a16:creationId xmlns:a16="http://schemas.microsoft.com/office/drawing/2014/main" id="{AFAB4B91-56FD-4229-BD23-A78353852828}"/>
              </a:ext>
            </a:extLst>
          </p:cNvPr>
          <p:cNvSpPr>
            <a:spLocks noGrp="1"/>
          </p:cNvSpPr>
          <p:nvPr/>
        </p:nvSpPr>
        <p:spPr>
          <a:xfrm>
            <a:off x="83689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4226">
            <a:extLst>
              <a:ext uri="{FF2B5EF4-FFF2-40B4-BE49-F238E27FC236}">
                <a16:creationId xmlns:a16="http://schemas.microsoft.com/office/drawing/2014/main" id="{7E5B888E-6665-407A-8E18-D9CE96174F61}"/>
              </a:ext>
            </a:extLst>
          </p:cNvPr>
          <p:cNvSpPr>
            <a:spLocks noGrp="1"/>
          </p:cNvSpPr>
          <p:nvPr/>
        </p:nvSpPr>
        <p:spPr>
          <a:xfrm>
            <a:off x="837406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4227">
            <a:extLst>
              <a:ext uri="{FF2B5EF4-FFF2-40B4-BE49-F238E27FC236}">
                <a16:creationId xmlns:a16="http://schemas.microsoft.com/office/drawing/2014/main" id="{5E204437-D139-40D2-B554-BF8781741143}"/>
              </a:ext>
            </a:extLst>
          </p:cNvPr>
          <p:cNvSpPr>
            <a:spLocks noGrp="1"/>
          </p:cNvSpPr>
          <p:nvPr/>
        </p:nvSpPr>
        <p:spPr>
          <a:xfrm>
            <a:off x="84612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4228">
            <a:extLst>
              <a:ext uri="{FF2B5EF4-FFF2-40B4-BE49-F238E27FC236}">
                <a16:creationId xmlns:a16="http://schemas.microsoft.com/office/drawing/2014/main" id="{32421933-BB46-4FD6-B478-1F3867016276}"/>
              </a:ext>
            </a:extLst>
          </p:cNvPr>
          <p:cNvSpPr>
            <a:spLocks noGrp="1"/>
          </p:cNvSpPr>
          <p:nvPr/>
        </p:nvSpPr>
        <p:spPr>
          <a:xfrm>
            <a:off x="84397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4229">
            <a:extLst>
              <a:ext uri="{FF2B5EF4-FFF2-40B4-BE49-F238E27FC236}">
                <a16:creationId xmlns:a16="http://schemas.microsoft.com/office/drawing/2014/main" id="{E6A5E161-CCDB-497E-B83D-8BC12D7E623D}"/>
              </a:ext>
            </a:extLst>
          </p:cNvPr>
          <p:cNvSpPr>
            <a:spLocks noGrp="1"/>
          </p:cNvSpPr>
          <p:nvPr/>
        </p:nvSpPr>
        <p:spPr>
          <a:xfrm>
            <a:off x="841365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4230">
            <a:extLst>
              <a:ext uri="{FF2B5EF4-FFF2-40B4-BE49-F238E27FC236}">
                <a16:creationId xmlns:a16="http://schemas.microsoft.com/office/drawing/2014/main" id="{6BC535E1-77C1-4939-8ECA-DCB02097BB16}"/>
              </a:ext>
            </a:extLst>
          </p:cNvPr>
          <p:cNvSpPr>
            <a:spLocks noGrp="1"/>
          </p:cNvSpPr>
          <p:nvPr/>
        </p:nvSpPr>
        <p:spPr>
          <a:xfrm>
            <a:off x="83434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4231">
            <a:extLst>
              <a:ext uri="{FF2B5EF4-FFF2-40B4-BE49-F238E27FC236}">
                <a16:creationId xmlns:a16="http://schemas.microsoft.com/office/drawing/2014/main" id="{3EB3365E-E6C8-41D7-B4A7-FD880D862F1B}"/>
              </a:ext>
            </a:extLst>
          </p:cNvPr>
          <p:cNvSpPr>
            <a:spLocks noGrp="1"/>
          </p:cNvSpPr>
          <p:nvPr/>
        </p:nvSpPr>
        <p:spPr>
          <a:xfrm>
            <a:off x="8427702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4232">
            <a:extLst>
              <a:ext uri="{FF2B5EF4-FFF2-40B4-BE49-F238E27FC236}">
                <a16:creationId xmlns:a16="http://schemas.microsoft.com/office/drawing/2014/main" id="{6D27B7B8-3112-484B-ADAE-A3A0E62300D6}"/>
              </a:ext>
            </a:extLst>
          </p:cNvPr>
          <p:cNvSpPr>
            <a:spLocks noGrp="1"/>
          </p:cNvSpPr>
          <p:nvPr/>
        </p:nvSpPr>
        <p:spPr>
          <a:xfrm>
            <a:off x="843328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4233">
            <a:extLst>
              <a:ext uri="{FF2B5EF4-FFF2-40B4-BE49-F238E27FC236}">
                <a16:creationId xmlns:a16="http://schemas.microsoft.com/office/drawing/2014/main" id="{6C20E0C1-AB13-4A07-9000-4208A4467552}"/>
              </a:ext>
            </a:extLst>
          </p:cNvPr>
          <p:cNvSpPr>
            <a:spLocks noGrp="1"/>
          </p:cNvSpPr>
          <p:nvPr/>
        </p:nvSpPr>
        <p:spPr>
          <a:xfrm>
            <a:off x="8352202" y="39394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4234">
            <a:extLst>
              <a:ext uri="{FF2B5EF4-FFF2-40B4-BE49-F238E27FC236}">
                <a16:creationId xmlns:a16="http://schemas.microsoft.com/office/drawing/2014/main" id="{A74C92E0-AC22-4E23-A922-A78B783F80E7}"/>
              </a:ext>
            </a:extLst>
          </p:cNvPr>
          <p:cNvSpPr>
            <a:spLocks noGrp="1"/>
          </p:cNvSpPr>
          <p:nvPr/>
        </p:nvSpPr>
        <p:spPr>
          <a:xfrm>
            <a:off x="82713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4235">
            <a:extLst>
              <a:ext uri="{FF2B5EF4-FFF2-40B4-BE49-F238E27FC236}">
                <a16:creationId xmlns:a16="http://schemas.microsoft.com/office/drawing/2014/main" id="{617FC668-459B-4AD2-91AD-9E4DA1229512}"/>
              </a:ext>
            </a:extLst>
          </p:cNvPr>
          <p:cNvSpPr>
            <a:spLocks noGrp="1"/>
          </p:cNvSpPr>
          <p:nvPr/>
        </p:nvSpPr>
        <p:spPr>
          <a:xfrm>
            <a:off x="832690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4236">
            <a:extLst>
              <a:ext uri="{FF2B5EF4-FFF2-40B4-BE49-F238E27FC236}">
                <a16:creationId xmlns:a16="http://schemas.microsoft.com/office/drawing/2014/main" id="{456FB067-8A75-4806-BDE7-196DC1BABD33}"/>
              </a:ext>
            </a:extLst>
          </p:cNvPr>
          <p:cNvSpPr>
            <a:spLocks noGrp="1"/>
          </p:cNvSpPr>
          <p:nvPr/>
        </p:nvSpPr>
        <p:spPr>
          <a:xfrm>
            <a:off x="8292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4237">
            <a:extLst>
              <a:ext uri="{FF2B5EF4-FFF2-40B4-BE49-F238E27FC236}">
                <a16:creationId xmlns:a16="http://schemas.microsoft.com/office/drawing/2014/main" id="{C654F78F-EF7D-4898-AFBB-15769C61817F}"/>
              </a:ext>
            </a:extLst>
          </p:cNvPr>
          <p:cNvSpPr>
            <a:spLocks noGrp="1"/>
          </p:cNvSpPr>
          <p:nvPr/>
        </p:nvSpPr>
        <p:spPr>
          <a:xfrm>
            <a:off x="83282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4238">
            <a:extLst>
              <a:ext uri="{FF2B5EF4-FFF2-40B4-BE49-F238E27FC236}">
                <a16:creationId xmlns:a16="http://schemas.microsoft.com/office/drawing/2014/main" id="{B7E17386-E136-4E13-BA0A-A221940C1A6D}"/>
              </a:ext>
            </a:extLst>
          </p:cNvPr>
          <p:cNvSpPr>
            <a:spLocks noGrp="1"/>
          </p:cNvSpPr>
          <p:nvPr/>
        </p:nvSpPr>
        <p:spPr>
          <a:xfrm>
            <a:off x="82749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4239">
            <a:extLst>
              <a:ext uri="{FF2B5EF4-FFF2-40B4-BE49-F238E27FC236}">
                <a16:creationId xmlns:a16="http://schemas.microsoft.com/office/drawing/2014/main" id="{3119EE75-2BF2-471B-8A61-7ED3D479A1F9}"/>
              </a:ext>
            </a:extLst>
          </p:cNvPr>
          <p:cNvSpPr>
            <a:spLocks noGrp="1"/>
          </p:cNvSpPr>
          <p:nvPr/>
        </p:nvSpPr>
        <p:spPr>
          <a:xfrm>
            <a:off x="84547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4240">
            <a:extLst>
              <a:ext uri="{FF2B5EF4-FFF2-40B4-BE49-F238E27FC236}">
                <a16:creationId xmlns:a16="http://schemas.microsoft.com/office/drawing/2014/main" id="{20AFE10C-A392-46A6-ADA8-9F1B7B19936D}"/>
              </a:ext>
            </a:extLst>
          </p:cNvPr>
          <p:cNvSpPr>
            <a:spLocks noGrp="1"/>
          </p:cNvSpPr>
          <p:nvPr/>
        </p:nvSpPr>
        <p:spPr>
          <a:xfrm>
            <a:off x="84127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4241">
            <a:extLst>
              <a:ext uri="{FF2B5EF4-FFF2-40B4-BE49-F238E27FC236}">
                <a16:creationId xmlns:a16="http://schemas.microsoft.com/office/drawing/2014/main" id="{2CA0738F-068B-446F-9E68-277066EBB261}"/>
              </a:ext>
            </a:extLst>
          </p:cNvPr>
          <p:cNvSpPr>
            <a:spLocks noGrp="1"/>
          </p:cNvSpPr>
          <p:nvPr/>
        </p:nvSpPr>
        <p:spPr>
          <a:xfrm>
            <a:off x="8451587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4242">
            <a:extLst>
              <a:ext uri="{FF2B5EF4-FFF2-40B4-BE49-F238E27FC236}">
                <a16:creationId xmlns:a16="http://schemas.microsoft.com/office/drawing/2014/main" id="{149713A4-0730-4AB8-8C6A-5432B6738C9F}"/>
              </a:ext>
            </a:extLst>
          </p:cNvPr>
          <p:cNvSpPr>
            <a:spLocks noGrp="1"/>
          </p:cNvSpPr>
          <p:nvPr/>
        </p:nvSpPr>
        <p:spPr>
          <a:xfrm>
            <a:off x="82700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4243">
            <a:extLst>
              <a:ext uri="{FF2B5EF4-FFF2-40B4-BE49-F238E27FC236}">
                <a16:creationId xmlns:a16="http://schemas.microsoft.com/office/drawing/2014/main" id="{BE3296DE-21C8-4AC2-838A-2B70FBEF4F9F}"/>
              </a:ext>
            </a:extLst>
          </p:cNvPr>
          <p:cNvSpPr>
            <a:spLocks noGrp="1"/>
          </p:cNvSpPr>
          <p:nvPr/>
        </p:nvSpPr>
        <p:spPr>
          <a:xfrm>
            <a:off x="84327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4244">
            <a:extLst>
              <a:ext uri="{FF2B5EF4-FFF2-40B4-BE49-F238E27FC236}">
                <a16:creationId xmlns:a16="http://schemas.microsoft.com/office/drawing/2014/main" id="{8C1EC4D2-46AA-42D9-B654-44B80868FB5F}"/>
              </a:ext>
            </a:extLst>
          </p:cNvPr>
          <p:cNvSpPr>
            <a:spLocks noGrp="1"/>
          </p:cNvSpPr>
          <p:nvPr/>
        </p:nvSpPr>
        <p:spPr>
          <a:xfrm>
            <a:off x="84440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4245">
            <a:extLst>
              <a:ext uri="{FF2B5EF4-FFF2-40B4-BE49-F238E27FC236}">
                <a16:creationId xmlns:a16="http://schemas.microsoft.com/office/drawing/2014/main" id="{F1C0A8FE-080C-4748-9F69-1649AA49421A}"/>
              </a:ext>
            </a:extLst>
          </p:cNvPr>
          <p:cNvSpPr>
            <a:spLocks noGrp="1"/>
          </p:cNvSpPr>
          <p:nvPr/>
        </p:nvSpPr>
        <p:spPr>
          <a:xfrm>
            <a:off x="826505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4246">
            <a:extLst>
              <a:ext uri="{FF2B5EF4-FFF2-40B4-BE49-F238E27FC236}">
                <a16:creationId xmlns:a16="http://schemas.microsoft.com/office/drawing/2014/main" id="{72E96A8F-5609-4228-B078-240940DB3DF1}"/>
              </a:ext>
            </a:extLst>
          </p:cNvPr>
          <p:cNvSpPr>
            <a:spLocks noGrp="1"/>
          </p:cNvSpPr>
          <p:nvPr/>
        </p:nvSpPr>
        <p:spPr>
          <a:xfrm>
            <a:off x="8354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4247">
            <a:extLst>
              <a:ext uri="{FF2B5EF4-FFF2-40B4-BE49-F238E27FC236}">
                <a16:creationId xmlns:a16="http://schemas.microsoft.com/office/drawing/2014/main" id="{1E100D1F-8A9F-45D0-B579-CC87819AC450}"/>
              </a:ext>
            </a:extLst>
          </p:cNvPr>
          <p:cNvSpPr>
            <a:spLocks noGrp="1"/>
          </p:cNvSpPr>
          <p:nvPr/>
        </p:nvSpPr>
        <p:spPr>
          <a:xfrm>
            <a:off x="84097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4248">
            <a:extLst>
              <a:ext uri="{FF2B5EF4-FFF2-40B4-BE49-F238E27FC236}">
                <a16:creationId xmlns:a16="http://schemas.microsoft.com/office/drawing/2014/main" id="{4B3A3B2B-B705-4DAA-9331-FE1FEF85379B}"/>
              </a:ext>
            </a:extLst>
          </p:cNvPr>
          <p:cNvSpPr>
            <a:spLocks noGrp="1"/>
          </p:cNvSpPr>
          <p:nvPr/>
        </p:nvSpPr>
        <p:spPr>
          <a:xfrm>
            <a:off x="8298222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4249">
            <a:extLst>
              <a:ext uri="{FF2B5EF4-FFF2-40B4-BE49-F238E27FC236}">
                <a16:creationId xmlns:a16="http://schemas.microsoft.com/office/drawing/2014/main" id="{3AA659AB-5D1F-43DE-AC8E-AB4BA1A7CF5F}"/>
              </a:ext>
            </a:extLst>
          </p:cNvPr>
          <p:cNvSpPr>
            <a:spLocks noGrp="1"/>
          </p:cNvSpPr>
          <p:nvPr/>
        </p:nvSpPr>
        <p:spPr>
          <a:xfrm>
            <a:off x="83687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4250">
            <a:extLst>
              <a:ext uri="{FF2B5EF4-FFF2-40B4-BE49-F238E27FC236}">
                <a16:creationId xmlns:a16="http://schemas.microsoft.com/office/drawing/2014/main" id="{66FB1943-917D-4F02-90F1-7F90E3AD5F25}"/>
              </a:ext>
            </a:extLst>
          </p:cNvPr>
          <p:cNvSpPr>
            <a:spLocks noGrp="1"/>
          </p:cNvSpPr>
          <p:nvPr/>
        </p:nvSpPr>
        <p:spPr>
          <a:xfrm>
            <a:off x="84474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4251">
            <a:extLst>
              <a:ext uri="{FF2B5EF4-FFF2-40B4-BE49-F238E27FC236}">
                <a16:creationId xmlns:a16="http://schemas.microsoft.com/office/drawing/2014/main" id="{D5AA1ED6-C5E2-4199-B5EE-3B546B5FE765}"/>
              </a:ext>
            </a:extLst>
          </p:cNvPr>
          <p:cNvSpPr>
            <a:spLocks noGrp="1"/>
          </p:cNvSpPr>
          <p:nvPr/>
        </p:nvSpPr>
        <p:spPr>
          <a:xfrm>
            <a:off x="8344827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4252">
            <a:extLst>
              <a:ext uri="{FF2B5EF4-FFF2-40B4-BE49-F238E27FC236}">
                <a16:creationId xmlns:a16="http://schemas.microsoft.com/office/drawing/2014/main" id="{CADE3410-6EAF-4C94-805B-CA09368C17BC}"/>
              </a:ext>
            </a:extLst>
          </p:cNvPr>
          <p:cNvSpPr>
            <a:spLocks noGrp="1"/>
          </p:cNvSpPr>
          <p:nvPr/>
        </p:nvSpPr>
        <p:spPr>
          <a:xfrm>
            <a:off x="828014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4253">
            <a:extLst>
              <a:ext uri="{FF2B5EF4-FFF2-40B4-BE49-F238E27FC236}">
                <a16:creationId xmlns:a16="http://schemas.microsoft.com/office/drawing/2014/main" id="{C25C2FA2-395A-447B-AD5E-B5F7BF406312}"/>
              </a:ext>
            </a:extLst>
          </p:cNvPr>
          <p:cNvSpPr>
            <a:spLocks noGrp="1"/>
          </p:cNvSpPr>
          <p:nvPr/>
        </p:nvSpPr>
        <p:spPr>
          <a:xfrm>
            <a:off x="843608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4254">
            <a:extLst>
              <a:ext uri="{FF2B5EF4-FFF2-40B4-BE49-F238E27FC236}">
                <a16:creationId xmlns:a16="http://schemas.microsoft.com/office/drawing/2014/main" id="{8C81471B-C449-4E27-AB7E-C8756BA36CB4}"/>
              </a:ext>
            </a:extLst>
          </p:cNvPr>
          <p:cNvSpPr>
            <a:spLocks noGrp="1"/>
          </p:cNvSpPr>
          <p:nvPr/>
        </p:nvSpPr>
        <p:spPr>
          <a:xfrm>
            <a:off x="83078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4255">
            <a:extLst>
              <a:ext uri="{FF2B5EF4-FFF2-40B4-BE49-F238E27FC236}">
                <a16:creationId xmlns:a16="http://schemas.microsoft.com/office/drawing/2014/main" id="{CC8BF557-AC39-4E21-ADA2-4250C5497782}"/>
              </a:ext>
            </a:extLst>
          </p:cNvPr>
          <p:cNvSpPr>
            <a:spLocks noGrp="1"/>
          </p:cNvSpPr>
          <p:nvPr/>
        </p:nvSpPr>
        <p:spPr>
          <a:xfrm>
            <a:off x="8349053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4256">
            <a:extLst>
              <a:ext uri="{FF2B5EF4-FFF2-40B4-BE49-F238E27FC236}">
                <a16:creationId xmlns:a16="http://schemas.microsoft.com/office/drawing/2014/main" id="{B869539F-5387-4CF4-ABB8-39F237338725}"/>
              </a:ext>
            </a:extLst>
          </p:cNvPr>
          <p:cNvSpPr>
            <a:spLocks noGrp="1"/>
          </p:cNvSpPr>
          <p:nvPr/>
        </p:nvSpPr>
        <p:spPr>
          <a:xfrm>
            <a:off x="837137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4257">
            <a:extLst>
              <a:ext uri="{FF2B5EF4-FFF2-40B4-BE49-F238E27FC236}">
                <a16:creationId xmlns:a16="http://schemas.microsoft.com/office/drawing/2014/main" id="{22CF22AB-76F0-4E25-A26D-933E4A4B1E5F}"/>
              </a:ext>
            </a:extLst>
          </p:cNvPr>
          <p:cNvSpPr>
            <a:spLocks noGrp="1"/>
          </p:cNvSpPr>
          <p:nvPr/>
        </p:nvSpPr>
        <p:spPr>
          <a:xfrm>
            <a:off x="8255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4258">
            <a:extLst>
              <a:ext uri="{FF2B5EF4-FFF2-40B4-BE49-F238E27FC236}">
                <a16:creationId xmlns:a16="http://schemas.microsoft.com/office/drawing/2014/main" id="{8D3F84EC-D40D-4562-8F6B-BD4F26EA6652}"/>
              </a:ext>
            </a:extLst>
          </p:cNvPr>
          <p:cNvSpPr>
            <a:spLocks noGrp="1"/>
          </p:cNvSpPr>
          <p:nvPr/>
        </p:nvSpPr>
        <p:spPr>
          <a:xfrm>
            <a:off x="84407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4259">
            <a:extLst>
              <a:ext uri="{FF2B5EF4-FFF2-40B4-BE49-F238E27FC236}">
                <a16:creationId xmlns:a16="http://schemas.microsoft.com/office/drawing/2014/main" id="{EE29DDCC-EE18-44EA-B559-A6AD38529850}"/>
              </a:ext>
            </a:extLst>
          </p:cNvPr>
          <p:cNvSpPr>
            <a:spLocks noGrp="1"/>
          </p:cNvSpPr>
          <p:nvPr/>
        </p:nvSpPr>
        <p:spPr>
          <a:xfrm>
            <a:off x="84638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4260">
            <a:extLst>
              <a:ext uri="{FF2B5EF4-FFF2-40B4-BE49-F238E27FC236}">
                <a16:creationId xmlns:a16="http://schemas.microsoft.com/office/drawing/2014/main" id="{F07B1203-FC59-4CAD-9B66-83EA58749B40}"/>
              </a:ext>
            </a:extLst>
          </p:cNvPr>
          <p:cNvSpPr>
            <a:spLocks noGrp="1"/>
          </p:cNvSpPr>
          <p:nvPr/>
        </p:nvSpPr>
        <p:spPr>
          <a:xfrm>
            <a:off x="83178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4261">
            <a:extLst>
              <a:ext uri="{FF2B5EF4-FFF2-40B4-BE49-F238E27FC236}">
                <a16:creationId xmlns:a16="http://schemas.microsoft.com/office/drawing/2014/main" id="{3F912CAD-4528-44E9-8EF5-3D6590FC6F87}"/>
              </a:ext>
            </a:extLst>
          </p:cNvPr>
          <p:cNvSpPr>
            <a:spLocks noGrp="1"/>
          </p:cNvSpPr>
          <p:nvPr/>
        </p:nvSpPr>
        <p:spPr>
          <a:xfrm>
            <a:off x="8396687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4262">
            <a:extLst>
              <a:ext uri="{FF2B5EF4-FFF2-40B4-BE49-F238E27FC236}">
                <a16:creationId xmlns:a16="http://schemas.microsoft.com/office/drawing/2014/main" id="{257F0B67-A936-4927-9B3A-464BA0398891}"/>
              </a:ext>
            </a:extLst>
          </p:cNvPr>
          <p:cNvSpPr>
            <a:spLocks noGrp="1"/>
          </p:cNvSpPr>
          <p:nvPr/>
        </p:nvSpPr>
        <p:spPr>
          <a:xfrm>
            <a:off x="83300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4263">
            <a:extLst>
              <a:ext uri="{FF2B5EF4-FFF2-40B4-BE49-F238E27FC236}">
                <a16:creationId xmlns:a16="http://schemas.microsoft.com/office/drawing/2014/main" id="{B98BD685-FD96-44AC-9380-B6B49F168F53}"/>
              </a:ext>
            </a:extLst>
          </p:cNvPr>
          <p:cNvSpPr>
            <a:spLocks noGrp="1"/>
          </p:cNvSpPr>
          <p:nvPr/>
        </p:nvSpPr>
        <p:spPr>
          <a:xfrm>
            <a:off x="83528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4264">
            <a:extLst>
              <a:ext uri="{FF2B5EF4-FFF2-40B4-BE49-F238E27FC236}">
                <a16:creationId xmlns:a16="http://schemas.microsoft.com/office/drawing/2014/main" id="{BE36D730-2DF1-4266-B51A-A88CD45ABE97}"/>
              </a:ext>
            </a:extLst>
          </p:cNvPr>
          <p:cNvSpPr>
            <a:spLocks noGrp="1"/>
          </p:cNvSpPr>
          <p:nvPr/>
        </p:nvSpPr>
        <p:spPr>
          <a:xfrm>
            <a:off x="8466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4265">
            <a:extLst>
              <a:ext uri="{FF2B5EF4-FFF2-40B4-BE49-F238E27FC236}">
                <a16:creationId xmlns:a16="http://schemas.microsoft.com/office/drawing/2014/main" id="{983087FA-29FD-4D84-8E18-D3B8CBEE8706}"/>
              </a:ext>
            </a:extLst>
          </p:cNvPr>
          <p:cNvSpPr>
            <a:spLocks noGrp="1"/>
          </p:cNvSpPr>
          <p:nvPr/>
        </p:nvSpPr>
        <p:spPr>
          <a:xfrm>
            <a:off x="83644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4266">
            <a:extLst>
              <a:ext uri="{FF2B5EF4-FFF2-40B4-BE49-F238E27FC236}">
                <a16:creationId xmlns:a16="http://schemas.microsoft.com/office/drawing/2014/main" id="{96F88E3E-F8F4-434A-8187-6AB5A4790902}"/>
              </a:ext>
            </a:extLst>
          </p:cNvPr>
          <p:cNvSpPr>
            <a:spLocks noGrp="1"/>
          </p:cNvSpPr>
          <p:nvPr/>
        </p:nvSpPr>
        <p:spPr>
          <a:xfrm>
            <a:off x="84633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4267">
            <a:extLst>
              <a:ext uri="{FF2B5EF4-FFF2-40B4-BE49-F238E27FC236}">
                <a16:creationId xmlns:a16="http://schemas.microsoft.com/office/drawing/2014/main" id="{47C07E48-B2DD-4BC5-AB69-B00597779AD0}"/>
              </a:ext>
            </a:extLst>
          </p:cNvPr>
          <p:cNvSpPr>
            <a:spLocks noGrp="1"/>
          </p:cNvSpPr>
          <p:nvPr/>
        </p:nvSpPr>
        <p:spPr>
          <a:xfrm>
            <a:off x="83503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4268">
            <a:extLst>
              <a:ext uri="{FF2B5EF4-FFF2-40B4-BE49-F238E27FC236}">
                <a16:creationId xmlns:a16="http://schemas.microsoft.com/office/drawing/2014/main" id="{7EB920ED-565E-4A56-A310-3940554B5A00}"/>
              </a:ext>
            </a:extLst>
          </p:cNvPr>
          <p:cNvSpPr>
            <a:spLocks noGrp="1"/>
          </p:cNvSpPr>
          <p:nvPr/>
        </p:nvSpPr>
        <p:spPr>
          <a:xfrm>
            <a:off x="84251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4269">
            <a:extLst>
              <a:ext uri="{FF2B5EF4-FFF2-40B4-BE49-F238E27FC236}">
                <a16:creationId xmlns:a16="http://schemas.microsoft.com/office/drawing/2014/main" id="{E1BEAF26-B8B3-4711-B24C-AFD25946AB32}"/>
              </a:ext>
            </a:extLst>
          </p:cNvPr>
          <p:cNvSpPr>
            <a:spLocks noGrp="1"/>
          </p:cNvSpPr>
          <p:nvPr/>
        </p:nvSpPr>
        <p:spPr>
          <a:xfrm>
            <a:off x="83946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4270">
            <a:extLst>
              <a:ext uri="{FF2B5EF4-FFF2-40B4-BE49-F238E27FC236}">
                <a16:creationId xmlns:a16="http://schemas.microsoft.com/office/drawing/2014/main" id="{AD37DDAD-4338-43EA-89F1-376215DB1AE5}"/>
              </a:ext>
            </a:extLst>
          </p:cNvPr>
          <p:cNvSpPr>
            <a:spLocks noGrp="1"/>
          </p:cNvSpPr>
          <p:nvPr/>
        </p:nvSpPr>
        <p:spPr>
          <a:xfrm>
            <a:off x="8385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4271">
            <a:extLst>
              <a:ext uri="{FF2B5EF4-FFF2-40B4-BE49-F238E27FC236}">
                <a16:creationId xmlns:a16="http://schemas.microsoft.com/office/drawing/2014/main" id="{44DCAC16-6837-4743-BE51-A055181229A3}"/>
              </a:ext>
            </a:extLst>
          </p:cNvPr>
          <p:cNvSpPr>
            <a:spLocks noGrp="1"/>
          </p:cNvSpPr>
          <p:nvPr/>
        </p:nvSpPr>
        <p:spPr>
          <a:xfrm>
            <a:off x="8263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4272">
            <a:extLst>
              <a:ext uri="{FF2B5EF4-FFF2-40B4-BE49-F238E27FC236}">
                <a16:creationId xmlns:a16="http://schemas.microsoft.com/office/drawing/2014/main" id="{B5D0F12E-D8A3-46E7-973D-215470FBA188}"/>
              </a:ext>
            </a:extLst>
          </p:cNvPr>
          <p:cNvSpPr>
            <a:spLocks noGrp="1"/>
          </p:cNvSpPr>
          <p:nvPr/>
        </p:nvSpPr>
        <p:spPr>
          <a:xfrm>
            <a:off x="83032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4273">
            <a:extLst>
              <a:ext uri="{FF2B5EF4-FFF2-40B4-BE49-F238E27FC236}">
                <a16:creationId xmlns:a16="http://schemas.microsoft.com/office/drawing/2014/main" id="{16E3997C-3222-4BA3-B6C6-9DF2AF603652}"/>
              </a:ext>
            </a:extLst>
          </p:cNvPr>
          <p:cNvSpPr>
            <a:spLocks noGrp="1"/>
          </p:cNvSpPr>
          <p:nvPr/>
        </p:nvSpPr>
        <p:spPr>
          <a:xfrm>
            <a:off x="847459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4274">
            <a:extLst>
              <a:ext uri="{FF2B5EF4-FFF2-40B4-BE49-F238E27FC236}">
                <a16:creationId xmlns:a16="http://schemas.microsoft.com/office/drawing/2014/main" id="{D47482CC-7599-404C-877B-A93D48C6AEC5}"/>
              </a:ext>
            </a:extLst>
          </p:cNvPr>
          <p:cNvSpPr>
            <a:spLocks noGrp="1"/>
          </p:cNvSpPr>
          <p:nvPr/>
        </p:nvSpPr>
        <p:spPr>
          <a:xfrm>
            <a:off x="84205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4275">
            <a:extLst>
              <a:ext uri="{FF2B5EF4-FFF2-40B4-BE49-F238E27FC236}">
                <a16:creationId xmlns:a16="http://schemas.microsoft.com/office/drawing/2014/main" id="{A4E6D98D-234C-4034-83E7-E6C0184A0936}"/>
              </a:ext>
            </a:extLst>
          </p:cNvPr>
          <p:cNvSpPr>
            <a:spLocks noGrp="1"/>
          </p:cNvSpPr>
          <p:nvPr/>
        </p:nvSpPr>
        <p:spPr>
          <a:xfrm>
            <a:off x="84152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4276">
            <a:extLst>
              <a:ext uri="{FF2B5EF4-FFF2-40B4-BE49-F238E27FC236}">
                <a16:creationId xmlns:a16="http://schemas.microsoft.com/office/drawing/2014/main" id="{C577249F-D571-4C90-9E7B-15A9BBB2CBDE}"/>
              </a:ext>
            </a:extLst>
          </p:cNvPr>
          <p:cNvSpPr>
            <a:spLocks noGrp="1"/>
          </p:cNvSpPr>
          <p:nvPr/>
        </p:nvSpPr>
        <p:spPr>
          <a:xfrm>
            <a:off x="8311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4277">
            <a:extLst>
              <a:ext uri="{FF2B5EF4-FFF2-40B4-BE49-F238E27FC236}">
                <a16:creationId xmlns:a16="http://schemas.microsoft.com/office/drawing/2014/main" id="{25EBACC3-E75D-47A3-8FE7-B28A819F9734}"/>
              </a:ext>
            </a:extLst>
          </p:cNvPr>
          <p:cNvSpPr>
            <a:spLocks noGrp="1"/>
          </p:cNvSpPr>
          <p:nvPr/>
        </p:nvSpPr>
        <p:spPr>
          <a:xfrm>
            <a:off x="84018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4278">
            <a:extLst>
              <a:ext uri="{FF2B5EF4-FFF2-40B4-BE49-F238E27FC236}">
                <a16:creationId xmlns:a16="http://schemas.microsoft.com/office/drawing/2014/main" id="{7C3884FA-FE0E-418F-9301-AC751C157455}"/>
              </a:ext>
            </a:extLst>
          </p:cNvPr>
          <p:cNvSpPr>
            <a:spLocks noGrp="1"/>
          </p:cNvSpPr>
          <p:nvPr/>
        </p:nvSpPr>
        <p:spPr>
          <a:xfrm>
            <a:off x="83402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4279">
            <a:extLst>
              <a:ext uri="{FF2B5EF4-FFF2-40B4-BE49-F238E27FC236}">
                <a16:creationId xmlns:a16="http://schemas.microsoft.com/office/drawing/2014/main" id="{B0957FF3-A33C-4B93-AE81-0EB8E2E27F41}"/>
              </a:ext>
            </a:extLst>
          </p:cNvPr>
          <p:cNvSpPr>
            <a:spLocks noGrp="1"/>
          </p:cNvSpPr>
          <p:nvPr/>
        </p:nvSpPr>
        <p:spPr>
          <a:xfrm>
            <a:off x="82625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4280">
            <a:extLst>
              <a:ext uri="{FF2B5EF4-FFF2-40B4-BE49-F238E27FC236}">
                <a16:creationId xmlns:a16="http://schemas.microsoft.com/office/drawing/2014/main" id="{FEFD0053-EC1E-4C47-8E73-9D5CA31EAFA1}"/>
              </a:ext>
            </a:extLst>
          </p:cNvPr>
          <p:cNvSpPr>
            <a:spLocks noGrp="1"/>
          </p:cNvSpPr>
          <p:nvPr/>
        </p:nvSpPr>
        <p:spPr>
          <a:xfrm>
            <a:off x="82858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4281">
            <a:extLst>
              <a:ext uri="{FF2B5EF4-FFF2-40B4-BE49-F238E27FC236}">
                <a16:creationId xmlns:a16="http://schemas.microsoft.com/office/drawing/2014/main" id="{30111307-4CDF-4DBB-BE9B-6928BA88A897}"/>
              </a:ext>
            </a:extLst>
          </p:cNvPr>
          <p:cNvSpPr>
            <a:spLocks noGrp="1"/>
          </p:cNvSpPr>
          <p:nvPr/>
        </p:nvSpPr>
        <p:spPr>
          <a:xfrm>
            <a:off x="84239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4282">
            <a:extLst>
              <a:ext uri="{FF2B5EF4-FFF2-40B4-BE49-F238E27FC236}">
                <a16:creationId xmlns:a16="http://schemas.microsoft.com/office/drawing/2014/main" id="{19B9DA05-36BA-4ADF-A386-7813FD63E995}"/>
              </a:ext>
            </a:extLst>
          </p:cNvPr>
          <p:cNvSpPr>
            <a:spLocks noGrp="1"/>
          </p:cNvSpPr>
          <p:nvPr/>
        </p:nvSpPr>
        <p:spPr>
          <a:xfrm>
            <a:off x="84552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4283">
            <a:extLst>
              <a:ext uri="{FF2B5EF4-FFF2-40B4-BE49-F238E27FC236}">
                <a16:creationId xmlns:a16="http://schemas.microsoft.com/office/drawing/2014/main" id="{BC7778C1-20F8-4AC1-A4A0-D1268F1A37FE}"/>
              </a:ext>
            </a:extLst>
          </p:cNvPr>
          <p:cNvSpPr>
            <a:spLocks noGrp="1"/>
          </p:cNvSpPr>
          <p:nvPr/>
        </p:nvSpPr>
        <p:spPr>
          <a:xfrm>
            <a:off x="83657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4284">
            <a:extLst>
              <a:ext uri="{FF2B5EF4-FFF2-40B4-BE49-F238E27FC236}">
                <a16:creationId xmlns:a16="http://schemas.microsoft.com/office/drawing/2014/main" id="{2F57F18E-B921-44F9-9A84-A239CB27DDB4}"/>
              </a:ext>
            </a:extLst>
          </p:cNvPr>
          <p:cNvSpPr>
            <a:spLocks noGrp="1"/>
          </p:cNvSpPr>
          <p:nvPr/>
        </p:nvSpPr>
        <p:spPr>
          <a:xfrm>
            <a:off x="8388108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4285">
            <a:extLst>
              <a:ext uri="{FF2B5EF4-FFF2-40B4-BE49-F238E27FC236}">
                <a16:creationId xmlns:a16="http://schemas.microsoft.com/office/drawing/2014/main" id="{99D8F729-0146-44D5-81CD-5AB2235E2AF4}"/>
              </a:ext>
            </a:extLst>
          </p:cNvPr>
          <p:cNvSpPr>
            <a:spLocks noGrp="1"/>
          </p:cNvSpPr>
          <p:nvPr/>
        </p:nvSpPr>
        <p:spPr>
          <a:xfrm>
            <a:off x="83291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4286">
            <a:extLst>
              <a:ext uri="{FF2B5EF4-FFF2-40B4-BE49-F238E27FC236}">
                <a16:creationId xmlns:a16="http://schemas.microsoft.com/office/drawing/2014/main" id="{E1B651F6-FCC2-468D-8295-D10F217590A6}"/>
              </a:ext>
            </a:extLst>
          </p:cNvPr>
          <p:cNvSpPr>
            <a:spLocks noGrp="1"/>
          </p:cNvSpPr>
          <p:nvPr/>
        </p:nvSpPr>
        <p:spPr>
          <a:xfrm>
            <a:off x="827991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4287">
            <a:extLst>
              <a:ext uri="{FF2B5EF4-FFF2-40B4-BE49-F238E27FC236}">
                <a16:creationId xmlns:a16="http://schemas.microsoft.com/office/drawing/2014/main" id="{A8D63920-A16A-4EF7-B8B4-B7D42B0B7C40}"/>
              </a:ext>
            </a:extLst>
          </p:cNvPr>
          <p:cNvSpPr>
            <a:spLocks noGrp="1"/>
          </p:cNvSpPr>
          <p:nvPr/>
        </p:nvSpPr>
        <p:spPr>
          <a:xfrm>
            <a:off x="8302838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4288">
            <a:extLst>
              <a:ext uri="{FF2B5EF4-FFF2-40B4-BE49-F238E27FC236}">
                <a16:creationId xmlns:a16="http://schemas.microsoft.com/office/drawing/2014/main" id="{AC67CF95-2282-462C-9DB1-C92097C084F5}"/>
              </a:ext>
            </a:extLst>
          </p:cNvPr>
          <p:cNvSpPr>
            <a:spLocks noGrp="1"/>
          </p:cNvSpPr>
          <p:nvPr/>
        </p:nvSpPr>
        <p:spPr>
          <a:xfrm>
            <a:off x="82740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4289">
            <a:extLst>
              <a:ext uri="{FF2B5EF4-FFF2-40B4-BE49-F238E27FC236}">
                <a16:creationId xmlns:a16="http://schemas.microsoft.com/office/drawing/2014/main" id="{111C2A3B-18E0-4ADF-80BA-DB367ABBE407}"/>
              </a:ext>
            </a:extLst>
          </p:cNvPr>
          <p:cNvSpPr>
            <a:spLocks noGrp="1"/>
          </p:cNvSpPr>
          <p:nvPr/>
        </p:nvSpPr>
        <p:spPr>
          <a:xfrm>
            <a:off x="83181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4290">
            <a:extLst>
              <a:ext uri="{FF2B5EF4-FFF2-40B4-BE49-F238E27FC236}">
                <a16:creationId xmlns:a16="http://schemas.microsoft.com/office/drawing/2014/main" id="{63EBFBED-64F1-44EF-9113-B565379CCFBA}"/>
              </a:ext>
            </a:extLst>
          </p:cNvPr>
          <p:cNvSpPr>
            <a:spLocks noGrp="1"/>
          </p:cNvSpPr>
          <p:nvPr/>
        </p:nvSpPr>
        <p:spPr>
          <a:xfrm>
            <a:off x="82972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4291">
            <a:extLst>
              <a:ext uri="{FF2B5EF4-FFF2-40B4-BE49-F238E27FC236}">
                <a16:creationId xmlns:a16="http://schemas.microsoft.com/office/drawing/2014/main" id="{74451D96-CC24-472C-B780-2CA8CEE2D037}"/>
              </a:ext>
            </a:extLst>
          </p:cNvPr>
          <p:cNvSpPr>
            <a:spLocks noGrp="1"/>
          </p:cNvSpPr>
          <p:nvPr/>
        </p:nvSpPr>
        <p:spPr>
          <a:xfrm>
            <a:off x="83378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4292">
            <a:extLst>
              <a:ext uri="{FF2B5EF4-FFF2-40B4-BE49-F238E27FC236}">
                <a16:creationId xmlns:a16="http://schemas.microsoft.com/office/drawing/2014/main" id="{32B90010-ABEF-4ECD-B72E-FD0811821D89}"/>
              </a:ext>
            </a:extLst>
          </p:cNvPr>
          <p:cNvSpPr>
            <a:spLocks noGrp="1"/>
          </p:cNvSpPr>
          <p:nvPr/>
        </p:nvSpPr>
        <p:spPr>
          <a:xfrm>
            <a:off x="842085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4293">
            <a:extLst>
              <a:ext uri="{FF2B5EF4-FFF2-40B4-BE49-F238E27FC236}">
                <a16:creationId xmlns:a16="http://schemas.microsoft.com/office/drawing/2014/main" id="{CEE0A01B-01A1-48D4-883F-66E0DA014D0F}"/>
              </a:ext>
            </a:extLst>
          </p:cNvPr>
          <p:cNvSpPr>
            <a:spLocks noGrp="1"/>
          </p:cNvSpPr>
          <p:nvPr/>
        </p:nvSpPr>
        <p:spPr>
          <a:xfrm>
            <a:off x="833789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4294">
            <a:extLst>
              <a:ext uri="{FF2B5EF4-FFF2-40B4-BE49-F238E27FC236}">
                <a16:creationId xmlns:a16="http://schemas.microsoft.com/office/drawing/2014/main" id="{D2C63960-9EB6-4C93-99DA-E20A7CBBA037}"/>
              </a:ext>
            </a:extLst>
          </p:cNvPr>
          <p:cNvSpPr>
            <a:spLocks noGrp="1"/>
          </p:cNvSpPr>
          <p:nvPr/>
        </p:nvSpPr>
        <p:spPr>
          <a:xfrm>
            <a:off x="843781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4295">
            <a:extLst>
              <a:ext uri="{FF2B5EF4-FFF2-40B4-BE49-F238E27FC236}">
                <a16:creationId xmlns:a16="http://schemas.microsoft.com/office/drawing/2014/main" id="{049F7F01-1A7A-4CB9-8549-FFEDAD2BD03E}"/>
              </a:ext>
            </a:extLst>
          </p:cNvPr>
          <p:cNvSpPr>
            <a:spLocks noGrp="1"/>
          </p:cNvSpPr>
          <p:nvPr/>
        </p:nvSpPr>
        <p:spPr>
          <a:xfrm>
            <a:off x="87745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4296">
            <a:extLst>
              <a:ext uri="{FF2B5EF4-FFF2-40B4-BE49-F238E27FC236}">
                <a16:creationId xmlns:a16="http://schemas.microsoft.com/office/drawing/2014/main" id="{B18425D1-D60D-4091-8655-97509D9D0BB4}"/>
              </a:ext>
            </a:extLst>
          </p:cNvPr>
          <p:cNvSpPr>
            <a:spLocks noGrp="1"/>
          </p:cNvSpPr>
          <p:nvPr/>
        </p:nvSpPr>
        <p:spPr>
          <a:xfrm>
            <a:off x="87212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4297">
            <a:extLst>
              <a:ext uri="{FF2B5EF4-FFF2-40B4-BE49-F238E27FC236}">
                <a16:creationId xmlns:a16="http://schemas.microsoft.com/office/drawing/2014/main" id="{BD08BFFC-B79C-4409-8086-EF2EA727F9FF}"/>
              </a:ext>
            </a:extLst>
          </p:cNvPr>
          <p:cNvSpPr>
            <a:spLocks noGrp="1"/>
          </p:cNvSpPr>
          <p:nvPr/>
        </p:nvSpPr>
        <p:spPr>
          <a:xfrm>
            <a:off x="87776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4298">
            <a:extLst>
              <a:ext uri="{FF2B5EF4-FFF2-40B4-BE49-F238E27FC236}">
                <a16:creationId xmlns:a16="http://schemas.microsoft.com/office/drawing/2014/main" id="{936A750C-B8A1-43D4-A82D-1CA5EBE9C95F}"/>
              </a:ext>
            </a:extLst>
          </p:cNvPr>
          <p:cNvSpPr>
            <a:spLocks noGrp="1"/>
          </p:cNvSpPr>
          <p:nvPr/>
        </p:nvSpPr>
        <p:spPr>
          <a:xfrm>
            <a:off x="87511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4299">
            <a:extLst>
              <a:ext uri="{FF2B5EF4-FFF2-40B4-BE49-F238E27FC236}">
                <a16:creationId xmlns:a16="http://schemas.microsoft.com/office/drawing/2014/main" id="{65948AF6-824A-45FA-958C-5D7D5E5FCB25}"/>
              </a:ext>
            </a:extLst>
          </p:cNvPr>
          <p:cNvSpPr>
            <a:spLocks noGrp="1"/>
          </p:cNvSpPr>
          <p:nvPr/>
        </p:nvSpPr>
        <p:spPr>
          <a:xfrm>
            <a:off x="8784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4300">
            <a:extLst>
              <a:ext uri="{FF2B5EF4-FFF2-40B4-BE49-F238E27FC236}">
                <a16:creationId xmlns:a16="http://schemas.microsoft.com/office/drawing/2014/main" id="{3E3A7C59-19AB-489F-AACE-CFC6C95D3004}"/>
              </a:ext>
            </a:extLst>
          </p:cNvPr>
          <p:cNvSpPr>
            <a:spLocks noGrp="1"/>
          </p:cNvSpPr>
          <p:nvPr/>
        </p:nvSpPr>
        <p:spPr>
          <a:xfrm>
            <a:off x="888885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4301">
            <a:extLst>
              <a:ext uri="{FF2B5EF4-FFF2-40B4-BE49-F238E27FC236}">
                <a16:creationId xmlns:a16="http://schemas.microsoft.com/office/drawing/2014/main" id="{A1085F53-3503-4B05-8FD7-E7B57DF5DAD0}"/>
              </a:ext>
            </a:extLst>
          </p:cNvPr>
          <p:cNvSpPr>
            <a:spLocks noGrp="1"/>
          </p:cNvSpPr>
          <p:nvPr/>
        </p:nvSpPr>
        <p:spPr>
          <a:xfrm>
            <a:off x="88301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4302">
            <a:extLst>
              <a:ext uri="{FF2B5EF4-FFF2-40B4-BE49-F238E27FC236}">
                <a16:creationId xmlns:a16="http://schemas.microsoft.com/office/drawing/2014/main" id="{E62E932E-CAD8-42A6-835C-BD9FC49FDA1C}"/>
              </a:ext>
            </a:extLst>
          </p:cNvPr>
          <p:cNvSpPr>
            <a:spLocks noGrp="1"/>
          </p:cNvSpPr>
          <p:nvPr/>
        </p:nvSpPr>
        <p:spPr>
          <a:xfrm>
            <a:off x="8725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4303">
            <a:extLst>
              <a:ext uri="{FF2B5EF4-FFF2-40B4-BE49-F238E27FC236}">
                <a16:creationId xmlns:a16="http://schemas.microsoft.com/office/drawing/2014/main" id="{D244578A-1A49-4B01-96AA-2B01DDA0FF00}"/>
              </a:ext>
            </a:extLst>
          </p:cNvPr>
          <p:cNvSpPr>
            <a:spLocks noGrp="1"/>
          </p:cNvSpPr>
          <p:nvPr/>
        </p:nvSpPr>
        <p:spPr>
          <a:xfrm>
            <a:off x="882104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4304">
            <a:extLst>
              <a:ext uri="{FF2B5EF4-FFF2-40B4-BE49-F238E27FC236}">
                <a16:creationId xmlns:a16="http://schemas.microsoft.com/office/drawing/2014/main" id="{8A10C9D5-4835-43BD-B2F5-A4F523BACA50}"/>
              </a:ext>
            </a:extLst>
          </p:cNvPr>
          <p:cNvSpPr>
            <a:spLocks noGrp="1"/>
          </p:cNvSpPr>
          <p:nvPr/>
        </p:nvSpPr>
        <p:spPr>
          <a:xfrm>
            <a:off x="874555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4305">
            <a:extLst>
              <a:ext uri="{FF2B5EF4-FFF2-40B4-BE49-F238E27FC236}">
                <a16:creationId xmlns:a16="http://schemas.microsoft.com/office/drawing/2014/main" id="{32249DF8-578C-42EC-900A-D59B990F7BDC}"/>
              </a:ext>
            </a:extLst>
          </p:cNvPr>
          <p:cNvSpPr>
            <a:spLocks noGrp="1"/>
          </p:cNvSpPr>
          <p:nvPr/>
        </p:nvSpPr>
        <p:spPr>
          <a:xfrm>
            <a:off x="87861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4306">
            <a:extLst>
              <a:ext uri="{FF2B5EF4-FFF2-40B4-BE49-F238E27FC236}">
                <a16:creationId xmlns:a16="http://schemas.microsoft.com/office/drawing/2014/main" id="{8FEE7187-290C-407E-B72A-B2AD381BCF5C}"/>
              </a:ext>
            </a:extLst>
          </p:cNvPr>
          <p:cNvSpPr>
            <a:spLocks noGrp="1"/>
          </p:cNvSpPr>
          <p:nvPr/>
        </p:nvSpPr>
        <p:spPr>
          <a:xfrm>
            <a:off x="87394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4307">
            <a:extLst>
              <a:ext uri="{FF2B5EF4-FFF2-40B4-BE49-F238E27FC236}">
                <a16:creationId xmlns:a16="http://schemas.microsoft.com/office/drawing/2014/main" id="{B4843C35-D087-4509-9139-5928C202DE25}"/>
              </a:ext>
            </a:extLst>
          </p:cNvPr>
          <p:cNvSpPr>
            <a:spLocks noGrp="1"/>
          </p:cNvSpPr>
          <p:nvPr/>
        </p:nvSpPr>
        <p:spPr>
          <a:xfrm>
            <a:off x="8907452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4308">
            <a:extLst>
              <a:ext uri="{FF2B5EF4-FFF2-40B4-BE49-F238E27FC236}">
                <a16:creationId xmlns:a16="http://schemas.microsoft.com/office/drawing/2014/main" id="{8B367B93-80B5-4B7D-B639-A9990681164F}"/>
              </a:ext>
            </a:extLst>
          </p:cNvPr>
          <p:cNvSpPr>
            <a:spLocks noGrp="1"/>
          </p:cNvSpPr>
          <p:nvPr/>
        </p:nvSpPr>
        <p:spPr>
          <a:xfrm>
            <a:off x="87513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4309">
            <a:extLst>
              <a:ext uri="{FF2B5EF4-FFF2-40B4-BE49-F238E27FC236}">
                <a16:creationId xmlns:a16="http://schemas.microsoft.com/office/drawing/2014/main" id="{EBFDA472-ADD8-4E78-A4BF-E862925C9843}"/>
              </a:ext>
            </a:extLst>
          </p:cNvPr>
          <p:cNvSpPr>
            <a:spLocks noGrp="1"/>
          </p:cNvSpPr>
          <p:nvPr/>
        </p:nvSpPr>
        <p:spPr>
          <a:xfrm>
            <a:off x="87570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4310">
            <a:extLst>
              <a:ext uri="{FF2B5EF4-FFF2-40B4-BE49-F238E27FC236}">
                <a16:creationId xmlns:a16="http://schemas.microsoft.com/office/drawing/2014/main" id="{F51B158D-BB72-4512-A1E1-96B399563C57}"/>
              </a:ext>
            </a:extLst>
          </p:cNvPr>
          <p:cNvSpPr>
            <a:spLocks noGrp="1"/>
          </p:cNvSpPr>
          <p:nvPr/>
        </p:nvSpPr>
        <p:spPr>
          <a:xfrm>
            <a:off x="88157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4311">
            <a:extLst>
              <a:ext uri="{FF2B5EF4-FFF2-40B4-BE49-F238E27FC236}">
                <a16:creationId xmlns:a16="http://schemas.microsoft.com/office/drawing/2014/main" id="{0EE4C2DE-0AE0-4B52-8F66-12F81DF80AC4}"/>
              </a:ext>
            </a:extLst>
          </p:cNvPr>
          <p:cNvSpPr>
            <a:spLocks noGrp="1"/>
          </p:cNvSpPr>
          <p:nvPr/>
        </p:nvSpPr>
        <p:spPr>
          <a:xfrm>
            <a:off x="88727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4312">
            <a:extLst>
              <a:ext uri="{FF2B5EF4-FFF2-40B4-BE49-F238E27FC236}">
                <a16:creationId xmlns:a16="http://schemas.microsoft.com/office/drawing/2014/main" id="{E2C81ECA-9EE2-4BE2-90DB-404ED3000AD1}"/>
              </a:ext>
            </a:extLst>
          </p:cNvPr>
          <p:cNvSpPr>
            <a:spLocks noGrp="1"/>
          </p:cNvSpPr>
          <p:nvPr/>
        </p:nvSpPr>
        <p:spPr>
          <a:xfrm>
            <a:off x="88807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4313">
            <a:extLst>
              <a:ext uri="{FF2B5EF4-FFF2-40B4-BE49-F238E27FC236}">
                <a16:creationId xmlns:a16="http://schemas.microsoft.com/office/drawing/2014/main" id="{0DF953B9-820F-425A-8028-10BFADFD4C3E}"/>
              </a:ext>
            </a:extLst>
          </p:cNvPr>
          <p:cNvSpPr>
            <a:spLocks noGrp="1"/>
          </p:cNvSpPr>
          <p:nvPr/>
        </p:nvSpPr>
        <p:spPr>
          <a:xfrm>
            <a:off x="8759079" y="322112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4314">
            <a:extLst>
              <a:ext uri="{FF2B5EF4-FFF2-40B4-BE49-F238E27FC236}">
                <a16:creationId xmlns:a16="http://schemas.microsoft.com/office/drawing/2014/main" id="{05AA2264-C9DF-4125-962A-4983518A745C}"/>
              </a:ext>
            </a:extLst>
          </p:cNvPr>
          <p:cNvSpPr>
            <a:spLocks noGrp="1"/>
          </p:cNvSpPr>
          <p:nvPr/>
        </p:nvSpPr>
        <p:spPr>
          <a:xfrm>
            <a:off x="87255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4315">
            <a:extLst>
              <a:ext uri="{FF2B5EF4-FFF2-40B4-BE49-F238E27FC236}">
                <a16:creationId xmlns:a16="http://schemas.microsoft.com/office/drawing/2014/main" id="{1ACF6103-7348-4690-8AE7-66C749D8CD66}"/>
              </a:ext>
            </a:extLst>
          </p:cNvPr>
          <p:cNvSpPr>
            <a:spLocks noGrp="1"/>
          </p:cNvSpPr>
          <p:nvPr/>
        </p:nvSpPr>
        <p:spPr>
          <a:xfrm>
            <a:off x="88460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4316">
            <a:extLst>
              <a:ext uri="{FF2B5EF4-FFF2-40B4-BE49-F238E27FC236}">
                <a16:creationId xmlns:a16="http://schemas.microsoft.com/office/drawing/2014/main" id="{600116E3-D03E-476F-9676-D86E23B75703}"/>
              </a:ext>
            </a:extLst>
          </p:cNvPr>
          <p:cNvSpPr>
            <a:spLocks noGrp="1"/>
          </p:cNvSpPr>
          <p:nvPr/>
        </p:nvSpPr>
        <p:spPr>
          <a:xfrm>
            <a:off x="883022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4317">
            <a:extLst>
              <a:ext uri="{FF2B5EF4-FFF2-40B4-BE49-F238E27FC236}">
                <a16:creationId xmlns:a16="http://schemas.microsoft.com/office/drawing/2014/main" id="{A3DD0325-2477-493B-831D-6C914D9A0BCC}"/>
              </a:ext>
            </a:extLst>
          </p:cNvPr>
          <p:cNvSpPr>
            <a:spLocks noGrp="1"/>
          </p:cNvSpPr>
          <p:nvPr/>
        </p:nvSpPr>
        <p:spPr>
          <a:xfrm>
            <a:off x="891273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4318">
            <a:extLst>
              <a:ext uri="{FF2B5EF4-FFF2-40B4-BE49-F238E27FC236}">
                <a16:creationId xmlns:a16="http://schemas.microsoft.com/office/drawing/2014/main" id="{EE065E55-1336-4D53-978D-181BA3D23737}"/>
              </a:ext>
            </a:extLst>
          </p:cNvPr>
          <p:cNvSpPr>
            <a:spLocks noGrp="1"/>
          </p:cNvSpPr>
          <p:nvPr/>
        </p:nvSpPr>
        <p:spPr>
          <a:xfrm>
            <a:off x="88125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4319">
            <a:extLst>
              <a:ext uri="{FF2B5EF4-FFF2-40B4-BE49-F238E27FC236}">
                <a16:creationId xmlns:a16="http://schemas.microsoft.com/office/drawing/2014/main" id="{13FC4E99-1B68-4D76-9745-DF20A3AE5934}"/>
              </a:ext>
            </a:extLst>
          </p:cNvPr>
          <p:cNvSpPr>
            <a:spLocks noGrp="1"/>
          </p:cNvSpPr>
          <p:nvPr/>
        </p:nvSpPr>
        <p:spPr>
          <a:xfrm>
            <a:off x="8941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4320">
            <a:extLst>
              <a:ext uri="{FF2B5EF4-FFF2-40B4-BE49-F238E27FC236}">
                <a16:creationId xmlns:a16="http://schemas.microsoft.com/office/drawing/2014/main" id="{86BD2CBA-7FBF-4C16-BA49-660A50C95EB3}"/>
              </a:ext>
            </a:extLst>
          </p:cNvPr>
          <p:cNvSpPr>
            <a:spLocks noGrp="1"/>
          </p:cNvSpPr>
          <p:nvPr/>
        </p:nvSpPr>
        <p:spPr>
          <a:xfrm>
            <a:off x="88221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4321">
            <a:extLst>
              <a:ext uri="{FF2B5EF4-FFF2-40B4-BE49-F238E27FC236}">
                <a16:creationId xmlns:a16="http://schemas.microsoft.com/office/drawing/2014/main" id="{E38A2B80-016A-48E1-ABD5-FF09409727BE}"/>
              </a:ext>
            </a:extLst>
          </p:cNvPr>
          <p:cNvSpPr>
            <a:spLocks noGrp="1"/>
          </p:cNvSpPr>
          <p:nvPr/>
        </p:nvSpPr>
        <p:spPr>
          <a:xfrm>
            <a:off x="87925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4322">
            <a:extLst>
              <a:ext uri="{FF2B5EF4-FFF2-40B4-BE49-F238E27FC236}">
                <a16:creationId xmlns:a16="http://schemas.microsoft.com/office/drawing/2014/main" id="{05C93713-1234-4A40-8056-D07578777EF0}"/>
              </a:ext>
            </a:extLst>
          </p:cNvPr>
          <p:cNvSpPr>
            <a:spLocks noGrp="1"/>
          </p:cNvSpPr>
          <p:nvPr/>
        </p:nvSpPr>
        <p:spPr>
          <a:xfrm>
            <a:off x="8872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4323">
            <a:extLst>
              <a:ext uri="{FF2B5EF4-FFF2-40B4-BE49-F238E27FC236}">
                <a16:creationId xmlns:a16="http://schemas.microsoft.com/office/drawing/2014/main" id="{548E3B14-7BE0-4AA1-9175-072FD646CFFA}"/>
              </a:ext>
            </a:extLst>
          </p:cNvPr>
          <p:cNvSpPr>
            <a:spLocks noGrp="1"/>
          </p:cNvSpPr>
          <p:nvPr/>
        </p:nvSpPr>
        <p:spPr>
          <a:xfrm>
            <a:off x="87546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4324">
            <a:extLst>
              <a:ext uri="{FF2B5EF4-FFF2-40B4-BE49-F238E27FC236}">
                <a16:creationId xmlns:a16="http://schemas.microsoft.com/office/drawing/2014/main" id="{F276004E-3481-4DD1-87D3-7777AD086BA6}"/>
              </a:ext>
            </a:extLst>
          </p:cNvPr>
          <p:cNvSpPr>
            <a:spLocks noGrp="1"/>
          </p:cNvSpPr>
          <p:nvPr/>
        </p:nvSpPr>
        <p:spPr>
          <a:xfrm>
            <a:off x="88952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4325">
            <a:extLst>
              <a:ext uri="{FF2B5EF4-FFF2-40B4-BE49-F238E27FC236}">
                <a16:creationId xmlns:a16="http://schemas.microsoft.com/office/drawing/2014/main" id="{98783D96-A14B-4D03-A579-C7D253872BC1}"/>
              </a:ext>
            </a:extLst>
          </p:cNvPr>
          <p:cNvSpPr>
            <a:spLocks noGrp="1"/>
          </p:cNvSpPr>
          <p:nvPr/>
        </p:nvSpPr>
        <p:spPr>
          <a:xfrm>
            <a:off x="8844657" y="3698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4326">
            <a:extLst>
              <a:ext uri="{FF2B5EF4-FFF2-40B4-BE49-F238E27FC236}">
                <a16:creationId xmlns:a16="http://schemas.microsoft.com/office/drawing/2014/main" id="{A5267A7C-6478-4D6D-84A2-13320C7FDD34}"/>
              </a:ext>
            </a:extLst>
          </p:cNvPr>
          <p:cNvSpPr>
            <a:spLocks noGrp="1"/>
          </p:cNvSpPr>
          <p:nvPr/>
        </p:nvSpPr>
        <p:spPr>
          <a:xfrm>
            <a:off x="88313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4327">
            <a:extLst>
              <a:ext uri="{FF2B5EF4-FFF2-40B4-BE49-F238E27FC236}">
                <a16:creationId xmlns:a16="http://schemas.microsoft.com/office/drawing/2014/main" id="{44FCB83E-7EEF-4B56-BA0B-C29BA0CC06BE}"/>
              </a:ext>
            </a:extLst>
          </p:cNvPr>
          <p:cNvSpPr>
            <a:spLocks noGrp="1"/>
          </p:cNvSpPr>
          <p:nvPr/>
        </p:nvSpPr>
        <p:spPr>
          <a:xfrm>
            <a:off x="8857409" y="392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4328">
            <a:extLst>
              <a:ext uri="{FF2B5EF4-FFF2-40B4-BE49-F238E27FC236}">
                <a16:creationId xmlns:a16="http://schemas.microsoft.com/office/drawing/2014/main" id="{EB4DB03B-C533-4F89-AE55-67E5A45136C3}"/>
              </a:ext>
            </a:extLst>
          </p:cNvPr>
          <p:cNvSpPr>
            <a:spLocks noGrp="1"/>
          </p:cNvSpPr>
          <p:nvPr/>
        </p:nvSpPr>
        <p:spPr>
          <a:xfrm>
            <a:off x="89069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4329">
            <a:extLst>
              <a:ext uri="{FF2B5EF4-FFF2-40B4-BE49-F238E27FC236}">
                <a16:creationId xmlns:a16="http://schemas.microsoft.com/office/drawing/2014/main" id="{FFC22D40-D47A-46D3-B39D-D63BE276B6B0}"/>
              </a:ext>
            </a:extLst>
          </p:cNvPr>
          <p:cNvSpPr>
            <a:spLocks noGrp="1"/>
          </p:cNvSpPr>
          <p:nvPr/>
        </p:nvSpPr>
        <p:spPr>
          <a:xfrm>
            <a:off x="879489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4330">
            <a:extLst>
              <a:ext uri="{FF2B5EF4-FFF2-40B4-BE49-F238E27FC236}">
                <a16:creationId xmlns:a16="http://schemas.microsoft.com/office/drawing/2014/main" id="{88524989-019D-4203-8BDC-335C1F577AAE}"/>
              </a:ext>
            </a:extLst>
          </p:cNvPr>
          <p:cNvSpPr>
            <a:spLocks noGrp="1"/>
          </p:cNvSpPr>
          <p:nvPr/>
        </p:nvSpPr>
        <p:spPr>
          <a:xfrm>
            <a:off x="87714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4331">
            <a:extLst>
              <a:ext uri="{FF2B5EF4-FFF2-40B4-BE49-F238E27FC236}">
                <a16:creationId xmlns:a16="http://schemas.microsoft.com/office/drawing/2014/main" id="{0B71DBFB-08DC-43F3-AC9B-8E4BA24C0B4D}"/>
              </a:ext>
            </a:extLst>
          </p:cNvPr>
          <p:cNvSpPr>
            <a:spLocks noGrp="1"/>
          </p:cNvSpPr>
          <p:nvPr/>
        </p:nvSpPr>
        <p:spPr>
          <a:xfrm>
            <a:off x="8887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4332">
            <a:extLst>
              <a:ext uri="{FF2B5EF4-FFF2-40B4-BE49-F238E27FC236}">
                <a16:creationId xmlns:a16="http://schemas.microsoft.com/office/drawing/2014/main" id="{20FB336C-ED3B-4E1E-9028-310061DB81C0}"/>
              </a:ext>
            </a:extLst>
          </p:cNvPr>
          <p:cNvSpPr>
            <a:spLocks noGrp="1"/>
          </p:cNvSpPr>
          <p:nvPr/>
        </p:nvSpPr>
        <p:spPr>
          <a:xfrm>
            <a:off x="883848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4333">
            <a:extLst>
              <a:ext uri="{FF2B5EF4-FFF2-40B4-BE49-F238E27FC236}">
                <a16:creationId xmlns:a16="http://schemas.microsoft.com/office/drawing/2014/main" id="{6C56455B-D582-48F0-B27A-67503067201A}"/>
              </a:ext>
            </a:extLst>
          </p:cNvPr>
          <p:cNvSpPr>
            <a:spLocks noGrp="1"/>
          </p:cNvSpPr>
          <p:nvPr/>
        </p:nvSpPr>
        <p:spPr>
          <a:xfrm>
            <a:off x="88546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4334">
            <a:extLst>
              <a:ext uri="{FF2B5EF4-FFF2-40B4-BE49-F238E27FC236}">
                <a16:creationId xmlns:a16="http://schemas.microsoft.com/office/drawing/2014/main" id="{7486E1DB-85EC-4280-A840-AB86749EC574}"/>
              </a:ext>
            </a:extLst>
          </p:cNvPr>
          <p:cNvSpPr>
            <a:spLocks noGrp="1"/>
          </p:cNvSpPr>
          <p:nvPr/>
        </p:nvSpPr>
        <p:spPr>
          <a:xfrm>
            <a:off x="87193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4335">
            <a:extLst>
              <a:ext uri="{FF2B5EF4-FFF2-40B4-BE49-F238E27FC236}">
                <a16:creationId xmlns:a16="http://schemas.microsoft.com/office/drawing/2014/main" id="{7B659FEA-3417-47D5-84C1-8F7D6664590E}"/>
              </a:ext>
            </a:extLst>
          </p:cNvPr>
          <p:cNvSpPr>
            <a:spLocks noGrp="1"/>
          </p:cNvSpPr>
          <p:nvPr/>
        </p:nvSpPr>
        <p:spPr>
          <a:xfrm>
            <a:off x="8866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4336">
            <a:extLst>
              <a:ext uri="{FF2B5EF4-FFF2-40B4-BE49-F238E27FC236}">
                <a16:creationId xmlns:a16="http://schemas.microsoft.com/office/drawing/2014/main" id="{EA983786-FBD7-42D0-A787-3B31E489EF9A}"/>
              </a:ext>
            </a:extLst>
          </p:cNvPr>
          <p:cNvSpPr>
            <a:spLocks noGrp="1"/>
          </p:cNvSpPr>
          <p:nvPr/>
        </p:nvSpPr>
        <p:spPr>
          <a:xfrm>
            <a:off x="89006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4337">
            <a:extLst>
              <a:ext uri="{FF2B5EF4-FFF2-40B4-BE49-F238E27FC236}">
                <a16:creationId xmlns:a16="http://schemas.microsoft.com/office/drawing/2014/main" id="{010C7F6C-033C-4CFC-AAE0-94D3FB6DE372}"/>
              </a:ext>
            </a:extLst>
          </p:cNvPr>
          <p:cNvSpPr>
            <a:spLocks noGrp="1"/>
          </p:cNvSpPr>
          <p:nvPr/>
        </p:nvSpPr>
        <p:spPr>
          <a:xfrm>
            <a:off x="87325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4338">
            <a:extLst>
              <a:ext uri="{FF2B5EF4-FFF2-40B4-BE49-F238E27FC236}">
                <a16:creationId xmlns:a16="http://schemas.microsoft.com/office/drawing/2014/main" id="{E262A238-1B31-4572-A675-CA9DD2B37E45}"/>
              </a:ext>
            </a:extLst>
          </p:cNvPr>
          <p:cNvSpPr>
            <a:spLocks noGrp="1"/>
          </p:cNvSpPr>
          <p:nvPr/>
        </p:nvSpPr>
        <p:spPr>
          <a:xfrm>
            <a:off x="879518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4339">
            <a:extLst>
              <a:ext uri="{FF2B5EF4-FFF2-40B4-BE49-F238E27FC236}">
                <a16:creationId xmlns:a16="http://schemas.microsoft.com/office/drawing/2014/main" id="{810ED403-064B-4564-BD9F-C692BA19F11C}"/>
              </a:ext>
            </a:extLst>
          </p:cNvPr>
          <p:cNvSpPr>
            <a:spLocks noGrp="1"/>
          </p:cNvSpPr>
          <p:nvPr/>
        </p:nvSpPr>
        <p:spPr>
          <a:xfrm>
            <a:off x="8914692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4340">
            <a:extLst>
              <a:ext uri="{FF2B5EF4-FFF2-40B4-BE49-F238E27FC236}">
                <a16:creationId xmlns:a16="http://schemas.microsoft.com/office/drawing/2014/main" id="{8F25065A-A085-4DB5-9832-6A71093F6419}"/>
              </a:ext>
            </a:extLst>
          </p:cNvPr>
          <p:cNvSpPr>
            <a:spLocks noGrp="1"/>
          </p:cNvSpPr>
          <p:nvPr/>
        </p:nvSpPr>
        <p:spPr>
          <a:xfrm>
            <a:off x="87425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4341">
            <a:extLst>
              <a:ext uri="{FF2B5EF4-FFF2-40B4-BE49-F238E27FC236}">
                <a16:creationId xmlns:a16="http://schemas.microsoft.com/office/drawing/2014/main" id="{0206BF92-6D27-4D78-B070-13E653CAF5BD}"/>
              </a:ext>
            </a:extLst>
          </p:cNvPr>
          <p:cNvSpPr>
            <a:spLocks noGrp="1"/>
          </p:cNvSpPr>
          <p:nvPr/>
        </p:nvSpPr>
        <p:spPr>
          <a:xfrm>
            <a:off x="88043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4342">
            <a:extLst>
              <a:ext uri="{FF2B5EF4-FFF2-40B4-BE49-F238E27FC236}">
                <a16:creationId xmlns:a16="http://schemas.microsoft.com/office/drawing/2014/main" id="{D8CEBA29-F9D3-4FAC-8E2E-C2F73CEF97FC}"/>
              </a:ext>
            </a:extLst>
          </p:cNvPr>
          <p:cNvSpPr>
            <a:spLocks noGrp="1"/>
          </p:cNvSpPr>
          <p:nvPr/>
        </p:nvSpPr>
        <p:spPr>
          <a:xfrm>
            <a:off x="8816570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4343">
            <a:extLst>
              <a:ext uri="{FF2B5EF4-FFF2-40B4-BE49-F238E27FC236}">
                <a16:creationId xmlns:a16="http://schemas.microsoft.com/office/drawing/2014/main" id="{7CD99C6F-55A6-44C5-A554-5FE31F799F47}"/>
              </a:ext>
            </a:extLst>
          </p:cNvPr>
          <p:cNvSpPr>
            <a:spLocks noGrp="1"/>
          </p:cNvSpPr>
          <p:nvPr/>
        </p:nvSpPr>
        <p:spPr>
          <a:xfrm>
            <a:off x="88444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4344">
            <a:extLst>
              <a:ext uri="{FF2B5EF4-FFF2-40B4-BE49-F238E27FC236}">
                <a16:creationId xmlns:a16="http://schemas.microsoft.com/office/drawing/2014/main" id="{DB4F1E8F-AB8D-4AD6-A2F5-12C1144BFCE2}"/>
              </a:ext>
            </a:extLst>
          </p:cNvPr>
          <p:cNvSpPr>
            <a:spLocks noGrp="1"/>
          </p:cNvSpPr>
          <p:nvPr/>
        </p:nvSpPr>
        <p:spPr>
          <a:xfrm>
            <a:off x="88410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4345">
            <a:extLst>
              <a:ext uri="{FF2B5EF4-FFF2-40B4-BE49-F238E27FC236}">
                <a16:creationId xmlns:a16="http://schemas.microsoft.com/office/drawing/2014/main" id="{BCF72C56-96CD-46A9-919A-F0F2981E8C01}"/>
              </a:ext>
            </a:extLst>
          </p:cNvPr>
          <p:cNvSpPr>
            <a:spLocks noGrp="1"/>
          </p:cNvSpPr>
          <p:nvPr/>
        </p:nvSpPr>
        <p:spPr>
          <a:xfrm>
            <a:off x="8863614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4346">
            <a:extLst>
              <a:ext uri="{FF2B5EF4-FFF2-40B4-BE49-F238E27FC236}">
                <a16:creationId xmlns:a16="http://schemas.microsoft.com/office/drawing/2014/main" id="{2BD9E3AF-FA79-40BB-A6DD-67C8A072B008}"/>
              </a:ext>
            </a:extLst>
          </p:cNvPr>
          <p:cNvSpPr>
            <a:spLocks noGrp="1"/>
          </p:cNvSpPr>
          <p:nvPr/>
        </p:nvSpPr>
        <p:spPr>
          <a:xfrm>
            <a:off x="89238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4347">
            <a:extLst>
              <a:ext uri="{FF2B5EF4-FFF2-40B4-BE49-F238E27FC236}">
                <a16:creationId xmlns:a16="http://schemas.microsoft.com/office/drawing/2014/main" id="{BC0E376D-93E8-47BC-98E9-777C3744A3AF}"/>
              </a:ext>
            </a:extLst>
          </p:cNvPr>
          <p:cNvSpPr>
            <a:spLocks noGrp="1"/>
          </p:cNvSpPr>
          <p:nvPr/>
        </p:nvSpPr>
        <p:spPr>
          <a:xfrm>
            <a:off x="8846522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4348">
            <a:extLst>
              <a:ext uri="{FF2B5EF4-FFF2-40B4-BE49-F238E27FC236}">
                <a16:creationId xmlns:a16="http://schemas.microsoft.com/office/drawing/2014/main" id="{B6724936-CBE8-402F-BDFC-0C85F06C44A1}"/>
              </a:ext>
            </a:extLst>
          </p:cNvPr>
          <p:cNvSpPr>
            <a:spLocks noGrp="1"/>
          </p:cNvSpPr>
          <p:nvPr/>
        </p:nvSpPr>
        <p:spPr>
          <a:xfrm>
            <a:off x="87727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4349">
            <a:extLst>
              <a:ext uri="{FF2B5EF4-FFF2-40B4-BE49-F238E27FC236}">
                <a16:creationId xmlns:a16="http://schemas.microsoft.com/office/drawing/2014/main" id="{4BBEE6C1-E25A-431F-9B50-F2BDE7349ED9}"/>
              </a:ext>
            </a:extLst>
          </p:cNvPr>
          <p:cNvSpPr>
            <a:spLocks noGrp="1"/>
          </p:cNvSpPr>
          <p:nvPr/>
        </p:nvSpPr>
        <p:spPr>
          <a:xfrm>
            <a:off x="892884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4350">
            <a:extLst>
              <a:ext uri="{FF2B5EF4-FFF2-40B4-BE49-F238E27FC236}">
                <a16:creationId xmlns:a16="http://schemas.microsoft.com/office/drawing/2014/main" id="{75C5D19D-2288-4CB6-B36D-F357B678A0B4}"/>
              </a:ext>
            </a:extLst>
          </p:cNvPr>
          <p:cNvSpPr>
            <a:spLocks noGrp="1"/>
          </p:cNvSpPr>
          <p:nvPr/>
        </p:nvSpPr>
        <p:spPr>
          <a:xfrm>
            <a:off x="88241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4351">
            <a:extLst>
              <a:ext uri="{FF2B5EF4-FFF2-40B4-BE49-F238E27FC236}">
                <a16:creationId xmlns:a16="http://schemas.microsoft.com/office/drawing/2014/main" id="{A5C9CA20-4331-47FA-A378-206CA0A93243}"/>
              </a:ext>
            </a:extLst>
          </p:cNvPr>
          <p:cNvSpPr>
            <a:spLocks noGrp="1"/>
          </p:cNvSpPr>
          <p:nvPr/>
        </p:nvSpPr>
        <p:spPr>
          <a:xfrm>
            <a:off x="88848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4352">
            <a:extLst>
              <a:ext uri="{FF2B5EF4-FFF2-40B4-BE49-F238E27FC236}">
                <a16:creationId xmlns:a16="http://schemas.microsoft.com/office/drawing/2014/main" id="{BBDFEDD6-54B3-4204-AACC-9D61C6B125C8}"/>
              </a:ext>
            </a:extLst>
          </p:cNvPr>
          <p:cNvSpPr>
            <a:spLocks noGrp="1"/>
          </p:cNvSpPr>
          <p:nvPr/>
        </p:nvSpPr>
        <p:spPr>
          <a:xfrm>
            <a:off x="87829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4353">
            <a:extLst>
              <a:ext uri="{FF2B5EF4-FFF2-40B4-BE49-F238E27FC236}">
                <a16:creationId xmlns:a16="http://schemas.microsoft.com/office/drawing/2014/main" id="{81CD3E04-D5D4-43FD-A8D5-3AB9775D67F9}"/>
              </a:ext>
            </a:extLst>
          </p:cNvPr>
          <p:cNvSpPr>
            <a:spLocks noGrp="1"/>
          </p:cNvSpPr>
          <p:nvPr/>
        </p:nvSpPr>
        <p:spPr>
          <a:xfrm>
            <a:off x="88111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4354">
            <a:extLst>
              <a:ext uri="{FF2B5EF4-FFF2-40B4-BE49-F238E27FC236}">
                <a16:creationId xmlns:a16="http://schemas.microsoft.com/office/drawing/2014/main" id="{A045CE95-EECC-4578-8011-406A57CA630A}"/>
              </a:ext>
            </a:extLst>
          </p:cNvPr>
          <p:cNvSpPr>
            <a:spLocks noGrp="1"/>
          </p:cNvSpPr>
          <p:nvPr/>
        </p:nvSpPr>
        <p:spPr>
          <a:xfrm>
            <a:off x="88648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4355">
            <a:extLst>
              <a:ext uri="{FF2B5EF4-FFF2-40B4-BE49-F238E27FC236}">
                <a16:creationId xmlns:a16="http://schemas.microsoft.com/office/drawing/2014/main" id="{8DAE555B-FDC7-4E18-86AB-1914E540BF18}"/>
              </a:ext>
            </a:extLst>
          </p:cNvPr>
          <p:cNvSpPr>
            <a:spLocks noGrp="1"/>
          </p:cNvSpPr>
          <p:nvPr/>
        </p:nvSpPr>
        <p:spPr>
          <a:xfrm>
            <a:off x="8853447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4356">
            <a:extLst>
              <a:ext uri="{FF2B5EF4-FFF2-40B4-BE49-F238E27FC236}">
                <a16:creationId xmlns:a16="http://schemas.microsoft.com/office/drawing/2014/main" id="{BE8E2855-4210-497F-B500-615B3CC22BE0}"/>
              </a:ext>
            </a:extLst>
          </p:cNvPr>
          <p:cNvSpPr>
            <a:spLocks noGrp="1"/>
          </p:cNvSpPr>
          <p:nvPr/>
        </p:nvSpPr>
        <p:spPr>
          <a:xfrm>
            <a:off x="881350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4357">
            <a:extLst>
              <a:ext uri="{FF2B5EF4-FFF2-40B4-BE49-F238E27FC236}">
                <a16:creationId xmlns:a16="http://schemas.microsoft.com/office/drawing/2014/main" id="{C1F77B8F-8185-46E3-A259-F0FE1409F5AF}"/>
              </a:ext>
            </a:extLst>
          </p:cNvPr>
          <p:cNvSpPr>
            <a:spLocks noGrp="1"/>
          </p:cNvSpPr>
          <p:nvPr/>
        </p:nvSpPr>
        <p:spPr>
          <a:xfrm>
            <a:off x="87932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4358">
            <a:extLst>
              <a:ext uri="{FF2B5EF4-FFF2-40B4-BE49-F238E27FC236}">
                <a16:creationId xmlns:a16="http://schemas.microsoft.com/office/drawing/2014/main" id="{30A72CAE-E769-4AC6-B39C-6163F06D4DCE}"/>
              </a:ext>
            </a:extLst>
          </p:cNvPr>
          <p:cNvSpPr>
            <a:spLocks noGrp="1"/>
          </p:cNvSpPr>
          <p:nvPr/>
        </p:nvSpPr>
        <p:spPr>
          <a:xfrm>
            <a:off x="888233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4359">
            <a:extLst>
              <a:ext uri="{FF2B5EF4-FFF2-40B4-BE49-F238E27FC236}">
                <a16:creationId xmlns:a16="http://schemas.microsoft.com/office/drawing/2014/main" id="{D2565AA1-2F53-414F-A135-FA27828A97D4}"/>
              </a:ext>
            </a:extLst>
          </p:cNvPr>
          <p:cNvSpPr>
            <a:spLocks noGrp="1"/>
          </p:cNvSpPr>
          <p:nvPr/>
        </p:nvSpPr>
        <p:spPr>
          <a:xfrm>
            <a:off x="87355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4360">
            <a:extLst>
              <a:ext uri="{FF2B5EF4-FFF2-40B4-BE49-F238E27FC236}">
                <a16:creationId xmlns:a16="http://schemas.microsoft.com/office/drawing/2014/main" id="{C138CC5E-C539-4B36-B10C-02C0DADC8FAE}"/>
              </a:ext>
            </a:extLst>
          </p:cNvPr>
          <p:cNvSpPr>
            <a:spLocks noGrp="1"/>
          </p:cNvSpPr>
          <p:nvPr/>
        </p:nvSpPr>
        <p:spPr>
          <a:xfrm>
            <a:off x="88646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4361">
            <a:extLst>
              <a:ext uri="{FF2B5EF4-FFF2-40B4-BE49-F238E27FC236}">
                <a16:creationId xmlns:a16="http://schemas.microsoft.com/office/drawing/2014/main" id="{5CC6910A-4D67-408F-AD1D-8646580E390B}"/>
              </a:ext>
            </a:extLst>
          </p:cNvPr>
          <p:cNvSpPr>
            <a:spLocks noGrp="1"/>
          </p:cNvSpPr>
          <p:nvPr/>
        </p:nvSpPr>
        <p:spPr>
          <a:xfrm>
            <a:off x="87682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4362">
            <a:extLst>
              <a:ext uri="{FF2B5EF4-FFF2-40B4-BE49-F238E27FC236}">
                <a16:creationId xmlns:a16="http://schemas.microsoft.com/office/drawing/2014/main" id="{A8A8BED4-32C8-45F6-B48A-9968C0A09BFE}"/>
              </a:ext>
            </a:extLst>
          </p:cNvPr>
          <p:cNvSpPr>
            <a:spLocks noGrp="1"/>
          </p:cNvSpPr>
          <p:nvPr/>
        </p:nvSpPr>
        <p:spPr>
          <a:xfrm>
            <a:off x="8900082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4363">
            <a:extLst>
              <a:ext uri="{FF2B5EF4-FFF2-40B4-BE49-F238E27FC236}">
                <a16:creationId xmlns:a16="http://schemas.microsoft.com/office/drawing/2014/main" id="{CB0F02D8-E55F-4FD1-87B3-FF548C5AA622}"/>
              </a:ext>
            </a:extLst>
          </p:cNvPr>
          <p:cNvSpPr>
            <a:spLocks noGrp="1"/>
          </p:cNvSpPr>
          <p:nvPr/>
        </p:nvSpPr>
        <p:spPr>
          <a:xfrm>
            <a:off x="88884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4364">
            <a:extLst>
              <a:ext uri="{FF2B5EF4-FFF2-40B4-BE49-F238E27FC236}">
                <a16:creationId xmlns:a16="http://schemas.microsoft.com/office/drawing/2014/main" id="{AF44BBCF-B8A0-4491-9B55-777AAB72527B}"/>
              </a:ext>
            </a:extLst>
          </p:cNvPr>
          <p:cNvSpPr>
            <a:spLocks noGrp="1"/>
          </p:cNvSpPr>
          <p:nvPr/>
        </p:nvSpPr>
        <p:spPr>
          <a:xfrm>
            <a:off x="8932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4365">
            <a:extLst>
              <a:ext uri="{FF2B5EF4-FFF2-40B4-BE49-F238E27FC236}">
                <a16:creationId xmlns:a16="http://schemas.microsoft.com/office/drawing/2014/main" id="{6CC77A9D-114D-459D-AEFB-0DF9070EF38B}"/>
              </a:ext>
            </a:extLst>
          </p:cNvPr>
          <p:cNvSpPr>
            <a:spLocks noGrp="1"/>
          </p:cNvSpPr>
          <p:nvPr/>
        </p:nvSpPr>
        <p:spPr>
          <a:xfrm>
            <a:off x="88101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4366">
            <a:extLst>
              <a:ext uri="{FF2B5EF4-FFF2-40B4-BE49-F238E27FC236}">
                <a16:creationId xmlns:a16="http://schemas.microsoft.com/office/drawing/2014/main" id="{478FB52F-881C-4305-9AB2-A1401E126614}"/>
              </a:ext>
            </a:extLst>
          </p:cNvPr>
          <p:cNvSpPr>
            <a:spLocks noGrp="1"/>
          </p:cNvSpPr>
          <p:nvPr/>
        </p:nvSpPr>
        <p:spPr>
          <a:xfrm>
            <a:off x="8839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4367">
            <a:extLst>
              <a:ext uri="{FF2B5EF4-FFF2-40B4-BE49-F238E27FC236}">
                <a16:creationId xmlns:a16="http://schemas.microsoft.com/office/drawing/2014/main" id="{C3D5BDC1-6A05-4ABA-B149-FB3C53850C4E}"/>
              </a:ext>
            </a:extLst>
          </p:cNvPr>
          <p:cNvSpPr>
            <a:spLocks noGrp="1"/>
          </p:cNvSpPr>
          <p:nvPr/>
        </p:nvSpPr>
        <p:spPr>
          <a:xfrm>
            <a:off x="887339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4368">
            <a:extLst>
              <a:ext uri="{FF2B5EF4-FFF2-40B4-BE49-F238E27FC236}">
                <a16:creationId xmlns:a16="http://schemas.microsoft.com/office/drawing/2014/main" id="{7FFD60CA-AAC7-4813-88DE-BD5ACD03E643}"/>
              </a:ext>
            </a:extLst>
          </p:cNvPr>
          <p:cNvSpPr>
            <a:spLocks noGrp="1"/>
          </p:cNvSpPr>
          <p:nvPr/>
        </p:nvSpPr>
        <p:spPr>
          <a:xfrm>
            <a:off x="88876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4369">
            <a:extLst>
              <a:ext uri="{FF2B5EF4-FFF2-40B4-BE49-F238E27FC236}">
                <a16:creationId xmlns:a16="http://schemas.microsoft.com/office/drawing/2014/main" id="{49640194-BBF8-4E77-B147-AC051E9B3357}"/>
              </a:ext>
            </a:extLst>
          </p:cNvPr>
          <p:cNvSpPr>
            <a:spLocks noGrp="1"/>
          </p:cNvSpPr>
          <p:nvPr/>
        </p:nvSpPr>
        <p:spPr>
          <a:xfrm>
            <a:off x="877067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4370">
            <a:extLst>
              <a:ext uri="{FF2B5EF4-FFF2-40B4-BE49-F238E27FC236}">
                <a16:creationId xmlns:a16="http://schemas.microsoft.com/office/drawing/2014/main" id="{2ED1BB4F-9CD2-4D01-983E-F2C731843663}"/>
              </a:ext>
            </a:extLst>
          </p:cNvPr>
          <p:cNvSpPr>
            <a:spLocks noGrp="1"/>
          </p:cNvSpPr>
          <p:nvPr/>
        </p:nvSpPr>
        <p:spPr>
          <a:xfrm>
            <a:off x="8819993" y="388593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4371">
            <a:extLst>
              <a:ext uri="{FF2B5EF4-FFF2-40B4-BE49-F238E27FC236}">
                <a16:creationId xmlns:a16="http://schemas.microsoft.com/office/drawing/2014/main" id="{B5F843DC-5AFE-4C69-866E-875E45482145}"/>
              </a:ext>
            </a:extLst>
          </p:cNvPr>
          <p:cNvSpPr>
            <a:spLocks noGrp="1"/>
          </p:cNvSpPr>
          <p:nvPr/>
        </p:nvSpPr>
        <p:spPr>
          <a:xfrm>
            <a:off x="8802994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4372">
            <a:extLst>
              <a:ext uri="{FF2B5EF4-FFF2-40B4-BE49-F238E27FC236}">
                <a16:creationId xmlns:a16="http://schemas.microsoft.com/office/drawing/2014/main" id="{03A9A72C-38F7-4168-AD0B-82FF8FFE6880}"/>
              </a:ext>
            </a:extLst>
          </p:cNvPr>
          <p:cNvSpPr>
            <a:spLocks noGrp="1"/>
          </p:cNvSpPr>
          <p:nvPr/>
        </p:nvSpPr>
        <p:spPr>
          <a:xfrm>
            <a:off x="87416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4373">
            <a:extLst>
              <a:ext uri="{FF2B5EF4-FFF2-40B4-BE49-F238E27FC236}">
                <a16:creationId xmlns:a16="http://schemas.microsoft.com/office/drawing/2014/main" id="{426E9351-0D78-4043-AB10-D8C64EEB751C}"/>
              </a:ext>
            </a:extLst>
          </p:cNvPr>
          <p:cNvSpPr>
            <a:spLocks noGrp="1"/>
          </p:cNvSpPr>
          <p:nvPr/>
        </p:nvSpPr>
        <p:spPr>
          <a:xfrm>
            <a:off x="87435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4374">
            <a:extLst>
              <a:ext uri="{FF2B5EF4-FFF2-40B4-BE49-F238E27FC236}">
                <a16:creationId xmlns:a16="http://schemas.microsoft.com/office/drawing/2014/main" id="{E07B8548-E7F6-448B-9EEE-9237C888E400}"/>
              </a:ext>
            </a:extLst>
          </p:cNvPr>
          <p:cNvSpPr>
            <a:spLocks noGrp="1"/>
          </p:cNvSpPr>
          <p:nvPr/>
        </p:nvSpPr>
        <p:spPr>
          <a:xfrm>
            <a:off x="87982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4375">
            <a:extLst>
              <a:ext uri="{FF2B5EF4-FFF2-40B4-BE49-F238E27FC236}">
                <a16:creationId xmlns:a16="http://schemas.microsoft.com/office/drawing/2014/main" id="{1CA5B5D9-0762-493C-8C89-4C0E0FB4599A}"/>
              </a:ext>
            </a:extLst>
          </p:cNvPr>
          <p:cNvSpPr>
            <a:spLocks noGrp="1"/>
          </p:cNvSpPr>
          <p:nvPr/>
        </p:nvSpPr>
        <p:spPr>
          <a:xfrm>
            <a:off x="8925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4376">
            <a:extLst>
              <a:ext uri="{FF2B5EF4-FFF2-40B4-BE49-F238E27FC236}">
                <a16:creationId xmlns:a16="http://schemas.microsoft.com/office/drawing/2014/main" id="{D0DEE6B9-1638-4645-A01C-CAF0806D2974}"/>
              </a:ext>
            </a:extLst>
          </p:cNvPr>
          <p:cNvSpPr>
            <a:spLocks noGrp="1"/>
          </p:cNvSpPr>
          <p:nvPr/>
        </p:nvSpPr>
        <p:spPr>
          <a:xfrm>
            <a:off x="87769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4377">
            <a:extLst>
              <a:ext uri="{FF2B5EF4-FFF2-40B4-BE49-F238E27FC236}">
                <a16:creationId xmlns:a16="http://schemas.microsoft.com/office/drawing/2014/main" id="{72F5F77A-1CEF-4FA7-BFD9-BE7C65DEBA09}"/>
              </a:ext>
            </a:extLst>
          </p:cNvPr>
          <p:cNvSpPr>
            <a:spLocks noGrp="1"/>
          </p:cNvSpPr>
          <p:nvPr/>
        </p:nvSpPr>
        <p:spPr>
          <a:xfrm>
            <a:off x="89240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4378">
            <a:extLst>
              <a:ext uri="{FF2B5EF4-FFF2-40B4-BE49-F238E27FC236}">
                <a16:creationId xmlns:a16="http://schemas.microsoft.com/office/drawing/2014/main" id="{F5D4AAD5-5911-4B0B-872E-BAA19B039EF4}"/>
              </a:ext>
            </a:extLst>
          </p:cNvPr>
          <p:cNvSpPr>
            <a:spLocks noGrp="1"/>
          </p:cNvSpPr>
          <p:nvPr/>
        </p:nvSpPr>
        <p:spPr>
          <a:xfrm>
            <a:off x="8750591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4379">
            <a:extLst>
              <a:ext uri="{FF2B5EF4-FFF2-40B4-BE49-F238E27FC236}">
                <a16:creationId xmlns:a16="http://schemas.microsoft.com/office/drawing/2014/main" id="{DAC85BBF-6DE0-49CF-B9AF-6BFFC93840B1}"/>
              </a:ext>
            </a:extLst>
          </p:cNvPr>
          <p:cNvSpPr>
            <a:spLocks noGrp="1"/>
          </p:cNvSpPr>
          <p:nvPr/>
        </p:nvSpPr>
        <p:spPr>
          <a:xfrm>
            <a:off x="89058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4380">
            <a:extLst>
              <a:ext uri="{FF2B5EF4-FFF2-40B4-BE49-F238E27FC236}">
                <a16:creationId xmlns:a16="http://schemas.microsoft.com/office/drawing/2014/main" id="{889D06EC-BA23-44AC-9C50-522B4D971330}"/>
              </a:ext>
            </a:extLst>
          </p:cNvPr>
          <p:cNvSpPr>
            <a:spLocks noGrp="1"/>
          </p:cNvSpPr>
          <p:nvPr/>
        </p:nvSpPr>
        <p:spPr>
          <a:xfrm>
            <a:off x="879804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4381">
            <a:extLst>
              <a:ext uri="{FF2B5EF4-FFF2-40B4-BE49-F238E27FC236}">
                <a16:creationId xmlns:a16="http://schemas.microsoft.com/office/drawing/2014/main" id="{3F693F3C-3AA2-4AE1-9F3A-C1FCD0927F37}"/>
              </a:ext>
            </a:extLst>
          </p:cNvPr>
          <p:cNvSpPr>
            <a:spLocks noGrp="1"/>
          </p:cNvSpPr>
          <p:nvPr/>
        </p:nvSpPr>
        <p:spPr>
          <a:xfrm>
            <a:off x="8805460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4382">
            <a:extLst>
              <a:ext uri="{FF2B5EF4-FFF2-40B4-BE49-F238E27FC236}">
                <a16:creationId xmlns:a16="http://schemas.microsoft.com/office/drawing/2014/main" id="{5F1C96CB-932E-48EF-8DCC-BA0D57F183E4}"/>
              </a:ext>
            </a:extLst>
          </p:cNvPr>
          <p:cNvSpPr>
            <a:spLocks noGrp="1"/>
          </p:cNvSpPr>
          <p:nvPr/>
        </p:nvSpPr>
        <p:spPr>
          <a:xfrm>
            <a:off x="873707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4383">
            <a:extLst>
              <a:ext uri="{FF2B5EF4-FFF2-40B4-BE49-F238E27FC236}">
                <a16:creationId xmlns:a16="http://schemas.microsoft.com/office/drawing/2014/main" id="{72E4E896-1883-4A8D-99C6-A6219E684477}"/>
              </a:ext>
            </a:extLst>
          </p:cNvPr>
          <p:cNvSpPr>
            <a:spLocks noGrp="1"/>
          </p:cNvSpPr>
          <p:nvPr/>
        </p:nvSpPr>
        <p:spPr>
          <a:xfrm>
            <a:off x="88370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4384">
            <a:extLst>
              <a:ext uri="{FF2B5EF4-FFF2-40B4-BE49-F238E27FC236}">
                <a16:creationId xmlns:a16="http://schemas.microsoft.com/office/drawing/2014/main" id="{10CF60B9-26CD-4579-823D-386E712343B0}"/>
              </a:ext>
            </a:extLst>
          </p:cNvPr>
          <p:cNvSpPr>
            <a:spLocks noGrp="1"/>
          </p:cNvSpPr>
          <p:nvPr/>
        </p:nvSpPr>
        <p:spPr>
          <a:xfrm>
            <a:off x="8846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4385">
            <a:extLst>
              <a:ext uri="{FF2B5EF4-FFF2-40B4-BE49-F238E27FC236}">
                <a16:creationId xmlns:a16="http://schemas.microsoft.com/office/drawing/2014/main" id="{35F6B398-29B4-4016-A893-F5B733AC55DB}"/>
              </a:ext>
            </a:extLst>
          </p:cNvPr>
          <p:cNvSpPr>
            <a:spLocks noGrp="1"/>
          </p:cNvSpPr>
          <p:nvPr/>
        </p:nvSpPr>
        <p:spPr>
          <a:xfrm>
            <a:off x="88761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4386">
            <a:extLst>
              <a:ext uri="{FF2B5EF4-FFF2-40B4-BE49-F238E27FC236}">
                <a16:creationId xmlns:a16="http://schemas.microsoft.com/office/drawing/2014/main" id="{47B59FD3-EB71-4AC9-8CA3-83064DCF120E}"/>
              </a:ext>
            </a:extLst>
          </p:cNvPr>
          <p:cNvSpPr>
            <a:spLocks noGrp="1"/>
          </p:cNvSpPr>
          <p:nvPr/>
        </p:nvSpPr>
        <p:spPr>
          <a:xfrm>
            <a:off x="88364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4387">
            <a:extLst>
              <a:ext uri="{FF2B5EF4-FFF2-40B4-BE49-F238E27FC236}">
                <a16:creationId xmlns:a16="http://schemas.microsoft.com/office/drawing/2014/main" id="{8764C2AA-B513-48EF-9B01-97B088917FCE}"/>
              </a:ext>
            </a:extLst>
          </p:cNvPr>
          <p:cNvSpPr>
            <a:spLocks noGrp="1"/>
          </p:cNvSpPr>
          <p:nvPr/>
        </p:nvSpPr>
        <p:spPr>
          <a:xfrm>
            <a:off x="89004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4388">
            <a:extLst>
              <a:ext uri="{FF2B5EF4-FFF2-40B4-BE49-F238E27FC236}">
                <a16:creationId xmlns:a16="http://schemas.microsoft.com/office/drawing/2014/main" id="{43BB6CCD-077B-4608-94ED-D891AFB5E214}"/>
              </a:ext>
            </a:extLst>
          </p:cNvPr>
          <p:cNvSpPr>
            <a:spLocks noGrp="1"/>
          </p:cNvSpPr>
          <p:nvPr/>
        </p:nvSpPr>
        <p:spPr>
          <a:xfrm>
            <a:off x="88642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4389">
            <a:extLst>
              <a:ext uri="{FF2B5EF4-FFF2-40B4-BE49-F238E27FC236}">
                <a16:creationId xmlns:a16="http://schemas.microsoft.com/office/drawing/2014/main" id="{F7DF6CC3-1262-4821-B88A-FB7D4400194B}"/>
              </a:ext>
            </a:extLst>
          </p:cNvPr>
          <p:cNvSpPr>
            <a:spLocks noGrp="1"/>
          </p:cNvSpPr>
          <p:nvPr/>
        </p:nvSpPr>
        <p:spPr>
          <a:xfrm>
            <a:off x="5704001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3" name="data_4390">
            <a:extLst>
              <a:ext uri="{FF2B5EF4-FFF2-40B4-BE49-F238E27FC236}">
                <a16:creationId xmlns:a16="http://schemas.microsoft.com/office/drawing/2014/main" id="{F1F4CB5C-E0E1-48A6-BFB2-BDF7B66F679E}"/>
              </a:ext>
            </a:extLst>
          </p:cNvPr>
          <p:cNvSpPr>
            <a:spLocks noGrp="1"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4" name="text_4391">
            <a:extLst>
              <a:ext uri="{FF2B5EF4-FFF2-40B4-BE49-F238E27FC236}">
                <a16:creationId xmlns:a16="http://schemas.microsoft.com/office/drawing/2014/main" id="{21E7A089-BD0B-4A13-8AB2-C924A63E0450}"/>
              </a:ext>
            </a:extLst>
          </p:cNvPr>
          <p:cNvSpPr>
            <a:spLocks noGrp="1"/>
          </p:cNvSpPr>
          <p:nvPr/>
        </p:nvSpPr>
        <p:spPr>
          <a:xfrm>
            <a:off x="5225171" y="189735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4392">
            <a:extLst>
              <a:ext uri="{FF2B5EF4-FFF2-40B4-BE49-F238E27FC236}">
                <a16:creationId xmlns:a16="http://schemas.microsoft.com/office/drawing/2014/main" id="{2EA6DAB9-9BB9-42DD-9B8D-1EBB9926CD75}"/>
              </a:ext>
            </a:extLst>
          </p:cNvPr>
          <p:cNvSpPr>
            <a:spLocks noGrp="1"/>
          </p:cNvSpPr>
          <p:nvPr/>
        </p:nvSpPr>
        <p:spPr>
          <a:xfrm>
            <a:off x="5704001" y="191992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4393">
            <a:extLst>
              <a:ext uri="{FF2B5EF4-FFF2-40B4-BE49-F238E27FC236}">
                <a16:creationId xmlns:a16="http://schemas.microsoft.com/office/drawing/2014/main" id="{87DFEA4D-5A07-48FD-B006-313A2D4D998F}"/>
              </a:ext>
            </a:extLst>
          </p:cNvPr>
          <p:cNvSpPr>
            <a:spLocks noGrp="1"/>
          </p:cNvSpPr>
          <p:nvPr/>
        </p:nvSpPr>
        <p:spPr>
          <a:xfrm>
            <a:off x="6006790" y="3959583"/>
            <a:ext cx="191" cy="37718"/>
          </a:xfrm>
          <a:custGeom>
            <a:avLst/>
            <a:gdLst/>
            <a:ahLst/>
            <a:cxnLst/>
            <a:rect l="0" t="0" r="0" b="0"/>
            <a:pathLst>
              <a:path w="191" h="37718">
                <a:moveTo>
                  <a:pt x="0" y="3771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07" name="data_4394">
            <a:extLst>
              <a:ext uri="{FF2B5EF4-FFF2-40B4-BE49-F238E27FC236}">
                <a16:creationId xmlns:a16="http://schemas.microsoft.com/office/drawing/2014/main" id="{868684E3-4EAB-46A2-91A0-BD11775740F4}"/>
              </a:ext>
            </a:extLst>
          </p:cNvPr>
          <p:cNvSpPr>
            <a:spLocks noGrp="1"/>
          </p:cNvSpPr>
          <p:nvPr/>
        </p:nvSpPr>
        <p:spPr>
          <a:xfrm>
            <a:off x="6472621" y="2311878"/>
            <a:ext cx="191" cy="1264067"/>
          </a:xfrm>
          <a:custGeom>
            <a:avLst/>
            <a:gdLst/>
            <a:ahLst/>
            <a:cxnLst/>
            <a:rect l="0" t="0" r="0" b="0"/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08" name="data_4395">
            <a:extLst>
              <a:ext uri="{FF2B5EF4-FFF2-40B4-BE49-F238E27FC236}">
                <a16:creationId xmlns:a16="http://schemas.microsoft.com/office/drawing/2014/main" id="{43247339-306D-4B26-B20D-041209107517}"/>
              </a:ext>
            </a:extLst>
          </p:cNvPr>
          <p:cNvSpPr>
            <a:spLocks noGrp="1"/>
          </p:cNvSpPr>
          <p:nvPr/>
        </p:nvSpPr>
        <p:spPr>
          <a:xfrm>
            <a:off x="6938451" y="2311878"/>
            <a:ext cx="191" cy="780119"/>
          </a:xfrm>
          <a:custGeom>
            <a:avLst/>
            <a:gdLst/>
            <a:ahLst/>
            <a:cxnLst/>
            <a:rect l="0" t="0" r="0" b="0"/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9" name="data_4396">
            <a:extLst>
              <a:ext uri="{FF2B5EF4-FFF2-40B4-BE49-F238E27FC236}">
                <a16:creationId xmlns:a16="http://schemas.microsoft.com/office/drawing/2014/main" id="{71A2EB3D-B870-47F0-A8CC-2B698335763A}"/>
              </a:ext>
            </a:extLst>
          </p:cNvPr>
          <p:cNvSpPr>
            <a:spLocks noGrp="1"/>
          </p:cNvSpPr>
          <p:nvPr/>
        </p:nvSpPr>
        <p:spPr>
          <a:xfrm>
            <a:off x="7916694" y="2311878"/>
            <a:ext cx="191" cy="1685423"/>
          </a:xfrm>
          <a:custGeom>
            <a:avLst/>
            <a:gdLst/>
            <a:ahLst/>
            <a:cxnLst/>
            <a:rect l="0" t="0" r="0" b="0"/>
            <a:pathLst>
              <a:path w="191" h="1685423">
                <a:moveTo>
                  <a:pt x="0" y="168542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10" name="data_4397">
            <a:extLst>
              <a:ext uri="{FF2B5EF4-FFF2-40B4-BE49-F238E27FC236}">
                <a16:creationId xmlns:a16="http://schemas.microsoft.com/office/drawing/2014/main" id="{DC9ADB90-C0BE-4B60-88A0-5B1BFF37B22A}"/>
              </a:ext>
            </a:extLst>
          </p:cNvPr>
          <p:cNvSpPr>
            <a:spLocks noGrp="1"/>
          </p:cNvSpPr>
          <p:nvPr/>
        </p:nvSpPr>
        <p:spPr>
          <a:xfrm>
            <a:off x="8382524" y="2311878"/>
            <a:ext cx="191" cy="1474745"/>
          </a:xfrm>
          <a:custGeom>
            <a:avLst/>
            <a:gdLst/>
            <a:ahLst/>
            <a:cxnLst/>
            <a:rect l="0" t="0" r="0" b="0"/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11" name="data_4398">
            <a:extLst>
              <a:ext uri="{FF2B5EF4-FFF2-40B4-BE49-F238E27FC236}">
                <a16:creationId xmlns:a16="http://schemas.microsoft.com/office/drawing/2014/main" id="{8AFB1AFE-063E-455F-9B36-28970394A97E}"/>
              </a:ext>
            </a:extLst>
          </p:cNvPr>
          <p:cNvSpPr>
            <a:spLocks noGrp="1"/>
          </p:cNvSpPr>
          <p:nvPr/>
        </p:nvSpPr>
        <p:spPr>
          <a:xfrm>
            <a:off x="8848354" y="2311878"/>
            <a:ext cx="191" cy="1228954"/>
          </a:xfrm>
          <a:custGeom>
            <a:avLst/>
            <a:gdLst/>
            <a:ahLst/>
            <a:cxnLst/>
            <a:rect l="0" t="0" r="0" b="0"/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12" name="data_4399">
            <a:extLst>
              <a:ext uri="{FF2B5EF4-FFF2-40B4-BE49-F238E27FC236}">
                <a16:creationId xmlns:a16="http://schemas.microsoft.com/office/drawing/2014/main" id="{F82909A9-409C-47D9-8FD3-8058A975359D}"/>
              </a:ext>
            </a:extLst>
          </p:cNvPr>
          <p:cNvSpPr>
            <a:spLocks noGrp="1"/>
          </p:cNvSpPr>
          <p:nvPr/>
        </p:nvSpPr>
        <p:spPr>
          <a:xfrm>
            <a:off x="5971322" y="395014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3" name="data_4400">
            <a:extLst>
              <a:ext uri="{FF2B5EF4-FFF2-40B4-BE49-F238E27FC236}">
                <a16:creationId xmlns:a16="http://schemas.microsoft.com/office/drawing/2014/main" id="{22499D2D-5E57-4216-B042-15E58599E190}"/>
              </a:ext>
            </a:extLst>
          </p:cNvPr>
          <p:cNvSpPr>
            <a:spLocks noGrp="1"/>
          </p:cNvSpPr>
          <p:nvPr/>
        </p:nvSpPr>
        <p:spPr>
          <a:xfrm>
            <a:off x="6437152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4" name="data_4401">
            <a:extLst>
              <a:ext uri="{FF2B5EF4-FFF2-40B4-BE49-F238E27FC236}">
                <a16:creationId xmlns:a16="http://schemas.microsoft.com/office/drawing/2014/main" id="{AA60DCED-D5DD-4CB0-AC76-8BEF24B8125B}"/>
              </a:ext>
            </a:extLst>
          </p:cNvPr>
          <p:cNvSpPr>
            <a:spLocks noGrp="1"/>
          </p:cNvSpPr>
          <p:nvPr/>
        </p:nvSpPr>
        <p:spPr>
          <a:xfrm>
            <a:off x="6902982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5" name="data_4402">
            <a:extLst>
              <a:ext uri="{FF2B5EF4-FFF2-40B4-BE49-F238E27FC236}">
                <a16:creationId xmlns:a16="http://schemas.microsoft.com/office/drawing/2014/main" id="{593AFE9A-FE33-4615-A891-D72A2D1F8E64}"/>
              </a:ext>
            </a:extLst>
          </p:cNvPr>
          <p:cNvSpPr>
            <a:spLocks noGrp="1"/>
          </p:cNvSpPr>
          <p:nvPr/>
        </p:nvSpPr>
        <p:spPr>
          <a:xfrm>
            <a:off x="7881225" y="297866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6" name="data_4403">
            <a:extLst>
              <a:ext uri="{FF2B5EF4-FFF2-40B4-BE49-F238E27FC236}">
                <a16:creationId xmlns:a16="http://schemas.microsoft.com/office/drawing/2014/main" id="{A0450C36-3631-4839-9BCF-9AC5DBF2E7CB}"/>
              </a:ext>
            </a:extLst>
          </p:cNvPr>
          <p:cNvSpPr>
            <a:spLocks noGrp="1"/>
          </p:cNvSpPr>
          <p:nvPr/>
        </p:nvSpPr>
        <p:spPr>
          <a:xfrm>
            <a:off x="8347055" y="252220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7" name="data_4404">
            <a:extLst>
              <a:ext uri="{FF2B5EF4-FFF2-40B4-BE49-F238E27FC236}">
                <a16:creationId xmlns:a16="http://schemas.microsoft.com/office/drawing/2014/main" id="{3B9FF3D4-C39F-42F5-A14B-D1797B9DBA9C}"/>
              </a:ext>
            </a:extLst>
          </p:cNvPr>
          <p:cNvSpPr>
            <a:spLocks noGrp="1"/>
          </p:cNvSpPr>
          <p:nvPr/>
        </p:nvSpPr>
        <p:spPr>
          <a:xfrm>
            <a:off x="881288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8" name="data_4405">
            <a:extLst>
              <a:ext uri="{FF2B5EF4-FFF2-40B4-BE49-F238E27FC236}">
                <a16:creationId xmlns:a16="http://schemas.microsoft.com/office/drawing/2014/main" id="{7E3FD0AA-6879-4F59-A055-217F5313F703}"/>
              </a:ext>
            </a:extLst>
          </p:cNvPr>
          <p:cNvSpPr>
            <a:spLocks noGrp="1"/>
          </p:cNvSpPr>
          <p:nvPr/>
        </p:nvSpPr>
        <p:spPr>
          <a:xfrm>
            <a:off x="1188244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9" name="data_4406">
            <a:extLst>
              <a:ext uri="{FF2B5EF4-FFF2-40B4-BE49-F238E27FC236}">
                <a16:creationId xmlns:a16="http://schemas.microsoft.com/office/drawing/2014/main" id="{57B2A018-AFC9-494F-BB8F-3ED2A042D30C}"/>
              </a:ext>
            </a:extLst>
          </p:cNvPr>
          <p:cNvSpPr>
            <a:spLocks noGrp="1"/>
          </p:cNvSpPr>
          <p:nvPr/>
        </p:nvSpPr>
        <p:spPr>
          <a:xfrm>
            <a:off x="207513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0" name="text_4407">
            <a:extLst>
              <a:ext uri="{FF2B5EF4-FFF2-40B4-BE49-F238E27FC236}">
                <a16:creationId xmlns:a16="http://schemas.microsoft.com/office/drawing/2014/main" id="{C4845354-F1DC-48FB-A254-BC44B21DACD6}"/>
              </a:ext>
            </a:extLst>
          </p:cNvPr>
          <p:cNvSpPr>
            <a:spLocks noGrp="1"/>
          </p:cNvSpPr>
          <p:nvPr/>
        </p:nvSpPr>
        <p:spPr>
          <a:xfrm>
            <a:off x="1978023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4408">
            <a:extLst>
              <a:ext uri="{FF2B5EF4-FFF2-40B4-BE49-F238E27FC236}">
                <a16:creationId xmlns:a16="http://schemas.microsoft.com/office/drawing/2014/main" id="{7AD82D42-0246-43A3-BC41-E5FC36E869E5}"/>
              </a:ext>
            </a:extLst>
          </p:cNvPr>
          <p:cNvSpPr>
            <a:spLocks noGrp="1"/>
          </p:cNvSpPr>
          <p:nvPr/>
        </p:nvSpPr>
        <p:spPr>
          <a:xfrm>
            <a:off x="374850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2" name="text_4409">
            <a:extLst>
              <a:ext uri="{FF2B5EF4-FFF2-40B4-BE49-F238E27FC236}">
                <a16:creationId xmlns:a16="http://schemas.microsoft.com/office/drawing/2014/main" id="{C9C19C92-F3F9-400F-8463-930C549EC1CD}"/>
              </a:ext>
            </a:extLst>
          </p:cNvPr>
          <p:cNvSpPr>
            <a:spLocks noGrp="1"/>
          </p:cNvSpPr>
          <p:nvPr/>
        </p:nvSpPr>
        <p:spPr>
          <a:xfrm>
            <a:off x="3651394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4410">
            <a:extLst>
              <a:ext uri="{FF2B5EF4-FFF2-40B4-BE49-F238E27FC236}">
                <a16:creationId xmlns:a16="http://schemas.microsoft.com/office/drawing/2014/main" id="{4C7D3F80-B485-4268-8A52-20B7522DB725}"/>
              </a:ext>
            </a:extLst>
          </p:cNvPr>
          <p:cNvSpPr>
            <a:spLocks noGrp="1"/>
          </p:cNvSpPr>
          <p:nvPr/>
        </p:nvSpPr>
        <p:spPr>
          <a:xfrm>
            <a:off x="2128868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4411">
            <a:extLst>
              <a:ext uri="{FF2B5EF4-FFF2-40B4-BE49-F238E27FC236}">
                <a16:creationId xmlns:a16="http://schemas.microsoft.com/office/drawing/2014/main" id="{EC4E1CAF-501D-4DB1-92F9-40B5E0E0ACCF}"/>
              </a:ext>
            </a:extLst>
          </p:cNvPr>
          <p:cNvSpPr>
            <a:spLocks noGrp="1"/>
          </p:cNvSpPr>
          <p:nvPr/>
        </p:nvSpPr>
        <p:spPr>
          <a:xfrm>
            <a:off x="1143908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5" name="text_4412">
            <a:extLst>
              <a:ext uri="{FF2B5EF4-FFF2-40B4-BE49-F238E27FC236}">
                <a16:creationId xmlns:a16="http://schemas.microsoft.com/office/drawing/2014/main" id="{FE34C31C-436A-4C97-A2B4-389537B3ACF3}"/>
              </a:ext>
            </a:extLst>
          </p:cNvPr>
          <p:cNvSpPr>
            <a:spLocks noGrp="1"/>
          </p:cNvSpPr>
          <p:nvPr/>
        </p:nvSpPr>
        <p:spPr>
          <a:xfrm>
            <a:off x="1017099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4413">
            <a:extLst>
              <a:ext uri="{FF2B5EF4-FFF2-40B4-BE49-F238E27FC236}">
                <a16:creationId xmlns:a16="http://schemas.microsoft.com/office/drawing/2014/main" id="{64003DD7-ADF3-4D50-A56B-AAAEFC58F129}"/>
              </a:ext>
            </a:extLst>
          </p:cNvPr>
          <p:cNvSpPr>
            <a:spLocks noGrp="1"/>
          </p:cNvSpPr>
          <p:nvPr/>
        </p:nvSpPr>
        <p:spPr>
          <a:xfrm>
            <a:off x="1143908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4414">
            <a:extLst>
              <a:ext uri="{FF2B5EF4-FFF2-40B4-BE49-F238E27FC236}">
                <a16:creationId xmlns:a16="http://schemas.microsoft.com/office/drawing/2014/main" id="{D6124AB6-3212-4F43-949C-2B93E1AB77D8}"/>
              </a:ext>
            </a:extLst>
          </p:cNvPr>
          <p:cNvSpPr>
            <a:spLocks noGrp="1"/>
          </p:cNvSpPr>
          <p:nvPr/>
        </p:nvSpPr>
        <p:spPr>
          <a:xfrm>
            <a:off x="952362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4415">
            <a:extLst>
              <a:ext uri="{FF2B5EF4-FFF2-40B4-BE49-F238E27FC236}">
                <a16:creationId xmlns:a16="http://schemas.microsoft.com/office/drawing/2014/main" id="{C4E9DF9B-699B-4CC6-B3C9-4D16CD2A9953}"/>
              </a:ext>
            </a:extLst>
          </p:cNvPr>
          <p:cNvSpPr>
            <a:spLocks noGrp="1"/>
          </p:cNvSpPr>
          <p:nvPr/>
        </p:nvSpPr>
        <p:spPr>
          <a:xfrm>
            <a:off x="1143908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9" name="text_4416">
            <a:extLst>
              <a:ext uri="{FF2B5EF4-FFF2-40B4-BE49-F238E27FC236}">
                <a16:creationId xmlns:a16="http://schemas.microsoft.com/office/drawing/2014/main" id="{830CCD29-7A9F-4BC3-9B28-039A7974BD58}"/>
              </a:ext>
            </a:extLst>
          </p:cNvPr>
          <p:cNvSpPr>
            <a:spLocks noGrp="1"/>
          </p:cNvSpPr>
          <p:nvPr/>
        </p:nvSpPr>
        <p:spPr>
          <a:xfrm>
            <a:off x="952362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4417">
            <a:extLst>
              <a:ext uri="{FF2B5EF4-FFF2-40B4-BE49-F238E27FC236}">
                <a16:creationId xmlns:a16="http://schemas.microsoft.com/office/drawing/2014/main" id="{EC9199E4-5141-41C3-A062-7B322DCDCA01}"/>
              </a:ext>
            </a:extLst>
          </p:cNvPr>
          <p:cNvSpPr>
            <a:spLocks noGrp="1"/>
          </p:cNvSpPr>
          <p:nvPr/>
        </p:nvSpPr>
        <p:spPr>
          <a:xfrm>
            <a:off x="1143908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1" name="text_4418">
            <a:extLst>
              <a:ext uri="{FF2B5EF4-FFF2-40B4-BE49-F238E27FC236}">
                <a16:creationId xmlns:a16="http://schemas.microsoft.com/office/drawing/2014/main" id="{78D0715D-D030-495A-8D00-9B1D96890378}"/>
              </a:ext>
            </a:extLst>
          </p:cNvPr>
          <p:cNvSpPr>
            <a:spLocks noGrp="1"/>
          </p:cNvSpPr>
          <p:nvPr/>
        </p:nvSpPr>
        <p:spPr>
          <a:xfrm>
            <a:off x="952362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4419">
            <a:extLst>
              <a:ext uri="{FF2B5EF4-FFF2-40B4-BE49-F238E27FC236}">
                <a16:creationId xmlns:a16="http://schemas.microsoft.com/office/drawing/2014/main" id="{85EBE39D-2B9D-40CB-A40D-3F4CA75A3D2D}"/>
              </a:ext>
            </a:extLst>
          </p:cNvPr>
          <p:cNvSpPr>
            <a:spLocks noGrp="1"/>
          </p:cNvSpPr>
          <p:nvPr/>
        </p:nvSpPr>
        <p:spPr>
          <a:xfrm>
            <a:off x="1143908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4420">
            <a:extLst>
              <a:ext uri="{FF2B5EF4-FFF2-40B4-BE49-F238E27FC236}">
                <a16:creationId xmlns:a16="http://schemas.microsoft.com/office/drawing/2014/main" id="{B82F8F57-FFBB-439E-B0B5-EB91FF08C794}"/>
              </a:ext>
            </a:extLst>
          </p:cNvPr>
          <p:cNvSpPr>
            <a:spLocks noGrp="1"/>
          </p:cNvSpPr>
          <p:nvPr/>
        </p:nvSpPr>
        <p:spPr>
          <a:xfrm>
            <a:off x="887624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4421">
            <a:extLst>
              <a:ext uri="{FF2B5EF4-FFF2-40B4-BE49-F238E27FC236}">
                <a16:creationId xmlns:a16="http://schemas.microsoft.com/office/drawing/2014/main" id="{141587DF-DAA3-452B-B1AB-5667CAA3D0AA}"/>
              </a:ext>
            </a:extLst>
          </p:cNvPr>
          <p:cNvSpPr>
            <a:spLocks noGrp="1"/>
          </p:cNvSpPr>
          <p:nvPr/>
        </p:nvSpPr>
        <p:spPr>
          <a:xfrm rot="-5400000">
            <a:off x="-96858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4422">
            <a:extLst>
              <a:ext uri="{FF2B5EF4-FFF2-40B4-BE49-F238E27FC236}">
                <a16:creationId xmlns:a16="http://schemas.microsoft.com/office/drawing/2014/main" id="{AD26EFA6-55FB-475D-8B0E-D01BFC9B6469}"/>
              </a:ext>
            </a:extLst>
          </p:cNvPr>
          <p:cNvSpPr>
            <a:spLocks noGrp="1"/>
          </p:cNvSpPr>
          <p:nvPr/>
        </p:nvSpPr>
        <p:spPr>
          <a:xfrm>
            <a:off x="1510368" y="6392864"/>
            <a:ext cx="343041" cy="462913"/>
          </a:xfrm>
          <a:custGeom>
            <a:avLst/>
            <a:gdLst/>
            <a:ahLst/>
            <a:cxnLst/>
            <a:rect l="0" t="0" r="0" b="0"/>
            <a:pathLst>
              <a:path w="343041" h="462913">
                <a:moveTo>
                  <a:pt x="0" y="462913"/>
                </a:moveTo>
                <a:lnTo>
                  <a:pt x="343041" y="462913"/>
                </a:lnTo>
                <a:lnTo>
                  <a:pt x="343041" y="0"/>
                </a:lnTo>
                <a:lnTo>
                  <a:pt x="0" y="0"/>
                </a:lnTo>
                <a:lnTo>
                  <a:pt x="0" y="462913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6" name="data_4423">
            <a:extLst>
              <a:ext uri="{FF2B5EF4-FFF2-40B4-BE49-F238E27FC236}">
                <a16:creationId xmlns:a16="http://schemas.microsoft.com/office/drawing/2014/main" id="{4E49A7FC-9745-4543-85A7-3075B3D9F625}"/>
              </a:ext>
            </a:extLst>
          </p:cNvPr>
          <p:cNvSpPr>
            <a:spLocks noGrp="1"/>
          </p:cNvSpPr>
          <p:nvPr/>
        </p:nvSpPr>
        <p:spPr>
          <a:xfrm>
            <a:off x="1903610" y="5863248"/>
            <a:ext cx="343041" cy="992529"/>
          </a:xfrm>
          <a:custGeom>
            <a:avLst/>
            <a:gdLst/>
            <a:ahLst/>
            <a:cxnLst/>
            <a:rect l="0" t="0" r="0" b="0"/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37" name="data_4424">
            <a:extLst>
              <a:ext uri="{FF2B5EF4-FFF2-40B4-BE49-F238E27FC236}">
                <a16:creationId xmlns:a16="http://schemas.microsoft.com/office/drawing/2014/main" id="{78DD0949-1B19-4242-9AA7-9D79F1D72E7D}"/>
              </a:ext>
            </a:extLst>
          </p:cNvPr>
          <p:cNvSpPr>
            <a:spLocks noGrp="1"/>
          </p:cNvSpPr>
          <p:nvPr/>
        </p:nvSpPr>
        <p:spPr>
          <a:xfrm>
            <a:off x="2296852" y="5669495"/>
            <a:ext cx="343041" cy="1186283"/>
          </a:xfrm>
          <a:custGeom>
            <a:avLst/>
            <a:gdLst/>
            <a:ahLst/>
            <a:cxnLst/>
            <a:rect l="0" t="0" r="0" b="0"/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38" name="data_4425">
            <a:extLst>
              <a:ext uri="{FF2B5EF4-FFF2-40B4-BE49-F238E27FC236}">
                <a16:creationId xmlns:a16="http://schemas.microsoft.com/office/drawing/2014/main" id="{6D0D42FE-85D8-4B41-BAD1-68B0DD2B5860}"/>
              </a:ext>
            </a:extLst>
          </p:cNvPr>
          <p:cNvSpPr>
            <a:spLocks noGrp="1"/>
          </p:cNvSpPr>
          <p:nvPr/>
        </p:nvSpPr>
        <p:spPr>
          <a:xfrm>
            <a:off x="3183738" y="6318127"/>
            <a:ext cx="343041" cy="537650"/>
          </a:xfrm>
          <a:custGeom>
            <a:avLst/>
            <a:gdLst/>
            <a:ahLst/>
            <a:cxnLst/>
            <a:rect l="0" t="0" r="0" b="0"/>
            <a:pathLst>
              <a:path w="343041" h="537650">
                <a:moveTo>
                  <a:pt x="0" y="537650"/>
                </a:moveTo>
                <a:lnTo>
                  <a:pt x="343041" y="537650"/>
                </a:lnTo>
                <a:lnTo>
                  <a:pt x="343041" y="0"/>
                </a:lnTo>
                <a:lnTo>
                  <a:pt x="0" y="0"/>
                </a:lnTo>
                <a:lnTo>
                  <a:pt x="0" y="537650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9" name="data_4426">
            <a:extLst>
              <a:ext uri="{FF2B5EF4-FFF2-40B4-BE49-F238E27FC236}">
                <a16:creationId xmlns:a16="http://schemas.microsoft.com/office/drawing/2014/main" id="{A6A1118D-40D2-4852-A395-3560B4A7F3AE}"/>
              </a:ext>
            </a:extLst>
          </p:cNvPr>
          <p:cNvSpPr>
            <a:spLocks noGrp="1"/>
          </p:cNvSpPr>
          <p:nvPr/>
        </p:nvSpPr>
        <p:spPr>
          <a:xfrm>
            <a:off x="3576980" y="5725034"/>
            <a:ext cx="343041" cy="1130743"/>
          </a:xfrm>
          <a:custGeom>
            <a:avLst/>
            <a:gdLst/>
            <a:ahLst/>
            <a:cxnLst/>
            <a:rect l="0" t="0" r="0" b="0"/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40" name="data_4427">
            <a:extLst>
              <a:ext uri="{FF2B5EF4-FFF2-40B4-BE49-F238E27FC236}">
                <a16:creationId xmlns:a16="http://schemas.microsoft.com/office/drawing/2014/main" id="{84445EC5-5B66-4001-B833-A11A50963558}"/>
              </a:ext>
            </a:extLst>
          </p:cNvPr>
          <p:cNvSpPr>
            <a:spLocks noGrp="1"/>
          </p:cNvSpPr>
          <p:nvPr/>
        </p:nvSpPr>
        <p:spPr>
          <a:xfrm>
            <a:off x="3970222" y="5574530"/>
            <a:ext cx="343041" cy="1281248"/>
          </a:xfrm>
          <a:custGeom>
            <a:avLst/>
            <a:gdLst/>
            <a:ahLst/>
            <a:cxnLst/>
            <a:rect l="0" t="0" r="0" b="0"/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41" name="data_4428">
            <a:extLst>
              <a:ext uri="{FF2B5EF4-FFF2-40B4-BE49-F238E27FC236}">
                <a16:creationId xmlns:a16="http://schemas.microsoft.com/office/drawing/2014/main" id="{0F74CDB2-4C8A-4BB4-B972-FAAC33EDFB86}"/>
              </a:ext>
            </a:extLst>
          </p:cNvPr>
          <p:cNvSpPr>
            <a:spLocks noGrp="1"/>
          </p:cNvSpPr>
          <p:nvPr/>
        </p:nvSpPr>
        <p:spPr>
          <a:xfrm>
            <a:off x="1188244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2" name="data_4429">
            <a:extLst>
              <a:ext uri="{FF2B5EF4-FFF2-40B4-BE49-F238E27FC236}">
                <a16:creationId xmlns:a16="http://schemas.microsoft.com/office/drawing/2014/main" id="{069F7909-5F1A-4C9F-8B8D-653977E065A5}"/>
              </a:ext>
            </a:extLst>
          </p:cNvPr>
          <p:cNvSpPr>
            <a:spLocks noGrp="1"/>
          </p:cNvSpPr>
          <p:nvPr/>
        </p:nvSpPr>
        <p:spPr>
          <a:xfrm>
            <a:off x="1188244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3" name="data_4430">
            <a:extLst>
              <a:ext uri="{FF2B5EF4-FFF2-40B4-BE49-F238E27FC236}">
                <a16:creationId xmlns:a16="http://schemas.microsoft.com/office/drawing/2014/main" id="{4BFD51D0-7908-4511-83AB-0F3D9B00C3D9}"/>
              </a:ext>
            </a:extLst>
          </p:cNvPr>
          <p:cNvSpPr>
            <a:spLocks noGrp="1"/>
          </p:cNvSpPr>
          <p:nvPr/>
        </p:nvSpPr>
        <p:spPr>
          <a:xfrm>
            <a:off x="1681888" y="6308212"/>
            <a:ext cx="191" cy="167494"/>
          </a:xfrm>
          <a:custGeom>
            <a:avLst/>
            <a:gdLst/>
            <a:ahLst/>
            <a:cxnLst/>
            <a:rect l="0" t="0" r="0" b="0"/>
            <a:pathLst>
              <a:path w="191" h="167494">
                <a:moveTo>
                  <a:pt x="0" y="16749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4431">
            <a:extLst>
              <a:ext uri="{FF2B5EF4-FFF2-40B4-BE49-F238E27FC236}">
                <a16:creationId xmlns:a16="http://schemas.microsoft.com/office/drawing/2014/main" id="{3450F0A0-C4E3-4C1D-A1CF-E39F1E42F6A3}"/>
              </a:ext>
            </a:extLst>
          </p:cNvPr>
          <p:cNvSpPr>
            <a:spLocks noGrp="1"/>
          </p:cNvSpPr>
          <p:nvPr/>
        </p:nvSpPr>
        <p:spPr>
          <a:xfrm>
            <a:off x="1623320" y="6475707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4432">
            <a:extLst>
              <a:ext uri="{FF2B5EF4-FFF2-40B4-BE49-F238E27FC236}">
                <a16:creationId xmlns:a16="http://schemas.microsoft.com/office/drawing/2014/main" id="{992AC7CB-4B24-4735-9A19-6BB3D6419D3E}"/>
              </a:ext>
            </a:extLst>
          </p:cNvPr>
          <p:cNvSpPr>
            <a:spLocks noGrp="1"/>
          </p:cNvSpPr>
          <p:nvPr/>
        </p:nvSpPr>
        <p:spPr>
          <a:xfrm>
            <a:off x="1623320" y="630821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4433">
            <a:extLst>
              <a:ext uri="{FF2B5EF4-FFF2-40B4-BE49-F238E27FC236}">
                <a16:creationId xmlns:a16="http://schemas.microsoft.com/office/drawing/2014/main" id="{7C10FF6C-D384-4456-B2D8-252B30179B87}"/>
              </a:ext>
            </a:extLst>
          </p:cNvPr>
          <p:cNvSpPr>
            <a:spLocks noGrp="1"/>
          </p:cNvSpPr>
          <p:nvPr/>
        </p:nvSpPr>
        <p:spPr>
          <a:xfrm>
            <a:off x="1568693" y="6127465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25.9</a:t>
            </a:r>
          </a:p>
        </p:txBody>
      </p:sp>
      <p:sp>
        <p:nvSpPr>
          <p:cNvPr id="1747" name="data_4434">
            <a:extLst>
              <a:ext uri="{FF2B5EF4-FFF2-40B4-BE49-F238E27FC236}">
                <a16:creationId xmlns:a16="http://schemas.microsoft.com/office/drawing/2014/main" id="{DAA64333-658D-4BEE-BA11-13B431706F66}"/>
              </a:ext>
            </a:extLst>
          </p:cNvPr>
          <p:cNvSpPr>
            <a:spLocks noGrp="1"/>
          </p:cNvSpPr>
          <p:nvPr/>
        </p:nvSpPr>
        <p:spPr>
          <a:xfrm>
            <a:off x="2075130" y="5776585"/>
            <a:ext cx="191" cy="175689"/>
          </a:xfrm>
          <a:custGeom>
            <a:avLst/>
            <a:gdLst/>
            <a:ahLst/>
            <a:cxnLst/>
            <a:rect l="0" t="0" r="0" b="0"/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4435">
            <a:extLst>
              <a:ext uri="{FF2B5EF4-FFF2-40B4-BE49-F238E27FC236}">
                <a16:creationId xmlns:a16="http://schemas.microsoft.com/office/drawing/2014/main" id="{BA454491-89E4-4E16-87A5-1295F1464F61}"/>
              </a:ext>
            </a:extLst>
          </p:cNvPr>
          <p:cNvSpPr>
            <a:spLocks noGrp="1"/>
          </p:cNvSpPr>
          <p:nvPr/>
        </p:nvSpPr>
        <p:spPr>
          <a:xfrm>
            <a:off x="2016562" y="5952274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4436">
            <a:extLst>
              <a:ext uri="{FF2B5EF4-FFF2-40B4-BE49-F238E27FC236}">
                <a16:creationId xmlns:a16="http://schemas.microsoft.com/office/drawing/2014/main" id="{3E910CB8-DD0E-4365-BFFA-EAD07D87A2B0}"/>
              </a:ext>
            </a:extLst>
          </p:cNvPr>
          <p:cNvSpPr>
            <a:spLocks noGrp="1"/>
          </p:cNvSpPr>
          <p:nvPr/>
        </p:nvSpPr>
        <p:spPr>
          <a:xfrm>
            <a:off x="2016562" y="577658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4437">
            <a:extLst>
              <a:ext uri="{FF2B5EF4-FFF2-40B4-BE49-F238E27FC236}">
                <a16:creationId xmlns:a16="http://schemas.microsoft.com/office/drawing/2014/main" id="{540E8FC5-3A31-4779-AF8A-74F6916B90CC}"/>
              </a:ext>
            </a:extLst>
          </p:cNvPr>
          <p:cNvSpPr>
            <a:spLocks noGrp="1"/>
          </p:cNvSpPr>
          <p:nvPr/>
        </p:nvSpPr>
        <p:spPr>
          <a:xfrm>
            <a:off x="1961935" y="559583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4438">
            <a:extLst>
              <a:ext uri="{FF2B5EF4-FFF2-40B4-BE49-F238E27FC236}">
                <a16:creationId xmlns:a16="http://schemas.microsoft.com/office/drawing/2014/main" id="{5B1E918E-9741-4374-8C6C-933AE21C3205}"/>
              </a:ext>
            </a:extLst>
          </p:cNvPr>
          <p:cNvSpPr>
            <a:spLocks noGrp="1"/>
          </p:cNvSpPr>
          <p:nvPr/>
        </p:nvSpPr>
        <p:spPr>
          <a:xfrm>
            <a:off x="2468372" y="5587215"/>
            <a:ext cx="191" cy="168398"/>
          </a:xfrm>
          <a:custGeom>
            <a:avLst/>
            <a:gdLst/>
            <a:ahLst/>
            <a:cxnLst/>
            <a:rect l="0" t="0" r="0" b="0"/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4439">
            <a:extLst>
              <a:ext uri="{FF2B5EF4-FFF2-40B4-BE49-F238E27FC236}">
                <a16:creationId xmlns:a16="http://schemas.microsoft.com/office/drawing/2014/main" id="{C3FF9F89-CD73-42DD-9B79-8F79A81A7773}"/>
              </a:ext>
            </a:extLst>
          </p:cNvPr>
          <p:cNvSpPr>
            <a:spLocks noGrp="1"/>
          </p:cNvSpPr>
          <p:nvPr/>
        </p:nvSpPr>
        <p:spPr>
          <a:xfrm>
            <a:off x="2409804" y="575561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4440">
            <a:extLst>
              <a:ext uri="{FF2B5EF4-FFF2-40B4-BE49-F238E27FC236}">
                <a16:creationId xmlns:a16="http://schemas.microsoft.com/office/drawing/2014/main" id="{97E8522E-A366-41E5-A84F-36FEA554525B}"/>
              </a:ext>
            </a:extLst>
          </p:cNvPr>
          <p:cNvSpPr>
            <a:spLocks noGrp="1"/>
          </p:cNvSpPr>
          <p:nvPr/>
        </p:nvSpPr>
        <p:spPr>
          <a:xfrm>
            <a:off x="2409804" y="5587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4441">
            <a:extLst>
              <a:ext uri="{FF2B5EF4-FFF2-40B4-BE49-F238E27FC236}">
                <a16:creationId xmlns:a16="http://schemas.microsoft.com/office/drawing/2014/main" id="{EBD7DE4B-C33E-48E9-963C-AF033AD0F34C}"/>
              </a:ext>
            </a:extLst>
          </p:cNvPr>
          <p:cNvSpPr>
            <a:spLocks noGrp="1"/>
          </p:cNvSpPr>
          <p:nvPr/>
        </p:nvSpPr>
        <p:spPr>
          <a:xfrm>
            <a:off x="2355177" y="54064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4442">
            <a:extLst>
              <a:ext uri="{FF2B5EF4-FFF2-40B4-BE49-F238E27FC236}">
                <a16:creationId xmlns:a16="http://schemas.microsoft.com/office/drawing/2014/main" id="{4E4FB353-5FD7-4FF7-A4E0-266584708B56}"/>
              </a:ext>
            </a:extLst>
          </p:cNvPr>
          <p:cNvSpPr>
            <a:spLocks noGrp="1"/>
          </p:cNvSpPr>
          <p:nvPr/>
        </p:nvSpPr>
        <p:spPr>
          <a:xfrm>
            <a:off x="3355258" y="6222820"/>
            <a:ext cx="191" cy="188299"/>
          </a:xfrm>
          <a:custGeom>
            <a:avLst/>
            <a:gdLst/>
            <a:ahLst/>
            <a:cxnLst/>
            <a:rect l="0" t="0" r="0" b="0"/>
            <a:pathLst>
              <a:path w="191" h="188299">
                <a:moveTo>
                  <a:pt x="0" y="18829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6" name="data_4443">
            <a:extLst>
              <a:ext uri="{FF2B5EF4-FFF2-40B4-BE49-F238E27FC236}">
                <a16:creationId xmlns:a16="http://schemas.microsoft.com/office/drawing/2014/main" id="{57EE9974-9DC1-4728-BAD2-FDCBEA739AB6}"/>
              </a:ext>
            </a:extLst>
          </p:cNvPr>
          <p:cNvSpPr>
            <a:spLocks noGrp="1"/>
          </p:cNvSpPr>
          <p:nvPr/>
        </p:nvSpPr>
        <p:spPr>
          <a:xfrm>
            <a:off x="3296690" y="641111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7" name="data_4444">
            <a:extLst>
              <a:ext uri="{FF2B5EF4-FFF2-40B4-BE49-F238E27FC236}">
                <a16:creationId xmlns:a16="http://schemas.microsoft.com/office/drawing/2014/main" id="{00C683E1-3A05-4329-9F20-C18DAAC2E35A}"/>
              </a:ext>
            </a:extLst>
          </p:cNvPr>
          <p:cNvSpPr>
            <a:spLocks noGrp="1"/>
          </p:cNvSpPr>
          <p:nvPr/>
        </p:nvSpPr>
        <p:spPr>
          <a:xfrm>
            <a:off x="3296690" y="622282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8" name="text_4445">
            <a:extLst>
              <a:ext uri="{FF2B5EF4-FFF2-40B4-BE49-F238E27FC236}">
                <a16:creationId xmlns:a16="http://schemas.microsoft.com/office/drawing/2014/main" id="{4FE2E431-A226-421C-9656-8D8FDFEB8836}"/>
              </a:ext>
            </a:extLst>
          </p:cNvPr>
          <p:cNvSpPr>
            <a:spLocks noGrp="1"/>
          </p:cNvSpPr>
          <p:nvPr/>
        </p:nvSpPr>
        <p:spPr>
          <a:xfrm>
            <a:off x="3242063" y="604207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30.1</a:t>
            </a:r>
          </a:p>
        </p:txBody>
      </p:sp>
      <p:sp>
        <p:nvSpPr>
          <p:cNvPr id="1759" name="data_4446">
            <a:extLst>
              <a:ext uri="{FF2B5EF4-FFF2-40B4-BE49-F238E27FC236}">
                <a16:creationId xmlns:a16="http://schemas.microsoft.com/office/drawing/2014/main" id="{2D6F5636-A0D3-49D0-95A0-27094BE1CBEF}"/>
              </a:ext>
            </a:extLst>
          </p:cNvPr>
          <p:cNvSpPr>
            <a:spLocks noGrp="1"/>
          </p:cNvSpPr>
          <p:nvPr/>
        </p:nvSpPr>
        <p:spPr>
          <a:xfrm>
            <a:off x="3748500" y="5634481"/>
            <a:ext cx="191" cy="182195"/>
          </a:xfrm>
          <a:custGeom>
            <a:avLst/>
            <a:gdLst/>
            <a:ahLst/>
            <a:cxnLst/>
            <a:rect l="0" t="0" r="0" b="0"/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0" name="data_4447">
            <a:extLst>
              <a:ext uri="{FF2B5EF4-FFF2-40B4-BE49-F238E27FC236}">
                <a16:creationId xmlns:a16="http://schemas.microsoft.com/office/drawing/2014/main" id="{F46BCD5F-A6ED-4694-9853-DE6E5CAAB51E}"/>
              </a:ext>
            </a:extLst>
          </p:cNvPr>
          <p:cNvSpPr>
            <a:spLocks noGrp="1"/>
          </p:cNvSpPr>
          <p:nvPr/>
        </p:nvSpPr>
        <p:spPr>
          <a:xfrm>
            <a:off x="3689932" y="581667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1" name="data_4448">
            <a:extLst>
              <a:ext uri="{FF2B5EF4-FFF2-40B4-BE49-F238E27FC236}">
                <a16:creationId xmlns:a16="http://schemas.microsoft.com/office/drawing/2014/main" id="{D4D13B99-99A3-4E62-B16B-99E7487EB24E}"/>
              </a:ext>
            </a:extLst>
          </p:cNvPr>
          <p:cNvSpPr>
            <a:spLocks noGrp="1"/>
          </p:cNvSpPr>
          <p:nvPr/>
        </p:nvSpPr>
        <p:spPr>
          <a:xfrm>
            <a:off x="3689932" y="563448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2" name="text_4449">
            <a:extLst>
              <a:ext uri="{FF2B5EF4-FFF2-40B4-BE49-F238E27FC236}">
                <a16:creationId xmlns:a16="http://schemas.microsoft.com/office/drawing/2014/main" id="{4D1192CF-E644-4A55-92BB-C3ABC463929C}"/>
              </a:ext>
            </a:extLst>
          </p:cNvPr>
          <p:cNvSpPr>
            <a:spLocks noGrp="1"/>
          </p:cNvSpPr>
          <p:nvPr/>
        </p:nvSpPr>
        <p:spPr>
          <a:xfrm>
            <a:off x="3635305" y="5453733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4450">
            <a:extLst>
              <a:ext uri="{FF2B5EF4-FFF2-40B4-BE49-F238E27FC236}">
                <a16:creationId xmlns:a16="http://schemas.microsoft.com/office/drawing/2014/main" id="{931155B0-A557-4A95-B0BA-1E47BA061AAA}"/>
              </a:ext>
            </a:extLst>
          </p:cNvPr>
          <p:cNvSpPr>
            <a:spLocks noGrp="1"/>
          </p:cNvSpPr>
          <p:nvPr/>
        </p:nvSpPr>
        <p:spPr>
          <a:xfrm>
            <a:off x="4141742" y="5491743"/>
            <a:ext cx="191" cy="169049"/>
          </a:xfrm>
          <a:custGeom>
            <a:avLst/>
            <a:gdLst/>
            <a:ahLst/>
            <a:cxnLst/>
            <a:rect l="0" t="0" r="0" b="0"/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4" name="data_4451">
            <a:extLst>
              <a:ext uri="{FF2B5EF4-FFF2-40B4-BE49-F238E27FC236}">
                <a16:creationId xmlns:a16="http://schemas.microsoft.com/office/drawing/2014/main" id="{2DF4EEC7-A55E-43B1-8CF7-1B0D51A48945}"/>
              </a:ext>
            </a:extLst>
          </p:cNvPr>
          <p:cNvSpPr>
            <a:spLocks noGrp="1"/>
          </p:cNvSpPr>
          <p:nvPr/>
        </p:nvSpPr>
        <p:spPr>
          <a:xfrm>
            <a:off x="4083174" y="566079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5" name="data_4452">
            <a:extLst>
              <a:ext uri="{FF2B5EF4-FFF2-40B4-BE49-F238E27FC236}">
                <a16:creationId xmlns:a16="http://schemas.microsoft.com/office/drawing/2014/main" id="{C5C4207D-7033-415C-8778-629BC1E2DB29}"/>
              </a:ext>
            </a:extLst>
          </p:cNvPr>
          <p:cNvSpPr>
            <a:spLocks noGrp="1"/>
          </p:cNvSpPr>
          <p:nvPr/>
        </p:nvSpPr>
        <p:spPr>
          <a:xfrm>
            <a:off x="4083174" y="54917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6" name="text_4453">
            <a:extLst>
              <a:ext uri="{FF2B5EF4-FFF2-40B4-BE49-F238E27FC236}">
                <a16:creationId xmlns:a16="http://schemas.microsoft.com/office/drawing/2014/main" id="{48769F80-2ADF-4677-8575-3D3216D65A34}"/>
              </a:ext>
            </a:extLst>
          </p:cNvPr>
          <p:cNvSpPr>
            <a:spLocks noGrp="1"/>
          </p:cNvSpPr>
          <p:nvPr/>
        </p:nvSpPr>
        <p:spPr>
          <a:xfrm>
            <a:off x="4028547" y="5310996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4454">
            <a:extLst>
              <a:ext uri="{FF2B5EF4-FFF2-40B4-BE49-F238E27FC236}">
                <a16:creationId xmlns:a16="http://schemas.microsoft.com/office/drawing/2014/main" id="{6A7D0E63-7DBD-45D2-8CF1-55AC3F31A0C4}"/>
              </a:ext>
            </a:extLst>
          </p:cNvPr>
          <p:cNvSpPr>
            <a:spLocks noGrp="1"/>
          </p:cNvSpPr>
          <p:nvPr/>
        </p:nvSpPr>
        <p:spPr>
          <a:xfrm>
            <a:off x="709414" y="475582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4455">
            <a:extLst>
              <a:ext uri="{FF2B5EF4-FFF2-40B4-BE49-F238E27FC236}">
                <a16:creationId xmlns:a16="http://schemas.microsoft.com/office/drawing/2014/main" id="{2F9F6A9F-5653-4484-AB46-33ED3EF9E815}"/>
              </a:ext>
            </a:extLst>
          </p:cNvPr>
          <p:cNvSpPr>
            <a:spLocks noGrp="1"/>
          </p:cNvSpPr>
          <p:nvPr/>
        </p:nvSpPr>
        <p:spPr>
          <a:xfrm>
            <a:off x="1188244" y="4778402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4456">
            <a:extLst>
              <a:ext uri="{FF2B5EF4-FFF2-40B4-BE49-F238E27FC236}">
                <a16:creationId xmlns:a16="http://schemas.microsoft.com/office/drawing/2014/main" id="{8A09C214-83CB-4A52-8EB3-E8591BA266B5}"/>
              </a:ext>
            </a:extLst>
          </p:cNvPr>
          <p:cNvSpPr>
            <a:spLocks noGrp="1"/>
          </p:cNvSpPr>
          <p:nvPr/>
        </p:nvSpPr>
        <p:spPr>
          <a:xfrm>
            <a:off x="5704001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70" name="data_4457">
            <a:extLst>
              <a:ext uri="{FF2B5EF4-FFF2-40B4-BE49-F238E27FC236}">
                <a16:creationId xmlns:a16="http://schemas.microsoft.com/office/drawing/2014/main" id="{CBFC91E6-FAB5-40D4-BF78-CBBB599652B1}"/>
              </a:ext>
            </a:extLst>
          </p:cNvPr>
          <p:cNvSpPr>
            <a:spLocks noGrp="1"/>
          </p:cNvSpPr>
          <p:nvPr/>
        </p:nvSpPr>
        <p:spPr>
          <a:xfrm>
            <a:off x="659088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1" name="text_4458">
            <a:extLst>
              <a:ext uri="{FF2B5EF4-FFF2-40B4-BE49-F238E27FC236}">
                <a16:creationId xmlns:a16="http://schemas.microsoft.com/office/drawing/2014/main" id="{F209B3B6-AC63-46B6-97D6-81AD32BB1B49}"/>
              </a:ext>
            </a:extLst>
          </p:cNvPr>
          <p:cNvSpPr>
            <a:spLocks noGrp="1"/>
          </p:cNvSpPr>
          <p:nvPr/>
        </p:nvSpPr>
        <p:spPr>
          <a:xfrm>
            <a:off x="649378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4459">
            <a:extLst>
              <a:ext uri="{FF2B5EF4-FFF2-40B4-BE49-F238E27FC236}">
                <a16:creationId xmlns:a16="http://schemas.microsoft.com/office/drawing/2014/main" id="{508C979F-E4AE-4F5D-8D41-C4AA9C1B6230}"/>
              </a:ext>
            </a:extLst>
          </p:cNvPr>
          <p:cNvSpPr>
            <a:spLocks noGrp="1"/>
          </p:cNvSpPr>
          <p:nvPr/>
        </p:nvSpPr>
        <p:spPr>
          <a:xfrm>
            <a:off x="826425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3" name="text_4460">
            <a:extLst>
              <a:ext uri="{FF2B5EF4-FFF2-40B4-BE49-F238E27FC236}">
                <a16:creationId xmlns:a16="http://schemas.microsoft.com/office/drawing/2014/main" id="{B1BE230E-93DC-4C7B-A29D-3ECB6763CEA2}"/>
              </a:ext>
            </a:extLst>
          </p:cNvPr>
          <p:cNvSpPr>
            <a:spLocks noGrp="1"/>
          </p:cNvSpPr>
          <p:nvPr/>
        </p:nvSpPr>
        <p:spPr>
          <a:xfrm>
            <a:off x="816715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4461">
            <a:extLst>
              <a:ext uri="{FF2B5EF4-FFF2-40B4-BE49-F238E27FC236}">
                <a16:creationId xmlns:a16="http://schemas.microsoft.com/office/drawing/2014/main" id="{6B5C9903-8E1B-432D-9F88-37CCDD2F1ACB}"/>
              </a:ext>
            </a:extLst>
          </p:cNvPr>
          <p:cNvSpPr>
            <a:spLocks noGrp="1"/>
          </p:cNvSpPr>
          <p:nvPr/>
        </p:nvSpPr>
        <p:spPr>
          <a:xfrm>
            <a:off x="6644625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4462">
            <a:extLst>
              <a:ext uri="{FF2B5EF4-FFF2-40B4-BE49-F238E27FC236}">
                <a16:creationId xmlns:a16="http://schemas.microsoft.com/office/drawing/2014/main" id="{5FA55141-9EA4-456E-B672-9C8348621DC2}"/>
              </a:ext>
            </a:extLst>
          </p:cNvPr>
          <p:cNvSpPr>
            <a:spLocks noGrp="1"/>
          </p:cNvSpPr>
          <p:nvPr/>
        </p:nvSpPr>
        <p:spPr>
          <a:xfrm>
            <a:off x="5659665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6" name="text_4463">
            <a:extLst>
              <a:ext uri="{FF2B5EF4-FFF2-40B4-BE49-F238E27FC236}">
                <a16:creationId xmlns:a16="http://schemas.microsoft.com/office/drawing/2014/main" id="{B1593100-110F-439D-94F1-C6DEAFFCB20A}"/>
              </a:ext>
            </a:extLst>
          </p:cNvPr>
          <p:cNvSpPr>
            <a:spLocks noGrp="1"/>
          </p:cNvSpPr>
          <p:nvPr/>
        </p:nvSpPr>
        <p:spPr>
          <a:xfrm>
            <a:off x="5532857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4464">
            <a:extLst>
              <a:ext uri="{FF2B5EF4-FFF2-40B4-BE49-F238E27FC236}">
                <a16:creationId xmlns:a16="http://schemas.microsoft.com/office/drawing/2014/main" id="{1C4A98AF-D520-4A54-980A-EAA1576FDFBE}"/>
              </a:ext>
            </a:extLst>
          </p:cNvPr>
          <p:cNvSpPr>
            <a:spLocks noGrp="1"/>
          </p:cNvSpPr>
          <p:nvPr/>
        </p:nvSpPr>
        <p:spPr>
          <a:xfrm>
            <a:off x="5659665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8" name="text_4465">
            <a:extLst>
              <a:ext uri="{FF2B5EF4-FFF2-40B4-BE49-F238E27FC236}">
                <a16:creationId xmlns:a16="http://schemas.microsoft.com/office/drawing/2014/main" id="{C1FD4AF4-6CBA-4374-99CF-941CDF2F783F}"/>
              </a:ext>
            </a:extLst>
          </p:cNvPr>
          <p:cNvSpPr>
            <a:spLocks noGrp="1"/>
          </p:cNvSpPr>
          <p:nvPr/>
        </p:nvSpPr>
        <p:spPr>
          <a:xfrm>
            <a:off x="5468119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4466">
            <a:extLst>
              <a:ext uri="{FF2B5EF4-FFF2-40B4-BE49-F238E27FC236}">
                <a16:creationId xmlns:a16="http://schemas.microsoft.com/office/drawing/2014/main" id="{688FF08E-23A9-4C2D-9922-900F592C85A8}"/>
              </a:ext>
            </a:extLst>
          </p:cNvPr>
          <p:cNvSpPr>
            <a:spLocks noGrp="1"/>
          </p:cNvSpPr>
          <p:nvPr/>
        </p:nvSpPr>
        <p:spPr>
          <a:xfrm>
            <a:off x="5659665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0" name="text_4467">
            <a:extLst>
              <a:ext uri="{FF2B5EF4-FFF2-40B4-BE49-F238E27FC236}">
                <a16:creationId xmlns:a16="http://schemas.microsoft.com/office/drawing/2014/main" id="{37648915-19A7-4816-AD3D-59A1A8D8524B}"/>
              </a:ext>
            </a:extLst>
          </p:cNvPr>
          <p:cNvSpPr>
            <a:spLocks noGrp="1"/>
          </p:cNvSpPr>
          <p:nvPr/>
        </p:nvSpPr>
        <p:spPr>
          <a:xfrm>
            <a:off x="5468119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4468">
            <a:extLst>
              <a:ext uri="{FF2B5EF4-FFF2-40B4-BE49-F238E27FC236}">
                <a16:creationId xmlns:a16="http://schemas.microsoft.com/office/drawing/2014/main" id="{2008F2EC-1049-4EE9-B3A0-8DE2C20C8000}"/>
              </a:ext>
            </a:extLst>
          </p:cNvPr>
          <p:cNvSpPr>
            <a:spLocks noGrp="1"/>
          </p:cNvSpPr>
          <p:nvPr/>
        </p:nvSpPr>
        <p:spPr>
          <a:xfrm>
            <a:off x="5659665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2" name="text_4469">
            <a:extLst>
              <a:ext uri="{FF2B5EF4-FFF2-40B4-BE49-F238E27FC236}">
                <a16:creationId xmlns:a16="http://schemas.microsoft.com/office/drawing/2014/main" id="{CD46B31A-1057-456E-870C-C5F1C1428091}"/>
              </a:ext>
            </a:extLst>
          </p:cNvPr>
          <p:cNvSpPr>
            <a:spLocks noGrp="1"/>
          </p:cNvSpPr>
          <p:nvPr/>
        </p:nvSpPr>
        <p:spPr>
          <a:xfrm>
            <a:off x="5468119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4470">
            <a:extLst>
              <a:ext uri="{FF2B5EF4-FFF2-40B4-BE49-F238E27FC236}">
                <a16:creationId xmlns:a16="http://schemas.microsoft.com/office/drawing/2014/main" id="{7D25AF4C-0184-4E58-84F9-68A367D070F8}"/>
              </a:ext>
            </a:extLst>
          </p:cNvPr>
          <p:cNvSpPr>
            <a:spLocks noGrp="1"/>
          </p:cNvSpPr>
          <p:nvPr/>
        </p:nvSpPr>
        <p:spPr>
          <a:xfrm>
            <a:off x="5659665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4471">
            <a:extLst>
              <a:ext uri="{FF2B5EF4-FFF2-40B4-BE49-F238E27FC236}">
                <a16:creationId xmlns:a16="http://schemas.microsoft.com/office/drawing/2014/main" id="{52916D1A-ABD9-47FE-8024-5D879A84C74F}"/>
              </a:ext>
            </a:extLst>
          </p:cNvPr>
          <p:cNvSpPr>
            <a:spLocks noGrp="1"/>
          </p:cNvSpPr>
          <p:nvPr/>
        </p:nvSpPr>
        <p:spPr>
          <a:xfrm>
            <a:off x="5403381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4472">
            <a:extLst>
              <a:ext uri="{FF2B5EF4-FFF2-40B4-BE49-F238E27FC236}">
                <a16:creationId xmlns:a16="http://schemas.microsoft.com/office/drawing/2014/main" id="{15B6B9A1-5CFB-45ED-9815-163B3053093A}"/>
              </a:ext>
            </a:extLst>
          </p:cNvPr>
          <p:cNvSpPr>
            <a:spLocks noGrp="1"/>
          </p:cNvSpPr>
          <p:nvPr/>
        </p:nvSpPr>
        <p:spPr>
          <a:xfrm rot="-5400000">
            <a:off x="4418899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4473">
            <a:extLst>
              <a:ext uri="{FF2B5EF4-FFF2-40B4-BE49-F238E27FC236}">
                <a16:creationId xmlns:a16="http://schemas.microsoft.com/office/drawing/2014/main" id="{FCBD4284-CF4F-4E53-A000-19E2CD10F19B}"/>
              </a:ext>
            </a:extLst>
          </p:cNvPr>
          <p:cNvSpPr>
            <a:spLocks noGrp="1"/>
          </p:cNvSpPr>
          <p:nvPr/>
        </p:nvSpPr>
        <p:spPr>
          <a:xfrm>
            <a:off x="6026125" y="6066472"/>
            <a:ext cx="343041" cy="789306"/>
          </a:xfrm>
          <a:custGeom>
            <a:avLst/>
            <a:gdLst/>
            <a:ahLst/>
            <a:cxnLst/>
            <a:rect l="0" t="0" r="0" b="0"/>
            <a:pathLst>
              <a:path w="343041" h="789306">
                <a:moveTo>
                  <a:pt x="0" y="789306"/>
                </a:moveTo>
                <a:lnTo>
                  <a:pt x="343041" y="789306"/>
                </a:lnTo>
                <a:lnTo>
                  <a:pt x="343041" y="0"/>
                </a:lnTo>
                <a:lnTo>
                  <a:pt x="0" y="0"/>
                </a:lnTo>
                <a:lnTo>
                  <a:pt x="0" y="789306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87" name="data_4474">
            <a:extLst>
              <a:ext uri="{FF2B5EF4-FFF2-40B4-BE49-F238E27FC236}">
                <a16:creationId xmlns:a16="http://schemas.microsoft.com/office/drawing/2014/main" id="{E7EC4D53-5FF3-4D86-B8A5-2683A240E609}"/>
              </a:ext>
            </a:extLst>
          </p:cNvPr>
          <p:cNvSpPr>
            <a:spLocks noGrp="1"/>
          </p:cNvSpPr>
          <p:nvPr/>
        </p:nvSpPr>
        <p:spPr>
          <a:xfrm>
            <a:off x="6419367" y="5787069"/>
            <a:ext cx="343041" cy="1068709"/>
          </a:xfrm>
          <a:custGeom>
            <a:avLst/>
            <a:gdLst/>
            <a:ahLst/>
            <a:cxnLst/>
            <a:rect l="0" t="0" r="0" b="0"/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88" name="data_4475">
            <a:extLst>
              <a:ext uri="{FF2B5EF4-FFF2-40B4-BE49-F238E27FC236}">
                <a16:creationId xmlns:a16="http://schemas.microsoft.com/office/drawing/2014/main" id="{F1042078-4011-49E6-AEE1-CA9EA80D86E6}"/>
              </a:ext>
            </a:extLst>
          </p:cNvPr>
          <p:cNvSpPr>
            <a:spLocks noGrp="1"/>
          </p:cNvSpPr>
          <p:nvPr/>
        </p:nvSpPr>
        <p:spPr>
          <a:xfrm>
            <a:off x="6812609" y="5595798"/>
            <a:ext cx="343041" cy="1259979"/>
          </a:xfrm>
          <a:custGeom>
            <a:avLst/>
            <a:gdLst/>
            <a:ahLst/>
            <a:cxnLst/>
            <a:rect l="0" t="0" r="0" b="0"/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89" name="data_4476">
            <a:extLst>
              <a:ext uri="{FF2B5EF4-FFF2-40B4-BE49-F238E27FC236}">
                <a16:creationId xmlns:a16="http://schemas.microsoft.com/office/drawing/2014/main" id="{48846E31-C4D0-46EF-8D3E-42E2C7F915EE}"/>
              </a:ext>
            </a:extLst>
          </p:cNvPr>
          <p:cNvSpPr>
            <a:spLocks noGrp="1"/>
          </p:cNvSpPr>
          <p:nvPr/>
        </p:nvSpPr>
        <p:spPr>
          <a:xfrm>
            <a:off x="7699495" y="5934733"/>
            <a:ext cx="343041" cy="921045"/>
          </a:xfrm>
          <a:custGeom>
            <a:avLst/>
            <a:gdLst/>
            <a:ahLst/>
            <a:cxnLst/>
            <a:rect l="0" t="0" r="0" b="0"/>
            <a:pathLst>
              <a:path w="343041" h="921045">
                <a:moveTo>
                  <a:pt x="0" y="921045"/>
                </a:moveTo>
                <a:lnTo>
                  <a:pt x="343041" y="921045"/>
                </a:lnTo>
                <a:lnTo>
                  <a:pt x="343041" y="0"/>
                </a:lnTo>
                <a:lnTo>
                  <a:pt x="0" y="0"/>
                </a:lnTo>
                <a:lnTo>
                  <a:pt x="0" y="921045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90" name="data_4477">
            <a:extLst>
              <a:ext uri="{FF2B5EF4-FFF2-40B4-BE49-F238E27FC236}">
                <a16:creationId xmlns:a16="http://schemas.microsoft.com/office/drawing/2014/main" id="{02ADCD95-CA48-41E6-8B6D-A2B0F6972641}"/>
              </a:ext>
            </a:extLst>
          </p:cNvPr>
          <p:cNvSpPr>
            <a:spLocks noGrp="1"/>
          </p:cNvSpPr>
          <p:nvPr/>
        </p:nvSpPr>
        <p:spPr>
          <a:xfrm>
            <a:off x="8092737" y="5631838"/>
            <a:ext cx="343041" cy="1223940"/>
          </a:xfrm>
          <a:custGeom>
            <a:avLst/>
            <a:gdLst/>
            <a:ahLst/>
            <a:cxnLst/>
            <a:rect l="0" t="0" r="0" b="0"/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91" name="data_4478">
            <a:extLst>
              <a:ext uri="{FF2B5EF4-FFF2-40B4-BE49-F238E27FC236}">
                <a16:creationId xmlns:a16="http://schemas.microsoft.com/office/drawing/2014/main" id="{9C9CE1DB-0BC4-467B-8F59-638E128D198E}"/>
              </a:ext>
            </a:extLst>
          </p:cNvPr>
          <p:cNvSpPr>
            <a:spLocks noGrp="1"/>
          </p:cNvSpPr>
          <p:nvPr/>
        </p:nvSpPr>
        <p:spPr>
          <a:xfrm>
            <a:off x="8485979" y="5546225"/>
            <a:ext cx="343041" cy="1309553"/>
          </a:xfrm>
          <a:custGeom>
            <a:avLst/>
            <a:gdLst/>
            <a:ahLst/>
            <a:cxnLst/>
            <a:rect l="0" t="0" r="0" b="0"/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92" name="data_4479">
            <a:extLst>
              <a:ext uri="{FF2B5EF4-FFF2-40B4-BE49-F238E27FC236}">
                <a16:creationId xmlns:a16="http://schemas.microsoft.com/office/drawing/2014/main" id="{C6CA9304-8527-4A68-9018-72B5B3D2A336}"/>
              </a:ext>
            </a:extLst>
          </p:cNvPr>
          <p:cNvSpPr>
            <a:spLocks noGrp="1"/>
          </p:cNvSpPr>
          <p:nvPr/>
        </p:nvSpPr>
        <p:spPr>
          <a:xfrm>
            <a:off x="5704001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3" name="data_4480">
            <a:extLst>
              <a:ext uri="{FF2B5EF4-FFF2-40B4-BE49-F238E27FC236}">
                <a16:creationId xmlns:a16="http://schemas.microsoft.com/office/drawing/2014/main" id="{FB4BC4D6-2897-4CDA-B75D-5A0278CC5B6B}"/>
              </a:ext>
            </a:extLst>
          </p:cNvPr>
          <p:cNvSpPr>
            <a:spLocks noGrp="1"/>
          </p:cNvSpPr>
          <p:nvPr/>
        </p:nvSpPr>
        <p:spPr>
          <a:xfrm>
            <a:off x="5704001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4" name="data_4481">
            <a:extLst>
              <a:ext uri="{FF2B5EF4-FFF2-40B4-BE49-F238E27FC236}">
                <a16:creationId xmlns:a16="http://schemas.microsoft.com/office/drawing/2014/main" id="{C520AA43-8D87-4F5A-83A6-70408D0275C9}"/>
              </a:ext>
            </a:extLst>
          </p:cNvPr>
          <p:cNvSpPr>
            <a:spLocks noGrp="1"/>
          </p:cNvSpPr>
          <p:nvPr/>
        </p:nvSpPr>
        <p:spPr>
          <a:xfrm>
            <a:off x="6197645" y="5911566"/>
            <a:ext cx="191" cy="307830"/>
          </a:xfrm>
          <a:custGeom>
            <a:avLst/>
            <a:gdLst/>
            <a:ahLst/>
            <a:cxnLst/>
            <a:rect l="0" t="0" r="0" b="0"/>
            <a:pathLst>
              <a:path w="191" h="307830">
                <a:moveTo>
                  <a:pt x="0" y="30783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5" name="data_4482">
            <a:extLst>
              <a:ext uri="{FF2B5EF4-FFF2-40B4-BE49-F238E27FC236}">
                <a16:creationId xmlns:a16="http://schemas.microsoft.com/office/drawing/2014/main" id="{313773EA-853A-4059-9510-D023EAE42605}"/>
              </a:ext>
            </a:extLst>
          </p:cNvPr>
          <p:cNvSpPr>
            <a:spLocks noGrp="1"/>
          </p:cNvSpPr>
          <p:nvPr/>
        </p:nvSpPr>
        <p:spPr>
          <a:xfrm>
            <a:off x="6139077" y="621939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6" name="data_4483">
            <a:extLst>
              <a:ext uri="{FF2B5EF4-FFF2-40B4-BE49-F238E27FC236}">
                <a16:creationId xmlns:a16="http://schemas.microsoft.com/office/drawing/2014/main" id="{3558DC37-3885-4375-B172-A4EB0CA05D2C}"/>
              </a:ext>
            </a:extLst>
          </p:cNvPr>
          <p:cNvSpPr>
            <a:spLocks noGrp="1"/>
          </p:cNvSpPr>
          <p:nvPr/>
        </p:nvSpPr>
        <p:spPr>
          <a:xfrm>
            <a:off x="6139077" y="591156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7" name="text_4484">
            <a:extLst>
              <a:ext uri="{FF2B5EF4-FFF2-40B4-BE49-F238E27FC236}">
                <a16:creationId xmlns:a16="http://schemas.microsoft.com/office/drawing/2014/main" id="{4686C765-C01E-42D3-8E7A-8F2C0433588B}"/>
              </a:ext>
            </a:extLst>
          </p:cNvPr>
          <p:cNvSpPr>
            <a:spLocks noGrp="1"/>
          </p:cNvSpPr>
          <p:nvPr/>
        </p:nvSpPr>
        <p:spPr>
          <a:xfrm>
            <a:off x="6084450" y="5730819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44.2</a:t>
            </a:r>
          </a:p>
        </p:txBody>
      </p:sp>
      <p:sp>
        <p:nvSpPr>
          <p:cNvPr id="1798" name="data_4485">
            <a:extLst>
              <a:ext uri="{FF2B5EF4-FFF2-40B4-BE49-F238E27FC236}">
                <a16:creationId xmlns:a16="http://schemas.microsoft.com/office/drawing/2014/main" id="{DCA40AF5-CD4B-4766-82AA-982EFC4EA602}"/>
              </a:ext>
            </a:extLst>
          </p:cNvPr>
          <p:cNvSpPr>
            <a:spLocks noGrp="1"/>
          </p:cNvSpPr>
          <p:nvPr/>
        </p:nvSpPr>
        <p:spPr>
          <a:xfrm>
            <a:off x="6590887" y="5644829"/>
            <a:ext cx="191" cy="283321"/>
          </a:xfrm>
          <a:custGeom>
            <a:avLst/>
            <a:gdLst/>
            <a:ahLst/>
            <a:cxnLst/>
            <a:rect l="0" t="0" r="0" b="0"/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9" name="data_4486">
            <a:extLst>
              <a:ext uri="{FF2B5EF4-FFF2-40B4-BE49-F238E27FC236}">
                <a16:creationId xmlns:a16="http://schemas.microsoft.com/office/drawing/2014/main" id="{5786FFBD-ADCE-469A-9F3A-AFBF57CD187A}"/>
              </a:ext>
            </a:extLst>
          </p:cNvPr>
          <p:cNvSpPr>
            <a:spLocks noGrp="1"/>
          </p:cNvSpPr>
          <p:nvPr/>
        </p:nvSpPr>
        <p:spPr>
          <a:xfrm>
            <a:off x="6532319" y="592815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0" name="data_4487">
            <a:extLst>
              <a:ext uri="{FF2B5EF4-FFF2-40B4-BE49-F238E27FC236}">
                <a16:creationId xmlns:a16="http://schemas.microsoft.com/office/drawing/2014/main" id="{A0FB86FB-7D44-4674-9F4C-390CD6441411}"/>
              </a:ext>
            </a:extLst>
          </p:cNvPr>
          <p:cNvSpPr>
            <a:spLocks noGrp="1"/>
          </p:cNvSpPr>
          <p:nvPr/>
        </p:nvSpPr>
        <p:spPr>
          <a:xfrm>
            <a:off x="6532319" y="564482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1" name="text_4488">
            <a:extLst>
              <a:ext uri="{FF2B5EF4-FFF2-40B4-BE49-F238E27FC236}">
                <a16:creationId xmlns:a16="http://schemas.microsoft.com/office/drawing/2014/main" id="{4BF55C9C-A931-4CBE-91C4-CD8C9CF7809E}"/>
              </a:ext>
            </a:extLst>
          </p:cNvPr>
          <p:cNvSpPr>
            <a:spLocks noGrp="1"/>
          </p:cNvSpPr>
          <p:nvPr/>
        </p:nvSpPr>
        <p:spPr>
          <a:xfrm>
            <a:off x="6477692" y="546408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4489">
            <a:extLst>
              <a:ext uri="{FF2B5EF4-FFF2-40B4-BE49-F238E27FC236}">
                <a16:creationId xmlns:a16="http://schemas.microsoft.com/office/drawing/2014/main" id="{D4D22127-AC0B-4313-956A-A49AFA1B412F}"/>
              </a:ext>
            </a:extLst>
          </p:cNvPr>
          <p:cNvSpPr>
            <a:spLocks noGrp="1"/>
          </p:cNvSpPr>
          <p:nvPr/>
        </p:nvSpPr>
        <p:spPr>
          <a:xfrm>
            <a:off x="6984129" y="5456939"/>
            <a:ext cx="191" cy="277044"/>
          </a:xfrm>
          <a:custGeom>
            <a:avLst/>
            <a:gdLst/>
            <a:ahLst/>
            <a:cxnLst/>
            <a:rect l="0" t="0" r="0" b="0"/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3" name="data_4490">
            <a:extLst>
              <a:ext uri="{FF2B5EF4-FFF2-40B4-BE49-F238E27FC236}">
                <a16:creationId xmlns:a16="http://schemas.microsoft.com/office/drawing/2014/main" id="{843E36EA-88F0-4578-820F-3D6DF8EB7207}"/>
              </a:ext>
            </a:extLst>
          </p:cNvPr>
          <p:cNvSpPr>
            <a:spLocks noGrp="1"/>
          </p:cNvSpPr>
          <p:nvPr/>
        </p:nvSpPr>
        <p:spPr>
          <a:xfrm>
            <a:off x="6925561" y="573398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4" name="data_4491">
            <a:extLst>
              <a:ext uri="{FF2B5EF4-FFF2-40B4-BE49-F238E27FC236}">
                <a16:creationId xmlns:a16="http://schemas.microsoft.com/office/drawing/2014/main" id="{BC8F60AC-A42F-447A-9A23-CF0381E6E60F}"/>
              </a:ext>
            </a:extLst>
          </p:cNvPr>
          <p:cNvSpPr>
            <a:spLocks noGrp="1"/>
          </p:cNvSpPr>
          <p:nvPr/>
        </p:nvSpPr>
        <p:spPr>
          <a:xfrm>
            <a:off x="6925561" y="545693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5" name="text_4492">
            <a:extLst>
              <a:ext uri="{FF2B5EF4-FFF2-40B4-BE49-F238E27FC236}">
                <a16:creationId xmlns:a16="http://schemas.microsoft.com/office/drawing/2014/main" id="{EE9586BE-6FFE-4E7A-AB55-786641C98DF4}"/>
              </a:ext>
            </a:extLst>
          </p:cNvPr>
          <p:cNvSpPr>
            <a:spLocks noGrp="1"/>
          </p:cNvSpPr>
          <p:nvPr/>
        </p:nvSpPr>
        <p:spPr>
          <a:xfrm>
            <a:off x="6870934" y="527619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4493">
            <a:extLst>
              <a:ext uri="{FF2B5EF4-FFF2-40B4-BE49-F238E27FC236}">
                <a16:creationId xmlns:a16="http://schemas.microsoft.com/office/drawing/2014/main" id="{D93E3EA5-B549-46FD-ABF2-E82CC36C3CD4}"/>
              </a:ext>
            </a:extLst>
          </p:cNvPr>
          <p:cNvSpPr>
            <a:spLocks noGrp="1"/>
          </p:cNvSpPr>
          <p:nvPr/>
        </p:nvSpPr>
        <p:spPr>
          <a:xfrm>
            <a:off x="7871015" y="5777868"/>
            <a:ext cx="191" cy="313377"/>
          </a:xfrm>
          <a:custGeom>
            <a:avLst/>
            <a:gdLst/>
            <a:ahLst/>
            <a:cxnLst/>
            <a:rect l="0" t="0" r="0" b="0"/>
            <a:pathLst>
              <a:path w="191" h="313377">
                <a:moveTo>
                  <a:pt x="0" y="31337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7" name="data_4494">
            <a:extLst>
              <a:ext uri="{FF2B5EF4-FFF2-40B4-BE49-F238E27FC236}">
                <a16:creationId xmlns:a16="http://schemas.microsoft.com/office/drawing/2014/main" id="{F971D7FC-FFD8-4FAB-9B1C-D766196B1F17}"/>
              </a:ext>
            </a:extLst>
          </p:cNvPr>
          <p:cNvSpPr>
            <a:spLocks noGrp="1"/>
          </p:cNvSpPr>
          <p:nvPr/>
        </p:nvSpPr>
        <p:spPr>
          <a:xfrm>
            <a:off x="7812447" y="609124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8" name="data_4495">
            <a:extLst>
              <a:ext uri="{FF2B5EF4-FFF2-40B4-BE49-F238E27FC236}">
                <a16:creationId xmlns:a16="http://schemas.microsoft.com/office/drawing/2014/main" id="{1A6AC698-500A-4C14-9D65-4818A8E921C4}"/>
              </a:ext>
            </a:extLst>
          </p:cNvPr>
          <p:cNvSpPr>
            <a:spLocks noGrp="1"/>
          </p:cNvSpPr>
          <p:nvPr/>
        </p:nvSpPr>
        <p:spPr>
          <a:xfrm>
            <a:off x="7812447" y="5777868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9" name="text_4496">
            <a:extLst>
              <a:ext uri="{FF2B5EF4-FFF2-40B4-BE49-F238E27FC236}">
                <a16:creationId xmlns:a16="http://schemas.microsoft.com/office/drawing/2014/main" id="{2BB4CA85-96F1-4BF2-8A1C-00654F53C5A4}"/>
              </a:ext>
            </a:extLst>
          </p:cNvPr>
          <p:cNvSpPr>
            <a:spLocks noGrp="1"/>
          </p:cNvSpPr>
          <p:nvPr/>
        </p:nvSpPr>
        <p:spPr>
          <a:xfrm>
            <a:off x="7757820" y="5597121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51.6</a:t>
            </a:r>
          </a:p>
        </p:txBody>
      </p:sp>
      <p:sp>
        <p:nvSpPr>
          <p:cNvPr id="1810" name="data_4497">
            <a:extLst>
              <a:ext uri="{FF2B5EF4-FFF2-40B4-BE49-F238E27FC236}">
                <a16:creationId xmlns:a16="http://schemas.microsoft.com/office/drawing/2014/main" id="{823F2B47-F707-4DBF-8AE3-C49361F3DAF8}"/>
              </a:ext>
            </a:extLst>
          </p:cNvPr>
          <p:cNvSpPr>
            <a:spLocks noGrp="1"/>
          </p:cNvSpPr>
          <p:nvPr/>
        </p:nvSpPr>
        <p:spPr>
          <a:xfrm>
            <a:off x="8264257" y="5495455"/>
            <a:ext cx="191" cy="276760"/>
          </a:xfrm>
          <a:custGeom>
            <a:avLst/>
            <a:gdLst/>
            <a:ahLst/>
            <a:cxnLst/>
            <a:rect l="0" t="0" r="0" b="0"/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1" name="data_4498">
            <a:extLst>
              <a:ext uri="{FF2B5EF4-FFF2-40B4-BE49-F238E27FC236}">
                <a16:creationId xmlns:a16="http://schemas.microsoft.com/office/drawing/2014/main" id="{6F160FF9-3BED-4A11-886D-E49E4E94B5FB}"/>
              </a:ext>
            </a:extLst>
          </p:cNvPr>
          <p:cNvSpPr>
            <a:spLocks noGrp="1"/>
          </p:cNvSpPr>
          <p:nvPr/>
        </p:nvSpPr>
        <p:spPr>
          <a:xfrm>
            <a:off x="8205690" y="5772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2" name="data_4499">
            <a:extLst>
              <a:ext uri="{FF2B5EF4-FFF2-40B4-BE49-F238E27FC236}">
                <a16:creationId xmlns:a16="http://schemas.microsoft.com/office/drawing/2014/main" id="{0B73FEDE-4A07-4725-93E9-6431D15F8DD2}"/>
              </a:ext>
            </a:extLst>
          </p:cNvPr>
          <p:cNvSpPr>
            <a:spLocks noGrp="1"/>
          </p:cNvSpPr>
          <p:nvPr/>
        </p:nvSpPr>
        <p:spPr>
          <a:xfrm>
            <a:off x="8205690" y="549545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3" name="text_4500">
            <a:extLst>
              <a:ext uri="{FF2B5EF4-FFF2-40B4-BE49-F238E27FC236}">
                <a16:creationId xmlns:a16="http://schemas.microsoft.com/office/drawing/2014/main" id="{4388EF44-271A-4C83-8F2F-D11CA1BA9F2D}"/>
              </a:ext>
            </a:extLst>
          </p:cNvPr>
          <p:cNvSpPr>
            <a:spLocks noGrp="1"/>
          </p:cNvSpPr>
          <p:nvPr/>
        </p:nvSpPr>
        <p:spPr>
          <a:xfrm>
            <a:off x="8151062" y="531470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4501">
            <a:extLst>
              <a:ext uri="{FF2B5EF4-FFF2-40B4-BE49-F238E27FC236}">
                <a16:creationId xmlns:a16="http://schemas.microsoft.com/office/drawing/2014/main" id="{89B1183A-1B06-496C-AFBA-E5A82F29F126}"/>
              </a:ext>
            </a:extLst>
          </p:cNvPr>
          <p:cNvSpPr>
            <a:spLocks noGrp="1"/>
          </p:cNvSpPr>
          <p:nvPr/>
        </p:nvSpPr>
        <p:spPr>
          <a:xfrm>
            <a:off x="8657500" y="5412570"/>
            <a:ext cx="191" cy="269873"/>
          </a:xfrm>
          <a:custGeom>
            <a:avLst/>
            <a:gdLst/>
            <a:ahLst/>
            <a:cxnLst/>
            <a:rect l="0" t="0" r="0" b="0"/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5" name="data_4502">
            <a:extLst>
              <a:ext uri="{FF2B5EF4-FFF2-40B4-BE49-F238E27FC236}">
                <a16:creationId xmlns:a16="http://schemas.microsoft.com/office/drawing/2014/main" id="{6CEF3387-24AE-4050-9F26-8447FD8CE6B5}"/>
              </a:ext>
            </a:extLst>
          </p:cNvPr>
          <p:cNvSpPr>
            <a:spLocks noGrp="1"/>
          </p:cNvSpPr>
          <p:nvPr/>
        </p:nvSpPr>
        <p:spPr>
          <a:xfrm>
            <a:off x="8598932" y="56824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6" name="data_4503">
            <a:extLst>
              <a:ext uri="{FF2B5EF4-FFF2-40B4-BE49-F238E27FC236}">
                <a16:creationId xmlns:a16="http://schemas.microsoft.com/office/drawing/2014/main" id="{A9421608-6F7B-42BF-ADF3-3674D5B72587}"/>
              </a:ext>
            </a:extLst>
          </p:cNvPr>
          <p:cNvSpPr>
            <a:spLocks noGrp="1"/>
          </p:cNvSpPr>
          <p:nvPr/>
        </p:nvSpPr>
        <p:spPr>
          <a:xfrm>
            <a:off x="8598932" y="541257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7" name="text_4504">
            <a:extLst>
              <a:ext uri="{FF2B5EF4-FFF2-40B4-BE49-F238E27FC236}">
                <a16:creationId xmlns:a16="http://schemas.microsoft.com/office/drawing/2014/main" id="{868966B2-CE2A-4025-B75B-67CA637129C9}"/>
              </a:ext>
            </a:extLst>
          </p:cNvPr>
          <p:cNvSpPr>
            <a:spLocks noGrp="1"/>
          </p:cNvSpPr>
          <p:nvPr/>
        </p:nvSpPr>
        <p:spPr>
          <a:xfrm>
            <a:off x="8544304" y="523182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4505">
            <a:extLst>
              <a:ext uri="{FF2B5EF4-FFF2-40B4-BE49-F238E27FC236}">
                <a16:creationId xmlns:a16="http://schemas.microsoft.com/office/drawing/2014/main" id="{0CBACDED-4B9C-4ADE-9B9E-1286FB92E8F7}"/>
              </a:ext>
            </a:extLst>
          </p:cNvPr>
          <p:cNvSpPr>
            <a:spLocks noGrp="1"/>
          </p:cNvSpPr>
          <p:nvPr/>
        </p:nvSpPr>
        <p:spPr>
          <a:xfrm>
            <a:off x="5225171" y="47558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4506">
            <a:extLst>
              <a:ext uri="{FF2B5EF4-FFF2-40B4-BE49-F238E27FC236}">
                <a16:creationId xmlns:a16="http://schemas.microsoft.com/office/drawing/2014/main" id="{4F3389B5-F2CD-4316-8607-A9E6806D5867}"/>
              </a:ext>
            </a:extLst>
          </p:cNvPr>
          <p:cNvSpPr>
            <a:spLocks noGrp="1"/>
          </p:cNvSpPr>
          <p:nvPr/>
        </p:nvSpPr>
        <p:spPr>
          <a:xfrm>
            <a:off x="5704001" y="4778402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4507">
            <a:extLst>
              <a:ext uri="{FF2B5EF4-FFF2-40B4-BE49-F238E27FC236}">
                <a16:creationId xmlns:a16="http://schemas.microsoft.com/office/drawing/2014/main" id="{FE825204-7E1A-4408-8EF0-0620C1886756}"/>
              </a:ext>
            </a:extLst>
          </p:cNvPr>
          <p:cNvSpPr>
            <a:spLocks noGrp="1"/>
          </p:cNvSpPr>
          <p:nvPr/>
        </p:nvSpPr>
        <p:spPr>
          <a:xfrm>
            <a:off x="2982516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821" name="text_4508">
            <a:extLst>
              <a:ext uri="{FF2B5EF4-FFF2-40B4-BE49-F238E27FC236}">
                <a16:creationId xmlns:a16="http://schemas.microsoft.com/office/drawing/2014/main" id="{AB14AFF1-1A44-4913-82BB-80D833CD209D}"/>
              </a:ext>
            </a:extLst>
          </p:cNvPr>
          <p:cNvSpPr>
            <a:spLocks noGrp="1"/>
          </p:cNvSpPr>
          <p:nvPr/>
        </p:nvSpPr>
        <p:spPr>
          <a:xfrm>
            <a:off x="3252080" y="1291384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4509">
            <a:extLst>
              <a:ext uri="{FF2B5EF4-FFF2-40B4-BE49-F238E27FC236}">
                <a16:creationId xmlns:a16="http://schemas.microsoft.com/office/drawing/2014/main" id="{64773917-97DC-4CAB-9891-FFA23610723E}"/>
              </a:ext>
            </a:extLst>
          </p:cNvPr>
          <p:cNvSpPr>
            <a:spLocks noGrp="1"/>
          </p:cNvSpPr>
          <p:nvPr/>
        </p:nvSpPr>
        <p:spPr>
          <a:xfrm>
            <a:off x="4192119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823" name="text_4510">
            <a:extLst>
              <a:ext uri="{FF2B5EF4-FFF2-40B4-BE49-F238E27FC236}">
                <a16:creationId xmlns:a16="http://schemas.microsoft.com/office/drawing/2014/main" id="{3515EA52-7D08-4843-8839-1E2DD51E4EE2}"/>
              </a:ext>
            </a:extLst>
          </p:cNvPr>
          <p:cNvSpPr>
            <a:spLocks noGrp="1"/>
          </p:cNvSpPr>
          <p:nvPr/>
        </p:nvSpPr>
        <p:spPr>
          <a:xfrm>
            <a:off x="4461682" y="1291384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4511">
            <a:extLst>
              <a:ext uri="{FF2B5EF4-FFF2-40B4-BE49-F238E27FC236}">
                <a16:creationId xmlns:a16="http://schemas.microsoft.com/office/drawing/2014/main" id="{593806FF-FF27-4380-B5D6-E9EFA0230F1D}"/>
              </a:ext>
            </a:extLst>
          </p:cNvPr>
          <p:cNvSpPr>
            <a:spLocks noGrp="1"/>
          </p:cNvSpPr>
          <p:nvPr/>
        </p:nvSpPr>
        <p:spPr>
          <a:xfrm>
            <a:off x="5844184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825" name="text_4512">
            <a:extLst>
              <a:ext uri="{FF2B5EF4-FFF2-40B4-BE49-F238E27FC236}">
                <a16:creationId xmlns:a16="http://schemas.microsoft.com/office/drawing/2014/main" id="{788370B2-5FEC-4360-8501-C885AFA1E120}"/>
              </a:ext>
            </a:extLst>
          </p:cNvPr>
          <p:cNvSpPr>
            <a:spLocks noGrp="1"/>
          </p:cNvSpPr>
          <p:nvPr/>
        </p:nvSpPr>
        <p:spPr>
          <a:xfrm>
            <a:off x="6113748" y="1291384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12160173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data_4513">
            <a:extLst>
              <a:ext uri="{FF2B5EF4-FFF2-40B4-BE49-F238E27FC236}">
                <a16:creationId xmlns:a16="http://schemas.microsoft.com/office/drawing/2014/main" id="{CAC1ABA0-6E22-4FF9-9432-8EFB965CF075}"/>
              </a:ext>
            </a:extLst>
          </p:cNvPr>
          <p:cNvSpPr>
            <a:spLocks noGrp="1"/>
          </p:cNvSpPr>
          <p:nvPr/>
        </p:nvSpPr>
        <p:spPr>
          <a:xfrm>
            <a:off x="238125" y="2439987"/>
            <a:ext cx="9048750" cy="3921125"/>
          </a:xfrm>
          <a:custGeom>
            <a:avLst/>
            <a:gdLst/>
            <a:ahLst/>
            <a:cxnLst/>
            <a:rect l="0" t="0" r="0" b="0"/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4514">
            <a:extLst>
              <a:ext uri="{FF2B5EF4-FFF2-40B4-BE49-F238E27FC236}">
                <a16:creationId xmlns:a16="http://schemas.microsoft.com/office/drawing/2014/main" id="{ED58A57B-5521-4E7F-B25D-6D71D4152B00}"/>
              </a:ext>
            </a:extLst>
          </p:cNvPr>
          <p:cNvSpPr>
            <a:spLocks noGrp="1"/>
          </p:cNvSpPr>
          <p:nvPr/>
        </p:nvSpPr>
        <p:spPr>
          <a:xfrm>
            <a:off x="1188244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4515">
            <a:extLst>
              <a:ext uri="{FF2B5EF4-FFF2-40B4-BE49-F238E27FC236}">
                <a16:creationId xmlns:a16="http://schemas.microsoft.com/office/drawing/2014/main" id="{B900225A-3DBD-4342-9514-42E32AA49658}"/>
              </a:ext>
            </a:extLst>
          </p:cNvPr>
          <p:cNvSpPr>
            <a:spLocks noGrp="1"/>
          </p:cNvSpPr>
          <p:nvPr/>
        </p:nvSpPr>
        <p:spPr>
          <a:xfrm>
            <a:off x="2911815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4516">
            <a:extLst>
              <a:ext uri="{FF2B5EF4-FFF2-40B4-BE49-F238E27FC236}">
                <a16:creationId xmlns:a16="http://schemas.microsoft.com/office/drawing/2014/main" id="{B7898900-93EE-4983-A028-E1E9AC816112}"/>
              </a:ext>
            </a:extLst>
          </p:cNvPr>
          <p:cNvSpPr>
            <a:spLocks noGrp="1"/>
          </p:cNvSpPr>
          <p:nvPr/>
        </p:nvSpPr>
        <p:spPr>
          <a:xfrm>
            <a:off x="2298913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4517">
            <a:extLst>
              <a:ext uri="{FF2B5EF4-FFF2-40B4-BE49-F238E27FC236}">
                <a16:creationId xmlns:a16="http://schemas.microsoft.com/office/drawing/2014/main" id="{9DCB4280-A5FE-458C-87F6-67E569D504C8}"/>
              </a:ext>
            </a:extLst>
          </p:cNvPr>
          <p:cNvSpPr>
            <a:spLocks noGrp="1"/>
          </p:cNvSpPr>
          <p:nvPr/>
        </p:nvSpPr>
        <p:spPr>
          <a:xfrm>
            <a:off x="2331029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4518">
            <a:extLst>
              <a:ext uri="{FF2B5EF4-FFF2-40B4-BE49-F238E27FC236}">
                <a16:creationId xmlns:a16="http://schemas.microsoft.com/office/drawing/2014/main" id="{5E14E565-73B4-4A4D-8917-A41B9A851A63}"/>
              </a:ext>
            </a:extLst>
          </p:cNvPr>
          <p:cNvSpPr>
            <a:spLocks noGrp="1"/>
          </p:cNvSpPr>
          <p:nvPr/>
        </p:nvSpPr>
        <p:spPr>
          <a:xfrm>
            <a:off x="2397998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4519">
            <a:extLst>
              <a:ext uri="{FF2B5EF4-FFF2-40B4-BE49-F238E27FC236}">
                <a16:creationId xmlns:a16="http://schemas.microsoft.com/office/drawing/2014/main" id="{D939DC73-DE9E-4383-A27E-DDC007585340}"/>
              </a:ext>
            </a:extLst>
          </p:cNvPr>
          <p:cNvSpPr>
            <a:spLocks noGrp="1"/>
          </p:cNvSpPr>
          <p:nvPr/>
        </p:nvSpPr>
        <p:spPr>
          <a:xfrm>
            <a:off x="2447852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4520">
            <a:extLst>
              <a:ext uri="{FF2B5EF4-FFF2-40B4-BE49-F238E27FC236}">
                <a16:creationId xmlns:a16="http://schemas.microsoft.com/office/drawing/2014/main" id="{5A4E40E9-4BFE-4530-85CC-995E4E2B1600}"/>
              </a:ext>
            </a:extLst>
          </p:cNvPr>
          <p:cNvSpPr>
            <a:spLocks noGrp="1"/>
          </p:cNvSpPr>
          <p:nvPr/>
        </p:nvSpPr>
        <p:spPr>
          <a:xfrm>
            <a:off x="2490548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4521">
            <a:extLst>
              <a:ext uri="{FF2B5EF4-FFF2-40B4-BE49-F238E27FC236}">
                <a16:creationId xmlns:a16="http://schemas.microsoft.com/office/drawing/2014/main" id="{E6E9FBA7-C092-4F13-AEBB-26122F77A9EA}"/>
              </a:ext>
            </a:extLst>
          </p:cNvPr>
          <p:cNvSpPr>
            <a:spLocks noGrp="1"/>
          </p:cNvSpPr>
          <p:nvPr/>
        </p:nvSpPr>
        <p:spPr>
          <a:xfrm>
            <a:off x="2551605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4522">
            <a:extLst>
              <a:ext uri="{FF2B5EF4-FFF2-40B4-BE49-F238E27FC236}">
                <a16:creationId xmlns:a16="http://schemas.microsoft.com/office/drawing/2014/main" id="{9B9EB729-330F-4B44-A567-F81E61696232}"/>
              </a:ext>
            </a:extLst>
          </p:cNvPr>
          <p:cNvSpPr>
            <a:spLocks noGrp="1"/>
          </p:cNvSpPr>
          <p:nvPr/>
        </p:nvSpPr>
        <p:spPr>
          <a:xfrm>
            <a:off x="2618575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4523">
            <a:extLst>
              <a:ext uri="{FF2B5EF4-FFF2-40B4-BE49-F238E27FC236}">
                <a16:creationId xmlns:a16="http://schemas.microsoft.com/office/drawing/2014/main" id="{987768D1-F97C-453B-B3F5-8D73F77FA948}"/>
              </a:ext>
            </a:extLst>
          </p:cNvPr>
          <p:cNvSpPr>
            <a:spLocks noGrp="1"/>
          </p:cNvSpPr>
          <p:nvPr/>
        </p:nvSpPr>
        <p:spPr>
          <a:xfrm>
            <a:off x="2672474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4524">
            <a:extLst>
              <a:ext uri="{FF2B5EF4-FFF2-40B4-BE49-F238E27FC236}">
                <a16:creationId xmlns:a16="http://schemas.microsoft.com/office/drawing/2014/main" id="{1EDFA6B1-6D21-452D-B4C9-2DECABCF5795}"/>
              </a:ext>
            </a:extLst>
          </p:cNvPr>
          <p:cNvSpPr>
            <a:spLocks noGrp="1"/>
          </p:cNvSpPr>
          <p:nvPr/>
        </p:nvSpPr>
        <p:spPr>
          <a:xfrm>
            <a:off x="2735896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4525">
            <a:extLst>
              <a:ext uri="{FF2B5EF4-FFF2-40B4-BE49-F238E27FC236}">
                <a16:creationId xmlns:a16="http://schemas.microsoft.com/office/drawing/2014/main" id="{FB7622F8-88C3-48C5-B2A8-F168996AB9E9}"/>
              </a:ext>
            </a:extLst>
          </p:cNvPr>
          <p:cNvSpPr>
            <a:spLocks noGrp="1"/>
          </p:cNvSpPr>
          <p:nvPr/>
        </p:nvSpPr>
        <p:spPr>
          <a:xfrm>
            <a:off x="2774920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4526">
            <a:extLst>
              <a:ext uri="{FF2B5EF4-FFF2-40B4-BE49-F238E27FC236}">
                <a16:creationId xmlns:a16="http://schemas.microsoft.com/office/drawing/2014/main" id="{41BFFB1D-F40C-4562-8E40-3FEC983C978E}"/>
              </a:ext>
            </a:extLst>
          </p:cNvPr>
          <p:cNvSpPr>
            <a:spLocks noGrp="1"/>
          </p:cNvSpPr>
          <p:nvPr/>
        </p:nvSpPr>
        <p:spPr>
          <a:xfrm>
            <a:off x="2804172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4527">
            <a:extLst>
              <a:ext uri="{FF2B5EF4-FFF2-40B4-BE49-F238E27FC236}">
                <a16:creationId xmlns:a16="http://schemas.microsoft.com/office/drawing/2014/main" id="{2D6BBD80-62C4-4BCB-9BB2-37B907A886DD}"/>
              </a:ext>
            </a:extLst>
          </p:cNvPr>
          <p:cNvSpPr>
            <a:spLocks noGrp="1"/>
          </p:cNvSpPr>
          <p:nvPr/>
        </p:nvSpPr>
        <p:spPr>
          <a:xfrm>
            <a:off x="2867594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4528">
            <a:extLst>
              <a:ext uri="{FF2B5EF4-FFF2-40B4-BE49-F238E27FC236}">
                <a16:creationId xmlns:a16="http://schemas.microsoft.com/office/drawing/2014/main" id="{34F679CB-37A6-4B08-9EE3-3E9436987969}"/>
              </a:ext>
            </a:extLst>
          </p:cNvPr>
          <p:cNvSpPr>
            <a:spLocks noGrp="1"/>
          </p:cNvSpPr>
          <p:nvPr/>
        </p:nvSpPr>
        <p:spPr>
          <a:xfrm>
            <a:off x="2925166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4529">
            <a:extLst>
              <a:ext uri="{FF2B5EF4-FFF2-40B4-BE49-F238E27FC236}">
                <a16:creationId xmlns:a16="http://schemas.microsoft.com/office/drawing/2014/main" id="{BACC2B50-A168-4CD5-AE09-BC1DE8A4E90D}"/>
              </a:ext>
            </a:extLst>
          </p:cNvPr>
          <p:cNvSpPr>
            <a:spLocks noGrp="1"/>
          </p:cNvSpPr>
          <p:nvPr/>
        </p:nvSpPr>
        <p:spPr>
          <a:xfrm>
            <a:off x="2988588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4530">
            <a:extLst>
              <a:ext uri="{FF2B5EF4-FFF2-40B4-BE49-F238E27FC236}">
                <a16:creationId xmlns:a16="http://schemas.microsoft.com/office/drawing/2014/main" id="{F8A85F44-D4CB-492E-8298-F9A29A2BD4DA}"/>
              </a:ext>
            </a:extLst>
          </p:cNvPr>
          <p:cNvSpPr>
            <a:spLocks noGrp="1"/>
          </p:cNvSpPr>
          <p:nvPr/>
        </p:nvSpPr>
        <p:spPr>
          <a:xfrm>
            <a:off x="3017840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4531">
            <a:extLst>
              <a:ext uri="{FF2B5EF4-FFF2-40B4-BE49-F238E27FC236}">
                <a16:creationId xmlns:a16="http://schemas.microsoft.com/office/drawing/2014/main" id="{2180A158-086F-4B59-8485-7B743CE16BB5}"/>
              </a:ext>
            </a:extLst>
          </p:cNvPr>
          <p:cNvSpPr>
            <a:spLocks noGrp="1"/>
          </p:cNvSpPr>
          <p:nvPr/>
        </p:nvSpPr>
        <p:spPr>
          <a:xfrm>
            <a:off x="3046657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4532">
            <a:extLst>
              <a:ext uri="{FF2B5EF4-FFF2-40B4-BE49-F238E27FC236}">
                <a16:creationId xmlns:a16="http://schemas.microsoft.com/office/drawing/2014/main" id="{B0B50536-94D8-48B9-8BC1-54280E714529}"/>
              </a:ext>
            </a:extLst>
          </p:cNvPr>
          <p:cNvSpPr>
            <a:spLocks noGrp="1"/>
          </p:cNvSpPr>
          <p:nvPr/>
        </p:nvSpPr>
        <p:spPr>
          <a:xfrm>
            <a:off x="3112506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4533">
            <a:extLst>
              <a:ext uri="{FF2B5EF4-FFF2-40B4-BE49-F238E27FC236}">
                <a16:creationId xmlns:a16="http://schemas.microsoft.com/office/drawing/2014/main" id="{37160DBE-80A5-4E60-A6AB-B42C4B810716}"/>
              </a:ext>
            </a:extLst>
          </p:cNvPr>
          <p:cNvSpPr>
            <a:spLocks noGrp="1"/>
          </p:cNvSpPr>
          <p:nvPr/>
        </p:nvSpPr>
        <p:spPr>
          <a:xfrm>
            <a:off x="3181716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4534">
            <a:extLst>
              <a:ext uri="{FF2B5EF4-FFF2-40B4-BE49-F238E27FC236}">
                <a16:creationId xmlns:a16="http://schemas.microsoft.com/office/drawing/2014/main" id="{F4067B95-0379-4028-9733-8A15DEBDF21F}"/>
              </a:ext>
            </a:extLst>
          </p:cNvPr>
          <p:cNvSpPr>
            <a:spLocks noGrp="1"/>
          </p:cNvSpPr>
          <p:nvPr/>
        </p:nvSpPr>
        <p:spPr>
          <a:xfrm>
            <a:off x="3255470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4535">
            <a:extLst>
              <a:ext uri="{FF2B5EF4-FFF2-40B4-BE49-F238E27FC236}">
                <a16:creationId xmlns:a16="http://schemas.microsoft.com/office/drawing/2014/main" id="{127650BA-A1B9-4740-B27E-D5538C57F8C1}"/>
              </a:ext>
            </a:extLst>
          </p:cNvPr>
          <p:cNvSpPr>
            <a:spLocks noGrp="1"/>
          </p:cNvSpPr>
          <p:nvPr/>
        </p:nvSpPr>
        <p:spPr>
          <a:xfrm>
            <a:off x="3337253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4536">
            <a:extLst>
              <a:ext uri="{FF2B5EF4-FFF2-40B4-BE49-F238E27FC236}">
                <a16:creationId xmlns:a16="http://schemas.microsoft.com/office/drawing/2014/main" id="{45CBD2F5-37A3-4A77-A3B8-7C5592856F5B}"/>
              </a:ext>
            </a:extLst>
          </p:cNvPr>
          <p:cNvSpPr>
            <a:spLocks noGrp="1"/>
          </p:cNvSpPr>
          <p:nvPr/>
        </p:nvSpPr>
        <p:spPr>
          <a:xfrm>
            <a:off x="3406261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4537">
            <a:extLst>
              <a:ext uri="{FF2B5EF4-FFF2-40B4-BE49-F238E27FC236}">
                <a16:creationId xmlns:a16="http://schemas.microsoft.com/office/drawing/2014/main" id="{ABD58CD5-ED92-419C-BB03-2FFB110A1680}"/>
              </a:ext>
            </a:extLst>
          </p:cNvPr>
          <p:cNvSpPr>
            <a:spLocks noGrp="1"/>
          </p:cNvSpPr>
          <p:nvPr/>
        </p:nvSpPr>
        <p:spPr>
          <a:xfrm>
            <a:off x="3451484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4538">
            <a:extLst>
              <a:ext uri="{FF2B5EF4-FFF2-40B4-BE49-F238E27FC236}">
                <a16:creationId xmlns:a16="http://schemas.microsoft.com/office/drawing/2014/main" id="{25358B79-6EED-4328-BC59-966083DC3522}"/>
              </a:ext>
            </a:extLst>
          </p:cNvPr>
          <p:cNvSpPr>
            <a:spLocks noGrp="1"/>
          </p:cNvSpPr>
          <p:nvPr/>
        </p:nvSpPr>
        <p:spPr>
          <a:xfrm>
            <a:off x="347400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4539">
            <a:extLst>
              <a:ext uri="{FF2B5EF4-FFF2-40B4-BE49-F238E27FC236}">
                <a16:creationId xmlns:a16="http://schemas.microsoft.com/office/drawing/2014/main" id="{E6FB6390-A721-4C80-B2C8-E7867D2FDF6B}"/>
              </a:ext>
            </a:extLst>
          </p:cNvPr>
          <p:cNvSpPr>
            <a:spLocks noGrp="1"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4540">
            <a:extLst>
              <a:ext uri="{FF2B5EF4-FFF2-40B4-BE49-F238E27FC236}">
                <a16:creationId xmlns:a16="http://schemas.microsoft.com/office/drawing/2014/main" id="{6FF1BEBB-BDEB-48AB-82A2-07D8571969EA}"/>
              </a:ext>
            </a:extLst>
          </p:cNvPr>
          <p:cNvSpPr>
            <a:spLocks noGrp="1"/>
          </p:cNvSpPr>
          <p:nvPr/>
        </p:nvSpPr>
        <p:spPr>
          <a:xfrm>
            <a:off x="1143908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4541">
            <a:extLst>
              <a:ext uri="{FF2B5EF4-FFF2-40B4-BE49-F238E27FC236}">
                <a16:creationId xmlns:a16="http://schemas.microsoft.com/office/drawing/2014/main" id="{0ECFE940-D474-47B5-94AF-F8501C6C52E8}"/>
              </a:ext>
            </a:extLst>
          </p:cNvPr>
          <p:cNvSpPr>
            <a:spLocks noGrp="1"/>
          </p:cNvSpPr>
          <p:nvPr/>
        </p:nvSpPr>
        <p:spPr>
          <a:xfrm>
            <a:off x="920184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4542">
            <a:extLst>
              <a:ext uri="{FF2B5EF4-FFF2-40B4-BE49-F238E27FC236}">
                <a16:creationId xmlns:a16="http://schemas.microsoft.com/office/drawing/2014/main" id="{1CED4D6F-B042-4076-AF12-1618B2D0212D}"/>
              </a:ext>
            </a:extLst>
          </p:cNvPr>
          <p:cNvSpPr>
            <a:spLocks noGrp="1"/>
          </p:cNvSpPr>
          <p:nvPr/>
        </p:nvSpPr>
        <p:spPr>
          <a:xfrm>
            <a:off x="1188244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4543">
            <a:extLst>
              <a:ext uri="{FF2B5EF4-FFF2-40B4-BE49-F238E27FC236}">
                <a16:creationId xmlns:a16="http://schemas.microsoft.com/office/drawing/2014/main" id="{C31FDC30-3671-4EB7-B2CE-3BB4458C39AD}"/>
              </a:ext>
            </a:extLst>
          </p:cNvPr>
          <p:cNvSpPr>
            <a:spLocks noGrp="1"/>
          </p:cNvSpPr>
          <p:nvPr/>
        </p:nvSpPr>
        <p:spPr>
          <a:xfrm>
            <a:off x="1143908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4544">
            <a:extLst>
              <a:ext uri="{FF2B5EF4-FFF2-40B4-BE49-F238E27FC236}">
                <a16:creationId xmlns:a16="http://schemas.microsoft.com/office/drawing/2014/main" id="{1A3324B0-05F2-4CD3-AA09-C50B0081E15E}"/>
              </a:ext>
            </a:extLst>
          </p:cNvPr>
          <p:cNvSpPr>
            <a:spLocks noGrp="1"/>
          </p:cNvSpPr>
          <p:nvPr/>
        </p:nvSpPr>
        <p:spPr>
          <a:xfrm>
            <a:off x="920184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4545">
            <a:extLst>
              <a:ext uri="{FF2B5EF4-FFF2-40B4-BE49-F238E27FC236}">
                <a16:creationId xmlns:a16="http://schemas.microsoft.com/office/drawing/2014/main" id="{77E914C1-1559-4808-A392-29B16EF5EC8B}"/>
              </a:ext>
            </a:extLst>
          </p:cNvPr>
          <p:cNvSpPr>
            <a:spLocks noGrp="1"/>
          </p:cNvSpPr>
          <p:nvPr/>
        </p:nvSpPr>
        <p:spPr>
          <a:xfrm>
            <a:off x="1188244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4546">
            <a:extLst>
              <a:ext uri="{FF2B5EF4-FFF2-40B4-BE49-F238E27FC236}">
                <a16:creationId xmlns:a16="http://schemas.microsoft.com/office/drawing/2014/main" id="{986CC8DE-9FA0-444B-BCFC-440EB2DBBC22}"/>
              </a:ext>
            </a:extLst>
          </p:cNvPr>
          <p:cNvSpPr>
            <a:spLocks noGrp="1"/>
          </p:cNvSpPr>
          <p:nvPr/>
        </p:nvSpPr>
        <p:spPr>
          <a:xfrm>
            <a:off x="1143908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4547">
            <a:extLst>
              <a:ext uri="{FF2B5EF4-FFF2-40B4-BE49-F238E27FC236}">
                <a16:creationId xmlns:a16="http://schemas.microsoft.com/office/drawing/2014/main" id="{A1921C10-F806-4352-BB00-1B49D3D6725F}"/>
              </a:ext>
            </a:extLst>
          </p:cNvPr>
          <p:cNvSpPr>
            <a:spLocks noGrp="1"/>
          </p:cNvSpPr>
          <p:nvPr/>
        </p:nvSpPr>
        <p:spPr>
          <a:xfrm>
            <a:off x="920184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4548">
            <a:extLst>
              <a:ext uri="{FF2B5EF4-FFF2-40B4-BE49-F238E27FC236}">
                <a16:creationId xmlns:a16="http://schemas.microsoft.com/office/drawing/2014/main" id="{7933609E-1356-4C14-A973-61718197FE0A}"/>
              </a:ext>
            </a:extLst>
          </p:cNvPr>
          <p:cNvSpPr>
            <a:spLocks noGrp="1"/>
          </p:cNvSpPr>
          <p:nvPr/>
        </p:nvSpPr>
        <p:spPr>
          <a:xfrm rot="-5400000">
            <a:off x="650976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4549">
            <a:extLst>
              <a:ext uri="{FF2B5EF4-FFF2-40B4-BE49-F238E27FC236}">
                <a16:creationId xmlns:a16="http://schemas.microsoft.com/office/drawing/2014/main" id="{65B2D825-25C9-4C18-91A4-4AA325B5F343}"/>
              </a:ext>
            </a:extLst>
          </p:cNvPr>
          <p:cNvSpPr>
            <a:spLocks noGrp="1"/>
          </p:cNvSpPr>
          <p:nvPr/>
        </p:nvSpPr>
        <p:spPr>
          <a:xfrm>
            <a:off x="1731169" y="5214680"/>
            <a:ext cx="706664" cy="205363"/>
          </a:xfrm>
          <a:custGeom>
            <a:avLst/>
            <a:gdLst/>
            <a:ahLst/>
            <a:cxnLst/>
            <a:rect l="0" t="0" r="0" b="0"/>
            <a:pathLst>
              <a:path w="706664" h="205363">
                <a:moveTo>
                  <a:pt x="0" y="205363"/>
                </a:moveTo>
                <a:lnTo>
                  <a:pt x="706664" y="205363"/>
                </a:lnTo>
                <a:lnTo>
                  <a:pt x="706664" y="0"/>
                </a:lnTo>
                <a:lnTo>
                  <a:pt x="0" y="0"/>
                </a:lnTo>
                <a:lnTo>
                  <a:pt x="0" y="20536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4550">
            <a:extLst>
              <a:ext uri="{FF2B5EF4-FFF2-40B4-BE49-F238E27FC236}">
                <a16:creationId xmlns:a16="http://schemas.microsoft.com/office/drawing/2014/main" id="{FB0B6BF0-963E-444D-9327-22913E176C22}"/>
              </a:ext>
            </a:extLst>
          </p:cNvPr>
          <p:cNvSpPr>
            <a:spLocks noGrp="1"/>
          </p:cNvSpPr>
          <p:nvPr/>
        </p:nvSpPr>
        <p:spPr>
          <a:xfrm>
            <a:off x="2558483" y="4692468"/>
            <a:ext cx="706664" cy="727574"/>
          </a:xfrm>
          <a:custGeom>
            <a:avLst/>
            <a:gdLst/>
            <a:ahLst/>
            <a:cxnLst/>
            <a:rect l="0" t="0" r="0" b="0"/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4551">
            <a:extLst>
              <a:ext uri="{FF2B5EF4-FFF2-40B4-BE49-F238E27FC236}">
                <a16:creationId xmlns:a16="http://schemas.microsoft.com/office/drawing/2014/main" id="{F615D555-63CC-4491-BB01-31870DAC0304}"/>
              </a:ext>
            </a:extLst>
          </p:cNvPr>
          <p:cNvSpPr>
            <a:spLocks noGrp="1"/>
          </p:cNvSpPr>
          <p:nvPr/>
        </p:nvSpPr>
        <p:spPr>
          <a:xfrm>
            <a:off x="3385797" y="4512519"/>
            <a:ext cx="706664" cy="907523"/>
          </a:xfrm>
          <a:custGeom>
            <a:avLst/>
            <a:gdLst/>
            <a:ahLst/>
            <a:cxnLst/>
            <a:rect l="0" t="0" r="0" b="0"/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4552">
            <a:extLst>
              <a:ext uri="{FF2B5EF4-FFF2-40B4-BE49-F238E27FC236}">
                <a16:creationId xmlns:a16="http://schemas.microsoft.com/office/drawing/2014/main" id="{03DB5237-40CA-453C-B56D-9CE03A16207D}"/>
              </a:ext>
            </a:extLst>
          </p:cNvPr>
          <p:cNvSpPr>
            <a:spLocks noGrp="1"/>
          </p:cNvSpPr>
          <p:nvPr/>
        </p:nvSpPr>
        <p:spPr>
          <a:xfrm>
            <a:off x="1929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553">
            <a:extLst>
              <a:ext uri="{FF2B5EF4-FFF2-40B4-BE49-F238E27FC236}">
                <a16:creationId xmlns:a16="http://schemas.microsoft.com/office/drawing/2014/main" id="{C6236DF6-9C38-4F79-9B86-F3241DE3B34E}"/>
              </a:ext>
            </a:extLst>
          </p:cNvPr>
          <p:cNvSpPr>
            <a:spLocks noGrp="1"/>
          </p:cNvSpPr>
          <p:nvPr/>
        </p:nvSpPr>
        <p:spPr>
          <a:xfrm>
            <a:off x="215706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554">
            <a:extLst>
              <a:ext uri="{FF2B5EF4-FFF2-40B4-BE49-F238E27FC236}">
                <a16:creationId xmlns:a16="http://schemas.microsoft.com/office/drawing/2014/main" id="{CC4C877F-6C6E-4A37-BF53-82E96DF66D7B}"/>
              </a:ext>
            </a:extLst>
          </p:cNvPr>
          <p:cNvSpPr>
            <a:spLocks noGrp="1"/>
          </p:cNvSpPr>
          <p:nvPr/>
        </p:nvSpPr>
        <p:spPr>
          <a:xfrm>
            <a:off x="18412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555">
            <a:extLst>
              <a:ext uri="{FF2B5EF4-FFF2-40B4-BE49-F238E27FC236}">
                <a16:creationId xmlns:a16="http://schemas.microsoft.com/office/drawing/2014/main" id="{B9654EB9-39F0-40A2-9626-E442F126BB07}"/>
              </a:ext>
            </a:extLst>
          </p:cNvPr>
          <p:cNvSpPr>
            <a:spLocks noGrp="1"/>
          </p:cNvSpPr>
          <p:nvPr/>
        </p:nvSpPr>
        <p:spPr>
          <a:xfrm>
            <a:off x="20329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556">
            <a:extLst>
              <a:ext uri="{FF2B5EF4-FFF2-40B4-BE49-F238E27FC236}">
                <a16:creationId xmlns:a16="http://schemas.microsoft.com/office/drawing/2014/main" id="{8638D33A-01F0-44A6-8694-A93F38047044}"/>
              </a:ext>
            </a:extLst>
          </p:cNvPr>
          <p:cNvSpPr>
            <a:spLocks noGrp="1"/>
          </p:cNvSpPr>
          <p:nvPr/>
        </p:nvSpPr>
        <p:spPr>
          <a:xfrm>
            <a:off x="1884340" y="48026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557">
            <a:extLst>
              <a:ext uri="{FF2B5EF4-FFF2-40B4-BE49-F238E27FC236}">
                <a16:creationId xmlns:a16="http://schemas.microsoft.com/office/drawing/2014/main" id="{65125BD0-4580-4AB6-A5DA-F6552A9A4C56}"/>
              </a:ext>
            </a:extLst>
          </p:cNvPr>
          <p:cNvSpPr>
            <a:spLocks noGrp="1"/>
          </p:cNvSpPr>
          <p:nvPr/>
        </p:nvSpPr>
        <p:spPr>
          <a:xfrm>
            <a:off x="22240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58">
            <a:extLst>
              <a:ext uri="{FF2B5EF4-FFF2-40B4-BE49-F238E27FC236}">
                <a16:creationId xmlns:a16="http://schemas.microsoft.com/office/drawing/2014/main" id="{7B761C23-B15C-43C1-8FD4-1DA0E4BB5B3F}"/>
              </a:ext>
            </a:extLst>
          </p:cNvPr>
          <p:cNvSpPr>
            <a:spLocks noGrp="1"/>
          </p:cNvSpPr>
          <p:nvPr/>
        </p:nvSpPr>
        <p:spPr>
          <a:xfrm>
            <a:off x="21000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559">
            <a:extLst>
              <a:ext uri="{FF2B5EF4-FFF2-40B4-BE49-F238E27FC236}">
                <a16:creationId xmlns:a16="http://schemas.microsoft.com/office/drawing/2014/main" id="{54D725BB-DDEC-4990-8774-016423ADD404}"/>
              </a:ext>
            </a:extLst>
          </p:cNvPr>
          <p:cNvSpPr>
            <a:spLocks noGrp="1"/>
          </p:cNvSpPr>
          <p:nvPr/>
        </p:nvSpPr>
        <p:spPr>
          <a:xfrm>
            <a:off x="2042452" y="4181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560">
            <a:extLst>
              <a:ext uri="{FF2B5EF4-FFF2-40B4-BE49-F238E27FC236}">
                <a16:creationId xmlns:a16="http://schemas.microsoft.com/office/drawing/2014/main" id="{BD233430-3D54-4AA2-B57A-4AE868318D33}"/>
              </a:ext>
            </a:extLst>
          </p:cNvPr>
          <p:cNvSpPr>
            <a:spLocks noGrp="1"/>
          </p:cNvSpPr>
          <p:nvPr/>
        </p:nvSpPr>
        <p:spPr>
          <a:xfrm>
            <a:off x="18692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561">
            <a:extLst>
              <a:ext uri="{FF2B5EF4-FFF2-40B4-BE49-F238E27FC236}">
                <a16:creationId xmlns:a16="http://schemas.microsoft.com/office/drawing/2014/main" id="{9395672E-5659-45E2-9FD6-83FF50B4D0CE}"/>
              </a:ext>
            </a:extLst>
          </p:cNvPr>
          <p:cNvSpPr>
            <a:spLocks noGrp="1"/>
          </p:cNvSpPr>
          <p:nvPr/>
        </p:nvSpPr>
        <p:spPr>
          <a:xfrm>
            <a:off x="19777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562">
            <a:extLst>
              <a:ext uri="{FF2B5EF4-FFF2-40B4-BE49-F238E27FC236}">
                <a16:creationId xmlns:a16="http://schemas.microsoft.com/office/drawing/2014/main" id="{850D6089-7C93-4431-AC7D-AA64F2A4E851}"/>
              </a:ext>
            </a:extLst>
          </p:cNvPr>
          <p:cNvSpPr>
            <a:spLocks noGrp="1"/>
          </p:cNvSpPr>
          <p:nvPr/>
        </p:nvSpPr>
        <p:spPr>
          <a:xfrm>
            <a:off x="1988751" y="5101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4563">
            <a:extLst>
              <a:ext uri="{FF2B5EF4-FFF2-40B4-BE49-F238E27FC236}">
                <a16:creationId xmlns:a16="http://schemas.microsoft.com/office/drawing/2014/main" id="{64DFD118-7A9B-443C-BEAC-90957A795B2A}"/>
              </a:ext>
            </a:extLst>
          </p:cNvPr>
          <p:cNvSpPr>
            <a:spLocks noGrp="1"/>
          </p:cNvSpPr>
          <p:nvPr/>
        </p:nvSpPr>
        <p:spPr>
          <a:xfrm>
            <a:off x="2060170" y="4700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4564">
            <a:extLst>
              <a:ext uri="{FF2B5EF4-FFF2-40B4-BE49-F238E27FC236}">
                <a16:creationId xmlns:a16="http://schemas.microsoft.com/office/drawing/2014/main" id="{3C7E3E14-C64F-406A-8F19-D9E7360BF9A8}"/>
              </a:ext>
            </a:extLst>
          </p:cNvPr>
          <p:cNvSpPr>
            <a:spLocks noGrp="1"/>
          </p:cNvSpPr>
          <p:nvPr/>
        </p:nvSpPr>
        <p:spPr>
          <a:xfrm>
            <a:off x="2201325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4565">
            <a:extLst>
              <a:ext uri="{FF2B5EF4-FFF2-40B4-BE49-F238E27FC236}">
                <a16:creationId xmlns:a16="http://schemas.microsoft.com/office/drawing/2014/main" id="{9E46A498-1FFE-45CE-AF2C-5763C1DB6650}"/>
              </a:ext>
            </a:extLst>
          </p:cNvPr>
          <p:cNvSpPr>
            <a:spLocks noGrp="1"/>
          </p:cNvSpPr>
          <p:nvPr/>
        </p:nvSpPr>
        <p:spPr>
          <a:xfrm>
            <a:off x="2081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4566">
            <a:extLst>
              <a:ext uri="{FF2B5EF4-FFF2-40B4-BE49-F238E27FC236}">
                <a16:creationId xmlns:a16="http://schemas.microsoft.com/office/drawing/2014/main" id="{A26B955D-B57B-4DE9-86EF-B3B1D2D9F0FD}"/>
              </a:ext>
            </a:extLst>
          </p:cNvPr>
          <p:cNvSpPr>
            <a:spLocks noGrp="1"/>
          </p:cNvSpPr>
          <p:nvPr/>
        </p:nvSpPr>
        <p:spPr>
          <a:xfrm>
            <a:off x="22662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4567">
            <a:extLst>
              <a:ext uri="{FF2B5EF4-FFF2-40B4-BE49-F238E27FC236}">
                <a16:creationId xmlns:a16="http://schemas.microsoft.com/office/drawing/2014/main" id="{1DB98387-B1E8-4F1C-8AE4-665A9FF9A8A2}"/>
              </a:ext>
            </a:extLst>
          </p:cNvPr>
          <p:cNvSpPr>
            <a:spLocks noGrp="1"/>
          </p:cNvSpPr>
          <p:nvPr/>
        </p:nvSpPr>
        <p:spPr>
          <a:xfrm>
            <a:off x="188877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4568">
            <a:extLst>
              <a:ext uri="{FF2B5EF4-FFF2-40B4-BE49-F238E27FC236}">
                <a16:creationId xmlns:a16="http://schemas.microsoft.com/office/drawing/2014/main" id="{11C4A2C7-A4C0-463D-BD16-5D3A6AB420F9}"/>
              </a:ext>
            </a:extLst>
          </p:cNvPr>
          <p:cNvSpPr>
            <a:spLocks noGrp="1"/>
          </p:cNvSpPr>
          <p:nvPr/>
        </p:nvSpPr>
        <p:spPr>
          <a:xfrm>
            <a:off x="18519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4569">
            <a:extLst>
              <a:ext uri="{FF2B5EF4-FFF2-40B4-BE49-F238E27FC236}">
                <a16:creationId xmlns:a16="http://schemas.microsoft.com/office/drawing/2014/main" id="{E9B542E8-1A9C-446E-BAAD-23D6F922E751}"/>
              </a:ext>
            </a:extLst>
          </p:cNvPr>
          <p:cNvSpPr>
            <a:spLocks noGrp="1"/>
          </p:cNvSpPr>
          <p:nvPr/>
        </p:nvSpPr>
        <p:spPr>
          <a:xfrm>
            <a:off x="216408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4570">
            <a:extLst>
              <a:ext uri="{FF2B5EF4-FFF2-40B4-BE49-F238E27FC236}">
                <a16:creationId xmlns:a16="http://schemas.microsoft.com/office/drawing/2014/main" id="{72222B98-EBBC-4F56-B9B7-8BA10877ADDA}"/>
              </a:ext>
            </a:extLst>
          </p:cNvPr>
          <p:cNvSpPr>
            <a:spLocks noGrp="1"/>
          </p:cNvSpPr>
          <p:nvPr/>
        </p:nvSpPr>
        <p:spPr>
          <a:xfrm>
            <a:off x="2235860" y="5192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4571">
            <a:extLst>
              <a:ext uri="{FF2B5EF4-FFF2-40B4-BE49-F238E27FC236}">
                <a16:creationId xmlns:a16="http://schemas.microsoft.com/office/drawing/2014/main" id="{F72F8C96-CF23-418F-BAE0-A7B4E0992A44}"/>
              </a:ext>
            </a:extLst>
          </p:cNvPr>
          <p:cNvSpPr>
            <a:spLocks noGrp="1"/>
          </p:cNvSpPr>
          <p:nvPr/>
        </p:nvSpPr>
        <p:spPr>
          <a:xfrm>
            <a:off x="2287158" y="4780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4572">
            <a:extLst>
              <a:ext uri="{FF2B5EF4-FFF2-40B4-BE49-F238E27FC236}">
                <a16:creationId xmlns:a16="http://schemas.microsoft.com/office/drawing/2014/main" id="{5BB31B21-FBE3-4FE5-9420-C1CDCED5FC7F}"/>
              </a:ext>
            </a:extLst>
          </p:cNvPr>
          <p:cNvSpPr>
            <a:spLocks noGrp="1"/>
          </p:cNvSpPr>
          <p:nvPr/>
        </p:nvSpPr>
        <p:spPr>
          <a:xfrm>
            <a:off x="225341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4573">
            <a:extLst>
              <a:ext uri="{FF2B5EF4-FFF2-40B4-BE49-F238E27FC236}">
                <a16:creationId xmlns:a16="http://schemas.microsoft.com/office/drawing/2014/main" id="{FAEB9E52-F130-4DC4-B638-5C8E17FEBF4B}"/>
              </a:ext>
            </a:extLst>
          </p:cNvPr>
          <p:cNvSpPr>
            <a:spLocks noGrp="1"/>
          </p:cNvSpPr>
          <p:nvPr/>
        </p:nvSpPr>
        <p:spPr>
          <a:xfrm>
            <a:off x="20698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4574">
            <a:extLst>
              <a:ext uri="{FF2B5EF4-FFF2-40B4-BE49-F238E27FC236}">
                <a16:creationId xmlns:a16="http://schemas.microsoft.com/office/drawing/2014/main" id="{3C56D0B9-5BF6-4AD4-B2FC-9AB36B737D45}"/>
              </a:ext>
            </a:extLst>
          </p:cNvPr>
          <p:cNvSpPr>
            <a:spLocks noGrp="1"/>
          </p:cNvSpPr>
          <p:nvPr/>
        </p:nvSpPr>
        <p:spPr>
          <a:xfrm>
            <a:off x="2208158" y="5076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4575">
            <a:extLst>
              <a:ext uri="{FF2B5EF4-FFF2-40B4-BE49-F238E27FC236}">
                <a16:creationId xmlns:a16="http://schemas.microsoft.com/office/drawing/2014/main" id="{56D2AE61-CBF6-4C8D-AA61-FCF2D7D127EB}"/>
              </a:ext>
            </a:extLst>
          </p:cNvPr>
          <p:cNvSpPr>
            <a:spLocks noGrp="1"/>
          </p:cNvSpPr>
          <p:nvPr/>
        </p:nvSpPr>
        <p:spPr>
          <a:xfrm>
            <a:off x="1815723" y="4385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4576">
            <a:extLst>
              <a:ext uri="{FF2B5EF4-FFF2-40B4-BE49-F238E27FC236}">
                <a16:creationId xmlns:a16="http://schemas.microsoft.com/office/drawing/2014/main" id="{E5538787-46F3-48DF-B931-70D486B3BACA}"/>
              </a:ext>
            </a:extLst>
          </p:cNvPr>
          <p:cNvSpPr>
            <a:spLocks noGrp="1"/>
          </p:cNvSpPr>
          <p:nvPr/>
        </p:nvSpPr>
        <p:spPr>
          <a:xfrm>
            <a:off x="180950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4577">
            <a:extLst>
              <a:ext uri="{FF2B5EF4-FFF2-40B4-BE49-F238E27FC236}">
                <a16:creationId xmlns:a16="http://schemas.microsoft.com/office/drawing/2014/main" id="{ADD399FD-6E4B-4E50-A03C-A0FD64316C62}"/>
              </a:ext>
            </a:extLst>
          </p:cNvPr>
          <p:cNvSpPr>
            <a:spLocks noGrp="1"/>
          </p:cNvSpPr>
          <p:nvPr/>
        </p:nvSpPr>
        <p:spPr>
          <a:xfrm>
            <a:off x="218667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4578">
            <a:extLst>
              <a:ext uri="{FF2B5EF4-FFF2-40B4-BE49-F238E27FC236}">
                <a16:creationId xmlns:a16="http://schemas.microsoft.com/office/drawing/2014/main" id="{17C6D5E3-562F-474A-96D1-0BF6601F59F6}"/>
              </a:ext>
            </a:extLst>
          </p:cNvPr>
          <p:cNvSpPr>
            <a:spLocks noGrp="1"/>
          </p:cNvSpPr>
          <p:nvPr/>
        </p:nvSpPr>
        <p:spPr>
          <a:xfrm>
            <a:off x="22372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4579">
            <a:extLst>
              <a:ext uri="{FF2B5EF4-FFF2-40B4-BE49-F238E27FC236}">
                <a16:creationId xmlns:a16="http://schemas.microsoft.com/office/drawing/2014/main" id="{FB1F060A-0402-4EB7-99FC-DCA3EB855BAF}"/>
              </a:ext>
            </a:extLst>
          </p:cNvPr>
          <p:cNvSpPr>
            <a:spLocks noGrp="1"/>
          </p:cNvSpPr>
          <p:nvPr/>
        </p:nvSpPr>
        <p:spPr>
          <a:xfrm>
            <a:off x="21864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4580">
            <a:extLst>
              <a:ext uri="{FF2B5EF4-FFF2-40B4-BE49-F238E27FC236}">
                <a16:creationId xmlns:a16="http://schemas.microsoft.com/office/drawing/2014/main" id="{E052AA5A-DA5B-4CD5-A417-4E149D980263}"/>
              </a:ext>
            </a:extLst>
          </p:cNvPr>
          <p:cNvSpPr>
            <a:spLocks noGrp="1"/>
          </p:cNvSpPr>
          <p:nvPr/>
        </p:nvSpPr>
        <p:spPr>
          <a:xfrm>
            <a:off x="2115039" y="51697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4581">
            <a:extLst>
              <a:ext uri="{FF2B5EF4-FFF2-40B4-BE49-F238E27FC236}">
                <a16:creationId xmlns:a16="http://schemas.microsoft.com/office/drawing/2014/main" id="{121BD68C-2B8B-49C8-973B-A53EDCE58BEC}"/>
              </a:ext>
            </a:extLst>
          </p:cNvPr>
          <p:cNvSpPr>
            <a:spLocks noGrp="1"/>
          </p:cNvSpPr>
          <p:nvPr/>
        </p:nvSpPr>
        <p:spPr>
          <a:xfrm>
            <a:off x="192199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4582">
            <a:extLst>
              <a:ext uri="{FF2B5EF4-FFF2-40B4-BE49-F238E27FC236}">
                <a16:creationId xmlns:a16="http://schemas.microsoft.com/office/drawing/2014/main" id="{FE24AC0E-AB6F-4752-9A26-E25856AF5AB7}"/>
              </a:ext>
            </a:extLst>
          </p:cNvPr>
          <p:cNvSpPr>
            <a:spLocks noGrp="1"/>
          </p:cNvSpPr>
          <p:nvPr/>
        </p:nvSpPr>
        <p:spPr>
          <a:xfrm>
            <a:off x="222942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4583">
            <a:extLst>
              <a:ext uri="{FF2B5EF4-FFF2-40B4-BE49-F238E27FC236}">
                <a16:creationId xmlns:a16="http://schemas.microsoft.com/office/drawing/2014/main" id="{EE878802-DBF2-403E-A31F-ECD3D21E383F}"/>
              </a:ext>
            </a:extLst>
          </p:cNvPr>
          <p:cNvSpPr>
            <a:spLocks noGrp="1"/>
          </p:cNvSpPr>
          <p:nvPr/>
        </p:nvSpPr>
        <p:spPr>
          <a:xfrm>
            <a:off x="2115919" y="53292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4584">
            <a:extLst>
              <a:ext uri="{FF2B5EF4-FFF2-40B4-BE49-F238E27FC236}">
                <a16:creationId xmlns:a16="http://schemas.microsoft.com/office/drawing/2014/main" id="{A5C0241B-D50E-454E-B18C-6ACC4E682486}"/>
              </a:ext>
            </a:extLst>
          </p:cNvPr>
          <p:cNvSpPr>
            <a:spLocks noGrp="1"/>
          </p:cNvSpPr>
          <p:nvPr/>
        </p:nvSpPr>
        <p:spPr>
          <a:xfrm>
            <a:off x="191186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4585">
            <a:extLst>
              <a:ext uri="{FF2B5EF4-FFF2-40B4-BE49-F238E27FC236}">
                <a16:creationId xmlns:a16="http://schemas.microsoft.com/office/drawing/2014/main" id="{04C9357E-09B3-45FB-9B9C-22B39347F0E9}"/>
              </a:ext>
            </a:extLst>
          </p:cNvPr>
          <p:cNvSpPr>
            <a:spLocks noGrp="1"/>
          </p:cNvSpPr>
          <p:nvPr/>
        </p:nvSpPr>
        <p:spPr>
          <a:xfrm>
            <a:off x="217126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4586">
            <a:extLst>
              <a:ext uri="{FF2B5EF4-FFF2-40B4-BE49-F238E27FC236}">
                <a16:creationId xmlns:a16="http://schemas.microsoft.com/office/drawing/2014/main" id="{638BE9CD-61EC-4857-9500-AFC2EF0809C1}"/>
              </a:ext>
            </a:extLst>
          </p:cNvPr>
          <p:cNvSpPr>
            <a:spLocks noGrp="1"/>
          </p:cNvSpPr>
          <p:nvPr/>
        </p:nvSpPr>
        <p:spPr>
          <a:xfrm>
            <a:off x="19644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4587">
            <a:extLst>
              <a:ext uri="{FF2B5EF4-FFF2-40B4-BE49-F238E27FC236}">
                <a16:creationId xmlns:a16="http://schemas.microsoft.com/office/drawing/2014/main" id="{655A305D-414F-49AA-9A2D-1CC6036C2CA9}"/>
              </a:ext>
            </a:extLst>
          </p:cNvPr>
          <p:cNvSpPr>
            <a:spLocks noGrp="1"/>
          </p:cNvSpPr>
          <p:nvPr/>
        </p:nvSpPr>
        <p:spPr>
          <a:xfrm>
            <a:off x="18504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4588">
            <a:extLst>
              <a:ext uri="{FF2B5EF4-FFF2-40B4-BE49-F238E27FC236}">
                <a16:creationId xmlns:a16="http://schemas.microsoft.com/office/drawing/2014/main" id="{DC870D70-A42E-4EA9-87AC-74D2733A145D}"/>
              </a:ext>
            </a:extLst>
          </p:cNvPr>
          <p:cNvSpPr>
            <a:spLocks noGrp="1"/>
          </p:cNvSpPr>
          <p:nvPr/>
        </p:nvSpPr>
        <p:spPr>
          <a:xfrm>
            <a:off x="22028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4589">
            <a:extLst>
              <a:ext uri="{FF2B5EF4-FFF2-40B4-BE49-F238E27FC236}">
                <a16:creationId xmlns:a16="http://schemas.microsoft.com/office/drawing/2014/main" id="{732B9361-A2BA-4AF2-AC21-36D8546F3581}"/>
              </a:ext>
            </a:extLst>
          </p:cNvPr>
          <p:cNvSpPr>
            <a:spLocks noGrp="1"/>
          </p:cNvSpPr>
          <p:nvPr/>
        </p:nvSpPr>
        <p:spPr>
          <a:xfrm>
            <a:off x="20531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4590">
            <a:extLst>
              <a:ext uri="{FF2B5EF4-FFF2-40B4-BE49-F238E27FC236}">
                <a16:creationId xmlns:a16="http://schemas.microsoft.com/office/drawing/2014/main" id="{B9114C1E-EE66-4428-A565-DB48D6C7939C}"/>
              </a:ext>
            </a:extLst>
          </p:cNvPr>
          <p:cNvSpPr>
            <a:spLocks noGrp="1"/>
          </p:cNvSpPr>
          <p:nvPr/>
        </p:nvSpPr>
        <p:spPr>
          <a:xfrm>
            <a:off x="19604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4591">
            <a:extLst>
              <a:ext uri="{FF2B5EF4-FFF2-40B4-BE49-F238E27FC236}">
                <a16:creationId xmlns:a16="http://schemas.microsoft.com/office/drawing/2014/main" id="{04918F80-638A-4402-AB92-6E807A831428}"/>
              </a:ext>
            </a:extLst>
          </p:cNvPr>
          <p:cNvSpPr>
            <a:spLocks noGrp="1"/>
          </p:cNvSpPr>
          <p:nvPr/>
        </p:nvSpPr>
        <p:spPr>
          <a:xfrm>
            <a:off x="1837084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4592">
            <a:extLst>
              <a:ext uri="{FF2B5EF4-FFF2-40B4-BE49-F238E27FC236}">
                <a16:creationId xmlns:a16="http://schemas.microsoft.com/office/drawing/2014/main" id="{101A249C-3C95-408A-82A6-B7CF8ECC8845}"/>
              </a:ext>
            </a:extLst>
          </p:cNvPr>
          <p:cNvSpPr>
            <a:spLocks noGrp="1"/>
          </p:cNvSpPr>
          <p:nvPr/>
        </p:nvSpPr>
        <p:spPr>
          <a:xfrm>
            <a:off x="22696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4593">
            <a:extLst>
              <a:ext uri="{FF2B5EF4-FFF2-40B4-BE49-F238E27FC236}">
                <a16:creationId xmlns:a16="http://schemas.microsoft.com/office/drawing/2014/main" id="{21BA9ECA-EDBB-42E3-87E4-5B68BB20C41A}"/>
              </a:ext>
            </a:extLst>
          </p:cNvPr>
          <p:cNvSpPr>
            <a:spLocks noGrp="1"/>
          </p:cNvSpPr>
          <p:nvPr/>
        </p:nvSpPr>
        <p:spPr>
          <a:xfrm>
            <a:off x="1968023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4594">
            <a:extLst>
              <a:ext uri="{FF2B5EF4-FFF2-40B4-BE49-F238E27FC236}">
                <a16:creationId xmlns:a16="http://schemas.microsoft.com/office/drawing/2014/main" id="{2FB3FB1C-6EAD-403D-9B45-9946A198A5C0}"/>
              </a:ext>
            </a:extLst>
          </p:cNvPr>
          <p:cNvSpPr>
            <a:spLocks noGrp="1"/>
          </p:cNvSpPr>
          <p:nvPr/>
        </p:nvSpPr>
        <p:spPr>
          <a:xfrm>
            <a:off x="22045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4595">
            <a:extLst>
              <a:ext uri="{FF2B5EF4-FFF2-40B4-BE49-F238E27FC236}">
                <a16:creationId xmlns:a16="http://schemas.microsoft.com/office/drawing/2014/main" id="{599BB2D8-D0C6-4054-B4B7-DB5BF2687ACD}"/>
              </a:ext>
            </a:extLst>
          </p:cNvPr>
          <p:cNvSpPr>
            <a:spLocks noGrp="1"/>
          </p:cNvSpPr>
          <p:nvPr/>
        </p:nvSpPr>
        <p:spPr>
          <a:xfrm>
            <a:off x="206518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4596">
            <a:extLst>
              <a:ext uri="{FF2B5EF4-FFF2-40B4-BE49-F238E27FC236}">
                <a16:creationId xmlns:a16="http://schemas.microsoft.com/office/drawing/2014/main" id="{20D27BC4-0DE5-4D23-B88E-92425A5C27BE}"/>
              </a:ext>
            </a:extLst>
          </p:cNvPr>
          <p:cNvSpPr>
            <a:spLocks noGrp="1"/>
          </p:cNvSpPr>
          <p:nvPr/>
        </p:nvSpPr>
        <p:spPr>
          <a:xfrm>
            <a:off x="18146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4597">
            <a:extLst>
              <a:ext uri="{FF2B5EF4-FFF2-40B4-BE49-F238E27FC236}">
                <a16:creationId xmlns:a16="http://schemas.microsoft.com/office/drawing/2014/main" id="{78F7B1DB-F7CF-45AF-BD05-440072F3FF4F}"/>
              </a:ext>
            </a:extLst>
          </p:cNvPr>
          <p:cNvSpPr>
            <a:spLocks noGrp="1"/>
          </p:cNvSpPr>
          <p:nvPr/>
        </p:nvSpPr>
        <p:spPr>
          <a:xfrm>
            <a:off x="19263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4598">
            <a:extLst>
              <a:ext uri="{FF2B5EF4-FFF2-40B4-BE49-F238E27FC236}">
                <a16:creationId xmlns:a16="http://schemas.microsoft.com/office/drawing/2014/main" id="{FCE09DE2-57AD-44DB-809D-AD11C6F2A749}"/>
              </a:ext>
            </a:extLst>
          </p:cNvPr>
          <p:cNvSpPr>
            <a:spLocks noGrp="1"/>
          </p:cNvSpPr>
          <p:nvPr/>
        </p:nvSpPr>
        <p:spPr>
          <a:xfrm>
            <a:off x="1841453" y="5096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4599">
            <a:extLst>
              <a:ext uri="{FF2B5EF4-FFF2-40B4-BE49-F238E27FC236}">
                <a16:creationId xmlns:a16="http://schemas.microsoft.com/office/drawing/2014/main" id="{0C1C4F1E-B05A-4F1B-BF14-3C1CFC5AE4CD}"/>
              </a:ext>
            </a:extLst>
          </p:cNvPr>
          <p:cNvSpPr>
            <a:spLocks noGrp="1"/>
          </p:cNvSpPr>
          <p:nvPr/>
        </p:nvSpPr>
        <p:spPr>
          <a:xfrm>
            <a:off x="20163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4600">
            <a:extLst>
              <a:ext uri="{FF2B5EF4-FFF2-40B4-BE49-F238E27FC236}">
                <a16:creationId xmlns:a16="http://schemas.microsoft.com/office/drawing/2014/main" id="{1357E9D2-9D9A-40E7-A7DD-7B4B8C175291}"/>
              </a:ext>
            </a:extLst>
          </p:cNvPr>
          <p:cNvSpPr>
            <a:spLocks noGrp="1"/>
          </p:cNvSpPr>
          <p:nvPr/>
        </p:nvSpPr>
        <p:spPr>
          <a:xfrm>
            <a:off x="2172016" y="53480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4601">
            <a:extLst>
              <a:ext uri="{FF2B5EF4-FFF2-40B4-BE49-F238E27FC236}">
                <a16:creationId xmlns:a16="http://schemas.microsoft.com/office/drawing/2014/main" id="{D87476B5-3513-4652-A7C3-20E63E716719}"/>
              </a:ext>
            </a:extLst>
          </p:cNvPr>
          <p:cNvSpPr>
            <a:spLocks noGrp="1"/>
          </p:cNvSpPr>
          <p:nvPr/>
        </p:nvSpPr>
        <p:spPr>
          <a:xfrm>
            <a:off x="231329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4602">
            <a:extLst>
              <a:ext uri="{FF2B5EF4-FFF2-40B4-BE49-F238E27FC236}">
                <a16:creationId xmlns:a16="http://schemas.microsoft.com/office/drawing/2014/main" id="{D790F8C0-3468-46D0-965E-AD0727E24841}"/>
              </a:ext>
            </a:extLst>
          </p:cNvPr>
          <p:cNvSpPr>
            <a:spLocks noGrp="1"/>
          </p:cNvSpPr>
          <p:nvPr/>
        </p:nvSpPr>
        <p:spPr>
          <a:xfrm>
            <a:off x="20460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4603">
            <a:extLst>
              <a:ext uri="{FF2B5EF4-FFF2-40B4-BE49-F238E27FC236}">
                <a16:creationId xmlns:a16="http://schemas.microsoft.com/office/drawing/2014/main" id="{7BD9DE0D-1C27-496E-837F-3143C6CB99F0}"/>
              </a:ext>
            </a:extLst>
          </p:cNvPr>
          <p:cNvSpPr>
            <a:spLocks noGrp="1"/>
          </p:cNvSpPr>
          <p:nvPr/>
        </p:nvSpPr>
        <p:spPr>
          <a:xfrm>
            <a:off x="19379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4604">
            <a:extLst>
              <a:ext uri="{FF2B5EF4-FFF2-40B4-BE49-F238E27FC236}">
                <a16:creationId xmlns:a16="http://schemas.microsoft.com/office/drawing/2014/main" id="{AAED346C-9BCA-4FCE-B570-DFC773A391BC}"/>
              </a:ext>
            </a:extLst>
          </p:cNvPr>
          <p:cNvSpPr>
            <a:spLocks noGrp="1"/>
          </p:cNvSpPr>
          <p:nvPr/>
        </p:nvSpPr>
        <p:spPr>
          <a:xfrm>
            <a:off x="19845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4605">
            <a:extLst>
              <a:ext uri="{FF2B5EF4-FFF2-40B4-BE49-F238E27FC236}">
                <a16:creationId xmlns:a16="http://schemas.microsoft.com/office/drawing/2014/main" id="{6DE0ECE7-0391-4F8E-8CD5-A702B3B1A916}"/>
              </a:ext>
            </a:extLst>
          </p:cNvPr>
          <p:cNvSpPr>
            <a:spLocks noGrp="1"/>
          </p:cNvSpPr>
          <p:nvPr/>
        </p:nvSpPr>
        <p:spPr>
          <a:xfrm>
            <a:off x="1890322" y="5018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4606">
            <a:extLst>
              <a:ext uri="{FF2B5EF4-FFF2-40B4-BE49-F238E27FC236}">
                <a16:creationId xmlns:a16="http://schemas.microsoft.com/office/drawing/2014/main" id="{73E398EA-271B-47AB-96F2-148641C38C69}"/>
              </a:ext>
            </a:extLst>
          </p:cNvPr>
          <p:cNvSpPr>
            <a:spLocks noGrp="1"/>
          </p:cNvSpPr>
          <p:nvPr/>
        </p:nvSpPr>
        <p:spPr>
          <a:xfrm>
            <a:off x="18803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4607">
            <a:extLst>
              <a:ext uri="{FF2B5EF4-FFF2-40B4-BE49-F238E27FC236}">
                <a16:creationId xmlns:a16="http://schemas.microsoft.com/office/drawing/2014/main" id="{E37011B9-7A0E-4B81-A502-EE9DA0D98678}"/>
              </a:ext>
            </a:extLst>
          </p:cNvPr>
          <p:cNvSpPr>
            <a:spLocks noGrp="1"/>
          </p:cNvSpPr>
          <p:nvPr/>
        </p:nvSpPr>
        <p:spPr>
          <a:xfrm>
            <a:off x="2186307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4608">
            <a:extLst>
              <a:ext uri="{FF2B5EF4-FFF2-40B4-BE49-F238E27FC236}">
                <a16:creationId xmlns:a16="http://schemas.microsoft.com/office/drawing/2014/main" id="{CE42252A-A3AA-46F0-979D-C211046B27AF}"/>
              </a:ext>
            </a:extLst>
          </p:cNvPr>
          <p:cNvSpPr>
            <a:spLocks noGrp="1"/>
          </p:cNvSpPr>
          <p:nvPr/>
        </p:nvSpPr>
        <p:spPr>
          <a:xfrm>
            <a:off x="22900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4609">
            <a:extLst>
              <a:ext uri="{FF2B5EF4-FFF2-40B4-BE49-F238E27FC236}">
                <a16:creationId xmlns:a16="http://schemas.microsoft.com/office/drawing/2014/main" id="{95EB2959-1DBB-49E0-8644-E2C9E7285237}"/>
              </a:ext>
            </a:extLst>
          </p:cNvPr>
          <p:cNvSpPr>
            <a:spLocks noGrp="1"/>
          </p:cNvSpPr>
          <p:nvPr/>
        </p:nvSpPr>
        <p:spPr>
          <a:xfrm>
            <a:off x="2116569" y="5351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4610">
            <a:extLst>
              <a:ext uri="{FF2B5EF4-FFF2-40B4-BE49-F238E27FC236}">
                <a16:creationId xmlns:a16="http://schemas.microsoft.com/office/drawing/2014/main" id="{7A9A3117-10E3-4097-8312-0CA2A6ED086D}"/>
              </a:ext>
            </a:extLst>
          </p:cNvPr>
          <p:cNvSpPr>
            <a:spLocks noGrp="1"/>
          </p:cNvSpPr>
          <p:nvPr/>
        </p:nvSpPr>
        <p:spPr>
          <a:xfrm>
            <a:off x="1922397" y="5370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4611">
            <a:extLst>
              <a:ext uri="{FF2B5EF4-FFF2-40B4-BE49-F238E27FC236}">
                <a16:creationId xmlns:a16="http://schemas.microsoft.com/office/drawing/2014/main" id="{7D20B6D6-8211-4872-B3F9-F9E983158B01}"/>
              </a:ext>
            </a:extLst>
          </p:cNvPr>
          <p:cNvSpPr>
            <a:spLocks noGrp="1"/>
          </p:cNvSpPr>
          <p:nvPr/>
        </p:nvSpPr>
        <p:spPr>
          <a:xfrm>
            <a:off x="200609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4612">
            <a:extLst>
              <a:ext uri="{FF2B5EF4-FFF2-40B4-BE49-F238E27FC236}">
                <a16:creationId xmlns:a16="http://schemas.microsoft.com/office/drawing/2014/main" id="{D38287DF-58C0-45EB-AAB7-051D61EB1C3A}"/>
              </a:ext>
            </a:extLst>
          </p:cNvPr>
          <p:cNvSpPr>
            <a:spLocks noGrp="1"/>
          </p:cNvSpPr>
          <p:nvPr/>
        </p:nvSpPr>
        <p:spPr>
          <a:xfrm>
            <a:off x="209710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4613">
            <a:extLst>
              <a:ext uri="{FF2B5EF4-FFF2-40B4-BE49-F238E27FC236}">
                <a16:creationId xmlns:a16="http://schemas.microsoft.com/office/drawing/2014/main" id="{FB99D823-7EC7-4327-88D1-3D70B8B92927}"/>
              </a:ext>
            </a:extLst>
          </p:cNvPr>
          <p:cNvSpPr>
            <a:spLocks noGrp="1"/>
          </p:cNvSpPr>
          <p:nvPr/>
        </p:nvSpPr>
        <p:spPr>
          <a:xfrm>
            <a:off x="23099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4614">
            <a:extLst>
              <a:ext uri="{FF2B5EF4-FFF2-40B4-BE49-F238E27FC236}">
                <a16:creationId xmlns:a16="http://schemas.microsoft.com/office/drawing/2014/main" id="{919E5804-6068-4970-BE36-BDE4FF5C91FC}"/>
              </a:ext>
            </a:extLst>
          </p:cNvPr>
          <p:cNvSpPr>
            <a:spLocks noGrp="1"/>
          </p:cNvSpPr>
          <p:nvPr/>
        </p:nvSpPr>
        <p:spPr>
          <a:xfrm>
            <a:off x="1855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4615">
            <a:extLst>
              <a:ext uri="{FF2B5EF4-FFF2-40B4-BE49-F238E27FC236}">
                <a16:creationId xmlns:a16="http://schemas.microsoft.com/office/drawing/2014/main" id="{3B23848B-751A-40E8-B9EB-5674DD4E4563}"/>
              </a:ext>
            </a:extLst>
          </p:cNvPr>
          <p:cNvSpPr>
            <a:spLocks noGrp="1"/>
          </p:cNvSpPr>
          <p:nvPr/>
        </p:nvSpPr>
        <p:spPr>
          <a:xfrm>
            <a:off x="195379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4616">
            <a:extLst>
              <a:ext uri="{FF2B5EF4-FFF2-40B4-BE49-F238E27FC236}">
                <a16:creationId xmlns:a16="http://schemas.microsoft.com/office/drawing/2014/main" id="{FDD7D2CC-E202-4324-BF2D-9BFFC4C6CF46}"/>
              </a:ext>
            </a:extLst>
          </p:cNvPr>
          <p:cNvSpPr>
            <a:spLocks noGrp="1"/>
          </p:cNvSpPr>
          <p:nvPr/>
        </p:nvSpPr>
        <p:spPr>
          <a:xfrm>
            <a:off x="192778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4617">
            <a:extLst>
              <a:ext uri="{FF2B5EF4-FFF2-40B4-BE49-F238E27FC236}">
                <a16:creationId xmlns:a16="http://schemas.microsoft.com/office/drawing/2014/main" id="{EFAF5868-440B-4A80-B748-E9836515164C}"/>
              </a:ext>
            </a:extLst>
          </p:cNvPr>
          <p:cNvSpPr>
            <a:spLocks noGrp="1"/>
          </p:cNvSpPr>
          <p:nvPr/>
        </p:nvSpPr>
        <p:spPr>
          <a:xfrm>
            <a:off x="22241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4618">
            <a:extLst>
              <a:ext uri="{FF2B5EF4-FFF2-40B4-BE49-F238E27FC236}">
                <a16:creationId xmlns:a16="http://schemas.microsoft.com/office/drawing/2014/main" id="{5E4FF23C-5EA2-4909-8727-9718284C9934}"/>
              </a:ext>
            </a:extLst>
          </p:cNvPr>
          <p:cNvSpPr>
            <a:spLocks noGrp="1"/>
          </p:cNvSpPr>
          <p:nvPr/>
        </p:nvSpPr>
        <p:spPr>
          <a:xfrm>
            <a:off x="19220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4619">
            <a:extLst>
              <a:ext uri="{FF2B5EF4-FFF2-40B4-BE49-F238E27FC236}">
                <a16:creationId xmlns:a16="http://schemas.microsoft.com/office/drawing/2014/main" id="{220F4934-34FE-4BBD-9095-C1AFEDADA428}"/>
              </a:ext>
            </a:extLst>
          </p:cNvPr>
          <p:cNvSpPr>
            <a:spLocks noGrp="1"/>
          </p:cNvSpPr>
          <p:nvPr/>
        </p:nvSpPr>
        <p:spPr>
          <a:xfrm>
            <a:off x="183276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4620">
            <a:extLst>
              <a:ext uri="{FF2B5EF4-FFF2-40B4-BE49-F238E27FC236}">
                <a16:creationId xmlns:a16="http://schemas.microsoft.com/office/drawing/2014/main" id="{484778DB-8D67-4E76-8F0A-580C5767BB7C}"/>
              </a:ext>
            </a:extLst>
          </p:cNvPr>
          <p:cNvSpPr>
            <a:spLocks noGrp="1"/>
          </p:cNvSpPr>
          <p:nvPr/>
        </p:nvSpPr>
        <p:spPr>
          <a:xfrm>
            <a:off x="2065772" y="5208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4621">
            <a:extLst>
              <a:ext uri="{FF2B5EF4-FFF2-40B4-BE49-F238E27FC236}">
                <a16:creationId xmlns:a16="http://schemas.microsoft.com/office/drawing/2014/main" id="{5914FB9C-1CC3-4464-BDE3-BF03E90D10F6}"/>
              </a:ext>
            </a:extLst>
          </p:cNvPr>
          <p:cNvSpPr>
            <a:spLocks noGrp="1"/>
          </p:cNvSpPr>
          <p:nvPr/>
        </p:nvSpPr>
        <p:spPr>
          <a:xfrm>
            <a:off x="21688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4622">
            <a:extLst>
              <a:ext uri="{FF2B5EF4-FFF2-40B4-BE49-F238E27FC236}">
                <a16:creationId xmlns:a16="http://schemas.microsoft.com/office/drawing/2014/main" id="{284C6564-824C-4A77-8A38-1BEBF5FA8743}"/>
              </a:ext>
            </a:extLst>
          </p:cNvPr>
          <p:cNvSpPr>
            <a:spLocks noGrp="1"/>
          </p:cNvSpPr>
          <p:nvPr/>
        </p:nvSpPr>
        <p:spPr>
          <a:xfrm>
            <a:off x="23171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4623">
            <a:extLst>
              <a:ext uri="{FF2B5EF4-FFF2-40B4-BE49-F238E27FC236}">
                <a16:creationId xmlns:a16="http://schemas.microsoft.com/office/drawing/2014/main" id="{306AB347-9110-46E1-8B18-E2CD1E79C41C}"/>
              </a:ext>
            </a:extLst>
          </p:cNvPr>
          <p:cNvSpPr>
            <a:spLocks noGrp="1"/>
          </p:cNvSpPr>
          <p:nvPr/>
        </p:nvSpPr>
        <p:spPr>
          <a:xfrm>
            <a:off x="2319654" y="5344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4624">
            <a:extLst>
              <a:ext uri="{FF2B5EF4-FFF2-40B4-BE49-F238E27FC236}">
                <a16:creationId xmlns:a16="http://schemas.microsoft.com/office/drawing/2014/main" id="{E1DFE67E-34C7-4BED-9524-EDF290F13895}"/>
              </a:ext>
            </a:extLst>
          </p:cNvPr>
          <p:cNvSpPr>
            <a:spLocks noGrp="1"/>
          </p:cNvSpPr>
          <p:nvPr/>
        </p:nvSpPr>
        <p:spPr>
          <a:xfrm>
            <a:off x="23205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4625">
            <a:extLst>
              <a:ext uri="{FF2B5EF4-FFF2-40B4-BE49-F238E27FC236}">
                <a16:creationId xmlns:a16="http://schemas.microsoft.com/office/drawing/2014/main" id="{53785789-7727-47DC-A9C0-CBA02FE0B9AF}"/>
              </a:ext>
            </a:extLst>
          </p:cNvPr>
          <p:cNvSpPr>
            <a:spLocks noGrp="1"/>
          </p:cNvSpPr>
          <p:nvPr/>
        </p:nvSpPr>
        <p:spPr>
          <a:xfrm>
            <a:off x="2300778" y="53570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4626">
            <a:extLst>
              <a:ext uri="{FF2B5EF4-FFF2-40B4-BE49-F238E27FC236}">
                <a16:creationId xmlns:a16="http://schemas.microsoft.com/office/drawing/2014/main" id="{5A2AAD66-1908-4DCA-A02D-3691023A6F70}"/>
              </a:ext>
            </a:extLst>
          </p:cNvPr>
          <p:cNvSpPr>
            <a:spLocks noGrp="1"/>
          </p:cNvSpPr>
          <p:nvPr/>
        </p:nvSpPr>
        <p:spPr>
          <a:xfrm>
            <a:off x="2003369" y="51852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4627">
            <a:extLst>
              <a:ext uri="{FF2B5EF4-FFF2-40B4-BE49-F238E27FC236}">
                <a16:creationId xmlns:a16="http://schemas.microsoft.com/office/drawing/2014/main" id="{62C563B7-7DE6-4791-B6F5-ECA7A7676049}"/>
              </a:ext>
            </a:extLst>
          </p:cNvPr>
          <p:cNvSpPr>
            <a:spLocks noGrp="1"/>
          </p:cNvSpPr>
          <p:nvPr/>
        </p:nvSpPr>
        <p:spPr>
          <a:xfrm>
            <a:off x="228469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4628">
            <a:extLst>
              <a:ext uri="{FF2B5EF4-FFF2-40B4-BE49-F238E27FC236}">
                <a16:creationId xmlns:a16="http://schemas.microsoft.com/office/drawing/2014/main" id="{C188C735-8D0F-4883-885E-54A6FDBE983E}"/>
              </a:ext>
            </a:extLst>
          </p:cNvPr>
          <p:cNvSpPr>
            <a:spLocks noGrp="1"/>
          </p:cNvSpPr>
          <p:nvPr/>
        </p:nvSpPr>
        <p:spPr>
          <a:xfrm>
            <a:off x="198231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4629">
            <a:extLst>
              <a:ext uri="{FF2B5EF4-FFF2-40B4-BE49-F238E27FC236}">
                <a16:creationId xmlns:a16="http://schemas.microsoft.com/office/drawing/2014/main" id="{6CF874B1-51B4-429E-B70C-D1D2B9A77A20}"/>
              </a:ext>
            </a:extLst>
          </p:cNvPr>
          <p:cNvSpPr>
            <a:spLocks noGrp="1"/>
          </p:cNvSpPr>
          <p:nvPr/>
        </p:nvSpPr>
        <p:spPr>
          <a:xfrm>
            <a:off x="2157171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4630">
            <a:extLst>
              <a:ext uri="{FF2B5EF4-FFF2-40B4-BE49-F238E27FC236}">
                <a16:creationId xmlns:a16="http://schemas.microsoft.com/office/drawing/2014/main" id="{6A8A9579-FB7C-422A-B316-1252F3333087}"/>
              </a:ext>
            </a:extLst>
          </p:cNvPr>
          <p:cNvSpPr>
            <a:spLocks noGrp="1"/>
          </p:cNvSpPr>
          <p:nvPr/>
        </p:nvSpPr>
        <p:spPr>
          <a:xfrm>
            <a:off x="18493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4631">
            <a:extLst>
              <a:ext uri="{FF2B5EF4-FFF2-40B4-BE49-F238E27FC236}">
                <a16:creationId xmlns:a16="http://schemas.microsoft.com/office/drawing/2014/main" id="{0E365EB0-2FDD-4ED1-AF3E-51D493F237F1}"/>
              </a:ext>
            </a:extLst>
          </p:cNvPr>
          <p:cNvSpPr>
            <a:spLocks noGrp="1"/>
          </p:cNvSpPr>
          <p:nvPr/>
        </p:nvSpPr>
        <p:spPr>
          <a:xfrm>
            <a:off x="207890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4632">
            <a:extLst>
              <a:ext uri="{FF2B5EF4-FFF2-40B4-BE49-F238E27FC236}">
                <a16:creationId xmlns:a16="http://schemas.microsoft.com/office/drawing/2014/main" id="{23BACFFA-BA77-44F1-BFF3-7459A16550B8}"/>
              </a:ext>
            </a:extLst>
          </p:cNvPr>
          <p:cNvSpPr>
            <a:spLocks noGrp="1"/>
          </p:cNvSpPr>
          <p:nvPr/>
        </p:nvSpPr>
        <p:spPr>
          <a:xfrm>
            <a:off x="2319428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4633">
            <a:extLst>
              <a:ext uri="{FF2B5EF4-FFF2-40B4-BE49-F238E27FC236}">
                <a16:creationId xmlns:a16="http://schemas.microsoft.com/office/drawing/2014/main" id="{624CFFFB-DBAD-4FEC-A3E2-8B1DF7A8FB97}"/>
              </a:ext>
            </a:extLst>
          </p:cNvPr>
          <p:cNvSpPr>
            <a:spLocks noGrp="1"/>
          </p:cNvSpPr>
          <p:nvPr/>
        </p:nvSpPr>
        <p:spPr>
          <a:xfrm>
            <a:off x="1919932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4634">
            <a:extLst>
              <a:ext uri="{FF2B5EF4-FFF2-40B4-BE49-F238E27FC236}">
                <a16:creationId xmlns:a16="http://schemas.microsoft.com/office/drawing/2014/main" id="{2D1C871E-8884-4B02-9E28-385A02451FD6}"/>
              </a:ext>
            </a:extLst>
          </p:cNvPr>
          <p:cNvSpPr>
            <a:spLocks noGrp="1"/>
          </p:cNvSpPr>
          <p:nvPr/>
        </p:nvSpPr>
        <p:spPr>
          <a:xfrm>
            <a:off x="1836653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4635">
            <a:extLst>
              <a:ext uri="{FF2B5EF4-FFF2-40B4-BE49-F238E27FC236}">
                <a16:creationId xmlns:a16="http://schemas.microsoft.com/office/drawing/2014/main" id="{6221D871-E656-4697-9FB7-4DC36C962B68}"/>
              </a:ext>
            </a:extLst>
          </p:cNvPr>
          <p:cNvSpPr>
            <a:spLocks noGrp="1"/>
          </p:cNvSpPr>
          <p:nvPr/>
        </p:nvSpPr>
        <p:spPr>
          <a:xfrm>
            <a:off x="21212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4636">
            <a:extLst>
              <a:ext uri="{FF2B5EF4-FFF2-40B4-BE49-F238E27FC236}">
                <a16:creationId xmlns:a16="http://schemas.microsoft.com/office/drawing/2014/main" id="{8FE86D10-4D43-4465-BC4D-A49A7F24AE99}"/>
              </a:ext>
            </a:extLst>
          </p:cNvPr>
          <p:cNvSpPr>
            <a:spLocks noGrp="1"/>
          </p:cNvSpPr>
          <p:nvPr/>
        </p:nvSpPr>
        <p:spPr>
          <a:xfrm>
            <a:off x="223923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4637">
            <a:extLst>
              <a:ext uri="{FF2B5EF4-FFF2-40B4-BE49-F238E27FC236}">
                <a16:creationId xmlns:a16="http://schemas.microsoft.com/office/drawing/2014/main" id="{981A1F90-BA65-474F-9130-283088E11AB3}"/>
              </a:ext>
            </a:extLst>
          </p:cNvPr>
          <p:cNvSpPr>
            <a:spLocks noGrp="1"/>
          </p:cNvSpPr>
          <p:nvPr/>
        </p:nvSpPr>
        <p:spPr>
          <a:xfrm>
            <a:off x="1992181" y="53926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4638">
            <a:extLst>
              <a:ext uri="{FF2B5EF4-FFF2-40B4-BE49-F238E27FC236}">
                <a16:creationId xmlns:a16="http://schemas.microsoft.com/office/drawing/2014/main" id="{0D6601FF-F433-4EBC-8150-0A3D803ABD69}"/>
              </a:ext>
            </a:extLst>
          </p:cNvPr>
          <p:cNvSpPr>
            <a:spLocks noGrp="1"/>
          </p:cNvSpPr>
          <p:nvPr/>
        </p:nvSpPr>
        <p:spPr>
          <a:xfrm>
            <a:off x="1872653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4639">
            <a:extLst>
              <a:ext uri="{FF2B5EF4-FFF2-40B4-BE49-F238E27FC236}">
                <a16:creationId xmlns:a16="http://schemas.microsoft.com/office/drawing/2014/main" id="{C2107E53-CB6C-460E-A72F-3EACD51A58DE}"/>
              </a:ext>
            </a:extLst>
          </p:cNvPr>
          <p:cNvSpPr>
            <a:spLocks noGrp="1"/>
          </p:cNvSpPr>
          <p:nvPr/>
        </p:nvSpPr>
        <p:spPr>
          <a:xfrm>
            <a:off x="212375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4640">
            <a:extLst>
              <a:ext uri="{FF2B5EF4-FFF2-40B4-BE49-F238E27FC236}">
                <a16:creationId xmlns:a16="http://schemas.microsoft.com/office/drawing/2014/main" id="{7B273A9D-96AB-492A-BEED-DF5EE52B48D1}"/>
              </a:ext>
            </a:extLst>
          </p:cNvPr>
          <p:cNvSpPr>
            <a:spLocks noGrp="1"/>
          </p:cNvSpPr>
          <p:nvPr/>
        </p:nvSpPr>
        <p:spPr>
          <a:xfrm>
            <a:off x="223963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4641">
            <a:extLst>
              <a:ext uri="{FF2B5EF4-FFF2-40B4-BE49-F238E27FC236}">
                <a16:creationId xmlns:a16="http://schemas.microsoft.com/office/drawing/2014/main" id="{308CF086-249D-4802-90E5-F92A5D427106}"/>
              </a:ext>
            </a:extLst>
          </p:cNvPr>
          <p:cNvSpPr>
            <a:spLocks noGrp="1"/>
          </p:cNvSpPr>
          <p:nvPr/>
        </p:nvSpPr>
        <p:spPr>
          <a:xfrm>
            <a:off x="2315677" y="4408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4642">
            <a:extLst>
              <a:ext uri="{FF2B5EF4-FFF2-40B4-BE49-F238E27FC236}">
                <a16:creationId xmlns:a16="http://schemas.microsoft.com/office/drawing/2014/main" id="{FE0368AD-8FD8-451F-8E15-8F78FD89F83E}"/>
              </a:ext>
            </a:extLst>
          </p:cNvPr>
          <p:cNvSpPr>
            <a:spLocks noGrp="1"/>
          </p:cNvSpPr>
          <p:nvPr/>
        </p:nvSpPr>
        <p:spPr>
          <a:xfrm>
            <a:off x="228108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4643">
            <a:extLst>
              <a:ext uri="{FF2B5EF4-FFF2-40B4-BE49-F238E27FC236}">
                <a16:creationId xmlns:a16="http://schemas.microsoft.com/office/drawing/2014/main" id="{72F3F48D-013E-4956-923D-CF8AAF8CCFAB}"/>
              </a:ext>
            </a:extLst>
          </p:cNvPr>
          <p:cNvSpPr>
            <a:spLocks noGrp="1"/>
          </p:cNvSpPr>
          <p:nvPr/>
        </p:nvSpPr>
        <p:spPr>
          <a:xfrm>
            <a:off x="2115577" y="54013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4644">
            <a:extLst>
              <a:ext uri="{FF2B5EF4-FFF2-40B4-BE49-F238E27FC236}">
                <a16:creationId xmlns:a16="http://schemas.microsoft.com/office/drawing/2014/main" id="{ECA7B365-A4B5-4493-A1D9-4980B7EC7E48}"/>
              </a:ext>
            </a:extLst>
          </p:cNvPr>
          <p:cNvSpPr>
            <a:spLocks noGrp="1"/>
          </p:cNvSpPr>
          <p:nvPr/>
        </p:nvSpPr>
        <p:spPr>
          <a:xfrm>
            <a:off x="19428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4645">
            <a:extLst>
              <a:ext uri="{FF2B5EF4-FFF2-40B4-BE49-F238E27FC236}">
                <a16:creationId xmlns:a16="http://schemas.microsoft.com/office/drawing/2014/main" id="{39CAF88B-E06B-4F7D-A358-B62F2A6BE148}"/>
              </a:ext>
            </a:extLst>
          </p:cNvPr>
          <p:cNvSpPr>
            <a:spLocks noGrp="1"/>
          </p:cNvSpPr>
          <p:nvPr/>
        </p:nvSpPr>
        <p:spPr>
          <a:xfrm>
            <a:off x="19877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4646">
            <a:extLst>
              <a:ext uri="{FF2B5EF4-FFF2-40B4-BE49-F238E27FC236}">
                <a16:creationId xmlns:a16="http://schemas.microsoft.com/office/drawing/2014/main" id="{209FB5A2-9E54-4C31-A5E4-1718944CABD8}"/>
              </a:ext>
            </a:extLst>
          </p:cNvPr>
          <p:cNvSpPr>
            <a:spLocks noGrp="1"/>
          </p:cNvSpPr>
          <p:nvPr/>
        </p:nvSpPr>
        <p:spPr>
          <a:xfrm>
            <a:off x="2303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4647">
            <a:extLst>
              <a:ext uri="{FF2B5EF4-FFF2-40B4-BE49-F238E27FC236}">
                <a16:creationId xmlns:a16="http://schemas.microsoft.com/office/drawing/2014/main" id="{F33BDBF8-EFE2-4532-8B5A-6D9819F223D6}"/>
              </a:ext>
            </a:extLst>
          </p:cNvPr>
          <p:cNvSpPr>
            <a:spLocks noGrp="1"/>
          </p:cNvSpPr>
          <p:nvPr/>
        </p:nvSpPr>
        <p:spPr>
          <a:xfrm>
            <a:off x="222027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4648">
            <a:extLst>
              <a:ext uri="{FF2B5EF4-FFF2-40B4-BE49-F238E27FC236}">
                <a16:creationId xmlns:a16="http://schemas.microsoft.com/office/drawing/2014/main" id="{609E1BA7-E399-4C46-B92E-1F5BA1C11E04}"/>
              </a:ext>
            </a:extLst>
          </p:cNvPr>
          <p:cNvSpPr>
            <a:spLocks noGrp="1"/>
          </p:cNvSpPr>
          <p:nvPr/>
        </p:nvSpPr>
        <p:spPr>
          <a:xfrm>
            <a:off x="19968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4649">
            <a:extLst>
              <a:ext uri="{FF2B5EF4-FFF2-40B4-BE49-F238E27FC236}">
                <a16:creationId xmlns:a16="http://schemas.microsoft.com/office/drawing/2014/main" id="{A3BA508B-4C6F-4245-A7D2-54E9A0BCFB31}"/>
              </a:ext>
            </a:extLst>
          </p:cNvPr>
          <p:cNvSpPr>
            <a:spLocks noGrp="1"/>
          </p:cNvSpPr>
          <p:nvPr/>
        </p:nvSpPr>
        <p:spPr>
          <a:xfrm>
            <a:off x="2019921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4650">
            <a:extLst>
              <a:ext uri="{FF2B5EF4-FFF2-40B4-BE49-F238E27FC236}">
                <a16:creationId xmlns:a16="http://schemas.microsoft.com/office/drawing/2014/main" id="{B4DD659B-E761-4D11-80D7-B89FADD3EED6}"/>
              </a:ext>
            </a:extLst>
          </p:cNvPr>
          <p:cNvSpPr>
            <a:spLocks noGrp="1"/>
          </p:cNvSpPr>
          <p:nvPr/>
        </p:nvSpPr>
        <p:spPr>
          <a:xfrm>
            <a:off x="19107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4651">
            <a:extLst>
              <a:ext uri="{FF2B5EF4-FFF2-40B4-BE49-F238E27FC236}">
                <a16:creationId xmlns:a16="http://schemas.microsoft.com/office/drawing/2014/main" id="{346DE86F-921E-43B9-BCE0-A7FABBBB84DF}"/>
              </a:ext>
            </a:extLst>
          </p:cNvPr>
          <p:cNvSpPr>
            <a:spLocks noGrp="1"/>
          </p:cNvSpPr>
          <p:nvPr/>
        </p:nvSpPr>
        <p:spPr>
          <a:xfrm>
            <a:off x="1939656" y="53858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4652">
            <a:extLst>
              <a:ext uri="{FF2B5EF4-FFF2-40B4-BE49-F238E27FC236}">
                <a16:creationId xmlns:a16="http://schemas.microsoft.com/office/drawing/2014/main" id="{3B4D1999-8B82-4359-8AFD-617CDEBF7D52}"/>
              </a:ext>
            </a:extLst>
          </p:cNvPr>
          <p:cNvSpPr>
            <a:spLocks noGrp="1"/>
          </p:cNvSpPr>
          <p:nvPr/>
        </p:nvSpPr>
        <p:spPr>
          <a:xfrm>
            <a:off x="1978773" y="460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4653">
            <a:extLst>
              <a:ext uri="{FF2B5EF4-FFF2-40B4-BE49-F238E27FC236}">
                <a16:creationId xmlns:a16="http://schemas.microsoft.com/office/drawing/2014/main" id="{8BE32B13-40B3-4C4A-BE22-E6F77691B77F}"/>
              </a:ext>
            </a:extLst>
          </p:cNvPr>
          <p:cNvSpPr>
            <a:spLocks noGrp="1"/>
          </p:cNvSpPr>
          <p:nvPr/>
        </p:nvSpPr>
        <p:spPr>
          <a:xfrm>
            <a:off x="22760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4654">
            <a:extLst>
              <a:ext uri="{FF2B5EF4-FFF2-40B4-BE49-F238E27FC236}">
                <a16:creationId xmlns:a16="http://schemas.microsoft.com/office/drawing/2014/main" id="{85646ED2-5A0A-4B1D-A4A9-19D538DE73F5}"/>
              </a:ext>
            </a:extLst>
          </p:cNvPr>
          <p:cNvSpPr>
            <a:spLocks noGrp="1"/>
          </p:cNvSpPr>
          <p:nvPr/>
        </p:nvSpPr>
        <p:spPr>
          <a:xfrm>
            <a:off x="21020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4655">
            <a:extLst>
              <a:ext uri="{FF2B5EF4-FFF2-40B4-BE49-F238E27FC236}">
                <a16:creationId xmlns:a16="http://schemas.microsoft.com/office/drawing/2014/main" id="{2EA62419-BABA-4A58-B61B-AB6B1A3172CF}"/>
              </a:ext>
            </a:extLst>
          </p:cNvPr>
          <p:cNvSpPr>
            <a:spLocks noGrp="1"/>
          </p:cNvSpPr>
          <p:nvPr/>
        </p:nvSpPr>
        <p:spPr>
          <a:xfrm>
            <a:off x="2171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4656">
            <a:extLst>
              <a:ext uri="{FF2B5EF4-FFF2-40B4-BE49-F238E27FC236}">
                <a16:creationId xmlns:a16="http://schemas.microsoft.com/office/drawing/2014/main" id="{B6821085-A42D-4BDD-AEA9-3AC4E3B05BCC}"/>
              </a:ext>
            </a:extLst>
          </p:cNvPr>
          <p:cNvSpPr>
            <a:spLocks noGrp="1"/>
          </p:cNvSpPr>
          <p:nvPr/>
        </p:nvSpPr>
        <p:spPr>
          <a:xfrm>
            <a:off x="2007008" y="5267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4657">
            <a:extLst>
              <a:ext uri="{FF2B5EF4-FFF2-40B4-BE49-F238E27FC236}">
                <a16:creationId xmlns:a16="http://schemas.microsoft.com/office/drawing/2014/main" id="{481ED817-1EDD-48AE-A3CE-E0A16CFD9B97}"/>
              </a:ext>
            </a:extLst>
          </p:cNvPr>
          <p:cNvSpPr>
            <a:spLocks noGrp="1"/>
          </p:cNvSpPr>
          <p:nvPr/>
        </p:nvSpPr>
        <p:spPr>
          <a:xfrm>
            <a:off x="194993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4658">
            <a:extLst>
              <a:ext uri="{FF2B5EF4-FFF2-40B4-BE49-F238E27FC236}">
                <a16:creationId xmlns:a16="http://schemas.microsoft.com/office/drawing/2014/main" id="{71B5CEF5-2A86-4D57-8490-F2F833A6734A}"/>
              </a:ext>
            </a:extLst>
          </p:cNvPr>
          <p:cNvSpPr>
            <a:spLocks noGrp="1"/>
          </p:cNvSpPr>
          <p:nvPr/>
        </p:nvSpPr>
        <p:spPr>
          <a:xfrm>
            <a:off x="1906360" y="49124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4659">
            <a:extLst>
              <a:ext uri="{FF2B5EF4-FFF2-40B4-BE49-F238E27FC236}">
                <a16:creationId xmlns:a16="http://schemas.microsoft.com/office/drawing/2014/main" id="{5DD4BAF4-B17B-435D-9C5B-FAF6AA9239F4}"/>
              </a:ext>
            </a:extLst>
          </p:cNvPr>
          <p:cNvSpPr>
            <a:spLocks noGrp="1"/>
          </p:cNvSpPr>
          <p:nvPr/>
        </p:nvSpPr>
        <p:spPr>
          <a:xfrm>
            <a:off x="1964297" y="48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4660">
            <a:extLst>
              <a:ext uri="{FF2B5EF4-FFF2-40B4-BE49-F238E27FC236}">
                <a16:creationId xmlns:a16="http://schemas.microsoft.com/office/drawing/2014/main" id="{F1E83A84-0A85-4E90-9073-6339BE849DD2}"/>
              </a:ext>
            </a:extLst>
          </p:cNvPr>
          <p:cNvSpPr>
            <a:spLocks noGrp="1"/>
          </p:cNvSpPr>
          <p:nvPr/>
        </p:nvSpPr>
        <p:spPr>
          <a:xfrm>
            <a:off x="231387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4661">
            <a:extLst>
              <a:ext uri="{FF2B5EF4-FFF2-40B4-BE49-F238E27FC236}">
                <a16:creationId xmlns:a16="http://schemas.microsoft.com/office/drawing/2014/main" id="{55CE1360-6312-4A37-840A-99E8268A2124}"/>
              </a:ext>
            </a:extLst>
          </p:cNvPr>
          <p:cNvSpPr>
            <a:spLocks noGrp="1"/>
          </p:cNvSpPr>
          <p:nvPr/>
        </p:nvSpPr>
        <p:spPr>
          <a:xfrm>
            <a:off x="1848996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4662">
            <a:extLst>
              <a:ext uri="{FF2B5EF4-FFF2-40B4-BE49-F238E27FC236}">
                <a16:creationId xmlns:a16="http://schemas.microsoft.com/office/drawing/2014/main" id="{AFEF9494-CF9E-47F3-88BD-6B57342DDC5B}"/>
              </a:ext>
            </a:extLst>
          </p:cNvPr>
          <p:cNvSpPr>
            <a:spLocks noGrp="1"/>
          </p:cNvSpPr>
          <p:nvPr/>
        </p:nvSpPr>
        <p:spPr>
          <a:xfrm>
            <a:off x="192959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4663">
            <a:extLst>
              <a:ext uri="{FF2B5EF4-FFF2-40B4-BE49-F238E27FC236}">
                <a16:creationId xmlns:a16="http://schemas.microsoft.com/office/drawing/2014/main" id="{6538575F-2466-4DBD-BDA5-2AB25614E626}"/>
              </a:ext>
            </a:extLst>
          </p:cNvPr>
          <p:cNvSpPr>
            <a:spLocks noGrp="1"/>
          </p:cNvSpPr>
          <p:nvPr/>
        </p:nvSpPr>
        <p:spPr>
          <a:xfrm>
            <a:off x="18908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4664">
            <a:extLst>
              <a:ext uri="{FF2B5EF4-FFF2-40B4-BE49-F238E27FC236}">
                <a16:creationId xmlns:a16="http://schemas.microsoft.com/office/drawing/2014/main" id="{0FC76024-BFB9-43F0-B12F-5F46B46EF672}"/>
              </a:ext>
            </a:extLst>
          </p:cNvPr>
          <p:cNvSpPr>
            <a:spLocks noGrp="1"/>
          </p:cNvSpPr>
          <p:nvPr/>
        </p:nvSpPr>
        <p:spPr>
          <a:xfrm>
            <a:off x="2017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4665">
            <a:extLst>
              <a:ext uri="{FF2B5EF4-FFF2-40B4-BE49-F238E27FC236}">
                <a16:creationId xmlns:a16="http://schemas.microsoft.com/office/drawing/2014/main" id="{78583F4B-438B-49CC-AB62-82633575D1AB}"/>
              </a:ext>
            </a:extLst>
          </p:cNvPr>
          <p:cNvSpPr>
            <a:spLocks noGrp="1"/>
          </p:cNvSpPr>
          <p:nvPr/>
        </p:nvSpPr>
        <p:spPr>
          <a:xfrm>
            <a:off x="2186803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4666">
            <a:extLst>
              <a:ext uri="{FF2B5EF4-FFF2-40B4-BE49-F238E27FC236}">
                <a16:creationId xmlns:a16="http://schemas.microsoft.com/office/drawing/2014/main" id="{6E6870BC-0046-42C7-AA7D-3DC7C85E0A12}"/>
              </a:ext>
            </a:extLst>
          </p:cNvPr>
          <p:cNvSpPr>
            <a:spLocks noGrp="1"/>
          </p:cNvSpPr>
          <p:nvPr/>
        </p:nvSpPr>
        <p:spPr>
          <a:xfrm>
            <a:off x="18378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4667">
            <a:extLst>
              <a:ext uri="{FF2B5EF4-FFF2-40B4-BE49-F238E27FC236}">
                <a16:creationId xmlns:a16="http://schemas.microsoft.com/office/drawing/2014/main" id="{02C0037C-47BE-4407-BB1F-99EC7D26DEE4}"/>
              </a:ext>
            </a:extLst>
          </p:cNvPr>
          <p:cNvSpPr>
            <a:spLocks noGrp="1"/>
          </p:cNvSpPr>
          <p:nvPr/>
        </p:nvSpPr>
        <p:spPr>
          <a:xfrm>
            <a:off x="183444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4668">
            <a:extLst>
              <a:ext uri="{FF2B5EF4-FFF2-40B4-BE49-F238E27FC236}">
                <a16:creationId xmlns:a16="http://schemas.microsoft.com/office/drawing/2014/main" id="{2875B024-50B6-4BD5-880C-4ADBCE5771BE}"/>
              </a:ext>
            </a:extLst>
          </p:cNvPr>
          <p:cNvSpPr>
            <a:spLocks noGrp="1"/>
          </p:cNvSpPr>
          <p:nvPr/>
        </p:nvSpPr>
        <p:spPr>
          <a:xfrm>
            <a:off x="2277153" y="53838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4669">
            <a:extLst>
              <a:ext uri="{FF2B5EF4-FFF2-40B4-BE49-F238E27FC236}">
                <a16:creationId xmlns:a16="http://schemas.microsoft.com/office/drawing/2014/main" id="{3A26390B-1B4C-468C-A2DF-15CD9586AFDC}"/>
              </a:ext>
            </a:extLst>
          </p:cNvPr>
          <p:cNvSpPr>
            <a:spLocks noGrp="1"/>
          </p:cNvSpPr>
          <p:nvPr/>
        </p:nvSpPr>
        <p:spPr>
          <a:xfrm>
            <a:off x="2107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4670">
            <a:extLst>
              <a:ext uri="{FF2B5EF4-FFF2-40B4-BE49-F238E27FC236}">
                <a16:creationId xmlns:a16="http://schemas.microsoft.com/office/drawing/2014/main" id="{EDA7C8D8-0B9C-4121-9E34-1280103E568D}"/>
              </a:ext>
            </a:extLst>
          </p:cNvPr>
          <p:cNvSpPr>
            <a:spLocks noGrp="1"/>
          </p:cNvSpPr>
          <p:nvPr/>
        </p:nvSpPr>
        <p:spPr>
          <a:xfrm>
            <a:off x="20069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4671">
            <a:extLst>
              <a:ext uri="{FF2B5EF4-FFF2-40B4-BE49-F238E27FC236}">
                <a16:creationId xmlns:a16="http://schemas.microsoft.com/office/drawing/2014/main" id="{783D9D9A-66A9-4089-8A82-8839E8450D53}"/>
              </a:ext>
            </a:extLst>
          </p:cNvPr>
          <p:cNvSpPr>
            <a:spLocks noGrp="1"/>
          </p:cNvSpPr>
          <p:nvPr/>
        </p:nvSpPr>
        <p:spPr>
          <a:xfrm>
            <a:off x="1882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4672">
            <a:extLst>
              <a:ext uri="{FF2B5EF4-FFF2-40B4-BE49-F238E27FC236}">
                <a16:creationId xmlns:a16="http://schemas.microsoft.com/office/drawing/2014/main" id="{47D43F76-61BA-4E13-8541-6D86E87FCC8C}"/>
              </a:ext>
            </a:extLst>
          </p:cNvPr>
          <p:cNvSpPr>
            <a:spLocks noGrp="1"/>
          </p:cNvSpPr>
          <p:nvPr/>
        </p:nvSpPr>
        <p:spPr>
          <a:xfrm>
            <a:off x="206660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4673">
            <a:extLst>
              <a:ext uri="{FF2B5EF4-FFF2-40B4-BE49-F238E27FC236}">
                <a16:creationId xmlns:a16="http://schemas.microsoft.com/office/drawing/2014/main" id="{5D544B3F-B03C-4EF5-903E-577A049C62BB}"/>
              </a:ext>
            </a:extLst>
          </p:cNvPr>
          <p:cNvSpPr>
            <a:spLocks noGrp="1"/>
          </p:cNvSpPr>
          <p:nvPr/>
        </p:nvSpPr>
        <p:spPr>
          <a:xfrm>
            <a:off x="219914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4674">
            <a:extLst>
              <a:ext uri="{FF2B5EF4-FFF2-40B4-BE49-F238E27FC236}">
                <a16:creationId xmlns:a16="http://schemas.microsoft.com/office/drawing/2014/main" id="{71FF09BD-1E16-4BC0-BE51-C032A38F9D34}"/>
              </a:ext>
            </a:extLst>
          </p:cNvPr>
          <p:cNvSpPr>
            <a:spLocks noGrp="1"/>
          </p:cNvSpPr>
          <p:nvPr/>
        </p:nvSpPr>
        <p:spPr>
          <a:xfrm>
            <a:off x="23232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4675">
            <a:extLst>
              <a:ext uri="{FF2B5EF4-FFF2-40B4-BE49-F238E27FC236}">
                <a16:creationId xmlns:a16="http://schemas.microsoft.com/office/drawing/2014/main" id="{959714B6-AF3B-447D-9DAB-28FE4514CFBF}"/>
              </a:ext>
            </a:extLst>
          </p:cNvPr>
          <p:cNvSpPr>
            <a:spLocks noGrp="1"/>
          </p:cNvSpPr>
          <p:nvPr/>
        </p:nvSpPr>
        <p:spPr>
          <a:xfrm>
            <a:off x="2094367" y="5194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4676">
            <a:extLst>
              <a:ext uri="{FF2B5EF4-FFF2-40B4-BE49-F238E27FC236}">
                <a16:creationId xmlns:a16="http://schemas.microsoft.com/office/drawing/2014/main" id="{6219AE4A-9F4F-47EE-AFA6-B2DBEB7EDA87}"/>
              </a:ext>
            </a:extLst>
          </p:cNvPr>
          <p:cNvSpPr>
            <a:spLocks noGrp="1"/>
          </p:cNvSpPr>
          <p:nvPr/>
        </p:nvSpPr>
        <p:spPr>
          <a:xfrm>
            <a:off x="192944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4677">
            <a:extLst>
              <a:ext uri="{FF2B5EF4-FFF2-40B4-BE49-F238E27FC236}">
                <a16:creationId xmlns:a16="http://schemas.microsoft.com/office/drawing/2014/main" id="{97131F0E-9E1E-45A2-B2C3-BD2FE4807738}"/>
              </a:ext>
            </a:extLst>
          </p:cNvPr>
          <p:cNvSpPr>
            <a:spLocks noGrp="1"/>
          </p:cNvSpPr>
          <p:nvPr/>
        </p:nvSpPr>
        <p:spPr>
          <a:xfrm>
            <a:off x="22495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4678">
            <a:extLst>
              <a:ext uri="{FF2B5EF4-FFF2-40B4-BE49-F238E27FC236}">
                <a16:creationId xmlns:a16="http://schemas.microsoft.com/office/drawing/2014/main" id="{09645A5E-1B8E-4612-AF06-CEFC6A438E11}"/>
              </a:ext>
            </a:extLst>
          </p:cNvPr>
          <p:cNvSpPr>
            <a:spLocks noGrp="1"/>
          </p:cNvSpPr>
          <p:nvPr/>
        </p:nvSpPr>
        <p:spPr>
          <a:xfrm>
            <a:off x="18484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4679">
            <a:extLst>
              <a:ext uri="{FF2B5EF4-FFF2-40B4-BE49-F238E27FC236}">
                <a16:creationId xmlns:a16="http://schemas.microsoft.com/office/drawing/2014/main" id="{84E17841-6E8E-4081-A1E6-822AF691A665}"/>
              </a:ext>
            </a:extLst>
          </p:cNvPr>
          <p:cNvSpPr>
            <a:spLocks noGrp="1"/>
          </p:cNvSpPr>
          <p:nvPr/>
        </p:nvSpPr>
        <p:spPr>
          <a:xfrm>
            <a:off x="21683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4680">
            <a:extLst>
              <a:ext uri="{FF2B5EF4-FFF2-40B4-BE49-F238E27FC236}">
                <a16:creationId xmlns:a16="http://schemas.microsoft.com/office/drawing/2014/main" id="{66EF566B-C4EB-41F2-BC24-F807FDC255CA}"/>
              </a:ext>
            </a:extLst>
          </p:cNvPr>
          <p:cNvSpPr>
            <a:spLocks noGrp="1"/>
          </p:cNvSpPr>
          <p:nvPr/>
        </p:nvSpPr>
        <p:spPr>
          <a:xfrm>
            <a:off x="22811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4681">
            <a:extLst>
              <a:ext uri="{FF2B5EF4-FFF2-40B4-BE49-F238E27FC236}">
                <a16:creationId xmlns:a16="http://schemas.microsoft.com/office/drawing/2014/main" id="{BE73F9D6-7D9B-4E9D-83EF-2A23088C42AF}"/>
              </a:ext>
            </a:extLst>
          </p:cNvPr>
          <p:cNvSpPr>
            <a:spLocks noGrp="1"/>
          </p:cNvSpPr>
          <p:nvPr/>
        </p:nvSpPr>
        <p:spPr>
          <a:xfrm>
            <a:off x="1984043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4682">
            <a:extLst>
              <a:ext uri="{FF2B5EF4-FFF2-40B4-BE49-F238E27FC236}">
                <a16:creationId xmlns:a16="http://schemas.microsoft.com/office/drawing/2014/main" id="{52AB748B-9E97-4419-84E0-3031FD9AD632}"/>
              </a:ext>
            </a:extLst>
          </p:cNvPr>
          <p:cNvSpPr>
            <a:spLocks noGrp="1"/>
          </p:cNvSpPr>
          <p:nvPr/>
        </p:nvSpPr>
        <p:spPr>
          <a:xfrm>
            <a:off x="1847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4683">
            <a:extLst>
              <a:ext uri="{FF2B5EF4-FFF2-40B4-BE49-F238E27FC236}">
                <a16:creationId xmlns:a16="http://schemas.microsoft.com/office/drawing/2014/main" id="{1F2BF916-1435-4BF0-85D8-369267CE29D8}"/>
              </a:ext>
            </a:extLst>
          </p:cNvPr>
          <p:cNvSpPr>
            <a:spLocks noGrp="1"/>
          </p:cNvSpPr>
          <p:nvPr/>
        </p:nvSpPr>
        <p:spPr>
          <a:xfrm>
            <a:off x="21221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4684">
            <a:extLst>
              <a:ext uri="{FF2B5EF4-FFF2-40B4-BE49-F238E27FC236}">
                <a16:creationId xmlns:a16="http://schemas.microsoft.com/office/drawing/2014/main" id="{87418745-C266-4928-8E48-51D34E146ECC}"/>
              </a:ext>
            </a:extLst>
          </p:cNvPr>
          <p:cNvSpPr>
            <a:spLocks noGrp="1"/>
          </p:cNvSpPr>
          <p:nvPr/>
        </p:nvSpPr>
        <p:spPr>
          <a:xfrm>
            <a:off x="19368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4685">
            <a:extLst>
              <a:ext uri="{FF2B5EF4-FFF2-40B4-BE49-F238E27FC236}">
                <a16:creationId xmlns:a16="http://schemas.microsoft.com/office/drawing/2014/main" id="{90E29DA4-09DF-4BA9-9C1D-8B13AA55D1E1}"/>
              </a:ext>
            </a:extLst>
          </p:cNvPr>
          <p:cNvSpPr>
            <a:spLocks noGrp="1"/>
          </p:cNvSpPr>
          <p:nvPr/>
        </p:nvSpPr>
        <p:spPr>
          <a:xfrm>
            <a:off x="1811264" y="48239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4686">
            <a:extLst>
              <a:ext uri="{FF2B5EF4-FFF2-40B4-BE49-F238E27FC236}">
                <a16:creationId xmlns:a16="http://schemas.microsoft.com/office/drawing/2014/main" id="{880A5B24-B4C8-4A96-A4E9-67482C0B51B7}"/>
              </a:ext>
            </a:extLst>
          </p:cNvPr>
          <p:cNvSpPr>
            <a:spLocks noGrp="1"/>
          </p:cNvSpPr>
          <p:nvPr/>
        </p:nvSpPr>
        <p:spPr>
          <a:xfrm>
            <a:off x="2309658" y="50632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4687">
            <a:extLst>
              <a:ext uri="{FF2B5EF4-FFF2-40B4-BE49-F238E27FC236}">
                <a16:creationId xmlns:a16="http://schemas.microsoft.com/office/drawing/2014/main" id="{EDDA126E-6F83-4E52-8D0A-E4133B4E588B}"/>
              </a:ext>
            </a:extLst>
          </p:cNvPr>
          <p:cNvSpPr>
            <a:spLocks noGrp="1"/>
          </p:cNvSpPr>
          <p:nvPr/>
        </p:nvSpPr>
        <p:spPr>
          <a:xfrm>
            <a:off x="218076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4688">
            <a:extLst>
              <a:ext uri="{FF2B5EF4-FFF2-40B4-BE49-F238E27FC236}">
                <a16:creationId xmlns:a16="http://schemas.microsoft.com/office/drawing/2014/main" id="{E834B3D7-B210-4468-B0CF-05B53EBEAFDB}"/>
              </a:ext>
            </a:extLst>
          </p:cNvPr>
          <p:cNvSpPr>
            <a:spLocks noGrp="1"/>
          </p:cNvSpPr>
          <p:nvPr/>
        </p:nvSpPr>
        <p:spPr>
          <a:xfrm>
            <a:off x="230133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4689">
            <a:extLst>
              <a:ext uri="{FF2B5EF4-FFF2-40B4-BE49-F238E27FC236}">
                <a16:creationId xmlns:a16="http://schemas.microsoft.com/office/drawing/2014/main" id="{B4BC5706-B16D-4B44-9EE6-EBC8C7C984DA}"/>
              </a:ext>
            </a:extLst>
          </p:cNvPr>
          <p:cNvSpPr>
            <a:spLocks noGrp="1"/>
          </p:cNvSpPr>
          <p:nvPr/>
        </p:nvSpPr>
        <p:spPr>
          <a:xfrm>
            <a:off x="1810719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4690">
            <a:extLst>
              <a:ext uri="{FF2B5EF4-FFF2-40B4-BE49-F238E27FC236}">
                <a16:creationId xmlns:a16="http://schemas.microsoft.com/office/drawing/2014/main" id="{90923662-1088-485E-8899-F3B999370CB4}"/>
              </a:ext>
            </a:extLst>
          </p:cNvPr>
          <p:cNvSpPr>
            <a:spLocks noGrp="1"/>
          </p:cNvSpPr>
          <p:nvPr/>
        </p:nvSpPr>
        <p:spPr>
          <a:xfrm>
            <a:off x="2213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4691">
            <a:extLst>
              <a:ext uri="{FF2B5EF4-FFF2-40B4-BE49-F238E27FC236}">
                <a16:creationId xmlns:a16="http://schemas.microsoft.com/office/drawing/2014/main" id="{0D3F47AF-F94B-4D65-A657-31D989F4009C}"/>
              </a:ext>
            </a:extLst>
          </p:cNvPr>
          <p:cNvSpPr>
            <a:spLocks noGrp="1"/>
          </p:cNvSpPr>
          <p:nvPr/>
        </p:nvSpPr>
        <p:spPr>
          <a:xfrm>
            <a:off x="19520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4692">
            <a:extLst>
              <a:ext uri="{FF2B5EF4-FFF2-40B4-BE49-F238E27FC236}">
                <a16:creationId xmlns:a16="http://schemas.microsoft.com/office/drawing/2014/main" id="{4272FB72-73D1-4D70-B7D2-FDEC4C57D2EE}"/>
              </a:ext>
            </a:extLst>
          </p:cNvPr>
          <p:cNvSpPr>
            <a:spLocks noGrp="1"/>
          </p:cNvSpPr>
          <p:nvPr/>
        </p:nvSpPr>
        <p:spPr>
          <a:xfrm>
            <a:off x="20349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4693">
            <a:extLst>
              <a:ext uri="{FF2B5EF4-FFF2-40B4-BE49-F238E27FC236}">
                <a16:creationId xmlns:a16="http://schemas.microsoft.com/office/drawing/2014/main" id="{FE397D0F-C0FD-45E6-B106-D773009A670E}"/>
              </a:ext>
            </a:extLst>
          </p:cNvPr>
          <p:cNvSpPr>
            <a:spLocks noGrp="1"/>
          </p:cNvSpPr>
          <p:nvPr/>
        </p:nvSpPr>
        <p:spPr>
          <a:xfrm>
            <a:off x="21170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4694">
            <a:extLst>
              <a:ext uri="{FF2B5EF4-FFF2-40B4-BE49-F238E27FC236}">
                <a16:creationId xmlns:a16="http://schemas.microsoft.com/office/drawing/2014/main" id="{6E3DD958-C2F3-46C0-932B-0F04E1607D0E}"/>
              </a:ext>
            </a:extLst>
          </p:cNvPr>
          <p:cNvSpPr>
            <a:spLocks noGrp="1"/>
          </p:cNvSpPr>
          <p:nvPr/>
        </p:nvSpPr>
        <p:spPr>
          <a:xfrm>
            <a:off x="22968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4695">
            <a:extLst>
              <a:ext uri="{FF2B5EF4-FFF2-40B4-BE49-F238E27FC236}">
                <a16:creationId xmlns:a16="http://schemas.microsoft.com/office/drawing/2014/main" id="{6EF7ADB9-317C-439B-8453-4E101ADE6950}"/>
              </a:ext>
            </a:extLst>
          </p:cNvPr>
          <p:cNvSpPr>
            <a:spLocks noGrp="1"/>
          </p:cNvSpPr>
          <p:nvPr/>
        </p:nvSpPr>
        <p:spPr>
          <a:xfrm>
            <a:off x="18800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4696">
            <a:extLst>
              <a:ext uri="{FF2B5EF4-FFF2-40B4-BE49-F238E27FC236}">
                <a16:creationId xmlns:a16="http://schemas.microsoft.com/office/drawing/2014/main" id="{8858420D-6B5F-4F09-B7AA-8565494EC64E}"/>
              </a:ext>
            </a:extLst>
          </p:cNvPr>
          <p:cNvSpPr>
            <a:spLocks noGrp="1"/>
          </p:cNvSpPr>
          <p:nvPr/>
        </p:nvSpPr>
        <p:spPr>
          <a:xfrm>
            <a:off x="2148740" y="5288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4697">
            <a:extLst>
              <a:ext uri="{FF2B5EF4-FFF2-40B4-BE49-F238E27FC236}">
                <a16:creationId xmlns:a16="http://schemas.microsoft.com/office/drawing/2014/main" id="{EAA5A18A-E679-4C66-AFDC-802BD2428E8D}"/>
              </a:ext>
            </a:extLst>
          </p:cNvPr>
          <p:cNvSpPr>
            <a:spLocks noGrp="1"/>
          </p:cNvSpPr>
          <p:nvPr/>
        </p:nvSpPr>
        <p:spPr>
          <a:xfrm>
            <a:off x="20533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4698">
            <a:extLst>
              <a:ext uri="{FF2B5EF4-FFF2-40B4-BE49-F238E27FC236}">
                <a16:creationId xmlns:a16="http://schemas.microsoft.com/office/drawing/2014/main" id="{657774E4-4AF4-4CF1-AD15-6DBF35AEAD50}"/>
              </a:ext>
            </a:extLst>
          </p:cNvPr>
          <p:cNvSpPr>
            <a:spLocks noGrp="1"/>
          </p:cNvSpPr>
          <p:nvPr/>
        </p:nvSpPr>
        <p:spPr>
          <a:xfrm>
            <a:off x="2061469" y="5288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4699">
            <a:extLst>
              <a:ext uri="{FF2B5EF4-FFF2-40B4-BE49-F238E27FC236}">
                <a16:creationId xmlns:a16="http://schemas.microsoft.com/office/drawing/2014/main" id="{665F23D8-505E-47B3-B136-15EB13E79412}"/>
              </a:ext>
            </a:extLst>
          </p:cNvPr>
          <p:cNvSpPr>
            <a:spLocks noGrp="1"/>
          </p:cNvSpPr>
          <p:nvPr/>
        </p:nvSpPr>
        <p:spPr>
          <a:xfrm>
            <a:off x="18826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4700">
            <a:extLst>
              <a:ext uri="{FF2B5EF4-FFF2-40B4-BE49-F238E27FC236}">
                <a16:creationId xmlns:a16="http://schemas.microsoft.com/office/drawing/2014/main" id="{08C19EFE-D839-4976-BB34-7F843B15B311}"/>
              </a:ext>
            </a:extLst>
          </p:cNvPr>
          <p:cNvSpPr>
            <a:spLocks noGrp="1"/>
          </p:cNvSpPr>
          <p:nvPr/>
        </p:nvSpPr>
        <p:spPr>
          <a:xfrm>
            <a:off x="227489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4701">
            <a:extLst>
              <a:ext uri="{FF2B5EF4-FFF2-40B4-BE49-F238E27FC236}">
                <a16:creationId xmlns:a16="http://schemas.microsoft.com/office/drawing/2014/main" id="{13249438-F18B-4EBF-B386-5CC41746646C}"/>
              </a:ext>
            </a:extLst>
          </p:cNvPr>
          <p:cNvSpPr>
            <a:spLocks noGrp="1"/>
          </p:cNvSpPr>
          <p:nvPr/>
        </p:nvSpPr>
        <p:spPr>
          <a:xfrm>
            <a:off x="19813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4702">
            <a:extLst>
              <a:ext uri="{FF2B5EF4-FFF2-40B4-BE49-F238E27FC236}">
                <a16:creationId xmlns:a16="http://schemas.microsoft.com/office/drawing/2014/main" id="{F2B2102F-EB0B-44C0-8682-AB7961089E77}"/>
              </a:ext>
            </a:extLst>
          </p:cNvPr>
          <p:cNvSpPr>
            <a:spLocks noGrp="1"/>
          </p:cNvSpPr>
          <p:nvPr/>
        </p:nvSpPr>
        <p:spPr>
          <a:xfrm>
            <a:off x="230037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4703">
            <a:extLst>
              <a:ext uri="{FF2B5EF4-FFF2-40B4-BE49-F238E27FC236}">
                <a16:creationId xmlns:a16="http://schemas.microsoft.com/office/drawing/2014/main" id="{3C0F397B-9381-4AE9-816B-0193B877BE8D}"/>
              </a:ext>
            </a:extLst>
          </p:cNvPr>
          <p:cNvSpPr>
            <a:spLocks noGrp="1"/>
          </p:cNvSpPr>
          <p:nvPr/>
        </p:nvSpPr>
        <p:spPr>
          <a:xfrm>
            <a:off x="2036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4704">
            <a:extLst>
              <a:ext uri="{FF2B5EF4-FFF2-40B4-BE49-F238E27FC236}">
                <a16:creationId xmlns:a16="http://schemas.microsoft.com/office/drawing/2014/main" id="{D9CEF0F1-10C5-432A-BA06-57D4922CED7D}"/>
              </a:ext>
            </a:extLst>
          </p:cNvPr>
          <p:cNvSpPr>
            <a:spLocks noGrp="1"/>
          </p:cNvSpPr>
          <p:nvPr/>
        </p:nvSpPr>
        <p:spPr>
          <a:xfrm>
            <a:off x="20357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4705">
            <a:extLst>
              <a:ext uri="{FF2B5EF4-FFF2-40B4-BE49-F238E27FC236}">
                <a16:creationId xmlns:a16="http://schemas.microsoft.com/office/drawing/2014/main" id="{D051A394-F8C6-4A36-920E-CE3730C5C99C}"/>
              </a:ext>
            </a:extLst>
          </p:cNvPr>
          <p:cNvSpPr>
            <a:spLocks noGrp="1"/>
          </p:cNvSpPr>
          <p:nvPr/>
        </p:nvSpPr>
        <p:spPr>
          <a:xfrm>
            <a:off x="2150866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4706">
            <a:extLst>
              <a:ext uri="{FF2B5EF4-FFF2-40B4-BE49-F238E27FC236}">
                <a16:creationId xmlns:a16="http://schemas.microsoft.com/office/drawing/2014/main" id="{2347BA1B-A585-4F42-A9FB-B16381BBE53C}"/>
              </a:ext>
            </a:extLst>
          </p:cNvPr>
          <p:cNvSpPr>
            <a:spLocks noGrp="1"/>
          </p:cNvSpPr>
          <p:nvPr/>
        </p:nvSpPr>
        <p:spPr>
          <a:xfrm>
            <a:off x="22802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4707">
            <a:extLst>
              <a:ext uri="{FF2B5EF4-FFF2-40B4-BE49-F238E27FC236}">
                <a16:creationId xmlns:a16="http://schemas.microsoft.com/office/drawing/2014/main" id="{0CC68A66-477B-46F5-AA12-8F19F8B6D929}"/>
              </a:ext>
            </a:extLst>
          </p:cNvPr>
          <p:cNvSpPr>
            <a:spLocks noGrp="1"/>
          </p:cNvSpPr>
          <p:nvPr/>
        </p:nvSpPr>
        <p:spPr>
          <a:xfrm>
            <a:off x="1928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4708">
            <a:extLst>
              <a:ext uri="{FF2B5EF4-FFF2-40B4-BE49-F238E27FC236}">
                <a16:creationId xmlns:a16="http://schemas.microsoft.com/office/drawing/2014/main" id="{CF968E60-41C3-45DE-85C0-EF5AC7492A11}"/>
              </a:ext>
            </a:extLst>
          </p:cNvPr>
          <p:cNvSpPr>
            <a:spLocks noGrp="1"/>
          </p:cNvSpPr>
          <p:nvPr/>
        </p:nvSpPr>
        <p:spPr>
          <a:xfrm>
            <a:off x="2137967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4709">
            <a:extLst>
              <a:ext uri="{FF2B5EF4-FFF2-40B4-BE49-F238E27FC236}">
                <a16:creationId xmlns:a16="http://schemas.microsoft.com/office/drawing/2014/main" id="{958CA3E7-D1DC-4359-B1C6-C79C99F67B28}"/>
              </a:ext>
            </a:extLst>
          </p:cNvPr>
          <p:cNvSpPr>
            <a:spLocks noGrp="1"/>
          </p:cNvSpPr>
          <p:nvPr/>
        </p:nvSpPr>
        <p:spPr>
          <a:xfrm>
            <a:off x="2013269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4710">
            <a:extLst>
              <a:ext uri="{FF2B5EF4-FFF2-40B4-BE49-F238E27FC236}">
                <a16:creationId xmlns:a16="http://schemas.microsoft.com/office/drawing/2014/main" id="{5040E425-9A5E-4CA1-AB62-D7CCA9E46DD3}"/>
              </a:ext>
            </a:extLst>
          </p:cNvPr>
          <p:cNvSpPr>
            <a:spLocks noGrp="1"/>
          </p:cNvSpPr>
          <p:nvPr/>
        </p:nvSpPr>
        <p:spPr>
          <a:xfrm>
            <a:off x="21344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4711">
            <a:extLst>
              <a:ext uri="{FF2B5EF4-FFF2-40B4-BE49-F238E27FC236}">
                <a16:creationId xmlns:a16="http://schemas.microsoft.com/office/drawing/2014/main" id="{E6A32DDB-9FDF-4429-92D5-B2584DE32C82}"/>
              </a:ext>
            </a:extLst>
          </p:cNvPr>
          <p:cNvSpPr>
            <a:spLocks noGrp="1"/>
          </p:cNvSpPr>
          <p:nvPr/>
        </p:nvSpPr>
        <p:spPr>
          <a:xfrm>
            <a:off x="2273261" y="48222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4712">
            <a:extLst>
              <a:ext uri="{FF2B5EF4-FFF2-40B4-BE49-F238E27FC236}">
                <a16:creationId xmlns:a16="http://schemas.microsoft.com/office/drawing/2014/main" id="{3D166404-8748-4FD1-BDF8-54128FDB2152}"/>
              </a:ext>
            </a:extLst>
          </p:cNvPr>
          <p:cNvSpPr>
            <a:spLocks noGrp="1"/>
          </p:cNvSpPr>
          <p:nvPr/>
        </p:nvSpPr>
        <p:spPr>
          <a:xfrm>
            <a:off x="1901369" y="40459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4713">
            <a:extLst>
              <a:ext uri="{FF2B5EF4-FFF2-40B4-BE49-F238E27FC236}">
                <a16:creationId xmlns:a16="http://schemas.microsoft.com/office/drawing/2014/main" id="{2197D48C-11E7-41A8-A446-18C37A899DBC}"/>
              </a:ext>
            </a:extLst>
          </p:cNvPr>
          <p:cNvSpPr>
            <a:spLocks noGrp="1"/>
          </p:cNvSpPr>
          <p:nvPr/>
        </p:nvSpPr>
        <p:spPr>
          <a:xfrm>
            <a:off x="20415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4714">
            <a:extLst>
              <a:ext uri="{FF2B5EF4-FFF2-40B4-BE49-F238E27FC236}">
                <a16:creationId xmlns:a16="http://schemas.microsoft.com/office/drawing/2014/main" id="{F7E6257C-9B0C-4F83-80B2-C758D8790B44}"/>
              </a:ext>
            </a:extLst>
          </p:cNvPr>
          <p:cNvSpPr>
            <a:spLocks noGrp="1"/>
          </p:cNvSpPr>
          <p:nvPr/>
        </p:nvSpPr>
        <p:spPr>
          <a:xfrm>
            <a:off x="18480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4715">
            <a:extLst>
              <a:ext uri="{FF2B5EF4-FFF2-40B4-BE49-F238E27FC236}">
                <a16:creationId xmlns:a16="http://schemas.microsoft.com/office/drawing/2014/main" id="{DC58CD63-3A76-465F-BCE6-D42BAA7AC166}"/>
              </a:ext>
            </a:extLst>
          </p:cNvPr>
          <p:cNvSpPr>
            <a:spLocks noGrp="1"/>
          </p:cNvSpPr>
          <p:nvPr/>
        </p:nvSpPr>
        <p:spPr>
          <a:xfrm>
            <a:off x="2118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4716">
            <a:extLst>
              <a:ext uri="{FF2B5EF4-FFF2-40B4-BE49-F238E27FC236}">
                <a16:creationId xmlns:a16="http://schemas.microsoft.com/office/drawing/2014/main" id="{8C8187B1-7415-4D35-A96A-8CD33A6E88DB}"/>
              </a:ext>
            </a:extLst>
          </p:cNvPr>
          <p:cNvSpPr>
            <a:spLocks noGrp="1"/>
          </p:cNvSpPr>
          <p:nvPr/>
        </p:nvSpPr>
        <p:spPr>
          <a:xfrm>
            <a:off x="19779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4717">
            <a:extLst>
              <a:ext uri="{FF2B5EF4-FFF2-40B4-BE49-F238E27FC236}">
                <a16:creationId xmlns:a16="http://schemas.microsoft.com/office/drawing/2014/main" id="{FF8F223B-FDE9-458F-9CA7-3E0C2E353E71}"/>
              </a:ext>
            </a:extLst>
          </p:cNvPr>
          <p:cNvSpPr>
            <a:spLocks noGrp="1"/>
          </p:cNvSpPr>
          <p:nvPr/>
        </p:nvSpPr>
        <p:spPr>
          <a:xfrm>
            <a:off x="2022717" y="47213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4718">
            <a:extLst>
              <a:ext uri="{FF2B5EF4-FFF2-40B4-BE49-F238E27FC236}">
                <a16:creationId xmlns:a16="http://schemas.microsoft.com/office/drawing/2014/main" id="{F64390DA-7DE1-45B7-8F6E-B6B4F654980F}"/>
              </a:ext>
            </a:extLst>
          </p:cNvPr>
          <p:cNvSpPr>
            <a:spLocks noGrp="1"/>
          </p:cNvSpPr>
          <p:nvPr/>
        </p:nvSpPr>
        <p:spPr>
          <a:xfrm>
            <a:off x="197794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4719">
            <a:extLst>
              <a:ext uri="{FF2B5EF4-FFF2-40B4-BE49-F238E27FC236}">
                <a16:creationId xmlns:a16="http://schemas.microsoft.com/office/drawing/2014/main" id="{77B1DB7F-9290-42CE-BB9A-D2610ACE7E9F}"/>
              </a:ext>
            </a:extLst>
          </p:cNvPr>
          <p:cNvSpPr>
            <a:spLocks noGrp="1"/>
          </p:cNvSpPr>
          <p:nvPr/>
        </p:nvSpPr>
        <p:spPr>
          <a:xfrm>
            <a:off x="19552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4720">
            <a:extLst>
              <a:ext uri="{FF2B5EF4-FFF2-40B4-BE49-F238E27FC236}">
                <a16:creationId xmlns:a16="http://schemas.microsoft.com/office/drawing/2014/main" id="{19548692-C6C5-44EB-8243-BA9E682196E5}"/>
              </a:ext>
            </a:extLst>
          </p:cNvPr>
          <p:cNvSpPr>
            <a:spLocks noGrp="1"/>
          </p:cNvSpPr>
          <p:nvPr/>
        </p:nvSpPr>
        <p:spPr>
          <a:xfrm>
            <a:off x="22009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4721">
            <a:extLst>
              <a:ext uri="{FF2B5EF4-FFF2-40B4-BE49-F238E27FC236}">
                <a16:creationId xmlns:a16="http://schemas.microsoft.com/office/drawing/2014/main" id="{FE0F5E5D-B7B6-47EF-95E1-01F4028A5A32}"/>
              </a:ext>
            </a:extLst>
          </p:cNvPr>
          <p:cNvSpPr>
            <a:spLocks noGrp="1"/>
          </p:cNvSpPr>
          <p:nvPr/>
        </p:nvSpPr>
        <p:spPr>
          <a:xfrm>
            <a:off x="2007806" y="52007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4722">
            <a:extLst>
              <a:ext uri="{FF2B5EF4-FFF2-40B4-BE49-F238E27FC236}">
                <a16:creationId xmlns:a16="http://schemas.microsoft.com/office/drawing/2014/main" id="{5CE58ECF-C371-4E3D-935A-014F41EC88E4}"/>
              </a:ext>
            </a:extLst>
          </p:cNvPr>
          <p:cNvSpPr>
            <a:spLocks noGrp="1"/>
          </p:cNvSpPr>
          <p:nvPr/>
        </p:nvSpPr>
        <p:spPr>
          <a:xfrm>
            <a:off x="22553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4723">
            <a:extLst>
              <a:ext uri="{FF2B5EF4-FFF2-40B4-BE49-F238E27FC236}">
                <a16:creationId xmlns:a16="http://schemas.microsoft.com/office/drawing/2014/main" id="{5C93C58E-8558-48B3-A161-02FFDA38E5D7}"/>
              </a:ext>
            </a:extLst>
          </p:cNvPr>
          <p:cNvSpPr>
            <a:spLocks noGrp="1"/>
          </p:cNvSpPr>
          <p:nvPr/>
        </p:nvSpPr>
        <p:spPr>
          <a:xfrm>
            <a:off x="1963694" y="5401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4724">
            <a:extLst>
              <a:ext uri="{FF2B5EF4-FFF2-40B4-BE49-F238E27FC236}">
                <a16:creationId xmlns:a16="http://schemas.microsoft.com/office/drawing/2014/main" id="{47ED52F6-1CB9-4DF0-B8C0-A973B7DCFF73}"/>
              </a:ext>
            </a:extLst>
          </p:cNvPr>
          <p:cNvSpPr>
            <a:spLocks noGrp="1"/>
          </p:cNvSpPr>
          <p:nvPr/>
        </p:nvSpPr>
        <p:spPr>
          <a:xfrm>
            <a:off x="18590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4725">
            <a:extLst>
              <a:ext uri="{FF2B5EF4-FFF2-40B4-BE49-F238E27FC236}">
                <a16:creationId xmlns:a16="http://schemas.microsoft.com/office/drawing/2014/main" id="{2A9A6249-22ED-4B10-A2DB-81896BC2B102}"/>
              </a:ext>
            </a:extLst>
          </p:cNvPr>
          <p:cNvSpPr>
            <a:spLocks noGrp="1"/>
          </p:cNvSpPr>
          <p:nvPr/>
        </p:nvSpPr>
        <p:spPr>
          <a:xfrm>
            <a:off x="182817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4726">
            <a:extLst>
              <a:ext uri="{FF2B5EF4-FFF2-40B4-BE49-F238E27FC236}">
                <a16:creationId xmlns:a16="http://schemas.microsoft.com/office/drawing/2014/main" id="{B55EDDDB-005F-4671-9496-1985351DF372}"/>
              </a:ext>
            </a:extLst>
          </p:cNvPr>
          <p:cNvSpPr>
            <a:spLocks noGrp="1"/>
          </p:cNvSpPr>
          <p:nvPr/>
        </p:nvSpPr>
        <p:spPr>
          <a:xfrm>
            <a:off x="21732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4727">
            <a:extLst>
              <a:ext uri="{FF2B5EF4-FFF2-40B4-BE49-F238E27FC236}">
                <a16:creationId xmlns:a16="http://schemas.microsoft.com/office/drawing/2014/main" id="{02BAF27B-6833-4B08-AB5C-8D8EB6FADC66}"/>
              </a:ext>
            </a:extLst>
          </p:cNvPr>
          <p:cNvSpPr>
            <a:spLocks noGrp="1"/>
          </p:cNvSpPr>
          <p:nvPr/>
        </p:nvSpPr>
        <p:spPr>
          <a:xfrm>
            <a:off x="22140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4728">
            <a:extLst>
              <a:ext uri="{FF2B5EF4-FFF2-40B4-BE49-F238E27FC236}">
                <a16:creationId xmlns:a16="http://schemas.microsoft.com/office/drawing/2014/main" id="{B68618F5-31CE-4E68-946F-0E904646BD3A}"/>
              </a:ext>
            </a:extLst>
          </p:cNvPr>
          <p:cNvSpPr>
            <a:spLocks noGrp="1"/>
          </p:cNvSpPr>
          <p:nvPr/>
        </p:nvSpPr>
        <p:spPr>
          <a:xfrm>
            <a:off x="2257166" y="53571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4729">
            <a:extLst>
              <a:ext uri="{FF2B5EF4-FFF2-40B4-BE49-F238E27FC236}">
                <a16:creationId xmlns:a16="http://schemas.microsoft.com/office/drawing/2014/main" id="{E5306A5D-EEFC-4CA7-8573-2EB649CBACB2}"/>
              </a:ext>
            </a:extLst>
          </p:cNvPr>
          <p:cNvSpPr>
            <a:spLocks noGrp="1"/>
          </p:cNvSpPr>
          <p:nvPr/>
        </p:nvSpPr>
        <p:spPr>
          <a:xfrm>
            <a:off x="20906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4730">
            <a:extLst>
              <a:ext uri="{FF2B5EF4-FFF2-40B4-BE49-F238E27FC236}">
                <a16:creationId xmlns:a16="http://schemas.microsoft.com/office/drawing/2014/main" id="{8C19F71C-AFAD-4A5D-85AA-CD135A8F5CDD}"/>
              </a:ext>
            </a:extLst>
          </p:cNvPr>
          <p:cNvSpPr>
            <a:spLocks noGrp="1"/>
          </p:cNvSpPr>
          <p:nvPr/>
        </p:nvSpPr>
        <p:spPr>
          <a:xfrm>
            <a:off x="2077906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4731">
            <a:extLst>
              <a:ext uri="{FF2B5EF4-FFF2-40B4-BE49-F238E27FC236}">
                <a16:creationId xmlns:a16="http://schemas.microsoft.com/office/drawing/2014/main" id="{3A0E828C-36A0-4989-BDCB-7A6D1BCE59FF}"/>
              </a:ext>
            </a:extLst>
          </p:cNvPr>
          <p:cNvSpPr>
            <a:spLocks noGrp="1"/>
          </p:cNvSpPr>
          <p:nvPr/>
        </p:nvSpPr>
        <p:spPr>
          <a:xfrm>
            <a:off x="283149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4732">
            <a:extLst>
              <a:ext uri="{FF2B5EF4-FFF2-40B4-BE49-F238E27FC236}">
                <a16:creationId xmlns:a16="http://schemas.microsoft.com/office/drawing/2014/main" id="{A1312905-AD7C-4E4E-94F5-FAF48858F563}"/>
              </a:ext>
            </a:extLst>
          </p:cNvPr>
          <p:cNvSpPr>
            <a:spLocks noGrp="1"/>
          </p:cNvSpPr>
          <p:nvPr/>
        </p:nvSpPr>
        <p:spPr>
          <a:xfrm>
            <a:off x="3151840" y="4206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4733">
            <a:extLst>
              <a:ext uri="{FF2B5EF4-FFF2-40B4-BE49-F238E27FC236}">
                <a16:creationId xmlns:a16="http://schemas.microsoft.com/office/drawing/2014/main" id="{7ABBBB63-DC67-4769-8ACB-8E617FDC2686}"/>
              </a:ext>
            </a:extLst>
          </p:cNvPr>
          <p:cNvSpPr>
            <a:spLocks noGrp="1"/>
          </p:cNvSpPr>
          <p:nvPr/>
        </p:nvSpPr>
        <p:spPr>
          <a:xfrm>
            <a:off x="313756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4734">
            <a:extLst>
              <a:ext uri="{FF2B5EF4-FFF2-40B4-BE49-F238E27FC236}">
                <a16:creationId xmlns:a16="http://schemas.microsoft.com/office/drawing/2014/main" id="{CF417FFF-7B9E-44B5-8FB2-A2260340B6FF}"/>
              </a:ext>
            </a:extLst>
          </p:cNvPr>
          <p:cNvSpPr>
            <a:spLocks noGrp="1"/>
          </p:cNvSpPr>
          <p:nvPr/>
        </p:nvSpPr>
        <p:spPr>
          <a:xfrm>
            <a:off x="295691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4735">
            <a:extLst>
              <a:ext uri="{FF2B5EF4-FFF2-40B4-BE49-F238E27FC236}">
                <a16:creationId xmlns:a16="http://schemas.microsoft.com/office/drawing/2014/main" id="{A54B139D-E947-4785-8BBC-A33E00ABF145}"/>
              </a:ext>
            </a:extLst>
          </p:cNvPr>
          <p:cNvSpPr>
            <a:spLocks noGrp="1"/>
          </p:cNvSpPr>
          <p:nvPr/>
        </p:nvSpPr>
        <p:spPr>
          <a:xfrm>
            <a:off x="3047013" y="44749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4736">
            <a:extLst>
              <a:ext uri="{FF2B5EF4-FFF2-40B4-BE49-F238E27FC236}">
                <a16:creationId xmlns:a16="http://schemas.microsoft.com/office/drawing/2014/main" id="{1659F277-715C-4760-BA8B-75B75F713732}"/>
              </a:ext>
            </a:extLst>
          </p:cNvPr>
          <p:cNvSpPr>
            <a:spLocks noGrp="1"/>
          </p:cNvSpPr>
          <p:nvPr/>
        </p:nvSpPr>
        <p:spPr>
          <a:xfrm>
            <a:off x="265986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4737">
            <a:extLst>
              <a:ext uri="{FF2B5EF4-FFF2-40B4-BE49-F238E27FC236}">
                <a16:creationId xmlns:a16="http://schemas.microsoft.com/office/drawing/2014/main" id="{03EA1148-0915-4006-A87D-7C3EEDAC8BEE}"/>
              </a:ext>
            </a:extLst>
          </p:cNvPr>
          <p:cNvSpPr>
            <a:spLocks noGrp="1"/>
          </p:cNvSpPr>
          <p:nvPr/>
        </p:nvSpPr>
        <p:spPr>
          <a:xfrm>
            <a:off x="279182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4738">
            <a:extLst>
              <a:ext uri="{FF2B5EF4-FFF2-40B4-BE49-F238E27FC236}">
                <a16:creationId xmlns:a16="http://schemas.microsoft.com/office/drawing/2014/main" id="{12FA90E9-20A4-4BDB-A04B-46CED55DA25C}"/>
              </a:ext>
            </a:extLst>
          </p:cNvPr>
          <p:cNvSpPr>
            <a:spLocks noGrp="1"/>
          </p:cNvSpPr>
          <p:nvPr/>
        </p:nvSpPr>
        <p:spPr>
          <a:xfrm>
            <a:off x="2751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4739">
            <a:extLst>
              <a:ext uri="{FF2B5EF4-FFF2-40B4-BE49-F238E27FC236}">
                <a16:creationId xmlns:a16="http://schemas.microsoft.com/office/drawing/2014/main" id="{A5A96B97-B95C-406A-AAE7-5B458A55F13C}"/>
              </a:ext>
            </a:extLst>
          </p:cNvPr>
          <p:cNvSpPr>
            <a:spLocks noGrp="1"/>
          </p:cNvSpPr>
          <p:nvPr/>
        </p:nvSpPr>
        <p:spPr>
          <a:xfrm>
            <a:off x="2812633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4740">
            <a:extLst>
              <a:ext uri="{FF2B5EF4-FFF2-40B4-BE49-F238E27FC236}">
                <a16:creationId xmlns:a16="http://schemas.microsoft.com/office/drawing/2014/main" id="{00D47012-0D67-4A31-8CA4-EAAABAA3DB90}"/>
              </a:ext>
            </a:extLst>
          </p:cNvPr>
          <p:cNvSpPr>
            <a:spLocks noGrp="1"/>
          </p:cNvSpPr>
          <p:nvPr/>
        </p:nvSpPr>
        <p:spPr>
          <a:xfrm>
            <a:off x="2664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4741">
            <a:extLst>
              <a:ext uri="{FF2B5EF4-FFF2-40B4-BE49-F238E27FC236}">
                <a16:creationId xmlns:a16="http://schemas.microsoft.com/office/drawing/2014/main" id="{1538AFD3-2D7B-4B0C-86A5-B0357D4938C5}"/>
              </a:ext>
            </a:extLst>
          </p:cNvPr>
          <p:cNvSpPr>
            <a:spLocks noGrp="1"/>
          </p:cNvSpPr>
          <p:nvPr/>
        </p:nvSpPr>
        <p:spPr>
          <a:xfrm>
            <a:off x="3086932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4742">
            <a:extLst>
              <a:ext uri="{FF2B5EF4-FFF2-40B4-BE49-F238E27FC236}">
                <a16:creationId xmlns:a16="http://schemas.microsoft.com/office/drawing/2014/main" id="{ED23AC64-6112-4BB9-A8B4-3CD589AA4A77}"/>
              </a:ext>
            </a:extLst>
          </p:cNvPr>
          <p:cNvSpPr>
            <a:spLocks noGrp="1"/>
          </p:cNvSpPr>
          <p:nvPr/>
        </p:nvSpPr>
        <p:spPr>
          <a:xfrm>
            <a:off x="2864291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4743">
            <a:extLst>
              <a:ext uri="{FF2B5EF4-FFF2-40B4-BE49-F238E27FC236}">
                <a16:creationId xmlns:a16="http://schemas.microsoft.com/office/drawing/2014/main" id="{F9FFC936-308F-4DBF-B2EE-1D1B4E1A2C8A}"/>
              </a:ext>
            </a:extLst>
          </p:cNvPr>
          <p:cNvSpPr>
            <a:spLocks noGrp="1"/>
          </p:cNvSpPr>
          <p:nvPr/>
        </p:nvSpPr>
        <p:spPr>
          <a:xfrm>
            <a:off x="2984554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4744">
            <a:extLst>
              <a:ext uri="{FF2B5EF4-FFF2-40B4-BE49-F238E27FC236}">
                <a16:creationId xmlns:a16="http://schemas.microsoft.com/office/drawing/2014/main" id="{A8B1087B-B4EE-4829-9AC9-AE0B4FAD826D}"/>
              </a:ext>
            </a:extLst>
          </p:cNvPr>
          <p:cNvSpPr>
            <a:spLocks noGrp="1"/>
          </p:cNvSpPr>
          <p:nvPr/>
        </p:nvSpPr>
        <p:spPr>
          <a:xfrm>
            <a:off x="2737010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4745">
            <a:extLst>
              <a:ext uri="{FF2B5EF4-FFF2-40B4-BE49-F238E27FC236}">
                <a16:creationId xmlns:a16="http://schemas.microsoft.com/office/drawing/2014/main" id="{E26A396C-006C-4F68-9B43-A07F5D9A56D6}"/>
              </a:ext>
            </a:extLst>
          </p:cNvPr>
          <p:cNvSpPr>
            <a:spLocks noGrp="1"/>
          </p:cNvSpPr>
          <p:nvPr/>
        </p:nvSpPr>
        <p:spPr>
          <a:xfrm>
            <a:off x="287659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4746">
            <a:extLst>
              <a:ext uri="{FF2B5EF4-FFF2-40B4-BE49-F238E27FC236}">
                <a16:creationId xmlns:a16="http://schemas.microsoft.com/office/drawing/2014/main" id="{38E7C0B5-8660-4C6E-B344-3DB6A67A19CD}"/>
              </a:ext>
            </a:extLst>
          </p:cNvPr>
          <p:cNvSpPr>
            <a:spLocks noGrp="1"/>
          </p:cNvSpPr>
          <p:nvPr/>
        </p:nvSpPr>
        <p:spPr>
          <a:xfrm>
            <a:off x="280094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4747">
            <a:extLst>
              <a:ext uri="{FF2B5EF4-FFF2-40B4-BE49-F238E27FC236}">
                <a16:creationId xmlns:a16="http://schemas.microsoft.com/office/drawing/2014/main" id="{539D02C5-C6A6-4E5E-B234-27DB2D33F552}"/>
              </a:ext>
            </a:extLst>
          </p:cNvPr>
          <p:cNvSpPr>
            <a:spLocks noGrp="1"/>
          </p:cNvSpPr>
          <p:nvPr/>
        </p:nvSpPr>
        <p:spPr>
          <a:xfrm>
            <a:off x="27123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4748">
            <a:extLst>
              <a:ext uri="{FF2B5EF4-FFF2-40B4-BE49-F238E27FC236}">
                <a16:creationId xmlns:a16="http://schemas.microsoft.com/office/drawing/2014/main" id="{C1737976-9569-4652-8326-EE24316A93C4}"/>
              </a:ext>
            </a:extLst>
          </p:cNvPr>
          <p:cNvSpPr>
            <a:spLocks noGrp="1"/>
          </p:cNvSpPr>
          <p:nvPr/>
        </p:nvSpPr>
        <p:spPr>
          <a:xfrm>
            <a:off x="269759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4749">
            <a:extLst>
              <a:ext uri="{FF2B5EF4-FFF2-40B4-BE49-F238E27FC236}">
                <a16:creationId xmlns:a16="http://schemas.microsoft.com/office/drawing/2014/main" id="{9B780255-43F4-4A05-B2CE-EF42DC7F4BE8}"/>
              </a:ext>
            </a:extLst>
          </p:cNvPr>
          <p:cNvSpPr>
            <a:spLocks noGrp="1"/>
          </p:cNvSpPr>
          <p:nvPr/>
        </p:nvSpPr>
        <p:spPr>
          <a:xfrm>
            <a:off x="3086085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4750">
            <a:extLst>
              <a:ext uri="{FF2B5EF4-FFF2-40B4-BE49-F238E27FC236}">
                <a16:creationId xmlns:a16="http://schemas.microsoft.com/office/drawing/2014/main" id="{E7D8B899-2372-41C7-B47D-5D3B05B06367}"/>
              </a:ext>
            </a:extLst>
          </p:cNvPr>
          <p:cNvSpPr>
            <a:spLocks noGrp="1"/>
          </p:cNvSpPr>
          <p:nvPr/>
        </p:nvSpPr>
        <p:spPr>
          <a:xfrm>
            <a:off x="2916713" y="4459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4751">
            <a:extLst>
              <a:ext uri="{FF2B5EF4-FFF2-40B4-BE49-F238E27FC236}">
                <a16:creationId xmlns:a16="http://schemas.microsoft.com/office/drawing/2014/main" id="{254A8049-CADE-4224-B1DF-8A6E0C43C129}"/>
              </a:ext>
            </a:extLst>
          </p:cNvPr>
          <p:cNvSpPr>
            <a:spLocks noGrp="1"/>
          </p:cNvSpPr>
          <p:nvPr/>
        </p:nvSpPr>
        <p:spPr>
          <a:xfrm>
            <a:off x="2817674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4752">
            <a:extLst>
              <a:ext uri="{FF2B5EF4-FFF2-40B4-BE49-F238E27FC236}">
                <a16:creationId xmlns:a16="http://schemas.microsoft.com/office/drawing/2014/main" id="{952805D2-3E46-4B28-8B69-0AA66D9BC6E1}"/>
              </a:ext>
            </a:extLst>
          </p:cNvPr>
          <p:cNvSpPr>
            <a:spLocks noGrp="1"/>
          </p:cNvSpPr>
          <p:nvPr/>
        </p:nvSpPr>
        <p:spPr>
          <a:xfrm>
            <a:off x="30846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4753">
            <a:extLst>
              <a:ext uri="{FF2B5EF4-FFF2-40B4-BE49-F238E27FC236}">
                <a16:creationId xmlns:a16="http://schemas.microsoft.com/office/drawing/2014/main" id="{027668E5-BF99-44C8-B40D-A9EEADB03071}"/>
              </a:ext>
            </a:extLst>
          </p:cNvPr>
          <p:cNvSpPr>
            <a:spLocks noGrp="1"/>
          </p:cNvSpPr>
          <p:nvPr/>
        </p:nvSpPr>
        <p:spPr>
          <a:xfrm>
            <a:off x="272896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4754">
            <a:extLst>
              <a:ext uri="{FF2B5EF4-FFF2-40B4-BE49-F238E27FC236}">
                <a16:creationId xmlns:a16="http://schemas.microsoft.com/office/drawing/2014/main" id="{172225EF-0868-4694-AEB7-250F408622A0}"/>
              </a:ext>
            </a:extLst>
          </p:cNvPr>
          <p:cNvSpPr>
            <a:spLocks noGrp="1"/>
          </p:cNvSpPr>
          <p:nvPr/>
        </p:nvSpPr>
        <p:spPr>
          <a:xfrm>
            <a:off x="2683044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4755">
            <a:extLst>
              <a:ext uri="{FF2B5EF4-FFF2-40B4-BE49-F238E27FC236}">
                <a16:creationId xmlns:a16="http://schemas.microsoft.com/office/drawing/2014/main" id="{168E7701-1337-4FB6-AE59-CFFD4F2692D4}"/>
              </a:ext>
            </a:extLst>
          </p:cNvPr>
          <p:cNvSpPr>
            <a:spLocks noGrp="1"/>
          </p:cNvSpPr>
          <p:nvPr/>
        </p:nvSpPr>
        <p:spPr>
          <a:xfrm>
            <a:off x="282586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4756">
            <a:extLst>
              <a:ext uri="{FF2B5EF4-FFF2-40B4-BE49-F238E27FC236}">
                <a16:creationId xmlns:a16="http://schemas.microsoft.com/office/drawing/2014/main" id="{3952BE43-6F0C-4679-9A9C-0BBDADB26B75}"/>
              </a:ext>
            </a:extLst>
          </p:cNvPr>
          <p:cNvSpPr>
            <a:spLocks noGrp="1"/>
          </p:cNvSpPr>
          <p:nvPr/>
        </p:nvSpPr>
        <p:spPr>
          <a:xfrm>
            <a:off x="27112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4757">
            <a:extLst>
              <a:ext uri="{FF2B5EF4-FFF2-40B4-BE49-F238E27FC236}">
                <a16:creationId xmlns:a16="http://schemas.microsoft.com/office/drawing/2014/main" id="{3DD5658D-867E-43C3-9C5B-4319A978D5E1}"/>
              </a:ext>
            </a:extLst>
          </p:cNvPr>
          <p:cNvSpPr>
            <a:spLocks noGrp="1"/>
          </p:cNvSpPr>
          <p:nvPr/>
        </p:nvSpPr>
        <p:spPr>
          <a:xfrm>
            <a:off x="2989054" y="5348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4758">
            <a:extLst>
              <a:ext uri="{FF2B5EF4-FFF2-40B4-BE49-F238E27FC236}">
                <a16:creationId xmlns:a16="http://schemas.microsoft.com/office/drawing/2014/main" id="{20B20F0D-42FF-4BFC-95CC-797C581EB440}"/>
              </a:ext>
            </a:extLst>
          </p:cNvPr>
          <p:cNvSpPr>
            <a:spLocks noGrp="1"/>
          </p:cNvSpPr>
          <p:nvPr/>
        </p:nvSpPr>
        <p:spPr>
          <a:xfrm>
            <a:off x="2681079" y="5060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4759">
            <a:extLst>
              <a:ext uri="{FF2B5EF4-FFF2-40B4-BE49-F238E27FC236}">
                <a16:creationId xmlns:a16="http://schemas.microsoft.com/office/drawing/2014/main" id="{2428B59E-27BA-4BF2-BC92-9396EA93555C}"/>
              </a:ext>
            </a:extLst>
          </p:cNvPr>
          <p:cNvSpPr>
            <a:spLocks noGrp="1"/>
          </p:cNvSpPr>
          <p:nvPr/>
        </p:nvSpPr>
        <p:spPr>
          <a:xfrm>
            <a:off x="2850115" y="53173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4760">
            <a:extLst>
              <a:ext uri="{FF2B5EF4-FFF2-40B4-BE49-F238E27FC236}">
                <a16:creationId xmlns:a16="http://schemas.microsoft.com/office/drawing/2014/main" id="{E1560C46-4A88-4397-AF9A-A98E65F6FC7A}"/>
              </a:ext>
            </a:extLst>
          </p:cNvPr>
          <p:cNvSpPr>
            <a:spLocks noGrp="1"/>
          </p:cNvSpPr>
          <p:nvPr/>
        </p:nvSpPr>
        <p:spPr>
          <a:xfrm>
            <a:off x="287345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4761">
            <a:extLst>
              <a:ext uri="{FF2B5EF4-FFF2-40B4-BE49-F238E27FC236}">
                <a16:creationId xmlns:a16="http://schemas.microsoft.com/office/drawing/2014/main" id="{4A15AAF3-811C-42F3-AB92-52C32BBF8FF3}"/>
              </a:ext>
            </a:extLst>
          </p:cNvPr>
          <p:cNvSpPr>
            <a:spLocks noGrp="1"/>
          </p:cNvSpPr>
          <p:nvPr/>
        </p:nvSpPr>
        <p:spPr>
          <a:xfrm>
            <a:off x="30634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4762">
            <a:extLst>
              <a:ext uri="{FF2B5EF4-FFF2-40B4-BE49-F238E27FC236}">
                <a16:creationId xmlns:a16="http://schemas.microsoft.com/office/drawing/2014/main" id="{69D82E43-DD3B-4047-8A11-FF22A7CDEB1D}"/>
              </a:ext>
            </a:extLst>
          </p:cNvPr>
          <p:cNvSpPr>
            <a:spLocks noGrp="1"/>
          </p:cNvSpPr>
          <p:nvPr/>
        </p:nvSpPr>
        <p:spPr>
          <a:xfrm>
            <a:off x="2943752" y="5108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4763">
            <a:extLst>
              <a:ext uri="{FF2B5EF4-FFF2-40B4-BE49-F238E27FC236}">
                <a16:creationId xmlns:a16="http://schemas.microsoft.com/office/drawing/2014/main" id="{06B8AF93-59EB-4751-9EB0-71AEE338153C}"/>
              </a:ext>
            </a:extLst>
          </p:cNvPr>
          <p:cNvSpPr>
            <a:spLocks noGrp="1"/>
          </p:cNvSpPr>
          <p:nvPr/>
        </p:nvSpPr>
        <p:spPr>
          <a:xfrm>
            <a:off x="279166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4764">
            <a:extLst>
              <a:ext uri="{FF2B5EF4-FFF2-40B4-BE49-F238E27FC236}">
                <a16:creationId xmlns:a16="http://schemas.microsoft.com/office/drawing/2014/main" id="{4AE2F799-A3F1-4F8C-BA02-A4916D093D2F}"/>
              </a:ext>
            </a:extLst>
          </p:cNvPr>
          <p:cNvSpPr>
            <a:spLocks noGrp="1"/>
          </p:cNvSpPr>
          <p:nvPr/>
        </p:nvSpPr>
        <p:spPr>
          <a:xfrm>
            <a:off x="266147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4765">
            <a:extLst>
              <a:ext uri="{FF2B5EF4-FFF2-40B4-BE49-F238E27FC236}">
                <a16:creationId xmlns:a16="http://schemas.microsoft.com/office/drawing/2014/main" id="{49C483A7-E3AE-44F2-B460-7EC1BCDA434A}"/>
              </a:ext>
            </a:extLst>
          </p:cNvPr>
          <p:cNvSpPr>
            <a:spLocks noGrp="1"/>
          </p:cNvSpPr>
          <p:nvPr/>
        </p:nvSpPr>
        <p:spPr>
          <a:xfrm>
            <a:off x="2644766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4766">
            <a:extLst>
              <a:ext uri="{FF2B5EF4-FFF2-40B4-BE49-F238E27FC236}">
                <a16:creationId xmlns:a16="http://schemas.microsoft.com/office/drawing/2014/main" id="{482C3586-6D69-4354-8C0C-49B93B51E8DB}"/>
              </a:ext>
            </a:extLst>
          </p:cNvPr>
          <p:cNvSpPr>
            <a:spLocks noGrp="1"/>
          </p:cNvSpPr>
          <p:nvPr/>
        </p:nvSpPr>
        <p:spPr>
          <a:xfrm>
            <a:off x="271940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4767">
            <a:extLst>
              <a:ext uri="{FF2B5EF4-FFF2-40B4-BE49-F238E27FC236}">
                <a16:creationId xmlns:a16="http://schemas.microsoft.com/office/drawing/2014/main" id="{BF0E1D0F-4962-4592-80F5-E3B5FC7EDB8A}"/>
              </a:ext>
            </a:extLst>
          </p:cNvPr>
          <p:cNvSpPr>
            <a:spLocks noGrp="1"/>
          </p:cNvSpPr>
          <p:nvPr/>
        </p:nvSpPr>
        <p:spPr>
          <a:xfrm>
            <a:off x="277685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4768">
            <a:extLst>
              <a:ext uri="{FF2B5EF4-FFF2-40B4-BE49-F238E27FC236}">
                <a16:creationId xmlns:a16="http://schemas.microsoft.com/office/drawing/2014/main" id="{DEA1A6AF-F2FB-4BEF-855C-ACDCC936E547}"/>
              </a:ext>
            </a:extLst>
          </p:cNvPr>
          <p:cNvSpPr>
            <a:spLocks noGrp="1"/>
          </p:cNvSpPr>
          <p:nvPr/>
        </p:nvSpPr>
        <p:spPr>
          <a:xfrm>
            <a:off x="309196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4769">
            <a:extLst>
              <a:ext uri="{FF2B5EF4-FFF2-40B4-BE49-F238E27FC236}">
                <a16:creationId xmlns:a16="http://schemas.microsoft.com/office/drawing/2014/main" id="{5D878EFC-A3DF-4CD4-B162-93F0E68FE4CF}"/>
              </a:ext>
            </a:extLst>
          </p:cNvPr>
          <p:cNvSpPr>
            <a:spLocks noGrp="1"/>
          </p:cNvSpPr>
          <p:nvPr/>
        </p:nvSpPr>
        <p:spPr>
          <a:xfrm>
            <a:off x="272336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4770">
            <a:extLst>
              <a:ext uri="{FF2B5EF4-FFF2-40B4-BE49-F238E27FC236}">
                <a16:creationId xmlns:a16="http://schemas.microsoft.com/office/drawing/2014/main" id="{245FE6BD-0648-4116-8412-048FA61A3BE2}"/>
              </a:ext>
            </a:extLst>
          </p:cNvPr>
          <p:cNvSpPr>
            <a:spLocks noGrp="1"/>
          </p:cNvSpPr>
          <p:nvPr/>
        </p:nvSpPr>
        <p:spPr>
          <a:xfrm>
            <a:off x="2969649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4771">
            <a:extLst>
              <a:ext uri="{FF2B5EF4-FFF2-40B4-BE49-F238E27FC236}">
                <a16:creationId xmlns:a16="http://schemas.microsoft.com/office/drawing/2014/main" id="{9213F5FC-48A2-4320-AF0E-4C23A39D73AB}"/>
              </a:ext>
            </a:extLst>
          </p:cNvPr>
          <p:cNvSpPr>
            <a:spLocks noGrp="1"/>
          </p:cNvSpPr>
          <p:nvPr/>
        </p:nvSpPr>
        <p:spPr>
          <a:xfrm>
            <a:off x="3004968" y="522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4772">
            <a:extLst>
              <a:ext uri="{FF2B5EF4-FFF2-40B4-BE49-F238E27FC236}">
                <a16:creationId xmlns:a16="http://schemas.microsoft.com/office/drawing/2014/main" id="{9DA6CC73-E7E8-4115-9466-C5E6DC96F73D}"/>
              </a:ext>
            </a:extLst>
          </p:cNvPr>
          <p:cNvSpPr>
            <a:spLocks noGrp="1"/>
          </p:cNvSpPr>
          <p:nvPr/>
        </p:nvSpPr>
        <p:spPr>
          <a:xfrm>
            <a:off x="292088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4773">
            <a:extLst>
              <a:ext uri="{FF2B5EF4-FFF2-40B4-BE49-F238E27FC236}">
                <a16:creationId xmlns:a16="http://schemas.microsoft.com/office/drawing/2014/main" id="{68447C12-023D-4784-9E97-06DACDBDFCC2}"/>
              </a:ext>
            </a:extLst>
          </p:cNvPr>
          <p:cNvSpPr>
            <a:spLocks noGrp="1"/>
          </p:cNvSpPr>
          <p:nvPr/>
        </p:nvSpPr>
        <p:spPr>
          <a:xfrm>
            <a:off x="283194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4774">
            <a:extLst>
              <a:ext uri="{FF2B5EF4-FFF2-40B4-BE49-F238E27FC236}">
                <a16:creationId xmlns:a16="http://schemas.microsoft.com/office/drawing/2014/main" id="{CBF36BC9-C457-40C3-8DF6-30C22C41E688}"/>
              </a:ext>
            </a:extLst>
          </p:cNvPr>
          <p:cNvSpPr>
            <a:spLocks noGrp="1"/>
          </p:cNvSpPr>
          <p:nvPr/>
        </p:nvSpPr>
        <p:spPr>
          <a:xfrm>
            <a:off x="3000612" y="4128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4775">
            <a:extLst>
              <a:ext uri="{FF2B5EF4-FFF2-40B4-BE49-F238E27FC236}">
                <a16:creationId xmlns:a16="http://schemas.microsoft.com/office/drawing/2014/main" id="{9AAA1B23-F5F0-4D72-846C-4C82351D47BC}"/>
              </a:ext>
            </a:extLst>
          </p:cNvPr>
          <p:cNvSpPr>
            <a:spLocks noGrp="1"/>
          </p:cNvSpPr>
          <p:nvPr/>
        </p:nvSpPr>
        <p:spPr>
          <a:xfrm>
            <a:off x="274447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4776">
            <a:extLst>
              <a:ext uri="{FF2B5EF4-FFF2-40B4-BE49-F238E27FC236}">
                <a16:creationId xmlns:a16="http://schemas.microsoft.com/office/drawing/2014/main" id="{4AC42974-EA86-4A5D-966C-E79D314171B5}"/>
              </a:ext>
            </a:extLst>
          </p:cNvPr>
          <p:cNvSpPr>
            <a:spLocks noGrp="1"/>
          </p:cNvSpPr>
          <p:nvPr/>
        </p:nvSpPr>
        <p:spPr>
          <a:xfrm>
            <a:off x="265361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4777">
            <a:extLst>
              <a:ext uri="{FF2B5EF4-FFF2-40B4-BE49-F238E27FC236}">
                <a16:creationId xmlns:a16="http://schemas.microsoft.com/office/drawing/2014/main" id="{DC25984C-183C-48F8-B033-92958320B2FA}"/>
              </a:ext>
            </a:extLst>
          </p:cNvPr>
          <p:cNvSpPr>
            <a:spLocks noGrp="1"/>
          </p:cNvSpPr>
          <p:nvPr/>
        </p:nvSpPr>
        <p:spPr>
          <a:xfrm>
            <a:off x="3140214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4778">
            <a:extLst>
              <a:ext uri="{FF2B5EF4-FFF2-40B4-BE49-F238E27FC236}">
                <a16:creationId xmlns:a16="http://schemas.microsoft.com/office/drawing/2014/main" id="{AD1B2ACA-E80E-4388-9F73-B40131411BE7}"/>
              </a:ext>
            </a:extLst>
          </p:cNvPr>
          <p:cNvSpPr>
            <a:spLocks noGrp="1"/>
          </p:cNvSpPr>
          <p:nvPr/>
        </p:nvSpPr>
        <p:spPr>
          <a:xfrm>
            <a:off x="299889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4779">
            <a:extLst>
              <a:ext uri="{FF2B5EF4-FFF2-40B4-BE49-F238E27FC236}">
                <a16:creationId xmlns:a16="http://schemas.microsoft.com/office/drawing/2014/main" id="{63E6DAE5-F0AF-4040-BF76-4C2AF666E236}"/>
              </a:ext>
            </a:extLst>
          </p:cNvPr>
          <p:cNvSpPr>
            <a:spLocks noGrp="1"/>
          </p:cNvSpPr>
          <p:nvPr/>
        </p:nvSpPr>
        <p:spPr>
          <a:xfrm>
            <a:off x="278905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4780">
            <a:extLst>
              <a:ext uri="{FF2B5EF4-FFF2-40B4-BE49-F238E27FC236}">
                <a16:creationId xmlns:a16="http://schemas.microsoft.com/office/drawing/2014/main" id="{2D4BF09C-D193-4053-BAEA-F98FC17EF919}"/>
              </a:ext>
            </a:extLst>
          </p:cNvPr>
          <p:cNvSpPr>
            <a:spLocks noGrp="1"/>
          </p:cNvSpPr>
          <p:nvPr/>
        </p:nvSpPr>
        <p:spPr>
          <a:xfrm>
            <a:off x="2716083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4781">
            <a:extLst>
              <a:ext uri="{FF2B5EF4-FFF2-40B4-BE49-F238E27FC236}">
                <a16:creationId xmlns:a16="http://schemas.microsoft.com/office/drawing/2014/main" id="{1D168360-1A3F-4FBC-A054-F23EB4FBFEBF}"/>
              </a:ext>
            </a:extLst>
          </p:cNvPr>
          <p:cNvSpPr>
            <a:spLocks noGrp="1"/>
          </p:cNvSpPr>
          <p:nvPr/>
        </p:nvSpPr>
        <p:spPr>
          <a:xfrm>
            <a:off x="309626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4782">
            <a:extLst>
              <a:ext uri="{FF2B5EF4-FFF2-40B4-BE49-F238E27FC236}">
                <a16:creationId xmlns:a16="http://schemas.microsoft.com/office/drawing/2014/main" id="{3E1AB64D-1027-4654-A85B-674E1FDE0DC7}"/>
              </a:ext>
            </a:extLst>
          </p:cNvPr>
          <p:cNvSpPr>
            <a:spLocks noGrp="1"/>
          </p:cNvSpPr>
          <p:nvPr/>
        </p:nvSpPr>
        <p:spPr>
          <a:xfrm>
            <a:off x="27393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4783">
            <a:extLst>
              <a:ext uri="{FF2B5EF4-FFF2-40B4-BE49-F238E27FC236}">
                <a16:creationId xmlns:a16="http://schemas.microsoft.com/office/drawing/2014/main" id="{8AD8BF1F-C811-46AB-8BE7-14C6838EA4C3}"/>
              </a:ext>
            </a:extLst>
          </p:cNvPr>
          <p:cNvSpPr>
            <a:spLocks noGrp="1"/>
          </p:cNvSpPr>
          <p:nvPr/>
        </p:nvSpPr>
        <p:spPr>
          <a:xfrm>
            <a:off x="2981811" y="44823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4784">
            <a:extLst>
              <a:ext uri="{FF2B5EF4-FFF2-40B4-BE49-F238E27FC236}">
                <a16:creationId xmlns:a16="http://schemas.microsoft.com/office/drawing/2014/main" id="{6B8FF16A-1F23-4D65-911E-E33B6D971FA4}"/>
              </a:ext>
            </a:extLst>
          </p:cNvPr>
          <p:cNvSpPr>
            <a:spLocks noGrp="1"/>
          </p:cNvSpPr>
          <p:nvPr/>
        </p:nvSpPr>
        <p:spPr>
          <a:xfrm>
            <a:off x="2716275" y="5104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4785">
            <a:extLst>
              <a:ext uri="{FF2B5EF4-FFF2-40B4-BE49-F238E27FC236}">
                <a16:creationId xmlns:a16="http://schemas.microsoft.com/office/drawing/2014/main" id="{D6420DC4-B997-4970-843F-D7CC872FA9EC}"/>
              </a:ext>
            </a:extLst>
          </p:cNvPr>
          <p:cNvSpPr>
            <a:spLocks noGrp="1"/>
          </p:cNvSpPr>
          <p:nvPr/>
        </p:nvSpPr>
        <p:spPr>
          <a:xfrm>
            <a:off x="2919143" y="440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4786">
            <a:extLst>
              <a:ext uri="{FF2B5EF4-FFF2-40B4-BE49-F238E27FC236}">
                <a16:creationId xmlns:a16="http://schemas.microsoft.com/office/drawing/2014/main" id="{DD1C24DE-D384-44E0-BAE8-BCFD92CAEAEC}"/>
              </a:ext>
            </a:extLst>
          </p:cNvPr>
          <p:cNvSpPr>
            <a:spLocks noGrp="1"/>
          </p:cNvSpPr>
          <p:nvPr/>
        </p:nvSpPr>
        <p:spPr>
          <a:xfrm>
            <a:off x="3123505" y="5279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4787">
            <a:extLst>
              <a:ext uri="{FF2B5EF4-FFF2-40B4-BE49-F238E27FC236}">
                <a16:creationId xmlns:a16="http://schemas.microsoft.com/office/drawing/2014/main" id="{D120880E-E535-4A7E-A47B-81CC385C972A}"/>
              </a:ext>
            </a:extLst>
          </p:cNvPr>
          <p:cNvSpPr>
            <a:spLocks noGrp="1"/>
          </p:cNvSpPr>
          <p:nvPr/>
        </p:nvSpPr>
        <p:spPr>
          <a:xfrm>
            <a:off x="2824252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4788">
            <a:extLst>
              <a:ext uri="{FF2B5EF4-FFF2-40B4-BE49-F238E27FC236}">
                <a16:creationId xmlns:a16="http://schemas.microsoft.com/office/drawing/2014/main" id="{728BF629-6FA8-4625-A276-87436BDB45AB}"/>
              </a:ext>
            </a:extLst>
          </p:cNvPr>
          <p:cNvSpPr>
            <a:spLocks noGrp="1"/>
          </p:cNvSpPr>
          <p:nvPr/>
        </p:nvSpPr>
        <p:spPr>
          <a:xfrm>
            <a:off x="272273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4789">
            <a:extLst>
              <a:ext uri="{FF2B5EF4-FFF2-40B4-BE49-F238E27FC236}">
                <a16:creationId xmlns:a16="http://schemas.microsoft.com/office/drawing/2014/main" id="{0D765A53-E10B-4E5A-B16E-718D19B57C5A}"/>
              </a:ext>
            </a:extLst>
          </p:cNvPr>
          <p:cNvSpPr>
            <a:spLocks noGrp="1"/>
          </p:cNvSpPr>
          <p:nvPr/>
        </p:nvSpPr>
        <p:spPr>
          <a:xfrm>
            <a:off x="2921497" y="5378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4790">
            <a:extLst>
              <a:ext uri="{FF2B5EF4-FFF2-40B4-BE49-F238E27FC236}">
                <a16:creationId xmlns:a16="http://schemas.microsoft.com/office/drawing/2014/main" id="{625A63D1-766A-461C-B4C9-B1B8B8A43EBA}"/>
              </a:ext>
            </a:extLst>
          </p:cNvPr>
          <p:cNvSpPr>
            <a:spLocks noGrp="1"/>
          </p:cNvSpPr>
          <p:nvPr/>
        </p:nvSpPr>
        <p:spPr>
          <a:xfrm>
            <a:off x="2826016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4791">
            <a:extLst>
              <a:ext uri="{FF2B5EF4-FFF2-40B4-BE49-F238E27FC236}">
                <a16:creationId xmlns:a16="http://schemas.microsoft.com/office/drawing/2014/main" id="{780444EA-10AC-4ACB-B767-DAD8BE7A7FC0}"/>
              </a:ext>
            </a:extLst>
          </p:cNvPr>
          <p:cNvSpPr>
            <a:spLocks noGrp="1"/>
          </p:cNvSpPr>
          <p:nvPr/>
        </p:nvSpPr>
        <p:spPr>
          <a:xfrm>
            <a:off x="2840210" y="49275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4792">
            <a:extLst>
              <a:ext uri="{FF2B5EF4-FFF2-40B4-BE49-F238E27FC236}">
                <a16:creationId xmlns:a16="http://schemas.microsoft.com/office/drawing/2014/main" id="{5F9E2DD1-E29B-4497-BE25-BEB448100FAB}"/>
              </a:ext>
            </a:extLst>
          </p:cNvPr>
          <p:cNvSpPr>
            <a:spLocks noGrp="1"/>
          </p:cNvSpPr>
          <p:nvPr/>
        </p:nvSpPr>
        <p:spPr>
          <a:xfrm>
            <a:off x="282049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4793">
            <a:extLst>
              <a:ext uri="{FF2B5EF4-FFF2-40B4-BE49-F238E27FC236}">
                <a16:creationId xmlns:a16="http://schemas.microsoft.com/office/drawing/2014/main" id="{800AC019-43B7-49A4-B867-842A70C88B49}"/>
              </a:ext>
            </a:extLst>
          </p:cNvPr>
          <p:cNvSpPr>
            <a:spLocks noGrp="1"/>
          </p:cNvSpPr>
          <p:nvPr/>
        </p:nvSpPr>
        <p:spPr>
          <a:xfrm>
            <a:off x="3093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4794">
            <a:extLst>
              <a:ext uri="{FF2B5EF4-FFF2-40B4-BE49-F238E27FC236}">
                <a16:creationId xmlns:a16="http://schemas.microsoft.com/office/drawing/2014/main" id="{ED0074EF-93CB-47FF-B6A1-3F8A44C1B3A9}"/>
              </a:ext>
            </a:extLst>
          </p:cNvPr>
          <p:cNvSpPr>
            <a:spLocks noGrp="1"/>
          </p:cNvSpPr>
          <p:nvPr/>
        </p:nvSpPr>
        <p:spPr>
          <a:xfrm>
            <a:off x="27843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4795">
            <a:extLst>
              <a:ext uri="{FF2B5EF4-FFF2-40B4-BE49-F238E27FC236}">
                <a16:creationId xmlns:a16="http://schemas.microsoft.com/office/drawing/2014/main" id="{F297FB46-74FB-4081-9300-75C72B371355}"/>
              </a:ext>
            </a:extLst>
          </p:cNvPr>
          <p:cNvSpPr>
            <a:spLocks noGrp="1"/>
          </p:cNvSpPr>
          <p:nvPr/>
        </p:nvSpPr>
        <p:spPr>
          <a:xfrm>
            <a:off x="27761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4796">
            <a:extLst>
              <a:ext uri="{FF2B5EF4-FFF2-40B4-BE49-F238E27FC236}">
                <a16:creationId xmlns:a16="http://schemas.microsoft.com/office/drawing/2014/main" id="{C656DEAF-A5BE-4BB6-88E5-D8A475A8BCED}"/>
              </a:ext>
            </a:extLst>
          </p:cNvPr>
          <p:cNvSpPr>
            <a:spLocks noGrp="1"/>
          </p:cNvSpPr>
          <p:nvPr/>
        </p:nvSpPr>
        <p:spPr>
          <a:xfrm>
            <a:off x="2935425" y="478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4797">
            <a:extLst>
              <a:ext uri="{FF2B5EF4-FFF2-40B4-BE49-F238E27FC236}">
                <a16:creationId xmlns:a16="http://schemas.microsoft.com/office/drawing/2014/main" id="{48F35A00-85C5-42A5-A63C-865A79A91A2E}"/>
              </a:ext>
            </a:extLst>
          </p:cNvPr>
          <p:cNvSpPr>
            <a:spLocks noGrp="1"/>
          </p:cNvSpPr>
          <p:nvPr/>
        </p:nvSpPr>
        <p:spPr>
          <a:xfrm>
            <a:off x="2737355" y="4823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4798">
            <a:extLst>
              <a:ext uri="{FF2B5EF4-FFF2-40B4-BE49-F238E27FC236}">
                <a16:creationId xmlns:a16="http://schemas.microsoft.com/office/drawing/2014/main" id="{8198397F-973E-4F97-B4CB-EE694052D53B}"/>
              </a:ext>
            </a:extLst>
          </p:cNvPr>
          <p:cNvSpPr>
            <a:spLocks noGrp="1"/>
          </p:cNvSpPr>
          <p:nvPr/>
        </p:nvSpPr>
        <p:spPr>
          <a:xfrm>
            <a:off x="28569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4799">
            <a:extLst>
              <a:ext uri="{FF2B5EF4-FFF2-40B4-BE49-F238E27FC236}">
                <a16:creationId xmlns:a16="http://schemas.microsoft.com/office/drawing/2014/main" id="{A0E05EB4-B54A-4D80-8358-020345425BC4}"/>
              </a:ext>
            </a:extLst>
          </p:cNvPr>
          <p:cNvSpPr>
            <a:spLocks noGrp="1"/>
          </p:cNvSpPr>
          <p:nvPr/>
        </p:nvSpPr>
        <p:spPr>
          <a:xfrm>
            <a:off x="2776408" y="4318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4800">
            <a:extLst>
              <a:ext uri="{FF2B5EF4-FFF2-40B4-BE49-F238E27FC236}">
                <a16:creationId xmlns:a16="http://schemas.microsoft.com/office/drawing/2014/main" id="{0CB546D2-379A-4E84-BDB1-7B29DAA5EEDA}"/>
              </a:ext>
            </a:extLst>
          </p:cNvPr>
          <p:cNvSpPr>
            <a:spLocks noGrp="1"/>
          </p:cNvSpPr>
          <p:nvPr/>
        </p:nvSpPr>
        <p:spPr>
          <a:xfrm>
            <a:off x="2968813" y="446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4801">
            <a:extLst>
              <a:ext uri="{FF2B5EF4-FFF2-40B4-BE49-F238E27FC236}">
                <a16:creationId xmlns:a16="http://schemas.microsoft.com/office/drawing/2014/main" id="{208AC210-DD63-439A-AD0A-4B18E9369BDF}"/>
              </a:ext>
            </a:extLst>
          </p:cNvPr>
          <p:cNvSpPr>
            <a:spLocks noGrp="1"/>
          </p:cNvSpPr>
          <p:nvPr/>
        </p:nvSpPr>
        <p:spPr>
          <a:xfrm>
            <a:off x="2682553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4802">
            <a:extLst>
              <a:ext uri="{FF2B5EF4-FFF2-40B4-BE49-F238E27FC236}">
                <a16:creationId xmlns:a16="http://schemas.microsoft.com/office/drawing/2014/main" id="{F6C2700F-7F79-49F4-8335-AB9BA4C167FA}"/>
              </a:ext>
            </a:extLst>
          </p:cNvPr>
          <p:cNvSpPr>
            <a:spLocks noGrp="1"/>
          </p:cNvSpPr>
          <p:nvPr/>
        </p:nvSpPr>
        <p:spPr>
          <a:xfrm>
            <a:off x="2806589" y="385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4803">
            <a:extLst>
              <a:ext uri="{FF2B5EF4-FFF2-40B4-BE49-F238E27FC236}">
                <a16:creationId xmlns:a16="http://schemas.microsoft.com/office/drawing/2014/main" id="{DBD6D646-A635-4994-A0C9-3B89075A4FE4}"/>
              </a:ext>
            </a:extLst>
          </p:cNvPr>
          <p:cNvSpPr>
            <a:spLocks noGrp="1"/>
          </p:cNvSpPr>
          <p:nvPr/>
        </p:nvSpPr>
        <p:spPr>
          <a:xfrm>
            <a:off x="300722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4804">
            <a:extLst>
              <a:ext uri="{FF2B5EF4-FFF2-40B4-BE49-F238E27FC236}">
                <a16:creationId xmlns:a16="http://schemas.microsoft.com/office/drawing/2014/main" id="{3003C640-4BB8-48B6-8715-2E04C3A05FD1}"/>
              </a:ext>
            </a:extLst>
          </p:cNvPr>
          <p:cNvSpPr>
            <a:spLocks noGrp="1"/>
          </p:cNvSpPr>
          <p:nvPr/>
        </p:nvSpPr>
        <p:spPr>
          <a:xfrm>
            <a:off x="268590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4805">
            <a:extLst>
              <a:ext uri="{FF2B5EF4-FFF2-40B4-BE49-F238E27FC236}">
                <a16:creationId xmlns:a16="http://schemas.microsoft.com/office/drawing/2014/main" id="{C08A70BA-919D-4D97-97DF-6843E547B9A6}"/>
              </a:ext>
            </a:extLst>
          </p:cNvPr>
          <p:cNvSpPr>
            <a:spLocks noGrp="1"/>
          </p:cNvSpPr>
          <p:nvPr/>
        </p:nvSpPr>
        <p:spPr>
          <a:xfrm>
            <a:off x="2982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4806">
            <a:extLst>
              <a:ext uri="{FF2B5EF4-FFF2-40B4-BE49-F238E27FC236}">
                <a16:creationId xmlns:a16="http://schemas.microsoft.com/office/drawing/2014/main" id="{491D2ADF-783E-4E30-BEF9-20ACE8231F42}"/>
              </a:ext>
            </a:extLst>
          </p:cNvPr>
          <p:cNvSpPr>
            <a:spLocks noGrp="1"/>
          </p:cNvSpPr>
          <p:nvPr/>
        </p:nvSpPr>
        <p:spPr>
          <a:xfrm>
            <a:off x="2718838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4807">
            <a:extLst>
              <a:ext uri="{FF2B5EF4-FFF2-40B4-BE49-F238E27FC236}">
                <a16:creationId xmlns:a16="http://schemas.microsoft.com/office/drawing/2014/main" id="{1BC6C32C-9372-4DDD-BD98-19560FD7BCD9}"/>
              </a:ext>
            </a:extLst>
          </p:cNvPr>
          <p:cNvSpPr>
            <a:spLocks noGrp="1"/>
          </p:cNvSpPr>
          <p:nvPr/>
        </p:nvSpPr>
        <p:spPr>
          <a:xfrm>
            <a:off x="307150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4808">
            <a:extLst>
              <a:ext uri="{FF2B5EF4-FFF2-40B4-BE49-F238E27FC236}">
                <a16:creationId xmlns:a16="http://schemas.microsoft.com/office/drawing/2014/main" id="{CCC5722A-F675-4E06-ADE4-71E3B306FD50}"/>
              </a:ext>
            </a:extLst>
          </p:cNvPr>
          <p:cNvSpPr>
            <a:spLocks noGrp="1"/>
          </p:cNvSpPr>
          <p:nvPr/>
        </p:nvSpPr>
        <p:spPr>
          <a:xfrm>
            <a:off x="2880004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4809">
            <a:extLst>
              <a:ext uri="{FF2B5EF4-FFF2-40B4-BE49-F238E27FC236}">
                <a16:creationId xmlns:a16="http://schemas.microsoft.com/office/drawing/2014/main" id="{09A3B9B3-0FFC-4981-9944-3A1CB8D9E24B}"/>
              </a:ext>
            </a:extLst>
          </p:cNvPr>
          <p:cNvSpPr>
            <a:spLocks noGrp="1"/>
          </p:cNvSpPr>
          <p:nvPr/>
        </p:nvSpPr>
        <p:spPr>
          <a:xfrm>
            <a:off x="287019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4810">
            <a:extLst>
              <a:ext uri="{FF2B5EF4-FFF2-40B4-BE49-F238E27FC236}">
                <a16:creationId xmlns:a16="http://schemas.microsoft.com/office/drawing/2014/main" id="{87F9569C-4F6B-45E4-842A-03C3014FFB6E}"/>
              </a:ext>
            </a:extLst>
          </p:cNvPr>
          <p:cNvSpPr>
            <a:spLocks noGrp="1"/>
          </p:cNvSpPr>
          <p:nvPr/>
        </p:nvSpPr>
        <p:spPr>
          <a:xfrm>
            <a:off x="2846176" y="39886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4811">
            <a:extLst>
              <a:ext uri="{FF2B5EF4-FFF2-40B4-BE49-F238E27FC236}">
                <a16:creationId xmlns:a16="http://schemas.microsoft.com/office/drawing/2014/main" id="{6F032BCC-F489-4FA9-A531-726D87DAF934}"/>
              </a:ext>
            </a:extLst>
          </p:cNvPr>
          <p:cNvSpPr>
            <a:spLocks noGrp="1"/>
          </p:cNvSpPr>
          <p:nvPr/>
        </p:nvSpPr>
        <p:spPr>
          <a:xfrm>
            <a:off x="313792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4812">
            <a:extLst>
              <a:ext uri="{FF2B5EF4-FFF2-40B4-BE49-F238E27FC236}">
                <a16:creationId xmlns:a16="http://schemas.microsoft.com/office/drawing/2014/main" id="{175FD650-785C-4A39-B50B-DA84165D0A83}"/>
              </a:ext>
            </a:extLst>
          </p:cNvPr>
          <p:cNvSpPr>
            <a:spLocks noGrp="1"/>
          </p:cNvSpPr>
          <p:nvPr/>
        </p:nvSpPr>
        <p:spPr>
          <a:xfrm>
            <a:off x="278371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4813">
            <a:extLst>
              <a:ext uri="{FF2B5EF4-FFF2-40B4-BE49-F238E27FC236}">
                <a16:creationId xmlns:a16="http://schemas.microsoft.com/office/drawing/2014/main" id="{CEDEAC54-44DB-4BB3-8D10-18434ABC5F3B}"/>
              </a:ext>
            </a:extLst>
          </p:cNvPr>
          <p:cNvSpPr>
            <a:spLocks noGrp="1"/>
          </p:cNvSpPr>
          <p:nvPr/>
        </p:nvSpPr>
        <p:spPr>
          <a:xfrm>
            <a:off x="3075658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4814">
            <a:extLst>
              <a:ext uri="{FF2B5EF4-FFF2-40B4-BE49-F238E27FC236}">
                <a16:creationId xmlns:a16="http://schemas.microsoft.com/office/drawing/2014/main" id="{C06A46D2-BF95-4F60-8DCD-0951A7A4D12B}"/>
              </a:ext>
            </a:extLst>
          </p:cNvPr>
          <p:cNvSpPr>
            <a:spLocks noGrp="1"/>
          </p:cNvSpPr>
          <p:nvPr/>
        </p:nvSpPr>
        <p:spPr>
          <a:xfrm>
            <a:off x="281816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4815">
            <a:extLst>
              <a:ext uri="{FF2B5EF4-FFF2-40B4-BE49-F238E27FC236}">
                <a16:creationId xmlns:a16="http://schemas.microsoft.com/office/drawing/2014/main" id="{17E401FE-0F9F-499F-9557-B1CCD0F3F666}"/>
              </a:ext>
            </a:extLst>
          </p:cNvPr>
          <p:cNvSpPr>
            <a:spLocks noGrp="1"/>
          </p:cNvSpPr>
          <p:nvPr/>
        </p:nvSpPr>
        <p:spPr>
          <a:xfrm>
            <a:off x="27691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4816">
            <a:extLst>
              <a:ext uri="{FF2B5EF4-FFF2-40B4-BE49-F238E27FC236}">
                <a16:creationId xmlns:a16="http://schemas.microsoft.com/office/drawing/2014/main" id="{F6471404-50AA-429F-9543-32F2B638400A}"/>
              </a:ext>
            </a:extLst>
          </p:cNvPr>
          <p:cNvSpPr>
            <a:spLocks noGrp="1"/>
          </p:cNvSpPr>
          <p:nvPr/>
        </p:nvSpPr>
        <p:spPr>
          <a:xfrm>
            <a:off x="3151029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4817">
            <a:extLst>
              <a:ext uri="{FF2B5EF4-FFF2-40B4-BE49-F238E27FC236}">
                <a16:creationId xmlns:a16="http://schemas.microsoft.com/office/drawing/2014/main" id="{A4A03EA5-B5E2-47C5-B4AD-21A30B68A06E}"/>
              </a:ext>
            </a:extLst>
          </p:cNvPr>
          <p:cNvSpPr>
            <a:spLocks noGrp="1"/>
          </p:cNvSpPr>
          <p:nvPr/>
        </p:nvSpPr>
        <p:spPr>
          <a:xfrm>
            <a:off x="2874258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4818">
            <a:extLst>
              <a:ext uri="{FF2B5EF4-FFF2-40B4-BE49-F238E27FC236}">
                <a16:creationId xmlns:a16="http://schemas.microsoft.com/office/drawing/2014/main" id="{19C7B63F-650C-4C84-8C25-AB37B1A9D66A}"/>
              </a:ext>
            </a:extLst>
          </p:cNvPr>
          <p:cNvSpPr>
            <a:spLocks noGrp="1"/>
          </p:cNvSpPr>
          <p:nvPr/>
        </p:nvSpPr>
        <p:spPr>
          <a:xfrm>
            <a:off x="288418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4819">
            <a:extLst>
              <a:ext uri="{FF2B5EF4-FFF2-40B4-BE49-F238E27FC236}">
                <a16:creationId xmlns:a16="http://schemas.microsoft.com/office/drawing/2014/main" id="{A127C56E-DFE0-496C-AAFA-A536B52F2B7D}"/>
              </a:ext>
            </a:extLst>
          </p:cNvPr>
          <p:cNvSpPr>
            <a:spLocks noGrp="1"/>
          </p:cNvSpPr>
          <p:nvPr/>
        </p:nvSpPr>
        <p:spPr>
          <a:xfrm>
            <a:off x="2837614" y="50180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4820">
            <a:extLst>
              <a:ext uri="{FF2B5EF4-FFF2-40B4-BE49-F238E27FC236}">
                <a16:creationId xmlns:a16="http://schemas.microsoft.com/office/drawing/2014/main" id="{A343B5A3-84BE-4DE4-B289-A52FE7985289}"/>
              </a:ext>
            </a:extLst>
          </p:cNvPr>
          <p:cNvSpPr>
            <a:spLocks noGrp="1"/>
          </p:cNvSpPr>
          <p:nvPr/>
        </p:nvSpPr>
        <p:spPr>
          <a:xfrm>
            <a:off x="3013578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4821">
            <a:extLst>
              <a:ext uri="{FF2B5EF4-FFF2-40B4-BE49-F238E27FC236}">
                <a16:creationId xmlns:a16="http://schemas.microsoft.com/office/drawing/2014/main" id="{6053096C-B6C0-4F33-AF8E-F9B1923FE43B}"/>
              </a:ext>
            </a:extLst>
          </p:cNvPr>
          <p:cNvSpPr>
            <a:spLocks noGrp="1"/>
          </p:cNvSpPr>
          <p:nvPr/>
        </p:nvSpPr>
        <p:spPr>
          <a:xfrm>
            <a:off x="293638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4822">
            <a:extLst>
              <a:ext uri="{FF2B5EF4-FFF2-40B4-BE49-F238E27FC236}">
                <a16:creationId xmlns:a16="http://schemas.microsoft.com/office/drawing/2014/main" id="{02E645C2-A7CB-4D8E-BF4F-E66121F48A8B}"/>
              </a:ext>
            </a:extLst>
          </p:cNvPr>
          <p:cNvSpPr>
            <a:spLocks noGrp="1"/>
          </p:cNvSpPr>
          <p:nvPr/>
        </p:nvSpPr>
        <p:spPr>
          <a:xfrm>
            <a:off x="308105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4823">
            <a:extLst>
              <a:ext uri="{FF2B5EF4-FFF2-40B4-BE49-F238E27FC236}">
                <a16:creationId xmlns:a16="http://schemas.microsoft.com/office/drawing/2014/main" id="{69FDEF40-6BC1-4C11-BF83-E9959975D416}"/>
              </a:ext>
            </a:extLst>
          </p:cNvPr>
          <p:cNvSpPr>
            <a:spLocks noGrp="1"/>
          </p:cNvSpPr>
          <p:nvPr/>
        </p:nvSpPr>
        <p:spPr>
          <a:xfrm>
            <a:off x="29184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4824">
            <a:extLst>
              <a:ext uri="{FF2B5EF4-FFF2-40B4-BE49-F238E27FC236}">
                <a16:creationId xmlns:a16="http://schemas.microsoft.com/office/drawing/2014/main" id="{9D6246FB-89A3-435C-9DC6-179882F96E4A}"/>
              </a:ext>
            </a:extLst>
          </p:cNvPr>
          <p:cNvSpPr>
            <a:spLocks noGrp="1"/>
          </p:cNvSpPr>
          <p:nvPr/>
        </p:nvSpPr>
        <p:spPr>
          <a:xfrm>
            <a:off x="2833281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4825">
            <a:extLst>
              <a:ext uri="{FF2B5EF4-FFF2-40B4-BE49-F238E27FC236}">
                <a16:creationId xmlns:a16="http://schemas.microsoft.com/office/drawing/2014/main" id="{965B4ADD-60FD-48B3-B8E6-5E96990919E4}"/>
              </a:ext>
            </a:extLst>
          </p:cNvPr>
          <p:cNvSpPr>
            <a:spLocks noGrp="1"/>
          </p:cNvSpPr>
          <p:nvPr/>
        </p:nvSpPr>
        <p:spPr>
          <a:xfrm>
            <a:off x="279483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4826">
            <a:extLst>
              <a:ext uri="{FF2B5EF4-FFF2-40B4-BE49-F238E27FC236}">
                <a16:creationId xmlns:a16="http://schemas.microsoft.com/office/drawing/2014/main" id="{F603AB4B-C9F5-4707-B439-9FB1D0E4DEEB}"/>
              </a:ext>
            </a:extLst>
          </p:cNvPr>
          <p:cNvSpPr>
            <a:spLocks noGrp="1"/>
          </p:cNvSpPr>
          <p:nvPr/>
        </p:nvSpPr>
        <p:spPr>
          <a:xfrm>
            <a:off x="2838021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4827">
            <a:extLst>
              <a:ext uri="{FF2B5EF4-FFF2-40B4-BE49-F238E27FC236}">
                <a16:creationId xmlns:a16="http://schemas.microsoft.com/office/drawing/2014/main" id="{01F527FE-D0FB-4643-AD54-827517A307DD}"/>
              </a:ext>
            </a:extLst>
          </p:cNvPr>
          <p:cNvSpPr>
            <a:spLocks noGrp="1"/>
          </p:cNvSpPr>
          <p:nvPr/>
        </p:nvSpPr>
        <p:spPr>
          <a:xfrm>
            <a:off x="289590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4828">
            <a:extLst>
              <a:ext uri="{FF2B5EF4-FFF2-40B4-BE49-F238E27FC236}">
                <a16:creationId xmlns:a16="http://schemas.microsoft.com/office/drawing/2014/main" id="{187F4945-4AA8-4278-8813-4A5229C5530C}"/>
              </a:ext>
            </a:extLst>
          </p:cNvPr>
          <p:cNvSpPr>
            <a:spLocks noGrp="1"/>
          </p:cNvSpPr>
          <p:nvPr/>
        </p:nvSpPr>
        <p:spPr>
          <a:xfrm>
            <a:off x="2913277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4829">
            <a:extLst>
              <a:ext uri="{FF2B5EF4-FFF2-40B4-BE49-F238E27FC236}">
                <a16:creationId xmlns:a16="http://schemas.microsoft.com/office/drawing/2014/main" id="{D6092E0E-D9CB-4B92-9901-750B1B5268C1}"/>
              </a:ext>
            </a:extLst>
          </p:cNvPr>
          <p:cNvSpPr>
            <a:spLocks noGrp="1"/>
          </p:cNvSpPr>
          <p:nvPr/>
        </p:nvSpPr>
        <p:spPr>
          <a:xfrm>
            <a:off x="3088114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4830">
            <a:extLst>
              <a:ext uri="{FF2B5EF4-FFF2-40B4-BE49-F238E27FC236}">
                <a16:creationId xmlns:a16="http://schemas.microsoft.com/office/drawing/2014/main" id="{0D2113D1-7BCA-43A8-9D26-31680D7C68AF}"/>
              </a:ext>
            </a:extLst>
          </p:cNvPr>
          <p:cNvSpPr>
            <a:spLocks noGrp="1"/>
          </p:cNvSpPr>
          <p:nvPr/>
        </p:nvSpPr>
        <p:spPr>
          <a:xfrm>
            <a:off x="3121759" y="48408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4831">
            <a:extLst>
              <a:ext uri="{FF2B5EF4-FFF2-40B4-BE49-F238E27FC236}">
                <a16:creationId xmlns:a16="http://schemas.microsoft.com/office/drawing/2014/main" id="{D2B1FACA-4FDC-45CB-8B95-D989D5350676}"/>
              </a:ext>
            </a:extLst>
          </p:cNvPr>
          <p:cNvSpPr>
            <a:spLocks noGrp="1"/>
          </p:cNvSpPr>
          <p:nvPr/>
        </p:nvSpPr>
        <p:spPr>
          <a:xfrm>
            <a:off x="2781262" y="4760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4832">
            <a:extLst>
              <a:ext uri="{FF2B5EF4-FFF2-40B4-BE49-F238E27FC236}">
                <a16:creationId xmlns:a16="http://schemas.microsoft.com/office/drawing/2014/main" id="{8DAB7445-42EB-45E4-B197-C579FF5B6000}"/>
              </a:ext>
            </a:extLst>
          </p:cNvPr>
          <p:cNvSpPr>
            <a:spLocks noGrp="1"/>
          </p:cNvSpPr>
          <p:nvPr/>
        </p:nvSpPr>
        <p:spPr>
          <a:xfrm>
            <a:off x="271876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4833">
            <a:extLst>
              <a:ext uri="{FF2B5EF4-FFF2-40B4-BE49-F238E27FC236}">
                <a16:creationId xmlns:a16="http://schemas.microsoft.com/office/drawing/2014/main" id="{A5ED38C3-403C-4BC8-A0E3-ECAFFE305F06}"/>
              </a:ext>
            </a:extLst>
          </p:cNvPr>
          <p:cNvSpPr>
            <a:spLocks noGrp="1"/>
          </p:cNvSpPr>
          <p:nvPr/>
        </p:nvSpPr>
        <p:spPr>
          <a:xfrm>
            <a:off x="30830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4834">
            <a:extLst>
              <a:ext uri="{FF2B5EF4-FFF2-40B4-BE49-F238E27FC236}">
                <a16:creationId xmlns:a16="http://schemas.microsoft.com/office/drawing/2014/main" id="{9A12028B-A050-4424-8467-204B3EB3B739}"/>
              </a:ext>
            </a:extLst>
          </p:cNvPr>
          <p:cNvSpPr>
            <a:spLocks noGrp="1"/>
          </p:cNvSpPr>
          <p:nvPr/>
        </p:nvSpPr>
        <p:spPr>
          <a:xfrm>
            <a:off x="265118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4835">
            <a:extLst>
              <a:ext uri="{FF2B5EF4-FFF2-40B4-BE49-F238E27FC236}">
                <a16:creationId xmlns:a16="http://schemas.microsoft.com/office/drawing/2014/main" id="{81ED6D4D-1776-4148-9F4D-0986F2570177}"/>
              </a:ext>
            </a:extLst>
          </p:cNvPr>
          <p:cNvSpPr>
            <a:spLocks noGrp="1"/>
          </p:cNvSpPr>
          <p:nvPr/>
        </p:nvSpPr>
        <p:spPr>
          <a:xfrm>
            <a:off x="2944938" y="539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4836">
            <a:extLst>
              <a:ext uri="{FF2B5EF4-FFF2-40B4-BE49-F238E27FC236}">
                <a16:creationId xmlns:a16="http://schemas.microsoft.com/office/drawing/2014/main" id="{7C675711-3D27-439C-9F66-FD4A094A4A07}"/>
              </a:ext>
            </a:extLst>
          </p:cNvPr>
          <p:cNvSpPr>
            <a:spLocks noGrp="1"/>
          </p:cNvSpPr>
          <p:nvPr/>
        </p:nvSpPr>
        <p:spPr>
          <a:xfrm>
            <a:off x="2982017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4837">
            <a:extLst>
              <a:ext uri="{FF2B5EF4-FFF2-40B4-BE49-F238E27FC236}">
                <a16:creationId xmlns:a16="http://schemas.microsoft.com/office/drawing/2014/main" id="{685F3664-35E2-46BB-87BE-342C294BC3C5}"/>
              </a:ext>
            </a:extLst>
          </p:cNvPr>
          <p:cNvSpPr>
            <a:spLocks noGrp="1"/>
          </p:cNvSpPr>
          <p:nvPr/>
        </p:nvSpPr>
        <p:spPr>
          <a:xfrm>
            <a:off x="30307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4838">
            <a:extLst>
              <a:ext uri="{FF2B5EF4-FFF2-40B4-BE49-F238E27FC236}">
                <a16:creationId xmlns:a16="http://schemas.microsoft.com/office/drawing/2014/main" id="{8C433AA7-914A-481C-A442-20C59271DFCF}"/>
              </a:ext>
            </a:extLst>
          </p:cNvPr>
          <p:cNvSpPr>
            <a:spLocks noGrp="1"/>
          </p:cNvSpPr>
          <p:nvPr/>
        </p:nvSpPr>
        <p:spPr>
          <a:xfrm>
            <a:off x="3046639" y="49749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4839">
            <a:extLst>
              <a:ext uri="{FF2B5EF4-FFF2-40B4-BE49-F238E27FC236}">
                <a16:creationId xmlns:a16="http://schemas.microsoft.com/office/drawing/2014/main" id="{F01CEF8B-2AA8-4791-BE89-FE05E6D43E3C}"/>
              </a:ext>
            </a:extLst>
          </p:cNvPr>
          <p:cNvSpPr>
            <a:spLocks noGrp="1"/>
          </p:cNvSpPr>
          <p:nvPr/>
        </p:nvSpPr>
        <p:spPr>
          <a:xfrm>
            <a:off x="2968198" y="42629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4840">
            <a:extLst>
              <a:ext uri="{FF2B5EF4-FFF2-40B4-BE49-F238E27FC236}">
                <a16:creationId xmlns:a16="http://schemas.microsoft.com/office/drawing/2014/main" id="{FFA36BA1-5784-4BF7-83B5-921448ACBF7F}"/>
              </a:ext>
            </a:extLst>
          </p:cNvPr>
          <p:cNvSpPr>
            <a:spLocks noGrp="1"/>
          </p:cNvSpPr>
          <p:nvPr/>
        </p:nvSpPr>
        <p:spPr>
          <a:xfrm>
            <a:off x="27140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4841">
            <a:extLst>
              <a:ext uri="{FF2B5EF4-FFF2-40B4-BE49-F238E27FC236}">
                <a16:creationId xmlns:a16="http://schemas.microsoft.com/office/drawing/2014/main" id="{B24FCF00-EC27-4345-88AC-81BF4B7AAD3C}"/>
              </a:ext>
            </a:extLst>
          </p:cNvPr>
          <p:cNvSpPr>
            <a:spLocks noGrp="1"/>
          </p:cNvSpPr>
          <p:nvPr/>
        </p:nvSpPr>
        <p:spPr>
          <a:xfrm>
            <a:off x="2807510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4842">
            <a:extLst>
              <a:ext uri="{FF2B5EF4-FFF2-40B4-BE49-F238E27FC236}">
                <a16:creationId xmlns:a16="http://schemas.microsoft.com/office/drawing/2014/main" id="{6FAE1FE4-25CF-4B8F-8B87-850686CBF93D}"/>
              </a:ext>
            </a:extLst>
          </p:cNvPr>
          <p:cNvSpPr>
            <a:spLocks noGrp="1"/>
          </p:cNvSpPr>
          <p:nvPr/>
        </p:nvSpPr>
        <p:spPr>
          <a:xfrm>
            <a:off x="26405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4843">
            <a:extLst>
              <a:ext uri="{FF2B5EF4-FFF2-40B4-BE49-F238E27FC236}">
                <a16:creationId xmlns:a16="http://schemas.microsoft.com/office/drawing/2014/main" id="{1821BE7B-E62A-494D-8285-0BDC10F67E5B}"/>
              </a:ext>
            </a:extLst>
          </p:cNvPr>
          <p:cNvSpPr>
            <a:spLocks noGrp="1"/>
          </p:cNvSpPr>
          <p:nvPr/>
        </p:nvSpPr>
        <p:spPr>
          <a:xfrm>
            <a:off x="3146356" y="4322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4844">
            <a:extLst>
              <a:ext uri="{FF2B5EF4-FFF2-40B4-BE49-F238E27FC236}">
                <a16:creationId xmlns:a16="http://schemas.microsoft.com/office/drawing/2014/main" id="{25E143FA-03B0-4DE1-B268-2BEA12E0ADBE}"/>
              </a:ext>
            </a:extLst>
          </p:cNvPr>
          <p:cNvSpPr>
            <a:spLocks noGrp="1"/>
          </p:cNvSpPr>
          <p:nvPr/>
        </p:nvSpPr>
        <p:spPr>
          <a:xfrm>
            <a:off x="2812104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4845">
            <a:extLst>
              <a:ext uri="{FF2B5EF4-FFF2-40B4-BE49-F238E27FC236}">
                <a16:creationId xmlns:a16="http://schemas.microsoft.com/office/drawing/2014/main" id="{C740DA0D-0EE3-4345-99DF-BA905762F8FF}"/>
              </a:ext>
            </a:extLst>
          </p:cNvPr>
          <p:cNvSpPr>
            <a:spLocks noGrp="1"/>
          </p:cNvSpPr>
          <p:nvPr/>
        </p:nvSpPr>
        <p:spPr>
          <a:xfrm>
            <a:off x="298240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4846">
            <a:extLst>
              <a:ext uri="{FF2B5EF4-FFF2-40B4-BE49-F238E27FC236}">
                <a16:creationId xmlns:a16="http://schemas.microsoft.com/office/drawing/2014/main" id="{BFF98EC8-2814-4CE5-BD3D-1B26C6C35A9B}"/>
              </a:ext>
            </a:extLst>
          </p:cNvPr>
          <p:cNvSpPr>
            <a:spLocks noGrp="1"/>
          </p:cNvSpPr>
          <p:nvPr/>
        </p:nvSpPr>
        <p:spPr>
          <a:xfrm>
            <a:off x="268713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4847">
            <a:extLst>
              <a:ext uri="{FF2B5EF4-FFF2-40B4-BE49-F238E27FC236}">
                <a16:creationId xmlns:a16="http://schemas.microsoft.com/office/drawing/2014/main" id="{E9835F2E-8500-4028-B35F-B33CDDDDED25}"/>
              </a:ext>
            </a:extLst>
          </p:cNvPr>
          <p:cNvSpPr>
            <a:spLocks noGrp="1"/>
          </p:cNvSpPr>
          <p:nvPr/>
        </p:nvSpPr>
        <p:spPr>
          <a:xfrm>
            <a:off x="2726542" y="48810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4848">
            <a:extLst>
              <a:ext uri="{FF2B5EF4-FFF2-40B4-BE49-F238E27FC236}">
                <a16:creationId xmlns:a16="http://schemas.microsoft.com/office/drawing/2014/main" id="{4D6BAA5A-217E-4187-87AF-97D80BC409F0}"/>
              </a:ext>
            </a:extLst>
          </p:cNvPr>
          <p:cNvSpPr>
            <a:spLocks noGrp="1"/>
          </p:cNvSpPr>
          <p:nvPr/>
        </p:nvSpPr>
        <p:spPr>
          <a:xfrm>
            <a:off x="310718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4849">
            <a:extLst>
              <a:ext uri="{FF2B5EF4-FFF2-40B4-BE49-F238E27FC236}">
                <a16:creationId xmlns:a16="http://schemas.microsoft.com/office/drawing/2014/main" id="{0C5A583B-7B10-4807-8D2C-B570A3983239}"/>
              </a:ext>
            </a:extLst>
          </p:cNvPr>
          <p:cNvSpPr>
            <a:spLocks noGrp="1"/>
          </p:cNvSpPr>
          <p:nvPr/>
        </p:nvSpPr>
        <p:spPr>
          <a:xfrm>
            <a:off x="28653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4850">
            <a:extLst>
              <a:ext uri="{FF2B5EF4-FFF2-40B4-BE49-F238E27FC236}">
                <a16:creationId xmlns:a16="http://schemas.microsoft.com/office/drawing/2014/main" id="{DC4308A8-DB20-4778-BA59-3AD48A473590}"/>
              </a:ext>
            </a:extLst>
          </p:cNvPr>
          <p:cNvSpPr>
            <a:spLocks noGrp="1"/>
          </p:cNvSpPr>
          <p:nvPr/>
        </p:nvSpPr>
        <p:spPr>
          <a:xfrm>
            <a:off x="26666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4851">
            <a:extLst>
              <a:ext uri="{FF2B5EF4-FFF2-40B4-BE49-F238E27FC236}">
                <a16:creationId xmlns:a16="http://schemas.microsoft.com/office/drawing/2014/main" id="{BE010C21-9DDF-42C2-B3DF-A3ACC1688435}"/>
              </a:ext>
            </a:extLst>
          </p:cNvPr>
          <p:cNvSpPr>
            <a:spLocks noGrp="1"/>
          </p:cNvSpPr>
          <p:nvPr/>
        </p:nvSpPr>
        <p:spPr>
          <a:xfrm>
            <a:off x="281390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4852">
            <a:extLst>
              <a:ext uri="{FF2B5EF4-FFF2-40B4-BE49-F238E27FC236}">
                <a16:creationId xmlns:a16="http://schemas.microsoft.com/office/drawing/2014/main" id="{EDD4F19F-EE8C-457A-AFE8-6CF27CC584CB}"/>
              </a:ext>
            </a:extLst>
          </p:cNvPr>
          <p:cNvSpPr>
            <a:spLocks noGrp="1"/>
          </p:cNvSpPr>
          <p:nvPr/>
        </p:nvSpPr>
        <p:spPr>
          <a:xfrm>
            <a:off x="2707552" y="47311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4853">
            <a:extLst>
              <a:ext uri="{FF2B5EF4-FFF2-40B4-BE49-F238E27FC236}">
                <a16:creationId xmlns:a16="http://schemas.microsoft.com/office/drawing/2014/main" id="{2D96E3E3-16C4-4CE8-BC07-B39F26C20EAD}"/>
              </a:ext>
            </a:extLst>
          </p:cNvPr>
          <p:cNvSpPr>
            <a:spLocks noGrp="1"/>
          </p:cNvSpPr>
          <p:nvPr/>
        </p:nvSpPr>
        <p:spPr>
          <a:xfrm>
            <a:off x="27986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4854">
            <a:extLst>
              <a:ext uri="{FF2B5EF4-FFF2-40B4-BE49-F238E27FC236}">
                <a16:creationId xmlns:a16="http://schemas.microsoft.com/office/drawing/2014/main" id="{2E7D9AB8-A0CE-46A7-AF98-E48DE4387541}"/>
              </a:ext>
            </a:extLst>
          </p:cNvPr>
          <p:cNvSpPr>
            <a:spLocks noGrp="1"/>
          </p:cNvSpPr>
          <p:nvPr/>
        </p:nvSpPr>
        <p:spPr>
          <a:xfrm>
            <a:off x="2913143" y="50716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4855">
            <a:extLst>
              <a:ext uri="{FF2B5EF4-FFF2-40B4-BE49-F238E27FC236}">
                <a16:creationId xmlns:a16="http://schemas.microsoft.com/office/drawing/2014/main" id="{BAAC1A94-F682-41E4-893C-677538C04275}"/>
              </a:ext>
            </a:extLst>
          </p:cNvPr>
          <p:cNvSpPr>
            <a:spLocks noGrp="1"/>
          </p:cNvSpPr>
          <p:nvPr/>
        </p:nvSpPr>
        <p:spPr>
          <a:xfrm>
            <a:off x="276509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4856">
            <a:extLst>
              <a:ext uri="{FF2B5EF4-FFF2-40B4-BE49-F238E27FC236}">
                <a16:creationId xmlns:a16="http://schemas.microsoft.com/office/drawing/2014/main" id="{BF75F3EE-71D8-4276-8F79-112053930596}"/>
              </a:ext>
            </a:extLst>
          </p:cNvPr>
          <p:cNvSpPr>
            <a:spLocks noGrp="1"/>
          </p:cNvSpPr>
          <p:nvPr/>
        </p:nvSpPr>
        <p:spPr>
          <a:xfrm>
            <a:off x="3000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4857">
            <a:extLst>
              <a:ext uri="{FF2B5EF4-FFF2-40B4-BE49-F238E27FC236}">
                <a16:creationId xmlns:a16="http://schemas.microsoft.com/office/drawing/2014/main" id="{3423ADED-4904-4C9A-98A0-0ACCE9056D0E}"/>
              </a:ext>
            </a:extLst>
          </p:cNvPr>
          <p:cNvSpPr>
            <a:spLocks noGrp="1"/>
          </p:cNvSpPr>
          <p:nvPr/>
        </p:nvSpPr>
        <p:spPr>
          <a:xfrm>
            <a:off x="2946767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4858">
            <a:extLst>
              <a:ext uri="{FF2B5EF4-FFF2-40B4-BE49-F238E27FC236}">
                <a16:creationId xmlns:a16="http://schemas.microsoft.com/office/drawing/2014/main" id="{E27902CB-1991-4D32-AE96-36B5257D2C99}"/>
              </a:ext>
            </a:extLst>
          </p:cNvPr>
          <p:cNvSpPr>
            <a:spLocks noGrp="1"/>
          </p:cNvSpPr>
          <p:nvPr/>
        </p:nvSpPr>
        <p:spPr>
          <a:xfrm>
            <a:off x="288130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4859">
            <a:extLst>
              <a:ext uri="{FF2B5EF4-FFF2-40B4-BE49-F238E27FC236}">
                <a16:creationId xmlns:a16="http://schemas.microsoft.com/office/drawing/2014/main" id="{98CDEB9B-2484-4366-AD28-1948431AD983}"/>
              </a:ext>
            </a:extLst>
          </p:cNvPr>
          <p:cNvSpPr>
            <a:spLocks noGrp="1"/>
          </p:cNvSpPr>
          <p:nvPr/>
        </p:nvSpPr>
        <p:spPr>
          <a:xfrm>
            <a:off x="30084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4860">
            <a:extLst>
              <a:ext uri="{FF2B5EF4-FFF2-40B4-BE49-F238E27FC236}">
                <a16:creationId xmlns:a16="http://schemas.microsoft.com/office/drawing/2014/main" id="{702DDB02-35E4-4D29-B35C-3A50C346521B}"/>
              </a:ext>
            </a:extLst>
          </p:cNvPr>
          <p:cNvSpPr>
            <a:spLocks noGrp="1"/>
          </p:cNvSpPr>
          <p:nvPr/>
        </p:nvSpPr>
        <p:spPr>
          <a:xfrm>
            <a:off x="296576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4861">
            <a:extLst>
              <a:ext uri="{FF2B5EF4-FFF2-40B4-BE49-F238E27FC236}">
                <a16:creationId xmlns:a16="http://schemas.microsoft.com/office/drawing/2014/main" id="{146E01F7-7495-4BA4-A625-86ECD92175C7}"/>
              </a:ext>
            </a:extLst>
          </p:cNvPr>
          <p:cNvSpPr>
            <a:spLocks noGrp="1"/>
          </p:cNvSpPr>
          <p:nvPr/>
        </p:nvSpPr>
        <p:spPr>
          <a:xfrm>
            <a:off x="2750077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4862">
            <a:extLst>
              <a:ext uri="{FF2B5EF4-FFF2-40B4-BE49-F238E27FC236}">
                <a16:creationId xmlns:a16="http://schemas.microsoft.com/office/drawing/2014/main" id="{C969F1F2-70CE-4325-A7DF-F8CD2136CB30}"/>
              </a:ext>
            </a:extLst>
          </p:cNvPr>
          <p:cNvSpPr>
            <a:spLocks noGrp="1"/>
          </p:cNvSpPr>
          <p:nvPr/>
        </p:nvSpPr>
        <p:spPr>
          <a:xfrm>
            <a:off x="2980482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4863">
            <a:extLst>
              <a:ext uri="{FF2B5EF4-FFF2-40B4-BE49-F238E27FC236}">
                <a16:creationId xmlns:a16="http://schemas.microsoft.com/office/drawing/2014/main" id="{6EB84E7C-57CE-4237-85DB-BD9E65A10F26}"/>
              </a:ext>
            </a:extLst>
          </p:cNvPr>
          <p:cNvSpPr>
            <a:spLocks noGrp="1"/>
          </p:cNvSpPr>
          <p:nvPr/>
        </p:nvSpPr>
        <p:spPr>
          <a:xfrm>
            <a:off x="28063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4864">
            <a:extLst>
              <a:ext uri="{FF2B5EF4-FFF2-40B4-BE49-F238E27FC236}">
                <a16:creationId xmlns:a16="http://schemas.microsoft.com/office/drawing/2014/main" id="{321EFBCE-3B70-49AB-B312-3AAC79B82729}"/>
              </a:ext>
            </a:extLst>
          </p:cNvPr>
          <p:cNvSpPr>
            <a:spLocks noGrp="1"/>
          </p:cNvSpPr>
          <p:nvPr/>
        </p:nvSpPr>
        <p:spPr>
          <a:xfrm>
            <a:off x="300994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4865">
            <a:extLst>
              <a:ext uri="{FF2B5EF4-FFF2-40B4-BE49-F238E27FC236}">
                <a16:creationId xmlns:a16="http://schemas.microsoft.com/office/drawing/2014/main" id="{044F3612-3FFE-480E-B786-B28A00341DE9}"/>
              </a:ext>
            </a:extLst>
          </p:cNvPr>
          <p:cNvSpPr>
            <a:spLocks noGrp="1"/>
          </p:cNvSpPr>
          <p:nvPr/>
        </p:nvSpPr>
        <p:spPr>
          <a:xfrm>
            <a:off x="2934859" y="51530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4866">
            <a:extLst>
              <a:ext uri="{FF2B5EF4-FFF2-40B4-BE49-F238E27FC236}">
                <a16:creationId xmlns:a16="http://schemas.microsoft.com/office/drawing/2014/main" id="{50C0DAE2-DB06-436B-8505-28D1CC1C35DB}"/>
              </a:ext>
            </a:extLst>
          </p:cNvPr>
          <p:cNvSpPr>
            <a:spLocks noGrp="1"/>
          </p:cNvSpPr>
          <p:nvPr/>
        </p:nvSpPr>
        <p:spPr>
          <a:xfrm>
            <a:off x="26759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4867">
            <a:extLst>
              <a:ext uri="{FF2B5EF4-FFF2-40B4-BE49-F238E27FC236}">
                <a16:creationId xmlns:a16="http://schemas.microsoft.com/office/drawing/2014/main" id="{C6F5CA78-40E5-4C41-9056-B7588F4F8F83}"/>
              </a:ext>
            </a:extLst>
          </p:cNvPr>
          <p:cNvSpPr>
            <a:spLocks noGrp="1"/>
          </p:cNvSpPr>
          <p:nvPr/>
        </p:nvSpPr>
        <p:spPr>
          <a:xfrm>
            <a:off x="3007731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4868">
            <a:extLst>
              <a:ext uri="{FF2B5EF4-FFF2-40B4-BE49-F238E27FC236}">
                <a16:creationId xmlns:a16="http://schemas.microsoft.com/office/drawing/2014/main" id="{1AF2430C-2566-4469-A8D3-BB8FDA901E4A}"/>
              </a:ext>
            </a:extLst>
          </p:cNvPr>
          <p:cNvSpPr>
            <a:spLocks noGrp="1"/>
          </p:cNvSpPr>
          <p:nvPr/>
        </p:nvSpPr>
        <p:spPr>
          <a:xfrm>
            <a:off x="304800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4869">
            <a:extLst>
              <a:ext uri="{FF2B5EF4-FFF2-40B4-BE49-F238E27FC236}">
                <a16:creationId xmlns:a16="http://schemas.microsoft.com/office/drawing/2014/main" id="{7DD2C253-286E-44DB-B4BF-E98185519C29}"/>
              </a:ext>
            </a:extLst>
          </p:cNvPr>
          <p:cNvSpPr>
            <a:spLocks noGrp="1"/>
          </p:cNvSpPr>
          <p:nvPr/>
        </p:nvSpPr>
        <p:spPr>
          <a:xfrm>
            <a:off x="298831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4870">
            <a:extLst>
              <a:ext uri="{FF2B5EF4-FFF2-40B4-BE49-F238E27FC236}">
                <a16:creationId xmlns:a16="http://schemas.microsoft.com/office/drawing/2014/main" id="{B98CAD79-3036-4C00-8EE4-24F6E487CBBF}"/>
              </a:ext>
            </a:extLst>
          </p:cNvPr>
          <p:cNvSpPr>
            <a:spLocks noGrp="1"/>
          </p:cNvSpPr>
          <p:nvPr/>
        </p:nvSpPr>
        <p:spPr>
          <a:xfrm>
            <a:off x="2889479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4871">
            <a:extLst>
              <a:ext uri="{FF2B5EF4-FFF2-40B4-BE49-F238E27FC236}">
                <a16:creationId xmlns:a16="http://schemas.microsoft.com/office/drawing/2014/main" id="{BE6912AA-951C-478C-A386-E00E9F7F7099}"/>
              </a:ext>
            </a:extLst>
          </p:cNvPr>
          <p:cNvSpPr>
            <a:spLocks noGrp="1"/>
          </p:cNvSpPr>
          <p:nvPr/>
        </p:nvSpPr>
        <p:spPr>
          <a:xfrm>
            <a:off x="277265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4872">
            <a:extLst>
              <a:ext uri="{FF2B5EF4-FFF2-40B4-BE49-F238E27FC236}">
                <a16:creationId xmlns:a16="http://schemas.microsoft.com/office/drawing/2014/main" id="{5527F461-E9C1-4DEF-BF36-A54BDFB80EE1}"/>
              </a:ext>
            </a:extLst>
          </p:cNvPr>
          <p:cNvSpPr>
            <a:spLocks noGrp="1"/>
          </p:cNvSpPr>
          <p:nvPr/>
        </p:nvSpPr>
        <p:spPr>
          <a:xfrm>
            <a:off x="266909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4873">
            <a:extLst>
              <a:ext uri="{FF2B5EF4-FFF2-40B4-BE49-F238E27FC236}">
                <a16:creationId xmlns:a16="http://schemas.microsoft.com/office/drawing/2014/main" id="{DB6BA8C5-C723-4712-9011-BF62055ED356}"/>
              </a:ext>
            </a:extLst>
          </p:cNvPr>
          <p:cNvSpPr>
            <a:spLocks noGrp="1"/>
          </p:cNvSpPr>
          <p:nvPr/>
        </p:nvSpPr>
        <p:spPr>
          <a:xfrm>
            <a:off x="3027684" y="52855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4874">
            <a:extLst>
              <a:ext uri="{FF2B5EF4-FFF2-40B4-BE49-F238E27FC236}">
                <a16:creationId xmlns:a16="http://schemas.microsoft.com/office/drawing/2014/main" id="{CB6FD704-304A-47ED-A0D1-FFDE18EF47D5}"/>
              </a:ext>
            </a:extLst>
          </p:cNvPr>
          <p:cNvSpPr>
            <a:spLocks noGrp="1"/>
          </p:cNvSpPr>
          <p:nvPr/>
        </p:nvSpPr>
        <p:spPr>
          <a:xfrm>
            <a:off x="30835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4875">
            <a:extLst>
              <a:ext uri="{FF2B5EF4-FFF2-40B4-BE49-F238E27FC236}">
                <a16:creationId xmlns:a16="http://schemas.microsoft.com/office/drawing/2014/main" id="{AAC833FC-D9B6-40A8-B5F8-FBF55A3F0EFA}"/>
              </a:ext>
            </a:extLst>
          </p:cNvPr>
          <p:cNvSpPr>
            <a:spLocks noGrp="1"/>
          </p:cNvSpPr>
          <p:nvPr/>
        </p:nvSpPr>
        <p:spPr>
          <a:xfrm>
            <a:off x="3019607" y="5025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4876">
            <a:extLst>
              <a:ext uri="{FF2B5EF4-FFF2-40B4-BE49-F238E27FC236}">
                <a16:creationId xmlns:a16="http://schemas.microsoft.com/office/drawing/2014/main" id="{C110B6E0-DAB8-43D1-BD74-22D620813EF9}"/>
              </a:ext>
            </a:extLst>
          </p:cNvPr>
          <p:cNvSpPr>
            <a:spLocks noGrp="1"/>
          </p:cNvSpPr>
          <p:nvPr/>
        </p:nvSpPr>
        <p:spPr>
          <a:xfrm>
            <a:off x="2774376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4877">
            <a:extLst>
              <a:ext uri="{FF2B5EF4-FFF2-40B4-BE49-F238E27FC236}">
                <a16:creationId xmlns:a16="http://schemas.microsoft.com/office/drawing/2014/main" id="{77665EF9-40C1-4308-AC3A-2E5BA2EEE7C4}"/>
              </a:ext>
            </a:extLst>
          </p:cNvPr>
          <p:cNvSpPr>
            <a:spLocks noGrp="1"/>
          </p:cNvSpPr>
          <p:nvPr/>
        </p:nvSpPr>
        <p:spPr>
          <a:xfrm>
            <a:off x="2948317" y="4487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4878">
            <a:extLst>
              <a:ext uri="{FF2B5EF4-FFF2-40B4-BE49-F238E27FC236}">
                <a16:creationId xmlns:a16="http://schemas.microsoft.com/office/drawing/2014/main" id="{8F504442-D937-4BBE-932B-C18E0B35A44C}"/>
              </a:ext>
            </a:extLst>
          </p:cNvPr>
          <p:cNvSpPr>
            <a:spLocks noGrp="1"/>
          </p:cNvSpPr>
          <p:nvPr/>
        </p:nvSpPr>
        <p:spPr>
          <a:xfrm>
            <a:off x="27031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4879">
            <a:extLst>
              <a:ext uri="{FF2B5EF4-FFF2-40B4-BE49-F238E27FC236}">
                <a16:creationId xmlns:a16="http://schemas.microsoft.com/office/drawing/2014/main" id="{7A939FE4-6D23-461B-9C49-1335B73B9AC3}"/>
              </a:ext>
            </a:extLst>
          </p:cNvPr>
          <p:cNvSpPr>
            <a:spLocks noGrp="1"/>
          </p:cNvSpPr>
          <p:nvPr/>
        </p:nvSpPr>
        <p:spPr>
          <a:xfrm>
            <a:off x="2954314" y="44001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4880">
            <a:extLst>
              <a:ext uri="{FF2B5EF4-FFF2-40B4-BE49-F238E27FC236}">
                <a16:creationId xmlns:a16="http://schemas.microsoft.com/office/drawing/2014/main" id="{8F605CF6-DA05-4F7A-9A5B-9935E3FFE80D}"/>
              </a:ext>
            </a:extLst>
          </p:cNvPr>
          <p:cNvSpPr>
            <a:spLocks noGrp="1"/>
          </p:cNvSpPr>
          <p:nvPr/>
        </p:nvSpPr>
        <p:spPr>
          <a:xfrm>
            <a:off x="2971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4881">
            <a:extLst>
              <a:ext uri="{FF2B5EF4-FFF2-40B4-BE49-F238E27FC236}">
                <a16:creationId xmlns:a16="http://schemas.microsoft.com/office/drawing/2014/main" id="{05A6AE17-FA7F-472E-8E50-A51B5B3160C3}"/>
              </a:ext>
            </a:extLst>
          </p:cNvPr>
          <p:cNvSpPr>
            <a:spLocks noGrp="1"/>
          </p:cNvSpPr>
          <p:nvPr/>
        </p:nvSpPr>
        <p:spPr>
          <a:xfrm>
            <a:off x="2860595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4882">
            <a:extLst>
              <a:ext uri="{FF2B5EF4-FFF2-40B4-BE49-F238E27FC236}">
                <a16:creationId xmlns:a16="http://schemas.microsoft.com/office/drawing/2014/main" id="{817614D4-1FBD-40B0-A2FE-1301B61DB428}"/>
              </a:ext>
            </a:extLst>
          </p:cNvPr>
          <p:cNvSpPr>
            <a:spLocks noGrp="1"/>
          </p:cNvSpPr>
          <p:nvPr/>
        </p:nvSpPr>
        <p:spPr>
          <a:xfrm>
            <a:off x="297213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4883">
            <a:extLst>
              <a:ext uri="{FF2B5EF4-FFF2-40B4-BE49-F238E27FC236}">
                <a16:creationId xmlns:a16="http://schemas.microsoft.com/office/drawing/2014/main" id="{20C7D8AA-6EBB-41AF-96FB-CBA119EEFC01}"/>
              </a:ext>
            </a:extLst>
          </p:cNvPr>
          <p:cNvSpPr>
            <a:spLocks noGrp="1"/>
          </p:cNvSpPr>
          <p:nvPr/>
        </p:nvSpPr>
        <p:spPr>
          <a:xfrm>
            <a:off x="3039720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4884">
            <a:extLst>
              <a:ext uri="{FF2B5EF4-FFF2-40B4-BE49-F238E27FC236}">
                <a16:creationId xmlns:a16="http://schemas.microsoft.com/office/drawing/2014/main" id="{15BFC046-BA7C-4C53-8296-17DDFCCCAC87}"/>
              </a:ext>
            </a:extLst>
          </p:cNvPr>
          <p:cNvSpPr>
            <a:spLocks noGrp="1"/>
          </p:cNvSpPr>
          <p:nvPr/>
        </p:nvSpPr>
        <p:spPr>
          <a:xfrm>
            <a:off x="3080912" y="4877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4885">
            <a:extLst>
              <a:ext uri="{FF2B5EF4-FFF2-40B4-BE49-F238E27FC236}">
                <a16:creationId xmlns:a16="http://schemas.microsoft.com/office/drawing/2014/main" id="{BF78F68B-E76A-4494-A517-086DD338587C}"/>
              </a:ext>
            </a:extLst>
          </p:cNvPr>
          <p:cNvSpPr>
            <a:spLocks noGrp="1"/>
          </p:cNvSpPr>
          <p:nvPr/>
        </p:nvSpPr>
        <p:spPr>
          <a:xfrm>
            <a:off x="314607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4886">
            <a:extLst>
              <a:ext uri="{FF2B5EF4-FFF2-40B4-BE49-F238E27FC236}">
                <a16:creationId xmlns:a16="http://schemas.microsoft.com/office/drawing/2014/main" id="{3E550967-7243-433B-9E43-F52191449F78}"/>
              </a:ext>
            </a:extLst>
          </p:cNvPr>
          <p:cNvSpPr>
            <a:spLocks noGrp="1"/>
          </p:cNvSpPr>
          <p:nvPr/>
        </p:nvSpPr>
        <p:spPr>
          <a:xfrm>
            <a:off x="2671090" y="4300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4887">
            <a:extLst>
              <a:ext uri="{FF2B5EF4-FFF2-40B4-BE49-F238E27FC236}">
                <a16:creationId xmlns:a16="http://schemas.microsoft.com/office/drawing/2014/main" id="{85C92D48-A840-4E82-BC35-18B2383EC761}"/>
              </a:ext>
            </a:extLst>
          </p:cNvPr>
          <p:cNvSpPr>
            <a:spLocks noGrp="1"/>
          </p:cNvSpPr>
          <p:nvPr/>
        </p:nvSpPr>
        <p:spPr>
          <a:xfrm>
            <a:off x="294882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4888">
            <a:extLst>
              <a:ext uri="{FF2B5EF4-FFF2-40B4-BE49-F238E27FC236}">
                <a16:creationId xmlns:a16="http://schemas.microsoft.com/office/drawing/2014/main" id="{990986EA-28E0-437B-91DD-C69D48493C9F}"/>
              </a:ext>
            </a:extLst>
          </p:cNvPr>
          <p:cNvSpPr>
            <a:spLocks noGrp="1"/>
          </p:cNvSpPr>
          <p:nvPr/>
        </p:nvSpPr>
        <p:spPr>
          <a:xfrm>
            <a:off x="2816749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4889">
            <a:extLst>
              <a:ext uri="{FF2B5EF4-FFF2-40B4-BE49-F238E27FC236}">
                <a16:creationId xmlns:a16="http://schemas.microsoft.com/office/drawing/2014/main" id="{9AF26C32-A0E9-4E0D-9772-58D3C8CB301F}"/>
              </a:ext>
            </a:extLst>
          </p:cNvPr>
          <p:cNvSpPr>
            <a:spLocks noGrp="1"/>
          </p:cNvSpPr>
          <p:nvPr/>
        </p:nvSpPr>
        <p:spPr>
          <a:xfrm>
            <a:off x="2948783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4890">
            <a:extLst>
              <a:ext uri="{FF2B5EF4-FFF2-40B4-BE49-F238E27FC236}">
                <a16:creationId xmlns:a16="http://schemas.microsoft.com/office/drawing/2014/main" id="{C4D4FD64-519E-4867-9055-3BF1E4330AC5}"/>
              </a:ext>
            </a:extLst>
          </p:cNvPr>
          <p:cNvSpPr>
            <a:spLocks noGrp="1"/>
          </p:cNvSpPr>
          <p:nvPr/>
        </p:nvSpPr>
        <p:spPr>
          <a:xfrm>
            <a:off x="3068484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4891">
            <a:extLst>
              <a:ext uri="{FF2B5EF4-FFF2-40B4-BE49-F238E27FC236}">
                <a16:creationId xmlns:a16="http://schemas.microsoft.com/office/drawing/2014/main" id="{4EB1AC38-1F41-4065-B115-254FAF34B456}"/>
              </a:ext>
            </a:extLst>
          </p:cNvPr>
          <p:cNvSpPr>
            <a:spLocks noGrp="1"/>
          </p:cNvSpPr>
          <p:nvPr/>
        </p:nvSpPr>
        <p:spPr>
          <a:xfrm>
            <a:off x="307716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4892">
            <a:extLst>
              <a:ext uri="{FF2B5EF4-FFF2-40B4-BE49-F238E27FC236}">
                <a16:creationId xmlns:a16="http://schemas.microsoft.com/office/drawing/2014/main" id="{CF151823-B151-4056-8201-484E55314A7C}"/>
              </a:ext>
            </a:extLst>
          </p:cNvPr>
          <p:cNvSpPr>
            <a:spLocks noGrp="1"/>
          </p:cNvSpPr>
          <p:nvPr/>
        </p:nvSpPr>
        <p:spPr>
          <a:xfrm>
            <a:off x="269730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4893">
            <a:extLst>
              <a:ext uri="{FF2B5EF4-FFF2-40B4-BE49-F238E27FC236}">
                <a16:creationId xmlns:a16="http://schemas.microsoft.com/office/drawing/2014/main" id="{0F24A879-22CD-4E07-B87B-273D1BE831C5}"/>
              </a:ext>
            </a:extLst>
          </p:cNvPr>
          <p:cNvSpPr>
            <a:spLocks noGrp="1"/>
          </p:cNvSpPr>
          <p:nvPr/>
        </p:nvSpPr>
        <p:spPr>
          <a:xfrm>
            <a:off x="2719013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4894">
            <a:extLst>
              <a:ext uri="{FF2B5EF4-FFF2-40B4-BE49-F238E27FC236}">
                <a16:creationId xmlns:a16="http://schemas.microsoft.com/office/drawing/2014/main" id="{E3FA1112-819A-43FE-A24D-BF41FFE2F115}"/>
              </a:ext>
            </a:extLst>
          </p:cNvPr>
          <p:cNvSpPr>
            <a:spLocks noGrp="1"/>
          </p:cNvSpPr>
          <p:nvPr/>
        </p:nvSpPr>
        <p:spPr>
          <a:xfrm>
            <a:off x="2718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4895">
            <a:extLst>
              <a:ext uri="{FF2B5EF4-FFF2-40B4-BE49-F238E27FC236}">
                <a16:creationId xmlns:a16="http://schemas.microsoft.com/office/drawing/2014/main" id="{E49C7F8A-0D20-411F-9C6E-98E0A146027F}"/>
              </a:ext>
            </a:extLst>
          </p:cNvPr>
          <p:cNvSpPr>
            <a:spLocks noGrp="1"/>
          </p:cNvSpPr>
          <p:nvPr/>
        </p:nvSpPr>
        <p:spPr>
          <a:xfrm>
            <a:off x="2991577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4896">
            <a:extLst>
              <a:ext uri="{FF2B5EF4-FFF2-40B4-BE49-F238E27FC236}">
                <a16:creationId xmlns:a16="http://schemas.microsoft.com/office/drawing/2014/main" id="{3FCC1D0D-D7A8-44F7-9428-A2D959B87ADE}"/>
              </a:ext>
            </a:extLst>
          </p:cNvPr>
          <p:cNvSpPr>
            <a:spLocks noGrp="1"/>
          </p:cNvSpPr>
          <p:nvPr/>
        </p:nvSpPr>
        <p:spPr>
          <a:xfrm>
            <a:off x="2692391" y="49879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4897">
            <a:extLst>
              <a:ext uri="{FF2B5EF4-FFF2-40B4-BE49-F238E27FC236}">
                <a16:creationId xmlns:a16="http://schemas.microsoft.com/office/drawing/2014/main" id="{6F2214B1-7AB8-4DAF-9A4C-4B4F8D324FBE}"/>
              </a:ext>
            </a:extLst>
          </p:cNvPr>
          <p:cNvSpPr>
            <a:spLocks noGrp="1"/>
          </p:cNvSpPr>
          <p:nvPr/>
        </p:nvSpPr>
        <p:spPr>
          <a:xfrm>
            <a:off x="2997435" y="4706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4898">
            <a:extLst>
              <a:ext uri="{FF2B5EF4-FFF2-40B4-BE49-F238E27FC236}">
                <a16:creationId xmlns:a16="http://schemas.microsoft.com/office/drawing/2014/main" id="{C54F46F1-0AA8-47D4-837C-D72087DB8DD3}"/>
              </a:ext>
            </a:extLst>
          </p:cNvPr>
          <p:cNvSpPr>
            <a:spLocks noGrp="1"/>
          </p:cNvSpPr>
          <p:nvPr/>
        </p:nvSpPr>
        <p:spPr>
          <a:xfrm>
            <a:off x="28715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4899">
            <a:extLst>
              <a:ext uri="{FF2B5EF4-FFF2-40B4-BE49-F238E27FC236}">
                <a16:creationId xmlns:a16="http://schemas.microsoft.com/office/drawing/2014/main" id="{1AC84639-1242-4DF7-A6F9-F887DD8048D3}"/>
              </a:ext>
            </a:extLst>
          </p:cNvPr>
          <p:cNvSpPr>
            <a:spLocks noGrp="1"/>
          </p:cNvSpPr>
          <p:nvPr/>
        </p:nvSpPr>
        <p:spPr>
          <a:xfrm>
            <a:off x="2827465" y="47617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4900">
            <a:extLst>
              <a:ext uri="{FF2B5EF4-FFF2-40B4-BE49-F238E27FC236}">
                <a16:creationId xmlns:a16="http://schemas.microsoft.com/office/drawing/2014/main" id="{F56CACDE-098E-4076-B4E5-4A9537516F0E}"/>
              </a:ext>
            </a:extLst>
          </p:cNvPr>
          <p:cNvSpPr>
            <a:spLocks noGrp="1"/>
          </p:cNvSpPr>
          <p:nvPr/>
        </p:nvSpPr>
        <p:spPr>
          <a:xfrm>
            <a:off x="2714002" y="5076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4901">
            <a:extLst>
              <a:ext uri="{FF2B5EF4-FFF2-40B4-BE49-F238E27FC236}">
                <a16:creationId xmlns:a16="http://schemas.microsoft.com/office/drawing/2014/main" id="{6B20DACF-1EBA-47F7-BB1A-AA0CB4A2F141}"/>
              </a:ext>
            </a:extLst>
          </p:cNvPr>
          <p:cNvSpPr>
            <a:spLocks noGrp="1"/>
          </p:cNvSpPr>
          <p:nvPr/>
        </p:nvSpPr>
        <p:spPr>
          <a:xfrm>
            <a:off x="28747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4902">
            <a:extLst>
              <a:ext uri="{FF2B5EF4-FFF2-40B4-BE49-F238E27FC236}">
                <a16:creationId xmlns:a16="http://schemas.microsoft.com/office/drawing/2014/main" id="{CD3F8019-27B4-4C31-9088-6FA167E3AD3F}"/>
              </a:ext>
            </a:extLst>
          </p:cNvPr>
          <p:cNvSpPr>
            <a:spLocks noGrp="1"/>
          </p:cNvSpPr>
          <p:nvPr/>
        </p:nvSpPr>
        <p:spPr>
          <a:xfrm>
            <a:off x="2786452" y="521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4903">
            <a:extLst>
              <a:ext uri="{FF2B5EF4-FFF2-40B4-BE49-F238E27FC236}">
                <a16:creationId xmlns:a16="http://schemas.microsoft.com/office/drawing/2014/main" id="{3AFF2CC6-2276-4B10-85E9-F8ECC132CF57}"/>
              </a:ext>
            </a:extLst>
          </p:cNvPr>
          <p:cNvSpPr>
            <a:spLocks noGrp="1"/>
          </p:cNvSpPr>
          <p:nvPr/>
        </p:nvSpPr>
        <p:spPr>
          <a:xfrm>
            <a:off x="3110406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4904">
            <a:extLst>
              <a:ext uri="{FF2B5EF4-FFF2-40B4-BE49-F238E27FC236}">
                <a16:creationId xmlns:a16="http://schemas.microsoft.com/office/drawing/2014/main" id="{98F679E2-03C4-42D9-8E59-0AAB5AB2E394}"/>
              </a:ext>
            </a:extLst>
          </p:cNvPr>
          <p:cNvSpPr>
            <a:spLocks noGrp="1"/>
          </p:cNvSpPr>
          <p:nvPr/>
        </p:nvSpPr>
        <p:spPr>
          <a:xfrm>
            <a:off x="304729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4905">
            <a:extLst>
              <a:ext uri="{FF2B5EF4-FFF2-40B4-BE49-F238E27FC236}">
                <a16:creationId xmlns:a16="http://schemas.microsoft.com/office/drawing/2014/main" id="{864B0137-A54E-4294-AA6F-D72A62527E0A}"/>
              </a:ext>
            </a:extLst>
          </p:cNvPr>
          <p:cNvSpPr>
            <a:spLocks noGrp="1"/>
          </p:cNvSpPr>
          <p:nvPr/>
        </p:nvSpPr>
        <p:spPr>
          <a:xfrm>
            <a:off x="294353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4906">
            <a:extLst>
              <a:ext uri="{FF2B5EF4-FFF2-40B4-BE49-F238E27FC236}">
                <a16:creationId xmlns:a16="http://schemas.microsoft.com/office/drawing/2014/main" id="{490A1488-92BC-4A43-9560-52379589C123}"/>
              </a:ext>
            </a:extLst>
          </p:cNvPr>
          <p:cNvSpPr>
            <a:spLocks noGrp="1"/>
          </p:cNvSpPr>
          <p:nvPr/>
        </p:nvSpPr>
        <p:spPr>
          <a:xfrm>
            <a:off x="27142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4907">
            <a:extLst>
              <a:ext uri="{FF2B5EF4-FFF2-40B4-BE49-F238E27FC236}">
                <a16:creationId xmlns:a16="http://schemas.microsoft.com/office/drawing/2014/main" id="{64D87217-F72F-45D7-86CA-23939B2699CA}"/>
              </a:ext>
            </a:extLst>
          </p:cNvPr>
          <p:cNvSpPr>
            <a:spLocks noGrp="1"/>
          </p:cNvSpPr>
          <p:nvPr/>
        </p:nvSpPr>
        <p:spPr>
          <a:xfrm>
            <a:off x="2807044" y="50989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4908">
            <a:extLst>
              <a:ext uri="{FF2B5EF4-FFF2-40B4-BE49-F238E27FC236}">
                <a16:creationId xmlns:a16="http://schemas.microsoft.com/office/drawing/2014/main" id="{1CEE3AD7-6E85-4779-B460-93FEE921998A}"/>
              </a:ext>
            </a:extLst>
          </p:cNvPr>
          <p:cNvSpPr>
            <a:spLocks noGrp="1"/>
          </p:cNvSpPr>
          <p:nvPr/>
        </p:nvSpPr>
        <p:spPr>
          <a:xfrm>
            <a:off x="277734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4909">
            <a:extLst>
              <a:ext uri="{FF2B5EF4-FFF2-40B4-BE49-F238E27FC236}">
                <a16:creationId xmlns:a16="http://schemas.microsoft.com/office/drawing/2014/main" id="{B0C18B85-D4E7-4143-8594-BBFD892A0398}"/>
              </a:ext>
            </a:extLst>
          </p:cNvPr>
          <p:cNvSpPr>
            <a:spLocks noGrp="1"/>
          </p:cNvSpPr>
          <p:nvPr/>
        </p:nvSpPr>
        <p:spPr>
          <a:xfrm>
            <a:off x="2987603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4910">
            <a:extLst>
              <a:ext uri="{FF2B5EF4-FFF2-40B4-BE49-F238E27FC236}">
                <a16:creationId xmlns:a16="http://schemas.microsoft.com/office/drawing/2014/main" id="{E98A59BA-B87A-4CF2-B839-D92F42AC782B}"/>
              </a:ext>
            </a:extLst>
          </p:cNvPr>
          <p:cNvSpPr>
            <a:spLocks noGrp="1"/>
          </p:cNvSpPr>
          <p:nvPr/>
        </p:nvSpPr>
        <p:spPr>
          <a:xfrm>
            <a:off x="380476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4911">
            <a:extLst>
              <a:ext uri="{FF2B5EF4-FFF2-40B4-BE49-F238E27FC236}">
                <a16:creationId xmlns:a16="http://schemas.microsoft.com/office/drawing/2014/main" id="{29A15A85-D016-40EF-A7E4-E0CE11F9AD62}"/>
              </a:ext>
            </a:extLst>
          </p:cNvPr>
          <p:cNvSpPr>
            <a:spLocks noGrp="1"/>
          </p:cNvSpPr>
          <p:nvPr/>
        </p:nvSpPr>
        <p:spPr>
          <a:xfrm>
            <a:off x="35240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4912">
            <a:extLst>
              <a:ext uri="{FF2B5EF4-FFF2-40B4-BE49-F238E27FC236}">
                <a16:creationId xmlns:a16="http://schemas.microsoft.com/office/drawing/2014/main" id="{6AD3BA72-A796-40D9-AF2B-64AE2B075016}"/>
              </a:ext>
            </a:extLst>
          </p:cNvPr>
          <p:cNvSpPr>
            <a:spLocks noGrp="1"/>
          </p:cNvSpPr>
          <p:nvPr/>
        </p:nvSpPr>
        <p:spPr>
          <a:xfrm>
            <a:off x="391734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913">
            <a:extLst>
              <a:ext uri="{FF2B5EF4-FFF2-40B4-BE49-F238E27FC236}">
                <a16:creationId xmlns:a16="http://schemas.microsoft.com/office/drawing/2014/main" id="{74AC488A-8495-4E5D-863B-9B4FB214D9E0}"/>
              </a:ext>
            </a:extLst>
          </p:cNvPr>
          <p:cNvSpPr>
            <a:spLocks noGrp="1"/>
          </p:cNvSpPr>
          <p:nvPr/>
        </p:nvSpPr>
        <p:spPr>
          <a:xfrm>
            <a:off x="3528206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914">
            <a:extLst>
              <a:ext uri="{FF2B5EF4-FFF2-40B4-BE49-F238E27FC236}">
                <a16:creationId xmlns:a16="http://schemas.microsoft.com/office/drawing/2014/main" id="{D3265BB6-9957-4B48-9901-9CB11E6CD93F}"/>
              </a:ext>
            </a:extLst>
          </p:cNvPr>
          <p:cNvSpPr>
            <a:spLocks noGrp="1"/>
          </p:cNvSpPr>
          <p:nvPr/>
        </p:nvSpPr>
        <p:spPr>
          <a:xfrm>
            <a:off x="3771898" y="4467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915">
            <a:extLst>
              <a:ext uri="{FF2B5EF4-FFF2-40B4-BE49-F238E27FC236}">
                <a16:creationId xmlns:a16="http://schemas.microsoft.com/office/drawing/2014/main" id="{757F9DE4-2289-4B77-965F-07CB287BD93E}"/>
              </a:ext>
            </a:extLst>
          </p:cNvPr>
          <p:cNvSpPr>
            <a:spLocks noGrp="1"/>
          </p:cNvSpPr>
          <p:nvPr/>
        </p:nvSpPr>
        <p:spPr>
          <a:xfrm>
            <a:off x="377727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916">
            <a:extLst>
              <a:ext uri="{FF2B5EF4-FFF2-40B4-BE49-F238E27FC236}">
                <a16:creationId xmlns:a16="http://schemas.microsoft.com/office/drawing/2014/main" id="{BA2B4F8B-41AA-4FB1-9F35-D2F4A73FC4F5}"/>
              </a:ext>
            </a:extLst>
          </p:cNvPr>
          <p:cNvSpPr>
            <a:spLocks noGrp="1"/>
          </p:cNvSpPr>
          <p:nvPr/>
        </p:nvSpPr>
        <p:spPr>
          <a:xfrm>
            <a:off x="39777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917">
            <a:extLst>
              <a:ext uri="{FF2B5EF4-FFF2-40B4-BE49-F238E27FC236}">
                <a16:creationId xmlns:a16="http://schemas.microsoft.com/office/drawing/2014/main" id="{67DDBBD6-CB8D-48F2-97B8-0B664719A235}"/>
              </a:ext>
            </a:extLst>
          </p:cNvPr>
          <p:cNvSpPr>
            <a:spLocks noGrp="1"/>
          </p:cNvSpPr>
          <p:nvPr/>
        </p:nvSpPr>
        <p:spPr>
          <a:xfrm>
            <a:off x="37610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918">
            <a:extLst>
              <a:ext uri="{FF2B5EF4-FFF2-40B4-BE49-F238E27FC236}">
                <a16:creationId xmlns:a16="http://schemas.microsoft.com/office/drawing/2014/main" id="{F5AB6378-E5EC-45F3-AA9D-517DF4517441}"/>
              </a:ext>
            </a:extLst>
          </p:cNvPr>
          <p:cNvSpPr>
            <a:spLocks noGrp="1"/>
          </p:cNvSpPr>
          <p:nvPr/>
        </p:nvSpPr>
        <p:spPr>
          <a:xfrm>
            <a:off x="3757845" y="53806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919">
            <a:extLst>
              <a:ext uri="{FF2B5EF4-FFF2-40B4-BE49-F238E27FC236}">
                <a16:creationId xmlns:a16="http://schemas.microsoft.com/office/drawing/2014/main" id="{42342F2D-09FE-4979-A144-FED74C26CB68}"/>
              </a:ext>
            </a:extLst>
          </p:cNvPr>
          <p:cNvSpPr>
            <a:spLocks noGrp="1"/>
          </p:cNvSpPr>
          <p:nvPr/>
        </p:nvSpPr>
        <p:spPr>
          <a:xfrm>
            <a:off x="37576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920">
            <a:extLst>
              <a:ext uri="{FF2B5EF4-FFF2-40B4-BE49-F238E27FC236}">
                <a16:creationId xmlns:a16="http://schemas.microsoft.com/office/drawing/2014/main" id="{701EA73E-8740-4AF4-9D8B-F23E85649EC2}"/>
              </a:ext>
            </a:extLst>
          </p:cNvPr>
          <p:cNvSpPr>
            <a:spLocks noGrp="1"/>
          </p:cNvSpPr>
          <p:nvPr/>
        </p:nvSpPr>
        <p:spPr>
          <a:xfrm>
            <a:off x="3641507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921">
            <a:extLst>
              <a:ext uri="{FF2B5EF4-FFF2-40B4-BE49-F238E27FC236}">
                <a16:creationId xmlns:a16="http://schemas.microsoft.com/office/drawing/2014/main" id="{0AE3CAF8-22B4-4A02-9043-FCF2646DA145}"/>
              </a:ext>
            </a:extLst>
          </p:cNvPr>
          <p:cNvSpPr>
            <a:spLocks noGrp="1"/>
          </p:cNvSpPr>
          <p:nvPr/>
        </p:nvSpPr>
        <p:spPr>
          <a:xfrm>
            <a:off x="34943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922">
            <a:extLst>
              <a:ext uri="{FF2B5EF4-FFF2-40B4-BE49-F238E27FC236}">
                <a16:creationId xmlns:a16="http://schemas.microsoft.com/office/drawing/2014/main" id="{148EB4B1-7F1C-48A9-9C88-D6FDD8BF7A1F}"/>
              </a:ext>
            </a:extLst>
          </p:cNvPr>
          <p:cNvSpPr>
            <a:spLocks noGrp="1"/>
          </p:cNvSpPr>
          <p:nvPr/>
        </p:nvSpPr>
        <p:spPr>
          <a:xfrm>
            <a:off x="3907939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923">
            <a:extLst>
              <a:ext uri="{FF2B5EF4-FFF2-40B4-BE49-F238E27FC236}">
                <a16:creationId xmlns:a16="http://schemas.microsoft.com/office/drawing/2014/main" id="{B11EA61A-EB01-456E-9534-AE9FA967DF12}"/>
              </a:ext>
            </a:extLst>
          </p:cNvPr>
          <p:cNvSpPr>
            <a:spLocks noGrp="1"/>
          </p:cNvSpPr>
          <p:nvPr/>
        </p:nvSpPr>
        <p:spPr>
          <a:xfrm>
            <a:off x="3466022" y="42106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924">
            <a:extLst>
              <a:ext uri="{FF2B5EF4-FFF2-40B4-BE49-F238E27FC236}">
                <a16:creationId xmlns:a16="http://schemas.microsoft.com/office/drawing/2014/main" id="{A1F11719-7B82-4D89-9775-B6D9FF3AF312}"/>
              </a:ext>
            </a:extLst>
          </p:cNvPr>
          <p:cNvSpPr>
            <a:spLocks noGrp="1"/>
          </p:cNvSpPr>
          <p:nvPr/>
        </p:nvSpPr>
        <p:spPr>
          <a:xfrm>
            <a:off x="3974110" y="52666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925">
            <a:extLst>
              <a:ext uri="{FF2B5EF4-FFF2-40B4-BE49-F238E27FC236}">
                <a16:creationId xmlns:a16="http://schemas.microsoft.com/office/drawing/2014/main" id="{8D53281F-4489-4EF2-8D7B-B42FE34B78EE}"/>
              </a:ext>
            </a:extLst>
          </p:cNvPr>
          <p:cNvSpPr>
            <a:spLocks noGrp="1"/>
          </p:cNvSpPr>
          <p:nvPr/>
        </p:nvSpPr>
        <p:spPr>
          <a:xfrm>
            <a:off x="3920719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926">
            <a:extLst>
              <a:ext uri="{FF2B5EF4-FFF2-40B4-BE49-F238E27FC236}">
                <a16:creationId xmlns:a16="http://schemas.microsoft.com/office/drawing/2014/main" id="{12E20BA5-B231-4230-8364-3EC1D64A06E4}"/>
              </a:ext>
            </a:extLst>
          </p:cNvPr>
          <p:cNvSpPr>
            <a:spLocks noGrp="1"/>
          </p:cNvSpPr>
          <p:nvPr/>
        </p:nvSpPr>
        <p:spPr>
          <a:xfrm>
            <a:off x="365133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927">
            <a:extLst>
              <a:ext uri="{FF2B5EF4-FFF2-40B4-BE49-F238E27FC236}">
                <a16:creationId xmlns:a16="http://schemas.microsoft.com/office/drawing/2014/main" id="{6D40B3C1-C322-448A-A0CA-5362CDA105E6}"/>
              </a:ext>
            </a:extLst>
          </p:cNvPr>
          <p:cNvSpPr>
            <a:spLocks noGrp="1"/>
          </p:cNvSpPr>
          <p:nvPr/>
        </p:nvSpPr>
        <p:spPr>
          <a:xfrm>
            <a:off x="38491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928">
            <a:extLst>
              <a:ext uri="{FF2B5EF4-FFF2-40B4-BE49-F238E27FC236}">
                <a16:creationId xmlns:a16="http://schemas.microsoft.com/office/drawing/2014/main" id="{8D363280-2048-4541-8BBB-5E1058900B58}"/>
              </a:ext>
            </a:extLst>
          </p:cNvPr>
          <p:cNvSpPr>
            <a:spLocks noGrp="1"/>
          </p:cNvSpPr>
          <p:nvPr/>
        </p:nvSpPr>
        <p:spPr>
          <a:xfrm>
            <a:off x="360415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929">
            <a:extLst>
              <a:ext uri="{FF2B5EF4-FFF2-40B4-BE49-F238E27FC236}">
                <a16:creationId xmlns:a16="http://schemas.microsoft.com/office/drawing/2014/main" id="{13437753-D9B3-467B-ABEB-AAE09D846987}"/>
              </a:ext>
            </a:extLst>
          </p:cNvPr>
          <p:cNvSpPr>
            <a:spLocks noGrp="1"/>
          </p:cNvSpPr>
          <p:nvPr/>
        </p:nvSpPr>
        <p:spPr>
          <a:xfrm>
            <a:off x="3484970" y="4158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930">
            <a:extLst>
              <a:ext uri="{FF2B5EF4-FFF2-40B4-BE49-F238E27FC236}">
                <a16:creationId xmlns:a16="http://schemas.microsoft.com/office/drawing/2014/main" id="{466BA53A-FBB7-41CF-8610-56465FFD88EB}"/>
              </a:ext>
            </a:extLst>
          </p:cNvPr>
          <p:cNvSpPr>
            <a:spLocks noGrp="1"/>
          </p:cNvSpPr>
          <p:nvPr/>
        </p:nvSpPr>
        <p:spPr>
          <a:xfrm>
            <a:off x="3899921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931">
            <a:extLst>
              <a:ext uri="{FF2B5EF4-FFF2-40B4-BE49-F238E27FC236}">
                <a16:creationId xmlns:a16="http://schemas.microsoft.com/office/drawing/2014/main" id="{22B70DC4-7651-48E5-8604-F84AE5EA5302}"/>
              </a:ext>
            </a:extLst>
          </p:cNvPr>
          <p:cNvSpPr>
            <a:spLocks noGrp="1"/>
          </p:cNvSpPr>
          <p:nvPr/>
        </p:nvSpPr>
        <p:spPr>
          <a:xfrm>
            <a:off x="352269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932">
            <a:extLst>
              <a:ext uri="{FF2B5EF4-FFF2-40B4-BE49-F238E27FC236}">
                <a16:creationId xmlns:a16="http://schemas.microsoft.com/office/drawing/2014/main" id="{49FD0019-F3C4-4511-AEDA-F7754A985A88}"/>
              </a:ext>
            </a:extLst>
          </p:cNvPr>
          <p:cNvSpPr>
            <a:spLocks noGrp="1"/>
          </p:cNvSpPr>
          <p:nvPr/>
        </p:nvSpPr>
        <p:spPr>
          <a:xfrm>
            <a:off x="3565772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933">
            <a:extLst>
              <a:ext uri="{FF2B5EF4-FFF2-40B4-BE49-F238E27FC236}">
                <a16:creationId xmlns:a16="http://schemas.microsoft.com/office/drawing/2014/main" id="{9BAD5E35-40C7-4EFC-95B1-01818DC56A49}"/>
              </a:ext>
            </a:extLst>
          </p:cNvPr>
          <p:cNvSpPr>
            <a:spLocks noGrp="1"/>
          </p:cNvSpPr>
          <p:nvPr/>
        </p:nvSpPr>
        <p:spPr>
          <a:xfrm>
            <a:off x="3575954" y="4385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934">
            <a:extLst>
              <a:ext uri="{FF2B5EF4-FFF2-40B4-BE49-F238E27FC236}">
                <a16:creationId xmlns:a16="http://schemas.microsoft.com/office/drawing/2014/main" id="{FA187338-1845-426C-9632-62489CF7A8BE}"/>
              </a:ext>
            </a:extLst>
          </p:cNvPr>
          <p:cNvSpPr>
            <a:spLocks noGrp="1"/>
          </p:cNvSpPr>
          <p:nvPr/>
        </p:nvSpPr>
        <p:spPr>
          <a:xfrm>
            <a:off x="3848635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935">
            <a:extLst>
              <a:ext uri="{FF2B5EF4-FFF2-40B4-BE49-F238E27FC236}">
                <a16:creationId xmlns:a16="http://schemas.microsoft.com/office/drawing/2014/main" id="{5A0C7379-E674-44A6-8D77-11E13731A479}"/>
              </a:ext>
            </a:extLst>
          </p:cNvPr>
          <p:cNvSpPr>
            <a:spLocks noGrp="1"/>
          </p:cNvSpPr>
          <p:nvPr/>
        </p:nvSpPr>
        <p:spPr>
          <a:xfrm>
            <a:off x="37121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936">
            <a:extLst>
              <a:ext uri="{FF2B5EF4-FFF2-40B4-BE49-F238E27FC236}">
                <a16:creationId xmlns:a16="http://schemas.microsoft.com/office/drawing/2014/main" id="{1D92DD25-4B8C-4814-BC7B-E0760CA9CB4C}"/>
              </a:ext>
            </a:extLst>
          </p:cNvPr>
          <p:cNvSpPr>
            <a:spLocks noGrp="1"/>
          </p:cNvSpPr>
          <p:nvPr/>
        </p:nvSpPr>
        <p:spPr>
          <a:xfrm>
            <a:off x="3464999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937">
            <a:extLst>
              <a:ext uri="{FF2B5EF4-FFF2-40B4-BE49-F238E27FC236}">
                <a16:creationId xmlns:a16="http://schemas.microsoft.com/office/drawing/2014/main" id="{13CF2759-122F-42A1-901A-5EE439324D52}"/>
              </a:ext>
            </a:extLst>
          </p:cNvPr>
          <p:cNvSpPr>
            <a:spLocks noGrp="1"/>
          </p:cNvSpPr>
          <p:nvPr/>
        </p:nvSpPr>
        <p:spPr>
          <a:xfrm>
            <a:off x="3533272" y="5034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938">
            <a:extLst>
              <a:ext uri="{FF2B5EF4-FFF2-40B4-BE49-F238E27FC236}">
                <a16:creationId xmlns:a16="http://schemas.microsoft.com/office/drawing/2014/main" id="{3050A090-E576-4B45-A911-5A94894C428A}"/>
              </a:ext>
            </a:extLst>
          </p:cNvPr>
          <p:cNvSpPr>
            <a:spLocks noGrp="1"/>
          </p:cNvSpPr>
          <p:nvPr/>
        </p:nvSpPr>
        <p:spPr>
          <a:xfrm>
            <a:off x="3716205" y="5317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939">
            <a:extLst>
              <a:ext uri="{FF2B5EF4-FFF2-40B4-BE49-F238E27FC236}">
                <a16:creationId xmlns:a16="http://schemas.microsoft.com/office/drawing/2014/main" id="{DBC76E9D-A68D-43A9-BE2E-9B2C7011F096}"/>
              </a:ext>
            </a:extLst>
          </p:cNvPr>
          <p:cNvSpPr>
            <a:spLocks noGrp="1"/>
          </p:cNvSpPr>
          <p:nvPr/>
        </p:nvSpPr>
        <p:spPr>
          <a:xfrm>
            <a:off x="39011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940">
            <a:extLst>
              <a:ext uri="{FF2B5EF4-FFF2-40B4-BE49-F238E27FC236}">
                <a16:creationId xmlns:a16="http://schemas.microsoft.com/office/drawing/2014/main" id="{0BB1138D-B442-4D58-8207-49899A9950EF}"/>
              </a:ext>
            </a:extLst>
          </p:cNvPr>
          <p:cNvSpPr>
            <a:spLocks noGrp="1"/>
          </p:cNvSpPr>
          <p:nvPr/>
        </p:nvSpPr>
        <p:spPr>
          <a:xfrm>
            <a:off x="366496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941">
            <a:extLst>
              <a:ext uri="{FF2B5EF4-FFF2-40B4-BE49-F238E27FC236}">
                <a16:creationId xmlns:a16="http://schemas.microsoft.com/office/drawing/2014/main" id="{A6516563-5C7D-417A-BBA1-3A3193CA39A8}"/>
              </a:ext>
            </a:extLst>
          </p:cNvPr>
          <p:cNvSpPr>
            <a:spLocks noGrp="1"/>
          </p:cNvSpPr>
          <p:nvPr/>
        </p:nvSpPr>
        <p:spPr>
          <a:xfrm>
            <a:off x="3670619" y="4996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942">
            <a:extLst>
              <a:ext uri="{FF2B5EF4-FFF2-40B4-BE49-F238E27FC236}">
                <a16:creationId xmlns:a16="http://schemas.microsoft.com/office/drawing/2014/main" id="{C14C5E6A-FE84-4F67-ABF1-31A7DC10C213}"/>
              </a:ext>
            </a:extLst>
          </p:cNvPr>
          <p:cNvSpPr>
            <a:spLocks noGrp="1"/>
          </p:cNvSpPr>
          <p:nvPr/>
        </p:nvSpPr>
        <p:spPr>
          <a:xfrm>
            <a:off x="351329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943">
            <a:extLst>
              <a:ext uri="{FF2B5EF4-FFF2-40B4-BE49-F238E27FC236}">
                <a16:creationId xmlns:a16="http://schemas.microsoft.com/office/drawing/2014/main" id="{8BAD5903-1722-4F08-98F5-9CF3B982941F}"/>
              </a:ext>
            </a:extLst>
          </p:cNvPr>
          <p:cNvSpPr>
            <a:spLocks noGrp="1"/>
          </p:cNvSpPr>
          <p:nvPr/>
        </p:nvSpPr>
        <p:spPr>
          <a:xfrm>
            <a:off x="3832388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944">
            <a:extLst>
              <a:ext uri="{FF2B5EF4-FFF2-40B4-BE49-F238E27FC236}">
                <a16:creationId xmlns:a16="http://schemas.microsoft.com/office/drawing/2014/main" id="{7F3663E7-0EED-421D-9B80-589FD576B05B}"/>
              </a:ext>
            </a:extLst>
          </p:cNvPr>
          <p:cNvSpPr>
            <a:spLocks noGrp="1"/>
          </p:cNvSpPr>
          <p:nvPr/>
        </p:nvSpPr>
        <p:spPr>
          <a:xfrm>
            <a:off x="37288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945">
            <a:extLst>
              <a:ext uri="{FF2B5EF4-FFF2-40B4-BE49-F238E27FC236}">
                <a16:creationId xmlns:a16="http://schemas.microsoft.com/office/drawing/2014/main" id="{789B6220-DF22-4D28-BE18-5FBCEDE4B703}"/>
              </a:ext>
            </a:extLst>
          </p:cNvPr>
          <p:cNvSpPr>
            <a:spLocks noGrp="1"/>
          </p:cNvSpPr>
          <p:nvPr/>
        </p:nvSpPr>
        <p:spPr>
          <a:xfrm>
            <a:off x="355207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946">
            <a:extLst>
              <a:ext uri="{FF2B5EF4-FFF2-40B4-BE49-F238E27FC236}">
                <a16:creationId xmlns:a16="http://schemas.microsoft.com/office/drawing/2014/main" id="{6600EAC9-281F-4789-A9E9-D53B6EEDC101}"/>
              </a:ext>
            </a:extLst>
          </p:cNvPr>
          <p:cNvSpPr>
            <a:spLocks noGrp="1"/>
          </p:cNvSpPr>
          <p:nvPr/>
        </p:nvSpPr>
        <p:spPr>
          <a:xfrm>
            <a:off x="39496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947">
            <a:extLst>
              <a:ext uri="{FF2B5EF4-FFF2-40B4-BE49-F238E27FC236}">
                <a16:creationId xmlns:a16="http://schemas.microsoft.com/office/drawing/2014/main" id="{79D16AA4-AF81-4C99-ABA6-F4DF3E1E8823}"/>
              </a:ext>
            </a:extLst>
          </p:cNvPr>
          <p:cNvSpPr>
            <a:spLocks noGrp="1"/>
          </p:cNvSpPr>
          <p:nvPr/>
        </p:nvSpPr>
        <p:spPr>
          <a:xfrm>
            <a:off x="3737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948">
            <a:extLst>
              <a:ext uri="{FF2B5EF4-FFF2-40B4-BE49-F238E27FC236}">
                <a16:creationId xmlns:a16="http://schemas.microsoft.com/office/drawing/2014/main" id="{B82080BF-734D-43E6-8E58-D1CFF7A16990}"/>
              </a:ext>
            </a:extLst>
          </p:cNvPr>
          <p:cNvSpPr>
            <a:spLocks noGrp="1"/>
          </p:cNvSpPr>
          <p:nvPr/>
        </p:nvSpPr>
        <p:spPr>
          <a:xfrm>
            <a:off x="35832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949">
            <a:extLst>
              <a:ext uri="{FF2B5EF4-FFF2-40B4-BE49-F238E27FC236}">
                <a16:creationId xmlns:a16="http://schemas.microsoft.com/office/drawing/2014/main" id="{C5AD62A8-0630-469E-8BB5-1BA1738233D2}"/>
              </a:ext>
            </a:extLst>
          </p:cNvPr>
          <p:cNvSpPr>
            <a:spLocks noGrp="1"/>
          </p:cNvSpPr>
          <p:nvPr/>
        </p:nvSpPr>
        <p:spPr>
          <a:xfrm>
            <a:off x="3947812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950">
            <a:extLst>
              <a:ext uri="{FF2B5EF4-FFF2-40B4-BE49-F238E27FC236}">
                <a16:creationId xmlns:a16="http://schemas.microsoft.com/office/drawing/2014/main" id="{BC82E232-9684-4953-A077-3141A07CD656}"/>
              </a:ext>
            </a:extLst>
          </p:cNvPr>
          <p:cNvSpPr>
            <a:spLocks noGrp="1"/>
          </p:cNvSpPr>
          <p:nvPr/>
        </p:nvSpPr>
        <p:spPr>
          <a:xfrm>
            <a:off x="3515497" y="4498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951">
            <a:extLst>
              <a:ext uri="{FF2B5EF4-FFF2-40B4-BE49-F238E27FC236}">
                <a16:creationId xmlns:a16="http://schemas.microsoft.com/office/drawing/2014/main" id="{B875DEA8-635F-41CA-998A-7B9509C96435}"/>
              </a:ext>
            </a:extLst>
          </p:cNvPr>
          <p:cNvSpPr>
            <a:spLocks noGrp="1"/>
          </p:cNvSpPr>
          <p:nvPr/>
        </p:nvSpPr>
        <p:spPr>
          <a:xfrm>
            <a:off x="34639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952">
            <a:extLst>
              <a:ext uri="{FF2B5EF4-FFF2-40B4-BE49-F238E27FC236}">
                <a16:creationId xmlns:a16="http://schemas.microsoft.com/office/drawing/2014/main" id="{3D614606-4934-477B-A465-A6A1BBA58501}"/>
              </a:ext>
            </a:extLst>
          </p:cNvPr>
          <p:cNvSpPr>
            <a:spLocks noGrp="1"/>
          </p:cNvSpPr>
          <p:nvPr/>
        </p:nvSpPr>
        <p:spPr>
          <a:xfrm>
            <a:off x="385050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953">
            <a:extLst>
              <a:ext uri="{FF2B5EF4-FFF2-40B4-BE49-F238E27FC236}">
                <a16:creationId xmlns:a16="http://schemas.microsoft.com/office/drawing/2014/main" id="{D7B04614-188A-434D-A0DC-54522EBA8331}"/>
              </a:ext>
            </a:extLst>
          </p:cNvPr>
          <p:cNvSpPr>
            <a:spLocks noGrp="1"/>
          </p:cNvSpPr>
          <p:nvPr/>
        </p:nvSpPr>
        <p:spPr>
          <a:xfrm>
            <a:off x="39347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954">
            <a:extLst>
              <a:ext uri="{FF2B5EF4-FFF2-40B4-BE49-F238E27FC236}">
                <a16:creationId xmlns:a16="http://schemas.microsoft.com/office/drawing/2014/main" id="{D65D15B4-2A94-4816-BA92-829DBB967B87}"/>
              </a:ext>
            </a:extLst>
          </p:cNvPr>
          <p:cNvSpPr>
            <a:spLocks noGrp="1"/>
          </p:cNvSpPr>
          <p:nvPr/>
        </p:nvSpPr>
        <p:spPr>
          <a:xfrm>
            <a:off x="38200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955">
            <a:extLst>
              <a:ext uri="{FF2B5EF4-FFF2-40B4-BE49-F238E27FC236}">
                <a16:creationId xmlns:a16="http://schemas.microsoft.com/office/drawing/2014/main" id="{52A32AF3-5689-4F6B-8D3F-68238BAF172B}"/>
              </a:ext>
            </a:extLst>
          </p:cNvPr>
          <p:cNvSpPr>
            <a:spLocks noGrp="1"/>
          </p:cNvSpPr>
          <p:nvPr/>
        </p:nvSpPr>
        <p:spPr>
          <a:xfrm>
            <a:off x="391747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956">
            <a:extLst>
              <a:ext uri="{FF2B5EF4-FFF2-40B4-BE49-F238E27FC236}">
                <a16:creationId xmlns:a16="http://schemas.microsoft.com/office/drawing/2014/main" id="{C6E67B89-147C-401D-BBFC-C34D5610651C}"/>
              </a:ext>
            </a:extLst>
          </p:cNvPr>
          <p:cNvSpPr>
            <a:spLocks noGrp="1"/>
          </p:cNvSpPr>
          <p:nvPr/>
        </p:nvSpPr>
        <p:spPr>
          <a:xfrm>
            <a:off x="3496093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957">
            <a:extLst>
              <a:ext uri="{FF2B5EF4-FFF2-40B4-BE49-F238E27FC236}">
                <a16:creationId xmlns:a16="http://schemas.microsoft.com/office/drawing/2014/main" id="{E3351744-92D7-4351-B6B1-3AC53A4EE8F0}"/>
              </a:ext>
            </a:extLst>
          </p:cNvPr>
          <p:cNvSpPr>
            <a:spLocks noGrp="1"/>
          </p:cNvSpPr>
          <p:nvPr/>
        </p:nvSpPr>
        <p:spPr>
          <a:xfrm>
            <a:off x="38707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958">
            <a:extLst>
              <a:ext uri="{FF2B5EF4-FFF2-40B4-BE49-F238E27FC236}">
                <a16:creationId xmlns:a16="http://schemas.microsoft.com/office/drawing/2014/main" id="{6C84AB16-BF24-4383-8735-CEDCFF2F6AFB}"/>
              </a:ext>
            </a:extLst>
          </p:cNvPr>
          <p:cNvSpPr>
            <a:spLocks noGrp="1"/>
          </p:cNvSpPr>
          <p:nvPr/>
        </p:nvSpPr>
        <p:spPr>
          <a:xfrm>
            <a:off x="3507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959">
            <a:extLst>
              <a:ext uri="{FF2B5EF4-FFF2-40B4-BE49-F238E27FC236}">
                <a16:creationId xmlns:a16="http://schemas.microsoft.com/office/drawing/2014/main" id="{07CA39C4-1DC6-49C2-9C52-79FB797913F2}"/>
              </a:ext>
            </a:extLst>
          </p:cNvPr>
          <p:cNvSpPr>
            <a:spLocks noGrp="1"/>
          </p:cNvSpPr>
          <p:nvPr/>
        </p:nvSpPr>
        <p:spPr>
          <a:xfrm>
            <a:off x="3483265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960">
            <a:extLst>
              <a:ext uri="{FF2B5EF4-FFF2-40B4-BE49-F238E27FC236}">
                <a16:creationId xmlns:a16="http://schemas.microsoft.com/office/drawing/2014/main" id="{0C609CF8-4311-4C92-BB3D-A432A455C592}"/>
              </a:ext>
            </a:extLst>
          </p:cNvPr>
          <p:cNvSpPr>
            <a:spLocks noGrp="1"/>
          </p:cNvSpPr>
          <p:nvPr/>
        </p:nvSpPr>
        <p:spPr>
          <a:xfrm>
            <a:off x="369322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961">
            <a:extLst>
              <a:ext uri="{FF2B5EF4-FFF2-40B4-BE49-F238E27FC236}">
                <a16:creationId xmlns:a16="http://schemas.microsoft.com/office/drawing/2014/main" id="{6E768680-1813-4FB1-B4C7-FDD805B25C81}"/>
              </a:ext>
            </a:extLst>
          </p:cNvPr>
          <p:cNvSpPr>
            <a:spLocks noGrp="1"/>
          </p:cNvSpPr>
          <p:nvPr/>
        </p:nvSpPr>
        <p:spPr>
          <a:xfrm>
            <a:off x="395681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962">
            <a:extLst>
              <a:ext uri="{FF2B5EF4-FFF2-40B4-BE49-F238E27FC236}">
                <a16:creationId xmlns:a16="http://schemas.microsoft.com/office/drawing/2014/main" id="{CFEACF79-7B99-428B-BE76-B97A2B666609}"/>
              </a:ext>
            </a:extLst>
          </p:cNvPr>
          <p:cNvSpPr>
            <a:spLocks noGrp="1"/>
          </p:cNvSpPr>
          <p:nvPr/>
        </p:nvSpPr>
        <p:spPr>
          <a:xfrm>
            <a:off x="3580036" y="3902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963">
            <a:extLst>
              <a:ext uri="{FF2B5EF4-FFF2-40B4-BE49-F238E27FC236}">
                <a16:creationId xmlns:a16="http://schemas.microsoft.com/office/drawing/2014/main" id="{BCA6E992-D8A1-44CE-8F9F-E2D26B396D4F}"/>
              </a:ext>
            </a:extLst>
          </p:cNvPr>
          <p:cNvSpPr>
            <a:spLocks noGrp="1"/>
          </p:cNvSpPr>
          <p:nvPr/>
        </p:nvSpPr>
        <p:spPr>
          <a:xfrm>
            <a:off x="3644634" y="5032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964">
            <a:extLst>
              <a:ext uri="{FF2B5EF4-FFF2-40B4-BE49-F238E27FC236}">
                <a16:creationId xmlns:a16="http://schemas.microsoft.com/office/drawing/2014/main" id="{64E53555-B937-4F53-A5E6-938AE5D9883B}"/>
              </a:ext>
            </a:extLst>
          </p:cNvPr>
          <p:cNvSpPr>
            <a:spLocks noGrp="1"/>
          </p:cNvSpPr>
          <p:nvPr/>
        </p:nvSpPr>
        <p:spPr>
          <a:xfrm>
            <a:off x="3894935" y="434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965">
            <a:extLst>
              <a:ext uri="{FF2B5EF4-FFF2-40B4-BE49-F238E27FC236}">
                <a16:creationId xmlns:a16="http://schemas.microsoft.com/office/drawing/2014/main" id="{F27349E8-76F2-4D33-B29A-9DB8862B2257}"/>
              </a:ext>
            </a:extLst>
          </p:cNvPr>
          <p:cNvSpPr>
            <a:spLocks noGrp="1"/>
          </p:cNvSpPr>
          <p:nvPr/>
        </p:nvSpPr>
        <p:spPr>
          <a:xfrm>
            <a:off x="3499623" y="5295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966">
            <a:extLst>
              <a:ext uri="{FF2B5EF4-FFF2-40B4-BE49-F238E27FC236}">
                <a16:creationId xmlns:a16="http://schemas.microsoft.com/office/drawing/2014/main" id="{F09C42C0-2EB2-4F1C-878D-BB440CFC668B}"/>
              </a:ext>
            </a:extLst>
          </p:cNvPr>
          <p:cNvSpPr>
            <a:spLocks noGrp="1"/>
          </p:cNvSpPr>
          <p:nvPr/>
        </p:nvSpPr>
        <p:spPr>
          <a:xfrm>
            <a:off x="3771822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967">
            <a:extLst>
              <a:ext uri="{FF2B5EF4-FFF2-40B4-BE49-F238E27FC236}">
                <a16:creationId xmlns:a16="http://schemas.microsoft.com/office/drawing/2014/main" id="{99A448CD-84AB-4D30-A624-1F348310A82F}"/>
              </a:ext>
            </a:extLst>
          </p:cNvPr>
          <p:cNvSpPr>
            <a:spLocks noGrp="1"/>
          </p:cNvSpPr>
          <p:nvPr/>
        </p:nvSpPr>
        <p:spPr>
          <a:xfrm>
            <a:off x="37823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968">
            <a:extLst>
              <a:ext uri="{FF2B5EF4-FFF2-40B4-BE49-F238E27FC236}">
                <a16:creationId xmlns:a16="http://schemas.microsoft.com/office/drawing/2014/main" id="{1B8A7CAC-4264-4398-A780-01183DE3614F}"/>
              </a:ext>
            </a:extLst>
          </p:cNvPr>
          <p:cNvSpPr>
            <a:spLocks noGrp="1"/>
          </p:cNvSpPr>
          <p:nvPr/>
        </p:nvSpPr>
        <p:spPr>
          <a:xfrm>
            <a:off x="3776857" y="5373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969">
            <a:extLst>
              <a:ext uri="{FF2B5EF4-FFF2-40B4-BE49-F238E27FC236}">
                <a16:creationId xmlns:a16="http://schemas.microsoft.com/office/drawing/2014/main" id="{C44B3FDA-6E0E-48AC-8EA4-F0C2FAC5CD05}"/>
              </a:ext>
            </a:extLst>
          </p:cNvPr>
          <p:cNvSpPr>
            <a:spLocks noGrp="1"/>
          </p:cNvSpPr>
          <p:nvPr/>
        </p:nvSpPr>
        <p:spPr>
          <a:xfrm>
            <a:off x="381731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970">
            <a:extLst>
              <a:ext uri="{FF2B5EF4-FFF2-40B4-BE49-F238E27FC236}">
                <a16:creationId xmlns:a16="http://schemas.microsoft.com/office/drawing/2014/main" id="{42E2D7F5-7607-4E17-B3AB-16D72E62D832}"/>
              </a:ext>
            </a:extLst>
          </p:cNvPr>
          <p:cNvSpPr>
            <a:spLocks noGrp="1"/>
          </p:cNvSpPr>
          <p:nvPr/>
        </p:nvSpPr>
        <p:spPr>
          <a:xfrm>
            <a:off x="381799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971">
            <a:extLst>
              <a:ext uri="{FF2B5EF4-FFF2-40B4-BE49-F238E27FC236}">
                <a16:creationId xmlns:a16="http://schemas.microsoft.com/office/drawing/2014/main" id="{292BF85A-73DA-4F9B-AAAF-D66FAA37E1C2}"/>
              </a:ext>
            </a:extLst>
          </p:cNvPr>
          <p:cNvSpPr>
            <a:spLocks noGrp="1"/>
          </p:cNvSpPr>
          <p:nvPr/>
        </p:nvSpPr>
        <p:spPr>
          <a:xfrm>
            <a:off x="357559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972">
            <a:extLst>
              <a:ext uri="{FF2B5EF4-FFF2-40B4-BE49-F238E27FC236}">
                <a16:creationId xmlns:a16="http://schemas.microsoft.com/office/drawing/2014/main" id="{384A96A4-5C81-4DE9-9A9C-5776C56E14BC}"/>
              </a:ext>
            </a:extLst>
          </p:cNvPr>
          <p:cNvSpPr>
            <a:spLocks noGrp="1"/>
          </p:cNvSpPr>
          <p:nvPr/>
        </p:nvSpPr>
        <p:spPr>
          <a:xfrm>
            <a:off x="39464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973">
            <a:extLst>
              <a:ext uri="{FF2B5EF4-FFF2-40B4-BE49-F238E27FC236}">
                <a16:creationId xmlns:a16="http://schemas.microsoft.com/office/drawing/2014/main" id="{7A19F285-E18C-4A40-9FAA-E2E5A928B8AE}"/>
              </a:ext>
            </a:extLst>
          </p:cNvPr>
          <p:cNvSpPr>
            <a:spLocks noGrp="1"/>
          </p:cNvSpPr>
          <p:nvPr/>
        </p:nvSpPr>
        <p:spPr>
          <a:xfrm>
            <a:off x="384843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974">
            <a:extLst>
              <a:ext uri="{FF2B5EF4-FFF2-40B4-BE49-F238E27FC236}">
                <a16:creationId xmlns:a16="http://schemas.microsoft.com/office/drawing/2014/main" id="{2978411E-3DB1-4A6E-B901-4230812DFED2}"/>
              </a:ext>
            </a:extLst>
          </p:cNvPr>
          <p:cNvSpPr>
            <a:spLocks noGrp="1"/>
          </p:cNvSpPr>
          <p:nvPr/>
        </p:nvSpPr>
        <p:spPr>
          <a:xfrm>
            <a:off x="362218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975">
            <a:extLst>
              <a:ext uri="{FF2B5EF4-FFF2-40B4-BE49-F238E27FC236}">
                <a16:creationId xmlns:a16="http://schemas.microsoft.com/office/drawing/2014/main" id="{9B8173D0-9308-4DB1-BD94-A3B8A26145EC}"/>
              </a:ext>
            </a:extLst>
          </p:cNvPr>
          <p:cNvSpPr>
            <a:spLocks noGrp="1"/>
          </p:cNvSpPr>
          <p:nvPr/>
        </p:nvSpPr>
        <p:spPr>
          <a:xfrm>
            <a:off x="3679986" y="47422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976">
            <a:extLst>
              <a:ext uri="{FF2B5EF4-FFF2-40B4-BE49-F238E27FC236}">
                <a16:creationId xmlns:a16="http://schemas.microsoft.com/office/drawing/2014/main" id="{BD621040-0778-4A1E-9D43-DE5D37BA29E1}"/>
              </a:ext>
            </a:extLst>
          </p:cNvPr>
          <p:cNvSpPr>
            <a:spLocks noGrp="1"/>
          </p:cNvSpPr>
          <p:nvPr/>
        </p:nvSpPr>
        <p:spPr>
          <a:xfrm>
            <a:off x="3507700" y="52511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977">
            <a:extLst>
              <a:ext uri="{FF2B5EF4-FFF2-40B4-BE49-F238E27FC236}">
                <a16:creationId xmlns:a16="http://schemas.microsoft.com/office/drawing/2014/main" id="{234BBD73-570F-479C-9BD5-A1E199CBCF86}"/>
              </a:ext>
            </a:extLst>
          </p:cNvPr>
          <p:cNvSpPr>
            <a:spLocks noGrp="1"/>
          </p:cNvSpPr>
          <p:nvPr/>
        </p:nvSpPr>
        <p:spPr>
          <a:xfrm>
            <a:off x="363684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978">
            <a:extLst>
              <a:ext uri="{FF2B5EF4-FFF2-40B4-BE49-F238E27FC236}">
                <a16:creationId xmlns:a16="http://schemas.microsoft.com/office/drawing/2014/main" id="{FEF44455-C127-45CF-97CF-F24F4AEC7278}"/>
              </a:ext>
            </a:extLst>
          </p:cNvPr>
          <p:cNvSpPr>
            <a:spLocks noGrp="1"/>
          </p:cNvSpPr>
          <p:nvPr/>
        </p:nvSpPr>
        <p:spPr>
          <a:xfrm>
            <a:off x="3492326" y="4155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979">
            <a:extLst>
              <a:ext uri="{FF2B5EF4-FFF2-40B4-BE49-F238E27FC236}">
                <a16:creationId xmlns:a16="http://schemas.microsoft.com/office/drawing/2014/main" id="{1E634141-B551-4F6A-A7A2-3F48693E7C6F}"/>
              </a:ext>
            </a:extLst>
          </p:cNvPr>
          <p:cNvSpPr>
            <a:spLocks noGrp="1"/>
          </p:cNvSpPr>
          <p:nvPr/>
        </p:nvSpPr>
        <p:spPr>
          <a:xfrm>
            <a:off x="3877720" y="48823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980">
            <a:extLst>
              <a:ext uri="{FF2B5EF4-FFF2-40B4-BE49-F238E27FC236}">
                <a16:creationId xmlns:a16="http://schemas.microsoft.com/office/drawing/2014/main" id="{BC851B93-4D54-4B3A-9827-8FADD089C917}"/>
              </a:ext>
            </a:extLst>
          </p:cNvPr>
          <p:cNvSpPr>
            <a:spLocks noGrp="1"/>
          </p:cNvSpPr>
          <p:nvPr/>
        </p:nvSpPr>
        <p:spPr>
          <a:xfrm>
            <a:off x="3778243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981">
            <a:extLst>
              <a:ext uri="{FF2B5EF4-FFF2-40B4-BE49-F238E27FC236}">
                <a16:creationId xmlns:a16="http://schemas.microsoft.com/office/drawing/2014/main" id="{E5FB4787-7838-4524-AD98-C928C8C21029}"/>
              </a:ext>
            </a:extLst>
          </p:cNvPr>
          <p:cNvSpPr>
            <a:spLocks noGrp="1"/>
          </p:cNvSpPr>
          <p:nvPr/>
        </p:nvSpPr>
        <p:spPr>
          <a:xfrm>
            <a:off x="3881988" y="3957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982">
            <a:extLst>
              <a:ext uri="{FF2B5EF4-FFF2-40B4-BE49-F238E27FC236}">
                <a16:creationId xmlns:a16="http://schemas.microsoft.com/office/drawing/2014/main" id="{E7F5671B-6C9E-42B2-A85B-3017E908BA09}"/>
              </a:ext>
            </a:extLst>
          </p:cNvPr>
          <p:cNvSpPr>
            <a:spLocks noGrp="1"/>
          </p:cNvSpPr>
          <p:nvPr/>
        </p:nvSpPr>
        <p:spPr>
          <a:xfrm>
            <a:off x="37408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983">
            <a:extLst>
              <a:ext uri="{FF2B5EF4-FFF2-40B4-BE49-F238E27FC236}">
                <a16:creationId xmlns:a16="http://schemas.microsoft.com/office/drawing/2014/main" id="{DA36ABED-FB52-466B-84E7-70318BC82EC8}"/>
              </a:ext>
            </a:extLst>
          </p:cNvPr>
          <p:cNvSpPr>
            <a:spLocks noGrp="1"/>
          </p:cNvSpPr>
          <p:nvPr/>
        </p:nvSpPr>
        <p:spPr>
          <a:xfrm>
            <a:off x="350093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984">
            <a:extLst>
              <a:ext uri="{FF2B5EF4-FFF2-40B4-BE49-F238E27FC236}">
                <a16:creationId xmlns:a16="http://schemas.microsoft.com/office/drawing/2014/main" id="{C94EF2C9-CEEA-4E87-B8FD-FF9F0B53751D}"/>
              </a:ext>
            </a:extLst>
          </p:cNvPr>
          <p:cNvSpPr>
            <a:spLocks noGrp="1"/>
          </p:cNvSpPr>
          <p:nvPr/>
        </p:nvSpPr>
        <p:spPr>
          <a:xfrm>
            <a:off x="3895634" y="5379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985">
            <a:extLst>
              <a:ext uri="{FF2B5EF4-FFF2-40B4-BE49-F238E27FC236}">
                <a16:creationId xmlns:a16="http://schemas.microsoft.com/office/drawing/2014/main" id="{0CFBF2BA-4494-4243-97A5-E95B17B6F2FD}"/>
              </a:ext>
            </a:extLst>
          </p:cNvPr>
          <p:cNvSpPr>
            <a:spLocks noGrp="1"/>
          </p:cNvSpPr>
          <p:nvPr/>
        </p:nvSpPr>
        <p:spPr>
          <a:xfrm>
            <a:off x="35327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986">
            <a:extLst>
              <a:ext uri="{FF2B5EF4-FFF2-40B4-BE49-F238E27FC236}">
                <a16:creationId xmlns:a16="http://schemas.microsoft.com/office/drawing/2014/main" id="{2F8E30F5-2070-4862-A973-9E3FFCACA2EA}"/>
              </a:ext>
            </a:extLst>
          </p:cNvPr>
          <p:cNvSpPr>
            <a:spLocks noGrp="1"/>
          </p:cNvSpPr>
          <p:nvPr/>
        </p:nvSpPr>
        <p:spPr>
          <a:xfrm>
            <a:off x="3765014" y="4724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987">
            <a:extLst>
              <a:ext uri="{FF2B5EF4-FFF2-40B4-BE49-F238E27FC236}">
                <a16:creationId xmlns:a16="http://schemas.microsoft.com/office/drawing/2014/main" id="{95D3355E-F1BB-46E6-A77F-BAA0EBF236CA}"/>
              </a:ext>
            </a:extLst>
          </p:cNvPr>
          <p:cNvSpPr>
            <a:spLocks noGrp="1"/>
          </p:cNvSpPr>
          <p:nvPr/>
        </p:nvSpPr>
        <p:spPr>
          <a:xfrm>
            <a:off x="367124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988">
            <a:extLst>
              <a:ext uri="{FF2B5EF4-FFF2-40B4-BE49-F238E27FC236}">
                <a16:creationId xmlns:a16="http://schemas.microsoft.com/office/drawing/2014/main" id="{36860606-5187-41BF-9FDB-46CC607A7BAB}"/>
              </a:ext>
            </a:extLst>
          </p:cNvPr>
          <p:cNvSpPr>
            <a:spLocks noGrp="1"/>
          </p:cNvSpPr>
          <p:nvPr/>
        </p:nvSpPr>
        <p:spPr>
          <a:xfrm>
            <a:off x="3558281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989">
            <a:extLst>
              <a:ext uri="{FF2B5EF4-FFF2-40B4-BE49-F238E27FC236}">
                <a16:creationId xmlns:a16="http://schemas.microsoft.com/office/drawing/2014/main" id="{E77FD397-DA77-484F-9691-46DA228470D6}"/>
              </a:ext>
            </a:extLst>
          </p:cNvPr>
          <p:cNvSpPr>
            <a:spLocks noGrp="1"/>
          </p:cNvSpPr>
          <p:nvPr/>
        </p:nvSpPr>
        <p:spPr>
          <a:xfrm>
            <a:off x="3879602" y="4377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990">
            <a:extLst>
              <a:ext uri="{FF2B5EF4-FFF2-40B4-BE49-F238E27FC236}">
                <a16:creationId xmlns:a16="http://schemas.microsoft.com/office/drawing/2014/main" id="{BACB3F6C-3414-40C1-B23D-B7FC7198A4EA}"/>
              </a:ext>
            </a:extLst>
          </p:cNvPr>
          <p:cNvSpPr>
            <a:spLocks noGrp="1"/>
          </p:cNvSpPr>
          <p:nvPr/>
        </p:nvSpPr>
        <p:spPr>
          <a:xfrm>
            <a:off x="358589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991">
            <a:extLst>
              <a:ext uri="{FF2B5EF4-FFF2-40B4-BE49-F238E27FC236}">
                <a16:creationId xmlns:a16="http://schemas.microsoft.com/office/drawing/2014/main" id="{5930E452-3E07-4AA0-B8A2-C9EEEE5CCCA7}"/>
              </a:ext>
            </a:extLst>
          </p:cNvPr>
          <p:cNvSpPr>
            <a:spLocks noGrp="1"/>
          </p:cNvSpPr>
          <p:nvPr/>
        </p:nvSpPr>
        <p:spPr>
          <a:xfrm>
            <a:off x="3882439" y="4283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992">
            <a:extLst>
              <a:ext uri="{FF2B5EF4-FFF2-40B4-BE49-F238E27FC236}">
                <a16:creationId xmlns:a16="http://schemas.microsoft.com/office/drawing/2014/main" id="{9096A582-56C0-4AB0-9333-88D95E202E59}"/>
              </a:ext>
            </a:extLst>
          </p:cNvPr>
          <p:cNvSpPr>
            <a:spLocks noGrp="1"/>
          </p:cNvSpPr>
          <p:nvPr/>
        </p:nvSpPr>
        <p:spPr>
          <a:xfrm>
            <a:off x="3669017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993">
            <a:extLst>
              <a:ext uri="{FF2B5EF4-FFF2-40B4-BE49-F238E27FC236}">
                <a16:creationId xmlns:a16="http://schemas.microsoft.com/office/drawing/2014/main" id="{F75EC484-96B1-4B37-95D2-33545265545A}"/>
              </a:ext>
            </a:extLst>
          </p:cNvPr>
          <p:cNvSpPr>
            <a:spLocks noGrp="1"/>
          </p:cNvSpPr>
          <p:nvPr/>
        </p:nvSpPr>
        <p:spPr>
          <a:xfrm>
            <a:off x="38616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994">
            <a:extLst>
              <a:ext uri="{FF2B5EF4-FFF2-40B4-BE49-F238E27FC236}">
                <a16:creationId xmlns:a16="http://schemas.microsoft.com/office/drawing/2014/main" id="{52F6316B-C9FC-4434-A3C6-0F769423AD8F}"/>
              </a:ext>
            </a:extLst>
          </p:cNvPr>
          <p:cNvSpPr>
            <a:spLocks noGrp="1"/>
          </p:cNvSpPr>
          <p:nvPr/>
        </p:nvSpPr>
        <p:spPr>
          <a:xfrm>
            <a:off x="353360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995">
            <a:extLst>
              <a:ext uri="{FF2B5EF4-FFF2-40B4-BE49-F238E27FC236}">
                <a16:creationId xmlns:a16="http://schemas.microsoft.com/office/drawing/2014/main" id="{3FA13D89-41EB-45F3-A91C-1EFB74EC7269}"/>
              </a:ext>
            </a:extLst>
          </p:cNvPr>
          <p:cNvSpPr>
            <a:spLocks noGrp="1"/>
          </p:cNvSpPr>
          <p:nvPr/>
        </p:nvSpPr>
        <p:spPr>
          <a:xfrm>
            <a:off x="3807211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996">
            <a:extLst>
              <a:ext uri="{FF2B5EF4-FFF2-40B4-BE49-F238E27FC236}">
                <a16:creationId xmlns:a16="http://schemas.microsoft.com/office/drawing/2014/main" id="{49AEFAFA-0A1D-4BA0-88A3-E09F13FCEFD1}"/>
              </a:ext>
            </a:extLst>
          </p:cNvPr>
          <p:cNvSpPr>
            <a:spLocks noGrp="1"/>
          </p:cNvSpPr>
          <p:nvPr/>
        </p:nvSpPr>
        <p:spPr>
          <a:xfrm>
            <a:off x="354234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997">
            <a:extLst>
              <a:ext uri="{FF2B5EF4-FFF2-40B4-BE49-F238E27FC236}">
                <a16:creationId xmlns:a16="http://schemas.microsoft.com/office/drawing/2014/main" id="{80585154-DE77-4785-B02E-D45CE898ED50}"/>
              </a:ext>
            </a:extLst>
          </p:cNvPr>
          <p:cNvSpPr>
            <a:spLocks noGrp="1"/>
          </p:cNvSpPr>
          <p:nvPr/>
        </p:nvSpPr>
        <p:spPr>
          <a:xfrm>
            <a:off x="35069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998">
            <a:extLst>
              <a:ext uri="{FF2B5EF4-FFF2-40B4-BE49-F238E27FC236}">
                <a16:creationId xmlns:a16="http://schemas.microsoft.com/office/drawing/2014/main" id="{DF01A0F3-6D45-42D4-B8C8-C1C791520ED2}"/>
              </a:ext>
            </a:extLst>
          </p:cNvPr>
          <p:cNvSpPr>
            <a:spLocks noGrp="1"/>
          </p:cNvSpPr>
          <p:nvPr/>
        </p:nvSpPr>
        <p:spPr>
          <a:xfrm>
            <a:off x="358218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999">
            <a:extLst>
              <a:ext uri="{FF2B5EF4-FFF2-40B4-BE49-F238E27FC236}">
                <a16:creationId xmlns:a16="http://schemas.microsoft.com/office/drawing/2014/main" id="{F8AFE007-D027-49E4-9AE9-1D725F2CBAB3}"/>
              </a:ext>
            </a:extLst>
          </p:cNvPr>
          <p:cNvSpPr>
            <a:spLocks noGrp="1"/>
          </p:cNvSpPr>
          <p:nvPr/>
        </p:nvSpPr>
        <p:spPr>
          <a:xfrm>
            <a:off x="36244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5000">
            <a:extLst>
              <a:ext uri="{FF2B5EF4-FFF2-40B4-BE49-F238E27FC236}">
                <a16:creationId xmlns:a16="http://schemas.microsoft.com/office/drawing/2014/main" id="{2719EA90-6706-430F-85B1-7228579163E5}"/>
              </a:ext>
            </a:extLst>
          </p:cNvPr>
          <p:cNvSpPr>
            <a:spLocks noGrp="1"/>
          </p:cNvSpPr>
          <p:nvPr/>
        </p:nvSpPr>
        <p:spPr>
          <a:xfrm>
            <a:off x="3823767" y="500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5001">
            <a:extLst>
              <a:ext uri="{FF2B5EF4-FFF2-40B4-BE49-F238E27FC236}">
                <a16:creationId xmlns:a16="http://schemas.microsoft.com/office/drawing/2014/main" id="{71F83631-1572-4264-A5BE-475481B2109D}"/>
              </a:ext>
            </a:extLst>
          </p:cNvPr>
          <p:cNvSpPr>
            <a:spLocks noGrp="1"/>
          </p:cNvSpPr>
          <p:nvPr/>
        </p:nvSpPr>
        <p:spPr>
          <a:xfrm>
            <a:off x="3673962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5002">
            <a:extLst>
              <a:ext uri="{FF2B5EF4-FFF2-40B4-BE49-F238E27FC236}">
                <a16:creationId xmlns:a16="http://schemas.microsoft.com/office/drawing/2014/main" id="{D6CE5F1B-D5AE-40C2-8878-53BE83D1A448}"/>
              </a:ext>
            </a:extLst>
          </p:cNvPr>
          <p:cNvSpPr>
            <a:spLocks noGrp="1"/>
          </p:cNvSpPr>
          <p:nvPr/>
        </p:nvSpPr>
        <p:spPr>
          <a:xfrm>
            <a:off x="39149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5003">
            <a:extLst>
              <a:ext uri="{FF2B5EF4-FFF2-40B4-BE49-F238E27FC236}">
                <a16:creationId xmlns:a16="http://schemas.microsoft.com/office/drawing/2014/main" id="{D6DAE0A8-9A5E-4B29-8EB6-A5344793E205}"/>
              </a:ext>
            </a:extLst>
          </p:cNvPr>
          <p:cNvSpPr>
            <a:spLocks noGrp="1"/>
          </p:cNvSpPr>
          <p:nvPr/>
        </p:nvSpPr>
        <p:spPr>
          <a:xfrm>
            <a:off x="3703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5004">
            <a:extLst>
              <a:ext uri="{FF2B5EF4-FFF2-40B4-BE49-F238E27FC236}">
                <a16:creationId xmlns:a16="http://schemas.microsoft.com/office/drawing/2014/main" id="{EAED10CC-4C70-4820-AED5-421D408BBAC1}"/>
              </a:ext>
            </a:extLst>
          </p:cNvPr>
          <p:cNvSpPr>
            <a:spLocks noGrp="1"/>
          </p:cNvSpPr>
          <p:nvPr/>
        </p:nvSpPr>
        <p:spPr>
          <a:xfrm>
            <a:off x="38473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5005">
            <a:extLst>
              <a:ext uri="{FF2B5EF4-FFF2-40B4-BE49-F238E27FC236}">
                <a16:creationId xmlns:a16="http://schemas.microsoft.com/office/drawing/2014/main" id="{C7F506A5-A3EA-4534-B805-689F055145CE}"/>
              </a:ext>
            </a:extLst>
          </p:cNvPr>
          <p:cNvSpPr>
            <a:spLocks noGrp="1"/>
          </p:cNvSpPr>
          <p:nvPr/>
        </p:nvSpPr>
        <p:spPr>
          <a:xfrm>
            <a:off x="3658582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5006">
            <a:extLst>
              <a:ext uri="{FF2B5EF4-FFF2-40B4-BE49-F238E27FC236}">
                <a16:creationId xmlns:a16="http://schemas.microsoft.com/office/drawing/2014/main" id="{2694291C-23D4-4E47-9C29-DBF390E65245}"/>
              </a:ext>
            </a:extLst>
          </p:cNvPr>
          <p:cNvSpPr>
            <a:spLocks noGrp="1"/>
          </p:cNvSpPr>
          <p:nvPr/>
        </p:nvSpPr>
        <p:spPr>
          <a:xfrm>
            <a:off x="3931450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5007">
            <a:extLst>
              <a:ext uri="{FF2B5EF4-FFF2-40B4-BE49-F238E27FC236}">
                <a16:creationId xmlns:a16="http://schemas.microsoft.com/office/drawing/2014/main" id="{24669262-478B-4909-9B3A-C97973E6D688}"/>
              </a:ext>
            </a:extLst>
          </p:cNvPr>
          <p:cNvSpPr>
            <a:spLocks noGrp="1"/>
          </p:cNvSpPr>
          <p:nvPr/>
        </p:nvSpPr>
        <p:spPr>
          <a:xfrm>
            <a:off x="363828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5008">
            <a:extLst>
              <a:ext uri="{FF2B5EF4-FFF2-40B4-BE49-F238E27FC236}">
                <a16:creationId xmlns:a16="http://schemas.microsoft.com/office/drawing/2014/main" id="{4B3D783B-DDD1-4E75-98B0-664F0BC3D5FF}"/>
              </a:ext>
            </a:extLst>
          </p:cNvPr>
          <p:cNvSpPr>
            <a:spLocks noGrp="1"/>
          </p:cNvSpPr>
          <p:nvPr/>
        </p:nvSpPr>
        <p:spPr>
          <a:xfrm>
            <a:off x="34658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5009">
            <a:extLst>
              <a:ext uri="{FF2B5EF4-FFF2-40B4-BE49-F238E27FC236}">
                <a16:creationId xmlns:a16="http://schemas.microsoft.com/office/drawing/2014/main" id="{FAFC6F3C-94CC-41D8-89F0-5F79F80B7DE5}"/>
              </a:ext>
            </a:extLst>
          </p:cNvPr>
          <p:cNvSpPr>
            <a:spLocks noGrp="1"/>
          </p:cNvSpPr>
          <p:nvPr/>
        </p:nvSpPr>
        <p:spPr>
          <a:xfrm>
            <a:off x="3611174" y="4635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5010">
            <a:extLst>
              <a:ext uri="{FF2B5EF4-FFF2-40B4-BE49-F238E27FC236}">
                <a16:creationId xmlns:a16="http://schemas.microsoft.com/office/drawing/2014/main" id="{71BB9805-8000-4D73-983D-040336EE4969}"/>
              </a:ext>
            </a:extLst>
          </p:cNvPr>
          <p:cNvSpPr>
            <a:spLocks noGrp="1"/>
          </p:cNvSpPr>
          <p:nvPr/>
        </p:nvSpPr>
        <p:spPr>
          <a:xfrm>
            <a:off x="3659752" y="4760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5011">
            <a:extLst>
              <a:ext uri="{FF2B5EF4-FFF2-40B4-BE49-F238E27FC236}">
                <a16:creationId xmlns:a16="http://schemas.microsoft.com/office/drawing/2014/main" id="{B1C2F8A4-D54F-4817-A413-A46A7AAD6A15}"/>
              </a:ext>
            </a:extLst>
          </p:cNvPr>
          <p:cNvSpPr>
            <a:spLocks noGrp="1"/>
          </p:cNvSpPr>
          <p:nvPr/>
        </p:nvSpPr>
        <p:spPr>
          <a:xfrm>
            <a:off x="37914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5012">
            <a:extLst>
              <a:ext uri="{FF2B5EF4-FFF2-40B4-BE49-F238E27FC236}">
                <a16:creationId xmlns:a16="http://schemas.microsoft.com/office/drawing/2014/main" id="{C9221675-8BD8-4CD0-B9D6-F945042144B5}"/>
              </a:ext>
            </a:extLst>
          </p:cNvPr>
          <p:cNvSpPr>
            <a:spLocks noGrp="1"/>
          </p:cNvSpPr>
          <p:nvPr/>
        </p:nvSpPr>
        <p:spPr>
          <a:xfrm>
            <a:off x="396879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13">
            <a:extLst>
              <a:ext uri="{FF2B5EF4-FFF2-40B4-BE49-F238E27FC236}">
                <a16:creationId xmlns:a16="http://schemas.microsoft.com/office/drawing/2014/main" id="{EA677183-DCA9-49C1-9D4A-0382034A4772}"/>
              </a:ext>
            </a:extLst>
          </p:cNvPr>
          <p:cNvSpPr>
            <a:spLocks noGrp="1"/>
          </p:cNvSpPr>
          <p:nvPr/>
        </p:nvSpPr>
        <p:spPr>
          <a:xfrm>
            <a:off x="351556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4">
            <a:extLst>
              <a:ext uri="{FF2B5EF4-FFF2-40B4-BE49-F238E27FC236}">
                <a16:creationId xmlns:a16="http://schemas.microsoft.com/office/drawing/2014/main" id="{9415C8ED-350B-4008-9F4A-81A645747591}"/>
              </a:ext>
            </a:extLst>
          </p:cNvPr>
          <p:cNvSpPr>
            <a:spLocks noGrp="1"/>
          </p:cNvSpPr>
          <p:nvPr/>
        </p:nvSpPr>
        <p:spPr>
          <a:xfrm>
            <a:off x="351811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15">
            <a:extLst>
              <a:ext uri="{FF2B5EF4-FFF2-40B4-BE49-F238E27FC236}">
                <a16:creationId xmlns:a16="http://schemas.microsoft.com/office/drawing/2014/main" id="{C8214105-98CF-43A0-BD04-3B53C075DC25}"/>
              </a:ext>
            </a:extLst>
          </p:cNvPr>
          <p:cNvSpPr>
            <a:spLocks noGrp="1"/>
          </p:cNvSpPr>
          <p:nvPr/>
        </p:nvSpPr>
        <p:spPr>
          <a:xfrm>
            <a:off x="3937700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16">
            <a:extLst>
              <a:ext uri="{FF2B5EF4-FFF2-40B4-BE49-F238E27FC236}">
                <a16:creationId xmlns:a16="http://schemas.microsoft.com/office/drawing/2014/main" id="{48406105-8F56-415D-8561-1B64475F7AF9}"/>
              </a:ext>
            </a:extLst>
          </p:cNvPr>
          <p:cNvSpPr>
            <a:spLocks noGrp="1"/>
          </p:cNvSpPr>
          <p:nvPr/>
        </p:nvSpPr>
        <p:spPr>
          <a:xfrm>
            <a:off x="35198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17">
            <a:extLst>
              <a:ext uri="{FF2B5EF4-FFF2-40B4-BE49-F238E27FC236}">
                <a16:creationId xmlns:a16="http://schemas.microsoft.com/office/drawing/2014/main" id="{86DC1586-1CC8-4D99-AF14-FC640D3AF89A}"/>
              </a:ext>
            </a:extLst>
          </p:cNvPr>
          <p:cNvSpPr>
            <a:spLocks noGrp="1"/>
          </p:cNvSpPr>
          <p:nvPr/>
        </p:nvSpPr>
        <p:spPr>
          <a:xfrm>
            <a:off x="3880483" y="4543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18">
            <a:extLst>
              <a:ext uri="{FF2B5EF4-FFF2-40B4-BE49-F238E27FC236}">
                <a16:creationId xmlns:a16="http://schemas.microsoft.com/office/drawing/2014/main" id="{061D5FF0-DCBF-4E86-9218-B9FC42848219}"/>
              </a:ext>
            </a:extLst>
          </p:cNvPr>
          <p:cNvSpPr>
            <a:spLocks noGrp="1"/>
          </p:cNvSpPr>
          <p:nvPr/>
        </p:nvSpPr>
        <p:spPr>
          <a:xfrm>
            <a:off x="3500082" y="4262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19">
            <a:extLst>
              <a:ext uri="{FF2B5EF4-FFF2-40B4-BE49-F238E27FC236}">
                <a16:creationId xmlns:a16="http://schemas.microsoft.com/office/drawing/2014/main" id="{0498B879-435C-4698-B201-70196FADD490}"/>
              </a:ext>
            </a:extLst>
          </p:cNvPr>
          <p:cNvSpPr>
            <a:spLocks noGrp="1"/>
          </p:cNvSpPr>
          <p:nvPr/>
        </p:nvSpPr>
        <p:spPr>
          <a:xfrm>
            <a:off x="385104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20">
            <a:extLst>
              <a:ext uri="{FF2B5EF4-FFF2-40B4-BE49-F238E27FC236}">
                <a16:creationId xmlns:a16="http://schemas.microsoft.com/office/drawing/2014/main" id="{83D999EB-7F1B-4DDA-AA4B-178B8DF38FA9}"/>
              </a:ext>
            </a:extLst>
          </p:cNvPr>
          <p:cNvSpPr>
            <a:spLocks noGrp="1"/>
          </p:cNvSpPr>
          <p:nvPr/>
        </p:nvSpPr>
        <p:spPr>
          <a:xfrm>
            <a:off x="35815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21">
            <a:extLst>
              <a:ext uri="{FF2B5EF4-FFF2-40B4-BE49-F238E27FC236}">
                <a16:creationId xmlns:a16="http://schemas.microsoft.com/office/drawing/2014/main" id="{25050678-73CC-4C10-A134-57BBE6E669F5}"/>
              </a:ext>
            </a:extLst>
          </p:cNvPr>
          <p:cNvSpPr>
            <a:spLocks noGrp="1"/>
          </p:cNvSpPr>
          <p:nvPr/>
        </p:nvSpPr>
        <p:spPr>
          <a:xfrm>
            <a:off x="384632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22">
            <a:extLst>
              <a:ext uri="{FF2B5EF4-FFF2-40B4-BE49-F238E27FC236}">
                <a16:creationId xmlns:a16="http://schemas.microsoft.com/office/drawing/2014/main" id="{C2D4ED73-CF2D-49B3-A3E3-D15AE0E83BCC}"/>
              </a:ext>
            </a:extLst>
          </p:cNvPr>
          <p:cNvSpPr>
            <a:spLocks noGrp="1"/>
          </p:cNvSpPr>
          <p:nvPr/>
        </p:nvSpPr>
        <p:spPr>
          <a:xfrm>
            <a:off x="3602571" y="4239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023">
            <a:extLst>
              <a:ext uri="{FF2B5EF4-FFF2-40B4-BE49-F238E27FC236}">
                <a16:creationId xmlns:a16="http://schemas.microsoft.com/office/drawing/2014/main" id="{1980C7C2-D71B-4D80-9B74-B5FCD3A259DB}"/>
              </a:ext>
            </a:extLst>
          </p:cNvPr>
          <p:cNvSpPr>
            <a:spLocks noGrp="1"/>
          </p:cNvSpPr>
          <p:nvPr/>
        </p:nvSpPr>
        <p:spPr>
          <a:xfrm>
            <a:off x="36547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024">
            <a:extLst>
              <a:ext uri="{FF2B5EF4-FFF2-40B4-BE49-F238E27FC236}">
                <a16:creationId xmlns:a16="http://schemas.microsoft.com/office/drawing/2014/main" id="{3B3EDD67-9104-4E7C-8228-95595A420109}"/>
              </a:ext>
            </a:extLst>
          </p:cNvPr>
          <p:cNvSpPr>
            <a:spLocks noGrp="1"/>
          </p:cNvSpPr>
          <p:nvPr/>
        </p:nvSpPr>
        <p:spPr>
          <a:xfrm>
            <a:off x="3978324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025">
            <a:extLst>
              <a:ext uri="{FF2B5EF4-FFF2-40B4-BE49-F238E27FC236}">
                <a16:creationId xmlns:a16="http://schemas.microsoft.com/office/drawing/2014/main" id="{FBF3ECD2-5853-4291-9E5E-8AD8E8C81D97}"/>
              </a:ext>
            </a:extLst>
          </p:cNvPr>
          <p:cNvSpPr>
            <a:spLocks noGrp="1"/>
          </p:cNvSpPr>
          <p:nvPr/>
        </p:nvSpPr>
        <p:spPr>
          <a:xfrm>
            <a:off x="3699017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026">
            <a:extLst>
              <a:ext uri="{FF2B5EF4-FFF2-40B4-BE49-F238E27FC236}">
                <a16:creationId xmlns:a16="http://schemas.microsoft.com/office/drawing/2014/main" id="{028C0F2A-ABA9-4069-AB81-A6A3AED43B45}"/>
              </a:ext>
            </a:extLst>
          </p:cNvPr>
          <p:cNvSpPr>
            <a:spLocks noGrp="1"/>
          </p:cNvSpPr>
          <p:nvPr/>
        </p:nvSpPr>
        <p:spPr>
          <a:xfrm>
            <a:off x="3844284" y="4492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027">
            <a:extLst>
              <a:ext uri="{FF2B5EF4-FFF2-40B4-BE49-F238E27FC236}">
                <a16:creationId xmlns:a16="http://schemas.microsoft.com/office/drawing/2014/main" id="{C23DFD15-C2AE-4BAF-8A95-CE59A99A3CE4}"/>
              </a:ext>
            </a:extLst>
          </p:cNvPr>
          <p:cNvSpPr>
            <a:spLocks noGrp="1"/>
          </p:cNvSpPr>
          <p:nvPr/>
        </p:nvSpPr>
        <p:spPr>
          <a:xfrm>
            <a:off x="37465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028">
            <a:extLst>
              <a:ext uri="{FF2B5EF4-FFF2-40B4-BE49-F238E27FC236}">
                <a16:creationId xmlns:a16="http://schemas.microsoft.com/office/drawing/2014/main" id="{1EBDE307-A681-405E-9DBC-C41D4BE6FACD}"/>
              </a:ext>
            </a:extLst>
          </p:cNvPr>
          <p:cNvSpPr>
            <a:spLocks noGrp="1"/>
          </p:cNvSpPr>
          <p:nvPr/>
        </p:nvSpPr>
        <p:spPr>
          <a:xfrm>
            <a:off x="35447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029">
            <a:extLst>
              <a:ext uri="{FF2B5EF4-FFF2-40B4-BE49-F238E27FC236}">
                <a16:creationId xmlns:a16="http://schemas.microsoft.com/office/drawing/2014/main" id="{DEF5C972-8A13-45A9-8ED8-4FDCD4A6E613}"/>
              </a:ext>
            </a:extLst>
          </p:cNvPr>
          <p:cNvSpPr>
            <a:spLocks noGrp="1"/>
          </p:cNvSpPr>
          <p:nvPr/>
        </p:nvSpPr>
        <p:spPr>
          <a:xfrm>
            <a:off x="381034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030">
            <a:extLst>
              <a:ext uri="{FF2B5EF4-FFF2-40B4-BE49-F238E27FC236}">
                <a16:creationId xmlns:a16="http://schemas.microsoft.com/office/drawing/2014/main" id="{5E5B4D52-8675-4506-9AC3-F38186070024}"/>
              </a:ext>
            </a:extLst>
          </p:cNvPr>
          <p:cNvSpPr>
            <a:spLocks noGrp="1"/>
          </p:cNvSpPr>
          <p:nvPr/>
        </p:nvSpPr>
        <p:spPr>
          <a:xfrm>
            <a:off x="389844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031">
            <a:extLst>
              <a:ext uri="{FF2B5EF4-FFF2-40B4-BE49-F238E27FC236}">
                <a16:creationId xmlns:a16="http://schemas.microsoft.com/office/drawing/2014/main" id="{14628867-1803-4CB6-9F0C-78B85F211E21}"/>
              </a:ext>
            </a:extLst>
          </p:cNvPr>
          <p:cNvSpPr>
            <a:spLocks noGrp="1"/>
          </p:cNvSpPr>
          <p:nvPr/>
        </p:nvSpPr>
        <p:spPr>
          <a:xfrm>
            <a:off x="3839649" y="4724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032">
            <a:extLst>
              <a:ext uri="{FF2B5EF4-FFF2-40B4-BE49-F238E27FC236}">
                <a16:creationId xmlns:a16="http://schemas.microsoft.com/office/drawing/2014/main" id="{8B44E5AF-AADF-4007-8C52-94E0D01C6D2F}"/>
              </a:ext>
            </a:extLst>
          </p:cNvPr>
          <p:cNvSpPr>
            <a:spLocks noGrp="1"/>
          </p:cNvSpPr>
          <p:nvPr/>
        </p:nvSpPr>
        <p:spPr>
          <a:xfrm>
            <a:off x="380231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033">
            <a:extLst>
              <a:ext uri="{FF2B5EF4-FFF2-40B4-BE49-F238E27FC236}">
                <a16:creationId xmlns:a16="http://schemas.microsoft.com/office/drawing/2014/main" id="{58246BC1-BAD1-445E-BB18-4D45C9981D51}"/>
              </a:ext>
            </a:extLst>
          </p:cNvPr>
          <p:cNvSpPr>
            <a:spLocks noGrp="1"/>
          </p:cNvSpPr>
          <p:nvPr/>
        </p:nvSpPr>
        <p:spPr>
          <a:xfrm>
            <a:off x="3884244" y="51079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034">
            <a:extLst>
              <a:ext uri="{FF2B5EF4-FFF2-40B4-BE49-F238E27FC236}">
                <a16:creationId xmlns:a16="http://schemas.microsoft.com/office/drawing/2014/main" id="{F894C6CF-926E-4E82-A248-239964993146}"/>
              </a:ext>
            </a:extLst>
          </p:cNvPr>
          <p:cNvSpPr>
            <a:spLocks noGrp="1"/>
          </p:cNvSpPr>
          <p:nvPr/>
        </p:nvSpPr>
        <p:spPr>
          <a:xfrm>
            <a:off x="380073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035">
            <a:extLst>
              <a:ext uri="{FF2B5EF4-FFF2-40B4-BE49-F238E27FC236}">
                <a16:creationId xmlns:a16="http://schemas.microsoft.com/office/drawing/2014/main" id="{B4A8AA92-EE87-4D52-8439-14A86D7E9FFF}"/>
              </a:ext>
            </a:extLst>
          </p:cNvPr>
          <p:cNvSpPr>
            <a:spLocks noGrp="1"/>
          </p:cNvSpPr>
          <p:nvPr/>
        </p:nvSpPr>
        <p:spPr>
          <a:xfrm>
            <a:off x="34686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036">
            <a:extLst>
              <a:ext uri="{FF2B5EF4-FFF2-40B4-BE49-F238E27FC236}">
                <a16:creationId xmlns:a16="http://schemas.microsoft.com/office/drawing/2014/main" id="{39D517A3-EE24-42A7-B662-B3F63D3C417C}"/>
              </a:ext>
            </a:extLst>
          </p:cNvPr>
          <p:cNvSpPr>
            <a:spLocks noGrp="1"/>
          </p:cNvSpPr>
          <p:nvPr/>
        </p:nvSpPr>
        <p:spPr>
          <a:xfrm>
            <a:off x="393687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037">
            <a:extLst>
              <a:ext uri="{FF2B5EF4-FFF2-40B4-BE49-F238E27FC236}">
                <a16:creationId xmlns:a16="http://schemas.microsoft.com/office/drawing/2014/main" id="{247FB1E0-6AB8-468C-8D6D-D1142A6E896F}"/>
              </a:ext>
            </a:extLst>
          </p:cNvPr>
          <p:cNvSpPr>
            <a:spLocks noGrp="1"/>
          </p:cNvSpPr>
          <p:nvPr/>
        </p:nvSpPr>
        <p:spPr>
          <a:xfrm>
            <a:off x="36288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038">
            <a:extLst>
              <a:ext uri="{FF2B5EF4-FFF2-40B4-BE49-F238E27FC236}">
                <a16:creationId xmlns:a16="http://schemas.microsoft.com/office/drawing/2014/main" id="{D0AA3294-8EB3-40D2-88AB-D9D613D611C9}"/>
              </a:ext>
            </a:extLst>
          </p:cNvPr>
          <p:cNvSpPr>
            <a:spLocks noGrp="1"/>
          </p:cNvSpPr>
          <p:nvPr/>
        </p:nvSpPr>
        <p:spPr>
          <a:xfrm>
            <a:off x="378733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039">
            <a:extLst>
              <a:ext uri="{FF2B5EF4-FFF2-40B4-BE49-F238E27FC236}">
                <a16:creationId xmlns:a16="http://schemas.microsoft.com/office/drawing/2014/main" id="{7C118E76-95C0-4B54-9E2D-72A5A7BEC22C}"/>
              </a:ext>
            </a:extLst>
          </p:cNvPr>
          <p:cNvSpPr>
            <a:spLocks noGrp="1"/>
          </p:cNvSpPr>
          <p:nvPr/>
        </p:nvSpPr>
        <p:spPr>
          <a:xfrm>
            <a:off x="370855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040">
            <a:extLst>
              <a:ext uri="{FF2B5EF4-FFF2-40B4-BE49-F238E27FC236}">
                <a16:creationId xmlns:a16="http://schemas.microsoft.com/office/drawing/2014/main" id="{420DC70A-67EF-421F-9879-CFFEB48B6F6F}"/>
              </a:ext>
            </a:extLst>
          </p:cNvPr>
          <p:cNvSpPr>
            <a:spLocks noGrp="1"/>
          </p:cNvSpPr>
          <p:nvPr/>
        </p:nvSpPr>
        <p:spPr>
          <a:xfrm>
            <a:off x="368650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041">
            <a:extLst>
              <a:ext uri="{FF2B5EF4-FFF2-40B4-BE49-F238E27FC236}">
                <a16:creationId xmlns:a16="http://schemas.microsoft.com/office/drawing/2014/main" id="{2FAEAE7A-E0B5-428C-B830-087AB1571AF2}"/>
              </a:ext>
            </a:extLst>
          </p:cNvPr>
          <p:cNvSpPr>
            <a:spLocks noGrp="1"/>
          </p:cNvSpPr>
          <p:nvPr/>
        </p:nvSpPr>
        <p:spPr>
          <a:xfrm>
            <a:off x="3859511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042">
            <a:extLst>
              <a:ext uri="{FF2B5EF4-FFF2-40B4-BE49-F238E27FC236}">
                <a16:creationId xmlns:a16="http://schemas.microsoft.com/office/drawing/2014/main" id="{37449C40-DC5F-4C80-9B23-422F18B7ADDC}"/>
              </a:ext>
            </a:extLst>
          </p:cNvPr>
          <p:cNvSpPr>
            <a:spLocks noGrp="1"/>
          </p:cNvSpPr>
          <p:nvPr/>
        </p:nvSpPr>
        <p:spPr>
          <a:xfrm>
            <a:off x="373394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043">
            <a:extLst>
              <a:ext uri="{FF2B5EF4-FFF2-40B4-BE49-F238E27FC236}">
                <a16:creationId xmlns:a16="http://schemas.microsoft.com/office/drawing/2014/main" id="{A75E0987-58AB-4D79-9C6D-7D69950D6657}"/>
              </a:ext>
            </a:extLst>
          </p:cNvPr>
          <p:cNvSpPr>
            <a:spLocks noGrp="1"/>
          </p:cNvSpPr>
          <p:nvPr/>
        </p:nvSpPr>
        <p:spPr>
          <a:xfrm>
            <a:off x="352061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044">
            <a:extLst>
              <a:ext uri="{FF2B5EF4-FFF2-40B4-BE49-F238E27FC236}">
                <a16:creationId xmlns:a16="http://schemas.microsoft.com/office/drawing/2014/main" id="{E3B09E6F-A9F6-4418-8F09-E1C9DC14E7D7}"/>
              </a:ext>
            </a:extLst>
          </p:cNvPr>
          <p:cNvSpPr>
            <a:spLocks noGrp="1"/>
          </p:cNvSpPr>
          <p:nvPr/>
        </p:nvSpPr>
        <p:spPr>
          <a:xfrm>
            <a:off x="3871609" y="516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045">
            <a:extLst>
              <a:ext uri="{FF2B5EF4-FFF2-40B4-BE49-F238E27FC236}">
                <a16:creationId xmlns:a16="http://schemas.microsoft.com/office/drawing/2014/main" id="{75C902C8-C707-46AE-8492-E894AFDE9AD5}"/>
              </a:ext>
            </a:extLst>
          </p:cNvPr>
          <p:cNvSpPr>
            <a:spLocks noGrp="1"/>
          </p:cNvSpPr>
          <p:nvPr/>
        </p:nvSpPr>
        <p:spPr>
          <a:xfrm>
            <a:off x="36422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046">
            <a:extLst>
              <a:ext uri="{FF2B5EF4-FFF2-40B4-BE49-F238E27FC236}">
                <a16:creationId xmlns:a16="http://schemas.microsoft.com/office/drawing/2014/main" id="{ADC95D36-216E-45EC-B93A-88A48FAE7642}"/>
              </a:ext>
            </a:extLst>
          </p:cNvPr>
          <p:cNvSpPr>
            <a:spLocks noGrp="1"/>
          </p:cNvSpPr>
          <p:nvPr/>
        </p:nvSpPr>
        <p:spPr>
          <a:xfrm>
            <a:off x="3557995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047">
            <a:extLst>
              <a:ext uri="{FF2B5EF4-FFF2-40B4-BE49-F238E27FC236}">
                <a16:creationId xmlns:a16="http://schemas.microsoft.com/office/drawing/2014/main" id="{D5FF9E5C-2122-4879-8D4C-8CE459C70FC6}"/>
              </a:ext>
            </a:extLst>
          </p:cNvPr>
          <p:cNvSpPr>
            <a:spLocks noGrp="1"/>
          </p:cNvSpPr>
          <p:nvPr/>
        </p:nvSpPr>
        <p:spPr>
          <a:xfrm>
            <a:off x="3527525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048">
            <a:extLst>
              <a:ext uri="{FF2B5EF4-FFF2-40B4-BE49-F238E27FC236}">
                <a16:creationId xmlns:a16="http://schemas.microsoft.com/office/drawing/2014/main" id="{4C6058DE-190B-468A-A907-EC3D17F3AF90}"/>
              </a:ext>
            </a:extLst>
          </p:cNvPr>
          <p:cNvSpPr>
            <a:spLocks noGrp="1"/>
          </p:cNvSpPr>
          <p:nvPr/>
        </p:nvSpPr>
        <p:spPr>
          <a:xfrm>
            <a:off x="3552561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049">
            <a:extLst>
              <a:ext uri="{FF2B5EF4-FFF2-40B4-BE49-F238E27FC236}">
                <a16:creationId xmlns:a16="http://schemas.microsoft.com/office/drawing/2014/main" id="{2D63F0F1-5B91-42F3-9003-53DEEDB23D4D}"/>
              </a:ext>
            </a:extLst>
          </p:cNvPr>
          <p:cNvSpPr>
            <a:spLocks noGrp="1"/>
          </p:cNvSpPr>
          <p:nvPr/>
        </p:nvSpPr>
        <p:spPr>
          <a:xfrm>
            <a:off x="3955898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050">
            <a:extLst>
              <a:ext uri="{FF2B5EF4-FFF2-40B4-BE49-F238E27FC236}">
                <a16:creationId xmlns:a16="http://schemas.microsoft.com/office/drawing/2014/main" id="{909D9AF7-A876-4AAA-B9FD-257D82D69C29}"/>
              </a:ext>
            </a:extLst>
          </p:cNvPr>
          <p:cNvSpPr>
            <a:spLocks noGrp="1"/>
          </p:cNvSpPr>
          <p:nvPr/>
        </p:nvSpPr>
        <p:spPr>
          <a:xfrm>
            <a:off x="3747578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051">
            <a:extLst>
              <a:ext uri="{FF2B5EF4-FFF2-40B4-BE49-F238E27FC236}">
                <a16:creationId xmlns:a16="http://schemas.microsoft.com/office/drawing/2014/main" id="{9E059873-6E60-4233-92CA-C8CFCF11FE8F}"/>
              </a:ext>
            </a:extLst>
          </p:cNvPr>
          <p:cNvSpPr>
            <a:spLocks noGrp="1"/>
          </p:cNvSpPr>
          <p:nvPr/>
        </p:nvSpPr>
        <p:spPr>
          <a:xfrm>
            <a:off x="35349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052">
            <a:extLst>
              <a:ext uri="{FF2B5EF4-FFF2-40B4-BE49-F238E27FC236}">
                <a16:creationId xmlns:a16="http://schemas.microsoft.com/office/drawing/2014/main" id="{89115874-2C52-4977-992A-A08978AC9B3E}"/>
              </a:ext>
            </a:extLst>
          </p:cNvPr>
          <p:cNvSpPr>
            <a:spLocks noGrp="1"/>
          </p:cNvSpPr>
          <p:nvPr/>
        </p:nvSpPr>
        <p:spPr>
          <a:xfrm>
            <a:off x="3832137" y="5330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053">
            <a:extLst>
              <a:ext uri="{FF2B5EF4-FFF2-40B4-BE49-F238E27FC236}">
                <a16:creationId xmlns:a16="http://schemas.microsoft.com/office/drawing/2014/main" id="{13CAFE5C-191B-42DE-859B-3EEC1EE567EC}"/>
              </a:ext>
            </a:extLst>
          </p:cNvPr>
          <p:cNvSpPr>
            <a:spLocks noGrp="1"/>
          </p:cNvSpPr>
          <p:nvPr/>
        </p:nvSpPr>
        <p:spPr>
          <a:xfrm>
            <a:off x="384217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054">
            <a:extLst>
              <a:ext uri="{FF2B5EF4-FFF2-40B4-BE49-F238E27FC236}">
                <a16:creationId xmlns:a16="http://schemas.microsoft.com/office/drawing/2014/main" id="{88024BC8-23A9-45E4-9966-F7DBC2812515}"/>
              </a:ext>
            </a:extLst>
          </p:cNvPr>
          <p:cNvSpPr>
            <a:spLocks noGrp="1"/>
          </p:cNvSpPr>
          <p:nvPr/>
        </p:nvSpPr>
        <p:spPr>
          <a:xfrm>
            <a:off x="3973920" y="5124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055">
            <a:extLst>
              <a:ext uri="{FF2B5EF4-FFF2-40B4-BE49-F238E27FC236}">
                <a16:creationId xmlns:a16="http://schemas.microsoft.com/office/drawing/2014/main" id="{FA862E60-319E-491C-B85D-FAE47C90EA43}"/>
              </a:ext>
            </a:extLst>
          </p:cNvPr>
          <p:cNvSpPr>
            <a:spLocks noGrp="1"/>
          </p:cNvSpPr>
          <p:nvPr/>
        </p:nvSpPr>
        <p:spPr>
          <a:xfrm>
            <a:off x="3486105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056">
            <a:extLst>
              <a:ext uri="{FF2B5EF4-FFF2-40B4-BE49-F238E27FC236}">
                <a16:creationId xmlns:a16="http://schemas.microsoft.com/office/drawing/2014/main" id="{3401EA6B-ED6D-481E-94D9-A73D78320AF5}"/>
              </a:ext>
            </a:extLst>
          </p:cNvPr>
          <p:cNvSpPr>
            <a:spLocks noGrp="1"/>
          </p:cNvSpPr>
          <p:nvPr/>
        </p:nvSpPr>
        <p:spPr>
          <a:xfrm>
            <a:off x="3654706" y="47771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057">
            <a:extLst>
              <a:ext uri="{FF2B5EF4-FFF2-40B4-BE49-F238E27FC236}">
                <a16:creationId xmlns:a16="http://schemas.microsoft.com/office/drawing/2014/main" id="{6D1F5F6B-86EF-4F10-9032-8055CD58C381}"/>
              </a:ext>
            </a:extLst>
          </p:cNvPr>
          <p:cNvSpPr>
            <a:spLocks noGrp="1"/>
          </p:cNvSpPr>
          <p:nvPr/>
        </p:nvSpPr>
        <p:spPr>
          <a:xfrm>
            <a:off x="367280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058">
            <a:extLst>
              <a:ext uri="{FF2B5EF4-FFF2-40B4-BE49-F238E27FC236}">
                <a16:creationId xmlns:a16="http://schemas.microsoft.com/office/drawing/2014/main" id="{9935A253-6608-4005-A7ED-FEC94AED2CCC}"/>
              </a:ext>
            </a:extLst>
          </p:cNvPr>
          <p:cNvSpPr>
            <a:spLocks noGrp="1"/>
          </p:cNvSpPr>
          <p:nvPr/>
        </p:nvSpPr>
        <p:spPr>
          <a:xfrm>
            <a:off x="3753194" y="3953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059">
            <a:extLst>
              <a:ext uri="{FF2B5EF4-FFF2-40B4-BE49-F238E27FC236}">
                <a16:creationId xmlns:a16="http://schemas.microsoft.com/office/drawing/2014/main" id="{953B9DAF-BA1D-4837-BECD-A98027E3E29C}"/>
              </a:ext>
            </a:extLst>
          </p:cNvPr>
          <p:cNvSpPr>
            <a:spLocks noGrp="1"/>
          </p:cNvSpPr>
          <p:nvPr/>
        </p:nvSpPr>
        <p:spPr>
          <a:xfrm>
            <a:off x="372373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060">
            <a:extLst>
              <a:ext uri="{FF2B5EF4-FFF2-40B4-BE49-F238E27FC236}">
                <a16:creationId xmlns:a16="http://schemas.microsoft.com/office/drawing/2014/main" id="{7DB035E1-BC0C-46A3-A420-9B593D97FD6B}"/>
              </a:ext>
            </a:extLst>
          </p:cNvPr>
          <p:cNvSpPr>
            <a:spLocks noGrp="1"/>
          </p:cNvSpPr>
          <p:nvPr/>
        </p:nvSpPr>
        <p:spPr>
          <a:xfrm>
            <a:off x="3597700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061">
            <a:extLst>
              <a:ext uri="{FF2B5EF4-FFF2-40B4-BE49-F238E27FC236}">
                <a16:creationId xmlns:a16="http://schemas.microsoft.com/office/drawing/2014/main" id="{82421CA0-943F-4A2E-B602-D20DA53849F2}"/>
              </a:ext>
            </a:extLst>
          </p:cNvPr>
          <p:cNvSpPr>
            <a:spLocks noGrp="1"/>
          </p:cNvSpPr>
          <p:nvPr/>
        </p:nvSpPr>
        <p:spPr>
          <a:xfrm>
            <a:off x="38704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062">
            <a:extLst>
              <a:ext uri="{FF2B5EF4-FFF2-40B4-BE49-F238E27FC236}">
                <a16:creationId xmlns:a16="http://schemas.microsoft.com/office/drawing/2014/main" id="{1DA6B279-E603-4435-A29B-B45A47E20D8D}"/>
              </a:ext>
            </a:extLst>
          </p:cNvPr>
          <p:cNvSpPr>
            <a:spLocks noGrp="1"/>
          </p:cNvSpPr>
          <p:nvPr/>
        </p:nvSpPr>
        <p:spPr>
          <a:xfrm>
            <a:off x="3489834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063">
            <a:extLst>
              <a:ext uri="{FF2B5EF4-FFF2-40B4-BE49-F238E27FC236}">
                <a16:creationId xmlns:a16="http://schemas.microsoft.com/office/drawing/2014/main" id="{5F05ADBD-9315-40F3-A33B-89E0769E8E08}"/>
              </a:ext>
            </a:extLst>
          </p:cNvPr>
          <p:cNvSpPr>
            <a:spLocks noGrp="1"/>
          </p:cNvSpPr>
          <p:nvPr/>
        </p:nvSpPr>
        <p:spPr>
          <a:xfrm>
            <a:off x="3803733" y="4624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064">
            <a:extLst>
              <a:ext uri="{FF2B5EF4-FFF2-40B4-BE49-F238E27FC236}">
                <a16:creationId xmlns:a16="http://schemas.microsoft.com/office/drawing/2014/main" id="{61B3B66A-7D1E-47CA-9419-9279D112F7EE}"/>
              </a:ext>
            </a:extLst>
          </p:cNvPr>
          <p:cNvSpPr>
            <a:spLocks noGrp="1"/>
          </p:cNvSpPr>
          <p:nvPr/>
        </p:nvSpPr>
        <p:spPr>
          <a:xfrm>
            <a:off x="373514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065">
            <a:extLst>
              <a:ext uri="{FF2B5EF4-FFF2-40B4-BE49-F238E27FC236}">
                <a16:creationId xmlns:a16="http://schemas.microsoft.com/office/drawing/2014/main" id="{505A04D8-D464-432D-AE45-D5773F3C1AAA}"/>
              </a:ext>
            </a:extLst>
          </p:cNvPr>
          <p:cNvSpPr>
            <a:spLocks noGrp="1"/>
          </p:cNvSpPr>
          <p:nvPr/>
        </p:nvSpPr>
        <p:spPr>
          <a:xfrm>
            <a:off x="3730480" y="43869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066">
            <a:extLst>
              <a:ext uri="{FF2B5EF4-FFF2-40B4-BE49-F238E27FC236}">
                <a16:creationId xmlns:a16="http://schemas.microsoft.com/office/drawing/2014/main" id="{CCA24268-47D7-4C77-90EA-3F3C6E4B5ED9}"/>
              </a:ext>
            </a:extLst>
          </p:cNvPr>
          <p:cNvSpPr>
            <a:spLocks noGrp="1"/>
          </p:cNvSpPr>
          <p:nvPr/>
        </p:nvSpPr>
        <p:spPr>
          <a:xfrm>
            <a:off x="364648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067">
            <a:extLst>
              <a:ext uri="{FF2B5EF4-FFF2-40B4-BE49-F238E27FC236}">
                <a16:creationId xmlns:a16="http://schemas.microsoft.com/office/drawing/2014/main" id="{A6B79388-3F05-4434-B7F6-74CDB1FF867D}"/>
              </a:ext>
            </a:extLst>
          </p:cNvPr>
          <p:cNvSpPr>
            <a:spLocks noGrp="1"/>
          </p:cNvSpPr>
          <p:nvPr/>
        </p:nvSpPr>
        <p:spPr>
          <a:xfrm>
            <a:off x="385563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068">
            <a:extLst>
              <a:ext uri="{FF2B5EF4-FFF2-40B4-BE49-F238E27FC236}">
                <a16:creationId xmlns:a16="http://schemas.microsoft.com/office/drawing/2014/main" id="{9BD32AA5-8604-4D51-8551-FA08ACCB8998}"/>
              </a:ext>
            </a:extLst>
          </p:cNvPr>
          <p:cNvSpPr>
            <a:spLocks noGrp="1"/>
          </p:cNvSpPr>
          <p:nvPr/>
        </p:nvSpPr>
        <p:spPr>
          <a:xfrm>
            <a:off x="36339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069">
            <a:extLst>
              <a:ext uri="{FF2B5EF4-FFF2-40B4-BE49-F238E27FC236}">
                <a16:creationId xmlns:a16="http://schemas.microsoft.com/office/drawing/2014/main" id="{A66094BD-F021-4629-8951-6CD13372E4B4}"/>
              </a:ext>
            </a:extLst>
          </p:cNvPr>
          <p:cNvSpPr>
            <a:spLocks noGrp="1"/>
          </p:cNvSpPr>
          <p:nvPr/>
        </p:nvSpPr>
        <p:spPr>
          <a:xfrm>
            <a:off x="3636232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070">
            <a:extLst>
              <a:ext uri="{FF2B5EF4-FFF2-40B4-BE49-F238E27FC236}">
                <a16:creationId xmlns:a16="http://schemas.microsoft.com/office/drawing/2014/main" id="{3E7E2520-37FC-4664-9BAA-46817AB3D3B7}"/>
              </a:ext>
            </a:extLst>
          </p:cNvPr>
          <p:cNvSpPr>
            <a:spLocks noGrp="1"/>
          </p:cNvSpPr>
          <p:nvPr/>
        </p:nvSpPr>
        <p:spPr>
          <a:xfrm>
            <a:off x="3745402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071">
            <a:extLst>
              <a:ext uri="{FF2B5EF4-FFF2-40B4-BE49-F238E27FC236}">
                <a16:creationId xmlns:a16="http://schemas.microsoft.com/office/drawing/2014/main" id="{61504D6B-2FB3-4464-904A-3E0EFA210069}"/>
              </a:ext>
            </a:extLst>
          </p:cNvPr>
          <p:cNvSpPr>
            <a:spLocks noGrp="1"/>
          </p:cNvSpPr>
          <p:nvPr/>
        </p:nvSpPr>
        <p:spPr>
          <a:xfrm>
            <a:off x="378891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072">
            <a:extLst>
              <a:ext uri="{FF2B5EF4-FFF2-40B4-BE49-F238E27FC236}">
                <a16:creationId xmlns:a16="http://schemas.microsoft.com/office/drawing/2014/main" id="{5178FC5B-2F58-455C-99CC-456009D47458}"/>
              </a:ext>
            </a:extLst>
          </p:cNvPr>
          <p:cNvSpPr>
            <a:spLocks noGrp="1"/>
          </p:cNvSpPr>
          <p:nvPr/>
        </p:nvSpPr>
        <p:spPr>
          <a:xfrm>
            <a:off x="382878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073">
            <a:extLst>
              <a:ext uri="{FF2B5EF4-FFF2-40B4-BE49-F238E27FC236}">
                <a16:creationId xmlns:a16="http://schemas.microsoft.com/office/drawing/2014/main" id="{77A35E1E-D4B7-458C-82B7-792804E7EADC}"/>
              </a:ext>
            </a:extLst>
          </p:cNvPr>
          <p:cNvSpPr>
            <a:spLocks noGrp="1"/>
          </p:cNvSpPr>
          <p:nvPr/>
        </p:nvSpPr>
        <p:spPr>
          <a:xfrm>
            <a:off x="3748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074">
            <a:extLst>
              <a:ext uri="{FF2B5EF4-FFF2-40B4-BE49-F238E27FC236}">
                <a16:creationId xmlns:a16="http://schemas.microsoft.com/office/drawing/2014/main" id="{E2C475A5-0C6A-4E9C-A44F-D85D3E9A1F0C}"/>
              </a:ext>
            </a:extLst>
          </p:cNvPr>
          <p:cNvSpPr>
            <a:spLocks noGrp="1"/>
          </p:cNvSpPr>
          <p:nvPr/>
        </p:nvSpPr>
        <p:spPr>
          <a:xfrm>
            <a:off x="35435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075">
            <a:extLst>
              <a:ext uri="{FF2B5EF4-FFF2-40B4-BE49-F238E27FC236}">
                <a16:creationId xmlns:a16="http://schemas.microsoft.com/office/drawing/2014/main" id="{115C0C40-90A8-4189-BD00-E84159571121}"/>
              </a:ext>
            </a:extLst>
          </p:cNvPr>
          <p:cNvSpPr>
            <a:spLocks noGrp="1"/>
          </p:cNvSpPr>
          <p:nvPr/>
        </p:nvSpPr>
        <p:spPr>
          <a:xfrm>
            <a:off x="3651702" y="4733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076">
            <a:extLst>
              <a:ext uri="{FF2B5EF4-FFF2-40B4-BE49-F238E27FC236}">
                <a16:creationId xmlns:a16="http://schemas.microsoft.com/office/drawing/2014/main" id="{A3D3F6A1-55DE-4241-B15D-15D9A5C5DDBE}"/>
              </a:ext>
            </a:extLst>
          </p:cNvPr>
          <p:cNvSpPr>
            <a:spLocks noGrp="1"/>
          </p:cNvSpPr>
          <p:nvPr/>
        </p:nvSpPr>
        <p:spPr>
          <a:xfrm>
            <a:off x="3957633" y="44789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077">
            <a:extLst>
              <a:ext uri="{FF2B5EF4-FFF2-40B4-BE49-F238E27FC236}">
                <a16:creationId xmlns:a16="http://schemas.microsoft.com/office/drawing/2014/main" id="{78B3B2D3-3032-4468-8F5E-233CE8705C33}"/>
              </a:ext>
            </a:extLst>
          </p:cNvPr>
          <p:cNvSpPr>
            <a:spLocks noGrp="1"/>
          </p:cNvSpPr>
          <p:nvPr/>
        </p:nvSpPr>
        <p:spPr>
          <a:xfrm>
            <a:off x="36315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078">
            <a:extLst>
              <a:ext uri="{FF2B5EF4-FFF2-40B4-BE49-F238E27FC236}">
                <a16:creationId xmlns:a16="http://schemas.microsoft.com/office/drawing/2014/main" id="{49960CD3-1164-43BA-8B5A-98DE9DC6C3F7}"/>
              </a:ext>
            </a:extLst>
          </p:cNvPr>
          <p:cNvSpPr>
            <a:spLocks noGrp="1"/>
          </p:cNvSpPr>
          <p:nvPr/>
        </p:nvSpPr>
        <p:spPr>
          <a:xfrm>
            <a:off x="3503068" y="454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079">
            <a:extLst>
              <a:ext uri="{FF2B5EF4-FFF2-40B4-BE49-F238E27FC236}">
                <a16:creationId xmlns:a16="http://schemas.microsoft.com/office/drawing/2014/main" id="{C76650ED-D2B8-4D8E-8DAE-9F03B4E026F0}"/>
              </a:ext>
            </a:extLst>
          </p:cNvPr>
          <p:cNvSpPr>
            <a:spLocks noGrp="1"/>
          </p:cNvSpPr>
          <p:nvPr/>
        </p:nvSpPr>
        <p:spPr>
          <a:xfrm>
            <a:off x="3947646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080">
            <a:extLst>
              <a:ext uri="{FF2B5EF4-FFF2-40B4-BE49-F238E27FC236}">
                <a16:creationId xmlns:a16="http://schemas.microsoft.com/office/drawing/2014/main" id="{EE6A56D3-6EDD-4704-B500-6F202AB18316}"/>
              </a:ext>
            </a:extLst>
          </p:cNvPr>
          <p:cNvSpPr>
            <a:spLocks noGrp="1"/>
          </p:cNvSpPr>
          <p:nvPr/>
        </p:nvSpPr>
        <p:spPr>
          <a:xfrm>
            <a:off x="373436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081">
            <a:extLst>
              <a:ext uri="{FF2B5EF4-FFF2-40B4-BE49-F238E27FC236}">
                <a16:creationId xmlns:a16="http://schemas.microsoft.com/office/drawing/2014/main" id="{D0B06847-200A-41C9-A677-A3A329AF6301}"/>
              </a:ext>
            </a:extLst>
          </p:cNvPr>
          <p:cNvSpPr>
            <a:spLocks noGrp="1"/>
          </p:cNvSpPr>
          <p:nvPr/>
        </p:nvSpPr>
        <p:spPr>
          <a:xfrm>
            <a:off x="3947336" y="5228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082">
            <a:extLst>
              <a:ext uri="{FF2B5EF4-FFF2-40B4-BE49-F238E27FC236}">
                <a16:creationId xmlns:a16="http://schemas.microsoft.com/office/drawing/2014/main" id="{52DEE22E-43B3-46A4-8B55-F5F8887CD337}"/>
              </a:ext>
            </a:extLst>
          </p:cNvPr>
          <p:cNvSpPr>
            <a:spLocks noGrp="1"/>
          </p:cNvSpPr>
          <p:nvPr/>
        </p:nvSpPr>
        <p:spPr>
          <a:xfrm>
            <a:off x="351189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083">
            <a:extLst>
              <a:ext uri="{FF2B5EF4-FFF2-40B4-BE49-F238E27FC236}">
                <a16:creationId xmlns:a16="http://schemas.microsoft.com/office/drawing/2014/main" id="{8DB24893-20DA-4250-AD02-E3164318B091}"/>
              </a:ext>
            </a:extLst>
          </p:cNvPr>
          <p:cNvSpPr>
            <a:spLocks noGrp="1"/>
          </p:cNvSpPr>
          <p:nvPr/>
        </p:nvSpPr>
        <p:spPr>
          <a:xfrm>
            <a:off x="379332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084">
            <a:extLst>
              <a:ext uri="{FF2B5EF4-FFF2-40B4-BE49-F238E27FC236}">
                <a16:creationId xmlns:a16="http://schemas.microsoft.com/office/drawing/2014/main" id="{659E08DD-9C91-4216-A555-28C2C4B68956}"/>
              </a:ext>
            </a:extLst>
          </p:cNvPr>
          <p:cNvSpPr>
            <a:spLocks noGrp="1"/>
          </p:cNvSpPr>
          <p:nvPr/>
        </p:nvSpPr>
        <p:spPr>
          <a:xfrm>
            <a:off x="35412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085">
            <a:extLst>
              <a:ext uri="{FF2B5EF4-FFF2-40B4-BE49-F238E27FC236}">
                <a16:creationId xmlns:a16="http://schemas.microsoft.com/office/drawing/2014/main" id="{AE3B8F5C-068D-4301-8D5D-8B8F8512598A}"/>
              </a:ext>
            </a:extLst>
          </p:cNvPr>
          <p:cNvSpPr>
            <a:spLocks noGrp="1"/>
          </p:cNvSpPr>
          <p:nvPr/>
        </p:nvSpPr>
        <p:spPr>
          <a:xfrm>
            <a:off x="38476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086">
            <a:extLst>
              <a:ext uri="{FF2B5EF4-FFF2-40B4-BE49-F238E27FC236}">
                <a16:creationId xmlns:a16="http://schemas.microsoft.com/office/drawing/2014/main" id="{56E5869A-821B-482B-A69C-9E388C0D01DD}"/>
              </a:ext>
            </a:extLst>
          </p:cNvPr>
          <p:cNvSpPr>
            <a:spLocks noGrp="1"/>
          </p:cNvSpPr>
          <p:nvPr/>
        </p:nvSpPr>
        <p:spPr>
          <a:xfrm>
            <a:off x="3822127" y="5102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087">
            <a:extLst>
              <a:ext uri="{FF2B5EF4-FFF2-40B4-BE49-F238E27FC236}">
                <a16:creationId xmlns:a16="http://schemas.microsoft.com/office/drawing/2014/main" id="{F324F4AC-ECF1-420F-80BF-95F50A413E14}"/>
              </a:ext>
            </a:extLst>
          </p:cNvPr>
          <p:cNvSpPr>
            <a:spLocks noGrp="1"/>
          </p:cNvSpPr>
          <p:nvPr/>
        </p:nvSpPr>
        <p:spPr>
          <a:xfrm>
            <a:off x="351815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088">
            <a:extLst>
              <a:ext uri="{FF2B5EF4-FFF2-40B4-BE49-F238E27FC236}">
                <a16:creationId xmlns:a16="http://schemas.microsoft.com/office/drawing/2014/main" id="{F2E0CDC2-C059-4975-848A-FAC7C050E5F7}"/>
              </a:ext>
            </a:extLst>
          </p:cNvPr>
          <p:cNvSpPr>
            <a:spLocks noGrp="1"/>
          </p:cNvSpPr>
          <p:nvPr/>
        </p:nvSpPr>
        <p:spPr>
          <a:xfrm>
            <a:off x="3859126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089">
            <a:extLst>
              <a:ext uri="{FF2B5EF4-FFF2-40B4-BE49-F238E27FC236}">
                <a16:creationId xmlns:a16="http://schemas.microsoft.com/office/drawing/2014/main" id="{F80A3F03-DFE8-4BD8-830B-26941CE82181}"/>
              </a:ext>
            </a:extLst>
          </p:cNvPr>
          <p:cNvSpPr>
            <a:spLocks noGrp="1"/>
          </p:cNvSpPr>
          <p:nvPr/>
        </p:nvSpPr>
        <p:spPr>
          <a:xfrm>
            <a:off x="1188244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5090">
            <a:extLst>
              <a:ext uri="{FF2B5EF4-FFF2-40B4-BE49-F238E27FC236}">
                <a16:creationId xmlns:a16="http://schemas.microsoft.com/office/drawing/2014/main" id="{7D56E948-953F-4D47-8594-1D5FD24612BD}"/>
              </a:ext>
            </a:extLst>
          </p:cNvPr>
          <p:cNvSpPr>
            <a:spLocks noGrp="1"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5091">
            <a:extLst>
              <a:ext uri="{FF2B5EF4-FFF2-40B4-BE49-F238E27FC236}">
                <a16:creationId xmlns:a16="http://schemas.microsoft.com/office/drawing/2014/main" id="{1249B01E-A54F-4AEE-A228-7C00A90A300D}"/>
              </a:ext>
            </a:extLst>
          </p:cNvPr>
          <p:cNvSpPr>
            <a:spLocks noGrp="1"/>
          </p:cNvSpPr>
          <p:nvPr/>
        </p:nvSpPr>
        <p:spPr>
          <a:xfrm>
            <a:off x="709414" y="3381347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5092">
            <a:extLst>
              <a:ext uri="{FF2B5EF4-FFF2-40B4-BE49-F238E27FC236}">
                <a16:creationId xmlns:a16="http://schemas.microsoft.com/office/drawing/2014/main" id="{424485BD-1B4F-488F-9313-DF8AF3210409}"/>
              </a:ext>
            </a:extLst>
          </p:cNvPr>
          <p:cNvSpPr>
            <a:spLocks noGrp="1"/>
          </p:cNvSpPr>
          <p:nvPr/>
        </p:nvSpPr>
        <p:spPr>
          <a:xfrm>
            <a:off x="1188244" y="3403921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5093">
            <a:extLst>
              <a:ext uri="{FF2B5EF4-FFF2-40B4-BE49-F238E27FC236}">
                <a16:creationId xmlns:a16="http://schemas.microsoft.com/office/drawing/2014/main" id="{4B63FC09-5163-4AAF-AFCA-AE7C154E4C98}"/>
              </a:ext>
            </a:extLst>
          </p:cNvPr>
          <p:cNvSpPr>
            <a:spLocks noGrp="1"/>
          </p:cNvSpPr>
          <p:nvPr/>
        </p:nvSpPr>
        <p:spPr>
          <a:xfrm>
            <a:off x="2084501" y="5157841"/>
            <a:ext cx="191" cy="109500"/>
          </a:xfrm>
          <a:custGeom>
            <a:avLst/>
            <a:gdLst/>
            <a:ahLst/>
            <a:cxnLst/>
            <a:rect l="0" t="0" r="0" b="0"/>
            <a:pathLst>
              <a:path w="191" h="109500">
                <a:moveTo>
                  <a:pt x="0" y="10950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5094">
            <a:extLst>
              <a:ext uri="{FF2B5EF4-FFF2-40B4-BE49-F238E27FC236}">
                <a16:creationId xmlns:a16="http://schemas.microsoft.com/office/drawing/2014/main" id="{4A313C42-72ED-420F-ACFB-F236686FCAC6}"/>
              </a:ext>
            </a:extLst>
          </p:cNvPr>
          <p:cNvSpPr>
            <a:spLocks noGrp="1"/>
          </p:cNvSpPr>
          <p:nvPr/>
        </p:nvSpPr>
        <p:spPr>
          <a:xfrm>
            <a:off x="1929379" y="526734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5095">
            <a:extLst>
              <a:ext uri="{FF2B5EF4-FFF2-40B4-BE49-F238E27FC236}">
                <a16:creationId xmlns:a16="http://schemas.microsoft.com/office/drawing/2014/main" id="{71945FE0-0BA6-4382-BAA9-C54C7F829B4B}"/>
              </a:ext>
            </a:extLst>
          </p:cNvPr>
          <p:cNvSpPr>
            <a:spLocks noGrp="1"/>
          </p:cNvSpPr>
          <p:nvPr/>
        </p:nvSpPr>
        <p:spPr>
          <a:xfrm>
            <a:off x="1929379" y="515784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5096">
            <a:extLst>
              <a:ext uri="{FF2B5EF4-FFF2-40B4-BE49-F238E27FC236}">
                <a16:creationId xmlns:a16="http://schemas.microsoft.com/office/drawing/2014/main" id="{F4BEA538-4BC2-44CB-8472-716069AA59A1}"/>
              </a:ext>
            </a:extLst>
          </p:cNvPr>
          <p:cNvSpPr>
            <a:spLocks noGrp="1"/>
          </p:cNvSpPr>
          <p:nvPr/>
        </p:nvSpPr>
        <p:spPr>
          <a:xfrm>
            <a:off x="2911815" y="4606203"/>
            <a:ext cx="191" cy="171705"/>
          </a:xfrm>
          <a:custGeom>
            <a:avLst/>
            <a:gdLst/>
            <a:ahLst/>
            <a:cxnLst/>
            <a:rect l="0" t="0" r="0" b="0"/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5097">
            <a:extLst>
              <a:ext uri="{FF2B5EF4-FFF2-40B4-BE49-F238E27FC236}">
                <a16:creationId xmlns:a16="http://schemas.microsoft.com/office/drawing/2014/main" id="{2AFDBBB4-2422-430F-906E-AE9666CD1255}"/>
              </a:ext>
            </a:extLst>
          </p:cNvPr>
          <p:cNvSpPr>
            <a:spLocks noGrp="1"/>
          </p:cNvSpPr>
          <p:nvPr/>
        </p:nvSpPr>
        <p:spPr>
          <a:xfrm>
            <a:off x="2756694" y="477790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5098">
            <a:extLst>
              <a:ext uri="{FF2B5EF4-FFF2-40B4-BE49-F238E27FC236}">
                <a16:creationId xmlns:a16="http://schemas.microsoft.com/office/drawing/2014/main" id="{70F80C73-553C-44A1-B49C-769ACE483E77}"/>
              </a:ext>
            </a:extLst>
          </p:cNvPr>
          <p:cNvSpPr>
            <a:spLocks noGrp="1"/>
          </p:cNvSpPr>
          <p:nvPr/>
        </p:nvSpPr>
        <p:spPr>
          <a:xfrm>
            <a:off x="2756694" y="4606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5099">
            <a:extLst>
              <a:ext uri="{FF2B5EF4-FFF2-40B4-BE49-F238E27FC236}">
                <a16:creationId xmlns:a16="http://schemas.microsoft.com/office/drawing/2014/main" id="{35B07997-2CA4-4936-A4F9-494FBF3A5D02}"/>
              </a:ext>
            </a:extLst>
          </p:cNvPr>
          <p:cNvSpPr>
            <a:spLocks noGrp="1"/>
          </p:cNvSpPr>
          <p:nvPr/>
        </p:nvSpPr>
        <p:spPr>
          <a:xfrm>
            <a:off x="3739129" y="4421830"/>
            <a:ext cx="191" cy="181389"/>
          </a:xfrm>
          <a:custGeom>
            <a:avLst/>
            <a:gdLst/>
            <a:ahLst/>
            <a:cxnLst/>
            <a:rect l="0" t="0" r="0" b="0"/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5100">
            <a:extLst>
              <a:ext uri="{FF2B5EF4-FFF2-40B4-BE49-F238E27FC236}">
                <a16:creationId xmlns:a16="http://schemas.microsoft.com/office/drawing/2014/main" id="{3F304CBF-8841-4A95-882D-14BE85135BEC}"/>
              </a:ext>
            </a:extLst>
          </p:cNvPr>
          <p:cNvSpPr>
            <a:spLocks noGrp="1"/>
          </p:cNvSpPr>
          <p:nvPr/>
        </p:nvSpPr>
        <p:spPr>
          <a:xfrm>
            <a:off x="3584008" y="460321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5101">
            <a:extLst>
              <a:ext uri="{FF2B5EF4-FFF2-40B4-BE49-F238E27FC236}">
                <a16:creationId xmlns:a16="http://schemas.microsoft.com/office/drawing/2014/main" id="{7FD993EA-DFAE-45F0-98E4-D3DEA593CE20}"/>
              </a:ext>
            </a:extLst>
          </p:cNvPr>
          <p:cNvSpPr>
            <a:spLocks noGrp="1"/>
          </p:cNvSpPr>
          <p:nvPr/>
        </p:nvSpPr>
        <p:spPr>
          <a:xfrm>
            <a:off x="3584008" y="4421830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5102">
            <a:extLst>
              <a:ext uri="{FF2B5EF4-FFF2-40B4-BE49-F238E27FC236}">
                <a16:creationId xmlns:a16="http://schemas.microsoft.com/office/drawing/2014/main" id="{D87E5502-3397-4BCF-A009-0393B2C588C5}"/>
              </a:ext>
            </a:extLst>
          </p:cNvPr>
          <p:cNvSpPr>
            <a:spLocks noGrp="1"/>
          </p:cNvSpPr>
          <p:nvPr/>
        </p:nvSpPr>
        <p:spPr>
          <a:xfrm>
            <a:off x="1791494" y="5214680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5103">
            <a:extLst>
              <a:ext uri="{FF2B5EF4-FFF2-40B4-BE49-F238E27FC236}">
                <a16:creationId xmlns:a16="http://schemas.microsoft.com/office/drawing/2014/main" id="{53B937D8-A9E4-4FF2-B6A9-8F522A8973FC}"/>
              </a:ext>
            </a:extLst>
          </p:cNvPr>
          <p:cNvSpPr>
            <a:spLocks noGrp="1"/>
          </p:cNvSpPr>
          <p:nvPr/>
        </p:nvSpPr>
        <p:spPr>
          <a:xfrm>
            <a:off x="2618808" y="4692468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5104">
            <a:extLst>
              <a:ext uri="{FF2B5EF4-FFF2-40B4-BE49-F238E27FC236}">
                <a16:creationId xmlns:a16="http://schemas.microsoft.com/office/drawing/2014/main" id="{8584A1D5-E4E7-4E10-8DD1-9D208C5A47A8}"/>
              </a:ext>
            </a:extLst>
          </p:cNvPr>
          <p:cNvSpPr>
            <a:spLocks noGrp="1"/>
          </p:cNvSpPr>
          <p:nvPr/>
        </p:nvSpPr>
        <p:spPr>
          <a:xfrm>
            <a:off x="3446122" y="4512519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5105">
            <a:extLst>
              <a:ext uri="{FF2B5EF4-FFF2-40B4-BE49-F238E27FC236}">
                <a16:creationId xmlns:a16="http://schemas.microsoft.com/office/drawing/2014/main" id="{20B23263-2232-4D35-850A-B54B7CE38630}"/>
              </a:ext>
            </a:extLst>
          </p:cNvPr>
          <p:cNvSpPr>
            <a:spLocks noGrp="1"/>
          </p:cNvSpPr>
          <p:nvPr/>
        </p:nvSpPr>
        <p:spPr>
          <a:xfrm>
            <a:off x="5704001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5106">
            <a:extLst>
              <a:ext uri="{FF2B5EF4-FFF2-40B4-BE49-F238E27FC236}">
                <a16:creationId xmlns:a16="http://schemas.microsoft.com/office/drawing/2014/main" id="{F9CA06D9-02FB-465F-880C-217DE9EA8C5B}"/>
              </a:ext>
            </a:extLst>
          </p:cNvPr>
          <p:cNvSpPr>
            <a:spLocks noGrp="1"/>
          </p:cNvSpPr>
          <p:nvPr/>
        </p:nvSpPr>
        <p:spPr>
          <a:xfrm>
            <a:off x="7427572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5107">
            <a:extLst>
              <a:ext uri="{FF2B5EF4-FFF2-40B4-BE49-F238E27FC236}">
                <a16:creationId xmlns:a16="http://schemas.microsoft.com/office/drawing/2014/main" id="{C2579BC8-3A10-4750-AE17-795E68A78466}"/>
              </a:ext>
            </a:extLst>
          </p:cNvPr>
          <p:cNvSpPr>
            <a:spLocks noGrp="1"/>
          </p:cNvSpPr>
          <p:nvPr/>
        </p:nvSpPr>
        <p:spPr>
          <a:xfrm>
            <a:off x="6814670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5108">
            <a:extLst>
              <a:ext uri="{FF2B5EF4-FFF2-40B4-BE49-F238E27FC236}">
                <a16:creationId xmlns:a16="http://schemas.microsoft.com/office/drawing/2014/main" id="{6D5E9C1F-26ED-4487-82F2-5B6934C37162}"/>
              </a:ext>
            </a:extLst>
          </p:cNvPr>
          <p:cNvSpPr>
            <a:spLocks noGrp="1"/>
          </p:cNvSpPr>
          <p:nvPr/>
        </p:nvSpPr>
        <p:spPr>
          <a:xfrm>
            <a:off x="6846786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5109">
            <a:extLst>
              <a:ext uri="{FF2B5EF4-FFF2-40B4-BE49-F238E27FC236}">
                <a16:creationId xmlns:a16="http://schemas.microsoft.com/office/drawing/2014/main" id="{FEA3D879-3FDC-4522-84ED-6FF9429ADFE2}"/>
              </a:ext>
            </a:extLst>
          </p:cNvPr>
          <p:cNvSpPr>
            <a:spLocks noGrp="1"/>
          </p:cNvSpPr>
          <p:nvPr/>
        </p:nvSpPr>
        <p:spPr>
          <a:xfrm>
            <a:off x="6913755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5110">
            <a:extLst>
              <a:ext uri="{FF2B5EF4-FFF2-40B4-BE49-F238E27FC236}">
                <a16:creationId xmlns:a16="http://schemas.microsoft.com/office/drawing/2014/main" id="{F02894BB-0A13-4CFE-A9F0-6017AF39F93D}"/>
              </a:ext>
            </a:extLst>
          </p:cNvPr>
          <p:cNvSpPr>
            <a:spLocks noGrp="1"/>
          </p:cNvSpPr>
          <p:nvPr/>
        </p:nvSpPr>
        <p:spPr>
          <a:xfrm>
            <a:off x="6963609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5111">
            <a:extLst>
              <a:ext uri="{FF2B5EF4-FFF2-40B4-BE49-F238E27FC236}">
                <a16:creationId xmlns:a16="http://schemas.microsoft.com/office/drawing/2014/main" id="{5CCE5556-EC13-41EA-A9EC-F30FF4365E3C}"/>
              </a:ext>
            </a:extLst>
          </p:cNvPr>
          <p:cNvSpPr>
            <a:spLocks noGrp="1"/>
          </p:cNvSpPr>
          <p:nvPr/>
        </p:nvSpPr>
        <p:spPr>
          <a:xfrm>
            <a:off x="7006305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5112">
            <a:extLst>
              <a:ext uri="{FF2B5EF4-FFF2-40B4-BE49-F238E27FC236}">
                <a16:creationId xmlns:a16="http://schemas.microsoft.com/office/drawing/2014/main" id="{B5526CA4-E4FB-47CF-9A4F-D4107A8DAC21}"/>
              </a:ext>
            </a:extLst>
          </p:cNvPr>
          <p:cNvSpPr>
            <a:spLocks noGrp="1"/>
          </p:cNvSpPr>
          <p:nvPr/>
        </p:nvSpPr>
        <p:spPr>
          <a:xfrm>
            <a:off x="7067362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5113">
            <a:extLst>
              <a:ext uri="{FF2B5EF4-FFF2-40B4-BE49-F238E27FC236}">
                <a16:creationId xmlns:a16="http://schemas.microsoft.com/office/drawing/2014/main" id="{161B86FA-40D4-4DAD-AC34-8B7C9BE82A3F}"/>
              </a:ext>
            </a:extLst>
          </p:cNvPr>
          <p:cNvSpPr>
            <a:spLocks noGrp="1"/>
          </p:cNvSpPr>
          <p:nvPr/>
        </p:nvSpPr>
        <p:spPr>
          <a:xfrm>
            <a:off x="7134332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5114">
            <a:extLst>
              <a:ext uri="{FF2B5EF4-FFF2-40B4-BE49-F238E27FC236}">
                <a16:creationId xmlns:a16="http://schemas.microsoft.com/office/drawing/2014/main" id="{BDC59B8F-AFBE-4EA6-98A8-F9BAAEDCCBDF}"/>
              </a:ext>
            </a:extLst>
          </p:cNvPr>
          <p:cNvSpPr>
            <a:spLocks noGrp="1"/>
          </p:cNvSpPr>
          <p:nvPr/>
        </p:nvSpPr>
        <p:spPr>
          <a:xfrm>
            <a:off x="7188231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5115">
            <a:extLst>
              <a:ext uri="{FF2B5EF4-FFF2-40B4-BE49-F238E27FC236}">
                <a16:creationId xmlns:a16="http://schemas.microsoft.com/office/drawing/2014/main" id="{FB47372D-B8CC-432C-9E1D-47571020922C}"/>
              </a:ext>
            </a:extLst>
          </p:cNvPr>
          <p:cNvSpPr>
            <a:spLocks noGrp="1"/>
          </p:cNvSpPr>
          <p:nvPr/>
        </p:nvSpPr>
        <p:spPr>
          <a:xfrm>
            <a:off x="7251653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5116">
            <a:extLst>
              <a:ext uri="{FF2B5EF4-FFF2-40B4-BE49-F238E27FC236}">
                <a16:creationId xmlns:a16="http://schemas.microsoft.com/office/drawing/2014/main" id="{DFDABC6D-B643-4542-A1FB-C5716F8DA838}"/>
              </a:ext>
            </a:extLst>
          </p:cNvPr>
          <p:cNvSpPr>
            <a:spLocks noGrp="1"/>
          </p:cNvSpPr>
          <p:nvPr/>
        </p:nvSpPr>
        <p:spPr>
          <a:xfrm>
            <a:off x="7290677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5117">
            <a:extLst>
              <a:ext uri="{FF2B5EF4-FFF2-40B4-BE49-F238E27FC236}">
                <a16:creationId xmlns:a16="http://schemas.microsoft.com/office/drawing/2014/main" id="{06A680A6-44D9-4974-88D6-0E4AD0F5B548}"/>
              </a:ext>
            </a:extLst>
          </p:cNvPr>
          <p:cNvSpPr>
            <a:spLocks noGrp="1"/>
          </p:cNvSpPr>
          <p:nvPr/>
        </p:nvSpPr>
        <p:spPr>
          <a:xfrm>
            <a:off x="7319930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5118">
            <a:extLst>
              <a:ext uri="{FF2B5EF4-FFF2-40B4-BE49-F238E27FC236}">
                <a16:creationId xmlns:a16="http://schemas.microsoft.com/office/drawing/2014/main" id="{906AD3E9-16A6-4CE9-9C77-723D1C7D742F}"/>
              </a:ext>
            </a:extLst>
          </p:cNvPr>
          <p:cNvSpPr>
            <a:spLocks noGrp="1"/>
          </p:cNvSpPr>
          <p:nvPr/>
        </p:nvSpPr>
        <p:spPr>
          <a:xfrm>
            <a:off x="7383351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5119">
            <a:extLst>
              <a:ext uri="{FF2B5EF4-FFF2-40B4-BE49-F238E27FC236}">
                <a16:creationId xmlns:a16="http://schemas.microsoft.com/office/drawing/2014/main" id="{C65ABB58-9FC4-4027-A6D2-601EDC3EDA1A}"/>
              </a:ext>
            </a:extLst>
          </p:cNvPr>
          <p:cNvSpPr>
            <a:spLocks noGrp="1"/>
          </p:cNvSpPr>
          <p:nvPr/>
        </p:nvSpPr>
        <p:spPr>
          <a:xfrm>
            <a:off x="7440923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5120">
            <a:extLst>
              <a:ext uri="{FF2B5EF4-FFF2-40B4-BE49-F238E27FC236}">
                <a16:creationId xmlns:a16="http://schemas.microsoft.com/office/drawing/2014/main" id="{7557757E-0A0E-4710-A24A-A91B00ED4943}"/>
              </a:ext>
            </a:extLst>
          </p:cNvPr>
          <p:cNvSpPr>
            <a:spLocks noGrp="1"/>
          </p:cNvSpPr>
          <p:nvPr/>
        </p:nvSpPr>
        <p:spPr>
          <a:xfrm>
            <a:off x="7504345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5121">
            <a:extLst>
              <a:ext uri="{FF2B5EF4-FFF2-40B4-BE49-F238E27FC236}">
                <a16:creationId xmlns:a16="http://schemas.microsoft.com/office/drawing/2014/main" id="{CAAF6AD6-94A1-422D-AC24-726BE187C01D}"/>
              </a:ext>
            </a:extLst>
          </p:cNvPr>
          <p:cNvSpPr>
            <a:spLocks noGrp="1"/>
          </p:cNvSpPr>
          <p:nvPr/>
        </p:nvSpPr>
        <p:spPr>
          <a:xfrm>
            <a:off x="7533597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5122">
            <a:extLst>
              <a:ext uri="{FF2B5EF4-FFF2-40B4-BE49-F238E27FC236}">
                <a16:creationId xmlns:a16="http://schemas.microsoft.com/office/drawing/2014/main" id="{8C0CBB81-4848-4E64-938F-331DA5949B7C}"/>
              </a:ext>
            </a:extLst>
          </p:cNvPr>
          <p:cNvSpPr>
            <a:spLocks noGrp="1"/>
          </p:cNvSpPr>
          <p:nvPr/>
        </p:nvSpPr>
        <p:spPr>
          <a:xfrm>
            <a:off x="7562414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5123">
            <a:extLst>
              <a:ext uri="{FF2B5EF4-FFF2-40B4-BE49-F238E27FC236}">
                <a16:creationId xmlns:a16="http://schemas.microsoft.com/office/drawing/2014/main" id="{902B70D5-74D3-435F-9228-71A030DB2D5A}"/>
              </a:ext>
            </a:extLst>
          </p:cNvPr>
          <p:cNvSpPr>
            <a:spLocks noGrp="1"/>
          </p:cNvSpPr>
          <p:nvPr/>
        </p:nvSpPr>
        <p:spPr>
          <a:xfrm>
            <a:off x="7628263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5124">
            <a:extLst>
              <a:ext uri="{FF2B5EF4-FFF2-40B4-BE49-F238E27FC236}">
                <a16:creationId xmlns:a16="http://schemas.microsoft.com/office/drawing/2014/main" id="{81BEE5B5-A189-4BCF-8070-367FCD6A0821}"/>
              </a:ext>
            </a:extLst>
          </p:cNvPr>
          <p:cNvSpPr>
            <a:spLocks noGrp="1"/>
          </p:cNvSpPr>
          <p:nvPr/>
        </p:nvSpPr>
        <p:spPr>
          <a:xfrm>
            <a:off x="7697474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5125">
            <a:extLst>
              <a:ext uri="{FF2B5EF4-FFF2-40B4-BE49-F238E27FC236}">
                <a16:creationId xmlns:a16="http://schemas.microsoft.com/office/drawing/2014/main" id="{283B1F9F-4621-4A07-AFE9-545161EEC6B9}"/>
              </a:ext>
            </a:extLst>
          </p:cNvPr>
          <p:cNvSpPr>
            <a:spLocks noGrp="1"/>
          </p:cNvSpPr>
          <p:nvPr/>
        </p:nvSpPr>
        <p:spPr>
          <a:xfrm>
            <a:off x="7771227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5126">
            <a:extLst>
              <a:ext uri="{FF2B5EF4-FFF2-40B4-BE49-F238E27FC236}">
                <a16:creationId xmlns:a16="http://schemas.microsoft.com/office/drawing/2014/main" id="{1E9FAE1B-F7C8-400D-9997-61344B154606}"/>
              </a:ext>
            </a:extLst>
          </p:cNvPr>
          <p:cNvSpPr>
            <a:spLocks noGrp="1"/>
          </p:cNvSpPr>
          <p:nvPr/>
        </p:nvSpPr>
        <p:spPr>
          <a:xfrm>
            <a:off x="7853010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5127">
            <a:extLst>
              <a:ext uri="{FF2B5EF4-FFF2-40B4-BE49-F238E27FC236}">
                <a16:creationId xmlns:a16="http://schemas.microsoft.com/office/drawing/2014/main" id="{79287997-E6CF-4E18-B2A9-923F1E6793E6}"/>
              </a:ext>
            </a:extLst>
          </p:cNvPr>
          <p:cNvSpPr>
            <a:spLocks noGrp="1"/>
          </p:cNvSpPr>
          <p:nvPr/>
        </p:nvSpPr>
        <p:spPr>
          <a:xfrm>
            <a:off x="792201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5128">
            <a:extLst>
              <a:ext uri="{FF2B5EF4-FFF2-40B4-BE49-F238E27FC236}">
                <a16:creationId xmlns:a16="http://schemas.microsoft.com/office/drawing/2014/main" id="{827782A1-6347-4835-879E-290D9E1C9909}"/>
              </a:ext>
            </a:extLst>
          </p:cNvPr>
          <p:cNvSpPr>
            <a:spLocks noGrp="1"/>
          </p:cNvSpPr>
          <p:nvPr/>
        </p:nvSpPr>
        <p:spPr>
          <a:xfrm>
            <a:off x="7967241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5129">
            <a:extLst>
              <a:ext uri="{FF2B5EF4-FFF2-40B4-BE49-F238E27FC236}">
                <a16:creationId xmlns:a16="http://schemas.microsoft.com/office/drawing/2014/main" id="{56FA7480-45EB-4B4D-A589-40F34CED9F7A}"/>
              </a:ext>
            </a:extLst>
          </p:cNvPr>
          <p:cNvSpPr>
            <a:spLocks noGrp="1"/>
          </p:cNvSpPr>
          <p:nvPr/>
        </p:nvSpPr>
        <p:spPr>
          <a:xfrm>
            <a:off x="7989765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5130">
            <a:extLst>
              <a:ext uri="{FF2B5EF4-FFF2-40B4-BE49-F238E27FC236}">
                <a16:creationId xmlns:a16="http://schemas.microsoft.com/office/drawing/2014/main" id="{0D8F0BC5-DA5F-4168-8D25-8B51D6EACFE7}"/>
              </a:ext>
            </a:extLst>
          </p:cNvPr>
          <p:cNvSpPr>
            <a:spLocks noGrp="1"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19" name="data_5131">
            <a:extLst>
              <a:ext uri="{FF2B5EF4-FFF2-40B4-BE49-F238E27FC236}">
                <a16:creationId xmlns:a16="http://schemas.microsoft.com/office/drawing/2014/main" id="{DDB0BB96-9D8E-4D2B-A09C-2B6CD375112E}"/>
              </a:ext>
            </a:extLst>
          </p:cNvPr>
          <p:cNvSpPr>
            <a:spLocks noGrp="1"/>
          </p:cNvSpPr>
          <p:nvPr/>
        </p:nvSpPr>
        <p:spPr>
          <a:xfrm>
            <a:off x="5659665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0" name="text_5132">
            <a:extLst>
              <a:ext uri="{FF2B5EF4-FFF2-40B4-BE49-F238E27FC236}">
                <a16:creationId xmlns:a16="http://schemas.microsoft.com/office/drawing/2014/main" id="{B424F3A9-C4AD-4D76-B995-DA3A7C248C46}"/>
              </a:ext>
            </a:extLst>
          </p:cNvPr>
          <p:cNvSpPr>
            <a:spLocks noGrp="1"/>
          </p:cNvSpPr>
          <p:nvPr/>
        </p:nvSpPr>
        <p:spPr>
          <a:xfrm>
            <a:off x="5435941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5133">
            <a:extLst>
              <a:ext uri="{FF2B5EF4-FFF2-40B4-BE49-F238E27FC236}">
                <a16:creationId xmlns:a16="http://schemas.microsoft.com/office/drawing/2014/main" id="{BA6ABCCE-1511-4B0C-A6EE-8BD4DADC86C8}"/>
              </a:ext>
            </a:extLst>
          </p:cNvPr>
          <p:cNvSpPr>
            <a:spLocks noGrp="1"/>
          </p:cNvSpPr>
          <p:nvPr/>
        </p:nvSpPr>
        <p:spPr>
          <a:xfrm>
            <a:off x="5704001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2" name="data_5134">
            <a:extLst>
              <a:ext uri="{FF2B5EF4-FFF2-40B4-BE49-F238E27FC236}">
                <a16:creationId xmlns:a16="http://schemas.microsoft.com/office/drawing/2014/main" id="{5E2DC9F7-78B9-4A51-BCF9-067D3D21067D}"/>
              </a:ext>
            </a:extLst>
          </p:cNvPr>
          <p:cNvSpPr>
            <a:spLocks noGrp="1"/>
          </p:cNvSpPr>
          <p:nvPr/>
        </p:nvSpPr>
        <p:spPr>
          <a:xfrm>
            <a:off x="5659665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3" name="text_5135">
            <a:extLst>
              <a:ext uri="{FF2B5EF4-FFF2-40B4-BE49-F238E27FC236}">
                <a16:creationId xmlns:a16="http://schemas.microsoft.com/office/drawing/2014/main" id="{B2B957FB-1841-4EBC-BC12-CAC1EFD5E141}"/>
              </a:ext>
            </a:extLst>
          </p:cNvPr>
          <p:cNvSpPr>
            <a:spLocks noGrp="1"/>
          </p:cNvSpPr>
          <p:nvPr/>
        </p:nvSpPr>
        <p:spPr>
          <a:xfrm>
            <a:off x="5435941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5136">
            <a:extLst>
              <a:ext uri="{FF2B5EF4-FFF2-40B4-BE49-F238E27FC236}">
                <a16:creationId xmlns:a16="http://schemas.microsoft.com/office/drawing/2014/main" id="{E79D4858-FB60-4835-9CC9-46B21AA2ABA6}"/>
              </a:ext>
            </a:extLst>
          </p:cNvPr>
          <p:cNvSpPr>
            <a:spLocks noGrp="1"/>
          </p:cNvSpPr>
          <p:nvPr/>
        </p:nvSpPr>
        <p:spPr>
          <a:xfrm>
            <a:off x="5704001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5" name="data_5137">
            <a:extLst>
              <a:ext uri="{FF2B5EF4-FFF2-40B4-BE49-F238E27FC236}">
                <a16:creationId xmlns:a16="http://schemas.microsoft.com/office/drawing/2014/main" id="{3F5354F1-4A7A-48F7-90B6-EBAF8EAE01DB}"/>
              </a:ext>
            </a:extLst>
          </p:cNvPr>
          <p:cNvSpPr>
            <a:spLocks noGrp="1"/>
          </p:cNvSpPr>
          <p:nvPr/>
        </p:nvSpPr>
        <p:spPr>
          <a:xfrm>
            <a:off x="5659665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6" name="text_5138">
            <a:extLst>
              <a:ext uri="{FF2B5EF4-FFF2-40B4-BE49-F238E27FC236}">
                <a16:creationId xmlns:a16="http://schemas.microsoft.com/office/drawing/2014/main" id="{B4904284-65A5-4564-96E0-F09065417B30}"/>
              </a:ext>
            </a:extLst>
          </p:cNvPr>
          <p:cNvSpPr>
            <a:spLocks noGrp="1"/>
          </p:cNvSpPr>
          <p:nvPr/>
        </p:nvSpPr>
        <p:spPr>
          <a:xfrm>
            <a:off x="5435941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5139">
            <a:extLst>
              <a:ext uri="{FF2B5EF4-FFF2-40B4-BE49-F238E27FC236}">
                <a16:creationId xmlns:a16="http://schemas.microsoft.com/office/drawing/2014/main" id="{E9892ABA-4069-4A19-8639-70BBADD078EA}"/>
              </a:ext>
            </a:extLst>
          </p:cNvPr>
          <p:cNvSpPr>
            <a:spLocks noGrp="1"/>
          </p:cNvSpPr>
          <p:nvPr/>
        </p:nvSpPr>
        <p:spPr>
          <a:xfrm rot="-5400000">
            <a:off x="5166733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5140">
            <a:extLst>
              <a:ext uri="{FF2B5EF4-FFF2-40B4-BE49-F238E27FC236}">
                <a16:creationId xmlns:a16="http://schemas.microsoft.com/office/drawing/2014/main" id="{63F81A5D-3EF5-4334-AE90-35E922C90F9A}"/>
              </a:ext>
            </a:extLst>
          </p:cNvPr>
          <p:cNvSpPr>
            <a:spLocks noGrp="1"/>
          </p:cNvSpPr>
          <p:nvPr/>
        </p:nvSpPr>
        <p:spPr>
          <a:xfrm>
            <a:off x="6246926" y="4942796"/>
            <a:ext cx="706664" cy="477246"/>
          </a:xfrm>
          <a:custGeom>
            <a:avLst/>
            <a:gdLst/>
            <a:ahLst/>
            <a:cxnLst/>
            <a:rect l="0" t="0" r="0" b="0"/>
            <a:pathLst>
              <a:path w="706664" h="477246">
                <a:moveTo>
                  <a:pt x="0" y="477246"/>
                </a:moveTo>
                <a:lnTo>
                  <a:pt x="706664" y="477246"/>
                </a:lnTo>
                <a:lnTo>
                  <a:pt x="706664" y="0"/>
                </a:lnTo>
                <a:lnTo>
                  <a:pt x="0" y="0"/>
                </a:lnTo>
                <a:lnTo>
                  <a:pt x="0" y="477246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5141">
            <a:extLst>
              <a:ext uri="{FF2B5EF4-FFF2-40B4-BE49-F238E27FC236}">
                <a16:creationId xmlns:a16="http://schemas.microsoft.com/office/drawing/2014/main" id="{81868E6E-DDEB-4C63-8CD8-F48334BAD256}"/>
              </a:ext>
            </a:extLst>
          </p:cNvPr>
          <p:cNvSpPr>
            <a:spLocks noGrp="1"/>
          </p:cNvSpPr>
          <p:nvPr/>
        </p:nvSpPr>
        <p:spPr>
          <a:xfrm>
            <a:off x="7074240" y="4607374"/>
            <a:ext cx="706664" cy="812669"/>
          </a:xfrm>
          <a:custGeom>
            <a:avLst/>
            <a:gdLst/>
            <a:ahLst/>
            <a:cxnLst/>
            <a:rect l="0" t="0" r="0" b="0"/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5142">
            <a:extLst>
              <a:ext uri="{FF2B5EF4-FFF2-40B4-BE49-F238E27FC236}">
                <a16:creationId xmlns:a16="http://schemas.microsoft.com/office/drawing/2014/main" id="{C0660D90-34A3-4374-89A6-AE27A40D60A4}"/>
              </a:ext>
            </a:extLst>
          </p:cNvPr>
          <p:cNvSpPr>
            <a:spLocks noGrp="1"/>
          </p:cNvSpPr>
          <p:nvPr/>
        </p:nvSpPr>
        <p:spPr>
          <a:xfrm>
            <a:off x="7901554" y="4435553"/>
            <a:ext cx="706664" cy="984489"/>
          </a:xfrm>
          <a:custGeom>
            <a:avLst/>
            <a:gdLst/>
            <a:ahLst/>
            <a:cxnLst/>
            <a:rect l="0" t="0" r="0" b="0"/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5143">
            <a:extLst>
              <a:ext uri="{FF2B5EF4-FFF2-40B4-BE49-F238E27FC236}">
                <a16:creationId xmlns:a16="http://schemas.microsoft.com/office/drawing/2014/main" id="{EAD04473-646B-4F4F-AF94-206E01676401}"/>
              </a:ext>
            </a:extLst>
          </p:cNvPr>
          <p:cNvSpPr>
            <a:spLocks noGrp="1"/>
          </p:cNvSpPr>
          <p:nvPr/>
        </p:nvSpPr>
        <p:spPr>
          <a:xfrm>
            <a:off x="644530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5144">
            <a:extLst>
              <a:ext uri="{FF2B5EF4-FFF2-40B4-BE49-F238E27FC236}">
                <a16:creationId xmlns:a16="http://schemas.microsoft.com/office/drawing/2014/main" id="{93608217-87A8-4F1B-8934-F3552B25D7C3}"/>
              </a:ext>
            </a:extLst>
          </p:cNvPr>
          <p:cNvSpPr>
            <a:spLocks noGrp="1"/>
          </p:cNvSpPr>
          <p:nvPr/>
        </p:nvSpPr>
        <p:spPr>
          <a:xfrm>
            <a:off x="6672821" y="43665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5145">
            <a:extLst>
              <a:ext uri="{FF2B5EF4-FFF2-40B4-BE49-F238E27FC236}">
                <a16:creationId xmlns:a16="http://schemas.microsoft.com/office/drawing/2014/main" id="{5A5734EE-7A9F-482D-B0E7-06FD84C05D8D}"/>
              </a:ext>
            </a:extLst>
          </p:cNvPr>
          <p:cNvSpPr>
            <a:spLocks noGrp="1"/>
          </p:cNvSpPr>
          <p:nvPr/>
        </p:nvSpPr>
        <p:spPr>
          <a:xfrm>
            <a:off x="63570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5146">
            <a:extLst>
              <a:ext uri="{FF2B5EF4-FFF2-40B4-BE49-F238E27FC236}">
                <a16:creationId xmlns:a16="http://schemas.microsoft.com/office/drawing/2014/main" id="{81766AF7-6836-4DF6-A65A-CB28E656C5C8}"/>
              </a:ext>
            </a:extLst>
          </p:cNvPr>
          <p:cNvSpPr>
            <a:spLocks noGrp="1"/>
          </p:cNvSpPr>
          <p:nvPr/>
        </p:nvSpPr>
        <p:spPr>
          <a:xfrm>
            <a:off x="6548704" y="4181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5147">
            <a:extLst>
              <a:ext uri="{FF2B5EF4-FFF2-40B4-BE49-F238E27FC236}">
                <a16:creationId xmlns:a16="http://schemas.microsoft.com/office/drawing/2014/main" id="{9D91884A-9F00-4D54-9508-A5A6FD326002}"/>
              </a:ext>
            </a:extLst>
          </p:cNvPr>
          <p:cNvSpPr>
            <a:spLocks noGrp="1"/>
          </p:cNvSpPr>
          <p:nvPr/>
        </p:nvSpPr>
        <p:spPr>
          <a:xfrm>
            <a:off x="640009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5148">
            <a:extLst>
              <a:ext uri="{FF2B5EF4-FFF2-40B4-BE49-F238E27FC236}">
                <a16:creationId xmlns:a16="http://schemas.microsoft.com/office/drawing/2014/main" id="{5D2B07A7-E9CC-47C6-8D30-C58E2D512BB5}"/>
              </a:ext>
            </a:extLst>
          </p:cNvPr>
          <p:cNvSpPr>
            <a:spLocks noGrp="1"/>
          </p:cNvSpPr>
          <p:nvPr/>
        </p:nvSpPr>
        <p:spPr>
          <a:xfrm>
            <a:off x="6739782" y="5101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5149">
            <a:extLst>
              <a:ext uri="{FF2B5EF4-FFF2-40B4-BE49-F238E27FC236}">
                <a16:creationId xmlns:a16="http://schemas.microsoft.com/office/drawing/2014/main" id="{562E6493-B53C-40B9-92CE-D5CA77B86A68}"/>
              </a:ext>
            </a:extLst>
          </p:cNvPr>
          <p:cNvSpPr>
            <a:spLocks noGrp="1"/>
          </p:cNvSpPr>
          <p:nvPr/>
        </p:nvSpPr>
        <p:spPr>
          <a:xfrm>
            <a:off x="6615792" y="4700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5150">
            <a:extLst>
              <a:ext uri="{FF2B5EF4-FFF2-40B4-BE49-F238E27FC236}">
                <a16:creationId xmlns:a16="http://schemas.microsoft.com/office/drawing/2014/main" id="{0A39E853-99BA-4DDB-A4FD-1CAD94971616}"/>
              </a:ext>
            </a:extLst>
          </p:cNvPr>
          <p:cNvSpPr>
            <a:spLocks noGrp="1"/>
          </p:cNvSpPr>
          <p:nvPr/>
        </p:nvSpPr>
        <p:spPr>
          <a:xfrm>
            <a:off x="6558209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5151">
            <a:extLst>
              <a:ext uri="{FF2B5EF4-FFF2-40B4-BE49-F238E27FC236}">
                <a16:creationId xmlns:a16="http://schemas.microsoft.com/office/drawing/2014/main" id="{6480FAB8-19CE-4B97-A1BC-AF6116230414}"/>
              </a:ext>
            </a:extLst>
          </p:cNvPr>
          <p:cNvSpPr>
            <a:spLocks noGrp="1"/>
          </p:cNvSpPr>
          <p:nvPr/>
        </p:nvSpPr>
        <p:spPr>
          <a:xfrm>
            <a:off x="638503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5152">
            <a:extLst>
              <a:ext uri="{FF2B5EF4-FFF2-40B4-BE49-F238E27FC236}">
                <a16:creationId xmlns:a16="http://schemas.microsoft.com/office/drawing/2014/main" id="{D017F101-3CF5-497A-A971-08780B6AB4CE}"/>
              </a:ext>
            </a:extLst>
          </p:cNvPr>
          <p:cNvSpPr>
            <a:spLocks noGrp="1"/>
          </p:cNvSpPr>
          <p:nvPr/>
        </p:nvSpPr>
        <p:spPr>
          <a:xfrm>
            <a:off x="649347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5153">
            <a:extLst>
              <a:ext uri="{FF2B5EF4-FFF2-40B4-BE49-F238E27FC236}">
                <a16:creationId xmlns:a16="http://schemas.microsoft.com/office/drawing/2014/main" id="{1CBA3F62-66B5-49EC-AA7C-4009A3BC7BB0}"/>
              </a:ext>
            </a:extLst>
          </p:cNvPr>
          <p:cNvSpPr>
            <a:spLocks noGrp="1"/>
          </p:cNvSpPr>
          <p:nvPr/>
        </p:nvSpPr>
        <p:spPr>
          <a:xfrm>
            <a:off x="65045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5154">
            <a:extLst>
              <a:ext uri="{FF2B5EF4-FFF2-40B4-BE49-F238E27FC236}">
                <a16:creationId xmlns:a16="http://schemas.microsoft.com/office/drawing/2014/main" id="{C9E1D573-677E-49A9-B383-EA060D501DBA}"/>
              </a:ext>
            </a:extLst>
          </p:cNvPr>
          <p:cNvSpPr>
            <a:spLocks noGrp="1"/>
          </p:cNvSpPr>
          <p:nvPr/>
        </p:nvSpPr>
        <p:spPr>
          <a:xfrm>
            <a:off x="6575927" y="5192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5155">
            <a:extLst>
              <a:ext uri="{FF2B5EF4-FFF2-40B4-BE49-F238E27FC236}">
                <a16:creationId xmlns:a16="http://schemas.microsoft.com/office/drawing/2014/main" id="{DA2127D9-86A6-43F6-9A22-1263B9536405}"/>
              </a:ext>
            </a:extLst>
          </p:cNvPr>
          <p:cNvSpPr>
            <a:spLocks noGrp="1"/>
          </p:cNvSpPr>
          <p:nvPr/>
        </p:nvSpPr>
        <p:spPr>
          <a:xfrm>
            <a:off x="67170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5156">
            <a:extLst>
              <a:ext uri="{FF2B5EF4-FFF2-40B4-BE49-F238E27FC236}">
                <a16:creationId xmlns:a16="http://schemas.microsoft.com/office/drawing/2014/main" id="{5A6084C4-5CD9-4A07-AC54-CB613DB4361D}"/>
              </a:ext>
            </a:extLst>
          </p:cNvPr>
          <p:cNvSpPr>
            <a:spLocks noGrp="1"/>
          </p:cNvSpPr>
          <p:nvPr/>
        </p:nvSpPr>
        <p:spPr>
          <a:xfrm>
            <a:off x="65968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5157">
            <a:extLst>
              <a:ext uri="{FF2B5EF4-FFF2-40B4-BE49-F238E27FC236}">
                <a16:creationId xmlns:a16="http://schemas.microsoft.com/office/drawing/2014/main" id="{0B2EBD58-01D8-490C-887A-0579EC7FB420}"/>
              </a:ext>
            </a:extLst>
          </p:cNvPr>
          <p:cNvSpPr>
            <a:spLocks noGrp="1"/>
          </p:cNvSpPr>
          <p:nvPr/>
        </p:nvSpPr>
        <p:spPr>
          <a:xfrm>
            <a:off x="678196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5158">
            <a:extLst>
              <a:ext uri="{FF2B5EF4-FFF2-40B4-BE49-F238E27FC236}">
                <a16:creationId xmlns:a16="http://schemas.microsoft.com/office/drawing/2014/main" id="{F830493B-A6F8-4832-88F4-38A40E79CFB6}"/>
              </a:ext>
            </a:extLst>
          </p:cNvPr>
          <p:cNvSpPr>
            <a:spLocks noGrp="1"/>
          </p:cNvSpPr>
          <p:nvPr/>
        </p:nvSpPr>
        <p:spPr>
          <a:xfrm>
            <a:off x="64045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5159">
            <a:extLst>
              <a:ext uri="{FF2B5EF4-FFF2-40B4-BE49-F238E27FC236}">
                <a16:creationId xmlns:a16="http://schemas.microsoft.com/office/drawing/2014/main" id="{9C6BF031-BEDE-4CA5-BC08-65EFDF36EA1A}"/>
              </a:ext>
            </a:extLst>
          </p:cNvPr>
          <p:cNvSpPr>
            <a:spLocks noGrp="1"/>
          </p:cNvSpPr>
          <p:nvPr/>
        </p:nvSpPr>
        <p:spPr>
          <a:xfrm>
            <a:off x="6367737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5160">
            <a:extLst>
              <a:ext uri="{FF2B5EF4-FFF2-40B4-BE49-F238E27FC236}">
                <a16:creationId xmlns:a16="http://schemas.microsoft.com/office/drawing/2014/main" id="{1B8D18D3-F4F0-4BB8-A2E2-9DB3A1E6BF3E}"/>
              </a:ext>
            </a:extLst>
          </p:cNvPr>
          <p:cNvSpPr>
            <a:spLocks noGrp="1"/>
          </p:cNvSpPr>
          <p:nvPr/>
        </p:nvSpPr>
        <p:spPr>
          <a:xfrm>
            <a:off x="667984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5161">
            <a:extLst>
              <a:ext uri="{FF2B5EF4-FFF2-40B4-BE49-F238E27FC236}">
                <a16:creationId xmlns:a16="http://schemas.microsoft.com/office/drawing/2014/main" id="{D78B7C61-7F67-42D4-AC5E-79597E201904}"/>
              </a:ext>
            </a:extLst>
          </p:cNvPr>
          <p:cNvSpPr>
            <a:spLocks noGrp="1"/>
          </p:cNvSpPr>
          <p:nvPr/>
        </p:nvSpPr>
        <p:spPr>
          <a:xfrm>
            <a:off x="6751617" y="5307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5162">
            <a:extLst>
              <a:ext uri="{FF2B5EF4-FFF2-40B4-BE49-F238E27FC236}">
                <a16:creationId xmlns:a16="http://schemas.microsoft.com/office/drawing/2014/main" id="{C7BB8133-5162-41F9-AF24-26A4FC427BA9}"/>
              </a:ext>
            </a:extLst>
          </p:cNvPr>
          <p:cNvSpPr>
            <a:spLocks noGrp="1"/>
          </p:cNvSpPr>
          <p:nvPr/>
        </p:nvSpPr>
        <p:spPr>
          <a:xfrm>
            <a:off x="68029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5163">
            <a:extLst>
              <a:ext uri="{FF2B5EF4-FFF2-40B4-BE49-F238E27FC236}">
                <a16:creationId xmlns:a16="http://schemas.microsoft.com/office/drawing/2014/main" id="{077BAB02-FC34-4347-A6A4-A311FEB5B724}"/>
              </a:ext>
            </a:extLst>
          </p:cNvPr>
          <p:cNvSpPr>
            <a:spLocks noGrp="1"/>
          </p:cNvSpPr>
          <p:nvPr/>
        </p:nvSpPr>
        <p:spPr>
          <a:xfrm>
            <a:off x="6769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5164">
            <a:extLst>
              <a:ext uri="{FF2B5EF4-FFF2-40B4-BE49-F238E27FC236}">
                <a16:creationId xmlns:a16="http://schemas.microsoft.com/office/drawing/2014/main" id="{37500ACE-9318-4FBB-9E8E-24C4D9267C8C}"/>
              </a:ext>
            </a:extLst>
          </p:cNvPr>
          <p:cNvSpPr>
            <a:spLocks noGrp="1"/>
          </p:cNvSpPr>
          <p:nvPr/>
        </p:nvSpPr>
        <p:spPr>
          <a:xfrm>
            <a:off x="65855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5165">
            <a:extLst>
              <a:ext uri="{FF2B5EF4-FFF2-40B4-BE49-F238E27FC236}">
                <a16:creationId xmlns:a16="http://schemas.microsoft.com/office/drawing/2014/main" id="{59FC6076-38C4-4B3B-9609-EA369EFF33F2}"/>
              </a:ext>
            </a:extLst>
          </p:cNvPr>
          <p:cNvSpPr>
            <a:spLocks noGrp="1"/>
          </p:cNvSpPr>
          <p:nvPr/>
        </p:nvSpPr>
        <p:spPr>
          <a:xfrm>
            <a:off x="6723915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5166">
            <a:extLst>
              <a:ext uri="{FF2B5EF4-FFF2-40B4-BE49-F238E27FC236}">
                <a16:creationId xmlns:a16="http://schemas.microsoft.com/office/drawing/2014/main" id="{B227913C-981F-4FE9-8709-9C102A5CEB78}"/>
              </a:ext>
            </a:extLst>
          </p:cNvPr>
          <p:cNvSpPr>
            <a:spLocks noGrp="1"/>
          </p:cNvSpPr>
          <p:nvPr/>
        </p:nvSpPr>
        <p:spPr>
          <a:xfrm>
            <a:off x="633148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5167">
            <a:extLst>
              <a:ext uri="{FF2B5EF4-FFF2-40B4-BE49-F238E27FC236}">
                <a16:creationId xmlns:a16="http://schemas.microsoft.com/office/drawing/2014/main" id="{E6DDE400-5A2F-4834-A471-74620969ACB4}"/>
              </a:ext>
            </a:extLst>
          </p:cNvPr>
          <p:cNvSpPr>
            <a:spLocks noGrp="1"/>
          </p:cNvSpPr>
          <p:nvPr/>
        </p:nvSpPr>
        <p:spPr>
          <a:xfrm>
            <a:off x="63252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5168">
            <a:extLst>
              <a:ext uri="{FF2B5EF4-FFF2-40B4-BE49-F238E27FC236}">
                <a16:creationId xmlns:a16="http://schemas.microsoft.com/office/drawing/2014/main" id="{F07D4A7E-B3BD-46FA-9F95-2900A7A83F05}"/>
              </a:ext>
            </a:extLst>
          </p:cNvPr>
          <p:cNvSpPr>
            <a:spLocks noGrp="1"/>
          </p:cNvSpPr>
          <p:nvPr/>
        </p:nvSpPr>
        <p:spPr>
          <a:xfrm>
            <a:off x="6702430" y="5096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5169">
            <a:extLst>
              <a:ext uri="{FF2B5EF4-FFF2-40B4-BE49-F238E27FC236}">
                <a16:creationId xmlns:a16="http://schemas.microsoft.com/office/drawing/2014/main" id="{0AFD3203-2FA1-433A-A2F8-B83CE9F3B804}"/>
              </a:ext>
            </a:extLst>
          </p:cNvPr>
          <p:cNvSpPr>
            <a:spLocks noGrp="1"/>
          </p:cNvSpPr>
          <p:nvPr/>
        </p:nvSpPr>
        <p:spPr>
          <a:xfrm>
            <a:off x="67530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5170">
            <a:extLst>
              <a:ext uri="{FF2B5EF4-FFF2-40B4-BE49-F238E27FC236}">
                <a16:creationId xmlns:a16="http://schemas.microsoft.com/office/drawing/2014/main" id="{3A55312B-C25A-4276-84EF-CE1F2E4DDE2E}"/>
              </a:ext>
            </a:extLst>
          </p:cNvPr>
          <p:cNvSpPr>
            <a:spLocks noGrp="1"/>
          </p:cNvSpPr>
          <p:nvPr/>
        </p:nvSpPr>
        <p:spPr>
          <a:xfrm>
            <a:off x="67022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5171">
            <a:extLst>
              <a:ext uri="{FF2B5EF4-FFF2-40B4-BE49-F238E27FC236}">
                <a16:creationId xmlns:a16="http://schemas.microsoft.com/office/drawing/2014/main" id="{2E37EFC4-1B66-42B3-9E03-EC39A5651D09}"/>
              </a:ext>
            </a:extLst>
          </p:cNvPr>
          <p:cNvSpPr>
            <a:spLocks noGrp="1"/>
          </p:cNvSpPr>
          <p:nvPr/>
        </p:nvSpPr>
        <p:spPr>
          <a:xfrm>
            <a:off x="66307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5172">
            <a:extLst>
              <a:ext uri="{FF2B5EF4-FFF2-40B4-BE49-F238E27FC236}">
                <a16:creationId xmlns:a16="http://schemas.microsoft.com/office/drawing/2014/main" id="{21A01DB7-4FC8-4809-B5D6-45AC46B1DA88}"/>
              </a:ext>
            </a:extLst>
          </p:cNvPr>
          <p:cNvSpPr>
            <a:spLocks noGrp="1"/>
          </p:cNvSpPr>
          <p:nvPr/>
        </p:nvSpPr>
        <p:spPr>
          <a:xfrm>
            <a:off x="64377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5173">
            <a:extLst>
              <a:ext uri="{FF2B5EF4-FFF2-40B4-BE49-F238E27FC236}">
                <a16:creationId xmlns:a16="http://schemas.microsoft.com/office/drawing/2014/main" id="{F03AAA7D-DC13-40D0-A80A-28C89C72412B}"/>
              </a:ext>
            </a:extLst>
          </p:cNvPr>
          <p:cNvSpPr>
            <a:spLocks noGrp="1"/>
          </p:cNvSpPr>
          <p:nvPr/>
        </p:nvSpPr>
        <p:spPr>
          <a:xfrm>
            <a:off x="67451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5174">
            <a:extLst>
              <a:ext uri="{FF2B5EF4-FFF2-40B4-BE49-F238E27FC236}">
                <a16:creationId xmlns:a16="http://schemas.microsoft.com/office/drawing/2014/main" id="{A18343E9-9CE2-490D-B869-5B76F8E75861}"/>
              </a:ext>
            </a:extLst>
          </p:cNvPr>
          <p:cNvSpPr>
            <a:spLocks noGrp="1"/>
          </p:cNvSpPr>
          <p:nvPr/>
        </p:nvSpPr>
        <p:spPr>
          <a:xfrm>
            <a:off x="6631677" y="5351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5175">
            <a:extLst>
              <a:ext uri="{FF2B5EF4-FFF2-40B4-BE49-F238E27FC236}">
                <a16:creationId xmlns:a16="http://schemas.microsoft.com/office/drawing/2014/main" id="{A3295334-BD2A-409B-9427-16770BDA245A}"/>
              </a:ext>
            </a:extLst>
          </p:cNvPr>
          <p:cNvSpPr>
            <a:spLocks noGrp="1"/>
          </p:cNvSpPr>
          <p:nvPr/>
        </p:nvSpPr>
        <p:spPr>
          <a:xfrm>
            <a:off x="6427622" y="53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5176">
            <a:extLst>
              <a:ext uri="{FF2B5EF4-FFF2-40B4-BE49-F238E27FC236}">
                <a16:creationId xmlns:a16="http://schemas.microsoft.com/office/drawing/2014/main" id="{D12740C8-3B0C-4D00-BE15-14D97E9CF136}"/>
              </a:ext>
            </a:extLst>
          </p:cNvPr>
          <p:cNvSpPr>
            <a:spLocks noGrp="1"/>
          </p:cNvSpPr>
          <p:nvPr/>
        </p:nvSpPr>
        <p:spPr>
          <a:xfrm>
            <a:off x="6687019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5177">
            <a:extLst>
              <a:ext uri="{FF2B5EF4-FFF2-40B4-BE49-F238E27FC236}">
                <a16:creationId xmlns:a16="http://schemas.microsoft.com/office/drawing/2014/main" id="{91A78203-E6C8-4BCF-B60E-351D016E9131}"/>
              </a:ext>
            </a:extLst>
          </p:cNvPr>
          <p:cNvSpPr>
            <a:spLocks noGrp="1"/>
          </p:cNvSpPr>
          <p:nvPr/>
        </p:nvSpPr>
        <p:spPr>
          <a:xfrm>
            <a:off x="648024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5178">
            <a:extLst>
              <a:ext uri="{FF2B5EF4-FFF2-40B4-BE49-F238E27FC236}">
                <a16:creationId xmlns:a16="http://schemas.microsoft.com/office/drawing/2014/main" id="{A08985A7-9CF8-48AC-A75D-B863EF8478D3}"/>
              </a:ext>
            </a:extLst>
          </p:cNvPr>
          <p:cNvSpPr>
            <a:spLocks noGrp="1"/>
          </p:cNvSpPr>
          <p:nvPr/>
        </p:nvSpPr>
        <p:spPr>
          <a:xfrm>
            <a:off x="63661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5179">
            <a:extLst>
              <a:ext uri="{FF2B5EF4-FFF2-40B4-BE49-F238E27FC236}">
                <a16:creationId xmlns:a16="http://schemas.microsoft.com/office/drawing/2014/main" id="{BB902A9F-9A94-4948-851C-C7850B4222C2}"/>
              </a:ext>
            </a:extLst>
          </p:cNvPr>
          <p:cNvSpPr>
            <a:spLocks noGrp="1"/>
          </p:cNvSpPr>
          <p:nvPr/>
        </p:nvSpPr>
        <p:spPr>
          <a:xfrm>
            <a:off x="671865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5180">
            <a:extLst>
              <a:ext uri="{FF2B5EF4-FFF2-40B4-BE49-F238E27FC236}">
                <a16:creationId xmlns:a16="http://schemas.microsoft.com/office/drawing/2014/main" id="{52BFF7CC-64E3-4CB1-A3C6-585240B8340F}"/>
              </a:ext>
            </a:extLst>
          </p:cNvPr>
          <p:cNvSpPr>
            <a:spLocks noGrp="1"/>
          </p:cNvSpPr>
          <p:nvPr/>
        </p:nvSpPr>
        <p:spPr>
          <a:xfrm>
            <a:off x="6568926" y="532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5181">
            <a:extLst>
              <a:ext uri="{FF2B5EF4-FFF2-40B4-BE49-F238E27FC236}">
                <a16:creationId xmlns:a16="http://schemas.microsoft.com/office/drawing/2014/main" id="{A8548D99-D889-4D2C-B44D-10B32FE6BAD2}"/>
              </a:ext>
            </a:extLst>
          </p:cNvPr>
          <p:cNvSpPr>
            <a:spLocks noGrp="1"/>
          </p:cNvSpPr>
          <p:nvPr/>
        </p:nvSpPr>
        <p:spPr>
          <a:xfrm>
            <a:off x="64762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5182">
            <a:extLst>
              <a:ext uri="{FF2B5EF4-FFF2-40B4-BE49-F238E27FC236}">
                <a16:creationId xmlns:a16="http://schemas.microsoft.com/office/drawing/2014/main" id="{C80F75E8-41AE-4BBF-A679-1DC150411527}"/>
              </a:ext>
            </a:extLst>
          </p:cNvPr>
          <p:cNvSpPr>
            <a:spLocks noGrp="1"/>
          </p:cNvSpPr>
          <p:nvPr/>
        </p:nvSpPr>
        <p:spPr>
          <a:xfrm>
            <a:off x="6352841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5183">
            <a:extLst>
              <a:ext uri="{FF2B5EF4-FFF2-40B4-BE49-F238E27FC236}">
                <a16:creationId xmlns:a16="http://schemas.microsoft.com/office/drawing/2014/main" id="{873A8427-3284-4BCB-A2D8-14B16A21133A}"/>
              </a:ext>
            </a:extLst>
          </p:cNvPr>
          <p:cNvSpPr>
            <a:spLocks noGrp="1"/>
          </p:cNvSpPr>
          <p:nvPr/>
        </p:nvSpPr>
        <p:spPr>
          <a:xfrm>
            <a:off x="67854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5184">
            <a:extLst>
              <a:ext uri="{FF2B5EF4-FFF2-40B4-BE49-F238E27FC236}">
                <a16:creationId xmlns:a16="http://schemas.microsoft.com/office/drawing/2014/main" id="{35681F33-26A9-4CBC-8BCC-2E77497561A9}"/>
              </a:ext>
            </a:extLst>
          </p:cNvPr>
          <p:cNvSpPr>
            <a:spLocks noGrp="1"/>
          </p:cNvSpPr>
          <p:nvPr/>
        </p:nvSpPr>
        <p:spPr>
          <a:xfrm>
            <a:off x="648378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5185">
            <a:extLst>
              <a:ext uri="{FF2B5EF4-FFF2-40B4-BE49-F238E27FC236}">
                <a16:creationId xmlns:a16="http://schemas.microsoft.com/office/drawing/2014/main" id="{2A9CD28F-CC8A-4D96-9F96-2EC0B3CDAC49}"/>
              </a:ext>
            </a:extLst>
          </p:cNvPr>
          <p:cNvSpPr>
            <a:spLocks noGrp="1"/>
          </p:cNvSpPr>
          <p:nvPr/>
        </p:nvSpPr>
        <p:spPr>
          <a:xfrm>
            <a:off x="67202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5186">
            <a:extLst>
              <a:ext uri="{FF2B5EF4-FFF2-40B4-BE49-F238E27FC236}">
                <a16:creationId xmlns:a16="http://schemas.microsoft.com/office/drawing/2014/main" id="{C95B2CBC-D427-4F92-96B9-0242921B346E}"/>
              </a:ext>
            </a:extLst>
          </p:cNvPr>
          <p:cNvSpPr>
            <a:spLocks noGrp="1"/>
          </p:cNvSpPr>
          <p:nvPr/>
        </p:nvSpPr>
        <p:spPr>
          <a:xfrm>
            <a:off x="658093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5187">
            <a:extLst>
              <a:ext uri="{FF2B5EF4-FFF2-40B4-BE49-F238E27FC236}">
                <a16:creationId xmlns:a16="http://schemas.microsoft.com/office/drawing/2014/main" id="{F1A7C929-1F95-4009-B1DA-25345C8EAFBC}"/>
              </a:ext>
            </a:extLst>
          </p:cNvPr>
          <p:cNvSpPr>
            <a:spLocks noGrp="1"/>
          </p:cNvSpPr>
          <p:nvPr/>
        </p:nvSpPr>
        <p:spPr>
          <a:xfrm>
            <a:off x="6330371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5188">
            <a:extLst>
              <a:ext uri="{FF2B5EF4-FFF2-40B4-BE49-F238E27FC236}">
                <a16:creationId xmlns:a16="http://schemas.microsoft.com/office/drawing/2014/main" id="{7125454C-491E-4F72-8024-D2335FE59DBD}"/>
              </a:ext>
            </a:extLst>
          </p:cNvPr>
          <p:cNvSpPr>
            <a:spLocks noGrp="1"/>
          </p:cNvSpPr>
          <p:nvPr/>
        </p:nvSpPr>
        <p:spPr>
          <a:xfrm>
            <a:off x="64421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5189">
            <a:extLst>
              <a:ext uri="{FF2B5EF4-FFF2-40B4-BE49-F238E27FC236}">
                <a16:creationId xmlns:a16="http://schemas.microsoft.com/office/drawing/2014/main" id="{612885B5-E26C-426F-AB99-ED5EFDD91A6F}"/>
              </a:ext>
            </a:extLst>
          </p:cNvPr>
          <p:cNvSpPr>
            <a:spLocks noGrp="1"/>
          </p:cNvSpPr>
          <p:nvPr/>
        </p:nvSpPr>
        <p:spPr>
          <a:xfrm>
            <a:off x="63572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5190">
            <a:extLst>
              <a:ext uri="{FF2B5EF4-FFF2-40B4-BE49-F238E27FC236}">
                <a16:creationId xmlns:a16="http://schemas.microsoft.com/office/drawing/2014/main" id="{88F197F1-3F79-4581-9328-3C8DE5907A63}"/>
              </a:ext>
            </a:extLst>
          </p:cNvPr>
          <p:cNvSpPr>
            <a:spLocks noGrp="1"/>
          </p:cNvSpPr>
          <p:nvPr/>
        </p:nvSpPr>
        <p:spPr>
          <a:xfrm>
            <a:off x="6532127" y="53926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5191">
            <a:extLst>
              <a:ext uri="{FF2B5EF4-FFF2-40B4-BE49-F238E27FC236}">
                <a16:creationId xmlns:a16="http://schemas.microsoft.com/office/drawing/2014/main" id="{BFF39E49-3B98-4F2C-A819-B56892FAEFC8}"/>
              </a:ext>
            </a:extLst>
          </p:cNvPr>
          <p:cNvSpPr>
            <a:spLocks noGrp="1"/>
          </p:cNvSpPr>
          <p:nvPr/>
        </p:nvSpPr>
        <p:spPr>
          <a:xfrm>
            <a:off x="6687774" y="4408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5192">
            <a:extLst>
              <a:ext uri="{FF2B5EF4-FFF2-40B4-BE49-F238E27FC236}">
                <a16:creationId xmlns:a16="http://schemas.microsoft.com/office/drawing/2014/main" id="{10EB418B-F6DD-4267-8A11-A1EB28AFE882}"/>
              </a:ext>
            </a:extLst>
          </p:cNvPr>
          <p:cNvSpPr>
            <a:spLocks noGrp="1"/>
          </p:cNvSpPr>
          <p:nvPr/>
        </p:nvSpPr>
        <p:spPr>
          <a:xfrm>
            <a:off x="68290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5193">
            <a:extLst>
              <a:ext uri="{FF2B5EF4-FFF2-40B4-BE49-F238E27FC236}">
                <a16:creationId xmlns:a16="http://schemas.microsoft.com/office/drawing/2014/main" id="{786718E6-33DE-4983-873E-C1508D0AE714}"/>
              </a:ext>
            </a:extLst>
          </p:cNvPr>
          <p:cNvSpPr>
            <a:spLocks noGrp="1"/>
          </p:cNvSpPr>
          <p:nvPr/>
        </p:nvSpPr>
        <p:spPr>
          <a:xfrm>
            <a:off x="6561815" y="5400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5194">
            <a:extLst>
              <a:ext uri="{FF2B5EF4-FFF2-40B4-BE49-F238E27FC236}">
                <a16:creationId xmlns:a16="http://schemas.microsoft.com/office/drawing/2014/main" id="{92BEA772-C33E-42E4-95B1-63E450579C8E}"/>
              </a:ext>
            </a:extLst>
          </p:cNvPr>
          <p:cNvSpPr>
            <a:spLocks noGrp="1"/>
          </p:cNvSpPr>
          <p:nvPr/>
        </p:nvSpPr>
        <p:spPr>
          <a:xfrm>
            <a:off x="645365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5195">
            <a:extLst>
              <a:ext uri="{FF2B5EF4-FFF2-40B4-BE49-F238E27FC236}">
                <a16:creationId xmlns:a16="http://schemas.microsoft.com/office/drawing/2014/main" id="{701CCDB4-C8B0-4B48-9497-C3797B4EDC27}"/>
              </a:ext>
            </a:extLst>
          </p:cNvPr>
          <p:cNvSpPr>
            <a:spLocks noGrp="1"/>
          </p:cNvSpPr>
          <p:nvPr/>
        </p:nvSpPr>
        <p:spPr>
          <a:xfrm>
            <a:off x="6500335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5196">
            <a:extLst>
              <a:ext uri="{FF2B5EF4-FFF2-40B4-BE49-F238E27FC236}">
                <a16:creationId xmlns:a16="http://schemas.microsoft.com/office/drawing/2014/main" id="{52A9627A-7CF6-4382-881B-A469E3464E4C}"/>
              </a:ext>
            </a:extLst>
          </p:cNvPr>
          <p:cNvSpPr>
            <a:spLocks noGrp="1"/>
          </p:cNvSpPr>
          <p:nvPr/>
        </p:nvSpPr>
        <p:spPr>
          <a:xfrm>
            <a:off x="6406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5197">
            <a:extLst>
              <a:ext uri="{FF2B5EF4-FFF2-40B4-BE49-F238E27FC236}">
                <a16:creationId xmlns:a16="http://schemas.microsoft.com/office/drawing/2014/main" id="{5CCAC187-31E2-4345-9FEC-3FBB9A63794E}"/>
              </a:ext>
            </a:extLst>
          </p:cNvPr>
          <p:cNvSpPr>
            <a:spLocks noGrp="1"/>
          </p:cNvSpPr>
          <p:nvPr/>
        </p:nvSpPr>
        <p:spPr>
          <a:xfrm>
            <a:off x="6396064" y="45104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5198">
            <a:extLst>
              <a:ext uri="{FF2B5EF4-FFF2-40B4-BE49-F238E27FC236}">
                <a16:creationId xmlns:a16="http://schemas.microsoft.com/office/drawing/2014/main" id="{F85F931A-7C6B-4D1F-932C-1D8E6E86240F}"/>
              </a:ext>
            </a:extLst>
          </p:cNvPr>
          <p:cNvSpPr>
            <a:spLocks noGrp="1"/>
          </p:cNvSpPr>
          <p:nvPr/>
        </p:nvSpPr>
        <p:spPr>
          <a:xfrm>
            <a:off x="67020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5199">
            <a:extLst>
              <a:ext uri="{FF2B5EF4-FFF2-40B4-BE49-F238E27FC236}">
                <a16:creationId xmlns:a16="http://schemas.microsoft.com/office/drawing/2014/main" id="{8F1223B8-8811-4A50-9363-B285B682FCC6}"/>
              </a:ext>
            </a:extLst>
          </p:cNvPr>
          <p:cNvSpPr>
            <a:spLocks noGrp="1"/>
          </p:cNvSpPr>
          <p:nvPr/>
        </p:nvSpPr>
        <p:spPr>
          <a:xfrm>
            <a:off x="6805766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5200">
            <a:extLst>
              <a:ext uri="{FF2B5EF4-FFF2-40B4-BE49-F238E27FC236}">
                <a16:creationId xmlns:a16="http://schemas.microsoft.com/office/drawing/2014/main" id="{37A883DE-8E66-42C0-BC29-8B9A80A8346D}"/>
              </a:ext>
            </a:extLst>
          </p:cNvPr>
          <p:cNvSpPr>
            <a:spLocks noGrp="1"/>
          </p:cNvSpPr>
          <p:nvPr/>
        </p:nvSpPr>
        <p:spPr>
          <a:xfrm>
            <a:off x="6632326" y="44225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5201">
            <a:extLst>
              <a:ext uri="{FF2B5EF4-FFF2-40B4-BE49-F238E27FC236}">
                <a16:creationId xmlns:a16="http://schemas.microsoft.com/office/drawing/2014/main" id="{BEFD36AC-6C73-4ED1-8D09-67A2A19A6147}"/>
              </a:ext>
            </a:extLst>
          </p:cNvPr>
          <p:cNvSpPr>
            <a:spLocks noGrp="1"/>
          </p:cNvSpPr>
          <p:nvPr/>
        </p:nvSpPr>
        <p:spPr>
          <a:xfrm>
            <a:off x="643815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5202">
            <a:extLst>
              <a:ext uri="{FF2B5EF4-FFF2-40B4-BE49-F238E27FC236}">
                <a16:creationId xmlns:a16="http://schemas.microsoft.com/office/drawing/2014/main" id="{1550C892-DAD7-4796-AA9B-D0EEE1E29444}"/>
              </a:ext>
            </a:extLst>
          </p:cNvPr>
          <p:cNvSpPr>
            <a:spLocks noGrp="1"/>
          </p:cNvSpPr>
          <p:nvPr/>
        </p:nvSpPr>
        <p:spPr>
          <a:xfrm>
            <a:off x="6521852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5203">
            <a:extLst>
              <a:ext uri="{FF2B5EF4-FFF2-40B4-BE49-F238E27FC236}">
                <a16:creationId xmlns:a16="http://schemas.microsoft.com/office/drawing/2014/main" id="{28B2F700-6278-4C0B-884A-C17707C09728}"/>
              </a:ext>
            </a:extLst>
          </p:cNvPr>
          <p:cNvSpPr>
            <a:spLocks noGrp="1"/>
          </p:cNvSpPr>
          <p:nvPr/>
        </p:nvSpPr>
        <p:spPr>
          <a:xfrm>
            <a:off x="66128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5204">
            <a:extLst>
              <a:ext uri="{FF2B5EF4-FFF2-40B4-BE49-F238E27FC236}">
                <a16:creationId xmlns:a16="http://schemas.microsoft.com/office/drawing/2014/main" id="{77D54ED1-E3C7-49BD-98B2-EE06D9CCF265}"/>
              </a:ext>
            </a:extLst>
          </p:cNvPr>
          <p:cNvSpPr>
            <a:spLocks noGrp="1"/>
          </p:cNvSpPr>
          <p:nvPr/>
        </p:nvSpPr>
        <p:spPr>
          <a:xfrm>
            <a:off x="6825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5205">
            <a:extLst>
              <a:ext uri="{FF2B5EF4-FFF2-40B4-BE49-F238E27FC236}">
                <a16:creationId xmlns:a16="http://schemas.microsoft.com/office/drawing/2014/main" id="{485E617A-70B2-4D78-B510-D7E6F71DFCDA}"/>
              </a:ext>
            </a:extLst>
          </p:cNvPr>
          <p:cNvSpPr>
            <a:spLocks noGrp="1"/>
          </p:cNvSpPr>
          <p:nvPr/>
        </p:nvSpPr>
        <p:spPr>
          <a:xfrm>
            <a:off x="63708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5206">
            <a:extLst>
              <a:ext uri="{FF2B5EF4-FFF2-40B4-BE49-F238E27FC236}">
                <a16:creationId xmlns:a16="http://schemas.microsoft.com/office/drawing/2014/main" id="{6683A875-738C-432F-80A3-537445C8B205}"/>
              </a:ext>
            </a:extLst>
          </p:cNvPr>
          <p:cNvSpPr>
            <a:spLocks noGrp="1"/>
          </p:cNvSpPr>
          <p:nvPr/>
        </p:nvSpPr>
        <p:spPr>
          <a:xfrm>
            <a:off x="64695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5207">
            <a:extLst>
              <a:ext uri="{FF2B5EF4-FFF2-40B4-BE49-F238E27FC236}">
                <a16:creationId xmlns:a16="http://schemas.microsoft.com/office/drawing/2014/main" id="{3E0F52E2-3D2B-4122-842A-6FCA858D9B8C}"/>
              </a:ext>
            </a:extLst>
          </p:cNvPr>
          <p:cNvSpPr>
            <a:spLocks noGrp="1"/>
          </p:cNvSpPr>
          <p:nvPr/>
        </p:nvSpPr>
        <p:spPr>
          <a:xfrm>
            <a:off x="6443540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5208">
            <a:extLst>
              <a:ext uri="{FF2B5EF4-FFF2-40B4-BE49-F238E27FC236}">
                <a16:creationId xmlns:a16="http://schemas.microsoft.com/office/drawing/2014/main" id="{26B310B4-D027-4BBF-8E31-0107853BE1EB}"/>
              </a:ext>
            </a:extLst>
          </p:cNvPr>
          <p:cNvSpPr>
            <a:spLocks noGrp="1"/>
          </p:cNvSpPr>
          <p:nvPr/>
        </p:nvSpPr>
        <p:spPr>
          <a:xfrm>
            <a:off x="67399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5209">
            <a:extLst>
              <a:ext uri="{FF2B5EF4-FFF2-40B4-BE49-F238E27FC236}">
                <a16:creationId xmlns:a16="http://schemas.microsoft.com/office/drawing/2014/main" id="{7852A9FB-6E43-40AA-A7E4-69025334FAC1}"/>
              </a:ext>
            </a:extLst>
          </p:cNvPr>
          <p:cNvSpPr>
            <a:spLocks noGrp="1"/>
          </p:cNvSpPr>
          <p:nvPr/>
        </p:nvSpPr>
        <p:spPr>
          <a:xfrm>
            <a:off x="6437758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5210">
            <a:extLst>
              <a:ext uri="{FF2B5EF4-FFF2-40B4-BE49-F238E27FC236}">
                <a16:creationId xmlns:a16="http://schemas.microsoft.com/office/drawing/2014/main" id="{1D383F0E-9811-4E7E-A6BA-AF040663F7D4}"/>
              </a:ext>
            </a:extLst>
          </p:cNvPr>
          <p:cNvSpPr>
            <a:spLocks noGrp="1"/>
          </p:cNvSpPr>
          <p:nvPr/>
        </p:nvSpPr>
        <p:spPr>
          <a:xfrm>
            <a:off x="63485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5211">
            <a:extLst>
              <a:ext uri="{FF2B5EF4-FFF2-40B4-BE49-F238E27FC236}">
                <a16:creationId xmlns:a16="http://schemas.microsoft.com/office/drawing/2014/main" id="{C367D2A8-E1B7-4907-89B6-39F4DEC7DADD}"/>
              </a:ext>
            </a:extLst>
          </p:cNvPr>
          <p:cNvSpPr>
            <a:spLocks noGrp="1"/>
          </p:cNvSpPr>
          <p:nvPr/>
        </p:nvSpPr>
        <p:spPr>
          <a:xfrm>
            <a:off x="658153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5212">
            <a:extLst>
              <a:ext uri="{FF2B5EF4-FFF2-40B4-BE49-F238E27FC236}">
                <a16:creationId xmlns:a16="http://schemas.microsoft.com/office/drawing/2014/main" id="{0DF84994-CD7E-42C4-B2D0-5CCC181CC1BB}"/>
              </a:ext>
            </a:extLst>
          </p:cNvPr>
          <p:cNvSpPr>
            <a:spLocks noGrp="1"/>
          </p:cNvSpPr>
          <p:nvPr/>
        </p:nvSpPr>
        <p:spPr>
          <a:xfrm>
            <a:off x="6684633" y="42455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5213">
            <a:extLst>
              <a:ext uri="{FF2B5EF4-FFF2-40B4-BE49-F238E27FC236}">
                <a16:creationId xmlns:a16="http://schemas.microsoft.com/office/drawing/2014/main" id="{88A89234-354D-4F18-BF8A-712BE48CDDDE}"/>
              </a:ext>
            </a:extLst>
          </p:cNvPr>
          <p:cNvSpPr>
            <a:spLocks noGrp="1"/>
          </p:cNvSpPr>
          <p:nvPr/>
        </p:nvSpPr>
        <p:spPr>
          <a:xfrm>
            <a:off x="683289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5214">
            <a:extLst>
              <a:ext uri="{FF2B5EF4-FFF2-40B4-BE49-F238E27FC236}">
                <a16:creationId xmlns:a16="http://schemas.microsoft.com/office/drawing/2014/main" id="{03F23534-7F98-4845-9986-4A5D888BBE0F}"/>
              </a:ext>
            </a:extLst>
          </p:cNvPr>
          <p:cNvSpPr>
            <a:spLocks noGrp="1"/>
          </p:cNvSpPr>
          <p:nvPr/>
        </p:nvSpPr>
        <p:spPr>
          <a:xfrm>
            <a:off x="68354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5215">
            <a:extLst>
              <a:ext uri="{FF2B5EF4-FFF2-40B4-BE49-F238E27FC236}">
                <a16:creationId xmlns:a16="http://schemas.microsoft.com/office/drawing/2014/main" id="{F847024B-E6C1-4627-904A-8D44F480CF27}"/>
              </a:ext>
            </a:extLst>
          </p:cNvPr>
          <p:cNvSpPr>
            <a:spLocks noGrp="1"/>
          </p:cNvSpPr>
          <p:nvPr/>
        </p:nvSpPr>
        <p:spPr>
          <a:xfrm>
            <a:off x="683635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5216">
            <a:extLst>
              <a:ext uri="{FF2B5EF4-FFF2-40B4-BE49-F238E27FC236}">
                <a16:creationId xmlns:a16="http://schemas.microsoft.com/office/drawing/2014/main" id="{4B1D754A-A4E0-4349-9464-D5B432EA69EE}"/>
              </a:ext>
            </a:extLst>
          </p:cNvPr>
          <p:cNvSpPr>
            <a:spLocks noGrp="1"/>
          </p:cNvSpPr>
          <p:nvPr/>
        </p:nvSpPr>
        <p:spPr>
          <a:xfrm>
            <a:off x="68165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5217">
            <a:extLst>
              <a:ext uri="{FF2B5EF4-FFF2-40B4-BE49-F238E27FC236}">
                <a16:creationId xmlns:a16="http://schemas.microsoft.com/office/drawing/2014/main" id="{4359EA54-803A-4EAE-92CC-288867543C35}"/>
              </a:ext>
            </a:extLst>
          </p:cNvPr>
          <p:cNvSpPr>
            <a:spLocks noGrp="1"/>
          </p:cNvSpPr>
          <p:nvPr/>
        </p:nvSpPr>
        <p:spPr>
          <a:xfrm>
            <a:off x="65191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5218">
            <a:extLst>
              <a:ext uri="{FF2B5EF4-FFF2-40B4-BE49-F238E27FC236}">
                <a16:creationId xmlns:a16="http://schemas.microsoft.com/office/drawing/2014/main" id="{2BBC85F4-9661-4349-BB1C-30585443EE75}"/>
              </a:ext>
            </a:extLst>
          </p:cNvPr>
          <p:cNvSpPr>
            <a:spLocks noGrp="1"/>
          </p:cNvSpPr>
          <p:nvPr/>
        </p:nvSpPr>
        <p:spPr>
          <a:xfrm>
            <a:off x="6800451" y="52757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5219">
            <a:extLst>
              <a:ext uri="{FF2B5EF4-FFF2-40B4-BE49-F238E27FC236}">
                <a16:creationId xmlns:a16="http://schemas.microsoft.com/office/drawing/2014/main" id="{F3263152-7585-4EBE-B9F0-60A591FE0099}"/>
              </a:ext>
            </a:extLst>
          </p:cNvPr>
          <p:cNvSpPr>
            <a:spLocks noGrp="1"/>
          </p:cNvSpPr>
          <p:nvPr/>
        </p:nvSpPr>
        <p:spPr>
          <a:xfrm>
            <a:off x="64980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5220">
            <a:extLst>
              <a:ext uri="{FF2B5EF4-FFF2-40B4-BE49-F238E27FC236}">
                <a16:creationId xmlns:a16="http://schemas.microsoft.com/office/drawing/2014/main" id="{9E42FBDD-DF4C-42E6-AC6C-C48F0D70FB41}"/>
              </a:ext>
            </a:extLst>
          </p:cNvPr>
          <p:cNvSpPr>
            <a:spLocks noGrp="1"/>
          </p:cNvSpPr>
          <p:nvPr/>
        </p:nvSpPr>
        <p:spPr>
          <a:xfrm>
            <a:off x="66729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5221">
            <a:extLst>
              <a:ext uri="{FF2B5EF4-FFF2-40B4-BE49-F238E27FC236}">
                <a16:creationId xmlns:a16="http://schemas.microsoft.com/office/drawing/2014/main" id="{262146EA-7B4A-4178-BD43-FF582AE8A893}"/>
              </a:ext>
            </a:extLst>
          </p:cNvPr>
          <p:cNvSpPr>
            <a:spLocks noGrp="1"/>
          </p:cNvSpPr>
          <p:nvPr/>
        </p:nvSpPr>
        <p:spPr>
          <a:xfrm>
            <a:off x="63651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5222">
            <a:extLst>
              <a:ext uri="{FF2B5EF4-FFF2-40B4-BE49-F238E27FC236}">
                <a16:creationId xmlns:a16="http://schemas.microsoft.com/office/drawing/2014/main" id="{75191CE5-4BA6-4A63-A1BC-C07579FE4D81}"/>
              </a:ext>
            </a:extLst>
          </p:cNvPr>
          <p:cNvSpPr>
            <a:spLocks noGrp="1"/>
          </p:cNvSpPr>
          <p:nvPr/>
        </p:nvSpPr>
        <p:spPr>
          <a:xfrm>
            <a:off x="659466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5223">
            <a:extLst>
              <a:ext uri="{FF2B5EF4-FFF2-40B4-BE49-F238E27FC236}">
                <a16:creationId xmlns:a16="http://schemas.microsoft.com/office/drawing/2014/main" id="{C1A245B3-59DB-4DA2-A32E-FA00878D127C}"/>
              </a:ext>
            </a:extLst>
          </p:cNvPr>
          <p:cNvSpPr>
            <a:spLocks noGrp="1"/>
          </p:cNvSpPr>
          <p:nvPr/>
        </p:nvSpPr>
        <p:spPr>
          <a:xfrm>
            <a:off x="683518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5224">
            <a:extLst>
              <a:ext uri="{FF2B5EF4-FFF2-40B4-BE49-F238E27FC236}">
                <a16:creationId xmlns:a16="http://schemas.microsoft.com/office/drawing/2014/main" id="{D612E89F-17E7-4EF6-A0B6-7A6F94D62C10}"/>
              </a:ext>
            </a:extLst>
          </p:cNvPr>
          <p:cNvSpPr>
            <a:spLocks noGrp="1"/>
          </p:cNvSpPr>
          <p:nvPr/>
        </p:nvSpPr>
        <p:spPr>
          <a:xfrm>
            <a:off x="64356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5225">
            <a:extLst>
              <a:ext uri="{FF2B5EF4-FFF2-40B4-BE49-F238E27FC236}">
                <a16:creationId xmlns:a16="http://schemas.microsoft.com/office/drawing/2014/main" id="{0FC865FC-AF3C-42D0-9B2B-BD11AA0FA0BA}"/>
              </a:ext>
            </a:extLst>
          </p:cNvPr>
          <p:cNvSpPr>
            <a:spLocks noGrp="1"/>
          </p:cNvSpPr>
          <p:nvPr/>
        </p:nvSpPr>
        <p:spPr>
          <a:xfrm>
            <a:off x="63524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5226">
            <a:extLst>
              <a:ext uri="{FF2B5EF4-FFF2-40B4-BE49-F238E27FC236}">
                <a16:creationId xmlns:a16="http://schemas.microsoft.com/office/drawing/2014/main" id="{56F56731-2F1C-45B6-BC61-70314607CF8B}"/>
              </a:ext>
            </a:extLst>
          </p:cNvPr>
          <p:cNvSpPr>
            <a:spLocks noGrp="1"/>
          </p:cNvSpPr>
          <p:nvPr/>
        </p:nvSpPr>
        <p:spPr>
          <a:xfrm>
            <a:off x="663704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5227">
            <a:extLst>
              <a:ext uri="{FF2B5EF4-FFF2-40B4-BE49-F238E27FC236}">
                <a16:creationId xmlns:a16="http://schemas.microsoft.com/office/drawing/2014/main" id="{618D3E2A-68EC-47A5-8E2C-31234AAA97DE}"/>
              </a:ext>
            </a:extLst>
          </p:cNvPr>
          <p:cNvSpPr>
            <a:spLocks noGrp="1"/>
          </p:cNvSpPr>
          <p:nvPr/>
        </p:nvSpPr>
        <p:spPr>
          <a:xfrm>
            <a:off x="675498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5228">
            <a:extLst>
              <a:ext uri="{FF2B5EF4-FFF2-40B4-BE49-F238E27FC236}">
                <a16:creationId xmlns:a16="http://schemas.microsoft.com/office/drawing/2014/main" id="{9A558D5D-59BD-4555-9F67-AE7EEBCBB139}"/>
              </a:ext>
            </a:extLst>
          </p:cNvPr>
          <p:cNvSpPr>
            <a:spLocks noGrp="1"/>
          </p:cNvSpPr>
          <p:nvPr/>
        </p:nvSpPr>
        <p:spPr>
          <a:xfrm>
            <a:off x="650793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5229">
            <a:extLst>
              <a:ext uri="{FF2B5EF4-FFF2-40B4-BE49-F238E27FC236}">
                <a16:creationId xmlns:a16="http://schemas.microsoft.com/office/drawing/2014/main" id="{E4526218-B6F0-4405-9661-6A4B1EA9D61D}"/>
              </a:ext>
            </a:extLst>
          </p:cNvPr>
          <p:cNvSpPr>
            <a:spLocks noGrp="1"/>
          </p:cNvSpPr>
          <p:nvPr/>
        </p:nvSpPr>
        <p:spPr>
          <a:xfrm>
            <a:off x="6388410" y="48222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5230">
            <a:extLst>
              <a:ext uri="{FF2B5EF4-FFF2-40B4-BE49-F238E27FC236}">
                <a16:creationId xmlns:a16="http://schemas.microsoft.com/office/drawing/2014/main" id="{985E9D7F-BA15-4106-8855-EC46EE0847CD}"/>
              </a:ext>
            </a:extLst>
          </p:cNvPr>
          <p:cNvSpPr>
            <a:spLocks noGrp="1"/>
          </p:cNvSpPr>
          <p:nvPr/>
        </p:nvSpPr>
        <p:spPr>
          <a:xfrm>
            <a:off x="663950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5231">
            <a:extLst>
              <a:ext uri="{FF2B5EF4-FFF2-40B4-BE49-F238E27FC236}">
                <a16:creationId xmlns:a16="http://schemas.microsoft.com/office/drawing/2014/main" id="{3F6A7200-4CCB-4BF5-A0C5-D6A31174DA54}"/>
              </a:ext>
            </a:extLst>
          </p:cNvPr>
          <p:cNvSpPr>
            <a:spLocks noGrp="1"/>
          </p:cNvSpPr>
          <p:nvPr/>
        </p:nvSpPr>
        <p:spPr>
          <a:xfrm>
            <a:off x="675539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5232">
            <a:extLst>
              <a:ext uri="{FF2B5EF4-FFF2-40B4-BE49-F238E27FC236}">
                <a16:creationId xmlns:a16="http://schemas.microsoft.com/office/drawing/2014/main" id="{CB8C3AE7-7D7B-48EB-9566-817AE231A64E}"/>
              </a:ext>
            </a:extLst>
          </p:cNvPr>
          <p:cNvSpPr>
            <a:spLocks noGrp="1"/>
          </p:cNvSpPr>
          <p:nvPr/>
        </p:nvSpPr>
        <p:spPr>
          <a:xfrm>
            <a:off x="6831434" y="38134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5233">
            <a:extLst>
              <a:ext uri="{FF2B5EF4-FFF2-40B4-BE49-F238E27FC236}">
                <a16:creationId xmlns:a16="http://schemas.microsoft.com/office/drawing/2014/main" id="{2F64A4FD-CCDE-434A-AB94-385F782AFBD1}"/>
              </a:ext>
            </a:extLst>
          </p:cNvPr>
          <p:cNvSpPr>
            <a:spLocks noGrp="1"/>
          </p:cNvSpPr>
          <p:nvPr/>
        </p:nvSpPr>
        <p:spPr>
          <a:xfrm>
            <a:off x="67968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5234">
            <a:extLst>
              <a:ext uri="{FF2B5EF4-FFF2-40B4-BE49-F238E27FC236}">
                <a16:creationId xmlns:a16="http://schemas.microsoft.com/office/drawing/2014/main" id="{F6B97B00-CC0D-4386-BBDA-194AB767BA2F}"/>
              </a:ext>
            </a:extLst>
          </p:cNvPr>
          <p:cNvSpPr>
            <a:spLocks noGrp="1"/>
          </p:cNvSpPr>
          <p:nvPr/>
        </p:nvSpPr>
        <p:spPr>
          <a:xfrm>
            <a:off x="66313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5235">
            <a:extLst>
              <a:ext uri="{FF2B5EF4-FFF2-40B4-BE49-F238E27FC236}">
                <a16:creationId xmlns:a16="http://schemas.microsoft.com/office/drawing/2014/main" id="{F6A7AA80-6038-4F6D-BF56-2F6F9E9A1956}"/>
              </a:ext>
            </a:extLst>
          </p:cNvPr>
          <p:cNvSpPr>
            <a:spLocks noGrp="1"/>
          </p:cNvSpPr>
          <p:nvPr/>
        </p:nvSpPr>
        <p:spPr>
          <a:xfrm>
            <a:off x="64586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5236">
            <a:extLst>
              <a:ext uri="{FF2B5EF4-FFF2-40B4-BE49-F238E27FC236}">
                <a16:creationId xmlns:a16="http://schemas.microsoft.com/office/drawing/2014/main" id="{16AFF991-F856-4038-B8DC-F542E696A7B1}"/>
              </a:ext>
            </a:extLst>
          </p:cNvPr>
          <p:cNvSpPr>
            <a:spLocks noGrp="1"/>
          </p:cNvSpPr>
          <p:nvPr/>
        </p:nvSpPr>
        <p:spPr>
          <a:xfrm>
            <a:off x="6503489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5237">
            <a:extLst>
              <a:ext uri="{FF2B5EF4-FFF2-40B4-BE49-F238E27FC236}">
                <a16:creationId xmlns:a16="http://schemas.microsoft.com/office/drawing/2014/main" id="{ECBF5C23-DDEA-4CF6-9954-0F97817921BB}"/>
              </a:ext>
            </a:extLst>
          </p:cNvPr>
          <p:cNvSpPr>
            <a:spLocks noGrp="1"/>
          </p:cNvSpPr>
          <p:nvPr/>
        </p:nvSpPr>
        <p:spPr>
          <a:xfrm>
            <a:off x="734725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5238">
            <a:extLst>
              <a:ext uri="{FF2B5EF4-FFF2-40B4-BE49-F238E27FC236}">
                <a16:creationId xmlns:a16="http://schemas.microsoft.com/office/drawing/2014/main" id="{E4C5DD06-9196-42EE-A92D-1C39AF6CD142}"/>
              </a:ext>
            </a:extLst>
          </p:cNvPr>
          <p:cNvSpPr>
            <a:spLocks noGrp="1"/>
          </p:cNvSpPr>
          <p:nvPr/>
        </p:nvSpPr>
        <p:spPr>
          <a:xfrm>
            <a:off x="7667597" y="38004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5239">
            <a:extLst>
              <a:ext uri="{FF2B5EF4-FFF2-40B4-BE49-F238E27FC236}">
                <a16:creationId xmlns:a16="http://schemas.microsoft.com/office/drawing/2014/main" id="{8A755DFB-B3B2-43A8-8A9A-C6A7BB0836F7}"/>
              </a:ext>
            </a:extLst>
          </p:cNvPr>
          <p:cNvSpPr>
            <a:spLocks noGrp="1"/>
          </p:cNvSpPr>
          <p:nvPr/>
        </p:nvSpPr>
        <p:spPr>
          <a:xfrm>
            <a:off x="765332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5240">
            <a:extLst>
              <a:ext uri="{FF2B5EF4-FFF2-40B4-BE49-F238E27FC236}">
                <a16:creationId xmlns:a16="http://schemas.microsoft.com/office/drawing/2014/main" id="{BA3821C7-ADF4-4E32-B0C7-69F5387926F9}"/>
              </a:ext>
            </a:extLst>
          </p:cNvPr>
          <p:cNvSpPr>
            <a:spLocks noGrp="1"/>
          </p:cNvSpPr>
          <p:nvPr/>
        </p:nvSpPr>
        <p:spPr>
          <a:xfrm>
            <a:off x="74726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5241">
            <a:extLst>
              <a:ext uri="{FF2B5EF4-FFF2-40B4-BE49-F238E27FC236}">
                <a16:creationId xmlns:a16="http://schemas.microsoft.com/office/drawing/2014/main" id="{0E78BAD9-DD79-43BB-B2B8-3F826F86AFF6}"/>
              </a:ext>
            </a:extLst>
          </p:cNvPr>
          <p:cNvSpPr>
            <a:spLocks noGrp="1"/>
          </p:cNvSpPr>
          <p:nvPr/>
        </p:nvSpPr>
        <p:spPr>
          <a:xfrm>
            <a:off x="75627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5242">
            <a:extLst>
              <a:ext uri="{FF2B5EF4-FFF2-40B4-BE49-F238E27FC236}">
                <a16:creationId xmlns:a16="http://schemas.microsoft.com/office/drawing/2014/main" id="{CCB4D055-862B-4098-8E6F-1DBB6524AA65}"/>
              </a:ext>
            </a:extLst>
          </p:cNvPr>
          <p:cNvSpPr>
            <a:spLocks noGrp="1"/>
          </p:cNvSpPr>
          <p:nvPr/>
        </p:nvSpPr>
        <p:spPr>
          <a:xfrm>
            <a:off x="7175623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5243">
            <a:extLst>
              <a:ext uri="{FF2B5EF4-FFF2-40B4-BE49-F238E27FC236}">
                <a16:creationId xmlns:a16="http://schemas.microsoft.com/office/drawing/2014/main" id="{BF396B12-AC57-4D39-A29F-FB552FAA659C}"/>
              </a:ext>
            </a:extLst>
          </p:cNvPr>
          <p:cNvSpPr>
            <a:spLocks noGrp="1"/>
          </p:cNvSpPr>
          <p:nvPr/>
        </p:nvSpPr>
        <p:spPr>
          <a:xfrm>
            <a:off x="7307585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5244">
            <a:extLst>
              <a:ext uri="{FF2B5EF4-FFF2-40B4-BE49-F238E27FC236}">
                <a16:creationId xmlns:a16="http://schemas.microsoft.com/office/drawing/2014/main" id="{220730E0-9A2A-4C70-8DB0-3A477EEC6FF2}"/>
              </a:ext>
            </a:extLst>
          </p:cNvPr>
          <p:cNvSpPr>
            <a:spLocks noGrp="1"/>
          </p:cNvSpPr>
          <p:nvPr/>
        </p:nvSpPr>
        <p:spPr>
          <a:xfrm>
            <a:off x="7267626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5245">
            <a:extLst>
              <a:ext uri="{FF2B5EF4-FFF2-40B4-BE49-F238E27FC236}">
                <a16:creationId xmlns:a16="http://schemas.microsoft.com/office/drawing/2014/main" id="{049B9D28-0D52-4143-B444-545A5E8D31DE}"/>
              </a:ext>
            </a:extLst>
          </p:cNvPr>
          <p:cNvSpPr>
            <a:spLocks noGrp="1"/>
          </p:cNvSpPr>
          <p:nvPr/>
        </p:nvSpPr>
        <p:spPr>
          <a:xfrm>
            <a:off x="7328390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5246">
            <a:extLst>
              <a:ext uri="{FF2B5EF4-FFF2-40B4-BE49-F238E27FC236}">
                <a16:creationId xmlns:a16="http://schemas.microsoft.com/office/drawing/2014/main" id="{DE54AB8F-97DC-4CF7-8B25-D9D12154C238}"/>
              </a:ext>
            </a:extLst>
          </p:cNvPr>
          <p:cNvSpPr>
            <a:spLocks noGrp="1"/>
          </p:cNvSpPr>
          <p:nvPr/>
        </p:nvSpPr>
        <p:spPr>
          <a:xfrm>
            <a:off x="71806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5247">
            <a:extLst>
              <a:ext uri="{FF2B5EF4-FFF2-40B4-BE49-F238E27FC236}">
                <a16:creationId xmlns:a16="http://schemas.microsoft.com/office/drawing/2014/main" id="{3A7FE545-CEBA-41BC-85AD-50DBF0C97ADC}"/>
              </a:ext>
            </a:extLst>
          </p:cNvPr>
          <p:cNvSpPr>
            <a:spLocks noGrp="1"/>
          </p:cNvSpPr>
          <p:nvPr/>
        </p:nvSpPr>
        <p:spPr>
          <a:xfrm>
            <a:off x="76026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5248">
            <a:extLst>
              <a:ext uri="{FF2B5EF4-FFF2-40B4-BE49-F238E27FC236}">
                <a16:creationId xmlns:a16="http://schemas.microsoft.com/office/drawing/2014/main" id="{12AE5BAF-FFB3-4230-B875-B180F0F105A5}"/>
              </a:ext>
            </a:extLst>
          </p:cNvPr>
          <p:cNvSpPr>
            <a:spLocks noGrp="1"/>
          </p:cNvSpPr>
          <p:nvPr/>
        </p:nvSpPr>
        <p:spPr>
          <a:xfrm>
            <a:off x="7380049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5249">
            <a:extLst>
              <a:ext uri="{FF2B5EF4-FFF2-40B4-BE49-F238E27FC236}">
                <a16:creationId xmlns:a16="http://schemas.microsoft.com/office/drawing/2014/main" id="{CBA663F6-DEF6-4A2E-9875-E3F9AA2E1311}"/>
              </a:ext>
            </a:extLst>
          </p:cNvPr>
          <p:cNvSpPr>
            <a:spLocks noGrp="1"/>
          </p:cNvSpPr>
          <p:nvPr/>
        </p:nvSpPr>
        <p:spPr>
          <a:xfrm>
            <a:off x="7500311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5250">
            <a:extLst>
              <a:ext uri="{FF2B5EF4-FFF2-40B4-BE49-F238E27FC236}">
                <a16:creationId xmlns:a16="http://schemas.microsoft.com/office/drawing/2014/main" id="{27DF52C1-3650-48DB-9960-F54E5F861799}"/>
              </a:ext>
            </a:extLst>
          </p:cNvPr>
          <p:cNvSpPr>
            <a:spLocks noGrp="1"/>
          </p:cNvSpPr>
          <p:nvPr/>
        </p:nvSpPr>
        <p:spPr>
          <a:xfrm>
            <a:off x="725276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5251">
            <a:extLst>
              <a:ext uri="{FF2B5EF4-FFF2-40B4-BE49-F238E27FC236}">
                <a16:creationId xmlns:a16="http://schemas.microsoft.com/office/drawing/2014/main" id="{EA99F468-9196-4DC5-B999-B86349C549EB}"/>
              </a:ext>
            </a:extLst>
          </p:cNvPr>
          <p:cNvSpPr>
            <a:spLocks noGrp="1"/>
          </p:cNvSpPr>
          <p:nvPr/>
        </p:nvSpPr>
        <p:spPr>
          <a:xfrm>
            <a:off x="739235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5252">
            <a:extLst>
              <a:ext uri="{FF2B5EF4-FFF2-40B4-BE49-F238E27FC236}">
                <a16:creationId xmlns:a16="http://schemas.microsoft.com/office/drawing/2014/main" id="{44434A88-AE1B-4F7B-892F-ABFBDF6F5509}"/>
              </a:ext>
            </a:extLst>
          </p:cNvPr>
          <p:cNvSpPr>
            <a:spLocks noGrp="1"/>
          </p:cNvSpPr>
          <p:nvPr/>
        </p:nvSpPr>
        <p:spPr>
          <a:xfrm>
            <a:off x="73166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5253">
            <a:extLst>
              <a:ext uri="{FF2B5EF4-FFF2-40B4-BE49-F238E27FC236}">
                <a16:creationId xmlns:a16="http://schemas.microsoft.com/office/drawing/2014/main" id="{CC64E39F-214D-49EA-AACF-DC1F796519E1}"/>
              </a:ext>
            </a:extLst>
          </p:cNvPr>
          <p:cNvSpPr>
            <a:spLocks noGrp="1"/>
          </p:cNvSpPr>
          <p:nvPr/>
        </p:nvSpPr>
        <p:spPr>
          <a:xfrm>
            <a:off x="7228086" y="52040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5254">
            <a:extLst>
              <a:ext uri="{FF2B5EF4-FFF2-40B4-BE49-F238E27FC236}">
                <a16:creationId xmlns:a16="http://schemas.microsoft.com/office/drawing/2014/main" id="{3180DD8E-5014-4EFC-A0A9-C750A41A5771}"/>
              </a:ext>
            </a:extLst>
          </p:cNvPr>
          <p:cNvSpPr>
            <a:spLocks noGrp="1"/>
          </p:cNvSpPr>
          <p:nvPr/>
        </p:nvSpPr>
        <p:spPr>
          <a:xfrm>
            <a:off x="721335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5255">
            <a:extLst>
              <a:ext uri="{FF2B5EF4-FFF2-40B4-BE49-F238E27FC236}">
                <a16:creationId xmlns:a16="http://schemas.microsoft.com/office/drawing/2014/main" id="{80DCE24D-8DE0-452C-9A91-EBAE252CB48A}"/>
              </a:ext>
            </a:extLst>
          </p:cNvPr>
          <p:cNvSpPr>
            <a:spLocks noGrp="1"/>
          </p:cNvSpPr>
          <p:nvPr/>
        </p:nvSpPr>
        <p:spPr>
          <a:xfrm>
            <a:off x="7601842" y="5020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5256">
            <a:extLst>
              <a:ext uri="{FF2B5EF4-FFF2-40B4-BE49-F238E27FC236}">
                <a16:creationId xmlns:a16="http://schemas.microsoft.com/office/drawing/2014/main" id="{222DAE3A-C742-4DFC-9E4E-2A9D289A68A5}"/>
              </a:ext>
            </a:extLst>
          </p:cNvPr>
          <p:cNvSpPr>
            <a:spLocks noGrp="1"/>
          </p:cNvSpPr>
          <p:nvPr/>
        </p:nvSpPr>
        <p:spPr>
          <a:xfrm>
            <a:off x="743247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5257">
            <a:extLst>
              <a:ext uri="{FF2B5EF4-FFF2-40B4-BE49-F238E27FC236}">
                <a16:creationId xmlns:a16="http://schemas.microsoft.com/office/drawing/2014/main" id="{F7B4B1D4-3CD1-45A4-8828-6D35C286800F}"/>
              </a:ext>
            </a:extLst>
          </p:cNvPr>
          <p:cNvSpPr>
            <a:spLocks noGrp="1"/>
          </p:cNvSpPr>
          <p:nvPr/>
        </p:nvSpPr>
        <p:spPr>
          <a:xfrm>
            <a:off x="733343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5258">
            <a:extLst>
              <a:ext uri="{FF2B5EF4-FFF2-40B4-BE49-F238E27FC236}">
                <a16:creationId xmlns:a16="http://schemas.microsoft.com/office/drawing/2014/main" id="{6940EC59-76C3-4B1B-B15B-3D376E5CEA88}"/>
              </a:ext>
            </a:extLst>
          </p:cNvPr>
          <p:cNvSpPr>
            <a:spLocks noGrp="1"/>
          </p:cNvSpPr>
          <p:nvPr/>
        </p:nvSpPr>
        <p:spPr>
          <a:xfrm>
            <a:off x="760040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5259">
            <a:extLst>
              <a:ext uri="{FF2B5EF4-FFF2-40B4-BE49-F238E27FC236}">
                <a16:creationId xmlns:a16="http://schemas.microsoft.com/office/drawing/2014/main" id="{7D3FF6CE-3C15-48A9-B5F5-5E88AD72A566}"/>
              </a:ext>
            </a:extLst>
          </p:cNvPr>
          <p:cNvSpPr>
            <a:spLocks noGrp="1"/>
          </p:cNvSpPr>
          <p:nvPr/>
        </p:nvSpPr>
        <p:spPr>
          <a:xfrm>
            <a:off x="7244718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5260">
            <a:extLst>
              <a:ext uri="{FF2B5EF4-FFF2-40B4-BE49-F238E27FC236}">
                <a16:creationId xmlns:a16="http://schemas.microsoft.com/office/drawing/2014/main" id="{32AD8BAF-AB00-4017-AF00-33E557C21D5E}"/>
              </a:ext>
            </a:extLst>
          </p:cNvPr>
          <p:cNvSpPr>
            <a:spLocks noGrp="1"/>
          </p:cNvSpPr>
          <p:nvPr/>
        </p:nvSpPr>
        <p:spPr>
          <a:xfrm>
            <a:off x="719880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5261">
            <a:extLst>
              <a:ext uri="{FF2B5EF4-FFF2-40B4-BE49-F238E27FC236}">
                <a16:creationId xmlns:a16="http://schemas.microsoft.com/office/drawing/2014/main" id="{395A4AF6-1EBC-4426-A874-E9F3CE832FB1}"/>
              </a:ext>
            </a:extLst>
          </p:cNvPr>
          <p:cNvSpPr>
            <a:spLocks noGrp="1"/>
          </p:cNvSpPr>
          <p:nvPr/>
        </p:nvSpPr>
        <p:spPr>
          <a:xfrm>
            <a:off x="734162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5262">
            <a:extLst>
              <a:ext uri="{FF2B5EF4-FFF2-40B4-BE49-F238E27FC236}">
                <a16:creationId xmlns:a16="http://schemas.microsoft.com/office/drawing/2014/main" id="{7133ABB9-080B-438E-8DF8-1DA14173851E}"/>
              </a:ext>
            </a:extLst>
          </p:cNvPr>
          <p:cNvSpPr>
            <a:spLocks noGrp="1"/>
          </p:cNvSpPr>
          <p:nvPr/>
        </p:nvSpPr>
        <p:spPr>
          <a:xfrm>
            <a:off x="7227027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5263">
            <a:extLst>
              <a:ext uri="{FF2B5EF4-FFF2-40B4-BE49-F238E27FC236}">
                <a16:creationId xmlns:a16="http://schemas.microsoft.com/office/drawing/2014/main" id="{5318A0E1-D34F-4254-8DB4-791244E1D8D8}"/>
              </a:ext>
            </a:extLst>
          </p:cNvPr>
          <p:cNvSpPr>
            <a:spLocks noGrp="1"/>
          </p:cNvSpPr>
          <p:nvPr/>
        </p:nvSpPr>
        <p:spPr>
          <a:xfrm>
            <a:off x="750481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5264">
            <a:extLst>
              <a:ext uri="{FF2B5EF4-FFF2-40B4-BE49-F238E27FC236}">
                <a16:creationId xmlns:a16="http://schemas.microsoft.com/office/drawing/2014/main" id="{81841CF5-E686-457B-A9B9-445FE1281872}"/>
              </a:ext>
            </a:extLst>
          </p:cNvPr>
          <p:cNvSpPr>
            <a:spLocks noGrp="1"/>
          </p:cNvSpPr>
          <p:nvPr/>
        </p:nvSpPr>
        <p:spPr>
          <a:xfrm>
            <a:off x="7196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5265">
            <a:extLst>
              <a:ext uri="{FF2B5EF4-FFF2-40B4-BE49-F238E27FC236}">
                <a16:creationId xmlns:a16="http://schemas.microsoft.com/office/drawing/2014/main" id="{8CBE24B7-8481-4AE5-AA9F-6924E4233BB8}"/>
              </a:ext>
            </a:extLst>
          </p:cNvPr>
          <p:cNvSpPr>
            <a:spLocks noGrp="1"/>
          </p:cNvSpPr>
          <p:nvPr/>
        </p:nvSpPr>
        <p:spPr>
          <a:xfrm>
            <a:off x="73658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5266">
            <a:extLst>
              <a:ext uri="{FF2B5EF4-FFF2-40B4-BE49-F238E27FC236}">
                <a16:creationId xmlns:a16="http://schemas.microsoft.com/office/drawing/2014/main" id="{A75EAC01-5977-49A3-B8D4-FE41B043DA59}"/>
              </a:ext>
            </a:extLst>
          </p:cNvPr>
          <p:cNvSpPr>
            <a:spLocks noGrp="1"/>
          </p:cNvSpPr>
          <p:nvPr/>
        </p:nvSpPr>
        <p:spPr>
          <a:xfrm>
            <a:off x="738921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5267">
            <a:extLst>
              <a:ext uri="{FF2B5EF4-FFF2-40B4-BE49-F238E27FC236}">
                <a16:creationId xmlns:a16="http://schemas.microsoft.com/office/drawing/2014/main" id="{AF320D35-C9BC-446C-A094-1B6EFFD0B0F2}"/>
              </a:ext>
            </a:extLst>
          </p:cNvPr>
          <p:cNvSpPr>
            <a:spLocks noGrp="1"/>
          </p:cNvSpPr>
          <p:nvPr/>
        </p:nvSpPr>
        <p:spPr>
          <a:xfrm>
            <a:off x="7579205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5268">
            <a:extLst>
              <a:ext uri="{FF2B5EF4-FFF2-40B4-BE49-F238E27FC236}">
                <a16:creationId xmlns:a16="http://schemas.microsoft.com/office/drawing/2014/main" id="{E4EBF232-979E-4F6F-923E-4650CAB0FB8E}"/>
              </a:ext>
            </a:extLst>
          </p:cNvPr>
          <p:cNvSpPr>
            <a:spLocks noGrp="1"/>
          </p:cNvSpPr>
          <p:nvPr/>
        </p:nvSpPr>
        <p:spPr>
          <a:xfrm>
            <a:off x="74595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5269">
            <a:extLst>
              <a:ext uri="{FF2B5EF4-FFF2-40B4-BE49-F238E27FC236}">
                <a16:creationId xmlns:a16="http://schemas.microsoft.com/office/drawing/2014/main" id="{B92DA4C8-CEB8-4480-A800-FA6BC3865DCF}"/>
              </a:ext>
            </a:extLst>
          </p:cNvPr>
          <p:cNvSpPr>
            <a:spLocks noGrp="1"/>
          </p:cNvSpPr>
          <p:nvPr/>
        </p:nvSpPr>
        <p:spPr>
          <a:xfrm>
            <a:off x="7307421" y="5381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5270">
            <a:extLst>
              <a:ext uri="{FF2B5EF4-FFF2-40B4-BE49-F238E27FC236}">
                <a16:creationId xmlns:a16="http://schemas.microsoft.com/office/drawing/2014/main" id="{1C6314EE-1D03-4620-8C3B-75330040A46B}"/>
              </a:ext>
            </a:extLst>
          </p:cNvPr>
          <p:cNvSpPr>
            <a:spLocks noGrp="1"/>
          </p:cNvSpPr>
          <p:nvPr/>
        </p:nvSpPr>
        <p:spPr>
          <a:xfrm>
            <a:off x="717723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5271">
            <a:extLst>
              <a:ext uri="{FF2B5EF4-FFF2-40B4-BE49-F238E27FC236}">
                <a16:creationId xmlns:a16="http://schemas.microsoft.com/office/drawing/2014/main" id="{93A3E56C-D973-4E1A-AF9A-B337659DDEC4}"/>
              </a:ext>
            </a:extLst>
          </p:cNvPr>
          <p:cNvSpPr>
            <a:spLocks noGrp="1"/>
          </p:cNvSpPr>
          <p:nvPr/>
        </p:nvSpPr>
        <p:spPr>
          <a:xfrm>
            <a:off x="716052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5272">
            <a:extLst>
              <a:ext uri="{FF2B5EF4-FFF2-40B4-BE49-F238E27FC236}">
                <a16:creationId xmlns:a16="http://schemas.microsoft.com/office/drawing/2014/main" id="{08157878-1408-45BE-B774-C39BBCADB14A}"/>
              </a:ext>
            </a:extLst>
          </p:cNvPr>
          <p:cNvSpPr>
            <a:spLocks noGrp="1"/>
          </p:cNvSpPr>
          <p:nvPr/>
        </p:nvSpPr>
        <p:spPr>
          <a:xfrm>
            <a:off x="723515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5273">
            <a:extLst>
              <a:ext uri="{FF2B5EF4-FFF2-40B4-BE49-F238E27FC236}">
                <a16:creationId xmlns:a16="http://schemas.microsoft.com/office/drawing/2014/main" id="{229B0DB0-96F7-48B7-A6BD-CD2A8D8B2CE8}"/>
              </a:ext>
            </a:extLst>
          </p:cNvPr>
          <p:cNvSpPr>
            <a:spLocks noGrp="1"/>
          </p:cNvSpPr>
          <p:nvPr/>
        </p:nvSpPr>
        <p:spPr>
          <a:xfrm>
            <a:off x="729260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5274">
            <a:extLst>
              <a:ext uri="{FF2B5EF4-FFF2-40B4-BE49-F238E27FC236}">
                <a16:creationId xmlns:a16="http://schemas.microsoft.com/office/drawing/2014/main" id="{1C9FD295-2669-4E51-91EF-3AFF87A55C12}"/>
              </a:ext>
            </a:extLst>
          </p:cNvPr>
          <p:cNvSpPr>
            <a:spLocks noGrp="1"/>
          </p:cNvSpPr>
          <p:nvPr/>
        </p:nvSpPr>
        <p:spPr>
          <a:xfrm>
            <a:off x="7607722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5275">
            <a:extLst>
              <a:ext uri="{FF2B5EF4-FFF2-40B4-BE49-F238E27FC236}">
                <a16:creationId xmlns:a16="http://schemas.microsoft.com/office/drawing/2014/main" id="{DF234F8D-64AB-444D-895D-766F832A98F6}"/>
              </a:ext>
            </a:extLst>
          </p:cNvPr>
          <p:cNvSpPr>
            <a:spLocks noGrp="1"/>
          </p:cNvSpPr>
          <p:nvPr/>
        </p:nvSpPr>
        <p:spPr>
          <a:xfrm>
            <a:off x="723912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5276">
            <a:extLst>
              <a:ext uri="{FF2B5EF4-FFF2-40B4-BE49-F238E27FC236}">
                <a16:creationId xmlns:a16="http://schemas.microsoft.com/office/drawing/2014/main" id="{0EB0AF74-C9FD-471F-A28C-3046BE2EF484}"/>
              </a:ext>
            </a:extLst>
          </p:cNvPr>
          <p:cNvSpPr>
            <a:spLocks noGrp="1"/>
          </p:cNvSpPr>
          <p:nvPr/>
        </p:nvSpPr>
        <p:spPr>
          <a:xfrm>
            <a:off x="7485406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5277">
            <a:extLst>
              <a:ext uri="{FF2B5EF4-FFF2-40B4-BE49-F238E27FC236}">
                <a16:creationId xmlns:a16="http://schemas.microsoft.com/office/drawing/2014/main" id="{EA16A88F-8123-4728-8530-655D60BAFC8E}"/>
              </a:ext>
            </a:extLst>
          </p:cNvPr>
          <p:cNvSpPr>
            <a:spLocks noGrp="1"/>
          </p:cNvSpPr>
          <p:nvPr/>
        </p:nvSpPr>
        <p:spPr>
          <a:xfrm>
            <a:off x="7520725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5278">
            <a:extLst>
              <a:ext uri="{FF2B5EF4-FFF2-40B4-BE49-F238E27FC236}">
                <a16:creationId xmlns:a16="http://schemas.microsoft.com/office/drawing/2014/main" id="{9D6DD43C-7491-4552-90EF-44D46435955B}"/>
              </a:ext>
            </a:extLst>
          </p:cNvPr>
          <p:cNvSpPr>
            <a:spLocks noGrp="1"/>
          </p:cNvSpPr>
          <p:nvPr/>
        </p:nvSpPr>
        <p:spPr>
          <a:xfrm>
            <a:off x="743664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5279">
            <a:extLst>
              <a:ext uri="{FF2B5EF4-FFF2-40B4-BE49-F238E27FC236}">
                <a16:creationId xmlns:a16="http://schemas.microsoft.com/office/drawing/2014/main" id="{71E5E2B5-FDBD-4B4E-8D64-D9E38CD61DC1}"/>
              </a:ext>
            </a:extLst>
          </p:cNvPr>
          <p:cNvSpPr>
            <a:spLocks noGrp="1"/>
          </p:cNvSpPr>
          <p:nvPr/>
        </p:nvSpPr>
        <p:spPr>
          <a:xfrm>
            <a:off x="734770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5280">
            <a:extLst>
              <a:ext uri="{FF2B5EF4-FFF2-40B4-BE49-F238E27FC236}">
                <a16:creationId xmlns:a16="http://schemas.microsoft.com/office/drawing/2014/main" id="{C38CF595-DCD6-4694-814D-C99A47BE7194}"/>
              </a:ext>
            </a:extLst>
          </p:cNvPr>
          <p:cNvSpPr>
            <a:spLocks noGrp="1"/>
          </p:cNvSpPr>
          <p:nvPr/>
        </p:nvSpPr>
        <p:spPr>
          <a:xfrm>
            <a:off x="75163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5281">
            <a:extLst>
              <a:ext uri="{FF2B5EF4-FFF2-40B4-BE49-F238E27FC236}">
                <a16:creationId xmlns:a16="http://schemas.microsoft.com/office/drawing/2014/main" id="{74579452-0319-4F84-871E-E97C85E30615}"/>
              </a:ext>
            </a:extLst>
          </p:cNvPr>
          <p:cNvSpPr>
            <a:spLocks noGrp="1"/>
          </p:cNvSpPr>
          <p:nvPr/>
        </p:nvSpPr>
        <p:spPr>
          <a:xfrm>
            <a:off x="7260237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5282">
            <a:extLst>
              <a:ext uri="{FF2B5EF4-FFF2-40B4-BE49-F238E27FC236}">
                <a16:creationId xmlns:a16="http://schemas.microsoft.com/office/drawing/2014/main" id="{423C33EB-3BDD-4817-B93B-01F8343FBF03}"/>
              </a:ext>
            </a:extLst>
          </p:cNvPr>
          <p:cNvSpPr>
            <a:spLocks noGrp="1"/>
          </p:cNvSpPr>
          <p:nvPr/>
        </p:nvSpPr>
        <p:spPr>
          <a:xfrm>
            <a:off x="716937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5283">
            <a:extLst>
              <a:ext uri="{FF2B5EF4-FFF2-40B4-BE49-F238E27FC236}">
                <a16:creationId xmlns:a16="http://schemas.microsoft.com/office/drawing/2014/main" id="{E9FBD16D-7B2D-487F-BE87-369EFA06F085}"/>
              </a:ext>
            </a:extLst>
          </p:cNvPr>
          <p:cNvSpPr>
            <a:spLocks noGrp="1"/>
          </p:cNvSpPr>
          <p:nvPr/>
        </p:nvSpPr>
        <p:spPr>
          <a:xfrm>
            <a:off x="76559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5284">
            <a:extLst>
              <a:ext uri="{FF2B5EF4-FFF2-40B4-BE49-F238E27FC236}">
                <a16:creationId xmlns:a16="http://schemas.microsoft.com/office/drawing/2014/main" id="{8E20979F-FC30-450A-8BB9-6FF356C503AE}"/>
              </a:ext>
            </a:extLst>
          </p:cNvPr>
          <p:cNvSpPr>
            <a:spLocks noGrp="1"/>
          </p:cNvSpPr>
          <p:nvPr/>
        </p:nvSpPr>
        <p:spPr>
          <a:xfrm>
            <a:off x="7514655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5285">
            <a:extLst>
              <a:ext uri="{FF2B5EF4-FFF2-40B4-BE49-F238E27FC236}">
                <a16:creationId xmlns:a16="http://schemas.microsoft.com/office/drawing/2014/main" id="{046C89A1-7554-48D9-8004-D48258AB7776}"/>
              </a:ext>
            </a:extLst>
          </p:cNvPr>
          <p:cNvSpPr>
            <a:spLocks noGrp="1"/>
          </p:cNvSpPr>
          <p:nvPr/>
        </p:nvSpPr>
        <p:spPr>
          <a:xfrm>
            <a:off x="7304812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5286">
            <a:extLst>
              <a:ext uri="{FF2B5EF4-FFF2-40B4-BE49-F238E27FC236}">
                <a16:creationId xmlns:a16="http://schemas.microsoft.com/office/drawing/2014/main" id="{D8D8796B-7583-421E-840B-0275708E233E}"/>
              </a:ext>
            </a:extLst>
          </p:cNvPr>
          <p:cNvSpPr>
            <a:spLocks noGrp="1"/>
          </p:cNvSpPr>
          <p:nvPr/>
        </p:nvSpPr>
        <p:spPr>
          <a:xfrm>
            <a:off x="723184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5287">
            <a:extLst>
              <a:ext uri="{FF2B5EF4-FFF2-40B4-BE49-F238E27FC236}">
                <a16:creationId xmlns:a16="http://schemas.microsoft.com/office/drawing/2014/main" id="{B73C93F5-F71B-4DBC-A315-A8CB704B6EFA}"/>
              </a:ext>
            </a:extLst>
          </p:cNvPr>
          <p:cNvSpPr>
            <a:spLocks noGrp="1"/>
          </p:cNvSpPr>
          <p:nvPr/>
        </p:nvSpPr>
        <p:spPr>
          <a:xfrm>
            <a:off x="761202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5288">
            <a:extLst>
              <a:ext uri="{FF2B5EF4-FFF2-40B4-BE49-F238E27FC236}">
                <a16:creationId xmlns:a16="http://schemas.microsoft.com/office/drawing/2014/main" id="{B8C492C6-E0A2-4753-9902-40B08EDBEFBA}"/>
              </a:ext>
            </a:extLst>
          </p:cNvPr>
          <p:cNvSpPr>
            <a:spLocks noGrp="1"/>
          </p:cNvSpPr>
          <p:nvPr/>
        </p:nvSpPr>
        <p:spPr>
          <a:xfrm>
            <a:off x="7255156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5289">
            <a:extLst>
              <a:ext uri="{FF2B5EF4-FFF2-40B4-BE49-F238E27FC236}">
                <a16:creationId xmlns:a16="http://schemas.microsoft.com/office/drawing/2014/main" id="{829B4DAA-B716-4E9B-B75F-8DEE2AEF4B99}"/>
              </a:ext>
            </a:extLst>
          </p:cNvPr>
          <p:cNvSpPr>
            <a:spLocks noGrp="1"/>
          </p:cNvSpPr>
          <p:nvPr/>
        </p:nvSpPr>
        <p:spPr>
          <a:xfrm>
            <a:off x="7497569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5290">
            <a:extLst>
              <a:ext uri="{FF2B5EF4-FFF2-40B4-BE49-F238E27FC236}">
                <a16:creationId xmlns:a16="http://schemas.microsoft.com/office/drawing/2014/main" id="{BE2845F0-CDC4-41C4-B109-A68555032AB5}"/>
              </a:ext>
            </a:extLst>
          </p:cNvPr>
          <p:cNvSpPr>
            <a:spLocks noGrp="1"/>
          </p:cNvSpPr>
          <p:nvPr/>
        </p:nvSpPr>
        <p:spPr>
          <a:xfrm>
            <a:off x="7232032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5291">
            <a:extLst>
              <a:ext uri="{FF2B5EF4-FFF2-40B4-BE49-F238E27FC236}">
                <a16:creationId xmlns:a16="http://schemas.microsoft.com/office/drawing/2014/main" id="{AC564B45-CE18-4400-8326-63AB4619BF4E}"/>
              </a:ext>
            </a:extLst>
          </p:cNvPr>
          <p:cNvSpPr>
            <a:spLocks noGrp="1"/>
          </p:cNvSpPr>
          <p:nvPr/>
        </p:nvSpPr>
        <p:spPr>
          <a:xfrm>
            <a:off x="7434900" y="4680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5292">
            <a:extLst>
              <a:ext uri="{FF2B5EF4-FFF2-40B4-BE49-F238E27FC236}">
                <a16:creationId xmlns:a16="http://schemas.microsoft.com/office/drawing/2014/main" id="{37EFA98D-8821-4855-83F8-FC4890632F19}"/>
              </a:ext>
            </a:extLst>
          </p:cNvPr>
          <p:cNvSpPr>
            <a:spLocks noGrp="1"/>
          </p:cNvSpPr>
          <p:nvPr/>
        </p:nvSpPr>
        <p:spPr>
          <a:xfrm>
            <a:off x="7639262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5293">
            <a:extLst>
              <a:ext uri="{FF2B5EF4-FFF2-40B4-BE49-F238E27FC236}">
                <a16:creationId xmlns:a16="http://schemas.microsoft.com/office/drawing/2014/main" id="{6947BF3C-8939-4D4B-9E33-26D728F187C9}"/>
              </a:ext>
            </a:extLst>
          </p:cNvPr>
          <p:cNvSpPr>
            <a:spLocks noGrp="1"/>
          </p:cNvSpPr>
          <p:nvPr/>
        </p:nvSpPr>
        <p:spPr>
          <a:xfrm>
            <a:off x="7340009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5294">
            <a:extLst>
              <a:ext uri="{FF2B5EF4-FFF2-40B4-BE49-F238E27FC236}">
                <a16:creationId xmlns:a16="http://schemas.microsoft.com/office/drawing/2014/main" id="{07D07067-2578-4C50-A04B-FF78C58F97D3}"/>
              </a:ext>
            </a:extLst>
          </p:cNvPr>
          <p:cNvSpPr>
            <a:spLocks noGrp="1"/>
          </p:cNvSpPr>
          <p:nvPr/>
        </p:nvSpPr>
        <p:spPr>
          <a:xfrm>
            <a:off x="723849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5295">
            <a:extLst>
              <a:ext uri="{FF2B5EF4-FFF2-40B4-BE49-F238E27FC236}">
                <a16:creationId xmlns:a16="http://schemas.microsoft.com/office/drawing/2014/main" id="{71296D02-94BD-43EF-9BFE-02EC981B516A}"/>
              </a:ext>
            </a:extLst>
          </p:cNvPr>
          <p:cNvSpPr>
            <a:spLocks noGrp="1"/>
          </p:cNvSpPr>
          <p:nvPr/>
        </p:nvSpPr>
        <p:spPr>
          <a:xfrm>
            <a:off x="7437255" y="4634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5296">
            <a:extLst>
              <a:ext uri="{FF2B5EF4-FFF2-40B4-BE49-F238E27FC236}">
                <a16:creationId xmlns:a16="http://schemas.microsoft.com/office/drawing/2014/main" id="{399B1F9E-7718-4E6B-842B-A48707A1A364}"/>
              </a:ext>
            </a:extLst>
          </p:cNvPr>
          <p:cNvSpPr>
            <a:spLocks noGrp="1"/>
          </p:cNvSpPr>
          <p:nvPr/>
        </p:nvSpPr>
        <p:spPr>
          <a:xfrm>
            <a:off x="734177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5297">
            <a:extLst>
              <a:ext uri="{FF2B5EF4-FFF2-40B4-BE49-F238E27FC236}">
                <a16:creationId xmlns:a16="http://schemas.microsoft.com/office/drawing/2014/main" id="{DE30A168-0E2F-46A7-AB09-C9AA2012C94F}"/>
              </a:ext>
            </a:extLst>
          </p:cNvPr>
          <p:cNvSpPr>
            <a:spLocks noGrp="1"/>
          </p:cNvSpPr>
          <p:nvPr/>
        </p:nvSpPr>
        <p:spPr>
          <a:xfrm>
            <a:off x="7355967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5298">
            <a:extLst>
              <a:ext uri="{FF2B5EF4-FFF2-40B4-BE49-F238E27FC236}">
                <a16:creationId xmlns:a16="http://schemas.microsoft.com/office/drawing/2014/main" id="{EDA58AFC-097F-4264-B09F-59BBF41D1200}"/>
              </a:ext>
            </a:extLst>
          </p:cNvPr>
          <p:cNvSpPr>
            <a:spLocks noGrp="1"/>
          </p:cNvSpPr>
          <p:nvPr/>
        </p:nvSpPr>
        <p:spPr>
          <a:xfrm>
            <a:off x="73362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5299">
            <a:extLst>
              <a:ext uri="{FF2B5EF4-FFF2-40B4-BE49-F238E27FC236}">
                <a16:creationId xmlns:a16="http://schemas.microsoft.com/office/drawing/2014/main" id="{53E435DA-3126-4405-9B07-97C81527AABA}"/>
              </a:ext>
            </a:extLst>
          </p:cNvPr>
          <p:cNvSpPr>
            <a:spLocks noGrp="1"/>
          </p:cNvSpPr>
          <p:nvPr/>
        </p:nvSpPr>
        <p:spPr>
          <a:xfrm>
            <a:off x="760959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5300">
            <a:extLst>
              <a:ext uri="{FF2B5EF4-FFF2-40B4-BE49-F238E27FC236}">
                <a16:creationId xmlns:a16="http://schemas.microsoft.com/office/drawing/2014/main" id="{6FE8C442-26CA-41EF-AA71-D5B8B223401E}"/>
              </a:ext>
            </a:extLst>
          </p:cNvPr>
          <p:cNvSpPr>
            <a:spLocks noGrp="1"/>
          </p:cNvSpPr>
          <p:nvPr/>
        </p:nvSpPr>
        <p:spPr>
          <a:xfrm>
            <a:off x="7300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5301">
            <a:extLst>
              <a:ext uri="{FF2B5EF4-FFF2-40B4-BE49-F238E27FC236}">
                <a16:creationId xmlns:a16="http://schemas.microsoft.com/office/drawing/2014/main" id="{01982D13-1754-4E84-8E17-85FB4D4EFEEF}"/>
              </a:ext>
            </a:extLst>
          </p:cNvPr>
          <p:cNvSpPr>
            <a:spLocks noGrp="1"/>
          </p:cNvSpPr>
          <p:nvPr/>
        </p:nvSpPr>
        <p:spPr>
          <a:xfrm>
            <a:off x="7291926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5302">
            <a:extLst>
              <a:ext uri="{FF2B5EF4-FFF2-40B4-BE49-F238E27FC236}">
                <a16:creationId xmlns:a16="http://schemas.microsoft.com/office/drawing/2014/main" id="{BC4BBD23-C0C8-4889-973F-B33B4D82D1AA}"/>
              </a:ext>
            </a:extLst>
          </p:cNvPr>
          <p:cNvSpPr>
            <a:spLocks noGrp="1"/>
          </p:cNvSpPr>
          <p:nvPr/>
        </p:nvSpPr>
        <p:spPr>
          <a:xfrm>
            <a:off x="745118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5303">
            <a:extLst>
              <a:ext uri="{FF2B5EF4-FFF2-40B4-BE49-F238E27FC236}">
                <a16:creationId xmlns:a16="http://schemas.microsoft.com/office/drawing/2014/main" id="{4A9342B5-85AC-4330-9DF7-40A788C30507}"/>
              </a:ext>
            </a:extLst>
          </p:cNvPr>
          <p:cNvSpPr>
            <a:spLocks noGrp="1"/>
          </p:cNvSpPr>
          <p:nvPr/>
        </p:nvSpPr>
        <p:spPr>
          <a:xfrm>
            <a:off x="725311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5304">
            <a:extLst>
              <a:ext uri="{FF2B5EF4-FFF2-40B4-BE49-F238E27FC236}">
                <a16:creationId xmlns:a16="http://schemas.microsoft.com/office/drawing/2014/main" id="{0559CAB8-52F4-4B62-85BA-06E18AF6C02A}"/>
              </a:ext>
            </a:extLst>
          </p:cNvPr>
          <p:cNvSpPr>
            <a:spLocks noGrp="1"/>
          </p:cNvSpPr>
          <p:nvPr/>
        </p:nvSpPr>
        <p:spPr>
          <a:xfrm>
            <a:off x="7372754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5305">
            <a:extLst>
              <a:ext uri="{FF2B5EF4-FFF2-40B4-BE49-F238E27FC236}">
                <a16:creationId xmlns:a16="http://schemas.microsoft.com/office/drawing/2014/main" id="{713D749C-1EBF-43AA-8C62-25D826FC5E5E}"/>
              </a:ext>
            </a:extLst>
          </p:cNvPr>
          <p:cNvSpPr>
            <a:spLocks noGrp="1"/>
          </p:cNvSpPr>
          <p:nvPr/>
        </p:nvSpPr>
        <p:spPr>
          <a:xfrm>
            <a:off x="7292165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5306">
            <a:extLst>
              <a:ext uri="{FF2B5EF4-FFF2-40B4-BE49-F238E27FC236}">
                <a16:creationId xmlns:a16="http://schemas.microsoft.com/office/drawing/2014/main" id="{22F2295B-BB9C-4D61-B2EC-3E1CF40CF219}"/>
              </a:ext>
            </a:extLst>
          </p:cNvPr>
          <p:cNvSpPr>
            <a:spLocks noGrp="1"/>
          </p:cNvSpPr>
          <p:nvPr/>
        </p:nvSpPr>
        <p:spPr>
          <a:xfrm>
            <a:off x="74845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5307">
            <a:extLst>
              <a:ext uri="{FF2B5EF4-FFF2-40B4-BE49-F238E27FC236}">
                <a16:creationId xmlns:a16="http://schemas.microsoft.com/office/drawing/2014/main" id="{5B143F65-3113-4D14-9100-12DC712FAE64}"/>
              </a:ext>
            </a:extLst>
          </p:cNvPr>
          <p:cNvSpPr>
            <a:spLocks noGrp="1"/>
          </p:cNvSpPr>
          <p:nvPr/>
        </p:nvSpPr>
        <p:spPr>
          <a:xfrm>
            <a:off x="71983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5308">
            <a:extLst>
              <a:ext uri="{FF2B5EF4-FFF2-40B4-BE49-F238E27FC236}">
                <a16:creationId xmlns:a16="http://schemas.microsoft.com/office/drawing/2014/main" id="{06A2E93C-00EC-4AD9-B076-CCEB14611A29}"/>
              </a:ext>
            </a:extLst>
          </p:cNvPr>
          <p:cNvSpPr>
            <a:spLocks noGrp="1"/>
          </p:cNvSpPr>
          <p:nvPr/>
        </p:nvSpPr>
        <p:spPr>
          <a:xfrm>
            <a:off x="732234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5309">
            <a:extLst>
              <a:ext uri="{FF2B5EF4-FFF2-40B4-BE49-F238E27FC236}">
                <a16:creationId xmlns:a16="http://schemas.microsoft.com/office/drawing/2014/main" id="{AE0DD286-8140-4E92-8663-1180F7821BD9}"/>
              </a:ext>
            </a:extLst>
          </p:cNvPr>
          <p:cNvSpPr>
            <a:spLocks noGrp="1"/>
          </p:cNvSpPr>
          <p:nvPr/>
        </p:nvSpPr>
        <p:spPr>
          <a:xfrm>
            <a:off x="752297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5310">
            <a:extLst>
              <a:ext uri="{FF2B5EF4-FFF2-40B4-BE49-F238E27FC236}">
                <a16:creationId xmlns:a16="http://schemas.microsoft.com/office/drawing/2014/main" id="{83CA6589-3708-4DFC-84D7-400DBCC21D8C}"/>
              </a:ext>
            </a:extLst>
          </p:cNvPr>
          <p:cNvSpPr>
            <a:spLocks noGrp="1"/>
          </p:cNvSpPr>
          <p:nvPr/>
        </p:nvSpPr>
        <p:spPr>
          <a:xfrm>
            <a:off x="720166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5311">
            <a:extLst>
              <a:ext uri="{FF2B5EF4-FFF2-40B4-BE49-F238E27FC236}">
                <a16:creationId xmlns:a16="http://schemas.microsoft.com/office/drawing/2014/main" id="{0D7DC7EE-CEC7-43F8-9C9E-87D9D63185CC}"/>
              </a:ext>
            </a:extLst>
          </p:cNvPr>
          <p:cNvSpPr>
            <a:spLocks noGrp="1"/>
          </p:cNvSpPr>
          <p:nvPr/>
        </p:nvSpPr>
        <p:spPr>
          <a:xfrm>
            <a:off x="7497823" y="538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5312">
            <a:extLst>
              <a:ext uri="{FF2B5EF4-FFF2-40B4-BE49-F238E27FC236}">
                <a16:creationId xmlns:a16="http://schemas.microsoft.com/office/drawing/2014/main" id="{84921109-BB24-447A-BA94-55F6C07089F6}"/>
              </a:ext>
            </a:extLst>
          </p:cNvPr>
          <p:cNvSpPr>
            <a:spLocks noGrp="1"/>
          </p:cNvSpPr>
          <p:nvPr/>
        </p:nvSpPr>
        <p:spPr>
          <a:xfrm>
            <a:off x="7234595" y="4984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5313">
            <a:extLst>
              <a:ext uri="{FF2B5EF4-FFF2-40B4-BE49-F238E27FC236}">
                <a16:creationId xmlns:a16="http://schemas.microsoft.com/office/drawing/2014/main" id="{28DDA621-89EE-492F-B41D-4822FCCA00C0}"/>
              </a:ext>
            </a:extLst>
          </p:cNvPr>
          <p:cNvSpPr>
            <a:spLocks noGrp="1"/>
          </p:cNvSpPr>
          <p:nvPr/>
        </p:nvSpPr>
        <p:spPr>
          <a:xfrm>
            <a:off x="7587262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5314">
            <a:extLst>
              <a:ext uri="{FF2B5EF4-FFF2-40B4-BE49-F238E27FC236}">
                <a16:creationId xmlns:a16="http://schemas.microsoft.com/office/drawing/2014/main" id="{B61CD7F3-C215-4F34-A97F-97699CCE999A}"/>
              </a:ext>
            </a:extLst>
          </p:cNvPr>
          <p:cNvSpPr>
            <a:spLocks noGrp="1"/>
          </p:cNvSpPr>
          <p:nvPr/>
        </p:nvSpPr>
        <p:spPr>
          <a:xfrm>
            <a:off x="739576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5315">
            <a:extLst>
              <a:ext uri="{FF2B5EF4-FFF2-40B4-BE49-F238E27FC236}">
                <a16:creationId xmlns:a16="http://schemas.microsoft.com/office/drawing/2014/main" id="{0A8F2E55-FA58-4290-B141-25A3EF897FDA}"/>
              </a:ext>
            </a:extLst>
          </p:cNvPr>
          <p:cNvSpPr>
            <a:spLocks noGrp="1"/>
          </p:cNvSpPr>
          <p:nvPr/>
        </p:nvSpPr>
        <p:spPr>
          <a:xfrm>
            <a:off x="73859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5316">
            <a:extLst>
              <a:ext uri="{FF2B5EF4-FFF2-40B4-BE49-F238E27FC236}">
                <a16:creationId xmlns:a16="http://schemas.microsoft.com/office/drawing/2014/main" id="{5CA5F8D7-76E6-4D5D-847D-BF75731E8F0D}"/>
              </a:ext>
            </a:extLst>
          </p:cNvPr>
          <p:cNvSpPr>
            <a:spLocks noGrp="1"/>
          </p:cNvSpPr>
          <p:nvPr/>
        </p:nvSpPr>
        <p:spPr>
          <a:xfrm>
            <a:off x="7361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5317">
            <a:extLst>
              <a:ext uri="{FF2B5EF4-FFF2-40B4-BE49-F238E27FC236}">
                <a16:creationId xmlns:a16="http://schemas.microsoft.com/office/drawing/2014/main" id="{006E6F3D-F8D8-42B9-B2DA-34FC8F26BCF8}"/>
              </a:ext>
            </a:extLst>
          </p:cNvPr>
          <p:cNvSpPr>
            <a:spLocks noGrp="1"/>
          </p:cNvSpPr>
          <p:nvPr/>
        </p:nvSpPr>
        <p:spPr>
          <a:xfrm>
            <a:off x="765368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5318">
            <a:extLst>
              <a:ext uri="{FF2B5EF4-FFF2-40B4-BE49-F238E27FC236}">
                <a16:creationId xmlns:a16="http://schemas.microsoft.com/office/drawing/2014/main" id="{94F3568D-B940-4082-83A5-7AB4CCAD618C}"/>
              </a:ext>
            </a:extLst>
          </p:cNvPr>
          <p:cNvSpPr>
            <a:spLocks noGrp="1"/>
          </p:cNvSpPr>
          <p:nvPr/>
        </p:nvSpPr>
        <p:spPr>
          <a:xfrm>
            <a:off x="72994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5319">
            <a:extLst>
              <a:ext uri="{FF2B5EF4-FFF2-40B4-BE49-F238E27FC236}">
                <a16:creationId xmlns:a16="http://schemas.microsoft.com/office/drawing/2014/main" id="{CAA8737D-5285-49AF-A877-D2FE0AECA2D5}"/>
              </a:ext>
            </a:extLst>
          </p:cNvPr>
          <p:cNvSpPr>
            <a:spLocks noGrp="1"/>
          </p:cNvSpPr>
          <p:nvPr/>
        </p:nvSpPr>
        <p:spPr>
          <a:xfrm>
            <a:off x="7591415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5320">
            <a:extLst>
              <a:ext uri="{FF2B5EF4-FFF2-40B4-BE49-F238E27FC236}">
                <a16:creationId xmlns:a16="http://schemas.microsoft.com/office/drawing/2014/main" id="{DA29C34F-3F54-45EF-B732-0917F9142772}"/>
              </a:ext>
            </a:extLst>
          </p:cNvPr>
          <p:cNvSpPr>
            <a:spLocks noGrp="1"/>
          </p:cNvSpPr>
          <p:nvPr/>
        </p:nvSpPr>
        <p:spPr>
          <a:xfrm>
            <a:off x="733392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5321">
            <a:extLst>
              <a:ext uri="{FF2B5EF4-FFF2-40B4-BE49-F238E27FC236}">
                <a16:creationId xmlns:a16="http://schemas.microsoft.com/office/drawing/2014/main" id="{1174DF68-217A-4F58-96A9-53FF1829FF68}"/>
              </a:ext>
            </a:extLst>
          </p:cNvPr>
          <p:cNvSpPr>
            <a:spLocks noGrp="1"/>
          </p:cNvSpPr>
          <p:nvPr/>
        </p:nvSpPr>
        <p:spPr>
          <a:xfrm>
            <a:off x="728486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5322">
            <a:extLst>
              <a:ext uri="{FF2B5EF4-FFF2-40B4-BE49-F238E27FC236}">
                <a16:creationId xmlns:a16="http://schemas.microsoft.com/office/drawing/2014/main" id="{04C16ABB-464E-4678-8DB7-5F30B1A63B02}"/>
              </a:ext>
            </a:extLst>
          </p:cNvPr>
          <p:cNvSpPr>
            <a:spLocks noGrp="1"/>
          </p:cNvSpPr>
          <p:nvPr/>
        </p:nvSpPr>
        <p:spPr>
          <a:xfrm>
            <a:off x="7666786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5323">
            <a:extLst>
              <a:ext uri="{FF2B5EF4-FFF2-40B4-BE49-F238E27FC236}">
                <a16:creationId xmlns:a16="http://schemas.microsoft.com/office/drawing/2014/main" id="{A826F497-1C85-48F1-8F2D-CF690AD9DD72}"/>
              </a:ext>
            </a:extLst>
          </p:cNvPr>
          <p:cNvSpPr>
            <a:spLocks noGrp="1"/>
          </p:cNvSpPr>
          <p:nvPr/>
        </p:nvSpPr>
        <p:spPr>
          <a:xfrm>
            <a:off x="7390015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5324">
            <a:extLst>
              <a:ext uri="{FF2B5EF4-FFF2-40B4-BE49-F238E27FC236}">
                <a16:creationId xmlns:a16="http://schemas.microsoft.com/office/drawing/2014/main" id="{B510CC52-F2AC-44C6-9DC1-34ED0671FA47}"/>
              </a:ext>
            </a:extLst>
          </p:cNvPr>
          <p:cNvSpPr>
            <a:spLocks noGrp="1"/>
          </p:cNvSpPr>
          <p:nvPr/>
        </p:nvSpPr>
        <p:spPr>
          <a:xfrm>
            <a:off x="739994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5325">
            <a:extLst>
              <a:ext uri="{FF2B5EF4-FFF2-40B4-BE49-F238E27FC236}">
                <a16:creationId xmlns:a16="http://schemas.microsoft.com/office/drawing/2014/main" id="{FE33A9F1-8F8C-4B54-B524-F5F6BC01D82D}"/>
              </a:ext>
            </a:extLst>
          </p:cNvPr>
          <p:cNvSpPr>
            <a:spLocks noGrp="1"/>
          </p:cNvSpPr>
          <p:nvPr/>
        </p:nvSpPr>
        <p:spPr>
          <a:xfrm>
            <a:off x="73533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5326">
            <a:extLst>
              <a:ext uri="{FF2B5EF4-FFF2-40B4-BE49-F238E27FC236}">
                <a16:creationId xmlns:a16="http://schemas.microsoft.com/office/drawing/2014/main" id="{F13BAEE1-4430-4422-81B0-EE93A52C77D8}"/>
              </a:ext>
            </a:extLst>
          </p:cNvPr>
          <p:cNvSpPr>
            <a:spLocks noGrp="1"/>
          </p:cNvSpPr>
          <p:nvPr/>
        </p:nvSpPr>
        <p:spPr>
          <a:xfrm>
            <a:off x="7529335" y="4435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5327">
            <a:extLst>
              <a:ext uri="{FF2B5EF4-FFF2-40B4-BE49-F238E27FC236}">
                <a16:creationId xmlns:a16="http://schemas.microsoft.com/office/drawing/2014/main" id="{2EE36ADF-E74B-48A3-9F6A-4442F0F2F7E4}"/>
              </a:ext>
            </a:extLst>
          </p:cNvPr>
          <p:cNvSpPr>
            <a:spLocks noGrp="1"/>
          </p:cNvSpPr>
          <p:nvPr/>
        </p:nvSpPr>
        <p:spPr>
          <a:xfrm>
            <a:off x="745214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5328">
            <a:extLst>
              <a:ext uri="{FF2B5EF4-FFF2-40B4-BE49-F238E27FC236}">
                <a16:creationId xmlns:a16="http://schemas.microsoft.com/office/drawing/2014/main" id="{1263D396-1751-4308-9BCC-CF4C8192F9D6}"/>
              </a:ext>
            </a:extLst>
          </p:cNvPr>
          <p:cNvSpPr>
            <a:spLocks noGrp="1"/>
          </p:cNvSpPr>
          <p:nvPr/>
        </p:nvSpPr>
        <p:spPr>
          <a:xfrm>
            <a:off x="759680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5329">
            <a:extLst>
              <a:ext uri="{FF2B5EF4-FFF2-40B4-BE49-F238E27FC236}">
                <a16:creationId xmlns:a16="http://schemas.microsoft.com/office/drawing/2014/main" id="{21BD4D6F-AEB8-49F0-A55B-7B52F4A8E8D5}"/>
              </a:ext>
            </a:extLst>
          </p:cNvPr>
          <p:cNvSpPr>
            <a:spLocks noGrp="1"/>
          </p:cNvSpPr>
          <p:nvPr/>
        </p:nvSpPr>
        <p:spPr>
          <a:xfrm>
            <a:off x="743421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5330">
            <a:extLst>
              <a:ext uri="{FF2B5EF4-FFF2-40B4-BE49-F238E27FC236}">
                <a16:creationId xmlns:a16="http://schemas.microsoft.com/office/drawing/2014/main" id="{41A12B84-F362-407D-8E73-F769912391D2}"/>
              </a:ext>
            </a:extLst>
          </p:cNvPr>
          <p:cNvSpPr>
            <a:spLocks noGrp="1"/>
          </p:cNvSpPr>
          <p:nvPr/>
        </p:nvSpPr>
        <p:spPr>
          <a:xfrm>
            <a:off x="7349038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5331">
            <a:extLst>
              <a:ext uri="{FF2B5EF4-FFF2-40B4-BE49-F238E27FC236}">
                <a16:creationId xmlns:a16="http://schemas.microsoft.com/office/drawing/2014/main" id="{67FEA78B-610F-465E-AFDC-9359EA9710CE}"/>
              </a:ext>
            </a:extLst>
          </p:cNvPr>
          <p:cNvSpPr>
            <a:spLocks noGrp="1"/>
          </p:cNvSpPr>
          <p:nvPr/>
        </p:nvSpPr>
        <p:spPr>
          <a:xfrm>
            <a:off x="83205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5332">
            <a:extLst>
              <a:ext uri="{FF2B5EF4-FFF2-40B4-BE49-F238E27FC236}">
                <a16:creationId xmlns:a16="http://schemas.microsoft.com/office/drawing/2014/main" id="{F83927E8-CEC4-4DF2-B61F-1C6395E0AAFF}"/>
              </a:ext>
            </a:extLst>
          </p:cNvPr>
          <p:cNvSpPr>
            <a:spLocks noGrp="1"/>
          </p:cNvSpPr>
          <p:nvPr/>
        </p:nvSpPr>
        <p:spPr>
          <a:xfrm>
            <a:off x="8039829" y="37870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5333">
            <a:extLst>
              <a:ext uri="{FF2B5EF4-FFF2-40B4-BE49-F238E27FC236}">
                <a16:creationId xmlns:a16="http://schemas.microsoft.com/office/drawing/2014/main" id="{B8C39CAE-BF82-4127-A240-49E494B09EA9}"/>
              </a:ext>
            </a:extLst>
          </p:cNvPr>
          <p:cNvSpPr>
            <a:spLocks noGrp="1"/>
          </p:cNvSpPr>
          <p:nvPr/>
        </p:nvSpPr>
        <p:spPr>
          <a:xfrm>
            <a:off x="843310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5334">
            <a:extLst>
              <a:ext uri="{FF2B5EF4-FFF2-40B4-BE49-F238E27FC236}">
                <a16:creationId xmlns:a16="http://schemas.microsoft.com/office/drawing/2014/main" id="{B6B14C8C-09CE-49DE-8781-5DD17A8FCDB0}"/>
              </a:ext>
            </a:extLst>
          </p:cNvPr>
          <p:cNvSpPr>
            <a:spLocks noGrp="1"/>
          </p:cNvSpPr>
          <p:nvPr/>
        </p:nvSpPr>
        <p:spPr>
          <a:xfrm>
            <a:off x="80439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5335">
            <a:extLst>
              <a:ext uri="{FF2B5EF4-FFF2-40B4-BE49-F238E27FC236}">
                <a16:creationId xmlns:a16="http://schemas.microsoft.com/office/drawing/2014/main" id="{66924D6E-9841-4986-9B0A-05E9710A56DE}"/>
              </a:ext>
            </a:extLst>
          </p:cNvPr>
          <p:cNvSpPr>
            <a:spLocks noGrp="1"/>
          </p:cNvSpPr>
          <p:nvPr/>
        </p:nvSpPr>
        <p:spPr>
          <a:xfrm>
            <a:off x="82876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5336">
            <a:extLst>
              <a:ext uri="{FF2B5EF4-FFF2-40B4-BE49-F238E27FC236}">
                <a16:creationId xmlns:a16="http://schemas.microsoft.com/office/drawing/2014/main" id="{A6F0180F-A9DB-4834-AE60-9E9242F6B4DD}"/>
              </a:ext>
            </a:extLst>
          </p:cNvPr>
          <p:cNvSpPr>
            <a:spLocks noGrp="1"/>
          </p:cNvSpPr>
          <p:nvPr/>
        </p:nvSpPr>
        <p:spPr>
          <a:xfrm>
            <a:off x="8293033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5337">
            <a:extLst>
              <a:ext uri="{FF2B5EF4-FFF2-40B4-BE49-F238E27FC236}">
                <a16:creationId xmlns:a16="http://schemas.microsoft.com/office/drawing/2014/main" id="{5BE2778A-C0C0-4E41-80B1-5FC728B1157E}"/>
              </a:ext>
            </a:extLst>
          </p:cNvPr>
          <p:cNvSpPr>
            <a:spLocks noGrp="1"/>
          </p:cNvSpPr>
          <p:nvPr/>
        </p:nvSpPr>
        <p:spPr>
          <a:xfrm>
            <a:off x="84934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5338">
            <a:extLst>
              <a:ext uri="{FF2B5EF4-FFF2-40B4-BE49-F238E27FC236}">
                <a16:creationId xmlns:a16="http://schemas.microsoft.com/office/drawing/2014/main" id="{F9A999EB-11B2-4EF8-B52B-ECF69CAD038B}"/>
              </a:ext>
            </a:extLst>
          </p:cNvPr>
          <p:cNvSpPr>
            <a:spLocks noGrp="1"/>
          </p:cNvSpPr>
          <p:nvPr/>
        </p:nvSpPr>
        <p:spPr>
          <a:xfrm>
            <a:off x="8276824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5339">
            <a:extLst>
              <a:ext uri="{FF2B5EF4-FFF2-40B4-BE49-F238E27FC236}">
                <a16:creationId xmlns:a16="http://schemas.microsoft.com/office/drawing/2014/main" id="{D8289BBA-2FF4-4B37-914A-D8368CC0C6F6}"/>
              </a:ext>
            </a:extLst>
          </p:cNvPr>
          <p:cNvSpPr>
            <a:spLocks noGrp="1"/>
          </p:cNvSpPr>
          <p:nvPr/>
        </p:nvSpPr>
        <p:spPr>
          <a:xfrm>
            <a:off x="8273602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5340">
            <a:extLst>
              <a:ext uri="{FF2B5EF4-FFF2-40B4-BE49-F238E27FC236}">
                <a16:creationId xmlns:a16="http://schemas.microsoft.com/office/drawing/2014/main" id="{C2C4A9CF-FA56-4C98-8F8F-CAE6C3C51D0F}"/>
              </a:ext>
            </a:extLst>
          </p:cNvPr>
          <p:cNvSpPr>
            <a:spLocks noGrp="1"/>
          </p:cNvSpPr>
          <p:nvPr/>
        </p:nvSpPr>
        <p:spPr>
          <a:xfrm>
            <a:off x="827342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5341">
            <a:extLst>
              <a:ext uri="{FF2B5EF4-FFF2-40B4-BE49-F238E27FC236}">
                <a16:creationId xmlns:a16="http://schemas.microsoft.com/office/drawing/2014/main" id="{7DC312EA-8BEF-44BA-8CA2-C9ED7C067FC8}"/>
              </a:ext>
            </a:extLst>
          </p:cNvPr>
          <p:cNvSpPr>
            <a:spLocks noGrp="1"/>
          </p:cNvSpPr>
          <p:nvPr/>
        </p:nvSpPr>
        <p:spPr>
          <a:xfrm>
            <a:off x="815726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5342">
            <a:extLst>
              <a:ext uri="{FF2B5EF4-FFF2-40B4-BE49-F238E27FC236}">
                <a16:creationId xmlns:a16="http://schemas.microsoft.com/office/drawing/2014/main" id="{5AE79561-D92E-419C-9F59-84C8FEE44D0F}"/>
              </a:ext>
            </a:extLst>
          </p:cNvPr>
          <p:cNvSpPr>
            <a:spLocks noGrp="1"/>
          </p:cNvSpPr>
          <p:nvPr/>
        </p:nvSpPr>
        <p:spPr>
          <a:xfrm>
            <a:off x="80101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5343">
            <a:extLst>
              <a:ext uri="{FF2B5EF4-FFF2-40B4-BE49-F238E27FC236}">
                <a16:creationId xmlns:a16="http://schemas.microsoft.com/office/drawing/2014/main" id="{65D931A1-29BE-4A68-AC6C-8A830A7C94D5}"/>
              </a:ext>
            </a:extLst>
          </p:cNvPr>
          <p:cNvSpPr>
            <a:spLocks noGrp="1"/>
          </p:cNvSpPr>
          <p:nvPr/>
        </p:nvSpPr>
        <p:spPr>
          <a:xfrm>
            <a:off x="8423696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5344">
            <a:extLst>
              <a:ext uri="{FF2B5EF4-FFF2-40B4-BE49-F238E27FC236}">
                <a16:creationId xmlns:a16="http://schemas.microsoft.com/office/drawing/2014/main" id="{D80F58EB-E73B-4EE7-8D6D-D6073463F2F2}"/>
              </a:ext>
            </a:extLst>
          </p:cNvPr>
          <p:cNvSpPr>
            <a:spLocks noGrp="1"/>
          </p:cNvSpPr>
          <p:nvPr/>
        </p:nvSpPr>
        <p:spPr>
          <a:xfrm>
            <a:off x="798177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5345">
            <a:extLst>
              <a:ext uri="{FF2B5EF4-FFF2-40B4-BE49-F238E27FC236}">
                <a16:creationId xmlns:a16="http://schemas.microsoft.com/office/drawing/2014/main" id="{F4A7F91C-3914-4749-8290-6643AFC93BBA}"/>
              </a:ext>
            </a:extLst>
          </p:cNvPr>
          <p:cNvSpPr>
            <a:spLocks noGrp="1"/>
          </p:cNvSpPr>
          <p:nvPr/>
        </p:nvSpPr>
        <p:spPr>
          <a:xfrm>
            <a:off x="84898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5346">
            <a:extLst>
              <a:ext uri="{FF2B5EF4-FFF2-40B4-BE49-F238E27FC236}">
                <a16:creationId xmlns:a16="http://schemas.microsoft.com/office/drawing/2014/main" id="{7AC96284-5E08-4202-ACB0-AD417DF404DD}"/>
              </a:ext>
            </a:extLst>
          </p:cNvPr>
          <p:cNvSpPr>
            <a:spLocks noGrp="1"/>
          </p:cNvSpPr>
          <p:nvPr/>
        </p:nvSpPr>
        <p:spPr>
          <a:xfrm>
            <a:off x="84364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5347">
            <a:extLst>
              <a:ext uri="{FF2B5EF4-FFF2-40B4-BE49-F238E27FC236}">
                <a16:creationId xmlns:a16="http://schemas.microsoft.com/office/drawing/2014/main" id="{F1D7CDEF-4E46-4507-86CE-3BE30AF0449C}"/>
              </a:ext>
            </a:extLst>
          </p:cNvPr>
          <p:cNvSpPr>
            <a:spLocks noGrp="1"/>
          </p:cNvSpPr>
          <p:nvPr/>
        </p:nvSpPr>
        <p:spPr>
          <a:xfrm>
            <a:off x="8167093" y="52040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5348">
            <a:extLst>
              <a:ext uri="{FF2B5EF4-FFF2-40B4-BE49-F238E27FC236}">
                <a16:creationId xmlns:a16="http://schemas.microsoft.com/office/drawing/2014/main" id="{99FD486C-D831-4320-BE1A-536DB7F8B46D}"/>
              </a:ext>
            </a:extLst>
          </p:cNvPr>
          <p:cNvSpPr>
            <a:spLocks noGrp="1"/>
          </p:cNvSpPr>
          <p:nvPr/>
        </p:nvSpPr>
        <p:spPr>
          <a:xfrm>
            <a:off x="83649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5349">
            <a:extLst>
              <a:ext uri="{FF2B5EF4-FFF2-40B4-BE49-F238E27FC236}">
                <a16:creationId xmlns:a16="http://schemas.microsoft.com/office/drawing/2014/main" id="{0A8E57F1-6119-4999-BA7F-0B2857784862}"/>
              </a:ext>
            </a:extLst>
          </p:cNvPr>
          <p:cNvSpPr>
            <a:spLocks noGrp="1"/>
          </p:cNvSpPr>
          <p:nvPr/>
        </p:nvSpPr>
        <p:spPr>
          <a:xfrm>
            <a:off x="8119910" y="4977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5350">
            <a:extLst>
              <a:ext uri="{FF2B5EF4-FFF2-40B4-BE49-F238E27FC236}">
                <a16:creationId xmlns:a16="http://schemas.microsoft.com/office/drawing/2014/main" id="{5220B77B-1D91-48D1-8C44-D10CD474856D}"/>
              </a:ext>
            </a:extLst>
          </p:cNvPr>
          <p:cNvSpPr>
            <a:spLocks noGrp="1"/>
          </p:cNvSpPr>
          <p:nvPr/>
        </p:nvSpPr>
        <p:spPr>
          <a:xfrm>
            <a:off x="800072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5351">
            <a:extLst>
              <a:ext uri="{FF2B5EF4-FFF2-40B4-BE49-F238E27FC236}">
                <a16:creationId xmlns:a16="http://schemas.microsoft.com/office/drawing/2014/main" id="{78D8446C-BC06-459C-8B0A-9AB0A952CB80}"/>
              </a:ext>
            </a:extLst>
          </p:cNvPr>
          <p:cNvSpPr>
            <a:spLocks noGrp="1"/>
          </p:cNvSpPr>
          <p:nvPr/>
        </p:nvSpPr>
        <p:spPr>
          <a:xfrm>
            <a:off x="841567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5352">
            <a:extLst>
              <a:ext uri="{FF2B5EF4-FFF2-40B4-BE49-F238E27FC236}">
                <a16:creationId xmlns:a16="http://schemas.microsoft.com/office/drawing/2014/main" id="{0E741404-8B0B-4D44-8108-86BB0C5B8C2C}"/>
              </a:ext>
            </a:extLst>
          </p:cNvPr>
          <p:cNvSpPr>
            <a:spLocks noGrp="1"/>
          </p:cNvSpPr>
          <p:nvPr/>
        </p:nvSpPr>
        <p:spPr>
          <a:xfrm>
            <a:off x="803845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5353">
            <a:extLst>
              <a:ext uri="{FF2B5EF4-FFF2-40B4-BE49-F238E27FC236}">
                <a16:creationId xmlns:a16="http://schemas.microsoft.com/office/drawing/2014/main" id="{AA25386E-B417-4691-B996-3B3C57B27B2D}"/>
              </a:ext>
            </a:extLst>
          </p:cNvPr>
          <p:cNvSpPr>
            <a:spLocks noGrp="1"/>
          </p:cNvSpPr>
          <p:nvPr/>
        </p:nvSpPr>
        <p:spPr>
          <a:xfrm>
            <a:off x="8081529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5354">
            <a:extLst>
              <a:ext uri="{FF2B5EF4-FFF2-40B4-BE49-F238E27FC236}">
                <a16:creationId xmlns:a16="http://schemas.microsoft.com/office/drawing/2014/main" id="{3D0EEBEB-3A63-4AF7-B606-D033CD3900CA}"/>
              </a:ext>
            </a:extLst>
          </p:cNvPr>
          <p:cNvSpPr>
            <a:spLocks noGrp="1"/>
          </p:cNvSpPr>
          <p:nvPr/>
        </p:nvSpPr>
        <p:spPr>
          <a:xfrm>
            <a:off x="809171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5355">
            <a:extLst>
              <a:ext uri="{FF2B5EF4-FFF2-40B4-BE49-F238E27FC236}">
                <a16:creationId xmlns:a16="http://schemas.microsoft.com/office/drawing/2014/main" id="{D0B8E35F-FCD0-415F-B56C-5BA029310DCE}"/>
              </a:ext>
            </a:extLst>
          </p:cNvPr>
          <p:cNvSpPr>
            <a:spLocks noGrp="1"/>
          </p:cNvSpPr>
          <p:nvPr/>
        </p:nvSpPr>
        <p:spPr>
          <a:xfrm>
            <a:off x="836439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5356">
            <a:extLst>
              <a:ext uri="{FF2B5EF4-FFF2-40B4-BE49-F238E27FC236}">
                <a16:creationId xmlns:a16="http://schemas.microsoft.com/office/drawing/2014/main" id="{9FAB7B6C-54F7-49C6-8A15-95626D7B3B9F}"/>
              </a:ext>
            </a:extLst>
          </p:cNvPr>
          <p:cNvSpPr>
            <a:spLocks noGrp="1"/>
          </p:cNvSpPr>
          <p:nvPr/>
        </p:nvSpPr>
        <p:spPr>
          <a:xfrm>
            <a:off x="8227949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5357">
            <a:extLst>
              <a:ext uri="{FF2B5EF4-FFF2-40B4-BE49-F238E27FC236}">
                <a16:creationId xmlns:a16="http://schemas.microsoft.com/office/drawing/2014/main" id="{65109A90-A889-4DE4-94BC-C094C70F4C47}"/>
              </a:ext>
            </a:extLst>
          </p:cNvPr>
          <p:cNvSpPr>
            <a:spLocks noGrp="1"/>
          </p:cNvSpPr>
          <p:nvPr/>
        </p:nvSpPr>
        <p:spPr>
          <a:xfrm>
            <a:off x="79807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5358">
            <a:extLst>
              <a:ext uri="{FF2B5EF4-FFF2-40B4-BE49-F238E27FC236}">
                <a16:creationId xmlns:a16="http://schemas.microsoft.com/office/drawing/2014/main" id="{F72A9E8F-04FB-446D-889E-09DC491F9F0B}"/>
              </a:ext>
            </a:extLst>
          </p:cNvPr>
          <p:cNvSpPr>
            <a:spLocks noGrp="1"/>
          </p:cNvSpPr>
          <p:nvPr/>
        </p:nvSpPr>
        <p:spPr>
          <a:xfrm>
            <a:off x="80490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5359">
            <a:extLst>
              <a:ext uri="{FF2B5EF4-FFF2-40B4-BE49-F238E27FC236}">
                <a16:creationId xmlns:a16="http://schemas.microsoft.com/office/drawing/2014/main" id="{26841F8F-004E-460D-8242-9030386F6913}"/>
              </a:ext>
            </a:extLst>
          </p:cNvPr>
          <p:cNvSpPr>
            <a:spLocks noGrp="1"/>
          </p:cNvSpPr>
          <p:nvPr/>
        </p:nvSpPr>
        <p:spPr>
          <a:xfrm>
            <a:off x="823196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5360">
            <a:extLst>
              <a:ext uri="{FF2B5EF4-FFF2-40B4-BE49-F238E27FC236}">
                <a16:creationId xmlns:a16="http://schemas.microsoft.com/office/drawing/2014/main" id="{EA5C3E2D-6BF7-43DA-AD05-A3AC4A2626D3}"/>
              </a:ext>
            </a:extLst>
          </p:cNvPr>
          <p:cNvSpPr>
            <a:spLocks noGrp="1"/>
          </p:cNvSpPr>
          <p:nvPr/>
        </p:nvSpPr>
        <p:spPr>
          <a:xfrm>
            <a:off x="8416886" y="4685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5361">
            <a:extLst>
              <a:ext uri="{FF2B5EF4-FFF2-40B4-BE49-F238E27FC236}">
                <a16:creationId xmlns:a16="http://schemas.microsoft.com/office/drawing/2014/main" id="{F6DA39B0-BF2D-4FD2-BFD1-C3C7300F0C29}"/>
              </a:ext>
            </a:extLst>
          </p:cNvPr>
          <p:cNvSpPr>
            <a:spLocks noGrp="1"/>
          </p:cNvSpPr>
          <p:nvPr/>
        </p:nvSpPr>
        <p:spPr>
          <a:xfrm>
            <a:off x="8180725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5362">
            <a:extLst>
              <a:ext uri="{FF2B5EF4-FFF2-40B4-BE49-F238E27FC236}">
                <a16:creationId xmlns:a16="http://schemas.microsoft.com/office/drawing/2014/main" id="{9CEB4F74-3939-42A3-8A03-077B6C195E76}"/>
              </a:ext>
            </a:extLst>
          </p:cNvPr>
          <p:cNvSpPr>
            <a:spLocks noGrp="1"/>
          </p:cNvSpPr>
          <p:nvPr/>
        </p:nvSpPr>
        <p:spPr>
          <a:xfrm>
            <a:off x="81863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5363">
            <a:extLst>
              <a:ext uri="{FF2B5EF4-FFF2-40B4-BE49-F238E27FC236}">
                <a16:creationId xmlns:a16="http://schemas.microsoft.com/office/drawing/2014/main" id="{AB36EFAD-712C-41CD-9593-64A94CDA8FB2}"/>
              </a:ext>
            </a:extLst>
          </p:cNvPr>
          <p:cNvSpPr>
            <a:spLocks noGrp="1"/>
          </p:cNvSpPr>
          <p:nvPr/>
        </p:nvSpPr>
        <p:spPr>
          <a:xfrm>
            <a:off x="8029054" y="5381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5364">
            <a:extLst>
              <a:ext uri="{FF2B5EF4-FFF2-40B4-BE49-F238E27FC236}">
                <a16:creationId xmlns:a16="http://schemas.microsoft.com/office/drawing/2014/main" id="{41EE7868-93AC-4C5C-82C7-B68C644F50B8}"/>
              </a:ext>
            </a:extLst>
          </p:cNvPr>
          <p:cNvSpPr>
            <a:spLocks noGrp="1"/>
          </p:cNvSpPr>
          <p:nvPr/>
        </p:nvSpPr>
        <p:spPr>
          <a:xfrm>
            <a:off x="83481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5365">
            <a:extLst>
              <a:ext uri="{FF2B5EF4-FFF2-40B4-BE49-F238E27FC236}">
                <a16:creationId xmlns:a16="http://schemas.microsoft.com/office/drawing/2014/main" id="{2B03A34B-E6D9-49CE-93C0-DA3B08684191}"/>
              </a:ext>
            </a:extLst>
          </p:cNvPr>
          <p:cNvSpPr>
            <a:spLocks noGrp="1"/>
          </p:cNvSpPr>
          <p:nvPr/>
        </p:nvSpPr>
        <p:spPr>
          <a:xfrm>
            <a:off x="82446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5366">
            <a:extLst>
              <a:ext uri="{FF2B5EF4-FFF2-40B4-BE49-F238E27FC236}">
                <a16:creationId xmlns:a16="http://schemas.microsoft.com/office/drawing/2014/main" id="{BDE1881F-3417-4C03-9936-63C9E8ECD626}"/>
              </a:ext>
            </a:extLst>
          </p:cNvPr>
          <p:cNvSpPr>
            <a:spLocks noGrp="1"/>
          </p:cNvSpPr>
          <p:nvPr/>
        </p:nvSpPr>
        <p:spPr>
          <a:xfrm>
            <a:off x="806783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5367">
            <a:extLst>
              <a:ext uri="{FF2B5EF4-FFF2-40B4-BE49-F238E27FC236}">
                <a16:creationId xmlns:a16="http://schemas.microsoft.com/office/drawing/2014/main" id="{D178AA02-B364-46AA-90CE-68BA612F9B1D}"/>
              </a:ext>
            </a:extLst>
          </p:cNvPr>
          <p:cNvSpPr>
            <a:spLocks noGrp="1"/>
          </p:cNvSpPr>
          <p:nvPr/>
        </p:nvSpPr>
        <p:spPr>
          <a:xfrm>
            <a:off x="84654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5368">
            <a:extLst>
              <a:ext uri="{FF2B5EF4-FFF2-40B4-BE49-F238E27FC236}">
                <a16:creationId xmlns:a16="http://schemas.microsoft.com/office/drawing/2014/main" id="{5FFC253A-AB1B-4983-BB7D-87131B09FF35}"/>
              </a:ext>
            </a:extLst>
          </p:cNvPr>
          <p:cNvSpPr>
            <a:spLocks noGrp="1"/>
          </p:cNvSpPr>
          <p:nvPr/>
        </p:nvSpPr>
        <p:spPr>
          <a:xfrm>
            <a:off x="8252854" y="4091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5369">
            <a:extLst>
              <a:ext uri="{FF2B5EF4-FFF2-40B4-BE49-F238E27FC236}">
                <a16:creationId xmlns:a16="http://schemas.microsoft.com/office/drawing/2014/main" id="{C3D000FD-616C-4A62-B0A4-82311550680E}"/>
              </a:ext>
            </a:extLst>
          </p:cNvPr>
          <p:cNvSpPr>
            <a:spLocks noGrp="1"/>
          </p:cNvSpPr>
          <p:nvPr/>
        </p:nvSpPr>
        <p:spPr>
          <a:xfrm>
            <a:off x="809903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5370">
            <a:extLst>
              <a:ext uri="{FF2B5EF4-FFF2-40B4-BE49-F238E27FC236}">
                <a16:creationId xmlns:a16="http://schemas.microsoft.com/office/drawing/2014/main" id="{9253A2F6-E824-4D5D-8FF1-F6005514ECC9}"/>
              </a:ext>
            </a:extLst>
          </p:cNvPr>
          <p:cNvSpPr>
            <a:spLocks noGrp="1"/>
          </p:cNvSpPr>
          <p:nvPr/>
        </p:nvSpPr>
        <p:spPr>
          <a:xfrm>
            <a:off x="846356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5371">
            <a:extLst>
              <a:ext uri="{FF2B5EF4-FFF2-40B4-BE49-F238E27FC236}">
                <a16:creationId xmlns:a16="http://schemas.microsoft.com/office/drawing/2014/main" id="{537844C7-AF2C-4031-B2F7-87892563AD40}"/>
              </a:ext>
            </a:extLst>
          </p:cNvPr>
          <p:cNvSpPr>
            <a:spLocks noGrp="1"/>
          </p:cNvSpPr>
          <p:nvPr/>
        </p:nvSpPr>
        <p:spPr>
          <a:xfrm>
            <a:off x="803125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5372">
            <a:extLst>
              <a:ext uri="{FF2B5EF4-FFF2-40B4-BE49-F238E27FC236}">
                <a16:creationId xmlns:a16="http://schemas.microsoft.com/office/drawing/2014/main" id="{4C679F26-6BD6-4ED5-8B28-45E4A30F40A7}"/>
              </a:ext>
            </a:extLst>
          </p:cNvPr>
          <p:cNvSpPr>
            <a:spLocks noGrp="1"/>
          </p:cNvSpPr>
          <p:nvPr/>
        </p:nvSpPr>
        <p:spPr>
          <a:xfrm>
            <a:off x="797973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5373">
            <a:extLst>
              <a:ext uri="{FF2B5EF4-FFF2-40B4-BE49-F238E27FC236}">
                <a16:creationId xmlns:a16="http://schemas.microsoft.com/office/drawing/2014/main" id="{C9D93813-2A74-4FBA-BAEA-00001D7EAEC0}"/>
              </a:ext>
            </a:extLst>
          </p:cNvPr>
          <p:cNvSpPr>
            <a:spLocks noGrp="1"/>
          </p:cNvSpPr>
          <p:nvPr/>
        </p:nvSpPr>
        <p:spPr>
          <a:xfrm>
            <a:off x="83662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5374">
            <a:extLst>
              <a:ext uri="{FF2B5EF4-FFF2-40B4-BE49-F238E27FC236}">
                <a16:creationId xmlns:a16="http://schemas.microsoft.com/office/drawing/2014/main" id="{4FEA049B-A259-4B03-ADC8-AE6A45312A3F}"/>
              </a:ext>
            </a:extLst>
          </p:cNvPr>
          <p:cNvSpPr>
            <a:spLocks noGrp="1"/>
          </p:cNvSpPr>
          <p:nvPr/>
        </p:nvSpPr>
        <p:spPr>
          <a:xfrm>
            <a:off x="845048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5375">
            <a:extLst>
              <a:ext uri="{FF2B5EF4-FFF2-40B4-BE49-F238E27FC236}">
                <a16:creationId xmlns:a16="http://schemas.microsoft.com/office/drawing/2014/main" id="{B3A2E931-3518-4954-9DD9-505ED5CBC563}"/>
              </a:ext>
            </a:extLst>
          </p:cNvPr>
          <p:cNvSpPr>
            <a:spLocks noGrp="1"/>
          </p:cNvSpPr>
          <p:nvPr/>
        </p:nvSpPr>
        <p:spPr>
          <a:xfrm>
            <a:off x="8335796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5376">
            <a:extLst>
              <a:ext uri="{FF2B5EF4-FFF2-40B4-BE49-F238E27FC236}">
                <a16:creationId xmlns:a16="http://schemas.microsoft.com/office/drawing/2014/main" id="{85D0C0B2-E672-4ABB-856A-46EFDBA0F68C}"/>
              </a:ext>
            </a:extLst>
          </p:cNvPr>
          <p:cNvSpPr>
            <a:spLocks noGrp="1"/>
          </p:cNvSpPr>
          <p:nvPr/>
        </p:nvSpPr>
        <p:spPr>
          <a:xfrm>
            <a:off x="84332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5377">
            <a:extLst>
              <a:ext uri="{FF2B5EF4-FFF2-40B4-BE49-F238E27FC236}">
                <a16:creationId xmlns:a16="http://schemas.microsoft.com/office/drawing/2014/main" id="{340BEE12-3711-4B29-B7AA-0C759C0C7E9D}"/>
              </a:ext>
            </a:extLst>
          </p:cNvPr>
          <p:cNvSpPr>
            <a:spLocks noGrp="1"/>
          </p:cNvSpPr>
          <p:nvPr/>
        </p:nvSpPr>
        <p:spPr>
          <a:xfrm>
            <a:off x="80118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5378">
            <a:extLst>
              <a:ext uri="{FF2B5EF4-FFF2-40B4-BE49-F238E27FC236}">
                <a16:creationId xmlns:a16="http://schemas.microsoft.com/office/drawing/2014/main" id="{33E991B6-BD25-47EA-BB51-B57E3E532470}"/>
              </a:ext>
            </a:extLst>
          </p:cNvPr>
          <p:cNvSpPr>
            <a:spLocks noGrp="1"/>
          </p:cNvSpPr>
          <p:nvPr/>
        </p:nvSpPr>
        <p:spPr>
          <a:xfrm>
            <a:off x="8386515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5379">
            <a:extLst>
              <a:ext uri="{FF2B5EF4-FFF2-40B4-BE49-F238E27FC236}">
                <a16:creationId xmlns:a16="http://schemas.microsoft.com/office/drawing/2014/main" id="{1AD3675C-B0C0-4528-8DBF-1DEC3AB2FAB8}"/>
              </a:ext>
            </a:extLst>
          </p:cNvPr>
          <p:cNvSpPr>
            <a:spLocks noGrp="1"/>
          </p:cNvSpPr>
          <p:nvPr/>
        </p:nvSpPr>
        <p:spPr>
          <a:xfrm>
            <a:off x="802280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5380">
            <a:extLst>
              <a:ext uri="{FF2B5EF4-FFF2-40B4-BE49-F238E27FC236}">
                <a16:creationId xmlns:a16="http://schemas.microsoft.com/office/drawing/2014/main" id="{203C12EF-E4C0-412B-B518-FB0AE4DAD82B}"/>
              </a:ext>
            </a:extLst>
          </p:cNvPr>
          <p:cNvSpPr>
            <a:spLocks noGrp="1"/>
          </p:cNvSpPr>
          <p:nvPr/>
        </p:nvSpPr>
        <p:spPr>
          <a:xfrm>
            <a:off x="799902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5381">
            <a:extLst>
              <a:ext uri="{FF2B5EF4-FFF2-40B4-BE49-F238E27FC236}">
                <a16:creationId xmlns:a16="http://schemas.microsoft.com/office/drawing/2014/main" id="{8465F526-270C-477B-9A47-A9D7152DEB5E}"/>
              </a:ext>
            </a:extLst>
          </p:cNvPr>
          <p:cNvSpPr>
            <a:spLocks noGrp="1"/>
          </p:cNvSpPr>
          <p:nvPr/>
        </p:nvSpPr>
        <p:spPr>
          <a:xfrm>
            <a:off x="8208982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5382">
            <a:extLst>
              <a:ext uri="{FF2B5EF4-FFF2-40B4-BE49-F238E27FC236}">
                <a16:creationId xmlns:a16="http://schemas.microsoft.com/office/drawing/2014/main" id="{D07EC8C7-8591-45FE-ACCD-2AAB31271CCD}"/>
              </a:ext>
            </a:extLst>
          </p:cNvPr>
          <p:cNvSpPr>
            <a:spLocks noGrp="1"/>
          </p:cNvSpPr>
          <p:nvPr/>
        </p:nvSpPr>
        <p:spPr>
          <a:xfrm>
            <a:off x="8472574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5383">
            <a:extLst>
              <a:ext uri="{FF2B5EF4-FFF2-40B4-BE49-F238E27FC236}">
                <a16:creationId xmlns:a16="http://schemas.microsoft.com/office/drawing/2014/main" id="{9D519AC2-A74E-4E7C-8C62-DE55CDA2CC9E}"/>
              </a:ext>
            </a:extLst>
          </p:cNvPr>
          <p:cNvSpPr>
            <a:spLocks noGrp="1"/>
          </p:cNvSpPr>
          <p:nvPr/>
        </p:nvSpPr>
        <p:spPr>
          <a:xfrm>
            <a:off x="8095794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5384">
            <a:extLst>
              <a:ext uri="{FF2B5EF4-FFF2-40B4-BE49-F238E27FC236}">
                <a16:creationId xmlns:a16="http://schemas.microsoft.com/office/drawing/2014/main" id="{CB1DD394-1673-4E91-A1E4-0BD6C36E943E}"/>
              </a:ext>
            </a:extLst>
          </p:cNvPr>
          <p:cNvSpPr>
            <a:spLocks noGrp="1"/>
          </p:cNvSpPr>
          <p:nvPr/>
        </p:nvSpPr>
        <p:spPr>
          <a:xfrm>
            <a:off x="816039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5385">
            <a:extLst>
              <a:ext uri="{FF2B5EF4-FFF2-40B4-BE49-F238E27FC236}">
                <a16:creationId xmlns:a16="http://schemas.microsoft.com/office/drawing/2014/main" id="{0B4A3B3F-264D-445F-9F84-99CE8784F4DE}"/>
              </a:ext>
            </a:extLst>
          </p:cNvPr>
          <p:cNvSpPr>
            <a:spLocks noGrp="1"/>
          </p:cNvSpPr>
          <p:nvPr/>
        </p:nvSpPr>
        <p:spPr>
          <a:xfrm>
            <a:off x="8410692" y="468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5386">
            <a:extLst>
              <a:ext uri="{FF2B5EF4-FFF2-40B4-BE49-F238E27FC236}">
                <a16:creationId xmlns:a16="http://schemas.microsoft.com/office/drawing/2014/main" id="{B5F120A5-6E9D-4F44-96A9-9E822C94EDE6}"/>
              </a:ext>
            </a:extLst>
          </p:cNvPr>
          <p:cNvSpPr>
            <a:spLocks noGrp="1"/>
          </p:cNvSpPr>
          <p:nvPr/>
        </p:nvSpPr>
        <p:spPr>
          <a:xfrm>
            <a:off x="80153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5387">
            <a:extLst>
              <a:ext uri="{FF2B5EF4-FFF2-40B4-BE49-F238E27FC236}">
                <a16:creationId xmlns:a16="http://schemas.microsoft.com/office/drawing/2014/main" id="{1B962341-B968-45AC-B7CF-A633FCE44BD2}"/>
              </a:ext>
            </a:extLst>
          </p:cNvPr>
          <p:cNvSpPr>
            <a:spLocks noGrp="1"/>
          </p:cNvSpPr>
          <p:nvPr/>
        </p:nvSpPr>
        <p:spPr>
          <a:xfrm>
            <a:off x="8287579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5388">
            <a:extLst>
              <a:ext uri="{FF2B5EF4-FFF2-40B4-BE49-F238E27FC236}">
                <a16:creationId xmlns:a16="http://schemas.microsoft.com/office/drawing/2014/main" id="{ED769449-73B2-4F56-B8F6-AAED38D73336}"/>
              </a:ext>
            </a:extLst>
          </p:cNvPr>
          <p:cNvSpPr>
            <a:spLocks noGrp="1"/>
          </p:cNvSpPr>
          <p:nvPr/>
        </p:nvSpPr>
        <p:spPr>
          <a:xfrm>
            <a:off x="8298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5389">
            <a:extLst>
              <a:ext uri="{FF2B5EF4-FFF2-40B4-BE49-F238E27FC236}">
                <a16:creationId xmlns:a16="http://schemas.microsoft.com/office/drawing/2014/main" id="{86AC8140-0CD4-4925-B3DA-0642D4CBBD91}"/>
              </a:ext>
            </a:extLst>
          </p:cNvPr>
          <p:cNvSpPr>
            <a:spLocks noGrp="1"/>
          </p:cNvSpPr>
          <p:nvPr/>
        </p:nvSpPr>
        <p:spPr>
          <a:xfrm>
            <a:off x="829261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5390">
            <a:extLst>
              <a:ext uri="{FF2B5EF4-FFF2-40B4-BE49-F238E27FC236}">
                <a16:creationId xmlns:a16="http://schemas.microsoft.com/office/drawing/2014/main" id="{053ED3EC-BDEB-499D-8551-23126EFC823E}"/>
              </a:ext>
            </a:extLst>
          </p:cNvPr>
          <p:cNvSpPr>
            <a:spLocks noGrp="1"/>
          </p:cNvSpPr>
          <p:nvPr/>
        </p:nvSpPr>
        <p:spPr>
          <a:xfrm>
            <a:off x="833306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5391">
            <a:extLst>
              <a:ext uri="{FF2B5EF4-FFF2-40B4-BE49-F238E27FC236}">
                <a16:creationId xmlns:a16="http://schemas.microsoft.com/office/drawing/2014/main" id="{D4AF3984-D5FE-4687-AD8A-5CFA39A95531}"/>
              </a:ext>
            </a:extLst>
          </p:cNvPr>
          <p:cNvSpPr>
            <a:spLocks noGrp="1"/>
          </p:cNvSpPr>
          <p:nvPr/>
        </p:nvSpPr>
        <p:spPr>
          <a:xfrm>
            <a:off x="8333751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5392">
            <a:extLst>
              <a:ext uri="{FF2B5EF4-FFF2-40B4-BE49-F238E27FC236}">
                <a16:creationId xmlns:a16="http://schemas.microsoft.com/office/drawing/2014/main" id="{66D67930-DA33-436D-8EB1-E8E804B47FD7}"/>
              </a:ext>
            </a:extLst>
          </p:cNvPr>
          <p:cNvSpPr>
            <a:spLocks noGrp="1"/>
          </p:cNvSpPr>
          <p:nvPr/>
        </p:nvSpPr>
        <p:spPr>
          <a:xfrm>
            <a:off x="809134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5393">
            <a:extLst>
              <a:ext uri="{FF2B5EF4-FFF2-40B4-BE49-F238E27FC236}">
                <a16:creationId xmlns:a16="http://schemas.microsoft.com/office/drawing/2014/main" id="{03230E0A-C900-4BE0-8553-7EAA1C17C62B}"/>
              </a:ext>
            </a:extLst>
          </p:cNvPr>
          <p:cNvSpPr>
            <a:spLocks noGrp="1"/>
          </p:cNvSpPr>
          <p:nvPr/>
        </p:nvSpPr>
        <p:spPr>
          <a:xfrm>
            <a:off x="84622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5394">
            <a:extLst>
              <a:ext uri="{FF2B5EF4-FFF2-40B4-BE49-F238E27FC236}">
                <a16:creationId xmlns:a16="http://schemas.microsoft.com/office/drawing/2014/main" id="{97331A4E-B172-4B55-A793-FB714508AFD7}"/>
              </a:ext>
            </a:extLst>
          </p:cNvPr>
          <p:cNvSpPr>
            <a:spLocks noGrp="1"/>
          </p:cNvSpPr>
          <p:nvPr/>
        </p:nvSpPr>
        <p:spPr>
          <a:xfrm>
            <a:off x="836418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5395">
            <a:extLst>
              <a:ext uri="{FF2B5EF4-FFF2-40B4-BE49-F238E27FC236}">
                <a16:creationId xmlns:a16="http://schemas.microsoft.com/office/drawing/2014/main" id="{E6315892-F9E9-4F70-B57E-C090B69F169B}"/>
              </a:ext>
            </a:extLst>
          </p:cNvPr>
          <p:cNvSpPr>
            <a:spLocks noGrp="1"/>
          </p:cNvSpPr>
          <p:nvPr/>
        </p:nvSpPr>
        <p:spPr>
          <a:xfrm>
            <a:off x="8137939" y="5375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5396">
            <a:extLst>
              <a:ext uri="{FF2B5EF4-FFF2-40B4-BE49-F238E27FC236}">
                <a16:creationId xmlns:a16="http://schemas.microsoft.com/office/drawing/2014/main" id="{23DDEC85-5176-4DFC-85A1-FD132583B2A6}"/>
              </a:ext>
            </a:extLst>
          </p:cNvPr>
          <p:cNvSpPr>
            <a:spLocks noGrp="1"/>
          </p:cNvSpPr>
          <p:nvPr/>
        </p:nvSpPr>
        <p:spPr>
          <a:xfrm>
            <a:off x="81957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5397">
            <a:extLst>
              <a:ext uri="{FF2B5EF4-FFF2-40B4-BE49-F238E27FC236}">
                <a16:creationId xmlns:a16="http://schemas.microsoft.com/office/drawing/2014/main" id="{BCE0136E-7CDC-4C94-8B7E-D8C955DF243E}"/>
              </a:ext>
            </a:extLst>
          </p:cNvPr>
          <p:cNvSpPr>
            <a:spLocks noGrp="1"/>
          </p:cNvSpPr>
          <p:nvPr/>
        </p:nvSpPr>
        <p:spPr>
          <a:xfrm>
            <a:off x="802345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5398">
            <a:extLst>
              <a:ext uri="{FF2B5EF4-FFF2-40B4-BE49-F238E27FC236}">
                <a16:creationId xmlns:a16="http://schemas.microsoft.com/office/drawing/2014/main" id="{C020BD6D-1493-4008-8368-2047D4B9D924}"/>
              </a:ext>
            </a:extLst>
          </p:cNvPr>
          <p:cNvSpPr>
            <a:spLocks noGrp="1"/>
          </p:cNvSpPr>
          <p:nvPr/>
        </p:nvSpPr>
        <p:spPr>
          <a:xfrm>
            <a:off x="81526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5399">
            <a:extLst>
              <a:ext uri="{FF2B5EF4-FFF2-40B4-BE49-F238E27FC236}">
                <a16:creationId xmlns:a16="http://schemas.microsoft.com/office/drawing/2014/main" id="{0C34D838-936A-46B9-BC9C-81801C304088}"/>
              </a:ext>
            </a:extLst>
          </p:cNvPr>
          <p:cNvSpPr>
            <a:spLocks noGrp="1"/>
          </p:cNvSpPr>
          <p:nvPr/>
        </p:nvSpPr>
        <p:spPr>
          <a:xfrm>
            <a:off x="800808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5400">
            <a:extLst>
              <a:ext uri="{FF2B5EF4-FFF2-40B4-BE49-F238E27FC236}">
                <a16:creationId xmlns:a16="http://schemas.microsoft.com/office/drawing/2014/main" id="{7E3575DC-5C62-4730-8A05-67DA6F5326A7}"/>
              </a:ext>
            </a:extLst>
          </p:cNvPr>
          <p:cNvSpPr>
            <a:spLocks noGrp="1"/>
          </p:cNvSpPr>
          <p:nvPr/>
        </p:nvSpPr>
        <p:spPr>
          <a:xfrm>
            <a:off x="83934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5401">
            <a:extLst>
              <a:ext uri="{FF2B5EF4-FFF2-40B4-BE49-F238E27FC236}">
                <a16:creationId xmlns:a16="http://schemas.microsoft.com/office/drawing/2014/main" id="{FCD8CC6C-E409-4374-8BA6-6D2A9BACDC2A}"/>
              </a:ext>
            </a:extLst>
          </p:cNvPr>
          <p:cNvSpPr>
            <a:spLocks noGrp="1"/>
          </p:cNvSpPr>
          <p:nvPr/>
        </p:nvSpPr>
        <p:spPr>
          <a:xfrm>
            <a:off x="829400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5402">
            <a:extLst>
              <a:ext uri="{FF2B5EF4-FFF2-40B4-BE49-F238E27FC236}">
                <a16:creationId xmlns:a16="http://schemas.microsoft.com/office/drawing/2014/main" id="{6CE783DF-5809-40F4-AF03-AD5A4B5A7287}"/>
              </a:ext>
            </a:extLst>
          </p:cNvPr>
          <p:cNvSpPr>
            <a:spLocks noGrp="1"/>
          </p:cNvSpPr>
          <p:nvPr/>
        </p:nvSpPr>
        <p:spPr>
          <a:xfrm>
            <a:off x="83977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5403">
            <a:extLst>
              <a:ext uri="{FF2B5EF4-FFF2-40B4-BE49-F238E27FC236}">
                <a16:creationId xmlns:a16="http://schemas.microsoft.com/office/drawing/2014/main" id="{B00C395E-C819-40EF-9CDB-13996B09F498}"/>
              </a:ext>
            </a:extLst>
          </p:cNvPr>
          <p:cNvSpPr>
            <a:spLocks noGrp="1"/>
          </p:cNvSpPr>
          <p:nvPr/>
        </p:nvSpPr>
        <p:spPr>
          <a:xfrm>
            <a:off x="8256560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5404">
            <a:extLst>
              <a:ext uri="{FF2B5EF4-FFF2-40B4-BE49-F238E27FC236}">
                <a16:creationId xmlns:a16="http://schemas.microsoft.com/office/drawing/2014/main" id="{8FAE28C9-A2A3-4F56-949C-BC1A4F966BE7}"/>
              </a:ext>
            </a:extLst>
          </p:cNvPr>
          <p:cNvSpPr>
            <a:spLocks noGrp="1"/>
          </p:cNvSpPr>
          <p:nvPr/>
        </p:nvSpPr>
        <p:spPr>
          <a:xfrm>
            <a:off x="80166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5405">
            <a:extLst>
              <a:ext uri="{FF2B5EF4-FFF2-40B4-BE49-F238E27FC236}">
                <a16:creationId xmlns:a16="http://schemas.microsoft.com/office/drawing/2014/main" id="{8E195E8D-545F-4A69-9866-0C42AA75D615}"/>
              </a:ext>
            </a:extLst>
          </p:cNvPr>
          <p:cNvSpPr>
            <a:spLocks noGrp="1"/>
          </p:cNvSpPr>
          <p:nvPr/>
        </p:nvSpPr>
        <p:spPr>
          <a:xfrm>
            <a:off x="8411391" y="53887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5406">
            <a:extLst>
              <a:ext uri="{FF2B5EF4-FFF2-40B4-BE49-F238E27FC236}">
                <a16:creationId xmlns:a16="http://schemas.microsoft.com/office/drawing/2014/main" id="{93B44B97-4DFA-489F-B350-BC5FAE4D9F05}"/>
              </a:ext>
            </a:extLst>
          </p:cNvPr>
          <p:cNvSpPr>
            <a:spLocks noGrp="1"/>
          </p:cNvSpPr>
          <p:nvPr/>
        </p:nvSpPr>
        <p:spPr>
          <a:xfrm>
            <a:off x="8048554" y="5093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5407">
            <a:extLst>
              <a:ext uri="{FF2B5EF4-FFF2-40B4-BE49-F238E27FC236}">
                <a16:creationId xmlns:a16="http://schemas.microsoft.com/office/drawing/2014/main" id="{9958073F-29E0-4168-87DB-4919FC36C283}"/>
              </a:ext>
            </a:extLst>
          </p:cNvPr>
          <p:cNvSpPr>
            <a:spLocks noGrp="1"/>
          </p:cNvSpPr>
          <p:nvPr/>
        </p:nvSpPr>
        <p:spPr>
          <a:xfrm>
            <a:off x="8280771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5408">
            <a:extLst>
              <a:ext uri="{FF2B5EF4-FFF2-40B4-BE49-F238E27FC236}">
                <a16:creationId xmlns:a16="http://schemas.microsoft.com/office/drawing/2014/main" id="{D424E1EA-A60C-4631-9D22-5B79E4E4A836}"/>
              </a:ext>
            </a:extLst>
          </p:cNvPr>
          <p:cNvSpPr>
            <a:spLocks noGrp="1"/>
          </p:cNvSpPr>
          <p:nvPr/>
        </p:nvSpPr>
        <p:spPr>
          <a:xfrm>
            <a:off x="818700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5409">
            <a:extLst>
              <a:ext uri="{FF2B5EF4-FFF2-40B4-BE49-F238E27FC236}">
                <a16:creationId xmlns:a16="http://schemas.microsoft.com/office/drawing/2014/main" id="{E20D01CF-D888-4708-901A-A2FF925FB389}"/>
              </a:ext>
            </a:extLst>
          </p:cNvPr>
          <p:cNvSpPr>
            <a:spLocks noGrp="1"/>
          </p:cNvSpPr>
          <p:nvPr/>
        </p:nvSpPr>
        <p:spPr>
          <a:xfrm>
            <a:off x="80740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5410">
            <a:extLst>
              <a:ext uri="{FF2B5EF4-FFF2-40B4-BE49-F238E27FC236}">
                <a16:creationId xmlns:a16="http://schemas.microsoft.com/office/drawing/2014/main" id="{A99A76FD-9271-41B8-8338-10073D0B5912}"/>
              </a:ext>
            </a:extLst>
          </p:cNvPr>
          <p:cNvSpPr>
            <a:spLocks noGrp="1"/>
          </p:cNvSpPr>
          <p:nvPr/>
        </p:nvSpPr>
        <p:spPr>
          <a:xfrm>
            <a:off x="8395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5411">
            <a:extLst>
              <a:ext uri="{FF2B5EF4-FFF2-40B4-BE49-F238E27FC236}">
                <a16:creationId xmlns:a16="http://schemas.microsoft.com/office/drawing/2014/main" id="{7FD4181B-4604-4E83-9B69-DEE829F0A900}"/>
              </a:ext>
            </a:extLst>
          </p:cNvPr>
          <p:cNvSpPr>
            <a:spLocks noGrp="1"/>
          </p:cNvSpPr>
          <p:nvPr/>
        </p:nvSpPr>
        <p:spPr>
          <a:xfrm>
            <a:off x="81016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5412">
            <a:extLst>
              <a:ext uri="{FF2B5EF4-FFF2-40B4-BE49-F238E27FC236}">
                <a16:creationId xmlns:a16="http://schemas.microsoft.com/office/drawing/2014/main" id="{E1CB112B-E83B-4DBE-8DFC-82C95A08E613}"/>
              </a:ext>
            </a:extLst>
          </p:cNvPr>
          <p:cNvSpPr>
            <a:spLocks noGrp="1"/>
          </p:cNvSpPr>
          <p:nvPr/>
        </p:nvSpPr>
        <p:spPr>
          <a:xfrm>
            <a:off x="8398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5413">
            <a:extLst>
              <a:ext uri="{FF2B5EF4-FFF2-40B4-BE49-F238E27FC236}">
                <a16:creationId xmlns:a16="http://schemas.microsoft.com/office/drawing/2014/main" id="{743F8C12-9567-4561-9062-46AD93F226AC}"/>
              </a:ext>
            </a:extLst>
          </p:cNvPr>
          <p:cNvSpPr>
            <a:spLocks noGrp="1"/>
          </p:cNvSpPr>
          <p:nvPr/>
        </p:nvSpPr>
        <p:spPr>
          <a:xfrm>
            <a:off x="81847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5414">
            <a:extLst>
              <a:ext uri="{FF2B5EF4-FFF2-40B4-BE49-F238E27FC236}">
                <a16:creationId xmlns:a16="http://schemas.microsoft.com/office/drawing/2014/main" id="{832F6047-3D24-4464-95FA-39DDD79BF9E2}"/>
              </a:ext>
            </a:extLst>
          </p:cNvPr>
          <p:cNvSpPr>
            <a:spLocks noGrp="1"/>
          </p:cNvSpPr>
          <p:nvPr/>
        </p:nvSpPr>
        <p:spPr>
          <a:xfrm>
            <a:off x="83774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5415">
            <a:extLst>
              <a:ext uri="{FF2B5EF4-FFF2-40B4-BE49-F238E27FC236}">
                <a16:creationId xmlns:a16="http://schemas.microsoft.com/office/drawing/2014/main" id="{FB50BEC6-0E2E-4D74-ACF3-07C11B672255}"/>
              </a:ext>
            </a:extLst>
          </p:cNvPr>
          <p:cNvSpPr>
            <a:spLocks noGrp="1"/>
          </p:cNvSpPr>
          <p:nvPr/>
        </p:nvSpPr>
        <p:spPr>
          <a:xfrm>
            <a:off x="8049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5416">
            <a:extLst>
              <a:ext uri="{FF2B5EF4-FFF2-40B4-BE49-F238E27FC236}">
                <a16:creationId xmlns:a16="http://schemas.microsoft.com/office/drawing/2014/main" id="{DF552649-8BF9-433C-B52B-7C54E0BDCC21}"/>
              </a:ext>
            </a:extLst>
          </p:cNvPr>
          <p:cNvSpPr>
            <a:spLocks noGrp="1"/>
          </p:cNvSpPr>
          <p:nvPr/>
        </p:nvSpPr>
        <p:spPr>
          <a:xfrm>
            <a:off x="8322968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5417">
            <a:extLst>
              <a:ext uri="{FF2B5EF4-FFF2-40B4-BE49-F238E27FC236}">
                <a16:creationId xmlns:a16="http://schemas.microsoft.com/office/drawing/2014/main" id="{0F003BEC-E559-4341-AC4D-8E073A2F76D2}"/>
              </a:ext>
            </a:extLst>
          </p:cNvPr>
          <p:cNvSpPr>
            <a:spLocks noGrp="1"/>
          </p:cNvSpPr>
          <p:nvPr/>
        </p:nvSpPr>
        <p:spPr>
          <a:xfrm>
            <a:off x="8058099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5418">
            <a:extLst>
              <a:ext uri="{FF2B5EF4-FFF2-40B4-BE49-F238E27FC236}">
                <a16:creationId xmlns:a16="http://schemas.microsoft.com/office/drawing/2014/main" id="{7D0B0A6E-9E88-4C15-8238-5DDF6F22BDB4}"/>
              </a:ext>
            </a:extLst>
          </p:cNvPr>
          <p:cNvSpPr>
            <a:spLocks noGrp="1"/>
          </p:cNvSpPr>
          <p:nvPr/>
        </p:nvSpPr>
        <p:spPr>
          <a:xfrm>
            <a:off x="80227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5419">
            <a:extLst>
              <a:ext uri="{FF2B5EF4-FFF2-40B4-BE49-F238E27FC236}">
                <a16:creationId xmlns:a16="http://schemas.microsoft.com/office/drawing/2014/main" id="{3F0070E2-E616-493D-BAFE-C01D6C5B3BDC}"/>
              </a:ext>
            </a:extLst>
          </p:cNvPr>
          <p:cNvSpPr>
            <a:spLocks noGrp="1"/>
          </p:cNvSpPr>
          <p:nvPr/>
        </p:nvSpPr>
        <p:spPr>
          <a:xfrm>
            <a:off x="80979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5420">
            <a:extLst>
              <a:ext uri="{FF2B5EF4-FFF2-40B4-BE49-F238E27FC236}">
                <a16:creationId xmlns:a16="http://schemas.microsoft.com/office/drawing/2014/main" id="{5409CF53-DA2E-463E-8BF4-BFD2266F9190}"/>
              </a:ext>
            </a:extLst>
          </p:cNvPr>
          <p:cNvSpPr>
            <a:spLocks noGrp="1"/>
          </p:cNvSpPr>
          <p:nvPr/>
        </p:nvSpPr>
        <p:spPr>
          <a:xfrm>
            <a:off x="8140214" y="38424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5421">
            <a:extLst>
              <a:ext uri="{FF2B5EF4-FFF2-40B4-BE49-F238E27FC236}">
                <a16:creationId xmlns:a16="http://schemas.microsoft.com/office/drawing/2014/main" id="{37A909FB-08D2-4CE4-9BD5-AF542ED9CAB5}"/>
              </a:ext>
            </a:extLst>
          </p:cNvPr>
          <p:cNvSpPr>
            <a:spLocks noGrp="1"/>
          </p:cNvSpPr>
          <p:nvPr/>
        </p:nvSpPr>
        <p:spPr>
          <a:xfrm>
            <a:off x="833952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5422">
            <a:extLst>
              <a:ext uri="{FF2B5EF4-FFF2-40B4-BE49-F238E27FC236}">
                <a16:creationId xmlns:a16="http://schemas.microsoft.com/office/drawing/2014/main" id="{D331F30C-67C7-46DB-9CC2-CFCA2DBA08C6}"/>
              </a:ext>
            </a:extLst>
          </p:cNvPr>
          <p:cNvSpPr>
            <a:spLocks noGrp="1"/>
          </p:cNvSpPr>
          <p:nvPr/>
        </p:nvSpPr>
        <p:spPr>
          <a:xfrm>
            <a:off x="818971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5423">
            <a:extLst>
              <a:ext uri="{FF2B5EF4-FFF2-40B4-BE49-F238E27FC236}">
                <a16:creationId xmlns:a16="http://schemas.microsoft.com/office/drawing/2014/main" id="{601075FD-8D3F-406A-8C79-EC1EEC2D91F2}"/>
              </a:ext>
            </a:extLst>
          </p:cNvPr>
          <p:cNvSpPr>
            <a:spLocks noGrp="1"/>
          </p:cNvSpPr>
          <p:nvPr/>
        </p:nvSpPr>
        <p:spPr>
          <a:xfrm>
            <a:off x="843068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5424">
            <a:extLst>
              <a:ext uri="{FF2B5EF4-FFF2-40B4-BE49-F238E27FC236}">
                <a16:creationId xmlns:a16="http://schemas.microsoft.com/office/drawing/2014/main" id="{1398CA18-79F9-4D2A-9B75-13204BC5B55D}"/>
              </a:ext>
            </a:extLst>
          </p:cNvPr>
          <p:cNvSpPr>
            <a:spLocks noGrp="1"/>
          </p:cNvSpPr>
          <p:nvPr/>
        </p:nvSpPr>
        <p:spPr>
          <a:xfrm>
            <a:off x="8218953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5425">
            <a:extLst>
              <a:ext uri="{FF2B5EF4-FFF2-40B4-BE49-F238E27FC236}">
                <a16:creationId xmlns:a16="http://schemas.microsoft.com/office/drawing/2014/main" id="{A30AB4BD-2F3F-4923-A626-18C5C22CE8DB}"/>
              </a:ext>
            </a:extLst>
          </p:cNvPr>
          <p:cNvSpPr>
            <a:spLocks noGrp="1"/>
          </p:cNvSpPr>
          <p:nvPr/>
        </p:nvSpPr>
        <p:spPr>
          <a:xfrm>
            <a:off x="5704001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4" name="data_5426">
            <a:extLst>
              <a:ext uri="{FF2B5EF4-FFF2-40B4-BE49-F238E27FC236}">
                <a16:creationId xmlns:a16="http://schemas.microsoft.com/office/drawing/2014/main" id="{05E93BEC-652C-4AE1-8976-65884FF02160}"/>
              </a:ext>
            </a:extLst>
          </p:cNvPr>
          <p:cNvSpPr>
            <a:spLocks noGrp="1"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5" name="text_5427">
            <a:extLst>
              <a:ext uri="{FF2B5EF4-FFF2-40B4-BE49-F238E27FC236}">
                <a16:creationId xmlns:a16="http://schemas.microsoft.com/office/drawing/2014/main" id="{78E0F75F-BA37-4480-9E41-C7986BF274DD}"/>
              </a:ext>
            </a:extLst>
          </p:cNvPr>
          <p:cNvSpPr>
            <a:spLocks noGrp="1"/>
          </p:cNvSpPr>
          <p:nvPr/>
        </p:nvSpPr>
        <p:spPr>
          <a:xfrm>
            <a:off x="5225171" y="338134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5428">
            <a:extLst>
              <a:ext uri="{FF2B5EF4-FFF2-40B4-BE49-F238E27FC236}">
                <a16:creationId xmlns:a16="http://schemas.microsoft.com/office/drawing/2014/main" id="{4F64283E-076E-428A-AF2E-AEFF5A0A45DC}"/>
              </a:ext>
            </a:extLst>
          </p:cNvPr>
          <p:cNvSpPr>
            <a:spLocks noGrp="1"/>
          </p:cNvSpPr>
          <p:nvPr/>
        </p:nvSpPr>
        <p:spPr>
          <a:xfrm>
            <a:off x="5704001" y="340392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5429">
            <a:extLst>
              <a:ext uri="{FF2B5EF4-FFF2-40B4-BE49-F238E27FC236}">
                <a16:creationId xmlns:a16="http://schemas.microsoft.com/office/drawing/2014/main" id="{AE6FCAAA-19FA-48B1-A070-8E9D22B8FFF1}"/>
              </a:ext>
            </a:extLst>
          </p:cNvPr>
          <p:cNvSpPr>
            <a:spLocks noGrp="1"/>
          </p:cNvSpPr>
          <p:nvPr/>
        </p:nvSpPr>
        <p:spPr>
          <a:xfrm>
            <a:off x="6600258" y="4809663"/>
            <a:ext cx="191" cy="257200"/>
          </a:xfrm>
          <a:custGeom>
            <a:avLst/>
            <a:gdLst/>
            <a:ahLst/>
            <a:cxnLst/>
            <a:rect l="0" t="0" r="0" b="0"/>
            <a:pathLst>
              <a:path w="191" h="257200">
                <a:moveTo>
                  <a:pt x="0" y="25720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8" name="data_5430">
            <a:extLst>
              <a:ext uri="{FF2B5EF4-FFF2-40B4-BE49-F238E27FC236}">
                <a16:creationId xmlns:a16="http://schemas.microsoft.com/office/drawing/2014/main" id="{60A365C5-EBF1-4FB3-971C-CCEC5D430232}"/>
              </a:ext>
            </a:extLst>
          </p:cNvPr>
          <p:cNvSpPr>
            <a:spLocks noGrp="1"/>
          </p:cNvSpPr>
          <p:nvPr/>
        </p:nvSpPr>
        <p:spPr>
          <a:xfrm>
            <a:off x="6445137" y="506686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9" name="data_5431">
            <a:extLst>
              <a:ext uri="{FF2B5EF4-FFF2-40B4-BE49-F238E27FC236}">
                <a16:creationId xmlns:a16="http://schemas.microsoft.com/office/drawing/2014/main" id="{63D3043A-4E65-4A4E-B94D-AEE637D64350}"/>
              </a:ext>
            </a:extLst>
          </p:cNvPr>
          <p:cNvSpPr>
            <a:spLocks noGrp="1"/>
          </p:cNvSpPr>
          <p:nvPr/>
        </p:nvSpPr>
        <p:spPr>
          <a:xfrm>
            <a:off x="6445137" y="480966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20" name="data_5432">
            <a:extLst>
              <a:ext uri="{FF2B5EF4-FFF2-40B4-BE49-F238E27FC236}">
                <a16:creationId xmlns:a16="http://schemas.microsoft.com/office/drawing/2014/main" id="{02D88562-F28F-4464-828A-526909AFE4AE}"/>
              </a:ext>
            </a:extLst>
          </p:cNvPr>
          <p:cNvSpPr>
            <a:spLocks noGrp="1"/>
          </p:cNvSpPr>
          <p:nvPr/>
        </p:nvSpPr>
        <p:spPr>
          <a:xfrm>
            <a:off x="7427572" y="4467583"/>
            <a:ext cx="191" cy="275022"/>
          </a:xfrm>
          <a:custGeom>
            <a:avLst/>
            <a:gdLst/>
            <a:ahLst/>
            <a:cxnLst/>
            <a:rect l="0" t="0" r="0" b="0"/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1" name="data_5433">
            <a:extLst>
              <a:ext uri="{FF2B5EF4-FFF2-40B4-BE49-F238E27FC236}">
                <a16:creationId xmlns:a16="http://schemas.microsoft.com/office/drawing/2014/main" id="{DA24A21A-9BCC-4E90-9DEA-B149B35A1E56}"/>
              </a:ext>
            </a:extLst>
          </p:cNvPr>
          <p:cNvSpPr>
            <a:spLocks noGrp="1"/>
          </p:cNvSpPr>
          <p:nvPr/>
        </p:nvSpPr>
        <p:spPr>
          <a:xfrm>
            <a:off x="7272451" y="4742604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2" name="data_5434">
            <a:extLst>
              <a:ext uri="{FF2B5EF4-FFF2-40B4-BE49-F238E27FC236}">
                <a16:creationId xmlns:a16="http://schemas.microsoft.com/office/drawing/2014/main" id="{787499C6-DC5C-4535-B09F-56015437DD54}"/>
              </a:ext>
            </a:extLst>
          </p:cNvPr>
          <p:cNvSpPr>
            <a:spLocks noGrp="1"/>
          </p:cNvSpPr>
          <p:nvPr/>
        </p:nvSpPr>
        <p:spPr>
          <a:xfrm>
            <a:off x="7272451" y="446758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3" name="data_5435">
            <a:extLst>
              <a:ext uri="{FF2B5EF4-FFF2-40B4-BE49-F238E27FC236}">
                <a16:creationId xmlns:a16="http://schemas.microsoft.com/office/drawing/2014/main" id="{89B955DB-4A3A-483C-9840-10A799E44BEF}"/>
              </a:ext>
            </a:extLst>
          </p:cNvPr>
          <p:cNvSpPr>
            <a:spLocks noGrp="1"/>
          </p:cNvSpPr>
          <p:nvPr/>
        </p:nvSpPr>
        <p:spPr>
          <a:xfrm>
            <a:off x="8254887" y="4293902"/>
            <a:ext cx="191" cy="285547"/>
          </a:xfrm>
          <a:custGeom>
            <a:avLst/>
            <a:gdLst/>
            <a:ahLst/>
            <a:cxnLst/>
            <a:rect l="0" t="0" r="0" b="0"/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4" name="data_5436">
            <a:extLst>
              <a:ext uri="{FF2B5EF4-FFF2-40B4-BE49-F238E27FC236}">
                <a16:creationId xmlns:a16="http://schemas.microsoft.com/office/drawing/2014/main" id="{111C7F46-1727-4331-BE35-4324F6DA9E2A}"/>
              </a:ext>
            </a:extLst>
          </p:cNvPr>
          <p:cNvSpPr>
            <a:spLocks noGrp="1"/>
          </p:cNvSpPr>
          <p:nvPr/>
        </p:nvSpPr>
        <p:spPr>
          <a:xfrm>
            <a:off x="8099765" y="457944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5" name="data_5437">
            <a:extLst>
              <a:ext uri="{FF2B5EF4-FFF2-40B4-BE49-F238E27FC236}">
                <a16:creationId xmlns:a16="http://schemas.microsoft.com/office/drawing/2014/main" id="{E0DFA864-5E9A-4478-A2DE-3805F4A85D73}"/>
              </a:ext>
            </a:extLst>
          </p:cNvPr>
          <p:cNvSpPr>
            <a:spLocks noGrp="1"/>
          </p:cNvSpPr>
          <p:nvPr/>
        </p:nvSpPr>
        <p:spPr>
          <a:xfrm>
            <a:off x="8099765" y="4293902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6" name="data_5438">
            <a:extLst>
              <a:ext uri="{FF2B5EF4-FFF2-40B4-BE49-F238E27FC236}">
                <a16:creationId xmlns:a16="http://schemas.microsoft.com/office/drawing/2014/main" id="{548B28EB-AFA6-43A9-AC25-7CF2D9D2AF62}"/>
              </a:ext>
            </a:extLst>
          </p:cNvPr>
          <p:cNvSpPr>
            <a:spLocks noGrp="1"/>
          </p:cNvSpPr>
          <p:nvPr/>
        </p:nvSpPr>
        <p:spPr>
          <a:xfrm>
            <a:off x="6307251" y="4942796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927" name="data_5439">
            <a:extLst>
              <a:ext uri="{FF2B5EF4-FFF2-40B4-BE49-F238E27FC236}">
                <a16:creationId xmlns:a16="http://schemas.microsoft.com/office/drawing/2014/main" id="{FCB7A515-34A8-42E3-8BCD-261E4626CB7F}"/>
              </a:ext>
            </a:extLst>
          </p:cNvPr>
          <p:cNvSpPr>
            <a:spLocks noGrp="1"/>
          </p:cNvSpPr>
          <p:nvPr/>
        </p:nvSpPr>
        <p:spPr>
          <a:xfrm>
            <a:off x="7134565" y="4607374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928" name="data_5440">
            <a:extLst>
              <a:ext uri="{FF2B5EF4-FFF2-40B4-BE49-F238E27FC236}">
                <a16:creationId xmlns:a16="http://schemas.microsoft.com/office/drawing/2014/main" id="{0DCE58EE-B79C-4206-9A69-80AF9F740F61}"/>
              </a:ext>
            </a:extLst>
          </p:cNvPr>
          <p:cNvSpPr>
            <a:spLocks noGrp="1"/>
          </p:cNvSpPr>
          <p:nvPr/>
        </p:nvSpPr>
        <p:spPr>
          <a:xfrm>
            <a:off x="7961879" y="4435553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929" name="data_5441">
            <a:extLst>
              <a:ext uri="{FF2B5EF4-FFF2-40B4-BE49-F238E27FC236}">
                <a16:creationId xmlns:a16="http://schemas.microsoft.com/office/drawing/2014/main" id="{145AB686-3AA2-4618-A631-D1251E2EC292}"/>
              </a:ext>
            </a:extLst>
          </p:cNvPr>
          <p:cNvSpPr>
            <a:spLocks noGrp="1"/>
          </p:cNvSpPr>
          <p:nvPr/>
        </p:nvSpPr>
        <p:spPr>
          <a:xfrm>
            <a:off x="2982516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930" name="text_5442">
            <a:extLst>
              <a:ext uri="{FF2B5EF4-FFF2-40B4-BE49-F238E27FC236}">
                <a16:creationId xmlns:a16="http://schemas.microsoft.com/office/drawing/2014/main" id="{69744264-4BB1-40B9-BBA7-98206C7C9B0C}"/>
              </a:ext>
            </a:extLst>
          </p:cNvPr>
          <p:cNvSpPr>
            <a:spLocks noGrp="1"/>
          </p:cNvSpPr>
          <p:nvPr/>
        </p:nvSpPr>
        <p:spPr>
          <a:xfrm>
            <a:off x="3252080" y="2607978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5443">
            <a:extLst>
              <a:ext uri="{FF2B5EF4-FFF2-40B4-BE49-F238E27FC236}">
                <a16:creationId xmlns:a16="http://schemas.microsoft.com/office/drawing/2014/main" id="{1DCEA978-E16E-4A25-BE5F-41485574FE83}"/>
              </a:ext>
            </a:extLst>
          </p:cNvPr>
          <p:cNvSpPr>
            <a:spLocks noGrp="1"/>
          </p:cNvSpPr>
          <p:nvPr/>
        </p:nvSpPr>
        <p:spPr>
          <a:xfrm>
            <a:off x="4192119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932" name="text_5444">
            <a:extLst>
              <a:ext uri="{FF2B5EF4-FFF2-40B4-BE49-F238E27FC236}">
                <a16:creationId xmlns:a16="http://schemas.microsoft.com/office/drawing/2014/main" id="{1AD34ECC-15E3-453B-820F-C23682EE5A24}"/>
              </a:ext>
            </a:extLst>
          </p:cNvPr>
          <p:cNvSpPr>
            <a:spLocks noGrp="1"/>
          </p:cNvSpPr>
          <p:nvPr/>
        </p:nvSpPr>
        <p:spPr>
          <a:xfrm>
            <a:off x="4461682" y="2607978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5445">
            <a:extLst>
              <a:ext uri="{FF2B5EF4-FFF2-40B4-BE49-F238E27FC236}">
                <a16:creationId xmlns:a16="http://schemas.microsoft.com/office/drawing/2014/main" id="{C8595CB0-C674-4A1B-BC74-ABA36DA9B671}"/>
              </a:ext>
            </a:extLst>
          </p:cNvPr>
          <p:cNvSpPr>
            <a:spLocks noGrp="1"/>
          </p:cNvSpPr>
          <p:nvPr/>
        </p:nvSpPr>
        <p:spPr>
          <a:xfrm>
            <a:off x="5844184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934" name="text_5446">
            <a:extLst>
              <a:ext uri="{FF2B5EF4-FFF2-40B4-BE49-F238E27FC236}">
                <a16:creationId xmlns:a16="http://schemas.microsoft.com/office/drawing/2014/main" id="{06E48BDF-7615-474A-AB19-47E98F66C48E}"/>
              </a:ext>
            </a:extLst>
          </p:cNvPr>
          <p:cNvSpPr>
            <a:spLocks noGrp="1"/>
          </p:cNvSpPr>
          <p:nvPr/>
        </p:nvSpPr>
        <p:spPr>
          <a:xfrm>
            <a:off x="6113748" y="2607978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454904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4" name="data_5447">
            <a:extLst>
              <a:ext uri="{FF2B5EF4-FFF2-40B4-BE49-F238E27FC236}">
                <a16:creationId xmlns:a16="http://schemas.microsoft.com/office/drawing/2014/main" id="{C522B86F-F0FF-4BB3-9EBE-DBDD65A795D0}"/>
              </a:ext>
            </a:extLst>
          </p:cNvPr>
          <p:cNvSpPr>
            <a:spLocks noGrp="1"/>
          </p:cNvSpPr>
          <p:nvPr/>
        </p:nvSpPr>
        <p:spPr>
          <a:xfrm>
            <a:off x="238125" y="831321"/>
            <a:ext cx="9048750" cy="7138458"/>
          </a:xfrm>
          <a:custGeom>
            <a:avLst/>
            <a:gdLst/>
            <a:ahLst/>
            <a:cxnLst/>
            <a:rect l="0" t="0" r="0" b="0"/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5448">
            <a:extLst>
              <a:ext uri="{FF2B5EF4-FFF2-40B4-BE49-F238E27FC236}">
                <a16:creationId xmlns:a16="http://schemas.microsoft.com/office/drawing/2014/main" id="{1AAFD4D0-80D2-4CBE-BE5D-B7B123E483B7}"/>
              </a:ext>
            </a:extLst>
          </p:cNvPr>
          <p:cNvSpPr>
            <a:spLocks noGrp="1"/>
          </p:cNvSpPr>
          <p:nvPr/>
        </p:nvSpPr>
        <p:spPr>
          <a:xfrm>
            <a:off x="1007269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5449">
            <a:extLst>
              <a:ext uri="{FF2B5EF4-FFF2-40B4-BE49-F238E27FC236}">
                <a16:creationId xmlns:a16="http://schemas.microsoft.com/office/drawing/2014/main" id="{6AA2947D-D5CD-4C68-80E0-BFADF0374F89}"/>
              </a:ext>
            </a:extLst>
          </p:cNvPr>
          <p:cNvSpPr>
            <a:spLocks noGrp="1"/>
          </p:cNvSpPr>
          <p:nvPr/>
        </p:nvSpPr>
        <p:spPr>
          <a:xfrm>
            <a:off x="1280480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5450">
            <a:extLst>
              <a:ext uri="{FF2B5EF4-FFF2-40B4-BE49-F238E27FC236}">
                <a16:creationId xmlns:a16="http://schemas.microsoft.com/office/drawing/2014/main" id="{4F330951-D6C1-471C-B7E7-0F92D9DB48C7}"/>
              </a:ext>
            </a:extLst>
          </p:cNvPr>
          <p:cNvSpPr>
            <a:spLocks noGrp="1"/>
          </p:cNvSpPr>
          <p:nvPr/>
        </p:nvSpPr>
        <p:spPr>
          <a:xfrm>
            <a:off x="162199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5451">
            <a:extLst>
              <a:ext uri="{FF2B5EF4-FFF2-40B4-BE49-F238E27FC236}">
                <a16:creationId xmlns:a16="http://schemas.microsoft.com/office/drawing/2014/main" id="{E80E426E-03A7-40A3-9A1C-51F8E2F6C0F2}"/>
              </a:ext>
            </a:extLst>
          </p:cNvPr>
          <p:cNvSpPr>
            <a:spLocks noGrp="1"/>
          </p:cNvSpPr>
          <p:nvPr/>
        </p:nvSpPr>
        <p:spPr>
          <a:xfrm>
            <a:off x="2305021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5452">
            <a:extLst>
              <a:ext uri="{FF2B5EF4-FFF2-40B4-BE49-F238E27FC236}">
                <a16:creationId xmlns:a16="http://schemas.microsoft.com/office/drawing/2014/main" id="{5E09CEFC-15A8-4C5A-A303-BC2E1D850F6D}"/>
              </a:ext>
            </a:extLst>
          </p:cNvPr>
          <p:cNvSpPr>
            <a:spLocks noGrp="1"/>
          </p:cNvSpPr>
          <p:nvPr/>
        </p:nvSpPr>
        <p:spPr>
          <a:xfrm>
            <a:off x="298804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5453">
            <a:extLst>
              <a:ext uri="{FF2B5EF4-FFF2-40B4-BE49-F238E27FC236}">
                <a16:creationId xmlns:a16="http://schemas.microsoft.com/office/drawing/2014/main" id="{FD861163-9354-48FB-B172-DC2A30315195}"/>
              </a:ext>
            </a:extLst>
          </p:cNvPr>
          <p:cNvSpPr>
            <a:spLocks noGrp="1"/>
          </p:cNvSpPr>
          <p:nvPr/>
        </p:nvSpPr>
        <p:spPr>
          <a:xfrm>
            <a:off x="102776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8" name="data_5454">
            <a:extLst>
              <a:ext uri="{FF2B5EF4-FFF2-40B4-BE49-F238E27FC236}">
                <a16:creationId xmlns:a16="http://schemas.microsoft.com/office/drawing/2014/main" id="{D98E15B8-80CB-43FA-9BEB-9D1C7568F4FE}"/>
              </a:ext>
            </a:extLst>
          </p:cNvPr>
          <p:cNvSpPr>
            <a:spLocks noGrp="1"/>
          </p:cNvSpPr>
          <p:nvPr/>
        </p:nvSpPr>
        <p:spPr>
          <a:xfrm>
            <a:off x="136927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9" name="data_5455">
            <a:extLst>
              <a:ext uri="{FF2B5EF4-FFF2-40B4-BE49-F238E27FC236}">
                <a16:creationId xmlns:a16="http://schemas.microsoft.com/office/drawing/2014/main" id="{E89D6A2F-0EED-41C3-B005-3B4B36B93632}"/>
              </a:ext>
            </a:extLst>
          </p:cNvPr>
          <p:cNvSpPr>
            <a:spLocks noGrp="1"/>
          </p:cNvSpPr>
          <p:nvPr/>
        </p:nvSpPr>
        <p:spPr>
          <a:xfrm>
            <a:off x="1710787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0" name="data_5456">
            <a:extLst>
              <a:ext uri="{FF2B5EF4-FFF2-40B4-BE49-F238E27FC236}">
                <a16:creationId xmlns:a16="http://schemas.microsoft.com/office/drawing/2014/main" id="{3853C7E6-6B56-437F-81EF-E68B5802CC42}"/>
              </a:ext>
            </a:extLst>
          </p:cNvPr>
          <p:cNvSpPr>
            <a:spLocks noGrp="1"/>
          </p:cNvSpPr>
          <p:nvPr/>
        </p:nvSpPr>
        <p:spPr>
          <a:xfrm>
            <a:off x="239381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1" name="data_5457">
            <a:extLst>
              <a:ext uri="{FF2B5EF4-FFF2-40B4-BE49-F238E27FC236}">
                <a16:creationId xmlns:a16="http://schemas.microsoft.com/office/drawing/2014/main" id="{885FC24C-050A-4DC8-95CB-C1A6BEDC5C97}"/>
              </a:ext>
            </a:extLst>
          </p:cNvPr>
          <p:cNvSpPr>
            <a:spLocks noGrp="1"/>
          </p:cNvSpPr>
          <p:nvPr/>
        </p:nvSpPr>
        <p:spPr>
          <a:xfrm>
            <a:off x="307684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2" name="data_5458">
            <a:extLst>
              <a:ext uri="{FF2B5EF4-FFF2-40B4-BE49-F238E27FC236}">
                <a16:creationId xmlns:a16="http://schemas.microsoft.com/office/drawing/2014/main" id="{76B13EEE-F50F-4E6C-979D-CE7EDDD19A17}"/>
              </a:ext>
            </a:extLst>
          </p:cNvPr>
          <p:cNvSpPr>
            <a:spLocks noGrp="1"/>
          </p:cNvSpPr>
          <p:nvPr/>
        </p:nvSpPr>
        <p:spPr>
          <a:xfrm>
            <a:off x="1007269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3" name="data_5459">
            <a:extLst>
              <a:ext uri="{FF2B5EF4-FFF2-40B4-BE49-F238E27FC236}">
                <a16:creationId xmlns:a16="http://schemas.microsoft.com/office/drawing/2014/main" id="{B4779784-2C44-4DD9-B039-B6F1572E0043}"/>
              </a:ext>
            </a:extLst>
          </p:cNvPr>
          <p:cNvSpPr>
            <a:spLocks noGrp="1"/>
          </p:cNvSpPr>
          <p:nvPr/>
        </p:nvSpPr>
        <p:spPr>
          <a:xfrm>
            <a:off x="954065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4" name="text_5460">
            <a:extLst>
              <a:ext uri="{FF2B5EF4-FFF2-40B4-BE49-F238E27FC236}">
                <a16:creationId xmlns:a16="http://schemas.microsoft.com/office/drawing/2014/main" id="{7FA8E89D-104F-471D-9A5D-A1E02E215F12}"/>
              </a:ext>
            </a:extLst>
          </p:cNvPr>
          <p:cNvSpPr>
            <a:spLocks noGrp="1"/>
          </p:cNvSpPr>
          <p:nvPr/>
        </p:nvSpPr>
        <p:spPr>
          <a:xfrm>
            <a:off x="835225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5461">
            <a:extLst>
              <a:ext uri="{FF2B5EF4-FFF2-40B4-BE49-F238E27FC236}">
                <a16:creationId xmlns:a16="http://schemas.microsoft.com/office/drawing/2014/main" id="{96E15BE1-9805-4AEB-A9D4-9C8ABBB33F68}"/>
              </a:ext>
            </a:extLst>
          </p:cNvPr>
          <p:cNvSpPr>
            <a:spLocks noGrp="1"/>
          </p:cNvSpPr>
          <p:nvPr/>
        </p:nvSpPr>
        <p:spPr>
          <a:xfrm>
            <a:off x="1007269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6" name="data_5462">
            <a:extLst>
              <a:ext uri="{FF2B5EF4-FFF2-40B4-BE49-F238E27FC236}">
                <a16:creationId xmlns:a16="http://schemas.microsoft.com/office/drawing/2014/main" id="{90B5B524-C01B-48CA-A962-8A6172C22519}"/>
              </a:ext>
            </a:extLst>
          </p:cNvPr>
          <p:cNvSpPr>
            <a:spLocks noGrp="1"/>
          </p:cNvSpPr>
          <p:nvPr/>
        </p:nvSpPr>
        <p:spPr>
          <a:xfrm>
            <a:off x="954065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7" name="text_5463">
            <a:extLst>
              <a:ext uri="{FF2B5EF4-FFF2-40B4-BE49-F238E27FC236}">
                <a16:creationId xmlns:a16="http://schemas.microsoft.com/office/drawing/2014/main" id="{FBF81EAD-3470-48F5-80B6-7C55FC83561A}"/>
              </a:ext>
            </a:extLst>
          </p:cNvPr>
          <p:cNvSpPr>
            <a:spLocks noGrp="1"/>
          </p:cNvSpPr>
          <p:nvPr/>
        </p:nvSpPr>
        <p:spPr>
          <a:xfrm>
            <a:off x="769588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5464">
            <a:extLst>
              <a:ext uri="{FF2B5EF4-FFF2-40B4-BE49-F238E27FC236}">
                <a16:creationId xmlns:a16="http://schemas.microsoft.com/office/drawing/2014/main" id="{D912D5CC-C613-4898-B70F-41AA168CADCA}"/>
              </a:ext>
            </a:extLst>
          </p:cNvPr>
          <p:cNvSpPr>
            <a:spLocks noGrp="1"/>
          </p:cNvSpPr>
          <p:nvPr/>
        </p:nvSpPr>
        <p:spPr>
          <a:xfrm>
            <a:off x="1007269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9" name="data_5465">
            <a:extLst>
              <a:ext uri="{FF2B5EF4-FFF2-40B4-BE49-F238E27FC236}">
                <a16:creationId xmlns:a16="http://schemas.microsoft.com/office/drawing/2014/main" id="{FAB6010F-D2B3-4B08-90F8-A8B2EF4B46FA}"/>
              </a:ext>
            </a:extLst>
          </p:cNvPr>
          <p:cNvSpPr>
            <a:spLocks noGrp="1"/>
          </p:cNvSpPr>
          <p:nvPr/>
        </p:nvSpPr>
        <p:spPr>
          <a:xfrm>
            <a:off x="954065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0" name="text_5466">
            <a:extLst>
              <a:ext uri="{FF2B5EF4-FFF2-40B4-BE49-F238E27FC236}">
                <a16:creationId xmlns:a16="http://schemas.microsoft.com/office/drawing/2014/main" id="{DA8BE7F6-FEF8-469D-A562-1B4A0047208E}"/>
              </a:ext>
            </a:extLst>
          </p:cNvPr>
          <p:cNvSpPr>
            <a:spLocks noGrp="1"/>
          </p:cNvSpPr>
          <p:nvPr/>
        </p:nvSpPr>
        <p:spPr>
          <a:xfrm>
            <a:off x="703951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5467">
            <a:extLst>
              <a:ext uri="{FF2B5EF4-FFF2-40B4-BE49-F238E27FC236}">
                <a16:creationId xmlns:a16="http://schemas.microsoft.com/office/drawing/2014/main" id="{390C6EEB-3CAF-4800-910B-3D28E2C573BF}"/>
              </a:ext>
            </a:extLst>
          </p:cNvPr>
          <p:cNvSpPr>
            <a:spLocks noGrp="1"/>
          </p:cNvSpPr>
          <p:nvPr/>
        </p:nvSpPr>
        <p:spPr>
          <a:xfrm rot="-5400000">
            <a:off x="-39675" y="3009294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5468">
            <a:extLst>
              <a:ext uri="{FF2B5EF4-FFF2-40B4-BE49-F238E27FC236}">
                <a16:creationId xmlns:a16="http://schemas.microsoft.com/office/drawing/2014/main" id="{088488E6-9681-45DD-895D-CC10006136D4}"/>
              </a:ext>
            </a:extLst>
          </p:cNvPr>
          <p:cNvSpPr>
            <a:spLocks noGrp="1"/>
          </p:cNvSpPr>
          <p:nvPr/>
        </p:nvSpPr>
        <p:spPr>
          <a:xfrm>
            <a:off x="13177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data_5469">
            <a:extLst>
              <a:ext uri="{FF2B5EF4-FFF2-40B4-BE49-F238E27FC236}">
                <a16:creationId xmlns:a16="http://schemas.microsoft.com/office/drawing/2014/main" id="{1B0B87C2-EEF7-4AF6-87DD-9B85B934BDDA}"/>
              </a:ext>
            </a:extLst>
          </p:cNvPr>
          <p:cNvSpPr>
            <a:spLocks noGrp="1"/>
          </p:cNvSpPr>
          <p:nvPr/>
        </p:nvSpPr>
        <p:spPr>
          <a:xfrm>
            <a:off x="12927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data_5470">
            <a:extLst>
              <a:ext uri="{FF2B5EF4-FFF2-40B4-BE49-F238E27FC236}">
                <a16:creationId xmlns:a16="http://schemas.microsoft.com/office/drawing/2014/main" id="{49D30F19-8FEB-4244-8F60-79FBCC806EE1}"/>
              </a:ext>
            </a:extLst>
          </p:cNvPr>
          <p:cNvSpPr>
            <a:spLocks noGrp="1"/>
          </p:cNvSpPr>
          <p:nvPr/>
        </p:nvSpPr>
        <p:spPr>
          <a:xfrm>
            <a:off x="13130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data_5471">
            <a:extLst>
              <a:ext uri="{FF2B5EF4-FFF2-40B4-BE49-F238E27FC236}">
                <a16:creationId xmlns:a16="http://schemas.microsoft.com/office/drawing/2014/main" id="{3D702022-048F-4232-9EDD-C04E366BD3DF}"/>
              </a:ext>
            </a:extLst>
          </p:cNvPr>
          <p:cNvSpPr>
            <a:spLocks noGrp="1"/>
          </p:cNvSpPr>
          <p:nvPr/>
        </p:nvSpPr>
        <p:spPr>
          <a:xfrm>
            <a:off x="13125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data_5472">
            <a:extLst>
              <a:ext uri="{FF2B5EF4-FFF2-40B4-BE49-F238E27FC236}">
                <a16:creationId xmlns:a16="http://schemas.microsoft.com/office/drawing/2014/main" id="{59A2852A-0D1F-494C-98FB-3F281BE1CD8F}"/>
              </a:ext>
            </a:extLst>
          </p:cNvPr>
          <p:cNvSpPr>
            <a:spLocks noGrp="1"/>
          </p:cNvSpPr>
          <p:nvPr/>
        </p:nvSpPr>
        <p:spPr>
          <a:xfrm>
            <a:off x="1334722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data_5473">
            <a:extLst>
              <a:ext uri="{FF2B5EF4-FFF2-40B4-BE49-F238E27FC236}">
                <a16:creationId xmlns:a16="http://schemas.microsoft.com/office/drawing/2014/main" id="{E192D988-0C45-41BD-B393-B8C7B61ADD71}"/>
              </a:ext>
            </a:extLst>
          </p:cNvPr>
          <p:cNvSpPr>
            <a:spLocks noGrp="1"/>
          </p:cNvSpPr>
          <p:nvPr/>
        </p:nvSpPr>
        <p:spPr>
          <a:xfrm>
            <a:off x="1372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data_5474">
            <a:extLst>
              <a:ext uri="{FF2B5EF4-FFF2-40B4-BE49-F238E27FC236}">
                <a16:creationId xmlns:a16="http://schemas.microsoft.com/office/drawing/2014/main" id="{83BC7FD2-22CA-46EC-9C1E-71802BEEA4F0}"/>
              </a:ext>
            </a:extLst>
          </p:cNvPr>
          <p:cNvSpPr>
            <a:spLocks noGrp="1"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data_5475">
            <a:extLst>
              <a:ext uri="{FF2B5EF4-FFF2-40B4-BE49-F238E27FC236}">
                <a16:creationId xmlns:a16="http://schemas.microsoft.com/office/drawing/2014/main" id="{14D116D3-1C21-4870-8B46-F5C45D4EB392}"/>
              </a:ext>
            </a:extLst>
          </p:cNvPr>
          <p:cNvSpPr>
            <a:spLocks noGrp="1"/>
          </p:cNvSpPr>
          <p:nvPr/>
        </p:nvSpPr>
        <p:spPr>
          <a:xfrm>
            <a:off x="129967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data_5476">
            <a:extLst>
              <a:ext uri="{FF2B5EF4-FFF2-40B4-BE49-F238E27FC236}">
                <a16:creationId xmlns:a16="http://schemas.microsoft.com/office/drawing/2014/main" id="{CA4A3B6F-E295-442E-95A6-18AD1A67BA48}"/>
              </a:ext>
            </a:extLst>
          </p:cNvPr>
          <p:cNvSpPr>
            <a:spLocks noGrp="1"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data_5477">
            <a:extLst>
              <a:ext uri="{FF2B5EF4-FFF2-40B4-BE49-F238E27FC236}">
                <a16:creationId xmlns:a16="http://schemas.microsoft.com/office/drawing/2014/main" id="{8D0204E2-FB33-4C95-B291-4E19D7A78416}"/>
              </a:ext>
            </a:extLst>
          </p:cNvPr>
          <p:cNvSpPr>
            <a:spLocks noGrp="1"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data_5478">
            <a:extLst>
              <a:ext uri="{FF2B5EF4-FFF2-40B4-BE49-F238E27FC236}">
                <a16:creationId xmlns:a16="http://schemas.microsoft.com/office/drawing/2014/main" id="{51DEDA43-0FA2-4987-8130-D6C41F474648}"/>
              </a:ext>
            </a:extLst>
          </p:cNvPr>
          <p:cNvSpPr>
            <a:spLocks noGrp="1"/>
          </p:cNvSpPr>
          <p:nvPr/>
        </p:nvSpPr>
        <p:spPr>
          <a:xfrm>
            <a:off x="12857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data_5479">
            <a:extLst>
              <a:ext uri="{FF2B5EF4-FFF2-40B4-BE49-F238E27FC236}">
                <a16:creationId xmlns:a16="http://schemas.microsoft.com/office/drawing/2014/main" id="{EFDC998A-49AE-4CEE-886C-7E9F68D37BC2}"/>
              </a:ext>
            </a:extLst>
          </p:cNvPr>
          <p:cNvSpPr>
            <a:spLocks noGrp="1"/>
          </p:cNvSpPr>
          <p:nvPr/>
        </p:nvSpPr>
        <p:spPr>
          <a:xfrm>
            <a:off x="138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data_5480">
            <a:extLst>
              <a:ext uri="{FF2B5EF4-FFF2-40B4-BE49-F238E27FC236}">
                <a16:creationId xmlns:a16="http://schemas.microsoft.com/office/drawing/2014/main" id="{378D0234-E443-4DBD-AECC-E3532F8D5883}"/>
              </a:ext>
            </a:extLst>
          </p:cNvPr>
          <p:cNvSpPr>
            <a:spLocks noGrp="1"/>
          </p:cNvSpPr>
          <p:nvPr/>
        </p:nvSpPr>
        <p:spPr>
          <a:xfrm>
            <a:off x="14127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data_5481">
            <a:extLst>
              <a:ext uri="{FF2B5EF4-FFF2-40B4-BE49-F238E27FC236}">
                <a16:creationId xmlns:a16="http://schemas.microsoft.com/office/drawing/2014/main" id="{D801261C-896A-4991-ACF4-6199435A6EF4}"/>
              </a:ext>
            </a:extLst>
          </p:cNvPr>
          <p:cNvSpPr>
            <a:spLocks noGrp="1"/>
          </p:cNvSpPr>
          <p:nvPr/>
        </p:nvSpPr>
        <p:spPr>
          <a:xfrm>
            <a:off x="133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data_5482">
            <a:extLst>
              <a:ext uri="{FF2B5EF4-FFF2-40B4-BE49-F238E27FC236}">
                <a16:creationId xmlns:a16="http://schemas.microsoft.com/office/drawing/2014/main" id="{F3A5FCAD-A969-4538-9148-6341500E1199}"/>
              </a:ext>
            </a:extLst>
          </p:cNvPr>
          <p:cNvSpPr>
            <a:spLocks noGrp="1"/>
          </p:cNvSpPr>
          <p:nvPr/>
        </p:nvSpPr>
        <p:spPr>
          <a:xfrm>
            <a:off x="140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data_5483">
            <a:extLst>
              <a:ext uri="{FF2B5EF4-FFF2-40B4-BE49-F238E27FC236}">
                <a16:creationId xmlns:a16="http://schemas.microsoft.com/office/drawing/2014/main" id="{85485AB6-0FC8-474B-BAFF-CC03FE223BFD}"/>
              </a:ext>
            </a:extLst>
          </p:cNvPr>
          <p:cNvSpPr>
            <a:spLocks noGrp="1"/>
          </p:cNvSpPr>
          <p:nvPr/>
        </p:nvSpPr>
        <p:spPr>
          <a:xfrm>
            <a:off x="131296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data_5484">
            <a:extLst>
              <a:ext uri="{FF2B5EF4-FFF2-40B4-BE49-F238E27FC236}">
                <a16:creationId xmlns:a16="http://schemas.microsoft.com/office/drawing/2014/main" id="{D042D384-C6FA-448B-9549-C236854DB2AC}"/>
              </a:ext>
            </a:extLst>
          </p:cNvPr>
          <p:cNvSpPr>
            <a:spLocks noGrp="1"/>
          </p:cNvSpPr>
          <p:nvPr/>
        </p:nvSpPr>
        <p:spPr>
          <a:xfrm>
            <a:off x="1337719" y="32320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data_5485">
            <a:extLst>
              <a:ext uri="{FF2B5EF4-FFF2-40B4-BE49-F238E27FC236}">
                <a16:creationId xmlns:a16="http://schemas.microsoft.com/office/drawing/2014/main" id="{2D9B8019-9FCB-40EC-82E1-FF0BB8FC93EC}"/>
              </a:ext>
            </a:extLst>
          </p:cNvPr>
          <p:cNvSpPr>
            <a:spLocks noGrp="1"/>
          </p:cNvSpPr>
          <p:nvPr/>
        </p:nvSpPr>
        <p:spPr>
          <a:xfrm>
            <a:off x="13765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data_5486">
            <a:extLst>
              <a:ext uri="{FF2B5EF4-FFF2-40B4-BE49-F238E27FC236}">
                <a16:creationId xmlns:a16="http://schemas.microsoft.com/office/drawing/2014/main" id="{1B4B6FD7-03CF-4005-BEAE-A4C3852A1A4A}"/>
              </a:ext>
            </a:extLst>
          </p:cNvPr>
          <p:cNvSpPr>
            <a:spLocks noGrp="1"/>
          </p:cNvSpPr>
          <p:nvPr/>
        </p:nvSpPr>
        <p:spPr>
          <a:xfrm>
            <a:off x="13998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data_5487">
            <a:extLst>
              <a:ext uri="{FF2B5EF4-FFF2-40B4-BE49-F238E27FC236}">
                <a16:creationId xmlns:a16="http://schemas.microsoft.com/office/drawing/2014/main" id="{7D50A54C-F812-4A6B-A02A-05C731FA5794}"/>
              </a:ext>
            </a:extLst>
          </p:cNvPr>
          <p:cNvSpPr>
            <a:spLocks noGrp="1"/>
          </p:cNvSpPr>
          <p:nvPr/>
        </p:nvSpPr>
        <p:spPr>
          <a:xfrm>
            <a:off x="141250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data_5488">
            <a:extLst>
              <a:ext uri="{FF2B5EF4-FFF2-40B4-BE49-F238E27FC236}">
                <a16:creationId xmlns:a16="http://schemas.microsoft.com/office/drawing/2014/main" id="{9407137B-C83B-4B3D-B9A6-9E3D5413B33A}"/>
              </a:ext>
            </a:extLst>
          </p:cNvPr>
          <p:cNvSpPr>
            <a:spLocks noGrp="1"/>
          </p:cNvSpPr>
          <p:nvPr/>
        </p:nvSpPr>
        <p:spPr>
          <a:xfrm>
            <a:off x="13675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data_5489">
            <a:extLst>
              <a:ext uri="{FF2B5EF4-FFF2-40B4-BE49-F238E27FC236}">
                <a16:creationId xmlns:a16="http://schemas.microsoft.com/office/drawing/2014/main" id="{5EE862C0-D332-4C31-9920-5DCF3C9D6A7B}"/>
              </a:ext>
            </a:extLst>
          </p:cNvPr>
          <p:cNvSpPr>
            <a:spLocks noGrp="1"/>
          </p:cNvSpPr>
          <p:nvPr/>
        </p:nvSpPr>
        <p:spPr>
          <a:xfrm>
            <a:off x="1290291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data_5490">
            <a:extLst>
              <a:ext uri="{FF2B5EF4-FFF2-40B4-BE49-F238E27FC236}">
                <a16:creationId xmlns:a16="http://schemas.microsoft.com/office/drawing/2014/main" id="{80D61F68-CE33-4BDE-B33D-CBA3BAB5BC0C}"/>
              </a:ext>
            </a:extLst>
          </p:cNvPr>
          <p:cNvSpPr>
            <a:spLocks noGrp="1"/>
          </p:cNvSpPr>
          <p:nvPr/>
        </p:nvSpPr>
        <p:spPr>
          <a:xfrm>
            <a:off x="13095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data_5491">
            <a:extLst>
              <a:ext uri="{FF2B5EF4-FFF2-40B4-BE49-F238E27FC236}">
                <a16:creationId xmlns:a16="http://schemas.microsoft.com/office/drawing/2014/main" id="{A87F572D-1DFF-4505-9390-A622210E70BE}"/>
              </a:ext>
            </a:extLst>
          </p:cNvPr>
          <p:cNvSpPr>
            <a:spLocks noGrp="1"/>
          </p:cNvSpPr>
          <p:nvPr/>
        </p:nvSpPr>
        <p:spPr>
          <a:xfrm>
            <a:off x="13180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data_5492">
            <a:extLst>
              <a:ext uri="{FF2B5EF4-FFF2-40B4-BE49-F238E27FC236}">
                <a16:creationId xmlns:a16="http://schemas.microsoft.com/office/drawing/2014/main" id="{25E8AC9F-EF3F-4005-B71A-ED0CB929390B}"/>
              </a:ext>
            </a:extLst>
          </p:cNvPr>
          <p:cNvSpPr>
            <a:spLocks noGrp="1"/>
          </p:cNvSpPr>
          <p:nvPr/>
        </p:nvSpPr>
        <p:spPr>
          <a:xfrm>
            <a:off x="129003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data_5493">
            <a:extLst>
              <a:ext uri="{FF2B5EF4-FFF2-40B4-BE49-F238E27FC236}">
                <a16:creationId xmlns:a16="http://schemas.microsoft.com/office/drawing/2014/main" id="{4573563C-A763-4C71-8154-7FC2D64FD9E4}"/>
              </a:ext>
            </a:extLst>
          </p:cNvPr>
          <p:cNvSpPr>
            <a:spLocks noGrp="1"/>
          </p:cNvSpPr>
          <p:nvPr/>
        </p:nvSpPr>
        <p:spPr>
          <a:xfrm>
            <a:off x="128924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data_5494">
            <a:extLst>
              <a:ext uri="{FF2B5EF4-FFF2-40B4-BE49-F238E27FC236}">
                <a16:creationId xmlns:a16="http://schemas.microsoft.com/office/drawing/2014/main" id="{814D4F58-0DE1-4755-A256-F8727284F9FF}"/>
              </a:ext>
            </a:extLst>
          </p:cNvPr>
          <p:cNvSpPr>
            <a:spLocks noGrp="1"/>
          </p:cNvSpPr>
          <p:nvPr/>
        </p:nvSpPr>
        <p:spPr>
          <a:xfrm>
            <a:off x="13145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data_5495">
            <a:extLst>
              <a:ext uri="{FF2B5EF4-FFF2-40B4-BE49-F238E27FC236}">
                <a16:creationId xmlns:a16="http://schemas.microsoft.com/office/drawing/2014/main" id="{8BF7D4C8-C1BF-48B7-A9FD-45AEEE91F9DC}"/>
              </a:ext>
            </a:extLst>
          </p:cNvPr>
          <p:cNvSpPr>
            <a:spLocks noGrp="1"/>
          </p:cNvSpPr>
          <p:nvPr/>
        </p:nvSpPr>
        <p:spPr>
          <a:xfrm>
            <a:off x="1363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data_5496">
            <a:extLst>
              <a:ext uri="{FF2B5EF4-FFF2-40B4-BE49-F238E27FC236}">
                <a16:creationId xmlns:a16="http://schemas.microsoft.com/office/drawing/2014/main" id="{8A11F5EA-7DA0-49D6-9643-B4AB0A8A8680}"/>
              </a:ext>
            </a:extLst>
          </p:cNvPr>
          <p:cNvSpPr>
            <a:spLocks noGrp="1"/>
          </p:cNvSpPr>
          <p:nvPr/>
        </p:nvSpPr>
        <p:spPr>
          <a:xfrm>
            <a:off x="130762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data_5497">
            <a:extLst>
              <a:ext uri="{FF2B5EF4-FFF2-40B4-BE49-F238E27FC236}">
                <a16:creationId xmlns:a16="http://schemas.microsoft.com/office/drawing/2014/main" id="{55F72EE7-3ADD-4202-8C03-6485809DC3B6}"/>
              </a:ext>
            </a:extLst>
          </p:cNvPr>
          <p:cNvSpPr>
            <a:spLocks noGrp="1"/>
          </p:cNvSpPr>
          <p:nvPr/>
        </p:nvSpPr>
        <p:spPr>
          <a:xfrm>
            <a:off x="13467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data_5498">
            <a:extLst>
              <a:ext uri="{FF2B5EF4-FFF2-40B4-BE49-F238E27FC236}">
                <a16:creationId xmlns:a16="http://schemas.microsoft.com/office/drawing/2014/main" id="{68439AD4-9612-4072-8D1B-140FF1215697}"/>
              </a:ext>
            </a:extLst>
          </p:cNvPr>
          <p:cNvSpPr>
            <a:spLocks noGrp="1"/>
          </p:cNvSpPr>
          <p:nvPr/>
        </p:nvSpPr>
        <p:spPr>
          <a:xfrm>
            <a:off x="1332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data_5499">
            <a:extLst>
              <a:ext uri="{FF2B5EF4-FFF2-40B4-BE49-F238E27FC236}">
                <a16:creationId xmlns:a16="http://schemas.microsoft.com/office/drawing/2014/main" id="{1F876C5F-86D4-410A-9AAB-F788291A9ACC}"/>
              </a:ext>
            </a:extLst>
          </p:cNvPr>
          <p:cNvSpPr>
            <a:spLocks noGrp="1"/>
          </p:cNvSpPr>
          <p:nvPr/>
        </p:nvSpPr>
        <p:spPr>
          <a:xfrm>
            <a:off x="13975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data_5500">
            <a:extLst>
              <a:ext uri="{FF2B5EF4-FFF2-40B4-BE49-F238E27FC236}">
                <a16:creationId xmlns:a16="http://schemas.microsoft.com/office/drawing/2014/main" id="{5178480B-40D5-4B81-A92B-0A266B44F6F5}"/>
              </a:ext>
            </a:extLst>
          </p:cNvPr>
          <p:cNvSpPr>
            <a:spLocks noGrp="1"/>
          </p:cNvSpPr>
          <p:nvPr/>
        </p:nvSpPr>
        <p:spPr>
          <a:xfrm>
            <a:off x="1319999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data_5501">
            <a:extLst>
              <a:ext uri="{FF2B5EF4-FFF2-40B4-BE49-F238E27FC236}">
                <a16:creationId xmlns:a16="http://schemas.microsoft.com/office/drawing/2014/main" id="{DB479FB6-33BA-4458-B7CF-2BE48A73AC94}"/>
              </a:ext>
            </a:extLst>
          </p:cNvPr>
          <p:cNvSpPr>
            <a:spLocks noGrp="1"/>
          </p:cNvSpPr>
          <p:nvPr/>
        </p:nvSpPr>
        <p:spPr>
          <a:xfrm>
            <a:off x="137355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data_5502">
            <a:extLst>
              <a:ext uri="{FF2B5EF4-FFF2-40B4-BE49-F238E27FC236}">
                <a16:creationId xmlns:a16="http://schemas.microsoft.com/office/drawing/2014/main" id="{9560D1A7-A9D0-4148-BA6C-617BE4123D75}"/>
              </a:ext>
            </a:extLst>
          </p:cNvPr>
          <p:cNvSpPr>
            <a:spLocks noGrp="1"/>
          </p:cNvSpPr>
          <p:nvPr/>
        </p:nvSpPr>
        <p:spPr>
          <a:xfrm>
            <a:off x="13768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data_5503">
            <a:extLst>
              <a:ext uri="{FF2B5EF4-FFF2-40B4-BE49-F238E27FC236}">
                <a16:creationId xmlns:a16="http://schemas.microsoft.com/office/drawing/2014/main" id="{E26947CB-B8E0-47B9-AA24-9D4ACC798937}"/>
              </a:ext>
            </a:extLst>
          </p:cNvPr>
          <p:cNvSpPr>
            <a:spLocks noGrp="1"/>
          </p:cNvSpPr>
          <p:nvPr/>
        </p:nvSpPr>
        <p:spPr>
          <a:xfrm>
            <a:off x="12896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data_5504">
            <a:extLst>
              <a:ext uri="{FF2B5EF4-FFF2-40B4-BE49-F238E27FC236}">
                <a16:creationId xmlns:a16="http://schemas.microsoft.com/office/drawing/2014/main" id="{9F9E4140-83A4-4574-9D03-FA1D74B549B2}"/>
              </a:ext>
            </a:extLst>
          </p:cNvPr>
          <p:cNvSpPr>
            <a:spLocks noGrp="1"/>
          </p:cNvSpPr>
          <p:nvPr/>
        </p:nvSpPr>
        <p:spPr>
          <a:xfrm>
            <a:off x="13958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data_5505">
            <a:extLst>
              <a:ext uri="{FF2B5EF4-FFF2-40B4-BE49-F238E27FC236}">
                <a16:creationId xmlns:a16="http://schemas.microsoft.com/office/drawing/2014/main" id="{C0A44DF2-F7E2-433C-B188-E051E3FD983B}"/>
              </a:ext>
            </a:extLst>
          </p:cNvPr>
          <p:cNvSpPr>
            <a:spLocks noGrp="1"/>
          </p:cNvSpPr>
          <p:nvPr/>
        </p:nvSpPr>
        <p:spPr>
          <a:xfrm>
            <a:off x="12865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data_5506">
            <a:extLst>
              <a:ext uri="{FF2B5EF4-FFF2-40B4-BE49-F238E27FC236}">
                <a16:creationId xmlns:a16="http://schemas.microsoft.com/office/drawing/2014/main" id="{00EFDAA5-2B53-4C3D-8E63-4EC104E74F51}"/>
              </a:ext>
            </a:extLst>
          </p:cNvPr>
          <p:cNvSpPr>
            <a:spLocks noGrp="1"/>
          </p:cNvSpPr>
          <p:nvPr/>
        </p:nvSpPr>
        <p:spPr>
          <a:xfrm>
            <a:off x="139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data_5507">
            <a:extLst>
              <a:ext uri="{FF2B5EF4-FFF2-40B4-BE49-F238E27FC236}">
                <a16:creationId xmlns:a16="http://schemas.microsoft.com/office/drawing/2014/main" id="{FAA80D93-C732-4E25-85B7-33F42C0177A0}"/>
              </a:ext>
            </a:extLst>
          </p:cNvPr>
          <p:cNvSpPr>
            <a:spLocks noGrp="1"/>
          </p:cNvSpPr>
          <p:nvPr/>
        </p:nvSpPr>
        <p:spPr>
          <a:xfrm>
            <a:off x="1408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data_5508">
            <a:extLst>
              <a:ext uri="{FF2B5EF4-FFF2-40B4-BE49-F238E27FC236}">
                <a16:creationId xmlns:a16="http://schemas.microsoft.com/office/drawing/2014/main" id="{6B937443-9808-48E8-B0E9-AFB57F516D30}"/>
              </a:ext>
            </a:extLst>
          </p:cNvPr>
          <p:cNvSpPr>
            <a:spLocks noGrp="1"/>
          </p:cNvSpPr>
          <p:nvPr/>
        </p:nvSpPr>
        <p:spPr>
          <a:xfrm>
            <a:off x="1364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data_5509">
            <a:extLst>
              <a:ext uri="{FF2B5EF4-FFF2-40B4-BE49-F238E27FC236}">
                <a16:creationId xmlns:a16="http://schemas.microsoft.com/office/drawing/2014/main" id="{CE37697D-666A-4CBC-9CB1-A6A46001B873}"/>
              </a:ext>
            </a:extLst>
          </p:cNvPr>
          <p:cNvSpPr>
            <a:spLocks noGrp="1"/>
          </p:cNvSpPr>
          <p:nvPr/>
        </p:nvSpPr>
        <p:spPr>
          <a:xfrm>
            <a:off x="13253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data_5510">
            <a:extLst>
              <a:ext uri="{FF2B5EF4-FFF2-40B4-BE49-F238E27FC236}">
                <a16:creationId xmlns:a16="http://schemas.microsoft.com/office/drawing/2014/main" id="{94371E9A-2EDA-4D7D-B9E1-17132E1B72A6}"/>
              </a:ext>
            </a:extLst>
          </p:cNvPr>
          <p:cNvSpPr>
            <a:spLocks noGrp="1"/>
          </p:cNvSpPr>
          <p:nvPr/>
        </p:nvSpPr>
        <p:spPr>
          <a:xfrm>
            <a:off x="137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data_5511">
            <a:extLst>
              <a:ext uri="{FF2B5EF4-FFF2-40B4-BE49-F238E27FC236}">
                <a16:creationId xmlns:a16="http://schemas.microsoft.com/office/drawing/2014/main" id="{F0052588-9D05-4323-98DD-AE48BF9065B8}"/>
              </a:ext>
            </a:extLst>
          </p:cNvPr>
          <p:cNvSpPr>
            <a:spLocks noGrp="1"/>
          </p:cNvSpPr>
          <p:nvPr/>
        </p:nvSpPr>
        <p:spPr>
          <a:xfrm>
            <a:off x="13136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data_5512">
            <a:extLst>
              <a:ext uri="{FF2B5EF4-FFF2-40B4-BE49-F238E27FC236}">
                <a16:creationId xmlns:a16="http://schemas.microsoft.com/office/drawing/2014/main" id="{729CC40C-8454-4CAE-8FAB-A75A8FED12C2}"/>
              </a:ext>
            </a:extLst>
          </p:cNvPr>
          <p:cNvSpPr>
            <a:spLocks noGrp="1"/>
          </p:cNvSpPr>
          <p:nvPr/>
        </p:nvSpPr>
        <p:spPr>
          <a:xfrm>
            <a:off x="13471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data_5513">
            <a:extLst>
              <a:ext uri="{FF2B5EF4-FFF2-40B4-BE49-F238E27FC236}">
                <a16:creationId xmlns:a16="http://schemas.microsoft.com/office/drawing/2014/main" id="{5CE36895-E20D-491D-B35C-82BA3C6EB3B6}"/>
              </a:ext>
            </a:extLst>
          </p:cNvPr>
          <p:cNvSpPr>
            <a:spLocks noGrp="1"/>
          </p:cNvSpPr>
          <p:nvPr/>
        </p:nvSpPr>
        <p:spPr>
          <a:xfrm>
            <a:off x="1347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data_5514">
            <a:extLst>
              <a:ext uri="{FF2B5EF4-FFF2-40B4-BE49-F238E27FC236}">
                <a16:creationId xmlns:a16="http://schemas.microsoft.com/office/drawing/2014/main" id="{60096C34-64A8-45A3-BEDD-B8913AF78351}"/>
              </a:ext>
            </a:extLst>
          </p:cNvPr>
          <p:cNvSpPr>
            <a:spLocks noGrp="1"/>
          </p:cNvSpPr>
          <p:nvPr/>
        </p:nvSpPr>
        <p:spPr>
          <a:xfrm>
            <a:off x="130801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data_5515">
            <a:extLst>
              <a:ext uri="{FF2B5EF4-FFF2-40B4-BE49-F238E27FC236}">
                <a16:creationId xmlns:a16="http://schemas.microsoft.com/office/drawing/2014/main" id="{C85A89C7-7EA5-4081-874D-A7A3801CFFD0}"/>
              </a:ext>
            </a:extLst>
          </p:cNvPr>
          <p:cNvSpPr>
            <a:spLocks noGrp="1"/>
          </p:cNvSpPr>
          <p:nvPr/>
        </p:nvSpPr>
        <p:spPr>
          <a:xfrm>
            <a:off x="13988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data_5516">
            <a:extLst>
              <a:ext uri="{FF2B5EF4-FFF2-40B4-BE49-F238E27FC236}">
                <a16:creationId xmlns:a16="http://schemas.microsoft.com/office/drawing/2014/main" id="{215B7400-D5CA-4D6D-BF8F-DE523AE7D64E}"/>
              </a:ext>
            </a:extLst>
          </p:cNvPr>
          <p:cNvSpPr>
            <a:spLocks noGrp="1"/>
          </p:cNvSpPr>
          <p:nvPr/>
        </p:nvSpPr>
        <p:spPr>
          <a:xfrm>
            <a:off x="1327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data_5517">
            <a:extLst>
              <a:ext uri="{FF2B5EF4-FFF2-40B4-BE49-F238E27FC236}">
                <a16:creationId xmlns:a16="http://schemas.microsoft.com/office/drawing/2014/main" id="{1E72080B-F6CD-4EBD-9602-B125F3C30F3E}"/>
              </a:ext>
            </a:extLst>
          </p:cNvPr>
          <p:cNvSpPr>
            <a:spLocks noGrp="1"/>
          </p:cNvSpPr>
          <p:nvPr/>
        </p:nvSpPr>
        <p:spPr>
          <a:xfrm>
            <a:off x="13401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data_5518">
            <a:extLst>
              <a:ext uri="{FF2B5EF4-FFF2-40B4-BE49-F238E27FC236}">
                <a16:creationId xmlns:a16="http://schemas.microsoft.com/office/drawing/2014/main" id="{C320126B-5D63-4274-8B88-22B425BCD133}"/>
              </a:ext>
            </a:extLst>
          </p:cNvPr>
          <p:cNvSpPr>
            <a:spLocks noGrp="1"/>
          </p:cNvSpPr>
          <p:nvPr/>
        </p:nvSpPr>
        <p:spPr>
          <a:xfrm>
            <a:off x="14113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data_5519">
            <a:extLst>
              <a:ext uri="{FF2B5EF4-FFF2-40B4-BE49-F238E27FC236}">
                <a16:creationId xmlns:a16="http://schemas.microsoft.com/office/drawing/2014/main" id="{19191799-E2A8-4EB1-B519-85CD20A8D3AB}"/>
              </a:ext>
            </a:extLst>
          </p:cNvPr>
          <p:cNvSpPr>
            <a:spLocks noGrp="1"/>
          </p:cNvSpPr>
          <p:nvPr/>
        </p:nvSpPr>
        <p:spPr>
          <a:xfrm>
            <a:off x="13722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data_5520">
            <a:extLst>
              <a:ext uri="{FF2B5EF4-FFF2-40B4-BE49-F238E27FC236}">
                <a16:creationId xmlns:a16="http://schemas.microsoft.com/office/drawing/2014/main" id="{B54173DF-EF2C-4C0D-A04F-FAD224434DFD}"/>
              </a:ext>
            </a:extLst>
          </p:cNvPr>
          <p:cNvSpPr>
            <a:spLocks noGrp="1"/>
          </p:cNvSpPr>
          <p:nvPr/>
        </p:nvSpPr>
        <p:spPr>
          <a:xfrm>
            <a:off x="1406646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data_5521">
            <a:extLst>
              <a:ext uri="{FF2B5EF4-FFF2-40B4-BE49-F238E27FC236}">
                <a16:creationId xmlns:a16="http://schemas.microsoft.com/office/drawing/2014/main" id="{F5241660-EE64-4E5E-9E12-DB7802F01973}"/>
              </a:ext>
            </a:extLst>
          </p:cNvPr>
          <p:cNvSpPr>
            <a:spLocks noGrp="1"/>
          </p:cNvSpPr>
          <p:nvPr/>
        </p:nvSpPr>
        <p:spPr>
          <a:xfrm>
            <a:off x="12914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data_5522">
            <a:extLst>
              <a:ext uri="{FF2B5EF4-FFF2-40B4-BE49-F238E27FC236}">
                <a16:creationId xmlns:a16="http://schemas.microsoft.com/office/drawing/2014/main" id="{4AC06F55-F0A0-424D-BD05-5409628ABBFC}"/>
              </a:ext>
            </a:extLst>
          </p:cNvPr>
          <p:cNvSpPr>
            <a:spLocks noGrp="1"/>
          </p:cNvSpPr>
          <p:nvPr/>
        </p:nvSpPr>
        <p:spPr>
          <a:xfrm>
            <a:off x="13970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data_5523">
            <a:extLst>
              <a:ext uri="{FF2B5EF4-FFF2-40B4-BE49-F238E27FC236}">
                <a16:creationId xmlns:a16="http://schemas.microsoft.com/office/drawing/2014/main" id="{138D1A07-3CA2-4BEF-8E26-432D008B1CA7}"/>
              </a:ext>
            </a:extLst>
          </p:cNvPr>
          <p:cNvSpPr>
            <a:spLocks noGrp="1"/>
          </p:cNvSpPr>
          <p:nvPr/>
        </p:nvSpPr>
        <p:spPr>
          <a:xfrm>
            <a:off x="13798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data_5524">
            <a:extLst>
              <a:ext uri="{FF2B5EF4-FFF2-40B4-BE49-F238E27FC236}">
                <a16:creationId xmlns:a16="http://schemas.microsoft.com/office/drawing/2014/main" id="{0E29C9BE-07BA-40E2-A355-9C3D8FF8CBDF}"/>
              </a:ext>
            </a:extLst>
          </p:cNvPr>
          <p:cNvSpPr>
            <a:spLocks noGrp="1"/>
          </p:cNvSpPr>
          <p:nvPr/>
        </p:nvSpPr>
        <p:spPr>
          <a:xfrm>
            <a:off x="13348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data_5525">
            <a:extLst>
              <a:ext uri="{FF2B5EF4-FFF2-40B4-BE49-F238E27FC236}">
                <a16:creationId xmlns:a16="http://schemas.microsoft.com/office/drawing/2014/main" id="{C6D4F6FC-B9B5-4834-BB04-1EBF2456B599}"/>
              </a:ext>
            </a:extLst>
          </p:cNvPr>
          <p:cNvSpPr>
            <a:spLocks noGrp="1"/>
          </p:cNvSpPr>
          <p:nvPr/>
        </p:nvSpPr>
        <p:spPr>
          <a:xfrm>
            <a:off x="138488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data_5526">
            <a:extLst>
              <a:ext uri="{FF2B5EF4-FFF2-40B4-BE49-F238E27FC236}">
                <a16:creationId xmlns:a16="http://schemas.microsoft.com/office/drawing/2014/main" id="{A8A923B8-7082-4DE2-B5F4-119A33E9BC99}"/>
              </a:ext>
            </a:extLst>
          </p:cNvPr>
          <p:cNvSpPr>
            <a:spLocks noGrp="1"/>
          </p:cNvSpPr>
          <p:nvPr/>
        </p:nvSpPr>
        <p:spPr>
          <a:xfrm>
            <a:off x="14119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data_5527">
            <a:extLst>
              <a:ext uri="{FF2B5EF4-FFF2-40B4-BE49-F238E27FC236}">
                <a16:creationId xmlns:a16="http://schemas.microsoft.com/office/drawing/2014/main" id="{ABBBA4C9-98C1-4069-A9F3-E21642EB19D3}"/>
              </a:ext>
            </a:extLst>
          </p:cNvPr>
          <p:cNvSpPr>
            <a:spLocks noGrp="1"/>
          </p:cNvSpPr>
          <p:nvPr/>
        </p:nvSpPr>
        <p:spPr>
          <a:xfrm>
            <a:off x="1371205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data_5528">
            <a:extLst>
              <a:ext uri="{FF2B5EF4-FFF2-40B4-BE49-F238E27FC236}">
                <a16:creationId xmlns:a16="http://schemas.microsoft.com/office/drawing/2014/main" id="{286C2976-AA6C-40B0-A0CC-731E615259AC}"/>
              </a:ext>
            </a:extLst>
          </p:cNvPr>
          <p:cNvSpPr>
            <a:spLocks noGrp="1"/>
          </p:cNvSpPr>
          <p:nvPr/>
        </p:nvSpPr>
        <p:spPr>
          <a:xfrm>
            <a:off x="13812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data_5529">
            <a:extLst>
              <a:ext uri="{FF2B5EF4-FFF2-40B4-BE49-F238E27FC236}">
                <a16:creationId xmlns:a16="http://schemas.microsoft.com/office/drawing/2014/main" id="{2D53F61F-B907-4F83-BE60-783841DFA05C}"/>
              </a:ext>
            </a:extLst>
          </p:cNvPr>
          <p:cNvSpPr>
            <a:spLocks noGrp="1"/>
          </p:cNvSpPr>
          <p:nvPr/>
        </p:nvSpPr>
        <p:spPr>
          <a:xfrm>
            <a:off x="1380065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data_5530">
            <a:extLst>
              <a:ext uri="{FF2B5EF4-FFF2-40B4-BE49-F238E27FC236}">
                <a16:creationId xmlns:a16="http://schemas.microsoft.com/office/drawing/2014/main" id="{16C24870-181B-4731-8A89-99511DD28D24}"/>
              </a:ext>
            </a:extLst>
          </p:cNvPr>
          <p:cNvSpPr>
            <a:spLocks noGrp="1"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data_5531">
            <a:extLst>
              <a:ext uri="{FF2B5EF4-FFF2-40B4-BE49-F238E27FC236}">
                <a16:creationId xmlns:a16="http://schemas.microsoft.com/office/drawing/2014/main" id="{60B27A54-C3D3-4FA2-89EA-1449A4FFF33D}"/>
              </a:ext>
            </a:extLst>
          </p:cNvPr>
          <p:cNvSpPr>
            <a:spLocks noGrp="1"/>
          </p:cNvSpPr>
          <p:nvPr/>
        </p:nvSpPr>
        <p:spPr>
          <a:xfrm>
            <a:off x="1322865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data_5532">
            <a:extLst>
              <a:ext uri="{FF2B5EF4-FFF2-40B4-BE49-F238E27FC236}">
                <a16:creationId xmlns:a16="http://schemas.microsoft.com/office/drawing/2014/main" id="{AB52FFCC-6EE7-449D-973A-2797E80B1001}"/>
              </a:ext>
            </a:extLst>
          </p:cNvPr>
          <p:cNvSpPr>
            <a:spLocks noGrp="1"/>
          </p:cNvSpPr>
          <p:nvPr/>
        </p:nvSpPr>
        <p:spPr>
          <a:xfrm>
            <a:off x="14028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data_5533">
            <a:extLst>
              <a:ext uri="{FF2B5EF4-FFF2-40B4-BE49-F238E27FC236}">
                <a16:creationId xmlns:a16="http://schemas.microsoft.com/office/drawing/2014/main" id="{3B5E16B2-54B3-4CC7-AC16-5F02AA3352FF}"/>
              </a:ext>
            </a:extLst>
          </p:cNvPr>
          <p:cNvSpPr>
            <a:spLocks noGrp="1"/>
          </p:cNvSpPr>
          <p:nvPr/>
        </p:nvSpPr>
        <p:spPr>
          <a:xfrm>
            <a:off x="130905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data_5534">
            <a:extLst>
              <a:ext uri="{FF2B5EF4-FFF2-40B4-BE49-F238E27FC236}">
                <a16:creationId xmlns:a16="http://schemas.microsoft.com/office/drawing/2014/main" id="{C21DAD2F-C47F-49C6-BCD5-E6846C9874A8}"/>
              </a:ext>
            </a:extLst>
          </p:cNvPr>
          <p:cNvSpPr>
            <a:spLocks noGrp="1"/>
          </p:cNvSpPr>
          <p:nvPr/>
        </p:nvSpPr>
        <p:spPr>
          <a:xfrm>
            <a:off x="130801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data_5535">
            <a:extLst>
              <a:ext uri="{FF2B5EF4-FFF2-40B4-BE49-F238E27FC236}">
                <a16:creationId xmlns:a16="http://schemas.microsoft.com/office/drawing/2014/main" id="{D36309E0-0C36-4DA9-AC1A-08C4B7DE9FEB}"/>
              </a:ext>
            </a:extLst>
          </p:cNvPr>
          <p:cNvSpPr>
            <a:spLocks noGrp="1"/>
          </p:cNvSpPr>
          <p:nvPr/>
        </p:nvSpPr>
        <p:spPr>
          <a:xfrm>
            <a:off x="131387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data_5536">
            <a:extLst>
              <a:ext uri="{FF2B5EF4-FFF2-40B4-BE49-F238E27FC236}">
                <a16:creationId xmlns:a16="http://schemas.microsoft.com/office/drawing/2014/main" id="{23C5F92D-D9D6-48B0-8360-6AB40878F66D}"/>
              </a:ext>
            </a:extLst>
          </p:cNvPr>
          <p:cNvSpPr>
            <a:spLocks noGrp="1"/>
          </p:cNvSpPr>
          <p:nvPr/>
        </p:nvSpPr>
        <p:spPr>
          <a:xfrm>
            <a:off x="140469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data_5537">
            <a:extLst>
              <a:ext uri="{FF2B5EF4-FFF2-40B4-BE49-F238E27FC236}">
                <a16:creationId xmlns:a16="http://schemas.microsoft.com/office/drawing/2014/main" id="{87DAED74-81EB-451D-8B2A-E9BE613B3787}"/>
              </a:ext>
            </a:extLst>
          </p:cNvPr>
          <p:cNvSpPr>
            <a:spLocks noGrp="1"/>
          </p:cNvSpPr>
          <p:nvPr/>
        </p:nvSpPr>
        <p:spPr>
          <a:xfrm>
            <a:off x="1390880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data_5538">
            <a:extLst>
              <a:ext uri="{FF2B5EF4-FFF2-40B4-BE49-F238E27FC236}">
                <a16:creationId xmlns:a16="http://schemas.microsoft.com/office/drawing/2014/main" id="{675CA98A-F05B-45BF-94C2-1F2559BCE2E3}"/>
              </a:ext>
            </a:extLst>
          </p:cNvPr>
          <p:cNvSpPr>
            <a:spLocks noGrp="1"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data_5539">
            <a:extLst>
              <a:ext uri="{FF2B5EF4-FFF2-40B4-BE49-F238E27FC236}">
                <a16:creationId xmlns:a16="http://schemas.microsoft.com/office/drawing/2014/main" id="{2EAAF0F7-F42A-4164-ABBB-6103AFA0B78A}"/>
              </a:ext>
            </a:extLst>
          </p:cNvPr>
          <p:cNvSpPr>
            <a:spLocks noGrp="1"/>
          </p:cNvSpPr>
          <p:nvPr/>
        </p:nvSpPr>
        <p:spPr>
          <a:xfrm>
            <a:off x="1380326" y="31544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data_5540">
            <a:extLst>
              <a:ext uri="{FF2B5EF4-FFF2-40B4-BE49-F238E27FC236}">
                <a16:creationId xmlns:a16="http://schemas.microsoft.com/office/drawing/2014/main" id="{EA3183F6-BC00-435D-AC72-E09A08264A4E}"/>
              </a:ext>
            </a:extLst>
          </p:cNvPr>
          <p:cNvSpPr>
            <a:spLocks noGrp="1"/>
          </p:cNvSpPr>
          <p:nvPr/>
        </p:nvSpPr>
        <p:spPr>
          <a:xfrm>
            <a:off x="1390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data_5541">
            <a:extLst>
              <a:ext uri="{FF2B5EF4-FFF2-40B4-BE49-F238E27FC236}">
                <a16:creationId xmlns:a16="http://schemas.microsoft.com/office/drawing/2014/main" id="{552BA550-A778-4D4A-940F-0CA2D9894B3C}"/>
              </a:ext>
            </a:extLst>
          </p:cNvPr>
          <p:cNvSpPr>
            <a:spLocks noGrp="1"/>
          </p:cNvSpPr>
          <p:nvPr/>
        </p:nvSpPr>
        <p:spPr>
          <a:xfrm>
            <a:off x="1401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data_5542">
            <a:extLst>
              <a:ext uri="{FF2B5EF4-FFF2-40B4-BE49-F238E27FC236}">
                <a16:creationId xmlns:a16="http://schemas.microsoft.com/office/drawing/2014/main" id="{616ADC62-6B19-4C7D-A1D9-B18DAC7D09C6}"/>
              </a:ext>
            </a:extLst>
          </p:cNvPr>
          <p:cNvSpPr>
            <a:spLocks noGrp="1"/>
          </p:cNvSpPr>
          <p:nvPr/>
        </p:nvSpPr>
        <p:spPr>
          <a:xfrm>
            <a:off x="13059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data_5543">
            <a:extLst>
              <a:ext uri="{FF2B5EF4-FFF2-40B4-BE49-F238E27FC236}">
                <a16:creationId xmlns:a16="http://schemas.microsoft.com/office/drawing/2014/main" id="{690BA220-3759-40F5-8DFC-59BC947EFC95}"/>
              </a:ext>
            </a:extLst>
          </p:cNvPr>
          <p:cNvSpPr>
            <a:spLocks noGrp="1"/>
          </p:cNvSpPr>
          <p:nvPr/>
        </p:nvSpPr>
        <p:spPr>
          <a:xfrm>
            <a:off x="1316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data_5544">
            <a:extLst>
              <a:ext uri="{FF2B5EF4-FFF2-40B4-BE49-F238E27FC236}">
                <a16:creationId xmlns:a16="http://schemas.microsoft.com/office/drawing/2014/main" id="{ED154C3C-F5E5-4D18-A14E-060F6BDDBD81}"/>
              </a:ext>
            </a:extLst>
          </p:cNvPr>
          <p:cNvSpPr>
            <a:spLocks noGrp="1"/>
          </p:cNvSpPr>
          <p:nvPr/>
        </p:nvSpPr>
        <p:spPr>
          <a:xfrm>
            <a:off x="1378111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data_5545">
            <a:extLst>
              <a:ext uri="{FF2B5EF4-FFF2-40B4-BE49-F238E27FC236}">
                <a16:creationId xmlns:a16="http://schemas.microsoft.com/office/drawing/2014/main" id="{FD517B91-5345-42C9-9AE4-9D4CA60C2027}"/>
              </a:ext>
            </a:extLst>
          </p:cNvPr>
          <p:cNvSpPr>
            <a:spLocks noGrp="1"/>
          </p:cNvSpPr>
          <p:nvPr/>
        </p:nvSpPr>
        <p:spPr>
          <a:xfrm>
            <a:off x="1312572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data_5546">
            <a:extLst>
              <a:ext uri="{FF2B5EF4-FFF2-40B4-BE49-F238E27FC236}">
                <a16:creationId xmlns:a16="http://schemas.microsoft.com/office/drawing/2014/main" id="{3A2C5A87-C8A7-4DEA-976E-EBFE40D83FDC}"/>
              </a:ext>
            </a:extLst>
          </p:cNvPr>
          <p:cNvSpPr>
            <a:spLocks noGrp="1"/>
          </p:cNvSpPr>
          <p:nvPr/>
        </p:nvSpPr>
        <p:spPr>
          <a:xfrm>
            <a:off x="1325211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data_5547">
            <a:extLst>
              <a:ext uri="{FF2B5EF4-FFF2-40B4-BE49-F238E27FC236}">
                <a16:creationId xmlns:a16="http://schemas.microsoft.com/office/drawing/2014/main" id="{B310BF17-5411-490F-BFB4-AE4D4BD06833}"/>
              </a:ext>
            </a:extLst>
          </p:cNvPr>
          <p:cNvSpPr>
            <a:spLocks noGrp="1"/>
          </p:cNvSpPr>
          <p:nvPr/>
        </p:nvSpPr>
        <p:spPr>
          <a:xfrm>
            <a:off x="13038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data_5548">
            <a:extLst>
              <a:ext uri="{FF2B5EF4-FFF2-40B4-BE49-F238E27FC236}">
                <a16:creationId xmlns:a16="http://schemas.microsoft.com/office/drawing/2014/main" id="{13185F54-2E48-40DD-A2C3-90550F1EEE58}"/>
              </a:ext>
            </a:extLst>
          </p:cNvPr>
          <p:cNvSpPr>
            <a:spLocks noGrp="1"/>
          </p:cNvSpPr>
          <p:nvPr/>
        </p:nvSpPr>
        <p:spPr>
          <a:xfrm>
            <a:off x="1317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data_5549">
            <a:extLst>
              <a:ext uri="{FF2B5EF4-FFF2-40B4-BE49-F238E27FC236}">
                <a16:creationId xmlns:a16="http://schemas.microsoft.com/office/drawing/2014/main" id="{750159DD-47D5-4C9E-871B-C1F521CD5563}"/>
              </a:ext>
            </a:extLst>
          </p:cNvPr>
          <p:cNvSpPr>
            <a:spLocks noGrp="1"/>
          </p:cNvSpPr>
          <p:nvPr/>
        </p:nvSpPr>
        <p:spPr>
          <a:xfrm>
            <a:off x="13227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data_5550">
            <a:extLst>
              <a:ext uri="{FF2B5EF4-FFF2-40B4-BE49-F238E27FC236}">
                <a16:creationId xmlns:a16="http://schemas.microsoft.com/office/drawing/2014/main" id="{EA96D0C9-4E3D-4FE3-8EC2-6A8052289561}"/>
              </a:ext>
            </a:extLst>
          </p:cNvPr>
          <p:cNvSpPr>
            <a:spLocks noGrp="1"/>
          </p:cNvSpPr>
          <p:nvPr/>
        </p:nvSpPr>
        <p:spPr>
          <a:xfrm>
            <a:off x="140364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data_5551">
            <a:extLst>
              <a:ext uri="{FF2B5EF4-FFF2-40B4-BE49-F238E27FC236}">
                <a16:creationId xmlns:a16="http://schemas.microsoft.com/office/drawing/2014/main" id="{49602B13-47AB-4603-AA7D-B8A00DD4E156}"/>
              </a:ext>
            </a:extLst>
          </p:cNvPr>
          <p:cNvSpPr>
            <a:spLocks noGrp="1"/>
          </p:cNvSpPr>
          <p:nvPr/>
        </p:nvSpPr>
        <p:spPr>
          <a:xfrm>
            <a:off x="13484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data_5552">
            <a:extLst>
              <a:ext uri="{FF2B5EF4-FFF2-40B4-BE49-F238E27FC236}">
                <a16:creationId xmlns:a16="http://schemas.microsoft.com/office/drawing/2014/main" id="{8BC3918F-7C32-4127-8900-1C28E76B1531}"/>
              </a:ext>
            </a:extLst>
          </p:cNvPr>
          <p:cNvSpPr>
            <a:spLocks noGrp="1"/>
          </p:cNvSpPr>
          <p:nvPr/>
        </p:nvSpPr>
        <p:spPr>
          <a:xfrm>
            <a:off x="13059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data_5553">
            <a:extLst>
              <a:ext uri="{FF2B5EF4-FFF2-40B4-BE49-F238E27FC236}">
                <a16:creationId xmlns:a16="http://schemas.microsoft.com/office/drawing/2014/main" id="{BE095E74-DECC-4F8B-A251-6F26AE7CCD22}"/>
              </a:ext>
            </a:extLst>
          </p:cNvPr>
          <p:cNvSpPr>
            <a:spLocks noGrp="1"/>
          </p:cNvSpPr>
          <p:nvPr/>
        </p:nvSpPr>
        <p:spPr>
          <a:xfrm>
            <a:off x="13248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data_5554">
            <a:extLst>
              <a:ext uri="{FF2B5EF4-FFF2-40B4-BE49-F238E27FC236}">
                <a16:creationId xmlns:a16="http://schemas.microsoft.com/office/drawing/2014/main" id="{EF9A737D-CF75-4C54-88C0-621B0E569784}"/>
              </a:ext>
            </a:extLst>
          </p:cNvPr>
          <p:cNvSpPr>
            <a:spLocks noGrp="1"/>
          </p:cNvSpPr>
          <p:nvPr/>
        </p:nvSpPr>
        <p:spPr>
          <a:xfrm>
            <a:off x="1396874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data_5555">
            <a:extLst>
              <a:ext uri="{FF2B5EF4-FFF2-40B4-BE49-F238E27FC236}">
                <a16:creationId xmlns:a16="http://schemas.microsoft.com/office/drawing/2014/main" id="{69718F4B-606F-4412-BD5F-D59F59980D15}"/>
              </a:ext>
            </a:extLst>
          </p:cNvPr>
          <p:cNvSpPr>
            <a:spLocks noGrp="1"/>
          </p:cNvSpPr>
          <p:nvPr/>
        </p:nvSpPr>
        <p:spPr>
          <a:xfrm>
            <a:off x="13722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data_5556">
            <a:extLst>
              <a:ext uri="{FF2B5EF4-FFF2-40B4-BE49-F238E27FC236}">
                <a16:creationId xmlns:a16="http://schemas.microsoft.com/office/drawing/2014/main" id="{B11B346A-A48E-4A5A-9345-34391A5453D7}"/>
              </a:ext>
            </a:extLst>
          </p:cNvPr>
          <p:cNvSpPr>
            <a:spLocks noGrp="1"/>
          </p:cNvSpPr>
          <p:nvPr/>
        </p:nvSpPr>
        <p:spPr>
          <a:xfrm>
            <a:off x="139635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data_5557">
            <a:extLst>
              <a:ext uri="{FF2B5EF4-FFF2-40B4-BE49-F238E27FC236}">
                <a16:creationId xmlns:a16="http://schemas.microsoft.com/office/drawing/2014/main" id="{272AA7F3-399E-4548-ADCA-F779340E991F}"/>
              </a:ext>
            </a:extLst>
          </p:cNvPr>
          <p:cNvSpPr>
            <a:spLocks noGrp="1"/>
          </p:cNvSpPr>
          <p:nvPr/>
        </p:nvSpPr>
        <p:spPr>
          <a:xfrm>
            <a:off x="13138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data_5558">
            <a:extLst>
              <a:ext uri="{FF2B5EF4-FFF2-40B4-BE49-F238E27FC236}">
                <a16:creationId xmlns:a16="http://schemas.microsoft.com/office/drawing/2014/main" id="{A580DEDA-CDAA-4B2A-8E9E-69A00CD14558}"/>
              </a:ext>
            </a:extLst>
          </p:cNvPr>
          <p:cNvSpPr>
            <a:spLocks noGrp="1"/>
          </p:cNvSpPr>
          <p:nvPr/>
        </p:nvSpPr>
        <p:spPr>
          <a:xfrm>
            <a:off x="133837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data_5559">
            <a:extLst>
              <a:ext uri="{FF2B5EF4-FFF2-40B4-BE49-F238E27FC236}">
                <a16:creationId xmlns:a16="http://schemas.microsoft.com/office/drawing/2014/main" id="{3C0BBDC7-3950-4719-B8D9-B5D9A49EDE6A}"/>
              </a:ext>
            </a:extLst>
          </p:cNvPr>
          <p:cNvSpPr>
            <a:spLocks noGrp="1"/>
          </p:cNvSpPr>
          <p:nvPr/>
        </p:nvSpPr>
        <p:spPr>
          <a:xfrm>
            <a:off x="139726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data_5560">
            <a:extLst>
              <a:ext uri="{FF2B5EF4-FFF2-40B4-BE49-F238E27FC236}">
                <a16:creationId xmlns:a16="http://schemas.microsoft.com/office/drawing/2014/main" id="{DFD93E74-4577-46D6-9363-44FEE06B7E47}"/>
              </a:ext>
            </a:extLst>
          </p:cNvPr>
          <p:cNvSpPr>
            <a:spLocks noGrp="1"/>
          </p:cNvSpPr>
          <p:nvPr/>
        </p:nvSpPr>
        <p:spPr>
          <a:xfrm>
            <a:off x="13973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data_5561">
            <a:extLst>
              <a:ext uri="{FF2B5EF4-FFF2-40B4-BE49-F238E27FC236}">
                <a16:creationId xmlns:a16="http://schemas.microsoft.com/office/drawing/2014/main" id="{3C9FFBCA-AFDA-4474-A910-2AF2F0F37330}"/>
              </a:ext>
            </a:extLst>
          </p:cNvPr>
          <p:cNvSpPr>
            <a:spLocks noGrp="1"/>
          </p:cNvSpPr>
          <p:nvPr/>
        </p:nvSpPr>
        <p:spPr>
          <a:xfrm>
            <a:off x="13893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data_5562">
            <a:extLst>
              <a:ext uri="{FF2B5EF4-FFF2-40B4-BE49-F238E27FC236}">
                <a16:creationId xmlns:a16="http://schemas.microsoft.com/office/drawing/2014/main" id="{F7BF3D75-D5E7-47EA-951C-E72ACD6FA8F3}"/>
              </a:ext>
            </a:extLst>
          </p:cNvPr>
          <p:cNvSpPr>
            <a:spLocks noGrp="1"/>
          </p:cNvSpPr>
          <p:nvPr/>
        </p:nvSpPr>
        <p:spPr>
          <a:xfrm>
            <a:off x="14007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data_5563">
            <a:extLst>
              <a:ext uri="{FF2B5EF4-FFF2-40B4-BE49-F238E27FC236}">
                <a16:creationId xmlns:a16="http://schemas.microsoft.com/office/drawing/2014/main" id="{00ACFAF7-493F-4DAD-B15E-238808287759}"/>
              </a:ext>
            </a:extLst>
          </p:cNvPr>
          <p:cNvSpPr>
            <a:spLocks noGrp="1"/>
          </p:cNvSpPr>
          <p:nvPr/>
        </p:nvSpPr>
        <p:spPr>
          <a:xfrm>
            <a:off x="1325862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data_5564">
            <a:extLst>
              <a:ext uri="{FF2B5EF4-FFF2-40B4-BE49-F238E27FC236}">
                <a16:creationId xmlns:a16="http://schemas.microsoft.com/office/drawing/2014/main" id="{9A906CCB-67E8-4148-96AE-86C6CCC70D0D}"/>
              </a:ext>
            </a:extLst>
          </p:cNvPr>
          <p:cNvSpPr>
            <a:spLocks noGrp="1"/>
          </p:cNvSpPr>
          <p:nvPr/>
        </p:nvSpPr>
        <p:spPr>
          <a:xfrm>
            <a:off x="13061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data_5565">
            <a:extLst>
              <a:ext uri="{FF2B5EF4-FFF2-40B4-BE49-F238E27FC236}">
                <a16:creationId xmlns:a16="http://schemas.microsoft.com/office/drawing/2014/main" id="{A58D8166-4C65-4055-B56E-F7A7C903A6B2}"/>
              </a:ext>
            </a:extLst>
          </p:cNvPr>
          <p:cNvSpPr>
            <a:spLocks noGrp="1"/>
          </p:cNvSpPr>
          <p:nvPr/>
        </p:nvSpPr>
        <p:spPr>
          <a:xfrm>
            <a:off x="13820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data_5566">
            <a:extLst>
              <a:ext uri="{FF2B5EF4-FFF2-40B4-BE49-F238E27FC236}">
                <a16:creationId xmlns:a16="http://schemas.microsoft.com/office/drawing/2014/main" id="{B4DEC030-897E-407D-A7B6-348E312FD5B2}"/>
              </a:ext>
            </a:extLst>
          </p:cNvPr>
          <p:cNvSpPr>
            <a:spLocks noGrp="1"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data_5567">
            <a:extLst>
              <a:ext uri="{FF2B5EF4-FFF2-40B4-BE49-F238E27FC236}">
                <a16:creationId xmlns:a16="http://schemas.microsoft.com/office/drawing/2014/main" id="{8F30C301-9459-42A0-8127-5BB86ABC0717}"/>
              </a:ext>
            </a:extLst>
          </p:cNvPr>
          <p:cNvSpPr>
            <a:spLocks noGrp="1"/>
          </p:cNvSpPr>
          <p:nvPr/>
        </p:nvSpPr>
        <p:spPr>
          <a:xfrm>
            <a:off x="13082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data_5568">
            <a:extLst>
              <a:ext uri="{FF2B5EF4-FFF2-40B4-BE49-F238E27FC236}">
                <a16:creationId xmlns:a16="http://schemas.microsoft.com/office/drawing/2014/main" id="{D076097E-C0F2-4EFF-AD0D-734BD5EFC2AC}"/>
              </a:ext>
            </a:extLst>
          </p:cNvPr>
          <p:cNvSpPr>
            <a:spLocks noGrp="1"/>
          </p:cNvSpPr>
          <p:nvPr/>
        </p:nvSpPr>
        <p:spPr>
          <a:xfrm>
            <a:off x="13852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data_5569">
            <a:extLst>
              <a:ext uri="{FF2B5EF4-FFF2-40B4-BE49-F238E27FC236}">
                <a16:creationId xmlns:a16="http://schemas.microsoft.com/office/drawing/2014/main" id="{E426A542-21F6-48DC-B897-2D83530DB3A7}"/>
              </a:ext>
            </a:extLst>
          </p:cNvPr>
          <p:cNvSpPr>
            <a:spLocks noGrp="1"/>
          </p:cNvSpPr>
          <p:nvPr/>
        </p:nvSpPr>
        <p:spPr>
          <a:xfrm>
            <a:off x="13012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data_5570">
            <a:extLst>
              <a:ext uri="{FF2B5EF4-FFF2-40B4-BE49-F238E27FC236}">
                <a16:creationId xmlns:a16="http://schemas.microsoft.com/office/drawing/2014/main" id="{63435C75-717F-451E-AED2-8AD025ACC8F1}"/>
              </a:ext>
            </a:extLst>
          </p:cNvPr>
          <p:cNvSpPr>
            <a:spLocks noGrp="1"/>
          </p:cNvSpPr>
          <p:nvPr/>
        </p:nvSpPr>
        <p:spPr>
          <a:xfrm>
            <a:off x="14102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data_5571">
            <a:extLst>
              <a:ext uri="{FF2B5EF4-FFF2-40B4-BE49-F238E27FC236}">
                <a16:creationId xmlns:a16="http://schemas.microsoft.com/office/drawing/2014/main" id="{C3F39C8F-11E2-4AF0-85C8-24D2C6AD8735}"/>
              </a:ext>
            </a:extLst>
          </p:cNvPr>
          <p:cNvSpPr>
            <a:spLocks noGrp="1"/>
          </p:cNvSpPr>
          <p:nvPr/>
        </p:nvSpPr>
        <p:spPr>
          <a:xfrm>
            <a:off x="139035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data_5572">
            <a:extLst>
              <a:ext uri="{FF2B5EF4-FFF2-40B4-BE49-F238E27FC236}">
                <a16:creationId xmlns:a16="http://schemas.microsoft.com/office/drawing/2014/main" id="{5EF1386F-9152-4345-8F22-7F6D64CBFCB2}"/>
              </a:ext>
            </a:extLst>
          </p:cNvPr>
          <p:cNvSpPr>
            <a:spLocks noGrp="1"/>
          </p:cNvSpPr>
          <p:nvPr/>
        </p:nvSpPr>
        <p:spPr>
          <a:xfrm>
            <a:off x="134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data_5573">
            <a:extLst>
              <a:ext uri="{FF2B5EF4-FFF2-40B4-BE49-F238E27FC236}">
                <a16:creationId xmlns:a16="http://schemas.microsoft.com/office/drawing/2014/main" id="{48C20A9F-C1B8-405F-BC31-6570123C2133}"/>
              </a:ext>
            </a:extLst>
          </p:cNvPr>
          <p:cNvSpPr>
            <a:spLocks noGrp="1"/>
          </p:cNvSpPr>
          <p:nvPr/>
        </p:nvSpPr>
        <p:spPr>
          <a:xfrm>
            <a:off x="13211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data_5574">
            <a:extLst>
              <a:ext uri="{FF2B5EF4-FFF2-40B4-BE49-F238E27FC236}">
                <a16:creationId xmlns:a16="http://schemas.microsoft.com/office/drawing/2014/main" id="{CFAA0358-B3AA-44E8-AAD8-9194CDB81874}"/>
              </a:ext>
            </a:extLst>
          </p:cNvPr>
          <p:cNvSpPr>
            <a:spLocks noGrp="1"/>
          </p:cNvSpPr>
          <p:nvPr/>
        </p:nvSpPr>
        <p:spPr>
          <a:xfrm>
            <a:off x="1408340" y="31405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data_5575">
            <a:extLst>
              <a:ext uri="{FF2B5EF4-FFF2-40B4-BE49-F238E27FC236}">
                <a16:creationId xmlns:a16="http://schemas.microsoft.com/office/drawing/2014/main" id="{C265C3B5-8B3B-4587-8A5B-968C12374B4E}"/>
              </a:ext>
            </a:extLst>
          </p:cNvPr>
          <p:cNvSpPr>
            <a:spLocks noGrp="1"/>
          </p:cNvSpPr>
          <p:nvPr/>
        </p:nvSpPr>
        <p:spPr>
          <a:xfrm>
            <a:off x="141394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data_5576">
            <a:extLst>
              <a:ext uri="{FF2B5EF4-FFF2-40B4-BE49-F238E27FC236}">
                <a16:creationId xmlns:a16="http://schemas.microsoft.com/office/drawing/2014/main" id="{D152D5E0-DC0E-4620-90F8-130EAB0976CA}"/>
              </a:ext>
            </a:extLst>
          </p:cNvPr>
          <p:cNvSpPr>
            <a:spLocks noGrp="1"/>
          </p:cNvSpPr>
          <p:nvPr/>
        </p:nvSpPr>
        <p:spPr>
          <a:xfrm>
            <a:off x="136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data_5577">
            <a:extLst>
              <a:ext uri="{FF2B5EF4-FFF2-40B4-BE49-F238E27FC236}">
                <a16:creationId xmlns:a16="http://schemas.microsoft.com/office/drawing/2014/main" id="{B5D77A60-80A4-4BC7-B11D-7767F61FF613}"/>
              </a:ext>
            </a:extLst>
          </p:cNvPr>
          <p:cNvSpPr>
            <a:spLocks noGrp="1"/>
          </p:cNvSpPr>
          <p:nvPr/>
        </p:nvSpPr>
        <p:spPr>
          <a:xfrm>
            <a:off x="1396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data_5578">
            <a:extLst>
              <a:ext uri="{FF2B5EF4-FFF2-40B4-BE49-F238E27FC236}">
                <a16:creationId xmlns:a16="http://schemas.microsoft.com/office/drawing/2014/main" id="{F3D21DCC-CDE8-4854-A079-F346CDE8254A}"/>
              </a:ext>
            </a:extLst>
          </p:cNvPr>
          <p:cNvSpPr>
            <a:spLocks noGrp="1"/>
          </p:cNvSpPr>
          <p:nvPr/>
        </p:nvSpPr>
        <p:spPr>
          <a:xfrm>
            <a:off x="130501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data_5579">
            <a:extLst>
              <a:ext uri="{FF2B5EF4-FFF2-40B4-BE49-F238E27FC236}">
                <a16:creationId xmlns:a16="http://schemas.microsoft.com/office/drawing/2014/main" id="{868EC84B-86B2-43B8-A4F8-57D256F7333E}"/>
              </a:ext>
            </a:extLst>
          </p:cNvPr>
          <p:cNvSpPr>
            <a:spLocks noGrp="1"/>
          </p:cNvSpPr>
          <p:nvPr/>
        </p:nvSpPr>
        <p:spPr>
          <a:xfrm>
            <a:off x="134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data_5580">
            <a:extLst>
              <a:ext uri="{FF2B5EF4-FFF2-40B4-BE49-F238E27FC236}">
                <a16:creationId xmlns:a16="http://schemas.microsoft.com/office/drawing/2014/main" id="{F8E08B6B-A520-427D-A840-21B7410C2DD2}"/>
              </a:ext>
            </a:extLst>
          </p:cNvPr>
          <p:cNvSpPr>
            <a:spLocks noGrp="1"/>
          </p:cNvSpPr>
          <p:nvPr/>
        </p:nvSpPr>
        <p:spPr>
          <a:xfrm>
            <a:off x="138827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data_5581">
            <a:extLst>
              <a:ext uri="{FF2B5EF4-FFF2-40B4-BE49-F238E27FC236}">
                <a16:creationId xmlns:a16="http://schemas.microsoft.com/office/drawing/2014/main" id="{104AE0DD-E235-4FC9-B45B-CD36AFC6B731}"/>
              </a:ext>
            </a:extLst>
          </p:cNvPr>
          <p:cNvSpPr>
            <a:spLocks noGrp="1"/>
          </p:cNvSpPr>
          <p:nvPr/>
        </p:nvSpPr>
        <p:spPr>
          <a:xfrm>
            <a:off x="12970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data_5582">
            <a:extLst>
              <a:ext uri="{FF2B5EF4-FFF2-40B4-BE49-F238E27FC236}">
                <a16:creationId xmlns:a16="http://schemas.microsoft.com/office/drawing/2014/main" id="{44A3CA12-20D9-4E06-BD5A-BB7B12438054}"/>
              </a:ext>
            </a:extLst>
          </p:cNvPr>
          <p:cNvSpPr>
            <a:spLocks noGrp="1"/>
          </p:cNvSpPr>
          <p:nvPr/>
        </p:nvSpPr>
        <p:spPr>
          <a:xfrm>
            <a:off x="12923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data_5583">
            <a:extLst>
              <a:ext uri="{FF2B5EF4-FFF2-40B4-BE49-F238E27FC236}">
                <a16:creationId xmlns:a16="http://schemas.microsoft.com/office/drawing/2014/main" id="{E76E4250-32E1-4E8B-A037-09B6ED31F55B}"/>
              </a:ext>
            </a:extLst>
          </p:cNvPr>
          <p:cNvSpPr>
            <a:spLocks noGrp="1"/>
          </p:cNvSpPr>
          <p:nvPr/>
        </p:nvSpPr>
        <p:spPr>
          <a:xfrm>
            <a:off x="13693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data_5584">
            <a:extLst>
              <a:ext uri="{FF2B5EF4-FFF2-40B4-BE49-F238E27FC236}">
                <a16:creationId xmlns:a16="http://schemas.microsoft.com/office/drawing/2014/main" id="{56F1400F-33ED-4209-8349-1D656162CD25}"/>
              </a:ext>
            </a:extLst>
          </p:cNvPr>
          <p:cNvSpPr>
            <a:spLocks noGrp="1"/>
          </p:cNvSpPr>
          <p:nvPr/>
        </p:nvSpPr>
        <p:spPr>
          <a:xfrm>
            <a:off x="1407558" y="3192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data_5585">
            <a:extLst>
              <a:ext uri="{FF2B5EF4-FFF2-40B4-BE49-F238E27FC236}">
                <a16:creationId xmlns:a16="http://schemas.microsoft.com/office/drawing/2014/main" id="{43E1996F-C683-49B9-BE48-21320191B6DA}"/>
              </a:ext>
            </a:extLst>
          </p:cNvPr>
          <p:cNvSpPr>
            <a:spLocks noGrp="1"/>
          </p:cNvSpPr>
          <p:nvPr/>
        </p:nvSpPr>
        <p:spPr>
          <a:xfrm>
            <a:off x="12866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data_5586">
            <a:extLst>
              <a:ext uri="{FF2B5EF4-FFF2-40B4-BE49-F238E27FC236}">
                <a16:creationId xmlns:a16="http://schemas.microsoft.com/office/drawing/2014/main" id="{AE844F4C-BDFE-49D0-8E42-B10987886B0C}"/>
              </a:ext>
            </a:extLst>
          </p:cNvPr>
          <p:cNvSpPr>
            <a:spLocks noGrp="1"/>
          </p:cNvSpPr>
          <p:nvPr/>
        </p:nvSpPr>
        <p:spPr>
          <a:xfrm>
            <a:off x="1337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data_5587">
            <a:extLst>
              <a:ext uri="{FF2B5EF4-FFF2-40B4-BE49-F238E27FC236}">
                <a16:creationId xmlns:a16="http://schemas.microsoft.com/office/drawing/2014/main" id="{013F7BC1-A8BF-4C06-AA28-B4C6A9E6A452}"/>
              </a:ext>
            </a:extLst>
          </p:cNvPr>
          <p:cNvSpPr>
            <a:spLocks noGrp="1"/>
          </p:cNvSpPr>
          <p:nvPr/>
        </p:nvSpPr>
        <p:spPr>
          <a:xfrm>
            <a:off x="13794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data_5588">
            <a:extLst>
              <a:ext uri="{FF2B5EF4-FFF2-40B4-BE49-F238E27FC236}">
                <a16:creationId xmlns:a16="http://schemas.microsoft.com/office/drawing/2014/main" id="{E2FD0616-326C-4210-BB81-0478CDD4EECD}"/>
              </a:ext>
            </a:extLst>
          </p:cNvPr>
          <p:cNvSpPr>
            <a:spLocks noGrp="1"/>
          </p:cNvSpPr>
          <p:nvPr/>
        </p:nvSpPr>
        <p:spPr>
          <a:xfrm>
            <a:off x="13403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data_5589">
            <a:extLst>
              <a:ext uri="{FF2B5EF4-FFF2-40B4-BE49-F238E27FC236}">
                <a16:creationId xmlns:a16="http://schemas.microsoft.com/office/drawing/2014/main" id="{F808A393-F094-4E1B-9473-C8A8416F45D7}"/>
              </a:ext>
            </a:extLst>
          </p:cNvPr>
          <p:cNvSpPr>
            <a:spLocks noGrp="1"/>
          </p:cNvSpPr>
          <p:nvPr/>
        </p:nvSpPr>
        <p:spPr>
          <a:xfrm>
            <a:off x="1318305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data_5590">
            <a:extLst>
              <a:ext uri="{FF2B5EF4-FFF2-40B4-BE49-F238E27FC236}">
                <a16:creationId xmlns:a16="http://schemas.microsoft.com/office/drawing/2014/main" id="{A01D3ABE-79E8-46B1-9C15-F97A58D1A7DD}"/>
              </a:ext>
            </a:extLst>
          </p:cNvPr>
          <p:cNvSpPr>
            <a:spLocks noGrp="1"/>
          </p:cNvSpPr>
          <p:nvPr/>
        </p:nvSpPr>
        <p:spPr>
          <a:xfrm>
            <a:off x="13688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data_5591">
            <a:extLst>
              <a:ext uri="{FF2B5EF4-FFF2-40B4-BE49-F238E27FC236}">
                <a16:creationId xmlns:a16="http://schemas.microsoft.com/office/drawing/2014/main" id="{D9FB39E1-7D8C-4DFE-A28D-756A81B77CB2}"/>
              </a:ext>
            </a:extLst>
          </p:cNvPr>
          <p:cNvSpPr>
            <a:spLocks noGrp="1"/>
          </p:cNvSpPr>
          <p:nvPr/>
        </p:nvSpPr>
        <p:spPr>
          <a:xfrm>
            <a:off x="13646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data_5592">
            <a:extLst>
              <a:ext uri="{FF2B5EF4-FFF2-40B4-BE49-F238E27FC236}">
                <a16:creationId xmlns:a16="http://schemas.microsoft.com/office/drawing/2014/main" id="{D1992541-C6CA-4CE7-9DEF-D1D7F0F6F40C}"/>
              </a:ext>
            </a:extLst>
          </p:cNvPr>
          <p:cNvSpPr>
            <a:spLocks noGrp="1"/>
          </p:cNvSpPr>
          <p:nvPr/>
        </p:nvSpPr>
        <p:spPr>
          <a:xfrm>
            <a:off x="13489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data_5593">
            <a:extLst>
              <a:ext uri="{FF2B5EF4-FFF2-40B4-BE49-F238E27FC236}">
                <a16:creationId xmlns:a16="http://schemas.microsoft.com/office/drawing/2014/main" id="{39FD5556-D038-4F83-BC2C-088197742860}"/>
              </a:ext>
            </a:extLst>
          </p:cNvPr>
          <p:cNvSpPr>
            <a:spLocks noGrp="1"/>
          </p:cNvSpPr>
          <p:nvPr/>
        </p:nvSpPr>
        <p:spPr>
          <a:xfrm>
            <a:off x="13615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data_5594">
            <a:extLst>
              <a:ext uri="{FF2B5EF4-FFF2-40B4-BE49-F238E27FC236}">
                <a16:creationId xmlns:a16="http://schemas.microsoft.com/office/drawing/2014/main" id="{30D711C5-43CA-404C-A1BB-B9B9B59E075A}"/>
              </a:ext>
            </a:extLst>
          </p:cNvPr>
          <p:cNvSpPr>
            <a:spLocks noGrp="1"/>
          </p:cNvSpPr>
          <p:nvPr/>
        </p:nvSpPr>
        <p:spPr>
          <a:xfrm>
            <a:off x="13241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data_5595">
            <a:extLst>
              <a:ext uri="{FF2B5EF4-FFF2-40B4-BE49-F238E27FC236}">
                <a16:creationId xmlns:a16="http://schemas.microsoft.com/office/drawing/2014/main" id="{4F74D8EF-8268-4BD3-B8A9-C47689B82DDE}"/>
              </a:ext>
            </a:extLst>
          </p:cNvPr>
          <p:cNvSpPr>
            <a:spLocks noGrp="1"/>
          </p:cNvSpPr>
          <p:nvPr/>
        </p:nvSpPr>
        <p:spPr>
          <a:xfrm>
            <a:off x="135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data_5596">
            <a:extLst>
              <a:ext uri="{FF2B5EF4-FFF2-40B4-BE49-F238E27FC236}">
                <a16:creationId xmlns:a16="http://schemas.microsoft.com/office/drawing/2014/main" id="{82B5E419-F854-4404-B82C-6F7C8EDB2454}"/>
              </a:ext>
            </a:extLst>
          </p:cNvPr>
          <p:cNvSpPr>
            <a:spLocks noGrp="1"/>
          </p:cNvSpPr>
          <p:nvPr/>
        </p:nvSpPr>
        <p:spPr>
          <a:xfrm>
            <a:off x="132547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data_5597">
            <a:extLst>
              <a:ext uri="{FF2B5EF4-FFF2-40B4-BE49-F238E27FC236}">
                <a16:creationId xmlns:a16="http://schemas.microsoft.com/office/drawing/2014/main" id="{D8A7D240-F91F-49AA-AFE2-02C7C97CE18C}"/>
              </a:ext>
            </a:extLst>
          </p:cNvPr>
          <p:cNvSpPr>
            <a:spLocks noGrp="1"/>
          </p:cNvSpPr>
          <p:nvPr/>
        </p:nvSpPr>
        <p:spPr>
          <a:xfrm>
            <a:off x="13369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data_5598">
            <a:extLst>
              <a:ext uri="{FF2B5EF4-FFF2-40B4-BE49-F238E27FC236}">
                <a16:creationId xmlns:a16="http://schemas.microsoft.com/office/drawing/2014/main" id="{22280F1B-CEAF-4968-9439-8D1022DF064E}"/>
              </a:ext>
            </a:extLst>
          </p:cNvPr>
          <p:cNvSpPr>
            <a:spLocks noGrp="1"/>
          </p:cNvSpPr>
          <p:nvPr/>
        </p:nvSpPr>
        <p:spPr>
          <a:xfrm>
            <a:off x="13932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data_5599">
            <a:extLst>
              <a:ext uri="{FF2B5EF4-FFF2-40B4-BE49-F238E27FC236}">
                <a16:creationId xmlns:a16="http://schemas.microsoft.com/office/drawing/2014/main" id="{EC2161EE-A41B-430E-B409-5AC58D02D085}"/>
              </a:ext>
            </a:extLst>
          </p:cNvPr>
          <p:cNvSpPr>
            <a:spLocks noGrp="1"/>
          </p:cNvSpPr>
          <p:nvPr/>
        </p:nvSpPr>
        <p:spPr>
          <a:xfrm>
            <a:off x="13009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data_5600">
            <a:extLst>
              <a:ext uri="{FF2B5EF4-FFF2-40B4-BE49-F238E27FC236}">
                <a16:creationId xmlns:a16="http://schemas.microsoft.com/office/drawing/2014/main" id="{8A6F5474-AA61-4AAE-AB59-AC7C391D3CD7}"/>
              </a:ext>
            </a:extLst>
          </p:cNvPr>
          <p:cNvSpPr>
            <a:spLocks noGrp="1"/>
          </p:cNvSpPr>
          <p:nvPr/>
        </p:nvSpPr>
        <p:spPr>
          <a:xfrm>
            <a:off x="130696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data_5601">
            <a:extLst>
              <a:ext uri="{FF2B5EF4-FFF2-40B4-BE49-F238E27FC236}">
                <a16:creationId xmlns:a16="http://schemas.microsoft.com/office/drawing/2014/main" id="{828E9DEC-67D0-47F0-9AE4-A278C92F7405}"/>
              </a:ext>
            </a:extLst>
          </p:cNvPr>
          <p:cNvSpPr>
            <a:spLocks noGrp="1"/>
          </p:cNvSpPr>
          <p:nvPr/>
        </p:nvSpPr>
        <p:spPr>
          <a:xfrm>
            <a:off x="13611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data_5602">
            <a:extLst>
              <a:ext uri="{FF2B5EF4-FFF2-40B4-BE49-F238E27FC236}">
                <a16:creationId xmlns:a16="http://schemas.microsoft.com/office/drawing/2014/main" id="{B5239A1E-6FDB-419E-8076-F698B80B5DE1}"/>
              </a:ext>
            </a:extLst>
          </p:cNvPr>
          <p:cNvSpPr>
            <a:spLocks noGrp="1"/>
          </p:cNvSpPr>
          <p:nvPr/>
        </p:nvSpPr>
        <p:spPr>
          <a:xfrm>
            <a:off x="1360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data_5603">
            <a:extLst>
              <a:ext uri="{FF2B5EF4-FFF2-40B4-BE49-F238E27FC236}">
                <a16:creationId xmlns:a16="http://schemas.microsoft.com/office/drawing/2014/main" id="{17AA5786-46A2-4946-B215-80130EBBCAF1}"/>
              </a:ext>
            </a:extLst>
          </p:cNvPr>
          <p:cNvSpPr>
            <a:spLocks noGrp="1"/>
          </p:cNvSpPr>
          <p:nvPr/>
        </p:nvSpPr>
        <p:spPr>
          <a:xfrm>
            <a:off x="14023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data_5604">
            <a:extLst>
              <a:ext uri="{FF2B5EF4-FFF2-40B4-BE49-F238E27FC236}">
                <a16:creationId xmlns:a16="http://schemas.microsoft.com/office/drawing/2014/main" id="{740C953A-AC5B-4C25-8E59-AC3D54E56095}"/>
              </a:ext>
            </a:extLst>
          </p:cNvPr>
          <p:cNvSpPr>
            <a:spLocks noGrp="1"/>
          </p:cNvSpPr>
          <p:nvPr/>
        </p:nvSpPr>
        <p:spPr>
          <a:xfrm>
            <a:off x="138267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data_5605">
            <a:extLst>
              <a:ext uri="{FF2B5EF4-FFF2-40B4-BE49-F238E27FC236}">
                <a16:creationId xmlns:a16="http://schemas.microsoft.com/office/drawing/2014/main" id="{284D359A-170F-4029-93B4-AF381A89BCF6}"/>
              </a:ext>
            </a:extLst>
          </p:cNvPr>
          <p:cNvSpPr>
            <a:spLocks noGrp="1"/>
          </p:cNvSpPr>
          <p:nvPr/>
        </p:nvSpPr>
        <p:spPr>
          <a:xfrm>
            <a:off x="1302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data_5606">
            <a:extLst>
              <a:ext uri="{FF2B5EF4-FFF2-40B4-BE49-F238E27FC236}">
                <a16:creationId xmlns:a16="http://schemas.microsoft.com/office/drawing/2014/main" id="{79B5FC0E-5CED-4F95-AF16-885475D2F5CE}"/>
              </a:ext>
            </a:extLst>
          </p:cNvPr>
          <p:cNvSpPr>
            <a:spLocks noGrp="1"/>
          </p:cNvSpPr>
          <p:nvPr/>
        </p:nvSpPr>
        <p:spPr>
          <a:xfrm>
            <a:off x="132117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data_5607">
            <a:extLst>
              <a:ext uri="{FF2B5EF4-FFF2-40B4-BE49-F238E27FC236}">
                <a16:creationId xmlns:a16="http://schemas.microsoft.com/office/drawing/2014/main" id="{458CAD1C-5138-4F4B-829B-FCC225586B61}"/>
              </a:ext>
            </a:extLst>
          </p:cNvPr>
          <p:cNvSpPr>
            <a:spLocks noGrp="1"/>
          </p:cNvSpPr>
          <p:nvPr/>
        </p:nvSpPr>
        <p:spPr>
          <a:xfrm>
            <a:off x="137289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data_5608">
            <a:extLst>
              <a:ext uri="{FF2B5EF4-FFF2-40B4-BE49-F238E27FC236}">
                <a16:creationId xmlns:a16="http://schemas.microsoft.com/office/drawing/2014/main" id="{A90DF60C-43CF-41F5-A6DC-C6811E9E43CB}"/>
              </a:ext>
            </a:extLst>
          </p:cNvPr>
          <p:cNvSpPr>
            <a:spLocks noGrp="1"/>
          </p:cNvSpPr>
          <p:nvPr/>
        </p:nvSpPr>
        <p:spPr>
          <a:xfrm>
            <a:off x="12947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data_5609">
            <a:extLst>
              <a:ext uri="{FF2B5EF4-FFF2-40B4-BE49-F238E27FC236}">
                <a16:creationId xmlns:a16="http://schemas.microsoft.com/office/drawing/2014/main" id="{D6CACBC2-6145-4A91-B4A9-340A1E2C5A90}"/>
              </a:ext>
            </a:extLst>
          </p:cNvPr>
          <p:cNvSpPr>
            <a:spLocks noGrp="1"/>
          </p:cNvSpPr>
          <p:nvPr/>
        </p:nvSpPr>
        <p:spPr>
          <a:xfrm>
            <a:off x="138527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data_5610">
            <a:extLst>
              <a:ext uri="{FF2B5EF4-FFF2-40B4-BE49-F238E27FC236}">
                <a16:creationId xmlns:a16="http://schemas.microsoft.com/office/drawing/2014/main" id="{0167133E-D673-4E80-8EE2-FEEDA66FB504}"/>
              </a:ext>
            </a:extLst>
          </p:cNvPr>
          <p:cNvSpPr>
            <a:spLocks noGrp="1"/>
          </p:cNvSpPr>
          <p:nvPr/>
        </p:nvSpPr>
        <p:spPr>
          <a:xfrm>
            <a:off x="1389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data_5611">
            <a:extLst>
              <a:ext uri="{FF2B5EF4-FFF2-40B4-BE49-F238E27FC236}">
                <a16:creationId xmlns:a16="http://schemas.microsoft.com/office/drawing/2014/main" id="{056D51C3-D0FD-4587-B08D-653EE422CDB9}"/>
              </a:ext>
            </a:extLst>
          </p:cNvPr>
          <p:cNvSpPr>
            <a:spLocks noGrp="1"/>
          </p:cNvSpPr>
          <p:nvPr/>
        </p:nvSpPr>
        <p:spPr>
          <a:xfrm>
            <a:off x="1375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data_5612">
            <a:extLst>
              <a:ext uri="{FF2B5EF4-FFF2-40B4-BE49-F238E27FC236}">
                <a16:creationId xmlns:a16="http://schemas.microsoft.com/office/drawing/2014/main" id="{C2EB76B6-D005-43C2-A2AF-E78C742A8243}"/>
              </a:ext>
            </a:extLst>
          </p:cNvPr>
          <p:cNvSpPr>
            <a:spLocks noGrp="1"/>
          </p:cNvSpPr>
          <p:nvPr/>
        </p:nvSpPr>
        <p:spPr>
          <a:xfrm>
            <a:off x="13747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data_5613">
            <a:extLst>
              <a:ext uri="{FF2B5EF4-FFF2-40B4-BE49-F238E27FC236}">
                <a16:creationId xmlns:a16="http://schemas.microsoft.com/office/drawing/2014/main" id="{E14CF4A2-F394-4C03-ABAC-BB51DF72A3E2}"/>
              </a:ext>
            </a:extLst>
          </p:cNvPr>
          <p:cNvSpPr>
            <a:spLocks noGrp="1"/>
          </p:cNvSpPr>
          <p:nvPr/>
        </p:nvSpPr>
        <p:spPr>
          <a:xfrm>
            <a:off x="13803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data_5614">
            <a:extLst>
              <a:ext uri="{FF2B5EF4-FFF2-40B4-BE49-F238E27FC236}">
                <a16:creationId xmlns:a16="http://schemas.microsoft.com/office/drawing/2014/main" id="{BAD00787-2D47-4208-83B1-81C6AC4D25F2}"/>
              </a:ext>
            </a:extLst>
          </p:cNvPr>
          <p:cNvSpPr>
            <a:spLocks noGrp="1"/>
          </p:cNvSpPr>
          <p:nvPr/>
        </p:nvSpPr>
        <p:spPr>
          <a:xfrm>
            <a:off x="13557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data_5615">
            <a:extLst>
              <a:ext uri="{FF2B5EF4-FFF2-40B4-BE49-F238E27FC236}">
                <a16:creationId xmlns:a16="http://schemas.microsoft.com/office/drawing/2014/main" id="{CC936057-A516-41AA-9025-AC253A701B5C}"/>
              </a:ext>
            </a:extLst>
          </p:cNvPr>
          <p:cNvSpPr>
            <a:spLocks noGrp="1"/>
          </p:cNvSpPr>
          <p:nvPr/>
        </p:nvSpPr>
        <p:spPr>
          <a:xfrm>
            <a:off x="12880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data_5616">
            <a:extLst>
              <a:ext uri="{FF2B5EF4-FFF2-40B4-BE49-F238E27FC236}">
                <a16:creationId xmlns:a16="http://schemas.microsoft.com/office/drawing/2014/main" id="{7364DAF9-A633-4617-9F1B-D4651C9B2A1F}"/>
              </a:ext>
            </a:extLst>
          </p:cNvPr>
          <p:cNvSpPr>
            <a:spLocks noGrp="1"/>
          </p:cNvSpPr>
          <p:nvPr/>
        </p:nvSpPr>
        <p:spPr>
          <a:xfrm>
            <a:off x="135543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data_5617">
            <a:extLst>
              <a:ext uri="{FF2B5EF4-FFF2-40B4-BE49-F238E27FC236}">
                <a16:creationId xmlns:a16="http://schemas.microsoft.com/office/drawing/2014/main" id="{2871B599-61E7-4CE4-9BF5-5459959857C6}"/>
              </a:ext>
            </a:extLst>
          </p:cNvPr>
          <p:cNvSpPr>
            <a:spLocks noGrp="1"/>
          </p:cNvSpPr>
          <p:nvPr/>
        </p:nvSpPr>
        <p:spPr>
          <a:xfrm>
            <a:off x="1305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data_5618">
            <a:extLst>
              <a:ext uri="{FF2B5EF4-FFF2-40B4-BE49-F238E27FC236}">
                <a16:creationId xmlns:a16="http://schemas.microsoft.com/office/drawing/2014/main" id="{76321E5C-8307-4138-98C5-4F9F06A20CCE}"/>
              </a:ext>
            </a:extLst>
          </p:cNvPr>
          <p:cNvSpPr>
            <a:spLocks noGrp="1"/>
          </p:cNvSpPr>
          <p:nvPr/>
        </p:nvSpPr>
        <p:spPr>
          <a:xfrm>
            <a:off x="1375244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data_5619">
            <a:extLst>
              <a:ext uri="{FF2B5EF4-FFF2-40B4-BE49-F238E27FC236}">
                <a16:creationId xmlns:a16="http://schemas.microsoft.com/office/drawing/2014/main" id="{D1F66E67-C618-4C24-B6CD-6EC791ECC1E2}"/>
              </a:ext>
            </a:extLst>
          </p:cNvPr>
          <p:cNvSpPr>
            <a:spLocks noGrp="1"/>
          </p:cNvSpPr>
          <p:nvPr/>
        </p:nvSpPr>
        <p:spPr>
          <a:xfrm>
            <a:off x="1392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data_5620">
            <a:extLst>
              <a:ext uri="{FF2B5EF4-FFF2-40B4-BE49-F238E27FC236}">
                <a16:creationId xmlns:a16="http://schemas.microsoft.com/office/drawing/2014/main" id="{69DA2909-1E79-4CD1-BA5E-B6215709BB87}"/>
              </a:ext>
            </a:extLst>
          </p:cNvPr>
          <p:cNvSpPr>
            <a:spLocks noGrp="1"/>
          </p:cNvSpPr>
          <p:nvPr/>
        </p:nvSpPr>
        <p:spPr>
          <a:xfrm>
            <a:off x="1303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data_5621">
            <a:extLst>
              <a:ext uri="{FF2B5EF4-FFF2-40B4-BE49-F238E27FC236}">
                <a16:creationId xmlns:a16="http://schemas.microsoft.com/office/drawing/2014/main" id="{D35F2BC7-8406-46A7-80DD-A650768976DE}"/>
              </a:ext>
            </a:extLst>
          </p:cNvPr>
          <p:cNvSpPr>
            <a:spLocks noGrp="1"/>
          </p:cNvSpPr>
          <p:nvPr/>
        </p:nvSpPr>
        <p:spPr>
          <a:xfrm>
            <a:off x="1376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data_5622">
            <a:extLst>
              <a:ext uri="{FF2B5EF4-FFF2-40B4-BE49-F238E27FC236}">
                <a16:creationId xmlns:a16="http://schemas.microsoft.com/office/drawing/2014/main" id="{5DBB7D17-B4A8-4EA4-B77A-ADF62093E5BB}"/>
              </a:ext>
            </a:extLst>
          </p:cNvPr>
          <p:cNvSpPr>
            <a:spLocks noGrp="1"/>
          </p:cNvSpPr>
          <p:nvPr/>
        </p:nvSpPr>
        <p:spPr>
          <a:xfrm>
            <a:off x="13097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data_5623">
            <a:extLst>
              <a:ext uri="{FF2B5EF4-FFF2-40B4-BE49-F238E27FC236}">
                <a16:creationId xmlns:a16="http://schemas.microsoft.com/office/drawing/2014/main" id="{6BE49FE4-BA63-4676-A333-CFA92E81A68C}"/>
              </a:ext>
            </a:extLst>
          </p:cNvPr>
          <p:cNvSpPr>
            <a:spLocks noGrp="1"/>
          </p:cNvSpPr>
          <p:nvPr/>
        </p:nvSpPr>
        <p:spPr>
          <a:xfrm>
            <a:off x="13154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data_5624">
            <a:extLst>
              <a:ext uri="{FF2B5EF4-FFF2-40B4-BE49-F238E27FC236}">
                <a16:creationId xmlns:a16="http://schemas.microsoft.com/office/drawing/2014/main" id="{82A33568-B06B-461F-819F-729C05E4B1C1}"/>
              </a:ext>
            </a:extLst>
          </p:cNvPr>
          <p:cNvSpPr>
            <a:spLocks noGrp="1"/>
          </p:cNvSpPr>
          <p:nvPr/>
        </p:nvSpPr>
        <p:spPr>
          <a:xfrm>
            <a:off x="12999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data_5625">
            <a:extLst>
              <a:ext uri="{FF2B5EF4-FFF2-40B4-BE49-F238E27FC236}">
                <a16:creationId xmlns:a16="http://schemas.microsoft.com/office/drawing/2014/main" id="{46B8F339-D4CC-46E4-B6F9-E8A2D76BFF99}"/>
              </a:ext>
            </a:extLst>
          </p:cNvPr>
          <p:cNvSpPr>
            <a:spLocks noGrp="1"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data_5626">
            <a:extLst>
              <a:ext uri="{FF2B5EF4-FFF2-40B4-BE49-F238E27FC236}">
                <a16:creationId xmlns:a16="http://schemas.microsoft.com/office/drawing/2014/main" id="{F82952FD-18B0-4D33-AE36-57E1F2BA85AE}"/>
              </a:ext>
            </a:extLst>
          </p:cNvPr>
          <p:cNvSpPr>
            <a:spLocks noGrp="1"/>
          </p:cNvSpPr>
          <p:nvPr/>
        </p:nvSpPr>
        <p:spPr>
          <a:xfrm>
            <a:off x="14086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data_5627">
            <a:extLst>
              <a:ext uri="{FF2B5EF4-FFF2-40B4-BE49-F238E27FC236}">
                <a16:creationId xmlns:a16="http://schemas.microsoft.com/office/drawing/2014/main" id="{767724C1-7A3D-4770-8F5D-033DD39C0FBB}"/>
              </a:ext>
            </a:extLst>
          </p:cNvPr>
          <p:cNvSpPr>
            <a:spLocks noGrp="1"/>
          </p:cNvSpPr>
          <p:nvPr/>
        </p:nvSpPr>
        <p:spPr>
          <a:xfrm>
            <a:off x="141420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data_5628">
            <a:extLst>
              <a:ext uri="{FF2B5EF4-FFF2-40B4-BE49-F238E27FC236}">
                <a16:creationId xmlns:a16="http://schemas.microsoft.com/office/drawing/2014/main" id="{E04F3ECE-3949-41E7-B711-51DE6ECAB53D}"/>
              </a:ext>
            </a:extLst>
          </p:cNvPr>
          <p:cNvSpPr>
            <a:spLocks noGrp="1"/>
          </p:cNvSpPr>
          <p:nvPr/>
        </p:nvSpPr>
        <p:spPr>
          <a:xfrm>
            <a:off x="1333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data_5629">
            <a:extLst>
              <a:ext uri="{FF2B5EF4-FFF2-40B4-BE49-F238E27FC236}">
                <a16:creationId xmlns:a16="http://schemas.microsoft.com/office/drawing/2014/main" id="{553C5383-59B9-403E-95D4-CF8CAF3B6DA2}"/>
              </a:ext>
            </a:extLst>
          </p:cNvPr>
          <p:cNvSpPr>
            <a:spLocks noGrp="1"/>
          </p:cNvSpPr>
          <p:nvPr/>
        </p:nvSpPr>
        <p:spPr>
          <a:xfrm>
            <a:off x="1381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data_5630">
            <a:extLst>
              <a:ext uri="{FF2B5EF4-FFF2-40B4-BE49-F238E27FC236}">
                <a16:creationId xmlns:a16="http://schemas.microsoft.com/office/drawing/2014/main" id="{745257D6-DD9E-416B-8B49-79860CB65543}"/>
              </a:ext>
            </a:extLst>
          </p:cNvPr>
          <p:cNvSpPr>
            <a:spLocks noGrp="1"/>
          </p:cNvSpPr>
          <p:nvPr/>
        </p:nvSpPr>
        <p:spPr>
          <a:xfrm>
            <a:off x="1406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data_5631">
            <a:extLst>
              <a:ext uri="{FF2B5EF4-FFF2-40B4-BE49-F238E27FC236}">
                <a16:creationId xmlns:a16="http://schemas.microsoft.com/office/drawing/2014/main" id="{86E64872-A0E5-4004-B22D-9B2F0530176D}"/>
              </a:ext>
            </a:extLst>
          </p:cNvPr>
          <p:cNvSpPr>
            <a:spLocks noGrp="1"/>
          </p:cNvSpPr>
          <p:nvPr/>
        </p:nvSpPr>
        <p:spPr>
          <a:xfrm>
            <a:off x="139140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data_5632">
            <a:extLst>
              <a:ext uri="{FF2B5EF4-FFF2-40B4-BE49-F238E27FC236}">
                <a16:creationId xmlns:a16="http://schemas.microsoft.com/office/drawing/2014/main" id="{0FFCDEFD-C484-469C-9290-B73FD5DD6F95}"/>
              </a:ext>
            </a:extLst>
          </p:cNvPr>
          <p:cNvSpPr>
            <a:spLocks noGrp="1"/>
          </p:cNvSpPr>
          <p:nvPr/>
        </p:nvSpPr>
        <p:spPr>
          <a:xfrm>
            <a:off x="13775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data_5633">
            <a:extLst>
              <a:ext uri="{FF2B5EF4-FFF2-40B4-BE49-F238E27FC236}">
                <a16:creationId xmlns:a16="http://schemas.microsoft.com/office/drawing/2014/main" id="{AD7ABAA8-83F4-4649-9B25-488D4D56F1C7}"/>
              </a:ext>
            </a:extLst>
          </p:cNvPr>
          <p:cNvSpPr>
            <a:spLocks noGrp="1"/>
          </p:cNvSpPr>
          <p:nvPr/>
        </p:nvSpPr>
        <p:spPr>
          <a:xfrm>
            <a:off x="13456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data_5634">
            <a:extLst>
              <a:ext uri="{FF2B5EF4-FFF2-40B4-BE49-F238E27FC236}">
                <a16:creationId xmlns:a16="http://schemas.microsoft.com/office/drawing/2014/main" id="{C311630F-973F-45DB-B2FC-46AFF4029CCE}"/>
              </a:ext>
            </a:extLst>
          </p:cNvPr>
          <p:cNvSpPr>
            <a:spLocks noGrp="1"/>
          </p:cNvSpPr>
          <p:nvPr/>
        </p:nvSpPr>
        <p:spPr>
          <a:xfrm>
            <a:off x="1341758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data_5635">
            <a:extLst>
              <a:ext uri="{FF2B5EF4-FFF2-40B4-BE49-F238E27FC236}">
                <a16:creationId xmlns:a16="http://schemas.microsoft.com/office/drawing/2014/main" id="{38F7175F-74CD-4928-AF9C-FFADF2099470}"/>
              </a:ext>
            </a:extLst>
          </p:cNvPr>
          <p:cNvSpPr>
            <a:spLocks noGrp="1"/>
          </p:cNvSpPr>
          <p:nvPr/>
        </p:nvSpPr>
        <p:spPr>
          <a:xfrm>
            <a:off x="1298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data_5636">
            <a:extLst>
              <a:ext uri="{FF2B5EF4-FFF2-40B4-BE49-F238E27FC236}">
                <a16:creationId xmlns:a16="http://schemas.microsoft.com/office/drawing/2014/main" id="{FB1E090A-6991-495E-A1D0-8567E9C09CC7}"/>
              </a:ext>
            </a:extLst>
          </p:cNvPr>
          <p:cNvSpPr>
            <a:spLocks noGrp="1"/>
          </p:cNvSpPr>
          <p:nvPr/>
        </p:nvSpPr>
        <p:spPr>
          <a:xfrm>
            <a:off x="14071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data_5637">
            <a:extLst>
              <a:ext uri="{FF2B5EF4-FFF2-40B4-BE49-F238E27FC236}">
                <a16:creationId xmlns:a16="http://schemas.microsoft.com/office/drawing/2014/main" id="{D4605996-6C4B-4731-A904-6F7AC547712E}"/>
              </a:ext>
            </a:extLst>
          </p:cNvPr>
          <p:cNvSpPr>
            <a:spLocks noGrp="1"/>
          </p:cNvSpPr>
          <p:nvPr/>
        </p:nvSpPr>
        <p:spPr>
          <a:xfrm>
            <a:off x="13933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data_5638">
            <a:extLst>
              <a:ext uri="{FF2B5EF4-FFF2-40B4-BE49-F238E27FC236}">
                <a16:creationId xmlns:a16="http://schemas.microsoft.com/office/drawing/2014/main" id="{5A8ED579-415B-4A24-824B-2FEACCEFC2D5}"/>
              </a:ext>
            </a:extLst>
          </p:cNvPr>
          <p:cNvSpPr>
            <a:spLocks noGrp="1"/>
          </p:cNvSpPr>
          <p:nvPr/>
        </p:nvSpPr>
        <p:spPr>
          <a:xfrm>
            <a:off x="137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data_5639">
            <a:extLst>
              <a:ext uri="{FF2B5EF4-FFF2-40B4-BE49-F238E27FC236}">
                <a16:creationId xmlns:a16="http://schemas.microsoft.com/office/drawing/2014/main" id="{8C9627F8-F7C5-463C-8ADF-4E482A221057}"/>
              </a:ext>
            </a:extLst>
          </p:cNvPr>
          <p:cNvSpPr>
            <a:spLocks noGrp="1"/>
          </p:cNvSpPr>
          <p:nvPr/>
        </p:nvSpPr>
        <p:spPr>
          <a:xfrm>
            <a:off x="1293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data_5640">
            <a:extLst>
              <a:ext uri="{FF2B5EF4-FFF2-40B4-BE49-F238E27FC236}">
                <a16:creationId xmlns:a16="http://schemas.microsoft.com/office/drawing/2014/main" id="{A4BCA690-FD16-4FCE-8379-A9F9D8292A6E}"/>
              </a:ext>
            </a:extLst>
          </p:cNvPr>
          <p:cNvSpPr>
            <a:spLocks noGrp="1"/>
          </p:cNvSpPr>
          <p:nvPr/>
        </p:nvSpPr>
        <p:spPr>
          <a:xfrm>
            <a:off x="13064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data_5641">
            <a:extLst>
              <a:ext uri="{FF2B5EF4-FFF2-40B4-BE49-F238E27FC236}">
                <a16:creationId xmlns:a16="http://schemas.microsoft.com/office/drawing/2014/main" id="{FAFC9D3D-6D4E-46B5-8B33-680116364F62}"/>
              </a:ext>
            </a:extLst>
          </p:cNvPr>
          <p:cNvSpPr>
            <a:spLocks noGrp="1"/>
          </p:cNvSpPr>
          <p:nvPr/>
        </p:nvSpPr>
        <p:spPr>
          <a:xfrm>
            <a:off x="13190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data_5642">
            <a:extLst>
              <a:ext uri="{FF2B5EF4-FFF2-40B4-BE49-F238E27FC236}">
                <a16:creationId xmlns:a16="http://schemas.microsoft.com/office/drawing/2014/main" id="{8E27B616-BBAC-4C2A-B2E9-4026D68A2439}"/>
              </a:ext>
            </a:extLst>
          </p:cNvPr>
          <p:cNvSpPr>
            <a:spLocks noGrp="1"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data_5643">
            <a:extLst>
              <a:ext uri="{FF2B5EF4-FFF2-40B4-BE49-F238E27FC236}">
                <a16:creationId xmlns:a16="http://schemas.microsoft.com/office/drawing/2014/main" id="{C251550E-7827-42A0-B86B-257D74E98A6D}"/>
              </a:ext>
            </a:extLst>
          </p:cNvPr>
          <p:cNvSpPr>
            <a:spLocks noGrp="1"/>
          </p:cNvSpPr>
          <p:nvPr/>
        </p:nvSpPr>
        <p:spPr>
          <a:xfrm>
            <a:off x="13618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data_5644">
            <a:extLst>
              <a:ext uri="{FF2B5EF4-FFF2-40B4-BE49-F238E27FC236}">
                <a16:creationId xmlns:a16="http://schemas.microsoft.com/office/drawing/2014/main" id="{0AA906F1-43D5-478D-A69D-B98A6F05AECB}"/>
              </a:ext>
            </a:extLst>
          </p:cNvPr>
          <p:cNvSpPr>
            <a:spLocks noGrp="1"/>
          </p:cNvSpPr>
          <p:nvPr/>
        </p:nvSpPr>
        <p:spPr>
          <a:xfrm>
            <a:off x="131192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data_5645">
            <a:extLst>
              <a:ext uri="{FF2B5EF4-FFF2-40B4-BE49-F238E27FC236}">
                <a16:creationId xmlns:a16="http://schemas.microsoft.com/office/drawing/2014/main" id="{FBDFD88F-3D74-4112-90AB-644EE9E35102}"/>
              </a:ext>
            </a:extLst>
          </p:cNvPr>
          <p:cNvSpPr>
            <a:spLocks noGrp="1"/>
          </p:cNvSpPr>
          <p:nvPr/>
        </p:nvSpPr>
        <p:spPr>
          <a:xfrm>
            <a:off x="13355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data_5646">
            <a:extLst>
              <a:ext uri="{FF2B5EF4-FFF2-40B4-BE49-F238E27FC236}">
                <a16:creationId xmlns:a16="http://schemas.microsoft.com/office/drawing/2014/main" id="{AA566FC5-7D48-4109-A43A-D3713E246DCA}"/>
              </a:ext>
            </a:extLst>
          </p:cNvPr>
          <p:cNvSpPr>
            <a:spLocks noGrp="1"/>
          </p:cNvSpPr>
          <p:nvPr/>
        </p:nvSpPr>
        <p:spPr>
          <a:xfrm>
            <a:off x="1289379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data_5647">
            <a:extLst>
              <a:ext uri="{FF2B5EF4-FFF2-40B4-BE49-F238E27FC236}">
                <a16:creationId xmlns:a16="http://schemas.microsoft.com/office/drawing/2014/main" id="{3473D8BA-C545-4BF5-B907-2590DE01D6FC}"/>
              </a:ext>
            </a:extLst>
          </p:cNvPr>
          <p:cNvSpPr>
            <a:spLocks noGrp="1"/>
          </p:cNvSpPr>
          <p:nvPr/>
        </p:nvSpPr>
        <p:spPr>
          <a:xfrm>
            <a:off x="16592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data_5648">
            <a:extLst>
              <a:ext uri="{FF2B5EF4-FFF2-40B4-BE49-F238E27FC236}">
                <a16:creationId xmlns:a16="http://schemas.microsoft.com/office/drawing/2014/main" id="{E400F850-5E77-4FA7-BFB9-7F85E57453FE}"/>
              </a:ext>
            </a:extLst>
          </p:cNvPr>
          <p:cNvSpPr>
            <a:spLocks noGrp="1"/>
          </p:cNvSpPr>
          <p:nvPr/>
        </p:nvSpPr>
        <p:spPr>
          <a:xfrm>
            <a:off x="1634281" y="27035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data_5649">
            <a:extLst>
              <a:ext uri="{FF2B5EF4-FFF2-40B4-BE49-F238E27FC236}">
                <a16:creationId xmlns:a16="http://schemas.microsoft.com/office/drawing/2014/main" id="{49B99B8B-5A2B-448B-AE00-6B18B0C7D16A}"/>
              </a:ext>
            </a:extLst>
          </p:cNvPr>
          <p:cNvSpPr>
            <a:spLocks noGrp="1"/>
          </p:cNvSpPr>
          <p:nvPr/>
        </p:nvSpPr>
        <p:spPr>
          <a:xfrm>
            <a:off x="1654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data_5650">
            <a:extLst>
              <a:ext uri="{FF2B5EF4-FFF2-40B4-BE49-F238E27FC236}">
                <a16:creationId xmlns:a16="http://schemas.microsoft.com/office/drawing/2014/main" id="{E59FCC02-0B18-4B5D-825E-8ABAAEE93F20}"/>
              </a:ext>
            </a:extLst>
          </p:cNvPr>
          <p:cNvSpPr>
            <a:spLocks noGrp="1"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data_5651">
            <a:extLst>
              <a:ext uri="{FF2B5EF4-FFF2-40B4-BE49-F238E27FC236}">
                <a16:creationId xmlns:a16="http://schemas.microsoft.com/office/drawing/2014/main" id="{5FECCF4D-516E-49C4-8008-8EDD2608F719}"/>
              </a:ext>
            </a:extLst>
          </p:cNvPr>
          <p:cNvSpPr>
            <a:spLocks noGrp="1"/>
          </p:cNvSpPr>
          <p:nvPr/>
        </p:nvSpPr>
        <p:spPr>
          <a:xfrm>
            <a:off x="167623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data_5652">
            <a:extLst>
              <a:ext uri="{FF2B5EF4-FFF2-40B4-BE49-F238E27FC236}">
                <a16:creationId xmlns:a16="http://schemas.microsoft.com/office/drawing/2014/main" id="{8830CE5C-B0D3-4F3F-830E-0B5AA2E62A3D}"/>
              </a:ext>
            </a:extLst>
          </p:cNvPr>
          <p:cNvSpPr>
            <a:spLocks noGrp="1"/>
          </p:cNvSpPr>
          <p:nvPr/>
        </p:nvSpPr>
        <p:spPr>
          <a:xfrm>
            <a:off x="1714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data_5653">
            <a:extLst>
              <a:ext uri="{FF2B5EF4-FFF2-40B4-BE49-F238E27FC236}">
                <a16:creationId xmlns:a16="http://schemas.microsoft.com/office/drawing/2014/main" id="{B9BA131A-28A2-4FFA-A113-F61B72D6B7FC}"/>
              </a:ext>
            </a:extLst>
          </p:cNvPr>
          <p:cNvSpPr>
            <a:spLocks noGrp="1"/>
          </p:cNvSpPr>
          <p:nvPr/>
        </p:nvSpPr>
        <p:spPr>
          <a:xfrm>
            <a:off x="17379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data_5654">
            <a:extLst>
              <a:ext uri="{FF2B5EF4-FFF2-40B4-BE49-F238E27FC236}">
                <a16:creationId xmlns:a16="http://schemas.microsoft.com/office/drawing/2014/main" id="{DAF65557-E23D-43C6-943D-4E15D55E4C32}"/>
              </a:ext>
            </a:extLst>
          </p:cNvPr>
          <p:cNvSpPr>
            <a:spLocks noGrp="1"/>
          </p:cNvSpPr>
          <p:nvPr/>
        </p:nvSpPr>
        <p:spPr>
          <a:xfrm>
            <a:off x="16411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data_5655">
            <a:extLst>
              <a:ext uri="{FF2B5EF4-FFF2-40B4-BE49-F238E27FC236}">
                <a16:creationId xmlns:a16="http://schemas.microsoft.com/office/drawing/2014/main" id="{4E495F74-243E-4D4E-9880-36012DE8422E}"/>
              </a:ext>
            </a:extLst>
          </p:cNvPr>
          <p:cNvSpPr>
            <a:spLocks noGrp="1"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data_5656">
            <a:extLst>
              <a:ext uri="{FF2B5EF4-FFF2-40B4-BE49-F238E27FC236}">
                <a16:creationId xmlns:a16="http://schemas.microsoft.com/office/drawing/2014/main" id="{8B61F762-CA1D-416D-97A3-95B8AACD9994}"/>
              </a:ext>
            </a:extLst>
          </p:cNvPr>
          <p:cNvSpPr>
            <a:spLocks noGrp="1"/>
          </p:cNvSpPr>
          <p:nvPr/>
        </p:nvSpPr>
        <p:spPr>
          <a:xfrm>
            <a:off x="16415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data_5657">
            <a:extLst>
              <a:ext uri="{FF2B5EF4-FFF2-40B4-BE49-F238E27FC236}">
                <a16:creationId xmlns:a16="http://schemas.microsoft.com/office/drawing/2014/main" id="{5378743F-FFB3-46F1-B9E8-8B72F1A39796}"/>
              </a:ext>
            </a:extLst>
          </p:cNvPr>
          <p:cNvSpPr>
            <a:spLocks noGrp="1"/>
          </p:cNvSpPr>
          <p:nvPr/>
        </p:nvSpPr>
        <p:spPr>
          <a:xfrm>
            <a:off x="16272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data_5658">
            <a:extLst>
              <a:ext uri="{FF2B5EF4-FFF2-40B4-BE49-F238E27FC236}">
                <a16:creationId xmlns:a16="http://schemas.microsoft.com/office/drawing/2014/main" id="{B18A616E-F583-4DB2-80BD-497B8E8976FD}"/>
              </a:ext>
            </a:extLst>
          </p:cNvPr>
          <p:cNvSpPr>
            <a:spLocks noGrp="1"/>
          </p:cNvSpPr>
          <p:nvPr/>
        </p:nvSpPr>
        <p:spPr>
          <a:xfrm>
            <a:off x="172757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data_5659">
            <a:extLst>
              <a:ext uri="{FF2B5EF4-FFF2-40B4-BE49-F238E27FC236}">
                <a16:creationId xmlns:a16="http://schemas.microsoft.com/office/drawing/2014/main" id="{6686152A-0D3A-4048-95A1-1E3E404EB695}"/>
              </a:ext>
            </a:extLst>
          </p:cNvPr>
          <p:cNvSpPr>
            <a:spLocks noGrp="1"/>
          </p:cNvSpPr>
          <p:nvPr/>
        </p:nvSpPr>
        <p:spPr>
          <a:xfrm>
            <a:off x="17542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data_5660">
            <a:extLst>
              <a:ext uri="{FF2B5EF4-FFF2-40B4-BE49-F238E27FC236}">
                <a16:creationId xmlns:a16="http://schemas.microsoft.com/office/drawing/2014/main" id="{4293EC9A-7403-4680-B9F4-96DBD646E73E}"/>
              </a:ext>
            </a:extLst>
          </p:cNvPr>
          <p:cNvSpPr>
            <a:spLocks noGrp="1"/>
          </p:cNvSpPr>
          <p:nvPr/>
        </p:nvSpPr>
        <p:spPr>
          <a:xfrm>
            <a:off x="1675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data_5661">
            <a:extLst>
              <a:ext uri="{FF2B5EF4-FFF2-40B4-BE49-F238E27FC236}">
                <a16:creationId xmlns:a16="http://schemas.microsoft.com/office/drawing/2014/main" id="{3A52C0D2-845D-4C85-BCCD-9937A2610480}"/>
              </a:ext>
            </a:extLst>
          </p:cNvPr>
          <p:cNvSpPr>
            <a:spLocks noGrp="1"/>
          </p:cNvSpPr>
          <p:nvPr/>
        </p:nvSpPr>
        <p:spPr>
          <a:xfrm>
            <a:off x="174724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data_5662">
            <a:extLst>
              <a:ext uri="{FF2B5EF4-FFF2-40B4-BE49-F238E27FC236}">
                <a16:creationId xmlns:a16="http://schemas.microsoft.com/office/drawing/2014/main" id="{DA0C22BE-C10E-46F3-8AB5-DCA0FC7BEA20}"/>
              </a:ext>
            </a:extLst>
          </p:cNvPr>
          <p:cNvSpPr>
            <a:spLocks noGrp="1"/>
          </p:cNvSpPr>
          <p:nvPr/>
        </p:nvSpPr>
        <p:spPr>
          <a:xfrm>
            <a:off x="165447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data_5663">
            <a:extLst>
              <a:ext uri="{FF2B5EF4-FFF2-40B4-BE49-F238E27FC236}">
                <a16:creationId xmlns:a16="http://schemas.microsoft.com/office/drawing/2014/main" id="{8C26D394-95D1-46A8-957C-FB28B999158E}"/>
              </a:ext>
            </a:extLst>
          </p:cNvPr>
          <p:cNvSpPr>
            <a:spLocks noGrp="1"/>
          </p:cNvSpPr>
          <p:nvPr/>
        </p:nvSpPr>
        <p:spPr>
          <a:xfrm>
            <a:off x="1679233" y="27453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data_5664">
            <a:extLst>
              <a:ext uri="{FF2B5EF4-FFF2-40B4-BE49-F238E27FC236}">
                <a16:creationId xmlns:a16="http://schemas.microsoft.com/office/drawing/2014/main" id="{8A61F7FC-CBF1-4FC7-B114-039DA21118B4}"/>
              </a:ext>
            </a:extLst>
          </p:cNvPr>
          <p:cNvSpPr>
            <a:spLocks noGrp="1"/>
          </p:cNvSpPr>
          <p:nvPr/>
        </p:nvSpPr>
        <p:spPr>
          <a:xfrm>
            <a:off x="1718061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data_5665">
            <a:extLst>
              <a:ext uri="{FF2B5EF4-FFF2-40B4-BE49-F238E27FC236}">
                <a16:creationId xmlns:a16="http://schemas.microsoft.com/office/drawing/2014/main" id="{119A16D4-F2F1-4C25-B7CA-E5D9B4C6A31C}"/>
              </a:ext>
            </a:extLst>
          </p:cNvPr>
          <p:cNvSpPr>
            <a:spLocks noGrp="1"/>
          </p:cNvSpPr>
          <p:nvPr/>
        </p:nvSpPr>
        <p:spPr>
          <a:xfrm>
            <a:off x="17413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data_5666">
            <a:extLst>
              <a:ext uri="{FF2B5EF4-FFF2-40B4-BE49-F238E27FC236}">
                <a16:creationId xmlns:a16="http://schemas.microsoft.com/office/drawing/2014/main" id="{E55092AA-5DD2-40AC-BBFD-1F62F055DD2B}"/>
              </a:ext>
            </a:extLst>
          </p:cNvPr>
          <p:cNvSpPr>
            <a:spLocks noGrp="1"/>
          </p:cNvSpPr>
          <p:nvPr/>
        </p:nvSpPr>
        <p:spPr>
          <a:xfrm>
            <a:off x="1754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data_5667">
            <a:extLst>
              <a:ext uri="{FF2B5EF4-FFF2-40B4-BE49-F238E27FC236}">
                <a16:creationId xmlns:a16="http://schemas.microsoft.com/office/drawing/2014/main" id="{AA09E151-EC0C-4B01-8E3C-CFF264105636}"/>
              </a:ext>
            </a:extLst>
          </p:cNvPr>
          <p:cNvSpPr>
            <a:spLocks noGrp="1"/>
          </p:cNvSpPr>
          <p:nvPr/>
        </p:nvSpPr>
        <p:spPr>
          <a:xfrm>
            <a:off x="17090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data_5668">
            <a:extLst>
              <a:ext uri="{FF2B5EF4-FFF2-40B4-BE49-F238E27FC236}">
                <a16:creationId xmlns:a16="http://schemas.microsoft.com/office/drawing/2014/main" id="{89EDB8A2-8C5D-4931-AB76-6E01B32417D7}"/>
              </a:ext>
            </a:extLst>
          </p:cNvPr>
          <p:cNvSpPr>
            <a:spLocks noGrp="1"/>
          </p:cNvSpPr>
          <p:nvPr/>
        </p:nvSpPr>
        <p:spPr>
          <a:xfrm>
            <a:off x="163180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data_5669">
            <a:extLst>
              <a:ext uri="{FF2B5EF4-FFF2-40B4-BE49-F238E27FC236}">
                <a16:creationId xmlns:a16="http://schemas.microsoft.com/office/drawing/2014/main" id="{EA085469-3A2D-4EFE-AC4C-913D486C934E}"/>
              </a:ext>
            </a:extLst>
          </p:cNvPr>
          <p:cNvSpPr>
            <a:spLocks noGrp="1"/>
          </p:cNvSpPr>
          <p:nvPr/>
        </p:nvSpPr>
        <p:spPr>
          <a:xfrm>
            <a:off x="16510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data_5670">
            <a:extLst>
              <a:ext uri="{FF2B5EF4-FFF2-40B4-BE49-F238E27FC236}">
                <a16:creationId xmlns:a16="http://schemas.microsoft.com/office/drawing/2014/main" id="{B244A4F9-FAC9-4462-A968-90C0D28C23FE}"/>
              </a:ext>
            </a:extLst>
          </p:cNvPr>
          <p:cNvSpPr>
            <a:spLocks noGrp="1"/>
          </p:cNvSpPr>
          <p:nvPr/>
        </p:nvSpPr>
        <p:spPr>
          <a:xfrm>
            <a:off x="16595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data_5671">
            <a:extLst>
              <a:ext uri="{FF2B5EF4-FFF2-40B4-BE49-F238E27FC236}">
                <a16:creationId xmlns:a16="http://schemas.microsoft.com/office/drawing/2014/main" id="{CB1326D2-C7E7-4423-88EB-AC9E0AEABECE}"/>
              </a:ext>
            </a:extLst>
          </p:cNvPr>
          <p:cNvSpPr>
            <a:spLocks noGrp="1"/>
          </p:cNvSpPr>
          <p:nvPr/>
        </p:nvSpPr>
        <p:spPr>
          <a:xfrm>
            <a:off x="16315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data_5672">
            <a:extLst>
              <a:ext uri="{FF2B5EF4-FFF2-40B4-BE49-F238E27FC236}">
                <a16:creationId xmlns:a16="http://schemas.microsoft.com/office/drawing/2014/main" id="{59BBB6C3-A30E-48BA-A4E0-36E0972D142A}"/>
              </a:ext>
            </a:extLst>
          </p:cNvPr>
          <p:cNvSpPr>
            <a:spLocks noGrp="1"/>
          </p:cNvSpPr>
          <p:nvPr/>
        </p:nvSpPr>
        <p:spPr>
          <a:xfrm>
            <a:off x="163076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data_5673">
            <a:extLst>
              <a:ext uri="{FF2B5EF4-FFF2-40B4-BE49-F238E27FC236}">
                <a16:creationId xmlns:a16="http://schemas.microsoft.com/office/drawing/2014/main" id="{9565E914-055C-4786-A0B0-167EAA1B9C0B}"/>
              </a:ext>
            </a:extLst>
          </p:cNvPr>
          <p:cNvSpPr>
            <a:spLocks noGrp="1"/>
          </p:cNvSpPr>
          <p:nvPr/>
        </p:nvSpPr>
        <p:spPr>
          <a:xfrm>
            <a:off x="16560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data_5674">
            <a:extLst>
              <a:ext uri="{FF2B5EF4-FFF2-40B4-BE49-F238E27FC236}">
                <a16:creationId xmlns:a16="http://schemas.microsoft.com/office/drawing/2014/main" id="{482DA1B9-7B8A-4949-A428-F3255C87F6AA}"/>
              </a:ext>
            </a:extLst>
          </p:cNvPr>
          <p:cNvSpPr>
            <a:spLocks noGrp="1"/>
          </p:cNvSpPr>
          <p:nvPr/>
        </p:nvSpPr>
        <p:spPr>
          <a:xfrm>
            <a:off x="1705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data_5675">
            <a:extLst>
              <a:ext uri="{FF2B5EF4-FFF2-40B4-BE49-F238E27FC236}">
                <a16:creationId xmlns:a16="http://schemas.microsoft.com/office/drawing/2014/main" id="{8240AE67-A1A6-48C2-9118-F76767C566CE}"/>
              </a:ext>
            </a:extLst>
          </p:cNvPr>
          <p:cNvSpPr>
            <a:spLocks noGrp="1"/>
          </p:cNvSpPr>
          <p:nvPr/>
        </p:nvSpPr>
        <p:spPr>
          <a:xfrm>
            <a:off x="16491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data_5676">
            <a:extLst>
              <a:ext uri="{FF2B5EF4-FFF2-40B4-BE49-F238E27FC236}">
                <a16:creationId xmlns:a16="http://schemas.microsoft.com/office/drawing/2014/main" id="{58A4DB31-6617-4E61-AA84-386422A023B1}"/>
              </a:ext>
            </a:extLst>
          </p:cNvPr>
          <p:cNvSpPr>
            <a:spLocks noGrp="1"/>
          </p:cNvSpPr>
          <p:nvPr/>
        </p:nvSpPr>
        <p:spPr>
          <a:xfrm>
            <a:off x="16882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data_5677">
            <a:extLst>
              <a:ext uri="{FF2B5EF4-FFF2-40B4-BE49-F238E27FC236}">
                <a16:creationId xmlns:a16="http://schemas.microsoft.com/office/drawing/2014/main" id="{3FEA91A2-C5A3-45E5-AF6A-80B8F229EDD5}"/>
              </a:ext>
            </a:extLst>
          </p:cNvPr>
          <p:cNvSpPr>
            <a:spLocks noGrp="1"/>
          </p:cNvSpPr>
          <p:nvPr/>
        </p:nvSpPr>
        <p:spPr>
          <a:xfrm>
            <a:off x="167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data_5678">
            <a:extLst>
              <a:ext uri="{FF2B5EF4-FFF2-40B4-BE49-F238E27FC236}">
                <a16:creationId xmlns:a16="http://schemas.microsoft.com/office/drawing/2014/main" id="{D06AD7A7-95E8-4896-ABE5-3DB3CAF254A7}"/>
              </a:ext>
            </a:extLst>
          </p:cNvPr>
          <p:cNvSpPr>
            <a:spLocks noGrp="1"/>
          </p:cNvSpPr>
          <p:nvPr/>
        </p:nvSpPr>
        <p:spPr>
          <a:xfrm>
            <a:off x="17390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data_5679">
            <a:extLst>
              <a:ext uri="{FF2B5EF4-FFF2-40B4-BE49-F238E27FC236}">
                <a16:creationId xmlns:a16="http://schemas.microsoft.com/office/drawing/2014/main" id="{42BE2190-2F98-4494-ACAB-45758D9D4915}"/>
              </a:ext>
            </a:extLst>
          </p:cNvPr>
          <p:cNvSpPr>
            <a:spLocks noGrp="1"/>
          </p:cNvSpPr>
          <p:nvPr/>
        </p:nvSpPr>
        <p:spPr>
          <a:xfrm>
            <a:off x="1661513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data_5680">
            <a:extLst>
              <a:ext uri="{FF2B5EF4-FFF2-40B4-BE49-F238E27FC236}">
                <a16:creationId xmlns:a16="http://schemas.microsoft.com/office/drawing/2014/main" id="{E80A14BA-A504-4557-AD76-E67674E40BBC}"/>
              </a:ext>
            </a:extLst>
          </p:cNvPr>
          <p:cNvSpPr>
            <a:spLocks noGrp="1"/>
          </p:cNvSpPr>
          <p:nvPr/>
        </p:nvSpPr>
        <p:spPr>
          <a:xfrm>
            <a:off x="17150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data_5681">
            <a:extLst>
              <a:ext uri="{FF2B5EF4-FFF2-40B4-BE49-F238E27FC236}">
                <a16:creationId xmlns:a16="http://schemas.microsoft.com/office/drawing/2014/main" id="{2DB31D09-F2B0-45CC-87E7-3ECB7A5667A4}"/>
              </a:ext>
            </a:extLst>
          </p:cNvPr>
          <p:cNvSpPr>
            <a:spLocks noGrp="1"/>
          </p:cNvSpPr>
          <p:nvPr/>
        </p:nvSpPr>
        <p:spPr>
          <a:xfrm>
            <a:off x="17183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data_5682">
            <a:extLst>
              <a:ext uri="{FF2B5EF4-FFF2-40B4-BE49-F238E27FC236}">
                <a16:creationId xmlns:a16="http://schemas.microsoft.com/office/drawing/2014/main" id="{0C1662BE-7D67-43D7-8029-85CE88C6C14E}"/>
              </a:ext>
            </a:extLst>
          </p:cNvPr>
          <p:cNvSpPr>
            <a:spLocks noGrp="1"/>
          </p:cNvSpPr>
          <p:nvPr/>
        </p:nvSpPr>
        <p:spPr>
          <a:xfrm>
            <a:off x="163115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data_5683">
            <a:extLst>
              <a:ext uri="{FF2B5EF4-FFF2-40B4-BE49-F238E27FC236}">
                <a16:creationId xmlns:a16="http://schemas.microsoft.com/office/drawing/2014/main" id="{FE76F100-14EB-4313-BB38-082F86404AF9}"/>
              </a:ext>
            </a:extLst>
          </p:cNvPr>
          <p:cNvSpPr>
            <a:spLocks noGrp="1"/>
          </p:cNvSpPr>
          <p:nvPr/>
        </p:nvSpPr>
        <p:spPr>
          <a:xfrm>
            <a:off x="1737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data_5684">
            <a:extLst>
              <a:ext uri="{FF2B5EF4-FFF2-40B4-BE49-F238E27FC236}">
                <a16:creationId xmlns:a16="http://schemas.microsoft.com/office/drawing/2014/main" id="{48CD4A3B-5CFB-4246-8EE1-AA2B27E482DF}"/>
              </a:ext>
            </a:extLst>
          </p:cNvPr>
          <p:cNvSpPr>
            <a:spLocks noGrp="1"/>
          </p:cNvSpPr>
          <p:nvPr/>
        </p:nvSpPr>
        <p:spPr>
          <a:xfrm>
            <a:off x="16280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data_5685">
            <a:extLst>
              <a:ext uri="{FF2B5EF4-FFF2-40B4-BE49-F238E27FC236}">
                <a16:creationId xmlns:a16="http://schemas.microsoft.com/office/drawing/2014/main" id="{C9783503-F856-4AC8-ABE0-B6EDF0587A64}"/>
              </a:ext>
            </a:extLst>
          </p:cNvPr>
          <p:cNvSpPr>
            <a:spLocks noGrp="1"/>
          </p:cNvSpPr>
          <p:nvPr/>
        </p:nvSpPr>
        <p:spPr>
          <a:xfrm>
            <a:off x="17370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data_5686">
            <a:extLst>
              <a:ext uri="{FF2B5EF4-FFF2-40B4-BE49-F238E27FC236}">
                <a16:creationId xmlns:a16="http://schemas.microsoft.com/office/drawing/2014/main" id="{899A4051-F525-4784-A47D-080FD2B88964}"/>
              </a:ext>
            </a:extLst>
          </p:cNvPr>
          <p:cNvSpPr>
            <a:spLocks noGrp="1"/>
          </p:cNvSpPr>
          <p:nvPr/>
        </p:nvSpPr>
        <p:spPr>
          <a:xfrm>
            <a:off x="1749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data_5687">
            <a:extLst>
              <a:ext uri="{FF2B5EF4-FFF2-40B4-BE49-F238E27FC236}">
                <a16:creationId xmlns:a16="http://schemas.microsoft.com/office/drawing/2014/main" id="{9C550F8E-75D5-4E0A-86C0-78D4A2581F62}"/>
              </a:ext>
            </a:extLst>
          </p:cNvPr>
          <p:cNvSpPr>
            <a:spLocks noGrp="1"/>
          </p:cNvSpPr>
          <p:nvPr/>
        </p:nvSpPr>
        <p:spPr>
          <a:xfrm>
            <a:off x="17059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data_5688">
            <a:extLst>
              <a:ext uri="{FF2B5EF4-FFF2-40B4-BE49-F238E27FC236}">
                <a16:creationId xmlns:a16="http://schemas.microsoft.com/office/drawing/2014/main" id="{B9CCF549-F44D-4244-9483-4E95EFE349EA}"/>
              </a:ext>
            </a:extLst>
          </p:cNvPr>
          <p:cNvSpPr>
            <a:spLocks noGrp="1"/>
          </p:cNvSpPr>
          <p:nvPr/>
        </p:nvSpPr>
        <p:spPr>
          <a:xfrm>
            <a:off x="16668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data_5689">
            <a:extLst>
              <a:ext uri="{FF2B5EF4-FFF2-40B4-BE49-F238E27FC236}">
                <a16:creationId xmlns:a16="http://schemas.microsoft.com/office/drawing/2014/main" id="{C46CBDD4-9B30-4AFE-A10F-B7FED08F9339}"/>
              </a:ext>
            </a:extLst>
          </p:cNvPr>
          <p:cNvSpPr>
            <a:spLocks noGrp="1"/>
          </p:cNvSpPr>
          <p:nvPr/>
        </p:nvSpPr>
        <p:spPr>
          <a:xfrm>
            <a:off x="1721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data_5690">
            <a:extLst>
              <a:ext uri="{FF2B5EF4-FFF2-40B4-BE49-F238E27FC236}">
                <a16:creationId xmlns:a16="http://schemas.microsoft.com/office/drawing/2014/main" id="{3EF20A2C-98EE-4727-97C6-C3C9399DF5C3}"/>
              </a:ext>
            </a:extLst>
          </p:cNvPr>
          <p:cNvSpPr>
            <a:spLocks noGrp="1"/>
          </p:cNvSpPr>
          <p:nvPr/>
        </p:nvSpPr>
        <p:spPr>
          <a:xfrm>
            <a:off x="16551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data_5691">
            <a:extLst>
              <a:ext uri="{FF2B5EF4-FFF2-40B4-BE49-F238E27FC236}">
                <a16:creationId xmlns:a16="http://schemas.microsoft.com/office/drawing/2014/main" id="{D1395CE9-4332-4FF5-90A4-B0936C3265A1}"/>
              </a:ext>
            </a:extLst>
          </p:cNvPr>
          <p:cNvSpPr>
            <a:spLocks noGrp="1"/>
          </p:cNvSpPr>
          <p:nvPr/>
        </p:nvSpPr>
        <p:spPr>
          <a:xfrm>
            <a:off x="16886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data_5692">
            <a:extLst>
              <a:ext uri="{FF2B5EF4-FFF2-40B4-BE49-F238E27FC236}">
                <a16:creationId xmlns:a16="http://schemas.microsoft.com/office/drawing/2014/main" id="{CBE1A37B-7CC0-45B0-B485-F2C449706271}"/>
              </a:ext>
            </a:extLst>
          </p:cNvPr>
          <p:cNvSpPr>
            <a:spLocks noGrp="1"/>
          </p:cNvSpPr>
          <p:nvPr/>
        </p:nvSpPr>
        <p:spPr>
          <a:xfrm>
            <a:off x="1688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data_5693">
            <a:extLst>
              <a:ext uri="{FF2B5EF4-FFF2-40B4-BE49-F238E27FC236}">
                <a16:creationId xmlns:a16="http://schemas.microsoft.com/office/drawing/2014/main" id="{78E09016-516F-4A21-934D-DDB4F85D3AD7}"/>
              </a:ext>
            </a:extLst>
          </p:cNvPr>
          <p:cNvSpPr>
            <a:spLocks noGrp="1"/>
          </p:cNvSpPr>
          <p:nvPr/>
        </p:nvSpPr>
        <p:spPr>
          <a:xfrm>
            <a:off x="1649525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data_5694">
            <a:extLst>
              <a:ext uri="{FF2B5EF4-FFF2-40B4-BE49-F238E27FC236}">
                <a16:creationId xmlns:a16="http://schemas.microsoft.com/office/drawing/2014/main" id="{2FE132F4-74BB-4B2A-A748-FA8259B91D86}"/>
              </a:ext>
            </a:extLst>
          </p:cNvPr>
          <p:cNvSpPr>
            <a:spLocks noGrp="1"/>
          </p:cNvSpPr>
          <p:nvPr/>
        </p:nvSpPr>
        <p:spPr>
          <a:xfrm>
            <a:off x="1740342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data_5695">
            <a:extLst>
              <a:ext uri="{FF2B5EF4-FFF2-40B4-BE49-F238E27FC236}">
                <a16:creationId xmlns:a16="http://schemas.microsoft.com/office/drawing/2014/main" id="{73414E33-B269-4F91-A535-B279FF0816F8}"/>
              </a:ext>
            </a:extLst>
          </p:cNvPr>
          <p:cNvSpPr>
            <a:spLocks noGrp="1"/>
          </p:cNvSpPr>
          <p:nvPr/>
        </p:nvSpPr>
        <p:spPr>
          <a:xfrm>
            <a:off x="1669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data_5696">
            <a:extLst>
              <a:ext uri="{FF2B5EF4-FFF2-40B4-BE49-F238E27FC236}">
                <a16:creationId xmlns:a16="http://schemas.microsoft.com/office/drawing/2014/main" id="{28D1C6C4-9AC9-4B10-BC0A-8422054B23EF}"/>
              </a:ext>
            </a:extLst>
          </p:cNvPr>
          <p:cNvSpPr>
            <a:spLocks noGrp="1"/>
          </p:cNvSpPr>
          <p:nvPr/>
        </p:nvSpPr>
        <p:spPr>
          <a:xfrm>
            <a:off x="168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data_5697">
            <a:extLst>
              <a:ext uri="{FF2B5EF4-FFF2-40B4-BE49-F238E27FC236}">
                <a16:creationId xmlns:a16="http://schemas.microsoft.com/office/drawing/2014/main" id="{54654042-DC99-4E2D-A904-FF845E14DB0B}"/>
              </a:ext>
            </a:extLst>
          </p:cNvPr>
          <p:cNvSpPr>
            <a:spLocks noGrp="1"/>
          </p:cNvSpPr>
          <p:nvPr/>
        </p:nvSpPr>
        <p:spPr>
          <a:xfrm>
            <a:off x="17528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data_5698">
            <a:extLst>
              <a:ext uri="{FF2B5EF4-FFF2-40B4-BE49-F238E27FC236}">
                <a16:creationId xmlns:a16="http://schemas.microsoft.com/office/drawing/2014/main" id="{C471C86C-B958-4267-AAA4-4406A22D3037}"/>
              </a:ext>
            </a:extLst>
          </p:cNvPr>
          <p:cNvSpPr>
            <a:spLocks noGrp="1"/>
          </p:cNvSpPr>
          <p:nvPr/>
        </p:nvSpPr>
        <p:spPr>
          <a:xfrm>
            <a:off x="17137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data_5699">
            <a:extLst>
              <a:ext uri="{FF2B5EF4-FFF2-40B4-BE49-F238E27FC236}">
                <a16:creationId xmlns:a16="http://schemas.microsoft.com/office/drawing/2014/main" id="{F1B81D6C-A236-4D42-8C6D-7E2FE70524EE}"/>
              </a:ext>
            </a:extLst>
          </p:cNvPr>
          <p:cNvSpPr>
            <a:spLocks noGrp="1"/>
          </p:cNvSpPr>
          <p:nvPr/>
        </p:nvSpPr>
        <p:spPr>
          <a:xfrm>
            <a:off x="17481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data_5700">
            <a:extLst>
              <a:ext uri="{FF2B5EF4-FFF2-40B4-BE49-F238E27FC236}">
                <a16:creationId xmlns:a16="http://schemas.microsoft.com/office/drawing/2014/main" id="{800189E4-1E4E-4530-8363-AD603F998AC7}"/>
              </a:ext>
            </a:extLst>
          </p:cNvPr>
          <p:cNvSpPr>
            <a:spLocks noGrp="1"/>
          </p:cNvSpPr>
          <p:nvPr/>
        </p:nvSpPr>
        <p:spPr>
          <a:xfrm>
            <a:off x="1632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data_5701">
            <a:extLst>
              <a:ext uri="{FF2B5EF4-FFF2-40B4-BE49-F238E27FC236}">
                <a16:creationId xmlns:a16="http://schemas.microsoft.com/office/drawing/2014/main" id="{E87BAA39-0655-4339-82B5-052839FF566B}"/>
              </a:ext>
            </a:extLst>
          </p:cNvPr>
          <p:cNvSpPr>
            <a:spLocks noGrp="1"/>
          </p:cNvSpPr>
          <p:nvPr/>
        </p:nvSpPr>
        <p:spPr>
          <a:xfrm>
            <a:off x="17385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data_5702">
            <a:extLst>
              <a:ext uri="{FF2B5EF4-FFF2-40B4-BE49-F238E27FC236}">
                <a16:creationId xmlns:a16="http://schemas.microsoft.com/office/drawing/2014/main" id="{19DED8F4-A96C-4423-8C96-0DF3141B5B92}"/>
              </a:ext>
            </a:extLst>
          </p:cNvPr>
          <p:cNvSpPr>
            <a:spLocks noGrp="1"/>
          </p:cNvSpPr>
          <p:nvPr/>
        </p:nvSpPr>
        <p:spPr>
          <a:xfrm>
            <a:off x="17213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data_5703">
            <a:extLst>
              <a:ext uri="{FF2B5EF4-FFF2-40B4-BE49-F238E27FC236}">
                <a16:creationId xmlns:a16="http://schemas.microsoft.com/office/drawing/2014/main" id="{8E95245A-03D3-4F83-8DF3-9EE023685393}"/>
              </a:ext>
            </a:extLst>
          </p:cNvPr>
          <p:cNvSpPr>
            <a:spLocks noGrp="1"/>
          </p:cNvSpPr>
          <p:nvPr/>
        </p:nvSpPr>
        <p:spPr>
          <a:xfrm>
            <a:off x="16763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data_5704">
            <a:extLst>
              <a:ext uri="{FF2B5EF4-FFF2-40B4-BE49-F238E27FC236}">
                <a16:creationId xmlns:a16="http://schemas.microsoft.com/office/drawing/2014/main" id="{17E0F6CD-3B8E-40BD-B931-65A1F5170D26}"/>
              </a:ext>
            </a:extLst>
          </p:cNvPr>
          <p:cNvSpPr>
            <a:spLocks noGrp="1"/>
          </p:cNvSpPr>
          <p:nvPr/>
        </p:nvSpPr>
        <p:spPr>
          <a:xfrm>
            <a:off x="17264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data_5705">
            <a:extLst>
              <a:ext uri="{FF2B5EF4-FFF2-40B4-BE49-F238E27FC236}">
                <a16:creationId xmlns:a16="http://schemas.microsoft.com/office/drawing/2014/main" id="{0E1D8C4D-BFB7-4783-9A8A-273BBBDD16F4}"/>
              </a:ext>
            </a:extLst>
          </p:cNvPr>
          <p:cNvSpPr>
            <a:spLocks noGrp="1"/>
          </p:cNvSpPr>
          <p:nvPr/>
        </p:nvSpPr>
        <p:spPr>
          <a:xfrm>
            <a:off x="17535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data_5706">
            <a:extLst>
              <a:ext uri="{FF2B5EF4-FFF2-40B4-BE49-F238E27FC236}">
                <a16:creationId xmlns:a16="http://schemas.microsoft.com/office/drawing/2014/main" id="{4F9CCBF5-3BF4-4F37-BE86-E73226D78FA0}"/>
              </a:ext>
            </a:extLst>
          </p:cNvPr>
          <p:cNvSpPr>
            <a:spLocks noGrp="1"/>
          </p:cNvSpPr>
          <p:nvPr/>
        </p:nvSpPr>
        <p:spPr>
          <a:xfrm>
            <a:off x="17127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data_5707">
            <a:extLst>
              <a:ext uri="{FF2B5EF4-FFF2-40B4-BE49-F238E27FC236}">
                <a16:creationId xmlns:a16="http://schemas.microsoft.com/office/drawing/2014/main" id="{395A49A8-A417-4FA4-8A2D-A1464BAF9287}"/>
              </a:ext>
            </a:extLst>
          </p:cNvPr>
          <p:cNvSpPr>
            <a:spLocks noGrp="1"/>
          </p:cNvSpPr>
          <p:nvPr/>
        </p:nvSpPr>
        <p:spPr>
          <a:xfrm>
            <a:off x="17227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data_5708">
            <a:extLst>
              <a:ext uri="{FF2B5EF4-FFF2-40B4-BE49-F238E27FC236}">
                <a16:creationId xmlns:a16="http://schemas.microsoft.com/office/drawing/2014/main" id="{F52E599F-36F1-4723-BE4F-CC2C4484DAC2}"/>
              </a:ext>
            </a:extLst>
          </p:cNvPr>
          <p:cNvSpPr>
            <a:spLocks noGrp="1"/>
          </p:cNvSpPr>
          <p:nvPr/>
        </p:nvSpPr>
        <p:spPr>
          <a:xfrm>
            <a:off x="172157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data_5709">
            <a:extLst>
              <a:ext uri="{FF2B5EF4-FFF2-40B4-BE49-F238E27FC236}">
                <a16:creationId xmlns:a16="http://schemas.microsoft.com/office/drawing/2014/main" id="{0F5BC12C-3BFF-4E00-858D-DBB15CC49D42}"/>
              </a:ext>
            </a:extLst>
          </p:cNvPr>
          <p:cNvSpPr>
            <a:spLocks noGrp="1"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data_5710">
            <a:extLst>
              <a:ext uri="{FF2B5EF4-FFF2-40B4-BE49-F238E27FC236}">
                <a16:creationId xmlns:a16="http://schemas.microsoft.com/office/drawing/2014/main" id="{1D4334B7-0FC3-4E45-B1A4-1B31DB534D9B}"/>
              </a:ext>
            </a:extLst>
          </p:cNvPr>
          <p:cNvSpPr>
            <a:spLocks noGrp="1"/>
          </p:cNvSpPr>
          <p:nvPr/>
        </p:nvSpPr>
        <p:spPr>
          <a:xfrm>
            <a:off x="166437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data_5711">
            <a:extLst>
              <a:ext uri="{FF2B5EF4-FFF2-40B4-BE49-F238E27FC236}">
                <a16:creationId xmlns:a16="http://schemas.microsoft.com/office/drawing/2014/main" id="{A300E9F2-F073-4A12-8E0D-0B7FFEFA6F04}"/>
              </a:ext>
            </a:extLst>
          </p:cNvPr>
          <p:cNvSpPr>
            <a:spLocks noGrp="1"/>
          </p:cNvSpPr>
          <p:nvPr/>
        </p:nvSpPr>
        <p:spPr>
          <a:xfrm>
            <a:off x="17443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data_5712">
            <a:extLst>
              <a:ext uri="{FF2B5EF4-FFF2-40B4-BE49-F238E27FC236}">
                <a16:creationId xmlns:a16="http://schemas.microsoft.com/office/drawing/2014/main" id="{D5D21151-A121-4382-8362-2806C21A1635}"/>
              </a:ext>
            </a:extLst>
          </p:cNvPr>
          <p:cNvSpPr>
            <a:spLocks noGrp="1"/>
          </p:cNvSpPr>
          <p:nvPr/>
        </p:nvSpPr>
        <p:spPr>
          <a:xfrm>
            <a:off x="165056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data_5713">
            <a:extLst>
              <a:ext uri="{FF2B5EF4-FFF2-40B4-BE49-F238E27FC236}">
                <a16:creationId xmlns:a16="http://schemas.microsoft.com/office/drawing/2014/main" id="{0E545CF3-D694-494B-BDD6-717DBA30CDDD}"/>
              </a:ext>
            </a:extLst>
          </p:cNvPr>
          <p:cNvSpPr>
            <a:spLocks noGrp="1"/>
          </p:cNvSpPr>
          <p:nvPr/>
        </p:nvSpPr>
        <p:spPr>
          <a:xfrm>
            <a:off x="164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data_5714">
            <a:extLst>
              <a:ext uri="{FF2B5EF4-FFF2-40B4-BE49-F238E27FC236}">
                <a16:creationId xmlns:a16="http://schemas.microsoft.com/office/drawing/2014/main" id="{4A2DC327-9CFC-4FA4-BC94-A15D741AED4E}"/>
              </a:ext>
            </a:extLst>
          </p:cNvPr>
          <p:cNvSpPr>
            <a:spLocks noGrp="1"/>
          </p:cNvSpPr>
          <p:nvPr/>
        </p:nvSpPr>
        <p:spPr>
          <a:xfrm>
            <a:off x="16553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data_5715">
            <a:extLst>
              <a:ext uri="{FF2B5EF4-FFF2-40B4-BE49-F238E27FC236}">
                <a16:creationId xmlns:a16="http://schemas.microsoft.com/office/drawing/2014/main" id="{B33AE87D-2E58-47BD-AE9D-EEF0E481E166}"/>
              </a:ext>
            </a:extLst>
          </p:cNvPr>
          <p:cNvSpPr>
            <a:spLocks noGrp="1"/>
          </p:cNvSpPr>
          <p:nvPr/>
        </p:nvSpPr>
        <p:spPr>
          <a:xfrm>
            <a:off x="17462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data_5716">
            <a:extLst>
              <a:ext uri="{FF2B5EF4-FFF2-40B4-BE49-F238E27FC236}">
                <a16:creationId xmlns:a16="http://schemas.microsoft.com/office/drawing/2014/main" id="{F052AE31-DCCC-464F-83F2-BB1D09259ABF}"/>
              </a:ext>
            </a:extLst>
          </p:cNvPr>
          <p:cNvSpPr>
            <a:spLocks noGrp="1"/>
          </p:cNvSpPr>
          <p:nvPr/>
        </p:nvSpPr>
        <p:spPr>
          <a:xfrm>
            <a:off x="173239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data_5717">
            <a:extLst>
              <a:ext uri="{FF2B5EF4-FFF2-40B4-BE49-F238E27FC236}">
                <a16:creationId xmlns:a16="http://schemas.microsoft.com/office/drawing/2014/main" id="{84C5D745-39AC-44B8-9D01-061EAFC5E52E}"/>
              </a:ext>
            </a:extLst>
          </p:cNvPr>
          <p:cNvSpPr>
            <a:spLocks noGrp="1"/>
          </p:cNvSpPr>
          <p:nvPr/>
        </p:nvSpPr>
        <p:spPr>
          <a:xfrm>
            <a:off x="17379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data_5718">
            <a:extLst>
              <a:ext uri="{FF2B5EF4-FFF2-40B4-BE49-F238E27FC236}">
                <a16:creationId xmlns:a16="http://schemas.microsoft.com/office/drawing/2014/main" id="{A65829C9-82A0-41F3-9CE7-BF66D6127A06}"/>
              </a:ext>
            </a:extLst>
          </p:cNvPr>
          <p:cNvSpPr>
            <a:spLocks noGrp="1"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data_5719">
            <a:extLst>
              <a:ext uri="{FF2B5EF4-FFF2-40B4-BE49-F238E27FC236}">
                <a16:creationId xmlns:a16="http://schemas.microsoft.com/office/drawing/2014/main" id="{39653B15-26DC-491D-94E2-F3A97FE896ED}"/>
              </a:ext>
            </a:extLst>
          </p:cNvPr>
          <p:cNvSpPr>
            <a:spLocks noGrp="1"/>
          </p:cNvSpPr>
          <p:nvPr/>
        </p:nvSpPr>
        <p:spPr>
          <a:xfrm>
            <a:off x="1731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data_5720">
            <a:extLst>
              <a:ext uri="{FF2B5EF4-FFF2-40B4-BE49-F238E27FC236}">
                <a16:creationId xmlns:a16="http://schemas.microsoft.com/office/drawing/2014/main" id="{8579D08D-B325-4850-BE8B-D7423851AED4}"/>
              </a:ext>
            </a:extLst>
          </p:cNvPr>
          <p:cNvSpPr>
            <a:spLocks noGrp="1"/>
          </p:cNvSpPr>
          <p:nvPr/>
        </p:nvSpPr>
        <p:spPr>
          <a:xfrm>
            <a:off x="1743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data_5721">
            <a:extLst>
              <a:ext uri="{FF2B5EF4-FFF2-40B4-BE49-F238E27FC236}">
                <a16:creationId xmlns:a16="http://schemas.microsoft.com/office/drawing/2014/main" id="{7AB4E251-FA8F-4422-96BC-E2505A1BE0DD}"/>
              </a:ext>
            </a:extLst>
          </p:cNvPr>
          <p:cNvSpPr>
            <a:spLocks noGrp="1"/>
          </p:cNvSpPr>
          <p:nvPr/>
        </p:nvSpPr>
        <p:spPr>
          <a:xfrm>
            <a:off x="1647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data_5722">
            <a:extLst>
              <a:ext uri="{FF2B5EF4-FFF2-40B4-BE49-F238E27FC236}">
                <a16:creationId xmlns:a16="http://schemas.microsoft.com/office/drawing/2014/main" id="{8D337E46-5EC0-4B32-ADE9-C56EAE53FD48}"/>
              </a:ext>
            </a:extLst>
          </p:cNvPr>
          <p:cNvSpPr>
            <a:spLocks noGrp="1"/>
          </p:cNvSpPr>
          <p:nvPr/>
        </p:nvSpPr>
        <p:spPr>
          <a:xfrm>
            <a:off x="16577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data_5723">
            <a:extLst>
              <a:ext uri="{FF2B5EF4-FFF2-40B4-BE49-F238E27FC236}">
                <a16:creationId xmlns:a16="http://schemas.microsoft.com/office/drawing/2014/main" id="{C5C3382D-B971-4296-9CBD-D55BBA767A12}"/>
              </a:ext>
            </a:extLst>
          </p:cNvPr>
          <p:cNvSpPr>
            <a:spLocks noGrp="1"/>
          </p:cNvSpPr>
          <p:nvPr/>
        </p:nvSpPr>
        <p:spPr>
          <a:xfrm>
            <a:off x="17196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data_5724">
            <a:extLst>
              <a:ext uri="{FF2B5EF4-FFF2-40B4-BE49-F238E27FC236}">
                <a16:creationId xmlns:a16="http://schemas.microsoft.com/office/drawing/2014/main" id="{888D6569-EBBA-436F-AA09-CED17D8DEDFC}"/>
              </a:ext>
            </a:extLst>
          </p:cNvPr>
          <p:cNvSpPr>
            <a:spLocks noGrp="1"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data_5725">
            <a:extLst>
              <a:ext uri="{FF2B5EF4-FFF2-40B4-BE49-F238E27FC236}">
                <a16:creationId xmlns:a16="http://schemas.microsoft.com/office/drawing/2014/main" id="{6447A471-A24D-443F-A617-ED18BCF536A9}"/>
              </a:ext>
            </a:extLst>
          </p:cNvPr>
          <p:cNvSpPr>
            <a:spLocks noGrp="1"/>
          </p:cNvSpPr>
          <p:nvPr/>
        </p:nvSpPr>
        <p:spPr>
          <a:xfrm>
            <a:off x="1666724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data_5726">
            <a:extLst>
              <a:ext uri="{FF2B5EF4-FFF2-40B4-BE49-F238E27FC236}">
                <a16:creationId xmlns:a16="http://schemas.microsoft.com/office/drawing/2014/main" id="{0E41A420-2BF5-4207-83B4-7762E65EBE65}"/>
              </a:ext>
            </a:extLst>
          </p:cNvPr>
          <p:cNvSpPr>
            <a:spLocks noGrp="1"/>
          </p:cNvSpPr>
          <p:nvPr/>
        </p:nvSpPr>
        <p:spPr>
          <a:xfrm>
            <a:off x="16453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data_5727">
            <a:extLst>
              <a:ext uri="{FF2B5EF4-FFF2-40B4-BE49-F238E27FC236}">
                <a16:creationId xmlns:a16="http://schemas.microsoft.com/office/drawing/2014/main" id="{81AEB7EB-6F93-49C8-99DE-C5506CA8C45A}"/>
              </a:ext>
            </a:extLst>
          </p:cNvPr>
          <p:cNvSpPr>
            <a:spLocks noGrp="1"/>
          </p:cNvSpPr>
          <p:nvPr/>
        </p:nvSpPr>
        <p:spPr>
          <a:xfrm>
            <a:off x="1659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data_5728">
            <a:extLst>
              <a:ext uri="{FF2B5EF4-FFF2-40B4-BE49-F238E27FC236}">
                <a16:creationId xmlns:a16="http://schemas.microsoft.com/office/drawing/2014/main" id="{A18D4B66-94EC-4225-B957-5EB29836BFD7}"/>
              </a:ext>
            </a:extLst>
          </p:cNvPr>
          <p:cNvSpPr>
            <a:spLocks noGrp="1"/>
          </p:cNvSpPr>
          <p:nvPr/>
        </p:nvSpPr>
        <p:spPr>
          <a:xfrm>
            <a:off x="166424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data_5729">
            <a:extLst>
              <a:ext uri="{FF2B5EF4-FFF2-40B4-BE49-F238E27FC236}">
                <a16:creationId xmlns:a16="http://schemas.microsoft.com/office/drawing/2014/main" id="{0415AFB4-407C-4A68-A4B3-9CEF8C6D3906}"/>
              </a:ext>
            </a:extLst>
          </p:cNvPr>
          <p:cNvSpPr>
            <a:spLocks noGrp="1"/>
          </p:cNvSpPr>
          <p:nvPr/>
        </p:nvSpPr>
        <p:spPr>
          <a:xfrm>
            <a:off x="17451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data_5730">
            <a:extLst>
              <a:ext uri="{FF2B5EF4-FFF2-40B4-BE49-F238E27FC236}">
                <a16:creationId xmlns:a16="http://schemas.microsoft.com/office/drawing/2014/main" id="{BF1564EC-FFD6-45CD-ABD5-9A3303803EC9}"/>
              </a:ext>
            </a:extLst>
          </p:cNvPr>
          <p:cNvSpPr>
            <a:spLocks noGrp="1"/>
          </p:cNvSpPr>
          <p:nvPr/>
        </p:nvSpPr>
        <p:spPr>
          <a:xfrm>
            <a:off x="16899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data_5731">
            <a:extLst>
              <a:ext uri="{FF2B5EF4-FFF2-40B4-BE49-F238E27FC236}">
                <a16:creationId xmlns:a16="http://schemas.microsoft.com/office/drawing/2014/main" id="{5F5B1217-7F18-48E8-A3B2-3FCF11604018}"/>
              </a:ext>
            </a:extLst>
          </p:cNvPr>
          <p:cNvSpPr>
            <a:spLocks noGrp="1"/>
          </p:cNvSpPr>
          <p:nvPr/>
        </p:nvSpPr>
        <p:spPr>
          <a:xfrm>
            <a:off x="164744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data_5732">
            <a:extLst>
              <a:ext uri="{FF2B5EF4-FFF2-40B4-BE49-F238E27FC236}">
                <a16:creationId xmlns:a16="http://schemas.microsoft.com/office/drawing/2014/main" id="{0F0CEC9E-8889-4124-B7E6-93B0FD6CB495}"/>
              </a:ext>
            </a:extLst>
          </p:cNvPr>
          <p:cNvSpPr>
            <a:spLocks noGrp="1"/>
          </p:cNvSpPr>
          <p:nvPr/>
        </p:nvSpPr>
        <p:spPr>
          <a:xfrm>
            <a:off x="166633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data_5733">
            <a:extLst>
              <a:ext uri="{FF2B5EF4-FFF2-40B4-BE49-F238E27FC236}">
                <a16:creationId xmlns:a16="http://schemas.microsoft.com/office/drawing/2014/main" id="{FFE156F3-7965-4E70-8E59-AD0DF6AED588}"/>
              </a:ext>
            </a:extLst>
          </p:cNvPr>
          <p:cNvSpPr>
            <a:spLocks noGrp="1"/>
          </p:cNvSpPr>
          <p:nvPr/>
        </p:nvSpPr>
        <p:spPr>
          <a:xfrm>
            <a:off x="17383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data_5734">
            <a:extLst>
              <a:ext uri="{FF2B5EF4-FFF2-40B4-BE49-F238E27FC236}">
                <a16:creationId xmlns:a16="http://schemas.microsoft.com/office/drawing/2014/main" id="{57F33D9C-E84C-4B43-926F-10B3661E2017}"/>
              </a:ext>
            </a:extLst>
          </p:cNvPr>
          <p:cNvSpPr>
            <a:spLocks noGrp="1"/>
          </p:cNvSpPr>
          <p:nvPr/>
        </p:nvSpPr>
        <p:spPr>
          <a:xfrm>
            <a:off x="171376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data_5735">
            <a:extLst>
              <a:ext uri="{FF2B5EF4-FFF2-40B4-BE49-F238E27FC236}">
                <a16:creationId xmlns:a16="http://schemas.microsoft.com/office/drawing/2014/main" id="{0FFA5110-021B-40D4-99EF-0EC99E7DCC17}"/>
              </a:ext>
            </a:extLst>
          </p:cNvPr>
          <p:cNvSpPr>
            <a:spLocks noGrp="1"/>
          </p:cNvSpPr>
          <p:nvPr/>
        </p:nvSpPr>
        <p:spPr>
          <a:xfrm>
            <a:off x="1737866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data_5736">
            <a:extLst>
              <a:ext uri="{FF2B5EF4-FFF2-40B4-BE49-F238E27FC236}">
                <a16:creationId xmlns:a16="http://schemas.microsoft.com/office/drawing/2014/main" id="{72A77EF6-C93D-4C2F-B476-273A5C280E12}"/>
              </a:ext>
            </a:extLst>
          </p:cNvPr>
          <p:cNvSpPr>
            <a:spLocks noGrp="1"/>
          </p:cNvSpPr>
          <p:nvPr/>
        </p:nvSpPr>
        <p:spPr>
          <a:xfrm>
            <a:off x="165538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data_5737">
            <a:extLst>
              <a:ext uri="{FF2B5EF4-FFF2-40B4-BE49-F238E27FC236}">
                <a16:creationId xmlns:a16="http://schemas.microsoft.com/office/drawing/2014/main" id="{870638BD-897E-4EB2-B3D3-EEDB2F39BF01}"/>
              </a:ext>
            </a:extLst>
          </p:cNvPr>
          <p:cNvSpPr>
            <a:spLocks noGrp="1"/>
          </p:cNvSpPr>
          <p:nvPr/>
        </p:nvSpPr>
        <p:spPr>
          <a:xfrm>
            <a:off x="1679884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data_5738">
            <a:extLst>
              <a:ext uri="{FF2B5EF4-FFF2-40B4-BE49-F238E27FC236}">
                <a16:creationId xmlns:a16="http://schemas.microsoft.com/office/drawing/2014/main" id="{F76061AB-CBB6-4001-88A0-24CACDCCFD39}"/>
              </a:ext>
            </a:extLst>
          </p:cNvPr>
          <p:cNvSpPr>
            <a:spLocks noGrp="1"/>
          </p:cNvSpPr>
          <p:nvPr/>
        </p:nvSpPr>
        <p:spPr>
          <a:xfrm>
            <a:off x="1738778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data_5739">
            <a:extLst>
              <a:ext uri="{FF2B5EF4-FFF2-40B4-BE49-F238E27FC236}">
                <a16:creationId xmlns:a16="http://schemas.microsoft.com/office/drawing/2014/main" id="{4BC5CEBC-FEC6-4FC7-90D9-B2AFDE186232}"/>
              </a:ext>
            </a:extLst>
          </p:cNvPr>
          <p:cNvSpPr>
            <a:spLocks noGrp="1"/>
          </p:cNvSpPr>
          <p:nvPr/>
        </p:nvSpPr>
        <p:spPr>
          <a:xfrm>
            <a:off x="17389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data_5740">
            <a:extLst>
              <a:ext uri="{FF2B5EF4-FFF2-40B4-BE49-F238E27FC236}">
                <a16:creationId xmlns:a16="http://schemas.microsoft.com/office/drawing/2014/main" id="{770345DD-2803-448A-B5CF-C42E6886F943}"/>
              </a:ext>
            </a:extLst>
          </p:cNvPr>
          <p:cNvSpPr>
            <a:spLocks noGrp="1"/>
          </p:cNvSpPr>
          <p:nvPr/>
        </p:nvSpPr>
        <p:spPr>
          <a:xfrm>
            <a:off x="1730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data_5741">
            <a:extLst>
              <a:ext uri="{FF2B5EF4-FFF2-40B4-BE49-F238E27FC236}">
                <a16:creationId xmlns:a16="http://schemas.microsoft.com/office/drawing/2014/main" id="{997CB44E-A965-46AA-B17D-F7D70D8F8158}"/>
              </a:ext>
            </a:extLst>
          </p:cNvPr>
          <p:cNvSpPr>
            <a:spLocks noGrp="1"/>
          </p:cNvSpPr>
          <p:nvPr/>
        </p:nvSpPr>
        <p:spPr>
          <a:xfrm>
            <a:off x="1742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data_5742">
            <a:extLst>
              <a:ext uri="{FF2B5EF4-FFF2-40B4-BE49-F238E27FC236}">
                <a16:creationId xmlns:a16="http://schemas.microsoft.com/office/drawing/2014/main" id="{1CEA999D-EFC2-4C6F-BF82-AB626402B3CD}"/>
              </a:ext>
            </a:extLst>
          </p:cNvPr>
          <p:cNvSpPr>
            <a:spLocks noGrp="1"/>
          </p:cNvSpPr>
          <p:nvPr/>
        </p:nvSpPr>
        <p:spPr>
          <a:xfrm>
            <a:off x="166737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data_5743">
            <a:extLst>
              <a:ext uri="{FF2B5EF4-FFF2-40B4-BE49-F238E27FC236}">
                <a16:creationId xmlns:a16="http://schemas.microsoft.com/office/drawing/2014/main" id="{0C02FB59-1D0E-4DD4-B987-D971CD5359F7}"/>
              </a:ext>
            </a:extLst>
          </p:cNvPr>
          <p:cNvSpPr>
            <a:spLocks noGrp="1"/>
          </p:cNvSpPr>
          <p:nvPr/>
        </p:nvSpPr>
        <p:spPr>
          <a:xfrm>
            <a:off x="1647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data_5744">
            <a:extLst>
              <a:ext uri="{FF2B5EF4-FFF2-40B4-BE49-F238E27FC236}">
                <a16:creationId xmlns:a16="http://schemas.microsoft.com/office/drawing/2014/main" id="{3399F189-67C3-4D30-8B50-A775E9AD22B0}"/>
              </a:ext>
            </a:extLst>
          </p:cNvPr>
          <p:cNvSpPr>
            <a:spLocks noGrp="1"/>
          </p:cNvSpPr>
          <p:nvPr/>
        </p:nvSpPr>
        <p:spPr>
          <a:xfrm>
            <a:off x="17235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data_5745">
            <a:extLst>
              <a:ext uri="{FF2B5EF4-FFF2-40B4-BE49-F238E27FC236}">
                <a16:creationId xmlns:a16="http://schemas.microsoft.com/office/drawing/2014/main" id="{61A61F2B-2616-40A1-8DB1-8E44B5C4F692}"/>
              </a:ext>
            </a:extLst>
          </p:cNvPr>
          <p:cNvSpPr>
            <a:spLocks noGrp="1"/>
          </p:cNvSpPr>
          <p:nvPr/>
        </p:nvSpPr>
        <p:spPr>
          <a:xfrm>
            <a:off x="16415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data_5746">
            <a:extLst>
              <a:ext uri="{FF2B5EF4-FFF2-40B4-BE49-F238E27FC236}">
                <a16:creationId xmlns:a16="http://schemas.microsoft.com/office/drawing/2014/main" id="{CCFE56D9-43C3-4A5F-A1B7-BA2AD4490433}"/>
              </a:ext>
            </a:extLst>
          </p:cNvPr>
          <p:cNvSpPr>
            <a:spLocks noGrp="1"/>
          </p:cNvSpPr>
          <p:nvPr/>
        </p:nvSpPr>
        <p:spPr>
          <a:xfrm>
            <a:off x="1649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data_5747">
            <a:extLst>
              <a:ext uri="{FF2B5EF4-FFF2-40B4-BE49-F238E27FC236}">
                <a16:creationId xmlns:a16="http://schemas.microsoft.com/office/drawing/2014/main" id="{1A29D211-31D6-482E-8813-B39C67782E97}"/>
              </a:ext>
            </a:extLst>
          </p:cNvPr>
          <p:cNvSpPr>
            <a:spLocks noGrp="1"/>
          </p:cNvSpPr>
          <p:nvPr/>
        </p:nvSpPr>
        <p:spPr>
          <a:xfrm>
            <a:off x="172679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data_5748">
            <a:extLst>
              <a:ext uri="{FF2B5EF4-FFF2-40B4-BE49-F238E27FC236}">
                <a16:creationId xmlns:a16="http://schemas.microsoft.com/office/drawing/2014/main" id="{54304677-28A8-46DB-A135-7DC6C6C3216E}"/>
              </a:ext>
            </a:extLst>
          </p:cNvPr>
          <p:cNvSpPr>
            <a:spLocks noGrp="1"/>
          </p:cNvSpPr>
          <p:nvPr/>
        </p:nvSpPr>
        <p:spPr>
          <a:xfrm>
            <a:off x="1642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data_5749">
            <a:extLst>
              <a:ext uri="{FF2B5EF4-FFF2-40B4-BE49-F238E27FC236}">
                <a16:creationId xmlns:a16="http://schemas.microsoft.com/office/drawing/2014/main" id="{41A1490F-A8BC-4067-AA52-96E0460CB0D5}"/>
              </a:ext>
            </a:extLst>
          </p:cNvPr>
          <p:cNvSpPr>
            <a:spLocks noGrp="1"/>
          </p:cNvSpPr>
          <p:nvPr/>
        </p:nvSpPr>
        <p:spPr>
          <a:xfrm>
            <a:off x="17518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data_5750">
            <a:extLst>
              <a:ext uri="{FF2B5EF4-FFF2-40B4-BE49-F238E27FC236}">
                <a16:creationId xmlns:a16="http://schemas.microsoft.com/office/drawing/2014/main" id="{175D44D9-8734-4586-9F19-F8649221E143}"/>
              </a:ext>
            </a:extLst>
          </p:cNvPr>
          <p:cNvSpPr>
            <a:spLocks noGrp="1"/>
          </p:cNvSpPr>
          <p:nvPr/>
        </p:nvSpPr>
        <p:spPr>
          <a:xfrm>
            <a:off x="17318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data_5751">
            <a:extLst>
              <a:ext uri="{FF2B5EF4-FFF2-40B4-BE49-F238E27FC236}">
                <a16:creationId xmlns:a16="http://schemas.microsoft.com/office/drawing/2014/main" id="{48DA9CCD-0D1C-431B-9E5B-C36F8E7955D4}"/>
              </a:ext>
            </a:extLst>
          </p:cNvPr>
          <p:cNvSpPr>
            <a:spLocks noGrp="1"/>
          </p:cNvSpPr>
          <p:nvPr/>
        </p:nvSpPr>
        <p:spPr>
          <a:xfrm>
            <a:off x="1684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data_5752">
            <a:extLst>
              <a:ext uri="{FF2B5EF4-FFF2-40B4-BE49-F238E27FC236}">
                <a16:creationId xmlns:a16="http://schemas.microsoft.com/office/drawing/2014/main" id="{3E861E38-0158-4039-A63A-896BC9E9175A}"/>
              </a:ext>
            </a:extLst>
          </p:cNvPr>
          <p:cNvSpPr>
            <a:spLocks noGrp="1"/>
          </p:cNvSpPr>
          <p:nvPr/>
        </p:nvSpPr>
        <p:spPr>
          <a:xfrm>
            <a:off x="16626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data_5753">
            <a:extLst>
              <a:ext uri="{FF2B5EF4-FFF2-40B4-BE49-F238E27FC236}">
                <a16:creationId xmlns:a16="http://schemas.microsoft.com/office/drawing/2014/main" id="{ECA38FB0-5095-41BE-8DA3-60CD27065ED6}"/>
              </a:ext>
            </a:extLst>
          </p:cNvPr>
          <p:cNvSpPr>
            <a:spLocks noGrp="1"/>
          </p:cNvSpPr>
          <p:nvPr/>
        </p:nvSpPr>
        <p:spPr>
          <a:xfrm>
            <a:off x="1749853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data_5754">
            <a:extLst>
              <a:ext uri="{FF2B5EF4-FFF2-40B4-BE49-F238E27FC236}">
                <a16:creationId xmlns:a16="http://schemas.microsoft.com/office/drawing/2014/main" id="{0D95BC99-FF22-4485-8385-479DF777A406}"/>
              </a:ext>
            </a:extLst>
          </p:cNvPr>
          <p:cNvSpPr>
            <a:spLocks noGrp="1"/>
          </p:cNvSpPr>
          <p:nvPr/>
        </p:nvSpPr>
        <p:spPr>
          <a:xfrm>
            <a:off x="1755456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data_5755">
            <a:extLst>
              <a:ext uri="{FF2B5EF4-FFF2-40B4-BE49-F238E27FC236}">
                <a16:creationId xmlns:a16="http://schemas.microsoft.com/office/drawing/2014/main" id="{C377846C-7514-4393-8C6C-739A1B7F4534}"/>
              </a:ext>
            </a:extLst>
          </p:cNvPr>
          <p:cNvSpPr>
            <a:spLocks noGrp="1"/>
          </p:cNvSpPr>
          <p:nvPr/>
        </p:nvSpPr>
        <p:spPr>
          <a:xfrm>
            <a:off x="1708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data_5756">
            <a:extLst>
              <a:ext uri="{FF2B5EF4-FFF2-40B4-BE49-F238E27FC236}">
                <a16:creationId xmlns:a16="http://schemas.microsoft.com/office/drawing/2014/main" id="{0E1D4F8D-8E18-44E9-A5E3-8367BFBBBDEE}"/>
              </a:ext>
            </a:extLst>
          </p:cNvPr>
          <p:cNvSpPr>
            <a:spLocks noGrp="1"/>
          </p:cNvSpPr>
          <p:nvPr/>
        </p:nvSpPr>
        <p:spPr>
          <a:xfrm>
            <a:off x="17378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data_5757">
            <a:extLst>
              <a:ext uri="{FF2B5EF4-FFF2-40B4-BE49-F238E27FC236}">
                <a16:creationId xmlns:a16="http://schemas.microsoft.com/office/drawing/2014/main" id="{0870524E-15E2-463B-9538-1D55864FD358}"/>
              </a:ext>
            </a:extLst>
          </p:cNvPr>
          <p:cNvSpPr>
            <a:spLocks noGrp="1"/>
          </p:cNvSpPr>
          <p:nvPr/>
        </p:nvSpPr>
        <p:spPr>
          <a:xfrm>
            <a:off x="16465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data_5758">
            <a:extLst>
              <a:ext uri="{FF2B5EF4-FFF2-40B4-BE49-F238E27FC236}">
                <a16:creationId xmlns:a16="http://schemas.microsoft.com/office/drawing/2014/main" id="{26AB36B1-F5CD-43A3-BD10-78CD6BDC0C21}"/>
              </a:ext>
            </a:extLst>
          </p:cNvPr>
          <p:cNvSpPr>
            <a:spLocks noGrp="1"/>
          </p:cNvSpPr>
          <p:nvPr/>
        </p:nvSpPr>
        <p:spPr>
          <a:xfrm>
            <a:off x="1683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data_5759">
            <a:extLst>
              <a:ext uri="{FF2B5EF4-FFF2-40B4-BE49-F238E27FC236}">
                <a16:creationId xmlns:a16="http://schemas.microsoft.com/office/drawing/2014/main" id="{A2F9BE7D-6872-45D3-B546-BC3FAFF7908B}"/>
              </a:ext>
            </a:extLst>
          </p:cNvPr>
          <p:cNvSpPr>
            <a:spLocks noGrp="1"/>
          </p:cNvSpPr>
          <p:nvPr/>
        </p:nvSpPr>
        <p:spPr>
          <a:xfrm>
            <a:off x="172978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data_5760">
            <a:extLst>
              <a:ext uri="{FF2B5EF4-FFF2-40B4-BE49-F238E27FC236}">
                <a16:creationId xmlns:a16="http://schemas.microsoft.com/office/drawing/2014/main" id="{FCC96DF3-C707-4324-8164-8FD53A2D4DEF}"/>
              </a:ext>
            </a:extLst>
          </p:cNvPr>
          <p:cNvSpPr>
            <a:spLocks noGrp="1"/>
          </p:cNvSpPr>
          <p:nvPr/>
        </p:nvSpPr>
        <p:spPr>
          <a:xfrm>
            <a:off x="1638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data_5761">
            <a:extLst>
              <a:ext uri="{FF2B5EF4-FFF2-40B4-BE49-F238E27FC236}">
                <a16:creationId xmlns:a16="http://schemas.microsoft.com/office/drawing/2014/main" id="{F10804B8-6880-4FC7-AEA8-49B4070F1872}"/>
              </a:ext>
            </a:extLst>
          </p:cNvPr>
          <p:cNvSpPr>
            <a:spLocks noGrp="1"/>
          </p:cNvSpPr>
          <p:nvPr/>
        </p:nvSpPr>
        <p:spPr>
          <a:xfrm>
            <a:off x="1633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data_5762">
            <a:extLst>
              <a:ext uri="{FF2B5EF4-FFF2-40B4-BE49-F238E27FC236}">
                <a16:creationId xmlns:a16="http://schemas.microsoft.com/office/drawing/2014/main" id="{563A128E-E11B-4F8A-9933-031D0C0ED336}"/>
              </a:ext>
            </a:extLst>
          </p:cNvPr>
          <p:cNvSpPr>
            <a:spLocks noGrp="1"/>
          </p:cNvSpPr>
          <p:nvPr/>
        </p:nvSpPr>
        <p:spPr>
          <a:xfrm>
            <a:off x="1710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data_5763">
            <a:extLst>
              <a:ext uri="{FF2B5EF4-FFF2-40B4-BE49-F238E27FC236}">
                <a16:creationId xmlns:a16="http://schemas.microsoft.com/office/drawing/2014/main" id="{6A3E6B9A-A411-4BE7-85F5-8C08E10C6B1D}"/>
              </a:ext>
            </a:extLst>
          </p:cNvPr>
          <p:cNvSpPr>
            <a:spLocks noGrp="1"/>
          </p:cNvSpPr>
          <p:nvPr/>
        </p:nvSpPr>
        <p:spPr>
          <a:xfrm>
            <a:off x="1749072" y="25998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data_5764">
            <a:extLst>
              <a:ext uri="{FF2B5EF4-FFF2-40B4-BE49-F238E27FC236}">
                <a16:creationId xmlns:a16="http://schemas.microsoft.com/office/drawing/2014/main" id="{F76F0860-3A12-44CD-868B-068AB595C1C7}"/>
              </a:ext>
            </a:extLst>
          </p:cNvPr>
          <p:cNvSpPr>
            <a:spLocks noGrp="1"/>
          </p:cNvSpPr>
          <p:nvPr/>
        </p:nvSpPr>
        <p:spPr>
          <a:xfrm>
            <a:off x="16281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data_5765">
            <a:extLst>
              <a:ext uri="{FF2B5EF4-FFF2-40B4-BE49-F238E27FC236}">
                <a16:creationId xmlns:a16="http://schemas.microsoft.com/office/drawing/2014/main" id="{6D257523-2BD6-4D79-ADE2-662DD58F64E2}"/>
              </a:ext>
            </a:extLst>
          </p:cNvPr>
          <p:cNvSpPr>
            <a:spLocks noGrp="1"/>
          </p:cNvSpPr>
          <p:nvPr/>
        </p:nvSpPr>
        <p:spPr>
          <a:xfrm>
            <a:off x="1679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data_5766">
            <a:extLst>
              <a:ext uri="{FF2B5EF4-FFF2-40B4-BE49-F238E27FC236}">
                <a16:creationId xmlns:a16="http://schemas.microsoft.com/office/drawing/2014/main" id="{DEC38684-8ECA-4E41-8D4B-96D8A7E48F73}"/>
              </a:ext>
            </a:extLst>
          </p:cNvPr>
          <p:cNvSpPr>
            <a:spLocks noGrp="1"/>
          </p:cNvSpPr>
          <p:nvPr/>
        </p:nvSpPr>
        <p:spPr>
          <a:xfrm>
            <a:off x="17209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data_5767">
            <a:extLst>
              <a:ext uri="{FF2B5EF4-FFF2-40B4-BE49-F238E27FC236}">
                <a16:creationId xmlns:a16="http://schemas.microsoft.com/office/drawing/2014/main" id="{2DBF2F06-1D92-4929-B9C2-3AF8276980F4}"/>
              </a:ext>
            </a:extLst>
          </p:cNvPr>
          <p:cNvSpPr>
            <a:spLocks noGrp="1"/>
          </p:cNvSpPr>
          <p:nvPr/>
        </p:nvSpPr>
        <p:spPr>
          <a:xfrm>
            <a:off x="16818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data_5768">
            <a:extLst>
              <a:ext uri="{FF2B5EF4-FFF2-40B4-BE49-F238E27FC236}">
                <a16:creationId xmlns:a16="http://schemas.microsoft.com/office/drawing/2014/main" id="{139E4BE5-F05A-4561-B225-DC026E09F8D8}"/>
              </a:ext>
            </a:extLst>
          </p:cNvPr>
          <p:cNvSpPr>
            <a:spLocks noGrp="1"/>
          </p:cNvSpPr>
          <p:nvPr/>
        </p:nvSpPr>
        <p:spPr>
          <a:xfrm>
            <a:off x="165981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data_5769">
            <a:extLst>
              <a:ext uri="{FF2B5EF4-FFF2-40B4-BE49-F238E27FC236}">
                <a16:creationId xmlns:a16="http://schemas.microsoft.com/office/drawing/2014/main" id="{CA6BF589-E121-4525-A469-1D5DA21BAA0C}"/>
              </a:ext>
            </a:extLst>
          </p:cNvPr>
          <p:cNvSpPr>
            <a:spLocks noGrp="1"/>
          </p:cNvSpPr>
          <p:nvPr/>
        </p:nvSpPr>
        <p:spPr>
          <a:xfrm>
            <a:off x="17103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data_5770">
            <a:extLst>
              <a:ext uri="{FF2B5EF4-FFF2-40B4-BE49-F238E27FC236}">
                <a16:creationId xmlns:a16="http://schemas.microsoft.com/office/drawing/2014/main" id="{38A5C430-13A6-4503-B61F-F7A8BAC270A2}"/>
              </a:ext>
            </a:extLst>
          </p:cNvPr>
          <p:cNvSpPr>
            <a:spLocks noGrp="1"/>
          </p:cNvSpPr>
          <p:nvPr/>
        </p:nvSpPr>
        <p:spPr>
          <a:xfrm>
            <a:off x="17062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data_5771">
            <a:extLst>
              <a:ext uri="{FF2B5EF4-FFF2-40B4-BE49-F238E27FC236}">
                <a16:creationId xmlns:a16="http://schemas.microsoft.com/office/drawing/2014/main" id="{DF2083BC-E7E1-4B42-970A-115D550E4827}"/>
              </a:ext>
            </a:extLst>
          </p:cNvPr>
          <p:cNvSpPr>
            <a:spLocks noGrp="1"/>
          </p:cNvSpPr>
          <p:nvPr/>
        </p:nvSpPr>
        <p:spPr>
          <a:xfrm>
            <a:off x="16904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data_5772">
            <a:extLst>
              <a:ext uri="{FF2B5EF4-FFF2-40B4-BE49-F238E27FC236}">
                <a16:creationId xmlns:a16="http://schemas.microsoft.com/office/drawing/2014/main" id="{A7F48660-2EFB-4221-B7DD-45FF72FBED5B}"/>
              </a:ext>
            </a:extLst>
          </p:cNvPr>
          <p:cNvSpPr>
            <a:spLocks noGrp="1"/>
          </p:cNvSpPr>
          <p:nvPr/>
        </p:nvSpPr>
        <p:spPr>
          <a:xfrm>
            <a:off x="17030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data_5773">
            <a:extLst>
              <a:ext uri="{FF2B5EF4-FFF2-40B4-BE49-F238E27FC236}">
                <a16:creationId xmlns:a16="http://schemas.microsoft.com/office/drawing/2014/main" id="{C1F970F2-4A47-4859-97A1-F64707587A8B}"/>
              </a:ext>
            </a:extLst>
          </p:cNvPr>
          <p:cNvSpPr>
            <a:spLocks noGrp="1"/>
          </p:cNvSpPr>
          <p:nvPr/>
        </p:nvSpPr>
        <p:spPr>
          <a:xfrm>
            <a:off x="1665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data_5774">
            <a:extLst>
              <a:ext uri="{FF2B5EF4-FFF2-40B4-BE49-F238E27FC236}">
                <a16:creationId xmlns:a16="http://schemas.microsoft.com/office/drawing/2014/main" id="{AE8C2F25-80DB-438B-92A6-0ECCBBA75A68}"/>
              </a:ext>
            </a:extLst>
          </p:cNvPr>
          <p:cNvSpPr>
            <a:spLocks noGrp="1"/>
          </p:cNvSpPr>
          <p:nvPr/>
        </p:nvSpPr>
        <p:spPr>
          <a:xfrm>
            <a:off x="16948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data_5775">
            <a:extLst>
              <a:ext uri="{FF2B5EF4-FFF2-40B4-BE49-F238E27FC236}">
                <a16:creationId xmlns:a16="http://schemas.microsoft.com/office/drawing/2014/main" id="{ED16BDF4-BAFC-4A5E-9508-84815AEB6953}"/>
              </a:ext>
            </a:extLst>
          </p:cNvPr>
          <p:cNvSpPr>
            <a:spLocks noGrp="1"/>
          </p:cNvSpPr>
          <p:nvPr/>
        </p:nvSpPr>
        <p:spPr>
          <a:xfrm>
            <a:off x="166698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data_5776">
            <a:extLst>
              <a:ext uri="{FF2B5EF4-FFF2-40B4-BE49-F238E27FC236}">
                <a16:creationId xmlns:a16="http://schemas.microsoft.com/office/drawing/2014/main" id="{D69D9A64-3ED4-4073-BA15-A7D32CD552B6}"/>
              </a:ext>
            </a:extLst>
          </p:cNvPr>
          <p:cNvSpPr>
            <a:spLocks noGrp="1"/>
          </p:cNvSpPr>
          <p:nvPr/>
        </p:nvSpPr>
        <p:spPr>
          <a:xfrm>
            <a:off x="1678451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data_5777">
            <a:extLst>
              <a:ext uri="{FF2B5EF4-FFF2-40B4-BE49-F238E27FC236}">
                <a16:creationId xmlns:a16="http://schemas.microsoft.com/office/drawing/2014/main" id="{745A581B-9898-4801-AFEE-CAABD2003E7F}"/>
              </a:ext>
            </a:extLst>
          </p:cNvPr>
          <p:cNvSpPr>
            <a:spLocks noGrp="1"/>
          </p:cNvSpPr>
          <p:nvPr/>
        </p:nvSpPr>
        <p:spPr>
          <a:xfrm>
            <a:off x="173473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data_5778">
            <a:extLst>
              <a:ext uri="{FF2B5EF4-FFF2-40B4-BE49-F238E27FC236}">
                <a16:creationId xmlns:a16="http://schemas.microsoft.com/office/drawing/2014/main" id="{28A530A8-FC82-48CC-BA2D-C1DF92BDE356}"/>
              </a:ext>
            </a:extLst>
          </p:cNvPr>
          <p:cNvSpPr>
            <a:spLocks noGrp="1"/>
          </p:cNvSpPr>
          <p:nvPr/>
        </p:nvSpPr>
        <p:spPr>
          <a:xfrm>
            <a:off x="16424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data_5779">
            <a:extLst>
              <a:ext uri="{FF2B5EF4-FFF2-40B4-BE49-F238E27FC236}">
                <a16:creationId xmlns:a16="http://schemas.microsoft.com/office/drawing/2014/main" id="{AC600157-A3EC-4BF5-A6A3-25DB6785D078}"/>
              </a:ext>
            </a:extLst>
          </p:cNvPr>
          <p:cNvSpPr>
            <a:spLocks noGrp="1"/>
          </p:cNvSpPr>
          <p:nvPr/>
        </p:nvSpPr>
        <p:spPr>
          <a:xfrm>
            <a:off x="164848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data_5780">
            <a:extLst>
              <a:ext uri="{FF2B5EF4-FFF2-40B4-BE49-F238E27FC236}">
                <a16:creationId xmlns:a16="http://schemas.microsoft.com/office/drawing/2014/main" id="{14DD49D8-6F0E-48DE-849A-A8EE7686DD2A}"/>
              </a:ext>
            </a:extLst>
          </p:cNvPr>
          <p:cNvSpPr>
            <a:spLocks noGrp="1"/>
          </p:cNvSpPr>
          <p:nvPr/>
        </p:nvSpPr>
        <p:spPr>
          <a:xfrm>
            <a:off x="17026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data_5781">
            <a:extLst>
              <a:ext uri="{FF2B5EF4-FFF2-40B4-BE49-F238E27FC236}">
                <a16:creationId xmlns:a16="http://schemas.microsoft.com/office/drawing/2014/main" id="{5A5B2C5D-C6E6-446A-885E-21221CC0A9D9}"/>
              </a:ext>
            </a:extLst>
          </p:cNvPr>
          <p:cNvSpPr>
            <a:spLocks noGrp="1"/>
          </p:cNvSpPr>
          <p:nvPr/>
        </p:nvSpPr>
        <p:spPr>
          <a:xfrm>
            <a:off x="17015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data_5782">
            <a:extLst>
              <a:ext uri="{FF2B5EF4-FFF2-40B4-BE49-F238E27FC236}">
                <a16:creationId xmlns:a16="http://schemas.microsoft.com/office/drawing/2014/main" id="{2AA062F0-C091-4111-9835-ED0F4745AD9A}"/>
              </a:ext>
            </a:extLst>
          </p:cNvPr>
          <p:cNvSpPr>
            <a:spLocks noGrp="1"/>
          </p:cNvSpPr>
          <p:nvPr/>
        </p:nvSpPr>
        <p:spPr>
          <a:xfrm>
            <a:off x="17438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data_5783">
            <a:extLst>
              <a:ext uri="{FF2B5EF4-FFF2-40B4-BE49-F238E27FC236}">
                <a16:creationId xmlns:a16="http://schemas.microsoft.com/office/drawing/2014/main" id="{9B133B50-E4E0-403E-AE4F-9648DC5DECA4}"/>
              </a:ext>
            </a:extLst>
          </p:cNvPr>
          <p:cNvSpPr>
            <a:spLocks noGrp="1"/>
          </p:cNvSpPr>
          <p:nvPr/>
        </p:nvSpPr>
        <p:spPr>
          <a:xfrm>
            <a:off x="172418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data_5784">
            <a:extLst>
              <a:ext uri="{FF2B5EF4-FFF2-40B4-BE49-F238E27FC236}">
                <a16:creationId xmlns:a16="http://schemas.microsoft.com/office/drawing/2014/main" id="{2E49004C-AE4A-4C71-A01C-61D8933FBD63}"/>
              </a:ext>
            </a:extLst>
          </p:cNvPr>
          <p:cNvSpPr>
            <a:spLocks noGrp="1"/>
          </p:cNvSpPr>
          <p:nvPr/>
        </p:nvSpPr>
        <p:spPr>
          <a:xfrm>
            <a:off x="1643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data_5785">
            <a:extLst>
              <a:ext uri="{FF2B5EF4-FFF2-40B4-BE49-F238E27FC236}">
                <a16:creationId xmlns:a16="http://schemas.microsoft.com/office/drawing/2014/main" id="{06674E2B-09B9-46F3-B677-037D21302FC1}"/>
              </a:ext>
            </a:extLst>
          </p:cNvPr>
          <p:cNvSpPr>
            <a:spLocks noGrp="1"/>
          </p:cNvSpPr>
          <p:nvPr/>
        </p:nvSpPr>
        <p:spPr>
          <a:xfrm>
            <a:off x="166268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data_5786">
            <a:extLst>
              <a:ext uri="{FF2B5EF4-FFF2-40B4-BE49-F238E27FC236}">
                <a16:creationId xmlns:a16="http://schemas.microsoft.com/office/drawing/2014/main" id="{C4F94F91-3A8B-40D1-BDBC-53AB7105F23C}"/>
              </a:ext>
            </a:extLst>
          </p:cNvPr>
          <p:cNvSpPr>
            <a:spLocks noGrp="1"/>
          </p:cNvSpPr>
          <p:nvPr/>
        </p:nvSpPr>
        <p:spPr>
          <a:xfrm>
            <a:off x="17144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data_5787">
            <a:extLst>
              <a:ext uri="{FF2B5EF4-FFF2-40B4-BE49-F238E27FC236}">
                <a16:creationId xmlns:a16="http://schemas.microsoft.com/office/drawing/2014/main" id="{C4E9F0C6-663F-43BD-BD27-E98158562353}"/>
              </a:ext>
            </a:extLst>
          </p:cNvPr>
          <p:cNvSpPr>
            <a:spLocks noGrp="1"/>
          </p:cNvSpPr>
          <p:nvPr/>
        </p:nvSpPr>
        <p:spPr>
          <a:xfrm>
            <a:off x="16362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data_5788">
            <a:extLst>
              <a:ext uri="{FF2B5EF4-FFF2-40B4-BE49-F238E27FC236}">
                <a16:creationId xmlns:a16="http://schemas.microsoft.com/office/drawing/2014/main" id="{634AAB5B-D99A-4B83-BEDF-4C1A142DFF4B}"/>
              </a:ext>
            </a:extLst>
          </p:cNvPr>
          <p:cNvSpPr>
            <a:spLocks noGrp="1"/>
          </p:cNvSpPr>
          <p:nvPr/>
        </p:nvSpPr>
        <p:spPr>
          <a:xfrm>
            <a:off x="172679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data_5789">
            <a:extLst>
              <a:ext uri="{FF2B5EF4-FFF2-40B4-BE49-F238E27FC236}">
                <a16:creationId xmlns:a16="http://schemas.microsoft.com/office/drawing/2014/main" id="{F81FCC8E-EFFE-47DD-92E2-3850D303D0E4}"/>
              </a:ext>
            </a:extLst>
          </p:cNvPr>
          <p:cNvSpPr>
            <a:spLocks noGrp="1"/>
          </p:cNvSpPr>
          <p:nvPr/>
        </p:nvSpPr>
        <p:spPr>
          <a:xfrm>
            <a:off x="17312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data_5790">
            <a:extLst>
              <a:ext uri="{FF2B5EF4-FFF2-40B4-BE49-F238E27FC236}">
                <a16:creationId xmlns:a16="http://schemas.microsoft.com/office/drawing/2014/main" id="{98BC7008-AA0F-4057-A34C-1C858B90ED4E}"/>
              </a:ext>
            </a:extLst>
          </p:cNvPr>
          <p:cNvSpPr>
            <a:spLocks noGrp="1"/>
          </p:cNvSpPr>
          <p:nvPr/>
        </p:nvSpPr>
        <p:spPr>
          <a:xfrm>
            <a:off x="17174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data_5791">
            <a:extLst>
              <a:ext uri="{FF2B5EF4-FFF2-40B4-BE49-F238E27FC236}">
                <a16:creationId xmlns:a16="http://schemas.microsoft.com/office/drawing/2014/main" id="{D51385CB-B3B5-45CE-92A9-665F8FB77D4D}"/>
              </a:ext>
            </a:extLst>
          </p:cNvPr>
          <p:cNvSpPr>
            <a:spLocks noGrp="1"/>
          </p:cNvSpPr>
          <p:nvPr/>
        </p:nvSpPr>
        <p:spPr>
          <a:xfrm>
            <a:off x="17162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data_5792">
            <a:extLst>
              <a:ext uri="{FF2B5EF4-FFF2-40B4-BE49-F238E27FC236}">
                <a16:creationId xmlns:a16="http://schemas.microsoft.com/office/drawing/2014/main" id="{23239288-5652-455A-B027-83FEB3F78CC9}"/>
              </a:ext>
            </a:extLst>
          </p:cNvPr>
          <p:cNvSpPr>
            <a:spLocks noGrp="1"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data_5793">
            <a:extLst>
              <a:ext uri="{FF2B5EF4-FFF2-40B4-BE49-F238E27FC236}">
                <a16:creationId xmlns:a16="http://schemas.microsoft.com/office/drawing/2014/main" id="{C232F0B9-7619-4AE5-B651-5882809583E7}"/>
              </a:ext>
            </a:extLst>
          </p:cNvPr>
          <p:cNvSpPr>
            <a:spLocks noGrp="1"/>
          </p:cNvSpPr>
          <p:nvPr/>
        </p:nvSpPr>
        <p:spPr>
          <a:xfrm>
            <a:off x="169721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data_5794">
            <a:extLst>
              <a:ext uri="{FF2B5EF4-FFF2-40B4-BE49-F238E27FC236}">
                <a16:creationId xmlns:a16="http://schemas.microsoft.com/office/drawing/2014/main" id="{AED60ECD-EA33-467C-B93A-3F52719C4F6C}"/>
              </a:ext>
            </a:extLst>
          </p:cNvPr>
          <p:cNvSpPr>
            <a:spLocks noGrp="1"/>
          </p:cNvSpPr>
          <p:nvPr/>
        </p:nvSpPr>
        <p:spPr>
          <a:xfrm>
            <a:off x="16295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data_5795">
            <a:extLst>
              <a:ext uri="{FF2B5EF4-FFF2-40B4-BE49-F238E27FC236}">
                <a16:creationId xmlns:a16="http://schemas.microsoft.com/office/drawing/2014/main" id="{A734E08F-72DD-4BCE-8D62-093050C06FF2}"/>
              </a:ext>
            </a:extLst>
          </p:cNvPr>
          <p:cNvSpPr>
            <a:spLocks noGrp="1"/>
          </p:cNvSpPr>
          <p:nvPr/>
        </p:nvSpPr>
        <p:spPr>
          <a:xfrm>
            <a:off x="169695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data_5796">
            <a:extLst>
              <a:ext uri="{FF2B5EF4-FFF2-40B4-BE49-F238E27FC236}">
                <a16:creationId xmlns:a16="http://schemas.microsoft.com/office/drawing/2014/main" id="{A4F8EA2C-EBD6-4EDD-A013-2655CAE02DEF}"/>
              </a:ext>
            </a:extLst>
          </p:cNvPr>
          <p:cNvSpPr>
            <a:spLocks noGrp="1"/>
          </p:cNvSpPr>
          <p:nvPr/>
        </p:nvSpPr>
        <p:spPr>
          <a:xfrm>
            <a:off x="1646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data_5797">
            <a:extLst>
              <a:ext uri="{FF2B5EF4-FFF2-40B4-BE49-F238E27FC236}">
                <a16:creationId xmlns:a16="http://schemas.microsoft.com/office/drawing/2014/main" id="{85C88DEB-078E-4236-9DF1-836B0DC4BB2A}"/>
              </a:ext>
            </a:extLst>
          </p:cNvPr>
          <p:cNvSpPr>
            <a:spLocks noGrp="1"/>
          </p:cNvSpPr>
          <p:nvPr/>
        </p:nvSpPr>
        <p:spPr>
          <a:xfrm>
            <a:off x="1716758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data_5798">
            <a:extLst>
              <a:ext uri="{FF2B5EF4-FFF2-40B4-BE49-F238E27FC236}">
                <a16:creationId xmlns:a16="http://schemas.microsoft.com/office/drawing/2014/main" id="{6864209E-D1C8-4B50-B576-D4528A51FB7D}"/>
              </a:ext>
            </a:extLst>
          </p:cNvPr>
          <p:cNvSpPr>
            <a:spLocks noGrp="1"/>
          </p:cNvSpPr>
          <p:nvPr/>
        </p:nvSpPr>
        <p:spPr>
          <a:xfrm>
            <a:off x="1733957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data_5799">
            <a:extLst>
              <a:ext uri="{FF2B5EF4-FFF2-40B4-BE49-F238E27FC236}">
                <a16:creationId xmlns:a16="http://schemas.microsoft.com/office/drawing/2014/main" id="{39F9C500-83F4-4E29-8C83-5737E0EA702E}"/>
              </a:ext>
            </a:extLst>
          </p:cNvPr>
          <p:cNvSpPr>
            <a:spLocks noGrp="1"/>
          </p:cNvSpPr>
          <p:nvPr/>
        </p:nvSpPr>
        <p:spPr>
          <a:xfrm>
            <a:off x="16447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data_5800">
            <a:extLst>
              <a:ext uri="{FF2B5EF4-FFF2-40B4-BE49-F238E27FC236}">
                <a16:creationId xmlns:a16="http://schemas.microsoft.com/office/drawing/2014/main" id="{02EEF99C-62EA-48F3-9C6C-DBBFFB53E0DB}"/>
              </a:ext>
            </a:extLst>
          </p:cNvPr>
          <p:cNvSpPr>
            <a:spLocks noGrp="1"/>
          </p:cNvSpPr>
          <p:nvPr/>
        </p:nvSpPr>
        <p:spPr>
          <a:xfrm>
            <a:off x="1717931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data_5801">
            <a:extLst>
              <a:ext uri="{FF2B5EF4-FFF2-40B4-BE49-F238E27FC236}">
                <a16:creationId xmlns:a16="http://schemas.microsoft.com/office/drawing/2014/main" id="{5EF47757-6737-498F-9233-1725FB0AE165}"/>
              </a:ext>
            </a:extLst>
          </p:cNvPr>
          <p:cNvSpPr>
            <a:spLocks noGrp="1"/>
          </p:cNvSpPr>
          <p:nvPr/>
        </p:nvSpPr>
        <p:spPr>
          <a:xfrm>
            <a:off x="16512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data_5802">
            <a:extLst>
              <a:ext uri="{FF2B5EF4-FFF2-40B4-BE49-F238E27FC236}">
                <a16:creationId xmlns:a16="http://schemas.microsoft.com/office/drawing/2014/main" id="{5570B7FC-3C2F-4038-A62B-2A8C910BD0FA}"/>
              </a:ext>
            </a:extLst>
          </p:cNvPr>
          <p:cNvSpPr>
            <a:spLocks noGrp="1"/>
          </p:cNvSpPr>
          <p:nvPr/>
        </p:nvSpPr>
        <p:spPr>
          <a:xfrm>
            <a:off x="16569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data_5803">
            <a:extLst>
              <a:ext uri="{FF2B5EF4-FFF2-40B4-BE49-F238E27FC236}">
                <a16:creationId xmlns:a16="http://schemas.microsoft.com/office/drawing/2014/main" id="{D9F71B0E-F2CF-4CD8-83A7-F4A8BF69875B}"/>
              </a:ext>
            </a:extLst>
          </p:cNvPr>
          <p:cNvSpPr>
            <a:spLocks noGrp="1"/>
          </p:cNvSpPr>
          <p:nvPr/>
        </p:nvSpPr>
        <p:spPr>
          <a:xfrm>
            <a:off x="16414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data_5804">
            <a:extLst>
              <a:ext uri="{FF2B5EF4-FFF2-40B4-BE49-F238E27FC236}">
                <a16:creationId xmlns:a16="http://schemas.microsoft.com/office/drawing/2014/main" id="{DB46ED64-3D50-4FC4-8AB0-E7FC27D7B667}"/>
              </a:ext>
            </a:extLst>
          </p:cNvPr>
          <p:cNvSpPr>
            <a:spLocks noGrp="1"/>
          </p:cNvSpPr>
          <p:nvPr/>
        </p:nvSpPr>
        <p:spPr>
          <a:xfrm>
            <a:off x="171649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data_5805">
            <a:extLst>
              <a:ext uri="{FF2B5EF4-FFF2-40B4-BE49-F238E27FC236}">
                <a16:creationId xmlns:a16="http://schemas.microsoft.com/office/drawing/2014/main" id="{E62F1095-DE6C-414D-B5D8-F86ED569827F}"/>
              </a:ext>
            </a:extLst>
          </p:cNvPr>
          <p:cNvSpPr>
            <a:spLocks noGrp="1"/>
          </p:cNvSpPr>
          <p:nvPr/>
        </p:nvSpPr>
        <p:spPr>
          <a:xfrm>
            <a:off x="1750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data_5806">
            <a:extLst>
              <a:ext uri="{FF2B5EF4-FFF2-40B4-BE49-F238E27FC236}">
                <a16:creationId xmlns:a16="http://schemas.microsoft.com/office/drawing/2014/main" id="{B10BEFCD-E6C9-44B8-8144-4209FCFE3EB8}"/>
              </a:ext>
            </a:extLst>
          </p:cNvPr>
          <p:cNvSpPr>
            <a:spLocks noGrp="1"/>
          </p:cNvSpPr>
          <p:nvPr/>
        </p:nvSpPr>
        <p:spPr>
          <a:xfrm>
            <a:off x="175571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data_5807">
            <a:extLst>
              <a:ext uri="{FF2B5EF4-FFF2-40B4-BE49-F238E27FC236}">
                <a16:creationId xmlns:a16="http://schemas.microsoft.com/office/drawing/2014/main" id="{649A0203-83E8-436F-B887-92327A7AEA5A}"/>
              </a:ext>
            </a:extLst>
          </p:cNvPr>
          <p:cNvSpPr>
            <a:spLocks noGrp="1"/>
          </p:cNvSpPr>
          <p:nvPr/>
        </p:nvSpPr>
        <p:spPr>
          <a:xfrm>
            <a:off x="16751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data_5808">
            <a:extLst>
              <a:ext uri="{FF2B5EF4-FFF2-40B4-BE49-F238E27FC236}">
                <a16:creationId xmlns:a16="http://schemas.microsoft.com/office/drawing/2014/main" id="{C7F26E19-9FA3-4686-B0D2-17CD768183A3}"/>
              </a:ext>
            </a:extLst>
          </p:cNvPr>
          <p:cNvSpPr>
            <a:spLocks noGrp="1"/>
          </p:cNvSpPr>
          <p:nvPr/>
        </p:nvSpPr>
        <p:spPr>
          <a:xfrm>
            <a:off x="17230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data_5809">
            <a:extLst>
              <a:ext uri="{FF2B5EF4-FFF2-40B4-BE49-F238E27FC236}">
                <a16:creationId xmlns:a16="http://schemas.microsoft.com/office/drawing/2014/main" id="{B64372DE-D23C-448E-A7DF-1E8A34153C8A}"/>
              </a:ext>
            </a:extLst>
          </p:cNvPr>
          <p:cNvSpPr>
            <a:spLocks noGrp="1"/>
          </p:cNvSpPr>
          <p:nvPr/>
        </p:nvSpPr>
        <p:spPr>
          <a:xfrm>
            <a:off x="1748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data_5810">
            <a:extLst>
              <a:ext uri="{FF2B5EF4-FFF2-40B4-BE49-F238E27FC236}">
                <a16:creationId xmlns:a16="http://schemas.microsoft.com/office/drawing/2014/main" id="{91088E66-8666-4580-979F-3E5965D15C0A}"/>
              </a:ext>
            </a:extLst>
          </p:cNvPr>
          <p:cNvSpPr>
            <a:spLocks noGrp="1"/>
          </p:cNvSpPr>
          <p:nvPr/>
        </p:nvSpPr>
        <p:spPr>
          <a:xfrm>
            <a:off x="173291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data_5811">
            <a:extLst>
              <a:ext uri="{FF2B5EF4-FFF2-40B4-BE49-F238E27FC236}">
                <a16:creationId xmlns:a16="http://schemas.microsoft.com/office/drawing/2014/main" id="{38555838-8023-4255-841B-B3CDB77C04E4}"/>
              </a:ext>
            </a:extLst>
          </p:cNvPr>
          <p:cNvSpPr>
            <a:spLocks noGrp="1"/>
          </p:cNvSpPr>
          <p:nvPr/>
        </p:nvSpPr>
        <p:spPr>
          <a:xfrm>
            <a:off x="1719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data_5812">
            <a:extLst>
              <a:ext uri="{FF2B5EF4-FFF2-40B4-BE49-F238E27FC236}">
                <a16:creationId xmlns:a16="http://schemas.microsoft.com/office/drawing/2014/main" id="{CC47AB1D-C6B1-4221-B1DD-B620912E6BB0}"/>
              </a:ext>
            </a:extLst>
          </p:cNvPr>
          <p:cNvSpPr>
            <a:spLocks noGrp="1"/>
          </p:cNvSpPr>
          <p:nvPr/>
        </p:nvSpPr>
        <p:spPr>
          <a:xfrm>
            <a:off x="16871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data_5813">
            <a:extLst>
              <a:ext uri="{FF2B5EF4-FFF2-40B4-BE49-F238E27FC236}">
                <a16:creationId xmlns:a16="http://schemas.microsoft.com/office/drawing/2014/main" id="{5A9AB4C2-2394-4A10-99EA-58D617E6533A}"/>
              </a:ext>
            </a:extLst>
          </p:cNvPr>
          <p:cNvSpPr>
            <a:spLocks noGrp="1"/>
          </p:cNvSpPr>
          <p:nvPr/>
        </p:nvSpPr>
        <p:spPr>
          <a:xfrm>
            <a:off x="1683272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data_5814">
            <a:extLst>
              <a:ext uri="{FF2B5EF4-FFF2-40B4-BE49-F238E27FC236}">
                <a16:creationId xmlns:a16="http://schemas.microsoft.com/office/drawing/2014/main" id="{7898AF47-FB5A-4C01-902D-9753628BB925}"/>
              </a:ext>
            </a:extLst>
          </p:cNvPr>
          <p:cNvSpPr>
            <a:spLocks noGrp="1"/>
          </p:cNvSpPr>
          <p:nvPr/>
        </p:nvSpPr>
        <p:spPr>
          <a:xfrm>
            <a:off x="16398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data_5815">
            <a:extLst>
              <a:ext uri="{FF2B5EF4-FFF2-40B4-BE49-F238E27FC236}">
                <a16:creationId xmlns:a16="http://schemas.microsoft.com/office/drawing/2014/main" id="{A80FBE10-4A62-4C87-A320-7014DE12A223}"/>
              </a:ext>
            </a:extLst>
          </p:cNvPr>
          <p:cNvSpPr>
            <a:spLocks noGrp="1"/>
          </p:cNvSpPr>
          <p:nvPr/>
        </p:nvSpPr>
        <p:spPr>
          <a:xfrm>
            <a:off x="1748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data_5816">
            <a:extLst>
              <a:ext uri="{FF2B5EF4-FFF2-40B4-BE49-F238E27FC236}">
                <a16:creationId xmlns:a16="http://schemas.microsoft.com/office/drawing/2014/main" id="{59340FCD-7497-496C-A4D5-126CAFEDA099}"/>
              </a:ext>
            </a:extLst>
          </p:cNvPr>
          <p:cNvSpPr>
            <a:spLocks noGrp="1"/>
          </p:cNvSpPr>
          <p:nvPr/>
        </p:nvSpPr>
        <p:spPr>
          <a:xfrm>
            <a:off x="17348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data_5817">
            <a:extLst>
              <a:ext uri="{FF2B5EF4-FFF2-40B4-BE49-F238E27FC236}">
                <a16:creationId xmlns:a16="http://schemas.microsoft.com/office/drawing/2014/main" id="{2ADC625A-81B6-4869-8DAF-A761F1DEBA8A}"/>
              </a:ext>
            </a:extLst>
          </p:cNvPr>
          <p:cNvSpPr>
            <a:spLocks noGrp="1"/>
          </p:cNvSpPr>
          <p:nvPr/>
        </p:nvSpPr>
        <p:spPr>
          <a:xfrm>
            <a:off x="17151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data_5818">
            <a:extLst>
              <a:ext uri="{FF2B5EF4-FFF2-40B4-BE49-F238E27FC236}">
                <a16:creationId xmlns:a16="http://schemas.microsoft.com/office/drawing/2014/main" id="{1A95B03B-9083-4AFE-8295-3A8AC62C37C1}"/>
              </a:ext>
            </a:extLst>
          </p:cNvPr>
          <p:cNvSpPr>
            <a:spLocks noGrp="1"/>
          </p:cNvSpPr>
          <p:nvPr/>
        </p:nvSpPr>
        <p:spPr>
          <a:xfrm>
            <a:off x="16353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data_5819">
            <a:extLst>
              <a:ext uri="{FF2B5EF4-FFF2-40B4-BE49-F238E27FC236}">
                <a16:creationId xmlns:a16="http://schemas.microsoft.com/office/drawing/2014/main" id="{95EF8D4B-69F7-4B65-9118-2F94DEA92A10}"/>
              </a:ext>
            </a:extLst>
          </p:cNvPr>
          <p:cNvSpPr>
            <a:spLocks noGrp="1"/>
          </p:cNvSpPr>
          <p:nvPr/>
        </p:nvSpPr>
        <p:spPr>
          <a:xfrm>
            <a:off x="1647962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data_5820">
            <a:extLst>
              <a:ext uri="{FF2B5EF4-FFF2-40B4-BE49-F238E27FC236}">
                <a16:creationId xmlns:a16="http://schemas.microsoft.com/office/drawing/2014/main" id="{84560D82-89F9-426F-B847-DD5BB62A12EF}"/>
              </a:ext>
            </a:extLst>
          </p:cNvPr>
          <p:cNvSpPr>
            <a:spLocks noGrp="1"/>
          </p:cNvSpPr>
          <p:nvPr/>
        </p:nvSpPr>
        <p:spPr>
          <a:xfrm>
            <a:off x="16606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data_5821">
            <a:extLst>
              <a:ext uri="{FF2B5EF4-FFF2-40B4-BE49-F238E27FC236}">
                <a16:creationId xmlns:a16="http://schemas.microsoft.com/office/drawing/2014/main" id="{F3CC1429-0A16-4D79-876C-01035A2FD0F5}"/>
              </a:ext>
            </a:extLst>
          </p:cNvPr>
          <p:cNvSpPr>
            <a:spLocks noGrp="1"/>
          </p:cNvSpPr>
          <p:nvPr/>
        </p:nvSpPr>
        <p:spPr>
          <a:xfrm>
            <a:off x="17164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data_5822">
            <a:extLst>
              <a:ext uri="{FF2B5EF4-FFF2-40B4-BE49-F238E27FC236}">
                <a16:creationId xmlns:a16="http://schemas.microsoft.com/office/drawing/2014/main" id="{21ECA8A9-2DAF-4409-A7A9-DD5370043B45}"/>
              </a:ext>
            </a:extLst>
          </p:cNvPr>
          <p:cNvSpPr>
            <a:spLocks noGrp="1"/>
          </p:cNvSpPr>
          <p:nvPr/>
        </p:nvSpPr>
        <p:spPr>
          <a:xfrm>
            <a:off x="17033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data_5823">
            <a:extLst>
              <a:ext uri="{FF2B5EF4-FFF2-40B4-BE49-F238E27FC236}">
                <a16:creationId xmlns:a16="http://schemas.microsoft.com/office/drawing/2014/main" id="{666CFE74-75B7-4BE5-9054-E605034A8739}"/>
              </a:ext>
            </a:extLst>
          </p:cNvPr>
          <p:cNvSpPr>
            <a:spLocks noGrp="1"/>
          </p:cNvSpPr>
          <p:nvPr/>
        </p:nvSpPr>
        <p:spPr>
          <a:xfrm>
            <a:off x="1653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data_5824">
            <a:extLst>
              <a:ext uri="{FF2B5EF4-FFF2-40B4-BE49-F238E27FC236}">
                <a16:creationId xmlns:a16="http://schemas.microsoft.com/office/drawing/2014/main" id="{03E14387-7784-4923-AB6C-B9467BA3B00F}"/>
              </a:ext>
            </a:extLst>
          </p:cNvPr>
          <p:cNvSpPr>
            <a:spLocks noGrp="1"/>
          </p:cNvSpPr>
          <p:nvPr/>
        </p:nvSpPr>
        <p:spPr>
          <a:xfrm>
            <a:off x="1677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data_5825">
            <a:extLst>
              <a:ext uri="{FF2B5EF4-FFF2-40B4-BE49-F238E27FC236}">
                <a16:creationId xmlns:a16="http://schemas.microsoft.com/office/drawing/2014/main" id="{F7EAFCA0-4213-4602-A36D-5D32E1F8EA1E}"/>
              </a:ext>
            </a:extLst>
          </p:cNvPr>
          <p:cNvSpPr>
            <a:spLocks noGrp="1"/>
          </p:cNvSpPr>
          <p:nvPr/>
        </p:nvSpPr>
        <p:spPr>
          <a:xfrm>
            <a:off x="1630893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data_5826">
            <a:extLst>
              <a:ext uri="{FF2B5EF4-FFF2-40B4-BE49-F238E27FC236}">
                <a16:creationId xmlns:a16="http://schemas.microsoft.com/office/drawing/2014/main" id="{FDA46D89-7C14-4C99-B4EF-663A3C84F1BA}"/>
              </a:ext>
            </a:extLst>
          </p:cNvPr>
          <p:cNvSpPr>
            <a:spLocks noGrp="1"/>
          </p:cNvSpPr>
          <p:nvPr/>
        </p:nvSpPr>
        <p:spPr>
          <a:xfrm>
            <a:off x="23423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data_5827">
            <a:extLst>
              <a:ext uri="{FF2B5EF4-FFF2-40B4-BE49-F238E27FC236}">
                <a16:creationId xmlns:a16="http://schemas.microsoft.com/office/drawing/2014/main" id="{687AB617-81C3-459B-8742-D358B904D1CA}"/>
              </a:ext>
            </a:extLst>
          </p:cNvPr>
          <p:cNvSpPr>
            <a:spLocks noGrp="1"/>
          </p:cNvSpPr>
          <p:nvPr/>
        </p:nvSpPr>
        <p:spPr>
          <a:xfrm>
            <a:off x="2317308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data_5828">
            <a:extLst>
              <a:ext uri="{FF2B5EF4-FFF2-40B4-BE49-F238E27FC236}">
                <a16:creationId xmlns:a16="http://schemas.microsoft.com/office/drawing/2014/main" id="{812ECF92-3649-4DDB-ACCA-09D5692D9B11}"/>
              </a:ext>
            </a:extLst>
          </p:cNvPr>
          <p:cNvSpPr>
            <a:spLocks noGrp="1"/>
          </p:cNvSpPr>
          <p:nvPr/>
        </p:nvSpPr>
        <p:spPr>
          <a:xfrm>
            <a:off x="23376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data_5829">
            <a:extLst>
              <a:ext uri="{FF2B5EF4-FFF2-40B4-BE49-F238E27FC236}">
                <a16:creationId xmlns:a16="http://schemas.microsoft.com/office/drawing/2014/main" id="{2CC7ED8E-34C6-4A6F-8DAF-8DB3AC2F5CE8}"/>
              </a:ext>
            </a:extLst>
          </p:cNvPr>
          <p:cNvSpPr>
            <a:spLocks noGrp="1"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data_5830">
            <a:extLst>
              <a:ext uri="{FF2B5EF4-FFF2-40B4-BE49-F238E27FC236}">
                <a16:creationId xmlns:a16="http://schemas.microsoft.com/office/drawing/2014/main" id="{FA76E794-9B37-4952-932B-8245B83E5C47}"/>
              </a:ext>
            </a:extLst>
          </p:cNvPr>
          <p:cNvSpPr>
            <a:spLocks noGrp="1"/>
          </p:cNvSpPr>
          <p:nvPr/>
        </p:nvSpPr>
        <p:spPr>
          <a:xfrm>
            <a:off x="23592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data_5831">
            <a:extLst>
              <a:ext uri="{FF2B5EF4-FFF2-40B4-BE49-F238E27FC236}">
                <a16:creationId xmlns:a16="http://schemas.microsoft.com/office/drawing/2014/main" id="{6F1C7B68-852E-4B3D-8891-E236DF8ACA2C}"/>
              </a:ext>
            </a:extLst>
          </p:cNvPr>
          <p:cNvSpPr>
            <a:spLocks noGrp="1"/>
          </p:cNvSpPr>
          <p:nvPr/>
        </p:nvSpPr>
        <p:spPr>
          <a:xfrm>
            <a:off x="23971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data_5832">
            <a:extLst>
              <a:ext uri="{FF2B5EF4-FFF2-40B4-BE49-F238E27FC236}">
                <a16:creationId xmlns:a16="http://schemas.microsoft.com/office/drawing/2014/main" id="{17670EAC-9469-4E92-9093-1BE24B8E9B9F}"/>
              </a:ext>
            </a:extLst>
          </p:cNvPr>
          <p:cNvSpPr>
            <a:spLocks noGrp="1"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data_5833">
            <a:extLst>
              <a:ext uri="{FF2B5EF4-FFF2-40B4-BE49-F238E27FC236}">
                <a16:creationId xmlns:a16="http://schemas.microsoft.com/office/drawing/2014/main" id="{70AFBA35-61A7-41E6-B844-D2480630BC18}"/>
              </a:ext>
            </a:extLst>
          </p:cNvPr>
          <p:cNvSpPr>
            <a:spLocks noGrp="1"/>
          </p:cNvSpPr>
          <p:nvPr/>
        </p:nvSpPr>
        <p:spPr>
          <a:xfrm>
            <a:off x="23242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data_5834">
            <a:extLst>
              <a:ext uri="{FF2B5EF4-FFF2-40B4-BE49-F238E27FC236}">
                <a16:creationId xmlns:a16="http://schemas.microsoft.com/office/drawing/2014/main" id="{F7F1350A-2848-4D76-924E-732C06C0F857}"/>
              </a:ext>
            </a:extLst>
          </p:cNvPr>
          <p:cNvSpPr>
            <a:spLocks noGrp="1"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data_5835">
            <a:extLst>
              <a:ext uri="{FF2B5EF4-FFF2-40B4-BE49-F238E27FC236}">
                <a16:creationId xmlns:a16="http://schemas.microsoft.com/office/drawing/2014/main" id="{6C1FCB69-AA52-4197-B46D-CFE611D4BFCB}"/>
              </a:ext>
            </a:extLst>
          </p:cNvPr>
          <p:cNvSpPr>
            <a:spLocks noGrp="1"/>
          </p:cNvSpPr>
          <p:nvPr/>
        </p:nvSpPr>
        <p:spPr>
          <a:xfrm>
            <a:off x="2324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data_5836">
            <a:extLst>
              <a:ext uri="{FF2B5EF4-FFF2-40B4-BE49-F238E27FC236}">
                <a16:creationId xmlns:a16="http://schemas.microsoft.com/office/drawing/2014/main" id="{90C010C7-5C26-474B-8A7D-F566F6F391C3}"/>
              </a:ext>
            </a:extLst>
          </p:cNvPr>
          <p:cNvSpPr>
            <a:spLocks noGrp="1"/>
          </p:cNvSpPr>
          <p:nvPr/>
        </p:nvSpPr>
        <p:spPr>
          <a:xfrm>
            <a:off x="2310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data_5837">
            <a:extLst>
              <a:ext uri="{FF2B5EF4-FFF2-40B4-BE49-F238E27FC236}">
                <a16:creationId xmlns:a16="http://schemas.microsoft.com/office/drawing/2014/main" id="{EDBEF397-D2A8-469D-A198-5A95FF188E47}"/>
              </a:ext>
            </a:extLst>
          </p:cNvPr>
          <p:cNvSpPr>
            <a:spLocks noGrp="1"/>
          </p:cNvSpPr>
          <p:nvPr/>
        </p:nvSpPr>
        <p:spPr>
          <a:xfrm>
            <a:off x="241060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data_5838">
            <a:extLst>
              <a:ext uri="{FF2B5EF4-FFF2-40B4-BE49-F238E27FC236}">
                <a16:creationId xmlns:a16="http://schemas.microsoft.com/office/drawing/2014/main" id="{6FFF4271-1456-4244-BC2D-D0787543D91D}"/>
              </a:ext>
            </a:extLst>
          </p:cNvPr>
          <p:cNvSpPr>
            <a:spLocks noGrp="1"/>
          </p:cNvSpPr>
          <p:nvPr/>
        </p:nvSpPr>
        <p:spPr>
          <a:xfrm>
            <a:off x="243731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data_5839">
            <a:extLst>
              <a:ext uri="{FF2B5EF4-FFF2-40B4-BE49-F238E27FC236}">
                <a16:creationId xmlns:a16="http://schemas.microsoft.com/office/drawing/2014/main" id="{7F4D0E68-0044-4516-A513-36842FEFA52F}"/>
              </a:ext>
            </a:extLst>
          </p:cNvPr>
          <p:cNvSpPr>
            <a:spLocks noGrp="1"/>
          </p:cNvSpPr>
          <p:nvPr/>
        </p:nvSpPr>
        <p:spPr>
          <a:xfrm>
            <a:off x="23588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data_5840">
            <a:extLst>
              <a:ext uri="{FF2B5EF4-FFF2-40B4-BE49-F238E27FC236}">
                <a16:creationId xmlns:a16="http://schemas.microsoft.com/office/drawing/2014/main" id="{F3F17930-BA65-46CE-AAE0-959C20442F79}"/>
              </a:ext>
            </a:extLst>
          </p:cNvPr>
          <p:cNvSpPr>
            <a:spLocks noGrp="1"/>
          </p:cNvSpPr>
          <p:nvPr/>
        </p:nvSpPr>
        <p:spPr>
          <a:xfrm>
            <a:off x="24302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data_5841">
            <a:extLst>
              <a:ext uri="{FF2B5EF4-FFF2-40B4-BE49-F238E27FC236}">
                <a16:creationId xmlns:a16="http://schemas.microsoft.com/office/drawing/2014/main" id="{AD7CDF61-7F6C-4FB4-A704-84492CD677C0}"/>
              </a:ext>
            </a:extLst>
          </p:cNvPr>
          <p:cNvSpPr>
            <a:spLocks noGrp="1"/>
          </p:cNvSpPr>
          <p:nvPr/>
        </p:nvSpPr>
        <p:spPr>
          <a:xfrm>
            <a:off x="233750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data_5842">
            <a:extLst>
              <a:ext uri="{FF2B5EF4-FFF2-40B4-BE49-F238E27FC236}">
                <a16:creationId xmlns:a16="http://schemas.microsoft.com/office/drawing/2014/main" id="{D55C758B-BB85-48FE-87AB-6A53D25ED27C}"/>
              </a:ext>
            </a:extLst>
          </p:cNvPr>
          <p:cNvSpPr>
            <a:spLocks noGrp="1"/>
          </p:cNvSpPr>
          <p:nvPr/>
        </p:nvSpPr>
        <p:spPr>
          <a:xfrm>
            <a:off x="2362260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data_5843">
            <a:extLst>
              <a:ext uri="{FF2B5EF4-FFF2-40B4-BE49-F238E27FC236}">
                <a16:creationId xmlns:a16="http://schemas.microsoft.com/office/drawing/2014/main" id="{F61F7948-2E5B-4FB2-B854-CC0519579078}"/>
              </a:ext>
            </a:extLst>
          </p:cNvPr>
          <p:cNvSpPr>
            <a:spLocks noGrp="1"/>
          </p:cNvSpPr>
          <p:nvPr/>
        </p:nvSpPr>
        <p:spPr>
          <a:xfrm>
            <a:off x="240108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data_5844">
            <a:extLst>
              <a:ext uri="{FF2B5EF4-FFF2-40B4-BE49-F238E27FC236}">
                <a16:creationId xmlns:a16="http://schemas.microsoft.com/office/drawing/2014/main" id="{AE89048A-CC52-4A10-9F2C-9A189C208604}"/>
              </a:ext>
            </a:extLst>
          </p:cNvPr>
          <p:cNvSpPr>
            <a:spLocks noGrp="1"/>
          </p:cNvSpPr>
          <p:nvPr/>
        </p:nvSpPr>
        <p:spPr>
          <a:xfrm>
            <a:off x="242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data_5845">
            <a:extLst>
              <a:ext uri="{FF2B5EF4-FFF2-40B4-BE49-F238E27FC236}">
                <a16:creationId xmlns:a16="http://schemas.microsoft.com/office/drawing/2014/main" id="{A6FD65F8-CB77-4A67-AB01-D2DF074439C2}"/>
              </a:ext>
            </a:extLst>
          </p:cNvPr>
          <p:cNvSpPr>
            <a:spLocks noGrp="1"/>
          </p:cNvSpPr>
          <p:nvPr/>
        </p:nvSpPr>
        <p:spPr>
          <a:xfrm>
            <a:off x="243705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data_5846">
            <a:extLst>
              <a:ext uri="{FF2B5EF4-FFF2-40B4-BE49-F238E27FC236}">
                <a16:creationId xmlns:a16="http://schemas.microsoft.com/office/drawing/2014/main" id="{0C106BE0-28BE-4DE7-B6BE-0239CA7FC6B5}"/>
              </a:ext>
            </a:extLst>
          </p:cNvPr>
          <p:cNvSpPr>
            <a:spLocks noGrp="1"/>
          </p:cNvSpPr>
          <p:nvPr/>
        </p:nvSpPr>
        <p:spPr>
          <a:xfrm>
            <a:off x="23920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data_5847">
            <a:extLst>
              <a:ext uri="{FF2B5EF4-FFF2-40B4-BE49-F238E27FC236}">
                <a16:creationId xmlns:a16="http://schemas.microsoft.com/office/drawing/2014/main" id="{9AB1B46D-EC2E-4479-9E68-19197FA27476}"/>
              </a:ext>
            </a:extLst>
          </p:cNvPr>
          <p:cNvSpPr>
            <a:spLocks noGrp="1"/>
          </p:cNvSpPr>
          <p:nvPr/>
        </p:nvSpPr>
        <p:spPr>
          <a:xfrm>
            <a:off x="231483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data_5848">
            <a:extLst>
              <a:ext uri="{FF2B5EF4-FFF2-40B4-BE49-F238E27FC236}">
                <a16:creationId xmlns:a16="http://schemas.microsoft.com/office/drawing/2014/main" id="{A2A131C3-A517-4B33-82DF-87782111EB2B}"/>
              </a:ext>
            </a:extLst>
          </p:cNvPr>
          <p:cNvSpPr>
            <a:spLocks noGrp="1"/>
          </p:cNvSpPr>
          <p:nvPr/>
        </p:nvSpPr>
        <p:spPr>
          <a:xfrm>
            <a:off x="233411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data_5849">
            <a:extLst>
              <a:ext uri="{FF2B5EF4-FFF2-40B4-BE49-F238E27FC236}">
                <a16:creationId xmlns:a16="http://schemas.microsoft.com/office/drawing/2014/main" id="{75E18FF0-C8D0-46DB-8AAD-C5A42918ED8F}"/>
              </a:ext>
            </a:extLst>
          </p:cNvPr>
          <p:cNvSpPr>
            <a:spLocks noGrp="1"/>
          </p:cNvSpPr>
          <p:nvPr/>
        </p:nvSpPr>
        <p:spPr>
          <a:xfrm>
            <a:off x="23425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data_5850">
            <a:extLst>
              <a:ext uri="{FF2B5EF4-FFF2-40B4-BE49-F238E27FC236}">
                <a16:creationId xmlns:a16="http://schemas.microsoft.com/office/drawing/2014/main" id="{3FDCF59B-B90F-4262-A65B-F59D48C8FB1D}"/>
              </a:ext>
            </a:extLst>
          </p:cNvPr>
          <p:cNvSpPr>
            <a:spLocks noGrp="1"/>
          </p:cNvSpPr>
          <p:nvPr/>
        </p:nvSpPr>
        <p:spPr>
          <a:xfrm>
            <a:off x="23145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data_5851">
            <a:extLst>
              <a:ext uri="{FF2B5EF4-FFF2-40B4-BE49-F238E27FC236}">
                <a16:creationId xmlns:a16="http://schemas.microsoft.com/office/drawing/2014/main" id="{B0BCEACC-B483-4E60-B084-B0C571A49E27}"/>
              </a:ext>
            </a:extLst>
          </p:cNvPr>
          <p:cNvSpPr>
            <a:spLocks noGrp="1"/>
          </p:cNvSpPr>
          <p:nvPr/>
        </p:nvSpPr>
        <p:spPr>
          <a:xfrm>
            <a:off x="231379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data_5852">
            <a:extLst>
              <a:ext uri="{FF2B5EF4-FFF2-40B4-BE49-F238E27FC236}">
                <a16:creationId xmlns:a16="http://schemas.microsoft.com/office/drawing/2014/main" id="{17AC1B1A-7AFF-4712-8CBD-6167EE25D8EB}"/>
              </a:ext>
            </a:extLst>
          </p:cNvPr>
          <p:cNvSpPr>
            <a:spLocks noGrp="1"/>
          </p:cNvSpPr>
          <p:nvPr/>
        </p:nvSpPr>
        <p:spPr>
          <a:xfrm>
            <a:off x="23390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data_5853">
            <a:extLst>
              <a:ext uri="{FF2B5EF4-FFF2-40B4-BE49-F238E27FC236}">
                <a16:creationId xmlns:a16="http://schemas.microsoft.com/office/drawing/2014/main" id="{17D14BEE-3643-4F28-A267-C09CBABB9ECC}"/>
              </a:ext>
            </a:extLst>
          </p:cNvPr>
          <p:cNvSpPr>
            <a:spLocks noGrp="1"/>
          </p:cNvSpPr>
          <p:nvPr/>
        </p:nvSpPr>
        <p:spPr>
          <a:xfrm>
            <a:off x="2388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data_5854">
            <a:extLst>
              <a:ext uri="{FF2B5EF4-FFF2-40B4-BE49-F238E27FC236}">
                <a16:creationId xmlns:a16="http://schemas.microsoft.com/office/drawing/2014/main" id="{3EBF1914-948C-4A53-A94C-64D22011AA81}"/>
              </a:ext>
            </a:extLst>
          </p:cNvPr>
          <p:cNvSpPr>
            <a:spLocks noGrp="1"/>
          </p:cNvSpPr>
          <p:nvPr/>
        </p:nvSpPr>
        <p:spPr>
          <a:xfrm>
            <a:off x="23321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data_5855">
            <a:extLst>
              <a:ext uri="{FF2B5EF4-FFF2-40B4-BE49-F238E27FC236}">
                <a16:creationId xmlns:a16="http://schemas.microsoft.com/office/drawing/2014/main" id="{BEB33D47-0E67-423C-A5B5-5ACE56E2B8C1}"/>
              </a:ext>
            </a:extLst>
          </p:cNvPr>
          <p:cNvSpPr>
            <a:spLocks noGrp="1"/>
          </p:cNvSpPr>
          <p:nvPr/>
        </p:nvSpPr>
        <p:spPr>
          <a:xfrm>
            <a:off x="23712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data_5856">
            <a:extLst>
              <a:ext uri="{FF2B5EF4-FFF2-40B4-BE49-F238E27FC236}">
                <a16:creationId xmlns:a16="http://schemas.microsoft.com/office/drawing/2014/main" id="{0AA0A3FB-2265-4F98-8BE9-D8D6351230FE}"/>
              </a:ext>
            </a:extLst>
          </p:cNvPr>
          <p:cNvSpPr>
            <a:spLocks noGrp="1"/>
          </p:cNvSpPr>
          <p:nvPr/>
        </p:nvSpPr>
        <p:spPr>
          <a:xfrm>
            <a:off x="235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data_5857">
            <a:extLst>
              <a:ext uri="{FF2B5EF4-FFF2-40B4-BE49-F238E27FC236}">
                <a16:creationId xmlns:a16="http://schemas.microsoft.com/office/drawing/2014/main" id="{DC2B48F4-0313-4C92-8A4C-E21B3F97A264}"/>
              </a:ext>
            </a:extLst>
          </p:cNvPr>
          <p:cNvSpPr>
            <a:spLocks noGrp="1"/>
          </p:cNvSpPr>
          <p:nvPr/>
        </p:nvSpPr>
        <p:spPr>
          <a:xfrm>
            <a:off x="2422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data_5858">
            <a:extLst>
              <a:ext uri="{FF2B5EF4-FFF2-40B4-BE49-F238E27FC236}">
                <a16:creationId xmlns:a16="http://schemas.microsoft.com/office/drawing/2014/main" id="{87DC2B19-C7A9-4409-BFD1-24DE370B5F9E}"/>
              </a:ext>
            </a:extLst>
          </p:cNvPr>
          <p:cNvSpPr>
            <a:spLocks noGrp="1"/>
          </p:cNvSpPr>
          <p:nvPr/>
        </p:nvSpPr>
        <p:spPr>
          <a:xfrm>
            <a:off x="2344540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data_5859">
            <a:extLst>
              <a:ext uri="{FF2B5EF4-FFF2-40B4-BE49-F238E27FC236}">
                <a16:creationId xmlns:a16="http://schemas.microsoft.com/office/drawing/2014/main" id="{9546A314-6B25-4F60-BBF2-B07C804616D1}"/>
              </a:ext>
            </a:extLst>
          </p:cNvPr>
          <p:cNvSpPr>
            <a:spLocks noGrp="1"/>
          </p:cNvSpPr>
          <p:nvPr/>
        </p:nvSpPr>
        <p:spPr>
          <a:xfrm>
            <a:off x="23980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data_5860">
            <a:extLst>
              <a:ext uri="{FF2B5EF4-FFF2-40B4-BE49-F238E27FC236}">
                <a16:creationId xmlns:a16="http://schemas.microsoft.com/office/drawing/2014/main" id="{20877CFE-1FC9-4067-A139-E157B7263904}"/>
              </a:ext>
            </a:extLst>
          </p:cNvPr>
          <p:cNvSpPr>
            <a:spLocks noGrp="1"/>
          </p:cNvSpPr>
          <p:nvPr/>
        </p:nvSpPr>
        <p:spPr>
          <a:xfrm>
            <a:off x="24013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data_5861">
            <a:extLst>
              <a:ext uri="{FF2B5EF4-FFF2-40B4-BE49-F238E27FC236}">
                <a16:creationId xmlns:a16="http://schemas.microsoft.com/office/drawing/2014/main" id="{A028CBAC-4388-46D5-9BA5-F9E56862FA96}"/>
              </a:ext>
            </a:extLst>
          </p:cNvPr>
          <p:cNvSpPr>
            <a:spLocks noGrp="1"/>
          </p:cNvSpPr>
          <p:nvPr/>
        </p:nvSpPr>
        <p:spPr>
          <a:xfrm>
            <a:off x="231418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data_5862">
            <a:extLst>
              <a:ext uri="{FF2B5EF4-FFF2-40B4-BE49-F238E27FC236}">
                <a16:creationId xmlns:a16="http://schemas.microsoft.com/office/drawing/2014/main" id="{9F362042-AF09-4C18-8289-23FFCD6997FE}"/>
              </a:ext>
            </a:extLst>
          </p:cNvPr>
          <p:cNvSpPr>
            <a:spLocks noGrp="1"/>
          </p:cNvSpPr>
          <p:nvPr/>
        </p:nvSpPr>
        <p:spPr>
          <a:xfrm>
            <a:off x="24203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data_5863">
            <a:extLst>
              <a:ext uri="{FF2B5EF4-FFF2-40B4-BE49-F238E27FC236}">
                <a16:creationId xmlns:a16="http://schemas.microsoft.com/office/drawing/2014/main" id="{57B5B5D2-8810-43F2-9654-23627CB28A36}"/>
              </a:ext>
            </a:extLst>
          </p:cNvPr>
          <p:cNvSpPr>
            <a:spLocks noGrp="1"/>
          </p:cNvSpPr>
          <p:nvPr/>
        </p:nvSpPr>
        <p:spPr>
          <a:xfrm>
            <a:off x="23110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data_5864">
            <a:extLst>
              <a:ext uri="{FF2B5EF4-FFF2-40B4-BE49-F238E27FC236}">
                <a16:creationId xmlns:a16="http://schemas.microsoft.com/office/drawing/2014/main" id="{D6A8227C-B7B4-44A4-BB33-BCBDBB68BC01}"/>
              </a:ext>
            </a:extLst>
          </p:cNvPr>
          <p:cNvSpPr>
            <a:spLocks noGrp="1"/>
          </p:cNvSpPr>
          <p:nvPr/>
        </p:nvSpPr>
        <p:spPr>
          <a:xfrm>
            <a:off x="24201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data_5865">
            <a:extLst>
              <a:ext uri="{FF2B5EF4-FFF2-40B4-BE49-F238E27FC236}">
                <a16:creationId xmlns:a16="http://schemas.microsoft.com/office/drawing/2014/main" id="{824BCB99-111A-49FD-B29F-8F4847AF3F79}"/>
              </a:ext>
            </a:extLst>
          </p:cNvPr>
          <p:cNvSpPr>
            <a:spLocks noGrp="1"/>
          </p:cNvSpPr>
          <p:nvPr/>
        </p:nvSpPr>
        <p:spPr>
          <a:xfrm>
            <a:off x="24327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data_5866">
            <a:extLst>
              <a:ext uri="{FF2B5EF4-FFF2-40B4-BE49-F238E27FC236}">
                <a16:creationId xmlns:a16="http://schemas.microsoft.com/office/drawing/2014/main" id="{642D16D9-98D9-4B53-BC73-2920E535390B}"/>
              </a:ext>
            </a:extLst>
          </p:cNvPr>
          <p:cNvSpPr>
            <a:spLocks noGrp="1"/>
          </p:cNvSpPr>
          <p:nvPr/>
        </p:nvSpPr>
        <p:spPr>
          <a:xfrm>
            <a:off x="23889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data_5867">
            <a:extLst>
              <a:ext uri="{FF2B5EF4-FFF2-40B4-BE49-F238E27FC236}">
                <a16:creationId xmlns:a16="http://schemas.microsoft.com/office/drawing/2014/main" id="{2DFF3DE0-59DC-410F-982B-AC35845A2B37}"/>
              </a:ext>
            </a:extLst>
          </p:cNvPr>
          <p:cNvSpPr>
            <a:spLocks noGrp="1"/>
          </p:cNvSpPr>
          <p:nvPr/>
        </p:nvSpPr>
        <p:spPr>
          <a:xfrm>
            <a:off x="2349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data_5868">
            <a:extLst>
              <a:ext uri="{FF2B5EF4-FFF2-40B4-BE49-F238E27FC236}">
                <a16:creationId xmlns:a16="http://schemas.microsoft.com/office/drawing/2014/main" id="{4DB0C40D-AB9E-4169-9E6D-A5C2771B3ED4}"/>
              </a:ext>
            </a:extLst>
          </p:cNvPr>
          <p:cNvSpPr>
            <a:spLocks noGrp="1"/>
          </p:cNvSpPr>
          <p:nvPr/>
        </p:nvSpPr>
        <p:spPr>
          <a:xfrm>
            <a:off x="24044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data_5869">
            <a:extLst>
              <a:ext uri="{FF2B5EF4-FFF2-40B4-BE49-F238E27FC236}">
                <a16:creationId xmlns:a16="http://schemas.microsoft.com/office/drawing/2014/main" id="{8D6ACDC1-EE0E-4739-84E2-6AD4949FD3B1}"/>
              </a:ext>
            </a:extLst>
          </p:cNvPr>
          <p:cNvSpPr>
            <a:spLocks noGrp="1"/>
          </p:cNvSpPr>
          <p:nvPr/>
        </p:nvSpPr>
        <p:spPr>
          <a:xfrm>
            <a:off x="2338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data_5870">
            <a:extLst>
              <a:ext uri="{FF2B5EF4-FFF2-40B4-BE49-F238E27FC236}">
                <a16:creationId xmlns:a16="http://schemas.microsoft.com/office/drawing/2014/main" id="{6706E281-0DAD-4A4F-9BE9-2D49E7688FAA}"/>
              </a:ext>
            </a:extLst>
          </p:cNvPr>
          <p:cNvSpPr>
            <a:spLocks noGrp="1"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data_5871">
            <a:extLst>
              <a:ext uri="{FF2B5EF4-FFF2-40B4-BE49-F238E27FC236}">
                <a16:creationId xmlns:a16="http://schemas.microsoft.com/office/drawing/2014/main" id="{F3F23C7C-42F7-402F-89A0-9C79DB0E340F}"/>
              </a:ext>
            </a:extLst>
          </p:cNvPr>
          <p:cNvSpPr>
            <a:spLocks noGrp="1"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data_5872">
            <a:extLst>
              <a:ext uri="{FF2B5EF4-FFF2-40B4-BE49-F238E27FC236}">
                <a16:creationId xmlns:a16="http://schemas.microsoft.com/office/drawing/2014/main" id="{F721E6D5-D7DA-438B-8B82-50D1AB57B3A0}"/>
              </a:ext>
            </a:extLst>
          </p:cNvPr>
          <p:cNvSpPr>
            <a:spLocks noGrp="1"/>
          </p:cNvSpPr>
          <p:nvPr/>
        </p:nvSpPr>
        <p:spPr>
          <a:xfrm>
            <a:off x="233255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data_5873">
            <a:extLst>
              <a:ext uri="{FF2B5EF4-FFF2-40B4-BE49-F238E27FC236}">
                <a16:creationId xmlns:a16="http://schemas.microsoft.com/office/drawing/2014/main" id="{5523148A-C346-4F02-A24F-AE32D8211618}"/>
              </a:ext>
            </a:extLst>
          </p:cNvPr>
          <p:cNvSpPr>
            <a:spLocks noGrp="1"/>
          </p:cNvSpPr>
          <p:nvPr/>
        </p:nvSpPr>
        <p:spPr>
          <a:xfrm>
            <a:off x="24233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data_5874">
            <a:extLst>
              <a:ext uri="{FF2B5EF4-FFF2-40B4-BE49-F238E27FC236}">
                <a16:creationId xmlns:a16="http://schemas.microsoft.com/office/drawing/2014/main" id="{2F80441F-7FE7-4820-83B1-E74D7524DA4B}"/>
              </a:ext>
            </a:extLst>
          </p:cNvPr>
          <p:cNvSpPr>
            <a:spLocks noGrp="1"/>
          </p:cNvSpPr>
          <p:nvPr/>
        </p:nvSpPr>
        <p:spPr>
          <a:xfrm>
            <a:off x="235209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data_5875">
            <a:extLst>
              <a:ext uri="{FF2B5EF4-FFF2-40B4-BE49-F238E27FC236}">
                <a16:creationId xmlns:a16="http://schemas.microsoft.com/office/drawing/2014/main" id="{351F022E-2BC1-4697-8D34-50911DB6C39F}"/>
              </a:ext>
            </a:extLst>
          </p:cNvPr>
          <p:cNvSpPr>
            <a:spLocks noGrp="1"/>
          </p:cNvSpPr>
          <p:nvPr/>
        </p:nvSpPr>
        <p:spPr>
          <a:xfrm>
            <a:off x="236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data_5876">
            <a:extLst>
              <a:ext uri="{FF2B5EF4-FFF2-40B4-BE49-F238E27FC236}">
                <a16:creationId xmlns:a16="http://schemas.microsoft.com/office/drawing/2014/main" id="{F6377BEF-F980-4369-A3A4-A3358A1A2D4E}"/>
              </a:ext>
            </a:extLst>
          </p:cNvPr>
          <p:cNvSpPr>
            <a:spLocks noGrp="1"/>
          </p:cNvSpPr>
          <p:nvPr/>
        </p:nvSpPr>
        <p:spPr>
          <a:xfrm>
            <a:off x="24358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data_5877">
            <a:extLst>
              <a:ext uri="{FF2B5EF4-FFF2-40B4-BE49-F238E27FC236}">
                <a16:creationId xmlns:a16="http://schemas.microsoft.com/office/drawing/2014/main" id="{C9074C80-BB9F-424C-9724-34B01C27EFF5}"/>
              </a:ext>
            </a:extLst>
          </p:cNvPr>
          <p:cNvSpPr>
            <a:spLocks noGrp="1"/>
          </p:cNvSpPr>
          <p:nvPr/>
        </p:nvSpPr>
        <p:spPr>
          <a:xfrm>
            <a:off x="2396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data_5878">
            <a:extLst>
              <a:ext uri="{FF2B5EF4-FFF2-40B4-BE49-F238E27FC236}">
                <a16:creationId xmlns:a16="http://schemas.microsoft.com/office/drawing/2014/main" id="{592002A4-1054-4AE8-B876-D60F550B1500}"/>
              </a:ext>
            </a:extLst>
          </p:cNvPr>
          <p:cNvSpPr>
            <a:spLocks noGrp="1"/>
          </p:cNvSpPr>
          <p:nvPr/>
        </p:nvSpPr>
        <p:spPr>
          <a:xfrm>
            <a:off x="243118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data_5879">
            <a:extLst>
              <a:ext uri="{FF2B5EF4-FFF2-40B4-BE49-F238E27FC236}">
                <a16:creationId xmlns:a16="http://schemas.microsoft.com/office/drawing/2014/main" id="{4B6D3868-C6C2-4C75-AC81-9F66FD43075C}"/>
              </a:ext>
            </a:extLst>
          </p:cNvPr>
          <p:cNvSpPr>
            <a:spLocks noGrp="1"/>
          </p:cNvSpPr>
          <p:nvPr/>
        </p:nvSpPr>
        <p:spPr>
          <a:xfrm>
            <a:off x="2316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data_5880">
            <a:extLst>
              <a:ext uri="{FF2B5EF4-FFF2-40B4-BE49-F238E27FC236}">
                <a16:creationId xmlns:a16="http://schemas.microsoft.com/office/drawing/2014/main" id="{38AD9F4B-3585-4CE8-A51E-97796C76AEE0}"/>
              </a:ext>
            </a:extLst>
          </p:cNvPr>
          <p:cNvSpPr>
            <a:spLocks noGrp="1"/>
          </p:cNvSpPr>
          <p:nvPr/>
        </p:nvSpPr>
        <p:spPr>
          <a:xfrm>
            <a:off x="24215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data_5881">
            <a:extLst>
              <a:ext uri="{FF2B5EF4-FFF2-40B4-BE49-F238E27FC236}">
                <a16:creationId xmlns:a16="http://schemas.microsoft.com/office/drawing/2014/main" id="{02E6AE97-25E5-4E11-9AAF-5317BABD8078}"/>
              </a:ext>
            </a:extLst>
          </p:cNvPr>
          <p:cNvSpPr>
            <a:spLocks noGrp="1"/>
          </p:cNvSpPr>
          <p:nvPr/>
        </p:nvSpPr>
        <p:spPr>
          <a:xfrm>
            <a:off x="24043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data_5882">
            <a:extLst>
              <a:ext uri="{FF2B5EF4-FFF2-40B4-BE49-F238E27FC236}">
                <a16:creationId xmlns:a16="http://schemas.microsoft.com/office/drawing/2014/main" id="{3C92B842-2FBE-4531-9227-4F99CF5E6F3F}"/>
              </a:ext>
            </a:extLst>
          </p:cNvPr>
          <p:cNvSpPr>
            <a:spLocks noGrp="1"/>
          </p:cNvSpPr>
          <p:nvPr/>
        </p:nvSpPr>
        <p:spPr>
          <a:xfrm>
            <a:off x="23593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data_5883">
            <a:extLst>
              <a:ext uri="{FF2B5EF4-FFF2-40B4-BE49-F238E27FC236}">
                <a16:creationId xmlns:a16="http://schemas.microsoft.com/office/drawing/2014/main" id="{8847EEF6-1A63-4C41-9512-DFC603AB409E}"/>
              </a:ext>
            </a:extLst>
          </p:cNvPr>
          <p:cNvSpPr>
            <a:spLocks noGrp="1"/>
          </p:cNvSpPr>
          <p:nvPr/>
        </p:nvSpPr>
        <p:spPr>
          <a:xfrm>
            <a:off x="24094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data_5884">
            <a:extLst>
              <a:ext uri="{FF2B5EF4-FFF2-40B4-BE49-F238E27FC236}">
                <a16:creationId xmlns:a16="http://schemas.microsoft.com/office/drawing/2014/main" id="{CE32D39C-437C-433E-906C-6DAFDC0A25D4}"/>
              </a:ext>
            </a:extLst>
          </p:cNvPr>
          <p:cNvSpPr>
            <a:spLocks noGrp="1"/>
          </p:cNvSpPr>
          <p:nvPr/>
        </p:nvSpPr>
        <p:spPr>
          <a:xfrm>
            <a:off x="24365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data_5885">
            <a:extLst>
              <a:ext uri="{FF2B5EF4-FFF2-40B4-BE49-F238E27FC236}">
                <a16:creationId xmlns:a16="http://schemas.microsoft.com/office/drawing/2014/main" id="{C75191FA-8383-40DB-B7BF-8A7DE7AFD5E5}"/>
              </a:ext>
            </a:extLst>
          </p:cNvPr>
          <p:cNvSpPr>
            <a:spLocks noGrp="1"/>
          </p:cNvSpPr>
          <p:nvPr/>
        </p:nvSpPr>
        <p:spPr>
          <a:xfrm>
            <a:off x="239574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data_5886">
            <a:extLst>
              <a:ext uri="{FF2B5EF4-FFF2-40B4-BE49-F238E27FC236}">
                <a16:creationId xmlns:a16="http://schemas.microsoft.com/office/drawing/2014/main" id="{87992F5F-3B68-495D-8361-41B4430CDAD0}"/>
              </a:ext>
            </a:extLst>
          </p:cNvPr>
          <p:cNvSpPr>
            <a:spLocks noGrp="1"/>
          </p:cNvSpPr>
          <p:nvPr/>
        </p:nvSpPr>
        <p:spPr>
          <a:xfrm>
            <a:off x="24057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data_5887">
            <a:extLst>
              <a:ext uri="{FF2B5EF4-FFF2-40B4-BE49-F238E27FC236}">
                <a16:creationId xmlns:a16="http://schemas.microsoft.com/office/drawing/2014/main" id="{60C0B400-D147-46AC-A4EB-7BF36E6C2FE3}"/>
              </a:ext>
            </a:extLst>
          </p:cNvPr>
          <p:cNvSpPr>
            <a:spLocks noGrp="1"/>
          </p:cNvSpPr>
          <p:nvPr/>
        </p:nvSpPr>
        <p:spPr>
          <a:xfrm>
            <a:off x="240460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data_5888">
            <a:extLst>
              <a:ext uri="{FF2B5EF4-FFF2-40B4-BE49-F238E27FC236}">
                <a16:creationId xmlns:a16="http://schemas.microsoft.com/office/drawing/2014/main" id="{D0B6CFDF-D628-4712-9B1A-57296385EE46}"/>
              </a:ext>
            </a:extLst>
          </p:cNvPr>
          <p:cNvSpPr>
            <a:spLocks noGrp="1"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data_5889">
            <a:extLst>
              <a:ext uri="{FF2B5EF4-FFF2-40B4-BE49-F238E27FC236}">
                <a16:creationId xmlns:a16="http://schemas.microsoft.com/office/drawing/2014/main" id="{7D1877B3-6DF5-4AF0-AB2C-106074AFF382}"/>
              </a:ext>
            </a:extLst>
          </p:cNvPr>
          <p:cNvSpPr>
            <a:spLocks noGrp="1"/>
          </p:cNvSpPr>
          <p:nvPr/>
        </p:nvSpPr>
        <p:spPr>
          <a:xfrm>
            <a:off x="234740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data_5890">
            <a:extLst>
              <a:ext uri="{FF2B5EF4-FFF2-40B4-BE49-F238E27FC236}">
                <a16:creationId xmlns:a16="http://schemas.microsoft.com/office/drawing/2014/main" id="{90CE75CF-66DF-41F1-90C8-8FFCED765B5A}"/>
              </a:ext>
            </a:extLst>
          </p:cNvPr>
          <p:cNvSpPr>
            <a:spLocks noGrp="1"/>
          </p:cNvSpPr>
          <p:nvPr/>
        </p:nvSpPr>
        <p:spPr>
          <a:xfrm>
            <a:off x="24274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data_5891">
            <a:extLst>
              <a:ext uri="{FF2B5EF4-FFF2-40B4-BE49-F238E27FC236}">
                <a16:creationId xmlns:a16="http://schemas.microsoft.com/office/drawing/2014/main" id="{86083D71-0FD0-4A56-8414-1481CFD5E858}"/>
              </a:ext>
            </a:extLst>
          </p:cNvPr>
          <p:cNvSpPr>
            <a:spLocks noGrp="1"/>
          </p:cNvSpPr>
          <p:nvPr/>
        </p:nvSpPr>
        <p:spPr>
          <a:xfrm>
            <a:off x="2333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data_5892">
            <a:extLst>
              <a:ext uri="{FF2B5EF4-FFF2-40B4-BE49-F238E27FC236}">
                <a16:creationId xmlns:a16="http://schemas.microsoft.com/office/drawing/2014/main" id="{DA858885-5F6B-4939-BFFF-E8CA6FAC5223}"/>
              </a:ext>
            </a:extLst>
          </p:cNvPr>
          <p:cNvSpPr>
            <a:spLocks noGrp="1"/>
          </p:cNvSpPr>
          <p:nvPr/>
        </p:nvSpPr>
        <p:spPr>
          <a:xfrm>
            <a:off x="233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data_5893">
            <a:extLst>
              <a:ext uri="{FF2B5EF4-FFF2-40B4-BE49-F238E27FC236}">
                <a16:creationId xmlns:a16="http://schemas.microsoft.com/office/drawing/2014/main" id="{BC2F9C91-1219-40FF-8EC9-2F2542BB29D9}"/>
              </a:ext>
            </a:extLst>
          </p:cNvPr>
          <p:cNvSpPr>
            <a:spLocks noGrp="1"/>
          </p:cNvSpPr>
          <p:nvPr/>
        </p:nvSpPr>
        <p:spPr>
          <a:xfrm>
            <a:off x="23384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data_5894">
            <a:extLst>
              <a:ext uri="{FF2B5EF4-FFF2-40B4-BE49-F238E27FC236}">
                <a16:creationId xmlns:a16="http://schemas.microsoft.com/office/drawing/2014/main" id="{4F6739D0-0D5F-4DA4-BE1E-E0D81DADD953}"/>
              </a:ext>
            </a:extLst>
          </p:cNvPr>
          <p:cNvSpPr>
            <a:spLocks noGrp="1"/>
          </p:cNvSpPr>
          <p:nvPr/>
        </p:nvSpPr>
        <p:spPr>
          <a:xfrm>
            <a:off x="24292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data_5895">
            <a:extLst>
              <a:ext uri="{FF2B5EF4-FFF2-40B4-BE49-F238E27FC236}">
                <a16:creationId xmlns:a16="http://schemas.microsoft.com/office/drawing/2014/main" id="{8F379CE1-123B-4C78-97B9-24B1A14F9993}"/>
              </a:ext>
            </a:extLst>
          </p:cNvPr>
          <p:cNvSpPr>
            <a:spLocks noGrp="1"/>
          </p:cNvSpPr>
          <p:nvPr/>
        </p:nvSpPr>
        <p:spPr>
          <a:xfrm>
            <a:off x="241542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data_5896">
            <a:extLst>
              <a:ext uri="{FF2B5EF4-FFF2-40B4-BE49-F238E27FC236}">
                <a16:creationId xmlns:a16="http://schemas.microsoft.com/office/drawing/2014/main" id="{3FAAFFBE-7301-4140-B91E-E465FD837762}"/>
              </a:ext>
            </a:extLst>
          </p:cNvPr>
          <p:cNvSpPr>
            <a:spLocks noGrp="1"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data_5897">
            <a:extLst>
              <a:ext uri="{FF2B5EF4-FFF2-40B4-BE49-F238E27FC236}">
                <a16:creationId xmlns:a16="http://schemas.microsoft.com/office/drawing/2014/main" id="{62E1543C-CC5E-43D5-955C-BE94C6919F06}"/>
              </a:ext>
            </a:extLst>
          </p:cNvPr>
          <p:cNvSpPr>
            <a:spLocks noGrp="1"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data_5898">
            <a:extLst>
              <a:ext uri="{FF2B5EF4-FFF2-40B4-BE49-F238E27FC236}">
                <a16:creationId xmlns:a16="http://schemas.microsoft.com/office/drawing/2014/main" id="{58D15F36-A6A6-41A9-AB9D-A4B1A99585CC}"/>
              </a:ext>
            </a:extLst>
          </p:cNvPr>
          <p:cNvSpPr>
            <a:spLocks noGrp="1"/>
          </p:cNvSpPr>
          <p:nvPr/>
        </p:nvSpPr>
        <p:spPr>
          <a:xfrm>
            <a:off x="24149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data_5899">
            <a:extLst>
              <a:ext uri="{FF2B5EF4-FFF2-40B4-BE49-F238E27FC236}">
                <a16:creationId xmlns:a16="http://schemas.microsoft.com/office/drawing/2014/main" id="{4FB7603A-DD11-46C2-A22B-0D46DEC5FAAE}"/>
              </a:ext>
            </a:extLst>
          </p:cNvPr>
          <p:cNvSpPr>
            <a:spLocks noGrp="1"/>
          </p:cNvSpPr>
          <p:nvPr/>
        </p:nvSpPr>
        <p:spPr>
          <a:xfrm>
            <a:off x="24261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data_5900">
            <a:extLst>
              <a:ext uri="{FF2B5EF4-FFF2-40B4-BE49-F238E27FC236}">
                <a16:creationId xmlns:a16="http://schemas.microsoft.com/office/drawing/2014/main" id="{575169E2-F2AE-424D-8B17-79BAE607084D}"/>
              </a:ext>
            </a:extLst>
          </p:cNvPr>
          <p:cNvSpPr>
            <a:spLocks noGrp="1"/>
          </p:cNvSpPr>
          <p:nvPr/>
        </p:nvSpPr>
        <p:spPr>
          <a:xfrm>
            <a:off x="23304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data_5901">
            <a:extLst>
              <a:ext uri="{FF2B5EF4-FFF2-40B4-BE49-F238E27FC236}">
                <a16:creationId xmlns:a16="http://schemas.microsoft.com/office/drawing/2014/main" id="{FE59E23F-EE62-44FA-9910-F3E132263192}"/>
              </a:ext>
            </a:extLst>
          </p:cNvPr>
          <p:cNvSpPr>
            <a:spLocks noGrp="1"/>
          </p:cNvSpPr>
          <p:nvPr/>
        </p:nvSpPr>
        <p:spPr>
          <a:xfrm>
            <a:off x="23407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data_5902">
            <a:extLst>
              <a:ext uri="{FF2B5EF4-FFF2-40B4-BE49-F238E27FC236}">
                <a16:creationId xmlns:a16="http://schemas.microsoft.com/office/drawing/2014/main" id="{FF45B6C9-CF06-47E2-94F5-D3DC95A7A3A9}"/>
              </a:ext>
            </a:extLst>
          </p:cNvPr>
          <p:cNvSpPr>
            <a:spLocks noGrp="1"/>
          </p:cNvSpPr>
          <p:nvPr/>
        </p:nvSpPr>
        <p:spPr>
          <a:xfrm>
            <a:off x="2402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data_5903">
            <a:extLst>
              <a:ext uri="{FF2B5EF4-FFF2-40B4-BE49-F238E27FC236}">
                <a16:creationId xmlns:a16="http://schemas.microsoft.com/office/drawing/2014/main" id="{68EE71C8-F556-489C-BC69-A585914A9B2F}"/>
              </a:ext>
            </a:extLst>
          </p:cNvPr>
          <p:cNvSpPr>
            <a:spLocks noGrp="1"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data_5904">
            <a:extLst>
              <a:ext uri="{FF2B5EF4-FFF2-40B4-BE49-F238E27FC236}">
                <a16:creationId xmlns:a16="http://schemas.microsoft.com/office/drawing/2014/main" id="{5942EC96-E1BC-454F-A7B9-239EF9993055}"/>
              </a:ext>
            </a:extLst>
          </p:cNvPr>
          <p:cNvSpPr>
            <a:spLocks noGrp="1"/>
          </p:cNvSpPr>
          <p:nvPr/>
        </p:nvSpPr>
        <p:spPr>
          <a:xfrm>
            <a:off x="2349752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data_5905">
            <a:extLst>
              <a:ext uri="{FF2B5EF4-FFF2-40B4-BE49-F238E27FC236}">
                <a16:creationId xmlns:a16="http://schemas.microsoft.com/office/drawing/2014/main" id="{5CA65343-A8F2-4C87-A461-AB712EF18306}"/>
              </a:ext>
            </a:extLst>
          </p:cNvPr>
          <p:cNvSpPr>
            <a:spLocks noGrp="1"/>
          </p:cNvSpPr>
          <p:nvPr/>
        </p:nvSpPr>
        <p:spPr>
          <a:xfrm>
            <a:off x="23283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data_5906">
            <a:extLst>
              <a:ext uri="{FF2B5EF4-FFF2-40B4-BE49-F238E27FC236}">
                <a16:creationId xmlns:a16="http://schemas.microsoft.com/office/drawing/2014/main" id="{E1364C70-8264-49E0-9C59-156E5B98A594}"/>
              </a:ext>
            </a:extLst>
          </p:cNvPr>
          <p:cNvSpPr>
            <a:spLocks noGrp="1"/>
          </p:cNvSpPr>
          <p:nvPr/>
        </p:nvSpPr>
        <p:spPr>
          <a:xfrm>
            <a:off x="23421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data_5907">
            <a:extLst>
              <a:ext uri="{FF2B5EF4-FFF2-40B4-BE49-F238E27FC236}">
                <a16:creationId xmlns:a16="http://schemas.microsoft.com/office/drawing/2014/main" id="{728D2C60-1D27-4FCE-9974-0505C6FD5BA7}"/>
              </a:ext>
            </a:extLst>
          </p:cNvPr>
          <p:cNvSpPr>
            <a:spLocks noGrp="1"/>
          </p:cNvSpPr>
          <p:nvPr/>
        </p:nvSpPr>
        <p:spPr>
          <a:xfrm>
            <a:off x="234727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data_5908">
            <a:extLst>
              <a:ext uri="{FF2B5EF4-FFF2-40B4-BE49-F238E27FC236}">
                <a16:creationId xmlns:a16="http://schemas.microsoft.com/office/drawing/2014/main" id="{A45DBC89-581C-49FB-94A1-55A8605EE599}"/>
              </a:ext>
            </a:extLst>
          </p:cNvPr>
          <p:cNvSpPr>
            <a:spLocks noGrp="1"/>
          </p:cNvSpPr>
          <p:nvPr/>
        </p:nvSpPr>
        <p:spPr>
          <a:xfrm>
            <a:off x="2428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data_5909">
            <a:extLst>
              <a:ext uri="{FF2B5EF4-FFF2-40B4-BE49-F238E27FC236}">
                <a16:creationId xmlns:a16="http://schemas.microsoft.com/office/drawing/2014/main" id="{ECADBA20-F852-485E-BA81-B24F028CCDA9}"/>
              </a:ext>
            </a:extLst>
          </p:cNvPr>
          <p:cNvSpPr>
            <a:spLocks noGrp="1"/>
          </p:cNvSpPr>
          <p:nvPr/>
        </p:nvSpPr>
        <p:spPr>
          <a:xfrm>
            <a:off x="2372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data_5910">
            <a:extLst>
              <a:ext uri="{FF2B5EF4-FFF2-40B4-BE49-F238E27FC236}">
                <a16:creationId xmlns:a16="http://schemas.microsoft.com/office/drawing/2014/main" id="{9690B85F-882D-4D93-BC83-660CDDFB2541}"/>
              </a:ext>
            </a:extLst>
          </p:cNvPr>
          <p:cNvSpPr>
            <a:spLocks noGrp="1"/>
          </p:cNvSpPr>
          <p:nvPr/>
        </p:nvSpPr>
        <p:spPr>
          <a:xfrm>
            <a:off x="233046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data_5911">
            <a:extLst>
              <a:ext uri="{FF2B5EF4-FFF2-40B4-BE49-F238E27FC236}">
                <a16:creationId xmlns:a16="http://schemas.microsoft.com/office/drawing/2014/main" id="{8F1F358E-D6B6-429C-9E4D-515F279AC668}"/>
              </a:ext>
            </a:extLst>
          </p:cNvPr>
          <p:cNvSpPr>
            <a:spLocks noGrp="1"/>
          </p:cNvSpPr>
          <p:nvPr/>
        </p:nvSpPr>
        <p:spPr>
          <a:xfrm>
            <a:off x="234936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data_5912">
            <a:extLst>
              <a:ext uri="{FF2B5EF4-FFF2-40B4-BE49-F238E27FC236}">
                <a16:creationId xmlns:a16="http://schemas.microsoft.com/office/drawing/2014/main" id="{A50593A7-4C44-44F9-BC1C-4BB859E39E1F}"/>
              </a:ext>
            </a:extLst>
          </p:cNvPr>
          <p:cNvSpPr>
            <a:spLocks noGrp="1"/>
          </p:cNvSpPr>
          <p:nvPr/>
        </p:nvSpPr>
        <p:spPr>
          <a:xfrm>
            <a:off x="2421415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data_5913">
            <a:extLst>
              <a:ext uri="{FF2B5EF4-FFF2-40B4-BE49-F238E27FC236}">
                <a16:creationId xmlns:a16="http://schemas.microsoft.com/office/drawing/2014/main" id="{7EC04945-FB0C-4909-9509-E3CCCA6257E1}"/>
              </a:ext>
            </a:extLst>
          </p:cNvPr>
          <p:cNvSpPr>
            <a:spLocks noGrp="1"/>
          </p:cNvSpPr>
          <p:nvPr/>
        </p:nvSpPr>
        <p:spPr>
          <a:xfrm>
            <a:off x="239678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data_5914">
            <a:extLst>
              <a:ext uri="{FF2B5EF4-FFF2-40B4-BE49-F238E27FC236}">
                <a16:creationId xmlns:a16="http://schemas.microsoft.com/office/drawing/2014/main" id="{1C65911A-5DED-46C0-BA4E-1561FF016153}"/>
              </a:ext>
            </a:extLst>
          </p:cNvPr>
          <p:cNvSpPr>
            <a:spLocks noGrp="1"/>
          </p:cNvSpPr>
          <p:nvPr/>
        </p:nvSpPr>
        <p:spPr>
          <a:xfrm>
            <a:off x="242089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data_5915">
            <a:extLst>
              <a:ext uri="{FF2B5EF4-FFF2-40B4-BE49-F238E27FC236}">
                <a16:creationId xmlns:a16="http://schemas.microsoft.com/office/drawing/2014/main" id="{05473A8D-EF02-4191-A25E-74BE7AFC4888}"/>
              </a:ext>
            </a:extLst>
          </p:cNvPr>
          <p:cNvSpPr>
            <a:spLocks noGrp="1"/>
          </p:cNvSpPr>
          <p:nvPr/>
        </p:nvSpPr>
        <p:spPr>
          <a:xfrm>
            <a:off x="2338416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data_5916">
            <a:extLst>
              <a:ext uri="{FF2B5EF4-FFF2-40B4-BE49-F238E27FC236}">
                <a16:creationId xmlns:a16="http://schemas.microsoft.com/office/drawing/2014/main" id="{22025C07-01A7-416E-88FC-FD5BE486B3BC}"/>
              </a:ext>
            </a:extLst>
          </p:cNvPr>
          <p:cNvSpPr>
            <a:spLocks noGrp="1"/>
          </p:cNvSpPr>
          <p:nvPr/>
        </p:nvSpPr>
        <p:spPr>
          <a:xfrm>
            <a:off x="2362912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data_5917">
            <a:extLst>
              <a:ext uri="{FF2B5EF4-FFF2-40B4-BE49-F238E27FC236}">
                <a16:creationId xmlns:a16="http://schemas.microsoft.com/office/drawing/2014/main" id="{E8D646D0-7101-4463-A1FA-2C4BAFFB08AC}"/>
              </a:ext>
            </a:extLst>
          </p:cNvPr>
          <p:cNvSpPr>
            <a:spLocks noGrp="1"/>
          </p:cNvSpPr>
          <p:nvPr/>
        </p:nvSpPr>
        <p:spPr>
          <a:xfrm>
            <a:off x="242180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data_5918">
            <a:extLst>
              <a:ext uri="{FF2B5EF4-FFF2-40B4-BE49-F238E27FC236}">
                <a16:creationId xmlns:a16="http://schemas.microsoft.com/office/drawing/2014/main" id="{D78A2A9A-33A0-48A9-8A42-2A21F6A90B58}"/>
              </a:ext>
            </a:extLst>
          </p:cNvPr>
          <p:cNvSpPr>
            <a:spLocks noGrp="1"/>
          </p:cNvSpPr>
          <p:nvPr/>
        </p:nvSpPr>
        <p:spPr>
          <a:xfrm>
            <a:off x="24219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data_5919">
            <a:extLst>
              <a:ext uri="{FF2B5EF4-FFF2-40B4-BE49-F238E27FC236}">
                <a16:creationId xmlns:a16="http://schemas.microsoft.com/office/drawing/2014/main" id="{B388ABAF-424B-4F7E-80F5-880459F2600C}"/>
              </a:ext>
            </a:extLst>
          </p:cNvPr>
          <p:cNvSpPr>
            <a:spLocks noGrp="1"/>
          </p:cNvSpPr>
          <p:nvPr/>
        </p:nvSpPr>
        <p:spPr>
          <a:xfrm>
            <a:off x="24138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data_5920">
            <a:extLst>
              <a:ext uri="{FF2B5EF4-FFF2-40B4-BE49-F238E27FC236}">
                <a16:creationId xmlns:a16="http://schemas.microsoft.com/office/drawing/2014/main" id="{4AF3F96F-068C-4E93-92B2-CAB278A12964}"/>
              </a:ext>
            </a:extLst>
          </p:cNvPr>
          <p:cNvSpPr>
            <a:spLocks noGrp="1"/>
          </p:cNvSpPr>
          <p:nvPr/>
        </p:nvSpPr>
        <p:spPr>
          <a:xfrm>
            <a:off x="24253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data_5921">
            <a:extLst>
              <a:ext uri="{FF2B5EF4-FFF2-40B4-BE49-F238E27FC236}">
                <a16:creationId xmlns:a16="http://schemas.microsoft.com/office/drawing/2014/main" id="{04E83589-E994-4130-BA68-DCEE93356D9E}"/>
              </a:ext>
            </a:extLst>
          </p:cNvPr>
          <p:cNvSpPr>
            <a:spLocks noGrp="1"/>
          </p:cNvSpPr>
          <p:nvPr/>
        </p:nvSpPr>
        <p:spPr>
          <a:xfrm>
            <a:off x="235040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data_5922">
            <a:extLst>
              <a:ext uri="{FF2B5EF4-FFF2-40B4-BE49-F238E27FC236}">
                <a16:creationId xmlns:a16="http://schemas.microsoft.com/office/drawing/2014/main" id="{330ADAB0-0A5B-4AB5-831E-22F24EBA9A0F}"/>
              </a:ext>
            </a:extLst>
          </p:cNvPr>
          <p:cNvSpPr>
            <a:spLocks noGrp="1"/>
          </p:cNvSpPr>
          <p:nvPr/>
        </p:nvSpPr>
        <p:spPr>
          <a:xfrm>
            <a:off x="2330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data_5923">
            <a:extLst>
              <a:ext uri="{FF2B5EF4-FFF2-40B4-BE49-F238E27FC236}">
                <a16:creationId xmlns:a16="http://schemas.microsoft.com/office/drawing/2014/main" id="{AF51C139-3142-42D8-9165-10C1A8FD9108}"/>
              </a:ext>
            </a:extLst>
          </p:cNvPr>
          <p:cNvSpPr>
            <a:spLocks noGrp="1"/>
          </p:cNvSpPr>
          <p:nvPr/>
        </p:nvSpPr>
        <p:spPr>
          <a:xfrm>
            <a:off x="2406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data_5924">
            <a:extLst>
              <a:ext uri="{FF2B5EF4-FFF2-40B4-BE49-F238E27FC236}">
                <a16:creationId xmlns:a16="http://schemas.microsoft.com/office/drawing/2014/main" id="{48938E20-8364-4C39-8382-B9F3F582CD09}"/>
              </a:ext>
            </a:extLst>
          </p:cNvPr>
          <p:cNvSpPr>
            <a:spLocks noGrp="1"/>
          </p:cNvSpPr>
          <p:nvPr/>
        </p:nvSpPr>
        <p:spPr>
          <a:xfrm>
            <a:off x="23246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data_5925">
            <a:extLst>
              <a:ext uri="{FF2B5EF4-FFF2-40B4-BE49-F238E27FC236}">
                <a16:creationId xmlns:a16="http://schemas.microsoft.com/office/drawing/2014/main" id="{69258F1B-9867-4547-9F73-92F2FDA7E25E}"/>
              </a:ext>
            </a:extLst>
          </p:cNvPr>
          <p:cNvSpPr>
            <a:spLocks noGrp="1"/>
          </p:cNvSpPr>
          <p:nvPr/>
        </p:nvSpPr>
        <p:spPr>
          <a:xfrm>
            <a:off x="23328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data_5926">
            <a:extLst>
              <a:ext uri="{FF2B5EF4-FFF2-40B4-BE49-F238E27FC236}">
                <a16:creationId xmlns:a16="http://schemas.microsoft.com/office/drawing/2014/main" id="{F2EE4904-38B8-49EC-9BF1-48EB674B471D}"/>
              </a:ext>
            </a:extLst>
          </p:cNvPr>
          <p:cNvSpPr>
            <a:spLocks noGrp="1"/>
          </p:cNvSpPr>
          <p:nvPr/>
        </p:nvSpPr>
        <p:spPr>
          <a:xfrm>
            <a:off x="240981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data_5927">
            <a:extLst>
              <a:ext uri="{FF2B5EF4-FFF2-40B4-BE49-F238E27FC236}">
                <a16:creationId xmlns:a16="http://schemas.microsoft.com/office/drawing/2014/main" id="{A4730727-54B0-42FA-8314-37FE83A871AE}"/>
              </a:ext>
            </a:extLst>
          </p:cNvPr>
          <p:cNvSpPr>
            <a:spLocks noGrp="1"/>
          </p:cNvSpPr>
          <p:nvPr/>
        </p:nvSpPr>
        <p:spPr>
          <a:xfrm>
            <a:off x="23257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data_5928">
            <a:extLst>
              <a:ext uri="{FF2B5EF4-FFF2-40B4-BE49-F238E27FC236}">
                <a16:creationId xmlns:a16="http://schemas.microsoft.com/office/drawing/2014/main" id="{4BB17A90-E43C-4A9F-9F7A-E60D6DB4CF52}"/>
              </a:ext>
            </a:extLst>
          </p:cNvPr>
          <p:cNvSpPr>
            <a:spLocks noGrp="1"/>
          </p:cNvSpPr>
          <p:nvPr/>
        </p:nvSpPr>
        <p:spPr>
          <a:xfrm>
            <a:off x="2434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data_5929">
            <a:extLst>
              <a:ext uri="{FF2B5EF4-FFF2-40B4-BE49-F238E27FC236}">
                <a16:creationId xmlns:a16="http://schemas.microsoft.com/office/drawing/2014/main" id="{578696F4-1A04-4837-A2D0-2BB0646387DA}"/>
              </a:ext>
            </a:extLst>
          </p:cNvPr>
          <p:cNvSpPr>
            <a:spLocks noGrp="1"/>
          </p:cNvSpPr>
          <p:nvPr/>
        </p:nvSpPr>
        <p:spPr>
          <a:xfrm>
            <a:off x="24149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data_5930">
            <a:extLst>
              <a:ext uri="{FF2B5EF4-FFF2-40B4-BE49-F238E27FC236}">
                <a16:creationId xmlns:a16="http://schemas.microsoft.com/office/drawing/2014/main" id="{08942B2F-E76A-49B0-9E16-66F03EF26DEF}"/>
              </a:ext>
            </a:extLst>
          </p:cNvPr>
          <p:cNvSpPr>
            <a:spLocks noGrp="1"/>
          </p:cNvSpPr>
          <p:nvPr/>
        </p:nvSpPr>
        <p:spPr>
          <a:xfrm>
            <a:off x="2367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data_5931">
            <a:extLst>
              <a:ext uri="{FF2B5EF4-FFF2-40B4-BE49-F238E27FC236}">
                <a16:creationId xmlns:a16="http://schemas.microsoft.com/office/drawing/2014/main" id="{38D505BA-98A3-4221-8DD8-D8463DC43F81}"/>
              </a:ext>
            </a:extLst>
          </p:cNvPr>
          <p:cNvSpPr>
            <a:spLocks noGrp="1"/>
          </p:cNvSpPr>
          <p:nvPr/>
        </p:nvSpPr>
        <p:spPr>
          <a:xfrm>
            <a:off x="23457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data_5932">
            <a:extLst>
              <a:ext uri="{FF2B5EF4-FFF2-40B4-BE49-F238E27FC236}">
                <a16:creationId xmlns:a16="http://schemas.microsoft.com/office/drawing/2014/main" id="{B6E5C010-E0C4-4025-8AC1-70ECF0F35141}"/>
              </a:ext>
            </a:extLst>
          </p:cNvPr>
          <p:cNvSpPr>
            <a:spLocks noGrp="1"/>
          </p:cNvSpPr>
          <p:nvPr/>
        </p:nvSpPr>
        <p:spPr>
          <a:xfrm>
            <a:off x="2432881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data_5933">
            <a:extLst>
              <a:ext uri="{FF2B5EF4-FFF2-40B4-BE49-F238E27FC236}">
                <a16:creationId xmlns:a16="http://schemas.microsoft.com/office/drawing/2014/main" id="{A433296A-9FE1-4511-AD57-F6C36A5CC89E}"/>
              </a:ext>
            </a:extLst>
          </p:cNvPr>
          <p:cNvSpPr>
            <a:spLocks noGrp="1"/>
          </p:cNvSpPr>
          <p:nvPr/>
        </p:nvSpPr>
        <p:spPr>
          <a:xfrm>
            <a:off x="243848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data_5934">
            <a:extLst>
              <a:ext uri="{FF2B5EF4-FFF2-40B4-BE49-F238E27FC236}">
                <a16:creationId xmlns:a16="http://schemas.microsoft.com/office/drawing/2014/main" id="{75F7D206-1CE6-44B4-A9FE-0274DEAB22D9}"/>
              </a:ext>
            </a:extLst>
          </p:cNvPr>
          <p:cNvSpPr>
            <a:spLocks noGrp="1"/>
          </p:cNvSpPr>
          <p:nvPr/>
        </p:nvSpPr>
        <p:spPr>
          <a:xfrm>
            <a:off x="23911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data_5935">
            <a:extLst>
              <a:ext uri="{FF2B5EF4-FFF2-40B4-BE49-F238E27FC236}">
                <a16:creationId xmlns:a16="http://schemas.microsoft.com/office/drawing/2014/main" id="{398212A9-C218-47D0-A85F-96179A172CEB}"/>
              </a:ext>
            </a:extLst>
          </p:cNvPr>
          <p:cNvSpPr>
            <a:spLocks noGrp="1"/>
          </p:cNvSpPr>
          <p:nvPr/>
        </p:nvSpPr>
        <p:spPr>
          <a:xfrm>
            <a:off x="24208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data_5936">
            <a:extLst>
              <a:ext uri="{FF2B5EF4-FFF2-40B4-BE49-F238E27FC236}">
                <a16:creationId xmlns:a16="http://schemas.microsoft.com/office/drawing/2014/main" id="{563843D3-7034-4BFF-A545-97E70282ED0F}"/>
              </a:ext>
            </a:extLst>
          </p:cNvPr>
          <p:cNvSpPr>
            <a:spLocks noGrp="1"/>
          </p:cNvSpPr>
          <p:nvPr/>
        </p:nvSpPr>
        <p:spPr>
          <a:xfrm>
            <a:off x="23295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data_5937">
            <a:extLst>
              <a:ext uri="{FF2B5EF4-FFF2-40B4-BE49-F238E27FC236}">
                <a16:creationId xmlns:a16="http://schemas.microsoft.com/office/drawing/2014/main" id="{74D259A1-2C2F-4277-B156-6EBAD91DEA13}"/>
              </a:ext>
            </a:extLst>
          </p:cNvPr>
          <p:cNvSpPr>
            <a:spLocks noGrp="1"/>
          </p:cNvSpPr>
          <p:nvPr/>
        </p:nvSpPr>
        <p:spPr>
          <a:xfrm>
            <a:off x="2366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data_5938">
            <a:extLst>
              <a:ext uri="{FF2B5EF4-FFF2-40B4-BE49-F238E27FC236}">
                <a16:creationId xmlns:a16="http://schemas.microsoft.com/office/drawing/2014/main" id="{90975B47-96B6-4DB0-A313-DE15E3B58262}"/>
              </a:ext>
            </a:extLst>
          </p:cNvPr>
          <p:cNvSpPr>
            <a:spLocks noGrp="1"/>
          </p:cNvSpPr>
          <p:nvPr/>
        </p:nvSpPr>
        <p:spPr>
          <a:xfrm>
            <a:off x="2412815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data_5939">
            <a:extLst>
              <a:ext uri="{FF2B5EF4-FFF2-40B4-BE49-F238E27FC236}">
                <a16:creationId xmlns:a16="http://schemas.microsoft.com/office/drawing/2014/main" id="{5CF7A149-0A0A-4932-9E9F-5A4E8CFAC5A2}"/>
              </a:ext>
            </a:extLst>
          </p:cNvPr>
          <p:cNvSpPr>
            <a:spLocks noGrp="1"/>
          </p:cNvSpPr>
          <p:nvPr/>
        </p:nvSpPr>
        <p:spPr>
          <a:xfrm>
            <a:off x="23216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data_5940">
            <a:extLst>
              <a:ext uri="{FF2B5EF4-FFF2-40B4-BE49-F238E27FC236}">
                <a16:creationId xmlns:a16="http://schemas.microsoft.com/office/drawing/2014/main" id="{17F69059-9890-4DF2-9E06-7112CF0E3D01}"/>
              </a:ext>
            </a:extLst>
          </p:cNvPr>
          <p:cNvSpPr>
            <a:spLocks noGrp="1"/>
          </p:cNvSpPr>
          <p:nvPr/>
        </p:nvSpPr>
        <p:spPr>
          <a:xfrm>
            <a:off x="2316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data_5941">
            <a:extLst>
              <a:ext uri="{FF2B5EF4-FFF2-40B4-BE49-F238E27FC236}">
                <a16:creationId xmlns:a16="http://schemas.microsoft.com/office/drawing/2014/main" id="{94EB052C-F2B2-43C1-BC60-AA1243B2D0D5}"/>
              </a:ext>
            </a:extLst>
          </p:cNvPr>
          <p:cNvSpPr>
            <a:spLocks noGrp="1"/>
          </p:cNvSpPr>
          <p:nvPr/>
        </p:nvSpPr>
        <p:spPr>
          <a:xfrm>
            <a:off x="23939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data_5942">
            <a:extLst>
              <a:ext uri="{FF2B5EF4-FFF2-40B4-BE49-F238E27FC236}">
                <a16:creationId xmlns:a16="http://schemas.microsoft.com/office/drawing/2014/main" id="{6CB3928F-C324-4525-961E-EC14B5D6CB13}"/>
              </a:ext>
            </a:extLst>
          </p:cNvPr>
          <p:cNvSpPr>
            <a:spLocks noGrp="1"/>
          </p:cNvSpPr>
          <p:nvPr/>
        </p:nvSpPr>
        <p:spPr>
          <a:xfrm>
            <a:off x="24320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data_5943">
            <a:extLst>
              <a:ext uri="{FF2B5EF4-FFF2-40B4-BE49-F238E27FC236}">
                <a16:creationId xmlns:a16="http://schemas.microsoft.com/office/drawing/2014/main" id="{BAF34088-A441-4BD4-BBD8-9FEBBCE06E6B}"/>
              </a:ext>
            </a:extLst>
          </p:cNvPr>
          <p:cNvSpPr>
            <a:spLocks noGrp="1"/>
          </p:cNvSpPr>
          <p:nvPr/>
        </p:nvSpPr>
        <p:spPr>
          <a:xfrm>
            <a:off x="23111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data_5944">
            <a:extLst>
              <a:ext uri="{FF2B5EF4-FFF2-40B4-BE49-F238E27FC236}">
                <a16:creationId xmlns:a16="http://schemas.microsoft.com/office/drawing/2014/main" id="{EA61BE64-80DD-46BA-BD63-147280C80450}"/>
              </a:ext>
            </a:extLst>
          </p:cNvPr>
          <p:cNvSpPr>
            <a:spLocks noGrp="1"/>
          </p:cNvSpPr>
          <p:nvPr/>
        </p:nvSpPr>
        <p:spPr>
          <a:xfrm>
            <a:off x="23621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data_5945">
            <a:extLst>
              <a:ext uri="{FF2B5EF4-FFF2-40B4-BE49-F238E27FC236}">
                <a16:creationId xmlns:a16="http://schemas.microsoft.com/office/drawing/2014/main" id="{B57B9A8F-D037-4FD5-8605-2A290756240B}"/>
              </a:ext>
            </a:extLst>
          </p:cNvPr>
          <p:cNvSpPr>
            <a:spLocks noGrp="1"/>
          </p:cNvSpPr>
          <p:nvPr/>
        </p:nvSpPr>
        <p:spPr>
          <a:xfrm>
            <a:off x="24039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data_5946">
            <a:extLst>
              <a:ext uri="{FF2B5EF4-FFF2-40B4-BE49-F238E27FC236}">
                <a16:creationId xmlns:a16="http://schemas.microsoft.com/office/drawing/2014/main" id="{833E08D4-FE06-4799-AB53-F7CEF53D8361}"/>
              </a:ext>
            </a:extLst>
          </p:cNvPr>
          <p:cNvSpPr>
            <a:spLocks noGrp="1"/>
          </p:cNvSpPr>
          <p:nvPr/>
        </p:nvSpPr>
        <p:spPr>
          <a:xfrm>
            <a:off x="23648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data_5947">
            <a:extLst>
              <a:ext uri="{FF2B5EF4-FFF2-40B4-BE49-F238E27FC236}">
                <a16:creationId xmlns:a16="http://schemas.microsoft.com/office/drawing/2014/main" id="{D245D595-D3A6-4EB1-A6F4-3D9E824D7CCF}"/>
              </a:ext>
            </a:extLst>
          </p:cNvPr>
          <p:cNvSpPr>
            <a:spLocks noGrp="1"/>
          </p:cNvSpPr>
          <p:nvPr/>
        </p:nvSpPr>
        <p:spPr>
          <a:xfrm>
            <a:off x="2342846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data_5948">
            <a:extLst>
              <a:ext uri="{FF2B5EF4-FFF2-40B4-BE49-F238E27FC236}">
                <a16:creationId xmlns:a16="http://schemas.microsoft.com/office/drawing/2014/main" id="{B1DA5720-D334-4034-88A2-14BD22FC5B72}"/>
              </a:ext>
            </a:extLst>
          </p:cNvPr>
          <p:cNvSpPr>
            <a:spLocks noGrp="1"/>
          </p:cNvSpPr>
          <p:nvPr/>
        </p:nvSpPr>
        <p:spPr>
          <a:xfrm>
            <a:off x="23934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data_5949">
            <a:extLst>
              <a:ext uri="{FF2B5EF4-FFF2-40B4-BE49-F238E27FC236}">
                <a16:creationId xmlns:a16="http://schemas.microsoft.com/office/drawing/2014/main" id="{CDE0BFE5-91DB-4AFF-989B-6255DD2E14DC}"/>
              </a:ext>
            </a:extLst>
          </p:cNvPr>
          <p:cNvSpPr>
            <a:spLocks noGrp="1"/>
          </p:cNvSpPr>
          <p:nvPr/>
        </p:nvSpPr>
        <p:spPr>
          <a:xfrm>
            <a:off x="23892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data_5950">
            <a:extLst>
              <a:ext uri="{FF2B5EF4-FFF2-40B4-BE49-F238E27FC236}">
                <a16:creationId xmlns:a16="http://schemas.microsoft.com/office/drawing/2014/main" id="{FB1EE20F-68E7-4913-956A-6C01708C3385}"/>
              </a:ext>
            </a:extLst>
          </p:cNvPr>
          <p:cNvSpPr>
            <a:spLocks noGrp="1"/>
          </p:cNvSpPr>
          <p:nvPr/>
        </p:nvSpPr>
        <p:spPr>
          <a:xfrm>
            <a:off x="23734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data_5951">
            <a:extLst>
              <a:ext uri="{FF2B5EF4-FFF2-40B4-BE49-F238E27FC236}">
                <a16:creationId xmlns:a16="http://schemas.microsoft.com/office/drawing/2014/main" id="{B2D0F9DF-92DF-4DE4-BFC4-6808DEF7168B}"/>
              </a:ext>
            </a:extLst>
          </p:cNvPr>
          <p:cNvSpPr>
            <a:spLocks noGrp="1"/>
          </p:cNvSpPr>
          <p:nvPr/>
        </p:nvSpPr>
        <p:spPr>
          <a:xfrm>
            <a:off x="23861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data_5952">
            <a:extLst>
              <a:ext uri="{FF2B5EF4-FFF2-40B4-BE49-F238E27FC236}">
                <a16:creationId xmlns:a16="http://schemas.microsoft.com/office/drawing/2014/main" id="{6953E0D3-042C-4EA7-92C5-FDEC647BF6E5}"/>
              </a:ext>
            </a:extLst>
          </p:cNvPr>
          <p:cNvSpPr>
            <a:spLocks noGrp="1"/>
          </p:cNvSpPr>
          <p:nvPr/>
        </p:nvSpPr>
        <p:spPr>
          <a:xfrm>
            <a:off x="2348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data_5953">
            <a:extLst>
              <a:ext uri="{FF2B5EF4-FFF2-40B4-BE49-F238E27FC236}">
                <a16:creationId xmlns:a16="http://schemas.microsoft.com/office/drawing/2014/main" id="{B79B8DB5-FC4F-4972-B98D-711F85A4CC2F}"/>
              </a:ext>
            </a:extLst>
          </p:cNvPr>
          <p:cNvSpPr>
            <a:spLocks noGrp="1"/>
          </p:cNvSpPr>
          <p:nvPr/>
        </p:nvSpPr>
        <p:spPr>
          <a:xfrm>
            <a:off x="2377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data_5954">
            <a:extLst>
              <a:ext uri="{FF2B5EF4-FFF2-40B4-BE49-F238E27FC236}">
                <a16:creationId xmlns:a16="http://schemas.microsoft.com/office/drawing/2014/main" id="{8F03EB3F-DE8E-4B28-8AF3-F0CDB8846833}"/>
              </a:ext>
            </a:extLst>
          </p:cNvPr>
          <p:cNvSpPr>
            <a:spLocks noGrp="1"/>
          </p:cNvSpPr>
          <p:nvPr/>
        </p:nvSpPr>
        <p:spPr>
          <a:xfrm>
            <a:off x="235001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data_5955">
            <a:extLst>
              <a:ext uri="{FF2B5EF4-FFF2-40B4-BE49-F238E27FC236}">
                <a16:creationId xmlns:a16="http://schemas.microsoft.com/office/drawing/2014/main" id="{0425651A-3CBC-4384-B309-0F0BA52975FE}"/>
              </a:ext>
            </a:extLst>
          </p:cNvPr>
          <p:cNvSpPr>
            <a:spLocks noGrp="1"/>
          </p:cNvSpPr>
          <p:nvPr/>
        </p:nvSpPr>
        <p:spPr>
          <a:xfrm>
            <a:off x="2361479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data_5956">
            <a:extLst>
              <a:ext uri="{FF2B5EF4-FFF2-40B4-BE49-F238E27FC236}">
                <a16:creationId xmlns:a16="http://schemas.microsoft.com/office/drawing/2014/main" id="{BCFC48C2-C0F5-426C-A65D-10847992FB41}"/>
              </a:ext>
            </a:extLst>
          </p:cNvPr>
          <p:cNvSpPr>
            <a:spLocks noGrp="1"/>
          </p:cNvSpPr>
          <p:nvPr/>
        </p:nvSpPr>
        <p:spPr>
          <a:xfrm>
            <a:off x="241776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data_5957">
            <a:extLst>
              <a:ext uri="{FF2B5EF4-FFF2-40B4-BE49-F238E27FC236}">
                <a16:creationId xmlns:a16="http://schemas.microsoft.com/office/drawing/2014/main" id="{EBA644D6-25A0-4E10-A199-50D2BC865923}"/>
              </a:ext>
            </a:extLst>
          </p:cNvPr>
          <p:cNvSpPr>
            <a:spLocks noGrp="1"/>
          </p:cNvSpPr>
          <p:nvPr/>
        </p:nvSpPr>
        <p:spPr>
          <a:xfrm>
            <a:off x="23255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data_5958">
            <a:extLst>
              <a:ext uri="{FF2B5EF4-FFF2-40B4-BE49-F238E27FC236}">
                <a16:creationId xmlns:a16="http://schemas.microsoft.com/office/drawing/2014/main" id="{C6DF0BB3-DCE2-4D00-A798-B10DBD500630}"/>
              </a:ext>
            </a:extLst>
          </p:cNvPr>
          <p:cNvSpPr>
            <a:spLocks noGrp="1"/>
          </p:cNvSpPr>
          <p:nvPr/>
        </p:nvSpPr>
        <p:spPr>
          <a:xfrm>
            <a:off x="233151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data_5959">
            <a:extLst>
              <a:ext uri="{FF2B5EF4-FFF2-40B4-BE49-F238E27FC236}">
                <a16:creationId xmlns:a16="http://schemas.microsoft.com/office/drawing/2014/main" id="{1D4E0560-CE8B-4585-8FEE-4771D1239FC9}"/>
              </a:ext>
            </a:extLst>
          </p:cNvPr>
          <p:cNvSpPr>
            <a:spLocks noGrp="1"/>
          </p:cNvSpPr>
          <p:nvPr/>
        </p:nvSpPr>
        <p:spPr>
          <a:xfrm>
            <a:off x="23857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data_5960">
            <a:extLst>
              <a:ext uri="{FF2B5EF4-FFF2-40B4-BE49-F238E27FC236}">
                <a16:creationId xmlns:a16="http://schemas.microsoft.com/office/drawing/2014/main" id="{D9C4C4B7-895C-4D4A-BC53-21F3EA1E0B8E}"/>
              </a:ext>
            </a:extLst>
          </p:cNvPr>
          <p:cNvSpPr>
            <a:spLocks noGrp="1"/>
          </p:cNvSpPr>
          <p:nvPr/>
        </p:nvSpPr>
        <p:spPr>
          <a:xfrm>
            <a:off x="23845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data_5961">
            <a:extLst>
              <a:ext uri="{FF2B5EF4-FFF2-40B4-BE49-F238E27FC236}">
                <a16:creationId xmlns:a16="http://schemas.microsoft.com/office/drawing/2014/main" id="{E244E390-6AE5-4CD0-B7E3-5C8D69E687BA}"/>
              </a:ext>
            </a:extLst>
          </p:cNvPr>
          <p:cNvSpPr>
            <a:spLocks noGrp="1"/>
          </p:cNvSpPr>
          <p:nvPr/>
        </p:nvSpPr>
        <p:spPr>
          <a:xfrm>
            <a:off x="24268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data_5962">
            <a:extLst>
              <a:ext uri="{FF2B5EF4-FFF2-40B4-BE49-F238E27FC236}">
                <a16:creationId xmlns:a16="http://schemas.microsoft.com/office/drawing/2014/main" id="{1BA530D4-9D5B-48C7-9D99-56FC452D53B8}"/>
              </a:ext>
            </a:extLst>
          </p:cNvPr>
          <p:cNvSpPr>
            <a:spLocks noGrp="1"/>
          </p:cNvSpPr>
          <p:nvPr/>
        </p:nvSpPr>
        <p:spPr>
          <a:xfrm>
            <a:off x="24072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data_5963">
            <a:extLst>
              <a:ext uri="{FF2B5EF4-FFF2-40B4-BE49-F238E27FC236}">
                <a16:creationId xmlns:a16="http://schemas.microsoft.com/office/drawing/2014/main" id="{72FA3586-04A2-43FF-AB95-896F8CEC2FD5}"/>
              </a:ext>
            </a:extLst>
          </p:cNvPr>
          <p:cNvSpPr>
            <a:spLocks noGrp="1"/>
          </p:cNvSpPr>
          <p:nvPr/>
        </p:nvSpPr>
        <p:spPr>
          <a:xfrm>
            <a:off x="23268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data_5964">
            <a:extLst>
              <a:ext uri="{FF2B5EF4-FFF2-40B4-BE49-F238E27FC236}">
                <a16:creationId xmlns:a16="http://schemas.microsoft.com/office/drawing/2014/main" id="{07819036-FFD9-421E-A511-6114EEADFFF1}"/>
              </a:ext>
            </a:extLst>
          </p:cNvPr>
          <p:cNvSpPr>
            <a:spLocks noGrp="1"/>
          </p:cNvSpPr>
          <p:nvPr/>
        </p:nvSpPr>
        <p:spPr>
          <a:xfrm>
            <a:off x="234571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data_5965">
            <a:extLst>
              <a:ext uri="{FF2B5EF4-FFF2-40B4-BE49-F238E27FC236}">
                <a16:creationId xmlns:a16="http://schemas.microsoft.com/office/drawing/2014/main" id="{0F12DF62-374B-4955-B647-7CE2A72A2EC9}"/>
              </a:ext>
            </a:extLst>
          </p:cNvPr>
          <p:cNvSpPr>
            <a:spLocks noGrp="1"/>
          </p:cNvSpPr>
          <p:nvPr/>
        </p:nvSpPr>
        <p:spPr>
          <a:xfrm>
            <a:off x="2397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data_5966">
            <a:extLst>
              <a:ext uri="{FF2B5EF4-FFF2-40B4-BE49-F238E27FC236}">
                <a16:creationId xmlns:a16="http://schemas.microsoft.com/office/drawing/2014/main" id="{9A791888-6608-4761-A096-8F8EAA2A3A8C}"/>
              </a:ext>
            </a:extLst>
          </p:cNvPr>
          <p:cNvSpPr>
            <a:spLocks noGrp="1"/>
          </p:cNvSpPr>
          <p:nvPr/>
        </p:nvSpPr>
        <p:spPr>
          <a:xfrm>
            <a:off x="2319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data_5967">
            <a:extLst>
              <a:ext uri="{FF2B5EF4-FFF2-40B4-BE49-F238E27FC236}">
                <a16:creationId xmlns:a16="http://schemas.microsoft.com/office/drawing/2014/main" id="{D42E6A35-84C7-4FFA-A94F-72A39D37C443}"/>
              </a:ext>
            </a:extLst>
          </p:cNvPr>
          <p:cNvSpPr>
            <a:spLocks noGrp="1"/>
          </p:cNvSpPr>
          <p:nvPr/>
        </p:nvSpPr>
        <p:spPr>
          <a:xfrm>
            <a:off x="24098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data_5968">
            <a:extLst>
              <a:ext uri="{FF2B5EF4-FFF2-40B4-BE49-F238E27FC236}">
                <a16:creationId xmlns:a16="http://schemas.microsoft.com/office/drawing/2014/main" id="{FD611849-823E-4AFE-B662-4E5D616ED572}"/>
              </a:ext>
            </a:extLst>
          </p:cNvPr>
          <p:cNvSpPr>
            <a:spLocks noGrp="1"/>
          </p:cNvSpPr>
          <p:nvPr/>
        </p:nvSpPr>
        <p:spPr>
          <a:xfrm>
            <a:off x="2414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data_5969">
            <a:extLst>
              <a:ext uri="{FF2B5EF4-FFF2-40B4-BE49-F238E27FC236}">
                <a16:creationId xmlns:a16="http://schemas.microsoft.com/office/drawing/2014/main" id="{6CC53EB5-13BB-4B89-BC87-8CD2322C3A13}"/>
              </a:ext>
            </a:extLst>
          </p:cNvPr>
          <p:cNvSpPr>
            <a:spLocks noGrp="1"/>
          </p:cNvSpPr>
          <p:nvPr/>
        </p:nvSpPr>
        <p:spPr>
          <a:xfrm>
            <a:off x="24004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data_5970">
            <a:extLst>
              <a:ext uri="{FF2B5EF4-FFF2-40B4-BE49-F238E27FC236}">
                <a16:creationId xmlns:a16="http://schemas.microsoft.com/office/drawing/2014/main" id="{D0F8A9D2-0274-4250-827B-3A7EA98B745E}"/>
              </a:ext>
            </a:extLst>
          </p:cNvPr>
          <p:cNvSpPr>
            <a:spLocks noGrp="1"/>
          </p:cNvSpPr>
          <p:nvPr/>
        </p:nvSpPr>
        <p:spPr>
          <a:xfrm>
            <a:off x="23992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data_5971">
            <a:extLst>
              <a:ext uri="{FF2B5EF4-FFF2-40B4-BE49-F238E27FC236}">
                <a16:creationId xmlns:a16="http://schemas.microsoft.com/office/drawing/2014/main" id="{8AAF3821-E939-479D-8588-7410CB2FC653}"/>
              </a:ext>
            </a:extLst>
          </p:cNvPr>
          <p:cNvSpPr>
            <a:spLocks noGrp="1"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data_5972">
            <a:extLst>
              <a:ext uri="{FF2B5EF4-FFF2-40B4-BE49-F238E27FC236}">
                <a16:creationId xmlns:a16="http://schemas.microsoft.com/office/drawing/2014/main" id="{5A55F9EF-EDD9-4A39-9746-34688401FCEF}"/>
              </a:ext>
            </a:extLst>
          </p:cNvPr>
          <p:cNvSpPr>
            <a:spLocks noGrp="1"/>
          </p:cNvSpPr>
          <p:nvPr/>
        </p:nvSpPr>
        <p:spPr>
          <a:xfrm>
            <a:off x="23802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data_5973">
            <a:extLst>
              <a:ext uri="{FF2B5EF4-FFF2-40B4-BE49-F238E27FC236}">
                <a16:creationId xmlns:a16="http://schemas.microsoft.com/office/drawing/2014/main" id="{245D1326-0358-4F3D-8462-AEED3478B218}"/>
              </a:ext>
            </a:extLst>
          </p:cNvPr>
          <p:cNvSpPr>
            <a:spLocks noGrp="1"/>
          </p:cNvSpPr>
          <p:nvPr/>
        </p:nvSpPr>
        <p:spPr>
          <a:xfrm>
            <a:off x="23126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data_5974">
            <a:extLst>
              <a:ext uri="{FF2B5EF4-FFF2-40B4-BE49-F238E27FC236}">
                <a16:creationId xmlns:a16="http://schemas.microsoft.com/office/drawing/2014/main" id="{CFB9B069-9F55-4597-99F6-7336B12A08CA}"/>
              </a:ext>
            </a:extLst>
          </p:cNvPr>
          <p:cNvSpPr>
            <a:spLocks noGrp="1"/>
          </p:cNvSpPr>
          <p:nvPr/>
        </p:nvSpPr>
        <p:spPr>
          <a:xfrm>
            <a:off x="237998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data_5975">
            <a:extLst>
              <a:ext uri="{FF2B5EF4-FFF2-40B4-BE49-F238E27FC236}">
                <a16:creationId xmlns:a16="http://schemas.microsoft.com/office/drawing/2014/main" id="{019EE75C-3CC5-4729-95AC-53D2299422D0}"/>
              </a:ext>
            </a:extLst>
          </p:cNvPr>
          <p:cNvSpPr>
            <a:spLocks noGrp="1"/>
          </p:cNvSpPr>
          <p:nvPr/>
        </p:nvSpPr>
        <p:spPr>
          <a:xfrm>
            <a:off x="2329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data_5976">
            <a:extLst>
              <a:ext uri="{FF2B5EF4-FFF2-40B4-BE49-F238E27FC236}">
                <a16:creationId xmlns:a16="http://schemas.microsoft.com/office/drawing/2014/main" id="{A9D4B9E8-BCB2-42CB-A799-DE26934946F2}"/>
              </a:ext>
            </a:extLst>
          </p:cNvPr>
          <p:cNvSpPr>
            <a:spLocks noGrp="1"/>
          </p:cNvSpPr>
          <p:nvPr/>
        </p:nvSpPr>
        <p:spPr>
          <a:xfrm>
            <a:off x="2399786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data_5977">
            <a:extLst>
              <a:ext uri="{FF2B5EF4-FFF2-40B4-BE49-F238E27FC236}">
                <a16:creationId xmlns:a16="http://schemas.microsoft.com/office/drawing/2014/main" id="{3CF80056-F9E5-414F-938C-383419550E30}"/>
              </a:ext>
            </a:extLst>
          </p:cNvPr>
          <p:cNvSpPr>
            <a:spLocks noGrp="1"/>
          </p:cNvSpPr>
          <p:nvPr/>
        </p:nvSpPr>
        <p:spPr>
          <a:xfrm>
            <a:off x="2416985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data_5978">
            <a:extLst>
              <a:ext uri="{FF2B5EF4-FFF2-40B4-BE49-F238E27FC236}">
                <a16:creationId xmlns:a16="http://schemas.microsoft.com/office/drawing/2014/main" id="{A9454236-F9B3-477D-8128-73D3F41178F6}"/>
              </a:ext>
            </a:extLst>
          </p:cNvPr>
          <p:cNvSpPr>
            <a:spLocks noGrp="1"/>
          </p:cNvSpPr>
          <p:nvPr/>
        </p:nvSpPr>
        <p:spPr>
          <a:xfrm>
            <a:off x="2327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data_5979">
            <a:extLst>
              <a:ext uri="{FF2B5EF4-FFF2-40B4-BE49-F238E27FC236}">
                <a16:creationId xmlns:a16="http://schemas.microsoft.com/office/drawing/2014/main" id="{9B6320AF-B048-4014-8B30-E7052A8875EC}"/>
              </a:ext>
            </a:extLst>
          </p:cNvPr>
          <p:cNvSpPr>
            <a:spLocks noGrp="1"/>
          </p:cNvSpPr>
          <p:nvPr/>
        </p:nvSpPr>
        <p:spPr>
          <a:xfrm>
            <a:off x="2400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data_5980">
            <a:extLst>
              <a:ext uri="{FF2B5EF4-FFF2-40B4-BE49-F238E27FC236}">
                <a16:creationId xmlns:a16="http://schemas.microsoft.com/office/drawing/2014/main" id="{750684E8-AA55-4E68-9526-044CCB47C0F7}"/>
              </a:ext>
            </a:extLst>
          </p:cNvPr>
          <p:cNvSpPr>
            <a:spLocks noGrp="1"/>
          </p:cNvSpPr>
          <p:nvPr/>
        </p:nvSpPr>
        <p:spPr>
          <a:xfrm>
            <a:off x="23342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data_5981">
            <a:extLst>
              <a:ext uri="{FF2B5EF4-FFF2-40B4-BE49-F238E27FC236}">
                <a16:creationId xmlns:a16="http://schemas.microsoft.com/office/drawing/2014/main" id="{D7C7E12F-4825-4C52-B3BB-890BF40EBCEB}"/>
              </a:ext>
            </a:extLst>
          </p:cNvPr>
          <p:cNvSpPr>
            <a:spLocks noGrp="1"/>
          </p:cNvSpPr>
          <p:nvPr/>
        </p:nvSpPr>
        <p:spPr>
          <a:xfrm>
            <a:off x="23399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data_5982">
            <a:extLst>
              <a:ext uri="{FF2B5EF4-FFF2-40B4-BE49-F238E27FC236}">
                <a16:creationId xmlns:a16="http://schemas.microsoft.com/office/drawing/2014/main" id="{00357C09-4087-4A83-A7C2-9C5BD156284A}"/>
              </a:ext>
            </a:extLst>
          </p:cNvPr>
          <p:cNvSpPr>
            <a:spLocks noGrp="1"/>
          </p:cNvSpPr>
          <p:nvPr/>
        </p:nvSpPr>
        <p:spPr>
          <a:xfrm>
            <a:off x="23244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data_5983">
            <a:extLst>
              <a:ext uri="{FF2B5EF4-FFF2-40B4-BE49-F238E27FC236}">
                <a16:creationId xmlns:a16="http://schemas.microsoft.com/office/drawing/2014/main" id="{BA2D01F0-3866-4AA5-9A86-1F8F4510E4A8}"/>
              </a:ext>
            </a:extLst>
          </p:cNvPr>
          <p:cNvSpPr>
            <a:spLocks noGrp="1"/>
          </p:cNvSpPr>
          <p:nvPr/>
        </p:nvSpPr>
        <p:spPr>
          <a:xfrm>
            <a:off x="2399525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data_5984">
            <a:extLst>
              <a:ext uri="{FF2B5EF4-FFF2-40B4-BE49-F238E27FC236}">
                <a16:creationId xmlns:a16="http://schemas.microsoft.com/office/drawing/2014/main" id="{4A762A1A-53DD-4A06-9664-3397CBBBBA69}"/>
              </a:ext>
            </a:extLst>
          </p:cNvPr>
          <p:cNvSpPr>
            <a:spLocks noGrp="1"/>
          </p:cNvSpPr>
          <p:nvPr/>
        </p:nvSpPr>
        <p:spPr>
          <a:xfrm>
            <a:off x="24331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data_5985">
            <a:extLst>
              <a:ext uri="{FF2B5EF4-FFF2-40B4-BE49-F238E27FC236}">
                <a16:creationId xmlns:a16="http://schemas.microsoft.com/office/drawing/2014/main" id="{D50031F7-3040-43E3-8769-0E7EF34E67F8}"/>
              </a:ext>
            </a:extLst>
          </p:cNvPr>
          <p:cNvSpPr>
            <a:spLocks noGrp="1"/>
          </p:cNvSpPr>
          <p:nvPr/>
        </p:nvSpPr>
        <p:spPr>
          <a:xfrm>
            <a:off x="24387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data_5986">
            <a:extLst>
              <a:ext uri="{FF2B5EF4-FFF2-40B4-BE49-F238E27FC236}">
                <a16:creationId xmlns:a16="http://schemas.microsoft.com/office/drawing/2014/main" id="{1E977C87-A7AE-4799-8675-195D8E49BAD7}"/>
              </a:ext>
            </a:extLst>
          </p:cNvPr>
          <p:cNvSpPr>
            <a:spLocks noGrp="1"/>
          </p:cNvSpPr>
          <p:nvPr/>
        </p:nvSpPr>
        <p:spPr>
          <a:xfrm>
            <a:off x="235822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data_5987">
            <a:extLst>
              <a:ext uri="{FF2B5EF4-FFF2-40B4-BE49-F238E27FC236}">
                <a16:creationId xmlns:a16="http://schemas.microsoft.com/office/drawing/2014/main" id="{9C43BDE8-AB7B-4D79-9897-2E0E5EE1D1AE}"/>
              </a:ext>
            </a:extLst>
          </p:cNvPr>
          <p:cNvSpPr>
            <a:spLocks noGrp="1"/>
          </p:cNvSpPr>
          <p:nvPr/>
        </p:nvSpPr>
        <p:spPr>
          <a:xfrm>
            <a:off x="24060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data_5988">
            <a:extLst>
              <a:ext uri="{FF2B5EF4-FFF2-40B4-BE49-F238E27FC236}">
                <a16:creationId xmlns:a16="http://schemas.microsoft.com/office/drawing/2014/main" id="{F54A6C9F-0A9E-417B-A928-A5BE0B12ECBB}"/>
              </a:ext>
            </a:extLst>
          </p:cNvPr>
          <p:cNvSpPr>
            <a:spLocks noGrp="1"/>
          </p:cNvSpPr>
          <p:nvPr/>
        </p:nvSpPr>
        <p:spPr>
          <a:xfrm>
            <a:off x="2431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data_5989">
            <a:extLst>
              <a:ext uri="{FF2B5EF4-FFF2-40B4-BE49-F238E27FC236}">
                <a16:creationId xmlns:a16="http://schemas.microsoft.com/office/drawing/2014/main" id="{A9A3EAFF-090D-4BC1-AA13-EF686E3A23EF}"/>
              </a:ext>
            </a:extLst>
          </p:cNvPr>
          <p:cNvSpPr>
            <a:spLocks noGrp="1"/>
          </p:cNvSpPr>
          <p:nvPr/>
        </p:nvSpPr>
        <p:spPr>
          <a:xfrm>
            <a:off x="241594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data_5990">
            <a:extLst>
              <a:ext uri="{FF2B5EF4-FFF2-40B4-BE49-F238E27FC236}">
                <a16:creationId xmlns:a16="http://schemas.microsoft.com/office/drawing/2014/main" id="{00BC4458-218D-4B03-8151-7E00967B5144}"/>
              </a:ext>
            </a:extLst>
          </p:cNvPr>
          <p:cNvSpPr>
            <a:spLocks noGrp="1"/>
          </p:cNvSpPr>
          <p:nvPr/>
        </p:nvSpPr>
        <p:spPr>
          <a:xfrm>
            <a:off x="24021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data_5991">
            <a:extLst>
              <a:ext uri="{FF2B5EF4-FFF2-40B4-BE49-F238E27FC236}">
                <a16:creationId xmlns:a16="http://schemas.microsoft.com/office/drawing/2014/main" id="{374BDCA3-E02C-4C17-B94A-1A5DB215F0B7}"/>
              </a:ext>
            </a:extLst>
          </p:cNvPr>
          <p:cNvSpPr>
            <a:spLocks noGrp="1"/>
          </p:cNvSpPr>
          <p:nvPr/>
        </p:nvSpPr>
        <p:spPr>
          <a:xfrm>
            <a:off x="23702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data_5992">
            <a:extLst>
              <a:ext uri="{FF2B5EF4-FFF2-40B4-BE49-F238E27FC236}">
                <a16:creationId xmlns:a16="http://schemas.microsoft.com/office/drawing/2014/main" id="{A6B4A32F-CFD7-415B-95A1-46F012F3D4A0}"/>
              </a:ext>
            </a:extLst>
          </p:cNvPr>
          <p:cNvSpPr>
            <a:spLocks noGrp="1"/>
          </p:cNvSpPr>
          <p:nvPr/>
        </p:nvSpPr>
        <p:spPr>
          <a:xfrm>
            <a:off x="2366300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data_5993">
            <a:extLst>
              <a:ext uri="{FF2B5EF4-FFF2-40B4-BE49-F238E27FC236}">
                <a16:creationId xmlns:a16="http://schemas.microsoft.com/office/drawing/2014/main" id="{33A799BD-858C-4035-924A-C97EDB962C76}"/>
              </a:ext>
            </a:extLst>
          </p:cNvPr>
          <p:cNvSpPr>
            <a:spLocks noGrp="1"/>
          </p:cNvSpPr>
          <p:nvPr/>
        </p:nvSpPr>
        <p:spPr>
          <a:xfrm>
            <a:off x="23229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data_5994">
            <a:extLst>
              <a:ext uri="{FF2B5EF4-FFF2-40B4-BE49-F238E27FC236}">
                <a16:creationId xmlns:a16="http://schemas.microsoft.com/office/drawing/2014/main" id="{32854889-FF19-4419-AB34-28FD20888E7F}"/>
              </a:ext>
            </a:extLst>
          </p:cNvPr>
          <p:cNvSpPr>
            <a:spLocks noGrp="1"/>
          </p:cNvSpPr>
          <p:nvPr/>
        </p:nvSpPr>
        <p:spPr>
          <a:xfrm>
            <a:off x="243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data_5995">
            <a:extLst>
              <a:ext uri="{FF2B5EF4-FFF2-40B4-BE49-F238E27FC236}">
                <a16:creationId xmlns:a16="http://schemas.microsoft.com/office/drawing/2014/main" id="{3781370A-ACAD-49BE-A84E-6EE9209FA182}"/>
              </a:ext>
            </a:extLst>
          </p:cNvPr>
          <p:cNvSpPr>
            <a:spLocks noGrp="1"/>
          </p:cNvSpPr>
          <p:nvPr/>
        </p:nvSpPr>
        <p:spPr>
          <a:xfrm>
            <a:off x="24178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data_5996">
            <a:extLst>
              <a:ext uri="{FF2B5EF4-FFF2-40B4-BE49-F238E27FC236}">
                <a16:creationId xmlns:a16="http://schemas.microsoft.com/office/drawing/2014/main" id="{A787692E-68B9-45FC-900B-19E21FA24DB7}"/>
              </a:ext>
            </a:extLst>
          </p:cNvPr>
          <p:cNvSpPr>
            <a:spLocks noGrp="1"/>
          </p:cNvSpPr>
          <p:nvPr/>
        </p:nvSpPr>
        <p:spPr>
          <a:xfrm>
            <a:off x="23982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data_5997">
            <a:extLst>
              <a:ext uri="{FF2B5EF4-FFF2-40B4-BE49-F238E27FC236}">
                <a16:creationId xmlns:a16="http://schemas.microsoft.com/office/drawing/2014/main" id="{2B840F46-A802-4FDC-91AB-353716935850}"/>
              </a:ext>
            </a:extLst>
          </p:cNvPr>
          <p:cNvSpPr>
            <a:spLocks noGrp="1"/>
          </p:cNvSpPr>
          <p:nvPr/>
        </p:nvSpPr>
        <p:spPr>
          <a:xfrm>
            <a:off x="23183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data_5998">
            <a:extLst>
              <a:ext uri="{FF2B5EF4-FFF2-40B4-BE49-F238E27FC236}">
                <a16:creationId xmlns:a16="http://schemas.microsoft.com/office/drawing/2014/main" id="{4BE1C7F0-BCBD-4DD6-A56C-95A7C609331F}"/>
              </a:ext>
            </a:extLst>
          </p:cNvPr>
          <p:cNvSpPr>
            <a:spLocks noGrp="1"/>
          </p:cNvSpPr>
          <p:nvPr/>
        </p:nvSpPr>
        <p:spPr>
          <a:xfrm>
            <a:off x="233098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data_5999">
            <a:extLst>
              <a:ext uri="{FF2B5EF4-FFF2-40B4-BE49-F238E27FC236}">
                <a16:creationId xmlns:a16="http://schemas.microsoft.com/office/drawing/2014/main" id="{8036941B-1C16-42E5-9B5B-855ADD3007BA}"/>
              </a:ext>
            </a:extLst>
          </p:cNvPr>
          <p:cNvSpPr>
            <a:spLocks noGrp="1"/>
          </p:cNvSpPr>
          <p:nvPr/>
        </p:nvSpPr>
        <p:spPr>
          <a:xfrm>
            <a:off x="23436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data_6000">
            <a:extLst>
              <a:ext uri="{FF2B5EF4-FFF2-40B4-BE49-F238E27FC236}">
                <a16:creationId xmlns:a16="http://schemas.microsoft.com/office/drawing/2014/main" id="{D00BCCE5-9164-4180-A801-8D9A77C1CACE}"/>
              </a:ext>
            </a:extLst>
          </p:cNvPr>
          <p:cNvSpPr>
            <a:spLocks noGrp="1"/>
          </p:cNvSpPr>
          <p:nvPr/>
        </p:nvSpPr>
        <p:spPr>
          <a:xfrm>
            <a:off x="239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data_6001">
            <a:extLst>
              <a:ext uri="{FF2B5EF4-FFF2-40B4-BE49-F238E27FC236}">
                <a16:creationId xmlns:a16="http://schemas.microsoft.com/office/drawing/2014/main" id="{F333F8A2-FE6D-46B7-8BF6-78C7CF6C7ADB}"/>
              </a:ext>
            </a:extLst>
          </p:cNvPr>
          <p:cNvSpPr>
            <a:spLocks noGrp="1"/>
          </p:cNvSpPr>
          <p:nvPr/>
        </p:nvSpPr>
        <p:spPr>
          <a:xfrm>
            <a:off x="23863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data_6002">
            <a:extLst>
              <a:ext uri="{FF2B5EF4-FFF2-40B4-BE49-F238E27FC236}">
                <a16:creationId xmlns:a16="http://schemas.microsoft.com/office/drawing/2014/main" id="{A7657D0E-9381-4E8B-9B6F-3F32E2375BE8}"/>
              </a:ext>
            </a:extLst>
          </p:cNvPr>
          <p:cNvSpPr>
            <a:spLocks noGrp="1"/>
          </p:cNvSpPr>
          <p:nvPr/>
        </p:nvSpPr>
        <p:spPr>
          <a:xfrm>
            <a:off x="23364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data_6003">
            <a:extLst>
              <a:ext uri="{FF2B5EF4-FFF2-40B4-BE49-F238E27FC236}">
                <a16:creationId xmlns:a16="http://schemas.microsoft.com/office/drawing/2014/main" id="{DBCF7F4D-E76E-4C9D-994D-722299C78C69}"/>
              </a:ext>
            </a:extLst>
          </p:cNvPr>
          <p:cNvSpPr>
            <a:spLocks noGrp="1"/>
          </p:cNvSpPr>
          <p:nvPr/>
        </p:nvSpPr>
        <p:spPr>
          <a:xfrm>
            <a:off x="23600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data_6004">
            <a:extLst>
              <a:ext uri="{FF2B5EF4-FFF2-40B4-BE49-F238E27FC236}">
                <a16:creationId xmlns:a16="http://schemas.microsoft.com/office/drawing/2014/main" id="{CBABACAD-4C70-4BC5-B7D3-390EDD406F7D}"/>
              </a:ext>
            </a:extLst>
          </p:cNvPr>
          <p:cNvSpPr>
            <a:spLocks noGrp="1"/>
          </p:cNvSpPr>
          <p:nvPr/>
        </p:nvSpPr>
        <p:spPr>
          <a:xfrm>
            <a:off x="2313920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data_6005">
            <a:extLst>
              <a:ext uri="{FF2B5EF4-FFF2-40B4-BE49-F238E27FC236}">
                <a16:creationId xmlns:a16="http://schemas.microsoft.com/office/drawing/2014/main" id="{469E1C58-6817-45F9-A0A0-C329A115E17C}"/>
              </a:ext>
            </a:extLst>
          </p:cNvPr>
          <p:cNvSpPr>
            <a:spLocks noGrp="1"/>
          </p:cNvSpPr>
          <p:nvPr/>
        </p:nvSpPr>
        <p:spPr>
          <a:xfrm>
            <a:off x="30253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data_6006">
            <a:extLst>
              <a:ext uri="{FF2B5EF4-FFF2-40B4-BE49-F238E27FC236}">
                <a16:creationId xmlns:a16="http://schemas.microsoft.com/office/drawing/2014/main" id="{0E11AF4D-0340-4127-A86F-02266805A4D2}"/>
              </a:ext>
            </a:extLst>
          </p:cNvPr>
          <p:cNvSpPr>
            <a:spLocks noGrp="1"/>
          </p:cNvSpPr>
          <p:nvPr/>
        </p:nvSpPr>
        <p:spPr>
          <a:xfrm>
            <a:off x="3000336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data_6007">
            <a:extLst>
              <a:ext uri="{FF2B5EF4-FFF2-40B4-BE49-F238E27FC236}">
                <a16:creationId xmlns:a16="http://schemas.microsoft.com/office/drawing/2014/main" id="{DB6541C6-7964-4A66-A5DE-B4364C2F103F}"/>
              </a:ext>
            </a:extLst>
          </p:cNvPr>
          <p:cNvSpPr>
            <a:spLocks noGrp="1"/>
          </p:cNvSpPr>
          <p:nvPr/>
        </p:nvSpPr>
        <p:spPr>
          <a:xfrm>
            <a:off x="30206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data_6008">
            <a:extLst>
              <a:ext uri="{FF2B5EF4-FFF2-40B4-BE49-F238E27FC236}">
                <a16:creationId xmlns:a16="http://schemas.microsoft.com/office/drawing/2014/main" id="{74597F4A-2A3A-4D35-9DE2-ACE50250D52A}"/>
              </a:ext>
            </a:extLst>
          </p:cNvPr>
          <p:cNvSpPr>
            <a:spLocks noGrp="1"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data_6009">
            <a:extLst>
              <a:ext uri="{FF2B5EF4-FFF2-40B4-BE49-F238E27FC236}">
                <a16:creationId xmlns:a16="http://schemas.microsoft.com/office/drawing/2014/main" id="{801BF4CC-1E98-492F-9495-BCBED206DE4A}"/>
              </a:ext>
            </a:extLst>
          </p:cNvPr>
          <p:cNvSpPr>
            <a:spLocks noGrp="1"/>
          </p:cNvSpPr>
          <p:nvPr/>
        </p:nvSpPr>
        <p:spPr>
          <a:xfrm>
            <a:off x="3042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data_6010">
            <a:extLst>
              <a:ext uri="{FF2B5EF4-FFF2-40B4-BE49-F238E27FC236}">
                <a16:creationId xmlns:a16="http://schemas.microsoft.com/office/drawing/2014/main" id="{B67E63EE-07C6-4AD9-9119-1473E10229F6}"/>
              </a:ext>
            </a:extLst>
          </p:cNvPr>
          <p:cNvSpPr>
            <a:spLocks noGrp="1"/>
          </p:cNvSpPr>
          <p:nvPr/>
        </p:nvSpPr>
        <p:spPr>
          <a:xfrm>
            <a:off x="30802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data_6011">
            <a:extLst>
              <a:ext uri="{FF2B5EF4-FFF2-40B4-BE49-F238E27FC236}">
                <a16:creationId xmlns:a16="http://schemas.microsoft.com/office/drawing/2014/main" id="{F13FE2E6-E0D4-49F6-A243-195B8F84B0C4}"/>
              </a:ext>
            </a:extLst>
          </p:cNvPr>
          <p:cNvSpPr>
            <a:spLocks noGrp="1"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data_6012">
            <a:extLst>
              <a:ext uri="{FF2B5EF4-FFF2-40B4-BE49-F238E27FC236}">
                <a16:creationId xmlns:a16="http://schemas.microsoft.com/office/drawing/2014/main" id="{F58FA532-FB84-4D86-98DE-7F77C94EC85D}"/>
              </a:ext>
            </a:extLst>
          </p:cNvPr>
          <p:cNvSpPr>
            <a:spLocks noGrp="1"/>
          </p:cNvSpPr>
          <p:nvPr/>
        </p:nvSpPr>
        <p:spPr>
          <a:xfrm>
            <a:off x="30072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data_6013">
            <a:extLst>
              <a:ext uri="{FF2B5EF4-FFF2-40B4-BE49-F238E27FC236}">
                <a16:creationId xmlns:a16="http://schemas.microsoft.com/office/drawing/2014/main" id="{A0ABA6CF-B700-4436-B56E-1A6BD983E8B8}"/>
              </a:ext>
            </a:extLst>
          </p:cNvPr>
          <p:cNvSpPr>
            <a:spLocks noGrp="1"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data_6014">
            <a:extLst>
              <a:ext uri="{FF2B5EF4-FFF2-40B4-BE49-F238E27FC236}">
                <a16:creationId xmlns:a16="http://schemas.microsoft.com/office/drawing/2014/main" id="{2BCBBE8C-0E2F-4933-8A38-E0317149BAB4}"/>
              </a:ext>
            </a:extLst>
          </p:cNvPr>
          <p:cNvSpPr>
            <a:spLocks noGrp="1"/>
          </p:cNvSpPr>
          <p:nvPr/>
        </p:nvSpPr>
        <p:spPr>
          <a:xfrm>
            <a:off x="30076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data_6015">
            <a:extLst>
              <a:ext uri="{FF2B5EF4-FFF2-40B4-BE49-F238E27FC236}">
                <a16:creationId xmlns:a16="http://schemas.microsoft.com/office/drawing/2014/main" id="{02C8D1D9-381F-44B3-8B62-2BB546BDF03E}"/>
              </a:ext>
            </a:extLst>
          </p:cNvPr>
          <p:cNvSpPr>
            <a:spLocks noGrp="1"/>
          </p:cNvSpPr>
          <p:nvPr/>
        </p:nvSpPr>
        <p:spPr>
          <a:xfrm>
            <a:off x="2993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data_6016">
            <a:extLst>
              <a:ext uri="{FF2B5EF4-FFF2-40B4-BE49-F238E27FC236}">
                <a16:creationId xmlns:a16="http://schemas.microsoft.com/office/drawing/2014/main" id="{46DAD174-68E2-4CA9-B0B9-806E3892B946}"/>
              </a:ext>
            </a:extLst>
          </p:cNvPr>
          <p:cNvSpPr>
            <a:spLocks noGrp="1"/>
          </p:cNvSpPr>
          <p:nvPr/>
        </p:nvSpPr>
        <p:spPr>
          <a:xfrm>
            <a:off x="309362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data_6017">
            <a:extLst>
              <a:ext uri="{FF2B5EF4-FFF2-40B4-BE49-F238E27FC236}">
                <a16:creationId xmlns:a16="http://schemas.microsoft.com/office/drawing/2014/main" id="{60617A01-B25A-4865-B3D1-650EAD9DE9F2}"/>
              </a:ext>
            </a:extLst>
          </p:cNvPr>
          <p:cNvSpPr>
            <a:spLocks noGrp="1"/>
          </p:cNvSpPr>
          <p:nvPr/>
        </p:nvSpPr>
        <p:spPr>
          <a:xfrm>
            <a:off x="312033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data_6018">
            <a:extLst>
              <a:ext uri="{FF2B5EF4-FFF2-40B4-BE49-F238E27FC236}">
                <a16:creationId xmlns:a16="http://schemas.microsoft.com/office/drawing/2014/main" id="{9E09C0AF-7B48-4AE1-8297-4C049D500BE8}"/>
              </a:ext>
            </a:extLst>
          </p:cNvPr>
          <p:cNvSpPr>
            <a:spLocks noGrp="1"/>
          </p:cNvSpPr>
          <p:nvPr/>
        </p:nvSpPr>
        <p:spPr>
          <a:xfrm>
            <a:off x="3041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data_6019">
            <a:extLst>
              <a:ext uri="{FF2B5EF4-FFF2-40B4-BE49-F238E27FC236}">
                <a16:creationId xmlns:a16="http://schemas.microsoft.com/office/drawing/2014/main" id="{49CCDF4C-3DF5-4BC0-ADA9-AD5794B1FAFA}"/>
              </a:ext>
            </a:extLst>
          </p:cNvPr>
          <p:cNvSpPr>
            <a:spLocks noGrp="1"/>
          </p:cNvSpPr>
          <p:nvPr/>
        </p:nvSpPr>
        <p:spPr>
          <a:xfrm>
            <a:off x="311330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data_6020">
            <a:extLst>
              <a:ext uri="{FF2B5EF4-FFF2-40B4-BE49-F238E27FC236}">
                <a16:creationId xmlns:a16="http://schemas.microsoft.com/office/drawing/2014/main" id="{F43EFE70-D097-4340-A95F-B53757BE8AB2}"/>
              </a:ext>
            </a:extLst>
          </p:cNvPr>
          <p:cNvSpPr>
            <a:spLocks noGrp="1"/>
          </p:cNvSpPr>
          <p:nvPr/>
        </p:nvSpPr>
        <p:spPr>
          <a:xfrm>
            <a:off x="302053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data_6021">
            <a:extLst>
              <a:ext uri="{FF2B5EF4-FFF2-40B4-BE49-F238E27FC236}">
                <a16:creationId xmlns:a16="http://schemas.microsoft.com/office/drawing/2014/main" id="{B7F202BC-5DBD-4875-AF50-38452CF13975}"/>
              </a:ext>
            </a:extLst>
          </p:cNvPr>
          <p:cNvSpPr>
            <a:spLocks noGrp="1"/>
          </p:cNvSpPr>
          <p:nvPr/>
        </p:nvSpPr>
        <p:spPr>
          <a:xfrm>
            <a:off x="3045288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data_6022">
            <a:extLst>
              <a:ext uri="{FF2B5EF4-FFF2-40B4-BE49-F238E27FC236}">
                <a16:creationId xmlns:a16="http://schemas.microsoft.com/office/drawing/2014/main" id="{EA1EFDEB-EC6F-42E9-9B2E-5F18BBD849E8}"/>
              </a:ext>
            </a:extLst>
          </p:cNvPr>
          <p:cNvSpPr>
            <a:spLocks noGrp="1"/>
          </p:cNvSpPr>
          <p:nvPr/>
        </p:nvSpPr>
        <p:spPr>
          <a:xfrm>
            <a:off x="3084116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data_6023">
            <a:extLst>
              <a:ext uri="{FF2B5EF4-FFF2-40B4-BE49-F238E27FC236}">
                <a16:creationId xmlns:a16="http://schemas.microsoft.com/office/drawing/2014/main" id="{752555AC-9EE0-48A4-B3EC-2C3A4E748194}"/>
              </a:ext>
            </a:extLst>
          </p:cNvPr>
          <p:cNvSpPr>
            <a:spLocks noGrp="1"/>
          </p:cNvSpPr>
          <p:nvPr/>
        </p:nvSpPr>
        <p:spPr>
          <a:xfrm>
            <a:off x="310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data_6024">
            <a:extLst>
              <a:ext uri="{FF2B5EF4-FFF2-40B4-BE49-F238E27FC236}">
                <a16:creationId xmlns:a16="http://schemas.microsoft.com/office/drawing/2014/main" id="{9698196B-5FC4-42E7-8CE9-37A4E0BE2938}"/>
              </a:ext>
            </a:extLst>
          </p:cNvPr>
          <p:cNvSpPr>
            <a:spLocks noGrp="1"/>
          </p:cNvSpPr>
          <p:nvPr/>
        </p:nvSpPr>
        <p:spPr>
          <a:xfrm>
            <a:off x="312007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data_6025">
            <a:extLst>
              <a:ext uri="{FF2B5EF4-FFF2-40B4-BE49-F238E27FC236}">
                <a16:creationId xmlns:a16="http://schemas.microsoft.com/office/drawing/2014/main" id="{6F645EAD-3B76-4680-B2E0-7030147825C1}"/>
              </a:ext>
            </a:extLst>
          </p:cNvPr>
          <p:cNvSpPr>
            <a:spLocks noGrp="1"/>
          </p:cNvSpPr>
          <p:nvPr/>
        </p:nvSpPr>
        <p:spPr>
          <a:xfrm>
            <a:off x="30751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data_6026">
            <a:extLst>
              <a:ext uri="{FF2B5EF4-FFF2-40B4-BE49-F238E27FC236}">
                <a16:creationId xmlns:a16="http://schemas.microsoft.com/office/drawing/2014/main" id="{CB0B6D18-2446-4187-A083-4FE7F49FEFE2}"/>
              </a:ext>
            </a:extLst>
          </p:cNvPr>
          <p:cNvSpPr>
            <a:spLocks noGrp="1"/>
          </p:cNvSpPr>
          <p:nvPr/>
        </p:nvSpPr>
        <p:spPr>
          <a:xfrm>
            <a:off x="2997860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data_6027">
            <a:extLst>
              <a:ext uri="{FF2B5EF4-FFF2-40B4-BE49-F238E27FC236}">
                <a16:creationId xmlns:a16="http://schemas.microsoft.com/office/drawing/2014/main" id="{5C925829-5500-4A6B-AED8-7CDD7AD9F55B}"/>
              </a:ext>
            </a:extLst>
          </p:cNvPr>
          <p:cNvSpPr>
            <a:spLocks noGrp="1"/>
          </p:cNvSpPr>
          <p:nvPr/>
        </p:nvSpPr>
        <p:spPr>
          <a:xfrm>
            <a:off x="301714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data_6028">
            <a:extLst>
              <a:ext uri="{FF2B5EF4-FFF2-40B4-BE49-F238E27FC236}">
                <a16:creationId xmlns:a16="http://schemas.microsoft.com/office/drawing/2014/main" id="{9BA28900-C955-4E16-A588-66F2243E53A2}"/>
              </a:ext>
            </a:extLst>
          </p:cNvPr>
          <p:cNvSpPr>
            <a:spLocks noGrp="1"/>
          </p:cNvSpPr>
          <p:nvPr/>
        </p:nvSpPr>
        <p:spPr>
          <a:xfrm>
            <a:off x="30256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data_6029">
            <a:extLst>
              <a:ext uri="{FF2B5EF4-FFF2-40B4-BE49-F238E27FC236}">
                <a16:creationId xmlns:a16="http://schemas.microsoft.com/office/drawing/2014/main" id="{A9BC4EC3-C811-43C6-B36D-6FBB5C4934A2}"/>
              </a:ext>
            </a:extLst>
          </p:cNvPr>
          <p:cNvSpPr>
            <a:spLocks noGrp="1"/>
          </p:cNvSpPr>
          <p:nvPr/>
        </p:nvSpPr>
        <p:spPr>
          <a:xfrm>
            <a:off x="29976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data_6030">
            <a:extLst>
              <a:ext uri="{FF2B5EF4-FFF2-40B4-BE49-F238E27FC236}">
                <a16:creationId xmlns:a16="http://schemas.microsoft.com/office/drawing/2014/main" id="{1A445379-19CB-4607-A60E-08C187F88974}"/>
              </a:ext>
            </a:extLst>
          </p:cNvPr>
          <p:cNvSpPr>
            <a:spLocks noGrp="1"/>
          </p:cNvSpPr>
          <p:nvPr/>
        </p:nvSpPr>
        <p:spPr>
          <a:xfrm>
            <a:off x="299681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data_6031">
            <a:extLst>
              <a:ext uri="{FF2B5EF4-FFF2-40B4-BE49-F238E27FC236}">
                <a16:creationId xmlns:a16="http://schemas.microsoft.com/office/drawing/2014/main" id="{31E2B444-1833-4E0B-ABFE-4B338DF48FFF}"/>
              </a:ext>
            </a:extLst>
          </p:cNvPr>
          <p:cNvSpPr>
            <a:spLocks noGrp="1"/>
          </p:cNvSpPr>
          <p:nvPr/>
        </p:nvSpPr>
        <p:spPr>
          <a:xfrm>
            <a:off x="3022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data_6032">
            <a:extLst>
              <a:ext uri="{FF2B5EF4-FFF2-40B4-BE49-F238E27FC236}">
                <a16:creationId xmlns:a16="http://schemas.microsoft.com/office/drawing/2014/main" id="{1BF12DC8-4BEB-4F86-968E-0E0AEF3B7950}"/>
              </a:ext>
            </a:extLst>
          </p:cNvPr>
          <p:cNvSpPr>
            <a:spLocks noGrp="1"/>
          </p:cNvSpPr>
          <p:nvPr/>
        </p:nvSpPr>
        <p:spPr>
          <a:xfrm>
            <a:off x="3071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data_6033">
            <a:extLst>
              <a:ext uri="{FF2B5EF4-FFF2-40B4-BE49-F238E27FC236}">
                <a16:creationId xmlns:a16="http://schemas.microsoft.com/office/drawing/2014/main" id="{14AC6660-24BC-462D-9D36-799BF5B474DB}"/>
              </a:ext>
            </a:extLst>
          </p:cNvPr>
          <p:cNvSpPr>
            <a:spLocks noGrp="1"/>
          </p:cNvSpPr>
          <p:nvPr/>
        </p:nvSpPr>
        <p:spPr>
          <a:xfrm>
            <a:off x="301519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data_6034">
            <a:extLst>
              <a:ext uri="{FF2B5EF4-FFF2-40B4-BE49-F238E27FC236}">
                <a16:creationId xmlns:a16="http://schemas.microsoft.com/office/drawing/2014/main" id="{2D952646-6B41-4F4D-8584-F9FE88742839}"/>
              </a:ext>
            </a:extLst>
          </p:cNvPr>
          <p:cNvSpPr>
            <a:spLocks noGrp="1"/>
          </p:cNvSpPr>
          <p:nvPr/>
        </p:nvSpPr>
        <p:spPr>
          <a:xfrm>
            <a:off x="30542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data_6035">
            <a:extLst>
              <a:ext uri="{FF2B5EF4-FFF2-40B4-BE49-F238E27FC236}">
                <a16:creationId xmlns:a16="http://schemas.microsoft.com/office/drawing/2014/main" id="{A1F40911-E1FD-4953-8910-278348AE415F}"/>
              </a:ext>
            </a:extLst>
          </p:cNvPr>
          <p:cNvSpPr>
            <a:spLocks noGrp="1"/>
          </p:cNvSpPr>
          <p:nvPr/>
        </p:nvSpPr>
        <p:spPr>
          <a:xfrm>
            <a:off x="30404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data_6036">
            <a:extLst>
              <a:ext uri="{FF2B5EF4-FFF2-40B4-BE49-F238E27FC236}">
                <a16:creationId xmlns:a16="http://schemas.microsoft.com/office/drawing/2014/main" id="{75D0CB3C-B286-4D02-B238-44D5C3F2EE6F}"/>
              </a:ext>
            </a:extLst>
          </p:cNvPr>
          <p:cNvSpPr>
            <a:spLocks noGrp="1"/>
          </p:cNvSpPr>
          <p:nvPr/>
        </p:nvSpPr>
        <p:spPr>
          <a:xfrm>
            <a:off x="31050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data_6037">
            <a:extLst>
              <a:ext uri="{FF2B5EF4-FFF2-40B4-BE49-F238E27FC236}">
                <a16:creationId xmlns:a16="http://schemas.microsoft.com/office/drawing/2014/main" id="{573B2AF8-E93D-4885-B233-0D872B767DA6}"/>
              </a:ext>
            </a:extLst>
          </p:cNvPr>
          <p:cNvSpPr>
            <a:spLocks noGrp="1"/>
          </p:cNvSpPr>
          <p:nvPr/>
        </p:nvSpPr>
        <p:spPr>
          <a:xfrm>
            <a:off x="3027568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data_6038">
            <a:extLst>
              <a:ext uri="{FF2B5EF4-FFF2-40B4-BE49-F238E27FC236}">
                <a16:creationId xmlns:a16="http://schemas.microsoft.com/office/drawing/2014/main" id="{CE905428-F701-49B6-865E-31981B23674D}"/>
              </a:ext>
            </a:extLst>
          </p:cNvPr>
          <p:cNvSpPr>
            <a:spLocks noGrp="1"/>
          </p:cNvSpPr>
          <p:nvPr/>
        </p:nvSpPr>
        <p:spPr>
          <a:xfrm>
            <a:off x="30811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data_6039">
            <a:extLst>
              <a:ext uri="{FF2B5EF4-FFF2-40B4-BE49-F238E27FC236}">
                <a16:creationId xmlns:a16="http://schemas.microsoft.com/office/drawing/2014/main" id="{722F3F2A-8ACE-4B21-A78C-E97CF75A25F5}"/>
              </a:ext>
            </a:extLst>
          </p:cNvPr>
          <p:cNvSpPr>
            <a:spLocks noGrp="1"/>
          </p:cNvSpPr>
          <p:nvPr/>
        </p:nvSpPr>
        <p:spPr>
          <a:xfrm>
            <a:off x="30843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data_6040">
            <a:extLst>
              <a:ext uri="{FF2B5EF4-FFF2-40B4-BE49-F238E27FC236}">
                <a16:creationId xmlns:a16="http://schemas.microsoft.com/office/drawing/2014/main" id="{14B5AED8-57FC-4436-931E-5ED0B49C7D01}"/>
              </a:ext>
            </a:extLst>
          </p:cNvPr>
          <p:cNvSpPr>
            <a:spLocks noGrp="1"/>
          </p:cNvSpPr>
          <p:nvPr/>
        </p:nvSpPr>
        <p:spPr>
          <a:xfrm>
            <a:off x="299720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data_6041">
            <a:extLst>
              <a:ext uri="{FF2B5EF4-FFF2-40B4-BE49-F238E27FC236}">
                <a16:creationId xmlns:a16="http://schemas.microsoft.com/office/drawing/2014/main" id="{07666F57-C82F-40C1-BDA3-329F9198959C}"/>
              </a:ext>
            </a:extLst>
          </p:cNvPr>
          <p:cNvSpPr>
            <a:spLocks noGrp="1"/>
          </p:cNvSpPr>
          <p:nvPr/>
        </p:nvSpPr>
        <p:spPr>
          <a:xfrm>
            <a:off x="31034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data_6042">
            <a:extLst>
              <a:ext uri="{FF2B5EF4-FFF2-40B4-BE49-F238E27FC236}">
                <a16:creationId xmlns:a16="http://schemas.microsoft.com/office/drawing/2014/main" id="{37792A0D-61D8-41C0-ACBB-E861E393AA39}"/>
              </a:ext>
            </a:extLst>
          </p:cNvPr>
          <p:cNvSpPr>
            <a:spLocks noGrp="1"/>
          </p:cNvSpPr>
          <p:nvPr/>
        </p:nvSpPr>
        <p:spPr>
          <a:xfrm>
            <a:off x="29940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data_6043">
            <a:extLst>
              <a:ext uri="{FF2B5EF4-FFF2-40B4-BE49-F238E27FC236}">
                <a16:creationId xmlns:a16="http://schemas.microsoft.com/office/drawing/2014/main" id="{4A59205A-4C12-4144-A91F-DE606C287D74}"/>
              </a:ext>
            </a:extLst>
          </p:cNvPr>
          <p:cNvSpPr>
            <a:spLocks noGrp="1"/>
          </p:cNvSpPr>
          <p:nvPr/>
        </p:nvSpPr>
        <p:spPr>
          <a:xfrm>
            <a:off x="31031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data_6044">
            <a:extLst>
              <a:ext uri="{FF2B5EF4-FFF2-40B4-BE49-F238E27FC236}">
                <a16:creationId xmlns:a16="http://schemas.microsoft.com/office/drawing/2014/main" id="{2B909F61-008F-428E-A8F9-871CAD2DD864}"/>
              </a:ext>
            </a:extLst>
          </p:cNvPr>
          <p:cNvSpPr>
            <a:spLocks noGrp="1"/>
          </p:cNvSpPr>
          <p:nvPr/>
        </p:nvSpPr>
        <p:spPr>
          <a:xfrm>
            <a:off x="3115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data_6045">
            <a:extLst>
              <a:ext uri="{FF2B5EF4-FFF2-40B4-BE49-F238E27FC236}">
                <a16:creationId xmlns:a16="http://schemas.microsoft.com/office/drawing/2014/main" id="{6DC7C151-052E-4A0A-B87F-A30A64B41448}"/>
              </a:ext>
            </a:extLst>
          </p:cNvPr>
          <p:cNvSpPr>
            <a:spLocks noGrp="1"/>
          </p:cNvSpPr>
          <p:nvPr/>
        </p:nvSpPr>
        <p:spPr>
          <a:xfrm>
            <a:off x="30719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data_6046">
            <a:extLst>
              <a:ext uri="{FF2B5EF4-FFF2-40B4-BE49-F238E27FC236}">
                <a16:creationId xmlns:a16="http://schemas.microsoft.com/office/drawing/2014/main" id="{490970BF-8C6D-4F29-A78F-6C9E09179555}"/>
              </a:ext>
            </a:extLst>
          </p:cNvPr>
          <p:cNvSpPr>
            <a:spLocks noGrp="1"/>
          </p:cNvSpPr>
          <p:nvPr/>
        </p:nvSpPr>
        <p:spPr>
          <a:xfrm>
            <a:off x="30329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data_6047">
            <a:extLst>
              <a:ext uri="{FF2B5EF4-FFF2-40B4-BE49-F238E27FC236}">
                <a16:creationId xmlns:a16="http://schemas.microsoft.com/office/drawing/2014/main" id="{89487220-94E6-4EB9-87BA-27A2DEAF774D}"/>
              </a:ext>
            </a:extLst>
          </p:cNvPr>
          <p:cNvSpPr>
            <a:spLocks noGrp="1"/>
          </p:cNvSpPr>
          <p:nvPr/>
        </p:nvSpPr>
        <p:spPr>
          <a:xfrm>
            <a:off x="30875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data_6048">
            <a:extLst>
              <a:ext uri="{FF2B5EF4-FFF2-40B4-BE49-F238E27FC236}">
                <a16:creationId xmlns:a16="http://schemas.microsoft.com/office/drawing/2014/main" id="{8DF142CD-4F7B-43DB-A6C2-7BE949768FB0}"/>
              </a:ext>
            </a:extLst>
          </p:cNvPr>
          <p:cNvSpPr>
            <a:spLocks noGrp="1"/>
          </p:cNvSpPr>
          <p:nvPr/>
        </p:nvSpPr>
        <p:spPr>
          <a:xfrm>
            <a:off x="3021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data_6049">
            <a:extLst>
              <a:ext uri="{FF2B5EF4-FFF2-40B4-BE49-F238E27FC236}">
                <a16:creationId xmlns:a16="http://schemas.microsoft.com/office/drawing/2014/main" id="{27DF2BE1-C6D7-437F-A2A3-2F51C424E9EB}"/>
              </a:ext>
            </a:extLst>
          </p:cNvPr>
          <p:cNvSpPr>
            <a:spLocks noGrp="1"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data_6050">
            <a:extLst>
              <a:ext uri="{FF2B5EF4-FFF2-40B4-BE49-F238E27FC236}">
                <a16:creationId xmlns:a16="http://schemas.microsoft.com/office/drawing/2014/main" id="{C17E9DA4-B489-4FDF-847E-73DA90D84E3C}"/>
              </a:ext>
            </a:extLst>
          </p:cNvPr>
          <p:cNvSpPr>
            <a:spLocks noGrp="1"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data_6051">
            <a:extLst>
              <a:ext uri="{FF2B5EF4-FFF2-40B4-BE49-F238E27FC236}">
                <a16:creationId xmlns:a16="http://schemas.microsoft.com/office/drawing/2014/main" id="{F287E3F9-9702-4EA2-98D4-7B24AACC7B43}"/>
              </a:ext>
            </a:extLst>
          </p:cNvPr>
          <p:cNvSpPr>
            <a:spLocks noGrp="1"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data_6052">
            <a:extLst>
              <a:ext uri="{FF2B5EF4-FFF2-40B4-BE49-F238E27FC236}">
                <a16:creationId xmlns:a16="http://schemas.microsoft.com/office/drawing/2014/main" id="{22C6DFCB-1248-4384-A72F-C4D5B4556FF8}"/>
              </a:ext>
            </a:extLst>
          </p:cNvPr>
          <p:cNvSpPr>
            <a:spLocks noGrp="1"/>
          </p:cNvSpPr>
          <p:nvPr/>
        </p:nvSpPr>
        <p:spPr>
          <a:xfrm>
            <a:off x="31063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data_6053">
            <a:extLst>
              <a:ext uri="{FF2B5EF4-FFF2-40B4-BE49-F238E27FC236}">
                <a16:creationId xmlns:a16="http://schemas.microsoft.com/office/drawing/2014/main" id="{17C0E758-9217-4608-83DA-9035B91388F2}"/>
              </a:ext>
            </a:extLst>
          </p:cNvPr>
          <p:cNvSpPr>
            <a:spLocks noGrp="1"/>
          </p:cNvSpPr>
          <p:nvPr/>
        </p:nvSpPr>
        <p:spPr>
          <a:xfrm>
            <a:off x="303512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data_6054">
            <a:extLst>
              <a:ext uri="{FF2B5EF4-FFF2-40B4-BE49-F238E27FC236}">
                <a16:creationId xmlns:a16="http://schemas.microsoft.com/office/drawing/2014/main" id="{B85C2D60-BBD8-41C2-A0E7-CC7B1CD28836}"/>
              </a:ext>
            </a:extLst>
          </p:cNvPr>
          <p:cNvSpPr>
            <a:spLocks noGrp="1"/>
          </p:cNvSpPr>
          <p:nvPr/>
        </p:nvSpPr>
        <p:spPr>
          <a:xfrm>
            <a:off x="30477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data_6055">
            <a:extLst>
              <a:ext uri="{FF2B5EF4-FFF2-40B4-BE49-F238E27FC236}">
                <a16:creationId xmlns:a16="http://schemas.microsoft.com/office/drawing/2014/main" id="{9C53CBC9-D865-4477-B8F9-4C4B36CEC1CE}"/>
              </a:ext>
            </a:extLst>
          </p:cNvPr>
          <p:cNvSpPr>
            <a:spLocks noGrp="1"/>
          </p:cNvSpPr>
          <p:nvPr/>
        </p:nvSpPr>
        <p:spPr>
          <a:xfrm>
            <a:off x="3118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data_6056">
            <a:extLst>
              <a:ext uri="{FF2B5EF4-FFF2-40B4-BE49-F238E27FC236}">
                <a16:creationId xmlns:a16="http://schemas.microsoft.com/office/drawing/2014/main" id="{D37447D1-7390-4500-8C00-CB2E7079C09B}"/>
              </a:ext>
            </a:extLst>
          </p:cNvPr>
          <p:cNvSpPr>
            <a:spLocks noGrp="1"/>
          </p:cNvSpPr>
          <p:nvPr/>
        </p:nvSpPr>
        <p:spPr>
          <a:xfrm>
            <a:off x="30798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data_6057">
            <a:extLst>
              <a:ext uri="{FF2B5EF4-FFF2-40B4-BE49-F238E27FC236}">
                <a16:creationId xmlns:a16="http://schemas.microsoft.com/office/drawing/2014/main" id="{EB76EF21-6626-423B-96C7-B70790BA2E9B}"/>
              </a:ext>
            </a:extLst>
          </p:cNvPr>
          <p:cNvSpPr>
            <a:spLocks noGrp="1"/>
          </p:cNvSpPr>
          <p:nvPr/>
        </p:nvSpPr>
        <p:spPr>
          <a:xfrm>
            <a:off x="311421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data_6058">
            <a:extLst>
              <a:ext uri="{FF2B5EF4-FFF2-40B4-BE49-F238E27FC236}">
                <a16:creationId xmlns:a16="http://schemas.microsoft.com/office/drawing/2014/main" id="{AB4E88C8-0182-468C-93B1-EF0265C32BCF}"/>
              </a:ext>
            </a:extLst>
          </p:cNvPr>
          <p:cNvSpPr>
            <a:spLocks noGrp="1"/>
          </p:cNvSpPr>
          <p:nvPr/>
        </p:nvSpPr>
        <p:spPr>
          <a:xfrm>
            <a:off x="2999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data_6059">
            <a:extLst>
              <a:ext uri="{FF2B5EF4-FFF2-40B4-BE49-F238E27FC236}">
                <a16:creationId xmlns:a16="http://schemas.microsoft.com/office/drawing/2014/main" id="{2473B1F9-F231-4CB6-864F-D8FD6DC572F5}"/>
              </a:ext>
            </a:extLst>
          </p:cNvPr>
          <p:cNvSpPr>
            <a:spLocks noGrp="1"/>
          </p:cNvSpPr>
          <p:nvPr/>
        </p:nvSpPr>
        <p:spPr>
          <a:xfrm>
            <a:off x="3104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data_6060">
            <a:extLst>
              <a:ext uri="{FF2B5EF4-FFF2-40B4-BE49-F238E27FC236}">
                <a16:creationId xmlns:a16="http://schemas.microsoft.com/office/drawing/2014/main" id="{DCAF341E-AB0C-46B5-B92C-93D56F24D0DB}"/>
              </a:ext>
            </a:extLst>
          </p:cNvPr>
          <p:cNvSpPr>
            <a:spLocks noGrp="1"/>
          </p:cNvSpPr>
          <p:nvPr/>
        </p:nvSpPr>
        <p:spPr>
          <a:xfrm>
            <a:off x="30873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data_6061">
            <a:extLst>
              <a:ext uri="{FF2B5EF4-FFF2-40B4-BE49-F238E27FC236}">
                <a16:creationId xmlns:a16="http://schemas.microsoft.com/office/drawing/2014/main" id="{5D2AD4B9-4F73-419F-B405-EAE7535ECD06}"/>
              </a:ext>
            </a:extLst>
          </p:cNvPr>
          <p:cNvSpPr>
            <a:spLocks noGrp="1"/>
          </p:cNvSpPr>
          <p:nvPr/>
        </p:nvSpPr>
        <p:spPr>
          <a:xfrm>
            <a:off x="3042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data_6062">
            <a:extLst>
              <a:ext uri="{FF2B5EF4-FFF2-40B4-BE49-F238E27FC236}">
                <a16:creationId xmlns:a16="http://schemas.microsoft.com/office/drawing/2014/main" id="{44CA5998-E9F6-4EB4-AAD5-B0C4EBD4C7E4}"/>
              </a:ext>
            </a:extLst>
          </p:cNvPr>
          <p:cNvSpPr>
            <a:spLocks noGrp="1"/>
          </p:cNvSpPr>
          <p:nvPr/>
        </p:nvSpPr>
        <p:spPr>
          <a:xfrm>
            <a:off x="30924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data_6063">
            <a:extLst>
              <a:ext uri="{FF2B5EF4-FFF2-40B4-BE49-F238E27FC236}">
                <a16:creationId xmlns:a16="http://schemas.microsoft.com/office/drawing/2014/main" id="{CA81E36C-8483-412E-A118-D97885E92AF3}"/>
              </a:ext>
            </a:extLst>
          </p:cNvPr>
          <p:cNvSpPr>
            <a:spLocks noGrp="1"/>
          </p:cNvSpPr>
          <p:nvPr/>
        </p:nvSpPr>
        <p:spPr>
          <a:xfrm>
            <a:off x="31195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data_6064">
            <a:extLst>
              <a:ext uri="{FF2B5EF4-FFF2-40B4-BE49-F238E27FC236}">
                <a16:creationId xmlns:a16="http://schemas.microsoft.com/office/drawing/2014/main" id="{D1A16AFB-DFC1-4A6B-A35A-DBA0A0C25114}"/>
              </a:ext>
            </a:extLst>
          </p:cNvPr>
          <p:cNvSpPr>
            <a:spLocks noGrp="1"/>
          </p:cNvSpPr>
          <p:nvPr/>
        </p:nvSpPr>
        <p:spPr>
          <a:xfrm>
            <a:off x="30787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data_6065">
            <a:extLst>
              <a:ext uri="{FF2B5EF4-FFF2-40B4-BE49-F238E27FC236}">
                <a16:creationId xmlns:a16="http://schemas.microsoft.com/office/drawing/2014/main" id="{60606A81-0DF4-43F6-B4F6-D0ACDC737780}"/>
              </a:ext>
            </a:extLst>
          </p:cNvPr>
          <p:cNvSpPr>
            <a:spLocks noGrp="1"/>
          </p:cNvSpPr>
          <p:nvPr/>
        </p:nvSpPr>
        <p:spPr>
          <a:xfrm>
            <a:off x="30888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data_6066">
            <a:extLst>
              <a:ext uri="{FF2B5EF4-FFF2-40B4-BE49-F238E27FC236}">
                <a16:creationId xmlns:a16="http://schemas.microsoft.com/office/drawing/2014/main" id="{084710B1-E914-43C5-A94B-D2D108F82310}"/>
              </a:ext>
            </a:extLst>
          </p:cNvPr>
          <p:cNvSpPr>
            <a:spLocks noGrp="1"/>
          </p:cNvSpPr>
          <p:nvPr/>
        </p:nvSpPr>
        <p:spPr>
          <a:xfrm>
            <a:off x="3087634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data_6067">
            <a:extLst>
              <a:ext uri="{FF2B5EF4-FFF2-40B4-BE49-F238E27FC236}">
                <a16:creationId xmlns:a16="http://schemas.microsoft.com/office/drawing/2014/main" id="{E8AC30DB-650C-4E62-88D4-886EA186F256}"/>
              </a:ext>
            </a:extLst>
          </p:cNvPr>
          <p:cNvSpPr>
            <a:spLocks noGrp="1"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data_6068">
            <a:extLst>
              <a:ext uri="{FF2B5EF4-FFF2-40B4-BE49-F238E27FC236}">
                <a16:creationId xmlns:a16="http://schemas.microsoft.com/office/drawing/2014/main" id="{32321150-1935-4092-8D50-E810A7416E36}"/>
              </a:ext>
            </a:extLst>
          </p:cNvPr>
          <p:cNvSpPr>
            <a:spLocks noGrp="1"/>
          </p:cNvSpPr>
          <p:nvPr/>
        </p:nvSpPr>
        <p:spPr>
          <a:xfrm>
            <a:off x="303043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data_6069">
            <a:extLst>
              <a:ext uri="{FF2B5EF4-FFF2-40B4-BE49-F238E27FC236}">
                <a16:creationId xmlns:a16="http://schemas.microsoft.com/office/drawing/2014/main" id="{B0462A2A-6072-4AAD-952F-D602F658C9D6}"/>
              </a:ext>
            </a:extLst>
          </p:cNvPr>
          <p:cNvSpPr>
            <a:spLocks noGrp="1"/>
          </p:cNvSpPr>
          <p:nvPr/>
        </p:nvSpPr>
        <p:spPr>
          <a:xfrm>
            <a:off x="31104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data_6070">
            <a:extLst>
              <a:ext uri="{FF2B5EF4-FFF2-40B4-BE49-F238E27FC236}">
                <a16:creationId xmlns:a16="http://schemas.microsoft.com/office/drawing/2014/main" id="{ABC1B7CA-5B01-43A6-8D93-6B1B6445F003}"/>
              </a:ext>
            </a:extLst>
          </p:cNvPr>
          <p:cNvSpPr>
            <a:spLocks noGrp="1"/>
          </p:cNvSpPr>
          <p:nvPr/>
        </p:nvSpPr>
        <p:spPr>
          <a:xfrm>
            <a:off x="301662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data_6071">
            <a:extLst>
              <a:ext uri="{FF2B5EF4-FFF2-40B4-BE49-F238E27FC236}">
                <a16:creationId xmlns:a16="http://schemas.microsoft.com/office/drawing/2014/main" id="{EEB25178-689D-4AE2-8A3E-9C454C220A45}"/>
              </a:ext>
            </a:extLst>
          </p:cNvPr>
          <p:cNvSpPr>
            <a:spLocks noGrp="1"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data_6072">
            <a:extLst>
              <a:ext uri="{FF2B5EF4-FFF2-40B4-BE49-F238E27FC236}">
                <a16:creationId xmlns:a16="http://schemas.microsoft.com/office/drawing/2014/main" id="{E7CFF1F2-DFB7-4DD0-8CB1-6B6C07641D65}"/>
              </a:ext>
            </a:extLst>
          </p:cNvPr>
          <p:cNvSpPr>
            <a:spLocks noGrp="1"/>
          </p:cNvSpPr>
          <p:nvPr/>
        </p:nvSpPr>
        <p:spPr>
          <a:xfrm>
            <a:off x="3021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data_6073">
            <a:extLst>
              <a:ext uri="{FF2B5EF4-FFF2-40B4-BE49-F238E27FC236}">
                <a16:creationId xmlns:a16="http://schemas.microsoft.com/office/drawing/2014/main" id="{B8A1E54A-8EB7-43A4-AA27-DB358903340C}"/>
              </a:ext>
            </a:extLst>
          </p:cNvPr>
          <p:cNvSpPr>
            <a:spLocks noGrp="1"/>
          </p:cNvSpPr>
          <p:nvPr/>
        </p:nvSpPr>
        <p:spPr>
          <a:xfrm>
            <a:off x="311226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data_6074">
            <a:extLst>
              <a:ext uri="{FF2B5EF4-FFF2-40B4-BE49-F238E27FC236}">
                <a16:creationId xmlns:a16="http://schemas.microsoft.com/office/drawing/2014/main" id="{B85B18B5-FB97-45B6-AFFA-A304C50430A7}"/>
              </a:ext>
            </a:extLst>
          </p:cNvPr>
          <p:cNvSpPr>
            <a:spLocks noGrp="1"/>
          </p:cNvSpPr>
          <p:nvPr/>
        </p:nvSpPr>
        <p:spPr>
          <a:xfrm>
            <a:off x="309844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data_6075">
            <a:extLst>
              <a:ext uri="{FF2B5EF4-FFF2-40B4-BE49-F238E27FC236}">
                <a16:creationId xmlns:a16="http://schemas.microsoft.com/office/drawing/2014/main" id="{D155A10F-E564-41EF-A597-5297BA24F3DB}"/>
              </a:ext>
            </a:extLst>
          </p:cNvPr>
          <p:cNvSpPr>
            <a:spLocks noGrp="1"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data_6076">
            <a:extLst>
              <a:ext uri="{FF2B5EF4-FFF2-40B4-BE49-F238E27FC236}">
                <a16:creationId xmlns:a16="http://schemas.microsoft.com/office/drawing/2014/main" id="{52A634B5-0E58-4A7B-846C-DA4DD33ECA4E}"/>
              </a:ext>
            </a:extLst>
          </p:cNvPr>
          <p:cNvSpPr>
            <a:spLocks noGrp="1"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data_6077">
            <a:extLst>
              <a:ext uri="{FF2B5EF4-FFF2-40B4-BE49-F238E27FC236}">
                <a16:creationId xmlns:a16="http://schemas.microsoft.com/office/drawing/2014/main" id="{F78BD6EE-C158-4975-B949-9766183C8EBD}"/>
              </a:ext>
            </a:extLst>
          </p:cNvPr>
          <p:cNvSpPr>
            <a:spLocks noGrp="1"/>
          </p:cNvSpPr>
          <p:nvPr/>
        </p:nvSpPr>
        <p:spPr>
          <a:xfrm>
            <a:off x="3097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data_6078">
            <a:extLst>
              <a:ext uri="{FF2B5EF4-FFF2-40B4-BE49-F238E27FC236}">
                <a16:creationId xmlns:a16="http://schemas.microsoft.com/office/drawing/2014/main" id="{7F89186B-DD96-4A06-9ECD-FD12437E05DD}"/>
              </a:ext>
            </a:extLst>
          </p:cNvPr>
          <p:cNvSpPr>
            <a:spLocks noGrp="1"/>
          </p:cNvSpPr>
          <p:nvPr/>
        </p:nvSpPr>
        <p:spPr>
          <a:xfrm>
            <a:off x="31091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data_6079">
            <a:extLst>
              <a:ext uri="{FF2B5EF4-FFF2-40B4-BE49-F238E27FC236}">
                <a16:creationId xmlns:a16="http://schemas.microsoft.com/office/drawing/2014/main" id="{81F67B81-7281-47F8-BA0B-3B5485D2ED23}"/>
              </a:ext>
            </a:extLst>
          </p:cNvPr>
          <p:cNvSpPr>
            <a:spLocks noGrp="1"/>
          </p:cNvSpPr>
          <p:nvPr/>
        </p:nvSpPr>
        <p:spPr>
          <a:xfrm>
            <a:off x="3013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data_6080">
            <a:extLst>
              <a:ext uri="{FF2B5EF4-FFF2-40B4-BE49-F238E27FC236}">
                <a16:creationId xmlns:a16="http://schemas.microsoft.com/office/drawing/2014/main" id="{AFE11C90-91CB-4BD1-AB15-1C1B6E043F79}"/>
              </a:ext>
            </a:extLst>
          </p:cNvPr>
          <p:cNvSpPr>
            <a:spLocks noGrp="1"/>
          </p:cNvSpPr>
          <p:nvPr/>
        </p:nvSpPr>
        <p:spPr>
          <a:xfrm>
            <a:off x="30237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data_6081">
            <a:extLst>
              <a:ext uri="{FF2B5EF4-FFF2-40B4-BE49-F238E27FC236}">
                <a16:creationId xmlns:a16="http://schemas.microsoft.com/office/drawing/2014/main" id="{91E52E81-0725-4FA2-9AAC-1075D60EB7AB}"/>
              </a:ext>
            </a:extLst>
          </p:cNvPr>
          <p:cNvSpPr>
            <a:spLocks noGrp="1"/>
          </p:cNvSpPr>
          <p:nvPr/>
        </p:nvSpPr>
        <p:spPr>
          <a:xfrm>
            <a:off x="3085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data_6082">
            <a:extLst>
              <a:ext uri="{FF2B5EF4-FFF2-40B4-BE49-F238E27FC236}">
                <a16:creationId xmlns:a16="http://schemas.microsoft.com/office/drawing/2014/main" id="{B8FCE43F-9ED6-40F3-BDEC-D43B536ACCAC}"/>
              </a:ext>
            </a:extLst>
          </p:cNvPr>
          <p:cNvSpPr>
            <a:spLocks noGrp="1"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data_6083">
            <a:extLst>
              <a:ext uri="{FF2B5EF4-FFF2-40B4-BE49-F238E27FC236}">
                <a16:creationId xmlns:a16="http://schemas.microsoft.com/office/drawing/2014/main" id="{A45F216A-B072-47F9-B708-3D0029265595}"/>
              </a:ext>
            </a:extLst>
          </p:cNvPr>
          <p:cNvSpPr>
            <a:spLocks noGrp="1"/>
          </p:cNvSpPr>
          <p:nvPr/>
        </p:nvSpPr>
        <p:spPr>
          <a:xfrm>
            <a:off x="3032780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data_6084">
            <a:extLst>
              <a:ext uri="{FF2B5EF4-FFF2-40B4-BE49-F238E27FC236}">
                <a16:creationId xmlns:a16="http://schemas.microsoft.com/office/drawing/2014/main" id="{1E54B04B-0C0B-4003-A34B-A9B013FB3A28}"/>
              </a:ext>
            </a:extLst>
          </p:cNvPr>
          <p:cNvSpPr>
            <a:spLocks noGrp="1"/>
          </p:cNvSpPr>
          <p:nvPr/>
        </p:nvSpPr>
        <p:spPr>
          <a:xfrm>
            <a:off x="30114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data_6085">
            <a:extLst>
              <a:ext uri="{FF2B5EF4-FFF2-40B4-BE49-F238E27FC236}">
                <a16:creationId xmlns:a16="http://schemas.microsoft.com/office/drawing/2014/main" id="{F5DBAE10-8B2F-48CA-AC85-097517677371}"/>
              </a:ext>
            </a:extLst>
          </p:cNvPr>
          <p:cNvSpPr>
            <a:spLocks noGrp="1"/>
          </p:cNvSpPr>
          <p:nvPr/>
        </p:nvSpPr>
        <p:spPr>
          <a:xfrm>
            <a:off x="3025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data_6086">
            <a:extLst>
              <a:ext uri="{FF2B5EF4-FFF2-40B4-BE49-F238E27FC236}">
                <a16:creationId xmlns:a16="http://schemas.microsoft.com/office/drawing/2014/main" id="{723EC07B-999F-4DD9-A63C-F18AD547DE99}"/>
              </a:ext>
            </a:extLst>
          </p:cNvPr>
          <p:cNvSpPr>
            <a:spLocks noGrp="1"/>
          </p:cNvSpPr>
          <p:nvPr/>
        </p:nvSpPr>
        <p:spPr>
          <a:xfrm>
            <a:off x="3030304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data_6087">
            <a:extLst>
              <a:ext uri="{FF2B5EF4-FFF2-40B4-BE49-F238E27FC236}">
                <a16:creationId xmlns:a16="http://schemas.microsoft.com/office/drawing/2014/main" id="{0D6C65D3-9282-4E04-9B4A-CADA95429E40}"/>
              </a:ext>
            </a:extLst>
          </p:cNvPr>
          <p:cNvSpPr>
            <a:spLocks noGrp="1"/>
          </p:cNvSpPr>
          <p:nvPr/>
        </p:nvSpPr>
        <p:spPr>
          <a:xfrm>
            <a:off x="31112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data_6088">
            <a:extLst>
              <a:ext uri="{FF2B5EF4-FFF2-40B4-BE49-F238E27FC236}">
                <a16:creationId xmlns:a16="http://schemas.microsoft.com/office/drawing/2014/main" id="{E80D48F4-C34E-4269-9CF3-B6A2FA4BE381}"/>
              </a:ext>
            </a:extLst>
          </p:cNvPr>
          <p:cNvSpPr>
            <a:spLocks noGrp="1"/>
          </p:cNvSpPr>
          <p:nvPr/>
        </p:nvSpPr>
        <p:spPr>
          <a:xfrm>
            <a:off x="30559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data_6089">
            <a:extLst>
              <a:ext uri="{FF2B5EF4-FFF2-40B4-BE49-F238E27FC236}">
                <a16:creationId xmlns:a16="http://schemas.microsoft.com/office/drawing/2014/main" id="{F232471C-72EC-4091-9766-B251B3C0B064}"/>
              </a:ext>
            </a:extLst>
          </p:cNvPr>
          <p:cNvSpPr>
            <a:spLocks noGrp="1"/>
          </p:cNvSpPr>
          <p:nvPr/>
        </p:nvSpPr>
        <p:spPr>
          <a:xfrm>
            <a:off x="301349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data_6090">
            <a:extLst>
              <a:ext uri="{FF2B5EF4-FFF2-40B4-BE49-F238E27FC236}">
                <a16:creationId xmlns:a16="http://schemas.microsoft.com/office/drawing/2014/main" id="{B80E60A1-FFDE-45A6-810A-B7E4D4A91E19}"/>
              </a:ext>
            </a:extLst>
          </p:cNvPr>
          <p:cNvSpPr>
            <a:spLocks noGrp="1"/>
          </p:cNvSpPr>
          <p:nvPr/>
        </p:nvSpPr>
        <p:spPr>
          <a:xfrm>
            <a:off x="30323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data_6091">
            <a:extLst>
              <a:ext uri="{FF2B5EF4-FFF2-40B4-BE49-F238E27FC236}">
                <a16:creationId xmlns:a16="http://schemas.microsoft.com/office/drawing/2014/main" id="{6CC61087-AD5B-4F2B-A056-D24F308776B0}"/>
              </a:ext>
            </a:extLst>
          </p:cNvPr>
          <p:cNvSpPr>
            <a:spLocks noGrp="1"/>
          </p:cNvSpPr>
          <p:nvPr/>
        </p:nvSpPr>
        <p:spPr>
          <a:xfrm>
            <a:off x="310444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data_6092">
            <a:extLst>
              <a:ext uri="{FF2B5EF4-FFF2-40B4-BE49-F238E27FC236}">
                <a16:creationId xmlns:a16="http://schemas.microsoft.com/office/drawing/2014/main" id="{C8793D80-19C4-40B4-A238-BFF5A63661B8}"/>
              </a:ext>
            </a:extLst>
          </p:cNvPr>
          <p:cNvSpPr>
            <a:spLocks noGrp="1"/>
          </p:cNvSpPr>
          <p:nvPr/>
        </p:nvSpPr>
        <p:spPr>
          <a:xfrm>
            <a:off x="30798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data_6093">
            <a:extLst>
              <a:ext uri="{FF2B5EF4-FFF2-40B4-BE49-F238E27FC236}">
                <a16:creationId xmlns:a16="http://schemas.microsoft.com/office/drawing/2014/main" id="{13E50686-1B40-4391-A469-DF9AA5BE572D}"/>
              </a:ext>
            </a:extLst>
          </p:cNvPr>
          <p:cNvSpPr>
            <a:spLocks noGrp="1"/>
          </p:cNvSpPr>
          <p:nvPr/>
        </p:nvSpPr>
        <p:spPr>
          <a:xfrm>
            <a:off x="3103921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data_6094">
            <a:extLst>
              <a:ext uri="{FF2B5EF4-FFF2-40B4-BE49-F238E27FC236}">
                <a16:creationId xmlns:a16="http://schemas.microsoft.com/office/drawing/2014/main" id="{16BA8CFB-CBC3-4A96-AD47-72B41B375579}"/>
              </a:ext>
            </a:extLst>
          </p:cNvPr>
          <p:cNvSpPr>
            <a:spLocks noGrp="1"/>
          </p:cNvSpPr>
          <p:nvPr/>
        </p:nvSpPr>
        <p:spPr>
          <a:xfrm>
            <a:off x="3021444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data_6095">
            <a:extLst>
              <a:ext uri="{FF2B5EF4-FFF2-40B4-BE49-F238E27FC236}">
                <a16:creationId xmlns:a16="http://schemas.microsoft.com/office/drawing/2014/main" id="{C49CAC53-9C34-4116-98A4-ABF1E3A84C16}"/>
              </a:ext>
            </a:extLst>
          </p:cNvPr>
          <p:cNvSpPr>
            <a:spLocks noGrp="1"/>
          </p:cNvSpPr>
          <p:nvPr/>
        </p:nvSpPr>
        <p:spPr>
          <a:xfrm>
            <a:off x="3045940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data_6096">
            <a:extLst>
              <a:ext uri="{FF2B5EF4-FFF2-40B4-BE49-F238E27FC236}">
                <a16:creationId xmlns:a16="http://schemas.microsoft.com/office/drawing/2014/main" id="{3AAF7722-BC24-46F2-A462-1C4B91D9A8DA}"/>
              </a:ext>
            </a:extLst>
          </p:cNvPr>
          <p:cNvSpPr>
            <a:spLocks noGrp="1"/>
          </p:cNvSpPr>
          <p:nvPr/>
        </p:nvSpPr>
        <p:spPr>
          <a:xfrm>
            <a:off x="310483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data_6097">
            <a:extLst>
              <a:ext uri="{FF2B5EF4-FFF2-40B4-BE49-F238E27FC236}">
                <a16:creationId xmlns:a16="http://schemas.microsoft.com/office/drawing/2014/main" id="{823B01E0-74B2-40A4-A7CC-35385DA10F6A}"/>
              </a:ext>
            </a:extLst>
          </p:cNvPr>
          <p:cNvSpPr>
            <a:spLocks noGrp="1"/>
          </p:cNvSpPr>
          <p:nvPr/>
        </p:nvSpPr>
        <p:spPr>
          <a:xfrm>
            <a:off x="31049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data_6098">
            <a:extLst>
              <a:ext uri="{FF2B5EF4-FFF2-40B4-BE49-F238E27FC236}">
                <a16:creationId xmlns:a16="http://schemas.microsoft.com/office/drawing/2014/main" id="{3E618C4C-6FCB-4FCF-8B3B-CB40ED8F0527}"/>
              </a:ext>
            </a:extLst>
          </p:cNvPr>
          <p:cNvSpPr>
            <a:spLocks noGrp="1"/>
          </p:cNvSpPr>
          <p:nvPr/>
        </p:nvSpPr>
        <p:spPr>
          <a:xfrm>
            <a:off x="30968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data_6099">
            <a:extLst>
              <a:ext uri="{FF2B5EF4-FFF2-40B4-BE49-F238E27FC236}">
                <a16:creationId xmlns:a16="http://schemas.microsoft.com/office/drawing/2014/main" id="{AAFC46DC-8AF9-4085-89AF-E801F4BA6F3F}"/>
              </a:ext>
            </a:extLst>
          </p:cNvPr>
          <p:cNvSpPr>
            <a:spLocks noGrp="1"/>
          </p:cNvSpPr>
          <p:nvPr/>
        </p:nvSpPr>
        <p:spPr>
          <a:xfrm>
            <a:off x="3108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data_6100">
            <a:extLst>
              <a:ext uri="{FF2B5EF4-FFF2-40B4-BE49-F238E27FC236}">
                <a16:creationId xmlns:a16="http://schemas.microsoft.com/office/drawing/2014/main" id="{43B74E05-56A0-4F61-BEC2-89DFFB045E51}"/>
              </a:ext>
            </a:extLst>
          </p:cNvPr>
          <p:cNvSpPr>
            <a:spLocks noGrp="1"/>
          </p:cNvSpPr>
          <p:nvPr/>
        </p:nvSpPr>
        <p:spPr>
          <a:xfrm>
            <a:off x="303343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data_6101">
            <a:extLst>
              <a:ext uri="{FF2B5EF4-FFF2-40B4-BE49-F238E27FC236}">
                <a16:creationId xmlns:a16="http://schemas.microsoft.com/office/drawing/2014/main" id="{644BA811-3253-4A0F-9147-B06FDC5590AD}"/>
              </a:ext>
            </a:extLst>
          </p:cNvPr>
          <p:cNvSpPr>
            <a:spLocks noGrp="1"/>
          </p:cNvSpPr>
          <p:nvPr/>
        </p:nvSpPr>
        <p:spPr>
          <a:xfrm>
            <a:off x="30137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data_6102">
            <a:extLst>
              <a:ext uri="{FF2B5EF4-FFF2-40B4-BE49-F238E27FC236}">
                <a16:creationId xmlns:a16="http://schemas.microsoft.com/office/drawing/2014/main" id="{A12AEA18-7FDE-46E0-A79C-C3ADF5D0CAF5}"/>
              </a:ext>
            </a:extLst>
          </p:cNvPr>
          <p:cNvSpPr>
            <a:spLocks noGrp="1"/>
          </p:cNvSpPr>
          <p:nvPr/>
        </p:nvSpPr>
        <p:spPr>
          <a:xfrm>
            <a:off x="30895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data_6103">
            <a:extLst>
              <a:ext uri="{FF2B5EF4-FFF2-40B4-BE49-F238E27FC236}">
                <a16:creationId xmlns:a16="http://schemas.microsoft.com/office/drawing/2014/main" id="{B486C873-44E3-4D95-8339-45611E099D54}"/>
              </a:ext>
            </a:extLst>
          </p:cNvPr>
          <p:cNvSpPr>
            <a:spLocks noGrp="1"/>
          </p:cNvSpPr>
          <p:nvPr/>
        </p:nvSpPr>
        <p:spPr>
          <a:xfrm>
            <a:off x="30076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data_6104">
            <a:extLst>
              <a:ext uri="{FF2B5EF4-FFF2-40B4-BE49-F238E27FC236}">
                <a16:creationId xmlns:a16="http://schemas.microsoft.com/office/drawing/2014/main" id="{170792FB-854E-4F0C-965E-5B852732EE3C}"/>
              </a:ext>
            </a:extLst>
          </p:cNvPr>
          <p:cNvSpPr>
            <a:spLocks noGrp="1"/>
          </p:cNvSpPr>
          <p:nvPr/>
        </p:nvSpPr>
        <p:spPr>
          <a:xfrm>
            <a:off x="30158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data_6105">
            <a:extLst>
              <a:ext uri="{FF2B5EF4-FFF2-40B4-BE49-F238E27FC236}">
                <a16:creationId xmlns:a16="http://schemas.microsoft.com/office/drawing/2014/main" id="{1F057E70-8D47-4AA7-A2E0-8C73415A5B97}"/>
              </a:ext>
            </a:extLst>
          </p:cNvPr>
          <p:cNvSpPr>
            <a:spLocks noGrp="1"/>
          </p:cNvSpPr>
          <p:nvPr/>
        </p:nvSpPr>
        <p:spPr>
          <a:xfrm>
            <a:off x="309284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data_6106">
            <a:extLst>
              <a:ext uri="{FF2B5EF4-FFF2-40B4-BE49-F238E27FC236}">
                <a16:creationId xmlns:a16="http://schemas.microsoft.com/office/drawing/2014/main" id="{9DF4366E-82D7-44B3-8CB3-215771DBEBF5}"/>
              </a:ext>
            </a:extLst>
          </p:cNvPr>
          <p:cNvSpPr>
            <a:spLocks noGrp="1"/>
          </p:cNvSpPr>
          <p:nvPr/>
        </p:nvSpPr>
        <p:spPr>
          <a:xfrm>
            <a:off x="3008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data_6107">
            <a:extLst>
              <a:ext uri="{FF2B5EF4-FFF2-40B4-BE49-F238E27FC236}">
                <a16:creationId xmlns:a16="http://schemas.microsoft.com/office/drawing/2014/main" id="{A7E1A90F-C523-4C91-B224-957FC2930A30}"/>
              </a:ext>
            </a:extLst>
          </p:cNvPr>
          <p:cNvSpPr>
            <a:spLocks noGrp="1"/>
          </p:cNvSpPr>
          <p:nvPr/>
        </p:nvSpPr>
        <p:spPr>
          <a:xfrm>
            <a:off x="31178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data_6108">
            <a:extLst>
              <a:ext uri="{FF2B5EF4-FFF2-40B4-BE49-F238E27FC236}">
                <a16:creationId xmlns:a16="http://schemas.microsoft.com/office/drawing/2014/main" id="{862F7154-A7B9-4FCF-A927-1243C51A0BD8}"/>
              </a:ext>
            </a:extLst>
          </p:cNvPr>
          <p:cNvSpPr>
            <a:spLocks noGrp="1"/>
          </p:cNvSpPr>
          <p:nvPr/>
        </p:nvSpPr>
        <p:spPr>
          <a:xfrm>
            <a:off x="30979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data_6109">
            <a:extLst>
              <a:ext uri="{FF2B5EF4-FFF2-40B4-BE49-F238E27FC236}">
                <a16:creationId xmlns:a16="http://schemas.microsoft.com/office/drawing/2014/main" id="{C3E21B80-FFF2-410D-AFE5-171F6CF69B3A}"/>
              </a:ext>
            </a:extLst>
          </p:cNvPr>
          <p:cNvSpPr>
            <a:spLocks noGrp="1"/>
          </p:cNvSpPr>
          <p:nvPr/>
        </p:nvSpPr>
        <p:spPr>
          <a:xfrm>
            <a:off x="30507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data_6110">
            <a:extLst>
              <a:ext uri="{FF2B5EF4-FFF2-40B4-BE49-F238E27FC236}">
                <a16:creationId xmlns:a16="http://schemas.microsoft.com/office/drawing/2014/main" id="{6C08B41C-7029-4D6C-B849-7418316DD4A4}"/>
              </a:ext>
            </a:extLst>
          </p:cNvPr>
          <p:cNvSpPr>
            <a:spLocks noGrp="1"/>
          </p:cNvSpPr>
          <p:nvPr/>
        </p:nvSpPr>
        <p:spPr>
          <a:xfrm>
            <a:off x="30287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data_6111">
            <a:extLst>
              <a:ext uri="{FF2B5EF4-FFF2-40B4-BE49-F238E27FC236}">
                <a16:creationId xmlns:a16="http://schemas.microsoft.com/office/drawing/2014/main" id="{BE42213A-78F2-4F7B-ADDE-7F8CC92F1D25}"/>
              </a:ext>
            </a:extLst>
          </p:cNvPr>
          <p:cNvSpPr>
            <a:spLocks noGrp="1"/>
          </p:cNvSpPr>
          <p:nvPr/>
        </p:nvSpPr>
        <p:spPr>
          <a:xfrm>
            <a:off x="3115909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data_6112">
            <a:extLst>
              <a:ext uri="{FF2B5EF4-FFF2-40B4-BE49-F238E27FC236}">
                <a16:creationId xmlns:a16="http://schemas.microsoft.com/office/drawing/2014/main" id="{B49CE2BF-58B7-4BB9-869B-7C7E1A6914B3}"/>
              </a:ext>
            </a:extLst>
          </p:cNvPr>
          <p:cNvSpPr>
            <a:spLocks noGrp="1"/>
          </p:cNvSpPr>
          <p:nvPr/>
        </p:nvSpPr>
        <p:spPr>
          <a:xfrm>
            <a:off x="3121511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data_6113">
            <a:extLst>
              <a:ext uri="{FF2B5EF4-FFF2-40B4-BE49-F238E27FC236}">
                <a16:creationId xmlns:a16="http://schemas.microsoft.com/office/drawing/2014/main" id="{BD3350A6-50B4-490B-BC2E-DCE91C26266B}"/>
              </a:ext>
            </a:extLst>
          </p:cNvPr>
          <p:cNvSpPr>
            <a:spLocks noGrp="1"/>
          </p:cNvSpPr>
          <p:nvPr/>
        </p:nvSpPr>
        <p:spPr>
          <a:xfrm>
            <a:off x="30742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data_6114">
            <a:extLst>
              <a:ext uri="{FF2B5EF4-FFF2-40B4-BE49-F238E27FC236}">
                <a16:creationId xmlns:a16="http://schemas.microsoft.com/office/drawing/2014/main" id="{3B3D6C83-D132-45A6-A951-6DE79AD2EB93}"/>
              </a:ext>
            </a:extLst>
          </p:cNvPr>
          <p:cNvSpPr>
            <a:spLocks noGrp="1"/>
          </p:cNvSpPr>
          <p:nvPr/>
        </p:nvSpPr>
        <p:spPr>
          <a:xfrm>
            <a:off x="31039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data_6115">
            <a:extLst>
              <a:ext uri="{FF2B5EF4-FFF2-40B4-BE49-F238E27FC236}">
                <a16:creationId xmlns:a16="http://schemas.microsoft.com/office/drawing/2014/main" id="{AD1A5DCB-9D5A-4918-AB70-F2BFDBD8AEC8}"/>
              </a:ext>
            </a:extLst>
          </p:cNvPr>
          <p:cNvSpPr>
            <a:spLocks noGrp="1"/>
          </p:cNvSpPr>
          <p:nvPr/>
        </p:nvSpPr>
        <p:spPr>
          <a:xfrm>
            <a:off x="30125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data_6116">
            <a:extLst>
              <a:ext uri="{FF2B5EF4-FFF2-40B4-BE49-F238E27FC236}">
                <a16:creationId xmlns:a16="http://schemas.microsoft.com/office/drawing/2014/main" id="{E10141EE-4A8B-4B2A-BC94-C63914E5A1B1}"/>
              </a:ext>
            </a:extLst>
          </p:cNvPr>
          <p:cNvSpPr>
            <a:spLocks noGrp="1"/>
          </p:cNvSpPr>
          <p:nvPr/>
        </p:nvSpPr>
        <p:spPr>
          <a:xfrm>
            <a:off x="30493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data_6117">
            <a:extLst>
              <a:ext uri="{FF2B5EF4-FFF2-40B4-BE49-F238E27FC236}">
                <a16:creationId xmlns:a16="http://schemas.microsoft.com/office/drawing/2014/main" id="{BBF856C3-BF13-407C-A32A-4CC30B1AB368}"/>
              </a:ext>
            </a:extLst>
          </p:cNvPr>
          <p:cNvSpPr>
            <a:spLocks noGrp="1"/>
          </p:cNvSpPr>
          <p:nvPr/>
        </p:nvSpPr>
        <p:spPr>
          <a:xfrm>
            <a:off x="309584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data_6118">
            <a:extLst>
              <a:ext uri="{FF2B5EF4-FFF2-40B4-BE49-F238E27FC236}">
                <a16:creationId xmlns:a16="http://schemas.microsoft.com/office/drawing/2014/main" id="{365D9F9B-6299-4F41-897B-0956F25F6427}"/>
              </a:ext>
            </a:extLst>
          </p:cNvPr>
          <p:cNvSpPr>
            <a:spLocks noGrp="1"/>
          </p:cNvSpPr>
          <p:nvPr/>
        </p:nvSpPr>
        <p:spPr>
          <a:xfrm>
            <a:off x="30046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data_6119">
            <a:extLst>
              <a:ext uri="{FF2B5EF4-FFF2-40B4-BE49-F238E27FC236}">
                <a16:creationId xmlns:a16="http://schemas.microsoft.com/office/drawing/2014/main" id="{66E0C817-6811-4ECC-AA09-F2E21D5B2DC5}"/>
              </a:ext>
            </a:extLst>
          </p:cNvPr>
          <p:cNvSpPr>
            <a:spLocks noGrp="1"/>
          </p:cNvSpPr>
          <p:nvPr/>
        </p:nvSpPr>
        <p:spPr>
          <a:xfrm>
            <a:off x="2999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data_6120">
            <a:extLst>
              <a:ext uri="{FF2B5EF4-FFF2-40B4-BE49-F238E27FC236}">
                <a16:creationId xmlns:a16="http://schemas.microsoft.com/office/drawing/2014/main" id="{D9AAD159-8E4C-480B-9EDD-6BA6F8988967}"/>
              </a:ext>
            </a:extLst>
          </p:cNvPr>
          <p:cNvSpPr>
            <a:spLocks noGrp="1"/>
          </p:cNvSpPr>
          <p:nvPr/>
        </p:nvSpPr>
        <p:spPr>
          <a:xfrm>
            <a:off x="30769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data_6121">
            <a:extLst>
              <a:ext uri="{FF2B5EF4-FFF2-40B4-BE49-F238E27FC236}">
                <a16:creationId xmlns:a16="http://schemas.microsoft.com/office/drawing/2014/main" id="{DF21EF59-46DD-46AD-B90C-2536531E451C}"/>
              </a:ext>
            </a:extLst>
          </p:cNvPr>
          <p:cNvSpPr>
            <a:spLocks noGrp="1"/>
          </p:cNvSpPr>
          <p:nvPr/>
        </p:nvSpPr>
        <p:spPr>
          <a:xfrm>
            <a:off x="31151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data_6122">
            <a:extLst>
              <a:ext uri="{FF2B5EF4-FFF2-40B4-BE49-F238E27FC236}">
                <a16:creationId xmlns:a16="http://schemas.microsoft.com/office/drawing/2014/main" id="{327E0504-8A67-4CA4-9848-E77FBD42E073}"/>
              </a:ext>
            </a:extLst>
          </p:cNvPr>
          <p:cNvSpPr>
            <a:spLocks noGrp="1"/>
          </p:cNvSpPr>
          <p:nvPr/>
        </p:nvSpPr>
        <p:spPr>
          <a:xfrm>
            <a:off x="2994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data_6123">
            <a:extLst>
              <a:ext uri="{FF2B5EF4-FFF2-40B4-BE49-F238E27FC236}">
                <a16:creationId xmlns:a16="http://schemas.microsoft.com/office/drawing/2014/main" id="{005377A3-201A-4364-9206-85D4CB39EBD6}"/>
              </a:ext>
            </a:extLst>
          </p:cNvPr>
          <p:cNvSpPr>
            <a:spLocks noGrp="1"/>
          </p:cNvSpPr>
          <p:nvPr/>
        </p:nvSpPr>
        <p:spPr>
          <a:xfrm>
            <a:off x="30451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data_6124">
            <a:extLst>
              <a:ext uri="{FF2B5EF4-FFF2-40B4-BE49-F238E27FC236}">
                <a16:creationId xmlns:a16="http://schemas.microsoft.com/office/drawing/2014/main" id="{DBBF8DC8-D887-4804-AF1B-A9516CAF9A6F}"/>
              </a:ext>
            </a:extLst>
          </p:cNvPr>
          <p:cNvSpPr>
            <a:spLocks noGrp="1"/>
          </p:cNvSpPr>
          <p:nvPr/>
        </p:nvSpPr>
        <p:spPr>
          <a:xfrm>
            <a:off x="30869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data_6125">
            <a:extLst>
              <a:ext uri="{FF2B5EF4-FFF2-40B4-BE49-F238E27FC236}">
                <a16:creationId xmlns:a16="http://schemas.microsoft.com/office/drawing/2014/main" id="{CD2AADCE-0A23-48BD-9ADC-36B6CFFD0BF2}"/>
              </a:ext>
            </a:extLst>
          </p:cNvPr>
          <p:cNvSpPr>
            <a:spLocks noGrp="1"/>
          </p:cNvSpPr>
          <p:nvPr/>
        </p:nvSpPr>
        <p:spPr>
          <a:xfrm>
            <a:off x="30478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data_6126">
            <a:extLst>
              <a:ext uri="{FF2B5EF4-FFF2-40B4-BE49-F238E27FC236}">
                <a16:creationId xmlns:a16="http://schemas.microsoft.com/office/drawing/2014/main" id="{231F1AD3-6A27-4900-A168-00D032D0AF83}"/>
              </a:ext>
            </a:extLst>
          </p:cNvPr>
          <p:cNvSpPr>
            <a:spLocks noGrp="1"/>
          </p:cNvSpPr>
          <p:nvPr/>
        </p:nvSpPr>
        <p:spPr>
          <a:xfrm>
            <a:off x="3025874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data_6127">
            <a:extLst>
              <a:ext uri="{FF2B5EF4-FFF2-40B4-BE49-F238E27FC236}">
                <a16:creationId xmlns:a16="http://schemas.microsoft.com/office/drawing/2014/main" id="{F72D8A2A-BB7E-4D6B-96C8-0A67489C9044}"/>
              </a:ext>
            </a:extLst>
          </p:cNvPr>
          <p:cNvSpPr>
            <a:spLocks noGrp="1"/>
          </p:cNvSpPr>
          <p:nvPr/>
        </p:nvSpPr>
        <p:spPr>
          <a:xfrm>
            <a:off x="3076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data_6128">
            <a:extLst>
              <a:ext uri="{FF2B5EF4-FFF2-40B4-BE49-F238E27FC236}">
                <a16:creationId xmlns:a16="http://schemas.microsoft.com/office/drawing/2014/main" id="{2B9C5F96-E3B7-4ABB-ABCB-8CA339443E9A}"/>
              </a:ext>
            </a:extLst>
          </p:cNvPr>
          <p:cNvSpPr>
            <a:spLocks noGrp="1"/>
          </p:cNvSpPr>
          <p:nvPr/>
        </p:nvSpPr>
        <p:spPr>
          <a:xfrm>
            <a:off x="30722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data_6129">
            <a:extLst>
              <a:ext uri="{FF2B5EF4-FFF2-40B4-BE49-F238E27FC236}">
                <a16:creationId xmlns:a16="http://schemas.microsoft.com/office/drawing/2014/main" id="{468511D1-41D7-4303-9C4C-7816F65B15F6}"/>
              </a:ext>
            </a:extLst>
          </p:cNvPr>
          <p:cNvSpPr>
            <a:spLocks noGrp="1"/>
          </p:cNvSpPr>
          <p:nvPr/>
        </p:nvSpPr>
        <p:spPr>
          <a:xfrm>
            <a:off x="30564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data_6130">
            <a:extLst>
              <a:ext uri="{FF2B5EF4-FFF2-40B4-BE49-F238E27FC236}">
                <a16:creationId xmlns:a16="http://schemas.microsoft.com/office/drawing/2014/main" id="{42BDFC7A-1CCD-49F6-A5A1-1EE26BA7822A}"/>
              </a:ext>
            </a:extLst>
          </p:cNvPr>
          <p:cNvSpPr>
            <a:spLocks noGrp="1"/>
          </p:cNvSpPr>
          <p:nvPr/>
        </p:nvSpPr>
        <p:spPr>
          <a:xfrm>
            <a:off x="30691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data_6131">
            <a:extLst>
              <a:ext uri="{FF2B5EF4-FFF2-40B4-BE49-F238E27FC236}">
                <a16:creationId xmlns:a16="http://schemas.microsoft.com/office/drawing/2014/main" id="{B091CE15-F27D-4A46-9563-3C1F62E24978}"/>
              </a:ext>
            </a:extLst>
          </p:cNvPr>
          <p:cNvSpPr>
            <a:spLocks noGrp="1"/>
          </p:cNvSpPr>
          <p:nvPr/>
        </p:nvSpPr>
        <p:spPr>
          <a:xfrm>
            <a:off x="30317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data_6132">
            <a:extLst>
              <a:ext uri="{FF2B5EF4-FFF2-40B4-BE49-F238E27FC236}">
                <a16:creationId xmlns:a16="http://schemas.microsoft.com/office/drawing/2014/main" id="{A7ADFE81-EB8E-4199-BBBA-CC7077B13542}"/>
              </a:ext>
            </a:extLst>
          </p:cNvPr>
          <p:cNvSpPr>
            <a:spLocks noGrp="1"/>
          </p:cNvSpPr>
          <p:nvPr/>
        </p:nvSpPr>
        <p:spPr>
          <a:xfrm>
            <a:off x="30609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data_6133">
            <a:extLst>
              <a:ext uri="{FF2B5EF4-FFF2-40B4-BE49-F238E27FC236}">
                <a16:creationId xmlns:a16="http://schemas.microsoft.com/office/drawing/2014/main" id="{2426AB83-0521-43F1-8233-E78F1BBF60A3}"/>
              </a:ext>
            </a:extLst>
          </p:cNvPr>
          <p:cNvSpPr>
            <a:spLocks noGrp="1"/>
          </p:cNvSpPr>
          <p:nvPr/>
        </p:nvSpPr>
        <p:spPr>
          <a:xfrm>
            <a:off x="3033040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data_6134">
            <a:extLst>
              <a:ext uri="{FF2B5EF4-FFF2-40B4-BE49-F238E27FC236}">
                <a16:creationId xmlns:a16="http://schemas.microsoft.com/office/drawing/2014/main" id="{DFEA938A-B35F-4DE2-8876-4475174FE91B}"/>
              </a:ext>
            </a:extLst>
          </p:cNvPr>
          <p:cNvSpPr>
            <a:spLocks noGrp="1"/>
          </p:cNvSpPr>
          <p:nvPr/>
        </p:nvSpPr>
        <p:spPr>
          <a:xfrm>
            <a:off x="304450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data_6135">
            <a:extLst>
              <a:ext uri="{FF2B5EF4-FFF2-40B4-BE49-F238E27FC236}">
                <a16:creationId xmlns:a16="http://schemas.microsoft.com/office/drawing/2014/main" id="{A83BE52B-DF5B-4FD2-8F0C-1FEDFF3B1777}"/>
              </a:ext>
            </a:extLst>
          </p:cNvPr>
          <p:cNvSpPr>
            <a:spLocks noGrp="1"/>
          </p:cNvSpPr>
          <p:nvPr/>
        </p:nvSpPr>
        <p:spPr>
          <a:xfrm>
            <a:off x="310079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data_6136">
            <a:extLst>
              <a:ext uri="{FF2B5EF4-FFF2-40B4-BE49-F238E27FC236}">
                <a16:creationId xmlns:a16="http://schemas.microsoft.com/office/drawing/2014/main" id="{5650C0B0-3FB7-4B95-8988-E1178C3C1428}"/>
              </a:ext>
            </a:extLst>
          </p:cNvPr>
          <p:cNvSpPr>
            <a:spLocks noGrp="1"/>
          </p:cNvSpPr>
          <p:nvPr/>
        </p:nvSpPr>
        <p:spPr>
          <a:xfrm>
            <a:off x="30085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data_6137">
            <a:extLst>
              <a:ext uri="{FF2B5EF4-FFF2-40B4-BE49-F238E27FC236}">
                <a16:creationId xmlns:a16="http://schemas.microsoft.com/office/drawing/2014/main" id="{1A3FD370-5518-4765-A86F-D3453C896840}"/>
              </a:ext>
            </a:extLst>
          </p:cNvPr>
          <p:cNvSpPr>
            <a:spLocks noGrp="1"/>
          </p:cNvSpPr>
          <p:nvPr/>
        </p:nvSpPr>
        <p:spPr>
          <a:xfrm>
            <a:off x="3014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data_6138">
            <a:extLst>
              <a:ext uri="{FF2B5EF4-FFF2-40B4-BE49-F238E27FC236}">
                <a16:creationId xmlns:a16="http://schemas.microsoft.com/office/drawing/2014/main" id="{62B961F9-5D06-4E33-BA0B-07DA589A41BD}"/>
              </a:ext>
            </a:extLst>
          </p:cNvPr>
          <p:cNvSpPr>
            <a:spLocks noGrp="1"/>
          </p:cNvSpPr>
          <p:nvPr/>
        </p:nvSpPr>
        <p:spPr>
          <a:xfrm>
            <a:off x="30687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data_6139">
            <a:extLst>
              <a:ext uri="{FF2B5EF4-FFF2-40B4-BE49-F238E27FC236}">
                <a16:creationId xmlns:a16="http://schemas.microsoft.com/office/drawing/2014/main" id="{93B66D92-0CFA-4188-9C17-49BB7C95BB4E}"/>
              </a:ext>
            </a:extLst>
          </p:cNvPr>
          <p:cNvSpPr>
            <a:spLocks noGrp="1"/>
          </p:cNvSpPr>
          <p:nvPr/>
        </p:nvSpPr>
        <p:spPr>
          <a:xfrm>
            <a:off x="30675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data_6140">
            <a:extLst>
              <a:ext uri="{FF2B5EF4-FFF2-40B4-BE49-F238E27FC236}">
                <a16:creationId xmlns:a16="http://schemas.microsoft.com/office/drawing/2014/main" id="{A03C4CAB-A714-4412-AFE8-2C363F92F47D}"/>
              </a:ext>
            </a:extLst>
          </p:cNvPr>
          <p:cNvSpPr>
            <a:spLocks noGrp="1"/>
          </p:cNvSpPr>
          <p:nvPr/>
        </p:nvSpPr>
        <p:spPr>
          <a:xfrm>
            <a:off x="3109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data_6141">
            <a:extLst>
              <a:ext uri="{FF2B5EF4-FFF2-40B4-BE49-F238E27FC236}">
                <a16:creationId xmlns:a16="http://schemas.microsoft.com/office/drawing/2014/main" id="{1580C1EA-ECF6-4BFE-AB2A-0F429CEB696A}"/>
              </a:ext>
            </a:extLst>
          </p:cNvPr>
          <p:cNvSpPr>
            <a:spLocks noGrp="1"/>
          </p:cNvSpPr>
          <p:nvPr/>
        </p:nvSpPr>
        <p:spPr>
          <a:xfrm>
            <a:off x="3090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data_6142">
            <a:extLst>
              <a:ext uri="{FF2B5EF4-FFF2-40B4-BE49-F238E27FC236}">
                <a16:creationId xmlns:a16="http://schemas.microsoft.com/office/drawing/2014/main" id="{1227F35A-3DD5-498E-9F7E-EC7BFDA87BD0}"/>
              </a:ext>
            </a:extLst>
          </p:cNvPr>
          <p:cNvSpPr>
            <a:spLocks noGrp="1"/>
          </p:cNvSpPr>
          <p:nvPr/>
        </p:nvSpPr>
        <p:spPr>
          <a:xfrm>
            <a:off x="3009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data_6143">
            <a:extLst>
              <a:ext uri="{FF2B5EF4-FFF2-40B4-BE49-F238E27FC236}">
                <a16:creationId xmlns:a16="http://schemas.microsoft.com/office/drawing/2014/main" id="{B8F3D1F2-2617-46E9-9528-AB935CE225AF}"/>
              </a:ext>
            </a:extLst>
          </p:cNvPr>
          <p:cNvSpPr>
            <a:spLocks noGrp="1"/>
          </p:cNvSpPr>
          <p:nvPr/>
        </p:nvSpPr>
        <p:spPr>
          <a:xfrm>
            <a:off x="3028740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data_6144">
            <a:extLst>
              <a:ext uri="{FF2B5EF4-FFF2-40B4-BE49-F238E27FC236}">
                <a16:creationId xmlns:a16="http://schemas.microsoft.com/office/drawing/2014/main" id="{A3F73FA3-980E-4E83-A3B9-A71105D2AB3F}"/>
              </a:ext>
            </a:extLst>
          </p:cNvPr>
          <p:cNvSpPr>
            <a:spLocks noGrp="1"/>
          </p:cNvSpPr>
          <p:nvPr/>
        </p:nvSpPr>
        <p:spPr>
          <a:xfrm>
            <a:off x="30804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data_6145">
            <a:extLst>
              <a:ext uri="{FF2B5EF4-FFF2-40B4-BE49-F238E27FC236}">
                <a16:creationId xmlns:a16="http://schemas.microsoft.com/office/drawing/2014/main" id="{080F58E6-6DF2-4312-8BD3-F928C04A980C}"/>
              </a:ext>
            </a:extLst>
          </p:cNvPr>
          <p:cNvSpPr>
            <a:spLocks noGrp="1"/>
          </p:cNvSpPr>
          <p:nvPr/>
        </p:nvSpPr>
        <p:spPr>
          <a:xfrm>
            <a:off x="3002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data_6146">
            <a:extLst>
              <a:ext uri="{FF2B5EF4-FFF2-40B4-BE49-F238E27FC236}">
                <a16:creationId xmlns:a16="http://schemas.microsoft.com/office/drawing/2014/main" id="{27D31BFA-E899-4D15-9BA0-2927605529D1}"/>
              </a:ext>
            </a:extLst>
          </p:cNvPr>
          <p:cNvSpPr>
            <a:spLocks noGrp="1"/>
          </p:cNvSpPr>
          <p:nvPr/>
        </p:nvSpPr>
        <p:spPr>
          <a:xfrm>
            <a:off x="30928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data_6147">
            <a:extLst>
              <a:ext uri="{FF2B5EF4-FFF2-40B4-BE49-F238E27FC236}">
                <a16:creationId xmlns:a16="http://schemas.microsoft.com/office/drawing/2014/main" id="{E5E84106-E4DD-45E3-A617-AF8CF5BBA45A}"/>
              </a:ext>
            </a:extLst>
          </p:cNvPr>
          <p:cNvSpPr>
            <a:spLocks noGrp="1"/>
          </p:cNvSpPr>
          <p:nvPr/>
        </p:nvSpPr>
        <p:spPr>
          <a:xfrm>
            <a:off x="30972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data_6148">
            <a:extLst>
              <a:ext uri="{FF2B5EF4-FFF2-40B4-BE49-F238E27FC236}">
                <a16:creationId xmlns:a16="http://schemas.microsoft.com/office/drawing/2014/main" id="{AC7D3F99-3717-4595-86B8-DFA4DC96728A}"/>
              </a:ext>
            </a:extLst>
          </p:cNvPr>
          <p:cNvSpPr>
            <a:spLocks noGrp="1"/>
          </p:cNvSpPr>
          <p:nvPr/>
        </p:nvSpPr>
        <p:spPr>
          <a:xfrm>
            <a:off x="30834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data_6149">
            <a:extLst>
              <a:ext uri="{FF2B5EF4-FFF2-40B4-BE49-F238E27FC236}">
                <a16:creationId xmlns:a16="http://schemas.microsoft.com/office/drawing/2014/main" id="{E753DF09-271E-4F7A-9597-209F78B26136}"/>
              </a:ext>
            </a:extLst>
          </p:cNvPr>
          <p:cNvSpPr>
            <a:spLocks noGrp="1"/>
          </p:cNvSpPr>
          <p:nvPr/>
        </p:nvSpPr>
        <p:spPr>
          <a:xfrm>
            <a:off x="30822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data_6150">
            <a:extLst>
              <a:ext uri="{FF2B5EF4-FFF2-40B4-BE49-F238E27FC236}">
                <a16:creationId xmlns:a16="http://schemas.microsoft.com/office/drawing/2014/main" id="{8ABD1953-0397-4BAD-BDE9-87399BDD2BEC}"/>
              </a:ext>
            </a:extLst>
          </p:cNvPr>
          <p:cNvSpPr>
            <a:spLocks noGrp="1"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data_6151">
            <a:extLst>
              <a:ext uri="{FF2B5EF4-FFF2-40B4-BE49-F238E27FC236}">
                <a16:creationId xmlns:a16="http://schemas.microsoft.com/office/drawing/2014/main" id="{11B72726-62B8-4A91-96B8-CFC99A16485E}"/>
              </a:ext>
            </a:extLst>
          </p:cNvPr>
          <p:cNvSpPr>
            <a:spLocks noGrp="1"/>
          </p:cNvSpPr>
          <p:nvPr/>
        </p:nvSpPr>
        <p:spPr>
          <a:xfrm>
            <a:off x="30632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data_6152">
            <a:extLst>
              <a:ext uri="{FF2B5EF4-FFF2-40B4-BE49-F238E27FC236}">
                <a16:creationId xmlns:a16="http://schemas.microsoft.com/office/drawing/2014/main" id="{02D241C1-A944-4C4C-8151-1EE6182DEE7E}"/>
              </a:ext>
            </a:extLst>
          </p:cNvPr>
          <p:cNvSpPr>
            <a:spLocks noGrp="1"/>
          </p:cNvSpPr>
          <p:nvPr/>
        </p:nvSpPr>
        <p:spPr>
          <a:xfrm>
            <a:off x="29956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data_6153">
            <a:extLst>
              <a:ext uri="{FF2B5EF4-FFF2-40B4-BE49-F238E27FC236}">
                <a16:creationId xmlns:a16="http://schemas.microsoft.com/office/drawing/2014/main" id="{C371013C-37A0-4D4D-8B55-AB45EA9A9515}"/>
              </a:ext>
            </a:extLst>
          </p:cNvPr>
          <p:cNvSpPr>
            <a:spLocks noGrp="1"/>
          </p:cNvSpPr>
          <p:nvPr/>
        </p:nvSpPr>
        <p:spPr>
          <a:xfrm>
            <a:off x="30630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data_6154">
            <a:extLst>
              <a:ext uri="{FF2B5EF4-FFF2-40B4-BE49-F238E27FC236}">
                <a16:creationId xmlns:a16="http://schemas.microsoft.com/office/drawing/2014/main" id="{1E770D76-109D-4497-87CC-090D8A9709A4}"/>
              </a:ext>
            </a:extLst>
          </p:cNvPr>
          <p:cNvSpPr>
            <a:spLocks noGrp="1"/>
          </p:cNvSpPr>
          <p:nvPr/>
        </p:nvSpPr>
        <p:spPr>
          <a:xfrm>
            <a:off x="3012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data_6155">
            <a:extLst>
              <a:ext uri="{FF2B5EF4-FFF2-40B4-BE49-F238E27FC236}">
                <a16:creationId xmlns:a16="http://schemas.microsoft.com/office/drawing/2014/main" id="{0948E39F-76CD-4F8C-8DF9-8DA933662D1C}"/>
              </a:ext>
            </a:extLst>
          </p:cNvPr>
          <p:cNvSpPr>
            <a:spLocks noGrp="1"/>
          </p:cNvSpPr>
          <p:nvPr/>
        </p:nvSpPr>
        <p:spPr>
          <a:xfrm>
            <a:off x="3082813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data_6156">
            <a:extLst>
              <a:ext uri="{FF2B5EF4-FFF2-40B4-BE49-F238E27FC236}">
                <a16:creationId xmlns:a16="http://schemas.microsoft.com/office/drawing/2014/main" id="{13CE3466-01E7-44D2-86C6-B1A95D335064}"/>
              </a:ext>
            </a:extLst>
          </p:cNvPr>
          <p:cNvSpPr>
            <a:spLocks noGrp="1"/>
          </p:cNvSpPr>
          <p:nvPr/>
        </p:nvSpPr>
        <p:spPr>
          <a:xfrm>
            <a:off x="3100013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data_6157">
            <a:extLst>
              <a:ext uri="{FF2B5EF4-FFF2-40B4-BE49-F238E27FC236}">
                <a16:creationId xmlns:a16="http://schemas.microsoft.com/office/drawing/2014/main" id="{32F59C4E-C7AB-4E41-83B3-7B32614E9E07}"/>
              </a:ext>
            </a:extLst>
          </p:cNvPr>
          <p:cNvSpPr>
            <a:spLocks noGrp="1"/>
          </p:cNvSpPr>
          <p:nvPr/>
        </p:nvSpPr>
        <p:spPr>
          <a:xfrm>
            <a:off x="3010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data_6158">
            <a:extLst>
              <a:ext uri="{FF2B5EF4-FFF2-40B4-BE49-F238E27FC236}">
                <a16:creationId xmlns:a16="http://schemas.microsoft.com/office/drawing/2014/main" id="{88EAEF87-6B59-4679-A73B-D098FE334CA0}"/>
              </a:ext>
            </a:extLst>
          </p:cNvPr>
          <p:cNvSpPr>
            <a:spLocks noGrp="1"/>
          </p:cNvSpPr>
          <p:nvPr/>
        </p:nvSpPr>
        <p:spPr>
          <a:xfrm>
            <a:off x="3083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data_6159">
            <a:extLst>
              <a:ext uri="{FF2B5EF4-FFF2-40B4-BE49-F238E27FC236}">
                <a16:creationId xmlns:a16="http://schemas.microsoft.com/office/drawing/2014/main" id="{520D5375-7EBC-4935-8217-336926348648}"/>
              </a:ext>
            </a:extLst>
          </p:cNvPr>
          <p:cNvSpPr>
            <a:spLocks noGrp="1"/>
          </p:cNvSpPr>
          <p:nvPr/>
        </p:nvSpPr>
        <p:spPr>
          <a:xfrm>
            <a:off x="30172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data_6160">
            <a:extLst>
              <a:ext uri="{FF2B5EF4-FFF2-40B4-BE49-F238E27FC236}">
                <a16:creationId xmlns:a16="http://schemas.microsoft.com/office/drawing/2014/main" id="{623F2324-9D10-4D1E-8D1D-C6B5305FA2F6}"/>
              </a:ext>
            </a:extLst>
          </p:cNvPr>
          <p:cNvSpPr>
            <a:spLocks noGrp="1"/>
          </p:cNvSpPr>
          <p:nvPr/>
        </p:nvSpPr>
        <p:spPr>
          <a:xfrm>
            <a:off x="30230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data_6161">
            <a:extLst>
              <a:ext uri="{FF2B5EF4-FFF2-40B4-BE49-F238E27FC236}">
                <a16:creationId xmlns:a16="http://schemas.microsoft.com/office/drawing/2014/main" id="{FC774D9B-9C85-4833-A3DB-138F163137D0}"/>
              </a:ext>
            </a:extLst>
          </p:cNvPr>
          <p:cNvSpPr>
            <a:spLocks noGrp="1"/>
          </p:cNvSpPr>
          <p:nvPr/>
        </p:nvSpPr>
        <p:spPr>
          <a:xfrm>
            <a:off x="30075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data_6162">
            <a:extLst>
              <a:ext uri="{FF2B5EF4-FFF2-40B4-BE49-F238E27FC236}">
                <a16:creationId xmlns:a16="http://schemas.microsoft.com/office/drawing/2014/main" id="{106461AE-D518-4FCA-B9A8-1DC8288BC714}"/>
              </a:ext>
            </a:extLst>
          </p:cNvPr>
          <p:cNvSpPr>
            <a:spLocks noGrp="1"/>
          </p:cNvSpPr>
          <p:nvPr/>
        </p:nvSpPr>
        <p:spPr>
          <a:xfrm>
            <a:off x="308255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data_6163">
            <a:extLst>
              <a:ext uri="{FF2B5EF4-FFF2-40B4-BE49-F238E27FC236}">
                <a16:creationId xmlns:a16="http://schemas.microsoft.com/office/drawing/2014/main" id="{0992B391-8D99-4177-8FCC-6E68DB1D9020}"/>
              </a:ext>
            </a:extLst>
          </p:cNvPr>
          <p:cNvSpPr>
            <a:spLocks noGrp="1"/>
          </p:cNvSpPr>
          <p:nvPr/>
        </p:nvSpPr>
        <p:spPr>
          <a:xfrm>
            <a:off x="3116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data_6164">
            <a:extLst>
              <a:ext uri="{FF2B5EF4-FFF2-40B4-BE49-F238E27FC236}">
                <a16:creationId xmlns:a16="http://schemas.microsoft.com/office/drawing/2014/main" id="{6DB3906F-043E-45BF-AEF0-E99921F9A8FE}"/>
              </a:ext>
            </a:extLst>
          </p:cNvPr>
          <p:cNvSpPr>
            <a:spLocks noGrp="1"/>
          </p:cNvSpPr>
          <p:nvPr/>
        </p:nvSpPr>
        <p:spPr>
          <a:xfrm>
            <a:off x="312177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data_6165">
            <a:extLst>
              <a:ext uri="{FF2B5EF4-FFF2-40B4-BE49-F238E27FC236}">
                <a16:creationId xmlns:a16="http://schemas.microsoft.com/office/drawing/2014/main" id="{DD9AB73B-8308-4A1E-A15F-3D69B3AB0960}"/>
              </a:ext>
            </a:extLst>
          </p:cNvPr>
          <p:cNvSpPr>
            <a:spLocks noGrp="1"/>
          </p:cNvSpPr>
          <p:nvPr/>
        </p:nvSpPr>
        <p:spPr>
          <a:xfrm>
            <a:off x="3041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data_6166">
            <a:extLst>
              <a:ext uri="{FF2B5EF4-FFF2-40B4-BE49-F238E27FC236}">
                <a16:creationId xmlns:a16="http://schemas.microsoft.com/office/drawing/2014/main" id="{F97C4F90-5096-413F-B0DB-E3CAD4CAEF77}"/>
              </a:ext>
            </a:extLst>
          </p:cNvPr>
          <p:cNvSpPr>
            <a:spLocks noGrp="1"/>
          </p:cNvSpPr>
          <p:nvPr/>
        </p:nvSpPr>
        <p:spPr>
          <a:xfrm>
            <a:off x="308906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data_6167">
            <a:extLst>
              <a:ext uri="{FF2B5EF4-FFF2-40B4-BE49-F238E27FC236}">
                <a16:creationId xmlns:a16="http://schemas.microsoft.com/office/drawing/2014/main" id="{36092938-FDE9-498A-8C9B-F1A1DA747B8E}"/>
              </a:ext>
            </a:extLst>
          </p:cNvPr>
          <p:cNvSpPr>
            <a:spLocks noGrp="1"/>
          </p:cNvSpPr>
          <p:nvPr/>
        </p:nvSpPr>
        <p:spPr>
          <a:xfrm>
            <a:off x="3114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data_6168">
            <a:extLst>
              <a:ext uri="{FF2B5EF4-FFF2-40B4-BE49-F238E27FC236}">
                <a16:creationId xmlns:a16="http://schemas.microsoft.com/office/drawing/2014/main" id="{9890651A-677A-4F5F-802A-17C8D226BF9D}"/>
              </a:ext>
            </a:extLst>
          </p:cNvPr>
          <p:cNvSpPr>
            <a:spLocks noGrp="1"/>
          </p:cNvSpPr>
          <p:nvPr/>
        </p:nvSpPr>
        <p:spPr>
          <a:xfrm>
            <a:off x="309897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data_6169">
            <a:extLst>
              <a:ext uri="{FF2B5EF4-FFF2-40B4-BE49-F238E27FC236}">
                <a16:creationId xmlns:a16="http://schemas.microsoft.com/office/drawing/2014/main" id="{C69D5C5F-BC3A-40BE-85D8-1FE0492ACAC1}"/>
              </a:ext>
            </a:extLst>
          </p:cNvPr>
          <p:cNvSpPr>
            <a:spLocks noGrp="1"/>
          </p:cNvSpPr>
          <p:nvPr/>
        </p:nvSpPr>
        <p:spPr>
          <a:xfrm>
            <a:off x="3085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data_6170">
            <a:extLst>
              <a:ext uri="{FF2B5EF4-FFF2-40B4-BE49-F238E27FC236}">
                <a16:creationId xmlns:a16="http://schemas.microsoft.com/office/drawing/2014/main" id="{1D948C51-47B3-4444-8FB7-79F977956EC3}"/>
              </a:ext>
            </a:extLst>
          </p:cNvPr>
          <p:cNvSpPr>
            <a:spLocks noGrp="1"/>
          </p:cNvSpPr>
          <p:nvPr/>
        </p:nvSpPr>
        <p:spPr>
          <a:xfrm>
            <a:off x="30532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data_6171">
            <a:extLst>
              <a:ext uri="{FF2B5EF4-FFF2-40B4-BE49-F238E27FC236}">
                <a16:creationId xmlns:a16="http://schemas.microsoft.com/office/drawing/2014/main" id="{33E0D1AB-ABC5-4770-8B64-27771237FFDB}"/>
              </a:ext>
            </a:extLst>
          </p:cNvPr>
          <p:cNvSpPr>
            <a:spLocks noGrp="1"/>
          </p:cNvSpPr>
          <p:nvPr/>
        </p:nvSpPr>
        <p:spPr>
          <a:xfrm>
            <a:off x="3049327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data_6172">
            <a:extLst>
              <a:ext uri="{FF2B5EF4-FFF2-40B4-BE49-F238E27FC236}">
                <a16:creationId xmlns:a16="http://schemas.microsoft.com/office/drawing/2014/main" id="{3001E397-2D3A-4CC0-9BCF-928AC167D152}"/>
              </a:ext>
            </a:extLst>
          </p:cNvPr>
          <p:cNvSpPr>
            <a:spLocks noGrp="1"/>
          </p:cNvSpPr>
          <p:nvPr/>
        </p:nvSpPr>
        <p:spPr>
          <a:xfrm>
            <a:off x="30059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data_6173">
            <a:extLst>
              <a:ext uri="{FF2B5EF4-FFF2-40B4-BE49-F238E27FC236}">
                <a16:creationId xmlns:a16="http://schemas.microsoft.com/office/drawing/2014/main" id="{7EB7AECC-ADC4-4DC2-9853-46CF2A5FAFC9}"/>
              </a:ext>
            </a:extLst>
          </p:cNvPr>
          <p:cNvSpPr>
            <a:spLocks noGrp="1"/>
          </p:cNvSpPr>
          <p:nvPr/>
        </p:nvSpPr>
        <p:spPr>
          <a:xfrm>
            <a:off x="311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data_6174">
            <a:extLst>
              <a:ext uri="{FF2B5EF4-FFF2-40B4-BE49-F238E27FC236}">
                <a16:creationId xmlns:a16="http://schemas.microsoft.com/office/drawing/2014/main" id="{A0CD3247-8AE7-4D29-AC6B-7255E1439616}"/>
              </a:ext>
            </a:extLst>
          </p:cNvPr>
          <p:cNvSpPr>
            <a:spLocks noGrp="1"/>
          </p:cNvSpPr>
          <p:nvPr/>
        </p:nvSpPr>
        <p:spPr>
          <a:xfrm>
            <a:off x="31009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data_6175">
            <a:extLst>
              <a:ext uri="{FF2B5EF4-FFF2-40B4-BE49-F238E27FC236}">
                <a16:creationId xmlns:a16="http://schemas.microsoft.com/office/drawing/2014/main" id="{CEB3A34E-8966-46A1-AB7C-4F21A6700AF1}"/>
              </a:ext>
            </a:extLst>
          </p:cNvPr>
          <p:cNvSpPr>
            <a:spLocks noGrp="1"/>
          </p:cNvSpPr>
          <p:nvPr/>
        </p:nvSpPr>
        <p:spPr>
          <a:xfrm>
            <a:off x="30812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data_6176">
            <a:extLst>
              <a:ext uri="{FF2B5EF4-FFF2-40B4-BE49-F238E27FC236}">
                <a16:creationId xmlns:a16="http://schemas.microsoft.com/office/drawing/2014/main" id="{598AE3E0-96EA-4E7A-B836-ED5092649DCD}"/>
              </a:ext>
            </a:extLst>
          </p:cNvPr>
          <p:cNvSpPr>
            <a:spLocks noGrp="1"/>
          </p:cNvSpPr>
          <p:nvPr/>
        </p:nvSpPr>
        <p:spPr>
          <a:xfrm>
            <a:off x="3001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data_6177">
            <a:extLst>
              <a:ext uri="{FF2B5EF4-FFF2-40B4-BE49-F238E27FC236}">
                <a16:creationId xmlns:a16="http://schemas.microsoft.com/office/drawing/2014/main" id="{8F330A8D-1603-4A7B-B356-C6AAD3753BA5}"/>
              </a:ext>
            </a:extLst>
          </p:cNvPr>
          <p:cNvSpPr>
            <a:spLocks noGrp="1"/>
          </p:cNvSpPr>
          <p:nvPr/>
        </p:nvSpPr>
        <p:spPr>
          <a:xfrm>
            <a:off x="3014017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data_6178">
            <a:extLst>
              <a:ext uri="{FF2B5EF4-FFF2-40B4-BE49-F238E27FC236}">
                <a16:creationId xmlns:a16="http://schemas.microsoft.com/office/drawing/2014/main" id="{02AE360C-7847-4505-8D0F-ACF23F94A16D}"/>
              </a:ext>
            </a:extLst>
          </p:cNvPr>
          <p:cNvSpPr>
            <a:spLocks noGrp="1"/>
          </p:cNvSpPr>
          <p:nvPr/>
        </p:nvSpPr>
        <p:spPr>
          <a:xfrm>
            <a:off x="30266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data_6179">
            <a:extLst>
              <a:ext uri="{FF2B5EF4-FFF2-40B4-BE49-F238E27FC236}">
                <a16:creationId xmlns:a16="http://schemas.microsoft.com/office/drawing/2014/main" id="{F2C29A21-7763-4E72-8DCE-B3ABED9DF478}"/>
              </a:ext>
            </a:extLst>
          </p:cNvPr>
          <p:cNvSpPr>
            <a:spLocks noGrp="1"/>
          </p:cNvSpPr>
          <p:nvPr/>
        </p:nvSpPr>
        <p:spPr>
          <a:xfrm>
            <a:off x="308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data_6180">
            <a:extLst>
              <a:ext uri="{FF2B5EF4-FFF2-40B4-BE49-F238E27FC236}">
                <a16:creationId xmlns:a16="http://schemas.microsoft.com/office/drawing/2014/main" id="{8695CDA0-CE46-4C58-81EF-35EFDC29BE90}"/>
              </a:ext>
            </a:extLst>
          </p:cNvPr>
          <p:cNvSpPr>
            <a:spLocks noGrp="1"/>
          </p:cNvSpPr>
          <p:nvPr/>
        </p:nvSpPr>
        <p:spPr>
          <a:xfrm>
            <a:off x="30693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data_6181">
            <a:extLst>
              <a:ext uri="{FF2B5EF4-FFF2-40B4-BE49-F238E27FC236}">
                <a16:creationId xmlns:a16="http://schemas.microsoft.com/office/drawing/2014/main" id="{E08D4A41-00C5-4D0C-9B8E-2111D158719D}"/>
              </a:ext>
            </a:extLst>
          </p:cNvPr>
          <p:cNvSpPr>
            <a:spLocks noGrp="1"/>
          </p:cNvSpPr>
          <p:nvPr/>
        </p:nvSpPr>
        <p:spPr>
          <a:xfrm>
            <a:off x="301948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data_6182">
            <a:extLst>
              <a:ext uri="{FF2B5EF4-FFF2-40B4-BE49-F238E27FC236}">
                <a16:creationId xmlns:a16="http://schemas.microsoft.com/office/drawing/2014/main" id="{D6189296-8D63-4A63-B41D-F4F2C9941705}"/>
              </a:ext>
            </a:extLst>
          </p:cNvPr>
          <p:cNvSpPr>
            <a:spLocks noGrp="1"/>
          </p:cNvSpPr>
          <p:nvPr/>
        </p:nvSpPr>
        <p:spPr>
          <a:xfrm>
            <a:off x="30430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data_6183">
            <a:extLst>
              <a:ext uri="{FF2B5EF4-FFF2-40B4-BE49-F238E27FC236}">
                <a16:creationId xmlns:a16="http://schemas.microsoft.com/office/drawing/2014/main" id="{01EC6598-7027-4A37-B3E8-E3B057243AB5}"/>
              </a:ext>
            </a:extLst>
          </p:cNvPr>
          <p:cNvSpPr>
            <a:spLocks noGrp="1"/>
          </p:cNvSpPr>
          <p:nvPr/>
        </p:nvSpPr>
        <p:spPr>
          <a:xfrm>
            <a:off x="299694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data_6184">
            <a:extLst>
              <a:ext uri="{FF2B5EF4-FFF2-40B4-BE49-F238E27FC236}">
                <a16:creationId xmlns:a16="http://schemas.microsoft.com/office/drawing/2014/main" id="{CED537AE-A33B-4227-B4EE-C1EA4D612C77}"/>
              </a:ext>
            </a:extLst>
          </p:cNvPr>
          <p:cNvSpPr>
            <a:spLocks noGrp="1"/>
          </p:cNvSpPr>
          <p:nvPr/>
        </p:nvSpPr>
        <p:spPr>
          <a:xfrm>
            <a:off x="1007269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39" name="data_6185">
            <a:extLst>
              <a:ext uri="{FF2B5EF4-FFF2-40B4-BE49-F238E27FC236}">
                <a16:creationId xmlns:a16="http://schemas.microsoft.com/office/drawing/2014/main" id="{F65D2819-AA18-4B06-845C-ED4645699B9D}"/>
              </a:ext>
            </a:extLst>
          </p:cNvPr>
          <p:cNvSpPr>
            <a:spLocks noGrp="1"/>
          </p:cNvSpPr>
          <p:nvPr/>
        </p:nvSpPr>
        <p:spPr>
          <a:xfrm>
            <a:off x="1007269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40" name="text_6186">
            <a:extLst>
              <a:ext uri="{FF2B5EF4-FFF2-40B4-BE49-F238E27FC236}">
                <a16:creationId xmlns:a16="http://schemas.microsoft.com/office/drawing/2014/main" id="{E137F8F9-D6B8-454B-99E1-D44A73C29E46}"/>
              </a:ext>
            </a:extLst>
          </p:cNvPr>
          <p:cNvSpPr>
            <a:spLocks noGrp="1"/>
          </p:cNvSpPr>
          <p:nvPr/>
        </p:nvSpPr>
        <p:spPr>
          <a:xfrm>
            <a:off x="617111" y="1802843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6187">
            <a:extLst>
              <a:ext uri="{FF2B5EF4-FFF2-40B4-BE49-F238E27FC236}">
                <a16:creationId xmlns:a16="http://schemas.microsoft.com/office/drawing/2014/main" id="{358B3C1C-50F4-49D7-839B-77D68A5857EB}"/>
              </a:ext>
            </a:extLst>
          </p:cNvPr>
          <p:cNvSpPr>
            <a:spLocks noGrp="1"/>
          </p:cNvSpPr>
          <p:nvPr/>
        </p:nvSpPr>
        <p:spPr>
          <a:xfrm>
            <a:off x="1007269" y="1837547"/>
            <a:ext cx="869596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6188">
            <a:extLst>
              <a:ext uri="{FF2B5EF4-FFF2-40B4-BE49-F238E27FC236}">
                <a16:creationId xmlns:a16="http://schemas.microsoft.com/office/drawing/2014/main" id="{C4191B09-0C91-423C-9EB1-AF05B7F5A535}"/>
              </a:ext>
            </a:extLst>
          </p:cNvPr>
          <p:cNvSpPr>
            <a:spLocks noGrp="1"/>
          </p:cNvSpPr>
          <p:nvPr/>
        </p:nvSpPr>
        <p:spPr>
          <a:xfrm>
            <a:off x="1027760" y="2707656"/>
            <a:ext cx="2049083" cy="1274320"/>
          </a:xfrm>
          <a:custGeom>
            <a:avLst/>
            <a:gdLst/>
            <a:ahLst/>
            <a:cxnLst/>
            <a:rect l="0" t="0" r="0" b="0"/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743" name="data_6189">
            <a:extLst>
              <a:ext uri="{FF2B5EF4-FFF2-40B4-BE49-F238E27FC236}">
                <a16:creationId xmlns:a16="http://schemas.microsoft.com/office/drawing/2014/main" id="{1BDE1A9B-B5CF-4630-B07D-B3DA6709F9DF}"/>
              </a:ext>
            </a:extLst>
          </p:cNvPr>
          <p:cNvSpPr>
            <a:spLocks noGrp="1"/>
          </p:cNvSpPr>
          <p:nvPr/>
        </p:nvSpPr>
        <p:spPr>
          <a:xfrm>
            <a:off x="1027760" y="2501236"/>
            <a:ext cx="2049083" cy="1480741"/>
          </a:xfrm>
          <a:custGeom>
            <a:avLst/>
            <a:gdLst/>
            <a:ahLst/>
            <a:cxnLst/>
            <a:rect l="0" t="0" r="0" b="0"/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744" name="data_6190">
            <a:extLst>
              <a:ext uri="{FF2B5EF4-FFF2-40B4-BE49-F238E27FC236}">
                <a16:creationId xmlns:a16="http://schemas.microsoft.com/office/drawing/2014/main" id="{CB608D94-768B-4A90-BF4C-7F299B7635EA}"/>
              </a:ext>
            </a:extLst>
          </p:cNvPr>
          <p:cNvSpPr>
            <a:spLocks noGrp="1"/>
          </p:cNvSpPr>
          <p:nvPr/>
        </p:nvSpPr>
        <p:spPr>
          <a:xfrm>
            <a:off x="1339125" y="33939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5" name="data_6191">
            <a:extLst>
              <a:ext uri="{FF2B5EF4-FFF2-40B4-BE49-F238E27FC236}">
                <a16:creationId xmlns:a16="http://schemas.microsoft.com/office/drawing/2014/main" id="{3B1E508C-E6B5-4B88-8A29-22E464596427}"/>
              </a:ext>
            </a:extLst>
          </p:cNvPr>
          <p:cNvSpPr>
            <a:spLocks noGrp="1"/>
          </p:cNvSpPr>
          <p:nvPr/>
        </p:nvSpPr>
        <p:spPr>
          <a:xfrm>
            <a:off x="1680639" y="277195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6" name="data_6192">
            <a:extLst>
              <a:ext uri="{FF2B5EF4-FFF2-40B4-BE49-F238E27FC236}">
                <a16:creationId xmlns:a16="http://schemas.microsoft.com/office/drawing/2014/main" id="{E44B63A1-AAF5-4F29-9041-DA3DB01C5B17}"/>
              </a:ext>
            </a:extLst>
          </p:cNvPr>
          <p:cNvSpPr>
            <a:spLocks noGrp="1"/>
          </p:cNvSpPr>
          <p:nvPr/>
        </p:nvSpPr>
        <p:spPr>
          <a:xfrm>
            <a:off x="2363666" y="2691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7" name="data_6193">
            <a:extLst>
              <a:ext uri="{FF2B5EF4-FFF2-40B4-BE49-F238E27FC236}">
                <a16:creationId xmlns:a16="http://schemas.microsoft.com/office/drawing/2014/main" id="{938B7AFE-18E4-468A-BD15-8DA1417C24C3}"/>
              </a:ext>
            </a:extLst>
          </p:cNvPr>
          <p:cNvSpPr>
            <a:spLocks noGrp="1"/>
          </p:cNvSpPr>
          <p:nvPr/>
        </p:nvSpPr>
        <p:spPr>
          <a:xfrm>
            <a:off x="3046694" y="267750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8" name="data_6194">
            <a:extLst>
              <a:ext uri="{FF2B5EF4-FFF2-40B4-BE49-F238E27FC236}">
                <a16:creationId xmlns:a16="http://schemas.microsoft.com/office/drawing/2014/main" id="{62B4CD4B-344F-4598-A43E-4BA367659E08}"/>
              </a:ext>
            </a:extLst>
          </p:cNvPr>
          <p:cNvSpPr>
            <a:spLocks noGrp="1"/>
          </p:cNvSpPr>
          <p:nvPr/>
        </p:nvSpPr>
        <p:spPr>
          <a:xfrm>
            <a:off x="1319113" y="324080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49" name="data_6195">
            <a:extLst>
              <a:ext uri="{FF2B5EF4-FFF2-40B4-BE49-F238E27FC236}">
                <a16:creationId xmlns:a16="http://schemas.microsoft.com/office/drawing/2014/main" id="{CE4BD5FD-C298-4378-ACA2-79DEE01EA69F}"/>
              </a:ext>
            </a:extLst>
          </p:cNvPr>
          <p:cNvSpPr>
            <a:spLocks noGrp="1"/>
          </p:cNvSpPr>
          <p:nvPr/>
        </p:nvSpPr>
        <p:spPr>
          <a:xfrm>
            <a:off x="166062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0" name="data_6196">
            <a:extLst>
              <a:ext uri="{FF2B5EF4-FFF2-40B4-BE49-F238E27FC236}">
                <a16:creationId xmlns:a16="http://schemas.microsoft.com/office/drawing/2014/main" id="{F00489F2-112C-4660-87AF-F4B115EA7AC7}"/>
              </a:ext>
            </a:extLst>
          </p:cNvPr>
          <p:cNvSpPr>
            <a:spLocks noGrp="1"/>
          </p:cNvSpPr>
          <p:nvPr/>
        </p:nvSpPr>
        <p:spPr>
          <a:xfrm>
            <a:off x="2343654" y="252511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1" name="data_6197">
            <a:extLst>
              <a:ext uri="{FF2B5EF4-FFF2-40B4-BE49-F238E27FC236}">
                <a16:creationId xmlns:a16="http://schemas.microsoft.com/office/drawing/2014/main" id="{74B78B6B-2B85-4AF0-B5EA-69F7D5C1AE0C}"/>
              </a:ext>
            </a:extLst>
          </p:cNvPr>
          <p:cNvSpPr>
            <a:spLocks noGrp="1"/>
          </p:cNvSpPr>
          <p:nvPr/>
        </p:nvSpPr>
        <p:spPr>
          <a:xfrm>
            <a:off x="3026682" y="24510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2" name="data_6198">
            <a:extLst>
              <a:ext uri="{FF2B5EF4-FFF2-40B4-BE49-F238E27FC236}">
                <a16:creationId xmlns:a16="http://schemas.microsoft.com/office/drawing/2014/main" id="{A3DD49F7-D116-4386-91EF-7122ECE8F4C3}"/>
              </a:ext>
            </a:extLst>
          </p:cNvPr>
          <p:cNvSpPr>
            <a:spLocks noGrp="1"/>
          </p:cNvSpPr>
          <p:nvPr/>
        </p:nvSpPr>
        <p:spPr>
          <a:xfrm>
            <a:off x="3972701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data_6199">
            <a:extLst>
              <a:ext uri="{FF2B5EF4-FFF2-40B4-BE49-F238E27FC236}">
                <a16:creationId xmlns:a16="http://schemas.microsoft.com/office/drawing/2014/main" id="{0EB95538-E119-4CDD-B53A-627832F551D0}"/>
              </a:ext>
            </a:extLst>
          </p:cNvPr>
          <p:cNvSpPr>
            <a:spLocks noGrp="1"/>
          </p:cNvSpPr>
          <p:nvPr/>
        </p:nvSpPr>
        <p:spPr>
          <a:xfrm>
            <a:off x="4245913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6200">
            <a:extLst>
              <a:ext uri="{FF2B5EF4-FFF2-40B4-BE49-F238E27FC236}">
                <a16:creationId xmlns:a16="http://schemas.microsoft.com/office/drawing/2014/main" id="{30F147B6-871C-4A0A-AFBC-934E4B596217}"/>
              </a:ext>
            </a:extLst>
          </p:cNvPr>
          <p:cNvSpPr>
            <a:spLocks noGrp="1"/>
          </p:cNvSpPr>
          <p:nvPr/>
        </p:nvSpPr>
        <p:spPr>
          <a:xfrm>
            <a:off x="4587426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6201">
            <a:extLst>
              <a:ext uri="{FF2B5EF4-FFF2-40B4-BE49-F238E27FC236}">
                <a16:creationId xmlns:a16="http://schemas.microsoft.com/office/drawing/2014/main" id="{672EE51B-E819-4F4A-A950-AECD8105B369}"/>
              </a:ext>
            </a:extLst>
          </p:cNvPr>
          <p:cNvSpPr>
            <a:spLocks noGrp="1"/>
          </p:cNvSpPr>
          <p:nvPr/>
        </p:nvSpPr>
        <p:spPr>
          <a:xfrm>
            <a:off x="527045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6202">
            <a:extLst>
              <a:ext uri="{FF2B5EF4-FFF2-40B4-BE49-F238E27FC236}">
                <a16:creationId xmlns:a16="http://schemas.microsoft.com/office/drawing/2014/main" id="{36A80D96-F5F8-4526-9649-60FB93A34571}"/>
              </a:ext>
            </a:extLst>
          </p:cNvPr>
          <p:cNvSpPr>
            <a:spLocks noGrp="1"/>
          </p:cNvSpPr>
          <p:nvPr/>
        </p:nvSpPr>
        <p:spPr>
          <a:xfrm>
            <a:off x="5953482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6203">
            <a:extLst>
              <a:ext uri="{FF2B5EF4-FFF2-40B4-BE49-F238E27FC236}">
                <a16:creationId xmlns:a16="http://schemas.microsoft.com/office/drawing/2014/main" id="{47AC0353-2CC6-4061-A107-6D9647E9DA60}"/>
              </a:ext>
            </a:extLst>
          </p:cNvPr>
          <p:cNvSpPr>
            <a:spLocks noGrp="1"/>
          </p:cNvSpPr>
          <p:nvPr/>
        </p:nvSpPr>
        <p:spPr>
          <a:xfrm>
            <a:off x="399319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8" name="data_6204">
            <a:extLst>
              <a:ext uri="{FF2B5EF4-FFF2-40B4-BE49-F238E27FC236}">
                <a16:creationId xmlns:a16="http://schemas.microsoft.com/office/drawing/2014/main" id="{DE1D0C1F-E481-4501-9B02-82F46E4CF773}"/>
              </a:ext>
            </a:extLst>
          </p:cNvPr>
          <p:cNvSpPr>
            <a:spLocks noGrp="1"/>
          </p:cNvSpPr>
          <p:nvPr/>
        </p:nvSpPr>
        <p:spPr>
          <a:xfrm>
            <a:off x="4334706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9" name="data_6205">
            <a:extLst>
              <a:ext uri="{FF2B5EF4-FFF2-40B4-BE49-F238E27FC236}">
                <a16:creationId xmlns:a16="http://schemas.microsoft.com/office/drawing/2014/main" id="{C5BC5070-25EE-4166-A20B-8176C3FDF7CD}"/>
              </a:ext>
            </a:extLst>
          </p:cNvPr>
          <p:cNvSpPr>
            <a:spLocks noGrp="1"/>
          </p:cNvSpPr>
          <p:nvPr/>
        </p:nvSpPr>
        <p:spPr>
          <a:xfrm>
            <a:off x="467622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0" name="data_6206">
            <a:extLst>
              <a:ext uri="{FF2B5EF4-FFF2-40B4-BE49-F238E27FC236}">
                <a16:creationId xmlns:a16="http://schemas.microsoft.com/office/drawing/2014/main" id="{B9646FB1-8096-4276-84CD-D3C276D89296}"/>
              </a:ext>
            </a:extLst>
          </p:cNvPr>
          <p:cNvSpPr>
            <a:spLocks noGrp="1"/>
          </p:cNvSpPr>
          <p:nvPr/>
        </p:nvSpPr>
        <p:spPr>
          <a:xfrm>
            <a:off x="535924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1" name="data_6207">
            <a:extLst>
              <a:ext uri="{FF2B5EF4-FFF2-40B4-BE49-F238E27FC236}">
                <a16:creationId xmlns:a16="http://schemas.microsoft.com/office/drawing/2014/main" id="{B8F403D5-41BF-4064-9F80-139668BD71D7}"/>
              </a:ext>
            </a:extLst>
          </p:cNvPr>
          <p:cNvSpPr>
            <a:spLocks noGrp="1"/>
          </p:cNvSpPr>
          <p:nvPr/>
        </p:nvSpPr>
        <p:spPr>
          <a:xfrm>
            <a:off x="604227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2" name="data_6208">
            <a:extLst>
              <a:ext uri="{FF2B5EF4-FFF2-40B4-BE49-F238E27FC236}">
                <a16:creationId xmlns:a16="http://schemas.microsoft.com/office/drawing/2014/main" id="{3E416CC2-B386-4099-B1A3-B8E688E6E157}"/>
              </a:ext>
            </a:extLst>
          </p:cNvPr>
          <p:cNvSpPr>
            <a:spLocks noGrp="1"/>
          </p:cNvSpPr>
          <p:nvPr/>
        </p:nvSpPr>
        <p:spPr>
          <a:xfrm>
            <a:off x="3972701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3" name="data_6209">
            <a:extLst>
              <a:ext uri="{FF2B5EF4-FFF2-40B4-BE49-F238E27FC236}">
                <a16:creationId xmlns:a16="http://schemas.microsoft.com/office/drawing/2014/main" id="{6BB2E372-FADC-40D3-93BD-6F907459463C}"/>
              </a:ext>
            </a:extLst>
          </p:cNvPr>
          <p:cNvSpPr>
            <a:spLocks noGrp="1"/>
          </p:cNvSpPr>
          <p:nvPr/>
        </p:nvSpPr>
        <p:spPr>
          <a:xfrm>
            <a:off x="3919498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4" name="text_6210">
            <a:extLst>
              <a:ext uri="{FF2B5EF4-FFF2-40B4-BE49-F238E27FC236}">
                <a16:creationId xmlns:a16="http://schemas.microsoft.com/office/drawing/2014/main" id="{CBC2E6E6-13D6-4EBB-B65F-C879D6A34794}"/>
              </a:ext>
            </a:extLst>
          </p:cNvPr>
          <p:cNvSpPr>
            <a:spLocks noGrp="1"/>
          </p:cNvSpPr>
          <p:nvPr/>
        </p:nvSpPr>
        <p:spPr>
          <a:xfrm>
            <a:off x="3800658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6211">
            <a:extLst>
              <a:ext uri="{FF2B5EF4-FFF2-40B4-BE49-F238E27FC236}">
                <a16:creationId xmlns:a16="http://schemas.microsoft.com/office/drawing/2014/main" id="{953EBF47-7C8E-4EE5-854F-363D752772FB}"/>
              </a:ext>
            </a:extLst>
          </p:cNvPr>
          <p:cNvSpPr>
            <a:spLocks noGrp="1"/>
          </p:cNvSpPr>
          <p:nvPr/>
        </p:nvSpPr>
        <p:spPr>
          <a:xfrm>
            <a:off x="3972701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6" name="data_6212">
            <a:extLst>
              <a:ext uri="{FF2B5EF4-FFF2-40B4-BE49-F238E27FC236}">
                <a16:creationId xmlns:a16="http://schemas.microsoft.com/office/drawing/2014/main" id="{075B0774-C23A-4C2E-A477-06D16AB177F3}"/>
              </a:ext>
            </a:extLst>
          </p:cNvPr>
          <p:cNvSpPr>
            <a:spLocks noGrp="1"/>
          </p:cNvSpPr>
          <p:nvPr/>
        </p:nvSpPr>
        <p:spPr>
          <a:xfrm>
            <a:off x="3919498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7" name="text_6213">
            <a:extLst>
              <a:ext uri="{FF2B5EF4-FFF2-40B4-BE49-F238E27FC236}">
                <a16:creationId xmlns:a16="http://schemas.microsoft.com/office/drawing/2014/main" id="{0076EBA3-7A04-4231-AD1B-02CDF7C6A1B7}"/>
              </a:ext>
            </a:extLst>
          </p:cNvPr>
          <p:cNvSpPr>
            <a:spLocks noGrp="1"/>
          </p:cNvSpPr>
          <p:nvPr/>
        </p:nvSpPr>
        <p:spPr>
          <a:xfrm>
            <a:off x="3735021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6214">
            <a:extLst>
              <a:ext uri="{FF2B5EF4-FFF2-40B4-BE49-F238E27FC236}">
                <a16:creationId xmlns:a16="http://schemas.microsoft.com/office/drawing/2014/main" id="{AA94A4A8-E785-4104-9B59-3DA7A447BFE6}"/>
              </a:ext>
            </a:extLst>
          </p:cNvPr>
          <p:cNvSpPr>
            <a:spLocks noGrp="1"/>
          </p:cNvSpPr>
          <p:nvPr/>
        </p:nvSpPr>
        <p:spPr>
          <a:xfrm>
            <a:off x="3972701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9" name="data_6215">
            <a:extLst>
              <a:ext uri="{FF2B5EF4-FFF2-40B4-BE49-F238E27FC236}">
                <a16:creationId xmlns:a16="http://schemas.microsoft.com/office/drawing/2014/main" id="{40981FEC-3BEA-4E46-8185-2602E7307E28}"/>
              </a:ext>
            </a:extLst>
          </p:cNvPr>
          <p:cNvSpPr>
            <a:spLocks noGrp="1"/>
          </p:cNvSpPr>
          <p:nvPr/>
        </p:nvSpPr>
        <p:spPr>
          <a:xfrm>
            <a:off x="3919498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70" name="text_6216">
            <a:extLst>
              <a:ext uri="{FF2B5EF4-FFF2-40B4-BE49-F238E27FC236}">
                <a16:creationId xmlns:a16="http://schemas.microsoft.com/office/drawing/2014/main" id="{D64B9FB7-F968-4A1A-B041-CB81E24CD61B}"/>
              </a:ext>
            </a:extLst>
          </p:cNvPr>
          <p:cNvSpPr>
            <a:spLocks noGrp="1"/>
          </p:cNvSpPr>
          <p:nvPr/>
        </p:nvSpPr>
        <p:spPr>
          <a:xfrm>
            <a:off x="3669384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6217">
            <a:extLst>
              <a:ext uri="{FF2B5EF4-FFF2-40B4-BE49-F238E27FC236}">
                <a16:creationId xmlns:a16="http://schemas.microsoft.com/office/drawing/2014/main" id="{ABC0FCD7-7FCA-4C9E-97E3-6BFA5C6E3266}"/>
              </a:ext>
            </a:extLst>
          </p:cNvPr>
          <p:cNvSpPr>
            <a:spLocks noGrp="1"/>
          </p:cNvSpPr>
          <p:nvPr/>
        </p:nvSpPr>
        <p:spPr>
          <a:xfrm>
            <a:off x="428321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data_6218">
            <a:extLst>
              <a:ext uri="{FF2B5EF4-FFF2-40B4-BE49-F238E27FC236}">
                <a16:creationId xmlns:a16="http://schemas.microsoft.com/office/drawing/2014/main" id="{E9044215-70B2-4587-BB96-E33A7F8189F3}"/>
              </a:ext>
            </a:extLst>
          </p:cNvPr>
          <p:cNvSpPr>
            <a:spLocks noGrp="1"/>
          </p:cNvSpPr>
          <p:nvPr/>
        </p:nvSpPr>
        <p:spPr>
          <a:xfrm>
            <a:off x="4258199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data_6219">
            <a:extLst>
              <a:ext uri="{FF2B5EF4-FFF2-40B4-BE49-F238E27FC236}">
                <a16:creationId xmlns:a16="http://schemas.microsoft.com/office/drawing/2014/main" id="{BE2D0CCD-2F2B-4E17-A68C-562727EC817C}"/>
              </a:ext>
            </a:extLst>
          </p:cNvPr>
          <p:cNvSpPr>
            <a:spLocks noGrp="1"/>
          </p:cNvSpPr>
          <p:nvPr/>
        </p:nvSpPr>
        <p:spPr>
          <a:xfrm>
            <a:off x="42785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data_6220">
            <a:extLst>
              <a:ext uri="{FF2B5EF4-FFF2-40B4-BE49-F238E27FC236}">
                <a16:creationId xmlns:a16="http://schemas.microsoft.com/office/drawing/2014/main" id="{CC4C5F9F-5017-41FD-A653-9416227448CB}"/>
              </a:ext>
            </a:extLst>
          </p:cNvPr>
          <p:cNvSpPr>
            <a:spLocks noGrp="1"/>
          </p:cNvSpPr>
          <p:nvPr/>
        </p:nvSpPr>
        <p:spPr>
          <a:xfrm>
            <a:off x="42780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data_6221">
            <a:extLst>
              <a:ext uri="{FF2B5EF4-FFF2-40B4-BE49-F238E27FC236}">
                <a16:creationId xmlns:a16="http://schemas.microsoft.com/office/drawing/2014/main" id="{A4AAAA55-89CE-4F1B-B26F-BF7617485F6D}"/>
              </a:ext>
            </a:extLst>
          </p:cNvPr>
          <p:cNvSpPr>
            <a:spLocks noGrp="1"/>
          </p:cNvSpPr>
          <p:nvPr/>
        </p:nvSpPr>
        <p:spPr>
          <a:xfrm>
            <a:off x="43001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data_6222">
            <a:extLst>
              <a:ext uri="{FF2B5EF4-FFF2-40B4-BE49-F238E27FC236}">
                <a16:creationId xmlns:a16="http://schemas.microsoft.com/office/drawing/2014/main" id="{9B8D2AF2-7B53-4A87-A349-D3E162EF605A}"/>
              </a:ext>
            </a:extLst>
          </p:cNvPr>
          <p:cNvSpPr>
            <a:spLocks noGrp="1"/>
          </p:cNvSpPr>
          <p:nvPr/>
        </p:nvSpPr>
        <p:spPr>
          <a:xfrm>
            <a:off x="43380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data_6223">
            <a:extLst>
              <a:ext uri="{FF2B5EF4-FFF2-40B4-BE49-F238E27FC236}">
                <a16:creationId xmlns:a16="http://schemas.microsoft.com/office/drawing/2014/main" id="{691119F8-9D5C-413A-A975-70F9FF388166}"/>
              </a:ext>
            </a:extLst>
          </p:cNvPr>
          <p:cNvSpPr>
            <a:spLocks noGrp="1"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data_6224">
            <a:extLst>
              <a:ext uri="{FF2B5EF4-FFF2-40B4-BE49-F238E27FC236}">
                <a16:creationId xmlns:a16="http://schemas.microsoft.com/office/drawing/2014/main" id="{8CADB417-0B92-4F66-B27C-3D7FA1ED4928}"/>
              </a:ext>
            </a:extLst>
          </p:cNvPr>
          <p:cNvSpPr>
            <a:spLocks noGrp="1"/>
          </p:cNvSpPr>
          <p:nvPr/>
        </p:nvSpPr>
        <p:spPr>
          <a:xfrm>
            <a:off x="426510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data_6225">
            <a:extLst>
              <a:ext uri="{FF2B5EF4-FFF2-40B4-BE49-F238E27FC236}">
                <a16:creationId xmlns:a16="http://schemas.microsoft.com/office/drawing/2014/main" id="{E6F86B42-33EC-44A4-B1A4-37AE16F95D85}"/>
              </a:ext>
            </a:extLst>
          </p:cNvPr>
          <p:cNvSpPr>
            <a:spLocks noGrp="1"/>
          </p:cNvSpPr>
          <p:nvPr/>
        </p:nvSpPr>
        <p:spPr>
          <a:xfrm>
            <a:off x="43246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data_6226">
            <a:extLst>
              <a:ext uri="{FF2B5EF4-FFF2-40B4-BE49-F238E27FC236}">
                <a16:creationId xmlns:a16="http://schemas.microsoft.com/office/drawing/2014/main" id="{E6B89970-0E3B-4F6D-9B08-9939E9B639B9}"/>
              </a:ext>
            </a:extLst>
          </p:cNvPr>
          <p:cNvSpPr>
            <a:spLocks noGrp="1"/>
          </p:cNvSpPr>
          <p:nvPr/>
        </p:nvSpPr>
        <p:spPr>
          <a:xfrm>
            <a:off x="4265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data_6227">
            <a:extLst>
              <a:ext uri="{FF2B5EF4-FFF2-40B4-BE49-F238E27FC236}">
                <a16:creationId xmlns:a16="http://schemas.microsoft.com/office/drawing/2014/main" id="{4C78E479-11A7-4D3A-BD4B-D20323A8FA3D}"/>
              </a:ext>
            </a:extLst>
          </p:cNvPr>
          <p:cNvSpPr>
            <a:spLocks noGrp="1"/>
          </p:cNvSpPr>
          <p:nvPr/>
        </p:nvSpPr>
        <p:spPr>
          <a:xfrm>
            <a:off x="42511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data_6228">
            <a:extLst>
              <a:ext uri="{FF2B5EF4-FFF2-40B4-BE49-F238E27FC236}">
                <a16:creationId xmlns:a16="http://schemas.microsoft.com/office/drawing/2014/main" id="{42F70245-D8D5-432A-9CCA-20F2CB5CBC3A}"/>
              </a:ext>
            </a:extLst>
          </p:cNvPr>
          <p:cNvSpPr>
            <a:spLocks noGrp="1"/>
          </p:cNvSpPr>
          <p:nvPr/>
        </p:nvSpPr>
        <p:spPr>
          <a:xfrm>
            <a:off x="435149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data_6229">
            <a:extLst>
              <a:ext uri="{FF2B5EF4-FFF2-40B4-BE49-F238E27FC236}">
                <a16:creationId xmlns:a16="http://schemas.microsoft.com/office/drawing/2014/main" id="{A4BB63AE-E831-434E-AD73-483592B19247}"/>
              </a:ext>
            </a:extLst>
          </p:cNvPr>
          <p:cNvSpPr>
            <a:spLocks noGrp="1"/>
          </p:cNvSpPr>
          <p:nvPr/>
        </p:nvSpPr>
        <p:spPr>
          <a:xfrm>
            <a:off x="4378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data_6230">
            <a:extLst>
              <a:ext uri="{FF2B5EF4-FFF2-40B4-BE49-F238E27FC236}">
                <a16:creationId xmlns:a16="http://schemas.microsoft.com/office/drawing/2014/main" id="{15836217-D8A7-4BF9-9880-909F13471D18}"/>
              </a:ext>
            </a:extLst>
          </p:cNvPr>
          <p:cNvSpPr>
            <a:spLocks noGrp="1"/>
          </p:cNvSpPr>
          <p:nvPr/>
        </p:nvSpPr>
        <p:spPr>
          <a:xfrm>
            <a:off x="4299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data_6231">
            <a:extLst>
              <a:ext uri="{FF2B5EF4-FFF2-40B4-BE49-F238E27FC236}">
                <a16:creationId xmlns:a16="http://schemas.microsoft.com/office/drawing/2014/main" id="{DA91587E-8756-4BD1-9947-FF7F0AF0930A}"/>
              </a:ext>
            </a:extLst>
          </p:cNvPr>
          <p:cNvSpPr>
            <a:spLocks noGrp="1"/>
          </p:cNvSpPr>
          <p:nvPr/>
        </p:nvSpPr>
        <p:spPr>
          <a:xfrm>
            <a:off x="4371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data_6232">
            <a:extLst>
              <a:ext uri="{FF2B5EF4-FFF2-40B4-BE49-F238E27FC236}">
                <a16:creationId xmlns:a16="http://schemas.microsoft.com/office/drawing/2014/main" id="{7C94FC25-27A5-4FE6-A557-7AD56136BBF8}"/>
              </a:ext>
            </a:extLst>
          </p:cNvPr>
          <p:cNvSpPr>
            <a:spLocks noGrp="1"/>
          </p:cNvSpPr>
          <p:nvPr/>
        </p:nvSpPr>
        <p:spPr>
          <a:xfrm>
            <a:off x="42783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data_6233">
            <a:extLst>
              <a:ext uri="{FF2B5EF4-FFF2-40B4-BE49-F238E27FC236}">
                <a16:creationId xmlns:a16="http://schemas.microsoft.com/office/drawing/2014/main" id="{5222D48C-253F-4368-848C-0936C5D9EA3F}"/>
              </a:ext>
            </a:extLst>
          </p:cNvPr>
          <p:cNvSpPr>
            <a:spLocks noGrp="1"/>
          </p:cNvSpPr>
          <p:nvPr/>
        </p:nvSpPr>
        <p:spPr>
          <a:xfrm>
            <a:off x="4303152" y="32204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data_6234">
            <a:extLst>
              <a:ext uri="{FF2B5EF4-FFF2-40B4-BE49-F238E27FC236}">
                <a16:creationId xmlns:a16="http://schemas.microsoft.com/office/drawing/2014/main" id="{78C03030-A97A-44A7-B6C6-60A96E594B40}"/>
              </a:ext>
            </a:extLst>
          </p:cNvPr>
          <p:cNvSpPr>
            <a:spLocks noGrp="1"/>
          </p:cNvSpPr>
          <p:nvPr/>
        </p:nvSpPr>
        <p:spPr>
          <a:xfrm>
            <a:off x="4341980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data_6235">
            <a:extLst>
              <a:ext uri="{FF2B5EF4-FFF2-40B4-BE49-F238E27FC236}">
                <a16:creationId xmlns:a16="http://schemas.microsoft.com/office/drawing/2014/main" id="{1DC3062A-65A4-4322-819D-72A106CF05DB}"/>
              </a:ext>
            </a:extLst>
          </p:cNvPr>
          <p:cNvSpPr>
            <a:spLocks noGrp="1"/>
          </p:cNvSpPr>
          <p:nvPr/>
        </p:nvSpPr>
        <p:spPr>
          <a:xfrm>
            <a:off x="43653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data_6236">
            <a:extLst>
              <a:ext uri="{FF2B5EF4-FFF2-40B4-BE49-F238E27FC236}">
                <a16:creationId xmlns:a16="http://schemas.microsoft.com/office/drawing/2014/main" id="{DB9B8DE5-0A48-457F-9372-C6083D8968C6}"/>
              </a:ext>
            </a:extLst>
          </p:cNvPr>
          <p:cNvSpPr>
            <a:spLocks noGrp="1"/>
          </p:cNvSpPr>
          <p:nvPr/>
        </p:nvSpPr>
        <p:spPr>
          <a:xfrm>
            <a:off x="43779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data_6237">
            <a:extLst>
              <a:ext uri="{FF2B5EF4-FFF2-40B4-BE49-F238E27FC236}">
                <a16:creationId xmlns:a16="http://schemas.microsoft.com/office/drawing/2014/main" id="{D9C1D326-4893-404F-B866-AA98AFB20635}"/>
              </a:ext>
            </a:extLst>
          </p:cNvPr>
          <p:cNvSpPr>
            <a:spLocks noGrp="1"/>
          </p:cNvSpPr>
          <p:nvPr/>
        </p:nvSpPr>
        <p:spPr>
          <a:xfrm>
            <a:off x="433299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data_6238">
            <a:extLst>
              <a:ext uri="{FF2B5EF4-FFF2-40B4-BE49-F238E27FC236}">
                <a16:creationId xmlns:a16="http://schemas.microsoft.com/office/drawing/2014/main" id="{6BC9EC80-C13B-47F8-8797-D5AD1FEA7E72}"/>
              </a:ext>
            </a:extLst>
          </p:cNvPr>
          <p:cNvSpPr>
            <a:spLocks noGrp="1"/>
          </p:cNvSpPr>
          <p:nvPr/>
        </p:nvSpPr>
        <p:spPr>
          <a:xfrm>
            <a:off x="4255724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data_6239">
            <a:extLst>
              <a:ext uri="{FF2B5EF4-FFF2-40B4-BE49-F238E27FC236}">
                <a16:creationId xmlns:a16="http://schemas.microsoft.com/office/drawing/2014/main" id="{4302B5EE-6B40-45AA-9D66-9C2D73401D1C}"/>
              </a:ext>
            </a:extLst>
          </p:cNvPr>
          <p:cNvSpPr>
            <a:spLocks noGrp="1"/>
          </p:cNvSpPr>
          <p:nvPr/>
        </p:nvSpPr>
        <p:spPr>
          <a:xfrm>
            <a:off x="42750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data_6240">
            <a:extLst>
              <a:ext uri="{FF2B5EF4-FFF2-40B4-BE49-F238E27FC236}">
                <a16:creationId xmlns:a16="http://schemas.microsoft.com/office/drawing/2014/main" id="{9A63CD30-9307-406D-9B63-02AA0423369B}"/>
              </a:ext>
            </a:extLst>
          </p:cNvPr>
          <p:cNvSpPr>
            <a:spLocks noGrp="1"/>
          </p:cNvSpPr>
          <p:nvPr/>
        </p:nvSpPr>
        <p:spPr>
          <a:xfrm>
            <a:off x="42834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data_6241">
            <a:extLst>
              <a:ext uri="{FF2B5EF4-FFF2-40B4-BE49-F238E27FC236}">
                <a16:creationId xmlns:a16="http://schemas.microsoft.com/office/drawing/2014/main" id="{DCE1EDD1-3454-49D3-9168-3358C51EDBCE}"/>
              </a:ext>
            </a:extLst>
          </p:cNvPr>
          <p:cNvSpPr>
            <a:spLocks noGrp="1"/>
          </p:cNvSpPr>
          <p:nvPr/>
        </p:nvSpPr>
        <p:spPr>
          <a:xfrm>
            <a:off x="42554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data_6242">
            <a:extLst>
              <a:ext uri="{FF2B5EF4-FFF2-40B4-BE49-F238E27FC236}">
                <a16:creationId xmlns:a16="http://schemas.microsoft.com/office/drawing/2014/main" id="{D6069C81-0B07-424A-8B5A-E5D368D107D8}"/>
              </a:ext>
            </a:extLst>
          </p:cNvPr>
          <p:cNvSpPr>
            <a:spLocks noGrp="1"/>
          </p:cNvSpPr>
          <p:nvPr/>
        </p:nvSpPr>
        <p:spPr>
          <a:xfrm>
            <a:off x="42546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data_6243">
            <a:extLst>
              <a:ext uri="{FF2B5EF4-FFF2-40B4-BE49-F238E27FC236}">
                <a16:creationId xmlns:a16="http://schemas.microsoft.com/office/drawing/2014/main" id="{1825A70D-E2BD-45AD-AEB5-6B76104F372A}"/>
              </a:ext>
            </a:extLst>
          </p:cNvPr>
          <p:cNvSpPr>
            <a:spLocks noGrp="1"/>
          </p:cNvSpPr>
          <p:nvPr/>
        </p:nvSpPr>
        <p:spPr>
          <a:xfrm>
            <a:off x="42799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data_6244">
            <a:extLst>
              <a:ext uri="{FF2B5EF4-FFF2-40B4-BE49-F238E27FC236}">
                <a16:creationId xmlns:a16="http://schemas.microsoft.com/office/drawing/2014/main" id="{88C794E7-B091-4E1D-945E-388AEB4CD636}"/>
              </a:ext>
            </a:extLst>
          </p:cNvPr>
          <p:cNvSpPr>
            <a:spLocks noGrp="1"/>
          </p:cNvSpPr>
          <p:nvPr/>
        </p:nvSpPr>
        <p:spPr>
          <a:xfrm>
            <a:off x="43290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data_6245">
            <a:extLst>
              <a:ext uri="{FF2B5EF4-FFF2-40B4-BE49-F238E27FC236}">
                <a16:creationId xmlns:a16="http://schemas.microsoft.com/office/drawing/2014/main" id="{2E27B649-C587-4CD9-BCDA-F5C0413972BA}"/>
              </a:ext>
            </a:extLst>
          </p:cNvPr>
          <p:cNvSpPr>
            <a:spLocks noGrp="1"/>
          </p:cNvSpPr>
          <p:nvPr/>
        </p:nvSpPr>
        <p:spPr>
          <a:xfrm>
            <a:off x="42730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data_6246">
            <a:extLst>
              <a:ext uri="{FF2B5EF4-FFF2-40B4-BE49-F238E27FC236}">
                <a16:creationId xmlns:a16="http://schemas.microsoft.com/office/drawing/2014/main" id="{506579D0-88B5-443D-9AE6-A7E7E0FAEBB3}"/>
              </a:ext>
            </a:extLst>
          </p:cNvPr>
          <p:cNvSpPr>
            <a:spLocks noGrp="1"/>
          </p:cNvSpPr>
          <p:nvPr/>
        </p:nvSpPr>
        <p:spPr>
          <a:xfrm>
            <a:off x="4312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data_6247">
            <a:extLst>
              <a:ext uri="{FF2B5EF4-FFF2-40B4-BE49-F238E27FC236}">
                <a16:creationId xmlns:a16="http://schemas.microsoft.com/office/drawing/2014/main" id="{6867B138-58CF-49E7-8F44-5FFA1CCA525B}"/>
              </a:ext>
            </a:extLst>
          </p:cNvPr>
          <p:cNvSpPr>
            <a:spLocks noGrp="1"/>
          </p:cNvSpPr>
          <p:nvPr/>
        </p:nvSpPr>
        <p:spPr>
          <a:xfrm>
            <a:off x="4298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data_6248">
            <a:extLst>
              <a:ext uri="{FF2B5EF4-FFF2-40B4-BE49-F238E27FC236}">
                <a16:creationId xmlns:a16="http://schemas.microsoft.com/office/drawing/2014/main" id="{20D7C364-2047-4E06-A8AA-AE0BE96FC6FD}"/>
              </a:ext>
            </a:extLst>
          </p:cNvPr>
          <p:cNvSpPr>
            <a:spLocks noGrp="1"/>
          </p:cNvSpPr>
          <p:nvPr/>
        </p:nvSpPr>
        <p:spPr>
          <a:xfrm>
            <a:off x="4362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data_6249">
            <a:extLst>
              <a:ext uri="{FF2B5EF4-FFF2-40B4-BE49-F238E27FC236}">
                <a16:creationId xmlns:a16="http://schemas.microsoft.com/office/drawing/2014/main" id="{BFE17423-A86A-4F38-9C24-04CD416D61CC}"/>
              </a:ext>
            </a:extLst>
          </p:cNvPr>
          <p:cNvSpPr>
            <a:spLocks noGrp="1"/>
          </p:cNvSpPr>
          <p:nvPr/>
        </p:nvSpPr>
        <p:spPr>
          <a:xfrm>
            <a:off x="428543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data_6250">
            <a:extLst>
              <a:ext uri="{FF2B5EF4-FFF2-40B4-BE49-F238E27FC236}">
                <a16:creationId xmlns:a16="http://schemas.microsoft.com/office/drawing/2014/main" id="{18F3712F-1E2E-4D16-8066-54DD132CE59B}"/>
              </a:ext>
            </a:extLst>
          </p:cNvPr>
          <p:cNvSpPr>
            <a:spLocks noGrp="1"/>
          </p:cNvSpPr>
          <p:nvPr/>
        </p:nvSpPr>
        <p:spPr>
          <a:xfrm>
            <a:off x="4338983" y="31160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data_6251">
            <a:extLst>
              <a:ext uri="{FF2B5EF4-FFF2-40B4-BE49-F238E27FC236}">
                <a16:creationId xmlns:a16="http://schemas.microsoft.com/office/drawing/2014/main" id="{5A3F5A35-7CCD-4094-9778-EC93D8923D15}"/>
              </a:ext>
            </a:extLst>
          </p:cNvPr>
          <p:cNvSpPr>
            <a:spLocks noGrp="1"/>
          </p:cNvSpPr>
          <p:nvPr/>
        </p:nvSpPr>
        <p:spPr>
          <a:xfrm>
            <a:off x="4342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data_6252">
            <a:extLst>
              <a:ext uri="{FF2B5EF4-FFF2-40B4-BE49-F238E27FC236}">
                <a16:creationId xmlns:a16="http://schemas.microsoft.com/office/drawing/2014/main" id="{F59EC486-B997-4E47-B0A1-262108A190FD}"/>
              </a:ext>
            </a:extLst>
          </p:cNvPr>
          <p:cNvSpPr>
            <a:spLocks noGrp="1"/>
          </p:cNvSpPr>
          <p:nvPr/>
        </p:nvSpPr>
        <p:spPr>
          <a:xfrm>
            <a:off x="42550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data_6253">
            <a:extLst>
              <a:ext uri="{FF2B5EF4-FFF2-40B4-BE49-F238E27FC236}">
                <a16:creationId xmlns:a16="http://schemas.microsoft.com/office/drawing/2014/main" id="{EDE30B7A-CB92-4C11-AF23-C624E0A4685A}"/>
              </a:ext>
            </a:extLst>
          </p:cNvPr>
          <p:cNvSpPr>
            <a:spLocks noGrp="1"/>
          </p:cNvSpPr>
          <p:nvPr/>
        </p:nvSpPr>
        <p:spPr>
          <a:xfrm>
            <a:off x="43612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data_6254">
            <a:extLst>
              <a:ext uri="{FF2B5EF4-FFF2-40B4-BE49-F238E27FC236}">
                <a16:creationId xmlns:a16="http://schemas.microsoft.com/office/drawing/2014/main" id="{C07978AF-C477-4E51-839C-67FEE2448607}"/>
              </a:ext>
            </a:extLst>
          </p:cNvPr>
          <p:cNvSpPr>
            <a:spLocks noGrp="1"/>
          </p:cNvSpPr>
          <p:nvPr/>
        </p:nvSpPr>
        <p:spPr>
          <a:xfrm>
            <a:off x="42519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data_6255">
            <a:extLst>
              <a:ext uri="{FF2B5EF4-FFF2-40B4-BE49-F238E27FC236}">
                <a16:creationId xmlns:a16="http://schemas.microsoft.com/office/drawing/2014/main" id="{55CD59B0-900D-4B15-B304-DE9F758A3FF3}"/>
              </a:ext>
            </a:extLst>
          </p:cNvPr>
          <p:cNvSpPr>
            <a:spLocks noGrp="1"/>
          </p:cNvSpPr>
          <p:nvPr/>
        </p:nvSpPr>
        <p:spPr>
          <a:xfrm>
            <a:off x="436100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data_6256">
            <a:extLst>
              <a:ext uri="{FF2B5EF4-FFF2-40B4-BE49-F238E27FC236}">
                <a16:creationId xmlns:a16="http://schemas.microsoft.com/office/drawing/2014/main" id="{4990851E-ACEF-45A1-9850-B1CAE834F514}"/>
              </a:ext>
            </a:extLst>
          </p:cNvPr>
          <p:cNvSpPr>
            <a:spLocks noGrp="1"/>
          </p:cNvSpPr>
          <p:nvPr/>
        </p:nvSpPr>
        <p:spPr>
          <a:xfrm>
            <a:off x="4373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data_6257">
            <a:extLst>
              <a:ext uri="{FF2B5EF4-FFF2-40B4-BE49-F238E27FC236}">
                <a16:creationId xmlns:a16="http://schemas.microsoft.com/office/drawing/2014/main" id="{CC57C0EB-1C18-4A6D-B3DA-D512C3321600}"/>
              </a:ext>
            </a:extLst>
          </p:cNvPr>
          <p:cNvSpPr>
            <a:spLocks noGrp="1"/>
          </p:cNvSpPr>
          <p:nvPr/>
        </p:nvSpPr>
        <p:spPr>
          <a:xfrm>
            <a:off x="43298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data_6258">
            <a:extLst>
              <a:ext uri="{FF2B5EF4-FFF2-40B4-BE49-F238E27FC236}">
                <a16:creationId xmlns:a16="http://schemas.microsoft.com/office/drawing/2014/main" id="{BABBF7BB-A6C2-43FA-B39A-EC5F14423456}"/>
              </a:ext>
            </a:extLst>
          </p:cNvPr>
          <p:cNvSpPr>
            <a:spLocks noGrp="1"/>
          </p:cNvSpPr>
          <p:nvPr/>
        </p:nvSpPr>
        <p:spPr>
          <a:xfrm>
            <a:off x="42907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data_6259">
            <a:extLst>
              <a:ext uri="{FF2B5EF4-FFF2-40B4-BE49-F238E27FC236}">
                <a16:creationId xmlns:a16="http://schemas.microsoft.com/office/drawing/2014/main" id="{4C7E0579-3952-4EFB-8B19-C444D549F86D}"/>
              </a:ext>
            </a:extLst>
          </p:cNvPr>
          <p:cNvSpPr>
            <a:spLocks noGrp="1"/>
          </p:cNvSpPr>
          <p:nvPr/>
        </p:nvSpPr>
        <p:spPr>
          <a:xfrm>
            <a:off x="43453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data_6260">
            <a:extLst>
              <a:ext uri="{FF2B5EF4-FFF2-40B4-BE49-F238E27FC236}">
                <a16:creationId xmlns:a16="http://schemas.microsoft.com/office/drawing/2014/main" id="{D644DD35-162C-4F9F-8BF8-2FA454EFF85F}"/>
              </a:ext>
            </a:extLst>
          </p:cNvPr>
          <p:cNvSpPr>
            <a:spLocks noGrp="1"/>
          </p:cNvSpPr>
          <p:nvPr/>
        </p:nvSpPr>
        <p:spPr>
          <a:xfrm>
            <a:off x="42790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data_6261">
            <a:extLst>
              <a:ext uri="{FF2B5EF4-FFF2-40B4-BE49-F238E27FC236}">
                <a16:creationId xmlns:a16="http://schemas.microsoft.com/office/drawing/2014/main" id="{79783015-27AC-438E-8B8C-00278F8F8889}"/>
              </a:ext>
            </a:extLst>
          </p:cNvPr>
          <p:cNvSpPr>
            <a:spLocks noGrp="1"/>
          </p:cNvSpPr>
          <p:nvPr/>
        </p:nvSpPr>
        <p:spPr>
          <a:xfrm>
            <a:off x="43125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data_6262">
            <a:extLst>
              <a:ext uri="{FF2B5EF4-FFF2-40B4-BE49-F238E27FC236}">
                <a16:creationId xmlns:a16="http://schemas.microsoft.com/office/drawing/2014/main" id="{331D8333-BE17-4728-AF96-106798465FE4}"/>
              </a:ext>
            </a:extLst>
          </p:cNvPr>
          <p:cNvSpPr>
            <a:spLocks noGrp="1"/>
          </p:cNvSpPr>
          <p:nvPr/>
        </p:nvSpPr>
        <p:spPr>
          <a:xfrm>
            <a:off x="43125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data_6263">
            <a:extLst>
              <a:ext uri="{FF2B5EF4-FFF2-40B4-BE49-F238E27FC236}">
                <a16:creationId xmlns:a16="http://schemas.microsoft.com/office/drawing/2014/main" id="{930CB3F0-29D2-4467-A587-A232AE9DDD77}"/>
              </a:ext>
            </a:extLst>
          </p:cNvPr>
          <p:cNvSpPr>
            <a:spLocks noGrp="1"/>
          </p:cNvSpPr>
          <p:nvPr/>
        </p:nvSpPr>
        <p:spPr>
          <a:xfrm>
            <a:off x="42734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data_6264">
            <a:extLst>
              <a:ext uri="{FF2B5EF4-FFF2-40B4-BE49-F238E27FC236}">
                <a16:creationId xmlns:a16="http://schemas.microsoft.com/office/drawing/2014/main" id="{1C56C90E-9F27-4CB7-9871-561045D8BC2C}"/>
              </a:ext>
            </a:extLst>
          </p:cNvPr>
          <p:cNvSpPr>
            <a:spLocks noGrp="1"/>
          </p:cNvSpPr>
          <p:nvPr/>
        </p:nvSpPr>
        <p:spPr>
          <a:xfrm>
            <a:off x="436426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data_6265">
            <a:extLst>
              <a:ext uri="{FF2B5EF4-FFF2-40B4-BE49-F238E27FC236}">
                <a16:creationId xmlns:a16="http://schemas.microsoft.com/office/drawing/2014/main" id="{400A91CD-7C62-4619-B83B-A0EEAD291EA0}"/>
              </a:ext>
            </a:extLst>
          </p:cNvPr>
          <p:cNvSpPr>
            <a:spLocks noGrp="1"/>
          </p:cNvSpPr>
          <p:nvPr/>
        </p:nvSpPr>
        <p:spPr>
          <a:xfrm>
            <a:off x="42929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data_6266">
            <a:extLst>
              <a:ext uri="{FF2B5EF4-FFF2-40B4-BE49-F238E27FC236}">
                <a16:creationId xmlns:a16="http://schemas.microsoft.com/office/drawing/2014/main" id="{8B9C418D-2302-441D-B265-E6A082EF65AD}"/>
              </a:ext>
            </a:extLst>
          </p:cNvPr>
          <p:cNvSpPr>
            <a:spLocks noGrp="1"/>
          </p:cNvSpPr>
          <p:nvPr/>
        </p:nvSpPr>
        <p:spPr>
          <a:xfrm>
            <a:off x="4305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data_6267">
            <a:extLst>
              <a:ext uri="{FF2B5EF4-FFF2-40B4-BE49-F238E27FC236}">
                <a16:creationId xmlns:a16="http://schemas.microsoft.com/office/drawing/2014/main" id="{D33C8AA5-C3BD-451B-992B-2F49E28EA788}"/>
              </a:ext>
            </a:extLst>
          </p:cNvPr>
          <p:cNvSpPr>
            <a:spLocks noGrp="1"/>
          </p:cNvSpPr>
          <p:nvPr/>
        </p:nvSpPr>
        <p:spPr>
          <a:xfrm>
            <a:off x="4376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data_6268">
            <a:extLst>
              <a:ext uri="{FF2B5EF4-FFF2-40B4-BE49-F238E27FC236}">
                <a16:creationId xmlns:a16="http://schemas.microsoft.com/office/drawing/2014/main" id="{D0B11F0D-F54D-49E8-9AB6-6F0052EA482E}"/>
              </a:ext>
            </a:extLst>
          </p:cNvPr>
          <p:cNvSpPr>
            <a:spLocks noGrp="1"/>
          </p:cNvSpPr>
          <p:nvPr/>
        </p:nvSpPr>
        <p:spPr>
          <a:xfrm>
            <a:off x="43376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data_6269">
            <a:extLst>
              <a:ext uri="{FF2B5EF4-FFF2-40B4-BE49-F238E27FC236}">
                <a16:creationId xmlns:a16="http://schemas.microsoft.com/office/drawing/2014/main" id="{66CFE047-3761-408E-A0CB-AA8825573127}"/>
              </a:ext>
            </a:extLst>
          </p:cNvPr>
          <p:cNvSpPr>
            <a:spLocks noGrp="1"/>
          </p:cNvSpPr>
          <p:nvPr/>
        </p:nvSpPr>
        <p:spPr>
          <a:xfrm>
            <a:off x="437207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data_6270">
            <a:extLst>
              <a:ext uri="{FF2B5EF4-FFF2-40B4-BE49-F238E27FC236}">
                <a16:creationId xmlns:a16="http://schemas.microsoft.com/office/drawing/2014/main" id="{4E1A12DA-17DB-4FC1-92BA-6CEF704AC877}"/>
              </a:ext>
            </a:extLst>
          </p:cNvPr>
          <p:cNvSpPr>
            <a:spLocks noGrp="1"/>
          </p:cNvSpPr>
          <p:nvPr/>
        </p:nvSpPr>
        <p:spPr>
          <a:xfrm>
            <a:off x="42568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data_6271">
            <a:extLst>
              <a:ext uri="{FF2B5EF4-FFF2-40B4-BE49-F238E27FC236}">
                <a16:creationId xmlns:a16="http://schemas.microsoft.com/office/drawing/2014/main" id="{6CF3CEE4-1507-4803-80B7-86B288BB8692}"/>
              </a:ext>
            </a:extLst>
          </p:cNvPr>
          <p:cNvSpPr>
            <a:spLocks noGrp="1"/>
          </p:cNvSpPr>
          <p:nvPr/>
        </p:nvSpPr>
        <p:spPr>
          <a:xfrm>
            <a:off x="4362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data_6272">
            <a:extLst>
              <a:ext uri="{FF2B5EF4-FFF2-40B4-BE49-F238E27FC236}">
                <a16:creationId xmlns:a16="http://schemas.microsoft.com/office/drawing/2014/main" id="{0A19C6C8-12C2-43BE-8FD2-AFF13F164310}"/>
              </a:ext>
            </a:extLst>
          </p:cNvPr>
          <p:cNvSpPr>
            <a:spLocks noGrp="1"/>
          </p:cNvSpPr>
          <p:nvPr/>
        </p:nvSpPr>
        <p:spPr>
          <a:xfrm>
            <a:off x="434523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data_6273">
            <a:extLst>
              <a:ext uri="{FF2B5EF4-FFF2-40B4-BE49-F238E27FC236}">
                <a16:creationId xmlns:a16="http://schemas.microsoft.com/office/drawing/2014/main" id="{5D428537-2E59-42D4-8DF0-55FB0579F3F9}"/>
              </a:ext>
            </a:extLst>
          </p:cNvPr>
          <p:cNvSpPr>
            <a:spLocks noGrp="1"/>
          </p:cNvSpPr>
          <p:nvPr/>
        </p:nvSpPr>
        <p:spPr>
          <a:xfrm>
            <a:off x="43002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data_6274">
            <a:extLst>
              <a:ext uri="{FF2B5EF4-FFF2-40B4-BE49-F238E27FC236}">
                <a16:creationId xmlns:a16="http://schemas.microsoft.com/office/drawing/2014/main" id="{28A759EC-4AA9-48D2-A0EF-A03AD881F6A2}"/>
              </a:ext>
            </a:extLst>
          </p:cNvPr>
          <p:cNvSpPr>
            <a:spLocks noGrp="1"/>
          </p:cNvSpPr>
          <p:nvPr/>
        </p:nvSpPr>
        <p:spPr>
          <a:xfrm>
            <a:off x="435031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data_6275">
            <a:extLst>
              <a:ext uri="{FF2B5EF4-FFF2-40B4-BE49-F238E27FC236}">
                <a16:creationId xmlns:a16="http://schemas.microsoft.com/office/drawing/2014/main" id="{96D1A9ED-9EAB-4257-BA05-0CA349FF51B2}"/>
              </a:ext>
            </a:extLst>
          </p:cNvPr>
          <p:cNvSpPr>
            <a:spLocks noGrp="1"/>
          </p:cNvSpPr>
          <p:nvPr/>
        </p:nvSpPr>
        <p:spPr>
          <a:xfrm>
            <a:off x="43774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data_6276">
            <a:extLst>
              <a:ext uri="{FF2B5EF4-FFF2-40B4-BE49-F238E27FC236}">
                <a16:creationId xmlns:a16="http://schemas.microsoft.com/office/drawing/2014/main" id="{3357A53A-92E0-4A5F-A9FC-3C5D27B8E2E1}"/>
              </a:ext>
            </a:extLst>
          </p:cNvPr>
          <p:cNvSpPr>
            <a:spLocks noGrp="1"/>
          </p:cNvSpPr>
          <p:nvPr/>
        </p:nvSpPr>
        <p:spPr>
          <a:xfrm>
            <a:off x="4336638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data_6277">
            <a:extLst>
              <a:ext uri="{FF2B5EF4-FFF2-40B4-BE49-F238E27FC236}">
                <a16:creationId xmlns:a16="http://schemas.microsoft.com/office/drawing/2014/main" id="{425C8132-5C60-48CB-AF75-DAF120C2D1BD}"/>
              </a:ext>
            </a:extLst>
          </p:cNvPr>
          <p:cNvSpPr>
            <a:spLocks noGrp="1"/>
          </p:cNvSpPr>
          <p:nvPr/>
        </p:nvSpPr>
        <p:spPr>
          <a:xfrm>
            <a:off x="43466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data_6278">
            <a:extLst>
              <a:ext uri="{FF2B5EF4-FFF2-40B4-BE49-F238E27FC236}">
                <a16:creationId xmlns:a16="http://schemas.microsoft.com/office/drawing/2014/main" id="{7C006ABF-D005-4557-A9F4-267D9E077176}"/>
              </a:ext>
            </a:extLst>
          </p:cNvPr>
          <p:cNvSpPr>
            <a:spLocks noGrp="1"/>
          </p:cNvSpPr>
          <p:nvPr/>
        </p:nvSpPr>
        <p:spPr>
          <a:xfrm>
            <a:off x="4345498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data_6279">
            <a:extLst>
              <a:ext uri="{FF2B5EF4-FFF2-40B4-BE49-F238E27FC236}">
                <a16:creationId xmlns:a16="http://schemas.microsoft.com/office/drawing/2014/main" id="{9EE9CCEA-5052-40F8-818A-2D71F5BBAF0B}"/>
              </a:ext>
            </a:extLst>
          </p:cNvPr>
          <p:cNvSpPr>
            <a:spLocks noGrp="1"/>
          </p:cNvSpPr>
          <p:nvPr/>
        </p:nvSpPr>
        <p:spPr>
          <a:xfrm>
            <a:off x="43246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data_6280">
            <a:extLst>
              <a:ext uri="{FF2B5EF4-FFF2-40B4-BE49-F238E27FC236}">
                <a16:creationId xmlns:a16="http://schemas.microsoft.com/office/drawing/2014/main" id="{B2A61E17-3ACC-400B-868D-B853795D4784}"/>
              </a:ext>
            </a:extLst>
          </p:cNvPr>
          <p:cNvSpPr>
            <a:spLocks noGrp="1"/>
          </p:cNvSpPr>
          <p:nvPr/>
        </p:nvSpPr>
        <p:spPr>
          <a:xfrm>
            <a:off x="428829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data_6281">
            <a:extLst>
              <a:ext uri="{FF2B5EF4-FFF2-40B4-BE49-F238E27FC236}">
                <a16:creationId xmlns:a16="http://schemas.microsoft.com/office/drawing/2014/main" id="{102FF8D2-38BF-41DA-8E7C-7D9D93572825}"/>
              </a:ext>
            </a:extLst>
          </p:cNvPr>
          <p:cNvSpPr>
            <a:spLocks noGrp="1"/>
          </p:cNvSpPr>
          <p:nvPr/>
        </p:nvSpPr>
        <p:spPr>
          <a:xfrm>
            <a:off x="4368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data_6282">
            <a:extLst>
              <a:ext uri="{FF2B5EF4-FFF2-40B4-BE49-F238E27FC236}">
                <a16:creationId xmlns:a16="http://schemas.microsoft.com/office/drawing/2014/main" id="{B97EC253-73E7-4A75-94B4-D8574F0713C3}"/>
              </a:ext>
            </a:extLst>
          </p:cNvPr>
          <p:cNvSpPr>
            <a:spLocks noGrp="1"/>
          </p:cNvSpPr>
          <p:nvPr/>
        </p:nvSpPr>
        <p:spPr>
          <a:xfrm>
            <a:off x="427448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data_6283">
            <a:extLst>
              <a:ext uri="{FF2B5EF4-FFF2-40B4-BE49-F238E27FC236}">
                <a16:creationId xmlns:a16="http://schemas.microsoft.com/office/drawing/2014/main" id="{62043C30-5FD3-4ED6-B635-6FDC93BC4F53}"/>
              </a:ext>
            </a:extLst>
          </p:cNvPr>
          <p:cNvSpPr>
            <a:spLocks noGrp="1"/>
          </p:cNvSpPr>
          <p:nvPr/>
        </p:nvSpPr>
        <p:spPr>
          <a:xfrm>
            <a:off x="42734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data_6284">
            <a:extLst>
              <a:ext uri="{FF2B5EF4-FFF2-40B4-BE49-F238E27FC236}">
                <a16:creationId xmlns:a16="http://schemas.microsoft.com/office/drawing/2014/main" id="{5AC109CB-9A4E-4884-82F0-A4DC1D0AE7F9}"/>
              </a:ext>
            </a:extLst>
          </p:cNvPr>
          <p:cNvSpPr>
            <a:spLocks noGrp="1"/>
          </p:cNvSpPr>
          <p:nvPr/>
        </p:nvSpPr>
        <p:spPr>
          <a:xfrm>
            <a:off x="42793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data_6285">
            <a:extLst>
              <a:ext uri="{FF2B5EF4-FFF2-40B4-BE49-F238E27FC236}">
                <a16:creationId xmlns:a16="http://schemas.microsoft.com/office/drawing/2014/main" id="{BD34BBA6-DF74-47FA-BC16-496C36772C8F}"/>
              </a:ext>
            </a:extLst>
          </p:cNvPr>
          <p:cNvSpPr>
            <a:spLocks noGrp="1"/>
          </p:cNvSpPr>
          <p:nvPr/>
        </p:nvSpPr>
        <p:spPr>
          <a:xfrm>
            <a:off x="43701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data_6286">
            <a:extLst>
              <a:ext uri="{FF2B5EF4-FFF2-40B4-BE49-F238E27FC236}">
                <a16:creationId xmlns:a16="http://schemas.microsoft.com/office/drawing/2014/main" id="{47C9B5C0-78D5-45C0-80DC-72DB5816047C}"/>
              </a:ext>
            </a:extLst>
          </p:cNvPr>
          <p:cNvSpPr>
            <a:spLocks noGrp="1"/>
          </p:cNvSpPr>
          <p:nvPr/>
        </p:nvSpPr>
        <p:spPr>
          <a:xfrm>
            <a:off x="435631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data_6287">
            <a:extLst>
              <a:ext uri="{FF2B5EF4-FFF2-40B4-BE49-F238E27FC236}">
                <a16:creationId xmlns:a16="http://schemas.microsoft.com/office/drawing/2014/main" id="{53898A21-4D89-4527-ABAB-9753B5D58252}"/>
              </a:ext>
            </a:extLst>
          </p:cNvPr>
          <p:cNvSpPr>
            <a:spLocks noGrp="1"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data_6288">
            <a:extLst>
              <a:ext uri="{FF2B5EF4-FFF2-40B4-BE49-F238E27FC236}">
                <a16:creationId xmlns:a16="http://schemas.microsoft.com/office/drawing/2014/main" id="{395FD402-307B-404C-9582-885FD63843B9}"/>
              </a:ext>
            </a:extLst>
          </p:cNvPr>
          <p:cNvSpPr>
            <a:spLocks noGrp="1"/>
          </p:cNvSpPr>
          <p:nvPr/>
        </p:nvSpPr>
        <p:spPr>
          <a:xfrm>
            <a:off x="4345759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data_6289">
            <a:extLst>
              <a:ext uri="{FF2B5EF4-FFF2-40B4-BE49-F238E27FC236}">
                <a16:creationId xmlns:a16="http://schemas.microsoft.com/office/drawing/2014/main" id="{2CF49BB0-47FE-4CC4-96A0-614C7E5DE780}"/>
              </a:ext>
            </a:extLst>
          </p:cNvPr>
          <p:cNvSpPr>
            <a:spLocks noGrp="1"/>
          </p:cNvSpPr>
          <p:nvPr/>
        </p:nvSpPr>
        <p:spPr>
          <a:xfrm>
            <a:off x="4355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data_6290">
            <a:extLst>
              <a:ext uri="{FF2B5EF4-FFF2-40B4-BE49-F238E27FC236}">
                <a16:creationId xmlns:a16="http://schemas.microsoft.com/office/drawing/2014/main" id="{2580C18B-2408-45B9-AC55-027A234DD9A0}"/>
              </a:ext>
            </a:extLst>
          </p:cNvPr>
          <p:cNvSpPr>
            <a:spLocks noGrp="1"/>
          </p:cNvSpPr>
          <p:nvPr/>
        </p:nvSpPr>
        <p:spPr>
          <a:xfrm>
            <a:off x="4366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data_6291">
            <a:extLst>
              <a:ext uri="{FF2B5EF4-FFF2-40B4-BE49-F238E27FC236}">
                <a16:creationId xmlns:a16="http://schemas.microsoft.com/office/drawing/2014/main" id="{EB147112-AC56-4E1C-A826-7B019E62F0FA}"/>
              </a:ext>
            </a:extLst>
          </p:cNvPr>
          <p:cNvSpPr>
            <a:spLocks noGrp="1"/>
          </p:cNvSpPr>
          <p:nvPr/>
        </p:nvSpPr>
        <p:spPr>
          <a:xfrm>
            <a:off x="4271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data_6292">
            <a:extLst>
              <a:ext uri="{FF2B5EF4-FFF2-40B4-BE49-F238E27FC236}">
                <a16:creationId xmlns:a16="http://schemas.microsoft.com/office/drawing/2014/main" id="{07E57AE0-2835-4054-A54B-BDE74F68F924}"/>
              </a:ext>
            </a:extLst>
          </p:cNvPr>
          <p:cNvSpPr>
            <a:spLocks noGrp="1"/>
          </p:cNvSpPr>
          <p:nvPr/>
        </p:nvSpPr>
        <p:spPr>
          <a:xfrm>
            <a:off x="4281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data_6293">
            <a:extLst>
              <a:ext uri="{FF2B5EF4-FFF2-40B4-BE49-F238E27FC236}">
                <a16:creationId xmlns:a16="http://schemas.microsoft.com/office/drawing/2014/main" id="{1C29E2EA-E32B-47C3-954C-ACC0CE281AFB}"/>
              </a:ext>
            </a:extLst>
          </p:cNvPr>
          <p:cNvSpPr>
            <a:spLocks noGrp="1"/>
          </p:cNvSpPr>
          <p:nvPr/>
        </p:nvSpPr>
        <p:spPr>
          <a:xfrm>
            <a:off x="4343544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data_6294">
            <a:extLst>
              <a:ext uri="{FF2B5EF4-FFF2-40B4-BE49-F238E27FC236}">
                <a16:creationId xmlns:a16="http://schemas.microsoft.com/office/drawing/2014/main" id="{E1E5E187-D593-429E-A5E1-B412093BF143}"/>
              </a:ext>
            </a:extLst>
          </p:cNvPr>
          <p:cNvSpPr>
            <a:spLocks noGrp="1"/>
          </p:cNvSpPr>
          <p:nvPr/>
        </p:nvSpPr>
        <p:spPr>
          <a:xfrm>
            <a:off x="427800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data_6295">
            <a:extLst>
              <a:ext uri="{FF2B5EF4-FFF2-40B4-BE49-F238E27FC236}">
                <a16:creationId xmlns:a16="http://schemas.microsoft.com/office/drawing/2014/main" id="{E452CD6B-4E5F-458F-B07C-3658DEF22CED}"/>
              </a:ext>
            </a:extLst>
          </p:cNvPr>
          <p:cNvSpPr>
            <a:spLocks noGrp="1"/>
          </p:cNvSpPr>
          <p:nvPr/>
        </p:nvSpPr>
        <p:spPr>
          <a:xfrm>
            <a:off x="4290643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data_6296">
            <a:extLst>
              <a:ext uri="{FF2B5EF4-FFF2-40B4-BE49-F238E27FC236}">
                <a16:creationId xmlns:a16="http://schemas.microsoft.com/office/drawing/2014/main" id="{10212832-21C4-413D-AFD1-80207E450F8D}"/>
              </a:ext>
            </a:extLst>
          </p:cNvPr>
          <p:cNvSpPr>
            <a:spLocks noGrp="1"/>
          </p:cNvSpPr>
          <p:nvPr/>
        </p:nvSpPr>
        <p:spPr>
          <a:xfrm>
            <a:off x="4269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data_6297">
            <a:extLst>
              <a:ext uri="{FF2B5EF4-FFF2-40B4-BE49-F238E27FC236}">
                <a16:creationId xmlns:a16="http://schemas.microsoft.com/office/drawing/2014/main" id="{98034737-7549-4CD7-9CC9-4E91D0E08895}"/>
              </a:ext>
            </a:extLst>
          </p:cNvPr>
          <p:cNvSpPr>
            <a:spLocks noGrp="1"/>
          </p:cNvSpPr>
          <p:nvPr/>
        </p:nvSpPr>
        <p:spPr>
          <a:xfrm>
            <a:off x="428308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data_6298">
            <a:extLst>
              <a:ext uri="{FF2B5EF4-FFF2-40B4-BE49-F238E27FC236}">
                <a16:creationId xmlns:a16="http://schemas.microsoft.com/office/drawing/2014/main" id="{67FA88E9-A0BF-4B41-84BE-8A75460C2BCA}"/>
              </a:ext>
            </a:extLst>
          </p:cNvPr>
          <p:cNvSpPr>
            <a:spLocks noGrp="1"/>
          </p:cNvSpPr>
          <p:nvPr/>
        </p:nvSpPr>
        <p:spPr>
          <a:xfrm>
            <a:off x="4288168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data_6299">
            <a:extLst>
              <a:ext uri="{FF2B5EF4-FFF2-40B4-BE49-F238E27FC236}">
                <a16:creationId xmlns:a16="http://schemas.microsoft.com/office/drawing/2014/main" id="{83CDD587-8D55-41D9-8CFA-9D382E6BF52B}"/>
              </a:ext>
            </a:extLst>
          </p:cNvPr>
          <p:cNvSpPr>
            <a:spLocks noGrp="1"/>
          </p:cNvSpPr>
          <p:nvPr/>
        </p:nvSpPr>
        <p:spPr>
          <a:xfrm>
            <a:off x="436908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data_6300">
            <a:extLst>
              <a:ext uri="{FF2B5EF4-FFF2-40B4-BE49-F238E27FC236}">
                <a16:creationId xmlns:a16="http://schemas.microsoft.com/office/drawing/2014/main" id="{4C910CAE-AA9A-419E-B280-1A5C316649E2}"/>
              </a:ext>
            </a:extLst>
          </p:cNvPr>
          <p:cNvSpPr>
            <a:spLocks noGrp="1"/>
          </p:cNvSpPr>
          <p:nvPr/>
        </p:nvSpPr>
        <p:spPr>
          <a:xfrm>
            <a:off x="4313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data_6301">
            <a:extLst>
              <a:ext uri="{FF2B5EF4-FFF2-40B4-BE49-F238E27FC236}">
                <a16:creationId xmlns:a16="http://schemas.microsoft.com/office/drawing/2014/main" id="{176806B8-0627-4F32-9D0D-848E845DDC52}"/>
              </a:ext>
            </a:extLst>
          </p:cNvPr>
          <p:cNvSpPr>
            <a:spLocks noGrp="1"/>
          </p:cNvSpPr>
          <p:nvPr/>
        </p:nvSpPr>
        <p:spPr>
          <a:xfrm>
            <a:off x="427135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data_6302">
            <a:extLst>
              <a:ext uri="{FF2B5EF4-FFF2-40B4-BE49-F238E27FC236}">
                <a16:creationId xmlns:a16="http://schemas.microsoft.com/office/drawing/2014/main" id="{C22431A2-4269-47AE-B72B-628C9E5876A9}"/>
              </a:ext>
            </a:extLst>
          </p:cNvPr>
          <p:cNvSpPr>
            <a:spLocks noGrp="1"/>
          </p:cNvSpPr>
          <p:nvPr/>
        </p:nvSpPr>
        <p:spPr>
          <a:xfrm>
            <a:off x="42902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data_6303">
            <a:extLst>
              <a:ext uri="{FF2B5EF4-FFF2-40B4-BE49-F238E27FC236}">
                <a16:creationId xmlns:a16="http://schemas.microsoft.com/office/drawing/2014/main" id="{559E801B-83D8-4E09-8F48-9A7EAB1105B4}"/>
              </a:ext>
            </a:extLst>
          </p:cNvPr>
          <p:cNvSpPr>
            <a:spLocks noGrp="1"/>
          </p:cNvSpPr>
          <p:nvPr/>
        </p:nvSpPr>
        <p:spPr>
          <a:xfrm>
            <a:off x="43623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data_6304">
            <a:extLst>
              <a:ext uri="{FF2B5EF4-FFF2-40B4-BE49-F238E27FC236}">
                <a16:creationId xmlns:a16="http://schemas.microsoft.com/office/drawing/2014/main" id="{BDC00862-D8B9-4F0A-91F0-221AF7DCE2E8}"/>
              </a:ext>
            </a:extLst>
          </p:cNvPr>
          <p:cNvSpPr>
            <a:spLocks noGrp="1"/>
          </p:cNvSpPr>
          <p:nvPr/>
        </p:nvSpPr>
        <p:spPr>
          <a:xfrm>
            <a:off x="4337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data_6305">
            <a:extLst>
              <a:ext uri="{FF2B5EF4-FFF2-40B4-BE49-F238E27FC236}">
                <a16:creationId xmlns:a16="http://schemas.microsoft.com/office/drawing/2014/main" id="{FFAC25FD-5B6E-4573-A74F-68D01647A1C6}"/>
              </a:ext>
            </a:extLst>
          </p:cNvPr>
          <p:cNvSpPr>
            <a:spLocks noGrp="1"/>
          </p:cNvSpPr>
          <p:nvPr/>
        </p:nvSpPr>
        <p:spPr>
          <a:xfrm>
            <a:off x="43617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data_6306">
            <a:extLst>
              <a:ext uri="{FF2B5EF4-FFF2-40B4-BE49-F238E27FC236}">
                <a16:creationId xmlns:a16="http://schemas.microsoft.com/office/drawing/2014/main" id="{82CBE02B-3F4B-438D-8A64-B8453B2C2A10}"/>
              </a:ext>
            </a:extLst>
          </p:cNvPr>
          <p:cNvSpPr>
            <a:spLocks noGrp="1"/>
          </p:cNvSpPr>
          <p:nvPr/>
        </p:nvSpPr>
        <p:spPr>
          <a:xfrm>
            <a:off x="42793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data_6307">
            <a:extLst>
              <a:ext uri="{FF2B5EF4-FFF2-40B4-BE49-F238E27FC236}">
                <a16:creationId xmlns:a16="http://schemas.microsoft.com/office/drawing/2014/main" id="{D80CD7E9-4D9E-440C-9ED9-5C631D402D64}"/>
              </a:ext>
            </a:extLst>
          </p:cNvPr>
          <p:cNvSpPr>
            <a:spLocks noGrp="1"/>
          </p:cNvSpPr>
          <p:nvPr/>
        </p:nvSpPr>
        <p:spPr>
          <a:xfrm>
            <a:off x="4303803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data_6308">
            <a:extLst>
              <a:ext uri="{FF2B5EF4-FFF2-40B4-BE49-F238E27FC236}">
                <a16:creationId xmlns:a16="http://schemas.microsoft.com/office/drawing/2014/main" id="{38CD6469-0959-4D94-9594-34D19A0DC63D}"/>
              </a:ext>
            </a:extLst>
          </p:cNvPr>
          <p:cNvSpPr>
            <a:spLocks noGrp="1"/>
          </p:cNvSpPr>
          <p:nvPr/>
        </p:nvSpPr>
        <p:spPr>
          <a:xfrm>
            <a:off x="4362697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data_6309">
            <a:extLst>
              <a:ext uri="{FF2B5EF4-FFF2-40B4-BE49-F238E27FC236}">
                <a16:creationId xmlns:a16="http://schemas.microsoft.com/office/drawing/2014/main" id="{1099FADB-2B29-4368-9717-18119A561EF7}"/>
              </a:ext>
            </a:extLst>
          </p:cNvPr>
          <p:cNvSpPr>
            <a:spLocks noGrp="1"/>
          </p:cNvSpPr>
          <p:nvPr/>
        </p:nvSpPr>
        <p:spPr>
          <a:xfrm>
            <a:off x="43628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data_6310">
            <a:extLst>
              <a:ext uri="{FF2B5EF4-FFF2-40B4-BE49-F238E27FC236}">
                <a16:creationId xmlns:a16="http://schemas.microsoft.com/office/drawing/2014/main" id="{D04CF0A3-B665-4609-B8C1-36F1D853FC50}"/>
              </a:ext>
            </a:extLst>
          </p:cNvPr>
          <p:cNvSpPr>
            <a:spLocks noGrp="1"/>
          </p:cNvSpPr>
          <p:nvPr/>
        </p:nvSpPr>
        <p:spPr>
          <a:xfrm>
            <a:off x="4354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data_6311">
            <a:extLst>
              <a:ext uri="{FF2B5EF4-FFF2-40B4-BE49-F238E27FC236}">
                <a16:creationId xmlns:a16="http://schemas.microsoft.com/office/drawing/2014/main" id="{55A4214C-4885-4994-A485-322F77054C37}"/>
              </a:ext>
            </a:extLst>
          </p:cNvPr>
          <p:cNvSpPr>
            <a:spLocks noGrp="1"/>
          </p:cNvSpPr>
          <p:nvPr/>
        </p:nvSpPr>
        <p:spPr>
          <a:xfrm>
            <a:off x="43662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data_6312">
            <a:extLst>
              <a:ext uri="{FF2B5EF4-FFF2-40B4-BE49-F238E27FC236}">
                <a16:creationId xmlns:a16="http://schemas.microsoft.com/office/drawing/2014/main" id="{B4CE5008-B36F-48B9-B6EB-BC01BD49CA7A}"/>
              </a:ext>
            </a:extLst>
          </p:cNvPr>
          <p:cNvSpPr>
            <a:spLocks noGrp="1"/>
          </p:cNvSpPr>
          <p:nvPr/>
        </p:nvSpPr>
        <p:spPr>
          <a:xfrm>
            <a:off x="42912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data_6313">
            <a:extLst>
              <a:ext uri="{FF2B5EF4-FFF2-40B4-BE49-F238E27FC236}">
                <a16:creationId xmlns:a16="http://schemas.microsoft.com/office/drawing/2014/main" id="{06BAF5AE-EE52-4D31-8A4E-17EE54B838C5}"/>
              </a:ext>
            </a:extLst>
          </p:cNvPr>
          <p:cNvSpPr>
            <a:spLocks noGrp="1"/>
          </p:cNvSpPr>
          <p:nvPr/>
        </p:nvSpPr>
        <p:spPr>
          <a:xfrm>
            <a:off x="42716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data_6314">
            <a:extLst>
              <a:ext uri="{FF2B5EF4-FFF2-40B4-BE49-F238E27FC236}">
                <a16:creationId xmlns:a16="http://schemas.microsoft.com/office/drawing/2014/main" id="{D050236B-C555-4E06-BC01-5895EC65245F}"/>
              </a:ext>
            </a:extLst>
          </p:cNvPr>
          <p:cNvSpPr>
            <a:spLocks noGrp="1"/>
          </p:cNvSpPr>
          <p:nvPr/>
        </p:nvSpPr>
        <p:spPr>
          <a:xfrm>
            <a:off x="43474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data_6315">
            <a:extLst>
              <a:ext uri="{FF2B5EF4-FFF2-40B4-BE49-F238E27FC236}">
                <a16:creationId xmlns:a16="http://schemas.microsoft.com/office/drawing/2014/main" id="{6A21449F-BC70-4E15-AA9C-D9325D52F7A1}"/>
              </a:ext>
            </a:extLst>
          </p:cNvPr>
          <p:cNvSpPr>
            <a:spLocks noGrp="1"/>
          </p:cNvSpPr>
          <p:nvPr/>
        </p:nvSpPr>
        <p:spPr>
          <a:xfrm>
            <a:off x="42654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data_6316">
            <a:extLst>
              <a:ext uri="{FF2B5EF4-FFF2-40B4-BE49-F238E27FC236}">
                <a16:creationId xmlns:a16="http://schemas.microsoft.com/office/drawing/2014/main" id="{BEE6FE00-CAFC-47B8-9B98-65BF437BDDD2}"/>
              </a:ext>
            </a:extLst>
          </p:cNvPr>
          <p:cNvSpPr>
            <a:spLocks noGrp="1"/>
          </p:cNvSpPr>
          <p:nvPr/>
        </p:nvSpPr>
        <p:spPr>
          <a:xfrm>
            <a:off x="4273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data_6317">
            <a:extLst>
              <a:ext uri="{FF2B5EF4-FFF2-40B4-BE49-F238E27FC236}">
                <a16:creationId xmlns:a16="http://schemas.microsoft.com/office/drawing/2014/main" id="{488406C8-C0B1-4768-A24C-14A14296E657}"/>
              </a:ext>
            </a:extLst>
          </p:cNvPr>
          <p:cNvSpPr>
            <a:spLocks noGrp="1"/>
          </p:cNvSpPr>
          <p:nvPr/>
        </p:nvSpPr>
        <p:spPr>
          <a:xfrm>
            <a:off x="43507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data_6318">
            <a:extLst>
              <a:ext uri="{FF2B5EF4-FFF2-40B4-BE49-F238E27FC236}">
                <a16:creationId xmlns:a16="http://schemas.microsoft.com/office/drawing/2014/main" id="{720F7BE0-7ADB-48C7-841E-11EC11930C2D}"/>
              </a:ext>
            </a:extLst>
          </p:cNvPr>
          <p:cNvSpPr>
            <a:spLocks noGrp="1"/>
          </p:cNvSpPr>
          <p:nvPr/>
        </p:nvSpPr>
        <p:spPr>
          <a:xfrm>
            <a:off x="42666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data_6319">
            <a:extLst>
              <a:ext uri="{FF2B5EF4-FFF2-40B4-BE49-F238E27FC236}">
                <a16:creationId xmlns:a16="http://schemas.microsoft.com/office/drawing/2014/main" id="{6B29D523-391A-4C38-AB8A-34C0CD29CE7A}"/>
              </a:ext>
            </a:extLst>
          </p:cNvPr>
          <p:cNvSpPr>
            <a:spLocks noGrp="1"/>
          </p:cNvSpPr>
          <p:nvPr/>
        </p:nvSpPr>
        <p:spPr>
          <a:xfrm>
            <a:off x="43757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data_6320">
            <a:extLst>
              <a:ext uri="{FF2B5EF4-FFF2-40B4-BE49-F238E27FC236}">
                <a16:creationId xmlns:a16="http://schemas.microsoft.com/office/drawing/2014/main" id="{40D4ADE8-EF90-499B-A963-EA2E00167779}"/>
              </a:ext>
            </a:extLst>
          </p:cNvPr>
          <p:cNvSpPr>
            <a:spLocks noGrp="1"/>
          </p:cNvSpPr>
          <p:nvPr/>
        </p:nvSpPr>
        <p:spPr>
          <a:xfrm>
            <a:off x="435579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data_6321">
            <a:extLst>
              <a:ext uri="{FF2B5EF4-FFF2-40B4-BE49-F238E27FC236}">
                <a16:creationId xmlns:a16="http://schemas.microsoft.com/office/drawing/2014/main" id="{189CB8E4-F6D6-4BD3-BFA2-B5C77E077C84}"/>
              </a:ext>
            </a:extLst>
          </p:cNvPr>
          <p:cNvSpPr>
            <a:spLocks noGrp="1"/>
          </p:cNvSpPr>
          <p:nvPr/>
        </p:nvSpPr>
        <p:spPr>
          <a:xfrm>
            <a:off x="430862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data_6322">
            <a:extLst>
              <a:ext uri="{FF2B5EF4-FFF2-40B4-BE49-F238E27FC236}">
                <a16:creationId xmlns:a16="http://schemas.microsoft.com/office/drawing/2014/main" id="{1A72BC2D-9027-4164-87E5-3784A4332A9D}"/>
              </a:ext>
            </a:extLst>
          </p:cNvPr>
          <p:cNvSpPr>
            <a:spLocks noGrp="1"/>
          </p:cNvSpPr>
          <p:nvPr/>
        </p:nvSpPr>
        <p:spPr>
          <a:xfrm>
            <a:off x="42866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data_6323">
            <a:extLst>
              <a:ext uri="{FF2B5EF4-FFF2-40B4-BE49-F238E27FC236}">
                <a16:creationId xmlns:a16="http://schemas.microsoft.com/office/drawing/2014/main" id="{2FD28E36-D545-4CDD-A55F-63025C6CA535}"/>
              </a:ext>
            </a:extLst>
          </p:cNvPr>
          <p:cNvSpPr>
            <a:spLocks noGrp="1"/>
          </p:cNvSpPr>
          <p:nvPr/>
        </p:nvSpPr>
        <p:spPr>
          <a:xfrm>
            <a:off x="4373772" y="3178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data_6324">
            <a:extLst>
              <a:ext uri="{FF2B5EF4-FFF2-40B4-BE49-F238E27FC236}">
                <a16:creationId xmlns:a16="http://schemas.microsoft.com/office/drawing/2014/main" id="{F5789EB0-0D59-4E60-A033-7A3F82B5354F}"/>
              </a:ext>
            </a:extLst>
          </p:cNvPr>
          <p:cNvSpPr>
            <a:spLocks noGrp="1"/>
          </p:cNvSpPr>
          <p:nvPr/>
        </p:nvSpPr>
        <p:spPr>
          <a:xfrm>
            <a:off x="437937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data_6325">
            <a:extLst>
              <a:ext uri="{FF2B5EF4-FFF2-40B4-BE49-F238E27FC236}">
                <a16:creationId xmlns:a16="http://schemas.microsoft.com/office/drawing/2014/main" id="{E79CD1ED-6B24-451C-915B-24CECEB84C3C}"/>
              </a:ext>
            </a:extLst>
          </p:cNvPr>
          <p:cNvSpPr>
            <a:spLocks noGrp="1"/>
          </p:cNvSpPr>
          <p:nvPr/>
        </p:nvSpPr>
        <p:spPr>
          <a:xfrm>
            <a:off x="4332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data_6326">
            <a:extLst>
              <a:ext uri="{FF2B5EF4-FFF2-40B4-BE49-F238E27FC236}">
                <a16:creationId xmlns:a16="http://schemas.microsoft.com/office/drawing/2014/main" id="{ADC52D1A-7A02-4267-B66D-6660B561B0D3}"/>
              </a:ext>
            </a:extLst>
          </p:cNvPr>
          <p:cNvSpPr>
            <a:spLocks noGrp="1"/>
          </p:cNvSpPr>
          <p:nvPr/>
        </p:nvSpPr>
        <p:spPr>
          <a:xfrm>
            <a:off x="43617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data_6327">
            <a:extLst>
              <a:ext uri="{FF2B5EF4-FFF2-40B4-BE49-F238E27FC236}">
                <a16:creationId xmlns:a16="http://schemas.microsoft.com/office/drawing/2014/main" id="{D7D233CD-759C-4042-A089-DEC95D45B13F}"/>
              </a:ext>
            </a:extLst>
          </p:cNvPr>
          <p:cNvSpPr>
            <a:spLocks noGrp="1"/>
          </p:cNvSpPr>
          <p:nvPr/>
        </p:nvSpPr>
        <p:spPr>
          <a:xfrm>
            <a:off x="42704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data_6328">
            <a:extLst>
              <a:ext uri="{FF2B5EF4-FFF2-40B4-BE49-F238E27FC236}">
                <a16:creationId xmlns:a16="http://schemas.microsoft.com/office/drawing/2014/main" id="{184DBF4B-DC71-4DE7-B0A7-EB4F70B7B1D4}"/>
              </a:ext>
            </a:extLst>
          </p:cNvPr>
          <p:cNvSpPr>
            <a:spLocks noGrp="1"/>
          </p:cNvSpPr>
          <p:nvPr/>
        </p:nvSpPr>
        <p:spPr>
          <a:xfrm>
            <a:off x="4307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data_6329">
            <a:extLst>
              <a:ext uri="{FF2B5EF4-FFF2-40B4-BE49-F238E27FC236}">
                <a16:creationId xmlns:a16="http://schemas.microsoft.com/office/drawing/2014/main" id="{A6F6DCA0-0558-4D15-AC71-6EDD913AC2E6}"/>
              </a:ext>
            </a:extLst>
          </p:cNvPr>
          <p:cNvSpPr>
            <a:spLocks noGrp="1"/>
          </p:cNvSpPr>
          <p:nvPr/>
        </p:nvSpPr>
        <p:spPr>
          <a:xfrm>
            <a:off x="435370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data_6330">
            <a:extLst>
              <a:ext uri="{FF2B5EF4-FFF2-40B4-BE49-F238E27FC236}">
                <a16:creationId xmlns:a16="http://schemas.microsoft.com/office/drawing/2014/main" id="{01AA0985-0F90-46D8-91A5-5052F948489F}"/>
              </a:ext>
            </a:extLst>
          </p:cNvPr>
          <p:cNvSpPr>
            <a:spLocks noGrp="1"/>
          </p:cNvSpPr>
          <p:nvPr/>
        </p:nvSpPr>
        <p:spPr>
          <a:xfrm>
            <a:off x="42624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data_6331">
            <a:extLst>
              <a:ext uri="{FF2B5EF4-FFF2-40B4-BE49-F238E27FC236}">
                <a16:creationId xmlns:a16="http://schemas.microsoft.com/office/drawing/2014/main" id="{7F11896F-E8F0-4BFE-B789-00A3316506DF}"/>
              </a:ext>
            </a:extLst>
          </p:cNvPr>
          <p:cNvSpPr>
            <a:spLocks noGrp="1"/>
          </p:cNvSpPr>
          <p:nvPr/>
        </p:nvSpPr>
        <p:spPr>
          <a:xfrm>
            <a:off x="4257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data_6332">
            <a:extLst>
              <a:ext uri="{FF2B5EF4-FFF2-40B4-BE49-F238E27FC236}">
                <a16:creationId xmlns:a16="http://schemas.microsoft.com/office/drawing/2014/main" id="{2FC634E4-4EC7-4EA9-BFD3-61E4437ADAC2}"/>
              </a:ext>
            </a:extLst>
          </p:cNvPr>
          <p:cNvSpPr>
            <a:spLocks noGrp="1"/>
          </p:cNvSpPr>
          <p:nvPr/>
        </p:nvSpPr>
        <p:spPr>
          <a:xfrm>
            <a:off x="43348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data_6333">
            <a:extLst>
              <a:ext uri="{FF2B5EF4-FFF2-40B4-BE49-F238E27FC236}">
                <a16:creationId xmlns:a16="http://schemas.microsoft.com/office/drawing/2014/main" id="{C14CB885-4AD8-4398-9CB0-B80254B000C8}"/>
              </a:ext>
            </a:extLst>
          </p:cNvPr>
          <p:cNvSpPr>
            <a:spLocks noGrp="1"/>
          </p:cNvSpPr>
          <p:nvPr/>
        </p:nvSpPr>
        <p:spPr>
          <a:xfrm>
            <a:off x="4372991" y="3281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data_6334">
            <a:extLst>
              <a:ext uri="{FF2B5EF4-FFF2-40B4-BE49-F238E27FC236}">
                <a16:creationId xmlns:a16="http://schemas.microsoft.com/office/drawing/2014/main" id="{56CC0684-2122-4EEB-B17F-E9514033A82B}"/>
              </a:ext>
            </a:extLst>
          </p:cNvPr>
          <p:cNvSpPr>
            <a:spLocks noGrp="1"/>
          </p:cNvSpPr>
          <p:nvPr/>
        </p:nvSpPr>
        <p:spPr>
          <a:xfrm>
            <a:off x="42520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data_6335">
            <a:extLst>
              <a:ext uri="{FF2B5EF4-FFF2-40B4-BE49-F238E27FC236}">
                <a16:creationId xmlns:a16="http://schemas.microsoft.com/office/drawing/2014/main" id="{FA77780B-0F1E-4C14-B597-3A50999AE55D}"/>
              </a:ext>
            </a:extLst>
          </p:cNvPr>
          <p:cNvSpPr>
            <a:spLocks noGrp="1"/>
          </p:cNvSpPr>
          <p:nvPr/>
        </p:nvSpPr>
        <p:spPr>
          <a:xfrm>
            <a:off x="4303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data_6336">
            <a:extLst>
              <a:ext uri="{FF2B5EF4-FFF2-40B4-BE49-F238E27FC236}">
                <a16:creationId xmlns:a16="http://schemas.microsoft.com/office/drawing/2014/main" id="{5B7EF106-B7B5-494A-9947-222277667CC6}"/>
              </a:ext>
            </a:extLst>
          </p:cNvPr>
          <p:cNvSpPr>
            <a:spLocks noGrp="1"/>
          </p:cNvSpPr>
          <p:nvPr/>
        </p:nvSpPr>
        <p:spPr>
          <a:xfrm>
            <a:off x="4344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data_6337">
            <a:extLst>
              <a:ext uri="{FF2B5EF4-FFF2-40B4-BE49-F238E27FC236}">
                <a16:creationId xmlns:a16="http://schemas.microsoft.com/office/drawing/2014/main" id="{B93F5D29-BB32-4B2E-A046-77A0EAB32F87}"/>
              </a:ext>
            </a:extLst>
          </p:cNvPr>
          <p:cNvSpPr>
            <a:spLocks noGrp="1"/>
          </p:cNvSpPr>
          <p:nvPr/>
        </p:nvSpPr>
        <p:spPr>
          <a:xfrm>
            <a:off x="4305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data_6338">
            <a:extLst>
              <a:ext uri="{FF2B5EF4-FFF2-40B4-BE49-F238E27FC236}">
                <a16:creationId xmlns:a16="http://schemas.microsoft.com/office/drawing/2014/main" id="{4C2B03AE-51CF-4D44-9D4E-578B9D054517}"/>
              </a:ext>
            </a:extLst>
          </p:cNvPr>
          <p:cNvSpPr>
            <a:spLocks noGrp="1"/>
          </p:cNvSpPr>
          <p:nvPr/>
        </p:nvSpPr>
        <p:spPr>
          <a:xfrm>
            <a:off x="4283738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data_6339">
            <a:extLst>
              <a:ext uri="{FF2B5EF4-FFF2-40B4-BE49-F238E27FC236}">
                <a16:creationId xmlns:a16="http://schemas.microsoft.com/office/drawing/2014/main" id="{AED7487D-D639-44EE-BF61-7E5C166CE4BB}"/>
              </a:ext>
            </a:extLst>
          </p:cNvPr>
          <p:cNvSpPr>
            <a:spLocks noGrp="1"/>
          </p:cNvSpPr>
          <p:nvPr/>
        </p:nvSpPr>
        <p:spPr>
          <a:xfrm>
            <a:off x="4334293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data_6340">
            <a:extLst>
              <a:ext uri="{FF2B5EF4-FFF2-40B4-BE49-F238E27FC236}">
                <a16:creationId xmlns:a16="http://schemas.microsoft.com/office/drawing/2014/main" id="{88F07BC5-5540-4E8C-A867-157FAFA22A1E}"/>
              </a:ext>
            </a:extLst>
          </p:cNvPr>
          <p:cNvSpPr>
            <a:spLocks noGrp="1"/>
          </p:cNvSpPr>
          <p:nvPr/>
        </p:nvSpPr>
        <p:spPr>
          <a:xfrm>
            <a:off x="43301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data_6341">
            <a:extLst>
              <a:ext uri="{FF2B5EF4-FFF2-40B4-BE49-F238E27FC236}">
                <a16:creationId xmlns:a16="http://schemas.microsoft.com/office/drawing/2014/main" id="{2443E4D9-7E8A-4212-828A-9D65D94B01DA}"/>
              </a:ext>
            </a:extLst>
          </p:cNvPr>
          <p:cNvSpPr>
            <a:spLocks noGrp="1"/>
          </p:cNvSpPr>
          <p:nvPr/>
        </p:nvSpPr>
        <p:spPr>
          <a:xfrm>
            <a:off x="43143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data_6342">
            <a:extLst>
              <a:ext uri="{FF2B5EF4-FFF2-40B4-BE49-F238E27FC236}">
                <a16:creationId xmlns:a16="http://schemas.microsoft.com/office/drawing/2014/main" id="{3B2C2189-49EA-4F46-A7F0-29457F26704F}"/>
              </a:ext>
            </a:extLst>
          </p:cNvPr>
          <p:cNvSpPr>
            <a:spLocks noGrp="1"/>
          </p:cNvSpPr>
          <p:nvPr/>
        </p:nvSpPr>
        <p:spPr>
          <a:xfrm>
            <a:off x="43269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data_6343">
            <a:extLst>
              <a:ext uri="{FF2B5EF4-FFF2-40B4-BE49-F238E27FC236}">
                <a16:creationId xmlns:a16="http://schemas.microsoft.com/office/drawing/2014/main" id="{7B376881-B8CD-46B4-A498-864855BE56AF}"/>
              </a:ext>
            </a:extLst>
          </p:cNvPr>
          <p:cNvSpPr>
            <a:spLocks noGrp="1"/>
          </p:cNvSpPr>
          <p:nvPr/>
        </p:nvSpPr>
        <p:spPr>
          <a:xfrm>
            <a:off x="42896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data_6344">
            <a:extLst>
              <a:ext uri="{FF2B5EF4-FFF2-40B4-BE49-F238E27FC236}">
                <a16:creationId xmlns:a16="http://schemas.microsoft.com/office/drawing/2014/main" id="{28D1F764-7B98-4581-AB1A-D73A6D338513}"/>
              </a:ext>
            </a:extLst>
          </p:cNvPr>
          <p:cNvSpPr>
            <a:spLocks noGrp="1"/>
          </p:cNvSpPr>
          <p:nvPr/>
        </p:nvSpPr>
        <p:spPr>
          <a:xfrm>
            <a:off x="43187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data_6345">
            <a:extLst>
              <a:ext uri="{FF2B5EF4-FFF2-40B4-BE49-F238E27FC236}">
                <a16:creationId xmlns:a16="http://schemas.microsoft.com/office/drawing/2014/main" id="{7273C140-C449-409C-8440-5862E57D3FAB}"/>
              </a:ext>
            </a:extLst>
          </p:cNvPr>
          <p:cNvSpPr>
            <a:spLocks noGrp="1"/>
          </p:cNvSpPr>
          <p:nvPr/>
        </p:nvSpPr>
        <p:spPr>
          <a:xfrm>
            <a:off x="429090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data_6346">
            <a:extLst>
              <a:ext uri="{FF2B5EF4-FFF2-40B4-BE49-F238E27FC236}">
                <a16:creationId xmlns:a16="http://schemas.microsoft.com/office/drawing/2014/main" id="{04252748-1336-45F2-95B1-2EFAFD336A1C}"/>
              </a:ext>
            </a:extLst>
          </p:cNvPr>
          <p:cNvSpPr>
            <a:spLocks noGrp="1"/>
          </p:cNvSpPr>
          <p:nvPr/>
        </p:nvSpPr>
        <p:spPr>
          <a:xfrm>
            <a:off x="430237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data_6347">
            <a:extLst>
              <a:ext uri="{FF2B5EF4-FFF2-40B4-BE49-F238E27FC236}">
                <a16:creationId xmlns:a16="http://schemas.microsoft.com/office/drawing/2014/main" id="{15E7AF3E-A255-4A55-9884-3834A191C24F}"/>
              </a:ext>
            </a:extLst>
          </p:cNvPr>
          <p:cNvSpPr>
            <a:spLocks noGrp="1"/>
          </p:cNvSpPr>
          <p:nvPr/>
        </p:nvSpPr>
        <p:spPr>
          <a:xfrm>
            <a:off x="4358658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data_6348">
            <a:extLst>
              <a:ext uri="{FF2B5EF4-FFF2-40B4-BE49-F238E27FC236}">
                <a16:creationId xmlns:a16="http://schemas.microsoft.com/office/drawing/2014/main" id="{3DA57DFC-8C0B-499B-A555-3F4C0A6B0C64}"/>
              </a:ext>
            </a:extLst>
          </p:cNvPr>
          <p:cNvSpPr>
            <a:spLocks noGrp="1"/>
          </p:cNvSpPr>
          <p:nvPr/>
        </p:nvSpPr>
        <p:spPr>
          <a:xfrm>
            <a:off x="42664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data_6349">
            <a:extLst>
              <a:ext uri="{FF2B5EF4-FFF2-40B4-BE49-F238E27FC236}">
                <a16:creationId xmlns:a16="http://schemas.microsoft.com/office/drawing/2014/main" id="{337A3692-A314-495F-8868-2620B9D4090F}"/>
              </a:ext>
            </a:extLst>
          </p:cNvPr>
          <p:cNvSpPr>
            <a:spLocks noGrp="1"/>
          </p:cNvSpPr>
          <p:nvPr/>
        </p:nvSpPr>
        <p:spPr>
          <a:xfrm>
            <a:off x="42724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data_6350">
            <a:extLst>
              <a:ext uri="{FF2B5EF4-FFF2-40B4-BE49-F238E27FC236}">
                <a16:creationId xmlns:a16="http://schemas.microsoft.com/office/drawing/2014/main" id="{1B81BA33-E1E3-41CA-A564-EDB49B1B4760}"/>
              </a:ext>
            </a:extLst>
          </p:cNvPr>
          <p:cNvSpPr>
            <a:spLocks noGrp="1"/>
          </p:cNvSpPr>
          <p:nvPr/>
        </p:nvSpPr>
        <p:spPr>
          <a:xfrm>
            <a:off x="4326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data_6351">
            <a:extLst>
              <a:ext uri="{FF2B5EF4-FFF2-40B4-BE49-F238E27FC236}">
                <a16:creationId xmlns:a16="http://schemas.microsoft.com/office/drawing/2014/main" id="{30CEEE79-5829-4F34-AABC-E3C6CE5D40F9}"/>
              </a:ext>
            </a:extLst>
          </p:cNvPr>
          <p:cNvSpPr>
            <a:spLocks noGrp="1"/>
          </p:cNvSpPr>
          <p:nvPr/>
        </p:nvSpPr>
        <p:spPr>
          <a:xfrm>
            <a:off x="43254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data_6352">
            <a:extLst>
              <a:ext uri="{FF2B5EF4-FFF2-40B4-BE49-F238E27FC236}">
                <a16:creationId xmlns:a16="http://schemas.microsoft.com/office/drawing/2014/main" id="{5BAD215B-4A50-473C-961F-25333C9DDEBA}"/>
              </a:ext>
            </a:extLst>
          </p:cNvPr>
          <p:cNvSpPr>
            <a:spLocks noGrp="1"/>
          </p:cNvSpPr>
          <p:nvPr/>
        </p:nvSpPr>
        <p:spPr>
          <a:xfrm>
            <a:off x="43677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data_6353">
            <a:extLst>
              <a:ext uri="{FF2B5EF4-FFF2-40B4-BE49-F238E27FC236}">
                <a16:creationId xmlns:a16="http://schemas.microsoft.com/office/drawing/2014/main" id="{AE1798A9-B002-4379-B0CA-A0CA9AFAC1D1}"/>
              </a:ext>
            </a:extLst>
          </p:cNvPr>
          <p:cNvSpPr>
            <a:spLocks noGrp="1"/>
          </p:cNvSpPr>
          <p:nvPr/>
        </p:nvSpPr>
        <p:spPr>
          <a:xfrm>
            <a:off x="4348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data_6354">
            <a:extLst>
              <a:ext uri="{FF2B5EF4-FFF2-40B4-BE49-F238E27FC236}">
                <a16:creationId xmlns:a16="http://schemas.microsoft.com/office/drawing/2014/main" id="{6499E0B2-C726-4C2C-9294-42432A361446}"/>
              </a:ext>
            </a:extLst>
          </p:cNvPr>
          <p:cNvSpPr>
            <a:spLocks noGrp="1"/>
          </p:cNvSpPr>
          <p:nvPr/>
        </p:nvSpPr>
        <p:spPr>
          <a:xfrm>
            <a:off x="4267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data_6355">
            <a:extLst>
              <a:ext uri="{FF2B5EF4-FFF2-40B4-BE49-F238E27FC236}">
                <a16:creationId xmlns:a16="http://schemas.microsoft.com/office/drawing/2014/main" id="{76A16AEE-63C1-4FB4-AEA9-9E3283593BE4}"/>
              </a:ext>
            </a:extLst>
          </p:cNvPr>
          <p:cNvSpPr>
            <a:spLocks noGrp="1"/>
          </p:cNvSpPr>
          <p:nvPr/>
        </p:nvSpPr>
        <p:spPr>
          <a:xfrm>
            <a:off x="428660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data_6356">
            <a:extLst>
              <a:ext uri="{FF2B5EF4-FFF2-40B4-BE49-F238E27FC236}">
                <a16:creationId xmlns:a16="http://schemas.microsoft.com/office/drawing/2014/main" id="{D36ABD8E-387F-4C89-B509-3CD94B9C3B6B}"/>
              </a:ext>
            </a:extLst>
          </p:cNvPr>
          <p:cNvSpPr>
            <a:spLocks noGrp="1"/>
          </p:cNvSpPr>
          <p:nvPr/>
        </p:nvSpPr>
        <p:spPr>
          <a:xfrm>
            <a:off x="433833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data_6357">
            <a:extLst>
              <a:ext uri="{FF2B5EF4-FFF2-40B4-BE49-F238E27FC236}">
                <a16:creationId xmlns:a16="http://schemas.microsoft.com/office/drawing/2014/main" id="{2C065CFB-F1D1-4493-887C-095A658D520F}"/>
              </a:ext>
            </a:extLst>
          </p:cNvPr>
          <p:cNvSpPr>
            <a:spLocks noGrp="1"/>
          </p:cNvSpPr>
          <p:nvPr/>
        </p:nvSpPr>
        <p:spPr>
          <a:xfrm>
            <a:off x="42601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data_6358">
            <a:extLst>
              <a:ext uri="{FF2B5EF4-FFF2-40B4-BE49-F238E27FC236}">
                <a16:creationId xmlns:a16="http://schemas.microsoft.com/office/drawing/2014/main" id="{306C7D60-214B-4119-A772-5C3C0BE9ABCB}"/>
              </a:ext>
            </a:extLst>
          </p:cNvPr>
          <p:cNvSpPr>
            <a:spLocks noGrp="1"/>
          </p:cNvSpPr>
          <p:nvPr/>
        </p:nvSpPr>
        <p:spPr>
          <a:xfrm>
            <a:off x="4350710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data_6359">
            <a:extLst>
              <a:ext uri="{FF2B5EF4-FFF2-40B4-BE49-F238E27FC236}">
                <a16:creationId xmlns:a16="http://schemas.microsoft.com/office/drawing/2014/main" id="{7A06B33F-9FAB-452F-AFFE-01A107CB6FCE}"/>
              </a:ext>
            </a:extLst>
          </p:cNvPr>
          <p:cNvSpPr>
            <a:spLocks noGrp="1"/>
          </p:cNvSpPr>
          <p:nvPr/>
        </p:nvSpPr>
        <p:spPr>
          <a:xfrm>
            <a:off x="4355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data_6360">
            <a:extLst>
              <a:ext uri="{FF2B5EF4-FFF2-40B4-BE49-F238E27FC236}">
                <a16:creationId xmlns:a16="http://schemas.microsoft.com/office/drawing/2014/main" id="{3C47B721-0398-4EDD-A3AF-4C82945A4C66}"/>
              </a:ext>
            </a:extLst>
          </p:cNvPr>
          <p:cNvSpPr>
            <a:spLocks noGrp="1"/>
          </p:cNvSpPr>
          <p:nvPr/>
        </p:nvSpPr>
        <p:spPr>
          <a:xfrm>
            <a:off x="4341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data_6361">
            <a:extLst>
              <a:ext uri="{FF2B5EF4-FFF2-40B4-BE49-F238E27FC236}">
                <a16:creationId xmlns:a16="http://schemas.microsoft.com/office/drawing/2014/main" id="{70EB1118-9D00-4EC3-BB52-3412DAB38099}"/>
              </a:ext>
            </a:extLst>
          </p:cNvPr>
          <p:cNvSpPr>
            <a:spLocks noGrp="1"/>
          </p:cNvSpPr>
          <p:nvPr/>
        </p:nvSpPr>
        <p:spPr>
          <a:xfrm>
            <a:off x="43401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data_6362">
            <a:extLst>
              <a:ext uri="{FF2B5EF4-FFF2-40B4-BE49-F238E27FC236}">
                <a16:creationId xmlns:a16="http://schemas.microsoft.com/office/drawing/2014/main" id="{98665F04-8BA5-4E5E-9A1C-4E7C3E417988}"/>
              </a:ext>
            </a:extLst>
          </p:cNvPr>
          <p:cNvSpPr>
            <a:spLocks noGrp="1"/>
          </p:cNvSpPr>
          <p:nvPr/>
        </p:nvSpPr>
        <p:spPr>
          <a:xfrm>
            <a:off x="4345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data_6363">
            <a:extLst>
              <a:ext uri="{FF2B5EF4-FFF2-40B4-BE49-F238E27FC236}">
                <a16:creationId xmlns:a16="http://schemas.microsoft.com/office/drawing/2014/main" id="{76D48437-C921-4FD1-8DF4-9ED93AFAA1EA}"/>
              </a:ext>
            </a:extLst>
          </p:cNvPr>
          <p:cNvSpPr>
            <a:spLocks noGrp="1"/>
          </p:cNvSpPr>
          <p:nvPr/>
        </p:nvSpPr>
        <p:spPr>
          <a:xfrm>
            <a:off x="432113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data_6364">
            <a:extLst>
              <a:ext uri="{FF2B5EF4-FFF2-40B4-BE49-F238E27FC236}">
                <a16:creationId xmlns:a16="http://schemas.microsoft.com/office/drawing/2014/main" id="{EF49649B-E5F8-4E51-BA89-4B39963EEF1D}"/>
              </a:ext>
            </a:extLst>
          </p:cNvPr>
          <p:cNvSpPr>
            <a:spLocks noGrp="1"/>
          </p:cNvSpPr>
          <p:nvPr/>
        </p:nvSpPr>
        <p:spPr>
          <a:xfrm>
            <a:off x="42535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data_6365">
            <a:extLst>
              <a:ext uri="{FF2B5EF4-FFF2-40B4-BE49-F238E27FC236}">
                <a16:creationId xmlns:a16="http://schemas.microsoft.com/office/drawing/2014/main" id="{C5C5A1E7-B899-4B4A-B93D-176B1FB8BB57}"/>
              </a:ext>
            </a:extLst>
          </p:cNvPr>
          <p:cNvSpPr>
            <a:spLocks noGrp="1"/>
          </p:cNvSpPr>
          <p:nvPr/>
        </p:nvSpPr>
        <p:spPr>
          <a:xfrm>
            <a:off x="43208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data_6366">
            <a:extLst>
              <a:ext uri="{FF2B5EF4-FFF2-40B4-BE49-F238E27FC236}">
                <a16:creationId xmlns:a16="http://schemas.microsoft.com/office/drawing/2014/main" id="{E2246FFD-5E3D-4807-B0EB-6B214CFF8312}"/>
              </a:ext>
            </a:extLst>
          </p:cNvPr>
          <p:cNvSpPr>
            <a:spLocks noGrp="1"/>
          </p:cNvSpPr>
          <p:nvPr/>
        </p:nvSpPr>
        <p:spPr>
          <a:xfrm>
            <a:off x="42707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data_6367">
            <a:extLst>
              <a:ext uri="{FF2B5EF4-FFF2-40B4-BE49-F238E27FC236}">
                <a16:creationId xmlns:a16="http://schemas.microsoft.com/office/drawing/2014/main" id="{54C2560D-DF72-43F8-8A4D-79762CF57714}"/>
              </a:ext>
            </a:extLst>
          </p:cNvPr>
          <p:cNvSpPr>
            <a:spLocks noGrp="1"/>
          </p:cNvSpPr>
          <p:nvPr/>
        </p:nvSpPr>
        <p:spPr>
          <a:xfrm>
            <a:off x="4340677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data_6368">
            <a:extLst>
              <a:ext uri="{FF2B5EF4-FFF2-40B4-BE49-F238E27FC236}">
                <a16:creationId xmlns:a16="http://schemas.microsoft.com/office/drawing/2014/main" id="{A9873FF5-940E-4602-B7F7-236739F13DB8}"/>
              </a:ext>
            </a:extLst>
          </p:cNvPr>
          <p:cNvSpPr>
            <a:spLocks noGrp="1"/>
          </p:cNvSpPr>
          <p:nvPr/>
        </p:nvSpPr>
        <p:spPr>
          <a:xfrm>
            <a:off x="4357876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data_6369">
            <a:extLst>
              <a:ext uri="{FF2B5EF4-FFF2-40B4-BE49-F238E27FC236}">
                <a16:creationId xmlns:a16="http://schemas.microsoft.com/office/drawing/2014/main" id="{9E1B8E68-FC61-48FE-89A9-F1020D53C7F4}"/>
              </a:ext>
            </a:extLst>
          </p:cNvPr>
          <p:cNvSpPr>
            <a:spLocks noGrp="1"/>
          </p:cNvSpPr>
          <p:nvPr/>
        </p:nvSpPr>
        <p:spPr>
          <a:xfrm>
            <a:off x="426862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data_6370">
            <a:extLst>
              <a:ext uri="{FF2B5EF4-FFF2-40B4-BE49-F238E27FC236}">
                <a16:creationId xmlns:a16="http://schemas.microsoft.com/office/drawing/2014/main" id="{340A01C8-17B1-4699-84F5-B85F38116EAB}"/>
              </a:ext>
            </a:extLst>
          </p:cNvPr>
          <p:cNvSpPr>
            <a:spLocks noGrp="1"/>
          </p:cNvSpPr>
          <p:nvPr/>
        </p:nvSpPr>
        <p:spPr>
          <a:xfrm>
            <a:off x="4341850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data_6371">
            <a:extLst>
              <a:ext uri="{FF2B5EF4-FFF2-40B4-BE49-F238E27FC236}">
                <a16:creationId xmlns:a16="http://schemas.microsoft.com/office/drawing/2014/main" id="{6AAE1139-D93F-4821-8A0D-6F7411190C51}"/>
              </a:ext>
            </a:extLst>
          </p:cNvPr>
          <p:cNvSpPr>
            <a:spLocks noGrp="1"/>
          </p:cNvSpPr>
          <p:nvPr/>
        </p:nvSpPr>
        <p:spPr>
          <a:xfrm>
            <a:off x="4275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data_6372">
            <a:extLst>
              <a:ext uri="{FF2B5EF4-FFF2-40B4-BE49-F238E27FC236}">
                <a16:creationId xmlns:a16="http://schemas.microsoft.com/office/drawing/2014/main" id="{FAA5BC77-24D3-4E79-BC41-125A69A8D242}"/>
              </a:ext>
            </a:extLst>
          </p:cNvPr>
          <p:cNvSpPr>
            <a:spLocks noGrp="1"/>
          </p:cNvSpPr>
          <p:nvPr/>
        </p:nvSpPr>
        <p:spPr>
          <a:xfrm>
            <a:off x="42808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data_6373">
            <a:extLst>
              <a:ext uri="{FF2B5EF4-FFF2-40B4-BE49-F238E27FC236}">
                <a16:creationId xmlns:a16="http://schemas.microsoft.com/office/drawing/2014/main" id="{BCD816B1-A5A5-451E-AFA2-7072BA7A3F67}"/>
              </a:ext>
            </a:extLst>
          </p:cNvPr>
          <p:cNvSpPr>
            <a:spLocks noGrp="1"/>
          </p:cNvSpPr>
          <p:nvPr/>
        </p:nvSpPr>
        <p:spPr>
          <a:xfrm>
            <a:off x="42653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data_6374">
            <a:extLst>
              <a:ext uri="{FF2B5EF4-FFF2-40B4-BE49-F238E27FC236}">
                <a16:creationId xmlns:a16="http://schemas.microsoft.com/office/drawing/2014/main" id="{CC84302D-B43E-4344-8FF4-8F3D2EF005C6}"/>
              </a:ext>
            </a:extLst>
          </p:cNvPr>
          <p:cNvSpPr>
            <a:spLocks noGrp="1"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data_6375">
            <a:extLst>
              <a:ext uri="{FF2B5EF4-FFF2-40B4-BE49-F238E27FC236}">
                <a16:creationId xmlns:a16="http://schemas.microsoft.com/office/drawing/2014/main" id="{91F4D325-F384-4509-ACBE-3E6B2D3BDB55}"/>
              </a:ext>
            </a:extLst>
          </p:cNvPr>
          <p:cNvSpPr>
            <a:spLocks noGrp="1"/>
          </p:cNvSpPr>
          <p:nvPr/>
        </p:nvSpPr>
        <p:spPr>
          <a:xfrm>
            <a:off x="43740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data_6376">
            <a:extLst>
              <a:ext uri="{FF2B5EF4-FFF2-40B4-BE49-F238E27FC236}">
                <a16:creationId xmlns:a16="http://schemas.microsoft.com/office/drawing/2014/main" id="{5A7B13C0-639D-48AF-A38B-DBB1C8958B34}"/>
              </a:ext>
            </a:extLst>
          </p:cNvPr>
          <p:cNvSpPr>
            <a:spLocks noGrp="1"/>
          </p:cNvSpPr>
          <p:nvPr/>
        </p:nvSpPr>
        <p:spPr>
          <a:xfrm>
            <a:off x="437963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data_6377">
            <a:extLst>
              <a:ext uri="{FF2B5EF4-FFF2-40B4-BE49-F238E27FC236}">
                <a16:creationId xmlns:a16="http://schemas.microsoft.com/office/drawing/2014/main" id="{A5BF85FB-F953-4DF8-B5CA-DF06B960697B}"/>
              </a:ext>
            </a:extLst>
          </p:cNvPr>
          <p:cNvSpPr>
            <a:spLocks noGrp="1"/>
          </p:cNvSpPr>
          <p:nvPr/>
        </p:nvSpPr>
        <p:spPr>
          <a:xfrm>
            <a:off x="4299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data_6378">
            <a:extLst>
              <a:ext uri="{FF2B5EF4-FFF2-40B4-BE49-F238E27FC236}">
                <a16:creationId xmlns:a16="http://schemas.microsoft.com/office/drawing/2014/main" id="{CBA126D8-ADAC-4E87-91A2-F12E21110B82}"/>
              </a:ext>
            </a:extLst>
          </p:cNvPr>
          <p:cNvSpPr>
            <a:spLocks noGrp="1"/>
          </p:cNvSpPr>
          <p:nvPr/>
        </p:nvSpPr>
        <p:spPr>
          <a:xfrm>
            <a:off x="4346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data_6379">
            <a:extLst>
              <a:ext uri="{FF2B5EF4-FFF2-40B4-BE49-F238E27FC236}">
                <a16:creationId xmlns:a16="http://schemas.microsoft.com/office/drawing/2014/main" id="{FD103827-8E09-4537-A649-14FFED1A2882}"/>
              </a:ext>
            </a:extLst>
          </p:cNvPr>
          <p:cNvSpPr>
            <a:spLocks noGrp="1"/>
          </p:cNvSpPr>
          <p:nvPr/>
        </p:nvSpPr>
        <p:spPr>
          <a:xfrm>
            <a:off x="4372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data_6380">
            <a:extLst>
              <a:ext uri="{FF2B5EF4-FFF2-40B4-BE49-F238E27FC236}">
                <a16:creationId xmlns:a16="http://schemas.microsoft.com/office/drawing/2014/main" id="{6D099922-8B85-4D7A-845C-D96CC5C07FAE}"/>
              </a:ext>
            </a:extLst>
          </p:cNvPr>
          <p:cNvSpPr>
            <a:spLocks noGrp="1"/>
          </p:cNvSpPr>
          <p:nvPr/>
        </p:nvSpPr>
        <p:spPr>
          <a:xfrm>
            <a:off x="435683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data_6381">
            <a:extLst>
              <a:ext uri="{FF2B5EF4-FFF2-40B4-BE49-F238E27FC236}">
                <a16:creationId xmlns:a16="http://schemas.microsoft.com/office/drawing/2014/main" id="{092AF1D8-4900-4329-8B8B-504218EE035D}"/>
              </a:ext>
            </a:extLst>
          </p:cNvPr>
          <p:cNvSpPr>
            <a:spLocks noGrp="1"/>
          </p:cNvSpPr>
          <p:nvPr/>
        </p:nvSpPr>
        <p:spPr>
          <a:xfrm>
            <a:off x="4343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data_6382">
            <a:extLst>
              <a:ext uri="{FF2B5EF4-FFF2-40B4-BE49-F238E27FC236}">
                <a16:creationId xmlns:a16="http://schemas.microsoft.com/office/drawing/2014/main" id="{C2B0C561-C185-450E-9228-730333D6852E}"/>
              </a:ext>
            </a:extLst>
          </p:cNvPr>
          <p:cNvSpPr>
            <a:spLocks noGrp="1"/>
          </p:cNvSpPr>
          <p:nvPr/>
        </p:nvSpPr>
        <p:spPr>
          <a:xfrm>
            <a:off x="4311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data_6383">
            <a:extLst>
              <a:ext uri="{FF2B5EF4-FFF2-40B4-BE49-F238E27FC236}">
                <a16:creationId xmlns:a16="http://schemas.microsoft.com/office/drawing/2014/main" id="{C604E8CA-09A3-41D8-B6B0-A85539425513}"/>
              </a:ext>
            </a:extLst>
          </p:cNvPr>
          <p:cNvSpPr>
            <a:spLocks noGrp="1"/>
          </p:cNvSpPr>
          <p:nvPr/>
        </p:nvSpPr>
        <p:spPr>
          <a:xfrm>
            <a:off x="4307191" y="34006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data_6384">
            <a:extLst>
              <a:ext uri="{FF2B5EF4-FFF2-40B4-BE49-F238E27FC236}">
                <a16:creationId xmlns:a16="http://schemas.microsoft.com/office/drawing/2014/main" id="{D04DAA25-C1CC-4664-B324-2E079123122F}"/>
              </a:ext>
            </a:extLst>
          </p:cNvPr>
          <p:cNvSpPr>
            <a:spLocks noGrp="1"/>
          </p:cNvSpPr>
          <p:nvPr/>
        </p:nvSpPr>
        <p:spPr>
          <a:xfrm>
            <a:off x="4263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data_6385">
            <a:extLst>
              <a:ext uri="{FF2B5EF4-FFF2-40B4-BE49-F238E27FC236}">
                <a16:creationId xmlns:a16="http://schemas.microsoft.com/office/drawing/2014/main" id="{E3A81088-9C55-4972-A649-685AE4F4A9E0}"/>
              </a:ext>
            </a:extLst>
          </p:cNvPr>
          <p:cNvSpPr>
            <a:spLocks noGrp="1"/>
          </p:cNvSpPr>
          <p:nvPr/>
        </p:nvSpPr>
        <p:spPr>
          <a:xfrm>
            <a:off x="43726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data_6386">
            <a:extLst>
              <a:ext uri="{FF2B5EF4-FFF2-40B4-BE49-F238E27FC236}">
                <a16:creationId xmlns:a16="http://schemas.microsoft.com/office/drawing/2014/main" id="{425DD4E5-24F9-4B2F-95DA-727CA1B3F655}"/>
              </a:ext>
            </a:extLst>
          </p:cNvPr>
          <p:cNvSpPr>
            <a:spLocks noGrp="1"/>
          </p:cNvSpPr>
          <p:nvPr/>
        </p:nvSpPr>
        <p:spPr>
          <a:xfrm>
            <a:off x="43587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data_6387">
            <a:extLst>
              <a:ext uri="{FF2B5EF4-FFF2-40B4-BE49-F238E27FC236}">
                <a16:creationId xmlns:a16="http://schemas.microsoft.com/office/drawing/2014/main" id="{D0B8EEAC-7400-4B4C-8DA4-E00838691782}"/>
              </a:ext>
            </a:extLst>
          </p:cNvPr>
          <p:cNvSpPr>
            <a:spLocks noGrp="1"/>
          </p:cNvSpPr>
          <p:nvPr/>
        </p:nvSpPr>
        <p:spPr>
          <a:xfrm>
            <a:off x="4339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data_6388">
            <a:extLst>
              <a:ext uri="{FF2B5EF4-FFF2-40B4-BE49-F238E27FC236}">
                <a16:creationId xmlns:a16="http://schemas.microsoft.com/office/drawing/2014/main" id="{0E227203-FF58-406E-8FF9-9FBD7638FE75}"/>
              </a:ext>
            </a:extLst>
          </p:cNvPr>
          <p:cNvSpPr>
            <a:spLocks noGrp="1"/>
          </p:cNvSpPr>
          <p:nvPr/>
        </p:nvSpPr>
        <p:spPr>
          <a:xfrm>
            <a:off x="42592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data_6389">
            <a:extLst>
              <a:ext uri="{FF2B5EF4-FFF2-40B4-BE49-F238E27FC236}">
                <a16:creationId xmlns:a16="http://schemas.microsoft.com/office/drawing/2014/main" id="{F1E43ED6-3D17-4DAF-B1C4-CECCA1F52E3F}"/>
              </a:ext>
            </a:extLst>
          </p:cNvPr>
          <p:cNvSpPr>
            <a:spLocks noGrp="1"/>
          </p:cNvSpPr>
          <p:nvPr/>
        </p:nvSpPr>
        <p:spPr>
          <a:xfrm>
            <a:off x="4271881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data_6390">
            <a:extLst>
              <a:ext uri="{FF2B5EF4-FFF2-40B4-BE49-F238E27FC236}">
                <a16:creationId xmlns:a16="http://schemas.microsoft.com/office/drawing/2014/main" id="{851FAB4F-1A34-45B8-95EA-34794EB2C581}"/>
              </a:ext>
            </a:extLst>
          </p:cNvPr>
          <p:cNvSpPr>
            <a:spLocks noGrp="1"/>
          </p:cNvSpPr>
          <p:nvPr/>
        </p:nvSpPr>
        <p:spPr>
          <a:xfrm>
            <a:off x="42845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data_6391">
            <a:extLst>
              <a:ext uri="{FF2B5EF4-FFF2-40B4-BE49-F238E27FC236}">
                <a16:creationId xmlns:a16="http://schemas.microsoft.com/office/drawing/2014/main" id="{EB7E59D3-3C88-4D85-9EFA-8003BF70E35D}"/>
              </a:ext>
            </a:extLst>
          </p:cNvPr>
          <p:cNvSpPr>
            <a:spLocks noGrp="1"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data_6392">
            <a:extLst>
              <a:ext uri="{FF2B5EF4-FFF2-40B4-BE49-F238E27FC236}">
                <a16:creationId xmlns:a16="http://schemas.microsoft.com/office/drawing/2014/main" id="{CE0F36EE-710A-4D4E-9817-70F5487512D1}"/>
              </a:ext>
            </a:extLst>
          </p:cNvPr>
          <p:cNvSpPr>
            <a:spLocks noGrp="1"/>
          </p:cNvSpPr>
          <p:nvPr/>
        </p:nvSpPr>
        <p:spPr>
          <a:xfrm>
            <a:off x="43272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data_6393">
            <a:extLst>
              <a:ext uri="{FF2B5EF4-FFF2-40B4-BE49-F238E27FC236}">
                <a16:creationId xmlns:a16="http://schemas.microsoft.com/office/drawing/2014/main" id="{6A0D2240-F4BA-44A0-941A-76E7475CF70C}"/>
              </a:ext>
            </a:extLst>
          </p:cNvPr>
          <p:cNvSpPr>
            <a:spLocks noGrp="1"/>
          </p:cNvSpPr>
          <p:nvPr/>
        </p:nvSpPr>
        <p:spPr>
          <a:xfrm>
            <a:off x="42773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data_6394">
            <a:extLst>
              <a:ext uri="{FF2B5EF4-FFF2-40B4-BE49-F238E27FC236}">
                <a16:creationId xmlns:a16="http://schemas.microsoft.com/office/drawing/2014/main" id="{3AF22CE1-1017-4AAC-84E6-5CBBB103790D}"/>
              </a:ext>
            </a:extLst>
          </p:cNvPr>
          <p:cNvSpPr>
            <a:spLocks noGrp="1"/>
          </p:cNvSpPr>
          <p:nvPr/>
        </p:nvSpPr>
        <p:spPr>
          <a:xfrm>
            <a:off x="43009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data_6395">
            <a:extLst>
              <a:ext uri="{FF2B5EF4-FFF2-40B4-BE49-F238E27FC236}">
                <a16:creationId xmlns:a16="http://schemas.microsoft.com/office/drawing/2014/main" id="{DD8ABE7D-53E3-4DEE-8ECB-12392125A2D0}"/>
              </a:ext>
            </a:extLst>
          </p:cNvPr>
          <p:cNvSpPr>
            <a:spLocks noGrp="1"/>
          </p:cNvSpPr>
          <p:nvPr/>
        </p:nvSpPr>
        <p:spPr>
          <a:xfrm>
            <a:off x="4254812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data_6396">
            <a:extLst>
              <a:ext uri="{FF2B5EF4-FFF2-40B4-BE49-F238E27FC236}">
                <a16:creationId xmlns:a16="http://schemas.microsoft.com/office/drawing/2014/main" id="{D5A1F75A-1E18-437A-9755-3E6BD643819D}"/>
              </a:ext>
            </a:extLst>
          </p:cNvPr>
          <p:cNvSpPr>
            <a:spLocks noGrp="1"/>
          </p:cNvSpPr>
          <p:nvPr/>
        </p:nvSpPr>
        <p:spPr>
          <a:xfrm>
            <a:off x="46247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data_6397">
            <a:extLst>
              <a:ext uri="{FF2B5EF4-FFF2-40B4-BE49-F238E27FC236}">
                <a16:creationId xmlns:a16="http://schemas.microsoft.com/office/drawing/2014/main" id="{5CE38CFA-0235-4320-BC56-FF2ABF792894}"/>
              </a:ext>
            </a:extLst>
          </p:cNvPr>
          <p:cNvSpPr>
            <a:spLocks noGrp="1"/>
          </p:cNvSpPr>
          <p:nvPr/>
        </p:nvSpPr>
        <p:spPr>
          <a:xfrm>
            <a:off x="45997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data_6398">
            <a:extLst>
              <a:ext uri="{FF2B5EF4-FFF2-40B4-BE49-F238E27FC236}">
                <a16:creationId xmlns:a16="http://schemas.microsoft.com/office/drawing/2014/main" id="{B17D8551-3611-4002-BDA8-CFFB7A55F12C}"/>
              </a:ext>
            </a:extLst>
          </p:cNvPr>
          <p:cNvSpPr>
            <a:spLocks noGrp="1"/>
          </p:cNvSpPr>
          <p:nvPr/>
        </p:nvSpPr>
        <p:spPr>
          <a:xfrm>
            <a:off x="46200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data_6399">
            <a:extLst>
              <a:ext uri="{FF2B5EF4-FFF2-40B4-BE49-F238E27FC236}">
                <a16:creationId xmlns:a16="http://schemas.microsoft.com/office/drawing/2014/main" id="{2CF22912-1AFF-450C-8CA5-2FE48B81E384}"/>
              </a:ext>
            </a:extLst>
          </p:cNvPr>
          <p:cNvSpPr>
            <a:spLocks noGrp="1"/>
          </p:cNvSpPr>
          <p:nvPr/>
        </p:nvSpPr>
        <p:spPr>
          <a:xfrm>
            <a:off x="4619518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data_6400">
            <a:extLst>
              <a:ext uri="{FF2B5EF4-FFF2-40B4-BE49-F238E27FC236}">
                <a16:creationId xmlns:a16="http://schemas.microsoft.com/office/drawing/2014/main" id="{30D83E99-F4F8-4B26-9F40-3B67656CA0CD}"/>
              </a:ext>
            </a:extLst>
          </p:cNvPr>
          <p:cNvSpPr>
            <a:spLocks noGrp="1"/>
          </p:cNvSpPr>
          <p:nvPr/>
        </p:nvSpPr>
        <p:spPr>
          <a:xfrm>
            <a:off x="4641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data_6401">
            <a:extLst>
              <a:ext uri="{FF2B5EF4-FFF2-40B4-BE49-F238E27FC236}">
                <a16:creationId xmlns:a16="http://schemas.microsoft.com/office/drawing/2014/main" id="{6DA2BD36-7CE0-4D38-B424-ECF807EA006B}"/>
              </a:ext>
            </a:extLst>
          </p:cNvPr>
          <p:cNvSpPr>
            <a:spLocks noGrp="1"/>
          </p:cNvSpPr>
          <p:nvPr/>
        </p:nvSpPr>
        <p:spPr>
          <a:xfrm>
            <a:off x="46795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data_6402">
            <a:extLst>
              <a:ext uri="{FF2B5EF4-FFF2-40B4-BE49-F238E27FC236}">
                <a16:creationId xmlns:a16="http://schemas.microsoft.com/office/drawing/2014/main" id="{68418614-8E15-4B8B-8829-C709C3E78166}"/>
              </a:ext>
            </a:extLst>
          </p:cNvPr>
          <p:cNvSpPr>
            <a:spLocks noGrp="1"/>
          </p:cNvSpPr>
          <p:nvPr/>
        </p:nvSpPr>
        <p:spPr>
          <a:xfrm>
            <a:off x="47034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data_6403">
            <a:extLst>
              <a:ext uri="{FF2B5EF4-FFF2-40B4-BE49-F238E27FC236}">
                <a16:creationId xmlns:a16="http://schemas.microsoft.com/office/drawing/2014/main" id="{A89CDE83-69C5-46DB-BDE5-4C0153F0A83F}"/>
              </a:ext>
            </a:extLst>
          </p:cNvPr>
          <p:cNvSpPr>
            <a:spLocks noGrp="1"/>
          </p:cNvSpPr>
          <p:nvPr/>
        </p:nvSpPr>
        <p:spPr>
          <a:xfrm>
            <a:off x="46066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data_6404">
            <a:extLst>
              <a:ext uri="{FF2B5EF4-FFF2-40B4-BE49-F238E27FC236}">
                <a16:creationId xmlns:a16="http://schemas.microsoft.com/office/drawing/2014/main" id="{769F63E4-9582-4C5E-A421-668DB4D9F80A}"/>
              </a:ext>
            </a:extLst>
          </p:cNvPr>
          <p:cNvSpPr>
            <a:spLocks noGrp="1"/>
          </p:cNvSpPr>
          <p:nvPr/>
        </p:nvSpPr>
        <p:spPr>
          <a:xfrm>
            <a:off x="46661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data_6405">
            <a:extLst>
              <a:ext uri="{FF2B5EF4-FFF2-40B4-BE49-F238E27FC236}">
                <a16:creationId xmlns:a16="http://schemas.microsoft.com/office/drawing/2014/main" id="{0358CF7E-F5CB-4CBF-ADB3-62337DDD3F64}"/>
              </a:ext>
            </a:extLst>
          </p:cNvPr>
          <p:cNvSpPr>
            <a:spLocks noGrp="1"/>
          </p:cNvSpPr>
          <p:nvPr/>
        </p:nvSpPr>
        <p:spPr>
          <a:xfrm>
            <a:off x="4607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data_6406">
            <a:extLst>
              <a:ext uri="{FF2B5EF4-FFF2-40B4-BE49-F238E27FC236}">
                <a16:creationId xmlns:a16="http://schemas.microsoft.com/office/drawing/2014/main" id="{5DFDC5BA-D71D-4402-81ED-7795B27A6147}"/>
              </a:ext>
            </a:extLst>
          </p:cNvPr>
          <p:cNvSpPr>
            <a:spLocks noGrp="1"/>
          </p:cNvSpPr>
          <p:nvPr/>
        </p:nvSpPr>
        <p:spPr>
          <a:xfrm>
            <a:off x="45926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data_6407">
            <a:extLst>
              <a:ext uri="{FF2B5EF4-FFF2-40B4-BE49-F238E27FC236}">
                <a16:creationId xmlns:a16="http://schemas.microsoft.com/office/drawing/2014/main" id="{D5CFE434-4F03-444A-93A6-386B41481178}"/>
              </a:ext>
            </a:extLst>
          </p:cNvPr>
          <p:cNvSpPr>
            <a:spLocks noGrp="1"/>
          </p:cNvSpPr>
          <p:nvPr/>
        </p:nvSpPr>
        <p:spPr>
          <a:xfrm>
            <a:off x="46930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data_6408">
            <a:extLst>
              <a:ext uri="{FF2B5EF4-FFF2-40B4-BE49-F238E27FC236}">
                <a16:creationId xmlns:a16="http://schemas.microsoft.com/office/drawing/2014/main" id="{A7E7DF9B-6A04-4228-9781-B641B63D3C0C}"/>
              </a:ext>
            </a:extLst>
          </p:cNvPr>
          <p:cNvSpPr>
            <a:spLocks noGrp="1"/>
          </p:cNvSpPr>
          <p:nvPr/>
        </p:nvSpPr>
        <p:spPr>
          <a:xfrm>
            <a:off x="47197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data_6409">
            <a:extLst>
              <a:ext uri="{FF2B5EF4-FFF2-40B4-BE49-F238E27FC236}">
                <a16:creationId xmlns:a16="http://schemas.microsoft.com/office/drawing/2014/main" id="{947DFCE4-60DD-4A75-840E-0D0FEA2F570F}"/>
              </a:ext>
            </a:extLst>
          </p:cNvPr>
          <p:cNvSpPr>
            <a:spLocks noGrp="1"/>
          </p:cNvSpPr>
          <p:nvPr/>
        </p:nvSpPr>
        <p:spPr>
          <a:xfrm>
            <a:off x="46412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data_6410">
            <a:extLst>
              <a:ext uri="{FF2B5EF4-FFF2-40B4-BE49-F238E27FC236}">
                <a16:creationId xmlns:a16="http://schemas.microsoft.com/office/drawing/2014/main" id="{2744FBA7-9853-4697-B78D-6A2BBA11931B}"/>
              </a:ext>
            </a:extLst>
          </p:cNvPr>
          <p:cNvSpPr>
            <a:spLocks noGrp="1"/>
          </p:cNvSpPr>
          <p:nvPr/>
        </p:nvSpPr>
        <p:spPr>
          <a:xfrm>
            <a:off x="47126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data_6411">
            <a:extLst>
              <a:ext uri="{FF2B5EF4-FFF2-40B4-BE49-F238E27FC236}">
                <a16:creationId xmlns:a16="http://schemas.microsoft.com/office/drawing/2014/main" id="{20736D1C-8C7C-47BE-8D79-748A33BC434E}"/>
              </a:ext>
            </a:extLst>
          </p:cNvPr>
          <p:cNvSpPr>
            <a:spLocks noGrp="1"/>
          </p:cNvSpPr>
          <p:nvPr/>
        </p:nvSpPr>
        <p:spPr>
          <a:xfrm>
            <a:off x="4619909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data_6412">
            <a:extLst>
              <a:ext uri="{FF2B5EF4-FFF2-40B4-BE49-F238E27FC236}">
                <a16:creationId xmlns:a16="http://schemas.microsoft.com/office/drawing/2014/main" id="{EE0075FE-9F74-41F5-95A7-8FDF87E17F4B}"/>
              </a:ext>
            </a:extLst>
          </p:cNvPr>
          <p:cNvSpPr>
            <a:spLocks noGrp="1"/>
          </p:cNvSpPr>
          <p:nvPr/>
        </p:nvSpPr>
        <p:spPr>
          <a:xfrm>
            <a:off x="4644666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data_6413">
            <a:extLst>
              <a:ext uri="{FF2B5EF4-FFF2-40B4-BE49-F238E27FC236}">
                <a16:creationId xmlns:a16="http://schemas.microsoft.com/office/drawing/2014/main" id="{E157CD2E-8C46-4EC2-B997-D79AB1D3E9D0}"/>
              </a:ext>
            </a:extLst>
          </p:cNvPr>
          <p:cNvSpPr>
            <a:spLocks noGrp="1"/>
          </p:cNvSpPr>
          <p:nvPr/>
        </p:nvSpPr>
        <p:spPr>
          <a:xfrm>
            <a:off x="4683494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data_6414">
            <a:extLst>
              <a:ext uri="{FF2B5EF4-FFF2-40B4-BE49-F238E27FC236}">
                <a16:creationId xmlns:a16="http://schemas.microsoft.com/office/drawing/2014/main" id="{4AAFE2F8-F907-41C3-9A43-FC0EB6C07279}"/>
              </a:ext>
            </a:extLst>
          </p:cNvPr>
          <p:cNvSpPr>
            <a:spLocks noGrp="1"/>
          </p:cNvSpPr>
          <p:nvPr/>
        </p:nvSpPr>
        <p:spPr>
          <a:xfrm>
            <a:off x="4706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data_6415">
            <a:extLst>
              <a:ext uri="{FF2B5EF4-FFF2-40B4-BE49-F238E27FC236}">
                <a16:creationId xmlns:a16="http://schemas.microsoft.com/office/drawing/2014/main" id="{8F87EDB7-29EC-46B7-8C55-D30CDDB31A9C}"/>
              </a:ext>
            </a:extLst>
          </p:cNvPr>
          <p:cNvSpPr>
            <a:spLocks noGrp="1"/>
          </p:cNvSpPr>
          <p:nvPr/>
        </p:nvSpPr>
        <p:spPr>
          <a:xfrm>
            <a:off x="47194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data_6416">
            <a:extLst>
              <a:ext uri="{FF2B5EF4-FFF2-40B4-BE49-F238E27FC236}">
                <a16:creationId xmlns:a16="http://schemas.microsoft.com/office/drawing/2014/main" id="{61207381-685A-4889-AFA3-E0D7598DC1E6}"/>
              </a:ext>
            </a:extLst>
          </p:cNvPr>
          <p:cNvSpPr>
            <a:spLocks noGrp="1"/>
          </p:cNvSpPr>
          <p:nvPr/>
        </p:nvSpPr>
        <p:spPr>
          <a:xfrm>
            <a:off x="4674503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data_6417">
            <a:extLst>
              <a:ext uri="{FF2B5EF4-FFF2-40B4-BE49-F238E27FC236}">
                <a16:creationId xmlns:a16="http://schemas.microsoft.com/office/drawing/2014/main" id="{1B1669D1-89D5-4BDA-AD29-3F899819E258}"/>
              </a:ext>
            </a:extLst>
          </p:cNvPr>
          <p:cNvSpPr>
            <a:spLocks noGrp="1"/>
          </p:cNvSpPr>
          <p:nvPr/>
        </p:nvSpPr>
        <p:spPr>
          <a:xfrm>
            <a:off x="4597238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data_6418">
            <a:extLst>
              <a:ext uri="{FF2B5EF4-FFF2-40B4-BE49-F238E27FC236}">
                <a16:creationId xmlns:a16="http://schemas.microsoft.com/office/drawing/2014/main" id="{F94D0D3D-3D4F-4C11-9363-B8B6F0CEE2CB}"/>
              </a:ext>
            </a:extLst>
          </p:cNvPr>
          <p:cNvSpPr>
            <a:spLocks noGrp="1"/>
          </p:cNvSpPr>
          <p:nvPr/>
        </p:nvSpPr>
        <p:spPr>
          <a:xfrm>
            <a:off x="461652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data_6419">
            <a:extLst>
              <a:ext uri="{FF2B5EF4-FFF2-40B4-BE49-F238E27FC236}">
                <a16:creationId xmlns:a16="http://schemas.microsoft.com/office/drawing/2014/main" id="{FE928B00-06E8-4714-AC2F-215381ECA7C9}"/>
              </a:ext>
            </a:extLst>
          </p:cNvPr>
          <p:cNvSpPr>
            <a:spLocks noGrp="1"/>
          </p:cNvSpPr>
          <p:nvPr/>
        </p:nvSpPr>
        <p:spPr>
          <a:xfrm>
            <a:off x="46249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data_6420">
            <a:extLst>
              <a:ext uri="{FF2B5EF4-FFF2-40B4-BE49-F238E27FC236}">
                <a16:creationId xmlns:a16="http://schemas.microsoft.com/office/drawing/2014/main" id="{C79CE0FD-47EF-4BD1-A39D-93BC4FC54DA5}"/>
              </a:ext>
            </a:extLst>
          </p:cNvPr>
          <p:cNvSpPr>
            <a:spLocks noGrp="1"/>
          </p:cNvSpPr>
          <p:nvPr/>
        </p:nvSpPr>
        <p:spPr>
          <a:xfrm>
            <a:off x="459697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data_6421">
            <a:extLst>
              <a:ext uri="{FF2B5EF4-FFF2-40B4-BE49-F238E27FC236}">
                <a16:creationId xmlns:a16="http://schemas.microsoft.com/office/drawing/2014/main" id="{4D1865B6-8DA6-48FB-8114-4E84E70A0215}"/>
              </a:ext>
            </a:extLst>
          </p:cNvPr>
          <p:cNvSpPr>
            <a:spLocks noGrp="1"/>
          </p:cNvSpPr>
          <p:nvPr/>
        </p:nvSpPr>
        <p:spPr>
          <a:xfrm>
            <a:off x="45961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data_6422">
            <a:extLst>
              <a:ext uri="{FF2B5EF4-FFF2-40B4-BE49-F238E27FC236}">
                <a16:creationId xmlns:a16="http://schemas.microsoft.com/office/drawing/2014/main" id="{A49B6B3F-9A78-4957-B924-BC96B76A865C}"/>
              </a:ext>
            </a:extLst>
          </p:cNvPr>
          <p:cNvSpPr>
            <a:spLocks noGrp="1"/>
          </p:cNvSpPr>
          <p:nvPr/>
        </p:nvSpPr>
        <p:spPr>
          <a:xfrm>
            <a:off x="46214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data_6423">
            <a:extLst>
              <a:ext uri="{FF2B5EF4-FFF2-40B4-BE49-F238E27FC236}">
                <a16:creationId xmlns:a16="http://schemas.microsoft.com/office/drawing/2014/main" id="{AEB7EE67-ACE9-4161-9A14-08691E4BBBB2}"/>
              </a:ext>
            </a:extLst>
          </p:cNvPr>
          <p:cNvSpPr>
            <a:spLocks noGrp="1"/>
          </p:cNvSpPr>
          <p:nvPr/>
        </p:nvSpPr>
        <p:spPr>
          <a:xfrm>
            <a:off x="46705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data_6424">
            <a:extLst>
              <a:ext uri="{FF2B5EF4-FFF2-40B4-BE49-F238E27FC236}">
                <a16:creationId xmlns:a16="http://schemas.microsoft.com/office/drawing/2014/main" id="{1AEF5D33-42EF-4C8A-8300-58D9A88CF227}"/>
              </a:ext>
            </a:extLst>
          </p:cNvPr>
          <p:cNvSpPr>
            <a:spLocks noGrp="1"/>
          </p:cNvSpPr>
          <p:nvPr/>
        </p:nvSpPr>
        <p:spPr>
          <a:xfrm>
            <a:off x="46145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data_6425">
            <a:extLst>
              <a:ext uri="{FF2B5EF4-FFF2-40B4-BE49-F238E27FC236}">
                <a16:creationId xmlns:a16="http://schemas.microsoft.com/office/drawing/2014/main" id="{9F88A3F1-8D33-4455-A50E-6BB06708D30C}"/>
              </a:ext>
            </a:extLst>
          </p:cNvPr>
          <p:cNvSpPr>
            <a:spLocks noGrp="1"/>
          </p:cNvSpPr>
          <p:nvPr/>
        </p:nvSpPr>
        <p:spPr>
          <a:xfrm>
            <a:off x="46536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data_6426">
            <a:extLst>
              <a:ext uri="{FF2B5EF4-FFF2-40B4-BE49-F238E27FC236}">
                <a16:creationId xmlns:a16="http://schemas.microsoft.com/office/drawing/2014/main" id="{90ACB977-7449-4688-8996-E0468843C3A3}"/>
              </a:ext>
            </a:extLst>
          </p:cNvPr>
          <p:cNvSpPr>
            <a:spLocks noGrp="1"/>
          </p:cNvSpPr>
          <p:nvPr/>
        </p:nvSpPr>
        <p:spPr>
          <a:xfrm>
            <a:off x="463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data_6427">
            <a:extLst>
              <a:ext uri="{FF2B5EF4-FFF2-40B4-BE49-F238E27FC236}">
                <a16:creationId xmlns:a16="http://schemas.microsoft.com/office/drawing/2014/main" id="{A9F79044-57A2-42A7-84A3-5556364213EE}"/>
              </a:ext>
            </a:extLst>
          </p:cNvPr>
          <p:cNvSpPr>
            <a:spLocks noGrp="1"/>
          </p:cNvSpPr>
          <p:nvPr/>
        </p:nvSpPr>
        <p:spPr>
          <a:xfrm>
            <a:off x="4704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data_6428">
            <a:extLst>
              <a:ext uri="{FF2B5EF4-FFF2-40B4-BE49-F238E27FC236}">
                <a16:creationId xmlns:a16="http://schemas.microsoft.com/office/drawing/2014/main" id="{C87CD9E8-898C-4E79-8019-4ED152EC0E2B}"/>
              </a:ext>
            </a:extLst>
          </p:cNvPr>
          <p:cNvSpPr>
            <a:spLocks noGrp="1"/>
          </p:cNvSpPr>
          <p:nvPr/>
        </p:nvSpPr>
        <p:spPr>
          <a:xfrm>
            <a:off x="4626945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data_6429">
            <a:extLst>
              <a:ext uri="{FF2B5EF4-FFF2-40B4-BE49-F238E27FC236}">
                <a16:creationId xmlns:a16="http://schemas.microsoft.com/office/drawing/2014/main" id="{FDF9DCA5-1889-4795-88E5-48FA0149D4BC}"/>
              </a:ext>
            </a:extLst>
          </p:cNvPr>
          <p:cNvSpPr>
            <a:spLocks noGrp="1"/>
          </p:cNvSpPr>
          <p:nvPr/>
        </p:nvSpPr>
        <p:spPr>
          <a:xfrm>
            <a:off x="468049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data_6430">
            <a:extLst>
              <a:ext uri="{FF2B5EF4-FFF2-40B4-BE49-F238E27FC236}">
                <a16:creationId xmlns:a16="http://schemas.microsoft.com/office/drawing/2014/main" id="{77EECDB2-C330-4616-BF24-219747DC7135}"/>
              </a:ext>
            </a:extLst>
          </p:cNvPr>
          <p:cNvSpPr>
            <a:spLocks noGrp="1"/>
          </p:cNvSpPr>
          <p:nvPr/>
        </p:nvSpPr>
        <p:spPr>
          <a:xfrm>
            <a:off x="46837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data_6431">
            <a:extLst>
              <a:ext uri="{FF2B5EF4-FFF2-40B4-BE49-F238E27FC236}">
                <a16:creationId xmlns:a16="http://schemas.microsoft.com/office/drawing/2014/main" id="{5F79A613-93F6-4203-A96F-26E931C4B71D}"/>
              </a:ext>
            </a:extLst>
          </p:cNvPr>
          <p:cNvSpPr>
            <a:spLocks noGrp="1"/>
          </p:cNvSpPr>
          <p:nvPr/>
        </p:nvSpPr>
        <p:spPr>
          <a:xfrm>
            <a:off x="4596586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data_6432">
            <a:extLst>
              <a:ext uri="{FF2B5EF4-FFF2-40B4-BE49-F238E27FC236}">
                <a16:creationId xmlns:a16="http://schemas.microsoft.com/office/drawing/2014/main" id="{315277B0-6A0B-4051-A129-6141FC178AF8}"/>
              </a:ext>
            </a:extLst>
          </p:cNvPr>
          <p:cNvSpPr>
            <a:spLocks noGrp="1"/>
          </p:cNvSpPr>
          <p:nvPr/>
        </p:nvSpPr>
        <p:spPr>
          <a:xfrm>
            <a:off x="4702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data_6433">
            <a:extLst>
              <a:ext uri="{FF2B5EF4-FFF2-40B4-BE49-F238E27FC236}">
                <a16:creationId xmlns:a16="http://schemas.microsoft.com/office/drawing/2014/main" id="{29981BED-A793-4E91-8A7F-7B12FB88256C}"/>
              </a:ext>
            </a:extLst>
          </p:cNvPr>
          <p:cNvSpPr>
            <a:spLocks noGrp="1"/>
          </p:cNvSpPr>
          <p:nvPr/>
        </p:nvSpPr>
        <p:spPr>
          <a:xfrm>
            <a:off x="45934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data_6434">
            <a:extLst>
              <a:ext uri="{FF2B5EF4-FFF2-40B4-BE49-F238E27FC236}">
                <a16:creationId xmlns:a16="http://schemas.microsoft.com/office/drawing/2014/main" id="{1200EF87-C6DC-4F56-906B-7C748B255FC4}"/>
              </a:ext>
            </a:extLst>
          </p:cNvPr>
          <p:cNvSpPr>
            <a:spLocks noGrp="1"/>
          </p:cNvSpPr>
          <p:nvPr/>
        </p:nvSpPr>
        <p:spPr>
          <a:xfrm>
            <a:off x="47025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data_6435">
            <a:extLst>
              <a:ext uri="{FF2B5EF4-FFF2-40B4-BE49-F238E27FC236}">
                <a16:creationId xmlns:a16="http://schemas.microsoft.com/office/drawing/2014/main" id="{9F153817-7E5B-4ACD-8BA2-DB7706C21AC1}"/>
              </a:ext>
            </a:extLst>
          </p:cNvPr>
          <p:cNvSpPr>
            <a:spLocks noGrp="1"/>
          </p:cNvSpPr>
          <p:nvPr/>
        </p:nvSpPr>
        <p:spPr>
          <a:xfrm>
            <a:off x="4715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data_6436">
            <a:extLst>
              <a:ext uri="{FF2B5EF4-FFF2-40B4-BE49-F238E27FC236}">
                <a16:creationId xmlns:a16="http://schemas.microsoft.com/office/drawing/2014/main" id="{FACB4206-FFD5-4535-BB5F-6DC25B5C32B3}"/>
              </a:ext>
            </a:extLst>
          </p:cNvPr>
          <p:cNvSpPr>
            <a:spLocks noGrp="1"/>
          </p:cNvSpPr>
          <p:nvPr/>
        </p:nvSpPr>
        <p:spPr>
          <a:xfrm>
            <a:off x="46713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data_6437">
            <a:extLst>
              <a:ext uri="{FF2B5EF4-FFF2-40B4-BE49-F238E27FC236}">
                <a16:creationId xmlns:a16="http://schemas.microsoft.com/office/drawing/2014/main" id="{E1182470-E4AC-45CF-B912-88BAFDF09E7A}"/>
              </a:ext>
            </a:extLst>
          </p:cNvPr>
          <p:cNvSpPr>
            <a:spLocks noGrp="1"/>
          </p:cNvSpPr>
          <p:nvPr/>
        </p:nvSpPr>
        <p:spPr>
          <a:xfrm>
            <a:off x="4632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data_6438">
            <a:extLst>
              <a:ext uri="{FF2B5EF4-FFF2-40B4-BE49-F238E27FC236}">
                <a16:creationId xmlns:a16="http://schemas.microsoft.com/office/drawing/2014/main" id="{66B0F889-8934-4D16-A41D-3C438A264AD6}"/>
              </a:ext>
            </a:extLst>
          </p:cNvPr>
          <p:cNvSpPr>
            <a:spLocks noGrp="1"/>
          </p:cNvSpPr>
          <p:nvPr/>
        </p:nvSpPr>
        <p:spPr>
          <a:xfrm>
            <a:off x="4686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data_6439">
            <a:extLst>
              <a:ext uri="{FF2B5EF4-FFF2-40B4-BE49-F238E27FC236}">
                <a16:creationId xmlns:a16="http://schemas.microsoft.com/office/drawing/2014/main" id="{C0FB5922-E1AC-4152-A64E-0B7C80064F2B}"/>
              </a:ext>
            </a:extLst>
          </p:cNvPr>
          <p:cNvSpPr>
            <a:spLocks noGrp="1"/>
          </p:cNvSpPr>
          <p:nvPr/>
        </p:nvSpPr>
        <p:spPr>
          <a:xfrm>
            <a:off x="4620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data_6440">
            <a:extLst>
              <a:ext uri="{FF2B5EF4-FFF2-40B4-BE49-F238E27FC236}">
                <a16:creationId xmlns:a16="http://schemas.microsoft.com/office/drawing/2014/main" id="{33F13077-95FE-4C7E-82DF-2403C93002A3}"/>
              </a:ext>
            </a:extLst>
          </p:cNvPr>
          <p:cNvSpPr>
            <a:spLocks noGrp="1"/>
          </p:cNvSpPr>
          <p:nvPr/>
        </p:nvSpPr>
        <p:spPr>
          <a:xfrm>
            <a:off x="465404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data_6441">
            <a:extLst>
              <a:ext uri="{FF2B5EF4-FFF2-40B4-BE49-F238E27FC236}">
                <a16:creationId xmlns:a16="http://schemas.microsoft.com/office/drawing/2014/main" id="{0491ADBB-D83F-4AD6-A7AB-0715C5E5A71E}"/>
              </a:ext>
            </a:extLst>
          </p:cNvPr>
          <p:cNvSpPr>
            <a:spLocks noGrp="1"/>
          </p:cNvSpPr>
          <p:nvPr/>
        </p:nvSpPr>
        <p:spPr>
          <a:xfrm>
            <a:off x="4654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data_6442">
            <a:extLst>
              <a:ext uri="{FF2B5EF4-FFF2-40B4-BE49-F238E27FC236}">
                <a16:creationId xmlns:a16="http://schemas.microsoft.com/office/drawing/2014/main" id="{4955E22D-AAB8-41C7-B22E-1A411C9B36F1}"/>
              </a:ext>
            </a:extLst>
          </p:cNvPr>
          <p:cNvSpPr>
            <a:spLocks noGrp="1"/>
          </p:cNvSpPr>
          <p:nvPr/>
        </p:nvSpPr>
        <p:spPr>
          <a:xfrm>
            <a:off x="461495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data_6443">
            <a:extLst>
              <a:ext uri="{FF2B5EF4-FFF2-40B4-BE49-F238E27FC236}">
                <a16:creationId xmlns:a16="http://schemas.microsoft.com/office/drawing/2014/main" id="{9A6E64B3-2D92-403C-922B-475006677321}"/>
              </a:ext>
            </a:extLst>
          </p:cNvPr>
          <p:cNvSpPr>
            <a:spLocks noGrp="1"/>
          </p:cNvSpPr>
          <p:nvPr/>
        </p:nvSpPr>
        <p:spPr>
          <a:xfrm>
            <a:off x="470577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data_6444">
            <a:extLst>
              <a:ext uri="{FF2B5EF4-FFF2-40B4-BE49-F238E27FC236}">
                <a16:creationId xmlns:a16="http://schemas.microsoft.com/office/drawing/2014/main" id="{52EBC7BB-8F0F-4117-BF6E-1A378B1D0F92}"/>
              </a:ext>
            </a:extLst>
          </p:cNvPr>
          <p:cNvSpPr>
            <a:spLocks noGrp="1"/>
          </p:cNvSpPr>
          <p:nvPr/>
        </p:nvSpPr>
        <p:spPr>
          <a:xfrm>
            <a:off x="463450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data_6445">
            <a:extLst>
              <a:ext uri="{FF2B5EF4-FFF2-40B4-BE49-F238E27FC236}">
                <a16:creationId xmlns:a16="http://schemas.microsoft.com/office/drawing/2014/main" id="{EB05CDBA-A33D-4542-8F7E-15F2ACA83DD6}"/>
              </a:ext>
            </a:extLst>
          </p:cNvPr>
          <p:cNvSpPr>
            <a:spLocks noGrp="1"/>
          </p:cNvSpPr>
          <p:nvPr/>
        </p:nvSpPr>
        <p:spPr>
          <a:xfrm>
            <a:off x="464714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data_6446">
            <a:extLst>
              <a:ext uri="{FF2B5EF4-FFF2-40B4-BE49-F238E27FC236}">
                <a16:creationId xmlns:a16="http://schemas.microsoft.com/office/drawing/2014/main" id="{9C279351-D270-466D-B2BE-DF5936CA684F}"/>
              </a:ext>
            </a:extLst>
          </p:cNvPr>
          <p:cNvSpPr>
            <a:spLocks noGrp="1"/>
          </p:cNvSpPr>
          <p:nvPr/>
        </p:nvSpPr>
        <p:spPr>
          <a:xfrm>
            <a:off x="47182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data_6447">
            <a:extLst>
              <a:ext uri="{FF2B5EF4-FFF2-40B4-BE49-F238E27FC236}">
                <a16:creationId xmlns:a16="http://schemas.microsoft.com/office/drawing/2014/main" id="{1234C475-E912-4012-A6E1-A591C9CB545F}"/>
              </a:ext>
            </a:extLst>
          </p:cNvPr>
          <p:cNvSpPr>
            <a:spLocks noGrp="1"/>
          </p:cNvSpPr>
          <p:nvPr/>
        </p:nvSpPr>
        <p:spPr>
          <a:xfrm>
            <a:off x="46791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data_6448">
            <a:extLst>
              <a:ext uri="{FF2B5EF4-FFF2-40B4-BE49-F238E27FC236}">
                <a16:creationId xmlns:a16="http://schemas.microsoft.com/office/drawing/2014/main" id="{1AB1B1E1-6F60-4BAF-ADCF-EF1CA0D57201}"/>
              </a:ext>
            </a:extLst>
          </p:cNvPr>
          <p:cNvSpPr>
            <a:spLocks noGrp="1"/>
          </p:cNvSpPr>
          <p:nvPr/>
        </p:nvSpPr>
        <p:spPr>
          <a:xfrm>
            <a:off x="471359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data_6449">
            <a:extLst>
              <a:ext uri="{FF2B5EF4-FFF2-40B4-BE49-F238E27FC236}">
                <a16:creationId xmlns:a16="http://schemas.microsoft.com/office/drawing/2014/main" id="{52A6D764-F54F-4F25-A737-A92FADFE9D17}"/>
              </a:ext>
            </a:extLst>
          </p:cNvPr>
          <p:cNvSpPr>
            <a:spLocks noGrp="1"/>
          </p:cNvSpPr>
          <p:nvPr/>
        </p:nvSpPr>
        <p:spPr>
          <a:xfrm>
            <a:off x="4598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data_6450">
            <a:extLst>
              <a:ext uri="{FF2B5EF4-FFF2-40B4-BE49-F238E27FC236}">
                <a16:creationId xmlns:a16="http://schemas.microsoft.com/office/drawing/2014/main" id="{5FD18939-28DD-4B51-92A0-39F7FE05D082}"/>
              </a:ext>
            </a:extLst>
          </p:cNvPr>
          <p:cNvSpPr>
            <a:spLocks noGrp="1"/>
          </p:cNvSpPr>
          <p:nvPr/>
        </p:nvSpPr>
        <p:spPr>
          <a:xfrm>
            <a:off x="4703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data_6451">
            <a:extLst>
              <a:ext uri="{FF2B5EF4-FFF2-40B4-BE49-F238E27FC236}">
                <a16:creationId xmlns:a16="http://schemas.microsoft.com/office/drawing/2014/main" id="{7CF9F413-E925-4AB3-A470-79E63F2599BC}"/>
              </a:ext>
            </a:extLst>
          </p:cNvPr>
          <p:cNvSpPr>
            <a:spLocks noGrp="1"/>
          </p:cNvSpPr>
          <p:nvPr/>
        </p:nvSpPr>
        <p:spPr>
          <a:xfrm>
            <a:off x="46867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data_6452">
            <a:extLst>
              <a:ext uri="{FF2B5EF4-FFF2-40B4-BE49-F238E27FC236}">
                <a16:creationId xmlns:a16="http://schemas.microsoft.com/office/drawing/2014/main" id="{188B92C9-72CE-44E8-81B2-D03F516A6F3D}"/>
              </a:ext>
            </a:extLst>
          </p:cNvPr>
          <p:cNvSpPr>
            <a:spLocks noGrp="1"/>
          </p:cNvSpPr>
          <p:nvPr/>
        </p:nvSpPr>
        <p:spPr>
          <a:xfrm>
            <a:off x="46417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data_6453">
            <a:extLst>
              <a:ext uri="{FF2B5EF4-FFF2-40B4-BE49-F238E27FC236}">
                <a16:creationId xmlns:a16="http://schemas.microsoft.com/office/drawing/2014/main" id="{D1E47270-D508-47B0-A8CB-FDE1FEB51156}"/>
              </a:ext>
            </a:extLst>
          </p:cNvPr>
          <p:cNvSpPr>
            <a:spLocks noGrp="1"/>
          </p:cNvSpPr>
          <p:nvPr/>
        </p:nvSpPr>
        <p:spPr>
          <a:xfrm>
            <a:off x="46918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data_6454">
            <a:extLst>
              <a:ext uri="{FF2B5EF4-FFF2-40B4-BE49-F238E27FC236}">
                <a16:creationId xmlns:a16="http://schemas.microsoft.com/office/drawing/2014/main" id="{661EA5B6-DA72-4D15-B0AD-BC592631DD6B}"/>
              </a:ext>
            </a:extLst>
          </p:cNvPr>
          <p:cNvSpPr>
            <a:spLocks noGrp="1"/>
          </p:cNvSpPr>
          <p:nvPr/>
        </p:nvSpPr>
        <p:spPr>
          <a:xfrm>
            <a:off x="47189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data_6455">
            <a:extLst>
              <a:ext uri="{FF2B5EF4-FFF2-40B4-BE49-F238E27FC236}">
                <a16:creationId xmlns:a16="http://schemas.microsoft.com/office/drawing/2014/main" id="{B384F4DD-0E5F-45EB-9198-ACAAEE4AADE8}"/>
              </a:ext>
            </a:extLst>
          </p:cNvPr>
          <p:cNvSpPr>
            <a:spLocks noGrp="1"/>
          </p:cNvSpPr>
          <p:nvPr/>
        </p:nvSpPr>
        <p:spPr>
          <a:xfrm>
            <a:off x="4678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data_6456">
            <a:extLst>
              <a:ext uri="{FF2B5EF4-FFF2-40B4-BE49-F238E27FC236}">
                <a16:creationId xmlns:a16="http://schemas.microsoft.com/office/drawing/2014/main" id="{371A6869-DAF5-4797-851A-9F67087F3180}"/>
              </a:ext>
            </a:extLst>
          </p:cNvPr>
          <p:cNvSpPr>
            <a:spLocks noGrp="1"/>
          </p:cNvSpPr>
          <p:nvPr/>
        </p:nvSpPr>
        <p:spPr>
          <a:xfrm>
            <a:off x="46881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data_6457">
            <a:extLst>
              <a:ext uri="{FF2B5EF4-FFF2-40B4-BE49-F238E27FC236}">
                <a16:creationId xmlns:a16="http://schemas.microsoft.com/office/drawing/2014/main" id="{90422074-8EE3-4BD1-A386-10379C221EDD}"/>
              </a:ext>
            </a:extLst>
          </p:cNvPr>
          <p:cNvSpPr>
            <a:spLocks noGrp="1"/>
          </p:cNvSpPr>
          <p:nvPr/>
        </p:nvSpPr>
        <p:spPr>
          <a:xfrm>
            <a:off x="468701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data_6458">
            <a:extLst>
              <a:ext uri="{FF2B5EF4-FFF2-40B4-BE49-F238E27FC236}">
                <a16:creationId xmlns:a16="http://schemas.microsoft.com/office/drawing/2014/main" id="{148D0920-D4F9-4FBA-975B-DE2A587C87BB}"/>
              </a:ext>
            </a:extLst>
          </p:cNvPr>
          <p:cNvSpPr>
            <a:spLocks noGrp="1"/>
          </p:cNvSpPr>
          <p:nvPr/>
        </p:nvSpPr>
        <p:spPr>
          <a:xfrm>
            <a:off x="46661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data_6459">
            <a:extLst>
              <a:ext uri="{FF2B5EF4-FFF2-40B4-BE49-F238E27FC236}">
                <a16:creationId xmlns:a16="http://schemas.microsoft.com/office/drawing/2014/main" id="{A7551CF6-74BA-4B8E-8776-44CD89BB999A}"/>
              </a:ext>
            </a:extLst>
          </p:cNvPr>
          <p:cNvSpPr>
            <a:spLocks noGrp="1"/>
          </p:cNvSpPr>
          <p:nvPr/>
        </p:nvSpPr>
        <p:spPr>
          <a:xfrm>
            <a:off x="462981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data_6460">
            <a:extLst>
              <a:ext uri="{FF2B5EF4-FFF2-40B4-BE49-F238E27FC236}">
                <a16:creationId xmlns:a16="http://schemas.microsoft.com/office/drawing/2014/main" id="{AFE78074-9B8A-454C-9859-908B29C154C2}"/>
              </a:ext>
            </a:extLst>
          </p:cNvPr>
          <p:cNvSpPr>
            <a:spLocks noGrp="1"/>
          </p:cNvSpPr>
          <p:nvPr/>
        </p:nvSpPr>
        <p:spPr>
          <a:xfrm>
            <a:off x="47098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data_6461">
            <a:extLst>
              <a:ext uri="{FF2B5EF4-FFF2-40B4-BE49-F238E27FC236}">
                <a16:creationId xmlns:a16="http://schemas.microsoft.com/office/drawing/2014/main" id="{974FAD5B-DB63-4883-B8EE-B4ED4F34BC21}"/>
              </a:ext>
            </a:extLst>
          </p:cNvPr>
          <p:cNvSpPr>
            <a:spLocks noGrp="1"/>
          </p:cNvSpPr>
          <p:nvPr/>
        </p:nvSpPr>
        <p:spPr>
          <a:xfrm>
            <a:off x="4616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data_6462">
            <a:extLst>
              <a:ext uri="{FF2B5EF4-FFF2-40B4-BE49-F238E27FC236}">
                <a16:creationId xmlns:a16="http://schemas.microsoft.com/office/drawing/2014/main" id="{DF3267F2-50F8-4194-AD03-FF8EBEFC7BEB}"/>
              </a:ext>
            </a:extLst>
          </p:cNvPr>
          <p:cNvSpPr>
            <a:spLocks noGrp="1"/>
          </p:cNvSpPr>
          <p:nvPr/>
        </p:nvSpPr>
        <p:spPr>
          <a:xfrm>
            <a:off x="4614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data_6463">
            <a:extLst>
              <a:ext uri="{FF2B5EF4-FFF2-40B4-BE49-F238E27FC236}">
                <a16:creationId xmlns:a16="http://schemas.microsoft.com/office/drawing/2014/main" id="{73EC49D4-17A9-4C89-8153-6FC3AFFC3126}"/>
              </a:ext>
            </a:extLst>
          </p:cNvPr>
          <p:cNvSpPr>
            <a:spLocks noGrp="1"/>
          </p:cNvSpPr>
          <p:nvPr/>
        </p:nvSpPr>
        <p:spPr>
          <a:xfrm>
            <a:off x="4620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data_6464">
            <a:extLst>
              <a:ext uri="{FF2B5EF4-FFF2-40B4-BE49-F238E27FC236}">
                <a16:creationId xmlns:a16="http://schemas.microsoft.com/office/drawing/2014/main" id="{269C134B-A0CC-4BC4-8708-ACF0DC967429}"/>
              </a:ext>
            </a:extLst>
          </p:cNvPr>
          <p:cNvSpPr>
            <a:spLocks noGrp="1"/>
          </p:cNvSpPr>
          <p:nvPr/>
        </p:nvSpPr>
        <p:spPr>
          <a:xfrm>
            <a:off x="4711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data_6465">
            <a:extLst>
              <a:ext uri="{FF2B5EF4-FFF2-40B4-BE49-F238E27FC236}">
                <a16:creationId xmlns:a16="http://schemas.microsoft.com/office/drawing/2014/main" id="{6133B182-C9FD-42E2-A760-BBEA8560C70F}"/>
              </a:ext>
            </a:extLst>
          </p:cNvPr>
          <p:cNvSpPr>
            <a:spLocks noGrp="1"/>
          </p:cNvSpPr>
          <p:nvPr/>
        </p:nvSpPr>
        <p:spPr>
          <a:xfrm>
            <a:off x="4697827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data_6466">
            <a:extLst>
              <a:ext uri="{FF2B5EF4-FFF2-40B4-BE49-F238E27FC236}">
                <a16:creationId xmlns:a16="http://schemas.microsoft.com/office/drawing/2014/main" id="{61BC65D4-F5ED-4CFA-B6A4-CDF96E330766}"/>
              </a:ext>
            </a:extLst>
          </p:cNvPr>
          <p:cNvSpPr>
            <a:spLocks noGrp="1"/>
          </p:cNvSpPr>
          <p:nvPr/>
        </p:nvSpPr>
        <p:spPr>
          <a:xfrm>
            <a:off x="4703429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data_6467">
            <a:extLst>
              <a:ext uri="{FF2B5EF4-FFF2-40B4-BE49-F238E27FC236}">
                <a16:creationId xmlns:a16="http://schemas.microsoft.com/office/drawing/2014/main" id="{65A76813-E6AA-43EA-9794-C3969E5EF844}"/>
              </a:ext>
            </a:extLst>
          </p:cNvPr>
          <p:cNvSpPr>
            <a:spLocks noGrp="1"/>
          </p:cNvSpPr>
          <p:nvPr/>
        </p:nvSpPr>
        <p:spPr>
          <a:xfrm>
            <a:off x="4687273" y="23467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data_6468">
            <a:extLst>
              <a:ext uri="{FF2B5EF4-FFF2-40B4-BE49-F238E27FC236}">
                <a16:creationId xmlns:a16="http://schemas.microsoft.com/office/drawing/2014/main" id="{8EE2559D-7AFF-4EEA-91EB-8715E70672AF}"/>
              </a:ext>
            </a:extLst>
          </p:cNvPr>
          <p:cNvSpPr>
            <a:spLocks noGrp="1"/>
          </p:cNvSpPr>
          <p:nvPr/>
        </p:nvSpPr>
        <p:spPr>
          <a:xfrm>
            <a:off x="4697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data_6469">
            <a:extLst>
              <a:ext uri="{FF2B5EF4-FFF2-40B4-BE49-F238E27FC236}">
                <a16:creationId xmlns:a16="http://schemas.microsoft.com/office/drawing/2014/main" id="{E9ABF39E-A50B-4783-B1FC-4B1F70676A9B}"/>
              </a:ext>
            </a:extLst>
          </p:cNvPr>
          <p:cNvSpPr>
            <a:spLocks noGrp="1"/>
          </p:cNvSpPr>
          <p:nvPr/>
        </p:nvSpPr>
        <p:spPr>
          <a:xfrm>
            <a:off x="4708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data_6470">
            <a:extLst>
              <a:ext uri="{FF2B5EF4-FFF2-40B4-BE49-F238E27FC236}">
                <a16:creationId xmlns:a16="http://schemas.microsoft.com/office/drawing/2014/main" id="{19405AE5-963C-49ED-8C69-3B098879A66E}"/>
              </a:ext>
            </a:extLst>
          </p:cNvPr>
          <p:cNvSpPr>
            <a:spLocks noGrp="1"/>
          </p:cNvSpPr>
          <p:nvPr/>
        </p:nvSpPr>
        <p:spPr>
          <a:xfrm>
            <a:off x="4612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data_6471">
            <a:extLst>
              <a:ext uri="{FF2B5EF4-FFF2-40B4-BE49-F238E27FC236}">
                <a16:creationId xmlns:a16="http://schemas.microsoft.com/office/drawing/2014/main" id="{559B4899-855B-47DE-B54C-D9772565B7EE}"/>
              </a:ext>
            </a:extLst>
          </p:cNvPr>
          <p:cNvSpPr>
            <a:spLocks noGrp="1"/>
          </p:cNvSpPr>
          <p:nvPr/>
        </p:nvSpPr>
        <p:spPr>
          <a:xfrm>
            <a:off x="4623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data_6472">
            <a:extLst>
              <a:ext uri="{FF2B5EF4-FFF2-40B4-BE49-F238E27FC236}">
                <a16:creationId xmlns:a16="http://schemas.microsoft.com/office/drawing/2014/main" id="{14EA5E7C-C3FD-4705-B432-B238D940FC73}"/>
              </a:ext>
            </a:extLst>
          </p:cNvPr>
          <p:cNvSpPr>
            <a:spLocks noGrp="1"/>
          </p:cNvSpPr>
          <p:nvPr/>
        </p:nvSpPr>
        <p:spPr>
          <a:xfrm>
            <a:off x="4685057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data_6473">
            <a:extLst>
              <a:ext uri="{FF2B5EF4-FFF2-40B4-BE49-F238E27FC236}">
                <a16:creationId xmlns:a16="http://schemas.microsoft.com/office/drawing/2014/main" id="{ADC96D25-6DF4-4D01-821A-F0DB252485A7}"/>
              </a:ext>
            </a:extLst>
          </p:cNvPr>
          <p:cNvSpPr>
            <a:spLocks noGrp="1"/>
          </p:cNvSpPr>
          <p:nvPr/>
        </p:nvSpPr>
        <p:spPr>
          <a:xfrm>
            <a:off x="46195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data_6474">
            <a:extLst>
              <a:ext uri="{FF2B5EF4-FFF2-40B4-BE49-F238E27FC236}">
                <a16:creationId xmlns:a16="http://schemas.microsoft.com/office/drawing/2014/main" id="{CFB8DBE9-C7C6-49C8-AF9D-EC230C1FFABD}"/>
              </a:ext>
            </a:extLst>
          </p:cNvPr>
          <p:cNvSpPr>
            <a:spLocks noGrp="1"/>
          </p:cNvSpPr>
          <p:nvPr/>
        </p:nvSpPr>
        <p:spPr>
          <a:xfrm>
            <a:off x="4632157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data_6475">
            <a:extLst>
              <a:ext uri="{FF2B5EF4-FFF2-40B4-BE49-F238E27FC236}">
                <a16:creationId xmlns:a16="http://schemas.microsoft.com/office/drawing/2014/main" id="{C7C7B605-F824-4878-9A46-B12A59371711}"/>
              </a:ext>
            </a:extLst>
          </p:cNvPr>
          <p:cNvSpPr>
            <a:spLocks noGrp="1"/>
          </p:cNvSpPr>
          <p:nvPr/>
        </p:nvSpPr>
        <p:spPr>
          <a:xfrm>
            <a:off x="4610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data_6476">
            <a:extLst>
              <a:ext uri="{FF2B5EF4-FFF2-40B4-BE49-F238E27FC236}">
                <a16:creationId xmlns:a16="http://schemas.microsoft.com/office/drawing/2014/main" id="{FE952346-97B5-4280-B069-65942096C194}"/>
              </a:ext>
            </a:extLst>
          </p:cNvPr>
          <p:cNvSpPr>
            <a:spLocks noGrp="1"/>
          </p:cNvSpPr>
          <p:nvPr/>
        </p:nvSpPr>
        <p:spPr>
          <a:xfrm>
            <a:off x="4624600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data_6477">
            <a:extLst>
              <a:ext uri="{FF2B5EF4-FFF2-40B4-BE49-F238E27FC236}">
                <a16:creationId xmlns:a16="http://schemas.microsoft.com/office/drawing/2014/main" id="{165E3C23-8611-47B8-8AD6-97CFB04D78ED}"/>
              </a:ext>
            </a:extLst>
          </p:cNvPr>
          <p:cNvSpPr>
            <a:spLocks noGrp="1"/>
          </p:cNvSpPr>
          <p:nvPr/>
        </p:nvSpPr>
        <p:spPr>
          <a:xfrm>
            <a:off x="462968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data_6478">
            <a:extLst>
              <a:ext uri="{FF2B5EF4-FFF2-40B4-BE49-F238E27FC236}">
                <a16:creationId xmlns:a16="http://schemas.microsoft.com/office/drawing/2014/main" id="{47E03C07-4F97-4001-AB26-AB0B8DFE2359}"/>
              </a:ext>
            </a:extLst>
          </p:cNvPr>
          <p:cNvSpPr>
            <a:spLocks noGrp="1"/>
          </p:cNvSpPr>
          <p:nvPr/>
        </p:nvSpPr>
        <p:spPr>
          <a:xfrm>
            <a:off x="471059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data_6479">
            <a:extLst>
              <a:ext uri="{FF2B5EF4-FFF2-40B4-BE49-F238E27FC236}">
                <a16:creationId xmlns:a16="http://schemas.microsoft.com/office/drawing/2014/main" id="{C695643B-EDC4-4D59-891D-8657B3D7FF4D}"/>
              </a:ext>
            </a:extLst>
          </p:cNvPr>
          <p:cNvSpPr>
            <a:spLocks noGrp="1"/>
          </p:cNvSpPr>
          <p:nvPr/>
        </p:nvSpPr>
        <p:spPr>
          <a:xfrm>
            <a:off x="4655350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data_6480">
            <a:extLst>
              <a:ext uri="{FF2B5EF4-FFF2-40B4-BE49-F238E27FC236}">
                <a16:creationId xmlns:a16="http://schemas.microsoft.com/office/drawing/2014/main" id="{F2F80C59-2093-45AB-977B-5111ED4AF57E}"/>
              </a:ext>
            </a:extLst>
          </p:cNvPr>
          <p:cNvSpPr>
            <a:spLocks noGrp="1"/>
          </p:cNvSpPr>
          <p:nvPr/>
        </p:nvSpPr>
        <p:spPr>
          <a:xfrm>
            <a:off x="461287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data_6481">
            <a:extLst>
              <a:ext uri="{FF2B5EF4-FFF2-40B4-BE49-F238E27FC236}">
                <a16:creationId xmlns:a16="http://schemas.microsoft.com/office/drawing/2014/main" id="{2CDCB736-FCFC-4851-A9FD-DAF1114FB3FE}"/>
              </a:ext>
            </a:extLst>
          </p:cNvPr>
          <p:cNvSpPr>
            <a:spLocks noGrp="1"/>
          </p:cNvSpPr>
          <p:nvPr/>
        </p:nvSpPr>
        <p:spPr>
          <a:xfrm>
            <a:off x="46317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data_6482">
            <a:extLst>
              <a:ext uri="{FF2B5EF4-FFF2-40B4-BE49-F238E27FC236}">
                <a16:creationId xmlns:a16="http://schemas.microsoft.com/office/drawing/2014/main" id="{B99BDBF5-A423-4878-B3E0-66DC33BB36CF}"/>
              </a:ext>
            </a:extLst>
          </p:cNvPr>
          <p:cNvSpPr>
            <a:spLocks noGrp="1"/>
          </p:cNvSpPr>
          <p:nvPr/>
        </p:nvSpPr>
        <p:spPr>
          <a:xfrm>
            <a:off x="4703820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data_6483">
            <a:extLst>
              <a:ext uri="{FF2B5EF4-FFF2-40B4-BE49-F238E27FC236}">
                <a16:creationId xmlns:a16="http://schemas.microsoft.com/office/drawing/2014/main" id="{3136AC36-57B0-406A-AB10-EBA279D9D2B5}"/>
              </a:ext>
            </a:extLst>
          </p:cNvPr>
          <p:cNvSpPr>
            <a:spLocks noGrp="1"/>
          </p:cNvSpPr>
          <p:nvPr/>
        </p:nvSpPr>
        <p:spPr>
          <a:xfrm>
            <a:off x="467919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data_6484">
            <a:extLst>
              <a:ext uri="{FF2B5EF4-FFF2-40B4-BE49-F238E27FC236}">
                <a16:creationId xmlns:a16="http://schemas.microsoft.com/office/drawing/2014/main" id="{AF2D9091-ADB3-4433-8A9B-CAE5B8C46707}"/>
              </a:ext>
            </a:extLst>
          </p:cNvPr>
          <p:cNvSpPr>
            <a:spLocks noGrp="1"/>
          </p:cNvSpPr>
          <p:nvPr/>
        </p:nvSpPr>
        <p:spPr>
          <a:xfrm>
            <a:off x="4703299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data_6485">
            <a:extLst>
              <a:ext uri="{FF2B5EF4-FFF2-40B4-BE49-F238E27FC236}">
                <a16:creationId xmlns:a16="http://schemas.microsoft.com/office/drawing/2014/main" id="{35559ADD-8D98-41C0-94B8-234A6461BF00}"/>
              </a:ext>
            </a:extLst>
          </p:cNvPr>
          <p:cNvSpPr>
            <a:spLocks noGrp="1"/>
          </p:cNvSpPr>
          <p:nvPr/>
        </p:nvSpPr>
        <p:spPr>
          <a:xfrm>
            <a:off x="4620821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data_6486">
            <a:extLst>
              <a:ext uri="{FF2B5EF4-FFF2-40B4-BE49-F238E27FC236}">
                <a16:creationId xmlns:a16="http://schemas.microsoft.com/office/drawing/2014/main" id="{20E5AA6A-4EC1-447C-BD7D-7F5852619DDC}"/>
              </a:ext>
            </a:extLst>
          </p:cNvPr>
          <p:cNvSpPr>
            <a:spLocks noGrp="1"/>
          </p:cNvSpPr>
          <p:nvPr/>
        </p:nvSpPr>
        <p:spPr>
          <a:xfrm>
            <a:off x="4645317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data_6487">
            <a:extLst>
              <a:ext uri="{FF2B5EF4-FFF2-40B4-BE49-F238E27FC236}">
                <a16:creationId xmlns:a16="http://schemas.microsoft.com/office/drawing/2014/main" id="{307C6A13-C458-4060-A958-D3EE2DA3A5E7}"/>
              </a:ext>
            </a:extLst>
          </p:cNvPr>
          <p:cNvSpPr>
            <a:spLocks noGrp="1"/>
          </p:cNvSpPr>
          <p:nvPr/>
        </p:nvSpPr>
        <p:spPr>
          <a:xfrm>
            <a:off x="4704211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data_6488">
            <a:extLst>
              <a:ext uri="{FF2B5EF4-FFF2-40B4-BE49-F238E27FC236}">
                <a16:creationId xmlns:a16="http://schemas.microsoft.com/office/drawing/2014/main" id="{A23A8639-F7B2-4AE1-8BD4-DF60C994BE1D}"/>
              </a:ext>
            </a:extLst>
          </p:cNvPr>
          <p:cNvSpPr>
            <a:spLocks noGrp="1"/>
          </p:cNvSpPr>
          <p:nvPr/>
        </p:nvSpPr>
        <p:spPr>
          <a:xfrm>
            <a:off x="47043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data_6489">
            <a:extLst>
              <a:ext uri="{FF2B5EF4-FFF2-40B4-BE49-F238E27FC236}">
                <a16:creationId xmlns:a16="http://schemas.microsoft.com/office/drawing/2014/main" id="{F714DFC4-BE2F-45AE-9519-0082D15F2AC1}"/>
              </a:ext>
            </a:extLst>
          </p:cNvPr>
          <p:cNvSpPr>
            <a:spLocks noGrp="1"/>
          </p:cNvSpPr>
          <p:nvPr/>
        </p:nvSpPr>
        <p:spPr>
          <a:xfrm>
            <a:off x="4696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data_6490">
            <a:extLst>
              <a:ext uri="{FF2B5EF4-FFF2-40B4-BE49-F238E27FC236}">
                <a16:creationId xmlns:a16="http://schemas.microsoft.com/office/drawing/2014/main" id="{4283EE2D-68B8-43DE-9F64-DEF9D27BCC70}"/>
              </a:ext>
            </a:extLst>
          </p:cNvPr>
          <p:cNvSpPr>
            <a:spLocks noGrp="1"/>
          </p:cNvSpPr>
          <p:nvPr/>
        </p:nvSpPr>
        <p:spPr>
          <a:xfrm>
            <a:off x="4707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data_6491">
            <a:extLst>
              <a:ext uri="{FF2B5EF4-FFF2-40B4-BE49-F238E27FC236}">
                <a16:creationId xmlns:a16="http://schemas.microsoft.com/office/drawing/2014/main" id="{CC1B636D-0743-48BA-8FBF-5B94614C00F1}"/>
              </a:ext>
            </a:extLst>
          </p:cNvPr>
          <p:cNvSpPr>
            <a:spLocks noGrp="1"/>
          </p:cNvSpPr>
          <p:nvPr/>
        </p:nvSpPr>
        <p:spPr>
          <a:xfrm>
            <a:off x="463280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data_6492">
            <a:extLst>
              <a:ext uri="{FF2B5EF4-FFF2-40B4-BE49-F238E27FC236}">
                <a16:creationId xmlns:a16="http://schemas.microsoft.com/office/drawing/2014/main" id="{F0376D80-DF8F-4E75-850F-FC2C00C78B2D}"/>
              </a:ext>
            </a:extLst>
          </p:cNvPr>
          <p:cNvSpPr>
            <a:spLocks noGrp="1"/>
          </p:cNvSpPr>
          <p:nvPr/>
        </p:nvSpPr>
        <p:spPr>
          <a:xfrm>
            <a:off x="46131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data_6493">
            <a:extLst>
              <a:ext uri="{FF2B5EF4-FFF2-40B4-BE49-F238E27FC236}">
                <a16:creationId xmlns:a16="http://schemas.microsoft.com/office/drawing/2014/main" id="{20A2C114-3E36-490B-977C-41565E5E4B63}"/>
              </a:ext>
            </a:extLst>
          </p:cNvPr>
          <p:cNvSpPr>
            <a:spLocks noGrp="1"/>
          </p:cNvSpPr>
          <p:nvPr/>
        </p:nvSpPr>
        <p:spPr>
          <a:xfrm>
            <a:off x="4688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data_6494">
            <a:extLst>
              <a:ext uri="{FF2B5EF4-FFF2-40B4-BE49-F238E27FC236}">
                <a16:creationId xmlns:a16="http://schemas.microsoft.com/office/drawing/2014/main" id="{8447F312-F5D4-4B8D-98CB-E1405209B21B}"/>
              </a:ext>
            </a:extLst>
          </p:cNvPr>
          <p:cNvSpPr>
            <a:spLocks noGrp="1"/>
          </p:cNvSpPr>
          <p:nvPr/>
        </p:nvSpPr>
        <p:spPr>
          <a:xfrm>
            <a:off x="46070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data_6495">
            <a:extLst>
              <a:ext uri="{FF2B5EF4-FFF2-40B4-BE49-F238E27FC236}">
                <a16:creationId xmlns:a16="http://schemas.microsoft.com/office/drawing/2014/main" id="{7822B088-8ADD-48E1-B65C-3C21B502395E}"/>
              </a:ext>
            </a:extLst>
          </p:cNvPr>
          <p:cNvSpPr>
            <a:spLocks noGrp="1"/>
          </p:cNvSpPr>
          <p:nvPr/>
        </p:nvSpPr>
        <p:spPr>
          <a:xfrm>
            <a:off x="46152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data_6496">
            <a:extLst>
              <a:ext uri="{FF2B5EF4-FFF2-40B4-BE49-F238E27FC236}">
                <a16:creationId xmlns:a16="http://schemas.microsoft.com/office/drawing/2014/main" id="{471D5956-E6F0-46E4-BEBE-A10EE4A37397}"/>
              </a:ext>
            </a:extLst>
          </p:cNvPr>
          <p:cNvSpPr>
            <a:spLocks noGrp="1"/>
          </p:cNvSpPr>
          <p:nvPr/>
        </p:nvSpPr>
        <p:spPr>
          <a:xfrm>
            <a:off x="469222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data_6497">
            <a:extLst>
              <a:ext uri="{FF2B5EF4-FFF2-40B4-BE49-F238E27FC236}">
                <a16:creationId xmlns:a16="http://schemas.microsoft.com/office/drawing/2014/main" id="{9D840450-59F6-4C9C-9C5A-AA7CA0A3E03E}"/>
              </a:ext>
            </a:extLst>
          </p:cNvPr>
          <p:cNvSpPr>
            <a:spLocks noGrp="1"/>
          </p:cNvSpPr>
          <p:nvPr/>
        </p:nvSpPr>
        <p:spPr>
          <a:xfrm>
            <a:off x="4608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data_6498">
            <a:extLst>
              <a:ext uri="{FF2B5EF4-FFF2-40B4-BE49-F238E27FC236}">
                <a16:creationId xmlns:a16="http://schemas.microsoft.com/office/drawing/2014/main" id="{56A3990D-BBD2-4AC3-9B15-90E7A44D2395}"/>
              </a:ext>
            </a:extLst>
          </p:cNvPr>
          <p:cNvSpPr>
            <a:spLocks noGrp="1"/>
          </p:cNvSpPr>
          <p:nvPr/>
        </p:nvSpPr>
        <p:spPr>
          <a:xfrm>
            <a:off x="47172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data_6499">
            <a:extLst>
              <a:ext uri="{FF2B5EF4-FFF2-40B4-BE49-F238E27FC236}">
                <a16:creationId xmlns:a16="http://schemas.microsoft.com/office/drawing/2014/main" id="{C608EE09-AAA1-4BA7-A805-548D332B25AE}"/>
              </a:ext>
            </a:extLst>
          </p:cNvPr>
          <p:cNvSpPr>
            <a:spLocks noGrp="1"/>
          </p:cNvSpPr>
          <p:nvPr/>
        </p:nvSpPr>
        <p:spPr>
          <a:xfrm>
            <a:off x="46973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data_6500">
            <a:extLst>
              <a:ext uri="{FF2B5EF4-FFF2-40B4-BE49-F238E27FC236}">
                <a16:creationId xmlns:a16="http://schemas.microsoft.com/office/drawing/2014/main" id="{1D37A741-DA4F-4EB4-AB71-C62FE0FA086A}"/>
              </a:ext>
            </a:extLst>
          </p:cNvPr>
          <p:cNvSpPr>
            <a:spLocks noGrp="1"/>
          </p:cNvSpPr>
          <p:nvPr/>
        </p:nvSpPr>
        <p:spPr>
          <a:xfrm>
            <a:off x="4650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data_6501">
            <a:extLst>
              <a:ext uri="{FF2B5EF4-FFF2-40B4-BE49-F238E27FC236}">
                <a16:creationId xmlns:a16="http://schemas.microsoft.com/office/drawing/2014/main" id="{6FB859F8-FC8E-4DAF-B671-B4E35662970A}"/>
              </a:ext>
            </a:extLst>
          </p:cNvPr>
          <p:cNvSpPr>
            <a:spLocks noGrp="1"/>
          </p:cNvSpPr>
          <p:nvPr/>
        </p:nvSpPr>
        <p:spPr>
          <a:xfrm>
            <a:off x="46281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data_6502">
            <a:extLst>
              <a:ext uri="{FF2B5EF4-FFF2-40B4-BE49-F238E27FC236}">
                <a16:creationId xmlns:a16="http://schemas.microsoft.com/office/drawing/2014/main" id="{F6D35405-22F7-4C86-9828-65D09619F739}"/>
              </a:ext>
            </a:extLst>
          </p:cNvPr>
          <p:cNvSpPr>
            <a:spLocks noGrp="1"/>
          </p:cNvSpPr>
          <p:nvPr/>
        </p:nvSpPr>
        <p:spPr>
          <a:xfrm>
            <a:off x="4715286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data_6503">
            <a:extLst>
              <a:ext uri="{FF2B5EF4-FFF2-40B4-BE49-F238E27FC236}">
                <a16:creationId xmlns:a16="http://schemas.microsoft.com/office/drawing/2014/main" id="{0437D3C1-76FA-4974-8E64-FDD53235F955}"/>
              </a:ext>
            </a:extLst>
          </p:cNvPr>
          <p:cNvSpPr>
            <a:spLocks noGrp="1"/>
          </p:cNvSpPr>
          <p:nvPr/>
        </p:nvSpPr>
        <p:spPr>
          <a:xfrm>
            <a:off x="472088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data_6504">
            <a:extLst>
              <a:ext uri="{FF2B5EF4-FFF2-40B4-BE49-F238E27FC236}">
                <a16:creationId xmlns:a16="http://schemas.microsoft.com/office/drawing/2014/main" id="{EF30804D-08A5-401A-8B8A-99DA4211749F}"/>
              </a:ext>
            </a:extLst>
          </p:cNvPr>
          <p:cNvSpPr>
            <a:spLocks noGrp="1"/>
          </p:cNvSpPr>
          <p:nvPr/>
        </p:nvSpPr>
        <p:spPr>
          <a:xfrm>
            <a:off x="46735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data_6505">
            <a:extLst>
              <a:ext uri="{FF2B5EF4-FFF2-40B4-BE49-F238E27FC236}">
                <a16:creationId xmlns:a16="http://schemas.microsoft.com/office/drawing/2014/main" id="{A1EF1B3D-61B8-467A-8FF2-8683FEADE639}"/>
              </a:ext>
            </a:extLst>
          </p:cNvPr>
          <p:cNvSpPr>
            <a:spLocks noGrp="1"/>
          </p:cNvSpPr>
          <p:nvPr/>
        </p:nvSpPr>
        <p:spPr>
          <a:xfrm>
            <a:off x="47032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data_6506">
            <a:extLst>
              <a:ext uri="{FF2B5EF4-FFF2-40B4-BE49-F238E27FC236}">
                <a16:creationId xmlns:a16="http://schemas.microsoft.com/office/drawing/2014/main" id="{08048A0D-8AB5-4F35-9949-33F3B42BD237}"/>
              </a:ext>
            </a:extLst>
          </p:cNvPr>
          <p:cNvSpPr>
            <a:spLocks noGrp="1"/>
          </p:cNvSpPr>
          <p:nvPr/>
        </p:nvSpPr>
        <p:spPr>
          <a:xfrm>
            <a:off x="4611961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data_6507">
            <a:extLst>
              <a:ext uri="{FF2B5EF4-FFF2-40B4-BE49-F238E27FC236}">
                <a16:creationId xmlns:a16="http://schemas.microsoft.com/office/drawing/2014/main" id="{92DDD352-803E-4B4F-894B-59BB724C8241}"/>
              </a:ext>
            </a:extLst>
          </p:cNvPr>
          <p:cNvSpPr>
            <a:spLocks noGrp="1"/>
          </p:cNvSpPr>
          <p:nvPr/>
        </p:nvSpPr>
        <p:spPr>
          <a:xfrm>
            <a:off x="4648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data_6508">
            <a:extLst>
              <a:ext uri="{FF2B5EF4-FFF2-40B4-BE49-F238E27FC236}">
                <a16:creationId xmlns:a16="http://schemas.microsoft.com/office/drawing/2014/main" id="{31F83057-88F6-4A96-90A3-7FFE5C747003}"/>
              </a:ext>
            </a:extLst>
          </p:cNvPr>
          <p:cNvSpPr>
            <a:spLocks noGrp="1"/>
          </p:cNvSpPr>
          <p:nvPr/>
        </p:nvSpPr>
        <p:spPr>
          <a:xfrm>
            <a:off x="469522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data_6509">
            <a:extLst>
              <a:ext uri="{FF2B5EF4-FFF2-40B4-BE49-F238E27FC236}">
                <a16:creationId xmlns:a16="http://schemas.microsoft.com/office/drawing/2014/main" id="{BE1EF1CF-C1CA-49A9-9EFC-AACE5160F92B}"/>
              </a:ext>
            </a:extLst>
          </p:cNvPr>
          <p:cNvSpPr>
            <a:spLocks noGrp="1"/>
          </p:cNvSpPr>
          <p:nvPr/>
        </p:nvSpPr>
        <p:spPr>
          <a:xfrm>
            <a:off x="46040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data_6510">
            <a:extLst>
              <a:ext uri="{FF2B5EF4-FFF2-40B4-BE49-F238E27FC236}">
                <a16:creationId xmlns:a16="http://schemas.microsoft.com/office/drawing/2014/main" id="{A90B2409-3BD6-4B4B-A5C5-DE730C0AC061}"/>
              </a:ext>
            </a:extLst>
          </p:cNvPr>
          <p:cNvSpPr>
            <a:spLocks noGrp="1"/>
          </p:cNvSpPr>
          <p:nvPr/>
        </p:nvSpPr>
        <p:spPr>
          <a:xfrm>
            <a:off x="45993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data_6511">
            <a:extLst>
              <a:ext uri="{FF2B5EF4-FFF2-40B4-BE49-F238E27FC236}">
                <a16:creationId xmlns:a16="http://schemas.microsoft.com/office/drawing/2014/main" id="{BB9D11DC-4C85-48E3-AD10-D98D5B01D67D}"/>
              </a:ext>
            </a:extLst>
          </p:cNvPr>
          <p:cNvSpPr>
            <a:spLocks noGrp="1"/>
          </p:cNvSpPr>
          <p:nvPr/>
        </p:nvSpPr>
        <p:spPr>
          <a:xfrm>
            <a:off x="467632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data_6512">
            <a:extLst>
              <a:ext uri="{FF2B5EF4-FFF2-40B4-BE49-F238E27FC236}">
                <a16:creationId xmlns:a16="http://schemas.microsoft.com/office/drawing/2014/main" id="{A3DBB4F2-097B-416A-B2E5-DF1636748B64}"/>
              </a:ext>
            </a:extLst>
          </p:cNvPr>
          <p:cNvSpPr>
            <a:spLocks noGrp="1"/>
          </p:cNvSpPr>
          <p:nvPr/>
        </p:nvSpPr>
        <p:spPr>
          <a:xfrm>
            <a:off x="471450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data_6513">
            <a:extLst>
              <a:ext uri="{FF2B5EF4-FFF2-40B4-BE49-F238E27FC236}">
                <a16:creationId xmlns:a16="http://schemas.microsoft.com/office/drawing/2014/main" id="{AF175176-625B-46FB-998A-6277E169F957}"/>
              </a:ext>
            </a:extLst>
          </p:cNvPr>
          <p:cNvSpPr>
            <a:spLocks noGrp="1"/>
          </p:cNvSpPr>
          <p:nvPr/>
        </p:nvSpPr>
        <p:spPr>
          <a:xfrm>
            <a:off x="4593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data_6514">
            <a:extLst>
              <a:ext uri="{FF2B5EF4-FFF2-40B4-BE49-F238E27FC236}">
                <a16:creationId xmlns:a16="http://schemas.microsoft.com/office/drawing/2014/main" id="{2D337C6E-B414-4496-BBEC-A06CEAE8EBFF}"/>
              </a:ext>
            </a:extLst>
          </p:cNvPr>
          <p:cNvSpPr>
            <a:spLocks noGrp="1"/>
          </p:cNvSpPr>
          <p:nvPr/>
        </p:nvSpPr>
        <p:spPr>
          <a:xfrm>
            <a:off x="46445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data_6515">
            <a:extLst>
              <a:ext uri="{FF2B5EF4-FFF2-40B4-BE49-F238E27FC236}">
                <a16:creationId xmlns:a16="http://schemas.microsoft.com/office/drawing/2014/main" id="{E89F1069-A689-434C-B30D-9380820A6E21}"/>
              </a:ext>
            </a:extLst>
          </p:cNvPr>
          <p:cNvSpPr>
            <a:spLocks noGrp="1"/>
          </p:cNvSpPr>
          <p:nvPr/>
        </p:nvSpPr>
        <p:spPr>
          <a:xfrm>
            <a:off x="46863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data_6516">
            <a:extLst>
              <a:ext uri="{FF2B5EF4-FFF2-40B4-BE49-F238E27FC236}">
                <a16:creationId xmlns:a16="http://schemas.microsoft.com/office/drawing/2014/main" id="{0F697D63-ABA3-46D6-B88D-81CE8E0EA60A}"/>
              </a:ext>
            </a:extLst>
          </p:cNvPr>
          <p:cNvSpPr>
            <a:spLocks noGrp="1"/>
          </p:cNvSpPr>
          <p:nvPr/>
        </p:nvSpPr>
        <p:spPr>
          <a:xfrm>
            <a:off x="46472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data_6517">
            <a:extLst>
              <a:ext uri="{FF2B5EF4-FFF2-40B4-BE49-F238E27FC236}">
                <a16:creationId xmlns:a16="http://schemas.microsoft.com/office/drawing/2014/main" id="{52FB0617-86A1-46B0-A881-21EB20A88A14}"/>
              </a:ext>
            </a:extLst>
          </p:cNvPr>
          <p:cNvSpPr>
            <a:spLocks noGrp="1"/>
          </p:cNvSpPr>
          <p:nvPr/>
        </p:nvSpPr>
        <p:spPr>
          <a:xfrm>
            <a:off x="4625251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data_6518">
            <a:extLst>
              <a:ext uri="{FF2B5EF4-FFF2-40B4-BE49-F238E27FC236}">
                <a16:creationId xmlns:a16="http://schemas.microsoft.com/office/drawing/2014/main" id="{B859435A-CB42-4C93-964F-C4734FDE370D}"/>
              </a:ext>
            </a:extLst>
          </p:cNvPr>
          <p:cNvSpPr>
            <a:spLocks noGrp="1"/>
          </p:cNvSpPr>
          <p:nvPr/>
        </p:nvSpPr>
        <p:spPr>
          <a:xfrm>
            <a:off x="46758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data_6519">
            <a:extLst>
              <a:ext uri="{FF2B5EF4-FFF2-40B4-BE49-F238E27FC236}">
                <a16:creationId xmlns:a16="http://schemas.microsoft.com/office/drawing/2014/main" id="{627658A3-9319-4F27-948C-468F13B25F50}"/>
              </a:ext>
            </a:extLst>
          </p:cNvPr>
          <p:cNvSpPr>
            <a:spLocks noGrp="1"/>
          </p:cNvSpPr>
          <p:nvPr/>
        </p:nvSpPr>
        <p:spPr>
          <a:xfrm>
            <a:off x="46716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data_6520">
            <a:extLst>
              <a:ext uri="{FF2B5EF4-FFF2-40B4-BE49-F238E27FC236}">
                <a16:creationId xmlns:a16="http://schemas.microsoft.com/office/drawing/2014/main" id="{BA426B71-8407-4EF5-9E2B-81651602716B}"/>
              </a:ext>
            </a:extLst>
          </p:cNvPr>
          <p:cNvSpPr>
            <a:spLocks noGrp="1"/>
          </p:cNvSpPr>
          <p:nvPr/>
        </p:nvSpPr>
        <p:spPr>
          <a:xfrm>
            <a:off x="46558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data_6521">
            <a:extLst>
              <a:ext uri="{FF2B5EF4-FFF2-40B4-BE49-F238E27FC236}">
                <a16:creationId xmlns:a16="http://schemas.microsoft.com/office/drawing/2014/main" id="{74D7B124-261B-427A-9C4E-8F3CE1ABA6AC}"/>
              </a:ext>
            </a:extLst>
          </p:cNvPr>
          <p:cNvSpPr>
            <a:spLocks noGrp="1"/>
          </p:cNvSpPr>
          <p:nvPr/>
        </p:nvSpPr>
        <p:spPr>
          <a:xfrm>
            <a:off x="46685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data_6522">
            <a:extLst>
              <a:ext uri="{FF2B5EF4-FFF2-40B4-BE49-F238E27FC236}">
                <a16:creationId xmlns:a16="http://schemas.microsoft.com/office/drawing/2014/main" id="{335102D4-1029-4AED-BBF0-7EF4BEB478A5}"/>
              </a:ext>
            </a:extLst>
          </p:cNvPr>
          <p:cNvSpPr>
            <a:spLocks noGrp="1"/>
          </p:cNvSpPr>
          <p:nvPr/>
        </p:nvSpPr>
        <p:spPr>
          <a:xfrm>
            <a:off x="46311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data_6523">
            <a:extLst>
              <a:ext uri="{FF2B5EF4-FFF2-40B4-BE49-F238E27FC236}">
                <a16:creationId xmlns:a16="http://schemas.microsoft.com/office/drawing/2014/main" id="{5AAAF273-6692-4FB5-8994-47193D8BEE6C}"/>
              </a:ext>
            </a:extLst>
          </p:cNvPr>
          <p:cNvSpPr>
            <a:spLocks noGrp="1"/>
          </p:cNvSpPr>
          <p:nvPr/>
        </p:nvSpPr>
        <p:spPr>
          <a:xfrm>
            <a:off x="46603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data_6524">
            <a:extLst>
              <a:ext uri="{FF2B5EF4-FFF2-40B4-BE49-F238E27FC236}">
                <a16:creationId xmlns:a16="http://schemas.microsoft.com/office/drawing/2014/main" id="{A36D57A2-25B1-4D88-8B1C-7B915A6A6D39}"/>
              </a:ext>
            </a:extLst>
          </p:cNvPr>
          <p:cNvSpPr>
            <a:spLocks noGrp="1"/>
          </p:cNvSpPr>
          <p:nvPr/>
        </p:nvSpPr>
        <p:spPr>
          <a:xfrm>
            <a:off x="463241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data_6525">
            <a:extLst>
              <a:ext uri="{FF2B5EF4-FFF2-40B4-BE49-F238E27FC236}">
                <a16:creationId xmlns:a16="http://schemas.microsoft.com/office/drawing/2014/main" id="{04306F5D-B692-4AEB-80FC-3E05F6B86C88}"/>
              </a:ext>
            </a:extLst>
          </p:cNvPr>
          <p:cNvSpPr>
            <a:spLocks noGrp="1"/>
          </p:cNvSpPr>
          <p:nvPr/>
        </p:nvSpPr>
        <p:spPr>
          <a:xfrm>
            <a:off x="46438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data_6526">
            <a:extLst>
              <a:ext uri="{FF2B5EF4-FFF2-40B4-BE49-F238E27FC236}">
                <a16:creationId xmlns:a16="http://schemas.microsoft.com/office/drawing/2014/main" id="{9ED265B9-CED8-4AA7-9600-5915480E7210}"/>
              </a:ext>
            </a:extLst>
          </p:cNvPr>
          <p:cNvSpPr>
            <a:spLocks noGrp="1"/>
          </p:cNvSpPr>
          <p:nvPr/>
        </p:nvSpPr>
        <p:spPr>
          <a:xfrm>
            <a:off x="4700172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data_6527">
            <a:extLst>
              <a:ext uri="{FF2B5EF4-FFF2-40B4-BE49-F238E27FC236}">
                <a16:creationId xmlns:a16="http://schemas.microsoft.com/office/drawing/2014/main" id="{AA065E8A-6CEA-43D6-BF72-A538C1F44580}"/>
              </a:ext>
            </a:extLst>
          </p:cNvPr>
          <p:cNvSpPr>
            <a:spLocks noGrp="1"/>
          </p:cNvSpPr>
          <p:nvPr/>
        </p:nvSpPr>
        <p:spPr>
          <a:xfrm>
            <a:off x="46079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data_6528">
            <a:extLst>
              <a:ext uri="{FF2B5EF4-FFF2-40B4-BE49-F238E27FC236}">
                <a16:creationId xmlns:a16="http://schemas.microsoft.com/office/drawing/2014/main" id="{565E636C-ADBB-4E7F-9411-DE6443FAD216}"/>
              </a:ext>
            </a:extLst>
          </p:cNvPr>
          <p:cNvSpPr>
            <a:spLocks noGrp="1"/>
          </p:cNvSpPr>
          <p:nvPr/>
        </p:nvSpPr>
        <p:spPr>
          <a:xfrm>
            <a:off x="46139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data_6529">
            <a:extLst>
              <a:ext uri="{FF2B5EF4-FFF2-40B4-BE49-F238E27FC236}">
                <a16:creationId xmlns:a16="http://schemas.microsoft.com/office/drawing/2014/main" id="{98D1C511-AEAD-4841-9C48-7D0D74E65EC7}"/>
              </a:ext>
            </a:extLst>
          </p:cNvPr>
          <p:cNvSpPr>
            <a:spLocks noGrp="1"/>
          </p:cNvSpPr>
          <p:nvPr/>
        </p:nvSpPr>
        <p:spPr>
          <a:xfrm>
            <a:off x="46681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data_6530">
            <a:extLst>
              <a:ext uri="{FF2B5EF4-FFF2-40B4-BE49-F238E27FC236}">
                <a16:creationId xmlns:a16="http://schemas.microsoft.com/office/drawing/2014/main" id="{FFED63E5-A931-489F-9B85-6CAB42C3F118}"/>
              </a:ext>
            </a:extLst>
          </p:cNvPr>
          <p:cNvSpPr>
            <a:spLocks noGrp="1"/>
          </p:cNvSpPr>
          <p:nvPr/>
        </p:nvSpPr>
        <p:spPr>
          <a:xfrm>
            <a:off x="46669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data_6531">
            <a:extLst>
              <a:ext uri="{FF2B5EF4-FFF2-40B4-BE49-F238E27FC236}">
                <a16:creationId xmlns:a16="http://schemas.microsoft.com/office/drawing/2014/main" id="{A55A2B05-8D45-456E-B1FD-4516C23D1107}"/>
              </a:ext>
            </a:extLst>
          </p:cNvPr>
          <p:cNvSpPr>
            <a:spLocks noGrp="1"/>
          </p:cNvSpPr>
          <p:nvPr/>
        </p:nvSpPr>
        <p:spPr>
          <a:xfrm>
            <a:off x="47092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data_6532">
            <a:extLst>
              <a:ext uri="{FF2B5EF4-FFF2-40B4-BE49-F238E27FC236}">
                <a16:creationId xmlns:a16="http://schemas.microsoft.com/office/drawing/2014/main" id="{518215E0-B88A-4775-886A-C8BBE88F5352}"/>
              </a:ext>
            </a:extLst>
          </p:cNvPr>
          <p:cNvSpPr>
            <a:spLocks noGrp="1"/>
          </p:cNvSpPr>
          <p:nvPr/>
        </p:nvSpPr>
        <p:spPr>
          <a:xfrm>
            <a:off x="46896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data_6533">
            <a:extLst>
              <a:ext uri="{FF2B5EF4-FFF2-40B4-BE49-F238E27FC236}">
                <a16:creationId xmlns:a16="http://schemas.microsoft.com/office/drawing/2014/main" id="{A226EA7F-0F90-40FB-AA27-02AEB5E70D6B}"/>
              </a:ext>
            </a:extLst>
          </p:cNvPr>
          <p:cNvSpPr>
            <a:spLocks noGrp="1"/>
          </p:cNvSpPr>
          <p:nvPr/>
        </p:nvSpPr>
        <p:spPr>
          <a:xfrm>
            <a:off x="46092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data_6534">
            <a:extLst>
              <a:ext uri="{FF2B5EF4-FFF2-40B4-BE49-F238E27FC236}">
                <a16:creationId xmlns:a16="http://schemas.microsoft.com/office/drawing/2014/main" id="{D4BA4F79-375B-477B-BE1E-EEC3CD0AECE6}"/>
              </a:ext>
            </a:extLst>
          </p:cNvPr>
          <p:cNvSpPr>
            <a:spLocks noGrp="1"/>
          </p:cNvSpPr>
          <p:nvPr/>
        </p:nvSpPr>
        <p:spPr>
          <a:xfrm>
            <a:off x="462811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data_6535">
            <a:extLst>
              <a:ext uri="{FF2B5EF4-FFF2-40B4-BE49-F238E27FC236}">
                <a16:creationId xmlns:a16="http://schemas.microsoft.com/office/drawing/2014/main" id="{9260D6C1-25EB-4A2E-B71D-576DEB02C9F0}"/>
              </a:ext>
            </a:extLst>
          </p:cNvPr>
          <p:cNvSpPr>
            <a:spLocks noGrp="1"/>
          </p:cNvSpPr>
          <p:nvPr/>
        </p:nvSpPr>
        <p:spPr>
          <a:xfrm>
            <a:off x="46798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data_6536">
            <a:extLst>
              <a:ext uri="{FF2B5EF4-FFF2-40B4-BE49-F238E27FC236}">
                <a16:creationId xmlns:a16="http://schemas.microsoft.com/office/drawing/2014/main" id="{E4E5CE00-DCA4-43E4-A1D5-BFE53BC81696}"/>
              </a:ext>
            </a:extLst>
          </p:cNvPr>
          <p:cNvSpPr>
            <a:spLocks noGrp="1"/>
          </p:cNvSpPr>
          <p:nvPr/>
        </p:nvSpPr>
        <p:spPr>
          <a:xfrm>
            <a:off x="46016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data_6537">
            <a:extLst>
              <a:ext uri="{FF2B5EF4-FFF2-40B4-BE49-F238E27FC236}">
                <a16:creationId xmlns:a16="http://schemas.microsoft.com/office/drawing/2014/main" id="{51DAA7CA-5D94-404E-BB5D-F2A6587F247D}"/>
              </a:ext>
            </a:extLst>
          </p:cNvPr>
          <p:cNvSpPr>
            <a:spLocks noGrp="1"/>
          </p:cNvSpPr>
          <p:nvPr/>
        </p:nvSpPr>
        <p:spPr>
          <a:xfrm>
            <a:off x="469222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data_6538">
            <a:extLst>
              <a:ext uri="{FF2B5EF4-FFF2-40B4-BE49-F238E27FC236}">
                <a16:creationId xmlns:a16="http://schemas.microsoft.com/office/drawing/2014/main" id="{B6A74D65-AD5C-4261-B9C5-C14A50A9B97B}"/>
              </a:ext>
            </a:extLst>
          </p:cNvPr>
          <p:cNvSpPr>
            <a:spLocks noGrp="1"/>
          </p:cNvSpPr>
          <p:nvPr/>
        </p:nvSpPr>
        <p:spPr>
          <a:xfrm>
            <a:off x="4696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data_6539">
            <a:extLst>
              <a:ext uri="{FF2B5EF4-FFF2-40B4-BE49-F238E27FC236}">
                <a16:creationId xmlns:a16="http://schemas.microsoft.com/office/drawing/2014/main" id="{C273C953-2E13-4DBD-82C4-2E06F263CD86}"/>
              </a:ext>
            </a:extLst>
          </p:cNvPr>
          <p:cNvSpPr>
            <a:spLocks noGrp="1"/>
          </p:cNvSpPr>
          <p:nvPr/>
        </p:nvSpPr>
        <p:spPr>
          <a:xfrm>
            <a:off x="468284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data_6540">
            <a:extLst>
              <a:ext uri="{FF2B5EF4-FFF2-40B4-BE49-F238E27FC236}">
                <a16:creationId xmlns:a16="http://schemas.microsoft.com/office/drawing/2014/main" id="{4E75B485-15F4-47E9-9CBA-F44CAD30F943}"/>
              </a:ext>
            </a:extLst>
          </p:cNvPr>
          <p:cNvSpPr>
            <a:spLocks noGrp="1"/>
          </p:cNvSpPr>
          <p:nvPr/>
        </p:nvSpPr>
        <p:spPr>
          <a:xfrm>
            <a:off x="46816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data_6541">
            <a:extLst>
              <a:ext uri="{FF2B5EF4-FFF2-40B4-BE49-F238E27FC236}">
                <a16:creationId xmlns:a16="http://schemas.microsoft.com/office/drawing/2014/main" id="{9CBFFB64-8795-4DC7-B735-F5B51DAA68E5}"/>
              </a:ext>
            </a:extLst>
          </p:cNvPr>
          <p:cNvSpPr>
            <a:spLocks noGrp="1"/>
          </p:cNvSpPr>
          <p:nvPr/>
        </p:nvSpPr>
        <p:spPr>
          <a:xfrm>
            <a:off x="46872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data_6542">
            <a:extLst>
              <a:ext uri="{FF2B5EF4-FFF2-40B4-BE49-F238E27FC236}">
                <a16:creationId xmlns:a16="http://schemas.microsoft.com/office/drawing/2014/main" id="{805051D9-810B-438B-9EB1-9D3AB3E9A8CE}"/>
              </a:ext>
            </a:extLst>
          </p:cNvPr>
          <p:cNvSpPr>
            <a:spLocks noGrp="1"/>
          </p:cNvSpPr>
          <p:nvPr/>
        </p:nvSpPr>
        <p:spPr>
          <a:xfrm>
            <a:off x="46626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data_6543">
            <a:extLst>
              <a:ext uri="{FF2B5EF4-FFF2-40B4-BE49-F238E27FC236}">
                <a16:creationId xmlns:a16="http://schemas.microsoft.com/office/drawing/2014/main" id="{5DF12BF3-590A-48CA-96CB-61ECC052B8F3}"/>
              </a:ext>
            </a:extLst>
          </p:cNvPr>
          <p:cNvSpPr>
            <a:spLocks noGrp="1"/>
          </p:cNvSpPr>
          <p:nvPr/>
        </p:nvSpPr>
        <p:spPr>
          <a:xfrm>
            <a:off x="4595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data_6544">
            <a:extLst>
              <a:ext uri="{FF2B5EF4-FFF2-40B4-BE49-F238E27FC236}">
                <a16:creationId xmlns:a16="http://schemas.microsoft.com/office/drawing/2014/main" id="{99821529-2D61-44D9-AA9B-79FEDD2B77A6}"/>
              </a:ext>
            </a:extLst>
          </p:cNvPr>
          <p:cNvSpPr>
            <a:spLocks noGrp="1"/>
          </p:cNvSpPr>
          <p:nvPr/>
        </p:nvSpPr>
        <p:spPr>
          <a:xfrm>
            <a:off x="46623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data_6545">
            <a:extLst>
              <a:ext uri="{FF2B5EF4-FFF2-40B4-BE49-F238E27FC236}">
                <a16:creationId xmlns:a16="http://schemas.microsoft.com/office/drawing/2014/main" id="{68A8D02E-4538-47FE-9041-14C09848C307}"/>
              </a:ext>
            </a:extLst>
          </p:cNvPr>
          <p:cNvSpPr>
            <a:spLocks noGrp="1"/>
          </p:cNvSpPr>
          <p:nvPr/>
        </p:nvSpPr>
        <p:spPr>
          <a:xfrm>
            <a:off x="4612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data_6546">
            <a:extLst>
              <a:ext uri="{FF2B5EF4-FFF2-40B4-BE49-F238E27FC236}">
                <a16:creationId xmlns:a16="http://schemas.microsoft.com/office/drawing/2014/main" id="{0432742B-9910-45AC-9365-3970DD425AC2}"/>
              </a:ext>
            </a:extLst>
          </p:cNvPr>
          <p:cNvSpPr>
            <a:spLocks noGrp="1"/>
          </p:cNvSpPr>
          <p:nvPr/>
        </p:nvSpPr>
        <p:spPr>
          <a:xfrm>
            <a:off x="468219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data_6547">
            <a:extLst>
              <a:ext uri="{FF2B5EF4-FFF2-40B4-BE49-F238E27FC236}">
                <a16:creationId xmlns:a16="http://schemas.microsoft.com/office/drawing/2014/main" id="{8C4049AE-37AB-49DD-A2FE-83290258467A}"/>
              </a:ext>
            </a:extLst>
          </p:cNvPr>
          <p:cNvSpPr>
            <a:spLocks noGrp="1"/>
          </p:cNvSpPr>
          <p:nvPr/>
        </p:nvSpPr>
        <p:spPr>
          <a:xfrm>
            <a:off x="46993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data_6548">
            <a:extLst>
              <a:ext uri="{FF2B5EF4-FFF2-40B4-BE49-F238E27FC236}">
                <a16:creationId xmlns:a16="http://schemas.microsoft.com/office/drawing/2014/main" id="{2777ADE6-176A-48E6-9DD2-F5617798B9F8}"/>
              </a:ext>
            </a:extLst>
          </p:cNvPr>
          <p:cNvSpPr>
            <a:spLocks noGrp="1"/>
          </p:cNvSpPr>
          <p:nvPr/>
        </p:nvSpPr>
        <p:spPr>
          <a:xfrm>
            <a:off x="46101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data_6549">
            <a:extLst>
              <a:ext uri="{FF2B5EF4-FFF2-40B4-BE49-F238E27FC236}">
                <a16:creationId xmlns:a16="http://schemas.microsoft.com/office/drawing/2014/main" id="{F2E02739-CAF8-4FBC-BBC9-3107DFF7F534}"/>
              </a:ext>
            </a:extLst>
          </p:cNvPr>
          <p:cNvSpPr>
            <a:spLocks noGrp="1"/>
          </p:cNvSpPr>
          <p:nvPr/>
        </p:nvSpPr>
        <p:spPr>
          <a:xfrm>
            <a:off x="4683364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data_6550">
            <a:extLst>
              <a:ext uri="{FF2B5EF4-FFF2-40B4-BE49-F238E27FC236}">
                <a16:creationId xmlns:a16="http://schemas.microsoft.com/office/drawing/2014/main" id="{2111FFC4-4FDA-4AC5-B82A-3F16AF05FDEA}"/>
              </a:ext>
            </a:extLst>
          </p:cNvPr>
          <p:cNvSpPr>
            <a:spLocks noGrp="1"/>
          </p:cNvSpPr>
          <p:nvPr/>
        </p:nvSpPr>
        <p:spPr>
          <a:xfrm>
            <a:off x="4616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data_6551">
            <a:extLst>
              <a:ext uri="{FF2B5EF4-FFF2-40B4-BE49-F238E27FC236}">
                <a16:creationId xmlns:a16="http://schemas.microsoft.com/office/drawing/2014/main" id="{BFFEB39E-E89A-43B1-80AD-765E77F2215F}"/>
              </a:ext>
            </a:extLst>
          </p:cNvPr>
          <p:cNvSpPr>
            <a:spLocks noGrp="1"/>
          </p:cNvSpPr>
          <p:nvPr/>
        </p:nvSpPr>
        <p:spPr>
          <a:xfrm>
            <a:off x="462238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data_6552">
            <a:extLst>
              <a:ext uri="{FF2B5EF4-FFF2-40B4-BE49-F238E27FC236}">
                <a16:creationId xmlns:a16="http://schemas.microsoft.com/office/drawing/2014/main" id="{FA5E2DFB-CD56-47D1-BB5A-A69B3CE8D47D}"/>
              </a:ext>
            </a:extLst>
          </p:cNvPr>
          <p:cNvSpPr>
            <a:spLocks noGrp="1"/>
          </p:cNvSpPr>
          <p:nvPr/>
        </p:nvSpPr>
        <p:spPr>
          <a:xfrm>
            <a:off x="46068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data_6553">
            <a:extLst>
              <a:ext uri="{FF2B5EF4-FFF2-40B4-BE49-F238E27FC236}">
                <a16:creationId xmlns:a16="http://schemas.microsoft.com/office/drawing/2014/main" id="{9B045CA8-184F-47FC-8CF6-951906643890}"/>
              </a:ext>
            </a:extLst>
          </p:cNvPr>
          <p:cNvSpPr>
            <a:spLocks noGrp="1"/>
          </p:cNvSpPr>
          <p:nvPr/>
        </p:nvSpPr>
        <p:spPr>
          <a:xfrm>
            <a:off x="46819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data_6554">
            <a:extLst>
              <a:ext uri="{FF2B5EF4-FFF2-40B4-BE49-F238E27FC236}">
                <a16:creationId xmlns:a16="http://schemas.microsoft.com/office/drawing/2014/main" id="{39A092F8-F166-45DD-BB7B-C36A8C683B94}"/>
              </a:ext>
            </a:extLst>
          </p:cNvPr>
          <p:cNvSpPr>
            <a:spLocks noGrp="1"/>
          </p:cNvSpPr>
          <p:nvPr/>
        </p:nvSpPr>
        <p:spPr>
          <a:xfrm>
            <a:off x="47155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data_6555">
            <a:extLst>
              <a:ext uri="{FF2B5EF4-FFF2-40B4-BE49-F238E27FC236}">
                <a16:creationId xmlns:a16="http://schemas.microsoft.com/office/drawing/2014/main" id="{6F60471A-4102-4745-A26F-51A1DAA83469}"/>
              </a:ext>
            </a:extLst>
          </p:cNvPr>
          <p:cNvSpPr>
            <a:spLocks noGrp="1"/>
          </p:cNvSpPr>
          <p:nvPr/>
        </p:nvSpPr>
        <p:spPr>
          <a:xfrm>
            <a:off x="472115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data_6556">
            <a:extLst>
              <a:ext uri="{FF2B5EF4-FFF2-40B4-BE49-F238E27FC236}">
                <a16:creationId xmlns:a16="http://schemas.microsoft.com/office/drawing/2014/main" id="{A84A7647-E110-4DF6-9D95-A285915AF194}"/>
              </a:ext>
            </a:extLst>
          </p:cNvPr>
          <p:cNvSpPr>
            <a:spLocks noGrp="1"/>
          </p:cNvSpPr>
          <p:nvPr/>
        </p:nvSpPr>
        <p:spPr>
          <a:xfrm>
            <a:off x="46406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data_6557">
            <a:extLst>
              <a:ext uri="{FF2B5EF4-FFF2-40B4-BE49-F238E27FC236}">
                <a16:creationId xmlns:a16="http://schemas.microsoft.com/office/drawing/2014/main" id="{F05318D1-A09D-4BEC-B161-21C2A21E440E}"/>
              </a:ext>
            </a:extLst>
          </p:cNvPr>
          <p:cNvSpPr>
            <a:spLocks noGrp="1"/>
          </p:cNvSpPr>
          <p:nvPr/>
        </p:nvSpPr>
        <p:spPr>
          <a:xfrm>
            <a:off x="46884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data_6558">
            <a:extLst>
              <a:ext uri="{FF2B5EF4-FFF2-40B4-BE49-F238E27FC236}">
                <a16:creationId xmlns:a16="http://schemas.microsoft.com/office/drawing/2014/main" id="{B009BD25-2799-410F-8904-D0B7395B687B}"/>
              </a:ext>
            </a:extLst>
          </p:cNvPr>
          <p:cNvSpPr>
            <a:spLocks noGrp="1"/>
          </p:cNvSpPr>
          <p:nvPr/>
        </p:nvSpPr>
        <p:spPr>
          <a:xfrm>
            <a:off x="4713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data_6559">
            <a:extLst>
              <a:ext uri="{FF2B5EF4-FFF2-40B4-BE49-F238E27FC236}">
                <a16:creationId xmlns:a16="http://schemas.microsoft.com/office/drawing/2014/main" id="{3E46C8D1-16DB-4748-8AFA-2D6DA6C36D2A}"/>
              </a:ext>
            </a:extLst>
          </p:cNvPr>
          <p:cNvSpPr>
            <a:spLocks noGrp="1"/>
          </p:cNvSpPr>
          <p:nvPr/>
        </p:nvSpPr>
        <p:spPr>
          <a:xfrm>
            <a:off x="469834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data_6560">
            <a:extLst>
              <a:ext uri="{FF2B5EF4-FFF2-40B4-BE49-F238E27FC236}">
                <a16:creationId xmlns:a16="http://schemas.microsoft.com/office/drawing/2014/main" id="{D7AB0038-A943-4067-BF18-9554FA5C48B5}"/>
              </a:ext>
            </a:extLst>
          </p:cNvPr>
          <p:cNvSpPr>
            <a:spLocks noGrp="1"/>
          </p:cNvSpPr>
          <p:nvPr/>
        </p:nvSpPr>
        <p:spPr>
          <a:xfrm>
            <a:off x="46845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data_6561">
            <a:extLst>
              <a:ext uri="{FF2B5EF4-FFF2-40B4-BE49-F238E27FC236}">
                <a16:creationId xmlns:a16="http://schemas.microsoft.com/office/drawing/2014/main" id="{206C08A7-4993-4555-B326-97BD19D1BD19}"/>
              </a:ext>
            </a:extLst>
          </p:cNvPr>
          <p:cNvSpPr>
            <a:spLocks noGrp="1"/>
          </p:cNvSpPr>
          <p:nvPr/>
        </p:nvSpPr>
        <p:spPr>
          <a:xfrm>
            <a:off x="4652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data_6562">
            <a:extLst>
              <a:ext uri="{FF2B5EF4-FFF2-40B4-BE49-F238E27FC236}">
                <a16:creationId xmlns:a16="http://schemas.microsoft.com/office/drawing/2014/main" id="{006B5436-0276-4C2E-9901-978D16933DEC}"/>
              </a:ext>
            </a:extLst>
          </p:cNvPr>
          <p:cNvSpPr>
            <a:spLocks noGrp="1"/>
          </p:cNvSpPr>
          <p:nvPr/>
        </p:nvSpPr>
        <p:spPr>
          <a:xfrm>
            <a:off x="4648705" y="29621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data_6563">
            <a:extLst>
              <a:ext uri="{FF2B5EF4-FFF2-40B4-BE49-F238E27FC236}">
                <a16:creationId xmlns:a16="http://schemas.microsoft.com/office/drawing/2014/main" id="{0D5B684A-BC37-40A5-A45C-B929C35EB111}"/>
              </a:ext>
            </a:extLst>
          </p:cNvPr>
          <p:cNvSpPr>
            <a:spLocks noGrp="1"/>
          </p:cNvSpPr>
          <p:nvPr/>
        </p:nvSpPr>
        <p:spPr>
          <a:xfrm>
            <a:off x="46053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data_6564">
            <a:extLst>
              <a:ext uri="{FF2B5EF4-FFF2-40B4-BE49-F238E27FC236}">
                <a16:creationId xmlns:a16="http://schemas.microsoft.com/office/drawing/2014/main" id="{B091CDDC-5B18-4BBB-8748-106BEBC3DEB1}"/>
              </a:ext>
            </a:extLst>
          </p:cNvPr>
          <p:cNvSpPr>
            <a:spLocks noGrp="1"/>
          </p:cNvSpPr>
          <p:nvPr/>
        </p:nvSpPr>
        <p:spPr>
          <a:xfrm>
            <a:off x="4714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data_6565">
            <a:extLst>
              <a:ext uri="{FF2B5EF4-FFF2-40B4-BE49-F238E27FC236}">
                <a16:creationId xmlns:a16="http://schemas.microsoft.com/office/drawing/2014/main" id="{5A1C55D8-6D65-424C-9FC5-0A4C0A85D011}"/>
              </a:ext>
            </a:extLst>
          </p:cNvPr>
          <p:cNvSpPr>
            <a:spLocks noGrp="1"/>
          </p:cNvSpPr>
          <p:nvPr/>
        </p:nvSpPr>
        <p:spPr>
          <a:xfrm>
            <a:off x="47003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data_6566">
            <a:extLst>
              <a:ext uri="{FF2B5EF4-FFF2-40B4-BE49-F238E27FC236}">
                <a16:creationId xmlns:a16="http://schemas.microsoft.com/office/drawing/2014/main" id="{B7144A59-7EC5-4D9B-9C5D-C4E7149546F8}"/>
              </a:ext>
            </a:extLst>
          </p:cNvPr>
          <p:cNvSpPr>
            <a:spLocks noGrp="1"/>
          </p:cNvSpPr>
          <p:nvPr/>
        </p:nvSpPr>
        <p:spPr>
          <a:xfrm>
            <a:off x="4680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data_6567">
            <a:extLst>
              <a:ext uri="{FF2B5EF4-FFF2-40B4-BE49-F238E27FC236}">
                <a16:creationId xmlns:a16="http://schemas.microsoft.com/office/drawing/2014/main" id="{9F7F88B4-CB22-4CD7-8F41-DF04AC7DF83D}"/>
              </a:ext>
            </a:extLst>
          </p:cNvPr>
          <p:cNvSpPr>
            <a:spLocks noGrp="1"/>
          </p:cNvSpPr>
          <p:nvPr/>
        </p:nvSpPr>
        <p:spPr>
          <a:xfrm>
            <a:off x="46007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data_6568">
            <a:extLst>
              <a:ext uri="{FF2B5EF4-FFF2-40B4-BE49-F238E27FC236}">
                <a16:creationId xmlns:a16="http://schemas.microsoft.com/office/drawing/2014/main" id="{6BDD82EE-83FD-4838-B7E5-E9F21EF4B35E}"/>
              </a:ext>
            </a:extLst>
          </p:cNvPr>
          <p:cNvSpPr>
            <a:spLocks noGrp="1"/>
          </p:cNvSpPr>
          <p:nvPr/>
        </p:nvSpPr>
        <p:spPr>
          <a:xfrm>
            <a:off x="4613394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data_6569">
            <a:extLst>
              <a:ext uri="{FF2B5EF4-FFF2-40B4-BE49-F238E27FC236}">
                <a16:creationId xmlns:a16="http://schemas.microsoft.com/office/drawing/2014/main" id="{2D6E64EC-7BA7-43E0-8F0B-ECFFE407C0FA}"/>
              </a:ext>
            </a:extLst>
          </p:cNvPr>
          <p:cNvSpPr>
            <a:spLocks noGrp="1"/>
          </p:cNvSpPr>
          <p:nvPr/>
        </p:nvSpPr>
        <p:spPr>
          <a:xfrm>
            <a:off x="462603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data_6570">
            <a:extLst>
              <a:ext uri="{FF2B5EF4-FFF2-40B4-BE49-F238E27FC236}">
                <a16:creationId xmlns:a16="http://schemas.microsoft.com/office/drawing/2014/main" id="{89993837-B71A-48A1-B1DB-40D586C0A79E}"/>
              </a:ext>
            </a:extLst>
          </p:cNvPr>
          <p:cNvSpPr>
            <a:spLocks noGrp="1"/>
          </p:cNvSpPr>
          <p:nvPr/>
        </p:nvSpPr>
        <p:spPr>
          <a:xfrm>
            <a:off x="46819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data_6571">
            <a:extLst>
              <a:ext uri="{FF2B5EF4-FFF2-40B4-BE49-F238E27FC236}">
                <a16:creationId xmlns:a16="http://schemas.microsoft.com/office/drawing/2014/main" id="{91DEEF8A-5B66-42DA-B2C6-E345752FCDE6}"/>
              </a:ext>
            </a:extLst>
          </p:cNvPr>
          <p:cNvSpPr>
            <a:spLocks noGrp="1"/>
          </p:cNvSpPr>
          <p:nvPr/>
        </p:nvSpPr>
        <p:spPr>
          <a:xfrm>
            <a:off x="46687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data_6572">
            <a:extLst>
              <a:ext uri="{FF2B5EF4-FFF2-40B4-BE49-F238E27FC236}">
                <a16:creationId xmlns:a16="http://schemas.microsoft.com/office/drawing/2014/main" id="{D2FEEA7A-4295-45F7-9ADD-C77BF0A71863}"/>
              </a:ext>
            </a:extLst>
          </p:cNvPr>
          <p:cNvSpPr>
            <a:spLocks noGrp="1"/>
          </p:cNvSpPr>
          <p:nvPr/>
        </p:nvSpPr>
        <p:spPr>
          <a:xfrm>
            <a:off x="46188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data_6573">
            <a:extLst>
              <a:ext uri="{FF2B5EF4-FFF2-40B4-BE49-F238E27FC236}">
                <a16:creationId xmlns:a16="http://schemas.microsoft.com/office/drawing/2014/main" id="{7DDF69FC-38CD-4703-9886-3F11751E0497}"/>
              </a:ext>
            </a:extLst>
          </p:cNvPr>
          <p:cNvSpPr>
            <a:spLocks noGrp="1"/>
          </p:cNvSpPr>
          <p:nvPr/>
        </p:nvSpPr>
        <p:spPr>
          <a:xfrm>
            <a:off x="46424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data_6574">
            <a:extLst>
              <a:ext uri="{FF2B5EF4-FFF2-40B4-BE49-F238E27FC236}">
                <a16:creationId xmlns:a16="http://schemas.microsoft.com/office/drawing/2014/main" id="{BFC0535B-43C4-4487-9419-B7411BEE45E3}"/>
              </a:ext>
            </a:extLst>
          </p:cNvPr>
          <p:cNvSpPr>
            <a:spLocks noGrp="1"/>
          </p:cNvSpPr>
          <p:nvPr/>
        </p:nvSpPr>
        <p:spPr>
          <a:xfrm>
            <a:off x="4596326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data_6575">
            <a:extLst>
              <a:ext uri="{FF2B5EF4-FFF2-40B4-BE49-F238E27FC236}">
                <a16:creationId xmlns:a16="http://schemas.microsoft.com/office/drawing/2014/main" id="{2DB2E748-C346-4EBA-A337-923B772CE6D4}"/>
              </a:ext>
            </a:extLst>
          </p:cNvPr>
          <p:cNvSpPr>
            <a:spLocks noGrp="1"/>
          </p:cNvSpPr>
          <p:nvPr/>
        </p:nvSpPr>
        <p:spPr>
          <a:xfrm>
            <a:off x="53077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data_6576">
            <a:extLst>
              <a:ext uri="{FF2B5EF4-FFF2-40B4-BE49-F238E27FC236}">
                <a16:creationId xmlns:a16="http://schemas.microsoft.com/office/drawing/2014/main" id="{B1415BCC-40B3-424B-82AF-8795619B5D84}"/>
              </a:ext>
            </a:extLst>
          </p:cNvPr>
          <p:cNvSpPr>
            <a:spLocks noGrp="1"/>
          </p:cNvSpPr>
          <p:nvPr/>
        </p:nvSpPr>
        <p:spPr>
          <a:xfrm>
            <a:off x="52827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data_6577">
            <a:extLst>
              <a:ext uri="{FF2B5EF4-FFF2-40B4-BE49-F238E27FC236}">
                <a16:creationId xmlns:a16="http://schemas.microsoft.com/office/drawing/2014/main" id="{A2B6A903-8A53-46B4-97E9-99CF19F6217E}"/>
              </a:ext>
            </a:extLst>
          </p:cNvPr>
          <p:cNvSpPr>
            <a:spLocks noGrp="1"/>
          </p:cNvSpPr>
          <p:nvPr/>
        </p:nvSpPr>
        <p:spPr>
          <a:xfrm>
            <a:off x="5303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data_6578">
            <a:extLst>
              <a:ext uri="{FF2B5EF4-FFF2-40B4-BE49-F238E27FC236}">
                <a16:creationId xmlns:a16="http://schemas.microsoft.com/office/drawing/2014/main" id="{80DAA9DE-16A6-478C-8341-2D2F83AD1D0E}"/>
              </a:ext>
            </a:extLst>
          </p:cNvPr>
          <p:cNvSpPr>
            <a:spLocks noGrp="1"/>
          </p:cNvSpPr>
          <p:nvPr/>
        </p:nvSpPr>
        <p:spPr>
          <a:xfrm>
            <a:off x="530254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data_6579">
            <a:extLst>
              <a:ext uri="{FF2B5EF4-FFF2-40B4-BE49-F238E27FC236}">
                <a16:creationId xmlns:a16="http://schemas.microsoft.com/office/drawing/2014/main" id="{638757CD-D4F0-48A9-AA26-2433640606FE}"/>
              </a:ext>
            </a:extLst>
          </p:cNvPr>
          <p:cNvSpPr>
            <a:spLocks noGrp="1"/>
          </p:cNvSpPr>
          <p:nvPr/>
        </p:nvSpPr>
        <p:spPr>
          <a:xfrm>
            <a:off x="53246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data_6580">
            <a:extLst>
              <a:ext uri="{FF2B5EF4-FFF2-40B4-BE49-F238E27FC236}">
                <a16:creationId xmlns:a16="http://schemas.microsoft.com/office/drawing/2014/main" id="{900329CD-7B62-422A-AB12-3D5DC0116C55}"/>
              </a:ext>
            </a:extLst>
          </p:cNvPr>
          <p:cNvSpPr>
            <a:spLocks noGrp="1"/>
          </p:cNvSpPr>
          <p:nvPr/>
        </p:nvSpPr>
        <p:spPr>
          <a:xfrm>
            <a:off x="53626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data_6581">
            <a:extLst>
              <a:ext uri="{FF2B5EF4-FFF2-40B4-BE49-F238E27FC236}">
                <a16:creationId xmlns:a16="http://schemas.microsoft.com/office/drawing/2014/main" id="{D753BD87-B1A9-4FB5-85E3-9C3A762ED1A3}"/>
              </a:ext>
            </a:extLst>
          </p:cNvPr>
          <p:cNvSpPr>
            <a:spLocks noGrp="1"/>
          </p:cNvSpPr>
          <p:nvPr/>
        </p:nvSpPr>
        <p:spPr>
          <a:xfrm>
            <a:off x="53864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data_6582">
            <a:extLst>
              <a:ext uri="{FF2B5EF4-FFF2-40B4-BE49-F238E27FC236}">
                <a16:creationId xmlns:a16="http://schemas.microsoft.com/office/drawing/2014/main" id="{839B02D3-A6EC-45CF-A2A4-D5A95AF03D6C}"/>
              </a:ext>
            </a:extLst>
          </p:cNvPr>
          <p:cNvSpPr>
            <a:spLocks noGrp="1"/>
          </p:cNvSpPr>
          <p:nvPr/>
        </p:nvSpPr>
        <p:spPr>
          <a:xfrm>
            <a:off x="528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data_6583">
            <a:extLst>
              <a:ext uri="{FF2B5EF4-FFF2-40B4-BE49-F238E27FC236}">
                <a16:creationId xmlns:a16="http://schemas.microsoft.com/office/drawing/2014/main" id="{9114702D-F699-4CF7-A9D1-728BFAE14E8C}"/>
              </a:ext>
            </a:extLst>
          </p:cNvPr>
          <p:cNvSpPr>
            <a:spLocks noGrp="1"/>
          </p:cNvSpPr>
          <p:nvPr/>
        </p:nvSpPr>
        <p:spPr>
          <a:xfrm>
            <a:off x="5349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data_6584">
            <a:extLst>
              <a:ext uri="{FF2B5EF4-FFF2-40B4-BE49-F238E27FC236}">
                <a16:creationId xmlns:a16="http://schemas.microsoft.com/office/drawing/2014/main" id="{4F3A9951-9619-490C-B0C0-4056E8F22CD1}"/>
              </a:ext>
            </a:extLst>
          </p:cNvPr>
          <p:cNvSpPr>
            <a:spLocks noGrp="1"/>
          </p:cNvSpPr>
          <p:nvPr/>
        </p:nvSpPr>
        <p:spPr>
          <a:xfrm>
            <a:off x="52900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data_6585">
            <a:extLst>
              <a:ext uri="{FF2B5EF4-FFF2-40B4-BE49-F238E27FC236}">
                <a16:creationId xmlns:a16="http://schemas.microsoft.com/office/drawing/2014/main" id="{CAECB829-DBDC-4A20-9B78-E6A7DAB7467D}"/>
              </a:ext>
            </a:extLst>
          </p:cNvPr>
          <p:cNvSpPr>
            <a:spLocks noGrp="1"/>
          </p:cNvSpPr>
          <p:nvPr/>
        </p:nvSpPr>
        <p:spPr>
          <a:xfrm>
            <a:off x="5275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data_6586">
            <a:extLst>
              <a:ext uri="{FF2B5EF4-FFF2-40B4-BE49-F238E27FC236}">
                <a16:creationId xmlns:a16="http://schemas.microsoft.com/office/drawing/2014/main" id="{38D67C2D-0B96-46D7-8319-C0AB09DD35A7}"/>
              </a:ext>
            </a:extLst>
          </p:cNvPr>
          <p:cNvSpPr>
            <a:spLocks noGrp="1"/>
          </p:cNvSpPr>
          <p:nvPr/>
        </p:nvSpPr>
        <p:spPr>
          <a:xfrm>
            <a:off x="537603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data_6587">
            <a:extLst>
              <a:ext uri="{FF2B5EF4-FFF2-40B4-BE49-F238E27FC236}">
                <a16:creationId xmlns:a16="http://schemas.microsoft.com/office/drawing/2014/main" id="{F22F8BB5-C481-4199-B3D1-3ACBA186261C}"/>
              </a:ext>
            </a:extLst>
          </p:cNvPr>
          <p:cNvSpPr>
            <a:spLocks noGrp="1"/>
          </p:cNvSpPr>
          <p:nvPr/>
        </p:nvSpPr>
        <p:spPr>
          <a:xfrm>
            <a:off x="54027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data_6588">
            <a:extLst>
              <a:ext uri="{FF2B5EF4-FFF2-40B4-BE49-F238E27FC236}">
                <a16:creationId xmlns:a16="http://schemas.microsoft.com/office/drawing/2014/main" id="{9D206CAF-D3C8-4CF7-8BC7-517EEF70763B}"/>
              </a:ext>
            </a:extLst>
          </p:cNvPr>
          <p:cNvSpPr>
            <a:spLocks noGrp="1"/>
          </p:cNvSpPr>
          <p:nvPr/>
        </p:nvSpPr>
        <p:spPr>
          <a:xfrm>
            <a:off x="53243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data_6589">
            <a:extLst>
              <a:ext uri="{FF2B5EF4-FFF2-40B4-BE49-F238E27FC236}">
                <a16:creationId xmlns:a16="http://schemas.microsoft.com/office/drawing/2014/main" id="{FF2249B4-211B-45CD-9172-3D2A3BC28667}"/>
              </a:ext>
            </a:extLst>
          </p:cNvPr>
          <p:cNvSpPr>
            <a:spLocks noGrp="1"/>
          </p:cNvSpPr>
          <p:nvPr/>
        </p:nvSpPr>
        <p:spPr>
          <a:xfrm>
            <a:off x="5395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data_6590">
            <a:extLst>
              <a:ext uri="{FF2B5EF4-FFF2-40B4-BE49-F238E27FC236}">
                <a16:creationId xmlns:a16="http://schemas.microsoft.com/office/drawing/2014/main" id="{FB8525A1-0D8E-42A2-ADE7-0805F845EA6B}"/>
              </a:ext>
            </a:extLst>
          </p:cNvPr>
          <p:cNvSpPr>
            <a:spLocks noGrp="1"/>
          </p:cNvSpPr>
          <p:nvPr/>
        </p:nvSpPr>
        <p:spPr>
          <a:xfrm>
            <a:off x="530293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data_6591">
            <a:extLst>
              <a:ext uri="{FF2B5EF4-FFF2-40B4-BE49-F238E27FC236}">
                <a16:creationId xmlns:a16="http://schemas.microsoft.com/office/drawing/2014/main" id="{09D155D1-DCB6-4899-9ED7-9ECB66EDB24E}"/>
              </a:ext>
            </a:extLst>
          </p:cNvPr>
          <p:cNvSpPr>
            <a:spLocks noGrp="1"/>
          </p:cNvSpPr>
          <p:nvPr/>
        </p:nvSpPr>
        <p:spPr>
          <a:xfrm>
            <a:off x="5327693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data_6592">
            <a:extLst>
              <a:ext uri="{FF2B5EF4-FFF2-40B4-BE49-F238E27FC236}">
                <a16:creationId xmlns:a16="http://schemas.microsoft.com/office/drawing/2014/main" id="{694BA122-0CE3-4FA7-8629-323000399749}"/>
              </a:ext>
            </a:extLst>
          </p:cNvPr>
          <p:cNvSpPr>
            <a:spLocks noGrp="1"/>
          </p:cNvSpPr>
          <p:nvPr/>
        </p:nvSpPr>
        <p:spPr>
          <a:xfrm>
            <a:off x="5366522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data_6593">
            <a:extLst>
              <a:ext uri="{FF2B5EF4-FFF2-40B4-BE49-F238E27FC236}">
                <a16:creationId xmlns:a16="http://schemas.microsoft.com/office/drawing/2014/main" id="{1B1D2C73-4774-45A1-8030-C15F85E1D8D6}"/>
              </a:ext>
            </a:extLst>
          </p:cNvPr>
          <p:cNvSpPr>
            <a:spLocks noGrp="1"/>
          </p:cNvSpPr>
          <p:nvPr/>
        </p:nvSpPr>
        <p:spPr>
          <a:xfrm>
            <a:off x="538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data_6594">
            <a:extLst>
              <a:ext uri="{FF2B5EF4-FFF2-40B4-BE49-F238E27FC236}">
                <a16:creationId xmlns:a16="http://schemas.microsoft.com/office/drawing/2014/main" id="{91260625-B11A-41D3-B001-BDC66DEE04D3}"/>
              </a:ext>
            </a:extLst>
          </p:cNvPr>
          <p:cNvSpPr>
            <a:spLocks noGrp="1"/>
          </p:cNvSpPr>
          <p:nvPr/>
        </p:nvSpPr>
        <p:spPr>
          <a:xfrm>
            <a:off x="54024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data_6595">
            <a:extLst>
              <a:ext uri="{FF2B5EF4-FFF2-40B4-BE49-F238E27FC236}">
                <a16:creationId xmlns:a16="http://schemas.microsoft.com/office/drawing/2014/main" id="{DAF6543E-A791-4EAC-9D0E-D424546F971E}"/>
              </a:ext>
            </a:extLst>
          </p:cNvPr>
          <p:cNvSpPr>
            <a:spLocks noGrp="1"/>
          </p:cNvSpPr>
          <p:nvPr/>
        </p:nvSpPr>
        <p:spPr>
          <a:xfrm>
            <a:off x="535753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data_6596">
            <a:extLst>
              <a:ext uri="{FF2B5EF4-FFF2-40B4-BE49-F238E27FC236}">
                <a16:creationId xmlns:a16="http://schemas.microsoft.com/office/drawing/2014/main" id="{5E4F47F5-E1A7-4999-9BF6-71A48275BA4C}"/>
              </a:ext>
            </a:extLst>
          </p:cNvPr>
          <p:cNvSpPr>
            <a:spLocks noGrp="1"/>
          </p:cNvSpPr>
          <p:nvPr/>
        </p:nvSpPr>
        <p:spPr>
          <a:xfrm>
            <a:off x="528026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data_6597">
            <a:extLst>
              <a:ext uri="{FF2B5EF4-FFF2-40B4-BE49-F238E27FC236}">
                <a16:creationId xmlns:a16="http://schemas.microsoft.com/office/drawing/2014/main" id="{E7A312BA-49D7-450C-BE86-54F9DD91FE56}"/>
              </a:ext>
            </a:extLst>
          </p:cNvPr>
          <p:cNvSpPr>
            <a:spLocks noGrp="1"/>
          </p:cNvSpPr>
          <p:nvPr/>
        </p:nvSpPr>
        <p:spPr>
          <a:xfrm>
            <a:off x="529954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data_6598">
            <a:extLst>
              <a:ext uri="{FF2B5EF4-FFF2-40B4-BE49-F238E27FC236}">
                <a16:creationId xmlns:a16="http://schemas.microsoft.com/office/drawing/2014/main" id="{882F3320-DDD8-47FA-B051-8953F104375F}"/>
              </a:ext>
            </a:extLst>
          </p:cNvPr>
          <p:cNvSpPr>
            <a:spLocks noGrp="1"/>
          </p:cNvSpPr>
          <p:nvPr/>
        </p:nvSpPr>
        <p:spPr>
          <a:xfrm>
            <a:off x="5308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data_6599">
            <a:extLst>
              <a:ext uri="{FF2B5EF4-FFF2-40B4-BE49-F238E27FC236}">
                <a16:creationId xmlns:a16="http://schemas.microsoft.com/office/drawing/2014/main" id="{9C6FB3BD-64F5-4024-9381-34A12163B955}"/>
              </a:ext>
            </a:extLst>
          </p:cNvPr>
          <p:cNvSpPr>
            <a:spLocks noGrp="1"/>
          </p:cNvSpPr>
          <p:nvPr/>
        </p:nvSpPr>
        <p:spPr>
          <a:xfrm>
            <a:off x="52800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data_6600">
            <a:extLst>
              <a:ext uri="{FF2B5EF4-FFF2-40B4-BE49-F238E27FC236}">
                <a16:creationId xmlns:a16="http://schemas.microsoft.com/office/drawing/2014/main" id="{3B0D190B-C0FD-4411-ABA2-63F44E7A9E45}"/>
              </a:ext>
            </a:extLst>
          </p:cNvPr>
          <p:cNvSpPr>
            <a:spLocks noGrp="1"/>
          </p:cNvSpPr>
          <p:nvPr/>
        </p:nvSpPr>
        <p:spPr>
          <a:xfrm>
            <a:off x="527922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data_6601">
            <a:extLst>
              <a:ext uri="{FF2B5EF4-FFF2-40B4-BE49-F238E27FC236}">
                <a16:creationId xmlns:a16="http://schemas.microsoft.com/office/drawing/2014/main" id="{0C456B82-915F-4797-9529-C07880F925FA}"/>
              </a:ext>
            </a:extLst>
          </p:cNvPr>
          <p:cNvSpPr>
            <a:spLocks noGrp="1"/>
          </p:cNvSpPr>
          <p:nvPr/>
        </p:nvSpPr>
        <p:spPr>
          <a:xfrm>
            <a:off x="5304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data_6602">
            <a:extLst>
              <a:ext uri="{FF2B5EF4-FFF2-40B4-BE49-F238E27FC236}">
                <a16:creationId xmlns:a16="http://schemas.microsoft.com/office/drawing/2014/main" id="{0BF4DA95-EE70-453E-BF86-72F99EA954F9}"/>
              </a:ext>
            </a:extLst>
          </p:cNvPr>
          <p:cNvSpPr>
            <a:spLocks noGrp="1"/>
          </p:cNvSpPr>
          <p:nvPr/>
        </p:nvSpPr>
        <p:spPr>
          <a:xfrm>
            <a:off x="5353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data_6603">
            <a:extLst>
              <a:ext uri="{FF2B5EF4-FFF2-40B4-BE49-F238E27FC236}">
                <a16:creationId xmlns:a16="http://schemas.microsoft.com/office/drawing/2014/main" id="{616B8FDC-8FA9-4582-B098-FE6C542E43AD}"/>
              </a:ext>
            </a:extLst>
          </p:cNvPr>
          <p:cNvSpPr>
            <a:spLocks noGrp="1"/>
          </p:cNvSpPr>
          <p:nvPr/>
        </p:nvSpPr>
        <p:spPr>
          <a:xfrm>
            <a:off x="5297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data_6604">
            <a:extLst>
              <a:ext uri="{FF2B5EF4-FFF2-40B4-BE49-F238E27FC236}">
                <a16:creationId xmlns:a16="http://schemas.microsoft.com/office/drawing/2014/main" id="{11A42F03-EAF7-45BE-9093-6F0C2E45FFF8}"/>
              </a:ext>
            </a:extLst>
          </p:cNvPr>
          <p:cNvSpPr>
            <a:spLocks noGrp="1"/>
          </p:cNvSpPr>
          <p:nvPr/>
        </p:nvSpPr>
        <p:spPr>
          <a:xfrm>
            <a:off x="53366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data_6605">
            <a:extLst>
              <a:ext uri="{FF2B5EF4-FFF2-40B4-BE49-F238E27FC236}">
                <a16:creationId xmlns:a16="http://schemas.microsoft.com/office/drawing/2014/main" id="{A27ACB72-7022-45CD-92FF-13B1C3C63622}"/>
              </a:ext>
            </a:extLst>
          </p:cNvPr>
          <p:cNvSpPr>
            <a:spLocks noGrp="1"/>
          </p:cNvSpPr>
          <p:nvPr/>
        </p:nvSpPr>
        <p:spPr>
          <a:xfrm>
            <a:off x="532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data_6606">
            <a:extLst>
              <a:ext uri="{FF2B5EF4-FFF2-40B4-BE49-F238E27FC236}">
                <a16:creationId xmlns:a16="http://schemas.microsoft.com/office/drawing/2014/main" id="{DFCACF17-85EB-486D-8735-6F5237C5D969}"/>
              </a:ext>
            </a:extLst>
          </p:cNvPr>
          <p:cNvSpPr>
            <a:spLocks noGrp="1"/>
          </p:cNvSpPr>
          <p:nvPr/>
        </p:nvSpPr>
        <p:spPr>
          <a:xfrm>
            <a:off x="5387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data_6607">
            <a:extLst>
              <a:ext uri="{FF2B5EF4-FFF2-40B4-BE49-F238E27FC236}">
                <a16:creationId xmlns:a16="http://schemas.microsoft.com/office/drawing/2014/main" id="{57092E4F-A465-4354-810B-781FD68E7721}"/>
              </a:ext>
            </a:extLst>
          </p:cNvPr>
          <p:cNvSpPr>
            <a:spLocks noGrp="1"/>
          </p:cNvSpPr>
          <p:nvPr/>
        </p:nvSpPr>
        <p:spPr>
          <a:xfrm>
            <a:off x="5309973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data_6608">
            <a:extLst>
              <a:ext uri="{FF2B5EF4-FFF2-40B4-BE49-F238E27FC236}">
                <a16:creationId xmlns:a16="http://schemas.microsoft.com/office/drawing/2014/main" id="{7E25A446-115C-438D-AC05-743AC4933121}"/>
              </a:ext>
            </a:extLst>
          </p:cNvPr>
          <p:cNvSpPr>
            <a:spLocks noGrp="1"/>
          </p:cNvSpPr>
          <p:nvPr/>
        </p:nvSpPr>
        <p:spPr>
          <a:xfrm>
            <a:off x="536352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data_6609">
            <a:extLst>
              <a:ext uri="{FF2B5EF4-FFF2-40B4-BE49-F238E27FC236}">
                <a16:creationId xmlns:a16="http://schemas.microsoft.com/office/drawing/2014/main" id="{C1FE07F5-2749-42E0-8871-1DA24D8CE0DE}"/>
              </a:ext>
            </a:extLst>
          </p:cNvPr>
          <p:cNvSpPr>
            <a:spLocks noGrp="1"/>
          </p:cNvSpPr>
          <p:nvPr/>
        </p:nvSpPr>
        <p:spPr>
          <a:xfrm>
            <a:off x="53667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data_6610">
            <a:extLst>
              <a:ext uri="{FF2B5EF4-FFF2-40B4-BE49-F238E27FC236}">
                <a16:creationId xmlns:a16="http://schemas.microsoft.com/office/drawing/2014/main" id="{E5CA0280-89CD-4258-85D7-0EFC264C38FD}"/>
              </a:ext>
            </a:extLst>
          </p:cNvPr>
          <p:cNvSpPr>
            <a:spLocks noGrp="1"/>
          </p:cNvSpPr>
          <p:nvPr/>
        </p:nvSpPr>
        <p:spPr>
          <a:xfrm>
            <a:off x="527961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data_6611">
            <a:extLst>
              <a:ext uri="{FF2B5EF4-FFF2-40B4-BE49-F238E27FC236}">
                <a16:creationId xmlns:a16="http://schemas.microsoft.com/office/drawing/2014/main" id="{AD73287D-7AFF-4178-9C37-9E3E8F0667DF}"/>
              </a:ext>
            </a:extLst>
          </p:cNvPr>
          <p:cNvSpPr>
            <a:spLocks noGrp="1"/>
          </p:cNvSpPr>
          <p:nvPr/>
        </p:nvSpPr>
        <p:spPr>
          <a:xfrm>
            <a:off x="5385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data_6612">
            <a:extLst>
              <a:ext uri="{FF2B5EF4-FFF2-40B4-BE49-F238E27FC236}">
                <a16:creationId xmlns:a16="http://schemas.microsoft.com/office/drawing/2014/main" id="{9AE9D9E1-B054-40D5-8443-48DE514CE60B}"/>
              </a:ext>
            </a:extLst>
          </p:cNvPr>
          <p:cNvSpPr>
            <a:spLocks noGrp="1"/>
          </p:cNvSpPr>
          <p:nvPr/>
        </p:nvSpPr>
        <p:spPr>
          <a:xfrm>
            <a:off x="52764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data_6613">
            <a:extLst>
              <a:ext uri="{FF2B5EF4-FFF2-40B4-BE49-F238E27FC236}">
                <a16:creationId xmlns:a16="http://schemas.microsoft.com/office/drawing/2014/main" id="{3C601359-EE04-4A8F-A3F8-B4AC18A6BEEF}"/>
              </a:ext>
            </a:extLst>
          </p:cNvPr>
          <p:cNvSpPr>
            <a:spLocks noGrp="1"/>
          </p:cNvSpPr>
          <p:nvPr/>
        </p:nvSpPr>
        <p:spPr>
          <a:xfrm>
            <a:off x="53855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data_6614">
            <a:extLst>
              <a:ext uri="{FF2B5EF4-FFF2-40B4-BE49-F238E27FC236}">
                <a16:creationId xmlns:a16="http://schemas.microsoft.com/office/drawing/2014/main" id="{F5473819-5BDC-4C23-87F0-D40D0489BB43}"/>
              </a:ext>
            </a:extLst>
          </p:cNvPr>
          <p:cNvSpPr>
            <a:spLocks noGrp="1"/>
          </p:cNvSpPr>
          <p:nvPr/>
        </p:nvSpPr>
        <p:spPr>
          <a:xfrm>
            <a:off x="53981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data_6615">
            <a:extLst>
              <a:ext uri="{FF2B5EF4-FFF2-40B4-BE49-F238E27FC236}">
                <a16:creationId xmlns:a16="http://schemas.microsoft.com/office/drawing/2014/main" id="{FA6CB43B-6B57-496A-8A14-CF8DB5F5FEA3}"/>
              </a:ext>
            </a:extLst>
          </p:cNvPr>
          <p:cNvSpPr>
            <a:spLocks noGrp="1"/>
          </p:cNvSpPr>
          <p:nvPr/>
        </p:nvSpPr>
        <p:spPr>
          <a:xfrm>
            <a:off x="53544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data_6616">
            <a:extLst>
              <a:ext uri="{FF2B5EF4-FFF2-40B4-BE49-F238E27FC236}">
                <a16:creationId xmlns:a16="http://schemas.microsoft.com/office/drawing/2014/main" id="{6A1A784E-2E12-4860-B1C9-326FCB76BE6B}"/>
              </a:ext>
            </a:extLst>
          </p:cNvPr>
          <p:cNvSpPr>
            <a:spLocks noGrp="1"/>
          </p:cNvSpPr>
          <p:nvPr/>
        </p:nvSpPr>
        <p:spPr>
          <a:xfrm>
            <a:off x="53153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data_6617">
            <a:extLst>
              <a:ext uri="{FF2B5EF4-FFF2-40B4-BE49-F238E27FC236}">
                <a16:creationId xmlns:a16="http://schemas.microsoft.com/office/drawing/2014/main" id="{63B5CB4E-2B16-497B-8E2B-2BF067806882}"/>
              </a:ext>
            </a:extLst>
          </p:cNvPr>
          <p:cNvSpPr>
            <a:spLocks noGrp="1"/>
          </p:cNvSpPr>
          <p:nvPr/>
        </p:nvSpPr>
        <p:spPr>
          <a:xfrm>
            <a:off x="53699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data_6618">
            <a:extLst>
              <a:ext uri="{FF2B5EF4-FFF2-40B4-BE49-F238E27FC236}">
                <a16:creationId xmlns:a16="http://schemas.microsoft.com/office/drawing/2014/main" id="{E8EFDA24-1B56-4A24-A53B-14167E8D65D2}"/>
              </a:ext>
            </a:extLst>
          </p:cNvPr>
          <p:cNvSpPr>
            <a:spLocks noGrp="1"/>
          </p:cNvSpPr>
          <p:nvPr/>
        </p:nvSpPr>
        <p:spPr>
          <a:xfrm>
            <a:off x="53035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data_6619">
            <a:extLst>
              <a:ext uri="{FF2B5EF4-FFF2-40B4-BE49-F238E27FC236}">
                <a16:creationId xmlns:a16="http://schemas.microsoft.com/office/drawing/2014/main" id="{1C29BAB0-9B89-4C74-AE68-B48074D59C9F}"/>
              </a:ext>
            </a:extLst>
          </p:cNvPr>
          <p:cNvSpPr>
            <a:spLocks noGrp="1"/>
          </p:cNvSpPr>
          <p:nvPr/>
        </p:nvSpPr>
        <p:spPr>
          <a:xfrm>
            <a:off x="53370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data_6620">
            <a:extLst>
              <a:ext uri="{FF2B5EF4-FFF2-40B4-BE49-F238E27FC236}">
                <a16:creationId xmlns:a16="http://schemas.microsoft.com/office/drawing/2014/main" id="{1D65B494-3376-4812-92E7-40089D101539}"/>
              </a:ext>
            </a:extLst>
          </p:cNvPr>
          <p:cNvSpPr>
            <a:spLocks noGrp="1"/>
          </p:cNvSpPr>
          <p:nvPr/>
        </p:nvSpPr>
        <p:spPr>
          <a:xfrm>
            <a:off x="53370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data_6621">
            <a:extLst>
              <a:ext uri="{FF2B5EF4-FFF2-40B4-BE49-F238E27FC236}">
                <a16:creationId xmlns:a16="http://schemas.microsoft.com/office/drawing/2014/main" id="{3D777331-B93B-4F49-8E17-F43615FECB5B}"/>
              </a:ext>
            </a:extLst>
          </p:cNvPr>
          <p:cNvSpPr>
            <a:spLocks noGrp="1"/>
          </p:cNvSpPr>
          <p:nvPr/>
        </p:nvSpPr>
        <p:spPr>
          <a:xfrm>
            <a:off x="5297986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data_6622">
            <a:extLst>
              <a:ext uri="{FF2B5EF4-FFF2-40B4-BE49-F238E27FC236}">
                <a16:creationId xmlns:a16="http://schemas.microsoft.com/office/drawing/2014/main" id="{25D91FF6-CCC0-4EEC-8DF2-9BEA0BF70A0E}"/>
              </a:ext>
            </a:extLst>
          </p:cNvPr>
          <p:cNvSpPr>
            <a:spLocks noGrp="1"/>
          </p:cNvSpPr>
          <p:nvPr/>
        </p:nvSpPr>
        <p:spPr>
          <a:xfrm>
            <a:off x="53888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data_6623">
            <a:extLst>
              <a:ext uri="{FF2B5EF4-FFF2-40B4-BE49-F238E27FC236}">
                <a16:creationId xmlns:a16="http://schemas.microsoft.com/office/drawing/2014/main" id="{60DB75A5-A6F4-4D25-85DE-D93F2DFACEC6}"/>
              </a:ext>
            </a:extLst>
          </p:cNvPr>
          <p:cNvSpPr>
            <a:spLocks noGrp="1"/>
          </p:cNvSpPr>
          <p:nvPr/>
        </p:nvSpPr>
        <p:spPr>
          <a:xfrm>
            <a:off x="531753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data_6624">
            <a:extLst>
              <a:ext uri="{FF2B5EF4-FFF2-40B4-BE49-F238E27FC236}">
                <a16:creationId xmlns:a16="http://schemas.microsoft.com/office/drawing/2014/main" id="{D1805759-D6BE-46FB-9A87-78F995CE7269}"/>
              </a:ext>
            </a:extLst>
          </p:cNvPr>
          <p:cNvSpPr>
            <a:spLocks noGrp="1"/>
          </p:cNvSpPr>
          <p:nvPr/>
        </p:nvSpPr>
        <p:spPr>
          <a:xfrm>
            <a:off x="53301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data_6625">
            <a:extLst>
              <a:ext uri="{FF2B5EF4-FFF2-40B4-BE49-F238E27FC236}">
                <a16:creationId xmlns:a16="http://schemas.microsoft.com/office/drawing/2014/main" id="{1D46E3B4-EC1F-454F-8941-7EC4B5CC4A87}"/>
              </a:ext>
            </a:extLst>
          </p:cNvPr>
          <p:cNvSpPr>
            <a:spLocks noGrp="1"/>
          </p:cNvSpPr>
          <p:nvPr/>
        </p:nvSpPr>
        <p:spPr>
          <a:xfrm>
            <a:off x="54013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data_6626">
            <a:extLst>
              <a:ext uri="{FF2B5EF4-FFF2-40B4-BE49-F238E27FC236}">
                <a16:creationId xmlns:a16="http://schemas.microsoft.com/office/drawing/2014/main" id="{25F7684B-40B2-4415-81FB-C1393B586C2B}"/>
              </a:ext>
            </a:extLst>
          </p:cNvPr>
          <p:cNvSpPr>
            <a:spLocks noGrp="1"/>
          </p:cNvSpPr>
          <p:nvPr/>
        </p:nvSpPr>
        <p:spPr>
          <a:xfrm>
            <a:off x="53622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data_6627">
            <a:extLst>
              <a:ext uri="{FF2B5EF4-FFF2-40B4-BE49-F238E27FC236}">
                <a16:creationId xmlns:a16="http://schemas.microsoft.com/office/drawing/2014/main" id="{18E680FA-F18D-42C8-A450-E969C5E9E94B}"/>
              </a:ext>
            </a:extLst>
          </p:cNvPr>
          <p:cNvSpPr>
            <a:spLocks noGrp="1"/>
          </p:cNvSpPr>
          <p:nvPr/>
        </p:nvSpPr>
        <p:spPr>
          <a:xfrm>
            <a:off x="539662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data_6628">
            <a:extLst>
              <a:ext uri="{FF2B5EF4-FFF2-40B4-BE49-F238E27FC236}">
                <a16:creationId xmlns:a16="http://schemas.microsoft.com/office/drawing/2014/main" id="{FA28BF87-226B-457D-857C-F75073025C9D}"/>
              </a:ext>
            </a:extLst>
          </p:cNvPr>
          <p:cNvSpPr>
            <a:spLocks noGrp="1"/>
          </p:cNvSpPr>
          <p:nvPr/>
        </p:nvSpPr>
        <p:spPr>
          <a:xfrm>
            <a:off x="5281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data_6629">
            <a:extLst>
              <a:ext uri="{FF2B5EF4-FFF2-40B4-BE49-F238E27FC236}">
                <a16:creationId xmlns:a16="http://schemas.microsoft.com/office/drawing/2014/main" id="{854E01B8-44B9-45C2-8A8B-4A9536E37951}"/>
              </a:ext>
            </a:extLst>
          </p:cNvPr>
          <p:cNvSpPr>
            <a:spLocks noGrp="1"/>
          </p:cNvSpPr>
          <p:nvPr/>
        </p:nvSpPr>
        <p:spPr>
          <a:xfrm>
            <a:off x="5386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data_6630">
            <a:extLst>
              <a:ext uri="{FF2B5EF4-FFF2-40B4-BE49-F238E27FC236}">
                <a16:creationId xmlns:a16="http://schemas.microsoft.com/office/drawing/2014/main" id="{A2663021-75AB-41D0-980D-9561C4558F0C}"/>
              </a:ext>
            </a:extLst>
          </p:cNvPr>
          <p:cNvSpPr>
            <a:spLocks noGrp="1"/>
          </p:cNvSpPr>
          <p:nvPr/>
        </p:nvSpPr>
        <p:spPr>
          <a:xfrm>
            <a:off x="53697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data_6631">
            <a:extLst>
              <a:ext uri="{FF2B5EF4-FFF2-40B4-BE49-F238E27FC236}">
                <a16:creationId xmlns:a16="http://schemas.microsoft.com/office/drawing/2014/main" id="{E8F2E2F6-DE6A-45B5-BD5E-5A41C45FA415}"/>
              </a:ext>
            </a:extLst>
          </p:cNvPr>
          <p:cNvSpPr>
            <a:spLocks noGrp="1"/>
          </p:cNvSpPr>
          <p:nvPr/>
        </p:nvSpPr>
        <p:spPr>
          <a:xfrm>
            <a:off x="53248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data_6632">
            <a:extLst>
              <a:ext uri="{FF2B5EF4-FFF2-40B4-BE49-F238E27FC236}">
                <a16:creationId xmlns:a16="http://schemas.microsoft.com/office/drawing/2014/main" id="{940FD1CB-ABA8-4873-94D1-94B29C490B58}"/>
              </a:ext>
            </a:extLst>
          </p:cNvPr>
          <p:cNvSpPr>
            <a:spLocks noGrp="1"/>
          </p:cNvSpPr>
          <p:nvPr/>
        </p:nvSpPr>
        <p:spPr>
          <a:xfrm>
            <a:off x="537486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data_6633">
            <a:extLst>
              <a:ext uri="{FF2B5EF4-FFF2-40B4-BE49-F238E27FC236}">
                <a16:creationId xmlns:a16="http://schemas.microsoft.com/office/drawing/2014/main" id="{F6B9D72A-2C9F-427F-8867-ECD1D0A0A6F7}"/>
              </a:ext>
            </a:extLst>
          </p:cNvPr>
          <p:cNvSpPr>
            <a:spLocks noGrp="1"/>
          </p:cNvSpPr>
          <p:nvPr/>
        </p:nvSpPr>
        <p:spPr>
          <a:xfrm>
            <a:off x="54019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data_6634">
            <a:extLst>
              <a:ext uri="{FF2B5EF4-FFF2-40B4-BE49-F238E27FC236}">
                <a16:creationId xmlns:a16="http://schemas.microsoft.com/office/drawing/2014/main" id="{90695204-7249-4BC4-9FA1-1E885C292A0C}"/>
              </a:ext>
            </a:extLst>
          </p:cNvPr>
          <p:cNvSpPr>
            <a:spLocks noGrp="1"/>
          </p:cNvSpPr>
          <p:nvPr/>
        </p:nvSpPr>
        <p:spPr>
          <a:xfrm>
            <a:off x="53611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data_6635">
            <a:extLst>
              <a:ext uri="{FF2B5EF4-FFF2-40B4-BE49-F238E27FC236}">
                <a16:creationId xmlns:a16="http://schemas.microsoft.com/office/drawing/2014/main" id="{3E1CFF3F-8782-4096-A679-46215FE71F6A}"/>
              </a:ext>
            </a:extLst>
          </p:cNvPr>
          <p:cNvSpPr>
            <a:spLocks noGrp="1"/>
          </p:cNvSpPr>
          <p:nvPr/>
        </p:nvSpPr>
        <p:spPr>
          <a:xfrm>
            <a:off x="53712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data_6636">
            <a:extLst>
              <a:ext uri="{FF2B5EF4-FFF2-40B4-BE49-F238E27FC236}">
                <a16:creationId xmlns:a16="http://schemas.microsoft.com/office/drawing/2014/main" id="{D51BD51B-B44D-4EF1-908A-87F08C98E924}"/>
              </a:ext>
            </a:extLst>
          </p:cNvPr>
          <p:cNvSpPr>
            <a:spLocks noGrp="1"/>
          </p:cNvSpPr>
          <p:nvPr/>
        </p:nvSpPr>
        <p:spPr>
          <a:xfrm>
            <a:off x="5370040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data_6637">
            <a:extLst>
              <a:ext uri="{FF2B5EF4-FFF2-40B4-BE49-F238E27FC236}">
                <a16:creationId xmlns:a16="http://schemas.microsoft.com/office/drawing/2014/main" id="{8765E330-050E-42C8-B19B-2981C2F4A29C}"/>
              </a:ext>
            </a:extLst>
          </p:cNvPr>
          <p:cNvSpPr>
            <a:spLocks noGrp="1"/>
          </p:cNvSpPr>
          <p:nvPr/>
        </p:nvSpPr>
        <p:spPr>
          <a:xfrm>
            <a:off x="53491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data_6638">
            <a:extLst>
              <a:ext uri="{FF2B5EF4-FFF2-40B4-BE49-F238E27FC236}">
                <a16:creationId xmlns:a16="http://schemas.microsoft.com/office/drawing/2014/main" id="{27B15BF6-07D5-4827-A5CB-F9904AE0023F}"/>
              </a:ext>
            </a:extLst>
          </p:cNvPr>
          <p:cNvSpPr>
            <a:spLocks noGrp="1"/>
          </p:cNvSpPr>
          <p:nvPr/>
        </p:nvSpPr>
        <p:spPr>
          <a:xfrm>
            <a:off x="5312839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data_6639">
            <a:extLst>
              <a:ext uri="{FF2B5EF4-FFF2-40B4-BE49-F238E27FC236}">
                <a16:creationId xmlns:a16="http://schemas.microsoft.com/office/drawing/2014/main" id="{6A431238-A678-410F-9C1F-8A54D5CE9498}"/>
              </a:ext>
            </a:extLst>
          </p:cNvPr>
          <p:cNvSpPr>
            <a:spLocks noGrp="1"/>
          </p:cNvSpPr>
          <p:nvPr/>
        </p:nvSpPr>
        <p:spPr>
          <a:xfrm>
            <a:off x="53928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data_6640">
            <a:extLst>
              <a:ext uri="{FF2B5EF4-FFF2-40B4-BE49-F238E27FC236}">
                <a16:creationId xmlns:a16="http://schemas.microsoft.com/office/drawing/2014/main" id="{3F014517-29ED-457C-92F8-D2E28ADB80AD}"/>
              </a:ext>
            </a:extLst>
          </p:cNvPr>
          <p:cNvSpPr>
            <a:spLocks noGrp="1"/>
          </p:cNvSpPr>
          <p:nvPr/>
        </p:nvSpPr>
        <p:spPr>
          <a:xfrm>
            <a:off x="52990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data_6641">
            <a:extLst>
              <a:ext uri="{FF2B5EF4-FFF2-40B4-BE49-F238E27FC236}">
                <a16:creationId xmlns:a16="http://schemas.microsoft.com/office/drawing/2014/main" id="{60A36A15-C6A3-45B0-96D1-61F3279F7E8B}"/>
              </a:ext>
            </a:extLst>
          </p:cNvPr>
          <p:cNvSpPr>
            <a:spLocks noGrp="1"/>
          </p:cNvSpPr>
          <p:nvPr/>
        </p:nvSpPr>
        <p:spPr>
          <a:xfrm>
            <a:off x="52979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data_6642">
            <a:extLst>
              <a:ext uri="{FF2B5EF4-FFF2-40B4-BE49-F238E27FC236}">
                <a16:creationId xmlns:a16="http://schemas.microsoft.com/office/drawing/2014/main" id="{2BF45DD2-CB83-4025-B28E-9E92A85B79D4}"/>
              </a:ext>
            </a:extLst>
          </p:cNvPr>
          <p:cNvSpPr>
            <a:spLocks noGrp="1"/>
          </p:cNvSpPr>
          <p:nvPr/>
        </p:nvSpPr>
        <p:spPr>
          <a:xfrm>
            <a:off x="53038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data_6643">
            <a:extLst>
              <a:ext uri="{FF2B5EF4-FFF2-40B4-BE49-F238E27FC236}">
                <a16:creationId xmlns:a16="http://schemas.microsoft.com/office/drawing/2014/main" id="{EF19748A-D1EB-4453-B8C3-00E284F30DAB}"/>
              </a:ext>
            </a:extLst>
          </p:cNvPr>
          <p:cNvSpPr>
            <a:spLocks noGrp="1"/>
          </p:cNvSpPr>
          <p:nvPr/>
        </p:nvSpPr>
        <p:spPr>
          <a:xfrm>
            <a:off x="53946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data_6644">
            <a:extLst>
              <a:ext uri="{FF2B5EF4-FFF2-40B4-BE49-F238E27FC236}">
                <a16:creationId xmlns:a16="http://schemas.microsoft.com/office/drawing/2014/main" id="{03D98314-0D44-4BAC-ADE3-8BC87209A261}"/>
              </a:ext>
            </a:extLst>
          </p:cNvPr>
          <p:cNvSpPr>
            <a:spLocks noGrp="1"/>
          </p:cNvSpPr>
          <p:nvPr/>
        </p:nvSpPr>
        <p:spPr>
          <a:xfrm>
            <a:off x="538085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data_6645">
            <a:extLst>
              <a:ext uri="{FF2B5EF4-FFF2-40B4-BE49-F238E27FC236}">
                <a16:creationId xmlns:a16="http://schemas.microsoft.com/office/drawing/2014/main" id="{B2372FE9-F539-48B4-916D-4C3EA70FC1DA}"/>
              </a:ext>
            </a:extLst>
          </p:cNvPr>
          <p:cNvSpPr>
            <a:spLocks noGrp="1"/>
          </p:cNvSpPr>
          <p:nvPr/>
        </p:nvSpPr>
        <p:spPr>
          <a:xfrm>
            <a:off x="5386457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data_6646">
            <a:extLst>
              <a:ext uri="{FF2B5EF4-FFF2-40B4-BE49-F238E27FC236}">
                <a16:creationId xmlns:a16="http://schemas.microsoft.com/office/drawing/2014/main" id="{F3007C84-BB12-4EE1-A976-0857E415F85E}"/>
              </a:ext>
            </a:extLst>
          </p:cNvPr>
          <p:cNvSpPr>
            <a:spLocks noGrp="1"/>
          </p:cNvSpPr>
          <p:nvPr/>
        </p:nvSpPr>
        <p:spPr>
          <a:xfrm>
            <a:off x="5370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data_6647">
            <a:extLst>
              <a:ext uri="{FF2B5EF4-FFF2-40B4-BE49-F238E27FC236}">
                <a16:creationId xmlns:a16="http://schemas.microsoft.com/office/drawing/2014/main" id="{BDBBAEC8-6717-4DD1-96E7-2F3CD017A7ED}"/>
              </a:ext>
            </a:extLst>
          </p:cNvPr>
          <p:cNvSpPr>
            <a:spLocks noGrp="1"/>
          </p:cNvSpPr>
          <p:nvPr/>
        </p:nvSpPr>
        <p:spPr>
          <a:xfrm>
            <a:off x="5380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data_6648">
            <a:extLst>
              <a:ext uri="{FF2B5EF4-FFF2-40B4-BE49-F238E27FC236}">
                <a16:creationId xmlns:a16="http://schemas.microsoft.com/office/drawing/2014/main" id="{1D058C3B-B461-4F93-9771-4301CD8BFF90}"/>
              </a:ext>
            </a:extLst>
          </p:cNvPr>
          <p:cNvSpPr>
            <a:spLocks noGrp="1"/>
          </p:cNvSpPr>
          <p:nvPr/>
        </p:nvSpPr>
        <p:spPr>
          <a:xfrm>
            <a:off x="53915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data_6649">
            <a:extLst>
              <a:ext uri="{FF2B5EF4-FFF2-40B4-BE49-F238E27FC236}">
                <a16:creationId xmlns:a16="http://schemas.microsoft.com/office/drawing/2014/main" id="{B4DB225C-C9B2-4479-AFF4-3C1C2DFF3425}"/>
              </a:ext>
            </a:extLst>
          </p:cNvPr>
          <p:cNvSpPr>
            <a:spLocks noGrp="1"/>
          </p:cNvSpPr>
          <p:nvPr/>
        </p:nvSpPr>
        <p:spPr>
          <a:xfrm>
            <a:off x="52959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data_6650">
            <a:extLst>
              <a:ext uri="{FF2B5EF4-FFF2-40B4-BE49-F238E27FC236}">
                <a16:creationId xmlns:a16="http://schemas.microsoft.com/office/drawing/2014/main" id="{476D01F3-421A-4EEC-8D47-069A37BAE9EA}"/>
              </a:ext>
            </a:extLst>
          </p:cNvPr>
          <p:cNvSpPr>
            <a:spLocks noGrp="1"/>
          </p:cNvSpPr>
          <p:nvPr/>
        </p:nvSpPr>
        <p:spPr>
          <a:xfrm>
            <a:off x="53061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data_6651">
            <a:extLst>
              <a:ext uri="{FF2B5EF4-FFF2-40B4-BE49-F238E27FC236}">
                <a16:creationId xmlns:a16="http://schemas.microsoft.com/office/drawing/2014/main" id="{3B3B355C-405F-4444-89FB-83EB828CDB1C}"/>
              </a:ext>
            </a:extLst>
          </p:cNvPr>
          <p:cNvSpPr>
            <a:spLocks noGrp="1"/>
          </p:cNvSpPr>
          <p:nvPr/>
        </p:nvSpPr>
        <p:spPr>
          <a:xfrm>
            <a:off x="5368085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data_6652">
            <a:extLst>
              <a:ext uri="{FF2B5EF4-FFF2-40B4-BE49-F238E27FC236}">
                <a16:creationId xmlns:a16="http://schemas.microsoft.com/office/drawing/2014/main" id="{4A1A4CA9-CD06-478C-8002-A5DE4BAF1A3A}"/>
              </a:ext>
            </a:extLst>
          </p:cNvPr>
          <p:cNvSpPr>
            <a:spLocks noGrp="1"/>
          </p:cNvSpPr>
          <p:nvPr/>
        </p:nvSpPr>
        <p:spPr>
          <a:xfrm>
            <a:off x="5302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data_6653">
            <a:extLst>
              <a:ext uri="{FF2B5EF4-FFF2-40B4-BE49-F238E27FC236}">
                <a16:creationId xmlns:a16="http://schemas.microsoft.com/office/drawing/2014/main" id="{074725EC-5475-4A3C-8E72-C7BCF87168A1}"/>
              </a:ext>
            </a:extLst>
          </p:cNvPr>
          <p:cNvSpPr>
            <a:spLocks noGrp="1"/>
          </p:cNvSpPr>
          <p:nvPr/>
        </p:nvSpPr>
        <p:spPr>
          <a:xfrm>
            <a:off x="5315185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data_6654">
            <a:extLst>
              <a:ext uri="{FF2B5EF4-FFF2-40B4-BE49-F238E27FC236}">
                <a16:creationId xmlns:a16="http://schemas.microsoft.com/office/drawing/2014/main" id="{FA588D37-E206-4F1D-ABDF-48557B000C28}"/>
              </a:ext>
            </a:extLst>
          </p:cNvPr>
          <p:cNvSpPr>
            <a:spLocks noGrp="1"/>
          </p:cNvSpPr>
          <p:nvPr/>
        </p:nvSpPr>
        <p:spPr>
          <a:xfrm>
            <a:off x="52938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data_6655">
            <a:extLst>
              <a:ext uri="{FF2B5EF4-FFF2-40B4-BE49-F238E27FC236}">
                <a16:creationId xmlns:a16="http://schemas.microsoft.com/office/drawing/2014/main" id="{1F20AFCE-91B3-479A-92F9-3ADC8FECE4D3}"/>
              </a:ext>
            </a:extLst>
          </p:cNvPr>
          <p:cNvSpPr>
            <a:spLocks noGrp="1"/>
          </p:cNvSpPr>
          <p:nvPr/>
        </p:nvSpPr>
        <p:spPr>
          <a:xfrm>
            <a:off x="5307628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data_6656">
            <a:extLst>
              <a:ext uri="{FF2B5EF4-FFF2-40B4-BE49-F238E27FC236}">
                <a16:creationId xmlns:a16="http://schemas.microsoft.com/office/drawing/2014/main" id="{556F26E1-465A-4E54-8488-94EC4D7592EB}"/>
              </a:ext>
            </a:extLst>
          </p:cNvPr>
          <p:cNvSpPr>
            <a:spLocks noGrp="1"/>
          </p:cNvSpPr>
          <p:nvPr/>
        </p:nvSpPr>
        <p:spPr>
          <a:xfrm>
            <a:off x="531270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data_6657">
            <a:extLst>
              <a:ext uri="{FF2B5EF4-FFF2-40B4-BE49-F238E27FC236}">
                <a16:creationId xmlns:a16="http://schemas.microsoft.com/office/drawing/2014/main" id="{CC492CBE-864E-4A2C-8366-885058469FC3}"/>
              </a:ext>
            </a:extLst>
          </p:cNvPr>
          <p:cNvSpPr>
            <a:spLocks noGrp="1"/>
          </p:cNvSpPr>
          <p:nvPr/>
        </p:nvSpPr>
        <p:spPr>
          <a:xfrm>
            <a:off x="5393623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data_6658">
            <a:extLst>
              <a:ext uri="{FF2B5EF4-FFF2-40B4-BE49-F238E27FC236}">
                <a16:creationId xmlns:a16="http://schemas.microsoft.com/office/drawing/2014/main" id="{9ACEB164-403F-4FC1-B7BF-0276FBAB1BBB}"/>
              </a:ext>
            </a:extLst>
          </p:cNvPr>
          <p:cNvSpPr>
            <a:spLocks noGrp="1"/>
          </p:cNvSpPr>
          <p:nvPr/>
        </p:nvSpPr>
        <p:spPr>
          <a:xfrm>
            <a:off x="5338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data_6659">
            <a:extLst>
              <a:ext uri="{FF2B5EF4-FFF2-40B4-BE49-F238E27FC236}">
                <a16:creationId xmlns:a16="http://schemas.microsoft.com/office/drawing/2014/main" id="{CB8FEC0A-D915-4503-9E6A-B8DEB218E953}"/>
              </a:ext>
            </a:extLst>
          </p:cNvPr>
          <p:cNvSpPr>
            <a:spLocks noGrp="1"/>
          </p:cNvSpPr>
          <p:nvPr/>
        </p:nvSpPr>
        <p:spPr>
          <a:xfrm>
            <a:off x="529590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data_6660">
            <a:extLst>
              <a:ext uri="{FF2B5EF4-FFF2-40B4-BE49-F238E27FC236}">
                <a16:creationId xmlns:a16="http://schemas.microsoft.com/office/drawing/2014/main" id="{8B4DAFC5-F15A-4562-8012-CB65CC3EFF83}"/>
              </a:ext>
            </a:extLst>
          </p:cNvPr>
          <p:cNvSpPr>
            <a:spLocks noGrp="1"/>
          </p:cNvSpPr>
          <p:nvPr/>
        </p:nvSpPr>
        <p:spPr>
          <a:xfrm>
            <a:off x="53147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data_6661">
            <a:extLst>
              <a:ext uri="{FF2B5EF4-FFF2-40B4-BE49-F238E27FC236}">
                <a16:creationId xmlns:a16="http://schemas.microsoft.com/office/drawing/2014/main" id="{F1D63156-46D3-47C4-A682-2C4E01C38F48}"/>
              </a:ext>
            </a:extLst>
          </p:cNvPr>
          <p:cNvSpPr>
            <a:spLocks noGrp="1"/>
          </p:cNvSpPr>
          <p:nvPr/>
        </p:nvSpPr>
        <p:spPr>
          <a:xfrm>
            <a:off x="53868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data_6662">
            <a:extLst>
              <a:ext uri="{FF2B5EF4-FFF2-40B4-BE49-F238E27FC236}">
                <a16:creationId xmlns:a16="http://schemas.microsoft.com/office/drawing/2014/main" id="{43EA7719-053D-458B-8C90-88D49AC3F535}"/>
              </a:ext>
            </a:extLst>
          </p:cNvPr>
          <p:cNvSpPr>
            <a:spLocks noGrp="1"/>
          </p:cNvSpPr>
          <p:nvPr/>
        </p:nvSpPr>
        <p:spPr>
          <a:xfrm>
            <a:off x="53622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data_6663">
            <a:extLst>
              <a:ext uri="{FF2B5EF4-FFF2-40B4-BE49-F238E27FC236}">
                <a16:creationId xmlns:a16="http://schemas.microsoft.com/office/drawing/2014/main" id="{15C7AC39-860D-40DA-A490-D46B5705AD59}"/>
              </a:ext>
            </a:extLst>
          </p:cNvPr>
          <p:cNvSpPr>
            <a:spLocks noGrp="1"/>
          </p:cNvSpPr>
          <p:nvPr/>
        </p:nvSpPr>
        <p:spPr>
          <a:xfrm>
            <a:off x="538632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data_6664">
            <a:extLst>
              <a:ext uri="{FF2B5EF4-FFF2-40B4-BE49-F238E27FC236}">
                <a16:creationId xmlns:a16="http://schemas.microsoft.com/office/drawing/2014/main" id="{E9AF69D9-2CA9-4420-8BD0-D91AFF89810C}"/>
              </a:ext>
            </a:extLst>
          </p:cNvPr>
          <p:cNvSpPr>
            <a:spLocks noGrp="1"/>
          </p:cNvSpPr>
          <p:nvPr/>
        </p:nvSpPr>
        <p:spPr>
          <a:xfrm>
            <a:off x="530384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data_6665">
            <a:extLst>
              <a:ext uri="{FF2B5EF4-FFF2-40B4-BE49-F238E27FC236}">
                <a16:creationId xmlns:a16="http://schemas.microsoft.com/office/drawing/2014/main" id="{03163495-F6AD-4558-A32A-BFC61A53216E}"/>
              </a:ext>
            </a:extLst>
          </p:cNvPr>
          <p:cNvSpPr>
            <a:spLocks noGrp="1"/>
          </p:cNvSpPr>
          <p:nvPr/>
        </p:nvSpPr>
        <p:spPr>
          <a:xfrm>
            <a:off x="5328345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data_6666">
            <a:extLst>
              <a:ext uri="{FF2B5EF4-FFF2-40B4-BE49-F238E27FC236}">
                <a16:creationId xmlns:a16="http://schemas.microsoft.com/office/drawing/2014/main" id="{44444386-639F-4C33-A866-5BFACADC787A}"/>
              </a:ext>
            </a:extLst>
          </p:cNvPr>
          <p:cNvSpPr>
            <a:spLocks noGrp="1"/>
          </p:cNvSpPr>
          <p:nvPr/>
        </p:nvSpPr>
        <p:spPr>
          <a:xfrm>
            <a:off x="5387239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data_6667">
            <a:extLst>
              <a:ext uri="{FF2B5EF4-FFF2-40B4-BE49-F238E27FC236}">
                <a16:creationId xmlns:a16="http://schemas.microsoft.com/office/drawing/2014/main" id="{E7E6C302-486A-4F53-B459-7C374F0BF22D}"/>
              </a:ext>
            </a:extLst>
          </p:cNvPr>
          <p:cNvSpPr>
            <a:spLocks noGrp="1"/>
          </p:cNvSpPr>
          <p:nvPr/>
        </p:nvSpPr>
        <p:spPr>
          <a:xfrm>
            <a:off x="5387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data_6668">
            <a:extLst>
              <a:ext uri="{FF2B5EF4-FFF2-40B4-BE49-F238E27FC236}">
                <a16:creationId xmlns:a16="http://schemas.microsoft.com/office/drawing/2014/main" id="{18F84B77-B8A3-4127-AF0C-BF8F285BA8BF}"/>
              </a:ext>
            </a:extLst>
          </p:cNvPr>
          <p:cNvSpPr>
            <a:spLocks noGrp="1"/>
          </p:cNvSpPr>
          <p:nvPr/>
        </p:nvSpPr>
        <p:spPr>
          <a:xfrm>
            <a:off x="5379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data_6669">
            <a:extLst>
              <a:ext uri="{FF2B5EF4-FFF2-40B4-BE49-F238E27FC236}">
                <a16:creationId xmlns:a16="http://schemas.microsoft.com/office/drawing/2014/main" id="{7C45CFE3-1E13-49E4-B2BC-04F0E21F9D52}"/>
              </a:ext>
            </a:extLst>
          </p:cNvPr>
          <p:cNvSpPr>
            <a:spLocks noGrp="1"/>
          </p:cNvSpPr>
          <p:nvPr/>
        </p:nvSpPr>
        <p:spPr>
          <a:xfrm>
            <a:off x="53907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data_6670">
            <a:extLst>
              <a:ext uri="{FF2B5EF4-FFF2-40B4-BE49-F238E27FC236}">
                <a16:creationId xmlns:a16="http://schemas.microsoft.com/office/drawing/2014/main" id="{F363798E-EBEB-4677-AE27-1B69976F4637}"/>
              </a:ext>
            </a:extLst>
          </p:cNvPr>
          <p:cNvSpPr>
            <a:spLocks noGrp="1"/>
          </p:cNvSpPr>
          <p:nvPr/>
        </p:nvSpPr>
        <p:spPr>
          <a:xfrm>
            <a:off x="531583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data_6671">
            <a:extLst>
              <a:ext uri="{FF2B5EF4-FFF2-40B4-BE49-F238E27FC236}">
                <a16:creationId xmlns:a16="http://schemas.microsoft.com/office/drawing/2014/main" id="{D573651D-2435-4B24-A29D-6D5066C0C105}"/>
              </a:ext>
            </a:extLst>
          </p:cNvPr>
          <p:cNvSpPr>
            <a:spLocks noGrp="1"/>
          </p:cNvSpPr>
          <p:nvPr/>
        </p:nvSpPr>
        <p:spPr>
          <a:xfrm>
            <a:off x="52961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data_6672">
            <a:extLst>
              <a:ext uri="{FF2B5EF4-FFF2-40B4-BE49-F238E27FC236}">
                <a16:creationId xmlns:a16="http://schemas.microsoft.com/office/drawing/2014/main" id="{01ADF815-AC71-4F4F-8EED-84A41E21C9C4}"/>
              </a:ext>
            </a:extLst>
          </p:cNvPr>
          <p:cNvSpPr>
            <a:spLocks noGrp="1"/>
          </p:cNvSpPr>
          <p:nvPr/>
        </p:nvSpPr>
        <p:spPr>
          <a:xfrm>
            <a:off x="53719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data_6673">
            <a:extLst>
              <a:ext uri="{FF2B5EF4-FFF2-40B4-BE49-F238E27FC236}">
                <a16:creationId xmlns:a16="http://schemas.microsoft.com/office/drawing/2014/main" id="{20954087-BB15-4CF2-817D-098E3034FFE3}"/>
              </a:ext>
            </a:extLst>
          </p:cNvPr>
          <p:cNvSpPr>
            <a:spLocks noGrp="1"/>
          </p:cNvSpPr>
          <p:nvPr/>
        </p:nvSpPr>
        <p:spPr>
          <a:xfrm>
            <a:off x="52900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data_6674">
            <a:extLst>
              <a:ext uri="{FF2B5EF4-FFF2-40B4-BE49-F238E27FC236}">
                <a16:creationId xmlns:a16="http://schemas.microsoft.com/office/drawing/2014/main" id="{5E6AA138-484E-44B7-A05E-374CC01F6CDB}"/>
              </a:ext>
            </a:extLst>
          </p:cNvPr>
          <p:cNvSpPr>
            <a:spLocks noGrp="1"/>
          </p:cNvSpPr>
          <p:nvPr/>
        </p:nvSpPr>
        <p:spPr>
          <a:xfrm>
            <a:off x="52982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data_6675">
            <a:extLst>
              <a:ext uri="{FF2B5EF4-FFF2-40B4-BE49-F238E27FC236}">
                <a16:creationId xmlns:a16="http://schemas.microsoft.com/office/drawing/2014/main" id="{FAFF52FF-7CA5-4F42-9F4F-72FADA3A9277}"/>
              </a:ext>
            </a:extLst>
          </p:cNvPr>
          <p:cNvSpPr>
            <a:spLocks noGrp="1"/>
          </p:cNvSpPr>
          <p:nvPr/>
        </p:nvSpPr>
        <p:spPr>
          <a:xfrm>
            <a:off x="537525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data_6676">
            <a:extLst>
              <a:ext uri="{FF2B5EF4-FFF2-40B4-BE49-F238E27FC236}">
                <a16:creationId xmlns:a16="http://schemas.microsoft.com/office/drawing/2014/main" id="{137E8E5F-1CDB-4DA5-984B-968B017E1A82}"/>
              </a:ext>
            </a:extLst>
          </p:cNvPr>
          <p:cNvSpPr>
            <a:spLocks noGrp="1"/>
          </p:cNvSpPr>
          <p:nvPr/>
        </p:nvSpPr>
        <p:spPr>
          <a:xfrm>
            <a:off x="52912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data_6677">
            <a:extLst>
              <a:ext uri="{FF2B5EF4-FFF2-40B4-BE49-F238E27FC236}">
                <a16:creationId xmlns:a16="http://schemas.microsoft.com/office/drawing/2014/main" id="{6602ABA7-1C0E-4342-A673-AA834BBC28F1}"/>
              </a:ext>
            </a:extLst>
          </p:cNvPr>
          <p:cNvSpPr>
            <a:spLocks noGrp="1"/>
          </p:cNvSpPr>
          <p:nvPr/>
        </p:nvSpPr>
        <p:spPr>
          <a:xfrm>
            <a:off x="54002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data_6678">
            <a:extLst>
              <a:ext uri="{FF2B5EF4-FFF2-40B4-BE49-F238E27FC236}">
                <a16:creationId xmlns:a16="http://schemas.microsoft.com/office/drawing/2014/main" id="{CD6C438D-C0D2-4DA5-8240-C44959C09EB3}"/>
              </a:ext>
            </a:extLst>
          </p:cNvPr>
          <p:cNvSpPr>
            <a:spLocks noGrp="1"/>
          </p:cNvSpPr>
          <p:nvPr/>
        </p:nvSpPr>
        <p:spPr>
          <a:xfrm>
            <a:off x="53803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data_6679">
            <a:extLst>
              <a:ext uri="{FF2B5EF4-FFF2-40B4-BE49-F238E27FC236}">
                <a16:creationId xmlns:a16="http://schemas.microsoft.com/office/drawing/2014/main" id="{A5BB0FF2-6EE0-43B3-8045-484DD2522D80}"/>
              </a:ext>
            </a:extLst>
          </p:cNvPr>
          <p:cNvSpPr>
            <a:spLocks noGrp="1"/>
          </p:cNvSpPr>
          <p:nvPr/>
        </p:nvSpPr>
        <p:spPr>
          <a:xfrm>
            <a:off x="53331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data_6680">
            <a:extLst>
              <a:ext uri="{FF2B5EF4-FFF2-40B4-BE49-F238E27FC236}">
                <a16:creationId xmlns:a16="http://schemas.microsoft.com/office/drawing/2014/main" id="{E1849663-AEDE-47F6-9231-980E6364B1E4}"/>
              </a:ext>
            </a:extLst>
          </p:cNvPr>
          <p:cNvSpPr>
            <a:spLocks noGrp="1"/>
          </p:cNvSpPr>
          <p:nvPr/>
        </p:nvSpPr>
        <p:spPr>
          <a:xfrm>
            <a:off x="53111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data_6681">
            <a:extLst>
              <a:ext uri="{FF2B5EF4-FFF2-40B4-BE49-F238E27FC236}">
                <a16:creationId xmlns:a16="http://schemas.microsoft.com/office/drawing/2014/main" id="{009DBDC6-93FC-47F0-8D57-DE816A1A5944}"/>
              </a:ext>
            </a:extLst>
          </p:cNvPr>
          <p:cNvSpPr>
            <a:spLocks noGrp="1"/>
          </p:cNvSpPr>
          <p:nvPr/>
        </p:nvSpPr>
        <p:spPr>
          <a:xfrm>
            <a:off x="5398314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data_6682">
            <a:extLst>
              <a:ext uri="{FF2B5EF4-FFF2-40B4-BE49-F238E27FC236}">
                <a16:creationId xmlns:a16="http://schemas.microsoft.com/office/drawing/2014/main" id="{777074B3-E2E6-48D6-8403-C7D61B830F7D}"/>
              </a:ext>
            </a:extLst>
          </p:cNvPr>
          <p:cNvSpPr>
            <a:spLocks noGrp="1"/>
          </p:cNvSpPr>
          <p:nvPr/>
        </p:nvSpPr>
        <p:spPr>
          <a:xfrm>
            <a:off x="540391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data_6683">
            <a:extLst>
              <a:ext uri="{FF2B5EF4-FFF2-40B4-BE49-F238E27FC236}">
                <a16:creationId xmlns:a16="http://schemas.microsoft.com/office/drawing/2014/main" id="{272163E5-0366-489C-9785-9F0A56845719}"/>
              </a:ext>
            </a:extLst>
          </p:cNvPr>
          <p:cNvSpPr>
            <a:spLocks noGrp="1"/>
          </p:cNvSpPr>
          <p:nvPr/>
        </p:nvSpPr>
        <p:spPr>
          <a:xfrm>
            <a:off x="53566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data_6684">
            <a:extLst>
              <a:ext uri="{FF2B5EF4-FFF2-40B4-BE49-F238E27FC236}">
                <a16:creationId xmlns:a16="http://schemas.microsoft.com/office/drawing/2014/main" id="{53EF179D-F95D-4A9A-A503-C63F8FF65B38}"/>
              </a:ext>
            </a:extLst>
          </p:cNvPr>
          <p:cNvSpPr>
            <a:spLocks noGrp="1"/>
          </p:cNvSpPr>
          <p:nvPr/>
        </p:nvSpPr>
        <p:spPr>
          <a:xfrm>
            <a:off x="53863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data_6685">
            <a:extLst>
              <a:ext uri="{FF2B5EF4-FFF2-40B4-BE49-F238E27FC236}">
                <a16:creationId xmlns:a16="http://schemas.microsoft.com/office/drawing/2014/main" id="{3941F17F-761A-4867-AD99-937B89160E40}"/>
              </a:ext>
            </a:extLst>
          </p:cNvPr>
          <p:cNvSpPr>
            <a:spLocks noGrp="1"/>
          </p:cNvSpPr>
          <p:nvPr/>
        </p:nvSpPr>
        <p:spPr>
          <a:xfrm>
            <a:off x="52949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data_6686">
            <a:extLst>
              <a:ext uri="{FF2B5EF4-FFF2-40B4-BE49-F238E27FC236}">
                <a16:creationId xmlns:a16="http://schemas.microsoft.com/office/drawing/2014/main" id="{7833686A-1EF3-46C8-B97E-4E450550DC7C}"/>
              </a:ext>
            </a:extLst>
          </p:cNvPr>
          <p:cNvSpPr>
            <a:spLocks noGrp="1"/>
          </p:cNvSpPr>
          <p:nvPr/>
        </p:nvSpPr>
        <p:spPr>
          <a:xfrm>
            <a:off x="5331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data_6687">
            <a:extLst>
              <a:ext uri="{FF2B5EF4-FFF2-40B4-BE49-F238E27FC236}">
                <a16:creationId xmlns:a16="http://schemas.microsoft.com/office/drawing/2014/main" id="{162C0F11-AC92-43E2-B275-D043EE461886}"/>
              </a:ext>
            </a:extLst>
          </p:cNvPr>
          <p:cNvSpPr>
            <a:spLocks noGrp="1"/>
          </p:cNvSpPr>
          <p:nvPr/>
        </p:nvSpPr>
        <p:spPr>
          <a:xfrm>
            <a:off x="537824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data_6688">
            <a:extLst>
              <a:ext uri="{FF2B5EF4-FFF2-40B4-BE49-F238E27FC236}">
                <a16:creationId xmlns:a16="http://schemas.microsoft.com/office/drawing/2014/main" id="{3CBAF5FC-ACA7-495D-9DBB-72EF5ED8C441}"/>
              </a:ext>
            </a:extLst>
          </p:cNvPr>
          <p:cNvSpPr>
            <a:spLocks noGrp="1"/>
          </p:cNvSpPr>
          <p:nvPr/>
        </p:nvSpPr>
        <p:spPr>
          <a:xfrm>
            <a:off x="52870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data_6689">
            <a:extLst>
              <a:ext uri="{FF2B5EF4-FFF2-40B4-BE49-F238E27FC236}">
                <a16:creationId xmlns:a16="http://schemas.microsoft.com/office/drawing/2014/main" id="{00D51B9F-2D30-4E87-B06C-CCBEA1F79E98}"/>
              </a:ext>
            </a:extLst>
          </p:cNvPr>
          <p:cNvSpPr>
            <a:spLocks noGrp="1"/>
          </p:cNvSpPr>
          <p:nvPr/>
        </p:nvSpPr>
        <p:spPr>
          <a:xfrm>
            <a:off x="52823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data_6690">
            <a:extLst>
              <a:ext uri="{FF2B5EF4-FFF2-40B4-BE49-F238E27FC236}">
                <a16:creationId xmlns:a16="http://schemas.microsoft.com/office/drawing/2014/main" id="{7188D6B1-F9D8-4EB6-A8C1-CA018B70819D}"/>
              </a:ext>
            </a:extLst>
          </p:cNvPr>
          <p:cNvSpPr>
            <a:spLocks noGrp="1"/>
          </p:cNvSpPr>
          <p:nvPr/>
        </p:nvSpPr>
        <p:spPr>
          <a:xfrm>
            <a:off x="535935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data_6691">
            <a:extLst>
              <a:ext uri="{FF2B5EF4-FFF2-40B4-BE49-F238E27FC236}">
                <a16:creationId xmlns:a16="http://schemas.microsoft.com/office/drawing/2014/main" id="{5BFE5612-C453-4F0F-B77A-C1E46874F852}"/>
              </a:ext>
            </a:extLst>
          </p:cNvPr>
          <p:cNvSpPr>
            <a:spLocks noGrp="1"/>
          </p:cNvSpPr>
          <p:nvPr/>
        </p:nvSpPr>
        <p:spPr>
          <a:xfrm>
            <a:off x="5397532" y="22444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data_6692">
            <a:extLst>
              <a:ext uri="{FF2B5EF4-FFF2-40B4-BE49-F238E27FC236}">
                <a16:creationId xmlns:a16="http://schemas.microsoft.com/office/drawing/2014/main" id="{D7BF0053-17E2-418A-8960-BEA8718D744B}"/>
              </a:ext>
            </a:extLst>
          </p:cNvPr>
          <p:cNvSpPr>
            <a:spLocks noGrp="1"/>
          </p:cNvSpPr>
          <p:nvPr/>
        </p:nvSpPr>
        <p:spPr>
          <a:xfrm>
            <a:off x="52766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data_6693">
            <a:extLst>
              <a:ext uri="{FF2B5EF4-FFF2-40B4-BE49-F238E27FC236}">
                <a16:creationId xmlns:a16="http://schemas.microsoft.com/office/drawing/2014/main" id="{1803A8F0-BB5D-4D6D-BC10-A0410DF14551}"/>
              </a:ext>
            </a:extLst>
          </p:cNvPr>
          <p:cNvSpPr>
            <a:spLocks noGrp="1"/>
          </p:cNvSpPr>
          <p:nvPr/>
        </p:nvSpPr>
        <p:spPr>
          <a:xfrm>
            <a:off x="53275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data_6694">
            <a:extLst>
              <a:ext uri="{FF2B5EF4-FFF2-40B4-BE49-F238E27FC236}">
                <a16:creationId xmlns:a16="http://schemas.microsoft.com/office/drawing/2014/main" id="{30FC8642-5668-462C-93E5-D0FCE173287F}"/>
              </a:ext>
            </a:extLst>
          </p:cNvPr>
          <p:cNvSpPr>
            <a:spLocks noGrp="1"/>
          </p:cNvSpPr>
          <p:nvPr/>
        </p:nvSpPr>
        <p:spPr>
          <a:xfrm>
            <a:off x="53693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data_6695">
            <a:extLst>
              <a:ext uri="{FF2B5EF4-FFF2-40B4-BE49-F238E27FC236}">
                <a16:creationId xmlns:a16="http://schemas.microsoft.com/office/drawing/2014/main" id="{90612E62-2B3A-4AD0-8C22-CBDE14A12B34}"/>
              </a:ext>
            </a:extLst>
          </p:cNvPr>
          <p:cNvSpPr>
            <a:spLocks noGrp="1"/>
          </p:cNvSpPr>
          <p:nvPr/>
        </p:nvSpPr>
        <p:spPr>
          <a:xfrm>
            <a:off x="53302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data_6696">
            <a:extLst>
              <a:ext uri="{FF2B5EF4-FFF2-40B4-BE49-F238E27FC236}">
                <a16:creationId xmlns:a16="http://schemas.microsoft.com/office/drawing/2014/main" id="{C47B807A-F671-45C6-A1DF-2C3410EBDE24}"/>
              </a:ext>
            </a:extLst>
          </p:cNvPr>
          <p:cNvSpPr>
            <a:spLocks noGrp="1"/>
          </p:cNvSpPr>
          <p:nvPr/>
        </p:nvSpPr>
        <p:spPr>
          <a:xfrm>
            <a:off x="530827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data_6697">
            <a:extLst>
              <a:ext uri="{FF2B5EF4-FFF2-40B4-BE49-F238E27FC236}">
                <a16:creationId xmlns:a16="http://schemas.microsoft.com/office/drawing/2014/main" id="{F8C5FDF1-695B-49E8-82C4-C00E8CF3BEA8}"/>
              </a:ext>
            </a:extLst>
          </p:cNvPr>
          <p:cNvSpPr>
            <a:spLocks noGrp="1"/>
          </p:cNvSpPr>
          <p:nvPr/>
        </p:nvSpPr>
        <p:spPr>
          <a:xfrm>
            <a:off x="5358834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data_6698">
            <a:extLst>
              <a:ext uri="{FF2B5EF4-FFF2-40B4-BE49-F238E27FC236}">
                <a16:creationId xmlns:a16="http://schemas.microsoft.com/office/drawing/2014/main" id="{EDF4E438-DB50-4635-9A03-41E65D762A62}"/>
              </a:ext>
            </a:extLst>
          </p:cNvPr>
          <p:cNvSpPr>
            <a:spLocks noGrp="1"/>
          </p:cNvSpPr>
          <p:nvPr/>
        </p:nvSpPr>
        <p:spPr>
          <a:xfrm>
            <a:off x="53546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data_6699">
            <a:extLst>
              <a:ext uri="{FF2B5EF4-FFF2-40B4-BE49-F238E27FC236}">
                <a16:creationId xmlns:a16="http://schemas.microsoft.com/office/drawing/2014/main" id="{2AEF8AC6-AFD1-4F47-AD36-BA1DEEB13D60}"/>
              </a:ext>
            </a:extLst>
          </p:cNvPr>
          <p:cNvSpPr>
            <a:spLocks noGrp="1"/>
          </p:cNvSpPr>
          <p:nvPr/>
        </p:nvSpPr>
        <p:spPr>
          <a:xfrm>
            <a:off x="53388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data_6700">
            <a:extLst>
              <a:ext uri="{FF2B5EF4-FFF2-40B4-BE49-F238E27FC236}">
                <a16:creationId xmlns:a16="http://schemas.microsoft.com/office/drawing/2014/main" id="{C096103E-B2E8-4242-B7AF-2528C95BC077}"/>
              </a:ext>
            </a:extLst>
          </p:cNvPr>
          <p:cNvSpPr>
            <a:spLocks noGrp="1"/>
          </p:cNvSpPr>
          <p:nvPr/>
        </p:nvSpPr>
        <p:spPr>
          <a:xfrm>
            <a:off x="53515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data_6701">
            <a:extLst>
              <a:ext uri="{FF2B5EF4-FFF2-40B4-BE49-F238E27FC236}">
                <a16:creationId xmlns:a16="http://schemas.microsoft.com/office/drawing/2014/main" id="{CEC29B6F-5BFE-4317-9399-9AA08592642E}"/>
              </a:ext>
            </a:extLst>
          </p:cNvPr>
          <p:cNvSpPr>
            <a:spLocks noGrp="1"/>
          </p:cNvSpPr>
          <p:nvPr/>
        </p:nvSpPr>
        <p:spPr>
          <a:xfrm>
            <a:off x="5314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data_6702">
            <a:extLst>
              <a:ext uri="{FF2B5EF4-FFF2-40B4-BE49-F238E27FC236}">
                <a16:creationId xmlns:a16="http://schemas.microsoft.com/office/drawing/2014/main" id="{2D68B72A-08F9-4912-B800-AD1E24A0D7CB}"/>
              </a:ext>
            </a:extLst>
          </p:cNvPr>
          <p:cNvSpPr>
            <a:spLocks noGrp="1"/>
          </p:cNvSpPr>
          <p:nvPr/>
        </p:nvSpPr>
        <p:spPr>
          <a:xfrm>
            <a:off x="5343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data_6703">
            <a:extLst>
              <a:ext uri="{FF2B5EF4-FFF2-40B4-BE49-F238E27FC236}">
                <a16:creationId xmlns:a16="http://schemas.microsoft.com/office/drawing/2014/main" id="{D6179D41-599B-4016-B9C3-13A4B74487A1}"/>
              </a:ext>
            </a:extLst>
          </p:cNvPr>
          <p:cNvSpPr>
            <a:spLocks noGrp="1"/>
          </p:cNvSpPr>
          <p:nvPr/>
        </p:nvSpPr>
        <p:spPr>
          <a:xfrm>
            <a:off x="531544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data_6704">
            <a:extLst>
              <a:ext uri="{FF2B5EF4-FFF2-40B4-BE49-F238E27FC236}">
                <a16:creationId xmlns:a16="http://schemas.microsoft.com/office/drawing/2014/main" id="{DA31039F-402B-440A-B2AD-55A5CA9BC592}"/>
              </a:ext>
            </a:extLst>
          </p:cNvPr>
          <p:cNvSpPr>
            <a:spLocks noGrp="1"/>
          </p:cNvSpPr>
          <p:nvPr/>
        </p:nvSpPr>
        <p:spPr>
          <a:xfrm>
            <a:off x="532691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data_6705">
            <a:extLst>
              <a:ext uri="{FF2B5EF4-FFF2-40B4-BE49-F238E27FC236}">
                <a16:creationId xmlns:a16="http://schemas.microsoft.com/office/drawing/2014/main" id="{01AB95BB-87E6-4B4D-8C4D-2A8E4E9A11DA}"/>
              </a:ext>
            </a:extLst>
          </p:cNvPr>
          <p:cNvSpPr>
            <a:spLocks noGrp="1"/>
          </p:cNvSpPr>
          <p:nvPr/>
        </p:nvSpPr>
        <p:spPr>
          <a:xfrm>
            <a:off x="5383199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data_6706">
            <a:extLst>
              <a:ext uri="{FF2B5EF4-FFF2-40B4-BE49-F238E27FC236}">
                <a16:creationId xmlns:a16="http://schemas.microsoft.com/office/drawing/2014/main" id="{AB99585C-24E8-48E8-B94C-247667CE78A4}"/>
              </a:ext>
            </a:extLst>
          </p:cNvPr>
          <p:cNvSpPr>
            <a:spLocks noGrp="1"/>
          </p:cNvSpPr>
          <p:nvPr/>
        </p:nvSpPr>
        <p:spPr>
          <a:xfrm>
            <a:off x="52909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data_6707">
            <a:extLst>
              <a:ext uri="{FF2B5EF4-FFF2-40B4-BE49-F238E27FC236}">
                <a16:creationId xmlns:a16="http://schemas.microsoft.com/office/drawing/2014/main" id="{319A80B3-4A77-4C50-AC31-0C8FD668B36E}"/>
              </a:ext>
            </a:extLst>
          </p:cNvPr>
          <p:cNvSpPr>
            <a:spLocks noGrp="1"/>
          </p:cNvSpPr>
          <p:nvPr/>
        </p:nvSpPr>
        <p:spPr>
          <a:xfrm>
            <a:off x="529694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data_6708">
            <a:extLst>
              <a:ext uri="{FF2B5EF4-FFF2-40B4-BE49-F238E27FC236}">
                <a16:creationId xmlns:a16="http://schemas.microsoft.com/office/drawing/2014/main" id="{ACB11AF4-D347-4EBB-867D-EF1B163ED6CE}"/>
              </a:ext>
            </a:extLst>
          </p:cNvPr>
          <p:cNvSpPr>
            <a:spLocks noGrp="1"/>
          </p:cNvSpPr>
          <p:nvPr/>
        </p:nvSpPr>
        <p:spPr>
          <a:xfrm>
            <a:off x="53511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data_6709">
            <a:extLst>
              <a:ext uri="{FF2B5EF4-FFF2-40B4-BE49-F238E27FC236}">
                <a16:creationId xmlns:a16="http://schemas.microsoft.com/office/drawing/2014/main" id="{D60259EC-AABE-445F-B4DE-342953ACE243}"/>
              </a:ext>
            </a:extLst>
          </p:cNvPr>
          <p:cNvSpPr>
            <a:spLocks noGrp="1"/>
          </p:cNvSpPr>
          <p:nvPr/>
        </p:nvSpPr>
        <p:spPr>
          <a:xfrm>
            <a:off x="53499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data_6710">
            <a:extLst>
              <a:ext uri="{FF2B5EF4-FFF2-40B4-BE49-F238E27FC236}">
                <a16:creationId xmlns:a16="http://schemas.microsoft.com/office/drawing/2014/main" id="{1761FD07-C0FD-4374-A776-7393D4765998}"/>
              </a:ext>
            </a:extLst>
          </p:cNvPr>
          <p:cNvSpPr>
            <a:spLocks noGrp="1"/>
          </p:cNvSpPr>
          <p:nvPr/>
        </p:nvSpPr>
        <p:spPr>
          <a:xfrm>
            <a:off x="53923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data_6711">
            <a:extLst>
              <a:ext uri="{FF2B5EF4-FFF2-40B4-BE49-F238E27FC236}">
                <a16:creationId xmlns:a16="http://schemas.microsoft.com/office/drawing/2014/main" id="{DBA6792D-1A0D-4CEF-B074-3D6BF56A6486}"/>
              </a:ext>
            </a:extLst>
          </p:cNvPr>
          <p:cNvSpPr>
            <a:spLocks noGrp="1"/>
          </p:cNvSpPr>
          <p:nvPr/>
        </p:nvSpPr>
        <p:spPr>
          <a:xfrm>
            <a:off x="5372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data_6712">
            <a:extLst>
              <a:ext uri="{FF2B5EF4-FFF2-40B4-BE49-F238E27FC236}">
                <a16:creationId xmlns:a16="http://schemas.microsoft.com/office/drawing/2014/main" id="{1AB9662F-FF95-4253-9A24-99545E0EF409}"/>
              </a:ext>
            </a:extLst>
          </p:cNvPr>
          <p:cNvSpPr>
            <a:spLocks noGrp="1"/>
          </p:cNvSpPr>
          <p:nvPr/>
        </p:nvSpPr>
        <p:spPr>
          <a:xfrm>
            <a:off x="52922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data_6713">
            <a:extLst>
              <a:ext uri="{FF2B5EF4-FFF2-40B4-BE49-F238E27FC236}">
                <a16:creationId xmlns:a16="http://schemas.microsoft.com/office/drawing/2014/main" id="{0B3C66E7-E333-4919-A054-E6725CC12974}"/>
              </a:ext>
            </a:extLst>
          </p:cNvPr>
          <p:cNvSpPr>
            <a:spLocks noGrp="1"/>
          </p:cNvSpPr>
          <p:nvPr/>
        </p:nvSpPr>
        <p:spPr>
          <a:xfrm>
            <a:off x="53111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data_6714">
            <a:extLst>
              <a:ext uri="{FF2B5EF4-FFF2-40B4-BE49-F238E27FC236}">
                <a16:creationId xmlns:a16="http://schemas.microsoft.com/office/drawing/2014/main" id="{C924A506-4446-4F70-8583-39EBC47898ED}"/>
              </a:ext>
            </a:extLst>
          </p:cNvPr>
          <p:cNvSpPr>
            <a:spLocks noGrp="1"/>
          </p:cNvSpPr>
          <p:nvPr/>
        </p:nvSpPr>
        <p:spPr>
          <a:xfrm>
            <a:off x="53628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data_6715">
            <a:extLst>
              <a:ext uri="{FF2B5EF4-FFF2-40B4-BE49-F238E27FC236}">
                <a16:creationId xmlns:a16="http://schemas.microsoft.com/office/drawing/2014/main" id="{7EE68DB0-17FD-4A47-8DEB-E0ED99011886}"/>
              </a:ext>
            </a:extLst>
          </p:cNvPr>
          <p:cNvSpPr>
            <a:spLocks noGrp="1"/>
          </p:cNvSpPr>
          <p:nvPr/>
        </p:nvSpPr>
        <p:spPr>
          <a:xfrm>
            <a:off x="52846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data_6716">
            <a:extLst>
              <a:ext uri="{FF2B5EF4-FFF2-40B4-BE49-F238E27FC236}">
                <a16:creationId xmlns:a16="http://schemas.microsoft.com/office/drawing/2014/main" id="{6E0FB64E-7827-4C96-8693-86391E1F56AA}"/>
              </a:ext>
            </a:extLst>
          </p:cNvPr>
          <p:cNvSpPr>
            <a:spLocks noGrp="1"/>
          </p:cNvSpPr>
          <p:nvPr/>
        </p:nvSpPr>
        <p:spPr>
          <a:xfrm>
            <a:off x="53752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data_6717">
            <a:extLst>
              <a:ext uri="{FF2B5EF4-FFF2-40B4-BE49-F238E27FC236}">
                <a16:creationId xmlns:a16="http://schemas.microsoft.com/office/drawing/2014/main" id="{B61D4A62-6427-4668-8AE0-9867F66139FD}"/>
              </a:ext>
            </a:extLst>
          </p:cNvPr>
          <p:cNvSpPr>
            <a:spLocks noGrp="1"/>
          </p:cNvSpPr>
          <p:nvPr/>
        </p:nvSpPr>
        <p:spPr>
          <a:xfrm>
            <a:off x="5379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data_6718">
            <a:extLst>
              <a:ext uri="{FF2B5EF4-FFF2-40B4-BE49-F238E27FC236}">
                <a16:creationId xmlns:a16="http://schemas.microsoft.com/office/drawing/2014/main" id="{AF90228A-2DB6-482D-A278-B2F53B186C4B}"/>
              </a:ext>
            </a:extLst>
          </p:cNvPr>
          <p:cNvSpPr>
            <a:spLocks noGrp="1"/>
          </p:cNvSpPr>
          <p:nvPr/>
        </p:nvSpPr>
        <p:spPr>
          <a:xfrm>
            <a:off x="53658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data_6719">
            <a:extLst>
              <a:ext uri="{FF2B5EF4-FFF2-40B4-BE49-F238E27FC236}">
                <a16:creationId xmlns:a16="http://schemas.microsoft.com/office/drawing/2014/main" id="{E9F8704D-7598-4424-AAC3-D5F9E66CBD5C}"/>
              </a:ext>
            </a:extLst>
          </p:cNvPr>
          <p:cNvSpPr>
            <a:spLocks noGrp="1"/>
          </p:cNvSpPr>
          <p:nvPr/>
        </p:nvSpPr>
        <p:spPr>
          <a:xfrm>
            <a:off x="53646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data_6720">
            <a:extLst>
              <a:ext uri="{FF2B5EF4-FFF2-40B4-BE49-F238E27FC236}">
                <a16:creationId xmlns:a16="http://schemas.microsoft.com/office/drawing/2014/main" id="{346A577A-358C-4B14-8F0E-71BF2525C0B9}"/>
              </a:ext>
            </a:extLst>
          </p:cNvPr>
          <p:cNvSpPr>
            <a:spLocks noGrp="1"/>
          </p:cNvSpPr>
          <p:nvPr/>
        </p:nvSpPr>
        <p:spPr>
          <a:xfrm>
            <a:off x="5370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data_6721">
            <a:extLst>
              <a:ext uri="{FF2B5EF4-FFF2-40B4-BE49-F238E27FC236}">
                <a16:creationId xmlns:a16="http://schemas.microsoft.com/office/drawing/2014/main" id="{ABADB59C-1861-428B-B24A-F053D8332F39}"/>
              </a:ext>
            </a:extLst>
          </p:cNvPr>
          <p:cNvSpPr>
            <a:spLocks noGrp="1"/>
          </p:cNvSpPr>
          <p:nvPr/>
        </p:nvSpPr>
        <p:spPr>
          <a:xfrm>
            <a:off x="5345674" y="22963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data_6722">
            <a:extLst>
              <a:ext uri="{FF2B5EF4-FFF2-40B4-BE49-F238E27FC236}">
                <a16:creationId xmlns:a16="http://schemas.microsoft.com/office/drawing/2014/main" id="{17140D48-DD9A-4994-ACAB-F35E19266883}"/>
              </a:ext>
            </a:extLst>
          </p:cNvPr>
          <p:cNvSpPr>
            <a:spLocks noGrp="1"/>
          </p:cNvSpPr>
          <p:nvPr/>
        </p:nvSpPr>
        <p:spPr>
          <a:xfrm>
            <a:off x="5278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data_6723">
            <a:extLst>
              <a:ext uri="{FF2B5EF4-FFF2-40B4-BE49-F238E27FC236}">
                <a16:creationId xmlns:a16="http://schemas.microsoft.com/office/drawing/2014/main" id="{ED23985C-552F-4354-9995-559696FA8590}"/>
              </a:ext>
            </a:extLst>
          </p:cNvPr>
          <p:cNvSpPr>
            <a:spLocks noGrp="1"/>
          </p:cNvSpPr>
          <p:nvPr/>
        </p:nvSpPr>
        <p:spPr>
          <a:xfrm>
            <a:off x="53454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data_6724">
            <a:extLst>
              <a:ext uri="{FF2B5EF4-FFF2-40B4-BE49-F238E27FC236}">
                <a16:creationId xmlns:a16="http://schemas.microsoft.com/office/drawing/2014/main" id="{D7163B7C-F2DD-46A3-A3CF-DB34495796D5}"/>
              </a:ext>
            </a:extLst>
          </p:cNvPr>
          <p:cNvSpPr>
            <a:spLocks noGrp="1"/>
          </p:cNvSpPr>
          <p:nvPr/>
        </p:nvSpPr>
        <p:spPr>
          <a:xfrm>
            <a:off x="5295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data_6725">
            <a:extLst>
              <a:ext uri="{FF2B5EF4-FFF2-40B4-BE49-F238E27FC236}">
                <a16:creationId xmlns:a16="http://schemas.microsoft.com/office/drawing/2014/main" id="{6E476FC1-14EC-4377-93C8-789CA6B635FF}"/>
              </a:ext>
            </a:extLst>
          </p:cNvPr>
          <p:cNvSpPr>
            <a:spLocks noGrp="1"/>
          </p:cNvSpPr>
          <p:nvPr/>
        </p:nvSpPr>
        <p:spPr>
          <a:xfrm>
            <a:off x="536521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data_6726">
            <a:extLst>
              <a:ext uri="{FF2B5EF4-FFF2-40B4-BE49-F238E27FC236}">
                <a16:creationId xmlns:a16="http://schemas.microsoft.com/office/drawing/2014/main" id="{87C495DC-BA55-40CB-9920-D473D569CD28}"/>
              </a:ext>
            </a:extLst>
          </p:cNvPr>
          <p:cNvSpPr>
            <a:spLocks noGrp="1"/>
          </p:cNvSpPr>
          <p:nvPr/>
        </p:nvSpPr>
        <p:spPr>
          <a:xfrm>
            <a:off x="53824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data_6727">
            <a:extLst>
              <a:ext uri="{FF2B5EF4-FFF2-40B4-BE49-F238E27FC236}">
                <a16:creationId xmlns:a16="http://schemas.microsoft.com/office/drawing/2014/main" id="{E3776DF3-6666-40E1-8A33-BD589577EC5D}"/>
              </a:ext>
            </a:extLst>
          </p:cNvPr>
          <p:cNvSpPr>
            <a:spLocks noGrp="1"/>
          </p:cNvSpPr>
          <p:nvPr/>
        </p:nvSpPr>
        <p:spPr>
          <a:xfrm>
            <a:off x="52931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data_6728">
            <a:extLst>
              <a:ext uri="{FF2B5EF4-FFF2-40B4-BE49-F238E27FC236}">
                <a16:creationId xmlns:a16="http://schemas.microsoft.com/office/drawing/2014/main" id="{D6B06CB3-D341-43C9-8923-CA65735D807F}"/>
              </a:ext>
            </a:extLst>
          </p:cNvPr>
          <p:cNvSpPr>
            <a:spLocks noGrp="1"/>
          </p:cNvSpPr>
          <p:nvPr/>
        </p:nvSpPr>
        <p:spPr>
          <a:xfrm>
            <a:off x="5366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data_6729">
            <a:extLst>
              <a:ext uri="{FF2B5EF4-FFF2-40B4-BE49-F238E27FC236}">
                <a16:creationId xmlns:a16="http://schemas.microsoft.com/office/drawing/2014/main" id="{933A3F4B-80FF-4B8C-8ACD-28E24A9B328F}"/>
              </a:ext>
            </a:extLst>
          </p:cNvPr>
          <p:cNvSpPr>
            <a:spLocks noGrp="1"/>
          </p:cNvSpPr>
          <p:nvPr/>
        </p:nvSpPr>
        <p:spPr>
          <a:xfrm>
            <a:off x="52996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data_6730">
            <a:extLst>
              <a:ext uri="{FF2B5EF4-FFF2-40B4-BE49-F238E27FC236}">
                <a16:creationId xmlns:a16="http://schemas.microsoft.com/office/drawing/2014/main" id="{F3136680-F952-4038-A230-8E5C2519A76F}"/>
              </a:ext>
            </a:extLst>
          </p:cNvPr>
          <p:cNvSpPr>
            <a:spLocks noGrp="1"/>
          </p:cNvSpPr>
          <p:nvPr/>
        </p:nvSpPr>
        <p:spPr>
          <a:xfrm>
            <a:off x="53054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data_6731">
            <a:extLst>
              <a:ext uri="{FF2B5EF4-FFF2-40B4-BE49-F238E27FC236}">
                <a16:creationId xmlns:a16="http://schemas.microsoft.com/office/drawing/2014/main" id="{38334FA0-9624-4C4A-B249-3E721E88681C}"/>
              </a:ext>
            </a:extLst>
          </p:cNvPr>
          <p:cNvSpPr>
            <a:spLocks noGrp="1"/>
          </p:cNvSpPr>
          <p:nvPr/>
        </p:nvSpPr>
        <p:spPr>
          <a:xfrm>
            <a:off x="52899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data_6732">
            <a:extLst>
              <a:ext uri="{FF2B5EF4-FFF2-40B4-BE49-F238E27FC236}">
                <a16:creationId xmlns:a16="http://schemas.microsoft.com/office/drawing/2014/main" id="{D0484878-27DC-4A63-9BFF-41D4F916E821}"/>
              </a:ext>
            </a:extLst>
          </p:cNvPr>
          <p:cNvSpPr>
            <a:spLocks noGrp="1"/>
          </p:cNvSpPr>
          <p:nvPr/>
        </p:nvSpPr>
        <p:spPr>
          <a:xfrm>
            <a:off x="536495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data_6733">
            <a:extLst>
              <a:ext uri="{FF2B5EF4-FFF2-40B4-BE49-F238E27FC236}">
                <a16:creationId xmlns:a16="http://schemas.microsoft.com/office/drawing/2014/main" id="{30BEC45C-47AE-417A-A1E6-52E4D7125AC1}"/>
              </a:ext>
            </a:extLst>
          </p:cNvPr>
          <p:cNvSpPr>
            <a:spLocks noGrp="1"/>
          </p:cNvSpPr>
          <p:nvPr/>
        </p:nvSpPr>
        <p:spPr>
          <a:xfrm>
            <a:off x="5398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data_6734">
            <a:extLst>
              <a:ext uri="{FF2B5EF4-FFF2-40B4-BE49-F238E27FC236}">
                <a16:creationId xmlns:a16="http://schemas.microsoft.com/office/drawing/2014/main" id="{E37C319E-F85E-4A5D-9504-62EAC1E17EC8}"/>
              </a:ext>
            </a:extLst>
          </p:cNvPr>
          <p:cNvSpPr>
            <a:spLocks noGrp="1"/>
          </p:cNvSpPr>
          <p:nvPr/>
        </p:nvSpPr>
        <p:spPr>
          <a:xfrm>
            <a:off x="540417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data_6735">
            <a:extLst>
              <a:ext uri="{FF2B5EF4-FFF2-40B4-BE49-F238E27FC236}">
                <a16:creationId xmlns:a16="http://schemas.microsoft.com/office/drawing/2014/main" id="{8B75D114-85B8-4674-B8E8-5A1274DF4544}"/>
              </a:ext>
            </a:extLst>
          </p:cNvPr>
          <p:cNvSpPr>
            <a:spLocks noGrp="1"/>
          </p:cNvSpPr>
          <p:nvPr/>
        </p:nvSpPr>
        <p:spPr>
          <a:xfrm>
            <a:off x="5323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data_6736">
            <a:extLst>
              <a:ext uri="{FF2B5EF4-FFF2-40B4-BE49-F238E27FC236}">
                <a16:creationId xmlns:a16="http://schemas.microsoft.com/office/drawing/2014/main" id="{B9539E62-F841-43D2-B5A9-791377FBA03C}"/>
              </a:ext>
            </a:extLst>
          </p:cNvPr>
          <p:cNvSpPr>
            <a:spLocks noGrp="1"/>
          </p:cNvSpPr>
          <p:nvPr/>
        </p:nvSpPr>
        <p:spPr>
          <a:xfrm>
            <a:off x="53714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data_6737">
            <a:extLst>
              <a:ext uri="{FF2B5EF4-FFF2-40B4-BE49-F238E27FC236}">
                <a16:creationId xmlns:a16="http://schemas.microsoft.com/office/drawing/2014/main" id="{2CAD69BF-454C-455D-BF84-A763FB335C5E}"/>
              </a:ext>
            </a:extLst>
          </p:cNvPr>
          <p:cNvSpPr>
            <a:spLocks noGrp="1"/>
          </p:cNvSpPr>
          <p:nvPr/>
        </p:nvSpPr>
        <p:spPr>
          <a:xfrm>
            <a:off x="5396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data_6738">
            <a:extLst>
              <a:ext uri="{FF2B5EF4-FFF2-40B4-BE49-F238E27FC236}">
                <a16:creationId xmlns:a16="http://schemas.microsoft.com/office/drawing/2014/main" id="{A540273F-BB26-460C-A304-53B54C67ABB0}"/>
              </a:ext>
            </a:extLst>
          </p:cNvPr>
          <p:cNvSpPr>
            <a:spLocks noGrp="1"/>
          </p:cNvSpPr>
          <p:nvPr/>
        </p:nvSpPr>
        <p:spPr>
          <a:xfrm>
            <a:off x="538137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data_6739">
            <a:extLst>
              <a:ext uri="{FF2B5EF4-FFF2-40B4-BE49-F238E27FC236}">
                <a16:creationId xmlns:a16="http://schemas.microsoft.com/office/drawing/2014/main" id="{A14D95FB-0643-438C-82F6-98D4720300EA}"/>
              </a:ext>
            </a:extLst>
          </p:cNvPr>
          <p:cNvSpPr>
            <a:spLocks noGrp="1"/>
          </p:cNvSpPr>
          <p:nvPr/>
        </p:nvSpPr>
        <p:spPr>
          <a:xfrm>
            <a:off x="5367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data_6740">
            <a:extLst>
              <a:ext uri="{FF2B5EF4-FFF2-40B4-BE49-F238E27FC236}">
                <a16:creationId xmlns:a16="http://schemas.microsoft.com/office/drawing/2014/main" id="{36532C80-32CE-42F8-82B9-3891F4989AE5}"/>
              </a:ext>
            </a:extLst>
          </p:cNvPr>
          <p:cNvSpPr>
            <a:spLocks noGrp="1"/>
          </p:cNvSpPr>
          <p:nvPr/>
        </p:nvSpPr>
        <p:spPr>
          <a:xfrm>
            <a:off x="53356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data_6741">
            <a:extLst>
              <a:ext uri="{FF2B5EF4-FFF2-40B4-BE49-F238E27FC236}">
                <a16:creationId xmlns:a16="http://schemas.microsoft.com/office/drawing/2014/main" id="{1765910E-0EB5-4185-864A-D78D4FB0A828}"/>
              </a:ext>
            </a:extLst>
          </p:cNvPr>
          <p:cNvSpPr>
            <a:spLocks noGrp="1"/>
          </p:cNvSpPr>
          <p:nvPr/>
        </p:nvSpPr>
        <p:spPr>
          <a:xfrm>
            <a:off x="5331732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data_6742">
            <a:extLst>
              <a:ext uri="{FF2B5EF4-FFF2-40B4-BE49-F238E27FC236}">
                <a16:creationId xmlns:a16="http://schemas.microsoft.com/office/drawing/2014/main" id="{07754D43-C220-4663-BD6B-076293DE75BB}"/>
              </a:ext>
            </a:extLst>
          </p:cNvPr>
          <p:cNvSpPr>
            <a:spLocks noGrp="1"/>
          </p:cNvSpPr>
          <p:nvPr/>
        </p:nvSpPr>
        <p:spPr>
          <a:xfrm>
            <a:off x="52883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data_6743">
            <a:extLst>
              <a:ext uri="{FF2B5EF4-FFF2-40B4-BE49-F238E27FC236}">
                <a16:creationId xmlns:a16="http://schemas.microsoft.com/office/drawing/2014/main" id="{C39A0E15-9B2B-47BF-BF44-78F507337180}"/>
              </a:ext>
            </a:extLst>
          </p:cNvPr>
          <p:cNvSpPr>
            <a:spLocks noGrp="1"/>
          </p:cNvSpPr>
          <p:nvPr/>
        </p:nvSpPr>
        <p:spPr>
          <a:xfrm>
            <a:off x="5397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data_6744">
            <a:extLst>
              <a:ext uri="{FF2B5EF4-FFF2-40B4-BE49-F238E27FC236}">
                <a16:creationId xmlns:a16="http://schemas.microsoft.com/office/drawing/2014/main" id="{3A38E09E-71F9-4EEA-89FE-0BF92693D725}"/>
              </a:ext>
            </a:extLst>
          </p:cNvPr>
          <p:cNvSpPr>
            <a:spLocks noGrp="1"/>
          </p:cNvSpPr>
          <p:nvPr/>
        </p:nvSpPr>
        <p:spPr>
          <a:xfrm>
            <a:off x="53833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data_6745">
            <a:extLst>
              <a:ext uri="{FF2B5EF4-FFF2-40B4-BE49-F238E27FC236}">
                <a16:creationId xmlns:a16="http://schemas.microsoft.com/office/drawing/2014/main" id="{FD897EA2-8980-4B15-B94C-379060E7209D}"/>
              </a:ext>
            </a:extLst>
          </p:cNvPr>
          <p:cNvSpPr>
            <a:spLocks noGrp="1"/>
          </p:cNvSpPr>
          <p:nvPr/>
        </p:nvSpPr>
        <p:spPr>
          <a:xfrm>
            <a:off x="5363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data_6746">
            <a:extLst>
              <a:ext uri="{FF2B5EF4-FFF2-40B4-BE49-F238E27FC236}">
                <a16:creationId xmlns:a16="http://schemas.microsoft.com/office/drawing/2014/main" id="{D35F8505-CF6E-4A14-8B16-30E28E3F9AAC}"/>
              </a:ext>
            </a:extLst>
          </p:cNvPr>
          <p:cNvSpPr>
            <a:spLocks noGrp="1"/>
          </p:cNvSpPr>
          <p:nvPr/>
        </p:nvSpPr>
        <p:spPr>
          <a:xfrm>
            <a:off x="52837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data_6747">
            <a:extLst>
              <a:ext uri="{FF2B5EF4-FFF2-40B4-BE49-F238E27FC236}">
                <a16:creationId xmlns:a16="http://schemas.microsoft.com/office/drawing/2014/main" id="{BE782002-275D-44A2-8AE3-4A8C108C77B6}"/>
              </a:ext>
            </a:extLst>
          </p:cNvPr>
          <p:cNvSpPr>
            <a:spLocks noGrp="1"/>
          </p:cNvSpPr>
          <p:nvPr/>
        </p:nvSpPr>
        <p:spPr>
          <a:xfrm>
            <a:off x="5296422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data_6748">
            <a:extLst>
              <a:ext uri="{FF2B5EF4-FFF2-40B4-BE49-F238E27FC236}">
                <a16:creationId xmlns:a16="http://schemas.microsoft.com/office/drawing/2014/main" id="{C1874B6A-D235-4745-9339-F0BD6006C9CE}"/>
              </a:ext>
            </a:extLst>
          </p:cNvPr>
          <p:cNvSpPr>
            <a:spLocks noGrp="1"/>
          </p:cNvSpPr>
          <p:nvPr/>
        </p:nvSpPr>
        <p:spPr>
          <a:xfrm>
            <a:off x="53090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data_6749">
            <a:extLst>
              <a:ext uri="{FF2B5EF4-FFF2-40B4-BE49-F238E27FC236}">
                <a16:creationId xmlns:a16="http://schemas.microsoft.com/office/drawing/2014/main" id="{70DEAD2D-541F-4AA5-88F3-CFF41B34D613}"/>
              </a:ext>
            </a:extLst>
          </p:cNvPr>
          <p:cNvSpPr>
            <a:spLocks noGrp="1"/>
          </p:cNvSpPr>
          <p:nvPr/>
        </p:nvSpPr>
        <p:spPr>
          <a:xfrm>
            <a:off x="5364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data_6750">
            <a:extLst>
              <a:ext uri="{FF2B5EF4-FFF2-40B4-BE49-F238E27FC236}">
                <a16:creationId xmlns:a16="http://schemas.microsoft.com/office/drawing/2014/main" id="{19B21FA7-9D20-4470-8A5A-D16195BA6A6E}"/>
              </a:ext>
            </a:extLst>
          </p:cNvPr>
          <p:cNvSpPr>
            <a:spLocks noGrp="1"/>
          </p:cNvSpPr>
          <p:nvPr/>
        </p:nvSpPr>
        <p:spPr>
          <a:xfrm>
            <a:off x="53517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data_6751">
            <a:extLst>
              <a:ext uri="{FF2B5EF4-FFF2-40B4-BE49-F238E27FC236}">
                <a16:creationId xmlns:a16="http://schemas.microsoft.com/office/drawing/2014/main" id="{EB7F6BFC-3932-4726-8790-BF43FA049B26}"/>
              </a:ext>
            </a:extLst>
          </p:cNvPr>
          <p:cNvSpPr>
            <a:spLocks noGrp="1"/>
          </p:cNvSpPr>
          <p:nvPr/>
        </p:nvSpPr>
        <p:spPr>
          <a:xfrm>
            <a:off x="53018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data_6752">
            <a:extLst>
              <a:ext uri="{FF2B5EF4-FFF2-40B4-BE49-F238E27FC236}">
                <a16:creationId xmlns:a16="http://schemas.microsoft.com/office/drawing/2014/main" id="{EB0B65D4-03A4-43F3-9565-1926528BB048}"/>
              </a:ext>
            </a:extLst>
          </p:cNvPr>
          <p:cNvSpPr>
            <a:spLocks noGrp="1"/>
          </p:cNvSpPr>
          <p:nvPr/>
        </p:nvSpPr>
        <p:spPr>
          <a:xfrm>
            <a:off x="53254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data_6753">
            <a:extLst>
              <a:ext uri="{FF2B5EF4-FFF2-40B4-BE49-F238E27FC236}">
                <a16:creationId xmlns:a16="http://schemas.microsoft.com/office/drawing/2014/main" id="{F3050F54-C0D1-4444-BC2B-7E75F96F7B33}"/>
              </a:ext>
            </a:extLst>
          </p:cNvPr>
          <p:cNvSpPr>
            <a:spLocks noGrp="1"/>
          </p:cNvSpPr>
          <p:nvPr/>
        </p:nvSpPr>
        <p:spPr>
          <a:xfrm>
            <a:off x="5279353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data_6754">
            <a:extLst>
              <a:ext uri="{FF2B5EF4-FFF2-40B4-BE49-F238E27FC236}">
                <a16:creationId xmlns:a16="http://schemas.microsoft.com/office/drawing/2014/main" id="{07324184-9502-41ED-8BD6-981D91F492CA}"/>
              </a:ext>
            </a:extLst>
          </p:cNvPr>
          <p:cNvSpPr>
            <a:spLocks noGrp="1"/>
          </p:cNvSpPr>
          <p:nvPr/>
        </p:nvSpPr>
        <p:spPr>
          <a:xfrm>
            <a:off x="59907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data_6755">
            <a:extLst>
              <a:ext uri="{FF2B5EF4-FFF2-40B4-BE49-F238E27FC236}">
                <a16:creationId xmlns:a16="http://schemas.microsoft.com/office/drawing/2014/main" id="{EC7F2BEB-2F70-44EB-A4D1-7518399843FA}"/>
              </a:ext>
            </a:extLst>
          </p:cNvPr>
          <p:cNvSpPr>
            <a:spLocks noGrp="1"/>
          </p:cNvSpPr>
          <p:nvPr/>
        </p:nvSpPr>
        <p:spPr>
          <a:xfrm>
            <a:off x="5965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data_6756">
            <a:extLst>
              <a:ext uri="{FF2B5EF4-FFF2-40B4-BE49-F238E27FC236}">
                <a16:creationId xmlns:a16="http://schemas.microsoft.com/office/drawing/2014/main" id="{156A358A-04F0-4087-B398-B5CE734D0788}"/>
              </a:ext>
            </a:extLst>
          </p:cNvPr>
          <p:cNvSpPr>
            <a:spLocks noGrp="1"/>
          </p:cNvSpPr>
          <p:nvPr/>
        </p:nvSpPr>
        <p:spPr>
          <a:xfrm>
            <a:off x="5986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data_6757">
            <a:extLst>
              <a:ext uri="{FF2B5EF4-FFF2-40B4-BE49-F238E27FC236}">
                <a16:creationId xmlns:a16="http://schemas.microsoft.com/office/drawing/2014/main" id="{DFF5BA3C-9AAC-480C-B42C-BCA6E054137C}"/>
              </a:ext>
            </a:extLst>
          </p:cNvPr>
          <p:cNvSpPr>
            <a:spLocks noGrp="1"/>
          </p:cNvSpPr>
          <p:nvPr/>
        </p:nvSpPr>
        <p:spPr>
          <a:xfrm>
            <a:off x="5985574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data_6758">
            <a:extLst>
              <a:ext uri="{FF2B5EF4-FFF2-40B4-BE49-F238E27FC236}">
                <a16:creationId xmlns:a16="http://schemas.microsoft.com/office/drawing/2014/main" id="{A431F1DC-3C62-44BB-B376-31CFE6F17BE9}"/>
              </a:ext>
            </a:extLst>
          </p:cNvPr>
          <p:cNvSpPr>
            <a:spLocks noGrp="1"/>
          </p:cNvSpPr>
          <p:nvPr/>
        </p:nvSpPr>
        <p:spPr>
          <a:xfrm>
            <a:off x="60077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data_6759">
            <a:extLst>
              <a:ext uri="{FF2B5EF4-FFF2-40B4-BE49-F238E27FC236}">
                <a16:creationId xmlns:a16="http://schemas.microsoft.com/office/drawing/2014/main" id="{7DA15914-22DE-466A-A0ED-5C9995D45477}"/>
              </a:ext>
            </a:extLst>
          </p:cNvPr>
          <p:cNvSpPr>
            <a:spLocks noGrp="1"/>
          </p:cNvSpPr>
          <p:nvPr/>
        </p:nvSpPr>
        <p:spPr>
          <a:xfrm>
            <a:off x="60456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data_6760">
            <a:extLst>
              <a:ext uri="{FF2B5EF4-FFF2-40B4-BE49-F238E27FC236}">
                <a16:creationId xmlns:a16="http://schemas.microsoft.com/office/drawing/2014/main" id="{A0423FE7-6FC6-45BB-BB80-2F1D7C4FFE9D}"/>
              </a:ext>
            </a:extLst>
          </p:cNvPr>
          <p:cNvSpPr>
            <a:spLocks noGrp="1"/>
          </p:cNvSpPr>
          <p:nvPr/>
        </p:nvSpPr>
        <p:spPr>
          <a:xfrm>
            <a:off x="60694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data_6761">
            <a:extLst>
              <a:ext uri="{FF2B5EF4-FFF2-40B4-BE49-F238E27FC236}">
                <a16:creationId xmlns:a16="http://schemas.microsoft.com/office/drawing/2014/main" id="{D295BAEF-ADC3-45E1-8AA4-F54B5D7C5D73}"/>
              </a:ext>
            </a:extLst>
          </p:cNvPr>
          <p:cNvSpPr>
            <a:spLocks noGrp="1"/>
          </p:cNvSpPr>
          <p:nvPr/>
        </p:nvSpPr>
        <p:spPr>
          <a:xfrm>
            <a:off x="59726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data_6762">
            <a:extLst>
              <a:ext uri="{FF2B5EF4-FFF2-40B4-BE49-F238E27FC236}">
                <a16:creationId xmlns:a16="http://schemas.microsoft.com/office/drawing/2014/main" id="{598AD0BF-8080-4D99-A393-88E0D50242CC}"/>
              </a:ext>
            </a:extLst>
          </p:cNvPr>
          <p:cNvSpPr>
            <a:spLocks noGrp="1"/>
          </p:cNvSpPr>
          <p:nvPr/>
        </p:nvSpPr>
        <p:spPr>
          <a:xfrm>
            <a:off x="603222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data_6763">
            <a:extLst>
              <a:ext uri="{FF2B5EF4-FFF2-40B4-BE49-F238E27FC236}">
                <a16:creationId xmlns:a16="http://schemas.microsoft.com/office/drawing/2014/main" id="{47C6D724-E70A-4754-A225-3B9BC9BF7F14}"/>
              </a:ext>
            </a:extLst>
          </p:cNvPr>
          <p:cNvSpPr>
            <a:spLocks noGrp="1"/>
          </p:cNvSpPr>
          <p:nvPr/>
        </p:nvSpPr>
        <p:spPr>
          <a:xfrm>
            <a:off x="59730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data_6764">
            <a:extLst>
              <a:ext uri="{FF2B5EF4-FFF2-40B4-BE49-F238E27FC236}">
                <a16:creationId xmlns:a16="http://schemas.microsoft.com/office/drawing/2014/main" id="{8C2B8F63-5E58-4FAF-A066-B8C7891CB405}"/>
              </a:ext>
            </a:extLst>
          </p:cNvPr>
          <p:cNvSpPr>
            <a:spLocks noGrp="1"/>
          </p:cNvSpPr>
          <p:nvPr/>
        </p:nvSpPr>
        <p:spPr>
          <a:xfrm>
            <a:off x="5958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data_6765">
            <a:extLst>
              <a:ext uri="{FF2B5EF4-FFF2-40B4-BE49-F238E27FC236}">
                <a16:creationId xmlns:a16="http://schemas.microsoft.com/office/drawing/2014/main" id="{028E5472-A071-47A4-8FA9-B2AFC3606007}"/>
              </a:ext>
            </a:extLst>
          </p:cNvPr>
          <p:cNvSpPr>
            <a:spLocks noGrp="1"/>
          </p:cNvSpPr>
          <p:nvPr/>
        </p:nvSpPr>
        <p:spPr>
          <a:xfrm>
            <a:off x="605906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data_6766">
            <a:extLst>
              <a:ext uri="{FF2B5EF4-FFF2-40B4-BE49-F238E27FC236}">
                <a16:creationId xmlns:a16="http://schemas.microsoft.com/office/drawing/2014/main" id="{3892348D-967E-47C9-8ADD-2FE1901D009B}"/>
              </a:ext>
            </a:extLst>
          </p:cNvPr>
          <p:cNvSpPr>
            <a:spLocks noGrp="1"/>
          </p:cNvSpPr>
          <p:nvPr/>
        </p:nvSpPr>
        <p:spPr>
          <a:xfrm>
            <a:off x="60857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data_6767">
            <a:extLst>
              <a:ext uri="{FF2B5EF4-FFF2-40B4-BE49-F238E27FC236}">
                <a16:creationId xmlns:a16="http://schemas.microsoft.com/office/drawing/2014/main" id="{7C6C2241-D563-4481-AC50-19F4663A4D8C}"/>
              </a:ext>
            </a:extLst>
          </p:cNvPr>
          <p:cNvSpPr>
            <a:spLocks noGrp="1"/>
          </p:cNvSpPr>
          <p:nvPr/>
        </p:nvSpPr>
        <p:spPr>
          <a:xfrm>
            <a:off x="60073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data_6768">
            <a:extLst>
              <a:ext uri="{FF2B5EF4-FFF2-40B4-BE49-F238E27FC236}">
                <a16:creationId xmlns:a16="http://schemas.microsoft.com/office/drawing/2014/main" id="{93271090-E588-4973-8B1E-1C18B4C24909}"/>
              </a:ext>
            </a:extLst>
          </p:cNvPr>
          <p:cNvSpPr>
            <a:spLocks noGrp="1"/>
          </p:cNvSpPr>
          <p:nvPr/>
        </p:nvSpPr>
        <p:spPr>
          <a:xfrm>
            <a:off x="6078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data_6769">
            <a:extLst>
              <a:ext uri="{FF2B5EF4-FFF2-40B4-BE49-F238E27FC236}">
                <a16:creationId xmlns:a16="http://schemas.microsoft.com/office/drawing/2014/main" id="{5CBD7EA6-0885-4D2E-BECA-5940833F6337}"/>
              </a:ext>
            </a:extLst>
          </p:cNvPr>
          <p:cNvSpPr>
            <a:spLocks noGrp="1"/>
          </p:cNvSpPr>
          <p:nvPr/>
        </p:nvSpPr>
        <p:spPr>
          <a:xfrm>
            <a:off x="5985965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data_6770">
            <a:extLst>
              <a:ext uri="{FF2B5EF4-FFF2-40B4-BE49-F238E27FC236}">
                <a16:creationId xmlns:a16="http://schemas.microsoft.com/office/drawing/2014/main" id="{1F26136E-0FEB-493C-A28F-D458BD09D5A1}"/>
              </a:ext>
            </a:extLst>
          </p:cNvPr>
          <p:cNvSpPr>
            <a:spLocks noGrp="1"/>
          </p:cNvSpPr>
          <p:nvPr/>
        </p:nvSpPr>
        <p:spPr>
          <a:xfrm>
            <a:off x="6010721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data_6771">
            <a:extLst>
              <a:ext uri="{FF2B5EF4-FFF2-40B4-BE49-F238E27FC236}">
                <a16:creationId xmlns:a16="http://schemas.microsoft.com/office/drawing/2014/main" id="{84836051-0495-489B-B07A-13F8389537B6}"/>
              </a:ext>
            </a:extLst>
          </p:cNvPr>
          <p:cNvSpPr>
            <a:spLocks noGrp="1"/>
          </p:cNvSpPr>
          <p:nvPr/>
        </p:nvSpPr>
        <p:spPr>
          <a:xfrm>
            <a:off x="604954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data_6772">
            <a:extLst>
              <a:ext uri="{FF2B5EF4-FFF2-40B4-BE49-F238E27FC236}">
                <a16:creationId xmlns:a16="http://schemas.microsoft.com/office/drawing/2014/main" id="{046CE9A5-BB80-493C-BB85-AD9DD340F962}"/>
              </a:ext>
            </a:extLst>
          </p:cNvPr>
          <p:cNvSpPr>
            <a:spLocks noGrp="1"/>
          </p:cNvSpPr>
          <p:nvPr/>
        </p:nvSpPr>
        <p:spPr>
          <a:xfrm>
            <a:off x="607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data_6773">
            <a:extLst>
              <a:ext uri="{FF2B5EF4-FFF2-40B4-BE49-F238E27FC236}">
                <a16:creationId xmlns:a16="http://schemas.microsoft.com/office/drawing/2014/main" id="{72915F51-3A9F-427C-99FD-146082564DE4}"/>
              </a:ext>
            </a:extLst>
          </p:cNvPr>
          <p:cNvSpPr>
            <a:spLocks noGrp="1"/>
          </p:cNvSpPr>
          <p:nvPr/>
        </p:nvSpPr>
        <p:spPr>
          <a:xfrm>
            <a:off x="608551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data_6774">
            <a:extLst>
              <a:ext uri="{FF2B5EF4-FFF2-40B4-BE49-F238E27FC236}">
                <a16:creationId xmlns:a16="http://schemas.microsoft.com/office/drawing/2014/main" id="{E53AB260-8832-4CBB-9A3B-4BFABAD04B17}"/>
              </a:ext>
            </a:extLst>
          </p:cNvPr>
          <p:cNvSpPr>
            <a:spLocks noGrp="1"/>
          </p:cNvSpPr>
          <p:nvPr/>
        </p:nvSpPr>
        <p:spPr>
          <a:xfrm>
            <a:off x="60405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data_6775">
            <a:extLst>
              <a:ext uri="{FF2B5EF4-FFF2-40B4-BE49-F238E27FC236}">
                <a16:creationId xmlns:a16="http://schemas.microsoft.com/office/drawing/2014/main" id="{5F835352-6A59-49F4-9BE6-B597D09304DE}"/>
              </a:ext>
            </a:extLst>
          </p:cNvPr>
          <p:cNvSpPr>
            <a:spLocks noGrp="1"/>
          </p:cNvSpPr>
          <p:nvPr/>
        </p:nvSpPr>
        <p:spPr>
          <a:xfrm>
            <a:off x="596329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data_6776">
            <a:extLst>
              <a:ext uri="{FF2B5EF4-FFF2-40B4-BE49-F238E27FC236}">
                <a16:creationId xmlns:a16="http://schemas.microsoft.com/office/drawing/2014/main" id="{1004FDBF-0F18-41B1-8FA4-1249CB3FC483}"/>
              </a:ext>
            </a:extLst>
          </p:cNvPr>
          <p:cNvSpPr>
            <a:spLocks noGrp="1"/>
          </p:cNvSpPr>
          <p:nvPr/>
        </p:nvSpPr>
        <p:spPr>
          <a:xfrm>
            <a:off x="598257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data_6777">
            <a:extLst>
              <a:ext uri="{FF2B5EF4-FFF2-40B4-BE49-F238E27FC236}">
                <a16:creationId xmlns:a16="http://schemas.microsoft.com/office/drawing/2014/main" id="{3C5F66C1-1F0F-4884-AD74-91CF30D512C2}"/>
              </a:ext>
            </a:extLst>
          </p:cNvPr>
          <p:cNvSpPr>
            <a:spLocks noGrp="1"/>
          </p:cNvSpPr>
          <p:nvPr/>
        </p:nvSpPr>
        <p:spPr>
          <a:xfrm>
            <a:off x="59910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data_6778">
            <a:extLst>
              <a:ext uri="{FF2B5EF4-FFF2-40B4-BE49-F238E27FC236}">
                <a16:creationId xmlns:a16="http://schemas.microsoft.com/office/drawing/2014/main" id="{6EA14301-8644-4053-94E7-2E8ED6A66A59}"/>
              </a:ext>
            </a:extLst>
          </p:cNvPr>
          <p:cNvSpPr>
            <a:spLocks noGrp="1"/>
          </p:cNvSpPr>
          <p:nvPr/>
        </p:nvSpPr>
        <p:spPr>
          <a:xfrm>
            <a:off x="59630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data_6779">
            <a:extLst>
              <a:ext uri="{FF2B5EF4-FFF2-40B4-BE49-F238E27FC236}">
                <a16:creationId xmlns:a16="http://schemas.microsoft.com/office/drawing/2014/main" id="{5B71E0AC-BA79-4BCB-BFAC-949224F44FC0}"/>
              </a:ext>
            </a:extLst>
          </p:cNvPr>
          <p:cNvSpPr>
            <a:spLocks noGrp="1"/>
          </p:cNvSpPr>
          <p:nvPr/>
        </p:nvSpPr>
        <p:spPr>
          <a:xfrm>
            <a:off x="596225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data_6780">
            <a:extLst>
              <a:ext uri="{FF2B5EF4-FFF2-40B4-BE49-F238E27FC236}">
                <a16:creationId xmlns:a16="http://schemas.microsoft.com/office/drawing/2014/main" id="{1B588FF2-04D7-4A01-9B81-85081B182ED2}"/>
              </a:ext>
            </a:extLst>
          </p:cNvPr>
          <p:cNvSpPr>
            <a:spLocks noGrp="1"/>
          </p:cNvSpPr>
          <p:nvPr/>
        </p:nvSpPr>
        <p:spPr>
          <a:xfrm>
            <a:off x="5987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data_6781">
            <a:extLst>
              <a:ext uri="{FF2B5EF4-FFF2-40B4-BE49-F238E27FC236}">
                <a16:creationId xmlns:a16="http://schemas.microsoft.com/office/drawing/2014/main" id="{9339B920-B572-4D7A-9766-8BBD92FB6D0F}"/>
              </a:ext>
            </a:extLst>
          </p:cNvPr>
          <p:cNvSpPr>
            <a:spLocks noGrp="1"/>
          </p:cNvSpPr>
          <p:nvPr/>
        </p:nvSpPr>
        <p:spPr>
          <a:xfrm>
            <a:off x="60366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data_6782">
            <a:extLst>
              <a:ext uri="{FF2B5EF4-FFF2-40B4-BE49-F238E27FC236}">
                <a16:creationId xmlns:a16="http://schemas.microsoft.com/office/drawing/2014/main" id="{C77EE545-32D9-46DD-AAB0-70ACE6D2E4AF}"/>
              </a:ext>
            </a:extLst>
          </p:cNvPr>
          <p:cNvSpPr>
            <a:spLocks noGrp="1"/>
          </p:cNvSpPr>
          <p:nvPr/>
        </p:nvSpPr>
        <p:spPr>
          <a:xfrm>
            <a:off x="59806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data_6783">
            <a:extLst>
              <a:ext uri="{FF2B5EF4-FFF2-40B4-BE49-F238E27FC236}">
                <a16:creationId xmlns:a16="http://schemas.microsoft.com/office/drawing/2014/main" id="{153A9F04-EED9-4AFF-8951-780260EEA2DA}"/>
              </a:ext>
            </a:extLst>
          </p:cNvPr>
          <p:cNvSpPr>
            <a:spLocks noGrp="1"/>
          </p:cNvSpPr>
          <p:nvPr/>
        </p:nvSpPr>
        <p:spPr>
          <a:xfrm>
            <a:off x="60197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data_6784">
            <a:extLst>
              <a:ext uri="{FF2B5EF4-FFF2-40B4-BE49-F238E27FC236}">
                <a16:creationId xmlns:a16="http://schemas.microsoft.com/office/drawing/2014/main" id="{3FFC817B-F64C-45ED-B9A7-75C61D5B3834}"/>
              </a:ext>
            </a:extLst>
          </p:cNvPr>
          <p:cNvSpPr>
            <a:spLocks noGrp="1"/>
          </p:cNvSpPr>
          <p:nvPr/>
        </p:nvSpPr>
        <p:spPr>
          <a:xfrm>
            <a:off x="6005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data_6785">
            <a:extLst>
              <a:ext uri="{FF2B5EF4-FFF2-40B4-BE49-F238E27FC236}">
                <a16:creationId xmlns:a16="http://schemas.microsoft.com/office/drawing/2014/main" id="{1922B1B8-B521-4010-A3D7-93B25029D0E6}"/>
              </a:ext>
            </a:extLst>
          </p:cNvPr>
          <p:cNvSpPr>
            <a:spLocks noGrp="1"/>
          </p:cNvSpPr>
          <p:nvPr/>
        </p:nvSpPr>
        <p:spPr>
          <a:xfrm>
            <a:off x="60705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data_6786">
            <a:extLst>
              <a:ext uri="{FF2B5EF4-FFF2-40B4-BE49-F238E27FC236}">
                <a16:creationId xmlns:a16="http://schemas.microsoft.com/office/drawing/2014/main" id="{640D13CD-DB5C-4004-8882-22742BB159C3}"/>
              </a:ext>
            </a:extLst>
          </p:cNvPr>
          <p:cNvSpPr>
            <a:spLocks noGrp="1"/>
          </p:cNvSpPr>
          <p:nvPr/>
        </p:nvSpPr>
        <p:spPr>
          <a:xfrm>
            <a:off x="599300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data_6787">
            <a:extLst>
              <a:ext uri="{FF2B5EF4-FFF2-40B4-BE49-F238E27FC236}">
                <a16:creationId xmlns:a16="http://schemas.microsoft.com/office/drawing/2014/main" id="{1FBFAF30-BB14-496A-9FE3-8AA2D3E739DA}"/>
              </a:ext>
            </a:extLst>
          </p:cNvPr>
          <p:cNvSpPr>
            <a:spLocks noGrp="1"/>
          </p:cNvSpPr>
          <p:nvPr/>
        </p:nvSpPr>
        <p:spPr>
          <a:xfrm>
            <a:off x="60465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data_6788">
            <a:extLst>
              <a:ext uri="{FF2B5EF4-FFF2-40B4-BE49-F238E27FC236}">
                <a16:creationId xmlns:a16="http://schemas.microsoft.com/office/drawing/2014/main" id="{7612D757-1FC1-430E-8E91-C950EF9A571B}"/>
              </a:ext>
            </a:extLst>
          </p:cNvPr>
          <p:cNvSpPr>
            <a:spLocks noGrp="1"/>
          </p:cNvSpPr>
          <p:nvPr/>
        </p:nvSpPr>
        <p:spPr>
          <a:xfrm>
            <a:off x="60498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data_6789">
            <a:extLst>
              <a:ext uri="{FF2B5EF4-FFF2-40B4-BE49-F238E27FC236}">
                <a16:creationId xmlns:a16="http://schemas.microsoft.com/office/drawing/2014/main" id="{09FE7135-A063-4853-9FF7-B902FD5B88FD}"/>
              </a:ext>
            </a:extLst>
          </p:cNvPr>
          <p:cNvSpPr>
            <a:spLocks noGrp="1"/>
          </p:cNvSpPr>
          <p:nvPr/>
        </p:nvSpPr>
        <p:spPr>
          <a:xfrm>
            <a:off x="596264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data_6790">
            <a:extLst>
              <a:ext uri="{FF2B5EF4-FFF2-40B4-BE49-F238E27FC236}">
                <a16:creationId xmlns:a16="http://schemas.microsoft.com/office/drawing/2014/main" id="{58799469-3855-41CE-A912-C079370E53B0}"/>
              </a:ext>
            </a:extLst>
          </p:cNvPr>
          <p:cNvSpPr>
            <a:spLocks noGrp="1"/>
          </p:cNvSpPr>
          <p:nvPr/>
        </p:nvSpPr>
        <p:spPr>
          <a:xfrm>
            <a:off x="60688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data_6791">
            <a:extLst>
              <a:ext uri="{FF2B5EF4-FFF2-40B4-BE49-F238E27FC236}">
                <a16:creationId xmlns:a16="http://schemas.microsoft.com/office/drawing/2014/main" id="{71F9937E-74F9-4E0D-94AA-EA8F19261510}"/>
              </a:ext>
            </a:extLst>
          </p:cNvPr>
          <p:cNvSpPr>
            <a:spLocks noGrp="1"/>
          </p:cNvSpPr>
          <p:nvPr/>
        </p:nvSpPr>
        <p:spPr>
          <a:xfrm>
            <a:off x="5959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data_6792">
            <a:extLst>
              <a:ext uri="{FF2B5EF4-FFF2-40B4-BE49-F238E27FC236}">
                <a16:creationId xmlns:a16="http://schemas.microsoft.com/office/drawing/2014/main" id="{DC8823FD-79EF-4493-94CD-58B0A1553780}"/>
              </a:ext>
            </a:extLst>
          </p:cNvPr>
          <p:cNvSpPr>
            <a:spLocks noGrp="1"/>
          </p:cNvSpPr>
          <p:nvPr/>
        </p:nvSpPr>
        <p:spPr>
          <a:xfrm>
            <a:off x="60685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data_6793">
            <a:extLst>
              <a:ext uri="{FF2B5EF4-FFF2-40B4-BE49-F238E27FC236}">
                <a16:creationId xmlns:a16="http://schemas.microsoft.com/office/drawing/2014/main" id="{A8AC72B0-32E6-4441-ABBA-C8D4A8D5CB2A}"/>
              </a:ext>
            </a:extLst>
          </p:cNvPr>
          <p:cNvSpPr>
            <a:spLocks noGrp="1"/>
          </p:cNvSpPr>
          <p:nvPr/>
        </p:nvSpPr>
        <p:spPr>
          <a:xfrm>
            <a:off x="60812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data_6794">
            <a:extLst>
              <a:ext uri="{FF2B5EF4-FFF2-40B4-BE49-F238E27FC236}">
                <a16:creationId xmlns:a16="http://schemas.microsoft.com/office/drawing/2014/main" id="{5A542F0D-ADB0-4A2E-83B9-D37BE4538DB2}"/>
              </a:ext>
            </a:extLst>
          </p:cNvPr>
          <p:cNvSpPr>
            <a:spLocks noGrp="1"/>
          </p:cNvSpPr>
          <p:nvPr/>
        </p:nvSpPr>
        <p:spPr>
          <a:xfrm>
            <a:off x="60374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data_6795">
            <a:extLst>
              <a:ext uri="{FF2B5EF4-FFF2-40B4-BE49-F238E27FC236}">
                <a16:creationId xmlns:a16="http://schemas.microsoft.com/office/drawing/2014/main" id="{30326A16-7B9B-4C54-8DDD-2FADE2D1D457}"/>
              </a:ext>
            </a:extLst>
          </p:cNvPr>
          <p:cNvSpPr>
            <a:spLocks noGrp="1"/>
          </p:cNvSpPr>
          <p:nvPr/>
        </p:nvSpPr>
        <p:spPr>
          <a:xfrm>
            <a:off x="59983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data_6796">
            <a:extLst>
              <a:ext uri="{FF2B5EF4-FFF2-40B4-BE49-F238E27FC236}">
                <a16:creationId xmlns:a16="http://schemas.microsoft.com/office/drawing/2014/main" id="{8CD246D2-A56B-48C6-8908-ED2EEB335E8F}"/>
              </a:ext>
            </a:extLst>
          </p:cNvPr>
          <p:cNvSpPr>
            <a:spLocks noGrp="1"/>
          </p:cNvSpPr>
          <p:nvPr/>
        </p:nvSpPr>
        <p:spPr>
          <a:xfrm>
            <a:off x="60529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data_6797">
            <a:extLst>
              <a:ext uri="{FF2B5EF4-FFF2-40B4-BE49-F238E27FC236}">
                <a16:creationId xmlns:a16="http://schemas.microsoft.com/office/drawing/2014/main" id="{34E10EE7-4E36-48E5-AFD9-15A4365CBE05}"/>
              </a:ext>
            </a:extLst>
          </p:cNvPr>
          <p:cNvSpPr>
            <a:spLocks noGrp="1"/>
          </p:cNvSpPr>
          <p:nvPr/>
        </p:nvSpPr>
        <p:spPr>
          <a:xfrm>
            <a:off x="59866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data_6798">
            <a:extLst>
              <a:ext uri="{FF2B5EF4-FFF2-40B4-BE49-F238E27FC236}">
                <a16:creationId xmlns:a16="http://schemas.microsoft.com/office/drawing/2014/main" id="{466A92CB-EA8A-42F6-BA87-85E2E15E1FCA}"/>
              </a:ext>
            </a:extLst>
          </p:cNvPr>
          <p:cNvSpPr>
            <a:spLocks noGrp="1"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data_6799">
            <a:extLst>
              <a:ext uri="{FF2B5EF4-FFF2-40B4-BE49-F238E27FC236}">
                <a16:creationId xmlns:a16="http://schemas.microsoft.com/office/drawing/2014/main" id="{61461EA1-F689-4C15-887A-34590E5E82A4}"/>
              </a:ext>
            </a:extLst>
          </p:cNvPr>
          <p:cNvSpPr>
            <a:spLocks noGrp="1"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data_6800">
            <a:extLst>
              <a:ext uri="{FF2B5EF4-FFF2-40B4-BE49-F238E27FC236}">
                <a16:creationId xmlns:a16="http://schemas.microsoft.com/office/drawing/2014/main" id="{A20C05EE-B1BC-4C58-8A68-8C604E8269AB}"/>
              </a:ext>
            </a:extLst>
          </p:cNvPr>
          <p:cNvSpPr>
            <a:spLocks noGrp="1"/>
          </p:cNvSpPr>
          <p:nvPr/>
        </p:nvSpPr>
        <p:spPr>
          <a:xfrm>
            <a:off x="598101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data_6801">
            <a:extLst>
              <a:ext uri="{FF2B5EF4-FFF2-40B4-BE49-F238E27FC236}">
                <a16:creationId xmlns:a16="http://schemas.microsoft.com/office/drawing/2014/main" id="{02FF050F-730F-445F-8335-45A18A7D178B}"/>
              </a:ext>
            </a:extLst>
          </p:cNvPr>
          <p:cNvSpPr>
            <a:spLocks noGrp="1"/>
          </p:cNvSpPr>
          <p:nvPr/>
        </p:nvSpPr>
        <p:spPr>
          <a:xfrm>
            <a:off x="6071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data_6802">
            <a:extLst>
              <a:ext uri="{FF2B5EF4-FFF2-40B4-BE49-F238E27FC236}">
                <a16:creationId xmlns:a16="http://schemas.microsoft.com/office/drawing/2014/main" id="{261DB48A-D3DA-444E-BEBF-4106B649A5E4}"/>
              </a:ext>
            </a:extLst>
          </p:cNvPr>
          <p:cNvSpPr>
            <a:spLocks noGrp="1"/>
          </p:cNvSpPr>
          <p:nvPr/>
        </p:nvSpPr>
        <p:spPr>
          <a:xfrm>
            <a:off x="600055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data_6803">
            <a:extLst>
              <a:ext uri="{FF2B5EF4-FFF2-40B4-BE49-F238E27FC236}">
                <a16:creationId xmlns:a16="http://schemas.microsoft.com/office/drawing/2014/main" id="{38016A27-01CE-44B7-A951-3496616FD68C}"/>
              </a:ext>
            </a:extLst>
          </p:cNvPr>
          <p:cNvSpPr>
            <a:spLocks noGrp="1"/>
          </p:cNvSpPr>
          <p:nvPr/>
        </p:nvSpPr>
        <p:spPr>
          <a:xfrm>
            <a:off x="601319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data_6804">
            <a:extLst>
              <a:ext uri="{FF2B5EF4-FFF2-40B4-BE49-F238E27FC236}">
                <a16:creationId xmlns:a16="http://schemas.microsoft.com/office/drawing/2014/main" id="{AE85C8FE-967D-434C-8D19-A87CB4999BAD}"/>
              </a:ext>
            </a:extLst>
          </p:cNvPr>
          <p:cNvSpPr>
            <a:spLocks noGrp="1"/>
          </p:cNvSpPr>
          <p:nvPr/>
        </p:nvSpPr>
        <p:spPr>
          <a:xfrm>
            <a:off x="60843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data_6805">
            <a:extLst>
              <a:ext uri="{FF2B5EF4-FFF2-40B4-BE49-F238E27FC236}">
                <a16:creationId xmlns:a16="http://schemas.microsoft.com/office/drawing/2014/main" id="{A81403C2-6D1F-4FD7-8384-85D773A2F7B1}"/>
              </a:ext>
            </a:extLst>
          </p:cNvPr>
          <p:cNvSpPr>
            <a:spLocks noGrp="1"/>
          </p:cNvSpPr>
          <p:nvPr/>
        </p:nvSpPr>
        <p:spPr>
          <a:xfrm>
            <a:off x="6045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data_6806">
            <a:extLst>
              <a:ext uri="{FF2B5EF4-FFF2-40B4-BE49-F238E27FC236}">
                <a16:creationId xmlns:a16="http://schemas.microsoft.com/office/drawing/2014/main" id="{6AFB9322-A265-407C-9679-B59FBA1EBFE7}"/>
              </a:ext>
            </a:extLst>
          </p:cNvPr>
          <p:cNvSpPr>
            <a:spLocks noGrp="1"/>
          </p:cNvSpPr>
          <p:nvPr/>
        </p:nvSpPr>
        <p:spPr>
          <a:xfrm>
            <a:off x="6079648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data_6807">
            <a:extLst>
              <a:ext uri="{FF2B5EF4-FFF2-40B4-BE49-F238E27FC236}">
                <a16:creationId xmlns:a16="http://schemas.microsoft.com/office/drawing/2014/main" id="{1E5619D7-6525-48A6-ABC9-E6BC9D04C362}"/>
              </a:ext>
            </a:extLst>
          </p:cNvPr>
          <p:cNvSpPr>
            <a:spLocks noGrp="1"/>
          </p:cNvSpPr>
          <p:nvPr/>
        </p:nvSpPr>
        <p:spPr>
          <a:xfrm>
            <a:off x="5964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data_6808">
            <a:extLst>
              <a:ext uri="{FF2B5EF4-FFF2-40B4-BE49-F238E27FC236}">
                <a16:creationId xmlns:a16="http://schemas.microsoft.com/office/drawing/2014/main" id="{3AF0A40C-CE56-48EA-ABF3-7E2AFF44A82F}"/>
              </a:ext>
            </a:extLst>
          </p:cNvPr>
          <p:cNvSpPr>
            <a:spLocks noGrp="1"/>
          </p:cNvSpPr>
          <p:nvPr/>
        </p:nvSpPr>
        <p:spPr>
          <a:xfrm>
            <a:off x="6070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data_6809">
            <a:extLst>
              <a:ext uri="{FF2B5EF4-FFF2-40B4-BE49-F238E27FC236}">
                <a16:creationId xmlns:a16="http://schemas.microsoft.com/office/drawing/2014/main" id="{76A31345-188D-4153-900C-0A8669FCD584}"/>
              </a:ext>
            </a:extLst>
          </p:cNvPr>
          <p:cNvSpPr>
            <a:spLocks noGrp="1"/>
          </p:cNvSpPr>
          <p:nvPr/>
        </p:nvSpPr>
        <p:spPr>
          <a:xfrm>
            <a:off x="60528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data_6810">
            <a:extLst>
              <a:ext uri="{FF2B5EF4-FFF2-40B4-BE49-F238E27FC236}">
                <a16:creationId xmlns:a16="http://schemas.microsoft.com/office/drawing/2014/main" id="{6B2F87FE-023F-47B0-98D7-EEECF9B01342}"/>
              </a:ext>
            </a:extLst>
          </p:cNvPr>
          <p:cNvSpPr>
            <a:spLocks noGrp="1"/>
          </p:cNvSpPr>
          <p:nvPr/>
        </p:nvSpPr>
        <p:spPr>
          <a:xfrm>
            <a:off x="60078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data_6811">
            <a:extLst>
              <a:ext uri="{FF2B5EF4-FFF2-40B4-BE49-F238E27FC236}">
                <a16:creationId xmlns:a16="http://schemas.microsoft.com/office/drawing/2014/main" id="{948246BF-FDF0-4C4F-A947-2042AD82525F}"/>
              </a:ext>
            </a:extLst>
          </p:cNvPr>
          <p:cNvSpPr>
            <a:spLocks noGrp="1"/>
          </p:cNvSpPr>
          <p:nvPr/>
        </p:nvSpPr>
        <p:spPr>
          <a:xfrm>
            <a:off x="605788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data_6812">
            <a:extLst>
              <a:ext uri="{FF2B5EF4-FFF2-40B4-BE49-F238E27FC236}">
                <a16:creationId xmlns:a16="http://schemas.microsoft.com/office/drawing/2014/main" id="{32638ADF-08D9-4AB9-9059-D50BB9ADA6A9}"/>
              </a:ext>
            </a:extLst>
          </p:cNvPr>
          <p:cNvSpPr>
            <a:spLocks noGrp="1"/>
          </p:cNvSpPr>
          <p:nvPr/>
        </p:nvSpPr>
        <p:spPr>
          <a:xfrm>
            <a:off x="60849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data_6813">
            <a:extLst>
              <a:ext uri="{FF2B5EF4-FFF2-40B4-BE49-F238E27FC236}">
                <a16:creationId xmlns:a16="http://schemas.microsoft.com/office/drawing/2014/main" id="{D779CFDA-99B4-4F73-BD8C-EE1FB33BB95E}"/>
              </a:ext>
            </a:extLst>
          </p:cNvPr>
          <p:cNvSpPr>
            <a:spLocks noGrp="1"/>
          </p:cNvSpPr>
          <p:nvPr/>
        </p:nvSpPr>
        <p:spPr>
          <a:xfrm>
            <a:off x="60442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data_6814">
            <a:extLst>
              <a:ext uri="{FF2B5EF4-FFF2-40B4-BE49-F238E27FC236}">
                <a16:creationId xmlns:a16="http://schemas.microsoft.com/office/drawing/2014/main" id="{9B97AB12-6793-41AA-864E-52E26FC756A4}"/>
              </a:ext>
            </a:extLst>
          </p:cNvPr>
          <p:cNvSpPr>
            <a:spLocks noGrp="1"/>
          </p:cNvSpPr>
          <p:nvPr/>
        </p:nvSpPr>
        <p:spPr>
          <a:xfrm>
            <a:off x="6054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data_6815">
            <a:extLst>
              <a:ext uri="{FF2B5EF4-FFF2-40B4-BE49-F238E27FC236}">
                <a16:creationId xmlns:a16="http://schemas.microsoft.com/office/drawing/2014/main" id="{162D6892-148E-449F-9955-74031014080E}"/>
              </a:ext>
            </a:extLst>
          </p:cNvPr>
          <p:cNvSpPr>
            <a:spLocks noGrp="1"/>
          </p:cNvSpPr>
          <p:nvPr/>
        </p:nvSpPr>
        <p:spPr>
          <a:xfrm>
            <a:off x="605306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data_6816">
            <a:extLst>
              <a:ext uri="{FF2B5EF4-FFF2-40B4-BE49-F238E27FC236}">
                <a16:creationId xmlns:a16="http://schemas.microsoft.com/office/drawing/2014/main" id="{F34D0995-11F2-4470-BA3F-38A8D6EAB1CE}"/>
              </a:ext>
            </a:extLst>
          </p:cNvPr>
          <p:cNvSpPr>
            <a:spLocks noGrp="1"/>
          </p:cNvSpPr>
          <p:nvPr/>
        </p:nvSpPr>
        <p:spPr>
          <a:xfrm>
            <a:off x="60322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data_6817">
            <a:extLst>
              <a:ext uri="{FF2B5EF4-FFF2-40B4-BE49-F238E27FC236}">
                <a16:creationId xmlns:a16="http://schemas.microsoft.com/office/drawing/2014/main" id="{64B7424D-9923-47CA-9598-848938E8A82A}"/>
              </a:ext>
            </a:extLst>
          </p:cNvPr>
          <p:cNvSpPr>
            <a:spLocks noGrp="1"/>
          </p:cNvSpPr>
          <p:nvPr/>
        </p:nvSpPr>
        <p:spPr>
          <a:xfrm>
            <a:off x="599586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data_6818">
            <a:extLst>
              <a:ext uri="{FF2B5EF4-FFF2-40B4-BE49-F238E27FC236}">
                <a16:creationId xmlns:a16="http://schemas.microsoft.com/office/drawing/2014/main" id="{63C1C459-0003-499A-9B4D-48CE31F32843}"/>
              </a:ext>
            </a:extLst>
          </p:cNvPr>
          <p:cNvSpPr>
            <a:spLocks noGrp="1"/>
          </p:cNvSpPr>
          <p:nvPr/>
        </p:nvSpPr>
        <p:spPr>
          <a:xfrm>
            <a:off x="60758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data_6819">
            <a:extLst>
              <a:ext uri="{FF2B5EF4-FFF2-40B4-BE49-F238E27FC236}">
                <a16:creationId xmlns:a16="http://schemas.microsoft.com/office/drawing/2014/main" id="{8AB3BCD0-F994-4839-B4A9-E7435A430E62}"/>
              </a:ext>
            </a:extLst>
          </p:cNvPr>
          <p:cNvSpPr>
            <a:spLocks noGrp="1"/>
          </p:cNvSpPr>
          <p:nvPr/>
        </p:nvSpPr>
        <p:spPr>
          <a:xfrm>
            <a:off x="59820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data_6820">
            <a:extLst>
              <a:ext uri="{FF2B5EF4-FFF2-40B4-BE49-F238E27FC236}">
                <a16:creationId xmlns:a16="http://schemas.microsoft.com/office/drawing/2014/main" id="{9DBD51E9-87F7-47B6-B55B-99D40EC87724}"/>
              </a:ext>
            </a:extLst>
          </p:cNvPr>
          <p:cNvSpPr>
            <a:spLocks noGrp="1"/>
          </p:cNvSpPr>
          <p:nvPr/>
        </p:nvSpPr>
        <p:spPr>
          <a:xfrm>
            <a:off x="59810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data_6821">
            <a:extLst>
              <a:ext uri="{FF2B5EF4-FFF2-40B4-BE49-F238E27FC236}">
                <a16:creationId xmlns:a16="http://schemas.microsoft.com/office/drawing/2014/main" id="{292DBD03-D5E3-44D8-B754-B30367DB4390}"/>
              </a:ext>
            </a:extLst>
          </p:cNvPr>
          <p:cNvSpPr>
            <a:spLocks noGrp="1"/>
          </p:cNvSpPr>
          <p:nvPr/>
        </p:nvSpPr>
        <p:spPr>
          <a:xfrm>
            <a:off x="5986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data_6822">
            <a:extLst>
              <a:ext uri="{FF2B5EF4-FFF2-40B4-BE49-F238E27FC236}">
                <a16:creationId xmlns:a16="http://schemas.microsoft.com/office/drawing/2014/main" id="{C3DCE19F-C02E-49E3-AA17-35E339B9BB61}"/>
              </a:ext>
            </a:extLst>
          </p:cNvPr>
          <p:cNvSpPr>
            <a:spLocks noGrp="1"/>
          </p:cNvSpPr>
          <p:nvPr/>
        </p:nvSpPr>
        <p:spPr>
          <a:xfrm>
            <a:off x="60776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data_6823">
            <a:extLst>
              <a:ext uri="{FF2B5EF4-FFF2-40B4-BE49-F238E27FC236}">
                <a16:creationId xmlns:a16="http://schemas.microsoft.com/office/drawing/2014/main" id="{914A7C46-CD2B-40FB-8A18-A7FCE9866967}"/>
              </a:ext>
            </a:extLst>
          </p:cNvPr>
          <p:cNvSpPr>
            <a:spLocks noGrp="1"/>
          </p:cNvSpPr>
          <p:nvPr/>
        </p:nvSpPr>
        <p:spPr>
          <a:xfrm>
            <a:off x="6063882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data_6824">
            <a:extLst>
              <a:ext uri="{FF2B5EF4-FFF2-40B4-BE49-F238E27FC236}">
                <a16:creationId xmlns:a16="http://schemas.microsoft.com/office/drawing/2014/main" id="{5B14A76E-BBE2-4A9F-B1A2-66E1459D8658}"/>
              </a:ext>
            </a:extLst>
          </p:cNvPr>
          <p:cNvSpPr>
            <a:spLocks noGrp="1"/>
          </p:cNvSpPr>
          <p:nvPr/>
        </p:nvSpPr>
        <p:spPr>
          <a:xfrm>
            <a:off x="6069485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data_6825">
            <a:extLst>
              <a:ext uri="{FF2B5EF4-FFF2-40B4-BE49-F238E27FC236}">
                <a16:creationId xmlns:a16="http://schemas.microsoft.com/office/drawing/2014/main" id="{27B36C67-760B-481C-B6AC-F7AD4345AE13}"/>
              </a:ext>
            </a:extLst>
          </p:cNvPr>
          <p:cNvSpPr>
            <a:spLocks noGrp="1"/>
          </p:cNvSpPr>
          <p:nvPr/>
        </p:nvSpPr>
        <p:spPr>
          <a:xfrm>
            <a:off x="60533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data_6826">
            <a:extLst>
              <a:ext uri="{FF2B5EF4-FFF2-40B4-BE49-F238E27FC236}">
                <a16:creationId xmlns:a16="http://schemas.microsoft.com/office/drawing/2014/main" id="{CB3317EE-8C08-4F5B-94F4-63C0F17BE05C}"/>
              </a:ext>
            </a:extLst>
          </p:cNvPr>
          <p:cNvSpPr>
            <a:spLocks noGrp="1"/>
          </p:cNvSpPr>
          <p:nvPr/>
        </p:nvSpPr>
        <p:spPr>
          <a:xfrm>
            <a:off x="6063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data_6827">
            <a:extLst>
              <a:ext uri="{FF2B5EF4-FFF2-40B4-BE49-F238E27FC236}">
                <a16:creationId xmlns:a16="http://schemas.microsoft.com/office/drawing/2014/main" id="{A41A9AF5-D335-4CCC-BAE9-4D3182B985E5}"/>
              </a:ext>
            </a:extLst>
          </p:cNvPr>
          <p:cNvSpPr>
            <a:spLocks noGrp="1"/>
          </p:cNvSpPr>
          <p:nvPr/>
        </p:nvSpPr>
        <p:spPr>
          <a:xfrm>
            <a:off x="60745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data_6828">
            <a:extLst>
              <a:ext uri="{FF2B5EF4-FFF2-40B4-BE49-F238E27FC236}">
                <a16:creationId xmlns:a16="http://schemas.microsoft.com/office/drawing/2014/main" id="{870C3702-0F4A-4CFD-99E9-378AB1B52286}"/>
              </a:ext>
            </a:extLst>
          </p:cNvPr>
          <p:cNvSpPr>
            <a:spLocks noGrp="1"/>
          </p:cNvSpPr>
          <p:nvPr/>
        </p:nvSpPr>
        <p:spPr>
          <a:xfrm>
            <a:off x="5978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data_6829">
            <a:extLst>
              <a:ext uri="{FF2B5EF4-FFF2-40B4-BE49-F238E27FC236}">
                <a16:creationId xmlns:a16="http://schemas.microsoft.com/office/drawing/2014/main" id="{885065A8-A3C7-49C4-81A7-AB0B9370441A}"/>
              </a:ext>
            </a:extLst>
          </p:cNvPr>
          <p:cNvSpPr>
            <a:spLocks noGrp="1"/>
          </p:cNvSpPr>
          <p:nvPr/>
        </p:nvSpPr>
        <p:spPr>
          <a:xfrm>
            <a:off x="5989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data_6830">
            <a:extLst>
              <a:ext uri="{FF2B5EF4-FFF2-40B4-BE49-F238E27FC236}">
                <a16:creationId xmlns:a16="http://schemas.microsoft.com/office/drawing/2014/main" id="{B4441ED6-9785-4EBE-B41B-AA325EEE68B2}"/>
              </a:ext>
            </a:extLst>
          </p:cNvPr>
          <p:cNvSpPr>
            <a:spLocks noGrp="1"/>
          </p:cNvSpPr>
          <p:nvPr/>
        </p:nvSpPr>
        <p:spPr>
          <a:xfrm>
            <a:off x="6051113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data_6831">
            <a:extLst>
              <a:ext uri="{FF2B5EF4-FFF2-40B4-BE49-F238E27FC236}">
                <a16:creationId xmlns:a16="http://schemas.microsoft.com/office/drawing/2014/main" id="{7E065431-68B5-4520-8787-62786FA0F4F0}"/>
              </a:ext>
            </a:extLst>
          </p:cNvPr>
          <p:cNvSpPr>
            <a:spLocks noGrp="1"/>
          </p:cNvSpPr>
          <p:nvPr/>
        </p:nvSpPr>
        <p:spPr>
          <a:xfrm>
            <a:off x="5985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data_6832">
            <a:extLst>
              <a:ext uri="{FF2B5EF4-FFF2-40B4-BE49-F238E27FC236}">
                <a16:creationId xmlns:a16="http://schemas.microsoft.com/office/drawing/2014/main" id="{CC9DDAA4-3EBA-4918-B702-A7D4CCC00DCE}"/>
              </a:ext>
            </a:extLst>
          </p:cNvPr>
          <p:cNvSpPr>
            <a:spLocks noGrp="1"/>
          </p:cNvSpPr>
          <p:nvPr/>
        </p:nvSpPr>
        <p:spPr>
          <a:xfrm>
            <a:off x="5998212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data_6833">
            <a:extLst>
              <a:ext uri="{FF2B5EF4-FFF2-40B4-BE49-F238E27FC236}">
                <a16:creationId xmlns:a16="http://schemas.microsoft.com/office/drawing/2014/main" id="{5508C91C-A69E-4E29-91EC-881F76B7EF1C}"/>
              </a:ext>
            </a:extLst>
          </p:cNvPr>
          <p:cNvSpPr>
            <a:spLocks noGrp="1"/>
          </p:cNvSpPr>
          <p:nvPr/>
        </p:nvSpPr>
        <p:spPr>
          <a:xfrm>
            <a:off x="5976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data_6834">
            <a:extLst>
              <a:ext uri="{FF2B5EF4-FFF2-40B4-BE49-F238E27FC236}">
                <a16:creationId xmlns:a16="http://schemas.microsoft.com/office/drawing/2014/main" id="{EFD49817-7012-4A60-A70D-48E1607DBD03}"/>
              </a:ext>
            </a:extLst>
          </p:cNvPr>
          <p:cNvSpPr>
            <a:spLocks noGrp="1"/>
          </p:cNvSpPr>
          <p:nvPr/>
        </p:nvSpPr>
        <p:spPr>
          <a:xfrm>
            <a:off x="5990655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data_6835">
            <a:extLst>
              <a:ext uri="{FF2B5EF4-FFF2-40B4-BE49-F238E27FC236}">
                <a16:creationId xmlns:a16="http://schemas.microsoft.com/office/drawing/2014/main" id="{A1B27516-01BF-49CA-AA87-C74F9BBAD0F0}"/>
              </a:ext>
            </a:extLst>
          </p:cNvPr>
          <p:cNvSpPr>
            <a:spLocks noGrp="1"/>
          </p:cNvSpPr>
          <p:nvPr/>
        </p:nvSpPr>
        <p:spPr>
          <a:xfrm>
            <a:off x="599573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data_6836">
            <a:extLst>
              <a:ext uri="{FF2B5EF4-FFF2-40B4-BE49-F238E27FC236}">
                <a16:creationId xmlns:a16="http://schemas.microsoft.com/office/drawing/2014/main" id="{FC7C4ED1-3CF5-4F06-9FAF-A081B828FE2F}"/>
              </a:ext>
            </a:extLst>
          </p:cNvPr>
          <p:cNvSpPr>
            <a:spLocks noGrp="1"/>
          </p:cNvSpPr>
          <p:nvPr/>
        </p:nvSpPr>
        <p:spPr>
          <a:xfrm>
            <a:off x="607665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data_6837">
            <a:extLst>
              <a:ext uri="{FF2B5EF4-FFF2-40B4-BE49-F238E27FC236}">
                <a16:creationId xmlns:a16="http://schemas.microsoft.com/office/drawing/2014/main" id="{1C274112-CC9D-49C9-BEBE-75E9212AD9AD}"/>
              </a:ext>
            </a:extLst>
          </p:cNvPr>
          <p:cNvSpPr>
            <a:spLocks noGrp="1"/>
          </p:cNvSpPr>
          <p:nvPr/>
        </p:nvSpPr>
        <p:spPr>
          <a:xfrm>
            <a:off x="60214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data_6838">
            <a:extLst>
              <a:ext uri="{FF2B5EF4-FFF2-40B4-BE49-F238E27FC236}">
                <a16:creationId xmlns:a16="http://schemas.microsoft.com/office/drawing/2014/main" id="{44F1F5CF-F849-4F51-954C-551E21172F12}"/>
              </a:ext>
            </a:extLst>
          </p:cNvPr>
          <p:cNvSpPr>
            <a:spLocks noGrp="1"/>
          </p:cNvSpPr>
          <p:nvPr/>
        </p:nvSpPr>
        <p:spPr>
          <a:xfrm>
            <a:off x="59789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data_6839">
            <a:extLst>
              <a:ext uri="{FF2B5EF4-FFF2-40B4-BE49-F238E27FC236}">
                <a16:creationId xmlns:a16="http://schemas.microsoft.com/office/drawing/2014/main" id="{34FF3928-DAEF-435A-9C8C-65C4F544B7AD}"/>
              </a:ext>
            </a:extLst>
          </p:cNvPr>
          <p:cNvSpPr>
            <a:spLocks noGrp="1"/>
          </p:cNvSpPr>
          <p:nvPr/>
        </p:nvSpPr>
        <p:spPr>
          <a:xfrm>
            <a:off x="599782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data_6840">
            <a:extLst>
              <a:ext uri="{FF2B5EF4-FFF2-40B4-BE49-F238E27FC236}">
                <a16:creationId xmlns:a16="http://schemas.microsoft.com/office/drawing/2014/main" id="{06752227-8235-4A57-B48C-3A0029617593}"/>
              </a:ext>
            </a:extLst>
          </p:cNvPr>
          <p:cNvSpPr>
            <a:spLocks noGrp="1"/>
          </p:cNvSpPr>
          <p:nvPr/>
        </p:nvSpPr>
        <p:spPr>
          <a:xfrm>
            <a:off x="6069875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data_6841">
            <a:extLst>
              <a:ext uri="{FF2B5EF4-FFF2-40B4-BE49-F238E27FC236}">
                <a16:creationId xmlns:a16="http://schemas.microsoft.com/office/drawing/2014/main" id="{A977383E-F8BB-467C-8A2B-19E5A68D3DC7}"/>
              </a:ext>
            </a:extLst>
          </p:cNvPr>
          <p:cNvSpPr>
            <a:spLocks noGrp="1"/>
          </p:cNvSpPr>
          <p:nvPr/>
        </p:nvSpPr>
        <p:spPr>
          <a:xfrm>
            <a:off x="604524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data_6842">
            <a:extLst>
              <a:ext uri="{FF2B5EF4-FFF2-40B4-BE49-F238E27FC236}">
                <a16:creationId xmlns:a16="http://schemas.microsoft.com/office/drawing/2014/main" id="{0A380E81-DAB9-4963-9379-BA51C28AB07A}"/>
              </a:ext>
            </a:extLst>
          </p:cNvPr>
          <p:cNvSpPr>
            <a:spLocks noGrp="1"/>
          </p:cNvSpPr>
          <p:nvPr/>
        </p:nvSpPr>
        <p:spPr>
          <a:xfrm>
            <a:off x="606935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data_6843">
            <a:extLst>
              <a:ext uri="{FF2B5EF4-FFF2-40B4-BE49-F238E27FC236}">
                <a16:creationId xmlns:a16="http://schemas.microsoft.com/office/drawing/2014/main" id="{EC1C4669-46E5-4FC8-988F-093888921813}"/>
              </a:ext>
            </a:extLst>
          </p:cNvPr>
          <p:cNvSpPr>
            <a:spLocks noGrp="1"/>
          </p:cNvSpPr>
          <p:nvPr/>
        </p:nvSpPr>
        <p:spPr>
          <a:xfrm>
            <a:off x="5986877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data_6844">
            <a:extLst>
              <a:ext uri="{FF2B5EF4-FFF2-40B4-BE49-F238E27FC236}">
                <a16:creationId xmlns:a16="http://schemas.microsoft.com/office/drawing/2014/main" id="{15D8B04E-A169-4F2F-A305-E2DF3ECCB19A}"/>
              </a:ext>
            </a:extLst>
          </p:cNvPr>
          <p:cNvSpPr>
            <a:spLocks noGrp="1"/>
          </p:cNvSpPr>
          <p:nvPr/>
        </p:nvSpPr>
        <p:spPr>
          <a:xfrm>
            <a:off x="6011372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data_6845">
            <a:extLst>
              <a:ext uri="{FF2B5EF4-FFF2-40B4-BE49-F238E27FC236}">
                <a16:creationId xmlns:a16="http://schemas.microsoft.com/office/drawing/2014/main" id="{C2DA4417-E9CE-4DAB-9888-83ABE6643D9C}"/>
              </a:ext>
            </a:extLst>
          </p:cNvPr>
          <p:cNvSpPr>
            <a:spLocks noGrp="1"/>
          </p:cNvSpPr>
          <p:nvPr/>
        </p:nvSpPr>
        <p:spPr>
          <a:xfrm>
            <a:off x="607026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data_6846">
            <a:extLst>
              <a:ext uri="{FF2B5EF4-FFF2-40B4-BE49-F238E27FC236}">
                <a16:creationId xmlns:a16="http://schemas.microsoft.com/office/drawing/2014/main" id="{25716B1D-6257-412B-9166-D315CEC29BDB}"/>
              </a:ext>
            </a:extLst>
          </p:cNvPr>
          <p:cNvSpPr>
            <a:spLocks noGrp="1"/>
          </p:cNvSpPr>
          <p:nvPr/>
        </p:nvSpPr>
        <p:spPr>
          <a:xfrm>
            <a:off x="60703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data_6847">
            <a:extLst>
              <a:ext uri="{FF2B5EF4-FFF2-40B4-BE49-F238E27FC236}">
                <a16:creationId xmlns:a16="http://schemas.microsoft.com/office/drawing/2014/main" id="{671BEFA5-1BC2-46EC-9E7A-8A0CC3FD3030}"/>
              </a:ext>
            </a:extLst>
          </p:cNvPr>
          <p:cNvSpPr>
            <a:spLocks noGrp="1"/>
          </p:cNvSpPr>
          <p:nvPr/>
        </p:nvSpPr>
        <p:spPr>
          <a:xfrm>
            <a:off x="6062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data_6848">
            <a:extLst>
              <a:ext uri="{FF2B5EF4-FFF2-40B4-BE49-F238E27FC236}">
                <a16:creationId xmlns:a16="http://schemas.microsoft.com/office/drawing/2014/main" id="{1336F1EE-B550-46B9-A1B7-840DC0C16C80}"/>
              </a:ext>
            </a:extLst>
          </p:cNvPr>
          <p:cNvSpPr>
            <a:spLocks noGrp="1"/>
          </p:cNvSpPr>
          <p:nvPr/>
        </p:nvSpPr>
        <p:spPr>
          <a:xfrm>
            <a:off x="60737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data_6849">
            <a:extLst>
              <a:ext uri="{FF2B5EF4-FFF2-40B4-BE49-F238E27FC236}">
                <a16:creationId xmlns:a16="http://schemas.microsoft.com/office/drawing/2014/main" id="{9A85D0A3-A173-4A20-846E-B7C9B711BA73}"/>
              </a:ext>
            </a:extLst>
          </p:cNvPr>
          <p:cNvSpPr>
            <a:spLocks noGrp="1"/>
          </p:cNvSpPr>
          <p:nvPr/>
        </p:nvSpPr>
        <p:spPr>
          <a:xfrm>
            <a:off x="599886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data_6850">
            <a:extLst>
              <a:ext uri="{FF2B5EF4-FFF2-40B4-BE49-F238E27FC236}">
                <a16:creationId xmlns:a16="http://schemas.microsoft.com/office/drawing/2014/main" id="{D5889070-0ED2-444F-9E42-2488304C7048}"/>
              </a:ext>
            </a:extLst>
          </p:cNvPr>
          <p:cNvSpPr>
            <a:spLocks noGrp="1"/>
          </p:cNvSpPr>
          <p:nvPr/>
        </p:nvSpPr>
        <p:spPr>
          <a:xfrm>
            <a:off x="5979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data_6851">
            <a:extLst>
              <a:ext uri="{FF2B5EF4-FFF2-40B4-BE49-F238E27FC236}">
                <a16:creationId xmlns:a16="http://schemas.microsoft.com/office/drawing/2014/main" id="{49C7CC52-9A49-4A0E-ABD4-AE965E51921C}"/>
              </a:ext>
            </a:extLst>
          </p:cNvPr>
          <p:cNvSpPr>
            <a:spLocks noGrp="1"/>
          </p:cNvSpPr>
          <p:nvPr/>
        </p:nvSpPr>
        <p:spPr>
          <a:xfrm>
            <a:off x="6055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data_6852">
            <a:extLst>
              <a:ext uri="{FF2B5EF4-FFF2-40B4-BE49-F238E27FC236}">
                <a16:creationId xmlns:a16="http://schemas.microsoft.com/office/drawing/2014/main" id="{9867E520-FF7C-4AEA-8515-AD42BBC3332C}"/>
              </a:ext>
            </a:extLst>
          </p:cNvPr>
          <p:cNvSpPr>
            <a:spLocks noGrp="1"/>
          </p:cNvSpPr>
          <p:nvPr/>
        </p:nvSpPr>
        <p:spPr>
          <a:xfrm>
            <a:off x="59730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data_6853">
            <a:extLst>
              <a:ext uri="{FF2B5EF4-FFF2-40B4-BE49-F238E27FC236}">
                <a16:creationId xmlns:a16="http://schemas.microsoft.com/office/drawing/2014/main" id="{E4B0B71A-3C30-4006-BF4B-4AF4BABE11B2}"/>
              </a:ext>
            </a:extLst>
          </p:cNvPr>
          <p:cNvSpPr>
            <a:spLocks noGrp="1"/>
          </p:cNvSpPr>
          <p:nvPr/>
        </p:nvSpPr>
        <p:spPr>
          <a:xfrm>
            <a:off x="5981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data_6854">
            <a:extLst>
              <a:ext uri="{FF2B5EF4-FFF2-40B4-BE49-F238E27FC236}">
                <a16:creationId xmlns:a16="http://schemas.microsoft.com/office/drawing/2014/main" id="{58638894-3CE8-4C3F-A512-CC6189319D5A}"/>
              </a:ext>
            </a:extLst>
          </p:cNvPr>
          <p:cNvSpPr>
            <a:spLocks noGrp="1"/>
          </p:cNvSpPr>
          <p:nvPr/>
        </p:nvSpPr>
        <p:spPr>
          <a:xfrm>
            <a:off x="605827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data_6855">
            <a:extLst>
              <a:ext uri="{FF2B5EF4-FFF2-40B4-BE49-F238E27FC236}">
                <a16:creationId xmlns:a16="http://schemas.microsoft.com/office/drawing/2014/main" id="{9683E7F3-B21A-4D55-A685-474BCCBFB32F}"/>
              </a:ext>
            </a:extLst>
          </p:cNvPr>
          <p:cNvSpPr>
            <a:spLocks noGrp="1"/>
          </p:cNvSpPr>
          <p:nvPr/>
        </p:nvSpPr>
        <p:spPr>
          <a:xfrm>
            <a:off x="59742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data_6856">
            <a:extLst>
              <a:ext uri="{FF2B5EF4-FFF2-40B4-BE49-F238E27FC236}">
                <a16:creationId xmlns:a16="http://schemas.microsoft.com/office/drawing/2014/main" id="{932BDF58-FC11-40FD-8740-B5281F8CC902}"/>
              </a:ext>
            </a:extLst>
          </p:cNvPr>
          <p:cNvSpPr>
            <a:spLocks noGrp="1"/>
          </p:cNvSpPr>
          <p:nvPr/>
        </p:nvSpPr>
        <p:spPr>
          <a:xfrm>
            <a:off x="6083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data_6857">
            <a:extLst>
              <a:ext uri="{FF2B5EF4-FFF2-40B4-BE49-F238E27FC236}">
                <a16:creationId xmlns:a16="http://schemas.microsoft.com/office/drawing/2014/main" id="{6A969550-4BFC-4D98-A0CD-CE5AFBBB9BB7}"/>
              </a:ext>
            </a:extLst>
          </p:cNvPr>
          <p:cNvSpPr>
            <a:spLocks noGrp="1"/>
          </p:cNvSpPr>
          <p:nvPr/>
        </p:nvSpPr>
        <p:spPr>
          <a:xfrm>
            <a:off x="60633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data_6858">
            <a:extLst>
              <a:ext uri="{FF2B5EF4-FFF2-40B4-BE49-F238E27FC236}">
                <a16:creationId xmlns:a16="http://schemas.microsoft.com/office/drawing/2014/main" id="{63FAF246-7995-469F-B268-5D5708BBD66C}"/>
              </a:ext>
            </a:extLst>
          </p:cNvPr>
          <p:cNvSpPr>
            <a:spLocks noGrp="1"/>
          </p:cNvSpPr>
          <p:nvPr/>
        </p:nvSpPr>
        <p:spPr>
          <a:xfrm>
            <a:off x="60161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data_6859">
            <a:extLst>
              <a:ext uri="{FF2B5EF4-FFF2-40B4-BE49-F238E27FC236}">
                <a16:creationId xmlns:a16="http://schemas.microsoft.com/office/drawing/2014/main" id="{BF669D2B-6957-4A5E-841F-FA52AFC9A5FE}"/>
              </a:ext>
            </a:extLst>
          </p:cNvPr>
          <p:cNvSpPr>
            <a:spLocks noGrp="1"/>
          </p:cNvSpPr>
          <p:nvPr/>
        </p:nvSpPr>
        <p:spPr>
          <a:xfrm>
            <a:off x="59941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data_6860">
            <a:extLst>
              <a:ext uri="{FF2B5EF4-FFF2-40B4-BE49-F238E27FC236}">
                <a16:creationId xmlns:a16="http://schemas.microsoft.com/office/drawing/2014/main" id="{62D7359A-746F-4C0D-A9A1-23FFEBDD2A19}"/>
              </a:ext>
            </a:extLst>
          </p:cNvPr>
          <p:cNvSpPr>
            <a:spLocks noGrp="1"/>
          </p:cNvSpPr>
          <p:nvPr/>
        </p:nvSpPr>
        <p:spPr>
          <a:xfrm>
            <a:off x="6081341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data_6861">
            <a:extLst>
              <a:ext uri="{FF2B5EF4-FFF2-40B4-BE49-F238E27FC236}">
                <a16:creationId xmlns:a16="http://schemas.microsoft.com/office/drawing/2014/main" id="{2739DD0A-41DB-497B-AC6C-7B5ECA117777}"/>
              </a:ext>
            </a:extLst>
          </p:cNvPr>
          <p:cNvSpPr>
            <a:spLocks noGrp="1"/>
          </p:cNvSpPr>
          <p:nvPr/>
        </p:nvSpPr>
        <p:spPr>
          <a:xfrm>
            <a:off x="608694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data_6862">
            <a:extLst>
              <a:ext uri="{FF2B5EF4-FFF2-40B4-BE49-F238E27FC236}">
                <a16:creationId xmlns:a16="http://schemas.microsoft.com/office/drawing/2014/main" id="{1839AD90-2BB3-422C-8DCC-9B1570C09001}"/>
              </a:ext>
            </a:extLst>
          </p:cNvPr>
          <p:cNvSpPr>
            <a:spLocks noGrp="1"/>
          </p:cNvSpPr>
          <p:nvPr/>
        </p:nvSpPr>
        <p:spPr>
          <a:xfrm>
            <a:off x="603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data_6863">
            <a:extLst>
              <a:ext uri="{FF2B5EF4-FFF2-40B4-BE49-F238E27FC236}">
                <a16:creationId xmlns:a16="http://schemas.microsoft.com/office/drawing/2014/main" id="{E555D329-6FD8-4DF2-B65D-D74793071ED7}"/>
              </a:ext>
            </a:extLst>
          </p:cNvPr>
          <p:cNvSpPr>
            <a:spLocks noGrp="1"/>
          </p:cNvSpPr>
          <p:nvPr/>
        </p:nvSpPr>
        <p:spPr>
          <a:xfrm>
            <a:off x="60693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data_6864">
            <a:extLst>
              <a:ext uri="{FF2B5EF4-FFF2-40B4-BE49-F238E27FC236}">
                <a16:creationId xmlns:a16="http://schemas.microsoft.com/office/drawing/2014/main" id="{4B00EBE5-AA3A-4BAF-A4CD-DE46CA5ECEE0}"/>
              </a:ext>
            </a:extLst>
          </p:cNvPr>
          <p:cNvSpPr>
            <a:spLocks noGrp="1"/>
          </p:cNvSpPr>
          <p:nvPr/>
        </p:nvSpPr>
        <p:spPr>
          <a:xfrm>
            <a:off x="59780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data_6865">
            <a:extLst>
              <a:ext uri="{FF2B5EF4-FFF2-40B4-BE49-F238E27FC236}">
                <a16:creationId xmlns:a16="http://schemas.microsoft.com/office/drawing/2014/main" id="{8DCA4B28-6888-4A86-83BB-D881B2989890}"/>
              </a:ext>
            </a:extLst>
          </p:cNvPr>
          <p:cNvSpPr>
            <a:spLocks noGrp="1"/>
          </p:cNvSpPr>
          <p:nvPr/>
        </p:nvSpPr>
        <p:spPr>
          <a:xfrm>
            <a:off x="6014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data_6866">
            <a:extLst>
              <a:ext uri="{FF2B5EF4-FFF2-40B4-BE49-F238E27FC236}">
                <a16:creationId xmlns:a16="http://schemas.microsoft.com/office/drawing/2014/main" id="{3B925B5E-3DBB-4345-9840-E307147422C8}"/>
              </a:ext>
            </a:extLst>
          </p:cNvPr>
          <p:cNvSpPr>
            <a:spLocks noGrp="1"/>
          </p:cNvSpPr>
          <p:nvPr/>
        </p:nvSpPr>
        <p:spPr>
          <a:xfrm>
            <a:off x="606127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data_6867">
            <a:extLst>
              <a:ext uri="{FF2B5EF4-FFF2-40B4-BE49-F238E27FC236}">
                <a16:creationId xmlns:a16="http://schemas.microsoft.com/office/drawing/2014/main" id="{B3225230-E1CA-46BC-B7A9-BF0C7E9F697B}"/>
              </a:ext>
            </a:extLst>
          </p:cNvPr>
          <p:cNvSpPr>
            <a:spLocks noGrp="1"/>
          </p:cNvSpPr>
          <p:nvPr/>
        </p:nvSpPr>
        <p:spPr>
          <a:xfrm>
            <a:off x="59700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data_6868">
            <a:extLst>
              <a:ext uri="{FF2B5EF4-FFF2-40B4-BE49-F238E27FC236}">
                <a16:creationId xmlns:a16="http://schemas.microsoft.com/office/drawing/2014/main" id="{1A0F7A2E-DB3B-46F9-AA4A-B63EAA907DDE}"/>
              </a:ext>
            </a:extLst>
          </p:cNvPr>
          <p:cNvSpPr>
            <a:spLocks noGrp="1"/>
          </p:cNvSpPr>
          <p:nvPr/>
        </p:nvSpPr>
        <p:spPr>
          <a:xfrm>
            <a:off x="5965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data_6869">
            <a:extLst>
              <a:ext uri="{FF2B5EF4-FFF2-40B4-BE49-F238E27FC236}">
                <a16:creationId xmlns:a16="http://schemas.microsoft.com/office/drawing/2014/main" id="{F4D9D163-5F64-4461-BD2F-C8D19FB7AD59}"/>
              </a:ext>
            </a:extLst>
          </p:cNvPr>
          <p:cNvSpPr>
            <a:spLocks noGrp="1"/>
          </p:cNvSpPr>
          <p:nvPr/>
        </p:nvSpPr>
        <p:spPr>
          <a:xfrm>
            <a:off x="60423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data_6870">
            <a:extLst>
              <a:ext uri="{FF2B5EF4-FFF2-40B4-BE49-F238E27FC236}">
                <a16:creationId xmlns:a16="http://schemas.microsoft.com/office/drawing/2014/main" id="{CF09F2A4-0443-48FF-A0B9-C15B84A3BDAC}"/>
              </a:ext>
            </a:extLst>
          </p:cNvPr>
          <p:cNvSpPr>
            <a:spLocks noGrp="1"/>
          </p:cNvSpPr>
          <p:nvPr/>
        </p:nvSpPr>
        <p:spPr>
          <a:xfrm>
            <a:off x="60805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data_6871">
            <a:extLst>
              <a:ext uri="{FF2B5EF4-FFF2-40B4-BE49-F238E27FC236}">
                <a16:creationId xmlns:a16="http://schemas.microsoft.com/office/drawing/2014/main" id="{7978B904-949A-44DF-B21F-92AE332AEA7D}"/>
              </a:ext>
            </a:extLst>
          </p:cNvPr>
          <p:cNvSpPr>
            <a:spLocks noGrp="1"/>
          </p:cNvSpPr>
          <p:nvPr/>
        </p:nvSpPr>
        <p:spPr>
          <a:xfrm>
            <a:off x="5959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data_6872">
            <a:extLst>
              <a:ext uri="{FF2B5EF4-FFF2-40B4-BE49-F238E27FC236}">
                <a16:creationId xmlns:a16="http://schemas.microsoft.com/office/drawing/2014/main" id="{EBCD6924-EC10-41CA-92E7-ECB5838764EE}"/>
              </a:ext>
            </a:extLst>
          </p:cNvPr>
          <p:cNvSpPr>
            <a:spLocks noGrp="1"/>
          </p:cNvSpPr>
          <p:nvPr/>
        </p:nvSpPr>
        <p:spPr>
          <a:xfrm>
            <a:off x="60105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data_6873">
            <a:extLst>
              <a:ext uri="{FF2B5EF4-FFF2-40B4-BE49-F238E27FC236}">
                <a16:creationId xmlns:a16="http://schemas.microsoft.com/office/drawing/2014/main" id="{CBC63EDE-4F1D-40AF-8A67-47F2E29044E0}"/>
              </a:ext>
            </a:extLst>
          </p:cNvPr>
          <p:cNvSpPr>
            <a:spLocks noGrp="1"/>
          </p:cNvSpPr>
          <p:nvPr/>
        </p:nvSpPr>
        <p:spPr>
          <a:xfrm>
            <a:off x="6052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data_6874">
            <a:extLst>
              <a:ext uri="{FF2B5EF4-FFF2-40B4-BE49-F238E27FC236}">
                <a16:creationId xmlns:a16="http://schemas.microsoft.com/office/drawing/2014/main" id="{5FE35713-C6D2-47E4-A63B-80D7A417827D}"/>
              </a:ext>
            </a:extLst>
          </p:cNvPr>
          <p:cNvSpPr>
            <a:spLocks noGrp="1"/>
          </p:cNvSpPr>
          <p:nvPr/>
        </p:nvSpPr>
        <p:spPr>
          <a:xfrm>
            <a:off x="60133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data_6875">
            <a:extLst>
              <a:ext uri="{FF2B5EF4-FFF2-40B4-BE49-F238E27FC236}">
                <a16:creationId xmlns:a16="http://schemas.microsoft.com/office/drawing/2014/main" id="{4804FD91-19C5-4BB8-93A2-DE204866FE27}"/>
              </a:ext>
            </a:extLst>
          </p:cNvPr>
          <p:cNvSpPr>
            <a:spLocks noGrp="1"/>
          </p:cNvSpPr>
          <p:nvPr/>
        </p:nvSpPr>
        <p:spPr>
          <a:xfrm>
            <a:off x="5991307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data_6876">
            <a:extLst>
              <a:ext uri="{FF2B5EF4-FFF2-40B4-BE49-F238E27FC236}">
                <a16:creationId xmlns:a16="http://schemas.microsoft.com/office/drawing/2014/main" id="{75658F26-5896-47FD-9762-DC144BE4249C}"/>
              </a:ext>
            </a:extLst>
          </p:cNvPr>
          <p:cNvSpPr>
            <a:spLocks noGrp="1"/>
          </p:cNvSpPr>
          <p:nvPr/>
        </p:nvSpPr>
        <p:spPr>
          <a:xfrm>
            <a:off x="6041862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data_6877">
            <a:extLst>
              <a:ext uri="{FF2B5EF4-FFF2-40B4-BE49-F238E27FC236}">
                <a16:creationId xmlns:a16="http://schemas.microsoft.com/office/drawing/2014/main" id="{A99DAFB5-7B69-49E1-822C-1BB1C910C3C5}"/>
              </a:ext>
            </a:extLst>
          </p:cNvPr>
          <p:cNvSpPr>
            <a:spLocks noGrp="1"/>
          </p:cNvSpPr>
          <p:nvPr/>
        </p:nvSpPr>
        <p:spPr>
          <a:xfrm>
            <a:off x="603769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data_6878">
            <a:extLst>
              <a:ext uri="{FF2B5EF4-FFF2-40B4-BE49-F238E27FC236}">
                <a16:creationId xmlns:a16="http://schemas.microsoft.com/office/drawing/2014/main" id="{7B2E382E-9033-4CF9-B153-2DFC0F4B7D52}"/>
              </a:ext>
            </a:extLst>
          </p:cNvPr>
          <p:cNvSpPr>
            <a:spLocks noGrp="1"/>
          </p:cNvSpPr>
          <p:nvPr/>
        </p:nvSpPr>
        <p:spPr>
          <a:xfrm>
            <a:off x="60219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data_6879">
            <a:extLst>
              <a:ext uri="{FF2B5EF4-FFF2-40B4-BE49-F238E27FC236}">
                <a16:creationId xmlns:a16="http://schemas.microsoft.com/office/drawing/2014/main" id="{F1E6CF56-67F1-4B84-A787-2343B84D4324}"/>
              </a:ext>
            </a:extLst>
          </p:cNvPr>
          <p:cNvSpPr>
            <a:spLocks noGrp="1"/>
          </p:cNvSpPr>
          <p:nvPr/>
        </p:nvSpPr>
        <p:spPr>
          <a:xfrm>
            <a:off x="60345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data_6880">
            <a:extLst>
              <a:ext uri="{FF2B5EF4-FFF2-40B4-BE49-F238E27FC236}">
                <a16:creationId xmlns:a16="http://schemas.microsoft.com/office/drawing/2014/main" id="{E64DE371-80EE-4E8D-B959-06E1E58F6334}"/>
              </a:ext>
            </a:extLst>
          </p:cNvPr>
          <p:cNvSpPr>
            <a:spLocks noGrp="1"/>
          </p:cNvSpPr>
          <p:nvPr/>
        </p:nvSpPr>
        <p:spPr>
          <a:xfrm>
            <a:off x="5997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data_6881">
            <a:extLst>
              <a:ext uri="{FF2B5EF4-FFF2-40B4-BE49-F238E27FC236}">
                <a16:creationId xmlns:a16="http://schemas.microsoft.com/office/drawing/2014/main" id="{0822BAD2-699B-4808-A442-58F4DB4F94E5}"/>
              </a:ext>
            </a:extLst>
          </p:cNvPr>
          <p:cNvSpPr>
            <a:spLocks noGrp="1"/>
          </p:cNvSpPr>
          <p:nvPr/>
        </p:nvSpPr>
        <p:spPr>
          <a:xfrm>
            <a:off x="60263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data_6882">
            <a:extLst>
              <a:ext uri="{FF2B5EF4-FFF2-40B4-BE49-F238E27FC236}">
                <a16:creationId xmlns:a16="http://schemas.microsoft.com/office/drawing/2014/main" id="{D0C34926-4AAB-4CEF-A600-14AAE910DAC5}"/>
              </a:ext>
            </a:extLst>
          </p:cNvPr>
          <p:cNvSpPr>
            <a:spLocks noGrp="1"/>
          </p:cNvSpPr>
          <p:nvPr/>
        </p:nvSpPr>
        <p:spPr>
          <a:xfrm>
            <a:off x="599847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data_6883">
            <a:extLst>
              <a:ext uri="{FF2B5EF4-FFF2-40B4-BE49-F238E27FC236}">
                <a16:creationId xmlns:a16="http://schemas.microsoft.com/office/drawing/2014/main" id="{AC53BB51-CF84-4268-B8DB-678E5C292008}"/>
              </a:ext>
            </a:extLst>
          </p:cNvPr>
          <p:cNvSpPr>
            <a:spLocks noGrp="1"/>
          </p:cNvSpPr>
          <p:nvPr/>
        </p:nvSpPr>
        <p:spPr>
          <a:xfrm>
            <a:off x="600993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data_6884">
            <a:extLst>
              <a:ext uri="{FF2B5EF4-FFF2-40B4-BE49-F238E27FC236}">
                <a16:creationId xmlns:a16="http://schemas.microsoft.com/office/drawing/2014/main" id="{751CEEC2-AE77-4431-B5DA-51F66DB736ED}"/>
              </a:ext>
            </a:extLst>
          </p:cNvPr>
          <p:cNvSpPr>
            <a:spLocks noGrp="1"/>
          </p:cNvSpPr>
          <p:nvPr/>
        </p:nvSpPr>
        <p:spPr>
          <a:xfrm>
            <a:off x="6066227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data_6885">
            <a:extLst>
              <a:ext uri="{FF2B5EF4-FFF2-40B4-BE49-F238E27FC236}">
                <a16:creationId xmlns:a16="http://schemas.microsoft.com/office/drawing/2014/main" id="{7BD15AAC-D177-4740-B648-E87DC9B975CD}"/>
              </a:ext>
            </a:extLst>
          </p:cNvPr>
          <p:cNvSpPr>
            <a:spLocks noGrp="1"/>
          </p:cNvSpPr>
          <p:nvPr/>
        </p:nvSpPr>
        <p:spPr>
          <a:xfrm>
            <a:off x="59739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data_6886">
            <a:extLst>
              <a:ext uri="{FF2B5EF4-FFF2-40B4-BE49-F238E27FC236}">
                <a16:creationId xmlns:a16="http://schemas.microsoft.com/office/drawing/2014/main" id="{A5285DEE-FBE8-436F-BF63-857D4225D75D}"/>
              </a:ext>
            </a:extLst>
          </p:cNvPr>
          <p:cNvSpPr>
            <a:spLocks noGrp="1"/>
          </p:cNvSpPr>
          <p:nvPr/>
        </p:nvSpPr>
        <p:spPr>
          <a:xfrm>
            <a:off x="59799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data_6887">
            <a:extLst>
              <a:ext uri="{FF2B5EF4-FFF2-40B4-BE49-F238E27FC236}">
                <a16:creationId xmlns:a16="http://schemas.microsoft.com/office/drawing/2014/main" id="{B95789E5-970E-4E6F-8FB6-9BDDC68F3AFC}"/>
              </a:ext>
            </a:extLst>
          </p:cNvPr>
          <p:cNvSpPr>
            <a:spLocks noGrp="1"/>
          </p:cNvSpPr>
          <p:nvPr/>
        </p:nvSpPr>
        <p:spPr>
          <a:xfrm>
            <a:off x="60341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data_6888">
            <a:extLst>
              <a:ext uri="{FF2B5EF4-FFF2-40B4-BE49-F238E27FC236}">
                <a16:creationId xmlns:a16="http://schemas.microsoft.com/office/drawing/2014/main" id="{C324D9EC-0414-4A0D-B4A1-A0B44DD0F686}"/>
              </a:ext>
            </a:extLst>
          </p:cNvPr>
          <p:cNvSpPr>
            <a:spLocks noGrp="1"/>
          </p:cNvSpPr>
          <p:nvPr/>
        </p:nvSpPr>
        <p:spPr>
          <a:xfrm>
            <a:off x="603300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data_6889">
            <a:extLst>
              <a:ext uri="{FF2B5EF4-FFF2-40B4-BE49-F238E27FC236}">
                <a16:creationId xmlns:a16="http://schemas.microsoft.com/office/drawing/2014/main" id="{4460EEF4-9982-4CEF-8253-593C6B03F50A}"/>
              </a:ext>
            </a:extLst>
          </p:cNvPr>
          <p:cNvSpPr>
            <a:spLocks noGrp="1"/>
          </p:cNvSpPr>
          <p:nvPr/>
        </p:nvSpPr>
        <p:spPr>
          <a:xfrm>
            <a:off x="6075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data_6890">
            <a:extLst>
              <a:ext uri="{FF2B5EF4-FFF2-40B4-BE49-F238E27FC236}">
                <a16:creationId xmlns:a16="http://schemas.microsoft.com/office/drawing/2014/main" id="{171943E9-AC6F-433D-A56D-0EBD5D70414D}"/>
              </a:ext>
            </a:extLst>
          </p:cNvPr>
          <p:cNvSpPr>
            <a:spLocks noGrp="1"/>
          </p:cNvSpPr>
          <p:nvPr/>
        </p:nvSpPr>
        <p:spPr>
          <a:xfrm>
            <a:off x="60556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data_6891">
            <a:extLst>
              <a:ext uri="{FF2B5EF4-FFF2-40B4-BE49-F238E27FC236}">
                <a16:creationId xmlns:a16="http://schemas.microsoft.com/office/drawing/2014/main" id="{9320CED5-8501-4019-A934-63DDF993610D}"/>
              </a:ext>
            </a:extLst>
          </p:cNvPr>
          <p:cNvSpPr>
            <a:spLocks noGrp="1"/>
          </p:cNvSpPr>
          <p:nvPr/>
        </p:nvSpPr>
        <p:spPr>
          <a:xfrm>
            <a:off x="59752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data_6892">
            <a:extLst>
              <a:ext uri="{FF2B5EF4-FFF2-40B4-BE49-F238E27FC236}">
                <a16:creationId xmlns:a16="http://schemas.microsoft.com/office/drawing/2014/main" id="{C93CEF34-1C20-4BF4-80B7-3B78D6C86586}"/>
              </a:ext>
            </a:extLst>
          </p:cNvPr>
          <p:cNvSpPr>
            <a:spLocks noGrp="1"/>
          </p:cNvSpPr>
          <p:nvPr/>
        </p:nvSpPr>
        <p:spPr>
          <a:xfrm>
            <a:off x="5994173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data_6893">
            <a:extLst>
              <a:ext uri="{FF2B5EF4-FFF2-40B4-BE49-F238E27FC236}">
                <a16:creationId xmlns:a16="http://schemas.microsoft.com/office/drawing/2014/main" id="{33ED629A-F0ED-4490-9C01-464F42C46FD5}"/>
              </a:ext>
            </a:extLst>
          </p:cNvPr>
          <p:cNvSpPr>
            <a:spLocks noGrp="1"/>
          </p:cNvSpPr>
          <p:nvPr/>
        </p:nvSpPr>
        <p:spPr>
          <a:xfrm>
            <a:off x="604590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data_6894">
            <a:extLst>
              <a:ext uri="{FF2B5EF4-FFF2-40B4-BE49-F238E27FC236}">
                <a16:creationId xmlns:a16="http://schemas.microsoft.com/office/drawing/2014/main" id="{FACE53A6-8202-477D-90FF-9A3212426899}"/>
              </a:ext>
            </a:extLst>
          </p:cNvPr>
          <p:cNvSpPr>
            <a:spLocks noGrp="1"/>
          </p:cNvSpPr>
          <p:nvPr/>
        </p:nvSpPr>
        <p:spPr>
          <a:xfrm>
            <a:off x="5967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data_6895">
            <a:extLst>
              <a:ext uri="{FF2B5EF4-FFF2-40B4-BE49-F238E27FC236}">
                <a16:creationId xmlns:a16="http://schemas.microsoft.com/office/drawing/2014/main" id="{9002372F-785A-4DE1-93C2-19D654088C57}"/>
              </a:ext>
            </a:extLst>
          </p:cNvPr>
          <p:cNvSpPr>
            <a:spLocks noGrp="1"/>
          </p:cNvSpPr>
          <p:nvPr/>
        </p:nvSpPr>
        <p:spPr>
          <a:xfrm>
            <a:off x="60582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data_6896">
            <a:extLst>
              <a:ext uri="{FF2B5EF4-FFF2-40B4-BE49-F238E27FC236}">
                <a16:creationId xmlns:a16="http://schemas.microsoft.com/office/drawing/2014/main" id="{1C56934F-7F36-4253-90F0-D78E84EE5AB2}"/>
              </a:ext>
            </a:extLst>
          </p:cNvPr>
          <p:cNvSpPr>
            <a:spLocks noGrp="1"/>
          </p:cNvSpPr>
          <p:nvPr/>
        </p:nvSpPr>
        <p:spPr>
          <a:xfrm>
            <a:off x="60627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data_6897">
            <a:extLst>
              <a:ext uri="{FF2B5EF4-FFF2-40B4-BE49-F238E27FC236}">
                <a16:creationId xmlns:a16="http://schemas.microsoft.com/office/drawing/2014/main" id="{9992A126-7CCE-4496-9513-D109CEF4BE8A}"/>
              </a:ext>
            </a:extLst>
          </p:cNvPr>
          <p:cNvSpPr>
            <a:spLocks noGrp="1"/>
          </p:cNvSpPr>
          <p:nvPr/>
        </p:nvSpPr>
        <p:spPr>
          <a:xfrm>
            <a:off x="604889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data_6898">
            <a:extLst>
              <a:ext uri="{FF2B5EF4-FFF2-40B4-BE49-F238E27FC236}">
                <a16:creationId xmlns:a16="http://schemas.microsoft.com/office/drawing/2014/main" id="{820CBA06-F406-4B94-8617-61EA646D9095}"/>
              </a:ext>
            </a:extLst>
          </p:cNvPr>
          <p:cNvSpPr>
            <a:spLocks noGrp="1"/>
          </p:cNvSpPr>
          <p:nvPr/>
        </p:nvSpPr>
        <p:spPr>
          <a:xfrm>
            <a:off x="60477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data_6899">
            <a:extLst>
              <a:ext uri="{FF2B5EF4-FFF2-40B4-BE49-F238E27FC236}">
                <a16:creationId xmlns:a16="http://schemas.microsoft.com/office/drawing/2014/main" id="{8A171EC5-0F09-415B-A714-E4DEBC74E4D0}"/>
              </a:ext>
            </a:extLst>
          </p:cNvPr>
          <p:cNvSpPr>
            <a:spLocks noGrp="1"/>
          </p:cNvSpPr>
          <p:nvPr/>
        </p:nvSpPr>
        <p:spPr>
          <a:xfrm>
            <a:off x="60533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data_6900">
            <a:extLst>
              <a:ext uri="{FF2B5EF4-FFF2-40B4-BE49-F238E27FC236}">
                <a16:creationId xmlns:a16="http://schemas.microsoft.com/office/drawing/2014/main" id="{7E64018A-A656-4198-99BB-E7B3BA6D2BA5}"/>
              </a:ext>
            </a:extLst>
          </p:cNvPr>
          <p:cNvSpPr>
            <a:spLocks noGrp="1"/>
          </p:cNvSpPr>
          <p:nvPr/>
        </p:nvSpPr>
        <p:spPr>
          <a:xfrm>
            <a:off x="60287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data_6901">
            <a:extLst>
              <a:ext uri="{FF2B5EF4-FFF2-40B4-BE49-F238E27FC236}">
                <a16:creationId xmlns:a16="http://schemas.microsoft.com/office/drawing/2014/main" id="{3A6F9F1C-C389-47C4-A3A1-4840BFC9B64A}"/>
              </a:ext>
            </a:extLst>
          </p:cNvPr>
          <p:cNvSpPr>
            <a:spLocks noGrp="1"/>
          </p:cNvSpPr>
          <p:nvPr/>
        </p:nvSpPr>
        <p:spPr>
          <a:xfrm>
            <a:off x="5961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data_6902">
            <a:extLst>
              <a:ext uri="{FF2B5EF4-FFF2-40B4-BE49-F238E27FC236}">
                <a16:creationId xmlns:a16="http://schemas.microsoft.com/office/drawing/2014/main" id="{518B7CAA-49EA-4CFD-9D1E-FF42780D1377}"/>
              </a:ext>
            </a:extLst>
          </p:cNvPr>
          <p:cNvSpPr>
            <a:spLocks noGrp="1"/>
          </p:cNvSpPr>
          <p:nvPr/>
        </p:nvSpPr>
        <p:spPr>
          <a:xfrm>
            <a:off x="60284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data_6903">
            <a:extLst>
              <a:ext uri="{FF2B5EF4-FFF2-40B4-BE49-F238E27FC236}">
                <a16:creationId xmlns:a16="http://schemas.microsoft.com/office/drawing/2014/main" id="{4DAFD598-AABF-4FAB-A23B-8D60A922A548}"/>
              </a:ext>
            </a:extLst>
          </p:cNvPr>
          <p:cNvSpPr>
            <a:spLocks noGrp="1"/>
          </p:cNvSpPr>
          <p:nvPr/>
        </p:nvSpPr>
        <p:spPr>
          <a:xfrm>
            <a:off x="59782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data_6904">
            <a:extLst>
              <a:ext uri="{FF2B5EF4-FFF2-40B4-BE49-F238E27FC236}">
                <a16:creationId xmlns:a16="http://schemas.microsoft.com/office/drawing/2014/main" id="{3B459E1B-4FD3-4749-BCEE-3CCC57D8B47F}"/>
              </a:ext>
            </a:extLst>
          </p:cNvPr>
          <p:cNvSpPr>
            <a:spLocks noGrp="1"/>
          </p:cNvSpPr>
          <p:nvPr/>
        </p:nvSpPr>
        <p:spPr>
          <a:xfrm>
            <a:off x="6048246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data_6905">
            <a:extLst>
              <a:ext uri="{FF2B5EF4-FFF2-40B4-BE49-F238E27FC236}">
                <a16:creationId xmlns:a16="http://schemas.microsoft.com/office/drawing/2014/main" id="{0060DD30-80A1-4AB4-90A3-990E1BEAEFC0}"/>
              </a:ext>
            </a:extLst>
          </p:cNvPr>
          <p:cNvSpPr>
            <a:spLocks noGrp="1"/>
          </p:cNvSpPr>
          <p:nvPr/>
        </p:nvSpPr>
        <p:spPr>
          <a:xfrm>
            <a:off x="60654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data_6906">
            <a:extLst>
              <a:ext uri="{FF2B5EF4-FFF2-40B4-BE49-F238E27FC236}">
                <a16:creationId xmlns:a16="http://schemas.microsoft.com/office/drawing/2014/main" id="{461199E7-1D72-45A9-AB19-4A302D7A2E83}"/>
              </a:ext>
            </a:extLst>
          </p:cNvPr>
          <p:cNvSpPr>
            <a:spLocks noGrp="1"/>
          </p:cNvSpPr>
          <p:nvPr/>
        </p:nvSpPr>
        <p:spPr>
          <a:xfrm>
            <a:off x="5976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data_6907">
            <a:extLst>
              <a:ext uri="{FF2B5EF4-FFF2-40B4-BE49-F238E27FC236}">
                <a16:creationId xmlns:a16="http://schemas.microsoft.com/office/drawing/2014/main" id="{C00B21FF-1014-46EE-A9D7-8DD71CC2A527}"/>
              </a:ext>
            </a:extLst>
          </p:cNvPr>
          <p:cNvSpPr>
            <a:spLocks noGrp="1"/>
          </p:cNvSpPr>
          <p:nvPr/>
        </p:nvSpPr>
        <p:spPr>
          <a:xfrm>
            <a:off x="60494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data_6908">
            <a:extLst>
              <a:ext uri="{FF2B5EF4-FFF2-40B4-BE49-F238E27FC236}">
                <a16:creationId xmlns:a16="http://schemas.microsoft.com/office/drawing/2014/main" id="{F9B23E1A-1AC8-4A72-89F2-44090DC463AC}"/>
              </a:ext>
            </a:extLst>
          </p:cNvPr>
          <p:cNvSpPr>
            <a:spLocks noGrp="1"/>
          </p:cNvSpPr>
          <p:nvPr/>
        </p:nvSpPr>
        <p:spPr>
          <a:xfrm>
            <a:off x="5982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data_6909">
            <a:extLst>
              <a:ext uri="{FF2B5EF4-FFF2-40B4-BE49-F238E27FC236}">
                <a16:creationId xmlns:a16="http://schemas.microsoft.com/office/drawing/2014/main" id="{D97077F6-66A4-471C-AE58-9EB6A82C8E19}"/>
              </a:ext>
            </a:extLst>
          </p:cNvPr>
          <p:cNvSpPr>
            <a:spLocks noGrp="1"/>
          </p:cNvSpPr>
          <p:nvPr/>
        </p:nvSpPr>
        <p:spPr>
          <a:xfrm>
            <a:off x="5988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data_6910">
            <a:extLst>
              <a:ext uri="{FF2B5EF4-FFF2-40B4-BE49-F238E27FC236}">
                <a16:creationId xmlns:a16="http://schemas.microsoft.com/office/drawing/2014/main" id="{F6FCB757-F7E0-4447-95C0-7DBB4268D5A6}"/>
              </a:ext>
            </a:extLst>
          </p:cNvPr>
          <p:cNvSpPr>
            <a:spLocks noGrp="1"/>
          </p:cNvSpPr>
          <p:nvPr/>
        </p:nvSpPr>
        <p:spPr>
          <a:xfrm>
            <a:off x="59729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data_6911">
            <a:extLst>
              <a:ext uri="{FF2B5EF4-FFF2-40B4-BE49-F238E27FC236}">
                <a16:creationId xmlns:a16="http://schemas.microsoft.com/office/drawing/2014/main" id="{B0EF12A4-3101-4DEB-B870-0B289B5F04A4}"/>
              </a:ext>
            </a:extLst>
          </p:cNvPr>
          <p:cNvSpPr>
            <a:spLocks noGrp="1"/>
          </p:cNvSpPr>
          <p:nvPr/>
        </p:nvSpPr>
        <p:spPr>
          <a:xfrm>
            <a:off x="6047986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data_6912">
            <a:extLst>
              <a:ext uri="{FF2B5EF4-FFF2-40B4-BE49-F238E27FC236}">
                <a16:creationId xmlns:a16="http://schemas.microsoft.com/office/drawing/2014/main" id="{38CCEEF8-DB7D-408D-A3B3-CB4212927A52}"/>
              </a:ext>
            </a:extLst>
          </p:cNvPr>
          <p:cNvSpPr>
            <a:spLocks noGrp="1"/>
          </p:cNvSpPr>
          <p:nvPr/>
        </p:nvSpPr>
        <p:spPr>
          <a:xfrm>
            <a:off x="6081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data_6913">
            <a:extLst>
              <a:ext uri="{FF2B5EF4-FFF2-40B4-BE49-F238E27FC236}">
                <a16:creationId xmlns:a16="http://schemas.microsoft.com/office/drawing/2014/main" id="{5DD1F773-E5AE-43FA-9D79-8ABEB8DEA8CF}"/>
              </a:ext>
            </a:extLst>
          </p:cNvPr>
          <p:cNvSpPr>
            <a:spLocks noGrp="1"/>
          </p:cNvSpPr>
          <p:nvPr/>
        </p:nvSpPr>
        <p:spPr>
          <a:xfrm>
            <a:off x="608720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data_6914">
            <a:extLst>
              <a:ext uri="{FF2B5EF4-FFF2-40B4-BE49-F238E27FC236}">
                <a16:creationId xmlns:a16="http://schemas.microsoft.com/office/drawing/2014/main" id="{5CC2F165-C0F6-47D5-A88F-49A4030BE364}"/>
              </a:ext>
            </a:extLst>
          </p:cNvPr>
          <p:cNvSpPr>
            <a:spLocks noGrp="1"/>
          </p:cNvSpPr>
          <p:nvPr/>
        </p:nvSpPr>
        <p:spPr>
          <a:xfrm>
            <a:off x="60066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data_6915">
            <a:extLst>
              <a:ext uri="{FF2B5EF4-FFF2-40B4-BE49-F238E27FC236}">
                <a16:creationId xmlns:a16="http://schemas.microsoft.com/office/drawing/2014/main" id="{7B3A199B-1643-4B60-A82A-66CD783ED9B4}"/>
              </a:ext>
            </a:extLst>
          </p:cNvPr>
          <p:cNvSpPr>
            <a:spLocks noGrp="1"/>
          </p:cNvSpPr>
          <p:nvPr/>
        </p:nvSpPr>
        <p:spPr>
          <a:xfrm>
            <a:off x="605450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data_6916">
            <a:extLst>
              <a:ext uri="{FF2B5EF4-FFF2-40B4-BE49-F238E27FC236}">
                <a16:creationId xmlns:a16="http://schemas.microsoft.com/office/drawing/2014/main" id="{00B05E7A-A4BD-4952-B31C-CB2B42638BEA}"/>
              </a:ext>
            </a:extLst>
          </p:cNvPr>
          <p:cNvSpPr>
            <a:spLocks noGrp="1"/>
          </p:cNvSpPr>
          <p:nvPr/>
        </p:nvSpPr>
        <p:spPr>
          <a:xfrm>
            <a:off x="6079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data_6917">
            <a:extLst>
              <a:ext uri="{FF2B5EF4-FFF2-40B4-BE49-F238E27FC236}">
                <a16:creationId xmlns:a16="http://schemas.microsoft.com/office/drawing/2014/main" id="{0931E7FF-E3BB-43A8-A2BB-5B73E9516FC4}"/>
              </a:ext>
            </a:extLst>
          </p:cNvPr>
          <p:cNvSpPr>
            <a:spLocks noGrp="1"/>
          </p:cNvSpPr>
          <p:nvPr/>
        </p:nvSpPr>
        <p:spPr>
          <a:xfrm>
            <a:off x="606440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data_6918">
            <a:extLst>
              <a:ext uri="{FF2B5EF4-FFF2-40B4-BE49-F238E27FC236}">
                <a16:creationId xmlns:a16="http://schemas.microsoft.com/office/drawing/2014/main" id="{7D25731B-C314-4A76-9F6D-219E4F75CE94}"/>
              </a:ext>
            </a:extLst>
          </p:cNvPr>
          <p:cNvSpPr>
            <a:spLocks noGrp="1"/>
          </p:cNvSpPr>
          <p:nvPr/>
        </p:nvSpPr>
        <p:spPr>
          <a:xfrm>
            <a:off x="60505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data_6919">
            <a:extLst>
              <a:ext uri="{FF2B5EF4-FFF2-40B4-BE49-F238E27FC236}">
                <a16:creationId xmlns:a16="http://schemas.microsoft.com/office/drawing/2014/main" id="{DD57340E-86EA-4C41-9BF1-045D8A574DB4}"/>
              </a:ext>
            </a:extLst>
          </p:cNvPr>
          <p:cNvSpPr>
            <a:spLocks noGrp="1"/>
          </p:cNvSpPr>
          <p:nvPr/>
        </p:nvSpPr>
        <p:spPr>
          <a:xfrm>
            <a:off x="6018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data_6920">
            <a:extLst>
              <a:ext uri="{FF2B5EF4-FFF2-40B4-BE49-F238E27FC236}">
                <a16:creationId xmlns:a16="http://schemas.microsoft.com/office/drawing/2014/main" id="{C168E081-B8C9-4137-88DA-9338B3C810AF}"/>
              </a:ext>
            </a:extLst>
          </p:cNvPr>
          <p:cNvSpPr>
            <a:spLocks noGrp="1"/>
          </p:cNvSpPr>
          <p:nvPr/>
        </p:nvSpPr>
        <p:spPr>
          <a:xfrm>
            <a:off x="6014760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data_6921">
            <a:extLst>
              <a:ext uri="{FF2B5EF4-FFF2-40B4-BE49-F238E27FC236}">
                <a16:creationId xmlns:a16="http://schemas.microsoft.com/office/drawing/2014/main" id="{E7972BB7-AA93-4796-8B56-1BCCE83BEEFA}"/>
              </a:ext>
            </a:extLst>
          </p:cNvPr>
          <p:cNvSpPr>
            <a:spLocks noGrp="1"/>
          </p:cNvSpPr>
          <p:nvPr/>
        </p:nvSpPr>
        <p:spPr>
          <a:xfrm>
            <a:off x="59713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data_6922">
            <a:extLst>
              <a:ext uri="{FF2B5EF4-FFF2-40B4-BE49-F238E27FC236}">
                <a16:creationId xmlns:a16="http://schemas.microsoft.com/office/drawing/2014/main" id="{7445969B-E23E-4262-8176-79A5935AF826}"/>
              </a:ext>
            </a:extLst>
          </p:cNvPr>
          <p:cNvSpPr>
            <a:spLocks noGrp="1"/>
          </p:cNvSpPr>
          <p:nvPr/>
        </p:nvSpPr>
        <p:spPr>
          <a:xfrm>
            <a:off x="6080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data_6923">
            <a:extLst>
              <a:ext uri="{FF2B5EF4-FFF2-40B4-BE49-F238E27FC236}">
                <a16:creationId xmlns:a16="http://schemas.microsoft.com/office/drawing/2014/main" id="{189C78D5-91C4-4451-A66E-491BE64BC6EC}"/>
              </a:ext>
            </a:extLst>
          </p:cNvPr>
          <p:cNvSpPr>
            <a:spLocks noGrp="1"/>
          </p:cNvSpPr>
          <p:nvPr/>
        </p:nvSpPr>
        <p:spPr>
          <a:xfrm>
            <a:off x="60663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data_6924">
            <a:extLst>
              <a:ext uri="{FF2B5EF4-FFF2-40B4-BE49-F238E27FC236}">
                <a16:creationId xmlns:a16="http://schemas.microsoft.com/office/drawing/2014/main" id="{E03B3B9B-136D-4C9F-9711-AB97232EAF6D}"/>
              </a:ext>
            </a:extLst>
          </p:cNvPr>
          <p:cNvSpPr>
            <a:spLocks noGrp="1"/>
          </p:cNvSpPr>
          <p:nvPr/>
        </p:nvSpPr>
        <p:spPr>
          <a:xfrm>
            <a:off x="60466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data_6925">
            <a:extLst>
              <a:ext uri="{FF2B5EF4-FFF2-40B4-BE49-F238E27FC236}">
                <a16:creationId xmlns:a16="http://schemas.microsoft.com/office/drawing/2014/main" id="{BEE7D36B-4793-487A-92F0-7BFB6CBD2AEA}"/>
              </a:ext>
            </a:extLst>
          </p:cNvPr>
          <p:cNvSpPr>
            <a:spLocks noGrp="1"/>
          </p:cNvSpPr>
          <p:nvPr/>
        </p:nvSpPr>
        <p:spPr>
          <a:xfrm>
            <a:off x="59668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data_6926">
            <a:extLst>
              <a:ext uri="{FF2B5EF4-FFF2-40B4-BE49-F238E27FC236}">
                <a16:creationId xmlns:a16="http://schemas.microsoft.com/office/drawing/2014/main" id="{C7783A58-9E38-4155-8866-C4F5E56724EC}"/>
              </a:ext>
            </a:extLst>
          </p:cNvPr>
          <p:cNvSpPr>
            <a:spLocks noGrp="1"/>
          </p:cNvSpPr>
          <p:nvPr/>
        </p:nvSpPr>
        <p:spPr>
          <a:xfrm>
            <a:off x="5979450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data_6927">
            <a:extLst>
              <a:ext uri="{FF2B5EF4-FFF2-40B4-BE49-F238E27FC236}">
                <a16:creationId xmlns:a16="http://schemas.microsoft.com/office/drawing/2014/main" id="{CEE35055-323D-46BF-BDEF-936725A51C4A}"/>
              </a:ext>
            </a:extLst>
          </p:cNvPr>
          <p:cNvSpPr>
            <a:spLocks noGrp="1"/>
          </p:cNvSpPr>
          <p:nvPr/>
        </p:nvSpPr>
        <p:spPr>
          <a:xfrm>
            <a:off x="5992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data_6928">
            <a:extLst>
              <a:ext uri="{FF2B5EF4-FFF2-40B4-BE49-F238E27FC236}">
                <a16:creationId xmlns:a16="http://schemas.microsoft.com/office/drawing/2014/main" id="{781DCA7A-9F13-4531-BFDD-195F0DA94A0C}"/>
              </a:ext>
            </a:extLst>
          </p:cNvPr>
          <p:cNvSpPr>
            <a:spLocks noGrp="1"/>
          </p:cNvSpPr>
          <p:nvPr/>
        </p:nvSpPr>
        <p:spPr>
          <a:xfrm>
            <a:off x="6047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data_6929">
            <a:extLst>
              <a:ext uri="{FF2B5EF4-FFF2-40B4-BE49-F238E27FC236}">
                <a16:creationId xmlns:a16="http://schemas.microsoft.com/office/drawing/2014/main" id="{A509FA3B-58D8-46BB-ACC6-013992517A3D}"/>
              </a:ext>
            </a:extLst>
          </p:cNvPr>
          <p:cNvSpPr>
            <a:spLocks noGrp="1"/>
          </p:cNvSpPr>
          <p:nvPr/>
        </p:nvSpPr>
        <p:spPr>
          <a:xfrm>
            <a:off x="60348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data_6930">
            <a:extLst>
              <a:ext uri="{FF2B5EF4-FFF2-40B4-BE49-F238E27FC236}">
                <a16:creationId xmlns:a16="http://schemas.microsoft.com/office/drawing/2014/main" id="{63995D7A-3E5F-496E-BD16-079445C58FAC}"/>
              </a:ext>
            </a:extLst>
          </p:cNvPr>
          <p:cNvSpPr>
            <a:spLocks noGrp="1"/>
          </p:cNvSpPr>
          <p:nvPr/>
        </p:nvSpPr>
        <p:spPr>
          <a:xfrm>
            <a:off x="59849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data_6931">
            <a:extLst>
              <a:ext uri="{FF2B5EF4-FFF2-40B4-BE49-F238E27FC236}">
                <a16:creationId xmlns:a16="http://schemas.microsoft.com/office/drawing/2014/main" id="{DD1C2A2D-1490-4AE6-8CED-96E61E06C26D}"/>
              </a:ext>
            </a:extLst>
          </p:cNvPr>
          <p:cNvSpPr>
            <a:spLocks noGrp="1"/>
          </p:cNvSpPr>
          <p:nvPr/>
        </p:nvSpPr>
        <p:spPr>
          <a:xfrm>
            <a:off x="60085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data_6932">
            <a:extLst>
              <a:ext uri="{FF2B5EF4-FFF2-40B4-BE49-F238E27FC236}">
                <a16:creationId xmlns:a16="http://schemas.microsoft.com/office/drawing/2014/main" id="{3C4CBDB8-692C-4517-B63F-5F408E923030}"/>
              </a:ext>
            </a:extLst>
          </p:cNvPr>
          <p:cNvSpPr>
            <a:spLocks noGrp="1"/>
          </p:cNvSpPr>
          <p:nvPr/>
        </p:nvSpPr>
        <p:spPr>
          <a:xfrm>
            <a:off x="5962381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data_6933">
            <a:extLst>
              <a:ext uri="{FF2B5EF4-FFF2-40B4-BE49-F238E27FC236}">
                <a16:creationId xmlns:a16="http://schemas.microsoft.com/office/drawing/2014/main" id="{6FBE7ABD-ED32-466C-91F6-49FCC1502B29}"/>
              </a:ext>
            </a:extLst>
          </p:cNvPr>
          <p:cNvSpPr>
            <a:spLocks noGrp="1"/>
          </p:cNvSpPr>
          <p:nvPr/>
        </p:nvSpPr>
        <p:spPr>
          <a:xfrm>
            <a:off x="3972701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8" name="data_6934">
            <a:extLst>
              <a:ext uri="{FF2B5EF4-FFF2-40B4-BE49-F238E27FC236}">
                <a16:creationId xmlns:a16="http://schemas.microsoft.com/office/drawing/2014/main" id="{E7989ECB-6577-44A7-86EE-8DFA2B8F0BF6}"/>
              </a:ext>
            </a:extLst>
          </p:cNvPr>
          <p:cNvSpPr>
            <a:spLocks noGrp="1"/>
          </p:cNvSpPr>
          <p:nvPr/>
        </p:nvSpPr>
        <p:spPr>
          <a:xfrm>
            <a:off x="3972701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9" name="text_6935">
            <a:extLst>
              <a:ext uri="{FF2B5EF4-FFF2-40B4-BE49-F238E27FC236}">
                <a16:creationId xmlns:a16="http://schemas.microsoft.com/office/drawing/2014/main" id="{6CFFB772-81CC-4AB9-BCA2-73556FC87741}"/>
              </a:ext>
            </a:extLst>
          </p:cNvPr>
          <p:cNvSpPr>
            <a:spLocks noGrp="1"/>
          </p:cNvSpPr>
          <p:nvPr/>
        </p:nvSpPr>
        <p:spPr>
          <a:xfrm>
            <a:off x="3582544" y="1802843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6936">
            <a:extLst>
              <a:ext uri="{FF2B5EF4-FFF2-40B4-BE49-F238E27FC236}">
                <a16:creationId xmlns:a16="http://schemas.microsoft.com/office/drawing/2014/main" id="{99AF03A3-4E25-4036-BC39-154349E538D3}"/>
              </a:ext>
            </a:extLst>
          </p:cNvPr>
          <p:cNvSpPr>
            <a:spLocks noGrp="1"/>
          </p:cNvSpPr>
          <p:nvPr/>
        </p:nvSpPr>
        <p:spPr>
          <a:xfrm>
            <a:off x="3972701" y="1837547"/>
            <a:ext cx="94513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6937">
            <a:extLst>
              <a:ext uri="{FF2B5EF4-FFF2-40B4-BE49-F238E27FC236}">
                <a16:creationId xmlns:a16="http://schemas.microsoft.com/office/drawing/2014/main" id="{0349AC93-F679-4C88-A906-367571A91836}"/>
              </a:ext>
            </a:extLst>
          </p:cNvPr>
          <p:cNvSpPr>
            <a:spLocks noGrp="1"/>
          </p:cNvSpPr>
          <p:nvPr/>
        </p:nvSpPr>
        <p:spPr>
          <a:xfrm>
            <a:off x="3993192" y="2857347"/>
            <a:ext cx="2049083" cy="1124630"/>
          </a:xfrm>
          <a:custGeom>
            <a:avLst/>
            <a:gdLst/>
            <a:ahLst/>
            <a:cxnLst/>
            <a:rect l="0" t="0" r="0" b="0"/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1492" name="data_6938">
            <a:extLst>
              <a:ext uri="{FF2B5EF4-FFF2-40B4-BE49-F238E27FC236}">
                <a16:creationId xmlns:a16="http://schemas.microsoft.com/office/drawing/2014/main" id="{488F05E7-CCBF-4A48-942D-E9ED1F20C9CA}"/>
              </a:ext>
            </a:extLst>
          </p:cNvPr>
          <p:cNvSpPr>
            <a:spLocks noGrp="1"/>
          </p:cNvSpPr>
          <p:nvPr/>
        </p:nvSpPr>
        <p:spPr>
          <a:xfrm>
            <a:off x="3993192" y="2797384"/>
            <a:ext cx="2049083" cy="1184593"/>
          </a:xfrm>
          <a:custGeom>
            <a:avLst/>
            <a:gdLst/>
            <a:ahLst/>
            <a:cxnLst/>
            <a:rect l="0" t="0" r="0" b="0"/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1493" name="data_6939">
            <a:extLst>
              <a:ext uri="{FF2B5EF4-FFF2-40B4-BE49-F238E27FC236}">
                <a16:creationId xmlns:a16="http://schemas.microsoft.com/office/drawing/2014/main" id="{FCA30547-BC8A-4427-8D29-CDCA735890CC}"/>
              </a:ext>
            </a:extLst>
          </p:cNvPr>
          <p:cNvSpPr>
            <a:spLocks noGrp="1"/>
          </p:cNvSpPr>
          <p:nvPr/>
        </p:nvSpPr>
        <p:spPr>
          <a:xfrm>
            <a:off x="4304558" y="344958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4" name="data_6940">
            <a:extLst>
              <a:ext uri="{FF2B5EF4-FFF2-40B4-BE49-F238E27FC236}">
                <a16:creationId xmlns:a16="http://schemas.microsoft.com/office/drawing/2014/main" id="{55F4C9AA-7D04-4858-BCC1-0CD781C768E6}"/>
              </a:ext>
            </a:extLst>
          </p:cNvPr>
          <p:cNvSpPr>
            <a:spLocks noGrp="1"/>
          </p:cNvSpPr>
          <p:nvPr/>
        </p:nvSpPr>
        <p:spPr>
          <a:xfrm>
            <a:off x="4646071" y="296466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5" name="data_6941">
            <a:extLst>
              <a:ext uri="{FF2B5EF4-FFF2-40B4-BE49-F238E27FC236}">
                <a16:creationId xmlns:a16="http://schemas.microsoft.com/office/drawing/2014/main" id="{2C0DAF07-68AB-4FAD-9FCE-BDEAA84EAEA5}"/>
              </a:ext>
            </a:extLst>
          </p:cNvPr>
          <p:cNvSpPr>
            <a:spLocks noGrp="1"/>
          </p:cNvSpPr>
          <p:nvPr/>
        </p:nvSpPr>
        <p:spPr>
          <a:xfrm>
            <a:off x="5329099" y="285107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6" name="data_6942">
            <a:extLst>
              <a:ext uri="{FF2B5EF4-FFF2-40B4-BE49-F238E27FC236}">
                <a16:creationId xmlns:a16="http://schemas.microsoft.com/office/drawing/2014/main" id="{003CB97B-0EC7-4536-9D5E-8F8650F46699}"/>
              </a:ext>
            </a:extLst>
          </p:cNvPr>
          <p:cNvSpPr>
            <a:spLocks noGrp="1"/>
          </p:cNvSpPr>
          <p:nvPr/>
        </p:nvSpPr>
        <p:spPr>
          <a:xfrm>
            <a:off x="6012127" y="282719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7" name="data_6943">
            <a:extLst>
              <a:ext uri="{FF2B5EF4-FFF2-40B4-BE49-F238E27FC236}">
                <a16:creationId xmlns:a16="http://schemas.microsoft.com/office/drawing/2014/main" id="{C4BA7A1A-8C1C-4433-84EE-6900B24B3B25}"/>
              </a:ext>
            </a:extLst>
          </p:cNvPr>
          <p:cNvSpPr>
            <a:spLocks noGrp="1"/>
          </p:cNvSpPr>
          <p:nvPr/>
        </p:nvSpPr>
        <p:spPr>
          <a:xfrm>
            <a:off x="4284546" y="333952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8" name="data_6944">
            <a:extLst>
              <a:ext uri="{FF2B5EF4-FFF2-40B4-BE49-F238E27FC236}">
                <a16:creationId xmlns:a16="http://schemas.microsoft.com/office/drawing/2014/main" id="{9982FFB6-1CEF-4F92-97C2-E2327EC47E8B}"/>
              </a:ext>
            </a:extLst>
          </p:cNvPr>
          <p:cNvSpPr>
            <a:spLocks noGrp="1"/>
          </p:cNvSpPr>
          <p:nvPr/>
        </p:nvSpPr>
        <p:spPr>
          <a:xfrm>
            <a:off x="4626059" y="304337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9" name="data_6945">
            <a:extLst>
              <a:ext uri="{FF2B5EF4-FFF2-40B4-BE49-F238E27FC236}">
                <a16:creationId xmlns:a16="http://schemas.microsoft.com/office/drawing/2014/main" id="{15AB3296-2EDB-4E7A-A8F1-D3D145C517D7}"/>
              </a:ext>
            </a:extLst>
          </p:cNvPr>
          <p:cNvSpPr>
            <a:spLocks noGrp="1"/>
          </p:cNvSpPr>
          <p:nvPr/>
        </p:nvSpPr>
        <p:spPr>
          <a:xfrm>
            <a:off x="530908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0" name="data_6946">
            <a:extLst>
              <a:ext uri="{FF2B5EF4-FFF2-40B4-BE49-F238E27FC236}">
                <a16:creationId xmlns:a16="http://schemas.microsoft.com/office/drawing/2014/main" id="{AF746C0C-71AE-4147-AC12-EDC6B28B2F28}"/>
              </a:ext>
            </a:extLst>
          </p:cNvPr>
          <p:cNvSpPr>
            <a:spLocks noGrp="1"/>
          </p:cNvSpPr>
          <p:nvPr/>
        </p:nvSpPr>
        <p:spPr>
          <a:xfrm>
            <a:off x="5992115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1" name="data_6947">
            <a:extLst>
              <a:ext uri="{FF2B5EF4-FFF2-40B4-BE49-F238E27FC236}">
                <a16:creationId xmlns:a16="http://schemas.microsoft.com/office/drawing/2014/main" id="{502547D9-1190-44CB-9E1A-9EB28465FDD5}"/>
              </a:ext>
            </a:extLst>
          </p:cNvPr>
          <p:cNvSpPr>
            <a:spLocks noGrp="1"/>
          </p:cNvSpPr>
          <p:nvPr/>
        </p:nvSpPr>
        <p:spPr>
          <a:xfrm>
            <a:off x="6938134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data_6948">
            <a:extLst>
              <a:ext uri="{FF2B5EF4-FFF2-40B4-BE49-F238E27FC236}">
                <a16:creationId xmlns:a16="http://schemas.microsoft.com/office/drawing/2014/main" id="{B330709E-83ED-40E1-965C-0A2022C0897C}"/>
              </a:ext>
            </a:extLst>
          </p:cNvPr>
          <p:cNvSpPr>
            <a:spLocks noGrp="1"/>
          </p:cNvSpPr>
          <p:nvPr/>
        </p:nvSpPr>
        <p:spPr>
          <a:xfrm>
            <a:off x="7211345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4" y="1747274"/>
                </a:lnTo>
                <a:lnTo>
                  <a:pt x="8471" y="1732467"/>
                </a:lnTo>
                <a:lnTo>
                  <a:pt x="14472" y="1717659"/>
                </a:lnTo>
                <a:lnTo>
                  <a:pt x="21503" y="1702852"/>
                </a:lnTo>
                <a:lnTo>
                  <a:pt x="29152" y="1688045"/>
                </a:lnTo>
                <a:lnTo>
                  <a:pt x="37011" y="1673237"/>
                </a:lnTo>
                <a:lnTo>
                  <a:pt x="44710" y="1658430"/>
                </a:lnTo>
                <a:lnTo>
                  <a:pt x="51946" y="1643622"/>
                </a:lnTo>
                <a:lnTo>
                  <a:pt x="58492" y="1628815"/>
                </a:lnTo>
                <a:lnTo>
                  <a:pt x="64209" y="1614007"/>
                </a:lnTo>
                <a:lnTo>
                  <a:pt x="69037" y="1599200"/>
                </a:lnTo>
                <a:lnTo>
                  <a:pt x="72984" y="1584393"/>
                </a:lnTo>
                <a:lnTo>
                  <a:pt x="76112" y="1569585"/>
                </a:lnTo>
                <a:lnTo>
                  <a:pt x="78516" y="1554778"/>
                </a:lnTo>
                <a:lnTo>
                  <a:pt x="80310" y="1539970"/>
                </a:lnTo>
                <a:lnTo>
                  <a:pt x="81610" y="1525163"/>
                </a:lnTo>
                <a:lnTo>
                  <a:pt x="82527" y="1510356"/>
                </a:lnTo>
                <a:lnTo>
                  <a:pt x="83156" y="1495548"/>
                </a:lnTo>
                <a:lnTo>
                  <a:pt x="83576" y="1480741"/>
                </a:lnTo>
                <a:lnTo>
                  <a:pt x="83846" y="1465933"/>
                </a:lnTo>
                <a:lnTo>
                  <a:pt x="84010" y="1451126"/>
                </a:lnTo>
                <a:lnTo>
                  <a:pt x="84098" y="1436319"/>
                </a:lnTo>
                <a:lnTo>
                  <a:pt x="84125" y="1421511"/>
                </a:lnTo>
                <a:lnTo>
                  <a:pt x="84102" y="1406704"/>
                </a:lnTo>
                <a:lnTo>
                  <a:pt x="84032" y="1391896"/>
                </a:lnTo>
                <a:lnTo>
                  <a:pt x="83916" y="1377089"/>
                </a:lnTo>
                <a:lnTo>
                  <a:pt x="83754" y="1362282"/>
                </a:lnTo>
                <a:lnTo>
                  <a:pt x="83546" y="1347474"/>
                </a:lnTo>
                <a:lnTo>
                  <a:pt x="83293" y="1332667"/>
                </a:lnTo>
                <a:lnTo>
                  <a:pt x="82999" y="1317859"/>
                </a:lnTo>
                <a:lnTo>
                  <a:pt x="82668" y="1303052"/>
                </a:lnTo>
                <a:lnTo>
                  <a:pt x="82309" y="1288245"/>
                </a:lnTo>
                <a:lnTo>
                  <a:pt x="81932" y="1273437"/>
                </a:lnTo>
                <a:lnTo>
                  <a:pt x="81546" y="1258630"/>
                </a:lnTo>
                <a:lnTo>
                  <a:pt x="81163" y="1243822"/>
                </a:lnTo>
                <a:lnTo>
                  <a:pt x="80795" y="1229015"/>
                </a:lnTo>
                <a:lnTo>
                  <a:pt x="80451" y="1214207"/>
                </a:lnTo>
                <a:lnTo>
                  <a:pt x="80138" y="1199400"/>
                </a:lnTo>
                <a:lnTo>
                  <a:pt x="79860" y="1184593"/>
                </a:lnTo>
                <a:lnTo>
                  <a:pt x="79615" y="1169785"/>
                </a:lnTo>
                <a:lnTo>
                  <a:pt x="79398" y="1154978"/>
                </a:lnTo>
                <a:lnTo>
                  <a:pt x="79201" y="1140170"/>
                </a:lnTo>
                <a:lnTo>
                  <a:pt x="79009" y="1125363"/>
                </a:lnTo>
                <a:lnTo>
                  <a:pt x="78808" y="1110556"/>
                </a:lnTo>
                <a:lnTo>
                  <a:pt x="78581" y="1095748"/>
                </a:lnTo>
                <a:lnTo>
                  <a:pt x="78313" y="1080941"/>
                </a:lnTo>
                <a:lnTo>
                  <a:pt x="77992" y="1066133"/>
                </a:lnTo>
                <a:lnTo>
                  <a:pt x="77610" y="1051326"/>
                </a:lnTo>
                <a:lnTo>
                  <a:pt x="77164" y="1036519"/>
                </a:lnTo>
                <a:lnTo>
                  <a:pt x="76662" y="1021711"/>
                </a:lnTo>
                <a:lnTo>
                  <a:pt x="76120" y="1006904"/>
                </a:lnTo>
                <a:lnTo>
                  <a:pt x="75562" y="992096"/>
                </a:lnTo>
                <a:lnTo>
                  <a:pt x="75022" y="977289"/>
                </a:lnTo>
                <a:lnTo>
                  <a:pt x="74539" y="962482"/>
                </a:lnTo>
                <a:lnTo>
                  <a:pt x="74156" y="947674"/>
                </a:lnTo>
                <a:lnTo>
                  <a:pt x="73917" y="932867"/>
                </a:lnTo>
                <a:lnTo>
                  <a:pt x="73859" y="918059"/>
                </a:lnTo>
                <a:lnTo>
                  <a:pt x="74010" y="903252"/>
                </a:lnTo>
                <a:lnTo>
                  <a:pt x="74385" y="888444"/>
                </a:lnTo>
                <a:lnTo>
                  <a:pt x="74986" y="873637"/>
                </a:lnTo>
                <a:lnTo>
                  <a:pt x="75797" y="858830"/>
                </a:lnTo>
                <a:lnTo>
                  <a:pt x="76788" y="844022"/>
                </a:lnTo>
                <a:lnTo>
                  <a:pt x="77919" y="829215"/>
                </a:lnTo>
                <a:lnTo>
                  <a:pt x="79139" y="814407"/>
                </a:lnTo>
                <a:lnTo>
                  <a:pt x="80397" y="799600"/>
                </a:lnTo>
                <a:lnTo>
                  <a:pt x="81644" y="784793"/>
                </a:lnTo>
                <a:lnTo>
                  <a:pt x="82833" y="769985"/>
                </a:lnTo>
                <a:lnTo>
                  <a:pt x="83932" y="755178"/>
                </a:lnTo>
                <a:lnTo>
                  <a:pt x="84913" y="740370"/>
                </a:lnTo>
                <a:lnTo>
                  <a:pt x="85764" y="725563"/>
                </a:lnTo>
                <a:lnTo>
                  <a:pt x="86480" y="710756"/>
                </a:lnTo>
                <a:lnTo>
                  <a:pt x="87066" y="695948"/>
                </a:lnTo>
                <a:lnTo>
                  <a:pt x="87532" y="681141"/>
                </a:lnTo>
                <a:lnTo>
                  <a:pt x="87893" y="666333"/>
                </a:lnTo>
                <a:lnTo>
                  <a:pt x="88165" y="651526"/>
                </a:lnTo>
                <a:lnTo>
                  <a:pt x="88364" y="636719"/>
                </a:lnTo>
                <a:lnTo>
                  <a:pt x="88507" y="621911"/>
                </a:lnTo>
                <a:lnTo>
                  <a:pt x="88607" y="607104"/>
                </a:lnTo>
                <a:lnTo>
                  <a:pt x="88674" y="592296"/>
                </a:lnTo>
                <a:lnTo>
                  <a:pt x="88719" y="577489"/>
                </a:lnTo>
                <a:lnTo>
                  <a:pt x="88748" y="562682"/>
                </a:lnTo>
                <a:lnTo>
                  <a:pt x="88767" y="547874"/>
                </a:lnTo>
                <a:lnTo>
                  <a:pt x="88778" y="533067"/>
                </a:lnTo>
                <a:lnTo>
                  <a:pt x="88785" y="518259"/>
                </a:lnTo>
                <a:lnTo>
                  <a:pt x="88789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4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6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09" y="533067"/>
                </a:lnTo>
                <a:lnTo>
                  <a:pt x="88821" y="547874"/>
                </a:lnTo>
                <a:lnTo>
                  <a:pt x="88839" y="562682"/>
                </a:lnTo>
                <a:lnTo>
                  <a:pt x="88868" y="577489"/>
                </a:lnTo>
                <a:lnTo>
                  <a:pt x="88913" y="592296"/>
                </a:lnTo>
                <a:lnTo>
                  <a:pt x="88980" y="607104"/>
                </a:lnTo>
                <a:lnTo>
                  <a:pt x="89080" y="621911"/>
                </a:lnTo>
                <a:lnTo>
                  <a:pt x="89223" y="636719"/>
                </a:lnTo>
                <a:lnTo>
                  <a:pt x="89423" y="651526"/>
                </a:lnTo>
                <a:lnTo>
                  <a:pt x="89694" y="666333"/>
                </a:lnTo>
                <a:lnTo>
                  <a:pt x="90055" y="681141"/>
                </a:lnTo>
                <a:lnTo>
                  <a:pt x="90521" y="695948"/>
                </a:lnTo>
                <a:lnTo>
                  <a:pt x="91107" y="710756"/>
                </a:lnTo>
                <a:lnTo>
                  <a:pt x="91823" y="725563"/>
                </a:lnTo>
                <a:lnTo>
                  <a:pt x="92674" y="740370"/>
                </a:lnTo>
                <a:lnTo>
                  <a:pt x="93656" y="755178"/>
                </a:lnTo>
                <a:lnTo>
                  <a:pt x="94754" y="769985"/>
                </a:lnTo>
                <a:lnTo>
                  <a:pt x="95944" y="784793"/>
                </a:lnTo>
                <a:lnTo>
                  <a:pt x="97190" y="799600"/>
                </a:lnTo>
                <a:lnTo>
                  <a:pt x="98448" y="814407"/>
                </a:lnTo>
                <a:lnTo>
                  <a:pt x="99669" y="829215"/>
                </a:lnTo>
                <a:lnTo>
                  <a:pt x="100799" y="844022"/>
                </a:lnTo>
                <a:lnTo>
                  <a:pt x="101790" y="858830"/>
                </a:lnTo>
                <a:lnTo>
                  <a:pt x="102601" y="873637"/>
                </a:lnTo>
                <a:lnTo>
                  <a:pt x="103202" y="888444"/>
                </a:lnTo>
                <a:lnTo>
                  <a:pt x="103577" y="903252"/>
                </a:lnTo>
                <a:lnTo>
                  <a:pt x="103728" y="918059"/>
                </a:lnTo>
                <a:lnTo>
                  <a:pt x="103670" y="932867"/>
                </a:lnTo>
                <a:lnTo>
                  <a:pt x="103431" y="947674"/>
                </a:lnTo>
                <a:lnTo>
                  <a:pt x="103048" y="962482"/>
                </a:lnTo>
                <a:lnTo>
                  <a:pt x="102566" y="977289"/>
                </a:lnTo>
                <a:lnTo>
                  <a:pt x="102025" y="992096"/>
                </a:lnTo>
                <a:lnTo>
                  <a:pt x="101467" y="1006904"/>
                </a:lnTo>
                <a:lnTo>
                  <a:pt x="100925" y="1021711"/>
                </a:lnTo>
                <a:lnTo>
                  <a:pt x="100423" y="1036519"/>
                </a:lnTo>
                <a:lnTo>
                  <a:pt x="99977" y="1051326"/>
                </a:lnTo>
                <a:lnTo>
                  <a:pt x="99595" y="1066133"/>
                </a:lnTo>
                <a:lnTo>
                  <a:pt x="99274" y="1080941"/>
                </a:lnTo>
                <a:lnTo>
                  <a:pt x="99006" y="1095748"/>
                </a:lnTo>
                <a:lnTo>
                  <a:pt x="98780" y="1110556"/>
                </a:lnTo>
                <a:lnTo>
                  <a:pt x="98578" y="1125363"/>
                </a:lnTo>
                <a:lnTo>
                  <a:pt x="98387" y="1140170"/>
                </a:lnTo>
                <a:lnTo>
                  <a:pt x="98189" y="1154978"/>
                </a:lnTo>
                <a:lnTo>
                  <a:pt x="97972" y="1169785"/>
                </a:lnTo>
                <a:lnTo>
                  <a:pt x="97727" y="1184593"/>
                </a:lnTo>
                <a:lnTo>
                  <a:pt x="97449" y="1199400"/>
                </a:lnTo>
                <a:lnTo>
                  <a:pt x="97136" y="1214207"/>
                </a:lnTo>
                <a:lnTo>
                  <a:pt x="96792" y="1229015"/>
                </a:lnTo>
                <a:lnTo>
                  <a:pt x="96424" y="1243822"/>
                </a:lnTo>
                <a:lnTo>
                  <a:pt x="96042" y="1258630"/>
                </a:lnTo>
                <a:lnTo>
                  <a:pt x="95656" y="1273437"/>
                </a:lnTo>
                <a:lnTo>
                  <a:pt x="95278" y="1288245"/>
                </a:lnTo>
                <a:lnTo>
                  <a:pt x="94919" y="1303052"/>
                </a:lnTo>
                <a:lnTo>
                  <a:pt x="94588" y="1317859"/>
                </a:lnTo>
                <a:lnTo>
                  <a:pt x="94294" y="1332667"/>
                </a:lnTo>
                <a:lnTo>
                  <a:pt x="94041" y="1347474"/>
                </a:lnTo>
                <a:lnTo>
                  <a:pt x="93833" y="1362282"/>
                </a:lnTo>
                <a:lnTo>
                  <a:pt x="93671" y="1377089"/>
                </a:lnTo>
                <a:lnTo>
                  <a:pt x="93555" y="1391896"/>
                </a:lnTo>
                <a:lnTo>
                  <a:pt x="93485" y="1406704"/>
                </a:lnTo>
                <a:lnTo>
                  <a:pt x="93462" y="1421511"/>
                </a:lnTo>
                <a:lnTo>
                  <a:pt x="93490" y="1436319"/>
                </a:lnTo>
                <a:lnTo>
                  <a:pt x="93577" y="1451126"/>
                </a:lnTo>
                <a:lnTo>
                  <a:pt x="93741" y="1465933"/>
                </a:lnTo>
                <a:lnTo>
                  <a:pt x="94012" y="1480741"/>
                </a:lnTo>
                <a:lnTo>
                  <a:pt x="94431" y="1495548"/>
                </a:lnTo>
                <a:lnTo>
                  <a:pt x="95060" y="1510356"/>
                </a:lnTo>
                <a:lnTo>
                  <a:pt x="95977" y="1525163"/>
                </a:lnTo>
                <a:lnTo>
                  <a:pt x="97277" y="1539970"/>
                </a:lnTo>
                <a:lnTo>
                  <a:pt x="99071" y="1554778"/>
                </a:lnTo>
                <a:lnTo>
                  <a:pt x="101475" y="1569585"/>
                </a:lnTo>
                <a:lnTo>
                  <a:pt x="104603" y="1584393"/>
                </a:lnTo>
                <a:lnTo>
                  <a:pt x="108551" y="1599200"/>
                </a:lnTo>
                <a:lnTo>
                  <a:pt x="113378" y="1614007"/>
                </a:lnTo>
                <a:lnTo>
                  <a:pt x="119095" y="1628815"/>
                </a:lnTo>
                <a:lnTo>
                  <a:pt x="125641" y="1643622"/>
                </a:lnTo>
                <a:lnTo>
                  <a:pt x="132877" y="1658430"/>
                </a:lnTo>
                <a:lnTo>
                  <a:pt x="140577" y="1673237"/>
                </a:lnTo>
                <a:lnTo>
                  <a:pt x="148436" y="1688045"/>
                </a:lnTo>
                <a:lnTo>
                  <a:pt x="156084" y="1702852"/>
                </a:lnTo>
                <a:lnTo>
                  <a:pt x="163115" y="1717659"/>
                </a:lnTo>
                <a:lnTo>
                  <a:pt x="169116" y="1732467"/>
                </a:lnTo>
                <a:lnTo>
                  <a:pt x="173713" y="1747274"/>
                </a:lnTo>
                <a:lnTo>
                  <a:pt x="17660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6949">
            <a:extLst>
              <a:ext uri="{FF2B5EF4-FFF2-40B4-BE49-F238E27FC236}">
                <a16:creationId xmlns:a16="http://schemas.microsoft.com/office/drawing/2014/main" id="{72B0EB94-7DB6-4C15-9613-0F1B39D81B70}"/>
              </a:ext>
            </a:extLst>
          </p:cNvPr>
          <p:cNvSpPr>
            <a:spLocks noGrp="1"/>
          </p:cNvSpPr>
          <p:nvPr/>
        </p:nvSpPr>
        <p:spPr>
          <a:xfrm>
            <a:off x="755285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9" y="1762082"/>
                </a:lnTo>
                <a:lnTo>
                  <a:pt x="3888" y="1747274"/>
                </a:lnTo>
                <a:lnTo>
                  <a:pt x="8500" y="1732467"/>
                </a:lnTo>
                <a:lnTo>
                  <a:pt x="14521" y="1717659"/>
                </a:lnTo>
                <a:lnTo>
                  <a:pt x="21572" y="1702852"/>
                </a:lnTo>
                <a:lnTo>
                  <a:pt x="29240" y="1688045"/>
                </a:lnTo>
                <a:lnTo>
                  <a:pt x="37114" y="1673237"/>
                </a:lnTo>
                <a:lnTo>
                  <a:pt x="44823" y="1658430"/>
                </a:lnTo>
                <a:lnTo>
                  <a:pt x="52059" y="1643622"/>
                </a:lnTo>
                <a:lnTo>
                  <a:pt x="58598" y="1628815"/>
                </a:lnTo>
                <a:lnTo>
                  <a:pt x="64298" y="1614007"/>
                </a:lnTo>
                <a:lnTo>
                  <a:pt x="69101" y="1599200"/>
                </a:lnTo>
                <a:lnTo>
                  <a:pt x="73017" y="1584393"/>
                </a:lnTo>
                <a:lnTo>
                  <a:pt x="76109" y="1569585"/>
                </a:lnTo>
                <a:lnTo>
                  <a:pt x="78476" y="1554778"/>
                </a:lnTo>
                <a:lnTo>
                  <a:pt x="80232" y="1539970"/>
                </a:lnTo>
                <a:lnTo>
                  <a:pt x="81498" y="1525163"/>
                </a:lnTo>
                <a:lnTo>
                  <a:pt x="82387" y="1510356"/>
                </a:lnTo>
                <a:lnTo>
                  <a:pt x="82994" y="1495548"/>
                </a:lnTo>
                <a:lnTo>
                  <a:pt x="83401" y="1480741"/>
                </a:lnTo>
                <a:lnTo>
                  <a:pt x="83667" y="1465933"/>
                </a:lnTo>
                <a:lnTo>
                  <a:pt x="83835" y="1451126"/>
                </a:lnTo>
                <a:lnTo>
                  <a:pt x="83932" y="1436319"/>
                </a:lnTo>
                <a:lnTo>
                  <a:pt x="83975" y="1421511"/>
                </a:lnTo>
                <a:lnTo>
                  <a:pt x="83972" y="1406704"/>
                </a:lnTo>
                <a:lnTo>
                  <a:pt x="83925" y="1391896"/>
                </a:lnTo>
                <a:lnTo>
                  <a:pt x="83833" y="1377089"/>
                </a:lnTo>
                <a:lnTo>
                  <a:pt x="83697" y="1362282"/>
                </a:lnTo>
                <a:lnTo>
                  <a:pt x="83516" y="1347474"/>
                </a:lnTo>
                <a:lnTo>
                  <a:pt x="83292" y="1332667"/>
                </a:lnTo>
                <a:lnTo>
                  <a:pt x="83029" y="1317859"/>
                </a:lnTo>
                <a:lnTo>
                  <a:pt x="82734" y="1303052"/>
                </a:lnTo>
                <a:lnTo>
                  <a:pt x="82418" y="1288245"/>
                </a:lnTo>
                <a:lnTo>
                  <a:pt x="82092" y="1273437"/>
                </a:lnTo>
                <a:lnTo>
                  <a:pt x="81771" y="1258630"/>
                </a:lnTo>
                <a:lnTo>
                  <a:pt x="81470" y="1243822"/>
                </a:lnTo>
                <a:lnTo>
                  <a:pt x="81205" y="1229015"/>
                </a:lnTo>
                <a:lnTo>
                  <a:pt x="80990" y="1214207"/>
                </a:lnTo>
                <a:lnTo>
                  <a:pt x="80834" y="1199400"/>
                </a:lnTo>
                <a:lnTo>
                  <a:pt x="80745" y="1184593"/>
                </a:lnTo>
                <a:lnTo>
                  <a:pt x="80722" y="1169785"/>
                </a:lnTo>
                <a:lnTo>
                  <a:pt x="80760" y="1154978"/>
                </a:lnTo>
                <a:lnTo>
                  <a:pt x="80844" y="1140170"/>
                </a:lnTo>
                <a:lnTo>
                  <a:pt x="80957" y="1125363"/>
                </a:lnTo>
                <a:lnTo>
                  <a:pt x="81072" y="1110556"/>
                </a:lnTo>
                <a:lnTo>
                  <a:pt x="81164" y="1095748"/>
                </a:lnTo>
                <a:lnTo>
                  <a:pt x="81203" y="1080941"/>
                </a:lnTo>
                <a:lnTo>
                  <a:pt x="81163" y="1066133"/>
                </a:lnTo>
                <a:lnTo>
                  <a:pt x="81024" y="1051326"/>
                </a:lnTo>
                <a:lnTo>
                  <a:pt x="80772" y="1036519"/>
                </a:lnTo>
                <a:lnTo>
                  <a:pt x="80403" y="1021711"/>
                </a:lnTo>
                <a:lnTo>
                  <a:pt x="79925" y="1006904"/>
                </a:lnTo>
                <a:lnTo>
                  <a:pt x="79359" y="992096"/>
                </a:lnTo>
                <a:lnTo>
                  <a:pt x="78735" y="977289"/>
                </a:lnTo>
                <a:lnTo>
                  <a:pt x="78093" y="962482"/>
                </a:lnTo>
                <a:lnTo>
                  <a:pt x="77478" y="947674"/>
                </a:lnTo>
                <a:lnTo>
                  <a:pt x="76937" y="932867"/>
                </a:lnTo>
                <a:lnTo>
                  <a:pt x="76515" y="918059"/>
                </a:lnTo>
                <a:lnTo>
                  <a:pt x="76248" y="903252"/>
                </a:lnTo>
                <a:lnTo>
                  <a:pt x="76159" y="888444"/>
                </a:lnTo>
                <a:lnTo>
                  <a:pt x="76259" y="873637"/>
                </a:lnTo>
                <a:lnTo>
                  <a:pt x="76543" y="858830"/>
                </a:lnTo>
                <a:lnTo>
                  <a:pt x="76992" y="844022"/>
                </a:lnTo>
                <a:lnTo>
                  <a:pt x="77574" y="829215"/>
                </a:lnTo>
                <a:lnTo>
                  <a:pt x="78252" y="814407"/>
                </a:lnTo>
                <a:lnTo>
                  <a:pt x="78981" y="799600"/>
                </a:lnTo>
                <a:lnTo>
                  <a:pt x="79722" y="784793"/>
                </a:lnTo>
                <a:lnTo>
                  <a:pt x="80438" y="769985"/>
                </a:lnTo>
                <a:lnTo>
                  <a:pt x="81099" y="755178"/>
                </a:lnTo>
                <a:lnTo>
                  <a:pt x="81686" y="740370"/>
                </a:lnTo>
                <a:lnTo>
                  <a:pt x="82190" y="725563"/>
                </a:lnTo>
                <a:lnTo>
                  <a:pt x="82607" y="710756"/>
                </a:lnTo>
                <a:lnTo>
                  <a:pt x="82942" y="695948"/>
                </a:lnTo>
                <a:lnTo>
                  <a:pt x="83206" y="681141"/>
                </a:lnTo>
                <a:lnTo>
                  <a:pt x="83410" y="666333"/>
                </a:lnTo>
                <a:lnTo>
                  <a:pt x="83566" y="651526"/>
                </a:lnTo>
                <a:lnTo>
                  <a:pt x="83686" y="636719"/>
                </a:lnTo>
                <a:lnTo>
                  <a:pt x="83779" y="621911"/>
                </a:lnTo>
                <a:lnTo>
                  <a:pt x="83853" y="607104"/>
                </a:lnTo>
                <a:lnTo>
                  <a:pt x="83914" y="592296"/>
                </a:lnTo>
                <a:lnTo>
                  <a:pt x="83965" y="577489"/>
                </a:lnTo>
                <a:lnTo>
                  <a:pt x="84011" y="562682"/>
                </a:lnTo>
                <a:lnTo>
                  <a:pt x="84054" y="547874"/>
                </a:lnTo>
                <a:lnTo>
                  <a:pt x="84099" y="533067"/>
                </a:lnTo>
                <a:lnTo>
                  <a:pt x="84148" y="518259"/>
                </a:lnTo>
                <a:lnTo>
                  <a:pt x="84208" y="503452"/>
                </a:lnTo>
                <a:lnTo>
                  <a:pt x="84283" y="488644"/>
                </a:lnTo>
                <a:lnTo>
                  <a:pt x="84379" y="473837"/>
                </a:lnTo>
                <a:lnTo>
                  <a:pt x="84500" y="459030"/>
                </a:lnTo>
                <a:lnTo>
                  <a:pt x="84650" y="444222"/>
                </a:lnTo>
                <a:lnTo>
                  <a:pt x="84831" y="429415"/>
                </a:lnTo>
                <a:lnTo>
                  <a:pt x="85043" y="414607"/>
                </a:lnTo>
                <a:lnTo>
                  <a:pt x="85283" y="399800"/>
                </a:lnTo>
                <a:lnTo>
                  <a:pt x="85546" y="384993"/>
                </a:lnTo>
                <a:lnTo>
                  <a:pt x="85826" y="370185"/>
                </a:lnTo>
                <a:lnTo>
                  <a:pt x="86115" y="355378"/>
                </a:lnTo>
                <a:lnTo>
                  <a:pt x="86403" y="340570"/>
                </a:lnTo>
                <a:lnTo>
                  <a:pt x="86680" y="325763"/>
                </a:lnTo>
                <a:lnTo>
                  <a:pt x="86936" y="310956"/>
                </a:lnTo>
                <a:lnTo>
                  <a:pt x="87159" y="296148"/>
                </a:lnTo>
                <a:lnTo>
                  <a:pt x="87337" y="281341"/>
                </a:lnTo>
                <a:lnTo>
                  <a:pt x="87456" y="266533"/>
                </a:lnTo>
                <a:lnTo>
                  <a:pt x="87505" y="251726"/>
                </a:lnTo>
                <a:lnTo>
                  <a:pt x="87468" y="236919"/>
                </a:lnTo>
                <a:lnTo>
                  <a:pt x="87330" y="222111"/>
                </a:lnTo>
                <a:lnTo>
                  <a:pt x="87078" y="207304"/>
                </a:lnTo>
                <a:lnTo>
                  <a:pt x="86698" y="192496"/>
                </a:lnTo>
                <a:lnTo>
                  <a:pt x="86179" y="177689"/>
                </a:lnTo>
                <a:lnTo>
                  <a:pt x="85517" y="162881"/>
                </a:lnTo>
                <a:lnTo>
                  <a:pt x="84715" y="148074"/>
                </a:lnTo>
                <a:lnTo>
                  <a:pt x="83784" y="133267"/>
                </a:lnTo>
                <a:lnTo>
                  <a:pt x="82747" y="118459"/>
                </a:lnTo>
                <a:lnTo>
                  <a:pt x="81640" y="103652"/>
                </a:lnTo>
                <a:lnTo>
                  <a:pt x="80507" y="88844"/>
                </a:lnTo>
                <a:lnTo>
                  <a:pt x="79404" y="74037"/>
                </a:lnTo>
                <a:lnTo>
                  <a:pt x="78390" y="59230"/>
                </a:lnTo>
                <a:lnTo>
                  <a:pt x="77524" y="44422"/>
                </a:lnTo>
                <a:lnTo>
                  <a:pt x="76861" y="29615"/>
                </a:lnTo>
                <a:lnTo>
                  <a:pt x="76445" y="14807"/>
                </a:lnTo>
                <a:lnTo>
                  <a:pt x="76302" y="0"/>
                </a:lnTo>
                <a:lnTo>
                  <a:pt x="101285" y="0"/>
                </a:lnTo>
                <a:lnTo>
                  <a:pt x="101285" y="0"/>
                </a:lnTo>
                <a:lnTo>
                  <a:pt x="101143" y="14807"/>
                </a:lnTo>
                <a:lnTo>
                  <a:pt x="100726" y="29615"/>
                </a:lnTo>
                <a:lnTo>
                  <a:pt x="100063" y="44422"/>
                </a:lnTo>
                <a:lnTo>
                  <a:pt x="99197" y="59230"/>
                </a:lnTo>
                <a:lnTo>
                  <a:pt x="98183" y="74037"/>
                </a:lnTo>
                <a:lnTo>
                  <a:pt x="97080" y="88844"/>
                </a:lnTo>
                <a:lnTo>
                  <a:pt x="95947" y="103652"/>
                </a:lnTo>
                <a:lnTo>
                  <a:pt x="94840" y="118459"/>
                </a:lnTo>
                <a:lnTo>
                  <a:pt x="93804" y="133267"/>
                </a:lnTo>
                <a:lnTo>
                  <a:pt x="92873" y="148074"/>
                </a:lnTo>
                <a:lnTo>
                  <a:pt x="92070" y="162881"/>
                </a:lnTo>
                <a:lnTo>
                  <a:pt x="91408" y="177689"/>
                </a:lnTo>
                <a:lnTo>
                  <a:pt x="90890" y="192496"/>
                </a:lnTo>
                <a:lnTo>
                  <a:pt x="90509" y="207304"/>
                </a:lnTo>
                <a:lnTo>
                  <a:pt x="90257" y="222111"/>
                </a:lnTo>
                <a:lnTo>
                  <a:pt x="90119" y="236919"/>
                </a:lnTo>
                <a:lnTo>
                  <a:pt x="90082" y="251726"/>
                </a:lnTo>
                <a:lnTo>
                  <a:pt x="90131" y="266533"/>
                </a:lnTo>
                <a:lnTo>
                  <a:pt x="90251" y="281341"/>
                </a:lnTo>
                <a:lnTo>
                  <a:pt x="90428" y="296148"/>
                </a:lnTo>
                <a:lnTo>
                  <a:pt x="90651" y="310956"/>
                </a:lnTo>
                <a:lnTo>
                  <a:pt x="90907" y="325763"/>
                </a:lnTo>
                <a:lnTo>
                  <a:pt x="91184" y="340570"/>
                </a:lnTo>
                <a:lnTo>
                  <a:pt x="91473" y="355378"/>
                </a:lnTo>
                <a:lnTo>
                  <a:pt x="91761" y="370185"/>
                </a:lnTo>
                <a:lnTo>
                  <a:pt x="92041" y="384993"/>
                </a:lnTo>
                <a:lnTo>
                  <a:pt x="92305" y="399800"/>
                </a:lnTo>
                <a:lnTo>
                  <a:pt x="92544" y="414607"/>
                </a:lnTo>
                <a:lnTo>
                  <a:pt x="92756" y="429415"/>
                </a:lnTo>
                <a:lnTo>
                  <a:pt x="92937" y="444222"/>
                </a:lnTo>
                <a:lnTo>
                  <a:pt x="93087" y="459030"/>
                </a:lnTo>
                <a:lnTo>
                  <a:pt x="93208" y="473837"/>
                </a:lnTo>
                <a:lnTo>
                  <a:pt x="93304" y="488644"/>
                </a:lnTo>
                <a:lnTo>
                  <a:pt x="93379" y="503452"/>
                </a:lnTo>
                <a:lnTo>
                  <a:pt x="93439" y="518259"/>
                </a:lnTo>
                <a:lnTo>
                  <a:pt x="93488" y="533067"/>
                </a:lnTo>
                <a:lnTo>
                  <a:pt x="93533" y="547874"/>
                </a:lnTo>
                <a:lnTo>
                  <a:pt x="93576" y="562682"/>
                </a:lnTo>
                <a:lnTo>
                  <a:pt x="93622" y="577489"/>
                </a:lnTo>
                <a:lnTo>
                  <a:pt x="93673" y="592296"/>
                </a:lnTo>
                <a:lnTo>
                  <a:pt x="93734" y="607104"/>
                </a:lnTo>
                <a:lnTo>
                  <a:pt x="93808" y="621911"/>
                </a:lnTo>
                <a:lnTo>
                  <a:pt x="93901" y="636719"/>
                </a:lnTo>
                <a:lnTo>
                  <a:pt x="94021" y="651526"/>
                </a:lnTo>
                <a:lnTo>
                  <a:pt x="94177" y="666333"/>
                </a:lnTo>
                <a:lnTo>
                  <a:pt x="94381" y="681141"/>
                </a:lnTo>
                <a:lnTo>
                  <a:pt x="94645" y="695948"/>
                </a:lnTo>
                <a:lnTo>
                  <a:pt x="94981" y="710756"/>
                </a:lnTo>
                <a:lnTo>
                  <a:pt x="95398" y="725563"/>
                </a:lnTo>
                <a:lnTo>
                  <a:pt x="95901" y="740370"/>
                </a:lnTo>
                <a:lnTo>
                  <a:pt x="96488" y="755178"/>
                </a:lnTo>
                <a:lnTo>
                  <a:pt x="97149" y="769985"/>
                </a:lnTo>
                <a:lnTo>
                  <a:pt x="97865" y="784793"/>
                </a:lnTo>
                <a:lnTo>
                  <a:pt x="98606" y="799600"/>
                </a:lnTo>
                <a:lnTo>
                  <a:pt x="99335" y="814407"/>
                </a:lnTo>
                <a:lnTo>
                  <a:pt x="100013" y="829215"/>
                </a:lnTo>
                <a:lnTo>
                  <a:pt x="100595" y="844022"/>
                </a:lnTo>
                <a:lnTo>
                  <a:pt x="101044" y="858830"/>
                </a:lnTo>
                <a:lnTo>
                  <a:pt x="101328" y="873637"/>
                </a:lnTo>
                <a:lnTo>
                  <a:pt x="101428" y="888444"/>
                </a:lnTo>
                <a:lnTo>
                  <a:pt x="101339" y="903252"/>
                </a:lnTo>
                <a:lnTo>
                  <a:pt x="101072" y="918059"/>
                </a:lnTo>
                <a:lnTo>
                  <a:pt x="100650" y="932867"/>
                </a:lnTo>
                <a:lnTo>
                  <a:pt x="100110" y="947674"/>
                </a:lnTo>
                <a:lnTo>
                  <a:pt x="99495" y="962482"/>
                </a:lnTo>
                <a:lnTo>
                  <a:pt x="98852" y="977289"/>
                </a:lnTo>
                <a:lnTo>
                  <a:pt x="98228" y="992096"/>
                </a:lnTo>
                <a:lnTo>
                  <a:pt x="97662" y="1006904"/>
                </a:lnTo>
                <a:lnTo>
                  <a:pt x="97184" y="1021711"/>
                </a:lnTo>
                <a:lnTo>
                  <a:pt x="96816" y="1036519"/>
                </a:lnTo>
                <a:lnTo>
                  <a:pt x="96563" y="1051326"/>
                </a:lnTo>
                <a:lnTo>
                  <a:pt x="96424" y="1066133"/>
                </a:lnTo>
                <a:lnTo>
                  <a:pt x="96385" y="1080941"/>
                </a:lnTo>
                <a:lnTo>
                  <a:pt x="96424" y="1095748"/>
                </a:lnTo>
                <a:lnTo>
                  <a:pt x="96515" y="1110556"/>
                </a:lnTo>
                <a:lnTo>
                  <a:pt x="96631" y="1125363"/>
                </a:lnTo>
                <a:lnTo>
                  <a:pt x="96743" y="1140170"/>
                </a:lnTo>
                <a:lnTo>
                  <a:pt x="96828" y="1154978"/>
                </a:lnTo>
                <a:lnTo>
                  <a:pt x="96865" y="1169785"/>
                </a:lnTo>
                <a:lnTo>
                  <a:pt x="96842" y="1184593"/>
                </a:lnTo>
                <a:lnTo>
                  <a:pt x="96753" y="1199400"/>
                </a:lnTo>
                <a:lnTo>
                  <a:pt x="96598" y="1214207"/>
                </a:lnTo>
                <a:lnTo>
                  <a:pt x="96382" y="1229015"/>
                </a:lnTo>
                <a:lnTo>
                  <a:pt x="96117" y="1243822"/>
                </a:lnTo>
                <a:lnTo>
                  <a:pt x="95816" y="1258630"/>
                </a:lnTo>
                <a:lnTo>
                  <a:pt x="95495" y="1273437"/>
                </a:lnTo>
                <a:lnTo>
                  <a:pt x="95170" y="1288245"/>
                </a:lnTo>
                <a:lnTo>
                  <a:pt x="94853" y="1303052"/>
                </a:lnTo>
                <a:lnTo>
                  <a:pt x="94559" y="1317859"/>
                </a:lnTo>
                <a:lnTo>
                  <a:pt x="94296" y="1332667"/>
                </a:lnTo>
                <a:lnTo>
                  <a:pt x="94071" y="1347474"/>
                </a:lnTo>
                <a:lnTo>
                  <a:pt x="93890" y="1362282"/>
                </a:lnTo>
                <a:lnTo>
                  <a:pt x="93754" y="1377089"/>
                </a:lnTo>
                <a:lnTo>
                  <a:pt x="93662" y="1391896"/>
                </a:lnTo>
                <a:lnTo>
                  <a:pt x="93615" y="1406704"/>
                </a:lnTo>
                <a:lnTo>
                  <a:pt x="93612" y="1421511"/>
                </a:lnTo>
                <a:lnTo>
                  <a:pt x="93655" y="1436319"/>
                </a:lnTo>
                <a:lnTo>
                  <a:pt x="93753" y="1451126"/>
                </a:lnTo>
                <a:lnTo>
                  <a:pt x="93920" y="1465933"/>
                </a:lnTo>
                <a:lnTo>
                  <a:pt x="94186" y="1480741"/>
                </a:lnTo>
                <a:lnTo>
                  <a:pt x="94593" y="1495548"/>
                </a:lnTo>
                <a:lnTo>
                  <a:pt x="95200" y="1510356"/>
                </a:lnTo>
                <a:lnTo>
                  <a:pt x="96089" y="1525163"/>
                </a:lnTo>
                <a:lnTo>
                  <a:pt x="97355" y="1539970"/>
                </a:lnTo>
                <a:lnTo>
                  <a:pt x="99111" y="1554778"/>
                </a:lnTo>
                <a:lnTo>
                  <a:pt x="101478" y="1569585"/>
                </a:lnTo>
                <a:lnTo>
                  <a:pt x="104570" y="1584393"/>
                </a:lnTo>
                <a:lnTo>
                  <a:pt x="108486" y="1599200"/>
                </a:lnTo>
                <a:lnTo>
                  <a:pt x="113289" y="1614007"/>
                </a:lnTo>
                <a:lnTo>
                  <a:pt x="118989" y="1628815"/>
                </a:lnTo>
                <a:lnTo>
                  <a:pt x="125528" y="1643622"/>
                </a:lnTo>
                <a:lnTo>
                  <a:pt x="132765" y="1658430"/>
                </a:lnTo>
                <a:lnTo>
                  <a:pt x="140473" y="1673237"/>
                </a:lnTo>
                <a:lnTo>
                  <a:pt x="148347" y="1688045"/>
                </a:lnTo>
                <a:lnTo>
                  <a:pt x="156015" y="1702852"/>
                </a:lnTo>
                <a:lnTo>
                  <a:pt x="163066" y="1717659"/>
                </a:lnTo>
                <a:lnTo>
                  <a:pt x="169087" y="1732467"/>
                </a:lnTo>
                <a:lnTo>
                  <a:pt x="173699" y="1747274"/>
                </a:lnTo>
                <a:lnTo>
                  <a:pt x="176598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6950">
            <a:extLst>
              <a:ext uri="{FF2B5EF4-FFF2-40B4-BE49-F238E27FC236}">
                <a16:creationId xmlns:a16="http://schemas.microsoft.com/office/drawing/2014/main" id="{01D0703A-53A3-44AE-B61F-1CA34B137B80}"/>
              </a:ext>
            </a:extLst>
          </p:cNvPr>
          <p:cNvSpPr>
            <a:spLocks noGrp="1"/>
          </p:cNvSpPr>
          <p:nvPr/>
        </p:nvSpPr>
        <p:spPr>
          <a:xfrm>
            <a:off x="8235887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7" y="1762082"/>
                </a:lnTo>
                <a:lnTo>
                  <a:pt x="3879" y="1747274"/>
                </a:lnTo>
                <a:lnTo>
                  <a:pt x="8481" y="1732467"/>
                </a:lnTo>
                <a:lnTo>
                  <a:pt x="14491" y="1717659"/>
                </a:lnTo>
                <a:lnTo>
                  <a:pt x="21531" y="1702852"/>
                </a:lnTo>
                <a:lnTo>
                  <a:pt x="29192" y="1688045"/>
                </a:lnTo>
                <a:lnTo>
                  <a:pt x="37065" y="1673237"/>
                </a:lnTo>
                <a:lnTo>
                  <a:pt x="44779" y="1658430"/>
                </a:lnTo>
                <a:lnTo>
                  <a:pt x="52030" y="1643622"/>
                </a:lnTo>
                <a:lnTo>
                  <a:pt x="58590" y="1628815"/>
                </a:lnTo>
                <a:lnTo>
                  <a:pt x="64320" y="1614007"/>
                </a:lnTo>
                <a:lnTo>
                  <a:pt x="69158" y="1599200"/>
                </a:lnTo>
                <a:lnTo>
                  <a:pt x="73113" y="1584393"/>
                </a:lnTo>
                <a:lnTo>
                  <a:pt x="76244" y="1569585"/>
                </a:lnTo>
                <a:lnTo>
                  <a:pt x="78646" y="1554778"/>
                </a:lnTo>
                <a:lnTo>
                  <a:pt x="80432" y="1539970"/>
                </a:lnTo>
                <a:lnTo>
                  <a:pt x="81717" y="1525163"/>
                </a:lnTo>
                <a:lnTo>
                  <a:pt x="82613" y="1510356"/>
                </a:lnTo>
                <a:lnTo>
                  <a:pt x="83214" y="1495548"/>
                </a:lnTo>
                <a:lnTo>
                  <a:pt x="83599" y="1480741"/>
                </a:lnTo>
                <a:lnTo>
                  <a:pt x="83830" y="1465933"/>
                </a:lnTo>
                <a:lnTo>
                  <a:pt x="83952" y="1451126"/>
                </a:lnTo>
                <a:lnTo>
                  <a:pt x="83995" y="1436319"/>
                </a:lnTo>
                <a:lnTo>
                  <a:pt x="83981" y="1421511"/>
                </a:lnTo>
                <a:lnTo>
                  <a:pt x="83920" y="1406704"/>
                </a:lnTo>
                <a:lnTo>
                  <a:pt x="83820" y="1391896"/>
                </a:lnTo>
                <a:lnTo>
                  <a:pt x="83683" y="1377089"/>
                </a:lnTo>
                <a:lnTo>
                  <a:pt x="83511" y="1362282"/>
                </a:lnTo>
                <a:lnTo>
                  <a:pt x="83304" y="1347474"/>
                </a:lnTo>
                <a:lnTo>
                  <a:pt x="83064" y="1332667"/>
                </a:lnTo>
                <a:lnTo>
                  <a:pt x="82795" y="1317859"/>
                </a:lnTo>
                <a:lnTo>
                  <a:pt x="82501" y="1303052"/>
                </a:lnTo>
                <a:lnTo>
                  <a:pt x="82191" y="1288245"/>
                </a:lnTo>
                <a:lnTo>
                  <a:pt x="81877" y="1273437"/>
                </a:lnTo>
                <a:lnTo>
                  <a:pt x="81573" y="1258630"/>
                </a:lnTo>
                <a:lnTo>
                  <a:pt x="81293" y="1243822"/>
                </a:lnTo>
                <a:lnTo>
                  <a:pt x="81054" y="1229015"/>
                </a:lnTo>
                <a:lnTo>
                  <a:pt x="80871" y="1214207"/>
                </a:lnTo>
                <a:lnTo>
                  <a:pt x="80755" y="1199400"/>
                </a:lnTo>
                <a:lnTo>
                  <a:pt x="80713" y="1184593"/>
                </a:lnTo>
                <a:lnTo>
                  <a:pt x="80743" y="1169785"/>
                </a:lnTo>
                <a:lnTo>
                  <a:pt x="80839" y="1154978"/>
                </a:lnTo>
                <a:lnTo>
                  <a:pt x="80984" y="1140170"/>
                </a:lnTo>
                <a:lnTo>
                  <a:pt x="81158" y="1125363"/>
                </a:lnTo>
                <a:lnTo>
                  <a:pt x="81334" y="1110556"/>
                </a:lnTo>
                <a:lnTo>
                  <a:pt x="81485" y="1095748"/>
                </a:lnTo>
                <a:lnTo>
                  <a:pt x="81582" y="1080941"/>
                </a:lnTo>
                <a:lnTo>
                  <a:pt x="81602" y="1066133"/>
                </a:lnTo>
                <a:lnTo>
                  <a:pt x="81526" y="1051326"/>
                </a:lnTo>
                <a:lnTo>
                  <a:pt x="81345" y="1036519"/>
                </a:lnTo>
                <a:lnTo>
                  <a:pt x="81061" y="1021711"/>
                </a:lnTo>
                <a:lnTo>
                  <a:pt x="80683" y="1006904"/>
                </a:lnTo>
                <a:lnTo>
                  <a:pt x="80234" y="992096"/>
                </a:lnTo>
                <a:lnTo>
                  <a:pt x="79744" y="977289"/>
                </a:lnTo>
                <a:lnTo>
                  <a:pt x="79251" y="962482"/>
                </a:lnTo>
                <a:lnTo>
                  <a:pt x="78793" y="947674"/>
                </a:lnTo>
                <a:lnTo>
                  <a:pt x="78411" y="932867"/>
                </a:lnTo>
                <a:lnTo>
                  <a:pt x="78139" y="918059"/>
                </a:lnTo>
                <a:lnTo>
                  <a:pt x="78003" y="903252"/>
                </a:lnTo>
                <a:lnTo>
                  <a:pt x="78018" y="888444"/>
                </a:lnTo>
                <a:lnTo>
                  <a:pt x="78187" y="873637"/>
                </a:lnTo>
                <a:lnTo>
                  <a:pt x="78499" y="858830"/>
                </a:lnTo>
                <a:lnTo>
                  <a:pt x="78932" y="844022"/>
                </a:lnTo>
                <a:lnTo>
                  <a:pt x="79455" y="829215"/>
                </a:lnTo>
                <a:lnTo>
                  <a:pt x="80031" y="814407"/>
                </a:lnTo>
                <a:lnTo>
                  <a:pt x="80623" y="799600"/>
                </a:lnTo>
                <a:lnTo>
                  <a:pt x="81196" y="784793"/>
                </a:lnTo>
                <a:lnTo>
                  <a:pt x="81721" y="769985"/>
                </a:lnTo>
                <a:lnTo>
                  <a:pt x="82176" y="755178"/>
                </a:lnTo>
                <a:lnTo>
                  <a:pt x="82549" y="740370"/>
                </a:lnTo>
                <a:lnTo>
                  <a:pt x="82836" y="725563"/>
                </a:lnTo>
                <a:lnTo>
                  <a:pt x="83040" y="710756"/>
                </a:lnTo>
                <a:lnTo>
                  <a:pt x="83170" y="695948"/>
                </a:lnTo>
                <a:lnTo>
                  <a:pt x="83239" y="681141"/>
                </a:lnTo>
                <a:lnTo>
                  <a:pt x="83261" y="666333"/>
                </a:lnTo>
                <a:lnTo>
                  <a:pt x="83248" y="651526"/>
                </a:lnTo>
                <a:lnTo>
                  <a:pt x="83213" y="636719"/>
                </a:lnTo>
                <a:lnTo>
                  <a:pt x="83166" y="621911"/>
                </a:lnTo>
                <a:lnTo>
                  <a:pt x="83114" y="607104"/>
                </a:lnTo>
                <a:lnTo>
                  <a:pt x="83062" y="592296"/>
                </a:lnTo>
                <a:lnTo>
                  <a:pt x="83016" y="577489"/>
                </a:lnTo>
                <a:lnTo>
                  <a:pt x="82977" y="562682"/>
                </a:lnTo>
                <a:lnTo>
                  <a:pt x="82950" y="547874"/>
                </a:lnTo>
                <a:lnTo>
                  <a:pt x="82938" y="533067"/>
                </a:lnTo>
                <a:lnTo>
                  <a:pt x="82944" y="518259"/>
                </a:lnTo>
                <a:lnTo>
                  <a:pt x="82973" y="503452"/>
                </a:lnTo>
                <a:lnTo>
                  <a:pt x="83030" y="488644"/>
                </a:lnTo>
                <a:lnTo>
                  <a:pt x="83117" y="473837"/>
                </a:lnTo>
                <a:lnTo>
                  <a:pt x="83239" y="459030"/>
                </a:lnTo>
                <a:lnTo>
                  <a:pt x="83396" y="444222"/>
                </a:lnTo>
                <a:lnTo>
                  <a:pt x="83587" y="429415"/>
                </a:lnTo>
                <a:lnTo>
                  <a:pt x="83811" y="414607"/>
                </a:lnTo>
                <a:lnTo>
                  <a:pt x="84062" y="399800"/>
                </a:lnTo>
                <a:lnTo>
                  <a:pt x="84334" y="384993"/>
                </a:lnTo>
                <a:lnTo>
                  <a:pt x="84620" y="370185"/>
                </a:lnTo>
                <a:lnTo>
                  <a:pt x="84911" y="355378"/>
                </a:lnTo>
                <a:lnTo>
                  <a:pt x="85199" y="340570"/>
                </a:lnTo>
                <a:lnTo>
                  <a:pt x="85474" y="325763"/>
                </a:lnTo>
                <a:lnTo>
                  <a:pt x="85727" y="310956"/>
                </a:lnTo>
                <a:lnTo>
                  <a:pt x="85947" y="296148"/>
                </a:lnTo>
                <a:lnTo>
                  <a:pt x="86120" y="281341"/>
                </a:lnTo>
                <a:lnTo>
                  <a:pt x="86234" y="266533"/>
                </a:lnTo>
                <a:lnTo>
                  <a:pt x="86269" y="251726"/>
                </a:lnTo>
                <a:lnTo>
                  <a:pt x="86206" y="236919"/>
                </a:lnTo>
                <a:lnTo>
                  <a:pt x="86022" y="222111"/>
                </a:lnTo>
                <a:lnTo>
                  <a:pt x="85693" y="207304"/>
                </a:lnTo>
                <a:lnTo>
                  <a:pt x="85196" y="192496"/>
                </a:lnTo>
                <a:lnTo>
                  <a:pt x="84513" y="177689"/>
                </a:lnTo>
                <a:lnTo>
                  <a:pt x="83631" y="162881"/>
                </a:lnTo>
                <a:lnTo>
                  <a:pt x="82549" y="148074"/>
                </a:lnTo>
                <a:lnTo>
                  <a:pt x="81282" y="133267"/>
                </a:lnTo>
                <a:lnTo>
                  <a:pt x="79859" y="118459"/>
                </a:lnTo>
                <a:lnTo>
                  <a:pt x="78328" y="103652"/>
                </a:lnTo>
                <a:lnTo>
                  <a:pt x="76753" y="88844"/>
                </a:lnTo>
                <a:lnTo>
                  <a:pt x="75212" y="74037"/>
                </a:lnTo>
                <a:lnTo>
                  <a:pt x="73790" y="59230"/>
                </a:lnTo>
                <a:lnTo>
                  <a:pt x="72572" y="44422"/>
                </a:lnTo>
                <a:lnTo>
                  <a:pt x="71639" y="29615"/>
                </a:lnTo>
                <a:lnTo>
                  <a:pt x="71051" y="14807"/>
                </a:lnTo>
                <a:lnTo>
                  <a:pt x="70850" y="0"/>
                </a:lnTo>
                <a:lnTo>
                  <a:pt x="106737" y="0"/>
                </a:lnTo>
                <a:lnTo>
                  <a:pt x="106737" y="0"/>
                </a:lnTo>
                <a:lnTo>
                  <a:pt x="106536" y="14807"/>
                </a:lnTo>
                <a:lnTo>
                  <a:pt x="105949" y="29615"/>
                </a:lnTo>
                <a:lnTo>
                  <a:pt x="105015" y="44422"/>
                </a:lnTo>
                <a:lnTo>
                  <a:pt x="103797" y="59230"/>
                </a:lnTo>
                <a:lnTo>
                  <a:pt x="102375" y="74037"/>
                </a:lnTo>
                <a:lnTo>
                  <a:pt x="100834" y="88844"/>
                </a:lnTo>
                <a:lnTo>
                  <a:pt x="99259" y="103652"/>
                </a:lnTo>
                <a:lnTo>
                  <a:pt x="97728" y="118459"/>
                </a:lnTo>
                <a:lnTo>
                  <a:pt x="96305" y="133267"/>
                </a:lnTo>
                <a:lnTo>
                  <a:pt x="95038" y="148074"/>
                </a:lnTo>
                <a:lnTo>
                  <a:pt x="93956" y="162881"/>
                </a:lnTo>
                <a:lnTo>
                  <a:pt x="93074" y="177689"/>
                </a:lnTo>
                <a:lnTo>
                  <a:pt x="92391" y="192496"/>
                </a:lnTo>
                <a:lnTo>
                  <a:pt x="91894" y="207304"/>
                </a:lnTo>
                <a:lnTo>
                  <a:pt x="91565" y="222111"/>
                </a:lnTo>
                <a:lnTo>
                  <a:pt x="91381" y="236919"/>
                </a:lnTo>
                <a:lnTo>
                  <a:pt x="91318" y="251726"/>
                </a:lnTo>
                <a:lnTo>
                  <a:pt x="91353" y="266533"/>
                </a:lnTo>
                <a:lnTo>
                  <a:pt x="91467" y="281341"/>
                </a:lnTo>
                <a:lnTo>
                  <a:pt x="91641" y="296148"/>
                </a:lnTo>
                <a:lnTo>
                  <a:pt x="91860" y="310956"/>
                </a:lnTo>
                <a:lnTo>
                  <a:pt x="92113" y="325763"/>
                </a:lnTo>
                <a:lnTo>
                  <a:pt x="92388" y="340570"/>
                </a:lnTo>
                <a:lnTo>
                  <a:pt x="92676" y="355378"/>
                </a:lnTo>
                <a:lnTo>
                  <a:pt x="92967" y="370185"/>
                </a:lnTo>
                <a:lnTo>
                  <a:pt x="93253" y="384993"/>
                </a:lnTo>
                <a:lnTo>
                  <a:pt x="93525" y="399800"/>
                </a:lnTo>
                <a:lnTo>
                  <a:pt x="93776" y="414607"/>
                </a:lnTo>
                <a:lnTo>
                  <a:pt x="94000" y="429415"/>
                </a:lnTo>
                <a:lnTo>
                  <a:pt x="94191" y="444222"/>
                </a:lnTo>
                <a:lnTo>
                  <a:pt x="94348" y="459030"/>
                </a:lnTo>
                <a:lnTo>
                  <a:pt x="94470" y="473837"/>
                </a:lnTo>
                <a:lnTo>
                  <a:pt x="94558" y="488644"/>
                </a:lnTo>
                <a:lnTo>
                  <a:pt x="94614" y="503452"/>
                </a:lnTo>
                <a:lnTo>
                  <a:pt x="94643" y="518259"/>
                </a:lnTo>
                <a:lnTo>
                  <a:pt x="94649" y="533067"/>
                </a:lnTo>
                <a:lnTo>
                  <a:pt x="94637" y="547874"/>
                </a:lnTo>
                <a:lnTo>
                  <a:pt x="94610" y="562682"/>
                </a:lnTo>
                <a:lnTo>
                  <a:pt x="94571" y="577489"/>
                </a:lnTo>
                <a:lnTo>
                  <a:pt x="94525" y="592296"/>
                </a:lnTo>
                <a:lnTo>
                  <a:pt x="94474" y="607104"/>
                </a:lnTo>
                <a:lnTo>
                  <a:pt x="94422" y="621911"/>
                </a:lnTo>
                <a:lnTo>
                  <a:pt x="94374" y="636719"/>
                </a:lnTo>
                <a:lnTo>
                  <a:pt x="94339" y="651526"/>
                </a:lnTo>
                <a:lnTo>
                  <a:pt x="94327" y="666333"/>
                </a:lnTo>
                <a:lnTo>
                  <a:pt x="94348" y="681141"/>
                </a:lnTo>
                <a:lnTo>
                  <a:pt x="94417" y="695948"/>
                </a:lnTo>
                <a:lnTo>
                  <a:pt x="94547" y="710756"/>
                </a:lnTo>
                <a:lnTo>
                  <a:pt x="94751" y="725563"/>
                </a:lnTo>
                <a:lnTo>
                  <a:pt x="95038" y="740370"/>
                </a:lnTo>
                <a:lnTo>
                  <a:pt x="95411" y="755178"/>
                </a:lnTo>
                <a:lnTo>
                  <a:pt x="95867" y="769985"/>
                </a:lnTo>
                <a:lnTo>
                  <a:pt x="96391" y="784793"/>
                </a:lnTo>
                <a:lnTo>
                  <a:pt x="96964" y="799600"/>
                </a:lnTo>
                <a:lnTo>
                  <a:pt x="97557" y="814407"/>
                </a:lnTo>
                <a:lnTo>
                  <a:pt x="98133" y="829215"/>
                </a:lnTo>
                <a:lnTo>
                  <a:pt x="98655" y="844022"/>
                </a:lnTo>
                <a:lnTo>
                  <a:pt x="99088" y="858830"/>
                </a:lnTo>
                <a:lnTo>
                  <a:pt x="99400" y="873637"/>
                </a:lnTo>
                <a:lnTo>
                  <a:pt x="99569" y="888444"/>
                </a:lnTo>
                <a:lnTo>
                  <a:pt x="99584" y="903252"/>
                </a:lnTo>
                <a:lnTo>
                  <a:pt x="99448" y="918059"/>
                </a:lnTo>
                <a:lnTo>
                  <a:pt x="99176" y="932867"/>
                </a:lnTo>
                <a:lnTo>
                  <a:pt x="98794" y="947674"/>
                </a:lnTo>
                <a:lnTo>
                  <a:pt x="98336" y="962482"/>
                </a:lnTo>
                <a:lnTo>
                  <a:pt x="97843" y="977289"/>
                </a:lnTo>
                <a:lnTo>
                  <a:pt x="97353" y="992096"/>
                </a:lnTo>
                <a:lnTo>
                  <a:pt x="96904" y="1006904"/>
                </a:lnTo>
                <a:lnTo>
                  <a:pt x="96527" y="1021711"/>
                </a:lnTo>
                <a:lnTo>
                  <a:pt x="96242" y="1036519"/>
                </a:lnTo>
                <a:lnTo>
                  <a:pt x="96061" y="1051326"/>
                </a:lnTo>
                <a:lnTo>
                  <a:pt x="95986" y="1066133"/>
                </a:lnTo>
                <a:lnTo>
                  <a:pt x="96005" y="1080941"/>
                </a:lnTo>
                <a:lnTo>
                  <a:pt x="96102" y="1095748"/>
                </a:lnTo>
                <a:lnTo>
                  <a:pt x="96253" y="1110556"/>
                </a:lnTo>
                <a:lnTo>
                  <a:pt x="96429" y="1125363"/>
                </a:lnTo>
                <a:lnTo>
                  <a:pt x="96603" y="1140170"/>
                </a:lnTo>
                <a:lnTo>
                  <a:pt x="96748" y="1154978"/>
                </a:lnTo>
                <a:lnTo>
                  <a:pt x="96844" y="1169785"/>
                </a:lnTo>
                <a:lnTo>
                  <a:pt x="96874" y="1184593"/>
                </a:lnTo>
                <a:lnTo>
                  <a:pt x="96832" y="1199400"/>
                </a:lnTo>
                <a:lnTo>
                  <a:pt x="96716" y="1214207"/>
                </a:lnTo>
                <a:lnTo>
                  <a:pt x="96533" y="1229015"/>
                </a:lnTo>
                <a:lnTo>
                  <a:pt x="96294" y="1243822"/>
                </a:lnTo>
                <a:lnTo>
                  <a:pt x="96015" y="1258630"/>
                </a:lnTo>
                <a:lnTo>
                  <a:pt x="95710" y="1273437"/>
                </a:lnTo>
                <a:lnTo>
                  <a:pt x="95396" y="1288245"/>
                </a:lnTo>
                <a:lnTo>
                  <a:pt x="95086" y="1303052"/>
                </a:lnTo>
                <a:lnTo>
                  <a:pt x="94793" y="1317859"/>
                </a:lnTo>
                <a:lnTo>
                  <a:pt x="94523" y="1332667"/>
                </a:lnTo>
                <a:lnTo>
                  <a:pt x="94283" y="1347474"/>
                </a:lnTo>
                <a:lnTo>
                  <a:pt x="94077" y="1362282"/>
                </a:lnTo>
                <a:lnTo>
                  <a:pt x="93904" y="1377089"/>
                </a:lnTo>
                <a:lnTo>
                  <a:pt x="93767" y="1391896"/>
                </a:lnTo>
                <a:lnTo>
                  <a:pt x="93667" y="1406704"/>
                </a:lnTo>
                <a:lnTo>
                  <a:pt x="93607" y="1421511"/>
                </a:lnTo>
                <a:lnTo>
                  <a:pt x="93592" y="1436319"/>
                </a:lnTo>
                <a:lnTo>
                  <a:pt x="93636" y="1451126"/>
                </a:lnTo>
                <a:lnTo>
                  <a:pt x="93757" y="1465933"/>
                </a:lnTo>
                <a:lnTo>
                  <a:pt x="93988" y="1480741"/>
                </a:lnTo>
                <a:lnTo>
                  <a:pt x="94374" y="1495548"/>
                </a:lnTo>
                <a:lnTo>
                  <a:pt x="94974" y="1510356"/>
                </a:lnTo>
                <a:lnTo>
                  <a:pt x="95870" y="1525163"/>
                </a:lnTo>
                <a:lnTo>
                  <a:pt x="97156" y="1539970"/>
                </a:lnTo>
                <a:lnTo>
                  <a:pt x="98941" y="1554778"/>
                </a:lnTo>
                <a:lnTo>
                  <a:pt x="101343" y="1569585"/>
                </a:lnTo>
                <a:lnTo>
                  <a:pt x="104474" y="1584393"/>
                </a:lnTo>
                <a:lnTo>
                  <a:pt x="108429" y="1599200"/>
                </a:lnTo>
                <a:lnTo>
                  <a:pt x="113267" y="1614007"/>
                </a:lnTo>
                <a:lnTo>
                  <a:pt x="118997" y="1628815"/>
                </a:lnTo>
                <a:lnTo>
                  <a:pt x="125557" y="1643622"/>
                </a:lnTo>
                <a:lnTo>
                  <a:pt x="132808" y="1658430"/>
                </a:lnTo>
                <a:lnTo>
                  <a:pt x="140522" y="1673237"/>
                </a:lnTo>
                <a:lnTo>
                  <a:pt x="148395" y="1688045"/>
                </a:lnTo>
                <a:lnTo>
                  <a:pt x="156056" y="1702852"/>
                </a:lnTo>
                <a:lnTo>
                  <a:pt x="163097" y="1717659"/>
                </a:lnTo>
                <a:lnTo>
                  <a:pt x="169106" y="1732467"/>
                </a:lnTo>
                <a:lnTo>
                  <a:pt x="173708" y="1747274"/>
                </a:lnTo>
                <a:lnTo>
                  <a:pt x="176600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6951">
            <a:extLst>
              <a:ext uri="{FF2B5EF4-FFF2-40B4-BE49-F238E27FC236}">
                <a16:creationId xmlns:a16="http://schemas.microsoft.com/office/drawing/2014/main" id="{671D5BA8-E129-4E5A-B46A-870D12E4B884}"/>
              </a:ext>
            </a:extLst>
          </p:cNvPr>
          <p:cNvSpPr>
            <a:spLocks noGrp="1"/>
          </p:cNvSpPr>
          <p:nvPr/>
        </p:nvSpPr>
        <p:spPr>
          <a:xfrm>
            <a:off x="891891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8" y="1747274"/>
                </a:lnTo>
                <a:lnTo>
                  <a:pt x="8478" y="1732467"/>
                </a:lnTo>
                <a:lnTo>
                  <a:pt x="14486" y="1717659"/>
                </a:lnTo>
                <a:lnTo>
                  <a:pt x="21525" y="1702852"/>
                </a:lnTo>
                <a:lnTo>
                  <a:pt x="29183" y="1688045"/>
                </a:lnTo>
                <a:lnTo>
                  <a:pt x="37053" y="1673237"/>
                </a:lnTo>
                <a:lnTo>
                  <a:pt x="44765" y="1658430"/>
                </a:lnTo>
                <a:lnTo>
                  <a:pt x="52013" y="1643622"/>
                </a:lnTo>
                <a:lnTo>
                  <a:pt x="58572" y="1628815"/>
                </a:lnTo>
                <a:lnTo>
                  <a:pt x="64302" y="1614007"/>
                </a:lnTo>
                <a:lnTo>
                  <a:pt x="69141" y="1599200"/>
                </a:lnTo>
                <a:lnTo>
                  <a:pt x="73098" y="1584393"/>
                </a:lnTo>
                <a:lnTo>
                  <a:pt x="76235" y="1569585"/>
                </a:lnTo>
                <a:lnTo>
                  <a:pt x="78645" y="1554778"/>
                </a:lnTo>
                <a:lnTo>
                  <a:pt x="80444" y="1539970"/>
                </a:lnTo>
                <a:lnTo>
                  <a:pt x="81747" y="1525163"/>
                </a:lnTo>
                <a:lnTo>
                  <a:pt x="82665" y="1510356"/>
                </a:lnTo>
                <a:lnTo>
                  <a:pt x="83295" y="1495548"/>
                </a:lnTo>
                <a:lnTo>
                  <a:pt x="83715" y="1480741"/>
                </a:lnTo>
                <a:lnTo>
                  <a:pt x="83986" y="1465933"/>
                </a:lnTo>
                <a:lnTo>
                  <a:pt x="84154" y="1451126"/>
                </a:lnTo>
                <a:lnTo>
                  <a:pt x="84248" y="1436319"/>
                </a:lnTo>
                <a:lnTo>
                  <a:pt x="84287" y="1421511"/>
                </a:lnTo>
                <a:lnTo>
                  <a:pt x="84281" y="1406704"/>
                </a:lnTo>
                <a:lnTo>
                  <a:pt x="84235" y="1391896"/>
                </a:lnTo>
                <a:lnTo>
                  <a:pt x="84151" y="1377089"/>
                </a:lnTo>
                <a:lnTo>
                  <a:pt x="84027" y="1362282"/>
                </a:lnTo>
                <a:lnTo>
                  <a:pt x="83864" y="1347474"/>
                </a:lnTo>
                <a:lnTo>
                  <a:pt x="83661" y="1332667"/>
                </a:lnTo>
                <a:lnTo>
                  <a:pt x="83422" y="1317859"/>
                </a:lnTo>
                <a:lnTo>
                  <a:pt x="83151" y="1303052"/>
                </a:lnTo>
                <a:lnTo>
                  <a:pt x="82856" y="1288245"/>
                </a:lnTo>
                <a:lnTo>
                  <a:pt x="82550" y="1273437"/>
                </a:lnTo>
                <a:lnTo>
                  <a:pt x="82245" y="1258630"/>
                </a:lnTo>
                <a:lnTo>
                  <a:pt x="81958" y="1243822"/>
                </a:lnTo>
                <a:lnTo>
                  <a:pt x="81705" y="1229015"/>
                </a:lnTo>
                <a:lnTo>
                  <a:pt x="81501" y="1214207"/>
                </a:lnTo>
                <a:lnTo>
                  <a:pt x="81357" y="1199400"/>
                </a:lnTo>
                <a:lnTo>
                  <a:pt x="81279" y="1184593"/>
                </a:lnTo>
                <a:lnTo>
                  <a:pt x="81267" y="1169785"/>
                </a:lnTo>
                <a:lnTo>
                  <a:pt x="81313" y="1154978"/>
                </a:lnTo>
                <a:lnTo>
                  <a:pt x="81403" y="1140170"/>
                </a:lnTo>
                <a:lnTo>
                  <a:pt x="81516" y="1125363"/>
                </a:lnTo>
                <a:lnTo>
                  <a:pt x="81627" y="1110556"/>
                </a:lnTo>
                <a:lnTo>
                  <a:pt x="81708" y="1095748"/>
                </a:lnTo>
                <a:lnTo>
                  <a:pt x="81733" y="1080941"/>
                </a:lnTo>
                <a:lnTo>
                  <a:pt x="81677" y="1066133"/>
                </a:lnTo>
                <a:lnTo>
                  <a:pt x="81525" y="1051326"/>
                </a:lnTo>
                <a:lnTo>
                  <a:pt x="81266" y="1036519"/>
                </a:lnTo>
                <a:lnTo>
                  <a:pt x="80904" y="1021711"/>
                </a:lnTo>
                <a:lnTo>
                  <a:pt x="80449" y="1006904"/>
                </a:lnTo>
                <a:lnTo>
                  <a:pt x="79926" y="992096"/>
                </a:lnTo>
                <a:lnTo>
                  <a:pt x="79365" y="977289"/>
                </a:lnTo>
                <a:lnTo>
                  <a:pt x="78807" y="962482"/>
                </a:lnTo>
                <a:lnTo>
                  <a:pt x="78294" y="947674"/>
                </a:lnTo>
                <a:lnTo>
                  <a:pt x="77867" y="932867"/>
                </a:lnTo>
                <a:lnTo>
                  <a:pt x="77563" y="918059"/>
                </a:lnTo>
                <a:lnTo>
                  <a:pt x="77411" y="903252"/>
                </a:lnTo>
                <a:lnTo>
                  <a:pt x="77426" y="888444"/>
                </a:lnTo>
                <a:lnTo>
                  <a:pt x="77611" y="873637"/>
                </a:lnTo>
                <a:lnTo>
                  <a:pt x="77956" y="858830"/>
                </a:lnTo>
                <a:lnTo>
                  <a:pt x="78438" y="844022"/>
                </a:lnTo>
                <a:lnTo>
                  <a:pt x="79023" y="829215"/>
                </a:lnTo>
                <a:lnTo>
                  <a:pt x="79672" y="814407"/>
                </a:lnTo>
                <a:lnTo>
                  <a:pt x="80347" y="799600"/>
                </a:lnTo>
                <a:lnTo>
                  <a:pt x="81009" y="784793"/>
                </a:lnTo>
                <a:lnTo>
                  <a:pt x="81626" y="769985"/>
                </a:lnTo>
                <a:lnTo>
                  <a:pt x="82174" y="755178"/>
                </a:lnTo>
                <a:lnTo>
                  <a:pt x="82639" y="740370"/>
                </a:lnTo>
                <a:lnTo>
                  <a:pt x="83016" y="725563"/>
                </a:lnTo>
                <a:lnTo>
                  <a:pt x="83305" y="710756"/>
                </a:lnTo>
                <a:lnTo>
                  <a:pt x="83516" y="695948"/>
                </a:lnTo>
                <a:lnTo>
                  <a:pt x="83660" y="681141"/>
                </a:lnTo>
                <a:lnTo>
                  <a:pt x="83749" y="666333"/>
                </a:lnTo>
                <a:lnTo>
                  <a:pt x="83796" y="651526"/>
                </a:lnTo>
                <a:lnTo>
                  <a:pt x="83812" y="636719"/>
                </a:lnTo>
                <a:lnTo>
                  <a:pt x="83804" y="621911"/>
                </a:lnTo>
                <a:lnTo>
                  <a:pt x="83779" y="607104"/>
                </a:lnTo>
                <a:lnTo>
                  <a:pt x="83740" y="592296"/>
                </a:lnTo>
                <a:lnTo>
                  <a:pt x="83689" y="577489"/>
                </a:lnTo>
                <a:lnTo>
                  <a:pt x="83627" y="562682"/>
                </a:lnTo>
                <a:lnTo>
                  <a:pt x="83556" y="547874"/>
                </a:lnTo>
                <a:lnTo>
                  <a:pt x="83478" y="533067"/>
                </a:lnTo>
                <a:lnTo>
                  <a:pt x="83398" y="518259"/>
                </a:lnTo>
                <a:lnTo>
                  <a:pt x="83321" y="503452"/>
                </a:lnTo>
                <a:lnTo>
                  <a:pt x="83254" y="488644"/>
                </a:lnTo>
                <a:lnTo>
                  <a:pt x="83204" y="473837"/>
                </a:lnTo>
                <a:lnTo>
                  <a:pt x="83177" y="459030"/>
                </a:lnTo>
                <a:lnTo>
                  <a:pt x="83181" y="444222"/>
                </a:lnTo>
                <a:lnTo>
                  <a:pt x="83218" y="429415"/>
                </a:lnTo>
                <a:lnTo>
                  <a:pt x="83292" y="414607"/>
                </a:lnTo>
                <a:lnTo>
                  <a:pt x="83400" y="399800"/>
                </a:lnTo>
                <a:lnTo>
                  <a:pt x="83542" y="384993"/>
                </a:lnTo>
                <a:lnTo>
                  <a:pt x="83712" y="370185"/>
                </a:lnTo>
                <a:lnTo>
                  <a:pt x="83904" y="355378"/>
                </a:lnTo>
                <a:lnTo>
                  <a:pt x="84112" y="340570"/>
                </a:lnTo>
                <a:lnTo>
                  <a:pt x="84327" y="325763"/>
                </a:lnTo>
                <a:lnTo>
                  <a:pt x="84538" y="310956"/>
                </a:lnTo>
                <a:lnTo>
                  <a:pt x="84735" y="296148"/>
                </a:lnTo>
                <a:lnTo>
                  <a:pt x="84905" y="281341"/>
                </a:lnTo>
                <a:lnTo>
                  <a:pt x="85029" y="266533"/>
                </a:lnTo>
                <a:lnTo>
                  <a:pt x="85089" y="251726"/>
                </a:lnTo>
                <a:lnTo>
                  <a:pt x="85061" y="236919"/>
                </a:lnTo>
                <a:lnTo>
                  <a:pt x="84918" y="222111"/>
                </a:lnTo>
                <a:lnTo>
                  <a:pt x="84633" y="207304"/>
                </a:lnTo>
                <a:lnTo>
                  <a:pt x="84177" y="192496"/>
                </a:lnTo>
                <a:lnTo>
                  <a:pt x="83528" y="177689"/>
                </a:lnTo>
                <a:lnTo>
                  <a:pt x="82669" y="162881"/>
                </a:lnTo>
                <a:lnTo>
                  <a:pt x="81598" y="148074"/>
                </a:lnTo>
                <a:lnTo>
                  <a:pt x="80325" y="133267"/>
                </a:lnTo>
                <a:lnTo>
                  <a:pt x="78880" y="118459"/>
                </a:lnTo>
                <a:lnTo>
                  <a:pt x="77314" y="103652"/>
                </a:lnTo>
                <a:lnTo>
                  <a:pt x="75692" y="88844"/>
                </a:lnTo>
                <a:lnTo>
                  <a:pt x="74097" y="74037"/>
                </a:lnTo>
                <a:lnTo>
                  <a:pt x="72621" y="59230"/>
                </a:lnTo>
                <a:lnTo>
                  <a:pt x="71353" y="44422"/>
                </a:lnTo>
                <a:lnTo>
                  <a:pt x="70379" y="29615"/>
                </a:lnTo>
                <a:lnTo>
                  <a:pt x="69765" y="14807"/>
                </a:lnTo>
                <a:lnTo>
                  <a:pt x="69555" y="0"/>
                </a:lnTo>
                <a:lnTo>
                  <a:pt x="108032" y="0"/>
                </a:lnTo>
                <a:lnTo>
                  <a:pt x="108032" y="0"/>
                </a:lnTo>
                <a:lnTo>
                  <a:pt x="107823" y="14807"/>
                </a:lnTo>
                <a:lnTo>
                  <a:pt x="107209" y="29615"/>
                </a:lnTo>
                <a:lnTo>
                  <a:pt x="106234" y="44422"/>
                </a:lnTo>
                <a:lnTo>
                  <a:pt x="104967" y="59230"/>
                </a:lnTo>
                <a:lnTo>
                  <a:pt x="103490" y="74037"/>
                </a:lnTo>
                <a:lnTo>
                  <a:pt x="101895" y="88844"/>
                </a:lnTo>
                <a:lnTo>
                  <a:pt x="100274" y="103652"/>
                </a:lnTo>
                <a:lnTo>
                  <a:pt x="98707" y="118459"/>
                </a:lnTo>
                <a:lnTo>
                  <a:pt x="97263" y="133267"/>
                </a:lnTo>
                <a:lnTo>
                  <a:pt x="95990" y="148074"/>
                </a:lnTo>
                <a:lnTo>
                  <a:pt x="94918" y="162881"/>
                </a:lnTo>
                <a:lnTo>
                  <a:pt x="94060" y="177689"/>
                </a:lnTo>
                <a:lnTo>
                  <a:pt x="93410" y="192496"/>
                </a:lnTo>
                <a:lnTo>
                  <a:pt x="92954" y="207304"/>
                </a:lnTo>
                <a:lnTo>
                  <a:pt x="92669" y="222111"/>
                </a:lnTo>
                <a:lnTo>
                  <a:pt x="92526" y="236919"/>
                </a:lnTo>
                <a:lnTo>
                  <a:pt x="92498" y="251726"/>
                </a:lnTo>
                <a:lnTo>
                  <a:pt x="92558" y="266533"/>
                </a:lnTo>
                <a:lnTo>
                  <a:pt x="92682" y="281341"/>
                </a:lnTo>
                <a:lnTo>
                  <a:pt x="92852" y="296148"/>
                </a:lnTo>
                <a:lnTo>
                  <a:pt x="93049" y="310956"/>
                </a:lnTo>
                <a:lnTo>
                  <a:pt x="93261" y="325763"/>
                </a:lnTo>
                <a:lnTo>
                  <a:pt x="93475" y="340570"/>
                </a:lnTo>
                <a:lnTo>
                  <a:pt x="93683" y="355378"/>
                </a:lnTo>
                <a:lnTo>
                  <a:pt x="93875" y="370185"/>
                </a:lnTo>
                <a:lnTo>
                  <a:pt x="94045" y="384993"/>
                </a:lnTo>
                <a:lnTo>
                  <a:pt x="94187" y="399800"/>
                </a:lnTo>
                <a:lnTo>
                  <a:pt x="94296" y="414607"/>
                </a:lnTo>
                <a:lnTo>
                  <a:pt x="94369" y="429415"/>
                </a:lnTo>
                <a:lnTo>
                  <a:pt x="94406" y="444222"/>
                </a:lnTo>
                <a:lnTo>
                  <a:pt x="94410" y="459030"/>
                </a:lnTo>
                <a:lnTo>
                  <a:pt x="94384" y="473837"/>
                </a:lnTo>
                <a:lnTo>
                  <a:pt x="94334" y="488644"/>
                </a:lnTo>
                <a:lnTo>
                  <a:pt x="94267" y="503452"/>
                </a:lnTo>
                <a:lnTo>
                  <a:pt x="94190" y="518259"/>
                </a:lnTo>
                <a:lnTo>
                  <a:pt x="94109" y="533067"/>
                </a:lnTo>
                <a:lnTo>
                  <a:pt x="94032" y="547874"/>
                </a:lnTo>
                <a:lnTo>
                  <a:pt x="93960" y="562682"/>
                </a:lnTo>
                <a:lnTo>
                  <a:pt x="93898" y="577489"/>
                </a:lnTo>
                <a:lnTo>
                  <a:pt x="93847" y="592296"/>
                </a:lnTo>
                <a:lnTo>
                  <a:pt x="93808" y="607104"/>
                </a:lnTo>
                <a:lnTo>
                  <a:pt x="93783" y="621911"/>
                </a:lnTo>
                <a:lnTo>
                  <a:pt x="93776" y="636719"/>
                </a:lnTo>
                <a:lnTo>
                  <a:pt x="93791" y="651526"/>
                </a:lnTo>
                <a:lnTo>
                  <a:pt x="93839" y="666333"/>
                </a:lnTo>
                <a:lnTo>
                  <a:pt x="93928" y="681141"/>
                </a:lnTo>
                <a:lnTo>
                  <a:pt x="94071" y="695948"/>
                </a:lnTo>
                <a:lnTo>
                  <a:pt x="94282" y="710756"/>
                </a:lnTo>
                <a:lnTo>
                  <a:pt x="94572" y="725563"/>
                </a:lnTo>
                <a:lnTo>
                  <a:pt x="94948" y="740370"/>
                </a:lnTo>
                <a:lnTo>
                  <a:pt x="95413" y="755178"/>
                </a:lnTo>
                <a:lnTo>
                  <a:pt x="95961" y="769985"/>
                </a:lnTo>
                <a:lnTo>
                  <a:pt x="96578" y="784793"/>
                </a:lnTo>
                <a:lnTo>
                  <a:pt x="97240" y="799600"/>
                </a:lnTo>
                <a:lnTo>
                  <a:pt x="97915" y="814407"/>
                </a:lnTo>
                <a:lnTo>
                  <a:pt x="98565" y="829215"/>
                </a:lnTo>
                <a:lnTo>
                  <a:pt x="99150" y="844022"/>
                </a:lnTo>
                <a:lnTo>
                  <a:pt x="99631" y="858830"/>
                </a:lnTo>
                <a:lnTo>
                  <a:pt x="99976" y="873637"/>
                </a:lnTo>
                <a:lnTo>
                  <a:pt x="100162" y="888444"/>
                </a:lnTo>
                <a:lnTo>
                  <a:pt x="100177" y="903252"/>
                </a:lnTo>
                <a:lnTo>
                  <a:pt x="100024" y="918059"/>
                </a:lnTo>
                <a:lnTo>
                  <a:pt x="99720" y="932867"/>
                </a:lnTo>
                <a:lnTo>
                  <a:pt x="99293" y="947674"/>
                </a:lnTo>
                <a:lnTo>
                  <a:pt x="98780" y="962482"/>
                </a:lnTo>
                <a:lnTo>
                  <a:pt x="98222" y="977289"/>
                </a:lnTo>
                <a:lnTo>
                  <a:pt x="97662" y="992096"/>
                </a:lnTo>
                <a:lnTo>
                  <a:pt x="97138" y="1006904"/>
                </a:lnTo>
                <a:lnTo>
                  <a:pt x="96684" y="1021711"/>
                </a:lnTo>
                <a:lnTo>
                  <a:pt x="96321" y="1036519"/>
                </a:lnTo>
                <a:lnTo>
                  <a:pt x="96063" y="1051326"/>
                </a:lnTo>
                <a:lnTo>
                  <a:pt x="95910" y="1066133"/>
                </a:lnTo>
                <a:lnTo>
                  <a:pt x="95854" y="1080941"/>
                </a:lnTo>
                <a:lnTo>
                  <a:pt x="95879" y="1095748"/>
                </a:lnTo>
                <a:lnTo>
                  <a:pt x="95960" y="1110556"/>
                </a:lnTo>
                <a:lnTo>
                  <a:pt x="96071" y="1125363"/>
                </a:lnTo>
                <a:lnTo>
                  <a:pt x="96184" y="1140170"/>
                </a:lnTo>
                <a:lnTo>
                  <a:pt x="96274" y="1154978"/>
                </a:lnTo>
                <a:lnTo>
                  <a:pt x="96321" y="1169785"/>
                </a:lnTo>
                <a:lnTo>
                  <a:pt x="96309" y="1184593"/>
                </a:lnTo>
                <a:lnTo>
                  <a:pt x="96230" y="1199400"/>
                </a:lnTo>
                <a:lnTo>
                  <a:pt x="96086" y="1214207"/>
                </a:lnTo>
                <a:lnTo>
                  <a:pt x="95882" y="1229015"/>
                </a:lnTo>
                <a:lnTo>
                  <a:pt x="95629" y="1243822"/>
                </a:lnTo>
                <a:lnTo>
                  <a:pt x="95342" y="1258630"/>
                </a:lnTo>
                <a:lnTo>
                  <a:pt x="95037" y="1273437"/>
                </a:lnTo>
                <a:lnTo>
                  <a:pt x="94731" y="1288245"/>
                </a:lnTo>
                <a:lnTo>
                  <a:pt x="94436" y="1303052"/>
                </a:lnTo>
                <a:lnTo>
                  <a:pt x="94165" y="1317859"/>
                </a:lnTo>
                <a:lnTo>
                  <a:pt x="93926" y="1332667"/>
                </a:lnTo>
                <a:lnTo>
                  <a:pt x="93723" y="1347474"/>
                </a:lnTo>
                <a:lnTo>
                  <a:pt x="93560" y="1362282"/>
                </a:lnTo>
                <a:lnTo>
                  <a:pt x="93436" y="1377089"/>
                </a:lnTo>
                <a:lnTo>
                  <a:pt x="93352" y="1391896"/>
                </a:lnTo>
                <a:lnTo>
                  <a:pt x="93306" y="1406704"/>
                </a:lnTo>
                <a:lnTo>
                  <a:pt x="93300" y="1421511"/>
                </a:lnTo>
                <a:lnTo>
                  <a:pt x="93339" y="1436319"/>
                </a:lnTo>
                <a:lnTo>
                  <a:pt x="93433" y="1451126"/>
                </a:lnTo>
                <a:lnTo>
                  <a:pt x="93601" y="1465933"/>
                </a:lnTo>
                <a:lnTo>
                  <a:pt x="93872" y="1480741"/>
                </a:lnTo>
                <a:lnTo>
                  <a:pt x="94292" y="1495548"/>
                </a:lnTo>
                <a:lnTo>
                  <a:pt x="94922" y="1510356"/>
                </a:lnTo>
                <a:lnTo>
                  <a:pt x="95840" y="1525163"/>
                </a:lnTo>
                <a:lnTo>
                  <a:pt x="97143" y="1539970"/>
                </a:lnTo>
                <a:lnTo>
                  <a:pt x="98942" y="1554778"/>
                </a:lnTo>
                <a:lnTo>
                  <a:pt x="101353" y="1569585"/>
                </a:lnTo>
                <a:lnTo>
                  <a:pt x="104489" y="1584393"/>
                </a:lnTo>
                <a:lnTo>
                  <a:pt x="108446" y="1599200"/>
                </a:lnTo>
                <a:lnTo>
                  <a:pt x="113286" y="1614007"/>
                </a:lnTo>
                <a:lnTo>
                  <a:pt x="119015" y="1628815"/>
                </a:lnTo>
                <a:lnTo>
                  <a:pt x="125574" y="1643622"/>
                </a:lnTo>
                <a:lnTo>
                  <a:pt x="132822" y="1658430"/>
                </a:lnTo>
                <a:lnTo>
                  <a:pt x="140534" y="1673237"/>
                </a:lnTo>
                <a:lnTo>
                  <a:pt x="148404" y="1688045"/>
                </a:lnTo>
                <a:lnTo>
                  <a:pt x="156062" y="1702852"/>
                </a:lnTo>
                <a:lnTo>
                  <a:pt x="163101" y="1717659"/>
                </a:lnTo>
                <a:lnTo>
                  <a:pt x="169109" y="1732467"/>
                </a:lnTo>
                <a:lnTo>
                  <a:pt x="173709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6952">
            <a:extLst>
              <a:ext uri="{FF2B5EF4-FFF2-40B4-BE49-F238E27FC236}">
                <a16:creationId xmlns:a16="http://schemas.microsoft.com/office/drawing/2014/main" id="{B1421BFB-E269-47A3-9640-8B8B526992CC}"/>
              </a:ext>
            </a:extLst>
          </p:cNvPr>
          <p:cNvSpPr>
            <a:spLocks noGrp="1"/>
          </p:cNvSpPr>
          <p:nvPr/>
        </p:nvSpPr>
        <p:spPr>
          <a:xfrm>
            <a:off x="695862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7" name="data_6953">
            <a:extLst>
              <a:ext uri="{FF2B5EF4-FFF2-40B4-BE49-F238E27FC236}">
                <a16:creationId xmlns:a16="http://schemas.microsoft.com/office/drawing/2014/main" id="{BC35F467-DD5E-4213-86B7-696FB2A61DAD}"/>
              </a:ext>
            </a:extLst>
          </p:cNvPr>
          <p:cNvSpPr>
            <a:spLocks noGrp="1"/>
          </p:cNvSpPr>
          <p:nvPr/>
        </p:nvSpPr>
        <p:spPr>
          <a:xfrm>
            <a:off x="7300139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8" name="data_6954">
            <a:extLst>
              <a:ext uri="{FF2B5EF4-FFF2-40B4-BE49-F238E27FC236}">
                <a16:creationId xmlns:a16="http://schemas.microsoft.com/office/drawing/2014/main" id="{396CA433-0009-4C7C-8E15-AB700ADB0BD9}"/>
              </a:ext>
            </a:extLst>
          </p:cNvPr>
          <p:cNvSpPr>
            <a:spLocks noGrp="1"/>
          </p:cNvSpPr>
          <p:nvPr/>
        </p:nvSpPr>
        <p:spPr>
          <a:xfrm>
            <a:off x="764165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9" name="data_6955">
            <a:extLst>
              <a:ext uri="{FF2B5EF4-FFF2-40B4-BE49-F238E27FC236}">
                <a16:creationId xmlns:a16="http://schemas.microsoft.com/office/drawing/2014/main" id="{C88F666E-06B5-4241-A3BD-98AA94EE7216}"/>
              </a:ext>
            </a:extLst>
          </p:cNvPr>
          <p:cNvSpPr>
            <a:spLocks noGrp="1"/>
          </p:cNvSpPr>
          <p:nvPr/>
        </p:nvSpPr>
        <p:spPr>
          <a:xfrm>
            <a:off x="832468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0" name="data_6956">
            <a:extLst>
              <a:ext uri="{FF2B5EF4-FFF2-40B4-BE49-F238E27FC236}">
                <a16:creationId xmlns:a16="http://schemas.microsoft.com/office/drawing/2014/main" id="{5A2F1F5B-367D-4A5D-9E5C-C015E735C7FB}"/>
              </a:ext>
            </a:extLst>
          </p:cNvPr>
          <p:cNvSpPr>
            <a:spLocks noGrp="1"/>
          </p:cNvSpPr>
          <p:nvPr/>
        </p:nvSpPr>
        <p:spPr>
          <a:xfrm>
            <a:off x="900770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1" name="data_6957">
            <a:extLst>
              <a:ext uri="{FF2B5EF4-FFF2-40B4-BE49-F238E27FC236}">
                <a16:creationId xmlns:a16="http://schemas.microsoft.com/office/drawing/2014/main" id="{FED2DE12-5323-4AE6-B6EF-AD715BA175B6}"/>
              </a:ext>
            </a:extLst>
          </p:cNvPr>
          <p:cNvSpPr>
            <a:spLocks noGrp="1"/>
          </p:cNvSpPr>
          <p:nvPr/>
        </p:nvSpPr>
        <p:spPr>
          <a:xfrm>
            <a:off x="6938134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2" name="data_6958">
            <a:extLst>
              <a:ext uri="{FF2B5EF4-FFF2-40B4-BE49-F238E27FC236}">
                <a16:creationId xmlns:a16="http://schemas.microsoft.com/office/drawing/2014/main" id="{7223828E-9E51-4C6A-BD3A-AE1B1B4C4594}"/>
              </a:ext>
            </a:extLst>
          </p:cNvPr>
          <p:cNvSpPr>
            <a:spLocks noGrp="1"/>
          </p:cNvSpPr>
          <p:nvPr/>
        </p:nvSpPr>
        <p:spPr>
          <a:xfrm>
            <a:off x="6884931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3" name="text_6959">
            <a:extLst>
              <a:ext uri="{FF2B5EF4-FFF2-40B4-BE49-F238E27FC236}">
                <a16:creationId xmlns:a16="http://schemas.microsoft.com/office/drawing/2014/main" id="{D7B2C006-A349-4E66-B466-65C60EAAE82D}"/>
              </a:ext>
            </a:extLst>
          </p:cNvPr>
          <p:cNvSpPr>
            <a:spLocks noGrp="1"/>
          </p:cNvSpPr>
          <p:nvPr/>
        </p:nvSpPr>
        <p:spPr>
          <a:xfrm>
            <a:off x="6766091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6960">
            <a:extLst>
              <a:ext uri="{FF2B5EF4-FFF2-40B4-BE49-F238E27FC236}">
                <a16:creationId xmlns:a16="http://schemas.microsoft.com/office/drawing/2014/main" id="{1B40A0C8-DD8B-46CC-9CD5-AB77D3E7E65D}"/>
              </a:ext>
            </a:extLst>
          </p:cNvPr>
          <p:cNvSpPr>
            <a:spLocks noGrp="1"/>
          </p:cNvSpPr>
          <p:nvPr/>
        </p:nvSpPr>
        <p:spPr>
          <a:xfrm>
            <a:off x="6938134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5" name="data_6961">
            <a:extLst>
              <a:ext uri="{FF2B5EF4-FFF2-40B4-BE49-F238E27FC236}">
                <a16:creationId xmlns:a16="http://schemas.microsoft.com/office/drawing/2014/main" id="{9D3E2E91-A4D6-4822-A801-8F6DBA809500}"/>
              </a:ext>
            </a:extLst>
          </p:cNvPr>
          <p:cNvSpPr>
            <a:spLocks noGrp="1"/>
          </p:cNvSpPr>
          <p:nvPr/>
        </p:nvSpPr>
        <p:spPr>
          <a:xfrm>
            <a:off x="6884931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6" name="text_6962">
            <a:extLst>
              <a:ext uri="{FF2B5EF4-FFF2-40B4-BE49-F238E27FC236}">
                <a16:creationId xmlns:a16="http://schemas.microsoft.com/office/drawing/2014/main" id="{8A08C1E5-7F31-4D60-B918-A11E8B697BE3}"/>
              </a:ext>
            </a:extLst>
          </p:cNvPr>
          <p:cNvSpPr>
            <a:spLocks noGrp="1"/>
          </p:cNvSpPr>
          <p:nvPr/>
        </p:nvSpPr>
        <p:spPr>
          <a:xfrm>
            <a:off x="6700454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6963">
            <a:extLst>
              <a:ext uri="{FF2B5EF4-FFF2-40B4-BE49-F238E27FC236}">
                <a16:creationId xmlns:a16="http://schemas.microsoft.com/office/drawing/2014/main" id="{013B3B82-D1ED-4B36-9AA7-FAC0A7F6CCCC}"/>
              </a:ext>
            </a:extLst>
          </p:cNvPr>
          <p:cNvSpPr>
            <a:spLocks noGrp="1"/>
          </p:cNvSpPr>
          <p:nvPr/>
        </p:nvSpPr>
        <p:spPr>
          <a:xfrm>
            <a:off x="6938134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8" name="data_6964">
            <a:extLst>
              <a:ext uri="{FF2B5EF4-FFF2-40B4-BE49-F238E27FC236}">
                <a16:creationId xmlns:a16="http://schemas.microsoft.com/office/drawing/2014/main" id="{336F655F-EA03-4FFD-94CF-3472D91B78DD}"/>
              </a:ext>
            </a:extLst>
          </p:cNvPr>
          <p:cNvSpPr>
            <a:spLocks noGrp="1"/>
          </p:cNvSpPr>
          <p:nvPr/>
        </p:nvSpPr>
        <p:spPr>
          <a:xfrm>
            <a:off x="6884931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9" name="text_6965">
            <a:extLst>
              <a:ext uri="{FF2B5EF4-FFF2-40B4-BE49-F238E27FC236}">
                <a16:creationId xmlns:a16="http://schemas.microsoft.com/office/drawing/2014/main" id="{DA3FE461-9490-4DC0-9D81-D42C6CF7A737}"/>
              </a:ext>
            </a:extLst>
          </p:cNvPr>
          <p:cNvSpPr>
            <a:spLocks noGrp="1"/>
          </p:cNvSpPr>
          <p:nvPr/>
        </p:nvSpPr>
        <p:spPr>
          <a:xfrm>
            <a:off x="6634817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6966">
            <a:extLst>
              <a:ext uri="{FF2B5EF4-FFF2-40B4-BE49-F238E27FC236}">
                <a16:creationId xmlns:a16="http://schemas.microsoft.com/office/drawing/2014/main" id="{EB5AAA01-F965-49D9-BF8A-893BF5BA9D39}"/>
              </a:ext>
            </a:extLst>
          </p:cNvPr>
          <p:cNvSpPr>
            <a:spLocks noGrp="1"/>
          </p:cNvSpPr>
          <p:nvPr/>
        </p:nvSpPr>
        <p:spPr>
          <a:xfrm>
            <a:off x="724864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data_6967">
            <a:extLst>
              <a:ext uri="{FF2B5EF4-FFF2-40B4-BE49-F238E27FC236}">
                <a16:creationId xmlns:a16="http://schemas.microsoft.com/office/drawing/2014/main" id="{8CF8B516-E40F-4304-BADF-0DCCAA80BD66}"/>
              </a:ext>
            </a:extLst>
          </p:cNvPr>
          <p:cNvSpPr>
            <a:spLocks noGrp="1"/>
          </p:cNvSpPr>
          <p:nvPr/>
        </p:nvSpPr>
        <p:spPr>
          <a:xfrm>
            <a:off x="7223632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data_6968">
            <a:extLst>
              <a:ext uri="{FF2B5EF4-FFF2-40B4-BE49-F238E27FC236}">
                <a16:creationId xmlns:a16="http://schemas.microsoft.com/office/drawing/2014/main" id="{6572E0EC-0D58-419A-BEE2-6AE2A46D4437}"/>
              </a:ext>
            </a:extLst>
          </p:cNvPr>
          <p:cNvSpPr>
            <a:spLocks noGrp="1"/>
          </p:cNvSpPr>
          <p:nvPr/>
        </p:nvSpPr>
        <p:spPr>
          <a:xfrm>
            <a:off x="7243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data_6969">
            <a:extLst>
              <a:ext uri="{FF2B5EF4-FFF2-40B4-BE49-F238E27FC236}">
                <a16:creationId xmlns:a16="http://schemas.microsoft.com/office/drawing/2014/main" id="{1D26AFEE-DDC1-4F77-866A-BB5E6331CEA4}"/>
              </a:ext>
            </a:extLst>
          </p:cNvPr>
          <p:cNvSpPr>
            <a:spLocks noGrp="1"/>
          </p:cNvSpPr>
          <p:nvPr/>
        </p:nvSpPr>
        <p:spPr>
          <a:xfrm>
            <a:off x="724343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data_6970">
            <a:extLst>
              <a:ext uri="{FF2B5EF4-FFF2-40B4-BE49-F238E27FC236}">
                <a16:creationId xmlns:a16="http://schemas.microsoft.com/office/drawing/2014/main" id="{579B7081-0279-437D-B384-7FB8A71E812D}"/>
              </a:ext>
            </a:extLst>
          </p:cNvPr>
          <p:cNvSpPr>
            <a:spLocks noGrp="1"/>
          </p:cNvSpPr>
          <p:nvPr/>
        </p:nvSpPr>
        <p:spPr>
          <a:xfrm>
            <a:off x="72655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data_6971">
            <a:extLst>
              <a:ext uri="{FF2B5EF4-FFF2-40B4-BE49-F238E27FC236}">
                <a16:creationId xmlns:a16="http://schemas.microsoft.com/office/drawing/2014/main" id="{7F6B07C5-6C76-471D-AF37-F02A435EEE23}"/>
              </a:ext>
            </a:extLst>
          </p:cNvPr>
          <p:cNvSpPr>
            <a:spLocks noGrp="1"/>
          </p:cNvSpPr>
          <p:nvPr/>
        </p:nvSpPr>
        <p:spPr>
          <a:xfrm>
            <a:off x="73035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data_6972">
            <a:extLst>
              <a:ext uri="{FF2B5EF4-FFF2-40B4-BE49-F238E27FC236}">
                <a16:creationId xmlns:a16="http://schemas.microsoft.com/office/drawing/2014/main" id="{9D43D6CC-EEA8-47D6-9F05-D89EEA7464B8}"/>
              </a:ext>
            </a:extLst>
          </p:cNvPr>
          <p:cNvSpPr>
            <a:spLocks noGrp="1"/>
          </p:cNvSpPr>
          <p:nvPr/>
        </p:nvSpPr>
        <p:spPr>
          <a:xfrm>
            <a:off x="7327348" y="32331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data_6973">
            <a:extLst>
              <a:ext uri="{FF2B5EF4-FFF2-40B4-BE49-F238E27FC236}">
                <a16:creationId xmlns:a16="http://schemas.microsoft.com/office/drawing/2014/main" id="{3E62036D-E018-48CB-81F7-B96E415DFF6B}"/>
              </a:ext>
            </a:extLst>
          </p:cNvPr>
          <p:cNvSpPr>
            <a:spLocks noGrp="1"/>
          </p:cNvSpPr>
          <p:nvPr/>
        </p:nvSpPr>
        <p:spPr>
          <a:xfrm>
            <a:off x="72305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data_6974">
            <a:extLst>
              <a:ext uri="{FF2B5EF4-FFF2-40B4-BE49-F238E27FC236}">
                <a16:creationId xmlns:a16="http://schemas.microsoft.com/office/drawing/2014/main" id="{AEE87911-39FC-45B6-B2F7-AA87D9F1FF3C}"/>
              </a:ext>
            </a:extLst>
          </p:cNvPr>
          <p:cNvSpPr>
            <a:spLocks noGrp="1"/>
          </p:cNvSpPr>
          <p:nvPr/>
        </p:nvSpPr>
        <p:spPr>
          <a:xfrm>
            <a:off x="7290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data_6975">
            <a:extLst>
              <a:ext uri="{FF2B5EF4-FFF2-40B4-BE49-F238E27FC236}">
                <a16:creationId xmlns:a16="http://schemas.microsoft.com/office/drawing/2014/main" id="{20F3256C-6648-40AC-88A8-D22814C958BB}"/>
              </a:ext>
            </a:extLst>
          </p:cNvPr>
          <p:cNvSpPr>
            <a:spLocks noGrp="1"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data_6976">
            <a:extLst>
              <a:ext uri="{FF2B5EF4-FFF2-40B4-BE49-F238E27FC236}">
                <a16:creationId xmlns:a16="http://schemas.microsoft.com/office/drawing/2014/main" id="{784FE551-B0F5-4F34-ABE5-A8471C519051}"/>
              </a:ext>
            </a:extLst>
          </p:cNvPr>
          <p:cNvSpPr>
            <a:spLocks noGrp="1"/>
          </p:cNvSpPr>
          <p:nvPr/>
        </p:nvSpPr>
        <p:spPr>
          <a:xfrm>
            <a:off x="72165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data_6977">
            <a:extLst>
              <a:ext uri="{FF2B5EF4-FFF2-40B4-BE49-F238E27FC236}">
                <a16:creationId xmlns:a16="http://schemas.microsoft.com/office/drawing/2014/main" id="{C97BF2FE-110D-45F7-B6F7-D2EC42544E16}"/>
              </a:ext>
            </a:extLst>
          </p:cNvPr>
          <p:cNvSpPr>
            <a:spLocks noGrp="1"/>
          </p:cNvSpPr>
          <p:nvPr/>
        </p:nvSpPr>
        <p:spPr>
          <a:xfrm>
            <a:off x="731692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data_6978">
            <a:extLst>
              <a:ext uri="{FF2B5EF4-FFF2-40B4-BE49-F238E27FC236}">
                <a16:creationId xmlns:a16="http://schemas.microsoft.com/office/drawing/2014/main" id="{AABFC883-2447-4609-BA38-B6060348353F}"/>
              </a:ext>
            </a:extLst>
          </p:cNvPr>
          <p:cNvSpPr>
            <a:spLocks noGrp="1"/>
          </p:cNvSpPr>
          <p:nvPr/>
        </p:nvSpPr>
        <p:spPr>
          <a:xfrm>
            <a:off x="73436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data_6979">
            <a:extLst>
              <a:ext uri="{FF2B5EF4-FFF2-40B4-BE49-F238E27FC236}">
                <a16:creationId xmlns:a16="http://schemas.microsoft.com/office/drawing/2014/main" id="{7BB6E45C-43FD-403C-96E5-7A5E968474DC}"/>
              </a:ext>
            </a:extLst>
          </p:cNvPr>
          <p:cNvSpPr>
            <a:spLocks noGrp="1"/>
          </p:cNvSpPr>
          <p:nvPr/>
        </p:nvSpPr>
        <p:spPr>
          <a:xfrm>
            <a:off x="72651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data_6980">
            <a:extLst>
              <a:ext uri="{FF2B5EF4-FFF2-40B4-BE49-F238E27FC236}">
                <a16:creationId xmlns:a16="http://schemas.microsoft.com/office/drawing/2014/main" id="{B931458E-53A2-4B28-8BB3-E72806E3BFF3}"/>
              </a:ext>
            </a:extLst>
          </p:cNvPr>
          <p:cNvSpPr>
            <a:spLocks noGrp="1"/>
          </p:cNvSpPr>
          <p:nvPr/>
        </p:nvSpPr>
        <p:spPr>
          <a:xfrm>
            <a:off x="7336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data_6981">
            <a:extLst>
              <a:ext uri="{FF2B5EF4-FFF2-40B4-BE49-F238E27FC236}">
                <a16:creationId xmlns:a16="http://schemas.microsoft.com/office/drawing/2014/main" id="{47C88EF2-476C-4135-B59E-B25026DD3A22}"/>
              </a:ext>
            </a:extLst>
          </p:cNvPr>
          <p:cNvSpPr>
            <a:spLocks noGrp="1"/>
          </p:cNvSpPr>
          <p:nvPr/>
        </p:nvSpPr>
        <p:spPr>
          <a:xfrm>
            <a:off x="72438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data_6982">
            <a:extLst>
              <a:ext uri="{FF2B5EF4-FFF2-40B4-BE49-F238E27FC236}">
                <a16:creationId xmlns:a16="http://schemas.microsoft.com/office/drawing/2014/main" id="{93BE890C-AE89-4786-A1AC-647AB74752D5}"/>
              </a:ext>
            </a:extLst>
          </p:cNvPr>
          <p:cNvSpPr>
            <a:spLocks noGrp="1"/>
          </p:cNvSpPr>
          <p:nvPr/>
        </p:nvSpPr>
        <p:spPr>
          <a:xfrm>
            <a:off x="72685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data_6983">
            <a:extLst>
              <a:ext uri="{FF2B5EF4-FFF2-40B4-BE49-F238E27FC236}">
                <a16:creationId xmlns:a16="http://schemas.microsoft.com/office/drawing/2014/main" id="{597F2E69-B79C-45FB-85A9-D0579D83E8D9}"/>
              </a:ext>
            </a:extLst>
          </p:cNvPr>
          <p:cNvSpPr>
            <a:spLocks noGrp="1"/>
          </p:cNvSpPr>
          <p:nvPr/>
        </p:nvSpPr>
        <p:spPr>
          <a:xfrm>
            <a:off x="7307413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data_6984">
            <a:extLst>
              <a:ext uri="{FF2B5EF4-FFF2-40B4-BE49-F238E27FC236}">
                <a16:creationId xmlns:a16="http://schemas.microsoft.com/office/drawing/2014/main" id="{004E549A-576A-4999-99FF-F97189094089}"/>
              </a:ext>
            </a:extLst>
          </p:cNvPr>
          <p:cNvSpPr>
            <a:spLocks noGrp="1"/>
          </p:cNvSpPr>
          <p:nvPr/>
        </p:nvSpPr>
        <p:spPr>
          <a:xfrm>
            <a:off x="73307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data_6985">
            <a:extLst>
              <a:ext uri="{FF2B5EF4-FFF2-40B4-BE49-F238E27FC236}">
                <a16:creationId xmlns:a16="http://schemas.microsoft.com/office/drawing/2014/main" id="{1E9C7E00-FA7B-4587-AF2D-4139BB4D83E3}"/>
              </a:ext>
            </a:extLst>
          </p:cNvPr>
          <p:cNvSpPr>
            <a:spLocks noGrp="1"/>
          </p:cNvSpPr>
          <p:nvPr/>
        </p:nvSpPr>
        <p:spPr>
          <a:xfrm>
            <a:off x="73433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data_6986">
            <a:extLst>
              <a:ext uri="{FF2B5EF4-FFF2-40B4-BE49-F238E27FC236}">
                <a16:creationId xmlns:a16="http://schemas.microsoft.com/office/drawing/2014/main" id="{C2F82BEB-16B4-48E1-9BF8-8B7E6EA48463}"/>
              </a:ext>
            </a:extLst>
          </p:cNvPr>
          <p:cNvSpPr>
            <a:spLocks noGrp="1"/>
          </p:cNvSpPr>
          <p:nvPr/>
        </p:nvSpPr>
        <p:spPr>
          <a:xfrm>
            <a:off x="72984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data_6987">
            <a:extLst>
              <a:ext uri="{FF2B5EF4-FFF2-40B4-BE49-F238E27FC236}">
                <a16:creationId xmlns:a16="http://schemas.microsoft.com/office/drawing/2014/main" id="{A9A1A545-1F71-4329-AB58-45EDC916FD20}"/>
              </a:ext>
            </a:extLst>
          </p:cNvPr>
          <p:cNvSpPr>
            <a:spLocks noGrp="1"/>
          </p:cNvSpPr>
          <p:nvPr/>
        </p:nvSpPr>
        <p:spPr>
          <a:xfrm>
            <a:off x="7221157" y="32139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data_6988">
            <a:extLst>
              <a:ext uri="{FF2B5EF4-FFF2-40B4-BE49-F238E27FC236}">
                <a16:creationId xmlns:a16="http://schemas.microsoft.com/office/drawing/2014/main" id="{23F16003-D969-4759-AB3D-FBCFE673F11B}"/>
              </a:ext>
            </a:extLst>
          </p:cNvPr>
          <p:cNvSpPr>
            <a:spLocks noGrp="1"/>
          </p:cNvSpPr>
          <p:nvPr/>
        </p:nvSpPr>
        <p:spPr>
          <a:xfrm>
            <a:off x="7240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data_6989">
            <a:extLst>
              <a:ext uri="{FF2B5EF4-FFF2-40B4-BE49-F238E27FC236}">
                <a16:creationId xmlns:a16="http://schemas.microsoft.com/office/drawing/2014/main" id="{87789C74-F5F4-4223-8429-772C5370DB4E}"/>
              </a:ext>
            </a:extLst>
          </p:cNvPr>
          <p:cNvSpPr>
            <a:spLocks noGrp="1"/>
          </p:cNvSpPr>
          <p:nvPr/>
        </p:nvSpPr>
        <p:spPr>
          <a:xfrm>
            <a:off x="72489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data_6990">
            <a:extLst>
              <a:ext uri="{FF2B5EF4-FFF2-40B4-BE49-F238E27FC236}">
                <a16:creationId xmlns:a16="http://schemas.microsoft.com/office/drawing/2014/main" id="{E59FE385-8E29-46E0-AFE2-DEB470FF4443}"/>
              </a:ext>
            </a:extLst>
          </p:cNvPr>
          <p:cNvSpPr>
            <a:spLocks noGrp="1"/>
          </p:cNvSpPr>
          <p:nvPr/>
        </p:nvSpPr>
        <p:spPr>
          <a:xfrm>
            <a:off x="72208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data_6991">
            <a:extLst>
              <a:ext uri="{FF2B5EF4-FFF2-40B4-BE49-F238E27FC236}">
                <a16:creationId xmlns:a16="http://schemas.microsoft.com/office/drawing/2014/main" id="{21C9D5C1-FDE5-41B3-AAE1-076CAB54EFFD}"/>
              </a:ext>
            </a:extLst>
          </p:cNvPr>
          <p:cNvSpPr>
            <a:spLocks noGrp="1"/>
          </p:cNvSpPr>
          <p:nvPr/>
        </p:nvSpPr>
        <p:spPr>
          <a:xfrm>
            <a:off x="7220114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data_6992">
            <a:extLst>
              <a:ext uri="{FF2B5EF4-FFF2-40B4-BE49-F238E27FC236}">
                <a16:creationId xmlns:a16="http://schemas.microsoft.com/office/drawing/2014/main" id="{E919883C-AAE7-4118-9926-5E4ACC1CD373}"/>
              </a:ext>
            </a:extLst>
          </p:cNvPr>
          <p:cNvSpPr>
            <a:spLocks noGrp="1"/>
          </p:cNvSpPr>
          <p:nvPr/>
        </p:nvSpPr>
        <p:spPr>
          <a:xfrm>
            <a:off x="72453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data_6993">
            <a:extLst>
              <a:ext uri="{FF2B5EF4-FFF2-40B4-BE49-F238E27FC236}">
                <a16:creationId xmlns:a16="http://schemas.microsoft.com/office/drawing/2014/main" id="{3FBA2434-8FD8-4B3E-BF87-C426B561A7E1}"/>
              </a:ext>
            </a:extLst>
          </p:cNvPr>
          <p:cNvSpPr>
            <a:spLocks noGrp="1"/>
          </p:cNvSpPr>
          <p:nvPr/>
        </p:nvSpPr>
        <p:spPr>
          <a:xfrm>
            <a:off x="729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data_6994">
            <a:extLst>
              <a:ext uri="{FF2B5EF4-FFF2-40B4-BE49-F238E27FC236}">
                <a16:creationId xmlns:a16="http://schemas.microsoft.com/office/drawing/2014/main" id="{4DFD23FE-1694-404B-8E38-BA443022BAC7}"/>
              </a:ext>
            </a:extLst>
          </p:cNvPr>
          <p:cNvSpPr>
            <a:spLocks noGrp="1"/>
          </p:cNvSpPr>
          <p:nvPr/>
        </p:nvSpPr>
        <p:spPr>
          <a:xfrm>
            <a:off x="72384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data_6995">
            <a:extLst>
              <a:ext uri="{FF2B5EF4-FFF2-40B4-BE49-F238E27FC236}">
                <a16:creationId xmlns:a16="http://schemas.microsoft.com/office/drawing/2014/main" id="{389599FF-11B9-4AB1-A0AB-CB68EA420F9B}"/>
              </a:ext>
            </a:extLst>
          </p:cNvPr>
          <p:cNvSpPr>
            <a:spLocks noGrp="1"/>
          </p:cNvSpPr>
          <p:nvPr/>
        </p:nvSpPr>
        <p:spPr>
          <a:xfrm>
            <a:off x="7277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data_6996">
            <a:extLst>
              <a:ext uri="{FF2B5EF4-FFF2-40B4-BE49-F238E27FC236}">
                <a16:creationId xmlns:a16="http://schemas.microsoft.com/office/drawing/2014/main" id="{A25B23D4-E04C-4778-BEF4-9424F5A6881C}"/>
              </a:ext>
            </a:extLst>
          </p:cNvPr>
          <p:cNvSpPr>
            <a:spLocks noGrp="1"/>
          </p:cNvSpPr>
          <p:nvPr/>
        </p:nvSpPr>
        <p:spPr>
          <a:xfrm>
            <a:off x="7263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data_6997">
            <a:extLst>
              <a:ext uri="{FF2B5EF4-FFF2-40B4-BE49-F238E27FC236}">
                <a16:creationId xmlns:a16="http://schemas.microsoft.com/office/drawing/2014/main" id="{0E01671B-5AA3-46BA-AA72-30FBA5FA51B9}"/>
              </a:ext>
            </a:extLst>
          </p:cNvPr>
          <p:cNvSpPr>
            <a:spLocks noGrp="1"/>
          </p:cNvSpPr>
          <p:nvPr/>
        </p:nvSpPr>
        <p:spPr>
          <a:xfrm>
            <a:off x="7328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data_6998">
            <a:extLst>
              <a:ext uri="{FF2B5EF4-FFF2-40B4-BE49-F238E27FC236}">
                <a16:creationId xmlns:a16="http://schemas.microsoft.com/office/drawing/2014/main" id="{9ACA1177-ECDC-43EB-A74D-D3CB0713F983}"/>
              </a:ext>
            </a:extLst>
          </p:cNvPr>
          <p:cNvSpPr>
            <a:spLocks noGrp="1"/>
          </p:cNvSpPr>
          <p:nvPr/>
        </p:nvSpPr>
        <p:spPr>
          <a:xfrm>
            <a:off x="7250864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data_6999">
            <a:extLst>
              <a:ext uri="{FF2B5EF4-FFF2-40B4-BE49-F238E27FC236}">
                <a16:creationId xmlns:a16="http://schemas.microsoft.com/office/drawing/2014/main" id="{09755116-A4B6-499E-A57C-F5DFEBE5599B}"/>
              </a:ext>
            </a:extLst>
          </p:cNvPr>
          <p:cNvSpPr>
            <a:spLocks noGrp="1"/>
          </p:cNvSpPr>
          <p:nvPr/>
        </p:nvSpPr>
        <p:spPr>
          <a:xfrm>
            <a:off x="7304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data_7000">
            <a:extLst>
              <a:ext uri="{FF2B5EF4-FFF2-40B4-BE49-F238E27FC236}">
                <a16:creationId xmlns:a16="http://schemas.microsoft.com/office/drawing/2014/main" id="{77B708E6-BA9E-4494-8BE5-37585FA7E286}"/>
              </a:ext>
            </a:extLst>
          </p:cNvPr>
          <p:cNvSpPr>
            <a:spLocks noGrp="1"/>
          </p:cNvSpPr>
          <p:nvPr/>
        </p:nvSpPr>
        <p:spPr>
          <a:xfrm>
            <a:off x="7307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data_7001">
            <a:extLst>
              <a:ext uri="{FF2B5EF4-FFF2-40B4-BE49-F238E27FC236}">
                <a16:creationId xmlns:a16="http://schemas.microsoft.com/office/drawing/2014/main" id="{D8CAC443-FCC2-43DD-95ED-FDD5AA6BEB41}"/>
              </a:ext>
            </a:extLst>
          </p:cNvPr>
          <p:cNvSpPr>
            <a:spLocks noGrp="1"/>
          </p:cNvSpPr>
          <p:nvPr/>
        </p:nvSpPr>
        <p:spPr>
          <a:xfrm>
            <a:off x="72205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data_7002">
            <a:extLst>
              <a:ext uri="{FF2B5EF4-FFF2-40B4-BE49-F238E27FC236}">
                <a16:creationId xmlns:a16="http://schemas.microsoft.com/office/drawing/2014/main" id="{4729DB3C-7810-4C65-A310-955732B87E38}"/>
              </a:ext>
            </a:extLst>
          </p:cNvPr>
          <p:cNvSpPr>
            <a:spLocks noGrp="1"/>
          </p:cNvSpPr>
          <p:nvPr/>
        </p:nvSpPr>
        <p:spPr>
          <a:xfrm>
            <a:off x="73266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data_7003">
            <a:extLst>
              <a:ext uri="{FF2B5EF4-FFF2-40B4-BE49-F238E27FC236}">
                <a16:creationId xmlns:a16="http://schemas.microsoft.com/office/drawing/2014/main" id="{D5157AA4-5C18-4EC2-9061-53B9F15F29CF}"/>
              </a:ext>
            </a:extLst>
          </p:cNvPr>
          <p:cNvSpPr>
            <a:spLocks noGrp="1"/>
          </p:cNvSpPr>
          <p:nvPr/>
        </p:nvSpPr>
        <p:spPr>
          <a:xfrm>
            <a:off x="72173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data_7004">
            <a:extLst>
              <a:ext uri="{FF2B5EF4-FFF2-40B4-BE49-F238E27FC236}">
                <a16:creationId xmlns:a16="http://schemas.microsoft.com/office/drawing/2014/main" id="{36A66EC0-7364-4C23-8259-5ECA2480284B}"/>
              </a:ext>
            </a:extLst>
          </p:cNvPr>
          <p:cNvSpPr>
            <a:spLocks noGrp="1"/>
          </p:cNvSpPr>
          <p:nvPr/>
        </p:nvSpPr>
        <p:spPr>
          <a:xfrm>
            <a:off x="73264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data_7005">
            <a:extLst>
              <a:ext uri="{FF2B5EF4-FFF2-40B4-BE49-F238E27FC236}">
                <a16:creationId xmlns:a16="http://schemas.microsoft.com/office/drawing/2014/main" id="{AFA8E730-618B-4CE2-8EAE-621DAF5084F6}"/>
              </a:ext>
            </a:extLst>
          </p:cNvPr>
          <p:cNvSpPr>
            <a:spLocks noGrp="1"/>
          </p:cNvSpPr>
          <p:nvPr/>
        </p:nvSpPr>
        <p:spPr>
          <a:xfrm>
            <a:off x="73390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data_7006">
            <a:extLst>
              <a:ext uri="{FF2B5EF4-FFF2-40B4-BE49-F238E27FC236}">
                <a16:creationId xmlns:a16="http://schemas.microsoft.com/office/drawing/2014/main" id="{A5BDA9B5-4CDB-42F2-8C1F-7C3F754892A4}"/>
              </a:ext>
            </a:extLst>
          </p:cNvPr>
          <p:cNvSpPr>
            <a:spLocks noGrp="1"/>
          </p:cNvSpPr>
          <p:nvPr/>
        </p:nvSpPr>
        <p:spPr>
          <a:xfrm>
            <a:off x="729529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data_7007">
            <a:extLst>
              <a:ext uri="{FF2B5EF4-FFF2-40B4-BE49-F238E27FC236}">
                <a16:creationId xmlns:a16="http://schemas.microsoft.com/office/drawing/2014/main" id="{1DFA1757-888C-4507-A977-11C905906FFA}"/>
              </a:ext>
            </a:extLst>
          </p:cNvPr>
          <p:cNvSpPr>
            <a:spLocks noGrp="1"/>
          </p:cNvSpPr>
          <p:nvPr/>
        </p:nvSpPr>
        <p:spPr>
          <a:xfrm>
            <a:off x="72562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data_7008">
            <a:extLst>
              <a:ext uri="{FF2B5EF4-FFF2-40B4-BE49-F238E27FC236}">
                <a16:creationId xmlns:a16="http://schemas.microsoft.com/office/drawing/2014/main" id="{8BEC6BAB-7F50-4262-BCE9-096633343ABF}"/>
              </a:ext>
            </a:extLst>
          </p:cNvPr>
          <p:cNvSpPr>
            <a:spLocks noGrp="1"/>
          </p:cNvSpPr>
          <p:nvPr/>
        </p:nvSpPr>
        <p:spPr>
          <a:xfrm>
            <a:off x="73108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data_7009">
            <a:extLst>
              <a:ext uri="{FF2B5EF4-FFF2-40B4-BE49-F238E27FC236}">
                <a16:creationId xmlns:a16="http://schemas.microsoft.com/office/drawing/2014/main" id="{2E09C3DB-E553-4781-8101-600187C9EB52}"/>
              </a:ext>
            </a:extLst>
          </p:cNvPr>
          <p:cNvSpPr>
            <a:spLocks noGrp="1"/>
          </p:cNvSpPr>
          <p:nvPr/>
        </p:nvSpPr>
        <p:spPr>
          <a:xfrm>
            <a:off x="7244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data_7010">
            <a:extLst>
              <a:ext uri="{FF2B5EF4-FFF2-40B4-BE49-F238E27FC236}">
                <a16:creationId xmlns:a16="http://schemas.microsoft.com/office/drawing/2014/main" id="{00209B6A-95A3-44D4-AF0B-7A344920EAD0}"/>
              </a:ext>
            </a:extLst>
          </p:cNvPr>
          <p:cNvSpPr>
            <a:spLocks noGrp="1"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data_7011">
            <a:extLst>
              <a:ext uri="{FF2B5EF4-FFF2-40B4-BE49-F238E27FC236}">
                <a16:creationId xmlns:a16="http://schemas.microsoft.com/office/drawing/2014/main" id="{547E33F3-DE20-409E-9243-2BACBECC70FC}"/>
              </a:ext>
            </a:extLst>
          </p:cNvPr>
          <p:cNvSpPr>
            <a:spLocks noGrp="1"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data_7012">
            <a:extLst>
              <a:ext uri="{FF2B5EF4-FFF2-40B4-BE49-F238E27FC236}">
                <a16:creationId xmlns:a16="http://schemas.microsoft.com/office/drawing/2014/main" id="{BF7FF514-5AE0-4217-A13B-2591E49E35E4}"/>
              </a:ext>
            </a:extLst>
          </p:cNvPr>
          <p:cNvSpPr>
            <a:spLocks noGrp="1"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data_7013">
            <a:extLst>
              <a:ext uri="{FF2B5EF4-FFF2-40B4-BE49-F238E27FC236}">
                <a16:creationId xmlns:a16="http://schemas.microsoft.com/office/drawing/2014/main" id="{2DA8574E-990F-4FA0-838E-BB50F62EA52A}"/>
              </a:ext>
            </a:extLst>
          </p:cNvPr>
          <p:cNvSpPr>
            <a:spLocks noGrp="1"/>
          </p:cNvSpPr>
          <p:nvPr/>
        </p:nvSpPr>
        <p:spPr>
          <a:xfrm>
            <a:off x="73296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data_7014">
            <a:extLst>
              <a:ext uri="{FF2B5EF4-FFF2-40B4-BE49-F238E27FC236}">
                <a16:creationId xmlns:a16="http://schemas.microsoft.com/office/drawing/2014/main" id="{826D593D-56E5-4755-8BD3-8E1C15872607}"/>
              </a:ext>
            </a:extLst>
          </p:cNvPr>
          <p:cNvSpPr>
            <a:spLocks noGrp="1"/>
          </p:cNvSpPr>
          <p:nvPr/>
        </p:nvSpPr>
        <p:spPr>
          <a:xfrm>
            <a:off x="72584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data_7015">
            <a:extLst>
              <a:ext uri="{FF2B5EF4-FFF2-40B4-BE49-F238E27FC236}">
                <a16:creationId xmlns:a16="http://schemas.microsoft.com/office/drawing/2014/main" id="{8AEB09B1-7D9A-475F-B99E-3728AB3719A2}"/>
              </a:ext>
            </a:extLst>
          </p:cNvPr>
          <p:cNvSpPr>
            <a:spLocks noGrp="1"/>
          </p:cNvSpPr>
          <p:nvPr/>
        </p:nvSpPr>
        <p:spPr>
          <a:xfrm>
            <a:off x="7271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data_7016">
            <a:extLst>
              <a:ext uri="{FF2B5EF4-FFF2-40B4-BE49-F238E27FC236}">
                <a16:creationId xmlns:a16="http://schemas.microsoft.com/office/drawing/2014/main" id="{EAFB8537-261C-426F-9616-E3C10158E89B}"/>
              </a:ext>
            </a:extLst>
          </p:cNvPr>
          <p:cNvSpPr>
            <a:spLocks noGrp="1"/>
          </p:cNvSpPr>
          <p:nvPr/>
        </p:nvSpPr>
        <p:spPr>
          <a:xfrm>
            <a:off x="7342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data_7017">
            <a:extLst>
              <a:ext uri="{FF2B5EF4-FFF2-40B4-BE49-F238E27FC236}">
                <a16:creationId xmlns:a16="http://schemas.microsoft.com/office/drawing/2014/main" id="{35ED83D7-404D-40DC-ABE7-51CC63FC2142}"/>
              </a:ext>
            </a:extLst>
          </p:cNvPr>
          <p:cNvSpPr>
            <a:spLocks noGrp="1"/>
          </p:cNvSpPr>
          <p:nvPr/>
        </p:nvSpPr>
        <p:spPr>
          <a:xfrm>
            <a:off x="73031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data_7018">
            <a:extLst>
              <a:ext uri="{FF2B5EF4-FFF2-40B4-BE49-F238E27FC236}">
                <a16:creationId xmlns:a16="http://schemas.microsoft.com/office/drawing/2014/main" id="{2960A6DD-1306-4937-96A9-5D06A729A278}"/>
              </a:ext>
            </a:extLst>
          </p:cNvPr>
          <p:cNvSpPr>
            <a:spLocks noGrp="1"/>
          </p:cNvSpPr>
          <p:nvPr/>
        </p:nvSpPr>
        <p:spPr>
          <a:xfrm>
            <a:off x="7337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data_7019">
            <a:extLst>
              <a:ext uri="{FF2B5EF4-FFF2-40B4-BE49-F238E27FC236}">
                <a16:creationId xmlns:a16="http://schemas.microsoft.com/office/drawing/2014/main" id="{A553C7E4-0F1C-4072-A4C9-CE0C5B829075}"/>
              </a:ext>
            </a:extLst>
          </p:cNvPr>
          <p:cNvSpPr>
            <a:spLocks noGrp="1"/>
          </p:cNvSpPr>
          <p:nvPr/>
        </p:nvSpPr>
        <p:spPr>
          <a:xfrm>
            <a:off x="72223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data_7020">
            <a:extLst>
              <a:ext uri="{FF2B5EF4-FFF2-40B4-BE49-F238E27FC236}">
                <a16:creationId xmlns:a16="http://schemas.microsoft.com/office/drawing/2014/main" id="{638DA25A-DD44-47D2-B0F7-5DAFB51A638D}"/>
              </a:ext>
            </a:extLst>
          </p:cNvPr>
          <p:cNvSpPr>
            <a:spLocks noGrp="1"/>
          </p:cNvSpPr>
          <p:nvPr/>
        </p:nvSpPr>
        <p:spPr>
          <a:xfrm>
            <a:off x="73278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data_7021">
            <a:extLst>
              <a:ext uri="{FF2B5EF4-FFF2-40B4-BE49-F238E27FC236}">
                <a16:creationId xmlns:a16="http://schemas.microsoft.com/office/drawing/2014/main" id="{928B0AC6-D30D-4C03-911A-347F65436297}"/>
              </a:ext>
            </a:extLst>
          </p:cNvPr>
          <p:cNvSpPr>
            <a:spLocks noGrp="1"/>
          </p:cNvSpPr>
          <p:nvPr/>
        </p:nvSpPr>
        <p:spPr>
          <a:xfrm>
            <a:off x="73106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data_7022">
            <a:extLst>
              <a:ext uri="{FF2B5EF4-FFF2-40B4-BE49-F238E27FC236}">
                <a16:creationId xmlns:a16="http://schemas.microsoft.com/office/drawing/2014/main" id="{9F4672BC-4151-463D-8DC9-FE79698AEBB1}"/>
              </a:ext>
            </a:extLst>
          </p:cNvPr>
          <p:cNvSpPr>
            <a:spLocks noGrp="1"/>
          </p:cNvSpPr>
          <p:nvPr/>
        </p:nvSpPr>
        <p:spPr>
          <a:xfrm>
            <a:off x="72657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data_7023">
            <a:extLst>
              <a:ext uri="{FF2B5EF4-FFF2-40B4-BE49-F238E27FC236}">
                <a16:creationId xmlns:a16="http://schemas.microsoft.com/office/drawing/2014/main" id="{C40CCC38-8F82-4BF3-958E-D17D243E7D2F}"/>
              </a:ext>
            </a:extLst>
          </p:cNvPr>
          <p:cNvSpPr>
            <a:spLocks noGrp="1"/>
          </p:cNvSpPr>
          <p:nvPr/>
        </p:nvSpPr>
        <p:spPr>
          <a:xfrm>
            <a:off x="73157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data_7024">
            <a:extLst>
              <a:ext uri="{FF2B5EF4-FFF2-40B4-BE49-F238E27FC236}">
                <a16:creationId xmlns:a16="http://schemas.microsoft.com/office/drawing/2014/main" id="{AD2527F5-CD4F-41D5-A8E2-BD271578358B}"/>
              </a:ext>
            </a:extLst>
          </p:cNvPr>
          <p:cNvSpPr>
            <a:spLocks noGrp="1"/>
          </p:cNvSpPr>
          <p:nvPr/>
        </p:nvSpPr>
        <p:spPr>
          <a:xfrm>
            <a:off x="73428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data_7025">
            <a:extLst>
              <a:ext uri="{FF2B5EF4-FFF2-40B4-BE49-F238E27FC236}">
                <a16:creationId xmlns:a16="http://schemas.microsoft.com/office/drawing/2014/main" id="{FAC9A97D-5D1A-4D87-A4CE-9115B12D35FC}"/>
              </a:ext>
            </a:extLst>
          </p:cNvPr>
          <p:cNvSpPr>
            <a:spLocks noGrp="1"/>
          </p:cNvSpPr>
          <p:nvPr/>
        </p:nvSpPr>
        <p:spPr>
          <a:xfrm>
            <a:off x="7302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data_7026">
            <a:extLst>
              <a:ext uri="{FF2B5EF4-FFF2-40B4-BE49-F238E27FC236}">
                <a16:creationId xmlns:a16="http://schemas.microsoft.com/office/drawing/2014/main" id="{7B4C7DD1-550C-46FE-969E-265D509E171B}"/>
              </a:ext>
            </a:extLst>
          </p:cNvPr>
          <p:cNvSpPr>
            <a:spLocks noGrp="1"/>
          </p:cNvSpPr>
          <p:nvPr/>
        </p:nvSpPr>
        <p:spPr>
          <a:xfrm>
            <a:off x="7312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data_7027">
            <a:extLst>
              <a:ext uri="{FF2B5EF4-FFF2-40B4-BE49-F238E27FC236}">
                <a16:creationId xmlns:a16="http://schemas.microsoft.com/office/drawing/2014/main" id="{C230E0CB-CB46-4889-B62F-0321FC9C5F07}"/>
              </a:ext>
            </a:extLst>
          </p:cNvPr>
          <p:cNvSpPr>
            <a:spLocks noGrp="1"/>
          </p:cNvSpPr>
          <p:nvPr/>
        </p:nvSpPr>
        <p:spPr>
          <a:xfrm>
            <a:off x="7310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data_7028">
            <a:extLst>
              <a:ext uri="{FF2B5EF4-FFF2-40B4-BE49-F238E27FC236}">
                <a16:creationId xmlns:a16="http://schemas.microsoft.com/office/drawing/2014/main" id="{B5A0F2C4-30DB-447E-A734-51B835B033BA}"/>
              </a:ext>
            </a:extLst>
          </p:cNvPr>
          <p:cNvSpPr>
            <a:spLocks noGrp="1"/>
          </p:cNvSpPr>
          <p:nvPr/>
        </p:nvSpPr>
        <p:spPr>
          <a:xfrm>
            <a:off x="72900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data_7029">
            <a:extLst>
              <a:ext uri="{FF2B5EF4-FFF2-40B4-BE49-F238E27FC236}">
                <a16:creationId xmlns:a16="http://schemas.microsoft.com/office/drawing/2014/main" id="{375672F7-CEE5-4EAE-A4D1-EA90DA769D31}"/>
              </a:ext>
            </a:extLst>
          </p:cNvPr>
          <p:cNvSpPr>
            <a:spLocks noGrp="1"/>
          </p:cNvSpPr>
          <p:nvPr/>
        </p:nvSpPr>
        <p:spPr>
          <a:xfrm>
            <a:off x="725373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data_7030">
            <a:extLst>
              <a:ext uri="{FF2B5EF4-FFF2-40B4-BE49-F238E27FC236}">
                <a16:creationId xmlns:a16="http://schemas.microsoft.com/office/drawing/2014/main" id="{E83C4260-52C8-4142-9AD5-573DAB7D4819}"/>
              </a:ext>
            </a:extLst>
          </p:cNvPr>
          <p:cNvSpPr>
            <a:spLocks noGrp="1"/>
          </p:cNvSpPr>
          <p:nvPr/>
        </p:nvSpPr>
        <p:spPr>
          <a:xfrm>
            <a:off x="7333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data_7031">
            <a:extLst>
              <a:ext uri="{FF2B5EF4-FFF2-40B4-BE49-F238E27FC236}">
                <a16:creationId xmlns:a16="http://schemas.microsoft.com/office/drawing/2014/main" id="{40E429EE-29B6-4585-9F7B-A18090EF14E8}"/>
              </a:ext>
            </a:extLst>
          </p:cNvPr>
          <p:cNvSpPr>
            <a:spLocks noGrp="1"/>
          </p:cNvSpPr>
          <p:nvPr/>
        </p:nvSpPr>
        <p:spPr>
          <a:xfrm>
            <a:off x="72399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data_7032">
            <a:extLst>
              <a:ext uri="{FF2B5EF4-FFF2-40B4-BE49-F238E27FC236}">
                <a16:creationId xmlns:a16="http://schemas.microsoft.com/office/drawing/2014/main" id="{C2B21785-6BDB-4DD4-A4D1-7385884FCD9A}"/>
              </a:ext>
            </a:extLst>
          </p:cNvPr>
          <p:cNvSpPr>
            <a:spLocks noGrp="1"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data_7033">
            <a:extLst>
              <a:ext uri="{FF2B5EF4-FFF2-40B4-BE49-F238E27FC236}">
                <a16:creationId xmlns:a16="http://schemas.microsoft.com/office/drawing/2014/main" id="{0B04F690-6135-48F1-A321-95CB01CDCAAF}"/>
              </a:ext>
            </a:extLst>
          </p:cNvPr>
          <p:cNvSpPr>
            <a:spLocks noGrp="1"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data_7034">
            <a:extLst>
              <a:ext uri="{FF2B5EF4-FFF2-40B4-BE49-F238E27FC236}">
                <a16:creationId xmlns:a16="http://schemas.microsoft.com/office/drawing/2014/main" id="{2FBEB8B1-34D7-495C-BF04-26953E437CC4}"/>
              </a:ext>
            </a:extLst>
          </p:cNvPr>
          <p:cNvSpPr>
            <a:spLocks noGrp="1"/>
          </p:cNvSpPr>
          <p:nvPr/>
        </p:nvSpPr>
        <p:spPr>
          <a:xfrm>
            <a:off x="733555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data_7035">
            <a:extLst>
              <a:ext uri="{FF2B5EF4-FFF2-40B4-BE49-F238E27FC236}">
                <a16:creationId xmlns:a16="http://schemas.microsoft.com/office/drawing/2014/main" id="{17C2F566-06B2-46B1-8722-6136BA895164}"/>
              </a:ext>
            </a:extLst>
          </p:cNvPr>
          <p:cNvSpPr>
            <a:spLocks noGrp="1"/>
          </p:cNvSpPr>
          <p:nvPr/>
        </p:nvSpPr>
        <p:spPr>
          <a:xfrm>
            <a:off x="73217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data_7036">
            <a:extLst>
              <a:ext uri="{FF2B5EF4-FFF2-40B4-BE49-F238E27FC236}">
                <a16:creationId xmlns:a16="http://schemas.microsoft.com/office/drawing/2014/main" id="{B8B59B35-39BB-4E34-B0F0-469D03551A43}"/>
              </a:ext>
            </a:extLst>
          </p:cNvPr>
          <p:cNvSpPr>
            <a:spLocks noGrp="1"/>
          </p:cNvSpPr>
          <p:nvPr/>
        </p:nvSpPr>
        <p:spPr>
          <a:xfrm>
            <a:off x="7327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data_7037">
            <a:extLst>
              <a:ext uri="{FF2B5EF4-FFF2-40B4-BE49-F238E27FC236}">
                <a16:creationId xmlns:a16="http://schemas.microsoft.com/office/drawing/2014/main" id="{9C617300-B509-408A-84D2-0CC2EB0138FD}"/>
              </a:ext>
            </a:extLst>
          </p:cNvPr>
          <p:cNvSpPr>
            <a:spLocks noGrp="1"/>
          </p:cNvSpPr>
          <p:nvPr/>
        </p:nvSpPr>
        <p:spPr>
          <a:xfrm>
            <a:off x="7311191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data_7038">
            <a:extLst>
              <a:ext uri="{FF2B5EF4-FFF2-40B4-BE49-F238E27FC236}">
                <a16:creationId xmlns:a16="http://schemas.microsoft.com/office/drawing/2014/main" id="{3265AD53-33C3-4F66-9661-2B6B117AAE76}"/>
              </a:ext>
            </a:extLst>
          </p:cNvPr>
          <p:cNvSpPr>
            <a:spLocks noGrp="1"/>
          </p:cNvSpPr>
          <p:nvPr/>
        </p:nvSpPr>
        <p:spPr>
          <a:xfrm>
            <a:off x="73212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data_7039">
            <a:extLst>
              <a:ext uri="{FF2B5EF4-FFF2-40B4-BE49-F238E27FC236}">
                <a16:creationId xmlns:a16="http://schemas.microsoft.com/office/drawing/2014/main" id="{E0218C26-BBD6-4252-9852-DB102153FD51}"/>
              </a:ext>
            </a:extLst>
          </p:cNvPr>
          <p:cNvSpPr>
            <a:spLocks noGrp="1"/>
          </p:cNvSpPr>
          <p:nvPr/>
        </p:nvSpPr>
        <p:spPr>
          <a:xfrm>
            <a:off x="7332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data_7040">
            <a:extLst>
              <a:ext uri="{FF2B5EF4-FFF2-40B4-BE49-F238E27FC236}">
                <a16:creationId xmlns:a16="http://schemas.microsoft.com/office/drawing/2014/main" id="{9F966AB8-4538-4EB7-A001-92593532532C}"/>
              </a:ext>
            </a:extLst>
          </p:cNvPr>
          <p:cNvSpPr>
            <a:spLocks noGrp="1"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data_7041">
            <a:extLst>
              <a:ext uri="{FF2B5EF4-FFF2-40B4-BE49-F238E27FC236}">
                <a16:creationId xmlns:a16="http://schemas.microsoft.com/office/drawing/2014/main" id="{615B1845-150E-4DC5-87D4-1BEBA9B42C61}"/>
              </a:ext>
            </a:extLst>
          </p:cNvPr>
          <p:cNvSpPr>
            <a:spLocks noGrp="1"/>
          </p:cNvSpPr>
          <p:nvPr/>
        </p:nvSpPr>
        <p:spPr>
          <a:xfrm>
            <a:off x="724708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data_7042">
            <a:extLst>
              <a:ext uri="{FF2B5EF4-FFF2-40B4-BE49-F238E27FC236}">
                <a16:creationId xmlns:a16="http://schemas.microsoft.com/office/drawing/2014/main" id="{B1F6C867-CFC5-41B5-A1B4-187ED7D85553}"/>
              </a:ext>
            </a:extLst>
          </p:cNvPr>
          <p:cNvSpPr>
            <a:spLocks noGrp="1"/>
          </p:cNvSpPr>
          <p:nvPr/>
        </p:nvSpPr>
        <p:spPr>
          <a:xfrm>
            <a:off x="7308976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data_7043">
            <a:extLst>
              <a:ext uri="{FF2B5EF4-FFF2-40B4-BE49-F238E27FC236}">
                <a16:creationId xmlns:a16="http://schemas.microsoft.com/office/drawing/2014/main" id="{ED0D3B02-BCF2-4055-98BA-43655DFC79FD}"/>
              </a:ext>
            </a:extLst>
          </p:cNvPr>
          <p:cNvSpPr>
            <a:spLocks noGrp="1"/>
          </p:cNvSpPr>
          <p:nvPr/>
        </p:nvSpPr>
        <p:spPr>
          <a:xfrm>
            <a:off x="7243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data_7044">
            <a:extLst>
              <a:ext uri="{FF2B5EF4-FFF2-40B4-BE49-F238E27FC236}">
                <a16:creationId xmlns:a16="http://schemas.microsoft.com/office/drawing/2014/main" id="{B72A86E4-EC1A-4C8C-93F2-73D3DC6F6C30}"/>
              </a:ext>
            </a:extLst>
          </p:cNvPr>
          <p:cNvSpPr>
            <a:spLocks noGrp="1"/>
          </p:cNvSpPr>
          <p:nvPr/>
        </p:nvSpPr>
        <p:spPr>
          <a:xfrm>
            <a:off x="7256076" y="32410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data_7045">
            <a:extLst>
              <a:ext uri="{FF2B5EF4-FFF2-40B4-BE49-F238E27FC236}">
                <a16:creationId xmlns:a16="http://schemas.microsoft.com/office/drawing/2014/main" id="{2D2079C1-4FF2-4924-9D7D-4191EDF3367D}"/>
              </a:ext>
            </a:extLst>
          </p:cNvPr>
          <p:cNvSpPr>
            <a:spLocks noGrp="1"/>
          </p:cNvSpPr>
          <p:nvPr/>
        </p:nvSpPr>
        <p:spPr>
          <a:xfrm>
            <a:off x="7234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data_7046">
            <a:extLst>
              <a:ext uri="{FF2B5EF4-FFF2-40B4-BE49-F238E27FC236}">
                <a16:creationId xmlns:a16="http://schemas.microsoft.com/office/drawing/2014/main" id="{69BFD6CA-4B8A-48AE-807F-DFF10B242C9A}"/>
              </a:ext>
            </a:extLst>
          </p:cNvPr>
          <p:cNvSpPr>
            <a:spLocks noGrp="1"/>
          </p:cNvSpPr>
          <p:nvPr/>
        </p:nvSpPr>
        <p:spPr>
          <a:xfrm>
            <a:off x="72485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data_7047">
            <a:extLst>
              <a:ext uri="{FF2B5EF4-FFF2-40B4-BE49-F238E27FC236}">
                <a16:creationId xmlns:a16="http://schemas.microsoft.com/office/drawing/2014/main" id="{3752018C-747D-4D2B-8694-88375B4E400A}"/>
              </a:ext>
            </a:extLst>
          </p:cNvPr>
          <p:cNvSpPr>
            <a:spLocks noGrp="1"/>
          </p:cNvSpPr>
          <p:nvPr/>
        </p:nvSpPr>
        <p:spPr>
          <a:xfrm>
            <a:off x="725360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data_7048">
            <a:extLst>
              <a:ext uri="{FF2B5EF4-FFF2-40B4-BE49-F238E27FC236}">
                <a16:creationId xmlns:a16="http://schemas.microsoft.com/office/drawing/2014/main" id="{2F9D79FE-4998-4B14-9AF3-5CF4A9088E18}"/>
              </a:ext>
            </a:extLst>
          </p:cNvPr>
          <p:cNvSpPr>
            <a:spLocks noGrp="1"/>
          </p:cNvSpPr>
          <p:nvPr/>
        </p:nvSpPr>
        <p:spPr>
          <a:xfrm>
            <a:off x="733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data_7049">
            <a:extLst>
              <a:ext uri="{FF2B5EF4-FFF2-40B4-BE49-F238E27FC236}">
                <a16:creationId xmlns:a16="http://schemas.microsoft.com/office/drawing/2014/main" id="{0849EC79-A8C2-4485-8ABA-3FD8026CC91D}"/>
              </a:ext>
            </a:extLst>
          </p:cNvPr>
          <p:cNvSpPr>
            <a:spLocks noGrp="1"/>
          </p:cNvSpPr>
          <p:nvPr/>
        </p:nvSpPr>
        <p:spPr>
          <a:xfrm>
            <a:off x="72792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data_7050">
            <a:extLst>
              <a:ext uri="{FF2B5EF4-FFF2-40B4-BE49-F238E27FC236}">
                <a16:creationId xmlns:a16="http://schemas.microsoft.com/office/drawing/2014/main" id="{0F706A73-5EFB-4CE0-AA62-FD07D8F7E963}"/>
              </a:ext>
            </a:extLst>
          </p:cNvPr>
          <p:cNvSpPr>
            <a:spLocks noGrp="1"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data_7051">
            <a:extLst>
              <a:ext uri="{FF2B5EF4-FFF2-40B4-BE49-F238E27FC236}">
                <a16:creationId xmlns:a16="http://schemas.microsoft.com/office/drawing/2014/main" id="{92EEFCBE-FF23-44AE-8838-AB17C21EBF19}"/>
              </a:ext>
            </a:extLst>
          </p:cNvPr>
          <p:cNvSpPr>
            <a:spLocks noGrp="1"/>
          </p:cNvSpPr>
          <p:nvPr/>
        </p:nvSpPr>
        <p:spPr>
          <a:xfrm>
            <a:off x="725568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data_7052">
            <a:extLst>
              <a:ext uri="{FF2B5EF4-FFF2-40B4-BE49-F238E27FC236}">
                <a16:creationId xmlns:a16="http://schemas.microsoft.com/office/drawing/2014/main" id="{CA0E47BA-CBB8-45AA-A4BA-433851A82BE3}"/>
              </a:ext>
            </a:extLst>
          </p:cNvPr>
          <p:cNvSpPr>
            <a:spLocks noGrp="1"/>
          </p:cNvSpPr>
          <p:nvPr/>
        </p:nvSpPr>
        <p:spPr>
          <a:xfrm>
            <a:off x="732773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data_7053">
            <a:extLst>
              <a:ext uri="{FF2B5EF4-FFF2-40B4-BE49-F238E27FC236}">
                <a16:creationId xmlns:a16="http://schemas.microsoft.com/office/drawing/2014/main" id="{CD01B776-D401-41F5-806E-CBC55CAA74C3}"/>
              </a:ext>
            </a:extLst>
          </p:cNvPr>
          <p:cNvSpPr>
            <a:spLocks noGrp="1"/>
          </p:cNvSpPr>
          <p:nvPr/>
        </p:nvSpPr>
        <p:spPr>
          <a:xfrm>
            <a:off x="7303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data_7054">
            <a:extLst>
              <a:ext uri="{FF2B5EF4-FFF2-40B4-BE49-F238E27FC236}">
                <a16:creationId xmlns:a16="http://schemas.microsoft.com/office/drawing/2014/main" id="{14683407-260A-4D06-9A55-107B41C8B7B5}"/>
              </a:ext>
            </a:extLst>
          </p:cNvPr>
          <p:cNvSpPr>
            <a:spLocks noGrp="1"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data_7055">
            <a:extLst>
              <a:ext uri="{FF2B5EF4-FFF2-40B4-BE49-F238E27FC236}">
                <a16:creationId xmlns:a16="http://schemas.microsoft.com/office/drawing/2014/main" id="{97F6E0BD-1D59-4F30-B49D-353272537E36}"/>
              </a:ext>
            </a:extLst>
          </p:cNvPr>
          <p:cNvSpPr>
            <a:spLocks noGrp="1"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data_7056">
            <a:extLst>
              <a:ext uri="{FF2B5EF4-FFF2-40B4-BE49-F238E27FC236}">
                <a16:creationId xmlns:a16="http://schemas.microsoft.com/office/drawing/2014/main" id="{654A0F5E-DE7A-4A8B-8D81-5FB065A4CA17}"/>
              </a:ext>
            </a:extLst>
          </p:cNvPr>
          <p:cNvSpPr>
            <a:spLocks noGrp="1"/>
          </p:cNvSpPr>
          <p:nvPr/>
        </p:nvSpPr>
        <p:spPr>
          <a:xfrm>
            <a:off x="7269236" y="371706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data_7057">
            <a:extLst>
              <a:ext uri="{FF2B5EF4-FFF2-40B4-BE49-F238E27FC236}">
                <a16:creationId xmlns:a16="http://schemas.microsoft.com/office/drawing/2014/main" id="{8AA9B3DC-6728-4981-B494-285072753CD9}"/>
              </a:ext>
            </a:extLst>
          </p:cNvPr>
          <p:cNvSpPr>
            <a:spLocks noGrp="1"/>
          </p:cNvSpPr>
          <p:nvPr/>
        </p:nvSpPr>
        <p:spPr>
          <a:xfrm>
            <a:off x="7328130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data_7058">
            <a:extLst>
              <a:ext uri="{FF2B5EF4-FFF2-40B4-BE49-F238E27FC236}">
                <a16:creationId xmlns:a16="http://schemas.microsoft.com/office/drawing/2014/main" id="{0EBE38D1-2291-46DD-B01C-A3CE0DE06D34}"/>
              </a:ext>
            </a:extLst>
          </p:cNvPr>
          <p:cNvSpPr>
            <a:spLocks noGrp="1"/>
          </p:cNvSpPr>
          <p:nvPr/>
        </p:nvSpPr>
        <p:spPr>
          <a:xfrm>
            <a:off x="73282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data_7059">
            <a:extLst>
              <a:ext uri="{FF2B5EF4-FFF2-40B4-BE49-F238E27FC236}">
                <a16:creationId xmlns:a16="http://schemas.microsoft.com/office/drawing/2014/main" id="{F27CAA50-885A-4ADB-A457-388B268D5ABC}"/>
              </a:ext>
            </a:extLst>
          </p:cNvPr>
          <p:cNvSpPr>
            <a:spLocks noGrp="1"/>
          </p:cNvSpPr>
          <p:nvPr/>
        </p:nvSpPr>
        <p:spPr>
          <a:xfrm>
            <a:off x="73201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data_7060">
            <a:extLst>
              <a:ext uri="{FF2B5EF4-FFF2-40B4-BE49-F238E27FC236}">
                <a16:creationId xmlns:a16="http://schemas.microsoft.com/office/drawing/2014/main" id="{2DB9282C-999E-4460-A8CB-1B20D27FA60A}"/>
              </a:ext>
            </a:extLst>
          </p:cNvPr>
          <p:cNvSpPr>
            <a:spLocks noGrp="1"/>
          </p:cNvSpPr>
          <p:nvPr/>
        </p:nvSpPr>
        <p:spPr>
          <a:xfrm>
            <a:off x="733164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data_7061">
            <a:extLst>
              <a:ext uri="{FF2B5EF4-FFF2-40B4-BE49-F238E27FC236}">
                <a16:creationId xmlns:a16="http://schemas.microsoft.com/office/drawing/2014/main" id="{B96EF29E-30D0-41A2-B81B-44D976086355}"/>
              </a:ext>
            </a:extLst>
          </p:cNvPr>
          <p:cNvSpPr>
            <a:spLocks noGrp="1"/>
          </p:cNvSpPr>
          <p:nvPr/>
        </p:nvSpPr>
        <p:spPr>
          <a:xfrm>
            <a:off x="72567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data_7062">
            <a:extLst>
              <a:ext uri="{FF2B5EF4-FFF2-40B4-BE49-F238E27FC236}">
                <a16:creationId xmlns:a16="http://schemas.microsoft.com/office/drawing/2014/main" id="{9A6CDDFF-77F3-4025-9B3F-FB61CE1D16C8}"/>
              </a:ext>
            </a:extLst>
          </p:cNvPr>
          <p:cNvSpPr>
            <a:spLocks noGrp="1"/>
          </p:cNvSpPr>
          <p:nvPr/>
        </p:nvSpPr>
        <p:spPr>
          <a:xfrm>
            <a:off x="72370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data_7063">
            <a:extLst>
              <a:ext uri="{FF2B5EF4-FFF2-40B4-BE49-F238E27FC236}">
                <a16:creationId xmlns:a16="http://schemas.microsoft.com/office/drawing/2014/main" id="{AD374B7B-DC3C-42DD-96B8-4BB232EAFB32}"/>
              </a:ext>
            </a:extLst>
          </p:cNvPr>
          <p:cNvSpPr>
            <a:spLocks noGrp="1"/>
          </p:cNvSpPr>
          <p:nvPr/>
        </p:nvSpPr>
        <p:spPr>
          <a:xfrm>
            <a:off x="73128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data_7064">
            <a:extLst>
              <a:ext uri="{FF2B5EF4-FFF2-40B4-BE49-F238E27FC236}">
                <a16:creationId xmlns:a16="http://schemas.microsoft.com/office/drawing/2014/main" id="{0EEEF1C7-639E-43B6-8253-23A819151A28}"/>
              </a:ext>
            </a:extLst>
          </p:cNvPr>
          <p:cNvSpPr>
            <a:spLocks noGrp="1"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data_7065">
            <a:extLst>
              <a:ext uri="{FF2B5EF4-FFF2-40B4-BE49-F238E27FC236}">
                <a16:creationId xmlns:a16="http://schemas.microsoft.com/office/drawing/2014/main" id="{D61F539E-3ABA-4422-9ED7-69DBBD7B8834}"/>
              </a:ext>
            </a:extLst>
          </p:cNvPr>
          <p:cNvSpPr>
            <a:spLocks noGrp="1"/>
          </p:cNvSpPr>
          <p:nvPr/>
        </p:nvSpPr>
        <p:spPr>
          <a:xfrm>
            <a:off x="72391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data_7066">
            <a:extLst>
              <a:ext uri="{FF2B5EF4-FFF2-40B4-BE49-F238E27FC236}">
                <a16:creationId xmlns:a16="http://schemas.microsoft.com/office/drawing/2014/main" id="{7132CF4F-B5A5-4E9C-AC96-42CA400A98B0}"/>
              </a:ext>
            </a:extLst>
          </p:cNvPr>
          <p:cNvSpPr>
            <a:spLocks noGrp="1"/>
          </p:cNvSpPr>
          <p:nvPr/>
        </p:nvSpPr>
        <p:spPr>
          <a:xfrm>
            <a:off x="73161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data_7067">
            <a:extLst>
              <a:ext uri="{FF2B5EF4-FFF2-40B4-BE49-F238E27FC236}">
                <a16:creationId xmlns:a16="http://schemas.microsoft.com/office/drawing/2014/main" id="{F18FF195-E632-404C-8F90-B27C56AF665C}"/>
              </a:ext>
            </a:extLst>
          </p:cNvPr>
          <p:cNvSpPr>
            <a:spLocks noGrp="1"/>
          </p:cNvSpPr>
          <p:nvPr/>
        </p:nvSpPr>
        <p:spPr>
          <a:xfrm>
            <a:off x="72321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data_7068">
            <a:extLst>
              <a:ext uri="{FF2B5EF4-FFF2-40B4-BE49-F238E27FC236}">
                <a16:creationId xmlns:a16="http://schemas.microsoft.com/office/drawing/2014/main" id="{73F770E7-8113-41A5-BF98-3A127B645654}"/>
              </a:ext>
            </a:extLst>
          </p:cNvPr>
          <p:cNvSpPr>
            <a:spLocks noGrp="1"/>
          </p:cNvSpPr>
          <p:nvPr/>
        </p:nvSpPr>
        <p:spPr>
          <a:xfrm>
            <a:off x="73411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data_7069">
            <a:extLst>
              <a:ext uri="{FF2B5EF4-FFF2-40B4-BE49-F238E27FC236}">
                <a16:creationId xmlns:a16="http://schemas.microsoft.com/office/drawing/2014/main" id="{D5C09B6E-0A38-4B96-B927-38862ABA5A6F}"/>
              </a:ext>
            </a:extLst>
          </p:cNvPr>
          <p:cNvSpPr>
            <a:spLocks noGrp="1"/>
          </p:cNvSpPr>
          <p:nvPr/>
        </p:nvSpPr>
        <p:spPr>
          <a:xfrm>
            <a:off x="73212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data_7070">
            <a:extLst>
              <a:ext uri="{FF2B5EF4-FFF2-40B4-BE49-F238E27FC236}">
                <a16:creationId xmlns:a16="http://schemas.microsoft.com/office/drawing/2014/main" id="{C76E477B-8D1E-41AF-AB46-2099982046C9}"/>
              </a:ext>
            </a:extLst>
          </p:cNvPr>
          <p:cNvSpPr>
            <a:spLocks noGrp="1"/>
          </p:cNvSpPr>
          <p:nvPr/>
        </p:nvSpPr>
        <p:spPr>
          <a:xfrm>
            <a:off x="72740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data_7071">
            <a:extLst>
              <a:ext uri="{FF2B5EF4-FFF2-40B4-BE49-F238E27FC236}">
                <a16:creationId xmlns:a16="http://schemas.microsoft.com/office/drawing/2014/main" id="{52605D9A-7EA9-419A-8EDA-AD35D3ADCBBC}"/>
              </a:ext>
            </a:extLst>
          </p:cNvPr>
          <p:cNvSpPr>
            <a:spLocks noGrp="1"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data_7072">
            <a:extLst>
              <a:ext uri="{FF2B5EF4-FFF2-40B4-BE49-F238E27FC236}">
                <a16:creationId xmlns:a16="http://schemas.microsoft.com/office/drawing/2014/main" id="{1E271A59-41FC-4F74-B61D-F108C59AFE7D}"/>
              </a:ext>
            </a:extLst>
          </p:cNvPr>
          <p:cNvSpPr>
            <a:spLocks noGrp="1"/>
          </p:cNvSpPr>
          <p:nvPr/>
        </p:nvSpPr>
        <p:spPr>
          <a:xfrm>
            <a:off x="7339205" y="31023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data_7073">
            <a:extLst>
              <a:ext uri="{FF2B5EF4-FFF2-40B4-BE49-F238E27FC236}">
                <a16:creationId xmlns:a16="http://schemas.microsoft.com/office/drawing/2014/main" id="{9D011982-9D08-4418-8A4F-28A5EA2DE477}"/>
              </a:ext>
            </a:extLst>
          </p:cNvPr>
          <p:cNvSpPr>
            <a:spLocks noGrp="1"/>
          </p:cNvSpPr>
          <p:nvPr/>
        </p:nvSpPr>
        <p:spPr>
          <a:xfrm>
            <a:off x="734480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data_7074">
            <a:extLst>
              <a:ext uri="{FF2B5EF4-FFF2-40B4-BE49-F238E27FC236}">
                <a16:creationId xmlns:a16="http://schemas.microsoft.com/office/drawing/2014/main" id="{774E6D8F-6975-4839-9117-865596DD30F8}"/>
              </a:ext>
            </a:extLst>
          </p:cNvPr>
          <p:cNvSpPr>
            <a:spLocks noGrp="1"/>
          </p:cNvSpPr>
          <p:nvPr/>
        </p:nvSpPr>
        <p:spPr>
          <a:xfrm>
            <a:off x="72975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data_7075">
            <a:extLst>
              <a:ext uri="{FF2B5EF4-FFF2-40B4-BE49-F238E27FC236}">
                <a16:creationId xmlns:a16="http://schemas.microsoft.com/office/drawing/2014/main" id="{1336CCDD-3441-424B-A43C-DB237B0C720C}"/>
              </a:ext>
            </a:extLst>
          </p:cNvPr>
          <p:cNvSpPr>
            <a:spLocks noGrp="1"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data_7076">
            <a:extLst>
              <a:ext uri="{FF2B5EF4-FFF2-40B4-BE49-F238E27FC236}">
                <a16:creationId xmlns:a16="http://schemas.microsoft.com/office/drawing/2014/main" id="{47025CFC-59F8-4FF4-ADEE-9FF235BF96A1}"/>
              </a:ext>
            </a:extLst>
          </p:cNvPr>
          <p:cNvSpPr>
            <a:spLocks noGrp="1"/>
          </p:cNvSpPr>
          <p:nvPr/>
        </p:nvSpPr>
        <p:spPr>
          <a:xfrm>
            <a:off x="7235880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data_7077">
            <a:extLst>
              <a:ext uri="{FF2B5EF4-FFF2-40B4-BE49-F238E27FC236}">
                <a16:creationId xmlns:a16="http://schemas.microsoft.com/office/drawing/2014/main" id="{06FAA91B-8488-4DF7-B828-4027BE728595}"/>
              </a:ext>
            </a:extLst>
          </p:cNvPr>
          <p:cNvSpPr>
            <a:spLocks noGrp="1"/>
          </p:cNvSpPr>
          <p:nvPr/>
        </p:nvSpPr>
        <p:spPr>
          <a:xfrm>
            <a:off x="72726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data_7078">
            <a:extLst>
              <a:ext uri="{FF2B5EF4-FFF2-40B4-BE49-F238E27FC236}">
                <a16:creationId xmlns:a16="http://schemas.microsoft.com/office/drawing/2014/main" id="{A8EBCCFD-48A7-4802-B27F-C695CFDF5B6F}"/>
              </a:ext>
            </a:extLst>
          </p:cNvPr>
          <p:cNvSpPr>
            <a:spLocks noGrp="1"/>
          </p:cNvSpPr>
          <p:nvPr/>
        </p:nvSpPr>
        <p:spPr>
          <a:xfrm>
            <a:off x="73191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data_7079">
            <a:extLst>
              <a:ext uri="{FF2B5EF4-FFF2-40B4-BE49-F238E27FC236}">
                <a16:creationId xmlns:a16="http://schemas.microsoft.com/office/drawing/2014/main" id="{7081FC60-E95A-42CD-B640-442188ED6C82}"/>
              </a:ext>
            </a:extLst>
          </p:cNvPr>
          <p:cNvSpPr>
            <a:spLocks noGrp="1"/>
          </p:cNvSpPr>
          <p:nvPr/>
        </p:nvSpPr>
        <p:spPr>
          <a:xfrm>
            <a:off x="722793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data_7080">
            <a:extLst>
              <a:ext uri="{FF2B5EF4-FFF2-40B4-BE49-F238E27FC236}">
                <a16:creationId xmlns:a16="http://schemas.microsoft.com/office/drawing/2014/main" id="{6DF7CC13-FA2B-4D20-AF8F-731E1FF95CA6}"/>
              </a:ext>
            </a:extLst>
          </p:cNvPr>
          <p:cNvSpPr>
            <a:spLocks noGrp="1"/>
          </p:cNvSpPr>
          <p:nvPr/>
        </p:nvSpPr>
        <p:spPr>
          <a:xfrm>
            <a:off x="7223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data_7081">
            <a:extLst>
              <a:ext uri="{FF2B5EF4-FFF2-40B4-BE49-F238E27FC236}">
                <a16:creationId xmlns:a16="http://schemas.microsoft.com/office/drawing/2014/main" id="{21F714EE-EB37-4AE9-89C9-E591B75DD9E0}"/>
              </a:ext>
            </a:extLst>
          </p:cNvPr>
          <p:cNvSpPr>
            <a:spLocks noGrp="1"/>
          </p:cNvSpPr>
          <p:nvPr/>
        </p:nvSpPr>
        <p:spPr>
          <a:xfrm>
            <a:off x="7300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data_7082">
            <a:extLst>
              <a:ext uri="{FF2B5EF4-FFF2-40B4-BE49-F238E27FC236}">
                <a16:creationId xmlns:a16="http://schemas.microsoft.com/office/drawing/2014/main" id="{99326E54-FEA9-4DCB-981D-D42B64C437B2}"/>
              </a:ext>
            </a:extLst>
          </p:cNvPr>
          <p:cNvSpPr>
            <a:spLocks noGrp="1"/>
          </p:cNvSpPr>
          <p:nvPr/>
        </p:nvSpPr>
        <p:spPr>
          <a:xfrm>
            <a:off x="7338423" y="31033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data_7083">
            <a:extLst>
              <a:ext uri="{FF2B5EF4-FFF2-40B4-BE49-F238E27FC236}">
                <a16:creationId xmlns:a16="http://schemas.microsoft.com/office/drawing/2014/main" id="{6C517C4E-4F71-47CC-B57E-0D704F1F277D}"/>
              </a:ext>
            </a:extLst>
          </p:cNvPr>
          <p:cNvSpPr>
            <a:spLocks noGrp="1"/>
          </p:cNvSpPr>
          <p:nvPr/>
        </p:nvSpPr>
        <p:spPr>
          <a:xfrm>
            <a:off x="72175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data_7084">
            <a:extLst>
              <a:ext uri="{FF2B5EF4-FFF2-40B4-BE49-F238E27FC236}">
                <a16:creationId xmlns:a16="http://schemas.microsoft.com/office/drawing/2014/main" id="{D2E0D5B0-6575-4D97-BC97-640EA8009740}"/>
              </a:ext>
            </a:extLst>
          </p:cNvPr>
          <p:cNvSpPr>
            <a:spLocks noGrp="1"/>
          </p:cNvSpPr>
          <p:nvPr/>
        </p:nvSpPr>
        <p:spPr>
          <a:xfrm>
            <a:off x="72684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data_7085">
            <a:extLst>
              <a:ext uri="{FF2B5EF4-FFF2-40B4-BE49-F238E27FC236}">
                <a16:creationId xmlns:a16="http://schemas.microsoft.com/office/drawing/2014/main" id="{3B8AFE51-88CF-4C44-BFED-DEDD9A2120B0}"/>
              </a:ext>
            </a:extLst>
          </p:cNvPr>
          <p:cNvSpPr>
            <a:spLocks noGrp="1"/>
          </p:cNvSpPr>
          <p:nvPr/>
        </p:nvSpPr>
        <p:spPr>
          <a:xfrm>
            <a:off x="73102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data_7086">
            <a:extLst>
              <a:ext uri="{FF2B5EF4-FFF2-40B4-BE49-F238E27FC236}">
                <a16:creationId xmlns:a16="http://schemas.microsoft.com/office/drawing/2014/main" id="{EBBF2410-D55D-4FEF-874D-7B271B004235}"/>
              </a:ext>
            </a:extLst>
          </p:cNvPr>
          <p:cNvSpPr>
            <a:spLocks noGrp="1"/>
          </p:cNvSpPr>
          <p:nvPr/>
        </p:nvSpPr>
        <p:spPr>
          <a:xfrm>
            <a:off x="72711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data_7087">
            <a:extLst>
              <a:ext uri="{FF2B5EF4-FFF2-40B4-BE49-F238E27FC236}">
                <a16:creationId xmlns:a16="http://schemas.microsoft.com/office/drawing/2014/main" id="{B1591174-DE91-43B6-BAE0-45089BC06F98}"/>
              </a:ext>
            </a:extLst>
          </p:cNvPr>
          <p:cNvSpPr>
            <a:spLocks noGrp="1"/>
          </p:cNvSpPr>
          <p:nvPr/>
        </p:nvSpPr>
        <p:spPr>
          <a:xfrm>
            <a:off x="7249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data_7088">
            <a:extLst>
              <a:ext uri="{FF2B5EF4-FFF2-40B4-BE49-F238E27FC236}">
                <a16:creationId xmlns:a16="http://schemas.microsoft.com/office/drawing/2014/main" id="{204DB900-7658-4C82-88A2-9AC3662D7A62}"/>
              </a:ext>
            </a:extLst>
          </p:cNvPr>
          <p:cNvSpPr>
            <a:spLocks noGrp="1"/>
          </p:cNvSpPr>
          <p:nvPr/>
        </p:nvSpPr>
        <p:spPr>
          <a:xfrm>
            <a:off x="72997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data_7089">
            <a:extLst>
              <a:ext uri="{FF2B5EF4-FFF2-40B4-BE49-F238E27FC236}">
                <a16:creationId xmlns:a16="http://schemas.microsoft.com/office/drawing/2014/main" id="{28622060-40A5-4138-8FBC-9C8BE34D8AC8}"/>
              </a:ext>
            </a:extLst>
          </p:cNvPr>
          <p:cNvSpPr>
            <a:spLocks noGrp="1"/>
          </p:cNvSpPr>
          <p:nvPr/>
        </p:nvSpPr>
        <p:spPr>
          <a:xfrm>
            <a:off x="7295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data_7090">
            <a:extLst>
              <a:ext uri="{FF2B5EF4-FFF2-40B4-BE49-F238E27FC236}">
                <a16:creationId xmlns:a16="http://schemas.microsoft.com/office/drawing/2014/main" id="{1A18E46E-CAE9-4833-913B-4F403A4FEC52}"/>
              </a:ext>
            </a:extLst>
          </p:cNvPr>
          <p:cNvSpPr>
            <a:spLocks noGrp="1"/>
          </p:cNvSpPr>
          <p:nvPr/>
        </p:nvSpPr>
        <p:spPr>
          <a:xfrm>
            <a:off x="72797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data_7091">
            <a:extLst>
              <a:ext uri="{FF2B5EF4-FFF2-40B4-BE49-F238E27FC236}">
                <a16:creationId xmlns:a16="http://schemas.microsoft.com/office/drawing/2014/main" id="{5E1D875F-481E-4D0F-9CF9-1EC1CA9C569C}"/>
              </a:ext>
            </a:extLst>
          </p:cNvPr>
          <p:cNvSpPr>
            <a:spLocks noGrp="1"/>
          </p:cNvSpPr>
          <p:nvPr/>
        </p:nvSpPr>
        <p:spPr>
          <a:xfrm>
            <a:off x="7292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data_7092">
            <a:extLst>
              <a:ext uri="{FF2B5EF4-FFF2-40B4-BE49-F238E27FC236}">
                <a16:creationId xmlns:a16="http://schemas.microsoft.com/office/drawing/2014/main" id="{B2D70835-B41E-4D8F-A22A-8BE3C5848C88}"/>
              </a:ext>
            </a:extLst>
          </p:cNvPr>
          <p:cNvSpPr>
            <a:spLocks noGrp="1"/>
          </p:cNvSpPr>
          <p:nvPr/>
        </p:nvSpPr>
        <p:spPr>
          <a:xfrm>
            <a:off x="72550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data_7093">
            <a:extLst>
              <a:ext uri="{FF2B5EF4-FFF2-40B4-BE49-F238E27FC236}">
                <a16:creationId xmlns:a16="http://schemas.microsoft.com/office/drawing/2014/main" id="{6BB86359-B5AB-420B-8888-C1FD2A0244F2}"/>
              </a:ext>
            </a:extLst>
          </p:cNvPr>
          <p:cNvSpPr>
            <a:spLocks noGrp="1"/>
          </p:cNvSpPr>
          <p:nvPr/>
        </p:nvSpPr>
        <p:spPr>
          <a:xfrm>
            <a:off x="7284220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data_7094">
            <a:extLst>
              <a:ext uri="{FF2B5EF4-FFF2-40B4-BE49-F238E27FC236}">
                <a16:creationId xmlns:a16="http://schemas.microsoft.com/office/drawing/2014/main" id="{2509FBE7-FE58-4844-9EE6-267F31DA3E15}"/>
              </a:ext>
            </a:extLst>
          </p:cNvPr>
          <p:cNvSpPr>
            <a:spLocks noGrp="1"/>
          </p:cNvSpPr>
          <p:nvPr/>
        </p:nvSpPr>
        <p:spPr>
          <a:xfrm>
            <a:off x="725633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data_7095">
            <a:extLst>
              <a:ext uri="{FF2B5EF4-FFF2-40B4-BE49-F238E27FC236}">
                <a16:creationId xmlns:a16="http://schemas.microsoft.com/office/drawing/2014/main" id="{C934855E-BAB5-4EE8-96BA-3C284E9BC155}"/>
              </a:ext>
            </a:extLst>
          </p:cNvPr>
          <p:cNvSpPr>
            <a:spLocks noGrp="1"/>
          </p:cNvSpPr>
          <p:nvPr/>
        </p:nvSpPr>
        <p:spPr>
          <a:xfrm>
            <a:off x="7267803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data_7096">
            <a:extLst>
              <a:ext uri="{FF2B5EF4-FFF2-40B4-BE49-F238E27FC236}">
                <a16:creationId xmlns:a16="http://schemas.microsoft.com/office/drawing/2014/main" id="{B87A220D-C643-425B-93AC-8A5942E52184}"/>
              </a:ext>
            </a:extLst>
          </p:cNvPr>
          <p:cNvSpPr>
            <a:spLocks noGrp="1"/>
          </p:cNvSpPr>
          <p:nvPr/>
        </p:nvSpPr>
        <p:spPr>
          <a:xfrm>
            <a:off x="732409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data_7097">
            <a:extLst>
              <a:ext uri="{FF2B5EF4-FFF2-40B4-BE49-F238E27FC236}">
                <a16:creationId xmlns:a16="http://schemas.microsoft.com/office/drawing/2014/main" id="{4DFB63AF-858E-4DA0-AA92-7464FED648C2}"/>
              </a:ext>
            </a:extLst>
          </p:cNvPr>
          <p:cNvSpPr>
            <a:spLocks noGrp="1"/>
          </p:cNvSpPr>
          <p:nvPr/>
        </p:nvSpPr>
        <p:spPr>
          <a:xfrm>
            <a:off x="7231841" y="31625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data_7098">
            <a:extLst>
              <a:ext uri="{FF2B5EF4-FFF2-40B4-BE49-F238E27FC236}">
                <a16:creationId xmlns:a16="http://schemas.microsoft.com/office/drawing/2014/main" id="{17AC50A5-0B80-4E70-AA9B-3F1BA61E0D7A}"/>
              </a:ext>
            </a:extLst>
          </p:cNvPr>
          <p:cNvSpPr>
            <a:spLocks noGrp="1"/>
          </p:cNvSpPr>
          <p:nvPr/>
        </p:nvSpPr>
        <p:spPr>
          <a:xfrm>
            <a:off x="72378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data_7099">
            <a:extLst>
              <a:ext uri="{FF2B5EF4-FFF2-40B4-BE49-F238E27FC236}">
                <a16:creationId xmlns:a16="http://schemas.microsoft.com/office/drawing/2014/main" id="{073E2870-4307-4D57-9396-029B40A23B0D}"/>
              </a:ext>
            </a:extLst>
          </p:cNvPr>
          <p:cNvSpPr>
            <a:spLocks noGrp="1"/>
          </p:cNvSpPr>
          <p:nvPr/>
        </p:nvSpPr>
        <p:spPr>
          <a:xfrm>
            <a:off x="72920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data_7100">
            <a:extLst>
              <a:ext uri="{FF2B5EF4-FFF2-40B4-BE49-F238E27FC236}">
                <a16:creationId xmlns:a16="http://schemas.microsoft.com/office/drawing/2014/main" id="{B5BE8A3B-5475-4B6A-8A42-E0A57CF0CCFB}"/>
              </a:ext>
            </a:extLst>
          </p:cNvPr>
          <p:cNvSpPr>
            <a:spLocks noGrp="1"/>
          </p:cNvSpPr>
          <p:nvPr/>
        </p:nvSpPr>
        <p:spPr>
          <a:xfrm>
            <a:off x="729086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data_7101">
            <a:extLst>
              <a:ext uri="{FF2B5EF4-FFF2-40B4-BE49-F238E27FC236}">
                <a16:creationId xmlns:a16="http://schemas.microsoft.com/office/drawing/2014/main" id="{F91D3EB7-3E6B-4299-BA72-415D740C11D3}"/>
              </a:ext>
            </a:extLst>
          </p:cNvPr>
          <p:cNvSpPr>
            <a:spLocks noGrp="1"/>
          </p:cNvSpPr>
          <p:nvPr/>
        </p:nvSpPr>
        <p:spPr>
          <a:xfrm>
            <a:off x="7333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data_7102">
            <a:extLst>
              <a:ext uri="{FF2B5EF4-FFF2-40B4-BE49-F238E27FC236}">
                <a16:creationId xmlns:a16="http://schemas.microsoft.com/office/drawing/2014/main" id="{CF52C31A-478A-4A8C-862A-648F29620894}"/>
              </a:ext>
            </a:extLst>
          </p:cNvPr>
          <p:cNvSpPr>
            <a:spLocks noGrp="1"/>
          </p:cNvSpPr>
          <p:nvPr/>
        </p:nvSpPr>
        <p:spPr>
          <a:xfrm>
            <a:off x="73135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data_7103">
            <a:extLst>
              <a:ext uri="{FF2B5EF4-FFF2-40B4-BE49-F238E27FC236}">
                <a16:creationId xmlns:a16="http://schemas.microsoft.com/office/drawing/2014/main" id="{868AC1A3-CAA1-4168-8457-D16FB94B4AD3}"/>
              </a:ext>
            </a:extLst>
          </p:cNvPr>
          <p:cNvSpPr>
            <a:spLocks noGrp="1"/>
          </p:cNvSpPr>
          <p:nvPr/>
        </p:nvSpPr>
        <p:spPr>
          <a:xfrm>
            <a:off x="7233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data_7104">
            <a:extLst>
              <a:ext uri="{FF2B5EF4-FFF2-40B4-BE49-F238E27FC236}">
                <a16:creationId xmlns:a16="http://schemas.microsoft.com/office/drawing/2014/main" id="{37CF68F0-8DFC-425A-9717-6DFF4A364D55}"/>
              </a:ext>
            </a:extLst>
          </p:cNvPr>
          <p:cNvSpPr>
            <a:spLocks noGrp="1"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data_7105">
            <a:extLst>
              <a:ext uri="{FF2B5EF4-FFF2-40B4-BE49-F238E27FC236}">
                <a16:creationId xmlns:a16="http://schemas.microsoft.com/office/drawing/2014/main" id="{6D0C5DBC-0743-48C3-983B-E536FFF88FEA}"/>
              </a:ext>
            </a:extLst>
          </p:cNvPr>
          <p:cNvSpPr>
            <a:spLocks noGrp="1"/>
          </p:cNvSpPr>
          <p:nvPr/>
        </p:nvSpPr>
        <p:spPr>
          <a:xfrm>
            <a:off x="73037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data_7106">
            <a:extLst>
              <a:ext uri="{FF2B5EF4-FFF2-40B4-BE49-F238E27FC236}">
                <a16:creationId xmlns:a16="http://schemas.microsoft.com/office/drawing/2014/main" id="{FCAEB914-21BC-434C-BF9A-121C03A8589E}"/>
              </a:ext>
            </a:extLst>
          </p:cNvPr>
          <p:cNvSpPr>
            <a:spLocks noGrp="1"/>
          </p:cNvSpPr>
          <p:nvPr/>
        </p:nvSpPr>
        <p:spPr>
          <a:xfrm>
            <a:off x="72255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data_7107">
            <a:extLst>
              <a:ext uri="{FF2B5EF4-FFF2-40B4-BE49-F238E27FC236}">
                <a16:creationId xmlns:a16="http://schemas.microsoft.com/office/drawing/2014/main" id="{63B09570-F114-43DA-9AC2-542F24FC8F08}"/>
              </a:ext>
            </a:extLst>
          </p:cNvPr>
          <p:cNvSpPr>
            <a:spLocks noGrp="1"/>
          </p:cNvSpPr>
          <p:nvPr/>
        </p:nvSpPr>
        <p:spPr>
          <a:xfrm>
            <a:off x="7316143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data_7108">
            <a:extLst>
              <a:ext uri="{FF2B5EF4-FFF2-40B4-BE49-F238E27FC236}">
                <a16:creationId xmlns:a16="http://schemas.microsoft.com/office/drawing/2014/main" id="{09E398DF-9F2A-41D5-870B-552AD1E49570}"/>
              </a:ext>
            </a:extLst>
          </p:cNvPr>
          <p:cNvSpPr>
            <a:spLocks noGrp="1"/>
          </p:cNvSpPr>
          <p:nvPr/>
        </p:nvSpPr>
        <p:spPr>
          <a:xfrm>
            <a:off x="7320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data_7109">
            <a:extLst>
              <a:ext uri="{FF2B5EF4-FFF2-40B4-BE49-F238E27FC236}">
                <a16:creationId xmlns:a16="http://schemas.microsoft.com/office/drawing/2014/main" id="{903D7213-C255-4CD1-8E39-A97526CEFC17}"/>
              </a:ext>
            </a:extLst>
          </p:cNvPr>
          <p:cNvSpPr>
            <a:spLocks noGrp="1"/>
          </p:cNvSpPr>
          <p:nvPr/>
        </p:nvSpPr>
        <p:spPr>
          <a:xfrm>
            <a:off x="73067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data_7110">
            <a:extLst>
              <a:ext uri="{FF2B5EF4-FFF2-40B4-BE49-F238E27FC236}">
                <a16:creationId xmlns:a16="http://schemas.microsoft.com/office/drawing/2014/main" id="{029F1FF6-02A5-42F8-A9CD-7B9BCA5AD7D8}"/>
              </a:ext>
            </a:extLst>
          </p:cNvPr>
          <p:cNvSpPr>
            <a:spLocks noGrp="1"/>
          </p:cNvSpPr>
          <p:nvPr/>
        </p:nvSpPr>
        <p:spPr>
          <a:xfrm>
            <a:off x="7305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data_7111">
            <a:extLst>
              <a:ext uri="{FF2B5EF4-FFF2-40B4-BE49-F238E27FC236}">
                <a16:creationId xmlns:a16="http://schemas.microsoft.com/office/drawing/2014/main" id="{F790DDDE-8056-4D99-9A38-BE9A6ED0ACB6}"/>
              </a:ext>
            </a:extLst>
          </p:cNvPr>
          <p:cNvSpPr>
            <a:spLocks noGrp="1"/>
          </p:cNvSpPr>
          <p:nvPr/>
        </p:nvSpPr>
        <p:spPr>
          <a:xfrm>
            <a:off x="7311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data_7112">
            <a:extLst>
              <a:ext uri="{FF2B5EF4-FFF2-40B4-BE49-F238E27FC236}">
                <a16:creationId xmlns:a16="http://schemas.microsoft.com/office/drawing/2014/main" id="{1C3AFBBF-6142-494E-81A4-71208741E861}"/>
              </a:ext>
            </a:extLst>
          </p:cNvPr>
          <p:cNvSpPr>
            <a:spLocks noGrp="1"/>
          </p:cNvSpPr>
          <p:nvPr/>
        </p:nvSpPr>
        <p:spPr>
          <a:xfrm>
            <a:off x="72865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data_7113">
            <a:extLst>
              <a:ext uri="{FF2B5EF4-FFF2-40B4-BE49-F238E27FC236}">
                <a16:creationId xmlns:a16="http://schemas.microsoft.com/office/drawing/2014/main" id="{133ACD1A-43E6-4D17-B9FB-0744BF2FCD83}"/>
              </a:ext>
            </a:extLst>
          </p:cNvPr>
          <p:cNvSpPr>
            <a:spLocks noGrp="1"/>
          </p:cNvSpPr>
          <p:nvPr/>
        </p:nvSpPr>
        <p:spPr>
          <a:xfrm>
            <a:off x="72189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data_7114">
            <a:extLst>
              <a:ext uri="{FF2B5EF4-FFF2-40B4-BE49-F238E27FC236}">
                <a16:creationId xmlns:a16="http://schemas.microsoft.com/office/drawing/2014/main" id="{9F2C93E1-7E20-4E5E-8ACE-083561DB0254}"/>
              </a:ext>
            </a:extLst>
          </p:cNvPr>
          <p:cNvSpPr>
            <a:spLocks noGrp="1"/>
          </p:cNvSpPr>
          <p:nvPr/>
        </p:nvSpPr>
        <p:spPr>
          <a:xfrm>
            <a:off x="7286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data_7115">
            <a:extLst>
              <a:ext uri="{FF2B5EF4-FFF2-40B4-BE49-F238E27FC236}">
                <a16:creationId xmlns:a16="http://schemas.microsoft.com/office/drawing/2014/main" id="{8C22A13E-AAA4-4E8A-BD77-E1844FE99BD0}"/>
              </a:ext>
            </a:extLst>
          </p:cNvPr>
          <p:cNvSpPr>
            <a:spLocks noGrp="1"/>
          </p:cNvSpPr>
          <p:nvPr/>
        </p:nvSpPr>
        <p:spPr>
          <a:xfrm>
            <a:off x="72361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data_7116">
            <a:extLst>
              <a:ext uri="{FF2B5EF4-FFF2-40B4-BE49-F238E27FC236}">
                <a16:creationId xmlns:a16="http://schemas.microsoft.com/office/drawing/2014/main" id="{2BBD1C88-A7B0-4372-A52F-D0790F1A4657}"/>
              </a:ext>
            </a:extLst>
          </p:cNvPr>
          <p:cNvSpPr>
            <a:spLocks noGrp="1"/>
          </p:cNvSpPr>
          <p:nvPr/>
        </p:nvSpPr>
        <p:spPr>
          <a:xfrm>
            <a:off x="7306110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data_7117">
            <a:extLst>
              <a:ext uri="{FF2B5EF4-FFF2-40B4-BE49-F238E27FC236}">
                <a16:creationId xmlns:a16="http://schemas.microsoft.com/office/drawing/2014/main" id="{3DFB8BFF-AC9B-40FD-A07C-8131EF87862A}"/>
              </a:ext>
            </a:extLst>
          </p:cNvPr>
          <p:cNvSpPr>
            <a:spLocks noGrp="1"/>
          </p:cNvSpPr>
          <p:nvPr/>
        </p:nvSpPr>
        <p:spPr>
          <a:xfrm>
            <a:off x="732330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data_7118">
            <a:extLst>
              <a:ext uri="{FF2B5EF4-FFF2-40B4-BE49-F238E27FC236}">
                <a16:creationId xmlns:a16="http://schemas.microsoft.com/office/drawing/2014/main" id="{33FABC38-558E-4518-96B3-420386B550B7}"/>
              </a:ext>
            </a:extLst>
          </p:cNvPr>
          <p:cNvSpPr>
            <a:spLocks noGrp="1"/>
          </p:cNvSpPr>
          <p:nvPr/>
        </p:nvSpPr>
        <p:spPr>
          <a:xfrm>
            <a:off x="7234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data_7119">
            <a:extLst>
              <a:ext uri="{FF2B5EF4-FFF2-40B4-BE49-F238E27FC236}">
                <a16:creationId xmlns:a16="http://schemas.microsoft.com/office/drawing/2014/main" id="{2A61C188-69C9-41E4-9DD7-322598397A70}"/>
              </a:ext>
            </a:extLst>
          </p:cNvPr>
          <p:cNvSpPr>
            <a:spLocks noGrp="1"/>
          </p:cNvSpPr>
          <p:nvPr/>
        </p:nvSpPr>
        <p:spPr>
          <a:xfrm>
            <a:off x="7307283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data_7120">
            <a:extLst>
              <a:ext uri="{FF2B5EF4-FFF2-40B4-BE49-F238E27FC236}">
                <a16:creationId xmlns:a16="http://schemas.microsoft.com/office/drawing/2014/main" id="{F6EBD7B3-99C5-4F05-A38A-04C9C03B914C}"/>
              </a:ext>
            </a:extLst>
          </p:cNvPr>
          <p:cNvSpPr>
            <a:spLocks noGrp="1"/>
          </p:cNvSpPr>
          <p:nvPr/>
        </p:nvSpPr>
        <p:spPr>
          <a:xfrm>
            <a:off x="7240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data_7121">
            <a:extLst>
              <a:ext uri="{FF2B5EF4-FFF2-40B4-BE49-F238E27FC236}">
                <a16:creationId xmlns:a16="http://schemas.microsoft.com/office/drawing/2014/main" id="{18240611-DC64-4596-80E4-013F41D4E169}"/>
              </a:ext>
            </a:extLst>
          </p:cNvPr>
          <p:cNvSpPr>
            <a:spLocks noGrp="1"/>
          </p:cNvSpPr>
          <p:nvPr/>
        </p:nvSpPr>
        <p:spPr>
          <a:xfrm>
            <a:off x="7246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data_7122">
            <a:extLst>
              <a:ext uri="{FF2B5EF4-FFF2-40B4-BE49-F238E27FC236}">
                <a16:creationId xmlns:a16="http://schemas.microsoft.com/office/drawing/2014/main" id="{CB48C7D6-5C73-4711-A537-332BB11B69DA}"/>
              </a:ext>
            </a:extLst>
          </p:cNvPr>
          <p:cNvSpPr>
            <a:spLocks noGrp="1"/>
          </p:cNvSpPr>
          <p:nvPr/>
        </p:nvSpPr>
        <p:spPr>
          <a:xfrm>
            <a:off x="72307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data_7123">
            <a:extLst>
              <a:ext uri="{FF2B5EF4-FFF2-40B4-BE49-F238E27FC236}">
                <a16:creationId xmlns:a16="http://schemas.microsoft.com/office/drawing/2014/main" id="{106F66E4-AE12-4D8E-BA7C-553BBCA5B616}"/>
              </a:ext>
            </a:extLst>
          </p:cNvPr>
          <p:cNvSpPr>
            <a:spLocks noGrp="1"/>
          </p:cNvSpPr>
          <p:nvPr/>
        </p:nvSpPr>
        <p:spPr>
          <a:xfrm>
            <a:off x="7305849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data_7124">
            <a:extLst>
              <a:ext uri="{FF2B5EF4-FFF2-40B4-BE49-F238E27FC236}">
                <a16:creationId xmlns:a16="http://schemas.microsoft.com/office/drawing/2014/main" id="{9BC4CF73-9AF3-4321-BB7E-EF506DA673DE}"/>
              </a:ext>
            </a:extLst>
          </p:cNvPr>
          <p:cNvSpPr>
            <a:spLocks noGrp="1"/>
          </p:cNvSpPr>
          <p:nvPr/>
        </p:nvSpPr>
        <p:spPr>
          <a:xfrm>
            <a:off x="733946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data_7125">
            <a:extLst>
              <a:ext uri="{FF2B5EF4-FFF2-40B4-BE49-F238E27FC236}">
                <a16:creationId xmlns:a16="http://schemas.microsoft.com/office/drawing/2014/main" id="{240838C9-1B64-49C9-BDC0-98C2B3D47BB6}"/>
              </a:ext>
            </a:extLst>
          </p:cNvPr>
          <p:cNvSpPr>
            <a:spLocks noGrp="1"/>
          </p:cNvSpPr>
          <p:nvPr/>
        </p:nvSpPr>
        <p:spPr>
          <a:xfrm>
            <a:off x="7345069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data_7126">
            <a:extLst>
              <a:ext uri="{FF2B5EF4-FFF2-40B4-BE49-F238E27FC236}">
                <a16:creationId xmlns:a16="http://schemas.microsoft.com/office/drawing/2014/main" id="{C3CA1C65-0B95-49FF-8362-A7CAA26E3B7F}"/>
              </a:ext>
            </a:extLst>
          </p:cNvPr>
          <p:cNvSpPr>
            <a:spLocks noGrp="1"/>
          </p:cNvSpPr>
          <p:nvPr/>
        </p:nvSpPr>
        <p:spPr>
          <a:xfrm>
            <a:off x="72645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data_7127">
            <a:extLst>
              <a:ext uri="{FF2B5EF4-FFF2-40B4-BE49-F238E27FC236}">
                <a16:creationId xmlns:a16="http://schemas.microsoft.com/office/drawing/2014/main" id="{452A83B1-A0EF-43BC-94DA-2C5451B3B56A}"/>
              </a:ext>
            </a:extLst>
          </p:cNvPr>
          <p:cNvSpPr>
            <a:spLocks noGrp="1"/>
          </p:cNvSpPr>
          <p:nvPr/>
        </p:nvSpPr>
        <p:spPr>
          <a:xfrm>
            <a:off x="73123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data_7128">
            <a:extLst>
              <a:ext uri="{FF2B5EF4-FFF2-40B4-BE49-F238E27FC236}">
                <a16:creationId xmlns:a16="http://schemas.microsoft.com/office/drawing/2014/main" id="{4C391A0E-C025-49F9-B522-6FF375B74ED4}"/>
              </a:ext>
            </a:extLst>
          </p:cNvPr>
          <p:cNvSpPr>
            <a:spLocks noGrp="1"/>
          </p:cNvSpPr>
          <p:nvPr/>
        </p:nvSpPr>
        <p:spPr>
          <a:xfrm>
            <a:off x="7337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data_7129">
            <a:extLst>
              <a:ext uri="{FF2B5EF4-FFF2-40B4-BE49-F238E27FC236}">
                <a16:creationId xmlns:a16="http://schemas.microsoft.com/office/drawing/2014/main" id="{99C3F1B4-26BB-4A6D-9F11-82393A56B50D}"/>
              </a:ext>
            </a:extLst>
          </p:cNvPr>
          <p:cNvSpPr>
            <a:spLocks noGrp="1"/>
          </p:cNvSpPr>
          <p:nvPr/>
        </p:nvSpPr>
        <p:spPr>
          <a:xfrm>
            <a:off x="73222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data_7130">
            <a:extLst>
              <a:ext uri="{FF2B5EF4-FFF2-40B4-BE49-F238E27FC236}">
                <a16:creationId xmlns:a16="http://schemas.microsoft.com/office/drawing/2014/main" id="{0BCD11B9-3D38-489A-85B5-F024F01D85D0}"/>
              </a:ext>
            </a:extLst>
          </p:cNvPr>
          <p:cNvSpPr>
            <a:spLocks noGrp="1"/>
          </p:cNvSpPr>
          <p:nvPr/>
        </p:nvSpPr>
        <p:spPr>
          <a:xfrm>
            <a:off x="73084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data_7131">
            <a:extLst>
              <a:ext uri="{FF2B5EF4-FFF2-40B4-BE49-F238E27FC236}">
                <a16:creationId xmlns:a16="http://schemas.microsoft.com/office/drawing/2014/main" id="{9902911E-22D5-42ED-BE4B-5D2B038273A4}"/>
              </a:ext>
            </a:extLst>
          </p:cNvPr>
          <p:cNvSpPr>
            <a:spLocks noGrp="1"/>
          </p:cNvSpPr>
          <p:nvPr/>
        </p:nvSpPr>
        <p:spPr>
          <a:xfrm>
            <a:off x="72765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data_7132">
            <a:extLst>
              <a:ext uri="{FF2B5EF4-FFF2-40B4-BE49-F238E27FC236}">
                <a16:creationId xmlns:a16="http://schemas.microsoft.com/office/drawing/2014/main" id="{1995D7AE-C519-4B1D-838E-EE90E1E41129}"/>
              </a:ext>
            </a:extLst>
          </p:cNvPr>
          <p:cNvSpPr>
            <a:spLocks noGrp="1"/>
          </p:cNvSpPr>
          <p:nvPr/>
        </p:nvSpPr>
        <p:spPr>
          <a:xfrm>
            <a:off x="7272624" y="34160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data_7133">
            <a:extLst>
              <a:ext uri="{FF2B5EF4-FFF2-40B4-BE49-F238E27FC236}">
                <a16:creationId xmlns:a16="http://schemas.microsoft.com/office/drawing/2014/main" id="{70D33E14-863D-4659-9502-71B08AD03603}"/>
              </a:ext>
            </a:extLst>
          </p:cNvPr>
          <p:cNvSpPr>
            <a:spLocks noGrp="1"/>
          </p:cNvSpPr>
          <p:nvPr/>
        </p:nvSpPr>
        <p:spPr>
          <a:xfrm>
            <a:off x="7229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data_7134">
            <a:extLst>
              <a:ext uri="{FF2B5EF4-FFF2-40B4-BE49-F238E27FC236}">
                <a16:creationId xmlns:a16="http://schemas.microsoft.com/office/drawing/2014/main" id="{FBD6E377-BE5F-4ED3-AC8D-ED0114B720B1}"/>
              </a:ext>
            </a:extLst>
          </p:cNvPr>
          <p:cNvSpPr>
            <a:spLocks noGrp="1"/>
          </p:cNvSpPr>
          <p:nvPr/>
        </p:nvSpPr>
        <p:spPr>
          <a:xfrm>
            <a:off x="7338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data_7135">
            <a:extLst>
              <a:ext uri="{FF2B5EF4-FFF2-40B4-BE49-F238E27FC236}">
                <a16:creationId xmlns:a16="http://schemas.microsoft.com/office/drawing/2014/main" id="{B5591056-46EC-4BF4-BB68-50B71D615233}"/>
              </a:ext>
            </a:extLst>
          </p:cNvPr>
          <p:cNvSpPr>
            <a:spLocks noGrp="1"/>
          </p:cNvSpPr>
          <p:nvPr/>
        </p:nvSpPr>
        <p:spPr>
          <a:xfrm>
            <a:off x="7324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data_7136">
            <a:extLst>
              <a:ext uri="{FF2B5EF4-FFF2-40B4-BE49-F238E27FC236}">
                <a16:creationId xmlns:a16="http://schemas.microsoft.com/office/drawing/2014/main" id="{4F52D80B-8FC3-4572-B91F-43E481D4A05E}"/>
              </a:ext>
            </a:extLst>
          </p:cNvPr>
          <p:cNvSpPr>
            <a:spLocks noGrp="1"/>
          </p:cNvSpPr>
          <p:nvPr/>
        </p:nvSpPr>
        <p:spPr>
          <a:xfrm>
            <a:off x="73045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data_7137">
            <a:extLst>
              <a:ext uri="{FF2B5EF4-FFF2-40B4-BE49-F238E27FC236}">
                <a16:creationId xmlns:a16="http://schemas.microsoft.com/office/drawing/2014/main" id="{1DD20844-E6E9-4AEB-A85C-7B020963C6BB}"/>
              </a:ext>
            </a:extLst>
          </p:cNvPr>
          <p:cNvSpPr>
            <a:spLocks noGrp="1"/>
          </p:cNvSpPr>
          <p:nvPr/>
        </p:nvSpPr>
        <p:spPr>
          <a:xfrm>
            <a:off x="72246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data_7138">
            <a:extLst>
              <a:ext uri="{FF2B5EF4-FFF2-40B4-BE49-F238E27FC236}">
                <a16:creationId xmlns:a16="http://schemas.microsoft.com/office/drawing/2014/main" id="{0777A966-4A26-4BA3-99D9-3E39D38103B5}"/>
              </a:ext>
            </a:extLst>
          </p:cNvPr>
          <p:cNvSpPr>
            <a:spLocks noGrp="1"/>
          </p:cNvSpPr>
          <p:nvPr/>
        </p:nvSpPr>
        <p:spPr>
          <a:xfrm>
            <a:off x="72373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data_7139">
            <a:extLst>
              <a:ext uri="{FF2B5EF4-FFF2-40B4-BE49-F238E27FC236}">
                <a16:creationId xmlns:a16="http://schemas.microsoft.com/office/drawing/2014/main" id="{68D8470B-A3CF-4E1B-AC20-2C87982DD3CB}"/>
              </a:ext>
            </a:extLst>
          </p:cNvPr>
          <p:cNvSpPr>
            <a:spLocks noGrp="1"/>
          </p:cNvSpPr>
          <p:nvPr/>
        </p:nvSpPr>
        <p:spPr>
          <a:xfrm>
            <a:off x="72499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data_7140">
            <a:extLst>
              <a:ext uri="{FF2B5EF4-FFF2-40B4-BE49-F238E27FC236}">
                <a16:creationId xmlns:a16="http://schemas.microsoft.com/office/drawing/2014/main" id="{2E8EFBC5-B663-4A01-995E-6C7CDB02F969}"/>
              </a:ext>
            </a:extLst>
          </p:cNvPr>
          <p:cNvSpPr>
            <a:spLocks noGrp="1"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data_7141">
            <a:extLst>
              <a:ext uri="{FF2B5EF4-FFF2-40B4-BE49-F238E27FC236}">
                <a16:creationId xmlns:a16="http://schemas.microsoft.com/office/drawing/2014/main" id="{D1BE9EB4-3A74-4DD1-8303-89016418BF34}"/>
              </a:ext>
            </a:extLst>
          </p:cNvPr>
          <p:cNvSpPr>
            <a:spLocks noGrp="1"/>
          </p:cNvSpPr>
          <p:nvPr/>
        </p:nvSpPr>
        <p:spPr>
          <a:xfrm>
            <a:off x="72926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data_7142">
            <a:extLst>
              <a:ext uri="{FF2B5EF4-FFF2-40B4-BE49-F238E27FC236}">
                <a16:creationId xmlns:a16="http://schemas.microsoft.com/office/drawing/2014/main" id="{27D1F48F-E578-487D-9149-7E4CF15EB874}"/>
              </a:ext>
            </a:extLst>
          </p:cNvPr>
          <p:cNvSpPr>
            <a:spLocks noGrp="1"/>
          </p:cNvSpPr>
          <p:nvPr/>
        </p:nvSpPr>
        <p:spPr>
          <a:xfrm>
            <a:off x="724278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data_7143">
            <a:extLst>
              <a:ext uri="{FF2B5EF4-FFF2-40B4-BE49-F238E27FC236}">
                <a16:creationId xmlns:a16="http://schemas.microsoft.com/office/drawing/2014/main" id="{40D2D995-1783-428A-B7A4-2765F9D84990}"/>
              </a:ext>
            </a:extLst>
          </p:cNvPr>
          <p:cNvSpPr>
            <a:spLocks noGrp="1"/>
          </p:cNvSpPr>
          <p:nvPr/>
        </p:nvSpPr>
        <p:spPr>
          <a:xfrm>
            <a:off x="7266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data_7144">
            <a:extLst>
              <a:ext uri="{FF2B5EF4-FFF2-40B4-BE49-F238E27FC236}">
                <a16:creationId xmlns:a16="http://schemas.microsoft.com/office/drawing/2014/main" id="{ADE30917-F003-49A6-A74E-643CC09BADB4}"/>
              </a:ext>
            </a:extLst>
          </p:cNvPr>
          <p:cNvSpPr>
            <a:spLocks noGrp="1"/>
          </p:cNvSpPr>
          <p:nvPr/>
        </p:nvSpPr>
        <p:spPr>
          <a:xfrm>
            <a:off x="72202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data_7145">
            <a:extLst>
              <a:ext uri="{FF2B5EF4-FFF2-40B4-BE49-F238E27FC236}">
                <a16:creationId xmlns:a16="http://schemas.microsoft.com/office/drawing/2014/main" id="{562A8E01-24AE-4CBE-AD3C-3663C49D2774}"/>
              </a:ext>
            </a:extLst>
          </p:cNvPr>
          <p:cNvSpPr>
            <a:spLocks noGrp="1"/>
          </p:cNvSpPr>
          <p:nvPr/>
        </p:nvSpPr>
        <p:spPr>
          <a:xfrm>
            <a:off x="75901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data_7146">
            <a:extLst>
              <a:ext uri="{FF2B5EF4-FFF2-40B4-BE49-F238E27FC236}">
                <a16:creationId xmlns:a16="http://schemas.microsoft.com/office/drawing/2014/main" id="{88FDA25C-FDBE-484C-92AF-1F4A6541B60C}"/>
              </a:ext>
            </a:extLst>
          </p:cNvPr>
          <p:cNvSpPr>
            <a:spLocks noGrp="1"/>
          </p:cNvSpPr>
          <p:nvPr/>
        </p:nvSpPr>
        <p:spPr>
          <a:xfrm>
            <a:off x="756514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data_7147">
            <a:extLst>
              <a:ext uri="{FF2B5EF4-FFF2-40B4-BE49-F238E27FC236}">
                <a16:creationId xmlns:a16="http://schemas.microsoft.com/office/drawing/2014/main" id="{8F67EF32-F1E6-48DD-AB7E-DDB794E9A350}"/>
              </a:ext>
            </a:extLst>
          </p:cNvPr>
          <p:cNvSpPr>
            <a:spLocks noGrp="1"/>
          </p:cNvSpPr>
          <p:nvPr/>
        </p:nvSpPr>
        <p:spPr>
          <a:xfrm>
            <a:off x="758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data_7148">
            <a:extLst>
              <a:ext uri="{FF2B5EF4-FFF2-40B4-BE49-F238E27FC236}">
                <a16:creationId xmlns:a16="http://schemas.microsoft.com/office/drawing/2014/main" id="{3B4DA4E2-3A44-47E3-A9D2-7B99DECE4572}"/>
              </a:ext>
            </a:extLst>
          </p:cNvPr>
          <p:cNvSpPr>
            <a:spLocks noGrp="1"/>
          </p:cNvSpPr>
          <p:nvPr/>
        </p:nvSpPr>
        <p:spPr>
          <a:xfrm>
            <a:off x="75849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data_7149">
            <a:extLst>
              <a:ext uri="{FF2B5EF4-FFF2-40B4-BE49-F238E27FC236}">
                <a16:creationId xmlns:a16="http://schemas.microsoft.com/office/drawing/2014/main" id="{73D4DD7A-83C4-4AAA-9D9E-A62677DE5DBC}"/>
              </a:ext>
            </a:extLst>
          </p:cNvPr>
          <p:cNvSpPr>
            <a:spLocks noGrp="1"/>
          </p:cNvSpPr>
          <p:nvPr/>
        </p:nvSpPr>
        <p:spPr>
          <a:xfrm>
            <a:off x="76071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data_7150">
            <a:extLst>
              <a:ext uri="{FF2B5EF4-FFF2-40B4-BE49-F238E27FC236}">
                <a16:creationId xmlns:a16="http://schemas.microsoft.com/office/drawing/2014/main" id="{EC08388F-0CAE-49A6-B1CF-9B9E48882CD2}"/>
              </a:ext>
            </a:extLst>
          </p:cNvPr>
          <p:cNvSpPr>
            <a:spLocks noGrp="1"/>
          </p:cNvSpPr>
          <p:nvPr/>
        </p:nvSpPr>
        <p:spPr>
          <a:xfrm>
            <a:off x="76450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data_7151">
            <a:extLst>
              <a:ext uri="{FF2B5EF4-FFF2-40B4-BE49-F238E27FC236}">
                <a16:creationId xmlns:a16="http://schemas.microsoft.com/office/drawing/2014/main" id="{CF7CD92B-E8C7-4997-BE50-46626FB1FE43}"/>
              </a:ext>
            </a:extLst>
          </p:cNvPr>
          <p:cNvSpPr>
            <a:spLocks noGrp="1"/>
          </p:cNvSpPr>
          <p:nvPr/>
        </p:nvSpPr>
        <p:spPr>
          <a:xfrm>
            <a:off x="7668862" y="30281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data_7152">
            <a:extLst>
              <a:ext uri="{FF2B5EF4-FFF2-40B4-BE49-F238E27FC236}">
                <a16:creationId xmlns:a16="http://schemas.microsoft.com/office/drawing/2014/main" id="{1859A86C-1E1A-4211-A7F9-3D93AE07EC0A}"/>
              </a:ext>
            </a:extLst>
          </p:cNvPr>
          <p:cNvSpPr>
            <a:spLocks noGrp="1"/>
          </p:cNvSpPr>
          <p:nvPr/>
        </p:nvSpPr>
        <p:spPr>
          <a:xfrm>
            <a:off x="75720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data_7153">
            <a:extLst>
              <a:ext uri="{FF2B5EF4-FFF2-40B4-BE49-F238E27FC236}">
                <a16:creationId xmlns:a16="http://schemas.microsoft.com/office/drawing/2014/main" id="{CFA4542C-D10E-458B-A5E2-A9E6348842B8}"/>
              </a:ext>
            </a:extLst>
          </p:cNvPr>
          <p:cNvSpPr>
            <a:spLocks noGrp="1"/>
          </p:cNvSpPr>
          <p:nvPr/>
        </p:nvSpPr>
        <p:spPr>
          <a:xfrm>
            <a:off x="76315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data_7154">
            <a:extLst>
              <a:ext uri="{FF2B5EF4-FFF2-40B4-BE49-F238E27FC236}">
                <a16:creationId xmlns:a16="http://schemas.microsoft.com/office/drawing/2014/main" id="{9CFA2AE1-C8B8-4D9F-B66B-A5C26FED5417}"/>
              </a:ext>
            </a:extLst>
          </p:cNvPr>
          <p:cNvSpPr>
            <a:spLocks noGrp="1"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data_7155">
            <a:extLst>
              <a:ext uri="{FF2B5EF4-FFF2-40B4-BE49-F238E27FC236}">
                <a16:creationId xmlns:a16="http://schemas.microsoft.com/office/drawing/2014/main" id="{A4B5E772-F064-4184-B69A-566957AE698D}"/>
              </a:ext>
            </a:extLst>
          </p:cNvPr>
          <p:cNvSpPr>
            <a:spLocks noGrp="1"/>
          </p:cNvSpPr>
          <p:nvPr/>
        </p:nvSpPr>
        <p:spPr>
          <a:xfrm>
            <a:off x="75581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data_7156">
            <a:extLst>
              <a:ext uri="{FF2B5EF4-FFF2-40B4-BE49-F238E27FC236}">
                <a16:creationId xmlns:a16="http://schemas.microsoft.com/office/drawing/2014/main" id="{E929DE18-2C8E-4AA6-9B7E-7382D59D7FA2}"/>
              </a:ext>
            </a:extLst>
          </p:cNvPr>
          <p:cNvSpPr>
            <a:spLocks noGrp="1"/>
          </p:cNvSpPr>
          <p:nvPr/>
        </p:nvSpPr>
        <p:spPr>
          <a:xfrm>
            <a:off x="76584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data_7157">
            <a:extLst>
              <a:ext uri="{FF2B5EF4-FFF2-40B4-BE49-F238E27FC236}">
                <a16:creationId xmlns:a16="http://schemas.microsoft.com/office/drawing/2014/main" id="{7D56EFB3-01B9-4280-86E5-C42777E029B0}"/>
              </a:ext>
            </a:extLst>
          </p:cNvPr>
          <p:cNvSpPr>
            <a:spLocks noGrp="1"/>
          </p:cNvSpPr>
          <p:nvPr/>
        </p:nvSpPr>
        <p:spPr>
          <a:xfrm>
            <a:off x="76851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data_7158">
            <a:extLst>
              <a:ext uri="{FF2B5EF4-FFF2-40B4-BE49-F238E27FC236}">
                <a16:creationId xmlns:a16="http://schemas.microsoft.com/office/drawing/2014/main" id="{4813B5A6-740B-4705-982F-087A67228EAA}"/>
              </a:ext>
            </a:extLst>
          </p:cNvPr>
          <p:cNvSpPr>
            <a:spLocks noGrp="1"/>
          </p:cNvSpPr>
          <p:nvPr/>
        </p:nvSpPr>
        <p:spPr>
          <a:xfrm>
            <a:off x="7606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data_7159">
            <a:extLst>
              <a:ext uri="{FF2B5EF4-FFF2-40B4-BE49-F238E27FC236}">
                <a16:creationId xmlns:a16="http://schemas.microsoft.com/office/drawing/2014/main" id="{0B0F7B09-C1AE-49C7-97E9-D416EA434537}"/>
              </a:ext>
            </a:extLst>
          </p:cNvPr>
          <p:cNvSpPr>
            <a:spLocks noGrp="1"/>
          </p:cNvSpPr>
          <p:nvPr/>
        </p:nvSpPr>
        <p:spPr>
          <a:xfrm>
            <a:off x="7678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data_7160">
            <a:extLst>
              <a:ext uri="{FF2B5EF4-FFF2-40B4-BE49-F238E27FC236}">
                <a16:creationId xmlns:a16="http://schemas.microsoft.com/office/drawing/2014/main" id="{D3C3B3FF-B0ED-48E8-B1E9-A6186FC8A89F}"/>
              </a:ext>
            </a:extLst>
          </p:cNvPr>
          <p:cNvSpPr>
            <a:spLocks noGrp="1"/>
          </p:cNvSpPr>
          <p:nvPr/>
        </p:nvSpPr>
        <p:spPr>
          <a:xfrm>
            <a:off x="758534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data_7161">
            <a:extLst>
              <a:ext uri="{FF2B5EF4-FFF2-40B4-BE49-F238E27FC236}">
                <a16:creationId xmlns:a16="http://schemas.microsoft.com/office/drawing/2014/main" id="{94197F18-22FC-4CB6-BFDA-02BD30EB4B02}"/>
              </a:ext>
            </a:extLst>
          </p:cNvPr>
          <p:cNvSpPr>
            <a:spLocks noGrp="1"/>
          </p:cNvSpPr>
          <p:nvPr/>
        </p:nvSpPr>
        <p:spPr>
          <a:xfrm>
            <a:off x="76100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data_7162">
            <a:extLst>
              <a:ext uri="{FF2B5EF4-FFF2-40B4-BE49-F238E27FC236}">
                <a16:creationId xmlns:a16="http://schemas.microsoft.com/office/drawing/2014/main" id="{C32DCFF8-9B16-4915-B0C4-2DF141DCAF1B}"/>
              </a:ext>
            </a:extLst>
          </p:cNvPr>
          <p:cNvSpPr>
            <a:spLocks noGrp="1"/>
          </p:cNvSpPr>
          <p:nvPr/>
        </p:nvSpPr>
        <p:spPr>
          <a:xfrm>
            <a:off x="764892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data_7163">
            <a:extLst>
              <a:ext uri="{FF2B5EF4-FFF2-40B4-BE49-F238E27FC236}">
                <a16:creationId xmlns:a16="http://schemas.microsoft.com/office/drawing/2014/main" id="{DD8CAB68-6B5E-43A6-ADC2-B0DDE398AA23}"/>
              </a:ext>
            </a:extLst>
          </p:cNvPr>
          <p:cNvSpPr>
            <a:spLocks noGrp="1"/>
          </p:cNvSpPr>
          <p:nvPr/>
        </p:nvSpPr>
        <p:spPr>
          <a:xfrm>
            <a:off x="76722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data_7164">
            <a:extLst>
              <a:ext uri="{FF2B5EF4-FFF2-40B4-BE49-F238E27FC236}">
                <a16:creationId xmlns:a16="http://schemas.microsoft.com/office/drawing/2014/main" id="{1FC9681B-794C-43EF-9EE5-EFCC79BF42F6}"/>
              </a:ext>
            </a:extLst>
          </p:cNvPr>
          <p:cNvSpPr>
            <a:spLocks noGrp="1"/>
          </p:cNvSpPr>
          <p:nvPr/>
        </p:nvSpPr>
        <p:spPr>
          <a:xfrm>
            <a:off x="76848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data_7165">
            <a:extLst>
              <a:ext uri="{FF2B5EF4-FFF2-40B4-BE49-F238E27FC236}">
                <a16:creationId xmlns:a16="http://schemas.microsoft.com/office/drawing/2014/main" id="{46B658DE-44BC-4107-8C75-4107B0E9AEEB}"/>
              </a:ext>
            </a:extLst>
          </p:cNvPr>
          <p:cNvSpPr>
            <a:spLocks noGrp="1"/>
          </p:cNvSpPr>
          <p:nvPr/>
        </p:nvSpPr>
        <p:spPr>
          <a:xfrm>
            <a:off x="76399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data_7166">
            <a:extLst>
              <a:ext uri="{FF2B5EF4-FFF2-40B4-BE49-F238E27FC236}">
                <a16:creationId xmlns:a16="http://schemas.microsoft.com/office/drawing/2014/main" id="{3A087F56-5DA7-4EDF-BDFF-D1539C53C280}"/>
              </a:ext>
            </a:extLst>
          </p:cNvPr>
          <p:cNvSpPr>
            <a:spLocks noGrp="1"/>
          </p:cNvSpPr>
          <p:nvPr/>
        </p:nvSpPr>
        <p:spPr>
          <a:xfrm>
            <a:off x="7562670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data_7167">
            <a:extLst>
              <a:ext uri="{FF2B5EF4-FFF2-40B4-BE49-F238E27FC236}">
                <a16:creationId xmlns:a16="http://schemas.microsoft.com/office/drawing/2014/main" id="{3961A729-42B5-465C-A1C4-0F283FABF5D4}"/>
              </a:ext>
            </a:extLst>
          </p:cNvPr>
          <p:cNvSpPr>
            <a:spLocks noGrp="1"/>
          </p:cNvSpPr>
          <p:nvPr/>
        </p:nvSpPr>
        <p:spPr>
          <a:xfrm>
            <a:off x="75819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data_7168">
            <a:extLst>
              <a:ext uri="{FF2B5EF4-FFF2-40B4-BE49-F238E27FC236}">
                <a16:creationId xmlns:a16="http://schemas.microsoft.com/office/drawing/2014/main" id="{851AD4FD-BC3B-4A4C-AEC0-A76DEC50328F}"/>
              </a:ext>
            </a:extLst>
          </p:cNvPr>
          <p:cNvSpPr>
            <a:spLocks noGrp="1"/>
          </p:cNvSpPr>
          <p:nvPr/>
        </p:nvSpPr>
        <p:spPr>
          <a:xfrm>
            <a:off x="75904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data_7169">
            <a:extLst>
              <a:ext uri="{FF2B5EF4-FFF2-40B4-BE49-F238E27FC236}">
                <a16:creationId xmlns:a16="http://schemas.microsoft.com/office/drawing/2014/main" id="{3D77A511-130E-4989-96E1-0526A0D742AB}"/>
              </a:ext>
            </a:extLst>
          </p:cNvPr>
          <p:cNvSpPr>
            <a:spLocks noGrp="1"/>
          </p:cNvSpPr>
          <p:nvPr/>
        </p:nvSpPr>
        <p:spPr>
          <a:xfrm>
            <a:off x="7562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data_7170">
            <a:extLst>
              <a:ext uri="{FF2B5EF4-FFF2-40B4-BE49-F238E27FC236}">
                <a16:creationId xmlns:a16="http://schemas.microsoft.com/office/drawing/2014/main" id="{8BA5D88B-38BF-4653-9FA2-B190365C2268}"/>
              </a:ext>
            </a:extLst>
          </p:cNvPr>
          <p:cNvSpPr>
            <a:spLocks noGrp="1"/>
          </p:cNvSpPr>
          <p:nvPr/>
        </p:nvSpPr>
        <p:spPr>
          <a:xfrm>
            <a:off x="75616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data_7171">
            <a:extLst>
              <a:ext uri="{FF2B5EF4-FFF2-40B4-BE49-F238E27FC236}">
                <a16:creationId xmlns:a16="http://schemas.microsoft.com/office/drawing/2014/main" id="{7EA58818-2F9F-47C9-907F-8C35D70FA8FA}"/>
              </a:ext>
            </a:extLst>
          </p:cNvPr>
          <p:cNvSpPr>
            <a:spLocks noGrp="1"/>
          </p:cNvSpPr>
          <p:nvPr/>
        </p:nvSpPr>
        <p:spPr>
          <a:xfrm>
            <a:off x="7586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data_7172">
            <a:extLst>
              <a:ext uri="{FF2B5EF4-FFF2-40B4-BE49-F238E27FC236}">
                <a16:creationId xmlns:a16="http://schemas.microsoft.com/office/drawing/2014/main" id="{A4AA26FE-15A2-46E4-A00B-74F2F7C6014B}"/>
              </a:ext>
            </a:extLst>
          </p:cNvPr>
          <p:cNvSpPr>
            <a:spLocks noGrp="1"/>
          </p:cNvSpPr>
          <p:nvPr/>
        </p:nvSpPr>
        <p:spPr>
          <a:xfrm>
            <a:off x="76360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data_7173">
            <a:extLst>
              <a:ext uri="{FF2B5EF4-FFF2-40B4-BE49-F238E27FC236}">
                <a16:creationId xmlns:a16="http://schemas.microsoft.com/office/drawing/2014/main" id="{53BCAE84-5033-42E2-AEB9-143880028D29}"/>
              </a:ext>
            </a:extLst>
          </p:cNvPr>
          <p:cNvSpPr>
            <a:spLocks noGrp="1"/>
          </p:cNvSpPr>
          <p:nvPr/>
        </p:nvSpPr>
        <p:spPr>
          <a:xfrm>
            <a:off x="75800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data_7174">
            <a:extLst>
              <a:ext uri="{FF2B5EF4-FFF2-40B4-BE49-F238E27FC236}">
                <a16:creationId xmlns:a16="http://schemas.microsoft.com/office/drawing/2014/main" id="{D75CB201-26DB-4491-97C3-07F5562FE840}"/>
              </a:ext>
            </a:extLst>
          </p:cNvPr>
          <p:cNvSpPr>
            <a:spLocks noGrp="1"/>
          </p:cNvSpPr>
          <p:nvPr/>
        </p:nvSpPr>
        <p:spPr>
          <a:xfrm>
            <a:off x="76190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data_7175">
            <a:extLst>
              <a:ext uri="{FF2B5EF4-FFF2-40B4-BE49-F238E27FC236}">
                <a16:creationId xmlns:a16="http://schemas.microsoft.com/office/drawing/2014/main" id="{45548B99-7B74-4021-A523-F45685BEBDFC}"/>
              </a:ext>
            </a:extLst>
          </p:cNvPr>
          <p:cNvSpPr>
            <a:spLocks noGrp="1"/>
          </p:cNvSpPr>
          <p:nvPr/>
        </p:nvSpPr>
        <p:spPr>
          <a:xfrm>
            <a:off x="760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data_7176">
            <a:extLst>
              <a:ext uri="{FF2B5EF4-FFF2-40B4-BE49-F238E27FC236}">
                <a16:creationId xmlns:a16="http://schemas.microsoft.com/office/drawing/2014/main" id="{4D0EBC34-84D9-4F45-A709-3AF6A627CC92}"/>
              </a:ext>
            </a:extLst>
          </p:cNvPr>
          <p:cNvSpPr>
            <a:spLocks noGrp="1"/>
          </p:cNvSpPr>
          <p:nvPr/>
        </p:nvSpPr>
        <p:spPr>
          <a:xfrm>
            <a:off x="76699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data_7177">
            <a:extLst>
              <a:ext uri="{FF2B5EF4-FFF2-40B4-BE49-F238E27FC236}">
                <a16:creationId xmlns:a16="http://schemas.microsoft.com/office/drawing/2014/main" id="{CA74656E-3CB1-4D3B-8293-653E523088BB}"/>
              </a:ext>
            </a:extLst>
          </p:cNvPr>
          <p:cNvSpPr>
            <a:spLocks noGrp="1"/>
          </p:cNvSpPr>
          <p:nvPr/>
        </p:nvSpPr>
        <p:spPr>
          <a:xfrm>
            <a:off x="7592378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data_7178">
            <a:extLst>
              <a:ext uri="{FF2B5EF4-FFF2-40B4-BE49-F238E27FC236}">
                <a16:creationId xmlns:a16="http://schemas.microsoft.com/office/drawing/2014/main" id="{F8331192-D1E0-4A2B-8E40-D1DF815B5AB1}"/>
              </a:ext>
            </a:extLst>
          </p:cNvPr>
          <p:cNvSpPr>
            <a:spLocks noGrp="1"/>
          </p:cNvSpPr>
          <p:nvPr/>
        </p:nvSpPr>
        <p:spPr>
          <a:xfrm>
            <a:off x="76459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data_7179">
            <a:extLst>
              <a:ext uri="{FF2B5EF4-FFF2-40B4-BE49-F238E27FC236}">
                <a16:creationId xmlns:a16="http://schemas.microsoft.com/office/drawing/2014/main" id="{85542608-5031-4C87-8AC5-3A45154C881D}"/>
              </a:ext>
            </a:extLst>
          </p:cNvPr>
          <p:cNvSpPr>
            <a:spLocks noGrp="1"/>
          </p:cNvSpPr>
          <p:nvPr/>
        </p:nvSpPr>
        <p:spPr>
          <a:xfrm>
            <a:off x="76491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data_7180">
            <a:extLst>
              <a:ext uri="{FF2B5EF4-FFF2-40B4-BE49-F238E27FC236}">
                <a16:creationId xmlns:a16="http://schemas.microsoft.com/office/drawing/2014/main" id="{F0E0A776-A24F-469D-B290-3ECB1B9E90A9}"/>
              </a:ext>
            </a:extLst>
          </p:cNvPr>
          <p:cNvSpPr>
            <a:spLocks noGrp="1"/>
          </p:cNvSpPr>
          <p:nvPr/>
        </p:nvSpPr>
        <p:spPr>
          <a:xfrm>
            <a:off x="75620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data_7181">
            <a:extLst>
              <a:ext uri="{FF2B5EF4-FFF2-40B4-BE49-F238E27FC236}">
                <a16:creationId xmlns:a16="http://schemas.microsoft.com/office/drawing/2014/main" id="{F1B549E6-5FDC-483D-8584-9F103CD182D4}"/>
              </a:ext>
            </a:extLst>
          </p:cNvPr>
          <p:cNvSpPr>
            <a:spLocks noGrp="1"/>
          </p:cNvSpPr>
          <p:nvPr/>
        </p:nvSpPr>
        <p:spPr>
          <a:xfrm>
            <a:off x="7668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data_7182">
            <a:extLst>
              <a:ext uri="{FF2B5EF4-FFF2-40B4-BE49-F238E27FC236}">
                <a16:creationId xmlns:a16="http://schemas.microsoft.com/office/drawing/2014/main" id="{78707CB3-E5A8-42EA-BD3C-3C86012A48D0}"/>
              </a:ext>
            </a:extLst>
          </p:cNvPr>
          <p:cNvSpPr>
            <a:spLocks noGrp="1"/>
          </p:cNvSpPr>
          <p:nvPr/>
        </p:nvSpPr>
        <p:spPr>
          <a:xfrm>
            <a:off x="75588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data_7183">
            <a:extLst>
              <a:ext uri="{FF2B5EF4-FFF2-40B4-BE49-F238E27FC236}">
                <a16:creationId xmlns:a16="http://schemas.microsoft.com/office/drawing/2014/main" id="{498E79D1-C05D-4869-8039-F8EF11621DA9}"/>
              </a:ext>
            </a:extLst>
          </p:cNvPr>
          <p:cNvSpPr>
            <a:spLocks noGrp="1"/>
          </p:cNvSpPr>
          <p:nvPr/>
        </p:nvSpPr>
        <p:spPr>
          <a:xfrm>
            <a:off x="7667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data_7184">
            <a:extLst>
              <a:ext uri="{FF2B5EF4-FFF2-40B4-BE49-F238E27FC236}">
                <a16:creationId xmlns:a16="http://schemas.microsoft.com/office/drawing/2014/main" id="{84BEE0C9-923A-4848-B5F6-27B0FF2296D6}"/>
              </a:ext>
            </a:extLst>
          </p:cNvPr>
          <p:cNvSpPr>
            <a:spLocks noGrp="1"/>
          </p:cNvSpPr>
          <p:nvPr/>
        </p:nvSpPr>
        <p:spPr>
          <a:xfrm>
            <a:off x="76805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data_7185">
            <a:extLst>
              <a:ext uri="{FF2B5EF4-FFF2-40B4-BE49-F238E27FC236}">
                <a16:creationId xmlns:a16="http://schemas.microsoft.com/office/drawing/2014/main" id="{94ED0162-85A8-48B8-8902-0FBB2AA5E762}"/>
              </a:ext>
            </a:extLst>
          </p:cNvPr>
          <p:cNvSpPr>
            <a:spLocks noGrp="1"/>
          </p:cNvSpPr>
          <p:nvPr/>
        </p:nvSpPr>
        <p:spPr>
          <a:xfrm>
            <a:off x="76368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data_7186">
            <a:extLst>
              <a:ext uri="{FF2B5EF4-FFF2-40B4-BE49-F238E27FC236}">
                <a16:creationId xmlns:a16="http://schemas.microsoft.com/office/drawing/2014/main" id="{8B3CF868-D03E-4A9C-8673-858A81CA279F}"/>
              </a:ext>
            </a:extLst>
          </p:cNvPr>
          <p:cNvSpPr>
            <a:spLocks noGrp="1"/>
          </p:cNvSpPr>
          <p:nvPr/>
        </p:nvSpPr>
        <p:spPr>
          <a:xfrm>
            <a:off x="75977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data_7187">
            <a:extLst>
              <a:ext uri="{FF2B5EF4-FFF2-40B4-BE49-F238E27FC236}">
                <a16:creationId xmlns:a16="http://schemas.microsoft.com/office/drawing/2014/main" id="{28B6A9E6-86EF-4F4F-BD6A-0DC0663DF985}"/>
              </a:ext>
            </a:extLst>
          </p:cNvPr>
          <p:cNvSpPr>
            <a:spLocks noGrp="1"/>
          </p:cNvSpPr>
          <p:nvPr/>
        </p:nvSpPr>
        <p:spPr>
          <a:xfrm>
            <a:off x="76523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data_7188">
            <a:extLst>
              <a:ext uri="{FF2B5EF4-FFF2-40B4-BE49-F238E27FC236}">
                <a16:creationId xmlns:a16="http://schemas.microsoft.com/office/drawing/2014/main" id="{BA588C24-2425-44DC-8F6D-1A26225EDF40}"/>
              </a:ext>
            </a:extLst>
          </p:cNvPr>
          <p:cNvSpPr>
            <a:spLocks noGrp="1"/>
          </p:cNvSpPr>
          <p:nvPr/>
        </p:nvSpPr>
        <p:spPr>
          <a:xfrm>
            <a:off x="75859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data_7189">
            <a:extLst>
              <a:ext uri="{FF2B5EF4-FFF2-40B4-BE49-F238E27FC236}">
                <a16:creationId xmlns:a16="http://schemas.microsoft.com/office/drawing/2014/main" id="{3EFFFE8E-D89F-49D4-B0DB-085E2B0E756F}"/>
              </a:ext>
            </a:extLst>
          </p:cNvPr>
          <p:cNvSpPr>
            <a:spLocks noGrp="1"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data_7190">
            <a:extLst>
              <a:ext uri="{FF2B5EF4-FFF2-40B4-BE49-F238E27FC236}">
                <a16:creationId xmlns:a16="http://schemas.microsoft.com/office/drawing/2014/main" id="{166DEFD0-01BE-4D6A-B3B1-20AE202C13BE}"/>
              </a:ext>
            </a:extLst>
          </p:cNvPr>
          <p:cNvSpPr>
            <a:spLocks noGrp="1"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data_7191">
            <a:extLst>
              <a:ext uri="{FF2B5EF4-FFF2-40B4-BE49-F238E27FC236}">
                <a16:creationId xmlns:a16="http://schemas.microsoft.com/office/drawing/2014/main" id="{D5314E2D-EE91-41FC-B797-41A614535F82}"/>
              </a:ext>
            </a:extLst>
          </p:cNvPr>
          <p:cNvSpPr>
            <a:spLocks noGrp="1"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data_7192">
            <a:extLst>
              <a:ext uri="{FF2B5EF4-FFF2-40B4-BE49-F238E27FC236}">
                <a16:creationId xmlns:a16="http://schemas.microsoft.com/office/drawing/2014/main" id="{E0A85C94-5B0D-4B92-993A-14AB553FC81E}"/>
              </a:ext>
            </a:extLst>
          </p:cNvPr>
          <p:cNvSpPr>
            <a:spLocks noGrp="1"/>
          </p:cNvSpPr>
          <p:nvPr/>
        </p:nvSpPr>
        <p:spPr>
          <a:xfrm>
            <a:off x="76712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data_7193">
            <a:extLst>
              <a:ext uri="{FF2B5EF4-FFF2-40B4-BE49-F238E27FC236}">
                <a16:creationId xmlns:a16="http://schemas.microsoft.com/office/drawing/2014/main" id="{0AC8D4DC-207F-4892-9B41-7ACF4C5AFBF3}"/>
              </a:ext>
            </a:extLst>
          </p:cNvPr>
          <p:cNvSpPr>
            <a:spLocks noGrp="1"/>
          </p:cNvSpPr>
          <p:nvPr/>
        </p:nvSpPr>
        <p:spPr>
          <a:xfrm>
            <a:off x="759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data_7194">
            <a:extLst>
              <a:ext uri="{FF2B5EF4-FFF2-40B4-BE49-F238E27FC236}">
                <a16:creationId xmlns:a16="http://schemas.microsoft.com/office/drawing/2014/main" id="{5DFCB96A-6AB0-4F8B-ACC6-80C7AE7287F9}"/>
              </a:ext>
            </a:extLst>
          </p:cNvPr>
          <p:cNvSpPr>
            <a:spLocks noGrp="1"/>
          </p:cNvSpPr>
          <p:nvPr/>
        </p:nvSpPr>
        <p:spPr>
          <a:xfrm>
            <a:off x="76125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data_7195">
            <a:extLst>
              <a:ext uri="{FF2B5EF4-FFF2-40B4-BE49-F238E27FC236}">
                <a16:creationId xmlns:a16="http://schemas.microsoft.com/office/drawing/2014/main" id="{35B6845A-D836-4B1E-80DB-365114308FEC}"/>
              </a:ext>
            </a:extLst>
          </p:cNvPr>
          <p:cNvSpPr>
            <a:spLocks noGrp="1"/>
          </p:cNvSpPr>
          <p:nvPr/>
        </p:nvSpPr>
        <p:spPr>
          <a:xfrm>
            <a:off x="76837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data_7196">
            <a:extLst>
              <a:ext uri="{FF2B5EF4-FFF2-40B4-BE49-F238E27FC236}">
                <a16:creationId xmlns:a16="http://schemas.microsoft.com/office/drawing/2014/main" id="{87BCE1E3-4196-4CE9-97D0-BE146D06BC73}"/>
              </a:ext>
            </a:extLst>
          </p:cNvPr>
          <p:cNvSpPr>
            <a:spLocks noGrp="1"/>
          </p:cNvSpPr>
          <p:nvPr/>
        </p:nvSpPr>
        <p:spPr>
          <a:xfrm>
            <a:off x="7644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data_7197">
            <a:extLst>
              <a:ext uri="{FF2B5EF4-FFF2-40B4-BE49-F238E27FC236}">
                <a16:creationId xmlns:a16="http://schemas.microsoft.com/office/drawing/2014/main" id="{00B22295-6367-4F72-9226-1EAF5552CEDF}"/>
              </a:ext>
            </a:extLst>
          </p:cNvPr>
          <p:cNvSpPr>
            <a:spLocks noGrp="1"/>
          </p:cNvSpPr>
          <p:nvPr/>
        </p:nvSpPr>
        <p:spPr>
          <a:xfrm>
            <a:off x="76790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data_7198">
            <a:extLst>
              <a:ext uri="{FF2B5EF4-FFF2-40B4-BE49-F238E27FC236}">
                <a16:creationId xmlns:a16="http://schemas.microsoft.com/office/drawing/2014/main" id="{E9E88EF0-0228-42A5-8436-EC321B8D7B14}"/>
              </a:ext>
            </a:extLst>
          </p:cNvPr>
          <p:cNvSpPr>
            <a:spLocks noGrp="1"/>
          </p:cNvSpPr>
          <p:nvPr/>
        </p:nvSpPr>
        <p:spPr>
          <a:xfrm>
            <a:off x="756384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data_7199">
            <a:extLst>
              <a:ext uri="{FF2B5EF4-FFF2-40B4-BE49-F238E27FC236}">
                <a16:creationId xmlns:a16="http://schemas.microsoft.com/office/drawing/2014/main" id="{10F0BB5A-5B82-4A1A-A98B-C45143E81F6A}"/>
              </a:ext>
            </a:extLst>
          </p:cNvPr>
          <p:cNvSpPr>
            <a:spLocks noGrp="1"/>
          </p:cNvSpPr>
          <p:nvPr/>
        </p:nvSpPr>
        <p:spPr>
          <a:xfrm>
            <a:off x="76693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data_7200">
            <a:extLst>
              <a:ext uri="{FF2B5EF4-FFF2-40B4-BE49-F238E27FC236}">
                <a16:creationId xmlns:a16="http://schemas.microsoft.com/office/drawing/2014/main" id="{FBE925D3-3C39-4C92-899B-6FD12AF208D7}"/>
              </a:ext>
            </a:extLst>
          </p:cNvPr>
          <p:cNvSpPr>
            <a:spLocks noGrp="1"/>
          </p:cNvSpPr>
          <p:nvPr/>
        </p:nvSpPr>
        <p:spPr>
          <a:xfrm>
            <a:off x="765218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data_7201">
            <a:extLst>
              <a:ext uri="{FF2B5EF4-FFF2-40B4-BE49-F238E27FC236}">
                <a16:creationId xmlns:a16="http://schemas.microsoft.com/office/drawing/2014/main" id="{EF31EB24-0EB3-4478-9BF7-A69E701E5339}"/>
              </a:ext>
            </a:extLst>
          </p:cNvPr>
          <p:cNvSpPr>
            <a:spLocks noGrp="1"/>
          </p:cNvSpPr>
          <p:nvPr/>
        </p:nvSpPr>
        <p:spPr>
          <a:xfrm>
            <a:off x="76072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data_7202">
            <a:extLst>
              <a:ext uri="{FF2B5EF4-FFF2-40B4-BE49-F238E27FC236}">
                <a16:creationId xmlns:a16="http://schemas.microsoft.com/office/drawing/2014/main" id="{3570B8EF-CCA8-4EAD-9C94-E604D3011F9B}"/>
              </a:ext>
            </a:extLst>
          </p:cNvPr>
          <p:cNvSpPr>
            <a:spLocks noGrp="1"/>
          </p:cNvSpPr>
          <p:nvPr/>
        </p:nvSpPr>
        <p:spPr>
          <a:xfrm>
            <a:off x="7657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data_7203">
            <a:extLst>
              <a:ext uri="{FF2B5EF4-FFF2-40B4-BE49-F238E27FC236}">
                <a16:creationId xmlns:a16="http://schemas.microsoft.com/office/drawing/2014/main" id="{1EACEA86-D4BC-471D-BF69-C1065E9905E7}"/>
              </a:ext>
            </a:extLst>
          </p:cNvPr>
          <p:cNvSpPr>
            <a:spLocks noGrp="1"/>
          </p:cNvSpPr>
          <p:nvPr/>
        </p:nvSpPr>
        <p:spPr>
          <a:xfrm>
            <a:off x="768436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data_7204">
            <a:extLst>
              <a:ext uri="{FF2B5EF4-FFF2-40B4-BE49-F238E27FC236}">
                <a16:creationId xmlns:a16="http://schemas.microsoft.com/office/drawing/2014/main" id="{D0990F34-139E-44B9-9ED8-8A1646F29DE3}"/>
              </a:ext>
            </a:extLst>
          </p:cNvPr>
          <p:cNvSpPr>
            <a:spLocks noGrp="1"/>
          </p:cNvSpPr>
          <p:nvPr/>
        </p:nvSpPr>
        <p:spPr>
          <a:xfrm>
            <a:off x="76435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data_7205">
            <a:extLst>
              <a:ext uri="{FF2B5EF4-FFF2-40B4-BE49-F238E27FC236}">
                <a16:creationId xmlns:a16="http://schemas.microsoft.com/office/drawing/2014/main" id="{D229AFCA-5D60-4E77-9E57-ECEC4A77F2F4}"/>
              </a:ext>
            </a:extLst>
          </p:cNvPr>
          <p:cNvSpPr>
            <a:spLocks noGrp="1"/>
          </p:cNvSpPr>
          <p:nvPr/>
        </p:nvSpPr>
        <p:spPr>
          <a:xfrm>
            <a:off x="76536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data_7206">
            <a:extLst>
              <a:ext uri="{FF2B5EF4-FFF2-40B4-BE49-F238E27FC236}">
                <a16:creationId xmlns:a16="http://schemas.microsoft.com/office/drawing/2014/main" id="{7D165023-AC9B-4F09-BD08-71493CCC427C}"/>
              </a:ext>
            </a:extLst>
          </p:cNvPr>
          <p:cNvSpPr>
            <a:spLocks noGrp="1"/>
          </p:cNvSpPr>
          <p:nvPr/>
        </p:nvSpPr>
        <p:spPr>
          <a:xfrm>
            <a:off x="76524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data_7207">
            <a:extLst>
              <a:ext uri="{FF2B5EF4-FFF2-40B4-BE49-F238E27FC236}">
                <a16:creationId xmlns:a16="http://schemas.microsoft.com/office/drawing/2014/main" id="{900919B9-6099-41C1-B4DD-7E88702C6E29}"/>
              </a:ext>
            </a:extLst>
          </p:cNvPr>
          <p:cNvSpPr>
            <a:spLocks noGrp="1"/>
          </p:cNvSpPr>
          <p:nvPr/>
        </p:nvSpPr>
        <p:spPr>
          <a:xfrm>
            <a:off x="7631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data_7208">
            <a:extLst>
              <a:ext uri="{FF2B5EF4-FFF2-40B4-BE49-F238E27FC236}">
                <a16:creationId xmlns:a16="http://schemas.microsoft.com/office/drawing/2014/main" id="{CF18BF82-DFBB-4228-B4BD-7E6156200D4C}"/>
              </a:ext>
            </a:extLst>
          </p:cNvPr>
          <p:cNvSpPr>
            <a:spLocks noGrp="1"/>
          </p:cNvSpPr>
          <p:nvPr/>
        </p:nvSpPr>
        <p:spPr>
          <a:xfrm>
            <a:off x="75952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data_7209">
            <a:extLst>
              <a:ext uri="{FF2B5EF4-FFF2-40B4-BE49-F238E27FC236}">
                <a16:creationId xmlns:a16="http://schemas.microsoft.com/office/drawing/2014/main" id="{56286089-F610-452C-A93E-A5887561CF9A}"/>
              </a:ext>
            </a:extLst>
          </p:cNvPr>
          <p:cNvSpPr>
            <a:spLocks noGrp="1"/>
          </p:cNvSpPr>
          <p:nvPr/>
        </p:nvSpPr>
        <p:spPr>
          <a:xfrm>
            <a:off x="7675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data_7210">
            <a:extLst>
              <a:ext uri="{FF2B5EF4-FFF2-40B4-BE49-F238E27FC236}">
                <a16:creationId xmlns:a16="http://schemas.microsoft.com/office/drawing/2014/main" id="{78188720-BEC1-4D17-AED9-F763C74992D3}"/>
              </a:ext>
            </a:extLst>
          </p:cNvPr>
          <p:cNvSpPr>
            <a:spLocks noGrp="1"/>
          </p:cNvSpPr>
          <p:nvPr/>
        </p:nvSpPr>
        <p:spPr>
          <a:xfrm>
            <a:off x="75814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data_7211">
            <a:extLst>
              <a:ext uri="{FF2B5EF4-FFF2-40B4-BE49-F238E27FC236}">
                <a16:creationId xmlns:a16="http://schemas.microsoft.com/office/drawing/2014/main" id="{BEA04B5E-0608-4B8E-AA16-EBAA54194A02}"/>
              </a:ext>
            </a:extLst>
          </p:cNvPr>
          <p:cNvSpPr>
            <a:spLocks noGrp="1"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data_7212">
            <a:extLst>
              <a:ext uri="{FF2B5EF4-FFF2-40B4-BE49-F238E27FC236}">
                <a16:creationId xmlns:a16="http://schemas.microsoft.com/office/drawing/2014/main" id="{4EF81658-E3A4-4A9A-BE66-66615D27A9B0}"/>
              </a:ext>
            </a:extLst>
          </p:cNvPr>
          <p:cNvSpPr>
            <a:spLocks noGrp="1"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data_7213">
            <a:extLst>
              <a:ext uri="{FF2B5EF4-FFF2-40B4-BE49-F238E27FC236}">
                <a16:creationId xmlns:a16="http://schemas.microsoft.com/office/drawing/2014/main" id="{E2835F30-B63C-4D9D-A174-2815B74188E7}"/>
              </a:ext>
            </a:extLst>
          </p:cNvPr>
          <p:cNvSpPr>
            <a:spLocks noGrp="1"/>
          </p:cNvSpPr>
          <p:nvPr/>
        </p:nvSpPr>
        <p:spPr>
          <a:xfrm>
            <a:off x="7677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data_7214">
            <a:extLst>
              <a:ext uri="{FF2B5EF4-FFF2-40B4-BE49-F238E27FC236}">
                <a16:creationId xmlns:a16="http://schemas.microsoft.com/office/drawing/2014/main" id="{3425248D-1D3F-442D-A7FC-641A80EB7B22}"/>
              </a:ext>
            </a:extLst>
          </p:cNvPr>
          <p:cNvSpPr>
            <a:spLocks noGrp="1"/>
          </p:cNvSpPr>
          <p:nvPr/>
        </p:nvSpPr>
        <p:spPr>
          <a:xfrm>
            <a:off x="7663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data_7215">
            <a:extLst>
              <a:ext uri="{FF2B5EF4-FFF2-40B4-BE49-F238E27FC236}">
                <a16:creationId xmlns:a16="http://schemas.microsoft.com/office/drawing/2014/main" id="{2FE9A001-BE64-4BEE-B519-FEB5F4BB45C3}"/>
              </a:ext>
            </a:extLst>
          </p:cNvPr>
          <p:cNvSpPr>
            <a:spLocks noGrp="1"/>
          </p:cNvSpPr>
          <p:nvPr/>
        </p:nvSpPr>
        <p:spPr>
          <a:xfrm>
            <a:off x="766886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data_7216">
            <a:extLst>
              <a:ext uri="{FF2B5EF4-FFF2-40B4-BE49-F238E27FC236}">
                <a16:creationId xmlns:a16="http://schemas.microsoft.com/office/drawing/2014/main" id="{D36719A6-B15B-40E1-AF57-65104FDD34C1}"/>
              </a:ext>
            </a:extLst>
          </p:cNvPr>
          <p:cNvSpPr>
            <a:spLocks noGrp="1"/>
          </p:cNvSpPr>
          <p:nvPr/>
        </p:nvSpPr>
        <p:spPr>
          <a:xfrm>
            <a:off x="7652705" y="26698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data_7217">
            <a:extLst>
              <a:ext uri="{FF2B5EF4-FFF2-40B4-BE49-F238E27FC236}">
                <a16:creationId xmlns:a16="http://schemas.microsoft.com/office/drawing/2014/main" id="{958C82BC-BE38-45AA-86AB-E03E2A88021F}"/>
              </a:ext>
            </a:extLst>
          </p:cNvPr>
          <p:cNvSpPr>
            <a:spLocks noGrp="1"/>
          </p:cNvSpPr>
          <p:nvPr/>
        </p:nvSpPr>
        <p:spPr>
          <a:xfrm>
            <a:off x="7662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data_7218">
            <a:extLst>
              <a:ext uri="{FF2B5EF4-FFF2-40B4-BE49-F238E27FC236}">
                <a16:creationId xmlns:a16="http://schemas.microsoft.com/office/drawing/2014/main" id="{B4C540E8-2B19-46CA-8A29-8AC4B07FFE3F}"/>
              </a:ext>
            </a:extLst>
          </p:cNvPr>
          <p:cNvSpPr>
            <a:spLocks noGrp="1"/>
          </p:cNvSpPr>
          <p:nvPr/>
        </p:nvSpPr>
        <p:spPr>
          <a:xfrm>
            <a:off x="7673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data_7219">
            <a:extLst>
              <a:ext uri="{FF2B5EF4-FFF2-40B4-BE49-F238E27FC236}">
                <a16:creationId xmlns:a16="http://schemas.microsoft.com/office/drawing/2014/main" id="{E223F32F-CF45-40B4-BF4E-B4FA87959D56}"/>
              </a:ext>
            </a:extLst>
          </p:cNvPr>
          <p:cNvSpPr>
            <a:spLocks noGrp="1"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data_7220">
            <a:extLst>
              <a:ext uri="{FF2B5EF4-FFF2-40B4-BE49-F238E27FC236}">
                <a16:creationId xmlns:a16="http://schemas.microsoft.com/office/drawing/2014/main" id="{2049A867-882E-43FB-8905-9375F98CAD2C}"/>
              </a:ext>
            </a:extLst>
          </p:cNvPr>
          <p:cNvSpPr>
            <a:spLocks noGrp="1"/>
          </p:cNvSpPr>
          <p:nvPr/>
        </p:nvSpPr>
        <p:spPr>
          <a:xfrm>
            <a:off x="7588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data_7221">
            <a:extLst>
              <a:ext uri="{FF2B5EF4-FFF2-40B4-BE49-F238E27FC236}">
                <a16:creationId xmlns:a16="http://schemas.microsoft.com/office/drawing/2014/main" id="{E6240717-A0E7-4432-B19F-C4708B60AB44}"/>
              </a:ext>
            </a:extLst>
          </p:cNvPr>
          <p:cNvSpPr>
            <a:spLocks noGrp="1"/>
          </p:cNvSpPr>
          <p:nvPr/>
        </p:nvSpPr>
        <p:spPr>
          <a:xfrm>
            <a:off x="7650490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data_7222">
            <a:extLst>
              <a:ext uri="{FF2B5EF4-FFF2-40B4-BE49-F238E27FC236}">
                <a16:creationId xmlns:a16="http://schemas.microsoft.com/office/drawing/2014/main" id="{3698E443-BDF8-4379-9AC0-E409CBC25D7D}"/>
              </a:ext>
            </a:extLst>
          </p:cNvPr>
          <p:cNvSpPr>
            <a:spLocks noGrp="1"/>
          </p:cNvSpPr>
          <p:nvPr/>
        </p:nvSpPr>
        <p:spPr>
          <a:xfrm>
            <a:off x="75849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data_7223">
            <a:extLst>
              <a:ext uri="{FF2B5EF4-FFF2-40B4-BE49-F238E27FC236}">
                <a16:creationId xmlns:a16="http://schemas.microsoft.com/office/drawing/2014/main" id="{A46B781C-8A96-4E17-A075-F264BAD20B45}"/>
              </a:ext>
            </a:extLst>
          </p:cNvPr>
          <p:cNvSpPr>
            <a:spLocks noGrp="1"/>
          </p:cNvSpPr>
          <p:nvPr/>
        </p:nvSpPr>
        <p:spPr>
          <a:xfrm>
            <a:off x="7597590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data_7224">
            <a:extLst>
              <a:ext uri="{FF2B5EF4-FFF2-40B4-BE49-F238E27FC236}">
                <a16:creationId xmlns:a16="http://schemas.microsoft.com/office/drawing/2014/main" id="{8C2432C2-7697-4DD7-9DB8-CB5EC7CBA6F2}"/>
              </a:ext>
            </a:extLst>
          </p:cNvPr>
          <p:cNvSpPr>
            <a:spLocks noGrp="1"/>
          </p:cNvSpPr>
          <p:nvPr/>
        </p:nvSpPr>
        <p:spPr>
          <a:xfrm>
            <a:off x="7576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data_7225">
            <a:extLst>
              <a:ext uri="{FF2B5EF4-FFF2-40B4-BE49-F238E27FC236}">
                <a16:creationId xmlns:a16="http://schemas.microsoft.com/office/drawing/2014/main" id="{CD31A9AE-91E4-422C-ADF5-2A5916D8AF6B}"/>
              </a:ext>
            </a:extLst>
          </p:cNvPr>
          <p:cNvSpPr>
            <a:spLocks noGrp="1"/>
          </p:cNvSpPr>
          <p:nvPr/>
        </p:nvSpPr>
        <p:spPr>
          <a:xfrm>
            <a:off x="7590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data_7226">
            <a:extLst>
              <a:ext uri="{FF2B5EF4-FFF2-40B4-BE49-F238E27FC236}">
                <a16:creationId xmlns:a16="http://schemas.microsoft.com/office/drawing/2014/main" id="{B6F36F24-AAAF-4170-8C33-DC9B7587D5CC}"/>
              </a:ext>
            </a:extLst>
          </p:cNvPr>
          <p:cNvSpPr>
            <a:spLocks noGrp="1"/>
          </p:cNvSpPr>
          <p:nvPr/>
        </p:nvSpPr>
        <p:spPr>
          <a:xfrm>
            <a:off x="759511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data_7227">
            <a:extLst>
              <a:ext uri="{FF2B5EF4-FFF2-40B4-BE49-F238E27FC236}">
                <a16:creationId xmlns:a16="http://schemas.microsoft.com/office/drawing/2014/main" id="{4A4FAB6A-05E3-4025-97E4-B757D76CF5F0}"/>
              </a:ext>
            </a:extLst>
          </p:cNvPr>
          <p:cNvSpPr>
            <a:spLocks noGrp="1"/>
          </p:cNvSpPr>
          <p:nvPr/>
        </p:nvSpPr>
        <p:spPr>
          <a:xfrm>
            <a:off x="76760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data_7228">
            <a:extLst>
              <a:ext uri="{FF2B5EF4-FFF2-40B4-BE49-F238E27FC236}">
                <a16:creationId xmlns:a16="http://schemas.microsoft.com/office/drawing/2014/main" id="{AE2C4935-3680-4861-A5EB-AE248C1794AC}"/>
              </a:ext>
            </a:extLst>
          </p:cNvPr>
          <p:cNvSpPr>
            <a:spLocks noGrp="1"/>
          </p:cNvSpPr>
          <p:nvPr/>
        </p:nvSpPr>
        <p:spPr>
          <a:xfrm>
            <a:off x="76207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data_7229">
            <a:extLst>
              <a:ext uri="{FF2B5EF4-FFF2-40B4-BE49-F238E27FC236}">
                <a16:creationId xmlns:a16="http://schemas.microsoft.com/office/drawing/2014/main" id="{FA231BAA-DFCB-47ED-BEED-E8F05629499D}"/>
              </a:ext>
            </a:extLst>
          </p:cNvPr>
          <p:cNvSpPr>
            <a:spLocks noGrp="1"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data_7230">
            <a:extLst>
              <a:ext uri="{FF2B5EF4-FFF2-40B4-BE49-F238E27FC236}">
                <a16:creationId xmlns:a16="http://schemas.microsoft.com/office/drawing/2014/main" id="{016D6A62-5AD2-4F56-BD2F-45963602D121}"/>
              </a:ext>
            </a:extLst>
          </p:cNvPr>
          <p:cNvSpPr>
            <a:spLocks noGrp="1"/>
          </p:cNvSpPr>
          <p:nvPr/>
        </p:nvSpPr>
        <p:spPr>
          <a:xfrm>
            <a:off x="759719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data_7231">
            <a:extLst>
              <a:ext uri="{FF2B5EF4-FFF2-40B4-BE49-F238E27FC236}">
                <a16:creationId xmlns:a16="http://schemas.microsoft.com/office/drawing/2014/main" id="{07F39A8D-D48E-4973-86B8-00F4B1F04E17}"/>
              </a:ext>
            </a:extLst>
          </p:cNvPr>
          <p:cNvSpPr>
            <a:spLocks noGrp="1"/>
          </p:cNvSpPr>
          <p:nvPr/>
        </p:nvSpPr>
        <p:spPr>
          <a:xfrm>
            <a:off x="766925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data_7232">
            <a:extLst>
              <a:ext uri="{FF2B5EF4-FFF2-40B4-BE49-F238E27FC236}">
                <a16:creationId xmlns:a16="http://schemas.microsoft.com/office/drawing/2014/main" id="{EED3D28E-4C4D-47A6-BC0D-7DECD3FC2E02}"/>
              </a:ext>
            </a:extLst>
          </p:cNvPr>
          <p:cNvSpPr>
            <a:spLocks noGrp="1"/>
          </p:cNvSpPr>
          <p:nvPr/>
        </p:nvSpPr>
        <p:spPr>
          <a:xfrm>
            <a:off x="76446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data_7233">
            <a:extLst>
              <a:ext uri="{FF2B5EF4-FFF2-40B4-BE49-F238E27FC236}">
                <a16:creationId xmlns:a16="http://schemas.microsoft.com/office/drawing/2014/main" id="{B604A89A-3FB8-4897-AB0E-4DA5E19C35F2}"/>
              </a:ext>
            </a:extLst>
          </p:cNvPr>
          <p:cNvSpPr>
            <a:spLocks noGrp="1"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data_7234">
            <a:extLst>
              <a:ext uri="{FF2B5EF4-FFF2-40B4-BE49-F238E27FC236}">
                <a16:creationId xmlns:a16="http://schemas.microsoft.com/office/drawing/2014/main" id="{B2625AD7-A810-48C3-8D3A-2EF2BA50F79E}"/>
              </a:ext>
            </a:extLst>
          </p:cNvPr>
          <p:cNvSpPr>
            <a:spLocks noGrp="1"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data_7235">
            <a:extLst>
              <a:ext uri="{FF2B5EF4-FFF2-40B4-BE49-F238E27FC236}">
                <a16:creationId xmlns:a16="http://schemas.microsoft.com/office/drawing/2014/main" id="{93B8B2D1-B488-4DC2-A991-0994A2296D6C}"/>
              </a:ext>
            </a:extLst>
          </p:cNvPr>
          <p:cNvSpPr>
            <a:spLocks noGrp="1"/>
          </p:cNvSpPr>
          <p:nvPr/>
        </p:nvSpPr>
        <p:spPr>
          <a:xfrm>
            <a:off x="7610750" y="3655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data_7236">
            <a:extLst>
              <a:ext uri="{FF2B5EF4-FFF2-40B4-BE49-F238E27FC236}">
                <a16:creationId xmlns:a16="http://schemas.microsoft.com/office/drawing/2014/main" id="{BA97BC30-7252-4258-BD12-AF727C2434FE}"/>
              </a:ext>
            </a:extLst>
          </p:cNvPr>
          <p:cNvSpPr>
            <a:spLocks noGrp="1"/>
          </p:cNvSpPr>
          <p:nvPr/>
        </p:nvSpPr>
        <p:spPr>
          <a:xfrm>
            <a:off x="7669644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data_7237">
            <a:extLst>
              <a:ext uri="{FF2B5EF4-FFF2-40B4-BE49-F238E27FC236}">
                <a16:creationId xmlns:a16="http://schemas.microsoft.com/office/drawing/2014/main" id="{17D653B2-FFAA-4D30-A713-6E62CADF7D44}"/>
              </a:ext>
            </a:extLst>
          </p:cNvPr>
          <p:cNvSpPr>
            <a:spLocks noGrp="1"/>
          </p:cNvSpPr>
          <p:nvPr/>
        </p:nvSpPr>
        <p:spPr>
          <a:xfrm>
            <a:off x="76697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data_7238">
            <a:extLst>
              <a:ext uri="{FF2B5EF4-FFF2-40B4-BE49-F238E27FC236}">
                <a16:creationId xmlns:a16="http://schemas.microsoft.com/office/drawing/2014/main" id="{66A9EBE6-3D82-4265-BC03-130E63427760}"/>
              </a:ext>
            </a:extLst>
          </p:cNvPr>
          <p:cNvSpPr>
            <a:spLocks noGrp="1"/>
          </p:cNvSpPr>
          <p:nvPr/>
        </p:nvSpPr>
        <p:spPr>
          <a:xfrm>
            <a:off x="76616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data_7239">
            <a:extLst>
              <a:ext uri="{FF2B5EF4-FFF2-40B4-BE49-F238E27FC236}">
                <a16:creationId xmlns:a16="http://schemas.microsoft.com/office/drawing/2014/main" id="{091E96C6-6E0E-4640-882B-A05DF00171F7}"/>
              </a:ext>
            </a:extLst>
          </p:cNvPr>
          <p:cNvSpPr>
            <a:spLocks noGrp="1"/>
          </p:cNvSpPr>
          <p:nvPr/>
        </p:nvSpPr>
        <p:spPr>
          <a:xfrm>
            <a:off x="767316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data_7240">
            <a:extLst>
              <a:ext uri="{FF2B5EF4-FFF2-40B4-BE49-F238E27FC236}">
                <a16:creationId xmlns:a16="http://schemas.microsoft.com/office/drawing/2014/main" id="{D5D2D444-8B6A-4EC3-AA99-495B3222F426}"/>
              </a:ext>
            </a:extLst>
          </p:cNvPr>
          <p:cNvSpPr>
            <a:spLocks noGrp="1"/>
          </p:cNvSpPr>
          <p:nvPr/>
        </p:nvSpPr>
        <p:spPr>
          <a:xfrm>
            <a:off x="7598241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data_7241">
            <a:extLst>
              <a:ext uri="{FF2B5EF4-FFF2-40B4-BE49-F238E27FC236}">
                <a16:creationId xmlns:a16="http://schemas.microsoft.com/office/drawing/2014/main" id="{5CFC2B0C-1574-412E-9A18-4B1C3DE067E8}"/>
              </a:ext>
            </a:extLst>
          </p:cNvPr>
          <p:cNvSpPr>
            <a:spLocks noGrp="1"/>
          </p:cNvSpPr>
          <p:nvPr/>
        </p:nvSpPr>
        <p:spPr>
          <a:xfrm>
            <a:off x="75785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data_7242">
            <a:extLst>
              <a:ext uri="{FF2B5EF4-FFF2-40B4-BE49-F238E27FC236}">
                <a16:creationId xmlns:a16="http://schemas.microsoft.com/office/drawing/2014/main" id="{54112659-862A-499D-A36C-FD73CFDA606F}"/>
              </a:ext>
            </a:extLst>
          </p:cNvPr>
          <p:cNvSpPr>
            <a:spLocks noGrp="1"/>
          </p:cNvSpPr>
          <p:nvPr/>
        </p:nvSpPr>
        <p:spPr>
          <a:xfrm>
            <a:off x="76543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data_7243">
            <a:extLst>
              <a:ext uri="{FF2B5EF4-FFF2-40B4-BE49-F238E27FC236}">
                <a16:creationId xmlns:a16="http://schemas.microsoft.com/office/drawing/2014/main" id="{6480C5E7-E46B-471E-B278-3C1A0C981A9D}"/>
              </a:ext>
            </a:extLst>
          </p:cNvPr>
          <p:cNvSpPr>
            <a:spLocks noGrp="1"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data_7244">
            <a:extLst>
              <a:ext uri="{FF2B5EF4-FFF2-40B4-BE49-F238E27FC236}">
                <a16:creationId xmlns:a16="http://schemas.microsoft.com/office/drawing/2014/main" id="{5C919A0A-91E1-4EF9-9BC6-3D6DB85D04CD}"/>
              </a:ext>
            </a:extLst>
          </p:cNvPr>
          <p:cNvSpPr>
            <a:spLocks noGrp="1"/>
          </p:cNvSpPr>
          <p:nvPr/>
        </p:nvSpPr>
        <p:spPr>
          <a:xfrm>
            <a:off x="75806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data_7245">
            <a:extLst>
              <a:ext uri="{FF2B5EF4-FFF2-40B4-BE49-F238E27FC236}">
                <a16:creationId xmlns:a16="http://schemas.microsoft.com/office/drawing/2014/main" id="{D9615EE1-2A23-4B36-8AC1-042682B91DB9}"/>
              </a:ext>
            </a:extLst>
          </p:cNvPr>
          <p:cNvSpPr>
            <a:spLocks noGrp="1"/>
          </p:cNvSpPr>
          <p:nvPr/>
        </p:nvSpPr>
        <p:spPr>
          <a:xfrm>
            <a:off x="7657657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data_7246">
            <a:extLst>
              <a:ext uri="{FF2B5EF4-FFF2-40B4-BE49-F238E27FC236}">
                <a16:creationId xmlns:a16="http://schemas.microsoft.com/office/drawing/2014/main" id="{247FADA1-290C-4D5E-A7F1-EAF8EBAC7AEB}"/>
              </a:ext>
            </a:extLst>
          </p:cNvPr>
          <p:cNvSpPr>
            <a:spLocks noGrp="1"/>
          </p:cNvSpPr>
          <p:nvPr/>
        </p:nvSpPr>
        <p:spPr>
          <a:xfrm>
            <a:off x="75736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data_7247">
            <a:extLst>
              <a:ext uri="{FF2B5EF4-FFF2-40B4-BE49-F238E27FC236}">
                <a16:creationId xmlns:a16="http://schemas.microsoft.com/office/drawing/2014/main" id="{E6C9DEB2-B6CE-4B21-AF5E-06101B887382}"/>
              </a:ext>
            </a:extLst>
          </p:cNvPr>
          <p:cNvSpPr>
            <a:spLocks noGrp="1"/>
          </p:cNvSpPr>
          <p:nvPr/>
        </p:nvSpPr>
        <p:spPr>
          <a:xfrm>
            <a:off x="76826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data_7248">
            <a:extLst>
              <a:ext uri="{FF2B5EF4-FFF2-40B4-BE49-F238E27FC236}">
                <a16:creationId xmlns:a16="http://schemas.microsoft.com/office/drawing/2014/main" id="{28912109-C6B6-4EED-825C-E5B3A044C2C5}"/>
              </a:ext>
            </a:extLst>
          </p:cNvPr>
          <p:cNvSpPr>
            <a:spLocks noGrp="1"/>
          </p:cNvSpPr>
          <p:nvPr/>
        </p:nvSpPr>
        <p:spPr>
          <a:xfrm>
            <a:off x="76627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data_7249">
            <a:extLst>
              <a:ext uri="{FF2B5EF4-FFF2-40B4-BE49-F238E27FC236}">
                <a16:creationId xmlns:a16="http://schemas.microsoft.com/office/drawing/2014/main" id="{88BE2EB5-65E0-4534-9369-1F4D575006E6}"/>
              </a:ext>
            </a:extLst>
          </p:cNvPr>
          <p:cNvSpPr>
            <a:spLocks noGrp="1"/>
          </p:cNvSpPr>
          <p:nvPr/>
        </p:nvSpPr>
        <p:spPr>
          <a:xfrm>
            <a:off x="761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data_7250">
            <a:extLst>
              <a:ext uri="{FF2B5EF4-FFF2-40B4-BE49-F238E27FC236}">
                <a16:creationId xmlns:a16="http://schemas.microsoft.com/office/drawing/2014/main" id="{DA70DB23-FE5F-41C0-B716-599C0803384D}"/>
              </a:ext>
            </a:extLst>
          </p:cNvPr>
          <p:cNvSpPr>
            <a:spLocks noGrp="1"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data_7251">
            <a:extLst>
              <a:ext uri="{FF2B5EF4-FFF2-40B4-BE49-F238E27FC236}">
                <a16:creationId xmlns:a16="http://schemas.microsoft.com/office/drawing/2014/main" id="{9B00202A-A8E6-4BA2-B979-F478AA2C7236}"/>
              </a:ext>
            </a:extLst>
          </p:cNvPr>
          <p:cNvSpPr>
            <a:spLocks noGrp="1"/>
          </p:cNvSpPr>
          <p:nvPr/>
        </p:nvSpPr>
        <p:spPr>
          <a:xfrm>
            <a:off x="7680719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data_7252">
            <a:extLst>
              <a:ext uri="{FF2B5EF4-FFF2-40B4-BE49-F238E27FC236}">
                <a16:creationId xmlns:a16="http://schemas.microsoft.com/office/drawing/2014/main" id="{1604BB39-CD55-4B5B-BABE-FCCF534DCAB4}"/>
              </a:ext>
            </a:extLst>
          </p:cNvPr>
          <p:cNvSpPr>
            <a:spLocks noGrp="1"/>
          </p:cNvSpPr>
          <p:nvPr/>
        </p:nvSpPr>
        <p:spPr>
          <a:xfrm>
            <a:off x="7686322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data_7253">
            <a:extLst>
              <a:ext uri="{FF2B5EF4-FFF2-40B4-BE49-F238E27FC236}">
                <a16:creationId xmlns:a16="http://schemas.microsoft.com/office/drawing/2014/main" id="{F1F4DFE5-73FB-4DA0-8157-08959244AAE7}"/>
              </a:ext>
            </a:extLst>
          </p:cNvPr>
          <p:cNvSpPr>
            <a:spLocks noGrp="1"/>
          </p:cNvSpPr>
          <p:nvPr/>
        </p:nvSpPr>
        <p:spPr>
          <a:xfrm>
            <a:off x="7639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data_7254">
            <a:extLst>
              <a:ext uri="{FF2B5EF4-FFF2-40B4-BE49-F238E27FC236}">
                <a16:creationId xmlns:a16="http://schemas.microsoft.com/office/drawing/2014/main" id="{8FAC06B7-C220-4755-98A1-0C21DF45BDE5}"/>
              </a:ext>
            </a:extLst>
          </p:cNvPr>
          <p:cNvSpPr>
            <a:spLocks noGrp="1"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data_7255">
            <a:extLst>
              <a:ext uri="{FF2B5EF4-FFF2-40B4-BE49-F238E27FC236}">
                <a16:creationId xmlns:a16="http://schemas.microsoft.com/office/drawing/2014/main" id="{DAA34732-261F-4EB7-B6EC-591E60879DB9}"/>
              </a:ext>
            </a:extLst>
          </p:cNvPr>
          <p:cNvSpPr>
            <a:spLocks noGrp="1"/>
          </p:cNvSpPr>
          <p:nvPr/>
        </p:nvSpPr>
        <p:spPr>
          <a:xfrm>
            <a:off x="757739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data_7256">
            <a:extLst>
              <a:ext uri="{FF2B5EF4-FFF2-40B4-BE49-F238E27FC236}">
                <a16:creationId xmlns:a16="http://schemas.microsoft.com/office/drawing/2014/main" id="{7C7BB897-F041-42D7-837F-29386A32114C}"/>
              </a:ext>
            </a:extLst>
          </p:cNvPr>
          <p:cNvSpPr>
            <a:spLocks noGrp="1"/>
          </p:cNvSpPr>
          <p:nvPr/>
        </p:nvSpPr>
        <p:spPr>
          <a:xfrm>
            <a:off x="76141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data_7257">
            <a:extLst>
              <a:ext uri="{FF2B5EF4-FFF2-40B4-BE49-F238E27FC236}">
                <a16:creationId xmlns:a16="http://schemas.microsoft.com/office/drawing/2014/main" id="{767DDFAC-DA33-4ED6-BF4B-D644DE98D57B}"/>
              </a:ext>
            </a:extLst>
          </p:cNvPr>
          <p:cNvSpPr>
            <a:spLocks noGrp="1"/>
          </p:cNvSpPr>
          <p:nvPr/>
        </p:nvSpPr>
        <p:spPr>
          <a:xfrm>
            <a:off x="76606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data_7258">
            <a:extLst>
              <a:ext uri="{FF2B5EF4-FFF2-40B4-BE49-F238E27FC236}">
                <a16:creationId xmlns:a16="http://schemas.microsoft.com/office/drawing/2014/main" id="{71ADA14C-17BD-4F6D-B856-3E05C9C02CD8}"/>
              </a:ext>
            </a:extLst>
          </p:cNvPr>
          <p:cNvSpPr>
            <a:spLocks noGrp="1"/>
          </p:cNvSpPr>
          <p:nvPr/>
        </p:nvSpPr>
        <p:spPr>
          <a:xfrm>
            <a:off x="756944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data_7259">
            <a:extLst>
              <a:ext uri="{FF2B5EF4-FFF2-40B4-BE49-F238E27FC236}">
                <a16:creationId xmlns:a16="http://schemas.microsoft.com/office/drawing/2014/main" id="{1C31F933-BD34-4D10-A2F5-CB39B165750D}"/>
              </a:ext>
            </a:extLst>
          </p:cNvPr>
          <p:cNvSpPr>
            <a:spLocks noGrp="1"/>
          </p:cNvSpPr>
          <p:nvPr/>
        </p:nvSpPr>
        <p:spPr>
          <a:xfrm>
            <a:off x="75647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data_7260">
            <a:extLst>
              <a:ext uri="{FF2B5EF4-FFF2-40B4-BE49-F238E27FC236}">
                <a16:creationId xmlns:a16="http://schemas.microsoft.com/office/drawing/2014/main" id="{BB93C3A7-F318-4EC8-8699-29AA40A799BF}"/>
              </a:ext>
            </a:extLst>
          </p:cNvPr>
          <p:cNvSpPr>
            <a:spLocks noGrp="1"/>
          </p:cNvSpPr>
          <p:nvPr/>
        </p:nvSpPr>
        <p:spPr>
          <a:xfrm>
            <a:off x="7641760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data_7261">
            <a:extLst>
              <a:ext uri="{FF2B5EF4-FFF2-40B4-BE49-F238E27FC236}">
                <a16:creationId xmlns:a16="http://schemas.microsoft.com/office/drawing/2014/main" id="{BE0FFBDA-A38C-41C2-AF56-B9A83968CE8E}"/>
              </a:ext>
            </a:extLst>
          </p:cNvPr>
          <p:cNvSpPr>
            <a:spLocks noGrp="1"/>
          </p:cNvSpPr>
          <p:nvPr/>
        </p:nvSpPr>
        <p:spPr>
          <a:xfrm>
            <a:off x="767993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data_7262">
            <a:extLst>
              <a:ext uri="{FF2B5EF4-FFF2-40B4-BE49-F238E27FC236}">
                <a16:creationId xmlns:a16="http://schemas.microsoft.com/office/drawing/2014/main" id="{21B849D9-E8CC-42BF-9D6B-F37CEB28754F}"/>
              </a:ext>
            </a:extLst>
          </p:cNvPr>
          <p:cNvSpPr>
            <a:spLocks noGrp="1"/>
          </p:cNvSpPr>
          <p:nvPr/>
        </p:nvSpPr>
        <p:spPr>
          <a:xfrm>
            <a:off x="75590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data_7263">
            <a:extLst>
              <a:ext uri="{FF2B5EF4-FFF2-40B4-BE49-F238E27FC236}">
                <a16:creationId xmlns:a16="http://schemas.microsoft.com/office/drawing/2014/main" id="{BC422247-34D0-48A8-8051-FE29A058D63D}"/>
              </a:ext>
            </a:extLst>
          </p:cNvPr>
          <p:cNvSpPr>
            <a:spLocks noGrp="1"/>
          </p:cNvSpPr>
          <p:nvPr/>
        </p:nvSpPr>
        <p:spPr>
          <a:xfrm>
            <a:off x="76099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data_7264">
            <a:extLst>
              <a:ext uri="{FF2B5EF4-FFF2-40B4-BE49-F238E27FC236}">
                <a16:creationId xmlns:a16="http://schemas.microsoft.com/office/drawing/2014/main" id="{61EC35E6-AE41-4228-9C12-F61180902969}"/>
              </a:ext>
            </a:extLst>
          </p:cNvPr>
          <p:cNvSpPr>
            <a:spLocks noGrp="1"/>
          </p:cNvSpPr>
          <p:nvPr/>
        </p:nvSpPr>
        <p:spPr>
          <a:xfrm>
            <a:off x="7651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data_7265">
            <a:extLst>
              <a:ext uri="{FF2B5EF4-FFF2-40B4-BE49-F238E27FC236}">
                <a16:creationId xmlns:a16="http://schemas.microsoft.com/office/drawing/2014/main" id="{3E3E10F5-77E6-42F2-9787-537E402EED56}"/>
              </a:ext>
            </a:extLst>
          </p:cNvPr>
          <p:cNvSpPr>
            <a:spLocks noGrp="1"/>
          </p:cNvSpPr>
          <p:nvPr/>
        </p:nvSpPr>
        <p:spPr>
          <a:xfrm>
            <a:off x="76127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data_7266">
            <a:extLst>
              <a:ext uri="{FF2B5EF4-FFF2-40B4-BE49-F238E27FC236}">
                <a16:creationId xmlns:a16="http://schemas.microsoft.com/office/drawing/2014/main" id="{50884C8D-F06A-4526-AD1C-198D23089860}"/>
              </a:ext>
            </a:extLst>
          </p:cNvPr>
          <p:cNvSpPr>
            <a:spLocks noGrp="1"/>
          </p:cNvSpPr>
          <p:nvPr/>
        </p:nvSpPr>
        <p:spPr>
          <a:xfrm>
            <a:off x="75906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data_7267">
            <a:extLst>
              <a:ext uri="{FF2B5EF4-FFF2-40B4-BE49-F238E27FC236}">
                <a16:creationId xmlns:a16="http://schemas.microsoft.com/office/drawing/2014/main" id="{74CF3E7E-5739-4A55-9F38-6238722CD271}"/>
              </a:ext>
            </a:extLst>
          </p:cNvPr>
          <p:cNvSpPr>
            <a:spLocks noGrp="1"/>
          </p:cNvSpPr>
          <p:nvPr/>
        </p:nvSpPr>
        <p:spPr>
          <a:xfrm>
            <a:off x="76412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data_7268">
            <a:extLst>
              <a:ext uri="{FF2B5EF4-FFF2-40B4-BE49-F238E27FC236}">
                <a16:creationId xmlns:a16="http://schemas.microsoft.com/office/drawing/2014/main" id="{B6CAF63F-90D3-46B0-AD08-6EB93A6444FC}"/>
              </a:ext>
            </a:extLst>
          </p:cNvPr>
          <p:cNvSpPr>
            <a:spLocks noGrp="1"/>
          </p:cNvSpPr>
          <p:nvPr/>
        </p:nvSpPr>
        <p:spPr>
          <a:xfrm>
            <a:off x="7637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data_7269">
            <a:extLst>
              <a:ext uri="{FF2B5EF4-FFF2-40B4-BE49-F238E27FC236}">
                <a16:creationId xmlns:a16="http://schemas.microsoft.com/office/drawing/2014/main" id="{6B3657DA-61DF-4894-9B95-269928D99340}"/>
              </a:ext>
            </a:extLst>
          </p:cNvPr>
          <p:cNvSpPr>
            <a:spLocks noGrp="1"/>
          </p:cNvSpPr>
          <p:nvPr/>
        </p:nvSpPr>
        <p:spPr>
          <a:xfrm>
            <a:off x="7621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data_7270">
            <a:extLst>
              <a:ext uri="{FF2B5EF4-FFF2-40B4-BE49-F238E27FC236}">
                <a16:creationId xmlns:a16="http://schemas.microsoft.com/office/drawing/2014/main" id="{B68F6FD6-AF41-4F18-9345-37C2A691DA5B}"/>
              </a:ext>
            </a:extLst>
          </p:cNvPr>
          <p:cNvSpPr>
            <a:spLocks noGrp="1"/>
          </p:cNvSpPr>
          <p:nvPr/>
        </p:nvSpPr>
        <p:spPr>
          <a:xfrm>
            <a:off x="76339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data_7271">
            <a:extLst>
              <a:ext uri="{FF2B5EF4-FFF2-40B4-BE49-F238E27FC236}">
                <a16:creationId xmlns:a16="http://schemas.microsoft.com/office/drawing/2014/main" id="{BFAD4D0C-C727-4EED-8F92-22D0BE4A013F}"/>
              </a:ext>
            </a:extLst>
          </p:cNvPr>
          <p:cNvSpPr>
            <a:spLocks noGrp="1"/>
          </p:cNvSpPr>
          <p:nvPr/>
        </p:nvSpPr>
        <p:spPr>
          <a:xfrm>
            <a:off x="75965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data_7272">
            <a:extLst>
              <a:ext uri="{FF2B5EF4-FFF2-40B4-BE49-F238E27FC236}">
                <a16:creationId xmlns:a16="http://schemas.microsoft.com/office/drawing/2014/main" id="{F48767DD-214A-4D8C-A21B-4E86B4FBFAD3}"/>
              </a:ext>
            </a:extLst>
          </p:cNvPr>
          <p:cNvSpPr>
            <a:spLocks noGrp="1"/>
          </p:cNvSpPr>
          <p:nvPr/>
        </p:nvSpPr>
        <p:spPr>
          <a:xfrm>
            <a:off x="762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data_7273">
            <a:extLst>
              <a:ext uri="{FF2B5EF4-FFF2-40B4-BE49-F238E27FC236}">
                <a16:creationId xmlns:a16="http://schemas.microsoft.com/office/drawing/2014/main" id="{186F45F3-A7B8-4258-8DE3-CCE6247F522C}"/>
              </a:ext>
            </a:extLst>
          </p:cNvPr>
          <p:cNvSpPr>
            <a:spLocks noGrp="1"/>
          </p:cNvSpPr>
          <p:nvPr/>
        </p:nvSpPr>
        <p:spPr>
          <a:xfrm>
            <a:off x="759785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data_7274">
            <a:extLst>
              <a:ext uri="{FF2B5EF4-FFF2-40B4-BE49-F238E27FC236}">
                <a16:creationId xmlns:a16="http://schemas.microsoft.com/office/drawing/2014/main" id="{3831F9BE-B753-4BA2-A0CA-80A12211B06D}"/>
              </a:ext>
            </a:extLst>
          </p:cNvPr>
          <p:cNvSpPr>
            <a:spLocks noGrp="1"/>
          </p:cNvSpPr>
          <p:nvPr/>
        </p:nvSpPr>
        <p:spPr>
          <a:xfrm>
            <a:off x="760931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data_7275">
            <a:extLst>
              <a:ext uri="{FF2B5EF4-FFF2-40B4-BE49-F238E27FC236}">
                <a16:creationId xmlns:a16="http://schemas.microsoft.com/office/drawing/2014/main" id="{4367AD93-DB7C-43DE-A3CF-B1DC5485DEC2}"/>
              </a:ext>
            </a:extLst>
          </p:cNvPr>
          <p:cNvSpPr>
            <a:spLocks noGrp="1"/>
          </p:cNvSpPr>
          <p:nvPr/>
        </p:nvSpPr>
        <p:spPr>
          <a:xfrm>
            <a:off x="766560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data_7276">
            <a:extLst>
              <a:ext uri="{FF2B5EF4-FFF2-40B4-BE49-F238E27FC236}">
                <a16:creationId xmlns:a16="http://schemas.microsoft.com/office/drawing/2014/main" id="{0F968B45-0797-4614-9D94-B6564D3E9B41}"/>
              </a:ext>
            </a:extLst>
          </p:cNvPr>
          <p:cNvSpPr>
            <a:spLocks noGrp="1"/>
          </p:cNvSpPr>
          <p:nvPr/>
        </p:nvSpPr>
        <p:spPr>
          <a:xfrm>
            <a:off x="757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data_7277">
            <a:extLst>
              <a:ext uri="{FF2B5EF4-FFF2-40B4-BE49-F238E27FC236}">
                <a16:creationId xmlns:a16="http://schemas.microsoft.com/office/drawing/2014/main" id="{60C22F16-E978-4664-92A0-1A538D4AB3C9}"/>
              </a:ext>
            </a:extLst>
          </p:cNvPr>
          <p:cNvSpPr>
            <a:spLocks noGrp="1"/>
          </p:cNvSpPr>
          <p:nvPr/>
        </p:nvSpPr>
        <p:spPr>
          <a:xfrm>
            <a:off x="7579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data_7278">
            <a:extLst>
              <a:ext uri="{FF2B5EF4-FFF2-40B4-BE49-F238E27FC236}">
                <a16:creationId xmlns:a16="http://schemas.microsoft.com/office/drawing/2014/main" id="{FD35B5C7-512B-4C77-AD19-85930D8B5586}"/>
              </a:ext>
            </a:extLst>
          </p:cNvPr>
          <p:cNvSpPr>
            <a:spLocks noGrp="1"/>
          </p:cNvSpPr>
          <p:nvPr/>
        </p:nvSpPr>
        <p:spPr>
          <a:xfrm>
            <a:off x="76335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data_7279">
            <a:extLst>
              <a:ext uri="{FF2B5EF4-FFF2-40B4-BE49-F238E27FC236}">
                <a16:creationId xmlns:a16="http://schemas.microsoft.com/office/drawing/2014/main" id="{E4CCDBFF-A62A-4BCB-8FC2-B2553B6ED04A}"/>
              </a:ext>
            </a:extLst>
          </p:cNvPr>
          <p:cNvSpPr>
            <a:spLocks noGrp="1"/>
          </p:cNvSpPr>
          <p:nvPr/>
        </p:nvSpPr>
        <p:spPr>
          <a:xfrm>
            <a:off x="76323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data_7280">
            <a:extLst>
              <a:ext uri="{FF2B5EF4-FFF2-40B4-BE49-F238E27FC236}">
                <a16:creationId xmlns:a16="http://schemas.microsoft.com/office/drawing/2014/main" id="{4192F302-7DB2-4CF0-99A8-F63AE9A74C37}"/>
              </a:ext>
            </a:extLst>
          </p:cNvPr>
          <p:cNvSpPr>
            <a:spLocks noGrp="1"/>
          </p:cNvSpPr>
          <p:nvPr/>
        </p:nvSpPr>
        <p:spPr>
          <a:xfrm>
            <a:off x="76747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data_7281">
            <a:extLst>
              <a:ext uri="{FF2B5EF4-FFF2-40B4-BE49-F238E27FC236}">
                <a16:creationId xmlns:a16="http://schemas.microsoft.com/office/drawing/2014/main" id="{EC70C938-657A-4407-89C8-F6A448474C0A}"/>
              </a:ext>
            </a:extLst>
          </p:cNvPr>
          <p:cNvSpPr>
            <a:spLocks noGrp="1"/>
          </p:cNvSpPr>
          <p:nvPr/>
        </p:nvSpPr>
        <p:spPr>
          <a:xfrm>
            <a:off x="76550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data_7282">
            <a:extLst>
              <a:ext uri="{FF2B5EF4-FFF2-40B4-BE49-F238E27FC236}">
                <a16:creationId xmlns:a16="http://schemas.microsoft.com/office/drawing/2014/main" id="{9C470227-9A36-4B42-A2C8-181A8390CEA6}"/>
              </a:ext>
            </a:extLst>
          </p:cNvPr>
          <p:cNvSpPr>
            <a:spLocks noGrp="1"/>
          </p:cNvSpPr>
          <p:nvPr/>
        </p:nvSpPr>
        <p:spPr>
          <a:xfrm>
            <a:off x="75746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data_7283">
            <a:extLst>
              <a:ext uri="{FF2B5EF4-FFF2-40B4-BE49-F238E27FC236}">
                <a16:creationId xmlns:a16="http://schemas.microsoft.com/office/drawing/2014/main" id="{A3DA5B1A-5B0B-4019-B2A1-A5785E64B5C2}"/>
              </a:ext>
            </a:extLst>
          </p:cNvPr>
          <p:cNvSpPr>
            <a:spLocks noGrp="1"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data_7284">
            <a:extLst>
              <a:ext uri="{FF2B5EF4-FFF2-40B4-BE49-F238E27FC236}">
                <a16:creationId xmlns:a16="http://schemas.microsoft.com/office/drawing/2014/main" id="{985F5329-EEDB-492E-89E6-FD6825E8014F}"/>
              </a:ext>
            </a:extLst>
          </p:cNvPr>
          <p:cNvSpPr>
            <a:spLocks noGrp="1"/>
          </p:cNvSpPr>
          <p:nvPr/>
        </p:nvSpPr>
        <p:spPr>
          <a:xfrm>
            <a:off x="7645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data_7285">
            <a:extLst>
              <a:ext uri="{FF2B5EF4-FFF2-40B4-BE49-F238E27FC236}">
                <a16:creationId xmlns:a16="http://schemas.microsoft.com/office/drawing/2014/main" id="{EF3E35B6-3875-44B7-AC0A-E9E9271B2522}"/>
              </a:ext>
            </a:extLst>
          </p:cNvPr>
          <p:cNvSpPr>
            <a:spLocks noGrp="1"/>
          </p:cNvSpPr>
          <p:nvPr/>
        </p:nvSpPr>
        <p:spPr>
          <a:xfrm>
            <a:off x="75671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data_7286">
            <a:extLst>
              <a:ext uri="{FF2B5EF4-FFF2-40B4-BE49-F238E27FC236}">
                <a16:creationId xmlns:a16="http://schemas.microsoft.com/office/drawing/2014/main" id="{E3A08698-DFBD-414A-891D-B2C7D826FE84}"/>
              </a:ext>
            </a:extLst>
          </p:cNvPr>
          <p:cNvSpPr>
            <a:spLocks noGrp="1"/>
          </p:cNvSpPr>
          <p:nvPr/>
        </p:nvSpPr>
        <p:spPr>
          <a:xfrm>
            <a:off x="765765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data_7287">
            <a:extLst>
              <a:ext uri="{FF2B5EF4-FFF2-40B4-BE49-F238E27FC236}">
                <a16:creationId xmlns:a16="http://schemas.microsoft.com/office/drawing/2014/main" id="{CFC045FB-68A9-44D5-A2FB-2FD8C9BA8F3B}"/>
              </a:ext>
            </a:extLst>
          </p:cNvPr>
          <p:cNvSpPr>
            <a:spLocks noGrp="1"/>
          </p:cNvSpPr>
          <p:nvPr/>
        </p:nvSpPr>
        <p:spPr>
          <a:xfrm>
            <a:off x="76620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data_7288">
            <a:extLst>
              <a:ext uri="{FF2B5EF4-FFF2-40B4-BE49-F238E27FC236}">
                <a16:creationId xmlns:a16="http://schemas.microsoft.com/office/drawing/2014/main" id="{D02ACCE4-E87F-4C98-B782-05EF8739D7D3}"/>
              </a:ext>
            </a:extLst>
          </p:cNvPr>
          <p:cNvSpPr>
            <a:spLocks noGrp="1"/>
          </p:cNvSpPr>
          <p:nvPr/>
        </p:nvSpPr>
        <p:spPr>
          <a:xfrm>
            <a:off x="7648275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data_7289">
            <a:extLst>
              <a:ext uri="{FF2B5EF4-FFF2-40B4-BE49-F238E27FC236}">
                <a16:creationId xmlns:a16="http://schemas.microsoft.com/office/drawing/2014/main" id="{104EB580-5544-4E73-811E-219C11E9ED79}"/>
              </a:ext>
            </a:extLst>
          </p:cNvPr>
          <p:cNvSpPr>
            <a:spLocks noGrp="1"/>
          </p:cNvSpPr>
          <p:nvPr/>
        </p:nvSpPr>
        <p:spPr>
          <a:xfrm>
            <a:off x="7647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data_7290">
            <a:extLst>
              <a:ext uri="{FF2B5EF4-FFF2-40B4-BE49-F238E27FC236}">
                <a16:creationId xmlns:a16="http://schemas.microsoft.com/office/drawing/2014/main" id="{41979592-8D21-4A93-BE16-842E485821BC}"/>
              </a:ext>
            </a:extLst>
          </p:cNvPr>
          <p:cNvSpPr>
            <a:spLocks noGrp="1"/>
          </p:cNvSpPr>
          <p:nvPr/>
        </p:nvSpPr>
        <p:spPr>
          <a:xfrm>
            <a:off x="7652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data_7291">
            <a:extLst>
              <a:ext uri="{FF2B5EF4-FFF2-40B4-BE49-F238E27FC236}">
                <a16:creationId xmlns:a16="http://schemas.microsoft.com/office/drawing/2014/main" id="{930946BB-6761-4239-A6FD-E9B3874D7DEB}"/>
              </a:ext>
            </a:extLst>
          </p:cNvPr>
          <p:cNvSpPr>
            <a:spLocks noGrp="1"/>
          </p:cNvSpPr>
          <p:nvPr/>
        </p:nvSpPr>
        <p:spPr>
          <a:xfrm>
            <a:off x="76280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data_7292">
            <a:extLst>
              <a:ext uri="{FF2B5EF4-FFF2-40B4-BE49-F238E27FC236}">
                <a16:creationId xmlns:a16="http://schemas.microsoft.com/office/drawing/2014/main" id="{CB6E7581-273D-456D-8C95-26B190ADE194}"/>
              </a:ext>
            </a:extLst>
          </p:cNvPr>
          <p:cNvSpPr>
            <a:spLocks noGrp="1"/>
          </p:cNvSpPr>
          <p:nvPr/>
        </p:nvSpPr>
        <p:spPr>
          <a:xfrm>
            <a:off x="75604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data_7293">
            <a:extLst>
              <a:ext uri="{FF2B5EF4-FFF2-40B4-BE49-F238E27FC236}">
                <a16:creationId xmlns:a16="http://schemas.microsoft.com/office/drawing/2014/main" id="{862BBE3C-22EA-4B06-AA57-1CC52876ADBC}"/>
              </a:ext>
            </a:extLst>
          </p:cNvPr>
          <p:cNvSpPr>
            <a:spLocks noGrp="1"/>
          </p:cNvSpPr>
          <p:nvPr/>
        </p:nvSpPr>
        <p:spPr>
          <a:xfrm>
            <a:off x="76278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data_7294">
            <a:extLst>
              <a:ext uri="{FF2B5EF4-FFF2-40B4-BE49-F238E27FC236}">
                <a16:creationId xmlns:a16="http://schemas.microsoft.com/office/drawing/2014/main" id="{23DC97C4-57CA-44B7-9711-D474DBAC0FF0}"/>
              </a:ext>
            </a:extLst>
          </p:cNvPr>
          <p:cNvSpPr>
            <a:spLocks noGrp="1"/>
          </p:cNvSpPr>
          <p:nvPr/>
        </p:nvSpPr>
        <p:spPr>
          <a:xfrm>
            <a:off x="75776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data_7295">
            <a:extLst>
              <a:ext uri="{FF2B5EF4-FFF2-40B4-BE49-F238E27FC236}">
                <a16:creationId xmlns:a16="http://schemas.microsoft.com/office/drawing/2014/main" id="{62954211-5991-4E5D-9C71-531D72D685C1}"/>
              </a:ext>
            </a:extLst>
          </p:cNvPr>
          <p:cNvSpPr>
            <a:spLocks noGrp="1"/>
          </p:cNvSpPr>
          <p:nvPr/>
        </p:nvSpPr>
        <p:spPr>
          <a:xfrm>
            <a:off x="7647624" y="36204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data_7296">
            <a:extLst>
              <a:ext uri="{FF2B5EF4-FFF2-40B4-BE49-F238E27FC236}">
                <a16:creationId xmlns:a16="http://schemas.microsoft.com/office/drawing/2014/main" id="{75DC43B3-CA1D-4193-9817-1D9C555D1A5C}"/>
              </a:ext>
            </a:extLst>
          </p:cNvPr>
          <p:cNvSpPr>
            <a:spLocks noGrp="1"/>
          </p:cNvSpPr>
          <p:nvPr/>
        </p:nvSpPr>
        <p:spPr>
          <a:xfrm>
            <a:off x="7664823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data_7297">
            <a:extLst>
              <a:ext uri="{FF2B5EF4-FFF2-40B4-BE49-F238E27FC236}">
                <a16:creationId xmlns:a16="http://schemas.microsoft.com/office/drawing/2014/main" id="{88E0AFEF-A22A-4C04-999E-F473B6D7BF25}"/>
              </a:ext>
            </a:extLst>
          </p:cNvPr>
          <p:cNvSpPr>
            <a:spLocks noGrp="1"/>
          </p:cNvSpPr>
          <p:nvPr/>
        </p:nvSpPr>
        <p:spPr>
          <a:xfrm>
            <a:off x="75755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data_7298">
            <a:extLst>
              <a:ext uri="{FF2B5EF4-FFF2-40B4-BE49-F238E27FC236}">
                <a16:creationId xmlns:a16="http://schemas.microsoft.com/office/drawing/2014/main" id="{4E96829D-8386-4F73-9616-11DA5CF3F52B}"/>
              </a:ext>
            </a:extLst>
          </p:cNvPr>
          <p:cNvSpPr>
            <a:spLocks noGrp="1"/>
          </p:cNvSpPr>
          <p:nvPr/>
        </p:nvSpPr>
        <p:spPr>
          <a:xfrm>
            <a:off x="7648796" y="25269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data_7299">
            <a:extLst>
              <a:ext uri="{FF2B5EF4-FFF2-40B4-BE49-F238E27FC236}">
                <a16:creationId xmlns:a16="http://schemas.microsoft.com/office/drawing/2014/main" id="{1988C579-EDC4-4D83-9850-E8A7016F6408}"/>
              </a:ext>
            </a:extLst>
          </p:cNvPr>
          <p:cNvSpPr>
            <a:spLocks noGrp="1"/>
          </p:cNvSpPr>
          <p:nvPr/>
        </p:nvSpPr>
        <p:spPr>
          <a:xfrm>
            <a:off x="75820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data_7300">
            <a:extLst>
              <a:ext uri="{FF2B5EF4-FFF2-40B4-BE49-F238E27FC236}">
                <a16:creationId xmlns:a16="http://schemas.microsoft.com/office/drawing/2014/main" id="{30D8956C-4B93-49F3-BC85-4F5302598D84}"/>
              </a:ext>
            </a:extLst>
          </p:cNvPr>
          <p:cNvSpPr>
            <a:spLocks noGrp="1"/>
          </p:cNvSpPr>
          <p:nvPr/>
        </p:nvSpPr>
        <p:spPr>
          <a:xfrm>
            <a:off x="75878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data_7301">
            <a:extLst>
              <a:ext uri="{FF2B5EF4-FFF2-40B4-BE49-F238E27FC236}">
                <a16:creationId xmlns:a16="http://schemas.microsoft.com/office/drawing/2014/main" id="{28EADBE0-2ABC-4AA1-9F24-1E4DAB1AF03C}"/>
              </a:ext>
            </a:extLst>
          </p:cNvPr>
          <p:cNvSpPr>
            <a:spLocks noGrp="1"/>
          </p:cNvSpPr>
          <p:nvPr/>
        </p:nvSpPr>
        <p:spPr>
          <a:xfrm>
            <a:off x="75723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data_7302">
            <a:extLst>
              <a:ext uri="{FF2B5EF4-FFF2-40B4-BE49-F238E27FC236}">
                <a16:creationId xmlns:a16="http://schemas.microsoft.com/office/drawing/2014/main" id="{9D4BB5AD-10CB-4A94-9648-E1F1F3CE5731}"/>
              </a:ext>
            </a:extLst>
          </p:cNvPr>
          <p:cNvSpPr>
            <a:spLocks noGrp="1"/>
          </p:cNvSpPr>
          <p:nvPr/>
        </p:nvSpPr>
        <p:spPr>
          <a:xfrm>
            <a:off x="764736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data_7303">
            <a:extLst>
              <a:ext uri="{FF2B5EF4-FFF2-40B4-BE49-F238E27FC236}">
                <a16:creationId xmlns:a16="http://schemas.microsoft.com/office/drawing/2014/main" id="{FC998759-5882-4496-9C73-6BCBADE7D791}"/>
              </a:ext>
            </a:extLst>
          </p:cNvPr>
          <p:cNvSpPr>
            <a:spLocks noGrp="1"/>
          </p:cNvSpPr>
          <p:nvPr/>
        </p:nvSpPr>
        <p:spPr>
          <a:xfrm>
            <a:off x="7680980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data_7304">
            <a:extLst>
              <a:ext uri="{FF2B5EF4-FFF2-40B4-BE49-F238E27FC236}">
                <a16:creationId xmlns:a16="http://schemas.microsoft.com/office/drawing/2014/main" id="{4DD9FB62-CB6D-447D-B0F2-D3C249A77E9F}"/>
              </a:ext>
            </a:extLst>
          </p:cNvPr>
          <p:cNvSpPr>
            <a:spLocks noGrp="1"/>
          </p:cNvSpPr>
          <p:nvPr/>
        </p:nvSpPr>
        <p:spPr>
          <a:xfrm>
            <a:off x="768658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data_7305">
            <a:extLst>
              <a:ext uri="{FF2B5EF4-FFF2-40B4-BE49-F238E27FC236}">
                <a16:creationId xmlns:a16="http://schemas.microsoft.com/office/drawing/2014/main" id="{156C925F-E778-4C84-B708-7A9F1BFDCEAD}"/>
              </a:ext>
            </a:extLst>
          </p:cNvPr>
          <p:cNvSpPr>
            <a:spLocks noGrp="1"/>
          </p:cNvSpPr>
          <p:nvPr/>
        </p:nvSpPr>
        <p:spPr>
          <a:xfrm>
            <a:off x="76060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data_7306">
            <a:extLst>
              <a:ext uri="{FF2B5EF4-FFF2-40B4-BE49-F238E27FC236}">
                <a16:creationId xmlns:a16="http://schemas.microsoft.com/office/drawing/2014/main" id="{368C2DF0-B8CA-4776-BFB3-5D8253DC20DD}"/>
              </a:ext>
            </a:extLst>
          </p:cNvPr>
          <p:cNvSpPr>
            <a:spLocks noGrp="1"/>
          </p:cNvSpPr>
          <p:nvPr/>
        </p:nvSpPr>
        <p:spPr>
          <a:xfrm>
            <a:off x="7653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data_7307">
            <a:extLst>
              <a:ext uri="{FF2B5EF4-FFF2-40B4-BE49-F238E27FC236}">
                <a16:creationId xmlns:a16="http://schemas.microsoft.com/office/drawing/2014/main" id="{1C319E79-87F6-4DE6-9C49-0D76DA9515C2}"/>
              </a:ext>
            </a:extLst>
          </p:cNvPr>
          <p:cNvSpPr>
            <a:spLocks noGrp="1"/>
          </p:cNvSpPr>
          <p:nvPr/>
        </p:nvSpPr>
        <p:spPr>
          <a:xfrm>
            <a:off x="76791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data_7308">
            <a:extLst>
              <a:ext uri="{FF2B5EF4-FFF2-40B4-BE49-F238E27FC236}">
                <a16:creationId xmlns:a16="http://schemas.microsoft.com/office/drawing/2014/main" id="{64141489-4BB1-48C1-80B9-137A8FFBBECA}"/>
              </a:ext>
            </a:extLst>
          </p:cNvPr>
          <p:cNvSpPr>
            <a:spLocks noGrp="1"/>
          </p:cNvSpPr>
          <p:nvPr/>
        </p:nvSpPr>
        <p:spPr>
          <a:xfrm>
            <a:off x="766378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data_7309">
            <a:extLst>
              <a:ext uri="{FF2B5EF4-FFF2-40B4-BE49-F238E27FC236}">
                <a16:creationId xmlns:a16="http://schemas.microsoft.com/office/drawing/2014/main" id="{2263597C-4680-4FDE-9EC5-9356024A6A57}"/>
              </a:ext>
            </a:extLst>
          </p:cNvPr>
          <p:cNvSpPr>
            <a:spLocks noGrp="1"/>
          </p:cNvSpPr>
          <p:nvPr/>
        </p:nvSpPr>
        <p:spPr>
          <a:xfrm>
            <a:off x="76499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data_7310">
            <a:extLst>
              <a:ext uri="{FF2B5EF4-FFF2-40B4-BE49-F238E27FC236}">
                <a16:creationId xmlns:a16="http://schemas.microsoft.com/office/drawing/2014/main" id="{22AF4394-E26F-4222-AFCF-670497AAA792}"/>
              </a:ext>
            </a:extLst>
          </p:cNvPr>
          <p:cNvSpPr>
            <a:spLocks noGrp="1"/>
          </p:cNvSpPr>
          <p:nvPr/>
        </p:nvSpPr>
        <p:spPr>
          <a:xfrm>
            <a:off x="76180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data_7311">
            <a:extLst>
              <a:ext uri="{FF2B5EF4-FFF2-40B4-BE49-F238E27FC236}">
                <a16:creationId xmlns:a16="http://schemas.microsoft.com/office/drawing/2014/main" id="{3B05A1E6-D565-4F4B-B1B8-40DB4565F4F3}"/>
              </a:ext>
            </a:extLst>
          </p:cNvPr>
          <p:cNvSpPr>
            <a:spLocks noGrp="1"/>
          </p:cNvSpPr>
          <p:nvPr/>
        </p:nvSpPr>
        <p:spPr>
          <a:xfrm>
            <a:off x="7614137" y="3023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data_7312">
            <a:extLst>
              <a:ext uri="{FF2B5EF4-FFF2-40B4-BE49-F238E27FC236}">
                <a16:creationId xmlns:a16="http://schemas.microsoft.com/office/drawing/2014/main" id="{0727657E-D66C-46F2-BE3C-E5D754450A67}"/>
              </a:ext>
            </a:extLst>
          </p:cNvPr>
          <p:cNvSpPr>
            <a:spLocks noGrp="1"/>
          </p:cNvSpPr>
          <p:nvPr/>
        </p:nvSpPr>
        <p:spPr>
          <a:xfrm>
            <a:off x="7570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data_7313">
            <a:extLst>
              <a:ext uri="{FF2B5EF4-FFF2-40B4-BE49-F238E27FC236}">
                <a16:creationId xmlns:a16="http://schemas.microsoft.com/office/drawing/2014/main" id="{FC977C54-F160-414C-B991-9BAC04795318}"/>
              </a:ext>
            </a:extLst>
          </p:cNvPr>
          <p:cNvSpPr>
            <a:spLocks noGrp="1"/>
          </p:cNvSpPr>
          <p:nvPr/>
        </p:nvSpPr>
        <p:spPr>
          <a:xfrm>
            <a:off x="7679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data_7314">
            <a:extLst>
              <a:ext uri="{FF2B5EF4-FFF2-40B4-BE49-F238E27FC236}">
                <a16:creationId xmlns:a16="http://schemas.microsoft.com/office/drawing/2014/main" id="{B8F0CBAA-D21A-4410-A269-91E00BD73753}"/>
              </a:ext>
            </a:extLst>
          </p:cNvPr>
          <p:cNvSpPr>
            <a:spLocks noGrp="1"/>
          </p:cNvSpPr>
          <p:nvPr/>
        </p:nvSpPr>
        <p:spPr>
          <a:xfrm>
            <a:off x="76657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data_7315">
            <a:extLst>
              <a:ext uri="{FF2B5EF4-FFF2-40B4-BE49-F238E27FC236}">
                <a16:creationId xmlns:a16="http://schemas.microsoft.com/office/drawing/2014/main" id="{1A7D875A-833B-4E65-A82A-BDAFB7A6AE79}"/>
              </a:ext>
            </a:extLst>
          </p:cNvPr>
          <p:cNvSpPr>
            <a:spLocks noGrp="1"/>
          </p:cNvSpPr>
          <p:nvPr/>
        </p:nvSpPr>
        <p:spPr>
          <a:xfrm>
            <a:off x="76460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data_7316">
            <a:extLst>
              <a:ext uri="{FF2B5EF4-FFF2-40B4-BE49-F238E27FC236}">
                <a16:creationId xmlns:a16="http://schemas.microsoft.com/office/drawing/2014/main" id="{DAF7C808-F4D1-4C2E-A28F-18C24F377A77}"/>
              </a:ext>
            </a:extLst>
          </p:cNvPr>
          <p:cNvSpPr>
            <a:spLocks noGrp="1"/>
          </p:cNvSpPr>
          <p:nvPr/>
        </p:nvSpPr>
        <p:spPr>
          <a:xfrm>
            <a:off x="75661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data_7317">
            <a:extLst>
              <a:ext uri="{FF2B5EF4-FFF2-40B4-BE49-F238E27FC236}">
                <a16:creationId xmlns:a16="http://schemas.microsoft.com/office/drawing/2014/main" id="{002FDA8D-DF89-4397-BE55-AAE173AA9C83}"/>
              </a:ext>
            </a:extLst>
          </p:cNvPr>
          <p:cNvSpPr>
            <a:spLocks noGrp="1"/>
          </p:cNvSpPr>
          <p:nvPr/>
        </p:nvSpPr>
        <p:spPr>
          <a:xfrm>
            <a:off x="75788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data_7318">
            <a:extLst>
              <a:ext uri="{FF2B5EF4-FFF2-40B4-BE49-F238E27FC236}">
                <a16:creationId xmlns:a16="http://schemas.microsoft.com/office/drawing/2014/main" id="{1166D93C-1FA1-4578-9141-576DA398BAD1}"/>
              </a:ext>
            </a:extLst>
          </p:cNvPr>
          <p:cNvSpPr>
            <a:spLocks noGrp="1"/>
          </p:cNvSpPr>
          <p:nvPr/>
        </p:nvSpPr>
        <p:spPr>
          <a:xfrm>
            <a:off x="7591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data_7319">
            <a:extLst>
              <a:ext uri="{FF2B5EF4-FFF2-40B4-BE49-F238E27FC236}">
                <a16:creationId xmlns:a16="http://schemas.microsoft.com/office/drawing/2014/main" id="{38F9F601-9AFF-4976-B66E-9B7D7534A0C0}"/>
              </a:ext>
            </a:extLst>
          </p:cNvPr>
          <p:cNvSpPr>
            <a:spLocks noGrp="1"/>
          </p:cNvSpPr>
          <p:nvPr/>
        </p:nvSpPr>
        <p:spPr>
          <a:xfrm>
            <a:off x="76473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data_7320">
            <a:extLst>
              <a:ext uri="{FF2B5EF4-FFF2-40B4-BE49-F238E27FC236}">
                <a16:creationId xmlns:a16="http://schemas.microsoft.com/office/drawing/2014/main" id="{9AB0239F-04F3-401A-A9AC-E4ECF75B1C65}"/>
              </a:ext>
            </a:extLst>
          </p:cNvPr>
          <p:cNvSpPr>
            <a:spLocks noGrp="1"/>
          </p:cNvSpPr>
          <p:nvPr/>
        </p:nvSpPr>
        <p:spPr>
          <a:xfrm>
            <a:off x="76342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data_7321">
            <a:extLst>
              <a:ext uri="{FF2B5EF4-FFF2-40B4-BE49-F238E27FC236}">
                <a16:creationId xmlns:a16="http://schemas.microsoft.com/office/drawing/2014/main" id="{80A80C0B-DB07-4AC1-BF76-57FEBEB255DC}"/>
              </a:ext>
            </a:extLst>
          </p:cNvPr>
          <p:cNvSpPr>
            <a:spLocks noGrp="1"/>
          </p:cNvSpPr>
          <p:nvPr/>
        </p:nvSpPr>
        <p:spPr>
          <a:xfrm>
            <a:off x="75843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data_7322">
            <a:extLst>
              <a:ext uri="{FF2B5EF4-FFF2-40B4-BE49-F238E27FC236}">
                <a16:creationId xmlns:a16="http://schemas.microsoft.com/office/drawing/2014/main" id="{BDEDF51A-8BC1-4269-9234-2D3AEDA5880D}"/>
              </a:ext>
            </a:extLst>
          </p:cNvPr>
          <p:cNvSpPr>
            <a:spLocks noGrp="1"/>
          </p:cNvSpPr>
          <p:nvPr/>
        </p:nvSpPr>
        <p:spPr>
          <a:xfrm>
            <a:off x="76078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data_7323">
            <a:extLst>
              <a:ext uri="{FF2B5EF4-FFF2-40B4-BE49-F238E27FC236}">
                <a16:creationId xmlns:a16="http://schemas.microsoft.com/office/drawing/2014/main" id="{8D1C05FA-A8D2-41AB-81DD-F3A33548B43A}"/>
              </a:ext>
            </a:extLst>
          </p:cNvPr>
          <p:cNvSpPr>
            <a:spLocks noGrp="1"/>
          </p:cNvSpPr>
          <p:nvPr/>
        </p:nvSpPr>
        <p:spPr>
          <a:xfrm>
            <a:off x="756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data_7324">
            <a:extLst>
              <a:ext uri="{FF2B5EF4-FFF2-40B4-BE49-F238E27FC236}">
                <a16:creationId xmlns:a16="http://schemas.microsoft.com/office/drawing/2014/main" id="{AE3B5557-74D6-488A-ADCC-D6ED8202D587}"/>
              </a:ext>
            </a:extLst>
          </p:cNvPr>
          <p:cNvSpPr>
            <a:spLocks noGrp="1"/>
          </p:cNvSpPr>
          <p:nvPr/>
        </p:nvSpPr>
        <p:spPr>
          <a:xfrm>
            <a:off x="827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data_7325">
            <a:extLst>
              <a:ext uri="{FF2B5EF4-FFF2-40B4-BE49-F238E27FC236}">
                <a16:creationId xmlns:a16="http://schemas.microsoft.com/office/drawing/2014/main" id="{A675ECCF-B641-4DBA-B2AD-73784F191629}"/>
              </a:ext>
            </a:extLst>
          </p:cNvPr>
          <p:cNvSpPr>
            <a:spLocks noGrp="1"/>
          </p:cNvSpPr>
          <p:nvPr/>
        </p:nvSpPr>
        <p:spPr>
          <a:xfrm>
            <a:off x="824817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data_7326">
            <a:extLst>
              <a:ext uri="{FF2B5EF4-FFF2-40B4-BE49-F238E27FC236}">
                <a16:creationId xmlns:a16="http://schemas.microsoft.com/office/drawing/2014/main" id="{B88A7365-4B93-4E3D-9FAC-5B4D5E9553CD}"/>
              </a:ext>
            </a:extLst>
          </p:cNvPr>
          <p:cNvSpPr>
            <a:spLocks noGrp="1"/>
          </p:cNvSpPr>
          <p:nvPr/>
        </p:nvSpPr>
        <p:spPr>
          <a:xfrm>
            <a:off x="8268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data_7327">
            <a:extLst>
              <a:ext uri="{FF2B5EF4-FFF2-40B4-BE49-F238E27FC236}">
                <a16:creationId xmlns:a16="http://schemas.microsoft.com/office/drawing/2014/main" id="{04800782-A14F-45E8-92AD-B371201840C4}"/>
              </a:ext>
            </a:extLst>
          </p:cNvPr>
          <p:cNvSpPr>
            <a:spLocks noGrp="1"/>
          </p:cNvSpPr>
          <p:nvPr/>
        </p:nvSpPr>
        <p:spPr>
          <a:xfrm>
            <a:off x="826797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data_7328">
            <a:extLst>
              <a:ext uri="{FF2B5EF4-FFF2-40B4-BE49-F238E27FC236}">
                <a16:creationId xmlns:a16="http://schemas.microsoft.com/office/drawing/2014/main" id="{F0854E77-332A-4CCD-8852-8BC5CB57B4D8}"/>
              </a:ext>
            </a:extLst>
          </p:cNvPr>
          <p:cNvSpPr>
            <a:spLocks noGrp="1"/>
          </p:cNvSpPr>
          <p:nvPr/>
        </p:nvSpPr>
        <p:spPr>
          <a:xfrm>
            <a:off x="82901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data_7329">
            <a:extLst>
              <a:ext uri="{FF2B5EF4-FFF2-40B4-BE49-F238E27FC236}">
                <a16:creationId xmlns:a16="http://schemas.microsoft.com/office/drawing/2014/main" id="{AA6C35A2-5A62-47A8-9C73-264B585295E5}"/>
              </a:ext>
            </a:extLst>
          </p:cNvPr>
          <p:cNvSpPr>
            <a:spLocks noGrp="1"/>
          </p:cNvSpPr>
          <p:nvPr/>
        </p:nvSpPr>
        <p:spPr>
          <a:xfrm>
            <a:off x="83280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data_7330">
            <a:extLst>
              <a:ext uri="{FF2B5EF4-FFF2-40B4-BE49-F238E27FC236}">
                <a16:creationId xmlns:a16="http://schemas.microsoft.com/office/drawing/2014/main" id="{90AD9935-13A6-44A8-AA72-4CE01340A001}"/>
              </a:ext>
            </a:extLst>
          </p:cNvPr>
          <p:cNvSpPr>
            <a:spLocks noGrp="1"/>
          </p:cNvSpPr>
          <p:nvPr/>
        </p:nvSpPr>
        <p:spPr>
          <a:xfrm>
            <a:off x="8351890" y="27092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data_7331">
            <a:extLst>
              <a:ext uri="{FF2B5EF4-FFF2-40B4-BE49-F238E27FC236}">
                <a16:creationId xmlns:a16="http://schemas.microsoft.com/office/drawing/2014/main" id="{6945A498-1465-4614-9D0D-DB0306DF1D7B}"/>
              </a:ext>
            </a:extLst>
          </p:cNvPr>
          <p:cNvSpPr>
            <a:spLocks noGrp="1"/>
          </p:cNvSpPr>
          <p:nvPr/>
        </p:nvSpPr>
        <p:spPr>
          <a:xfrm>
            <a:off x="82550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data_7332">
            <a:extLst>
              <a:ext uri="{FF2B5EF4-FFF2-40B4-BE49-F238E27FC236}">
                <a16:creationId xmlns:a16="http://schemas.microsoft.com/office/drawing/2014/main" id="{04E0D549-2847-4953-A75D-149F90B9B3A7}"/>
              </a:ext>
            </a:extLst>
          </p:cNvPr>
          <p:cNvSpPr>
            <a:spLocks noGrp="1"/>
          </p:cNvSpPr>
          <p:nvPr/>
        </p:nvSpPr>
        <p:spPr>
          <a:xfrm>
            <a:off x="83146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data_7333">
            <a:extLst>
              <a:ext uri="{FF2B5EF4-FFF2-40B4-BE49-F238E27FC236}">
                <a16:creationId xmlns:a16="http://schemas.microsoft.com/office/drawing/2014/main" id="{6D64B0E6-CDC7-4527-817E-3DC889F56275}"/>
              </a:ext>
            </a:extLst>
          </p:cNvPr>
          <p:cNvSpPr>
            <a:spLocks noGrp="1"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data_7334">
            <a:extLst>
              <a:ext uri="{FF2B5EF4-FFF2-40B4-BE49-F238E27FC236}">
                <a16:creationId xmlns:a16="http://schemas.microsoft.com/office/drawing/2014/main" id="{C8D7A681-8B51-4B30-986F-A805C4B04C6F}"/>
              </a:ext>
            </a:extLst>
          </p:cNvPr>
          <p:cNvSpPr>
            <a:spLocks noGrp="1"/>
          </p:cNvSpPr>
          <p:nvPr/>
        </p:nvSpPr>
        <p:spPr>
          <a:xfrm>
            <a:off x="8241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data_7335">
            <a:extLst>
              <a:ext uri="{FF2B5EF4-FFF2-40B4-BE49-F238E27FC236}">
                <a16:creationId xmlns:a16="http://schemas.microsoft.com/office/drawing/2014/main" id="{4A174D82-97C7-4C9C-B11C-152D10A7FA2F}"/>
              </a:ext>
            </a:extLst>
          </p:cNvPr>
          <p:cNvSpPr>
            <a:spLocks noGrp="1"/>
          </p:cNvSpPr>
          <p:nvPr/>
        </p:nvSpPr>
        <p:spPr>
          <a:xfrm>
            <a:off x="834146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data_7336">
            <a:extLst>
              <a:ext uri="{FF2B5EF4-FFF2-40B4-BE49-F238E27FC236}">
                <a16:creationId xmlns:a16="http://schemas.microsoft.com/office/drawing/2014/main" id="{0AC4A948-936C-4FCD-B9FD-6A30214C76AC}"/>
              </a:ext>
            </a:extLst>
          </p:cNvPr>
          <p:cNvSpPr>
            <a:spLocks noGrp="1"/>
          </p:cNvSpPr>
          <p:nvPr/>
        </p:nvSpPr>
        <p:spPr>
          <a:xfrm>
            <a:off x="83681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data_7337">
            <a:extLst>
              <a:ext uri="{FF2B5EF4-FFF2-40B4-BE49-F238E27FC236}">
                <a16:creationId xmlns:a16="http://schemas.microsoft.com/office/drawing/2014/main" id="{838300CE-21BA-4B95-BF1F-93A5B1E5E829}"/>
              </a:ext>
            </a:extLst>
          </p:cNvPr>
          <p:cNvSpPr>
            <a:spLocks noGrp="1"/>
          </p:cNvSpPr>
          <p:nvPr/>
        </p:nvSpPr>
        <p:spPr>
          <a:xfrm>
            <a:off x="8289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data_7338">
            <a:extLst>
              <a:ext uri="{FF2B5EF4-FFF2-40B4-BE49-F238E27FC236}">
                <a16:creationId xmlns:a16="http://schemas.microsoft.com/office/drawing/2014/main" id="{FB69C19D-C981-40A5-A655-6C3ACE24504B}"/>
              </a:ext>
            </a:extLst>
          </p:cNvPr>
          <p:cNvSpPr>
            <a:spLocks noGrp="1"/>
          </p:cNvSpPr>
          <p:nvPr/>
        </p:nvSpPr>
        <p:spPr>
          <a:xfrm>
            <a:off x="8361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data_7339">
            <a:extLst>
              <a:ext uri="{FF2B5EF4-FFF2-40B4-BE49-F238E27FC236}">
                <a16:creationId xmlns:a16="http://schemas.microsoft.com/office/drawing/2014/main" id="{A5CFEC5F-A7DC-4206-93E6-F394FAE6FDFA}"/>
              </a:ext>
            </a:extLst>
          </p:cNvPr>
          <p:cNvSpPr>
            <a:spLocks noGrp="1"/>
          </p:cNvSpPr>
          <p:nvPr/>
        </p:nvSpPr>
        <p:spPr>
          <a:xfrm>
            <a:off x="8268370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data_7340">
            <a:extLst>
              <a:ext uri="{FF2B5EF4-FFF2-40B4-BE49-F238E27FC236}">
                <a16:creationId xmlns:a16="http://schemas.microsoft.com/office/drawing/2014/main" id="{8549967C-665D-47A3-9044-EE47760705AC}"/>
              </a:ext>
            </a:extLst>
          </p:cNvPr>
          <p:cNvSpPr>
            <a:spLocks noGrp="1"/>
          </p:cNvSpPr>
          <p:nvPr/>
        </p:nvSpPr>
        <p:spPr>
          <a:xfrm>
            <a:off x="82931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data_7341">
            <a:extLst>
              <a:ext uri="{FF2B5EF4-FFF2-40B4-BE49-F238E27FC236}">
                <a16:creationId xmlns:a16="http://schemas.microsoft.com/office/drawing/2014/main" id="{00C3A0E9-2BF0-49B8-AB09-44A9836CC7A2}"/>
              </a:ext>
            </a:extLst>
          </p:cNvPr>
          <p:cNvSpPr>
            <a:spLocks noGrp="1"/>
          </p:cNvSpPr>
          <p:nvPr/>
        </p:nvSpPr>
        <p:spPr>
          <a:xfrm>
            <a:off x="8331954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data_7342">
            <a:extLst>
              <a:ext uri="{FF2B5EF4-FFF2-40B4-BE49-F238E27FC236}">
                <a16:creationId xmlns:a16="http://schemas.microsoft.com/office/drawing/2014/main" id="{F95C2FD0-0FB0-4E27-929A-DCE7B7FE91D0}"/>
              </a:ext>
            </a:extLst>
          </p:cNvPr>
          <p:cNvSpPr>
            <a:spLocks noGrp="1"/>
          </p:cNvSpPr>
          <p:nvPr/>
        </p:nvSpPr>
        <p:spPr>
          <a:xfrm>
            <a:off x="835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data_7343">
            <a:extLst>
              <a:ext uri="{FF2B5EF4-FFF2-40B4-BE49-F238E27FC236}">
                <a16:creationId xmlns:a16="http://schemas.microsoft.com/office/drawing/2014/main" id="{17C35623-8163-43D1-BD94-4E8199659902}"/>
              </a:ext>
            </a:extLst>
          </p:cNvPr>
          <p:cNvSpPr>
            <a:spLocks noGrp="1"/>
          </p:cNvSpPr>
          <p:nvPr/>
        </p:nvSpPr>
        <p:spPr>
          <a:xfrm>
            <a:off x="83679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data_7344">
            <a:extLst>
              <a:ext uri="{FF2B5EF4-FFF2-40B4-BE49-F238E27FC236}">
                <a16:creationId xmlns:a16="http://schemas.microsoft.com/office/drawing/2014/main" id="{9E7A2553-8565-47D6-A377-F5AC6159F478}"/>
              </a:ext>
            </a:extLst>
          </p:cNvPr>
          <p:cNvSpPr>
            <a:spLocks noGrp="1"/>
          </p:cNvSpPr>
          <p:nvPr/>
        </p:nvSpPr>
        <p:spPr>
          <a:xfrm>
            <a:off x="83229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data_7345">
            <a:extLst>
              <a:ext uri="{FF2B5EF4-FFF2-40B4-BE49-F238E27FC236}">
                <a16:creationId xmlns:a16="http://schemas.microsoft.com/office/drawing/2014/main" id="{7B2CBBF0-FCD4-4183-8B87-A41D7A23674E}"/>
              </a:ext>
            </a:extLst>
          </p:cNvPr>
          <p:cNvSpPr>
            <a:spLocks noGrp="1"/>
          </p:cNvSpPr>
          <p:nvPr/>
        </p:nvSpPr>
        <p:spPr>
          <a:xfrm>
            <a:off x="8245698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data_7346">
            <a:extLst>
              <a:ext uri="{FF2B5EF4-FFF2-40B4-BE49-F238E27FC236}">
                <a16:creationId xmlns:a16="http://schemas.microsoft.com/office/drawing/2014/main" id="{80446D9B-DABE-4BA3-9898-0A337118AE82}"/>
              </a:ext>
            </a:extLst>
          </p:cNvPr>
          <p:cNvSpPr>
            <a:spLocks noGrp="1"/>
          </p:cNvSpPr>
          <p:nvPr/>
        </p:nvSpPr>
        <p:spPr>
          <a:xfrm>
            <a:off x="82649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data_7347">
            <a:extLst>
              <a:ext uri="{FF2B5EF4-FFF2-40B4-BE49-F238E27FC236}">
                <a16:creationId xmlns:a16="http://schemas.microsoft.com/office/drawing/2014/main" id="{3DA7B01A-C184-439A-A1BD-CDCDCABB6A25}"/>
              </a:ext>
            </a:extLst>
          </p:cNvPr>
          <p:cNvSpPr>
            <a:spLocks noGrp="1"/>
          </p:cNvSpPr>
          <p:nvPr/>
        </p:nvSpPr>
        <p:spPr>
          <a:xfrm>
            <a:off x="82734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data_7348">
            <a:extLst>
              <a:ext uri="{FF2B5EF4-FFF2-40B4-BE49-F238E27FC236}">
                <a16:creationId xmlns:a16="http://schemas.microsoft.com/office/drawing/2014/main" id="{83A6082F-7727-4D43-8EDD-CD2A49F84C5C}"/>
              </a:ext>
            </a:extLst>
          </p:cNvPr>
          <p:cNvSpPr>
            <a:spLocks noGrp="1"/>
          </p:cNvSpPr>
          <p:nvPr/>
        </p:nvSpPr>
        <p:spPr>
          <a:xfrm>
            <a:off x="8245437" y="39127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data_7349">
            <a:extLst>
              <a:ext uri="{FF2B5EF4-FFF2-40B4-BE49-F238E27FC236}">
                <a16:creationId xmlns:a16="http://schemas.microsoft.com/office/drawing/2014/main" id="{42EB9120-2A46-47E5-8D0C-0EC4A2569617}"/>
              </a:ext>
            </a:extLst>
          </p:cNvPr>
          <p:cNvSpPr>
            <a:spLocks noGrp="1"/>
          </p:cNvSpPr>
          <p:nvPr/>
        </p:nvSpPr>
        <p:spPr>
          <a:xfrm>
            <a:off x="824465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data_7350">
            <a:extLst>
              <a:ext uri="{FF2B5EF4-FFF2-40B4-BE49-F238E27FC236}">
                <a16:creationId xmlns:a16="http://schemas.microsoft.com/office/drawing/2014/main" id="{F43E7730-5BFA-49E7-A355-C914E7FEC7E7}"/>
              </a:ext>
            </a:extLst>
          </p:cNvPr>
          <p:cNvSpPr>
            <a:spLocks noGrp="1"/>
          </p:cNvSpPr>
          <p:nvPr/>
        </p:nvSpPr>
        <p:spPr>
          <a:xfrm>
            <a:off x="82699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data_7351">
            <a:extLst>
              <a:ext uri="{FF2B5EF4-FFF2-40B4-BE49-F238E27FC236}">
                <a16:creationId xmlns:a16="http://schemas.microsoft.com/office/drawing/2014/main" id="{D2AB30D9-7357-45D5-982C-E78E3EF91DD3}"/>
              </a:ext>
            </a:extLst>
          </p:cNvPr>
          <p:cNvSpPr>
            <a:spLocks noGrp="1"/>
          </p:cNvSpPr>
          <p:nvPr/>
        </p:nvSpPr>
        <p:spPr>
          <a:xfrm>
            <a:off x="83190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data_7352">
            <a:extLst>
              <a:ext uri="{FF2B5EF4-FFF2-40B4-BE49-F238E27FC236}">
                <a16:creationId xmlns:a16="http://schemas.microsoft.com/office/drawing/2014/main" id="{020D13A2-61C3-4D7D-8222-3B3BB5AB63FA}"/>
              </a:ext>
            </a:extLst>
          </p:cNvPr>
          <p:cNvSpPr>
            <a:spLocks noGrp="1"/>
          </p:cNvSpPr>
          <p:nvPr/>
        </p:nvSpPr>
        <p:spPr>
          <a:xfrm>
            <a:off x="82630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data_7353">
            <a:extLst>
              <a:ext uri="{FF2B5EF4-FFF2-40B4-BE49-F238E27FC236}">
                <a16:creationId xmlns:a16="http://schemas.microsoft.com/office/drawing/2014/main" id="{E6DF78DF-97FC-4380-BBC6-7149ECCB0F3C}"/>
              </a:ext>
            </a:extLst>
          </p:cNvPr>
          <p:cNvSpPr>
            <a:spLocks noGrp="1"/>
          </p:cNvSpPr>
          <p:nvPr/>
        </p:nvSpPr>
        <p:spPr>
          <a:xfrm>
            <a:off x="83021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data_7354">
            <a:extLst>
              <a:ext uri="{FF2B5EF4-FFF2-40B4-BE49-F238E27FC236}">
                <a16:creationId xmlns:a16="http://schemas.microsoft.com/office/drawing/2014/main" id="{488ED95D-C33E-4A7C-916D-2DE629DC7EB3}"/>
              </a:ext>
            </a:extLst>
          </p:cNvPr>
          <p:cNvSpPr>
            <a:spLocks noGrp="1"/>
          </p:cNvSpPr>
          <p:nvPr/>
        </p:nvSpPr>
        <p:spPr>
          <a:xfrm>
            <a:off x="828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data_7355">
            <a:extLst>
              <a:ext uri="{FF2B5EF4-FFF2-40B4-BE49-F238E27FC236}">
                <a16:creationId xmlns:a16="http://schemas.microsoft.com/office/drawing/2014/main" id="{8EFF6386-83F6-4AF3-8345-264BEE957498}"/>
              </a:ext>
            </a:extLst>
          </p:cNvPr>
          <p:cNvSpPr>
            <a:spLocks noGrp="1"/>
          </p:cNvSpPr>
          <p:nvPr/>
        </p:nvSpPr>
        <p:spPr>
          <a:xfrm>
            <a:off x="83529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data_7356">
            <a:extLst>
              <a:ext uri="{FF2B5EF4-FFF2-40B4-BE49-F238E27FC236}">
                <a16:creationId xmlns:a16="http://schemas.microsoft.com/office/drawing/2014/main" id="{FE858C6C-654C-42C4-9843-3272DD0671F0}"/>
              </a:ext>
            </a:extLst>
          </p:cNvPr>
          <p:cNvSpPr>
            <a:spLocks noGrp="1"/>
          </p:cNvSpPr>
          <p:nvPr/>
        </p:nvSpPr>
        <p:spPr>
          <a:xfrm>
            <a:off x="8275406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data_7357">
            <a:extLst>
              <a:ext uri="{FF2B5EF4-FFF2-40B4-BE49-F238E27FC236}">
                <a16:creationId xmlns:a16="http://schemas.microsoft.com/office/drawing/2014/main" id="{AC51C52E-D355-425B-8796-9F4D71E6FC2B}"/>
              </a:ext>
            </a:extLst>
          </p:cNvPr>
          <p:cNvSpPr>
            <a:spLocks noGrp="1"/>
          </p:cNvSpPr>
          <p:nvPr/>
        </p:nvSpPr>
        <p:spPr>
          <a:xfrm>
            <a:off x="832895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data_7358">
            <a:extLst>
              <a:ext uri="{FF2B5EF4-FFF2-40B4-BE49-F238E27FC236}">
                <a16:creationId xmlns:a16="http://schemas.microsoft.com/office/drawing/2014/main" id="{BDA3DF8F-D087-49E8-834D-37CEE522280A}"/>
              </a:ext>
            </a:extLst>
          </p:cNvPr>
          <p:cNvSpPr>
            <a:spLocks noGrp="1"/>
          </p:cNvSpPr>
          <p:nvPr/>
        </p:nvSpPr>
        <p:spPr>
          <a:xfrm>
            <a:off x="83322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data_7359">
            <a:extLst>
              <a:ext uri="{FF2B5EF4-FFF2-40B4-BE49-F238E27FC236}">
                <a16:creationId xmlns:a16="http://schemas.microsoft.com/office/drawing/2014/main" id="{74DBC35D-9590-49E8-867B-731DD1D1B259}"/>
              </a:ext>
            </a:extLst>
          </p:cNvPr>
          <p:cNvSpPr>
            <a:spLocks noGrp="1"/>
          </p:cNvSpPr>
          <p:nvPr/>
        </p:nvSpPr>
        <p:spPr>
          <a:xfrm>
            <a:off x="824504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data_7360">
            <a:extLst>
              <a:ext uri="{FF2B5EF4-FFF2-40B4-BE49-F238E27FC236}">
                <a16:creationId xmlns:a16="http://schemas.microsoft.com/office/drawing/2014/main" id="{B0F718F0-2A85-496B-B7EB-69FBD585B144}"/>
              </a:ext>
            </a:extLst>
          </p:cNvPr>
          <p:cNvSpPr>
            <a:spLocks noGrp="1"/>
          </p:cNvSpPr>
          <p:nvPr/>
        </p:nvSpPr>
        <p:spPr>
          <a:xfrm>
            <a:off x="83512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data_7361">
            <a:extLst>
              <a:ext uri="{FF2B5EF4-FFF2-40B4-BE49-F238E27FC236}">
                <a16:creationId xmlns:a16="http://schemas.microsoft.com/office/drawing/2014/main" id="{AD53890D-B9E9-4066-A6BE-4D821276F082}"/>
              </a:ext>
            </a:extLst>
          </p:cNvPr>
          <p:cNvSpPr>
            <a:spLocks noGrp="1"/>
          </p:cNvSpPr>
          <p:nvPr/>
        </p:nvSpPr>
        <p:spPr>
          <a:xfrm>
            <a:off x="82419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data_7362">
            <a:extLst>
              <a:ext uri="{FF2B5EF4-FFF2-40B4-BE49-F238E27FC236}">
                <a16:creationId xmlns:a16="http://schemas.microsoft.com/office/drawing/2014/main" id="{7AC22A41-6FC5-46DF-BF16-45567510DB2A}"/>
              </a:ext>
            </a:extLst>
          </p:cNvPr>
          <p:cNvSpPr>
            <a:spLocks noGrp="1"/>
          </p:cNvSpPr>
          <p:nvPr/>
        </p:nvSpPr>
        <p:spPr>
          <a:xfrm>
            <a:off x="8350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data_7363">
            <a:extLst>
              <a:ext uri="{FF2B5EF4-FFF2-40B4-BE49-F238E27FC236}">
                <a16:creationId xmlns:a16="http://schemas.microsoft.com/office/drawing/2014/main" id="{A88A7223-61AB-42EA-9F48-1F845E475D08}"/>
              </a:ext>
            </a:extLst>
          </p:cNvPr>
          <p:cNvSpPr>
            <a:spLocks noGrp="1"/>
          </p:cNvSpPr>
          <p:nvPr/>
        </p:nvSpPr>
        <p:spPr>
          <a:xfrm>
            <a:off x="83636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data_7364">
            <a:extLst>
              <a:ext uri="{FF2B5EF4-FFF2-40B4-BE49-F238E27FC236}">
                <a16:creationId xmlns:a16="http://schemas.microsoft.com/office/drawing/2014/main" id="{3BEFCB38-7E64-4E27-A3C0-2753CA55240C}"/>
              </a:ext>
            </a:extLst>
          </p:cNvPr>
          <p:cNvSpPr>
            <a:spLocks noGrp="1"/>
          </p:cNvSpPr>
          <p:nvPr/>
        </p:nvSpPr>
        <p:spPr>
          <a:xfrm>
            <a:off x="83198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data_7365">
            <a:extLst>
              <a:ext uri="{FF2B5EF4-FFF2-40B4-BE49-F238E27FC236}">
                <a16:creationId xmlns:a16="http://schemas.microsoft.com/office/drawing/2014/main" id="{D7655D10-76A8-4CDB-9BF4-C312B8DB54DC}"/>
              </a:ext>
            </a:extLst>
          </p:cNvPr>
          <p:cNvSpPr>
            <a:spLocks noGrp="1"/>
          </p:cNvSpPr>
          <p:nvPr/>
        </p:nvSpPr>
        <p:spPr>
          <a:xfrm>
            <a:off x="82807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data_7366">
            <a:extLst>
              <a:ext uri="{FF2B5EF4-FFF2-40B4-BE49-F238E27FC236}">
                <a16:creationId xmlns:a16="http://schemas.microsoft.com/office/drawing/2014/main" id="{AD0854F5-E37D-4847-B926-5E3033D889D3}"/>
              </a:ext>
            </a:extLst>
          </p:cNvPr>
          <p:cNvSpPr>
            <a:spLocks noGrp="1"/>
          </p:cNvSpPr>
          <p:nvPr/>
        </p:nvSpPr>
        <p:spPr>
          <a:xfrm>
            <a:off x="83353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data_7367">
            <a:extLst>
              <a:ext uri="{FF2B5EF4-FFF2-40B4-BE49-F238E27FC236}">
                <a16:creationId xmlns:a16="http://schemas.microsoft.com/office/drawing/2014/main" id="{EFD17757-E6C8-4989-81F0-9F44F52FD14F}"/>
              </a:ext>
            </a:extLst>
          </p:cNvPr>
          <p:cNvSpPr>
            <a:spLocks noGrp="1"/>
          </p:cNvSpPr>
          <p:nvPr/>
        </p:nvSpPr>
        <p:spPr>
          <a:xfrm>
            <a:off x="8269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data_7368">
            <a:extLst>
              <a:ext uri="{FF2B5EF4-FFF2-40B4-BE49-F238E27FC236}">
                <a16:creationId xmlns:a16="http://schemas.microsoft.com/office/drawing/2014/main" id="{5F44AACB-3AF7-4A93-8A3D-E452FA7690B6}"/>
              </a:ext>
            </a:extLst>
          </p:cNvPr>
          <p:cNvSpPr>
            <a:spLocks noGrp="1"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data_7369">
            <a:extLst>
              <a:ext uri="{FF2B5EF4-FFF2-40B4-BE49-F238E27FC236}">
                <a16:creationId xmlns:a16="http://schemas.microsoft.com/office/drawing/2014/main" id="{5A1184E1-8226-4793-B073-BB9FF1D2CC74}"/>
              </a:ext>
            </a:extLst>
          </p:cNvPr>
          <p:cNvSpPr>
            <a:spLocks noGrp="1"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data_7370">
            <a:extLst>
              <a:ext uri="{FF2B5EF4-FFF2-40B4-BE49-F238E27FC236}">
                <a16:creationId xmlns:a16="http://schemas.microsoft.com/office/drawing/2014/main" id="{9565AC91-E5C6-4F0D-A4A2-C9809D821597}"/>
              </a:ext>
            </a:extLst>
          </p:cNvPr>
          <p:cNvSpPr>
            <a:spLocks noGrp="1"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data_7371">
            <a:extLst>
              <a:ext uri="{FF2B5EF4-FFF2-40B4-BE49-F238E27FC236}">
                <a16:creationId xmlns:a16="http://schemas.microsoft.com/office/drawing/2014/main" id="{AECA07CB-227D-4F56-BBCC-BD7DC3776514}"/>
              </a:ext>
            </a:extLst>
          </p:cNvPr>
          <p:cNvSpPr>
            <a:spLocks noGrp="1"/>
          </p:cNvSpPr>
          <p:nvPr/>
        </p:nvSpPr>
        <p:spPr>
          <a:xfrm>
            <a:off x="8354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data_7372">
            <a:extLst>
              <a:ext uri="{FF2B5EF4-FFF2-40B4-BE49-F238E27FC236}">
                <a16:creationId xmlns:a16="http://schemas.microsoft.com/office/drawing/2014/main" id="{F433DF7D-331B-4AD8-A3B2-31A2A62612DC}"/>
              </a:ext>
            </a:extLst>
          </p:cNvPr>
          <p:cNvSpPr>
            <a:spLocks noGrp="1"/>
          </p:cNvSpPr>
          <p:nvPr/>
        </p:nvSpPr>
        <p:spPr>
          <a:xfrm>
            <a:off x="82829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data_7373">
            <a:extLst>
              <a:ext uri="{FF2B5EF4-FFF2-40B4-BE49-F238E27FC236}">
                <a16:creationId xmlns:a16="http://schemas.microsoft.com/office/drawing/2014/main" id="{2E4241A3-9807-4AF2-82CF-ABC76B4D9908}"/>
              </a:ext>
            </a:extLst>
          </p:cNvPr>
          <p:cNvSpPr>
            <a:spLocks noGrp="1"/>
          </p:cNvSpPr>
          <p:nvPr/>
        </p:nvSpPr>
        <p:spPr>
          <a:xfrm>
            <a:off x="82956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data_7374">
            <a:extLst>
              <a:ext uri="{FF2B5EF4-FFF2-40B4-BE49-F238E27FC236}">
                <a16:creationId xmlns:a16="http://schemas.microsoft.com/office/drawing/2014/main" id="{F32193B5-CE76-4DC6-91ED-074B49FA6754}"/>
              </a:ext>
            </a:extLst>
          </p:cNvPr>
          <p:cNvSpPr>
            <a:spLocks noGrp="1"/>
          </p:cNvSpPr>
          <p:nvPr/>
        </p:nvSpPr>
        <p:spPr>
          <a:xfrm>
            <a:off x="83667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data_7375">
            <a:extLst>
              <a:ext uri="{FF2B5EF4-FFF2-40B4-BE49-F238E27FC236}">
                <a16:creationId xmlns:a16="http://schemas.microsoft.com/office/drawing/2014/main" id="{41568217-5CE1-47A8-9EAC-D3288C7A4827}"/>
              </a:ext>
            </a:extLst>
          </p:cNvPr>
          <p:cNvSpPr>
            <a:spLocks noGrp="1"/>
          </p:cNvSpPr>
          <p:nvPr/>
        </p:nvSpPr>
        <p:spPr>
          <a:xfrm>
            <a:off x="83276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data_7376">
            <a:extLst>
              <a:ext uri="{FF2B5EF4-FFF2-40B4-BE49-F238E27FC236}">
                <a16:creationId xmlns:a16="http://schemas.microsoft.com/office/drawing/2014/main" id="{E42653B6-98B5-44F0-8891-F841B75E1CA1}"/>
              </a:ext>
            </a:extLst>
          </p:cNvPr>
          <p:cNvSpPr>
            <a:spLocks noGrp="1"/>
          </p:cNvSpPr>
          <p:nvPr/>
        </p:nvSpPr>
        <p:spPr>
          <a:xfrm>
            <a:off x="83620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data_7377">
            <a:extLst>
              <a:ext uri="{FF2B5EF4-FFF2-40B4-BE49-F238E27FC236}">
                <a16:creationId xmlns:a16="http://schemas.microsoft.com/office/drawing/2014/main" id="{AE0EBDDC-75DA-4C30-A897-EDA463E07CC0}"/>
              </a:ext>
            </a:extLst>
          </p:cNvPr>
          <p:cNvSpPr>
            <a:spLocks noGrp="1"/>
          </p:cNvSpPr>
          <p:nvPr/>
        </p:nvSpPr>
        <p:spPr>
          <a:xfrm>
            <a:off x="8246871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data_7378">
            <a:extLst>
              <a:ext uri="{FF2B5EF4-FFF2-40B4-BE49-F238E27FC236}">
                <a16:creationId xmlns:a16="http://schemas.microsoft.com/office/drawing/2014/main" id="{C5274425-49B7-4593-998D-DC5E2BAE899F}"/>
              </a:ext>
            </a:extLst>
          </p:cNvPr>
          <p:cNvSpPr>
            <a:spLocks noGrp="1"/>
          </p:cNvSpPr>
          <p:nvPr/>
        </p:nvSpPr>
        <p:spPr>
          <a:xfrm>
            <a:off x="83524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data_7379">
            <a:extLst>
              <a:ext uri="{FF2B5EF4-FFF2-40B4-BE49-F238E27FC236}">
                <a16:creationId xmlns:a16="http://schemas.microsoft.com/office/drawing/2014/main" id="{05F65456-C355-4865-9BC0-199CD35A7CCA}"/>
              </a:ext>
            </a:extLst>
          </p:cNvPr>
          <p:cNvSpPr>
            <a:spLocks noGrp="1"/>
          </p:cNvSpPr>
          <p:nvPr/>
        </p:nvSpPr>
        <p:spPr>
          <a:xfrm>
            <a:off x="833521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data_7380">
            <a:extLst>
              <a:ext uri="{FF2B5EF4-FFF2-40B4-BE49-F238E27FC236}">
                <a16:creationId xmlns:a16="http://schemas.microsoft.com/office/drawing/2014/main" id="{5892A2F6-8906-4487-9230-3422298A478A}"/>
              </a:ext>
            </a:extLst>
          </p:cNvPr>
          <p:cNvSpPr>
            <a:spLocks noGrp="1"/>
          </p:cNvSpPr>
          <p:nvPr/>
        </p:nvSpPr>
        <p:spPr>
          <a:xfrm>
            <a:off x="82902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data_7381">
            <a:extLst>
              <a:ext uri="{FF2B5EF4-FFF2-40B4-BE49-F238E27FC236}">
                <a16:creationId xmlns:a16="http://schemas.microsoft.com/office/drawing/2014/main" id="{964B1A2B-9344-44FA-B9EB-70A31259E906}"/>
              </a:ext>
            </a:extLst>
          </p:cNvPr>
          <p:cNvSpPr>
            <a:spLocks noGrp="1"/>
          </p:cNvSpPr>
          <p:nvPr/>
        </p:nvSpPr>
        <p:spPr>
          <a:xfrm>
            <a:off x="83402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data_7382">
            <a:extLst>
              <a:ext uri="{FF2B5EF4-FFF2-40B4-BE49-F238E27FC236}">
                <a16:creationId xmlns:a16="http://schemas.microsoft.com/office/drawing/2014/main" id="{60D7AFAF-F982-4873-A6B6-66C68D314CE0}"/>
              </a:ext>
            </a:extLst>
          </p:cNvPr>
          <p:cNvSpPr>
            <a:spLocks noGrp="1"/>
          </p:cNvSpPr>
          <p:nvPr/>
        </p:nvSpPr>
        <p:spPr>
          <a:xfrm>
            <a:off x="836739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data_7383">
            <a:extLst>
              <a:ext uri="{FF2B5EF4-FFF2-40B4-BE49-F238E27FC236}">
                <a16:creationId xmlns:a16="http://schemas.microsoft.com/office/drawing/2014/main" id="{165034E0-518F-4BAD-8F50-817D593BC8FF}"/>
              </a:ext>
            </a:extLst>
          </p:cNvPr>
          <p:cNvSpPr>
            <a:spLocks noGrp="1"/>
          </p:cNvSpPr>
          <p:nvPr/>
        </p:nvSpPr>
        <p:spPr>
          <a:xfrm>
            <a:off x="832661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data_7384">
            <a:extLst>
              <a:ext uri="{FF2B5EF4-FFF2-40B4-BE49-F238E27FC236}">
                <a16:creationId xmlns:a16="http://schemas.microsoft.com/office/drawing/2014/main" id="{E602896D-4C4E-4E18-BACB-3B468EADD493}"/>
              </a:ext>
            </a:extLst>
          </p:cNvPr>
          <p:cNvSpPr>
            <a:spLocks noGrp="1"/>
          </p:cNvSpPr>
          <p:nvPr/>
        </p:nvSpPr>
        <p:spPr>
          <a:xfrm>
            <a:off x="833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data_7385">
            <a:extLst>
              <a:ext uri="{FF2B5EF4-FFF2-40B4-BE49-F238E27FC236}">
                <a16:creationId xmlns:a16="http://schemas.microsoft.com/office/drawing/2014/main" id="{3364DCAF-E0D4-4D27-AC72-9A1916EF2924}"/>
              </a:ext>
            </a:extLst>
          </p:cNvPr>
          <p:cNvSpPr>
            <a:spLocks noGrp="1"/>
          </p:cNvSpPr>
          <p:nvPr/>
        </p:nvSpPr>
        <p:spPr>
          <a:xfrm>
            <a:off x="833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data_7386">
            <a:extLst>
              <a:ext uri="{FF2B5EF4-FFF2-40B4-BE49-F238E27FC236}">
                <a16:creationId xmlns:a16="http://schemas.microsoft.com/office/drawing/2014/main" id="{E917CFA8-A808-462B-8B25-B1575541702A}"/>
              </a:ext>
            </a:extLst>
          </p:cNvPr>
          <p:cNvSpPr>
            <a:spLocks noGrp="1"/>
          </p:cNvSpPr>
          <p:nvPr/>
        </p:nvSpPr>
        <p:spPr>
          <a:xfrm>
            <a:off x="8314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data_7387">
            <a:extLst>
              <a:ext uri="{FF2B5EF4-FFF2-40B4-BE49-F238E27FC236}">
                <a16:creationId xmlns:a16="http://schemas.microsoft.com/office/drawing/2014/main" id="{46AA3EB7-4974-40E9-8F95-1B90054C8914}"/>
              </a:ext>
            </a:extLst>
          </p:cNvPr>
          <p:cNvSpPr>
            <a:spLocks noGrp="1"/>
          </p:cNvSpPr>
          <p:nvPr/>
        </p:nvSpPr>
        <p:spPr>
          <a:xfrm>
            <a:off x="82782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data_7388">
            <a:extLst>
              <a:ext uri="{FF2B5EF4-FFF2-40B4-BE49-F238E27FC236}">
                <a16:creationId xmlns:a16="http://schemas.microsoft.com/office/drawing/2014/main" id="{53D943DB-4F59-4E20-99F5-F5B471E6D405}"/>
              </a:ext>
            </a:extLst>
          </p:cNvPr>
          <p:cNvSpPr>
            <a:spLocks noGrp="1"/>
          </p:cNvSpPr>
          <p:nvPr/>
        </p:nvSpPr>
        <p:spPr>
          <a:xfrm>
            <a:off x="8358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data_7389">
            <a:extLst>
              <a:ext uri="{FF2B5EF4-FFF2-40B4-BE49-F238E27FC236}">
                <a16:creationId xmlns:a16="http://schemas.microsoft.com/office/drawing/2014/main" id="{F7F9AAAF-211F-4228-98E7-3939BD6B685B}"/>
              </a:ext>
            </a:extLst>
          </p:cNvPr>
          <p:cNvSpPr>
            <a:spLocks noGrp="1"/>
          </p:cNvSpPr>
          <p:nvPr/>
        </p:nvSpPr>
        <p:spPr>
          <a:xfrm>
            <a:off x="82644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data_7390">
            <a:extLst>
              <a:ext uri="{FF2B5EF4-FFF2-40B4-BE49-F238E27FC236}">
                <a16:creationId xmlns:a16="http://schemas.microsoft.com/office/drawing/2014/main" id="{FC5E295F-F0F9-4CBD-BA5F-8C0167443CCF}"/>
              </a:ext>
            </a:extLst>
          </p:cNvPr>
          <p:cNvSpPr>
            <a:spLocks noGrp="1"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data_7391">
            <a:extLst>
              <a:ext uri="{FF2B5EF4-FFF2-40B4-BE49-F238E27FC236}">
                <a16:creationId xmlns:a16="http://schemas.microsoft.com/office/drawing/2014/main" id="{A0D9B452-62C6-4558-A1A2-AB3C98DEBD5E}"/>
              </a:ext>
            </a:extLst>
          </p:cNvPr>
          <p:cNvSpPr>
            <a:spLocks noGrp="1"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data_7392">
            <a:extLst>
              <a:ext uri="{FF2B5EF4-FFF2-40B4-BE49-F238E27FC236}">
                <a16:creationId xmlns:a16="http://schemas.microsoft.com/office/drawing/2014/main" id="{8767AE3E-8656-40E0-B3B8-4E7613B6D637}"/>
              </a:ext>
            </a:extLst>
          </p:cNvPr>
          <p:cNvSpPr>
            <a:spLocks noGrp="1"/>
          </p:cNvSpPr>
          <p:nvPr/>
        </p:nvSpPr>
        <p:spPr>
          <a:xfrm>
            <a:off x="836009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data_7393">
            <a:extLst>
              <a:ext uri="{FF2B5EF4-FFF2-40B4-BE49-F238E27FC236}">
                <a16:creationId xmlns:a16="http://schemas.microsoft.com/office/drawing/2014/main" id="{47DB92DB-96B8-449C-AC03-E24B03940561}"/>
              </a:ext>
            </a:extLst>
          </p:cNvPr>
          <p:cNvSpPr>
            <a:spLocks noGrp="1"/>
          </p:cNvSpPr>
          <p:nvPr/>
        </p:nvSpPr>
        <p:spPr>
          <a:xfrm>
            <a:off x="8346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data_7394">
            <a:extLst>
              <a:ext uri="{FF2B5EF4-FFF2-40B4-BE49-F238E27FC236}">
                <a16:creationId xmlns:a16="http://schemas.microsoft.com/office/drawing/2014/main" id="{B8290387-C5D4-4B87-B8C4-2E2FABA66589}"/>
              </a:ext>
            </a:extLst>
          </p:cNvPr>
          <p:cNvSpPr>
            <a:spLocks noGrp="1"/>
          </p:cNvSpPr>
          <p:nvPr/>
        </p:nvSpPr>
        <p:spPr>
          <a:xfrm>
            <a:off x="83518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data_7395">
            <a:extLst>
              <a:ext uri="{FF2B5EF4-FFF2-40B4-BE49-F238E27FC236}">
                <a16:creationId xmlns:a16="http://schemas.microsoft.com/office/drawing/2014/main" id="{58DD70EF-1A0B-49F2-8185-7700DB2885E3}"/>
              </a:ext>
            </a:extLst>
          </p:cNvPr>
          <p:cNvSpPr>
            <a:spLocks noGrp="1"/>
          </p:cNvSpPr>
          <p:nvPr/>
        </p:nvSpPr>
        <p:spPr>
          <a:xfrm>
            <a:off x="8335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data_7396">
            <a:extLst>
              <a:ext uri="{FF2B5EF4-FFF2-40B4-BE49-F238E27FC236}">
                <a16:creationId xmlns:a16="http://schemas.microsoft.com/office/drawing/2014/main" id="{923A39AE-83B5-4F89-95CC-409A80C65A9B}"/>
              </a:ext>
            </a:extLst>
          </p:cNvPr>
          <p:cNvSpPr>
            <a:spLocks noGrp="1"/>
          </p:cNvSpPr>
          <p:nvPr/>
        </p:nvSpPr>
        <p:spPr>
          <a:xfrm>
            <a:off x="8345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data_7397">
            <a:extLst>
              <a:ext uri="{FF2B5EF4-FFF2-40B4-BE49-F238E27FC236}">
                <a16:creationId xmlns:a16="http://schemas.microsoft.com/office/drawing/2014/main" id="{090382BA-1EA3-406A-AA72-57B2B4C5CAD7}"/>
              </a:ext>
            </a:extLst>
          </p:cNvPr>
          <p:cNvSpPr>
            <a:spLocks noGrp="1"/>
          </p:cNvSpPr>
          <p:nvPr/>
        </p:nvSpPr>
        <p:spPr>
          <a:xfrm>
            <a:off x="83569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data_7398">
            <a:extLst>
              <a:ext uri="{FF2B5EF4-FFF2-40B4-BE49-F238E27FC236}">
                <a16:creationId xmlns:a16="http://schemas.microsoft.com/office/drawing/2014/main" id="{CEF09EBE-0955-46F0-8069-80442AFC31FE}"/>
              </a:ext>
            </a:extLst>
          </p:cNvPr>
          <p:cNvSpPr>
            <a:spLocks noGrp="1"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data_7399">
            <a:extLst>
              <a:ext uri="{FF2B5EF4-FFF2-40B4-BE49-F238E27FC236}">
                <a16:creationId xmlns:a16="http://schemas.microsoft.com/office/drawing/2014/main" id="{2D2CBAA2-5BC0-4206-87F0-B246CBFB6388}"/>
              </a:ext>
            </a:extLst>
          </p:cNvPr>
          <p:cNvSpPr>
            <a:spLocks noGrp="1"/>
          </p:cNvSpPr>
          <p:nvPr/>
        </p:nvSpPr>
        <p:spPr>
          <a:xfrm>
            <a:off x="82716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data_7400">
            <a:extLst>
              <a:ext uri="{FF2B5EF4-FFF2-40B4-BE49-F238E27FC236}">
                <a16:creationId xmlns:a16="http://schemas.microsoft.com/office/drawing/2014/main" id="{87BC026A-431D-4239-8D94-A69763A5987D}"/>
              </a:ext>
            </a:extLst>
          </p:cNvPr>
          <p:cNvSpPr>
            <a:spLocks noGrp="1"/>
          </p:cNvSpPr>
          <p:nvPr/>
        </p:nvSpPr>
        <p:spPr>
          <a:xfrm>
            <a:off x="8333518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data_7401">
            <a:extLst>
              <a:ext uri="{FF2B5EF4-FFF2-40B4-BE49-F238E27FC236}">
                <a16:creationId xmlns:a16="http://schemas.microsoft.com/office/drawing/2014/main" id="{D923D7B8-1A39-46E5-A399-E305D8DE1DE7}"/>
              </a:ext>
            </a:extLst>
          </p:cNvPr>
          <p:cNvSpPr>
            <a:spLocks noGrp="1"/>
          </p:cNvSpPr>
          <p:nvPr/>
        </p:nvSpPr>
        <p:spPr>
          <a:xfrm>
            <a:off x="82679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data_7402">
            <a:extLst>
              <a:ext uri="{FF2B5EF4-FFF2-40B4-BE49-F238E27FC236}">
                <a16:creationId xmlns:a16="http://schemas.microsoft.com/office/drawing/2014/main" id="{C7478E2B-AF3F-430E-83D1-6CBD081B7F37}"/>
              </a:ext>
            </a:extLst>
          </p:cNvPr>
          <p:cNvSpPr>
            <a:spLocks noGrp="1"/>
          </p:cNvSpPr>
          <p:nvPr/>
        </p:nvSpPr>
        <p:spPr>
          <a:xfrm>
            <a:off x="8280617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data_7403">
            <a:extLst>
              <a:ext uri="{FF2B5EF4-FFF2-40B4-BE49-F238E27FC236}">
                <a16:creationId xmlns:a16="http://schemas.microsoft.com/office/drawing/2014/main" id="{578A2A6E-4BB9-4B51-9934-38E7528D7E54}"/>
              </a:ext>
            </a:extLst>
          </p:cNvPr>
          <p:cNvSpPr>
            <a:spLocks noGrp="1"/>
          </p:cNvSpPr>
          <p:nvPr/>
        </p:nvSpPr>
        <p:spPr>
          <a:xfrm>
            <a:off x="8259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data_7404">
            <a:extLst>
              <a:ext uri="{FF2B5EF4-FFF2-40B4-BE49-F238E27FC236}">
                <a16:creationId xmlns:a16="http://schemas.microsoft.com/office/drawing/2014/main" id="{A4484F92-2298-4251-B0B1-B80737786DFE}"/>
              </a:ext>
            </a:extLst>
          </p:cNvPr>
          <p:cNvSpPr>
            <a:spLocks noGrp="1"/>
          </p:cNvSpPr>
          <p:nvPr/>
        </p:nvSpPr>
        <p:spPr>
          <a:xfrm>
            <a:off x="8273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data_7405">
            <a:extLst>
              <a:ext uri="{FF2B5EF4-FFF2-40B4-BE49-F238E27FC236}">
                <a16:creationId xmlns:a16="http://schemas.microsoft.com/office/drawing/2014/main" id="{83E2456E-9EDF-4424-AB83-3299C6CEE58C}"/>
              </a:ext>
            </a:extLst>
          </p:cNvPr>
          <p:cNvSpPr>
            <a:spLocks noGrp="1"/>
          </p:cNvSpPr>
          <p:nvPr/>
        </p:nvSpPr>
        <p:spPr>
          <a:xfrm>
            <a:off x="827814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data_7406">
            <a:extLst>
              <a:ext uri="{FF2B5EF4-FFF2-40B4-BE49-F238E27FC236}">
                <a16:creationId xmlns:a16="http://schemas.microsoft.com/office/drawing/2014/main" id="{DD8F94DE-0A60-4098-B2F4-FA4ACB162062}"/>
              </a:ext>
            </a:extLst>
          </p:cNvPr>
          <p:cNvSpPr>
            <a:spLocks noGrp="1"/>
          </p:cNvSpPr>
          <p:nvPr/>
        </p:nvSpPr>
        <p:spPr>
          <a:xfrm>
            <a:off x="8359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data_7407">
            <a:extLst>
              <a:ext uri="{FF2B5EF4-FFF2-40B4-BE49-F238E27FC236}">
                <a16:creationId xmlns:a16="http://schemas.microsoft.com/office/drawing/2014/main" id="{B0199B31-8F70-41FD-A310-15505D4325CE}"/>
              </a:ext>
            </a:extLst>
          </p:cNvPr>
          <p:cNvSpPr>
            <a:spLocks noGrp="1"/>
          </p:cNvSpPr>
          <p:nvPr/>
        </p:nvSpPr>
        <p:spPr>
          <a:xfrm>
            <a:off x="83038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data_7408">
            <a:extLst>
              <a:ext uri="{FF2B5EF4-FFF2-40B4-BE49-F238E27FC236}">
                <a16:creationId xmlns:a16="http://schemas.microsoft.com/office/drawing/2014/main" id="{9141B36B-5B32-4119-A1CA-D589B488BC5B}"/>
              </a:ext>
            </a:extLst>
          </p:cNvPr>
          <p:cNvSpPr>
            <a:spLocks noGrp="1"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data_7409">
            <a:extLst>
              <a:ext uri="{FF2B5EF4-FFF2-40B4-BE49-F238E27FC236}">
                <a16:creationId xmlns:a16="http://schemas.microsoft.com/office/drawing/2014/main" id="{0446CECF-23C6-4016-9D53-320C60AB17E5}"/>
              </a:ext>
            </a:extLst>
          </p:cNvPr>
          <p:cNvSpPr>
            <a:spLocks noGrp="1"/>
          </p:cNvSpPr>
          <p:nvPr/>
        </p:nvSpPr>
        <p:spPr>
          <a:xfrm>
            <a:off x="82802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data_7410">
            <a:extLst>
              <a:ext uri="{FF2B5EF4-FFF2-40B4-BE49-F238E27FC236}">
                <a16:creationId xmlns:a16="http://schemas.microsoft.com/office/drawing/2014/main" id="{7DE5BEE7-CE37-496E-AC4C-FD61706A6C84}"/>
              </a:ext>
            </a:extLst>
          </p:cNvPr>
          <p:cNvSpPr>
            <a:spLocks noGrp="1"/>
          </p:cNvSpPr>
          <p:nvPr/>
        </p:nvSpPr>
        <p:spPr>
          <a:xfrm>
            <a:off x="83522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data_7411">
            <a:extLst>
              <a:ext uri="{FF2B5EF4-FFF2-40B4-BE49-F238E27FC236}">
                <a16:creationId xmlns:a16="http://schemas.microsoft.com/office/drawing/2014/main" id="{5D616172-0376-4AD8-99E0-246E30E6EEF9}"/>
              </a:ext>
            </a:extLst>
          </p:cNvPr>
          <p:cNvSpPr>
            <a:spLocks noGrp="1"/>
          </p:cNvSpPr>
          <p:nvPr/>
        </p:nvSpPr>
        <p:spPr>
          <a:xfrm>
            <a:off x="83276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data_7412">
            <a:extLst>
              <a:ext uri="{FF2B5EF4-FFF2-40B4-BE49-F238E27FC236}">
                <a16:creationId xmlns:a16="http://schemas.microsoft.com/office/drawing/2014/main" id="{E38B5BD9-D06B-44BE-A359-97944B2006C7}"/>
              </a:ext>
            </a:extLst>
          </p:cNvPr>
          <p:cNvSpPr>
            <a:spLocks noGrp="1"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data_7413">
            <a:extLst>
              <a:ext uri="{FF2B5EF4-FFF2-40B4-BE49-F238E27FC236}">
                <a16:creationId xmlns:a16="http://schemas.microsoft.com/office/drawing/2014/main" id="{69628ED2-3DBE-449C-A434-34274EDBC165}"/>
              </a:ext>
            </a:extLst>
          </p:cNvPr>
          <p:cNvSpPr>
            <a:spLocks noGrp="1"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data_7414">
            <a:extLst>
              <a:ext uri="{FF2B5EF4-FFF2-40B4-BE49-F238E27FC236}">
                <a16:creationId xmlns:a16="http://schemas.microsoft.com/office/drawing/2014/main" id="{967707F9-0A0D-4726-BDCA-82D52DE1E7DF}"/>
              </a:ext>
            </a:extLst>
          </p:cNvPr>
          <p:cNvSpPr>
            <a:spLocks noGrp="1"/>
          </p:cNvSpPr>
          <p:nvPr/>
        </p:nvSpPr>
        <p:spPr>
          <a:xfrm>
            <a:off x="8293777" y="359451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data_7415">
            <a:extLst>
              <a:ext uri="{FF2B5EF4-FFF2-40B4-BE49-F238E27FC236}">
                <a16:creationId xmlns:a16="http://schemas.microsoft.com/office/drawing/2014/main" id="{4DB502F6-B9AE-4339-ACFE-897142A84934}"/>
              </a:ext>
            </a:extLst>
          </p:cNvPr>
          <p:cNvSpPr>
            <a:spLocks noGrp="1"/>
          </p:cNvSpPr>
          <p:nvPr/>
        </p:nvSpPr>
        <p:spPr>
          <a:xfrm>
            <a:off x="8352671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data_7416">
            <a:extLst>
              <a:ext uri="{FF2B5EF4-FFF2-40B4-BE49-F238E27FC236}">
                <a16:creationId xmlns:a16="http://schemas.microsoft.com/office/drawing/2014/main" id="{BC065991-F04D-490F-89CA-B4EEF9A8522C}"/>
              </a:ext>
            </a:extLst>
          </p:cNvPr>
          <p:cNvSpPr>
            <a:spLocks noGrp="1"/>
          </p:cNvSpPr>
          <p:nvPr/>
        </p:nvSpPr>
        <p:spPr>
          <a:xfrm>
            <a:off x="8352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data_7417">
            <a:extLst>
              <a:ext uri="{FF2B5EF4-FFF2-40B4-BE49-F238E27FC236}">
                <a16:creationId xmlns:a16="http://schemas.microsoft.com/office/drawing/2014/main" id="{25570639-6066-4516-A9F6-DBEDB542FF01}"/>
              </a:ext>
            </a:extLst>
          </p:cNvPr>
          <p:cNvSpPr>
            <a:spLocks noGrp="1"/>
          </p:cNvSpPr>
          <p:nvPr/>
        </p:nvSpPr>
        <p:spPr>
          <a:xfrm>
            <a:off x="834472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data_7418">
            <a:extLst>
              <a:ext uri="{FF2B5EF4-FFF2-40B4-BE49-F238E27FC236}">
                <a16:creationId xmlns:a16="http://schemas.microsoft.com/office/drawing/2014/main" id="{9D5FAFFD-AA57-4B41-9E40-46567E57FE2F}"/>
              </a:ext>
            </a:extLst>
          </p:cNvPr>
          <p:cNvSpPr>
            <a:spLocks noGrp="1"/>
          </p:cNvSpPr>
          <p:nvPr/>
        </p:nvSpPr>
        <p:spPr>
          <a:xfrm>
            <a:off x="835618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data_7419">
            <a:extLst>
              <a:ext uri="{FF2B5EF4-FFF2-40B4-BE49-F238E27FC236}">
                <a16:creationId xmlns:a16="http://schemas.microsoft.com/office/drawing/2014/main" id="{D4A3ECB8-DDC5-461D-AD48-65B17DBBF11A}"/>
              </a:ext>
            </a:extLst>
          </p:cNvPr>
          <p:cNvSpPr>
            <a:spLocks noGrp="1"/>
          </p:cNvSpPr>
          <p:nvPr/>
        </p:nvSpPr>
        <p:spPr>
          <a:xfrm>
            <a:off x="828126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data_7420">
            <a:extLst>
              <a:ext uri="{FF2B5EF4-FFF2-40B4-BE49-F238E27FC236}">
                <a16:creationId xmlns:a16="http://schemas.microsoft.com/office/drawing/2014/main" id="{B375FD9B-5EDF-4645-B30E-F18D183D7F8A}"/>
              </a:ext>
            </a:extLst>
          </p:cNvPr>
          <p:cNvSpPr>
            <a:spLocks noGrp="1"/>
          </p:cNvSpPr>
          <p:nvPr/>
        </p:nvSpPr>
        <p:spPr>
          <a:xfrm>
            <a:off x="82615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data_7421">
            <a:extLst>
              <a:ext uri="{FF2B5EF4-FFF2-40B4-BE49-F238E27FC236}">
                <a16:creationId xmlns:a16="http://schemas.microsoft.com/office/drawing/2014/main" id="{2C2C97C5-A4DF-4AF6-ABB0-8170DBE62F74}"/>
              </a:ext>
            </a:extLst>
          </p:cNvPr>
          <p:cNvSpPr>
            <a:spLocks noGrp="1"/>
          </p:cNvSpPr>
          <p:nvPr/>
        </p:nvSpPr>
        <p:spPr>
          <a:xfrm>
            <a:off x="83374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data_7422">
            <a:extLst>
              <a:ext uri="{FF2B5EF4-FFF2-40B4-BE49-F238E27FC236}">
                <a16:creationId xmlns:a16="http://schemas.microsoft.com/office/drawing/2014/main" id="{4F5FC586-07F8-48B8-9318-CC04B9AFE96C}"/>
              </a:ext>
            </a:extLst>
          </p:cNvPr>
          <p:cNvSpPr>
            <a:spLocks noGrp="1"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data_7423">
            <a:extLst>
              <a:ext uri="{FF2B5EF4-FFF2-40B4-BE49-F238E27FC236}">
                <a16:creationId xmlns:a16="http://schemas.microsoft.com/office/drawing/2014/main" id="{CF830D91-3533-4667-95CF-250668E34D8B}"/>
              </a:ext>
            </a:extLst>
          </p:cNvPr>
          <p:cNvSpPr>
            <a:spLocks noGrp="1"/>
          </p:cNvSpPr>
          <p:nvPr/>
        </p:nvSpPr>
        <p:spPr>
          <a:xfrm>
            <a:off x="82636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data_7424">
            <a:extLst>
              <a:ext uri="{FF2B5EF4-FFF2-40B4-BE49-F238E27FC236}">
                <a16:creationId xmlns:a16="http://schemas.microsoft.com/office/drawing/2014/main" id="{D3EA5489-E830-43B8-8E51-36F02D6FC78A}"/>
              </a:ext>
            </a:extLst>
          </p:cNvPr>
          <p:cNvSpPr>
            <a:spLocks noGrp="1"/>
          </p:cNvSpPr>
          <p:nvPr/>
        </p:nvSpPr>
        <p:spPr>
          <a:xfrm>
            <a:off x="834068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data_7425">
            <a:extLst>
              <a:ext uri="{FF2B5EF4-FFF2-40B4-BE49-F238E27FC236}">
                <a16:creationId xmlns:a16="http://schemas.microsoft.com/office/drawing/2014/main" id="{71AF59BD-158A-4C8D-8B6C-C08D34422899}"/>
              </a:ext>
            </a:extLst>
          </p:cNvPr>
          <p:cNvSpPr>
            <a:spLocks noGrp="1"/>
          </p:cNvSpPr>
          <p:nvPr/>
        </p:nvSpPr>
        <p:spPr>
          <a:xfrm>
            <a:off x="82566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data_7426">
            <a:extLst>
              <a:ext uri="{FF2B5EF4-FFF2-40B4-BE49-F238E27FC236}">
                <a16:creationId xmlns:a16="http://schemas.microsoft.com/office/drawing/2014/main" id="{6C383D3E-A250-4D1E-95EC-939C70D13236}"/>
              </a:ext>
            </a:extLst>
          </p:cNvPr>
          <p:cNvSpPr>
            <a:spLocks noGrp="1"/>
          </p:cNvSpPr>
          <p:nvPr/>
        </p:nvSpPr>
        <p:spPr>
          <a:xfrm>
            <a:off x="8365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data_7427">
            <a:extLst>
              <a:ext uri="{FF2B5EF4-FFF2-40B4-BE49-F238E27FC236}">
                <a16:creationId xmlns:a16="http://schemas.microsoft.com/office/drawing/2014/main" id="{795D9D67-E535-4C72-9E97-A79FB1A4F6FB}"/>
              </a:ext>
            </a:extLst>
          </p:cNvPr>
          <p:cNvSpPr>
            <a:spLocks noGrp="1"/>
          </p:cNvSpPr>
          <p:nvPr/>
        </p:nvSpPr>
        <p:spPr>
          <a:xfrm>
            <a:off x="83457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data_7428">
            <a:extLst>
              <a:ext uri="{FF2B5EF4-FFF2-40B4-BE49-F238E27FC236}">
                <a16:creationId xmlns:a16="http://schemas.microsoft.com/office/drawing/2014/main" id="{943FB028-A825-4969-B254-64B4F7741E8D}"/>
              </a:ext>
            </a:extLst>
          </p:cNvPr>
          <p:cNvSpPr>
            <a:spLocks noGrp="1"/>
          </p:cNvSpPr>
          <p:nvPr/>
        </p:nvSpPr>
        <p:spPr>
          <a:xfrm>
            <a:off x="82985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data_7429">
            <a:extLst>
              <a:ext uri="{FF2B5EF4-FFF2-40B4-BE49-F238E27FC236}">
                <a16:creationId xmlns:a16="http://schemas.microsoft.com/office/drawing/2014/main" id="{E298F253-A1E2-4F2A-8B70-7E5D8E8F1C38}"/>
              </a:ext>
            </a:extLst>
          </p:cNvPr>
          <p:cNvSpPr>
            <a:spLocks noGrp="1"/>
          </p:cNvSpPr>
          <p:nvPr/>
        </p:nvSpPr>
        <p:spPr>
          <a:xfrm>
            <a:off x="82765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data_7430">
            <a:extLst>
              <a:ext uri="{FF2B5EF4-FFF2-40B4-BE49-F238E27FC236}">
                <a16:creationId xmlns:a16="http://schemas.microsoft.com/office/drawing/2014/main" id="{D72BB4BC-2778-4011-8C59-59603D242013}"/>
              </a:ext>
            </a:extLst>
          </p:cNvPr>
          <p:cNvSpPr>
            <a:spLocks noGrp="1"/>
          </p:cNvSpPr>
          <p:nvPr/>
        </p:nvSpPr>
        <p:spPr>
          <a:xfrm>
            <a:off x="8363747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data_7431">
            <a:extLst>
              <a:ext uri="{FF2B5EF4-FFF2-40B4-BE49-F238E27FC236}">
                <a16:creationId xmlns:a16="http://schemas.microsoft.com/office/drawing/2014/main" id="{7F432E33-B803-48A2-9EC4-1A3D030E39F5}"/>
              </a:ext>
            </a:extLst>
          </p:cNvPr>
          <p:cNvSpPr>
            <a:spLocks noGrp="1"/>
          </p:cNvSpPr>
          <p:nvPr/>
        </p:nvSpPr>
        <p:spPr>
          <a:xfrm>
            <a:off x="836934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data_7432">
            <a:extLst>
              <a:ext uri="{FF2B5EF4-FFF2-40B4-BE49-F238E27FC236}">
                <a16:creationId xmlns:a16="http://schemas.microsoft.com/office/drawing/2014/main" id="{DD4348CC-BC08-46E7-A8AC-F758224E9FD2}"/>
              </a:ext>
            </a:extLst>
          </p:cNvPr>
          <p:cNvSpPr>
            <a:spLocks noGrp="1"/>
          </p:cNvSpPr>
          <p:nvPr/>
        </p:nvSpPr>
        <p:spPr>
          <a:xfrm>
            <a:off x="8322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data_7433">
            <a:extLst>
              <a:ext uri="{FF2B5EF4-FFF2-40B4-BE49-F238E27FC236}">
                <a16:creationId xmlns:a16="http://schemas.microsoft.com/office/drawing/2014/main" id="{D78F36F3-2E1D-4F0D-95BF-B8D8CCDF55BE}"/>
              </a:ext>
            </a:extLst>
          </p:cNvPr>
          <p:cNvSpPr>
            <a:spLocks noGrp="1"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data_7434">
            <a:extLst>
              <a:ext uri="{FF2B5EF4-FFF2-40B4-BE49-F238E27FC236}">
                <a16:creationId xmlns:a16="http://schemas.microsoft.com/office/drawing/2014/main" id="{10E328B1-1505-4E69-BF87-5EA01558D325}"/>
              </a:ext>
            </a:extLst>
          </p:cNvPr>
          <p:cNvSpPr>
            <a:spLocks noGrp="1"/>
          </p:cNvSpPr>
          <p:nvPr/>
        </p:nvSpPr>
        <p:spPr>
          <a:xfrm>
            <a:off x="8260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data_7435">
            <a:extLst>
              <a:ext uri="{FF2B5EF4-FFF2-40B4-BE49-F238E27FC236}">
                <a16:creationId xmlns:a16="http://schemas.microsoft.com/office/drawing/2014/main" id="{4DA70715-7579-41E1-B16C-ADD1B2794909}"/>
              </a:ext>
            </a:extLst>
          </p:cNvPr>
          <p:cNvSpPr>
            <a:spLocks noGrp="1"/>
          </p:cNvSpPr>
          <p:nvPr/>
        </p:nvSpPr>
        <p:spPr>
          <a:xfrm>
            <a:off x="82971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data_7436">
            <a:extLst>
              <a:ext uri="{FF2B5EF4-FFF2-40B4-BE49-F238E27FC236}">
                <a16:creationId xmlns:a16="http://schemas.microsoft.com/office/drawing/2014/main" id="{E0139B3E-694E-4968-938D-74154D1E874F}"/>
              </a:ext>
            </a:extLst>
          </p:cNvPr>
          <p:cNvSpPr>
            <a:spLocks noGrp="1"/>
          </p:cNvSpPr>
          <p:nvPr/>
        </p:nvSpPr>
        <p:spPr>
          <a:xfrm>
            <a:off x="834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data_7437">
            <a:extLst>
              <a:ext uri="{FF2B5EF4-FFF2-40B4-BE49-F238E27FC236}">
                <a16:creationId xmlns:a16="http://schemas.microsoft.com/office/drawing/2014/main" id="{DC7350C5-F73E-4705-B12A-FF5E225ABDD5}"/>
              </a:ext>
            </a:extLst>
          </p:cNvPr>
          <p:cNvSpPr>
            <a:spLocks noGrp="1"/>
          </p:cNvSpPr>
          <p:nvPr/>
        </p:nvSpPr>
        <p:spPr>
          <a:xfrm>
            <a:off x="825247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data_7438">
            <a:extLst>
              <a:ext uri="{FF2B5EF4-FFF2-40B4-BE49-F238E27FC236}">
                <a16:creationId xmlns:a16="http://schemas.microsoft.com/office/drawing/2014/main" id="{1DE8A574-64B9-405B-9E16-76EDBEA90D6F}"/>
              </a:ext>
            </a:extLst>
          </p:cNvPr>
          <p:cNvSpPr>
            <a:spLocks noGrp="1"/>
          </p:cNvSpPr>
          <p:nvPr/>
        </p:nvSpPr>
        <p:spPr>
          <a:xfrm>
            <a:off x="82477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data_7439">
            <a:extLst>
              <a:ext uri="{FF2B5EF4-FFF2-40B4-BE49-F238E27FC236}">
                <a16:creationId xmlns:a16="http://schemas.microsoft.com/office/drawing/2014/main" id="{F21AF0AC-8FBD-4E7F-AED2-E23220FBE84B}"/>
              </a:ext>
            </a:extLst>
          </p:cNvPr>
          <p:cNvSpPr>
            <a:spLocks noGrp="1"/>
          </p:cNvSpPr>
          <p:nvPr/>
        </p:nvSpPr>
        <p:spPr>
          <a:xfrm>
            <a:off x="8324788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data_7440">
            <a:extLst>
              <a:ext uri="{FF2B5EF4-FFF2-40B4-BE49-F238E27FC236}">
                <a16:creationId xmlns:a16="http://schemas.microsoft.com/office/drawing/2014/main" id="{36DB892B-71C5-483C-8C7D-C2FE5C6C4849}"/>
              </a:ext>
            </a:extLst>
          </p:cNvPr>
          <p:cNvSpPr>
            <a:spLocks noGrp="1"/>
          </p:cNvSpPr>
          <p:nvPr/>
        </p:nvSpPr>
        <p:spPr>
          <a:xfrm>
            <a:off x="8362965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data_7441">
            <a:extLst>
              <a:ext uri="{FF2B5EF4-FFF2-40B4-BE49-F238E27FC236}">
                <a16:creationId xmlns:a16="http://schemas.microsoft.com/office/drawing/2014/main" id="{C7B29605-9175-4B85-AD9B-5637DBBCC606}"/>
              </a:ext>
            </a:extLst>
          </p:cNvPr>
          <p:cNvSpPr>
            <a:spLocks noGrp="1"/>
          </p:cNvSpPr>
          <p:nvPr/>
        </p:nvSpPr>
        <p:spPr>
          <a:xfrm>
            <a:off x="8242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data_7442">
            <a:extLst>
              <a:ext uri="{FF2B5EF4-FFF2-40B4-BE49-F238E27FC236}">
                <a16:creationId xmlns:a16="http://schemas.microsoft.com/office/drawing/2014/main" id="{34117F05-21A1-47DD-BC67-FB9ACBFBB0FF}"/>
              </a:ext>
            </a:extLst>
          </p:cNvPr>
          <p:cNvSpPr>
            <a:spLocks noGrp="1"/>
          </p:cNvSpPr>
          <p:nvPr/>
        </p:nvSpPr>
        <p:spPr>
          <a:xfrm>
            <a:off x="82929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data_7443">
            <a:extLst>
              <a:ext uri="{FF2B5EF4-FFF2-40B4-BE49-F238E27FC236}">
                <a16:creationId xmlns:a16="http://schemas.microsoft.com/office/drawing/2014/main" id="{18861F4B-A341-4C7D-B620-BC48F95C7E96}"/>
              </a:ext>
            </a:extLst>
          </p:cNvPr>
          <p:cNvSpPr>
            <a:spLocks noGrp="1"/>
          </p:cNvSpPr>
          <p:nvPr/>
        </p:nvSpPr>
        <p:spPr>
          <a:xfrm>
            <a:off x="8334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data_7444">
            <a:extLst>
              <a:ext uri="{FF2B5EF4-FFF2-40B4-BE49-F238E27FC236}">
                <a16:creationId xmlns:a16="http://schemas.microsoft.com/office/drawing/2014/main" id="{36BF1EAB-2957-4817-A7C1-74B71FC35BFF}"/>
              </a:ext>
            </a:extLst>
          </p:cNvPr>
          <p:cNvSpPr>
            <a:spLocks noGrp="1"/>
          </p:cNvSpPr>
          <p:nvPr/>
        </p:nvSpPr>
        <p:spPr>
          <a:xfrm>
            <a:off x="8295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data_7445">
            <a:extLst>
              <a:ext uri="{FF2B5EF4-FFF2-40B4-BE49-F238E27FC236}">
                <a16:creationId xmlns:a16="http://schemas.microsoft.com/office/drawing/2014/main" id="{7D768F92-FE71-4342-AB9B-EA1535C3C8B7}"/>
              </a:ext>
            </a:extLst>
          </p:cNvPr>
          <p:cNvSpPr>
            <a:spLocks noGrp="1"/>
          </p:cNvSpPr>
          <p:nvPr/>
        </p:nvSpPr>
        <p:spPr>
          <a:xfrm>
            <a:off x="82737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data_7446">
            <a:extLst>
              <a:ext uri="{FF2B5EF4-FFF2-40B4-BE49-F238E27FC236}">
                <a16:creationId xmlns:a16="http://schemas.microsoft.com/office/drawing/2014/main" id="{945AB318-323C-4808-B768-AC149F220513}"/>
              </a:ext>
            </a:extLst>
          </p:cNvPr>
          <p:cNvSpPr>
            <a:spLocks noGrp="1"/>
          </p:cNvSpPr>
          <p:nvPr/>
        </p:nvSpPr>
        <p:spPr>
          <a:xfrm>
            <a:off x="83242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data_7447">
            <a:extLst>
              <a:ext uri="{FF2B5EF4-FFF2-40B4-BE49-F238E27FC236}">
                <a16:creationId xmlns:a16="http://schemas.microsoft.com/office/drawing/2014/main" id="{B4B5508E-EBBC-4F78-A9FB-F723E328C96A}"/>
              </a:ext>
            </a:extLst>
          </p:cNvPr>
          <p:cNvSpPr>
            <a:spLocks noGrp="1"/>
          </p:cNvSpPr>
          <p:nvPr/>
        </p:nvSpPr>
        <p:spPr>
          <a:xfrm>
            <a:off x="83200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data_7448">
            <a:extLst>
              <a:ext uri="{FF2B5EF4-FFF2-40B4-BE49-F238E27FC236}">
                <a16:creationId xmlns:a16="http://schemas.microsoft.com/office/drawing/2014/main" id="{BCA4CFD9-D4F4-4E5A-94C3-B746B7ED1F6F}"/>
              </a:ext>
            </a:extLst>
          </p:cNvPr>
          <p:cNvSpPr>
            <a:spLocks noGrp="1"/>
          </p:cNvSpPr>
          <p:nvPr/>
        </p:nvSpPr>
        <p:spPr>
          <a:xfrm>
            <a:off x="830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data_7449">
            <a:extLst>
              <a:ext uri="{FF2B5EF4-FFF2-40B4-BE49-F238E27FC236}">
                <a16:creationId xmlns:a16="http://schemas.microsoft.com/office/drawing/2014/main" id="{2A688856-80E7-4662-85B0-EDCC7B240E52}"/>
              </a:ext>
            </a:extLst>
          </p:cNvPr>
          <p:cNvSpPr>
            <a:spLocks noGrp="1"/>
          </p:cNvSpPr>
          <p:nvPr/>
        </p:nvSpPr>
        <p:spPr>
          <a:xfrm>
            <a:off x="83169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data_7450">
            <a:extLst>
              <a:ext uri="{FF2B5EF4-FFF2-40B4-BE49-F238E27FC236}">
                <a16:creationId xmlns:a16="http://schemas.microsoft.com/office/drawing/2014/main" id="{87786507-4814-47D8-A215-58542B0A48FF}"/>
              </a:ext>
            </a:extLst>
          </p:cNvPr>
          <p:cNvSpPr>
            <a:spLocks noGrp="1"/>
          </p:cNvSpPr>
          <p:nvPr/>
        </p:nvSpPr>
        <p:spPr>
          <a:xfrm>
            <a:off x="8279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data_7451">
            <a:extLst>
              <a:ext uri="{FF2B5EF4-FFF2-40B4-BE49-F238E27FC236}">
                <a16:creationId xmlns:a16="http://schemas.microsoft.com/office/drawing/2014/main" id="{1E889C97-7369-4C60-9D3D-1E618CD858F0}"/>
              </a:ext>
            </a:extLst>
          </p:cNvPr>
          <p:cNvSpPr>
            <a:spLocks noGrp="1"/>
          </p:cNvSpPr>
          <p:nvPr/>
        </p:nvSpPr>
        <p:spPr>
          <a:xfrm>
            <a:off x="83087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data_7452">
            <a:extLst>
              <a:ext uri="{FF2B5EF4-FFF2-40B4-BE49-F238E27FC236}">
                <a16:creationId xmlns:a16="http://schemas.microsoft.com/office/drawing/2014/main" id="{88E8D7BA-CBF7-4F68-8EC2-BBFE8BD5FD47}"/>
              </a:ext>
            </a:extLst>
          </p:cNvPr>
          <p:cNvSpPr>
            <a:spLocks noGrp="1"/>
          </p:cNvSpPr>
          <p:nvPr/>
        </p:nvSpPr>
        <p:spPr>
          <a:xfrm>
            <a:off x="828087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data_7453">
            <a:extLst>
              <a:ext uri="{FF2B5EF4-FFF2-40B4-BE49-F238E27FC236}">
                <a16:creationId xmlns:a16="http://schemas.microsoft.com/office/drawing/2014/main" id="{00197E11-C323-4DFE-9D5E-184EE26C7F7D}"/>
              </a:ext>
            </a:extLst>
          </p:cNvPr>
          <p:cNvSpPr>
            <a:spLocks noGrp="1"/>
          </p:cNvSpPr>
          <p:nvPr/>
        </p:nvSpPr>
        <p:spPr>
          <a:xfrm>
            <a:off x="8292344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data_7454">
            <a:extLst>
              <a:ext uri="{FF2B5EF4-FFF2-40B4-BE49-F238E27FC236}">
                <a16:creationId xmlns:a16="http://schemas.microsoft.com/office/drawing/2014/main" id="{A86709E8-7EBA-44E7-8871-9CE9827EC0C6}"/>
              </a:ext>
            </a:extLst>
          </p:cNvPr>
          <p:cNvSpPr>
            <a:spLocks noGrp="1"/>
          </p:cNvSpPr>
          <p:nvPr/>
        </p:nvSpPr>
        <p:spPr>
          <a:xfrm>
            <a:off x="834863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data_7455">
            <a:extLst>
              <a:ext uri="{FF2B5EF4-FFF2-40B4-BE49-F238E27FC236}">
                <a16:creationId xmlns:a16="http://schemas.microsoft.com/office/drawing/2014/main" id="{771E00C5-5BB9-4FA2-8F3B-42697B2B0C90}"/>
              </a:ext>
            </a:extLst>
          </p:cNvPr>
          <p:cNvSpPr>
            <a:spLocks noGrp="1"/>
          </p:cNvSpPr>
          <p:nvPr/>
        </p:nvSpPr>
        <p:spPr>
          <a:xfrm>
            <a:off x="82563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data_7456">
            <a:extLst>
              <a:ext uri="{FF2B5EF4-FFF2-40B4-BE49-F238E27FC236}">
                <a16:creationId xmlns:a16="http://schemas.microsoft.com/office/drawing/2014/main" id="{02A3769B-BEAE-4E9A-B248-E17AFF7181BF}"/>
              </a:ext>
            </a:extLst>
          </p:cNvPr>
          <p:cNvSpPr>
            <a:spLocks noGrp="1"/>
          </p:cNvSpPr>
          <p:nvPr/>
        </p:nvSpPr>
        <p:spPr>
          <a:xfrm>
            <a:off x="82623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data_7457">
            <a:extLst>
              <a:ext uri="{FF2B5EF4-FFF2-40B4-BE49-F238E27FC236}">
                <a16:creationId xmlns:a16="http://schemas.microsoft.com/office/drawing/2014/main" id="{B217468C-2730-462E-8E98-26863FFF4E45}"/>
              </a:ext>
            </a:extLst>
          </p:cNvPr>
          <p:cNvSpPr>
            <a:spLocks noGrp="1"/>
          </p:cNvSpPr>
          <p:nvPr/>
        </p:nvSpPr>
        <p:spPr>
          <a:xfrm>
            <a:off x="83165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data_7458">
            <a:extLst>
              <a:ext uri="{FF2B5EF4-FFF2-40B4-BE49-F238E27FC236}">
                <a16:creationId xmlns:a16="http://schemas.microsoft.com/office/drawing/2014/main" id="{04944067-F7D8-48F7-80C7-DA09B24217B1}"/>
              </a:ext>
            </a:extLst>
          </p:cNvPr>
          <p:cNvSpPr>
            <a:spLocks noGrp="1"/>
          </p:cNvSpPr>
          <p:nvPr/>
        </p:nvSpPr>
        <p:spPr>
          <a:xfrm>
            <a:off x="83154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data_7459">
            <a:extLst>
              <a:ext uri="{FF2B5EF4-FFF2-40B4-BE49-F238E27FC236}">
                <a16:creationId xmlns:a16="http://schemas.microsoft.com/office/drawing/2014/main" id="{F748964A-42E6-422F-8C04-D845540F18BE}"/>
              </a:ext>
            </a:extLst>
          </p:cNvPr>
          <p:cNvSpPr>
            <a:spLocks noGrp="1"/>
          </p:cNvSpPr>
          <p:nvPr/>
        </p:nvSpPr>
        <p:spPr>
          <a:xfrm>
            <a:off x="83577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data_7460">
            <a:extLst>
              <a:ext uri="{FF2B5EF4-FFF2-40B4-BE49-F238E27FC236}">
                <a16:creationId xmlns:a16="http://schemas.microsoft.com/office/drawing/2014/main" id="{B60F4906-E2F9-45D2-B703-2E61C394247D}"/>
              </a:ext>
            </a:extLst>
          </p:cNvPr>
          <p:cNvSpPr>
            <a:spLocks noGrp="1"/>
          </p:cNvSpPr>
          <p:nvPr/>
        </p:nvSpPr>
        <p:spPr>
          <a:xfrm>
            <a:off x="8338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data_7461">
            <a:extLst>
              <a:ext uri="{FF2B5EF4-FFF2-40B4-BE49-F238E27FC236}">
                <a16:creationId xmlns:a16="http://schemas.microsoft.com/office/drawing/2014/main" id="{0FC4D3DC-6C4F-4EA2-8E13-6DD8888AE77E}"/>
              </a:ext>
            </a:extLst>
          </p:cNvPr>
          <p:cNvSpPr>
            <a:spLocks noGrp="1"/>
          </p:cNvSpPr>
          <p:nvPr/>
        </p:nvSpPr>
        <p:spPr>
          <a:xfrm>
            <a:off x="82576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data_7462">
            <a:extLst>
              <a:ext uri="{FF2B5EF4-FFF2-40B4-BE49-F238E27FC236}">
                <a16:creationId xmlns:a16="http://schemas.microsoft.com/office/drawing/2014/main" id="{B39D2E37-86DE-43CE-ADF1-72E92A16898A}"/>
              </a:ext>
            </a:extLst>
          </p:cNvPr>
          <p:cNvSpPr>
            <a:spLocks noGrp="1"/>
          </p:cNvSpPr>
          <p:nvPr/>
        </p:nvSpPr>
        <p:spPr>
          <a:xfrm>
            <a:off x="82765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data_7463">
            <a:extLst>
              <a:ext uri="{FF2B5EF4-FFF2-40B4-BE49-F238E27FC236}">
                <a16:creationId xmlns:a16="http://schemas.microsoft.com/office/drawing/2014/main" id="{E1E1F700-1DB6-43E7-ADE1-51101D6E2BDC}"/>
              </a:ext>
            </a:extLst>
          </p:cNvPr>
          <p:cNvSpPr>
            <a:spLocks noGrp="1"/>
          </p:cNvSpPr>
          <p:nvPr/>
        </p:nvSpPr>
        <p:spPr>
          <a:xfrm>
            <a:off x="832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data_7464">
            <a:extLst>
              <a:ext uri="{FF2B5EF4-FFF2-40B4-BE49-F238E27FC236}">
                <a16:creationId xmlns:a16="http://schemas.microsoft.com/office/drawing/2014/main" id="{60BF82A6-D9D4-4F20-8D27-E733581B77F5}"/>
              </a:ext>
            </a:extLst>
          </p:cNvPr>
          <p:cNvSpPr>
            <a:spLocks noGrp="1"/>
          </p:cNvSpPr>
          <p:nvPr/>
        </p:nvSpPr>
        <p:spPr>
          <a:xfrm>
            <a:off x="82501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data_7465">
            <a:extLst>
              <a:ext uri="{FF2B5EF4-FFF2-40B4-BE49-F238E27FC236}">
                <a16:creationId xmlns:a16="http://schemas.microsoft.com/office/drawing/2014/main" id="{15F767D5-C897-48DC-AF17-C32D353C8268}"/>
              </a:ext>
            </a:extLst>
          </p:cNvPr>
          <p:cNvSpPr>
            <a:spLocks noGrp="1"/>
          </p:cNvSpPr>
          <p:nvPr/>
        </p:nvSpPr>
        <p:spPr>
          <a:xfrm>
            <a:off x="83406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data_7466">
            <a:extLst>
              <a:ext uri="{FF2B5EF4-FFF2-40B4-BE49-F238E27FC236}">
                <a16:creationId xmlns:a16="http://schemas.microsoft.com/office/drawing/2014/main" id="{C6DCA474-3AA4-4D15-A076-DECF22A8FAE9}"/>
              </a:ext>
            </a:extLst>
          </p:cNvPr>
          <p:cNvSpPr>
            <a:spLocks noGrp="1"/>
          </p:cNvSpPr>
          <p:nvPr/>
        </p:nvSpPr>
        <p:spPr>
          <a:xfrm>
            <a:off x="8345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data_7467">
            <a:extLst>
              <a:ext uri="{FF2B5EF4-FFF2-40B4-BE49-F238E27FC236}">
                <a16:creationId xmlns:a16="http://schemas.microsoft.com/office/drawing/2014/main" id="{9B9B54B7-7311-4458-AA03-8EF4B2EBE28C}"/>
              </a:ext>
            </a:extLst>
          </p:cNvPr>
          <p:cNvSpPr>
            <a:spLocks noGrp="1"/>
          </p:cNvSpPr>
          <p:nvPr/>
        </p:nvSpPr>
        <p:spPr>
          <a:xfrm>
            <a:off x="833130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data_7468">
            <a:extLst>
              <a:ext uri="{FF2B5EF4-FFF2-40B4-BE49-F238E27FC236}">
                <a16:creationId xmlns:a16="http://schemas.microsoft.com/office/drawing/2014/main" id="{B8F1AA61-028A-42DD-9043-0498F22CDC24}"/>
              </a:ext>
            </a:extLst>
          </p:cNvPr>
          <p:cNvSpPr>
            <a:spLocks noGrp="1"/>
          </p:cNvSpPr>
          <p:nvPr/>
        </p:nvSpPr>
        <p:spPr>
          <a:xfrm>
            <a:off x="83301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data_7469">
            <a:extLst>
              <a:ext uri="{FF2B5EF4-FFF2-40B4-BE49-F238E27FC236}">
                <a16:creationId xmlns:a16="http://schemas.microsoft.com/office/drawing/2014/main" id="{8282E4D4-9E38-4155-9EC7-58970D467B7C}"/>
              </a:ext>
            </a:extLst>
          </p:cNvPr>
          <p:cNvSpPr>
            <a:spLocks noGrp="1"/>
          </p:cNvSpPr>
          <p:nvPr/>
        </p:nvSpPr>
        <p:spPr>
          <a:xfrm>
            <a:off x="8335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data_7470">
            <a:extLst>
              <a:ext uri="{FF2B5EF4-FFF2-40B4-BE49-F238E27FC236}">
                <a16:creationId xmlns:a16="http://schemas.microsoft.com/office/drawing/2014/main" id="{7708E64B-B8D5-46FA-B196-0392526694B5}"/>
              </a:ext>
            </a:extLst>
          </p:cNvPr>
          <p:cNvSpPr>
            <a:spLocks noGrp="1"/>
          </p:cNvSpPr>
          <p:nvPr/>
        </p:nvSpPr>
        <p:spPr>
          <a:xfrm>
            <a:off x="83111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data_7471">
            <a:extLst>
              <a:ext uri="{FF2B5EF4-FFF2-40B4-BE49-F238E27FC236}">
                <a16:creationId xmlns:a16="http://schemas.microsoft.com/office/drawing/2014/main" id="{71423E48-A715-4DA3-8BAE-CB1C7193C2F0}"/>
              </a:ext>
            </a:extLst>
          </p:cNvPr>
          <p:cNvSpPr>
            <a:spLocks noGrp="1"/>
          </p:cNvSpPr>
          <p:nvPr/>
        </p:nvSpPr>
        <p:spPr>
          <a:xfrm>
            <a:off x="8243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data_7472">
            <a:extLst>
              <a:ext uri="{FF2B5EF4-FFF2-40B4-BE49-F238E27FC236}">
                <a16:creationId xmlns:a16="http://schemas.microsoft.com/office/drawing/2014/main" id="{A64A9DD8-9F62-4DE0-AE0A-353991F9C6C2}"/>
              </a:ext>
            </a:extLst>
          </p:cNvPr>
          <p:cNvSpPr>
            <a:spLocks noGrp="1"/>
          </p:cNvSpPr>
          <p:nvPr/>
        </p:nvSpPr>
        <p:spPr>
          <a:xfrm>
            <a:off x="83108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data_7473">
            <a:extLst>
              <a:ext uri="{FF2B5EF4-FFF2-40B4-BE49-F238E27FC236}">
                <a16:creationId xmlns:a16="http://schemas.microsoft.com/office/drawing/2014/main" id="{0884DED5-1A8B-4D02-B0B1-BDC15C3F587D}"/>
              </a:ext>
            </a:extLst>
          </p:cNvPr>
          <p:cNvSpPr>
            <a:spLocks noGrp="1"/>
          </p:cNvSpPr>
          <p:nvPr/>
        </p:nvSpPr>
        <p:spPr>
          <a:xfrm>
            <a:off x="826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data_7474">
            <a:extLst>
              <a:ext uri="{FF2B5EF4-FFF2-40B4-BE49-F238E27FC236}">
                <a16:creationId xmlns:a16="http://schemas.microsoft.com/office/drawing/2014/main" id="{D7055047-A3EC-41F0-B0C6-07E7967090A1}"/>
              </a:ext>
            </a:extLst>
          </p:cNvPr>
          <p:cNvSpPr>
            <a:spLocks noGrp="1"/>
          </p:cNvSpPr>
          <p:nvPr/>
        </p:nvSpPr>
        <p:spPr>
          <a:xfrm>
            <a:off x="8330651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data_7475">
            <a:extLst>
              <a:ext uri="{FF2B5EF4-FFF2-40B4-BE49-F238E27FC236}">
                <a16:creationId xmlns:a16="http://schemas.microsoft.com/office/drawing/2014/main" id="{ACD220CB-BE09-484F-86EC-7773848829D2}"/>
              </a:ext>
            </a:extLst>
          </p:cNvPr>
          <p:cNvSpPr>
            <a:spLocks noGrp="1"/>
          </p:cNvSpPr>
          <p:nvPr/>
        </p:nvSpPr>
        <p:spPr>
          <a:xfrm>
            <a:off x="834785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data_7476">
            <a:extLst>
              <a:ext uri="{FF2B5EF4-FFF2-40B4-BE49-F238E27FC236}">
                <a16:creationId xmlns:a16="http://schemas.microsoft.com/office/drawing/2014/main" id="{A13DF17B-CD0F-49CE-81C8-4837293E7D86}"/>
              </a:ext>
            </a:extLst>
          </p:cNvPr>
          <p:cNvSpPr>
            <a:spLocks noGrp="1"/>
          </p:cNvSpPr>
          <p:nvPr/>
        </p:nvSpPr>
        <p:spPr>
          <a:xfrm>
            <a:off x="8258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data_7477">
            <a:extLst>
              <a:ext uri="{FF2B5EF4-FFF2-40B4-BE49-F238E27FC236}">
                <a16:creationId xmlns:a16="http://schemas.microsoft.com/office/drawing/2014/main" id="{98F2E494-E9C8-4BAA-8B4E-9B1A07D924D6}"/>
              </a:ext>
            </a:extLst>
          </p:cNvPr>
          <p:cNvSpPr>
            <a:spLocks noGrp="1"/>
          </p:cNvSpPr>
          <p:nvPr/>
        </p:nvSpPr>
        <p:spPr>
          <a:xfrm>
            <a:off x="8331824" y="24586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data_7478">
            <a:extLst>
              <a:ext uri="{FF2B5EF4-FFF2-40B4-BE49-F238E27FC236}">
                <a16:creationId xmlns:a16="http://schemas.microsoft.com/office/drawing/2014/main" id="{6916BBB7-E38A-4C25-B814-65C21CE0C80A}"/>
              </a:ext>
            </a:extLst>
          </p:cNvPr>
          <p:cNvSpPr>
            <a:spLocks noGrp="1"/>
          </p:cNvSpPr>
          <p:nvPr/>
        </p:nvSpPr>
        <p:spPr>
          <a:xfrm>
            <a:off x="82651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data_7479">
            <a:extLst>
              <a:ext uri="{FF2B5EF4-FFF2-40B4-BE49-F238E27FC236}">
                <a16:creationId xmlns:a16="http://schemas.microsoft.com/office/drawing/2014/main" id="{C924AB1E-67A1-426E-8678-F622D869FB3F}"/>
              </a:ext>
            </a:extLst>
          </p:cNvPr>
          <p:cNvSpPr>
            <a:spLocks noGrp="1"/>
          </p:cNvSpPr>
          <p:nvPr/>
        </p:nvSpPr>
        <p:spPr>
          <a:xfrm>
            <a:off x="82708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data_7480">
            <a:extLst>
              <a:ext uri="{FF2B5EF4-FFF2-40B4-BE49-F238E27FC236}">
                <a16:creationId xmlns:a16="http://schemas.microsoft.com/office/drawing/2014/main" id="{074D45DB-2447-4126-B9B1-5875BA492D38}"/>
              </a:ext>
            </a:extLst>
          </p:cNvPr>
          <p:cNvSpPr>
            <a:spLocks noGrp="1"/>
          </p:cNvSpPr>
          <p:nvPr/>
        </p:nvSpPr>
        <p:spPr>
          <a:xfrm>
            <a:off x="82553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data_7481">
            <a:extLst>
              <a:ext uri="{FF2B5EF4-FFF2-40B4-BE49-F238E27FC236}">
                <a16:creationId xmlns:a16="http://schemas.microsoft.com/office/drawing/2014/main" id="{16FEEBCC-D338-4731-B742-EBA895D71613}"/>
              </a:ext>
            </a:extLst>
          </p:cNvPr>
          <p:cNvSpPr>
            <a:spLocks noGrp="1"/>
          </p:cNvSpPr>
          <p:nvPr/>
        </p:nvSpPr>
        <p:spPr>
          <a:xfrm>
            <a:off x="8330391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data_7482">
            <a:extLst>
              <a:ext uri="{FF2B5EF4-FFF2-40B4-BE49-F238E27FC236}">
                <a16:creationId xmlns:a16="http://schemas.microsoft.com/office/drawing/2014/main" id="{0C2EE5B6-D779-4159-BA5E-C15CF1723F96}"/>
              </a:ext>
            </a:extLst>
          </p:cNvPr>
          <p:cNvSpPr>
            <a:spLocks noGrp="1"/>
          </p:cNvSpPr>
          <p:nvPr/>
        </p:nvSpPr>
        <p:spPr>
          <a:xfrm>
            <a:off x="836400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data_7483">
            <a:extLst>
              <a:ext uri="{FF2B5EF4-FFF2-40B4-BE49-F238E27FC236}">
                <a16:creationId xmlns:a16="http://schemas.microsoft.com/office/drawing/2014/main" id="{4C87596E-659B-4202-A3A6-54180C8DD586}"/>
              </a:ext>
            </a:extLst>
          </p:cNvPr>
          <p:cNvSpPr>
            <a:spLocks noGrp="1"/>
          </p:cNvSpPr>
          <p:nvPr/>
        </p:nvSpPr>
        <p:spPr>
          <a:xfrm>
            <a:off x="836961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data_7484">
            <a:extLst>
              <a:ext uri="{FF2B5EF4-FFF2-40B4-BE49-F238E27FC236}">
                <a16:creationId xmlns:a16="http://schemas.microsoft.com/office/drawing/2014/main" id="{810A41F9-3789-4987-8CB1-6167CABDCB03}"/>
              </a:ext>
            </a:extLst>
          </p:cNvPr>
          <p:cNvSpPr>
            <a:spLocks noGrp="1"/>
          </p:cNvSpPr>
          <p:nvPr/>
        </p:nvSpPr>
        <p:spPr>
          <a:xfrm>
            <a:off x="82890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data_7485">
            <a:extLst>
              <a:ext uri="{FF2B5EF4-FFF2-40B4-BE49-F238E27FC236}">
                <a16:creationId xmlns:a16="http://schemas.microsoft.com/office/drawing/2014/main" id="{134A3E4F-3445-4711-AC80-9AB18B2877C0}"/>
              </a:ext>
            </a:extLst>
          </p:cNvPr>
          <p:cNvSpPr>
            <a:spLocks noGrp="1"/>
          </p:cNvSpPr>
          <p:nvPr/>
        </p:nvSpPr>
        <p:spPr>
          <a:xfrm>
            <a:off x="83369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data_7486">
            <a:extLst>
              <a:ext uri="{FF2B5EF4-FFF2-40B4-BE49-F238E27FC236}">
                <a16:creationId xmlns:a16="http://schemas.microsoft.com/office/drawing/2014/main" id="{DDA1C0DA-C599-4246-918A-137599458127}"/>
              </a:ext>
            </a:extLst>
          </p:cNvPr>
          <p:cNvSpPr>
            <a:spLocks noGrp="1"/>
          </p:cNvSpPr>
          <p:nvPr/>
        </p:nvSpPr>
        <p:spPr>
          <a:xfrm>
            <a:off x="83621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data_7487">
            <a:extLst>
              <a:ext uri="{FF2B5EF4-FFF2-40B4-BE49-F238E27FC236}">
                <a16:creationId xmlns:a16="http://schemas.microsoft.com/office/drawing/2014/main" id="{39B58446-E886-4DF4-8101-730FEBC56B9F}"/>
              </a:ext>
            </a:extLst>
          </p:cNvPr>
          <p:cNvSpPr>
            <a:spLocks noGrp="1"/>
          </p:cNvSpPr>
          <p:nvPr/>
        </p:nvSpPr>
        <p:spPr>
          <a:xfrm>
            <a:off x="834680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data_7488">
            <a:extLst>
              <a:ext uri="{FF2B5EF4-FFF2-40B4-BE49-F238E27FC236}">
                <a16:creationId xmlns:a16="http://schemas.microsoft.com/office/drawing/2014/main" id="{9CC3DD2C-CC27-4366-B8A5-B837C7A413D8}"/>
              </a:ext>
            </a:extLst>
          </p:cNvPr>
          <p:cNvSpPr>
            <a:spLocks noGrp="1"/>
          </p:cNvSpPr>
          <p:nvPr/>
        </p:nvSpPr>
        <p:spPr>
          <a:xfrm>
            <a:off x="8332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data_7489">
            <a:extLst>
              <a:ext uri="{FF2B5EF4-FFF2-40B4-BE49-F238E27FC236}">
                <a16:creationId xmlns:a16="http://schemas.microsoft.com/office/drawing/2014/main" id="{D79394B2-942E-4DAE-8FAE-B04181FE8426}"/>
              </a:ext>
            </a:extLst>
          </p:cNvPr>
          <p:cNvSpPr>
            <a:spLocks noGrp="1"/>
          </p:cNvSpPr>
          <p:nvPr/>
        </p:nvSpPr>
        <p:spPr>
          <a:xfrm>
            <a:off x="83010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data_7490">
            <a:extLst>
              <a:ext uri="{FF2B5EF4-FFF2-40B4-BE49-F238E27FC236}">
                <a16:creationId xmlns:a16="http://schemas.microsoft.com/office/drawing/2014/main" id="{F5964FD9-DCAF-4AD8-B6B2-55E8D6CA53BA}"/>
              </a:ext>
            </a:extLst>
          </p:cNvPr>
          <p:cNvSpPr>
            <a:spLocks noGrp="1"/>
          </p:cNvSpPr>
          <p:nvPr/>
        </p:nvSpPr>
        <p:spPr>
          <a:xfrm>
            <a:off x="8297165" y="284678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data_7491">
            <a:extLst>
              <a:ext uri="{FF2B5EF4-FFF2-40B4-BE49-F238E27FC236}">
                <a16:creationId xmlns:a16="http://schemas.microsoft.com/office/drawing/2014/main" id="{A13A6C78-32B3-4A5B-8DB4-BD36A545B306}"/>
              </a:ext>
            </a:extLst>
          </p:cNvPr>
          <p:cNvSpPr>
            <a:spLocks noGrp="1"/>
          </p:cNvSpPr>
          <p:nvPr/>
        </p:nvSpPr>
        <p:spPr>
          <a:xfrm>
            <a:off x="8253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data_7492">
            <a:extLst>
              <a:ext uri="{FF2B5EF4-FFF2-40B4-BE49-F238E27FC236}">
                <a16:creationId xmlns:a16="http://schemas.microsoft.com/office/drawing/2014/main" id="{B0E480DF-00D8-4B48-8E46-DE85D37DC6C8}"/>
              </a:ext>
            </a:extLst>
          </p:cNvPr>
          <p:cNvSpPr>
            <a:spLocks noGrp="1"/>
          </p:cNvSpPr>
          <p:nvPr/>
        </p:nvSpPr>
        <p:spPr>
          <a:xfrm>
            <a:off x="8362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data_7493">
            <a:extLst>
              <a:ext uri="{FF2B5EF4-FFF2-40B4-BE49-F238E27FC236}">
                <a16:creationId xmlns:a16="http://schemas.microsoft.com/office/drawing/2014/main" id="{F2686EBA-1396-40CB-9868-649BC4CA019A}"/>
              </a:ext>
            </a:extLst>
          </p:cNvPr>
          <p:cNvSpPr>
            <a:spLocks noGrp="1"/>
          </p:cNvSpPr>
          <p:nvPr/>
        </p:nvSpPr>
        <p:spPr>
          <a:xfrm>
            <a:off x="83487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data_7494">
            <a:extLst>
              <a:ext uri="{FF2B5EF4-FFF2-40B4-BE49-F238E27FC236}">
                <a16:creationId xmlns:a16="http://schemas.microsoft.com/office/drawing/2014/main" id="{25B30D94-A455-4F2B-B79C-3947CC41C032}"/>
              </a:ext>
            </a:extLst>
          </p:cNvPr>
          <p:cNvSpPr>
            <a:spLocks noGrp="1"/>
          </p:cNvSpPr>
          <p:nvPr/>
        </p:nvSpPr>
        <p:spPr>
          <a:xfrm>
            <a:off x="8329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data_7495">
            <a:extLst>
              <a:ext uri="{FF2B5EF4-FFF2-40B4-BE49-F238E27FC236}">
                <a16:creationId xmlns:a16="http://schemas.microsoft.com/office/drawing/2014/main" id="{C2D6E678-7226-45E1-9745-325AC90C647A}"/>
              </a:ext>
            </a:extLst>
          </p:cNvPr>
          <p:cNvSpPr>
            <a:spLocks noGrp="1"/>
          </p:cNvSpPr>
          <p:nvPr/>
        </p:nvSpPr>
        <p:spPr>
          <a:xfrm>
            <a:off x="82492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data_7496">
            <a:extLst>
              <a:ext uri="{FF2B5EF4-FFF2-40B4-BE49-F238E27FC236}">
                <a16:creationId xmlns:a16="http://schemas.microsoft.com/office/drawing/2014/main" id="{CE460F15-6E18-423B-B08D-6DAC2F6EC118}"/>
              </a:ext>
            </a:extLst>
          </p:cNvPr>
          <p:cNvSpPr>
            <a:spLocks noGrp="1"/>
          </p:cNvSpPr>
          <p:nvPr/>
        </p:nvSpPr>
        <p:spPr>
          <a:xfrm>
            <a:off x="82618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data_7497">
            <a:extLst>
              <a:ext uri="{FF2B5EF4-FFF2-40B4-BE49-F238E27FC236}">
                <a16:creationId xmlns:a16="http://schemas.microsoft.com/office/drawing/2014/main" id="{11618CB7-841E-4BCE-A8AD-5BC802FD2874}"/>
              </a:ext>
            </a:extLst>
          </p:cNvPr>
          <p:cNvSpPr>
            <a:spLocks noGrp="1"/>
          </p:cNvSpPr>
          <p:nvPr/>
        </p:nvSpPr>
        <p:spPr>
          <a:xfrm>
            <a:off x="82744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data_7498">
            <a:extLst>
              <a:ext uri="{FF2B5EF4-FFF2-40B4-BE49-F238E27FC236}">
                <a16:creationId xmlns:a16="http://schemas.microsoft.com/office/drawing/2014/main" id="{7360F6AE-04A4-4984-99CA-0881C6E577A3}"/>
              </a:ext>
            </a:extLst>
          </p:cNvPr>
          <p:cNvSpPr>
            <a:spLocks noGrp="1"/>
          </p:cNvSpPr>
          <p:nvPr/>
        </p:nvSpPr>
        <p:spPr>
          <a:xfrm>
            <a:off x="8330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data_7499">
            <a:extLst>
              <a:ext uri="{FF2B5EF4-FFF2-40B4-BE49-F238E27FC236}">
                <a16:creationId xmlns:a16="http://schemas.microsoft.com/office/drawing/2014/main" id="{CAFEA62B-465E-40CB-A528-2C64F1D6CAC8}"/>
              </a:ext>
            </a:extLst>
          </p:cNvPr>
          <p:cNvSpPr>
            <a:spLocks noGrp="1"/>
          </p:cNvSpPr>
          <p:nvPr/>
        </p:nvSpPr>
        <p:spPr>
          <a:xfrm>
            <a:off x="83172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data_7500">
            <a:extLst>
              <a:ext uri="{FF2B5EF4-FFF2-40B4-BE49-F238E27FC236}">
                <a16:creationId xmlns:a16="http://schemas.microsoft.com/office/drawing/2014/main" id="{8AD2E021-1E24-4B09-8411-6AE926067244}"/>
              </a:ext>
            </a:extLst>
          </p:cNvPr>
          <p:cNvSpPr>
            <a:spLocks noGrp="1"/>
          </p:cNvSpPr>
          <p:nvPr/>
        </p:nvSpPr>
        <p:spPr>
          <a:xfrm>
            <a:off x="826732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data_7501">
            <a:extLst>
              <a:ext uri="{FF2B5EF4-FFF2-40B4-BE49-F238E27FC236}">
                <a16:creationId xmlns:a16="http://schemas.microsoft.com/office/drawing/2014/main" id="{B3C5183A-156C-4615-8F84-11D9502E2076}"/>
              </a:ext>
            </a:extLst>
          </p:cNvPr>
          <p:cNvSpPr>
            <a:spLocks noGrp="1"/>
          </p:cNvSpPr>
          <p:nvPr/>
        </p:nvSpPr>
        <p:spPr>
          <a:xfrm>
            <a:off x="82909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data_7502">
            <a:extLst>
              <a:ext uri="{FF2B5EF4-FFF2-40B4-BE49-F238E27FC236}">
                <a16:creationId xmlns:a16="http://schemas.microsoft.com/office/drawing/2014/main" id="{3E0EE463-DF14-458A-99A7-63F9D4090344}"/>
              </a:ext>
            </a:extLst>
          </p:cNvPr>
          <p:cNvSpPr>
            <a:spLocks noGrp="1"/>
          </p:cNvSpPr>
          <p:nvPr/>
        </p:nvSpPr>
        <p:spPr>
          <a:xfrm>
            <a:off x="8244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data_7503">
            <a:extLst>
              <a:ext uri="{FF2B5EF4-FFF2-40B4-BE49-F238E27FC236}">
                <a16:creationId xmlns:a16="http://schemas.microsoft.com/office/drawing/2014/main" id="{0C147EE0-6C43-4827-B085-5B095149B1CE}"/>
              </a:ext>
            </a:extLst>
          </p:cNvPr>
          <p:cNvSpPr>
            <a:spLocks noGrp="1"/>
          </p:cNvSpPr>
          <p:nvPr/>
        </p:nvSpPr>
        <p:spPr>
          <a:xfrm>
            <a:off x="8956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data_7504">
            <a:extLst>
              <a:ext uri="{FF2B5EF4-FFF2-40B4-BE49-F238E27FC236}">
                <a16:creationId xmlns:a16="http://schemas.microsoft.com/office/drawing/2014/main" id="{6B30441E-754F-4AA6-A1D9-96D073FDA767}"/>
              </a:ext>
            </a:extLst>
          </p:cNvPr>
          <p:cNvSpPr>
            <a:spLocks noGrp="1"/>
          </p:cNvSpPr>
          <p:nvPr/>
        </p:nvSpPr>
        <p:spPr>
          <a:xfrm>
            <a:off x="893120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data_7505">
            <a:extLst>
              <a:ext uri="{FF2B5EF4-FFF2-40B4-BE49-F238E27FC236}">
                <a16:creationId xmlns:a16="http://schemas.microsoft.com/office/drawing/2014/main" id="{2D4181A9-E561-4B35-8A6F-32DEEF12BBA6}"/>
              </a:ext>
            </a:extLst>
          </p:cNvPr>
          <p:cNvSpPr>
            <a:spLocks noGrp="1"/>
          </p:cNvSpPr>
          <p:nvPr/>
        </p:nvSpPr>
        <p:spPr>
          <a:xfrm>
            <a:off x="8951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data_7506">
            <a:extLst>
              <a:ext uri="{FF2B5EF4-FFF2-40B4-BE49-F238E27FC236}">
                <a16:creationId xmlns:a16="http://schemas.microsoft.com/office/drawing/2014/main" id="{80978DC8-7597-48A5-86B1-4912539D246E}"/>
              </a:ext>
            </a:extLst>
          </p:cNvPr>
          <p:cNvSpPr>
            <a:spLocks noGrp="1"/>
          </p:cNvSpPr>
          <p:nvPr/>
        </p:nvSpPr>
        <p:spPr>
          <a:xfrm>
            <a:off x="89510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data_7507">
            <a:extLst>
              <a:ext uri="{FF2B5EF4-FFF2-40B4-BE49-F238E27FC236}">
                <a16:creationId xmlns:a16="http://schemas.microsoft.com/office/drawing/2014/main" id="{4D7932A2-D876-4885-BD2D-F15FB042AA6A}"/>
              </a:ext>
            </a:extLst>
          </p:cNvPr>
          <p:cNvSpPr>
            <a:spLocks noGrp="1"/>
          </p:cNvSpPr>
          <p:nvPr/>
        </p:nvSpPr>
        <p:spPr>
          <a:xfrm>
            <a:off x="89731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data_7508">
            <a:extLst>
              <a:ext uri="{FF2B5EF4-FFF2-40B4-BE49-F238E27FC236}">
                <a16:creationId xmlns:a16="http://schemas.microsoft.com/office/drawing/2014/main" id="{897D8028-6AD3-4D9E-970F-A80C70B9C1AD}"/>
              </a:ext>
            </a:extLst>
          </p:cNvPr>
          <p:cNvSpPr>
            <a:spLocks noGrp="1"/>
          </p:cNvSpPr>
          <p:nvPr/>
        </p:nvSpPr>
        <p:spPr>
          <a:xfrm>
            <a:off x="90110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data_7509">
            <a:extLst>
              <a:ext uri="{FF2B5EF4-FFF2-40B4-BE49-F238E27FC236}">
                <a16:creationId xmlns:a16="http://schemas.microsoft.com/office/drawing/2014/main" id="{F48F431F-B291-4C74-ACAF-A3C01ACACE4D}"/>
              </a:ext>
            </a:extLst>
          </p:cNvPr>
          <p:cNvSpPr>
            <a:spLocks noGrp="1"/>
          </p:cNvSpPr>
          <p:nvPr/>
        </p:nvSpPr>
        <p:spPr>
          <a:xfrm>
            <a:off x="9034917" y="25725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data_7510">
            <a:extLst>
              <a:ext uri="{FF2B5EF4-FFF2-40B4-BE49-F238E27FC236}">
                <a16:creationId xmlns:a16="http://schemas.microsoft.com/office/drawing/2014/main" id="{890E4870-BC3A-4B5A-ACD6-684EECDDF3DA}"/>
              </a:ext>
            </a:extLst>
          </p:cNvPr>
          <p:cNvSpPr>
            <a:spLocks noGrp="1"/>
          </p:cNvSpPr>
          <p:nvPr/>
        </p:nvSpPr>
        <p:spPr>
          <a:xfrm>
            <a:off x="89381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data_7511">
            <a:extLst>
              <a:ext uri="{FF2B5EF4-FFF2-40B4-BE49-F238E27FC236}">
                <a16:creationId xmlns:a16="http://schemas.microsoft.com/office/drawing/2014/main" id="{CAC51507-73D8-4C2F-AEBB-8C87D3AB9B18}"/>
              </a:ext>
            </a:extLst>
          </p:cNvPr>
          <p:cNvSpPr>
            <a:spLocks noGrp="1"/>
          </p:cNvSpPr>
          <p:nvPr/>
        </p:nvSpPr>
        <p:spPr>
          <a:xfrm>
            <a:off x="89976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data_7512">
            <a:extLst>
              <a:ext uri="{FF2B5EF4-FFF2-40B4-BE49-F238E27FC236}">
                <a16:creationId xmlns:a16="http://schemas.microsoft.com/office/drawing/2014/main" id="{3937D877-132D-4D2E-979E-3538C576123F}"/>
              </a:ext>
            </a:extLst>
          </p:cNvPr>
          <p:cNvSpPr>
            <a:spLocks noGrp="1"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data_7513">
            <a:extLst>
              <a:ext uri="{FF2B5EF4-FFF2-40B4-BE49-F238E27FC236}">
                <a16:creationId xmlns:a16="http://schemas.microsoft.com/office/drawing/2014/main" id="{17A94CFC-3D60-481B-B334-F5ABEA2C65F9}"/>
              </a:ext>
            </a:extLst>
          </p:cNvPr>
          <p:cNvSpPr>
            <a:spLocks noGrp="1"/>
          </p:cNvSpPr>
          <p:nvPr/>
        </p:nvSpPr>
        <p:spPr>
          <a:xfrm>
            <a:off x="89241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data_7514">
            <a:extLst>
              <a:ext uri="{FF2B5EF4-FFF2-40B4-BE49-F238E27FC236}">
                <a16:creationId xmlns:a16="http://schemas.microsoft.com/office/drawing/2014/main" id="{DAD378E3-FB33-4F71-AA3A-AF0925BDBE60}"/>
              </a:ext>
            </a:extLst>
          </p:cNvPr>
          <p:cNvSpPr>
            <a:spLocks noGrp="1"/>
          </p:cNvSpPr>
          <p:nvPr/>
        </p:nvSpPr>
        <p:spPr>
          <a:xfrm>
            <a:off x="902449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data_7515">
            <a:extLst>
              <a:ext uri="{FF2B5EF4-FFF2-40B4-BE49-F238E27FC236}">
                <a16:creationId xmlns:a16="http://schemas.microsoft.com/office/drawing/2014/main" id="{300905AA-E6E8-49CB-9BC0-E66286EE8D88}"/>
              </a:ext>
            </a:extLst>
          </p:cNvPr>
          <p:cNvSpPr>
            <a:spLocks noGrp="1"/>
          </p:cNvSpPr>
          <p:nvPr/>
        </p:nvSpPr>
        <p:spPr>
          <a:xfrm>
            <a:off x="90512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data_7516">
            <a:extLst>
              <a:ext uri="{FF2B5EF4-FFF2-40B4-BE49-F238E27FC236}">
                <a16:creationId xmlns:a16="http://schemas.microsoft.com/office/drawing/2014/main" id="{B0F93977-4961-4747-B83D-AAC97106AF8B}"/>
              </a:ext>
            </a:extLst>
          </p:cNvPr>
          <p:cNvSpPr>
            <a:spLocks noGrp="1"/>
          </p:cNvSpPr>
          <p:nvPr/>
        </p:nvSpPr>
        <p:spPr>
          <a:xfrm>
            <a:off x="8972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data_7517">
            <a:extLst>
              <a:ext uri="{FF2B5EF4-FFF2-40B4-BE49-F238E27FC236}">
                <a16:creationId xmlns:a16="http://schemas.microsoft.com/office/drawing/2014/main" id="{0C845011-3D88-40CC-8EFB-1047E669340F}"/>
              </a:ext>
            </a:extLst>
          </p:cNvPr>
          <p:cNvSpPr>
            <a:spLocks noGrp="1"/>
          </p:cNvSpPr>
          <p:nvPr/>
        </p:nvSpPr>
        <p:spPr>
          <a:xfrm>
            <a:off x="90441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data_7518">
            <a:extLst>
              <a:ext uri="{FF2B5EF4-FFF2-40B4-BE49-F238E27FC236}">
                <a16:creationId xmlns:a16="http://schemas.microsoft.com/office/drawing/2014/main" id="{7158BAA7-730C-4E5F-80F6-7D07BEE6E007}"/>
              </a:ext>
            </a:extLst>
          </p:cNvPr>
          <p:cNvSpPr>
            <a:spLocks noGrp="1"/>
          </p:cNvSpPr>
          <p:nvPr/>
        </p:nvSpPr>
        <p:spPr>
          <a:xfrm>
            <a:off x="895139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data_7519">
            <a:extLst>
              <a:ext uri="{FF2B5EF4-FFF2-40B4-BE49-F238E27FC236}">
                <a16:creationId xmlns:a16="http://schemas.microsoft.com/office/drawing/2014/main" id="{C4D2705E-F811-42AA-B1DE-3D850E86A59C}"/>
              </a:ext>
            </a:extLst>
          </p:cNvPr>
          <p:cNvSpPr>
            <a:spLocks noGrp="1"/>
          </p:cNvSpPr>
          <p:nvPr/>
        </p:nvSpPr>
        <p:spPr>
          <a:xfrm>
            <a:off x="89761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data_7520">
            <a:extLst>
              <a:ext uri="{FF2B5EF4-FFF2-40B4-BE49-F238E27FC236}">
                <a16:creationId xmlns:a16="http://schemas.microsoft.com/office/drawing/2014/main" id="{1B755B2C-6E74-4BC0-AEA2-61C16E025904}"/>
              </a:ext>
            </a:extLst>
          </p:cNvPr>
          <p:cNvSpPr>
            <a:spLocks noGrp="1"/>
          </p:cNvSpPr>
          <p:nvPr/>
        </p:nvSpPr>
        <p:spPr>
          <a:xfrm>
            <a:off x="901498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data_7521">
            <a:extLst>
              <a:ext uri="{FF2B5EF4-FFF2-40B4-BE49-F238E27FC236}">
                <a16:creationId xmlns:a16="http://schemas.microsoft.com/office/drawing/2014/main" id="{6CCCB786-2907-4682-AA6C-979A5CD752A1}"/>
              </a:ext>
            </a:extLst>
          </p:cNvPr>
          <p:cNvSpPr>
            <a:spLocks noGrp="1"/>
          </p:cNvSpPr>
          <p:nvPr/>
        </p:nvSpPr>
        <p:spPr>
          <a:xfrm>
            <a:off x="903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data_7522">
            <a:extLst>
              <a:ext uri="{FF2B5EF4-FFF2-40B4-BE49-F238E27FC236}">
                <a16:creationId xmlns:a16="http://schemas.microsoft.com/office/drawing/2014/main" id="{3201FEE3-D7CD-4127-937E-7664A74B0298}"/>
              </a:ext>
            </a:extLst>
          </p:cNvPr>
          <p:cNvSpPr>
            <a:spLocks noGrp="1"/>
          </p:cNvSpPr>
          <p:nvPr/>
        </p:nvSpPr>
        <p:spPr>
          <a:xfrm>
            <a:off x="9050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data_7523">
            <a:extLst>
              <a:ext uri="{FF2B5EF4-FFF2-40B4-BE49-F238E27FC236}">
                <a16:creationId xmlns:a16="http://schemas.microsoft.com/office/drawing/2014/main" id="{02D3094F-A4F8-471E-8FA7-B367BDA8E9FB}"/>
              </a:ext>
            </a:extLst>
          </p:cNvPr>
          <p:cNvSpPr>
            <a:spLocks noGrp="1"/>
          </p:cNvSpPr>
          <p:nvPr/>
        </p:nvSpPr>
        <p:spPr>
          <a:xfrm>
            <a:off x="90059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data_7524">
            <a:extLst>
              <a:ext uri="{FF2B5EF4-FFF2-40B4-BE49-F238E27FC236}">
                <a16:creationId xmlns:a16="http://schemas.microsoft.com/office/drawing/2014/main" id="{7C2F8F2D-90C5-4BB3-A022-449E420BDC8F}"/>
              </a:ext>
            </a:extLst>
          </p:cNvPr>
          <p:cNvSpPr>
            <a:spLocks noGrp="1"/>
          </p:cNvSpPr>
          <p:nvPr/>
        </p:nvSpPr>
        <p:spPr>
          <a:xfrm>
            <a:off x="8928726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data_7525">
            <a:extLst>
              <a:ext uri="{FF2B5EF4-FFF2-40B4-BE49-F238E27FC236}">
                <a16:creationId xmlns:a16="http://schemas.microsoft.com/office/drawing/2014/main" id="{2324FDD5-9876-4864-99E2-AE71D1F98AE3}"/>
              </a:ext>
            </a:extLst>
          </p:cNvPr>
          <p:cNvSpPr>
            <a:spLocks noGrp="1"/>
          </p:cNvSpPr>
          <p:nvPr/>
        </p:nvSpPr>
        <p:spPr>
          <a:xfrm>
            <a:off x="8948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data_7526">
            <a:extLst>
              <a:ext uri="{FF2B5EF4-FFF2-40B4-BE49-F238E27FC236}">
                <a16:creationId xmlns:a16="http://schemas.microsoft.com/office/drawing/2014/main" id="{4F22212C-1F91-4FBD-88DC-6C294029D42F}"/>
              </a:ext>
            </a:extLst>
          </p:cNvPr>
          <p:cNvSpPr>
            <a:spLocks noGrp="1"/>
          </p:cNvSpPr>
          <p:nvPr/>
        </p:nvSpPr>
        <p:spPr>
          <a:xfrm>
            <a:off x="89564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data_7527">
            <a:extLst>
              <a:ext uri="{FF2B5EF4-FFF2-40B4-BE49-F238E27FC236}">
                <a16:creationId xmlns:a16="http://schemas.microsoft.com/office/drawing/2014/main" id="{DC151ADE-3732-4FFE-A218-11F3FCB0E6D2}"/>
              </a:ext>
            </a:extLst>
          </p:cNvPr>
          <p:cNvSpPr>
            <a:spLocks noGrp="1"/>
          </p:cNvSpPr>
          <p:nvPr/>
        </p:nvSpPr>
        <p:spPr>
          <a:xfrm>
            <a:off x="8928465" y="39127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data_7528">
            <a:extLst>
              <a:ext uri="{FF2B5EF4-FFF2-40B4-BE49-F238E27FC236}">
                <a16:creationId xmlns:a16="http://schemas.microsoft.com/office/drawing/2014/main" id="{1D43458E-D2AB-44BA-8D99-65B8857F7E9B}"/>
              </a:ext>
            </a:extLst>
          </p:cNvPr>
          <p:cNvSpPr>
            <a:spLocks noGrp="1"/>
          </p:cNvSpPr>
          <p:nvPr/>
        </p:nvSpPr>
        <p:spPr>
          <a:xfrm>
            <a:off x="892768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data_7529">
            <a:extLst>
              <a:ext uri="{FF2B5EF4-FFF2-40B4-BE49-F238E27FC236}">
                <a16:creationId xmlns:a16="http://schemas.microsoft.com/office/drawing/2014/main" id="{7F07AFF5-BF2A-442C-8A86-73ACA89983CE}"/>
              </a:ext>
            </a:extLst>
          </p:cNvPr>
          <p:cNvSpPr>
            <a:spLocks noGrp="1"/>
          </p:cNvSpPr>
          <p:nvPr/>
        </p:nvSpPr>
        <p:spPr>
          <a:xfrm>
            <a:off x="89529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data_7530">
            <a:extLst>
              <a:ext uri="{FF2B5EF4-FFF2-40B4-BE49-F238E27FC236}">
                <a16:creationId xmlns:a16="http://schemas.microsoft.com/office/drawing/2014/main" id="{332F8AA4-01CD-44B2-A2AF-F34BEA84EDF5}"/>
              </a:ext>
            </a:extLst>
          </p:cNvPr>
          <p:cNvSpPr>
            <a:spLocks noGrp="1"/>
          </p:cNvSpPr>
          <p:nvPr/>
        </p:nvSpPr>
        <p:spPr>
          <a:xfrm>
            <a:off x="9002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data_7531">
            <a:extLst>
              <a:ext uri="{FF2B5EF4-FFF2-40B4-BE49-F238E27FC236}">
                <a16:creationId xmlns:a16="http://schemas.microsoft.com/office/drawing/2014/main" id="{0A244A61-3E0C-4A12-BADE-5D4369A73B47}"/>
              </a:ext>
            </a:extLst>
          </p:cNvPr>
          <p:cNvSpPr>
            <a:spLocks noGrp="1"/>
          </p:cNvSpPr>
          <p:nvPr/>
        </p:nvSpPr>
        <p:spPr>
          <a:xfrm>
            <a:off x="89460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data_7532">
            <a:extLst>
              <a:ext uri="{FF2B5EF4-FFF2-40B4-BE49-F238E27FC236}">
                <a16:creationId xmlns:a16="http://schemas.microsoft.com/office/drawing/2014/main" id="{15443384-84F5-41CC-8A60-87CC444CA97E}"/>
              </a:ext>
            </a:extLst>
          </p:cNvPr>
          <p:cNvSpPr>
            <a:spLocks noGrp="1"/>
          </p:cNvSpPr>
          <p:nvPr/>
        </p:nvSpPr>
        <p:spPr>
          <a:xfrm>
            <a:off x="8985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data_7533">
            <a:extLst>
              <a:ext uri="{FF2B5EF4-FFF2-40B4-BE49-F238E27FC236}">
                <a16:creationId xmlns:a16="http://schemas.microsoft.com/office/drawing/2014/main" id="{D21874E4-7787-42BC-97E1-6E9C02243594}"/>
              </a:ext>
            </a:extLst>
          </p:cNvPr>
          <p:cNvSpPr>
            <a:spLocks noGrp="1"/>
          </p:cNvSpPr>
          <p:nvPr/>
        </p:nvSpPr>
        <p:spPr>
          <a:xfrm>
            <a:off x="8971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data_7534">
            <a:extLst>
              <a:ext uri="{FF2B5EF4-FFF2-40B4-BE49-F238E27FC236}">
                <a16:creationId xmlns:a16="http://schemas.microsoft.com/office/drawing/2014/main" id="{50FC562F-E756-43BA-9A8C-A1408C003F0B}"/>
              </a:ext>
            </a:extLst>
          </p:cNvPr>
          <p:cNvSpPr>
            <a:spLocks noGrp="1"/>
          </p:cNvSpPr>
          <p:nvPr/>
        </p:nvSpPr>
        <p:spPr>
          <a:xfrm>
            <a:off x="90359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data_7535">
            <a:extLst>
              <a:ext uri="{FF2B5EF4-FFF2-40B4-BE49-F238E27FC236}">
                <a16:creationId xmlns:a16="http://schemas.microsoft.com/office/drawing/2014/main" id="{ECC88152-64E3-45B8-86A8-201916783970}"/>
              </a:ext>
            </a:extLst>
          </p:cNvPr>
          <p:cNvSpPr>
            <a:spLocks noGrp="1"/>
          </p:cNvSpPr>
          <p:nvPr/>
        </p:nvSpPr>
        <p:spPr>
          <a:xfrm>
            <a:off x="8958433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data_7536">
            <a:extLst>
              <a:ext uri="{FF2B5EF4-FFF2-40B4-BE49-F238E27FC236}">
                <a16:creationId xmlns:a16="http://schemas.microsoft.com/office/drawing/2014/main" id="{13F3B3A2-6094-4C31-BD78-F68928A96F54}"/>
              </a:ext>
            </a:extLst>
          </p:cNvPr>
          <p:cNvSpPr>
            <a:spLocks noGrp="1"/>
          </p:cNvSpPr>
          <p:nvPr/>
        </p:nvSpPr>
        <p:spPr>
          <a:xfrm>
            <a:off x="90119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data_7537">
            <a:extLst>
              <a:ext uri="{FF2B5EF4-FFF2-40B4-BE49-F238E27FC236}">
                <a16:creationId xmlns:a16="http://schemas.microsoft.com/office/drawing/2014/main" id="{67529EBB-AF6E-42B0-B445-61B6CACFD15C}"/>
              </a:ext>
            </a:extLst>
          </p:cNvPr>
          <p:cNvSpPr>
            <a:spLocks noGrp="1"/>
          </p:cNvSpPr>
          <p:nvPr/>
        </p:nvSpPr>
        <p:spPr>
          <a:xfrm>
            <a:off x="90152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data_7538">
            <a:extLst>
              <a:ext uri="{FF2B5EF4-FFF2-40B4-BE49-F238E27FC236}">
                <a16:creationId xmlns:a16="http://schemas.microsoft.com/office/drawing/2014/main" id="{FFF9B308-BA4D-4F91-9332-036AC6AE0532}"/>
              </a:ext>
            </a:extLst>
          </p:cNvPr>
          <p:cNvSpPr>
            <a:spLocks noGrp="1"/>
          </p:cNvSpPr>
          <p:nvPr/>
        </p:nvSpPr>
        <p:spPr>
          <a:xfrm>
            <a:off x="89280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data_7539">
            <a:extLst>
              <a:ext uri="{FF2B5EF4-FFF2-40B4-BE49-F238E27FC236}">
                <a16:creationId xmlns:a16="http://schemas.microsoft.com/office/drawing/2014/main" id="{CBF27843-6246-4810-9632-3E00A9108DB7}"/>
              </a:ext>
            </a:extLst>
          </p:cNvPr>
          <p:cNvSpPr>
            <a:spLocks noGrp="1"/>
          </p:cNvSpPr>
          <p:nvPr/>
        </p:nvSpPr>
        <p:spPr>
          <a:xfrm>
            <a:off x="9034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data_7540">
            <a:extLst>
              <a:ext uri="{FF2B5EF4-FFF2-40B4-BE49-F238E27FC236}">
                <a16:creationId xmlns:a16="http://schemas.microsoft.com/office/drawing/2014/main" id="{A06FDAED-B461-4763-8507-16C5CB7871CF}"/>
              </a:ext>
            </a:extLst>
          </p:cNvPr>
          <p:cNvSpPr>
            <a:spLocks noGrp="1"/>
          </p:cNvSpPr>
          <p:nvPr/>
        </p:nvSpPr>
        <p:spPr>
          <a:xfrm>
            <a:off x="89249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data_7541">
            <a:extLst>
              <a:ext uri="{FF2B5EF4-FFF2-40B4-BE49-F238E27FC236}">
                <a16:creationId xmlns:a16="http://schemas.microsoft.com/office/drawing/2014/main" id="{C6B623C8-BE20-46E9-8BE0-78B40A26B65F}"/>
              </a:ext>
            </a:extLst>
          </p:cNvPr>
          <p:cNvSpPr>
            <a:spLocks noGrp="1"/>
          </p:cNvSpPr>
          <p:nvPr/>
        </p:nvSpPr>
        <p:spPr>
          <a:xfrm>
            <a:off x="9034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data_7542">
            <a:extLst>
              <a:ext uri="{FF2B5EF4-FFF2-40B4-BE49-F238E27FC236}">
                <a16:creationId xmlns:a16="http://schemas.microsoft.com/office/drawing/2014/main" id="{73B85EA5-7F6B-49C2-8362-CCAA35B743C0}"/>
              </a:ext>
            </a:extLst>
          </p:cNvPr>
          <p:cNvSpPr>
            <a:spLocks noGrp="1"/>
          </p:cNvSpPr>
          <p:nvPr/>
        </p:nvSpPr>
        <p:spPr>
          <a:xfrm>
            <a:off x="90466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data_7543">
            <a:extLst>
              <a:ext uri="{FF2B5EF4-FFF2-40B4-BE49-F238E27FC236}">
                <a16:creationId xmlns:a16="http://schemas.microsoft.com/office/drawing/2014/main" id="{5EDF9654-1621-4C2E-BE9F-EDF7E7DBCCCB}"/>
              </a:ext>
            </a:extLst>
          </p:cNvPr>
          <p:cNvSpPr>
            <a:spLocks noGrp="1"/>
          </p:cNvSpPr>
          <p:nvPr/>
        </p:nvSpPr>
        <p:spPr>
          <a:xfrm>
            <a:off x="90028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data_7544">
            <a:extLst>
              <a:ext uri="{FF2B5EF4-FFF2-40B4-BE49-F238E27FC236}">
                <a16:creationId xmlns:a16="http://schemas.microsoft.com/office/drawing/2014/main" id="{18FA4AC9-9BB1-44B0-B813-EE54E50601DA}"/>
              </a:ext>
            </a:extLst>
          </p:cNvPr>
          <p:cNvSpPr>
            <a:spLocks noGrp="1"/>
          </p:cNvSpPr>
          <p:nvPr/>
        </p:nvSpPr>
        <p:spPr>
          <a:xfrm>
            <a:off x="89637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data_7545">
            <a:extLst>
              <a:ext uri="{FF2B5EF4-FFF2-40B4-BE49-F238E27FC236}">
                <a16:creationId xmlns:a16="http://schemas.microsoft.com/office/drawing/2014/main" id="{AA251FA5-9097-4355-AFC5-CE623013D2F4}"/>
              </a:ext>
            </a:extLst>
          </p:cNvPr>
          <p:cNvSpPr>
            <a:spLocks noGrp="1"/>
          </p:cNvSpPr>
          <p:nvPr/>
        </p:nvSpPr>
        <p:spPr>
          <a:xfrm>
            <a:off x="90183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data_7546">
            <a:extLst>
              <a:ext uri="{FF2B5EF4-FFF2-40B4-BE49-F238E27FC236}">
                <a16:creationId xmlns:a16="http://schemas.microsoft.com/office/drawing/2014/main" id="{415332C5-F828-4944-BBEA-24D5D49F5005}"/>
              </a:ext>
            </a:extLst>
          </p:cNvPr>
          <p:cNvSpPr>
            <a:spLocks noGrp="1"/>
          </p:cNvSpPr>
          <p:nvPr/>
        </p:nvSpPr>
        <p:spPr>
          <a:xfrm>
            <a:off x="89520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data_7547">
            <a:extLst>
              <a:ext uri="{FF2B5EF4-FFF2-40B4-BE49-F238E27FC236}">
                <a16:creationId xmlns:a16="http://schemas.microsoft.com/office/drawing/2014/main" id="{B08A3EFF-4CB5-4CBB-9B1D-004F4C493E31}"/>
              </a:ext>
            </a:extLst>
          </p:cNvPr>
          <p:cNvSpPr>
            <a:spLocks noGrp="1"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data_7548">
            <a:extLst>
              <a:ext uri="{FF2B5EF4-FFF2-40B4-BE49-F238E27FC236}">
                <a16:creationId xmlns:a16="http://schemas.microsoft.com/office/drawing/2014/main" id="{91CF9313-EB1A-4008-A946-E0E4BABD71A2}"/>
              </a:ext>
            </a:extLst>
          </p:cNvPr>
          <p:cNvSpPr>
            <a:spLocks noGrp="1"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data_7549">
            <a:extLst>
              <a:ext uri="{FF2B5EF4-FFF2-40B4-BE49-F238E27FC236}">
                <a16:creationId xmlns:a16="http://schemas.microsoft.com/office/drawing/2014/main" id="{6FE96193-0F21-44ED-804B-0B6B204C0436}"/>
              </a:ext>
            </a:extLst>
          </p:cNvPr>
          <p:cNvSpPr>
            <a:spLocks noGrp="1"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data_7550">
            <a:extLst>
              <a:ext uri="{FF2B5EF4-FFF2-40B4-BE49-F238E27FC236}">
                <a16:creationId xmlns:a16="http://schemas.microsoft.com/office/drawing/2014/main" id="{C2D33CAF-EA27-4D14-B45A-CA4A99ADC3B6}"/>
              </a:ext>
            </a:extLst>
          </p:cNvPr>
          <p:cNvSpPr>
            <a:spLocks noGrp="1"/>
          </p:cNvSpPr>
          <p:nvPr/>
        </p:nvSpPr>
        <p:spPr>
          <a:xfrm>
            <a:off x="90372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data_7551">
            <a:extLst>
              <a:ext uri="{FF2B5EF4-FFF2-40B4-BE49-F238E27FC236}">
                <a16:creationId xmlns:a16="http://schemas.microsoft.com/office/drawing/2014/main" id="{569A4FE2-FD70-4E1A-BE54-ABC666D7D813}"/>
              </a:ext>
            </a:extLst>
          </p:cNvPr>
          <p:cNvSpPr>
            <a:spLocks noGrp="1"/>
          </p:cNvSpPr>
          <p:nvPr/>
        </p:nvSpPr>
        <p:spPr>
          <a:xfrm>
            <a:off x="89659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data_7552">
            <a:extLst>
              <a:ext uri="{FF2B5EF4-FFF2-40B4-BE49-F238E27FC236}">
                <a16:creationId xmlns:a16="http://schemas.microsoft.com/office/drawing/2014/main" id="{2BC0F24A-E984-4983-B840-2AB6A3CC41FA}"/>
              </a:ext>
            </a:extLst>
          </p:cNvPr>
          <p:cNvSpPr>
            <a:spLocks noGrp="1"/>
          </p:cNvSpPr>
          <p:nvPr/>
        </p:nvSpPr>
        <p:spPr>
          <a:xfrm>
            <a:off x="89786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data_7553">
            <a:extLst>
              <a:ext uri="{FF2B5EF4-FFF2-40B4-BE49-F238E27FC236}">
                <a16:creationId xmlns:a16="http://schemas.microsoft.com/office/drawing/2014/main" id="{54BB46CD-C724-4AC9-8E8D-1C3C4BE5FA74}"/>
              </a:ext>
            </a:extLst>
          </p:cNvPr>
          <p:cNvSpPr>
            <a:spLocks noGrp="1"/>
          </p:cNvSpPr>
          <p:nvPr/>
        </p:nvSpPr>
        <p:spPr>
          <a:xfrm>
            <a:off x="90497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data_7554">
            <a:extLst>
              <a:ext uri="{FF2B5EF4-FFF2-40B4-BE49-F238E27FC236}">
                <a16:creationId xmlns:a16="http://schemas.microsoft.com/office/drawing/2014/main" id="{1835AF07-3DE9-40D1-98CC-D3BA9ADCC931}"/>
              </a:ext>
            </a:extLst>
          </p:cNvPr>
          <p:cNvSpPr>
            <a:spLocks noGrp="1"/>
          </p:cNvSpPr>
          <p:nvPr/>
        </p:nvSpPr>
        <p:spPr>
          <a:xfrm>
            <a:off x="901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data_7555">
            <a:extLst>
              <a:ext uri="{FF2B5EF4-FFF2-40B4-BE49-F238E27FC236}">
                <a16:creationId xmlns:a16="http://schemas.microsoft.com/office/drawing/2014/main" id="{0FBAE456-74AD-46AF-9D1E-2323945D1D04}"/>
              </a:ext>
            </a:extLst>
          </p:cNvPr>
          <p:cNvSpPr>
            <a:spLocks noGrp="1"/>
          </p:cNvSpPr>
          <p:nvPr/>
        </p:nvSpPr>
        <p:spPr>
          <a:xfrm>
            <a:off x="90450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data_7556">
            <a:extLst>
              <a:ext uri="{FF2B5EF4-FFF2-40B4-BE49-F238E27FC236}">
                <a16:creationId xmlns:a16="http://schemas.microsoft.com/office/drawing/2014/main" id="{687EA12A-FE52-43E1-BBEE-4870E80E9F21}"/>
              </a:ext>
            </a:extLst>
          </p:cNvPr>
          <p:cNvSpPr>
            <a:spLocks noGrp="1"/>
          </p:cNvSpPr>
          <p:nvPr/>
        </p:nvSpPr>
        <p:spPr>
          <a:xfrm>
            <a:off x="8929898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data_7557">
            <a:extLst>
              <a:ext uri="{FF2B5EF4-FFF2-40B4-BE49-F238E27FC236}">
                <a16:creationId xmlns:a16="http://schemas.microsoft.com/office/drawing/2014/main" id="{B510A300-6633-4D59-9CA4-D28316ABF57E}"/>
              </a:ext>
            </a:extLst>
          </p:cNvPr>
          <p:cNvSpPr>
            <a:spLocks noGrp="1"/>
          </p:cNvSpPr>
          <p:nvPr/>
        </p:nvSpPr>
        <p:spPr>
          <a:xfrm>
            <a:off x="9035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data_7558">
            <a:extLst>
              <a:ext uri="{FF2B5EF4-FFF2-40B4-BE49-F238E27FC236}">
                <a16:creationId xmlns:a16="http://schemas.microsoft.com/office/drawing/2014/main" id="{36D3CB42-6962-4270-8BF2-87B075607FE1}"/>
              </a:ext>
            </a:extLst>
          </p:cNvPr>
          <p:cNvSpPr>
            <a:spLocks noGrp="1"/>
          </p:cNvSpPr>
          <p:nvPr/>
        </p:nvSpPr>
        <p:spPr>
          <a:xfrm>
            <a:off x="901823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data_7559">
            <a:extLst>
              <a:ext uri="{FF2B5EF4-FFF2-40B4-BE49-F238E27FC236}">
                <a16:creationId xmlns:a16="http://schemas.microsoft.com/office/drawing/2014/main" id="{224FDCB8-4F47-43C7-8FB4-99EBDAD91FC4}"/>
              </a:ext>
            </a:extLst>
          </p:cNvPr>
          <p:cNvSpPr>
            <a:spLocks noGrp="1"/>
          </p:cNvSpPr>
          <p:nvPr/>
        </p:nvSpPr>
        <p:spPr>
          <a:xfrm>
            <a:off x="8973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data_7560">
            <a:extLst>
              <a:ext uri="{FF2B5EF4-FFF2-40B4-BE49-F238E27FC236}">
                <a16:creationId xmlns:a16="http://schemas.microsoft.com/office/drawing/2014/main" id="{7ECDC851-5491-486D-AD61-52E6D1774B35}"/>
              </a:ext>
            </a:extLst>
          </p:cNvPr>
          <p:cNvSpPr>
            <a:spLocks noGrp="1"/>
          </p:cNvSpPr>
          <p:nvPr/>
        </p:nvSpPr>
        <p:spPr>
          <a:xfrm>
            <a:off x="90233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data_7561">
            <a:extLst>
              <a:ext uri="{FF2B5EF4-FFF2-40B4-BE49-F238E27FC236}">
                <a16:creationId xmlns:a16="http://schemas.microsoft.com/office/drawing/2014/main" id="{3EFBFEB9-0360-4ED3-8D27-A6024C5E75C0}"/>
              </a:ext>
            </a:extLst>
          </p:cNvPr>
          <p:cNvSpPr>
            <a:spLocks noGrp="1"/>
          </p:cNvSpPr>
          <p:nvPr/>
        </p:nvSpPr>
        <p:spPr>
          <a:xfrm>
            <a:off x="905042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data_7562">
            <a:extLst>
              <a:ext uri="{FF2B5EF4-FFF2-40B4-BE49-F238E27FC236}">
                <a16:creationId xmlns:a16="http://schemas.microsoft.com/office/drawing/2014/main" id="{4DAE9551-3FC0-4A4D-ABB3-4B1E69B75DA1}"/>
              </a:ext>
            </a:extLst>
          </p:cNvPr>
          <p:cNvSpPr>
            <a:spLocks noGrp="1"/>
          </p:cNvSpPr>
          <p:nvPr/>
        </p:nvSpPr>
        <p:spPr>
          <a:xfrm>
            <a:off x="900964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data_7563">
            <a:extLst>
              <a:ext uri="{FF2B5EF4-FFF2-40B4-BE49-F238E27FC236}">
                <a16:creationId xmlns:a16="http://schemas.microsoft.com/office/drawing/2014/main" id="{93A25192-FE5E-410A-AE3D-B802C4713BED}"/>
              </a:ext>
            </a:extLst>
          </p:cNvPr>
          <p:cNvSpPr>
            <a:spLocks noGrp="1"/>
          </p:cNvSpPr>
          <p:nvPr/>
        </p:nvSpPr>
        <p:spPr>
          <a:xfrm>
            <a:off x="9019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data_7564">
            <a:extLst>
              <a:ext uri="{FF2B5EF4-FFF2-40B4-BE49-F238E27FC236}">
                <a16:creationId xmlns:a16="http://schemas.microsoft.com/office/drawing/2014/main" id="{255D3A15-8D39-458A-8895-9CCEBFA78A56}"/>
              </a:ext>
            </a:extLst>
          </p:cNvPr>
          <p:cNvSpPr>
            <a:spLocks noGrp="1"/>
          </p:cNvSpPr>
          <p:nvPr/>
        </p:nvSpPr>
        <p:spPr>
          <a:xfrm>
            <a:off x="9018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data_7565">
            <a:extLst>
              <a:ext uri="{FF2B5EF4-FFF2-40B4-BE49-F238E27FC236}">
                <a16:creationId xmlns:a16="http://schemas.microsoft.com/office/drawing/2014/main" id="{0C34C133-7F99-44B4-A7A4-800671520EE9}"/>
              </a:ext>
            </a:extLst>
          </p:cNvPr>
          <p:cNvSpPr>
            <a:spLocks noGrp="1"/>
          </p:cNvSpPr>
          <p:nvPr/>
        </p:nvSpPr>
        <p:spPr>
          <a:xfrm>
            <a:off x="89976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data_7566">
            <a:extLst>
              <a:ext uri="{FF2B5EF4-FFF2-40B4-BE49-F238E27FC236}">
                <a16:creationId xmlns:a16="http://schemas.microsoft.com/office/drawing/2014/main" id="{DB581EC4-DAE6-4DDA-AB4E-D1F0E3B93AA0}"/>
              </a:ext>
            </a:extLst>
          </p:cNvPr>
          <p:cNvSpPr>
            <a:spLocks noGrp="1"/>
          </p:cNvSpPr>
          <p:nvPr/>
        </p:nvSpPr>
        <p:spPr>
          <a:xfrm>
            <a:off x="89613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data_7567">
            <a:extLst>
              <a:ext uri="{FF2B5EF4-FFF2-40B4-BE49-F238E27FC236}">
                <a16:creationId xmlns:a16="http://schemas.microsoft.com/office/drawing/2014/main" id="{3E989444-9BD3-43F1-9E2B-7D465C7CF77B}"/>
              </a:ext>
            </a:extLst>
          </p:cNvPr>
          <p:cNvSpPr>
            <a:spLocks noGrp="1"/>
          </p:cNvSpPr>
          <p:nvPr/>
        </p:nvSpPr>
        <p:spPr>
          <a:xfrm>
            <a:off x="90413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data_7568">
            <a:extLst>
              <a:ext uri="{FF2B5EF4-FFF2-40B4-BE49-F238E27FC236}">
                <a16:creationId xmlns:a16="http://schemas.microsoft.com/office/drawing/2014/main" id="{E450DED2-63EF-4289-91C3-57387297040D}"/>
              </a:ext>
            </a:extLst>
          </p:cNvPr>
          <p:cNvSpPr>
            <a:spLocks noGrp="1"/>
          </p:cNvSpPr>
          <p:nvPr/>
        </p:nvSpPr>
        <p:spPr>
          <a:xfrm>
            <a:off x="89474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data_7569">
            <a:extLst>
              <a:ext uri="{FF2B5EF4-FFF2-40B4-BE49-F238E27FC236}">
                <a16:creationId xmlns:a16="http://schemas.microsoft.com/office/drawing/2014/main" id="{FDA23BE3-B8D8-4AF8-8961-B51950E86C24}"/>
              </a:ext>
            </a:extLst>
          </p:cNvPr>
          <p:cNvSpPr>
            <a:spLocks noGrp="1"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data_7570">
            <a:extLst>
              <a:ext uri="{FF2B5EF4-FFF2-40B4-BE49-F238E27FC236}">
                <a16:creationId xmlns:a16="http://schemas.microsoft.com/office/drawing/2014/main" id="{2CDF57B1-7462-43A0-88A1-ACA320611234}"/>
              </a:ext>
            </a:extLst>
          </p:cNvPr>
          <p:cNvSpPr>
            <a:spLocks noGrp="1"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data_7571">
            <a:extLst>
              <a:ext uri="{FF2B5EF4-FFF2-40B4-BE49-F238E27FC236}">
                <a16:creationId xmlns:a16="http://schemas.microsoft.com/office/drawing/2014/main" id="{FFF4A24B-9945-48DC-B88F-A1BFF388CDA3}"/>
              </a:ext>
            </a:extLst>
          </p:cNvPr>
          <p:cNvSpPr>
            <a:spLocks noGrp="1"/>
          </p:cNvSpPr>
          <p:nvPr/>
        </p:nvSpPr>
        <p:spPr>
          <a:xfrm>
            <a:off x="904312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data_7572">
            <a:extLst>
              <a:ext uri="{FF2B5EF4-FFF2-40B4-BE49-F238E27FC236}">
                <a16:creationId xmlns:a16="http://schemas.microsoft.com/office/drawing/2014/main" id="{7D2008F4-1C56-4101-A481-36F175A38A05}"/>
              </a:ext>
            </a:extLst>
          </p:cNvPr>
          <p:cNvSpPr>
            <a:spLocks noGrp="1"/>
          </p:cNvSpPr>
          <p:nvPr/>
        </p:nvSpPr>
        <p:spPr>
          <a:xfrm>
            <a:off x="90293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data_7573">
            <a:extLst>
              <a:ext uri="{FF2B5EF4-FFF2-40B4-BE49-F238E27FC236}">
                <a16:creationId xmlns:a16="http://schemas.microsoft.com/office/drawing/2014/main" id="{445FE1D6-EDF7-4A8C-8043-BF960E301655}"/>
              </a:ext>
            </a:extLst>
          </p:cNvPr>
          <p:cNvSpPr>
            <a:spLocks noGrp="1"/>
          </p:cNvSpPr>
          <p:nvPr/>
        </p:nvSpPr>
        <p:spPr>
          <a:xfrm>
            <a:off x="90349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data_7574">
            <a:extLst>
              <a:ext uri="{FF2B5EF4-FFF2-40B4-BE49-F238E27FC236}">
                <a16:creationId xmlns:a16="http://schemas.microsoft.com/office/drawing/2014/main" id="{04BFCD68-E66F-45E3-B843-EADB7466D8E4}"/>
              </a:ext>
            </a:extLst>
          </p:cNvPr>
          <p:cNvSpPr>
            <a:spLocks noGrp="1"/>
          </p:cNvSpPr>
          <p:nvPr/>
        </p:nvSpPr>
        <p:spPr>
          <a:xfrm>
            <a:off x="9018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data_7575">
            <a:extLst>
              <a:ext uri="{FF2B5EF4-FFF2-40B4-BE49-F238E27FC236}">
                <a16:creationId xmlns:a16="http://schemas.microsoft.com/office/drawing/2014/main" id="{718D0660-EABB-4122-A75F-4D2948BD1206}"/>
              </a:ext>
            </a:extLst>
          </p:cNvPr>
          <p:cNvSpPr>
            <a:spLocks noGrp="1"/>
          </p:cNvSpPr>
          <p:nvPr/>
        </p:nvSpPr>
        <p:spPr>
          <a:xfrm>
            <a:off x="9028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data_7576">
            <a:extLst>
              <a:ext uri="{FF2B5EF4-FFF2-40B4-BE49-F238E27FC236}">
                <a16:creationId xmlns:a16="http://schemas.microsoft.com/office/drawing/2014/main" id="{57474D5F-6824-4549-8955-0CAFABBB400B}"/>
              </a:ext>
            </a:extLst>
          </p:cNvPr>
          <p:cNvSpPr>
            <a:spLocks noGrp="1"/>
          </p:cNvSpPr>
          <p:nvPr/>
        </p:nvSpPr>
        <p:spPr>
          <a:xfrm>
            <a:off x="90399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data_7577">
            <a:extLst>
              <a:ext uri="{FF2B5EF4-FFF2-40B4-BE49-F238E27FC236}">
                <a16:creationId xmlns:a16="http://schemas.microsoft.com/office/drawing/2014/main" id="{6E4090B2-E376-4BBD-A979-2C663A074B26}"/>
              </a:ext>
            </a:extLst>
          </p:cNvPr>
          <p:cNvSpPr>
            <a:spLocks noGrp="1"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data_7578">
            <a:extLst>
              <a:ext uri="{FF2B5EF4-FFF2-40B4-BE49-F238E27FC236}">
                <a16:creationId xmlns:a16="http://schemas.microsoft.com/office/drawing/2014/main" id="{45982B5B-B619-450D-9531-B6AE0FD6227B}"/>
              </a:ext>
            </a:extLst>
          </p:cNvPr>
          <p:cNvSpPr>
            <a:spLocks noGrp="1"/>
          </p:cNvSpPr>
          <p:nvPr/>
        </p:nvSpPr>
        <p:spPr>
          <a:xfrm>
            <a:off x="89546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data_7579">
            <a:extLst>
              <a:ext uri="{FF2B5EF4-FFF2-40B4-BE49-F238E27FC236}">
                <a16:creationId xmlns:a16="http://schemas.microsoft.com/office/drawing/2014/main" id="{349B912A-EF71-41C2-ADC8-1799E1D09645}"/>
              </a:ext>
            </a:extLst>
          </p:cNvPr>
          <p:cNvSpPr>
            <a:spLocks noGrp="1"/>
          </p:cNvSpPr>
          <p:nvPr/>
        </p:nvSpPr>
        <p:spPr>
          <a:xfrm>
            <a:off x="9016545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data_7580">
            <a:extLst>
              <a:ext uri="{FF2B5EF4-FFF2-40B4-BE49-F238E27FC236}">
                <a16:creationId xmlns:a16="http://schemas.microsoft.com/office/drawing/2014/main" id="{350AA490-59BA-4BFF-BD36-520C88500DD3}"/>
              </a:ext>
            </a:extLst>
          </p:cNvPr>
          <p:cNvSpPr>
            <a:spLocks noGrp="1"/>
          </p:cNvSpPr>
          <p:nvPr/>
        </p:nvSpPr>
        <p:spPr>
          <a:xfrm>
            <a:off x="8951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data_7581">
            <a:extLst>
              <a:ext uri="{FF2B5EF4-FFF2-40B4-BE49-F238E27FC236}">
                <a16:creationId xmlns:a16="http://schemas.microsoft.com/office/drawing/2014/main" id="{8609ED39-1254-4F63-9E96-9FFB297B3CA9}"/>
              </a:ext>
            </a:extLst>
          </p:cNvPr>
          <p:cNvSpPr>
            <a:spLocks noGrp="1"/>
          </p:cNvSpPr>
          <p:nvPr/>
        </p:nvSpPr>
        <p:spPr>
          <a:xfrm>
            <a:off x="8963645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data_7582">
            <a:extLst>
              <a:ext uri="{FF2B5EF4-FFF2-40B4-BE49-F238E27FC236}">
                <a16:creationId xmlns:a16="http://schemas.microsoft.com/office/drawing/2014/main" id="{5C36580B-12DB-4E08-8CA8-79796E3A6933}"/>
              </a:ext>
            </a:extLst>
          </p:cNvPr>
          <p:cNvSpPr>
            <a:spLocks noGrp="1"/>
          </p:cNvSpPr>
          <p:nvPr/>
        </p:nvSpPr>
        <p:spPr>
          <a:xfrm>
            <a:off x="89422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data_7583">
            <a:extLst>
              <a:ext uri="{FF2B5EF4-FFF2-40B4-BE49-F238E27FC236}">
                <a16:creationId xmlns:a16="http://schemas.microsoft.com/office/drawing/2014/main" id="{AC28CC3F-2010-44E9-BA8E-BD1ECBBCD544}"/>
              </a:ext>
            </a:extLst>
          </p:cNvPr>
          <p:cNvSpPr>
            <a:spLocks noGrp="1"/>
          </p:cNvSpPr>
          <p:nvPr/>
        </p:nvSpPr>
        <p:spPr>
          <a:xfrm>
            <a:off x="89560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data_7584">
            <a:extLst>
              <a:ext uri="{FF2B5EF4-FFF2-40B4-BE49-F238E27FC236}">
                <a16:creationId xmlns:a16="http://schemas.microsoft.com/office/drawing/2014/main" id="{AC0D77DA-9D41-4E19-BA9B-8351C420A65B}"/>
              </a:ext>
            </a:extLst>
          </p:cNvPr>
          <p:cNvSpPr>
            <a:spLocks noGrp="1"/>
          </p:cNvSpPr>
          <p:nvPr/>
        </p:nvSpPr>
        <p:spPr>
          <a:xfrm>
            <a:off x="896116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data_7585">
            <a:extLst>
              <a:ext uri="{FF2B5EF4-FFF2-40B4-BE49-F238E27FC236}">
                <a16:creationId xmlns:a16="http://schemas.microsoft.com/office/drawing/2014/main" id="{2EDF8137-0E39-46D2-BFBA-CC387F483CBE}"/>
              </a:ext>
            </a:extLst>
          </p:cNvPr>
          <p:cNvSpPr>
            <a:spLocks noGrp="1"/>
          </p:cNvSpPr>
          <p:nvPr/>
        </p:nvSpPr>
        <p:spPr>
          <a:xfrm>
            <a:off x="90420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data_7586">
            <a:extLst>
              <a:ext uri="{FF2B5EF4-FFF2-40B4-BE49-F238E27FC236}">
                <a16:creationId xmlns:a16="http://schemas.microsoft.com/office/drawing/2014/main" id="{7E30DEE3-9C5F-49B6-B3B2-E1FE91576A58}"/>
              </a:ext>
            </a:extLst>
          </p:cNvPr>
          <p:cNvSpPr>
            <a:spLocks noGrp="1"/>
          </p:cNvSpPr>
          <p:nvPr/>
        </p:nvSpPr>
        <p:spPr>
          <a:xfrm>
            <a:off x="89868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data_7587">
            <a:extLst>
              <a:ext uri="{FF2B5EF4-FFF2-40B4-BE49-F238E27FC236}">
                <a16:creationId xmlns:a16="http://schemas.microsoft.com/office/drawing/2014/main" id="{C1F68106-C142-48D8-BC8B-64EBF312CE13}"/>
              </a:ext>
            </a:extLst>
          </p:cNvPr>
          <p:cNvSpPr>
            <a:spLocks noGrp="1"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data_7588">
            <a:extLst>
              <a:ext uri="{FF2B5EF4-FFF2-40B4-BE49-F238E27FC236}">
                <a16:creationId xmlns:a16="http://schemas.microsoft.com/office/drawing/2014/main" id="{A03E4BE6-C972-4C46-AFED-7040DF375AD0}"/>
              </a:ext>
            </a:extLst>
          </p:cNvPr>
          <p:cNvSpPr>
            <a:spLocks noGrp="1"/>
          </p:cNvSpPr>
          <p:nvPr/>
        </p:nvSpPr>
        <p:spPr>
          <a:xfrm>
            <a:off x="896325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data_7589">
            <a:extLst>
              <a:ext uri="{FF2B5EF4-FFF2-40B4-BE49-F238E27FC236}">
                <a16:creationId xmlns:a16="http://schemas.microsoft.com/office/drawing/2014/main" id="{6797F1ED-7A65-4CFB-941D-B16B4B9F02A9}"/>
              </a:ext>
            </a:extLst>
          </p:cNvPr>
          <p:cNvSpPr>
            <a:spLocks noGrp="1"/>
          </p:cNvSpPr>
          <p:nvPr/>
        </p:nvSpPr>
        <p:spPr>
          <a:xfrm>
            <a:off x="903530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data_7590">
            <a:extLst>
              <a:ext uri="{FF2B5EF4-FFF2-40B4-BE49-F238E27FC236}">
                <a16:creationId xmlns:a16="http://schemas.microsoft.com/office/drawing/2014/main" id="{BD49A238-2AB6-48ED-9655-67DED082D88E}"/>
              </a:ext>
            </a:extLst>
          </p:cNvPr>
          <p:cNvSpPr>
            <a:spLocks noGrp="1"/>
          </p:cNvSpPr>
          <p:nvPr/>
        </p:nvSpPr>
        <p:spPr>
          <a:xfrm>
            <a:off x="90106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data_7591">
            <a:extLst>
              <a:ext uri="{FF2B5EF4-FFF2-40B4-BE49-F238E27FC236}">
                <a16:creationId xmlns:a16="http://schemas.microsoft.com/office/drawing/2014/main" id="{5A1C5C36-5FD4-4F94-B133-93C4E15A5418}"/>
              </a:ext>
            </a:extLst>
          </p:cNvPr>
          <p:cNvSpPr>
            <a:spLocks noGrp="1"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data_7592">
            <a:extLst>
              <a:ext uri="{FF2B5EF4-FFF2-40B4-BE49-F238E27FC236}">
                <a16:creationId xmlns:a16="http://schemas.microsoft.com/office/drawing/2014/main" id="{ADCB1334-65C3-45DD-B0D9-FE14F7A823AC}"/>
              </a:ext>
            </a:extLst>
          </p:cNvPr>
          <p:cNvSpPr>
            <a:spLocks noGrp="1"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data_7593">
            <a:extLst>
              <a:ext uri="{FF2B5EF4-FFF2-40B4-BE49-F238E27FC236}">
                <a16:creationId xmlns:a16="http://schemas.microsoft.com/office/drawing/2014/main" id="{F6261249-C67E-432A-B040-FB81FA551BA4}"/>
              </a:ext>
            </a:extLst>
          </p:cNvPr>
          <p:cNvSpPr>
            <a:spLocks noGrp="1"/>
          </p:cNvSpPr>
          <p:nvPr/>
        </p:nvSpPr>
        <p:spPr>
          <a:xfrm>
            <a:off x="8976805" y="359451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data_7594">
            <a:extLst>
              <a:ext uri="{FF2B5EF4-FFF2-40B4-BE49-F238E27FC236}">
                <a16:creationId xmlns:a16="http://schemas.microsoft.com/office/drawing/2014/main" id="{13EE7B5E-8F40-4E76-A77C-34E06AF39F13}"/>
              </a:ext>
            </a:extLst>
          </p:cNvPr>
          <p:cNvSpPr>
            <a:spLocks noGrp="1"/>
          </p:cNvSpPr>
          <p:nvPr/>
        </p:nvSpPr>
        <p:spPr>
          <a:xfrm>
            <a:off x="9035699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data_7595">
            <a:extLst>
              <a:ext uri="{FF2B5EF4-FFF2-40B4-BE49-F238E27FC236}">
                <a16:creationId xmlns:a16="http://schemas.microsoft.com/office/drawing/2014/main" id="{54485EE4-7531-4801-A340-5084F055A22C}"/>
              </a:ext>
            </a:extLst>
          </p:cNvPr>
          <p:cNvSpPr>
            <a:spLocks noGrp="1"/>
          </p:cNvSpPr>
          <p:nvPr/>
        </p:nvSpPr>
        <p:spPr>
          <a:xfrm>
            <a:off x="90358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data_7596">
            <a:extLst>
              <a:ext uri="{FF2B5EF4-FFF2-40B4-BE49-F238E27FC236}">
                <a16:creationId xmlns:a16="http://schemas.microsoft.com/office/drawing/2014/main" id="{2ED3EED7-12E5-467C-BF51-915FC295012A}"/>
              </a:ext>
            </a:extLst>
          </p:cNvPr>
          <p:cNvSpPr>
            <a:spLocks noGrp="1"/>
          </p:cNvSpPr>
          <p:nvPr/>
        </p:nvSpPr>
        <p:spPr>
          <a:xfrm>
            <a:off x="90277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data_7597">
            <a:extLst>
              <a:ext uri="{FF2B5EF4-FFF2-40B4-BE49-F238E27FC236}">
                <a16:creationId xmlns:a16="http://schemas.microsoft.com/office/drawing/2014/main" id="{CE5AFE59-D9C7-46C2-97A6-DEFEDAFA79F5}"/>
              </a:ext>
            </a:extLst>
          </p:cNvPr>
          <p:cNvSpPr>
            <a:spLocks noGrp="1"/>
          </p:cNvSpPr>
          <p:nvPr/>
        </p:nvSpPr>
        <p:spPr>
          <a:xfrm>
            <a:off x="90392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data_7598">
            <a:extLst>
              <a:ext uri="{FF2B5EF4-FFF2-40B4-BE49-F238E27FC236}">
                <a16:creationId xmlns:a16="http://schemas.microsoft.com/office/drawing/2014/main" id="{F4213492-A713-443D-B70B-508AE5D334E6}"/>
              </a:ext>
            </a:extLst>
          </p:cNvPr>
          <p:cNvSpPr>
            <a:spLocks noGrp="1"/>
          </p:cNvSpPr>
          <p:nvPr/>
        </p:nvSpPr>
        <p:spPr>
          <a:xfrm>
            <a:off x="8964297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data_7599">
            <a:extLst>
              <a:ext uri="{FF2B5EF4-FFF2-40B4-BE49-F238E27FC236}">
                <a16:creationId xmlns:a16="http://schemas.microsoft.com/office/drawing/2014/main" id="{D0941EAD-0D09-4320-B09F-E37F029C7480}"/>
              </a:ext>
            </a:extLst>
          </p:cNvPr>
          <p:cNvSpPr>
            <a:spLocks noGrp="1"/>
          </p:cNvSpPr>
          <p:nvPr/>
        </p:nvSpPr>
        <p:spPr>
          <a:xfrm>
            <a:off x="8944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data_7600">
            <a:extLst>
              <a:ext uri="{FF2B5EF4-FFF2-40B4-BE49-F238E27FC236}">
                <a16:creationId xmlns:a16="http://schemas.microsoft.com/office/drawing/2014/main" id="{2127AEAE-3278-4088-9EB2-2F9411D36D0E}"/>
              </a:ext>
            </a:extLst>
          </p:cNvPr>
          <p:cNvSpPr>
            <a:spLocks noGrp="1"/>
          </p:cNvSpPr>
          <p:nvPr/>
        </p:nvSpPr>
        <p:spPr>
          <a:xfrm>
            <a:off x="90204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data_7601">
            <a:extLst>
              <a:ext uri="{FF2B5EF4-FFF2-40B4-BE49-F238E27FC236}">
                <a16:creationId xmlns:a16="http://schemas.microsoft.com/office/drawing/2014/main" id="{1BF3CAE4-D4E3-4074-9DF3-AD423242E101}"/>
              </a:ext>
            </a:extLst>
          </p:cNvPr>
          <p:cNvSpPr>
            <a:spLocks noGrp="1"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data_7602">
            <a:extLst>
              <a:ext uri="{FF2B5EF4-FFF2-40B4-BE49-F238E27FC236}">
                <a16:creationId xmlns:a16="http://schemas.microsoft.com/office/drawing/2014/main" id="{8AA0CFA6-3AC2-4B5F-A5D5-2C6FF1C7ACE9}"/>
              </a:ext>
            </a:extLst>
          </p:cNvPr>
          <p:cNvSpPr>
            <a:spLocks noGrp="1"/>
          </p:cNvSpPr>
          <p:nvPr/>
        </p:nvSpPr>
        <p:spPr>
          <a:xfrm>
            <a:off x="8946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data_7603">
            <a:extLst>
              <a:ext uri="{FF2B5EF4-FFF2-40B4-BE49-F238E27FC236}">
                <a16:creationId xmlns:a16="http://schemas.microsoft.com/office/drawing/2014/main" id="{54903C4D-75BA-4FD4-A3A4-2BCF8AAB585A}"/>
              </a:ext>
            </a:extLst>
          </p:cNvPr>
          <p:cNvSpPr>
            <a:spLocks noGrp="1"/>
          </p:cNvSpPr>
          <p:nvPr/>
        </p:nvSpPr>
        <p:spPr>
          <a:xfrm>
            <a:off x="9023712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data_7604">
            <a:extLst>
              <a:ext uri="{FF2B5EF4-FFF2-40B4-BE49-F238E27FC236}">
                <a16:creationId xmlns:a16="http://schemas.microsoft.com/office/drawing/2014/main" id="{6D58C93E-C246-445B-A906-4C799281850B}"/>
              </a:ext>
            </a:extLst>
          </p:cNvPr>
          <p:cNvSpPr>
            <a:spLocks noGrp="1"/>
          </p:cNvSpPr>
          <p:nvPr/>
        </p:nvSpPr>
        <p:spPr>
          <a:xfrm>
            <a:off x="89396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data_7605">
            <a:extLst>
              <a:ext uri="{FF2B5EF4-FFF2-40B4-BE49-F238E27FC236}">
                <a16:creationId xmlns:a16="http://schemas.microsoft.com/office/drawing/2014/main" id="{2EEBED42-AEA6-4F3B-B042-1372CB3CFEF2}"/>
              </a:ext>
            </a:extLst>
          </p:cNvPr>
          <p:cNvSpPr>
            <a:spLocks noGrp="1"/>
          </p:cNvSpPr>
          <p:nvPr/>
        </p:nvSpPr>
        <p:spPr>
          <a:xfrm>
            <a:off x="9048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data_7606">
            <a:extLst>
              <a:ext uri="{FF2B5EF4-FFF2-40B4-BE49-F238E27FC236}">
                <a16:creationId xmlns:a16="http://schemas.microsoft.com/office/drawing/2014/main" id="{CED363D9-3E44-47D9-8CCB-2D80E2276764}"/>
              </a:ext>
            </a:extLst>
          </p:cNvPr>
          <p:cNvSpPr>
            <a:spLocks noGrp="1"/>
          </p:cNvSpPr>
          <p:nvPr/>
        </p:nvSpPr>
        <p:spPr>
          <a:xfrm>
            <a:off x="90287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data_7607">
            <a:extLst>
              <a:ext uri="{FF2B5EF4-FFF2-40B4-BE49-F238E27FC236}">
                <a16:creationId xmlns:a16="http://schemas.microsoft.com/office/drawing/2014/main" id="{AD38A7DA-2B88-4CC1-8C5B-B2703DA80072}"/>
              </a:ext>
            </a:extLst>
          </p:cNvPr>
          <p:cNvSpPr>
            <a:spLocks noGrp="1"/>
          </p:cNvSpPr>
          <p:nvPr/>
        </p:nvSpPr>
        <p:spPr>
          <a:xfrm>
            <a:off x="89816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data_7608">
            <a:extLst>
              <a:ext uri="{FF2B5EF4-FFF2-40B4-BE49-F238E27FC236}">
                <a16:creationId xmlns:a16="http://schemas.microsoft.com/office/drawing/2014/main" id="{12C41FE9-011D-4099-828E-319C3F62358C}"/>
              </a:ext>
            </a:extLst>
          </p:cNvPr>
          <p:cNvSpPr>
            <a:spLocks noGrp="1"/>
          </p:cNvSpPr>
          <p:nvPr/>
        </p:nvSpPr>
        <p:spPr>
          <a:xfrm>
            <a:off x="89596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data_7609">
            <a:extLst>
              <a:ext uri="{FF2B5EF4-FFF2-40B4-BE49-F238E27FC236}">
                <a16:creationId xmlns:a16="http://schemas.microsoft.com/office/drawing/2014/main" id="{C6CC40AF-90A4-4521-B14D-C710A9257B53}"/>
              </a:ext>
            </a:extLst>
          </p:cNvPr>
          <p:cNvSpPr>
            <a:spLocks noGrp="1"/>
          </p:cNvSpPr>
          <p:nvPr/>
        </p:nvSpPr>
        <p:spPr>
          <a:xfrm>
            <a:off x="9046774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data_7610">
            <a:extLst>
              <a:ext uri="{FF2B5EF4-FFF2-40B4-BE49-F238E27FC236}">
                <a16:creationId xmlns:a16="http://schemas.microsoft.com/office/drawing/2014/main" id="{4BA9C1A6-6414-4F49-A612-A84E5B3F899D}"/>
              </a:ext>
            </a:extLst>
          </p:cNvPr>
          <p:cNvSpPr>
            <a:spLocks noGrp="1"/>
          </p:cNvSpPr>
          <p:nvPr/>
        </p:nvSpPr>
        <p:spPr>
          <a:xfrm>
            <a:off x="905237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data_7611">
            <a:extLst>
              <a:ext uri="{FF2B5EF4-FFF2-40B4-BE49-F238E27FC236}">
                <a16:creationId xmlns:a16="http://schemas.microsoft.com/office/drawing/2014/main" id="{F6CB8A25-71CD-453E-92F6-E0E2D7F9488D}"/>
              </a:ext>
            </a:extLst>
          </p:cNvPr>
          <p:cNvSpPr>
            <a:spLocks noGrp="1"/>
          </p:cNvSpPr>
          <p:nvPr/>
        </p:nvSpPr>
        <p:spPr>
          <a:xfrm>
            <a:off x="90050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data_7612">
            <a:extLst>
              <a:ext uri="{FF2B5EF4-FFF2-40B4-BE49-F238E27FC236}">
                <a16:creationId xmlns:a16="http://schemas.microsoft.com/office/drawing/2014/main" id="{C9D8CFE7-778C-4510-8A03-1675C9F45D97}"/>
              </a:ext>
            </a:extLst>
          </p:cNvPr>
          <p:cNvSpPr>
            <a:spLocks noGrp="1"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data_7613">
            <a:extLst>
              <a:ext uri="{FF2B5EF4-FFF2-40B4-BE49-F238E27FC236}">
                <a16:creationId xmlns:a16="http://schemas.microsoft.com/office/drawing/2014/main" id="{D5FED735-2631-4A3B-AA16-894AF9B3667F}"/>
              </a:ext>
            </a:extLst>
          </p:cNvPr>
          <p:cNvSpPr>
            <a:spLocks noGrp="1"/>
          </p:cNvSpPr>
          <p:nvPr/>
        </p:nvSpPr>
        <p:spPr>
          <a:xfrm>
            <a:off x="8943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data_7614">
            <a:extLst>
              <a:ext uri="{FF2B5EF4-FFF2-40B4-BE49-F238E27FC236}">
                <a16:creationId xmlns:a16="http://schemas.microsoft.com/office/drawing/2014/main" id="{CD82C949-0FCE-4234-8772-CE0806EF5631}"/>
              </a:ext>
            </a:extLst>
          </p:cNvPr>
          <p:cNvSpPr>
            <a:spLocks noGrp="1"/>
          </p:cNvSpPr>
          <p:nvPr/>
        </p:nvSpPr>
        <p:spPr>
          <a:xfrm>
            <a:off x="89801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data_7615">
            <a:extLst>
              <a:ext uri="{FF2B5EF4-FFF2-40B4-BE49-F238E27FC236}">
                <a16:creationId xmlns:a16="http://schemas.microsoft.com/office/drawing/2014/main" id="{3A043E24-A60E-4CEF-A6D4-92EAA20660C5}"/>
              </a:ext>
            </a:extLst>
          </p:cNvPr>
          <p:cNvSpPr>
            <a:spLocks noGrp="1"/>
          </p:cNvSpPr>
          <p:nvPr/>
        </p:nvSpPr>
        <p:spPr>
          <a:xfrm>
            <a:off x="90267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data_7616">
            <a:extLst>
              <a:ext uri="{FF2B5EF4-FFF2-40B4-BE49-F238E27FC236}">
                <a16:creationId xmlns:a16="http://schemas.microsoft.com/office/drawing/2014/main" id="{7D82FAF7-D4D1-4BE8-868A-8C03CD9DF655}"/>
              </a:ext>
            </a:extLst>
          </p:cNvPr>
          <p:cNvSpPr>
            <a:spLocks noGrp="1"/>
          </p:cNvSpPr>
          <p:nvPr/>
        </p:nvSpPr>
        <p:spPr>
          <a:xfrm>
            <a:off x="893550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data_7617">
            <a:extLst>
              <a:ext uri="{FF2B5EF4-FFF2-40B4-BE49-F238E27FC236}">
                <a16:creationId xmlns:a16="http://schemas.microsoft.com/office/drawing/2014/main" id="{FA931C11-C763-40EE-ABFC-CC91BDF9256D}"/>
              </a:ext>
            </a:extLst>
          </p:cNvPr>
          <p:cNvSpPr>
            <a:spLocks noGrp="1"/>
          </p:cNvSpPr>
          <p:nvPr/>
        </p:nvSpPr>
        <p:spPr>
          <a:xfrm>
            <a:off x="89308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data_7618">
            <a:extLst>
              <a:ext uri="{FF2B5EF4-FFF2-40B4-BE49-F238E27FC236}">
                <a16:creationId xmlns:a16="http://schemas.microsoft.com/office/drawing/2014/main" id="{61CCD19C-6CDC-4234-BF3B-A962577673EA}"/>
              </a:ext>
            </a:extLst>
          </p:cNvPr>
          <p:cNvSpPr>
            <a:spLocks noGrp="1"/>
          </p:cNvSpPr>
          <p:nvPr/>
        </p:nvSpPr>
        <p:spPr>
          <a:xfrm>
            <a:off x="900781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data_7619">
            <a:extLst>
              <a:ext uri="{FF2B5EF4-FFF2-40B4-BE49-F238E27FC236}">
                <a16:creationId xmlns:a16="http://schemas.microsoft.com/office/drawing/2014/main" id="{A0A9D834-5132-4C87-8F7D-530C283244C7}"/>
              </a:ext>
            </a:extLst>
          </p:cNvPr>
          <p:cNvSpPr>
            <a:spLocks noGrp="1"/>
          </p:cNvSpPr>
          <p:nvPr/>
        </p:nvSpPr>
        <p:spPr>
          <a:xfrm>
            <a:off x="9045992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data_7620">
            <a:extLst>
              <a:ext uri="{FF2B5EF4-FFF2-40B4-BE49-F238E27FC236}">
                <a16:creationId xmlns:a16="http://schemas.microsoft.com/office/drawing/2014/main" id="{6EAA01D7-D418-42ED-8375-58D672C846F6}"/>
              </a:ext>
            </a:extLst>
          </p:cNvPr>
          <p:cNvSpPr>
            <a:spLocks noGrp="1"/>
          </p:cNvSpPr>
          <p:nvPr/>
        </p:nvSpPr>
        <p:spPr>
          <a:xfrm>
            <a:off x="89250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data_7621">
            <a:extLst>
              <a:ext uri="{FF2B5EF4-FFF2-40B4-BE49-F238E27FC236}">
                <a16:creationId xmlns:a16="http://schemas.microsoft.com/office/drawing/2014/main" id="{759928C6-BBC9-43EF-9758-02B88B907B0B}"/>
              </a:ext>
            </a:extLst>
          </p:cNvPr>
          <p:cNvSpPr>
            <a:spLocks noGrp="1"/>
          </p:cNvSpPr>
          <p:nvPr/>
        </p:nvSpPr>
        <p:spPr>
          <a:xfrm>
            <a:off x="89760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data_7622">
            <a:extLst>
              <a:ext uri="{FF2B5EF4-FFF2-40B4-BE49-F238E27FC236}">
                <a16:creationId xmlns:a16="http://schemas.microsoft.com/office/drawing/2014/main" id="{18622B8A-095F-4061-AD51-0124F9A6AF52}"/>
              </a:ext>
            </a:extLst>
          </p:cNvPr>
          <p:cNvSpPr>
            <a:spLocks noGrp="1"/>
          </p:cNvSpPr>
          <p:nvPr/>
        </p:nvSpPr>
        <p:spPr>
          <a:xfrm>
            <a:off x="90178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data_7623">
            <a:extLst>
              <a:ext uri="{FF2B5EF4-FFF2-40B4-BE49-F238E27FC236}">
                <a16:creationId xmlns:a16="http://schemas.microsoft.com/office/drawing/2014/main" id="{2AA498DE-D187-487F-8603-9FF880DFB8C8}"/>
              </a:ext>
            </a:extLst>
          </p:cNvPr>
          <p:cNvSpPr>
            <a:spLocks noGrp="1"/>
          </p:cNvSpPr>
          <p:nvPr/>
        </p:nvSpPr>
        <p:spPr>
          <a:xfrm>
            <a:off x="8978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data_7624">
            <a:extLst>
              <a:ext uri="{FF2B5EF4-FFF2-40B4-BE49-F238E27FC236}">
                <a16:creationId xmlns:a16="http://schemas.microsoft.com/office/drawing/2014/main" id="{4410F1BB-D0D7-4D58-A8B8-2D54B9E7ECDD}"/>
              </a:ext>
            </a:extLst>
          </p:cNvPr>
          <p:cNvSpPr>
            <a:spLocks noGrp="1"/>
          </p:cNvSpPr>
          <p:nvPr/>
        </p:nvSpPr>
        <p:spPr>
          <a:xfrm>
            <a:off x="89567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data_7625">
            <a:extLst>
              <a:ext uri="{FF2B5EF4-FFF2-40B4-BE49-F238E27FC236}">
                <a16:creationId xmlns:a16="http://schemas.microsoft.com/office/drawing/2014/main" id="{81994D2B-7BBA-4D0B-94B3-6D3C613F9024}"/>
              </a:ext>
            </a:extLst>
          </p:cNvPr>
          <p:cNvSpPr>
            <a:spLocks noGrp="1"/>
          </p:cNvSpPr>
          <p:nvPr/>
        </p:nvSpPr>
        <p:spPr>
          <a:xfrm>
            <a:off x="90072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data_7626">
            <a:extLst>
              <a:ext uri="{FF2B5EF4-FFF2-40B4-BE49-F238E27FC236}">
                <a16:creationId xmlns:a16="http://schemas.microsoft.com/office/drawing/2014/main" id="{6E1958A6-FC5E-4F38-9565-D72B427F9C5B}"/>
              </a:ext>
            </a:extLst>
          </p:cNvPr>
          <p:cNvSpPr>
            <a:spLocks noGrp="1"/>
          </p:cNvSpPr>
          <p:nvPr/>
        </p:nvSpPr>
        <p:spPr>
          <a:xfrm>
            <a:off x="90031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data_7627">
            <a:extLst>
              <a:ext uri="{FF2B5EF4-FFF2-40B4-BE49-F238E27FC236}">
                <a16:creationId xmlns:a16="http://schemas.microsoft.com/office/drawing/2014/main" id="{4CDE0444-80CB-4E04-A110-3AA073CE487C}"/>
              </a:ext>
            </a:extLst>
          </p:cNvPr>
          <p:cNvSpPr>
            <a:spLocks noGrp="1"/>
          </p:cNvSpPr>
          <p:nvPr/>
        </p:nvSpPr>
        <p:spPr>
          <a:xfrm>
            <a:off x="8987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data_7628">
            <a:extLst>
              <a:ext uri="{FF2B5EF4-FFF2-40B4-BE49-F238E27FC236}">
                <a16:creationId xmlns:a16="http://schemas.microsoft.com/office/drawing/2014/main" id="{9DC3C073-5AA3-486E-AA57-ADA64431C1C0}"/>
              </a:ext>
            </a:extLst>
          </p:cNvPr>
          <p:cNvSpPr>
            <a:spLocks noGrp="1"/>
          </p:cNvSpPr>
          <p:nvPr/>
        </p:nvSpPr>
        <p:spPr>
          <a:xfrm>
            <a:off x="89999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data_7629">
            <a:extLst>
              <a:ext uri="{FF2B5EF4-FFF2-40B4-BE49-F238E27FC236}">
                <a16:creationId xmlns:a16="http://schemas.microsoft.com/office/drawing/2014/main" id="{96B7B56B-6CD1-47FF-AED8-50C3E975F0DC}"/>
              </a:ext>
            </a:extLst>
          </p:cNvPr>
          <p:cNvSpPr>
            <a:spLocks noGrp="1"/>
          </p:cNvSpPr>
          <p:nvPr/>
        </p:nvSpPr>
        <p:spPr>
          <a:xfrm>
            <a:off x="896260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data_7630">
            <a:extLst>
              <a:ext uri="{FF2B5EF4-FFF2-40B4-BE49-F238E27FC236}">
                <a16:creationId xmlns:a16="http://schemas.microsoft.com/office/drawing/2014/main" id="{A6F5B3BF-AB64-4447-8905-ADD10CD37CA3}"/>
              </a:ext>
            </a:extLst>
          </p:cNvPr>
          <p:cNvSpPr>
            <a:spLocks noGrp="1"/>
          </p:cNvSpPr>
          <p:nvPr/>
        </p:nvSpPr>
        <p:spPr>
          <a:xfrm>
            <a:off x="8991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data_7631">
            <a:extLst>
              <a:ext uri="{FF2B5EF4-FFF2-40B4-BE49-F238E27FC236}">
                <a16:creationId xmlns:a16="http://schemas.microsoft.com/office/drawing/2014/main" id="{EE074BDE-89AC-4168-A102-4A56B2707F64}"/>
              </a:ext>
            </a:extLst>
          </p:cNvPr>
          <p:cNvSpPr>
            <a:spLocks noGrp="1"/>
          </p:cNvSpPr>
          <p:nvPr/>
        </p:nvSpPr>
        <p:spPr>
          <a:xfrm>
            <a:off x="8963906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data_7632">
            <a:extLst>
              <a:ext uri="{FF2B5EF4-FFF2-40B4-BE49-F238E27FC236}">
                <a16:creationId xmlns:a16="http://schemas.microsoft.com/office/drawing/2014/main" id="{06460FBB-2A37-4C4A-8CEC-26E0FA09401B}"/>
              </a:ext>
            </a:extLst>
          </p:cNvPr>
          <p:cNvSpPr>
            <a:spLocks noGrp="1"/>
          </p:cNvSpPr>
          <p:nvPr/>
        </p:nvSpPr>
        <p:spPr>
          <a:xfrm>
            <a:off x="8975372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data_7633">
            <a:extLst>
              <a:ext uri="{FF2B5EF4-FFF2-40B4-BE49-F238E27FC236}">
                <a16:creationId xmlns:a16="http://schemas.microsoft.com/office/drawing/2014/main" id="{F8FFFD9E-3E5A-40DF-B223-1223ADAD8E75}"/>
              </a:ext>
            </a:extLst>
          </p:cNvPr>
          <p:cNvSpPr>
            <a:spLocks noGrp="1"/>
          </p:cNvSpPr>
          <p:nvPr/>
        </p:nvSpPr>
        <p:spPr>
          <a:xfrm>
            <a:off x="90316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data_7634">
            <a:extLst>
              <a:ext uri="{FF2B5EF4-FFF2-40B4-BE49-F238E27FC236}">
                <a16:creationId xmlns:a16="http://schemas.microsoft.com/office/drawing/2014/main" id="{C8A0F2C3-D59D-4DFB-84CF-6C1681CE6A94}"/>
              </a:ext>
            </a:extLst>
          </p:cNvPr>
          <p:cNvSpPr>
            <a:spLocks noGrp="1"/>
          </p:cNvSpPr>
          <p:nvPr/>
        </p:nvSpPr>
        <p:spPr>
          <a:xfrm>
            <a:off x="89394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data_7635">
            <a:extLst>
              <a:ext uri="{FF2B5EF4-FFF2-40B4-BE49-F238E27FC236}">
                <a16:creationId xmlns:a16="http://schemas.microsoft.com/office/drawing/2014/main" id="{4D3426E8-3C76-49EE-AE71-FB165B154DA1}"/>
              </a:ext>
            </a:extLst>
          </p:cNvPr>
          <p:cNvSpPr>
            <a:spLocks noGrp="1"/>
          </p:cNvSpPr>
          <p:nvPr/>
        </p:nvSpPr>
        <p:spPr>
          <a:xfrm>
            <a:off x="89454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data_7636">
            <a:extLst>
              <a:ext uri="{FF2B5EF4-FFF2-40B4-BE49-F238E27FC236}">
                <a16:creationId xmlns:a16="http://schemas.microsoft.com/office/drawing/2014/main" id="{B3BE7943-8ED8-4D24-BBBF-5DC332C3A11A}"/>
              </a:ext>
            </a:extLst>
          </p:cNvPr>
          <p:cNvSpPr>
            <a:spLocks noGrp="1"/>
          </p:cNvSpPr>
          <p:nvPr/>
        </p:nvSpPr>
        <p:spPr>
          <a:xfrm>
            <a:off x="8999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data_7637">
            <a:extLst>
              <a:ext uri="{FF2B5EF4-FFF2-40B4-BE49-F238E27FC236}">
                <a16:creationId xmlns:a16="http://schemas.microsoft.com/office/drawing/2014/main" id="{36091BFA-5FDC-45DE-97CC-2F90B8B1CC50}"/>
              </a:ext>
            </a:extLst>
          </p:cNvPr>
          <p:cNvSpPr>
            <a:spLocks noGrp="1"/>
          </p:cNvSpPr>
          <p:nvPr/>
        </p:nvSpPr>
        <p:spPr>
          <a:xfrm>
            <a:off x="8998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data_7638">
            <a:extLst>
              <a:ext uri="{FF2B5EF4-FFF2-40B4-BE49-F238E27FC236}">
                <a16:creationId xmlns:a16="http://schemas.microsoft.com/office/drawing/2014/main" id="{C68C7F42-55F2-4F28-85CE-422FB93AD445}"/>
              </a:ext>
            </a:extLst>
          </p:cNvPr>
          <p:cNvSpPr>
            <a:spLocks noGrp="1"/>
          </p:cNvSpPr>
          <p:nvPr/>
        </p:nvSpPr>
        <p:spPr>
          <a:xfrm>
            <a:off x="90407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data_7639">
            <a:extLst>
              <a:ext uri="{FF2B5EF4-FFF2-40B4-BE49-F238E27FC236}">
                <a16:creationId xmlns:a16="http://schemas.microsoft.com/office/drawing/2014/main" id="{D1D6ECA7-FE02-4CAB-AC57-EBCF0A65E1EC}"/>
              </a:ext>
            </a:extLst>
          </p:cNvPr>
          <p:cNvSpPr>
            <a:spLocks noGrp="1"/>
          </p:cNvSpPr>
          <p:nvPr/>
        </p:nvSpPr>
        <p:spPr>
          <a:xfrm>
            <a:off x="90211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data_7640">
            <a:extLst>
              <a:ext uri="{FF2B5EF4-FFF2-40B4-BE49-F238E27FC236}">
                <a16:creationId xmlns:a16="http://schemas.microsoft.com/office/drawing/2014/main" id="{5C9D0D54-FEEC-46BE-B4A5-8531ECE522F9}"/>
              </a:ext>
            </a:extLst>
          </p:cNvPr>
          <p:cNvSpPr>
            <a:spLocks noGrp="1"/>
          </p:cNvSpPr>
          <p:nvPr/>
        </p:nvSpPr>
        <p:spPr>
          <a:xfrm>
            <a:off x="89407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data_7641">
            <a:extLst>
              <a:ext uri="{FF2B5EF4-FFF2-40B4-BE49-F238E27FC236}">
                <a16:creationId xmlns:a16="http://schemas.microsoft.com/office/drawing/2014/main" id="{168FB652-00D1-47C4-B5CE-465986133F6B}"/>
              </a:ext>
            </a:extLst>
          </p:cNvPr>
          <p:cNvSpPr>
            <a:spLocks noGrp="1"/>
          </p:cNvSpPr>
          <p:nvPr/>
        </p:nvSpPr>
        <p:spPr>
          <a:xfrm>
            <a:off x="89596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data_7642">
            <a:extLst>
              <a:ext uri="{FF2B5EF4-FFF2-40B4-BE49-F238E27FC236}">
                <a16:creationId xmlns:a16="http://schemas.microsoft.com/office/drawing/2014/main" id="{CD583DC5-4251-4027-8FFE-5D555E2C3C8F}"/>
              </a:ext>
            </a:extLst>
          </p:cNvPr>
          <p:cNvSpPr>
            <a:spLocks noGrp="1"/>
          </p:cNvSpPr>
          <p:nvPr/>
        </p:nvSpPr>
        <p:spPr>
          <a:xfrm>
            <a:off x="901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data_7643">
            <a:extLst>
              <a:ext uri="{FF2B5EF4-FFF2-40B4-BE49-F238E27FC236}">
                <a16:creationId xmlns:a16="http://schemas.microsoft.com/office/drawing/2014/main" id="{E7809BA2-213C-466C-822A-875307B05C28}"/>
              </a:ext>
            </a:extLst>
          </p:cNvPr>
          <p:cNvSpPr>
            <a:spLocks noGrp="1"/>
          </p:cNvSpPr>
          <p:nvPr/>
        </p:nvSpPr>
        <p:spPr>
          <a:xfrm>
            <a:off x="89331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data_7644">
            <a:extLst>
              <a:ext uri="{FF2B5EF4-FFF2-40B4-BE49-F238E27FC236}">
                <a16:creationId xmlns:a16="http://schemas.microsoft.com/office/drawing/2014/main" id="{267CDBC3-E829-4F50-A7BF-63E0C4AABF8F}"/>
              </a:ext>
            </a:extLst>
          </p:cNvPr>
          <p:cNvSpPr>
            <a:spLocks noGrp="1"/>
          </p:cNvSpPr>
          <p:nvPr/>
        </p:nvSpPr>
        <p:spPr>
          <a:xfrm>
            <a:off x="90237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data_7645">
            <a:extLst>
              <a:ext uri="{FF2B5EF4-FFF2-40B4-BE49-F238E27FC236}">
                <a16:creationId xmlns:a16="http://schemas.microsoft.com/office/drawing/2014/main" id="{BD81939C-A973-4C76-8078-33D763C84813}"/>
              </a:ext>
            </a:extLst>
          </p:cNvPr>
          <p:cNvSpPr>
            <a:spLocks noGrp="1"/>
          </p:cNvSpPr>
          <p:nvPr/>
        </p:nvSpPr>
        <p:spPr>
          <a:xfrm>
            <a:off x="9028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data_7646">
            <a:extLst>
              <a:ext uri="{FF2B5EF4-FFF2-40B4-BE49-F238E27FC236}">
                <a16:creationId xmlns:a16="http://schemas.microsoft.com/office/drawing/2014/main" id="{94D96A25-42BA-40C9-B2F9-E27C01E9A5F1}"/>
              </a:ext>
            </a:extLst>
          </p:cNvPr>
          <p:cNvSpPr>
            <a:spLocks noGrp="1"/>
          </p:cNvSpPr>
          <p:nvPr/>
        </p:nvSpPr>
        <p:spPr>
          <a:xfrm>
            <a:off x="90143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data_7647">
            <a:extLst>
              <a:ext uri="{FF2B5EF4-FFF2-40B4-BE49-F238E27FC236}">
                <a16:creationId xmlns:a16="http://schemas.microsoft.com/office/drawing/2014/main" id="{7FBAE621-9BDE-4220-A509-F7BCBAA71680}"/>
              </a:ext>
            </a:extLst>
          </p:cNvPr>
          <p:cNvSpPr>
            <a:spLocks noGrp="1"/>
          </p:cNvSpPr>
          <p:nvPr/>
        </p:nvSpPr>
        <p:spPr>
          <a:xfrm>
            <a:off x="901315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data_7648">
            <a:extLst>
              <a:ext uri="{FF2B5EF4-FFF2-40B4-BE49-F238E27FC236}">
                <a16:creationId xmlns:a16="http://schemas.microsoft.com/office/drawing/2014/main" id="{B3ABC1B6-C4E2-4D65-BB40-5380DADE9E8E}"/>
              </a:ext>
            </a:extLst>
          </p:cNvPr>
          <p:cNvSpPr>
            <a:spLocks noGrp="1"/>
          </p:cNvSpPr>
          <p:nvPr/>
        </p:nvSpPr>
        <p:spPr>
          <a:xfrm>
            <a:off x="90187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data_7649">
            <a:extLst>
              <a:ext uri="{FF2B5EF4-FFF2-40B4-BE49-F238E27FC236}">
                <a16:creationId xmlns:a16="http://schemas.microsoft.com/office/drawing/2014/main" id="{A400BA35-2537-41CC-B91E-A0596E6745FD}"/>
              </a:ext>
            </a:extLst>
          </p:cNvPr>
          <p:cNvSpPr>
            <a:spLocks noGrp="1"/>
          </p:cNvSpPr>
          <p:nvPr/>
        </p:nvSpPr>
        <p:spPr>
          <a:xfrm>
            <a:off x="89941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data_7650">
            <a:extLst>
              <a:ext uri="{FF2B5EF4-FFF2-40B4-BE49-F238E27FC236}">
                <a16:creationId xmlns:a16="http://schemas.microsoft.com/office/drawing/2014/main" id="{67069411-1452-48AC-843E-B5884C4D1609}"/>
              </a:ext>
            </a:extLst>
          </p:cNvPr>
          <p:cNvSpPr>
            <a:spLocks noGrp="1"/>
          </p:cNvSpPr>
          <p:nvPr/>
        </p:nvSpPr>
        <p:spPr>
          <a:xfrm>
            <a:off x="89265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data_7651">
            <a:extLst>
              <a:ext uri="{FF2B5EF4-FFF2-40B4-BE49-F238E27FC236}">
                <a16:creationId xmlns:a16="http://schemas.microsoft.com/office/drawing/2014/main" id="{E2D8C358-CAD7-4C77-BA5F-AC5B13B6C817}"/>
              </a:ext>
            </a:extLst>
          </p:cNvPr>
          <p:cNvSpPr>
            <a:spLocks noGrp="1"/>
          </p:cNvSpPr>
          <p:nvPr/>
        </p:nvSpPr>
        <p:spPr>
          <a:xfrm>
            <a:off x="89938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data_7652">
            <a:extLst>
              <a:ext uri="{FF2B5EF4-FFF2-40B4-BE49-F238E27FC236}">
                <a16:creationId xmlns:a16="http://schemas.microsoft.com/office/drawing/2014/main" id="{8276EFBB-61EF-4A03-B0E7-4CFB327898DB}"/>
              </a:ext>
            </a:extLst>
          </p:cNvPr>
          <p:cNvSpPr>
            <a:spLocks noGrp="1"/>
          </p:cNvSpPr>
          <p:nvPr/>
        </p:nvSpPr>
        <p:spPr>
          <a:xfrm>
            <a:off x="8943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data_7653">
            <a:extLst>
              <a:ext uri="{FF2B5EF4-FFF2-40B4-BE49-F238E27FC236}">
                <a16:creationId xmlns:a16="http://schemas.microsoft.com/office/drawing/2014/main" id="{676E3CAE-1231-4FFF-AA4B-2E73492375A6}"/>
              </a:ext>
            </a:extLst>
          </p:cNvPr>
          <p:cNvSpPr>
            <a:spLocks noGrp="1"/>
          </p:cNvSpPr>
          <p:nvPr/>
        </p:nvSpPr>
        <p:spPr>
          <a:xfrm>
            <a:off x="9013679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data_7654">
            <a:extLst>
              <a:ext uri="{FF2B5EF4-FFF2-40B4-BE49-F238E27FC236}">
                <a16:creationId xmlns:a16="http://schemas.microsoft.com/office/drawing/2014/main" id="{80650033-0C33-4A45-B5BE-6E0E0CCB5CE5}"/>
              </a:ext>
            </a:extLst>
          </p:cNvPr>
          <p:cNvSpPr>
            <a:spLocks noGrp="1"/>
          </p:cNvSpPr>
          <p:nvPr/>
        </p:nvSpPr>
        <p:spPr>
          <a:xfrm>
            <a:off x="9030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data_7655">
            <a:extLst>
              <a:ext uri="{FF2B5EF4-FFF2-40B4-BE49-F238E27FC236}">
                <a16:creationId xmlns:a16="http://schemas.microsoft.com/office/drawing/2014/main" id="{F60396D6-E9CF-4FF2-ACD2-9C217C4FB3A3}"/>
              </a:ext>
            </a:extLst>
          </p:cNvPr>
          <p:cNvSpPr>
            <a:spLocks noGrp="1"/>
          </p:cNvSpPr>
          <p:nvPr/>
        </p:nvSpPr>
        <p:spPr>
          <a:xfrm>
            <a:off x="8941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data_7656">
            <a:extLst>
              <a:ext uri="{FF2B5EF4-FFF2-40B4-BE49-F238E27FC236}">
                <a16:creationId xmlns:a16="http://schemas.microsoft.com/office/drawing/2014/main" id="{535C30ED-6FE6-48C7-9D74-B34940314CBE}"/>
              </a:ext>
            </a:extLst>
          </p:cNvPr>
          <p:cNvSpPr>
            <a:spLocks noGrp="1"/>
          </p:cNvSpPr>
          <p:nvPr/>
        </p:nvSpPr>
        <p:spPr>
          <a:xfrm>
            <a:off x="9014852" y="24586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data_7657">
            <a:extLst>
              <a:ext uri="{FF2B5EF4-FFF2-40B4-BE49-F238E27FC236}">
                <a16:creationId xmlns:a16="http://schemas.microsoft.com/office/drawing/2014/main" id="{F162D616-FE3A-4AF0-AE07-A7347735E366}"/>
              </a:ext>
            </a:extLst>
          </p:cNvPr>
          <p:cNvSpPr>
            <a:spLocks noGrp="1"/>
          </p:cNvSpPr>
          <p:nvPr/>
        </p:nvSpPr>
        <p:spPr>
          <a:xfrm>
            <a:off x="8948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data_7658">
            <a:extLst>
              <a:ext uri="{FF2B5EF4-FFF2-40B4-BE49-F238E27FC236}">
                <a16:creationId xmlns:a16="http://schemas.microsoft.com/office/drawing/2014/main" id="{961E88A5-060B-4393-B6ED-E654529B57F1}"/>
              </a:ext>
            </a:extLst>
          </p:cNvPr>
          <p:cNvSpPr>
            <a:spLocks noGrp="1"/>
          </p:cNvSpPr>
          <p:nvPr/>
        </p:nvSpPr>
        <p:spPr>
          <a:xfrm>
            <a:off x="8953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data_7659">
            <a:extLst>
              <a:ext uri="{FF2B5EF4-FFF2-40B4-BE49-F238E27FC236}">
                <a16:creationId xmlns:a16="http://schemas.microsoft.com/office/drawing/2014/main" id="{90BE2DBC-A21E-4DA4-8736-327A3BEAFCF8}"/>
              </a:ext>
            </a:extLst>
          </p:cNvPr>
          <p:cNvSpPr>
            <a:spLocks noGrp="1"/>
          </p:cNvSpPr>
          <p:nvPr/>
        </p:nvSpPr>
        <p:spPr>
          <a:xfrm>
            <a:off x="89383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data_7660">
            <a:extLst>
              <a:ext uri="{FF2B5EF4-FFF2-40B4-BE49-F238E27FC236}">
                <a16:creationId xmlns:a16="http://schemas.microsoft.com/office/drawing/2014/main" id="{C2A3CAAA-C84E-4E48-AC85-400B1D893AF2}"/>
              </a:ext>
            </a:extLst>
          </p:cNvPr>
          <p:cNvSpPr>
            <a:spLocks noGrp="1"/>
          </p:cNvSpPr>
          <p:nvPr/>
        </p:nvSpPr>
        <p:spPr>
          <a:xfrm>
            <a:off x="9013418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data_7661">
            <a:extLst>
              <a:ext uri="{FF2B5EF4-FFF2-40B4-BE49-F238E27FC236}">
                <a16:creationId xmlns:a16="http://schemas.microsoft.com/office/drawing/2014/main" id="{25D849A1-8D31-4CFB-A2C3-A8BA8DA807A4}"/>
              </a:ext>
            </a:extLst>
          </p:cNvPr>
          <p:cNvSpPr>
            <a:spLocks noGrp="1"/>
          </p:cNvSpPr>
          <p:nvPr/>
        </p:nvSpPr>
        <p:spPr>
          <a:xfrm>
            <a:off x="90470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data_7662">
            <a:extLst>
              <a:ext uri="{FF2B5EF4-FFF2-40B4-BE49-F238E27FC236}">
                <a16:creationId xmlns:a16="http://schemas.microsoft.com/office/drawing/2014/main" id="{30B46CC2-6619-4E71-9384-298C23CFB654}"/>
              </a:ext>
            </a:extLst>
          </p:cNvPr>
          <p:cNvSpPr>
            <a:spLocks noGrp="1"/>
          </p:cNvSpPr>
          <p:nvPr/>
        </p:nvSpPr>
        <p:spPr>
          <a:xfrm>
            <a:off x="905263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data_7663">
            <a:extLst>
              <a:ext uri="{FF2B5EF4-FFF2-40B4-BE49-F238E27FC236}">
                <a16:creationId xmlns:a16="http://schemas.microsoft.com/office/drawing/2014/main" id="{19E7CE41-7A42-4926-BA5A-1DF3B7C81D9B}"/>
              </a:ext>
            </a:extLst>
          </p:cNvPr>
          <p:cNvSpPr>
            <a:spLocks noGrp="1"/>
          </p:cNvSpPr>
          <p:nvPr/>
        </p:nvSpPr>
        <p:spPr>
          <a:xfrm>
            <a:off x="8972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data_7664">
            <a:extLst>
              <a:ext uri="{FF2B5EF4-FFF2-40B4-BE49-F238E27FC236}">
                <a16:creationId xmlns:a16="http://schemas.microsoft.com/office/drawing/2014/main" id="{FB6F68F8-8BBD-4241-918F-A9E2794BF423}"/>
              </a:ext>
            </a:extLst>
          </p:cNvPr>
          <p:cNvSpPr>
            <a:spLocks noGrp="1"/>
          </p:cNvSpPr>
          <p:nvPr/>
        </p:nvSpPr>
        <p:spPr>
          <a:xfrm>
            <a:off x="90199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data_7665">
            <a:extLst>
              <a:ext uri="{FF2B5EF4-FFF2-40B4-BE49-F238E27FC236}">
                <a16:creationId xmlns:a16="http://schemas.microsoft.com/office/drawing/2014/main" id="{8DA1CFCD-A69F-4173-A19A-2E3527FCCA55}"/>
              </a:ext>
            </a:extLst>
          </p:cNvPr>
          <p:cNvSpPr>
            <a:spLocks noGrp="1"/>
          </p:cNvSpPr>
          <p:nvPr/>
        </p:nvSpPr>
        <p:spPr>
          <a:xfrm>
            <a:off x="9045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data_7666">
            <a:extLst>
              <a:ext uri="{FF2B5EF4-FFF2-40B4-BE49-F238E27FC236}">
                <a16:creationId xmlns:a16="http://schemas.microsoft.com/office/drawing/2014/main" id="{23EEF0C6-4CE0-432F-BE24-DC68E15E6D50}"/>
              </a:ext>
            </a:extLst>
          </p:cNvPr>
          <p:cNvSpPr>
            <a:spLocks noGrp="1"/>
          </p:cNvSpPr>
          <p:nvPr/>
        </p:nvSpPr>
        <p:spPr>
          <a:xfrm>
            <a:off x="902983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data_7667">
            <a:extLst>
              <a:ext uri="{FF2B5EF4-FFF2-40B4-BE49-F238E27FC236}">
                <a16:creationId xmlns:a16="http://schemas.microsoft.com/office/drawing/2014/main" id="{8A48D4CE-D157-4875-80EA-87692CDE8906}"/>
              </a:ext>
            </a:extLst>
          </p:cNvPr>
          <p:cNvSpPr>
            <a:spLocks noGrp="1"/>
          </p:cNvSpPr>
          <p:nvPr/>
        </p:nvSpPr>
        <p:spPr>
          <a:xfrm>
            <a:off x="9016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data_7668">
            <a:extLst>
              <a:ext uri="{FF2B5EF4-FFF2-40B4-BE49-F238E27FC236}">
                <a16:creationId xmlns:a16="http://schemas.microsoft.com/office/drawing/2014/main" id="{B75AE781-BB13-4C4F-A4ED-448F8D519709}"/>
              </a:ext>
            </a:extLst>
          </p:cNvPr>
          <p:cNvSpPr>
            <a:spLocks noGrp="1"/>
          </p:cNvSpPr>
          <p:nvPr/>
        </p:nvSpPr>
        <p:spPr>
          <a:xfrm>
            <a:off x="89841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data_7669">
            <a:extLst>
              <a:ext uri="{FF2B5EF4-FFF2-40B4-BE49-F238E27FC236}">
                <a16:creationId xmlns:a16="http://schemas.microsoft.com/office/drawing/2014/main" id="{156AEA25-557A-4F92-9BA7-11C7F7EAF815}"/>
              </a:ext>
            </a:extLst>
          </p:cNvPr>
          <p:cNvSpPr>
            <a:spLocks noGrp="1"/>
          </p:cNvSpPr>
          <p:nvPr/>
        </p:nvSpPr>
        <p:spPr>
          <a:xfrm>
            <a:off x="8980193" y="28083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data_7670">
            <a:extLst>
              <a:ext uri="{FF2B5EF4-FFF2-40B4-BE49-F238E27FC236}">
                <a16:creationId xmlns:a16="http://schemas.microsoft.com/office/drawing/2014/main" id="{7300DC38-4D3B-4207-B97B-048399039319}"/>
              </a:ext>
            </a:extLst>
          </p:cNvPr>
          <p:cNvSpPr>
            <a:spLocks noGrp="1"/>
          </p:cNvSpPr>
          <p:nvPr/>
        </p:nvSpPr>
        <p:spPr>
          <a:xfrm>
            <a:off x="89368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data_7671">
            <a:extLst>
              <a:ext uri="{FF2B5EF4-FFF2-40B4-BE49-F238E27FC236}">
                <a16:creationId xmlns:a16="http://schemas.microsoft.com/office/drawing/2014/main" id="{C511C851-C28B-47DA-9A24-407CA0C14EA7}"/>
              </a:ext>
            </a:extLst>
          </p:cNvPr>
          <p:cNvSpPr>
            <a:spLocks noGrp="1"/>
          </p:cNvSpPr>
          <p:nvPr/>
        </p:nvSpPr>
        <p:spPr>
          <a:xfrm>
            <a:off x="9045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data_7672">
            <a:extLst>
              <a:ext uri="{FF2B5EF4-FFF2-40B4-BE49-F238E27FC236}">
                <a16:creationId xmlns:a16="http://schemas.microsoft.com/office/drawing/2014/main" id="{0871B479-6557-44B8-81EA-D84F284B3596}"/>
              </a:ext>
            </a:extLst>
          </p:cNvPr>
          <p:cNvSpPr>
            <a:spLocks noGrp="1"/>
          </p:cNvSpPr>
          <p:nvPr/>
        </p:nvSpPr>
        <p:spPr>
          <a:xfrm>
            <a:off x="90317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data_7673">
            <a:extLst>
              <a:ext uri="{FF2B5EF4-FFF2-40B4-BE49-F238E27FC236}">
                <a16:creationId xmlns:a16="http://schemas.microsoft.com/office/drawing/2014/main" id="{671C573B-2D9F-4C18-AFB5-E02C29934D3B}"/>
              </a:ext>
            </a:extLst>
          </p:cNvPr>
          <p:cNvSpPr>
            <a:spLocks noGrp="1"/>
          </p:cNvSpPr>
          <p:nvPr/>
        </p:nvSpPr>
        <p:spPr>
          <a:xfrm>
            <a:off x="90121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data_7674">
            <a:extLst>
              <a:ext uri="{FF2B5EF4-FFF2-40B4-BE49-F238E27FC236}">
                <a16:creationId xmlns:a16="http://schemas.microsoft.com/office/drawing/2014/main" id="{0E747AD7-0D43-4FE6-9079-C328A6485EB8}"/>
              </a:ext>
            </a:extLst>
          </p:cNvPr>
          <p:cNvSpPr>
            <a:spLocks noGrp="1"/>
          </p:cNvSpPr>
          <p:nvPr/>
        </p:nvSpPr>
        <p:spPr>
          <a:xfrm>
            <a:off x="89322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data_7675">
            <a:extLst>
              <a:ext uri="{FF2B5EF4-FFF2-40B4-BE49-F238E27FC236}">
                <a16:creationId xmlns:a16="http://schemas.microsoft.com/office/drawing/2014/main" id="{32F14D8B-47E1-4033-AC6C-AD7148F67C51}"/>
              </a:ext>
            </a:extLst>
          </p:cNvPr>
          <p:cNvSpPr>
            <a:spLocks noGrp="1"/>
          </p:cNvSpPr>
          <p:nvPr/>
        </p:nvSpPr>
        <p:spPr>
          <a:xfrm>
            <a:off x="89448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data_7676">
            <a:extLst>
              <a:ext uri="{FF2B5EF4-FFF2-40B4-BE49-F238E27FC236}">
                <a16:creationId xmlns:a16="http://schemas.microsoft.com/office/drawing/2014/main" id="{9DCFDBD8-E57B-482C-AFF5-D012304A0369}"/>
              </a:ext>
            </a:extLst>
          </p:cNvPr>
          <p:cNvSpPr>
            <a:spLocks noGrp="1"/>
          </p:cNvSpPr>
          <p:nvPr/>
        </p:nvSpPr>
        <p:spPr>
          <a:xfrm>
            <a:off x="89575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data_7677">
            <a:extLst>
              <a:ext uri="{FF2B5EF4-FFF2-40B4-BE49-F238E27FC236}">
                <a16:creationId xmlns:a16="http://schemas.microsoft.com/office/drawing/2014/main" id="{797A06E8-E7E9-49EC-8C3D-CAB8368A2CD4}"/>
              </a:ext>
            </a:extLst>
          </p:cNvPr>
          <p:cNvSpPr>
            <a:spLocks noGrp="1"/>
          </p:cNvSpPr>
          <p:nvPr/>
        </p:nvSpPr>
        <p:spPr>
          <a:xfrm>
            <a:off x="90134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data_7678">
            <a:extLst>
              <a:ext uri="{FF2B5EF4-FFF2-40B4-BE49-F238E27FC236}">
                <a16:creationId xmlns:a16="http://schemas.microsoft.com/office/drawing/2014/main" id="{F7DC1D8E-250A-4093-A7DF-286D2B30ACA0}"/>
              </a:ext>
            </a:extLst>
          </p:cNvPr>
          <p:cNvSpPr>
            <a:spLocks noGrp="1"/>
          </p:cNvSpPr>
          <p:nvPr/>
        </p:nvSpPr>
        <p:spPr>
          <a:xfrm>
            <a:off x="90002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data_7679">
            <a:extLst>
              <a:ext uri="{FF2B5EF4-FFF2-40B4-BE49-F238E27FC236}">
                <a16:creationId xmlns:a16="http://schemas.microsoft.com/office/drawing/2014/main" id="{914260E6-8453-4DA3-8E66-89FE665480D9}"/>
              </a:ext>
            </a:extLst>
          </p:cNvPr>
          <p:cNvSpPr>
            <a:spLocks noGrp="1"/>
          </p:cNvSpPr>
          <p:nvPr/>
        </p:nvSpPr>
        <p:spPr>
          <a:xfrm>
            <a:off x="895035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data_7680">
            <a:extLst>
              <a:ext uri="{FF2B5EF4-FFF2-40B4-BE49-F238E27FC236}">
                <a16:creationId xmlns:a16="http://schemas.microsoft.com/office/drawing/2014/main" id="{350098E7-3ACE-4432-9ACD-74C038A9C45D}"/>
              </a:ext>
            </a:extLst>
          </p:cNvPr>
          <p:cNvSpPr>
            <a:spLocks noGrp="1"/>
          </p:cNvSpPr>
          <p:nvPr/>
        </p:nvSpPr>
        <p:spPr>
          <a:xfrm>
            <a:off x="897393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data_7681">
            <a:extLst>
              <a:ext uri="{FF2B5EF4-FFF2-40B4-BE49-F238E27FC236}">
                <a16:creationId xmlns:a16="http://schemas.microsoft.com/office/drawing/2014/main" id="{CECAEAB0-EB02-47F1-9EE8-9212FE8ED018}"/>
              </a:ext>
            </a:extLst>
          </p:cNvPr>
          <p:cNvSpPr>
            <a:spLocks noGrp="1"/>
          </p:cNvSpPr>
          <p:nvPr/>
        </p:nvSpPr>
        <p:spPr>
          <a:xfrm>
            <a:off x="89278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data_7682">
            <a:extLst>
              <a:ext uri="{FF2B5EF4-FFF2-40B4-BE49-F238E27FC236}">
                <a16:creationId xmlns:a16="http://schemas.microsoft.com/office/drawing/2014/main" id="{4ADB74A8-FECA-4745-B32E-0D5E856081A8}"/>
              </a:ext>
            </a:extLst>
          </p:cNvPr>
          <p:cNvSpPr>
            <a:spLocks noGrp="1"/>
          </p:cNvSpPr>
          <p:nvPr/>
        </p:nvSpPr>
        <p:spPr>
          <a:xfrm>
            <a:off x="6938134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7" name="data_7683">
            <a:extLst>
              <a:ext uri="{FF2B5EF4-FFF2-40B4-BE49-F238E27FC236}">
                <a16:creationId xmlns:a16="http://schemas.microsoft.com/office/drawing/2014/main" id="{E25FCA35-ACBF-43EA-BBB0-DC883DCC254A}"/>
              </a:ext>
            </a:extLst>
          </p:cNvPr>
          <p:cNvSpPr>
            <a:spLocks noGrp="1"/>
          </p:cNvSpPr>
          <p:nvPr/>
        </p:nvSpPr>
        <p:spPr>
          <a:xfrm>
            <a:off x="6938134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8" name="text_7684">
            <a:extLst>
              <a:ext uri="{FF2B5EF4-FFF2-40B4-BE49-F238E27FC236}">
                <a16:creationId xmlns:a16="http://schemas.microsoft.com/office/drawing/2014/main" id="{AF94E4C2-8C1F-45C3-B0A6-072B9ECC09F2}"/>
              </a:ext>
            </a:extLst>
          </p:cNvPr>
          <p:cNvSpPr>
            <a:spLocks noGrp="1"/>
          </p:cNvSpPr>
          <p:nvPr/>
        </p:nvSpPr>
        <p:spPr>
          <a:xfrm>
            <a:off x="6547977" y="1802843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7685">
            <a:extLst>
              <a:ext uri="{FF2B5EF4-FFF2-40B4-BE49-F238E27FC236}">
                <a16:creationId xmlns:a16="http://schemas.microsoft.com/office/drawing/2014/main" id="{87EFCCC0-B0AE-4F5D-997C-F6E8708AE4A3}"/>
              </a:ext>
            </a:extLst>
          </p:cNvPr>
          <p:cNvSpPr>
            <a:spLocks noGrp="1"/>
          </p:cNvSpPr>
          <p:nvPr/>
        </p:nvSpPr>
        <p:spPr>
          <a:xfrm>
            <a:off x="6938134" y="1837547"/>
            <a:ext cx="1263197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7686">
            <a:extLst>
              <a:ext uri="{FF2B5EF4-FFF2-40B4-BE49-F238E27FC236}">
                <a16:creationId xmlns:a16="http://schemas.microsoft.com/office/drawing/2014/main" id="{4BD057DD-2B4E-433E-9D8D-9876B13E40D8}"/>
              </a:ext>
            </a:extLst>
          </p:cNvPr>
          <p:cNvSpPr>
            <a:spLocks noGrp="1"/>
          </p:cNvSpPr>
          <p:nvPr/>
        </p:nvSpPr>
        <p:spPr>
          <a:xfrm>
            <a:off x="6958625" y="3447233"/>
            <a:ext cx="2049083" cy="534744"/>
          </a:xfrm>
          <a:custGeom>
            <a:avLst/>
            <a:gdLst/>
            <a:ahLst/>
            <a:cxnLst/>
            <a:rect l="0" t="0" r="0" b="0"/>
            <a:pathLst>
              <a:path w="2049083" h="534744">
                <a:moveTo>
                  <a:pt x="0" y="534744"/>
                </a:moveTo>
                <a:lnTo>
                  <a:pt x="26270" y="532839"/>
                </a:lnTo>
                <a:lnTo>
                  <a:pt x="26611" y="531523"/>
                </a:lnTo>
                <a:lnTo>
                  <a:pt x="34151" y="531024"/>
                </a:lnTo>
                <a:lnTo>
                  <a:pt x="35949" y="528677"/>
                </a:lnTo>
                <a:lnTo>
                  <a:pt x="42689" y="527237"/>
                </a:lnTo>
                <a:lnTo>
                  <a:pt x="44352" y="526340"/>
                </a:lnTo>
                <a:lnTo>
                  <a:pt x="48788" y="526174"/>
                </a:lnTo>
                <a:lnTo>
                  <a:pt x="50266" y="522797"/>
                </a:lnTo>
                <a:lnTo>
                  <a:pt x="56919" y="521374"/>
                </a:lnTo>
                <a:lnTo>
                  <a:pt x="58755" y="518620"/>
                </a:lnTo>
                <a:lnTo>
                  <a:pt x="68303" y="517908"/>
                </a:lnTo>
                <a:lnTo>
                  <a:pt x="70054" y="514990"/>
                </a:lnTo>
                <a:lnTo>
                  <a:pt x="75892" y="513621"/>
                </a:lnTo>
                <a:lnTo>
                  <a:pt x="76878" y="510269"/>
                </a:lnTo>
                <a:lnTo>
                  <a:pt x="85378" y="508580"/>
                </a:lnTo>
                <a:lnTo>
                  <a:pt x="85748" y="499231"/>
                </a:lnTo>
                <a:lnTo>
                  <a:pt x="97575" y="498212"/>
                </a:lnTo>
                <a:lnTo>
                  <a:pt x="97575" y="494269"/>
                </a:lnTo>
                <a:lnTo>
                  <a:pt x="107846" y="492366"/>
                </a:lnTo>
                <a:lnTo>
                  <a:pt x="109403" y="491657"/>
                </a:lnTo>
                <a:lnTo>
                  <a:pt x="113838" y="491507"/>
                </a:lnTo>
                <a:lnTo>
                  <a:pt x="115316" y="478901"/>
                </a:lnTo>
                <a:lnTo>
                  <a:pt x="124855" y="476990"/>
                </a:lnTo>
                <a:lnTo>
                  <a:pt x="125222" y="476718"/>
                </a:lnTo>
                <a:lnTo>
                  <a:pt x="136606" y="475352"/>
                </a:lnTo>
                <a:lnTo>
                  <a:pt x="136606" y="465757"/>
                </a:lnTo>
                <a:lnTo>
                  <a:pt x="146363" y="464813"/>
                </a:lnTo>
                <a:lnTo>
                  <a:pt x="147989" y="463123"/>
                </a:lnTo>
                <a:lnTo>
                  <a:pt x="151784" y="462809"/>
                </a:lnTo>
                <a:lnTo>
                  <a:pt x="151784" y="460051"/>
                </a:lnTo>
                <a:lnTo>
                  <a:pt x="170757" y="458301"/>
                </a:lnTo>
                <a:lnTo>
                  <a:pt x="171496" y="427237"/>
                </a:lnTo>
                <a:lnTo>
                  <a:pt x="186280" y="425597"/>
                </a:lnTo>
                <a:lnTo>
                  <a:pt x="188080" y="424551"/>
                </a:lnTo>
                <a:lnTo>
                  <a:pt x="195151" y="423902"/>
                </a:lnTo>
                <a:lnTo>
                  <a:pt x="195151" y="421775"/>
                </a:lnTo>
                <a:lnTo>
                  <a:pt x="204908" y="421498"/>
                </a:lnTo>
                <a:lnTo>
                  <a:pt x="205643" y="419241"/>
                </a:lnTo>
                <a:lnTo>
                  <a:pt x="221762" y="417286"/>
                </a:lnTo>
                <a:lnTo>
                  <a:pt x="221762" y="417243"/>
                </a:lnTo>
                <a:lnTo>
                  <a:pt x="227676" y="417200"/>
                </a:lnTo>
                <a:lnTo>
                  <a:pt x="227676" y="389762"/>
                </a:lnTo>
                <a:lnTo>
                  <a:pt x="239060" y="388916"/>
                </a:lnTo>
                <a:lnTo>
                  <a:pt x="239503" y="387715"/>
                </a:lnTo>
                <a:lnTo>
                  <a:pt x="243938" y="387608"/>
                </a:lnTo>
                <a:lnTo>
                  <a:pt x="245417" y="384729"/>
                </a:lnTo>
                <a:lnTo>
                  <a:pt x="253946" y="382802"/>
                </a:lnTo>
                <a:lnTo>
                  <a:pt x="253946" y="382675"/>
                </a:lnTo>
                <a:lnTo>
                  <a:pt x="256135" y="382675"/>
                </a:lnTo>
                <a:lnTo>
                  <a:pt x="257373" y="374359"/>
                </a:lnTo>
                <a:lnTo>
                  <a:pt x="273211" y="372477"/>
                </a:lnTo>
                <a:lnTo>
                  <a:pt x="274985" y="364823"/>
                </a:lnTo>
                <a:lnTo>
                  <a:pt x="284595" y="363811"/>
                </a:lnTo>
                <a:lnTo>
                  <a:pt x="286431" y="359403"/>
                </a:lnTo>
                <a:lnTo>
                  <a:pt x="292726" y="357760"/>
                </a:lnTo>
                <a:lnTo>
                  <a:pt x="293775" y="355526"/>
                </a:lnTo>
                <a:lnTo>
                  <a:pt x="303568" y="354983"/>
                </a:lnTo>
                <a:lnTo>
                  <a:pt x="303568" y="353328"/>
                </a:lnTo>
                <a:lnTo>
                  <a:pt x="315244" y="351721"/>
                </a:lnTo>
                <a:lnTo>
                  <a:pt x="316766" y="350961"/>
                </a:lnTo>
                <a:lnTo>
                  <a:pt x="341514" y="349762"/>
                </a:lnTo>
                <a:lnTo>
                  <a:pt x="342992" y="253691"/>
                </a:lnTo>
                <a:lnTo>
                  <a:pt x="367784" y="251899"/>
                </a:lnTo>
                <a:lnTo>
                  <a:pt x="369604" y="251474"/>
                </a:lnTo>
                <a:lnTo>
                  <a:pt x="379460" y="249573"/>
                </a:lnTo>
                <a:lnTo>
                  <a:pt x="379460" y="248470"/>
                </a:lnTo>
                <a:lnTo>
                  <a:pt x="394054" y="246550"/>
                </a:lnTo>
                <a:lnTo>
                  <a:pt x="395958" y="246024"/>
                </a:lnTo>
                <a:lnTo>
                  <a:pt x="398433" y="245875"/>
                </a:lnTo>
                <a:lnTo>
                  <a:pt x="398433" y="242400"/>
                </a:lnTo>
                <a:lnTo>
                  <a:pt x="409817" y="242251"/>
                </a:lnTo>
                <a:lnTo>
                  <a:pt x="411568" y="236845"/>
                </a:lnTo>
                <a:lnTo>
                  <a:pt x="426892" y="235154"/>
                </a:lnTo>
                <a:lnTo>
                  <a:pt x="426892" y="233913"/>
                </a:lnTo>
                <a:lnTo>
                  <a:pt x="455352" y="232290"/>
                </a:lnTo>
                <a:lnTo>
                  <a:pt x="455352" y="217129"/>
                </a:lnTo>
                <a:lnTo>
                  <a:pt x="483811" y="215389"/>
                </a:lnTo>
                <a:lnTo>
                  <a:pt x="483811" y="214975"/>
                </a:lnTo>
                <a:lnTo>
                  <a:pt x="493298" y="213407"/>
                </a:lnTo>
                <a:lnTo>
                  <a:pt x="494606" y="212470"/>
                </a:lnTo>
                <a:lnTo>
                  <a:pt x="512271" y="210997"/>
                </a:lnTo>
                <a:lnTo>
                  <a:pt x="514107" y="199310"/>
                </a:lnTo>
                <a:lnTo>
                  <a:pt x="536140" y="197347"/>
                </a:lnTo>
                <a:lnTo>
                  <a:pt x="536140" y="197240"/>
                </a:lnTo>
                <a:lnTo>
                  <a:pt x="546422" y="196634"/>
                </a:lnTo>
                <a:lnTo>
                  <a:pt x="546422" y="194483"/>
                </a:lnTo>
                <a:lnTo>
                  <a:pt x="569190" y="193743"/>
                </a:lnTo>
                <a:lnTo>
                  <a:pt x="570668" y="189674"/>
                </a:lnTo>
                <a:lnTo>
                  <a:pt x="597649" y="188268"/>
                </a:lnTo>
                <a:lnTo>
                  <a:pt x="597649" y="185786"/>
                </a:lnTo>
                <a:lnTo>
                  <a:pt x="626109" y="183836"/>
                </a:lnTo>
                <a:lnTo>
                  <a:pt x="626109" y="182844"/>
                </a:lnTo>
                <a:lnTo>
                  <a:pt x="683028" y="181865"/>
                </a:lnTo>
                <a:lnTo>
                  <a:pt x="683028" y="74333"/>
                </a:lnTo>
                <a:lnTo>
                  <a:pt x="761839" y="72629"/>
                </a:lnTo>
                <a:lnTo>
                  <a:pt x="761839" y="71738"/>
                </a:lnTo>
                <a:lnTo>
                  <a:pt x="819633" y="70207"/>
                </a:lnTo>
                <a:lnTo>
                  <a:pt x="819633" y="66236"/>
                </a:lnTo>
                <a:lnTo>
                  <a:pt x="893190" y="64332"/>
                </a:lnTo>
                <a:lnTo>
                  <a:pt x="893190" y="64205"/>
                </a:lnTo>
                <a:lnTo>
                  <a:pt x="956239" y="62288"/>
                </a:lnTo>
                <a:lnTo>
                  <a:pt x="956239" y="60303"/>
                </a:lnTo>
                <a:lnTo>
                  <a:pt x="1024541" y="59967"/>
                </a:lnTo>
                <a:lnTo>
                  <a:pt x="1024541" y="51901"/>
                </a:lnTo>
                <a:lnTo>
                  <a:pt x="1138379" y="50447"/>
                </a:lnTo>
                <a:lnTo>
                  <a:pt x="1138379" y="48793"/>
                </a:lnTo>
                <a:lnTo>
                  <a:pt x="1195298" y="48580"/>
                </a:lnTo>
                <a:lnTo>
                  <a:pt x="1195298" y="43616"/>
                </a:lnTo>
                <a:lnTo>
                  <a:pt x="1229450" y="43489"/>
                </a:lnTo>
                <a:lnTo>
                  <a:pt x="1229450" y="41504"/>
                </a:lnTo>
                <a:lnTo>
                  <a:pt x="1366055" y="40272"/>
                </a:lnTo>
                <a:lnTo>
                  <a:pt x="1366055" y="20418"/>
                </a:lnTo>
                <a:lnTo>
                  <a:pt x="1536812" y="20035"/>
                </a:lnTo>
                <a:lnTo>
                  <a:pt x="1536812" y="16312"/>
                </a:lnTo>
                <a:lnTo>
                  <a:pt x="1707569" y="14360"/>
                </a:lnTo>
                <a:lnTo>
                  <a:pt x="1707569" y="11879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241" name="data_7687">
            <a:extLst>
              <a:ext uri="{FF2B5EF4-FFF2-40B4-BE49-F238E27FC236}">
                <a16:creationId xmlns:a16="http://schemas.microsoft.com/office/drawing/2014/main" id="{7162E74D-AB78-4D89-B2BE-CB36F288078B}"/>
              </a:ext>
            </a:extLst>
          </p:cNvPr>
          <p:cNvSpPr>
            <a:spLocks noGrp="1"/>
          </p:cNvSpPr>
          <p:nvPr/>
        </p:nvSpPr>
        <p:spPr>
          <a:xfrm>
            <a:off x="6958625" y="3759866"/>
            <a:ext cx="2049083" cy="222111"/>
          </a:xfrm>
          <a:custGeom>
            <a:avLst/>
            <a:gdLst/>
            <a:ahLst/>
            <a:cxnLst/>
            <a:rect l="0" t="0" r="0" b="0"/>
            <a:pathLst>
              <a:path w="2049083" h="222111">
                <a:moveTo>
                  <a:pt x="0" y="222111"/>
                </a:moveTo>
                <a:lnTo>
                  <a:pt x="1024541" y="222111"/>
                </a:lnTo>
                <a:lnTo>
                  <a:pt x="1024541" y="179122"/>
                </a:lnTo>
                <a:lnTo>
                  <a:pt x="1366055" y="179122"/>
                </a:lnTo>
                <a:lnTo>
                  <a:pt x="1366055" y="76464"/>
                </a:lnTo>
                <a:lnTo>
                  <a:pt x="2049083" y="7646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242" name="data_7688">
            <a:extLst>
              <a:ext uri="{FF2B5EF4-FFF2-40B4-BE49-F238E27FC236}">
                <a16:creationId xmlns:a16="http://schemas.microsoft.com/office/drawing/2014/main" id="{048FAE98-CDE1-46AA-B4E6-EA0C6963E56F}"/>
              </a:ext>
            </a:extLst>
          </p:cNvPr>
          <p:cNvSpPr>
            <a:spLocks noGrp="1"/>
          </p:cNvSpPr>
          <p:nvPr/>
        </p:nvSpPr>
        <p:spPr>
          <a:xfrm>
            <a:off x="7269990" y="367081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3" name="data_7689">
            <a:extLst>
              <a:ext uri="{FF2B5EF4-FFF2-40B4-BE49-F238E27FC236}">
                <a16:creationId xmlns:a16="http://schemas.microsoft.com/office/drawing/2014/main" id="{C02AAB23-FCC7-487E-B87B-6DBD26D8F134}"/>
              </a:ext>
            </a:extLst>
          </p:cNvPr>
          <p:cNvSpPr>
            <a:spLocks noGrp="1"/>
          </p:cNvSpPr>
          <p:nvPr/>
        </p:nvSpPr>
        <p:spPr>
          <a:xfrm>
            <a:off x="7611504" y="349141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4" name="data_7690">
            <a:extLst>
              <a:ext uri="{FF2B5EF4-FFF2-40B4-BE49-F238E27FC236}">
                <a16:creationId xmlns:a16="http://schemas.microsoft.com/office/drawing/2014/main" id="{E19DB3E4-4BFE-4E7E-BF56-4BADFCA141BC}"/>
              </a:ext>
            </a:extLst>
          </p:cNvPr>
          <p:cNvSpPr>
            <a:spLocks noGrp="1"/>
          </p:cNvSpPr>
          <p:nvPr/>
        </p:nvSpPr>
        <p:spPr>
          <a:xfrm>
            <a:off x="8294532" y="3437503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5" name="data_7691">
            <a:extLst>
              <a:ext uri="{FF2B5EF4-FFF2-40B4-BE49-F238E27FC236}">
                <a16:creationId xmlns:a16="http://schemas.microsoft.com/office/drawing/2014/main" id="{3C0EB43E-5A2C-4671-B8CB-BE6DA6C8C898}"/>
              </a:ext>
            </a:extLst>
          </p:cNvPr>
          <p:cNvSpPr>
            <a:spLocks noGrp="1"/>
          </p:cNvSpPr>
          <p:nvPr/>
        </p:nvSpPr>
        <p:spPr>
          <a:xfrm>
            <a:off x="8977559" y="341708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6" name="data_7692">
            <a:extLst>
              <a:ext uri="{FF2B5EF4-FFF2-40B4-BE49-F238E27FC236}">
                <a16:creationId xmlns:a16="http://schemas.microsoft.com/office/drawing/2014/main" id="{B569FD55-A7B2-4C2B-AE00-B0A1347DB826}"/>
              </a:ext>
            </a:extLst>
          </p:cNvPr>
          <p:cNvSpPr>
            <a:spLocks noGrp="1"/>
          </p:cNvSpPr>
          <p:nvPr/>
        </p:nvSpPr>
        <p:spPr>
          <a:xfrm>
            <a:off x="7249978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7" name="data_7693">
            <a:extLst>
              <a:ext uri="{FF2B5EF4-FFF2-40B4-BE49-F238E27FC236}">
                <a16:creationId xmlns:a16="http://schemas.microsoft.com/office/drawing/2014/main" id="{1A778F45-D0AC-4925-A5C9-C7A11BF7F21D}"/>
              </a:ext>
            </a:extLst>
          </p:cNvPr>
          <p:cNvSpPr>
            <a:spLocks noGrp="1"/>
          </p:cNvSpPr>
          <p:nvPr/>
        </p:nvSpPr>
        <p:spPr>
          <a:xfrm>
            <a:off x="7591492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8" name="data_7694">
            <a:extLst>
              <a:ext uri="{FF2B5EF4-FFF2-40B4-BE49-F238E27FC236}">
                <a16:creationId xmlns:a16="http://schemas.microsoft.com/office/drawing/2014/main" id="{4A09F0EF-0467-4E71-A64B-9EC3C9932318}"/>
              </a:ext>
            </a:extLst>
          </p:cNvPr>
          <p:cNvSpPr>
            <a:spLocks noGrp="1"/>
          </p:cNvSpPr>
          <p:nvPr/>
        </p:nvSpPr>
        <p:spPr>
          <a:xfrm>
            <a:off x="8274520" y="378617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9" name="data_7695">
            <a:extLst>
              <a:ext uri="{FF2B5EF4-FFF2-40B4-BE49-F238E27FC236}">
                <a16:creationId xmlns:a16="http://schemas.microsoft.com/office/drawing/2014/main" id="{F5298A4E-2C28-4CF4-81CB-92B42C86916F}"/>
              </a:ext>
            </a:extLst>
          </p:cNvPr>
          <p:cNvSpPr>
            <a:spLocks noGrp="1"/>
          </p:cNvSpPr>
          <p:nvPr/>
        </p:nvSpPr>
        <p:spPr>
          <a:xfrm>
            <a:off x="8957547" y="370970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50" name="data_7696">
            <a:extLst>
              <a:ext uri="{FF2B5EF4-FFF2-40B4-BE49-F238E27FC236}">
                <a16:creationId xmlns:a16="http://schemas.microsoft.com/office/drawing/2014/main" id="{D63F6180-CB18-4C36-AD9B-BAF406D8EDE3}"/>
              </a:ext>
            </a:extLst>
          </p:cNvPr>
          <p:cNvSpPr>
            <a:spLocks noGrp="1"/>
          </p:cNvSpPr>
          <p:nvPr/>
        </p:nvSpPr>
        <p:spPr>
          <a:xfrm>
            <a:off x="1007269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data_7697">
            <a:extLst>
              <a:ext uri="{FF2B5EF4-FFF2-40B4-BE49-F238E27FC236}">
                <a16:creationId xmlns:a16="http://schemas.microsoft.com/office/drawing/2014/main" id="{FFB01C59-04A5-48EF-8639-53DD973C3E3F}"/>
              </a:ext>
            </a:extLst>
          </p:cNvPr>
          <p:cNvSpPr>
            <a:spLocks noGrp="1"/>
          </p:cNvSpPr>
          <p:nvPr/>
        </p:nvSpPr>
        <p:spPr>
          <a:xfrm>
            <a:off x="1280480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7698">
            <a:extLst>
              <a:ext uri="{FF2B5EF4-FFF2-40B4-BE49-F238E27FC236}">
                <a16:creationId xmlns:a16="http://schemas.microsoft.com/office/drawing/2014/main" id="{66AA62BD-5E73-4750-AE2B-AAF089C06F64}"/>
              </a:ext>
            </a:extLst>
          </p:cNvPr>
          <p:cNvSpPr>
            <a:spLocks noGrp="1"/>
          </p:cNvSpPr>
          <p:nvPr/>
        </p:nvSpPr>
        <p:spPr>
          <a:xfrm>
            <a:off x="162199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7699">
            <a:extLst>
              <a:ext uri="{FF2B5EF4-FFF2-40B4-BE49-F238E27FC236}">
                <a16:creationId xmlns:a16="http://schemas.microsoft.com/office/drawing/2014/main" id="{80DB9515-E371-4EC8-9E90-44D35072F80B}"/>
              </a:ext>
            </a:extLst>
          </p:cNvPr>
          <p:cNvSpPr>
            <a:spLocks noGrp="1"/>
          </p:cNvSpPr>
          <p:nvPr/>
        </p:nvSpPr>
        <p:spPr>
          <a:xfrm>
            <a:off x="2305021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7700">
            <a:extLst>
              <a:ext uri="{FF2B5EF4-FFF2-40B4-BE49-F238E27FC236}">
                <a16:creationId xmlns:a16="http://schemas.microsoft.com/office/drawing/2014/main" id="{89292317-475A-40D3-9616-B15B20835A18}"/>
              </a:ext>
            </a:extLst>
          </p:cNvPr>
          <p:cNvSpPr>
            <a:spLocks noGrp="1"/>
          </p:cNvSpPr>
          <p:nvPr/>
        </p:nvSpPr>
        <p:spPr>
          <a:xfrm>
            <a:off x="298804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7701">
            <a:extLst>
              <a:ext uri="{FF2B5EF4-FFF2-40B4-BE49-F238E27FC236}">
                <a16:creationId xmlns:a16="http://schemas.microsoft.com/office/drawing/2014/main" id="{A6768453-689D-4FDB-A59D-E80693353AD3}"/>
              </a:ext>
            </a:extLst>
          </p:cNvPr>
          <p:cNvSpPr>
            <a:spLocks noGrp="1"/>
          </p:cNvSpPr>
          <p:nvPr/>
        </p:nvSpPr>
        <p:spPr>
          <a:xfrm>
            <a:off x="102776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6" name="text_7702">
            <a:extLst>
              <a:ext uri="{FF2B5EF4-FFF2-40B4-BE49-F238E27FC236}">
                <a16:creationId xmlns:a16="http://schemas.microsoft.com/office/drawing/2014/main" id="{678908FA-EF43-4E92-B3A5-F31DB626DBCE}"/>
              </a:ext>
            </a:extLst>
          </p:cNvPr>
          <p:cNvSpPr>
            <a:spLocks noGrp="1"/>
          </p:cNvSpPr>
          <p:nvPr/>
        </p:nvSpPr>
        <p:spPr>
          <a:xfrm>
            <a:off x="994941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7703">
            <a:extLst>
              <a:ext uri="{FF2B5EF4-FFF2-40B4-BE49-F238E27FC236}">
                <a16:creationId xmlns:a16="http://schemas.microsoft.com/office/drawing/2014/main" id="{11DBF098-0BC4-46CE-8AB0-A168788F08AB}"/>
              </a:ext>
            </a:extLst>
          </p:cNvPr>
          <p:cNvSpPr>
            <a:spLocks noGrp="1"/>
          </p:cNvSpPr>
          <p:nvPr/>
        </p:nvSpPr>
        <p:spPr>
          <a:xfrm>
            <a:off x="136927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8" name="text_7704">
            <a:extLst>
              <a:ext uri="{FF2B5EF4-FFF2-40B4-BE49-F238E27FC236}">
                <a16:creationId xmlns:a16="http://schemas.microsoft.com/office/drawing/2014/main" id="{79D60770-9F06-4A38-80D0-BE2565CAA6FB}"/>
              </a:ext>
            </a:extLst>
          </p:cNvPr>
          <p:cNvSpPr>
            <a:spLocks noGrp="1"/>
          </p:cNvSpPr>
          <p:nvPr/>
        </p:nvSpPr>
        <p:spPr>
          <a:xfrm>
            <a:off x="1303636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7705">
            <a:extLst>
              <a:ext uri="{FF2B5EF4-FFF2-40B4-BE49-F238E27FC236}">
                <a16:creationId xmlns:a16="http://schemas.microsoft.com/office/drawing/2014/main" id="{3AFA5907-A80B-4FF6-8D4D-E84B6CA80E4B}"/>
              </a:ext>
            </a:extLst>
          </p:cNvPr>
          <p:cNvSpPr>
            <a:spLocks noGrp="1"/>
          </p:cNvSpPr>
          <p:nvPr/>
        </p:nvSpPr>
        <p:spPr>
          <a:xfrm>
            <a:off x="1710787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0" name="text_7706">
            <a:extLst>
              <a:ext uri="{FF2B5EF4-FFF2-40B4-BE49-F238E27FC236}">
                <a16:creationId xmlns:a16="http://schemas.microsoft.com/office/drawing/2014/main" id="{51B61BF0-A1E6-4C86-9EEC-51A313BC803E}"/>
              </a:ext>
            </a:extLst>
          </p:cNvPr>
          <p:cNvSpPr>
            <a:spLocks noGrp="1"/>
          </p:cNvSpPr>
          <p:nvPr/>
        </p:nvSpPr>
        <p:spPr>
          <a:xfrm>
            <a:off x="161233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7707">
            <a:extLst>
              <a:ext uri="{FF2B5EF4-FFF2-40B4-BE49-F238E27FC236}">
                <a16:creationId xmlns:a16="http://schemas.microsoft.com/office/drawing/2014/main" id="{9E4165A3-9BD8-43D0-B8B0-25D0CA848CEC}"/>
              </a:ext>
            </a:extLst>
          </p:cNvPr>
          <p:cNvSpPr>
            <a:spLocks noGrp="1"/>
          </p:cNvSpPr>
          <p:nvPr/>
        </p:nvSpPr>
        <p:spPr>
          <a:xfrm>
            <a:off x="239381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2" name="text_7708">
            <a:extLst>
              <a:ext uri="{FF2B5EF4-FFF2-40B4-BE49-F238E27FC236}">
                <a16:creationId xmlns:a16="http://schemas.microsoft.com/office/drawing/2014/main" id="{B625CD52-A33F-437E-AA4D-00207E59F0C2}"/>
              </a:ext>
            </a:extLst>
          </p:cNvPr>
          <p:cNvSpPr>
            <a:spLocks noGrp="1"/>
          </p:cNvSpPr>
          <p:nvPr/>
        </p:nvSpPr>
        <p:spPr>
          <a:xfrm>
            <a:off x="2295359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7709">
            <a:extLst>
              <a:ext uri="{FF2B5EF4-FFF2-40B4-BE49-F238E27FC236}">
                <a16:creationId xmlns:a16="http://schemas.microsoft.com/office/drawing/2014/main" id="{DF980461-9082-43AC-ADA4-161CD255AF5A}"/>
              </a:ext>
            </a:extLst>
          </p:cNvPr>
          <p:cNvSpPr>
            <a:spLocks noGrp="1"/>
          </p:cNvSpPr>
          <p:nvPr/>
        </p:nvSpPr>
        <p:spPr>
          <a:xfrm>
            <a:off x="307684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4" name="text_7710">
            <a:extLst>
              <a:ext uri="{FF2B5EF4-FFF2-40B4-BE49-F238E27FC236}">
                <a16:creationId xmlns:a16="http://schemas.microsoft.com/office/drawing/2014/main" id="{5A8DD3A1-C26F-4475-B93F-5BF84F4A0EF6}"/>
              </a:ext>
            </a:extLst>
          </p:cNvPr>
          <p:cNvSpPr>
            <a:spLocks noGrp="1"/>
          </p:cNvSpPr>
          <p:nvPr/>
        </p:nvSpPr>
        <p:spPr>
          <a:xfrm>
            <a:off x="297838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7711">
            <a:extLst>
              <a:ext uri="{FF2B5EF4-FFF2-40B4-BE49-F238E27FC236}">
                <a16:creationId xmlns:a16="http://schemas.microsoft.com/office/drawing/2014/main" id="{EAB52437-3162-4686-BF1F-757F280BC366}"/>
              </a:ext>
            </a:extLst>
          </p:cNvPr>
          <p:cNvSpPr>
            <a:spLocks noGrp="1"/>
          </p:cNvSpPr>
          <p:nvPr/>
        </p:nvSpPr>
        <p:spPr>
          <a:xfrm>
            <a:off x="1372034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7712">
            <a:extLst>
              <a:ext uri="{FF2B5EF4-FFF2-40B4-BE49-F238E27FC236}">
                <a16:creationId xmlns:a16="http://schemas.microsoft.com/office/drawing/2014/main" id="{542881D6-EBE9-43CB-ADE6-D4BAEDB45ADD}"/>
              </a:ext>
            </a:extLst>
          </p:cNvPr>
          <p:cNvSpPr>
            <a:spLocks noGrp="1"/>
          </p:cNvSpPr>
          <p:nvPr/>
        </p:nvSpPr>
        <p:spPr>
          <a:xfrm>
            <a:off x="1007269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67" name="data_7713">
            <a:extLst>
              <a:ext uri="{FF2B5EF4-FFF2-40B4-BE49-F238E27FC236}">
                <a16:creationId xmlns:a16="http://schemas.microsoft.com/office/drawing/2014/main" id="{E16BB4D2-9E46-4290-B131-C5518E1C424A}"/>
              </a:ext>
            </a:extLst>
          </p:cNvPr>
          <p:cNvSpPr>
            <a:spLocks noGrp="1"/>
          </p:cNvSpPr>
          <p:nvPr/>
        </p:nvSpPr>
        <p:spPr>
          <a:xfrm>
            <a:off x="954065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8" name="text_7714">
            <a:extLst>
              <a:ext uri="{FF2B5EF4-FFF2-40B4-BE49-F238E27FC236}">
                <a16:creationId xmlns:a16="http://schemas.microsoft.com/office/drawing/2014/main" id="{E88D252B-B3ED-4E45-B5B6-CF744446FABB}"/>
              </a:ext>
            </a:extLst>
          </p:cNvPr>
          <p:cNvSpPr>
            <a:spLocks noGrp="1"/>
          </p:cNvSpPr>
          <p:nvPr/>
        </p:nvSpPr>
        <p:spPr>
          <a:xfrm>
            <a:off x="835225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7715">
            <a:extLst>
              <a:ext uri="{FF2B5EF4-FFF2-40B4-BE49-F238E27FC236}">
                <a16:creationId xmlns:a16="http://schemas.microsoft.com/office/drawing/2014/main" id="{65E09754-EAA2-4A54-8A4D-264E654D7D42}"/>
              </a:ext>
            </a:extLst>
          </p:cNvPr>
          <p:cNvSpPr>
            <a:spLocks noGrp="1"/>
          </p:cNvSpPr>
          <p:nvPr/>
        </p:nvSpPr>
        <p:spPr>
          <a:xfrm>
            <a:off x="1007269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0" name="data_7716">
            <a:extLst>
              <a:ext uri="{FF2B5EF4-FFF2-40B4-BE49-F238E27FC236}">
                <a16:creationId xmlns:a16="http://schemas.microsoft.com/office/drawing/2014/main" id="{BA3F0C7E-910A-4D2F-B259-CF520DC0F425}"/>
              </a:ext>
            </a:extLst>
          </p:cNvPr>
          <p:cNvSpPr>
            <a:spLocks noGrp="1"/>
          </p:cNvSpPr>
          <p:nvPr/>
        </p:nvSpPr>
        <p:spPr>
          <a:xfrm>
            <a:off x="954065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1" name="text_7717">
            <a:extLst>
              <a:ext uri="{FF2B5EF4-FFF2-40B4-BE49-F238E27FC236}">
                <a16:creationId xmlns:a16="http://schemas.microsoft.com/office/drawing/2014/main" id="{F1031ABC-011A-41D4-ABC2-029F9378E517}"/>
              </a:ext>
            </a:extLst>
          </p:cNvPr>
          <p:cNvSpPr>
            <a:spLocks noGrp="1"/>
          </p:cNvSpPr>
          <p:nvPr/>
        </p:nvSpPr>
        <p:spPr>
          <a:xfrm>
            <a:off x="769588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7718">
            <a:extLst>
              <a:ext uri="{FF2B5EF4-FFF2-40B4-BE49-F238E27FC236}">
                <a16:creationId xmlns:a16="http://schemas.microsoft.com/office/drawing/2014/main" id="{7A9638BA-25DE-4F62-8E1D-79F17E5E8437}"/>
              </a:ext>
            </a:extLst>
          </p:cNvPr>
          <p:cNvSpPr>
            <a:spLocks noGrp="1"/>
          </p:cNvSpPr>
          <p:nvPr/>
        </p:nvSpPr>
        <p:spPr>
          <a:xfrm>
            <a:off x="1007269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3" name="data_7719">
            <a:extLst>
              <a:ext uri="{FF2B5EF4-FFF2-40B4-BE49-F238E27FC236}">
                <a16:creationId xmlns:a16="http://schemas.microsoft.com/office/drawing/2014/main" id="{7E30ECB9-CBD8-4CFB-8950-3B1E49F6F4A3}"/>
              </a:ext>
            </a:extLst>
          </p:cNvPr>
          <p:cNvSpPr>
            <a:spLocks noGrp="1"/>
          </p:cNvSpPr>
          <p:nvPr/>
        </p:nvSpPr>
        <p:spPr>
          <a:xfrm>
            <a:off x="954065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4" name="text_7720">
            <a:extLst>
              <a:ext uri="{FF2B5EF4-FFF2-40B4-BE49-F238E27FC236}">
                <a16:creationId xmlns:a16="http://schemas.microsoft.com/office/drawing/2014/main" id="{6FA6406F-7496-408F-B3CD-0CDF7B41C3A3}"/>
              </a:ext>
            </a:extLst>
          </p:cNvPr>
          <p:cNvSpPr>
            <a:spLocks noGrp="1"/>
          </p:cNvSpPr>
          <p:nvPr/>
        </p:nvSpPr>
        <p:spPr>
          <a:xfrm>
            <a:off x="703951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7721">
            <a:extLst>
              <a:ext uri="{FF2B5EF4-FFF2-40B4-BE49-F238E27FC236}">
                <a16:creationId xmlns:a16="http://schemas.microsoft.com/office/drawing/2014/main" id="{15FAA27E-A49D-4E9B-A1B2-0F3D7017D7E3}"/>
              </a:ext>
            </a:extLst>
          </p:cNvPr>
          <p:cNvSpPr>
            <a:spLocks noGrp="1"/>
          </p:cNvSpPr>
          <p:nvPr/>
        </p:nvSpPr>
        <p:spPr>
          <a:xfrm rot="-5400000">
            <a:off x="-39675" y="5980252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7722">
            <a:extLst>
              <a:ext uri="{FF2B5EF4-FFF2-40B4-BE49-F238E27FC236}">
                <a16:creationId xmlns:a16="http://schemas.microsoft.com/office/drawing/2014/main" id="{F4D51CCD-D081-4BAB-AC82-7BA84130C335}"/>
              </a:ext>
            </a:extLst>
          </p:cNvPr>
          <p:cNvSpPr>
            <a:spLocks noGrp="1"/>
          </p:cNvSpPr>
          <p:nvPr/>
        </p:nvSpPr>
        <p:spPr>
          <a:xfrm>
            <a:off x="131309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data_7723">
            <a:extLst>
              <a:ext uri="{FF2B5EF4-FFF2-40B4-BE49-F238E27FC236}">
                <a16:creationId xmlns:a16="http://schemas.microsoft.com/office/drawing/2014/main" id="{6F3C506B-4AF7-4553-9D31-66668E704D84}"/>
              </a:ext>
            </a:extLst>
          </p:cNvPr>
          <p:cNvSpPr>
            <a:spLocks noGrp="1"/>
          </p:cNvSpPr>
          <p:nvPr/>
        </p:nvSpPr>
        <p:spPr>
          <a:xfrm>
            <a:off x="1396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data_7724">
            <a:extLst>
              <a:ext uri="{FF2B5EF4-FFF2-40B4-BE49-F238E27FC236}">
                <a16:creationId xmlns:a16="http://schemas.microsoft.com/office/drawing/2014/main" id="{7BC031FA-7565-4A2B-9323-A9E29C9A7736}"/>
              </a:ext>
            </a:extLst>
          </p:cNvPr>
          <p:cNvSpPr>
            <a:spLocks noGrp="1"/>
          </p:cNvSpPr>
          <p:nvPr/>
        </p:nvSpPr>
        <p:spPr>
          <a:xfrm>
            <a:off x="128573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data_7725">
            <a:extLst>
              <a:ext uri="{FF2B5EF4-FFF2-40B4-BE49-F238E27FC236}">
                <a16:creationId xmlns:a16="http://schemas.microsoft.com/office/drawing/2014/main" id="{381D8C9F-24E7-4934-91F6-3AD173406140}"/>
              </a:ext>
            </a:extLst>
          </p:cNvPr>
          <p:cNvSpPr>
            <a:spLocks noGrp="1"/>
          </p:cNvSpPr>
          <p:nvPr/>
        </p:nvSpPr>
        <p:spPr>
          <a:xfrm>
            <a:off x="13860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data_7726">
            <a:extLst>
              <a:ext uri="{FF2B5EF4-FFF2-40B4-BE49-F238E27FC236}">
                <a16:creationId xmlns:a16="http://schemas.microsoft.com/office/drawing/2014/main" id="{737CD943-8C7D-4C43-9499-9C3AEB9B0C82}"/>
              </a:ext>
            </a:extLst>
          </p:cNvPr>
          <p:cNvSpPr>
            <a:spLocks noGrp="1"/>
          </p:cNvSpPr>
          <p:nvPr/>
        </p:nvSpPr>
        <p:spPr>
          <a:xfrm>
            <a:off x="1334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data_7727">
            <a:extLst>
              <a:ext uri="{FF2B5EF4-FFF2-40B4-BE49-F238E27FC236}">
                <a16:creationId xmlns:a16="http://schemas.microsoft.com/office/drawing/2014/main" id="{E2F98E45-C4C8-4DA5-A432-093E557B44CC}"/>
              </a:ext>
            </a:extLst>
          </p:cNvPr>
          <p:cNvSpPr>
            <a:spLocks noGrp="1"/>
          </p:cNvSpPr>
          <p:nvPr/>
        </p:nvSpPr>
        <p:spPr>
          <a:xfrm>
            <a:off x="14057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data_7728">
            <a:extLst>
              <a:ext uri="{FF2B5EF4-FFF2-40B4-BE49-F238E27FC236}">
                <a16:creationId xmlns:a16="http://schemas.microsoft.com/office/drawing/2014/main" id="{D3B5AA0C-D927-4A28-B0DE-E8CF0A0A18DF}"/>
              </a:ext>
            </a:extLst>
          </p:cNvPr>
          <p:cNvSpPr>
            <a:spLocks noGrp="1"/>
          </p:cNvSpPr>
          <p:nvPr/>
        </p:nvSpPr>
        <p:spPr>
          <a:xfrm>
            <a:off x="13129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data_7729">
            <a:extLst>
              <a:ext uri="{FF2B5EF4-FFF2-40B4-BE49-F238E27FC236}">
                <a16:creationId xmlns:a16="http://schemas.microsoft.com/office/drawing/2014/main" id="{EF5D0A6D-1E7A-44A2-B8E1-DDA797448907}"/>
              </a:ext>
            </a:extLst>
          </p:cNvPr>
          <p:cNvSpPr>
            <a:spLocks noGrp="1"/>
          </p:cNvSpPr>
          <p:nvPr/>
        </p:nvSpPr>
        <p:spPr>
          <a:xfrm>
            <a:off x="1376547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data_7730">
            <a:extLst>
              <a:ext uri="{FF2B5EF4-FFF2-40B4-BE49-F238E27FC236}">
                <a16:creationId xmlns:a16="http://schemas.microsoft.com/office/drawing/2014/main" id="{C60B17C3-5793-4097-ADEE-FE1C60C8AB28}"/>
              </a:ext>
            </a:extLst>
          </p:cNvPr>
          <p:cNvSpPr>
            <a:spLocks noGrp="1"/>
          </p:cNvSpPr>
          <p:nvPr/>
        </p:nvSpPr>
        <p:spPr>
          <a:xfrm>
            <a:off x="1290291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data_7731">
            <a:extLst>
              <a:ext uri="{FF2B5EF4-FFF2-40B4-BE49-F238E27FC236}">
                <a16:creationId xmlns:a16="http://schemas.microsoft.com/office/drawing/2014/main" id="{6B4816A1-9798-4C28-8764-BC2ED9488782}"/>
              </a:ext>
            </a:extLst>
          </p:cNvPr>
          <p:cNvSpPr>
            <a:spLocks noGrp="1"/>
          </p:cNvSpPr>
          <p:nvPr/>
        </p:nvSpPr>
        <p:spPr>
          <a:xfrm>
            <a:off x="13180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data_7732">
            <a:extLst>
              <a:ext uri="{FF2B5EF4-FFF2-40B4-BE49-F238E27FC236}">
                <a16:creationId xmlns:a16="http://schemas.microsoft.com/office/drawing/2014/main" id="{F0A43950-E12B-49C0-B1D0-9571301E1D91}"/>
              </a:ext>
            </a:extLst>
          </p:cNvPr>
          <p:cNvSpPr>
            <a:spLocks noGrp="1"/>
          </p:cNvSpPr>
          <p:nvPr/>
        </p:nvSpPr>
        <p:spPr>
          <a:xfrm>
            <a:off x="129003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data_7733">
            <a:extLst>
              <a:ext uri="{FF2B5EF4-FFF2-40B4-BE49-F238E27FC236}">
                <a16:creationId xmlns:a16="http://schemas.microsoft.com/office/drawing/2014/main" id="{21F8F6D2-3FDD-40AC-A103-CA300A205397}"/>
              </a:ext>
            </a:extLst>
          </p:cNvPr>
          <p:cNvSpPr>
            <a:spLocks noGrp="1"/>
          </p:cNvSpPr>
          <p:nvPr/>
        </p:nvSpPr>
        <p:spPr>
          <a:xfrm>
            <a:off x="13636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data_7734">
            <a:extLst>
              <a:ext uri="{FF2B5EF4-FFF2-40B4-BE49-F238E27FC236}">
                <a16:creationId xmlns:a16="http://schemas.microsoft.com/office/drawing/2014/main" id="{F692932E-5553-4AEF-9E66-305B46D7CEFF}"/>
              </a:ext>
            </a:extLst>
          </p:cNvPr>
          <p:cNvSpPr>
            <a:spLocks noGrp="1"/>
          </p:cNvSpPr>
          <p:nvPr/>
        </p:nvSpPr>
        <p:spPr>
          <a:xfrm>
            <a:off x="13076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data_7735">
            <a:extLst>
              <a:ext uri="{FF2B5EF4-FFF2-40B4-BE49-F238E27FC236}">
                <a16:creationId xmlns:a16="http://schemas.microsoft.com/office/drawing/2014/main" id="{13605617-F088-4CBF-98E1-5000FD68B524}"/>
              </a:ext>
            </a:extLst>
          </p:cNvPr>
          <p:cNvSpPr>
            <a:spLocks noGrp="1"/>
          </p:cNvSpPr>
          <p:nvPr/>
        </p:nvSpPr>
        <p:spPr>
          <a:xfrm>
            <a:off x="13467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data_7736">
            <a:extLst>
              <a:ext uri="{FF2B5EF4-FFF2-40B4-BE49-F238E27FC236}">
                <a16:creationId xmlns:a16="http://schemas.microsoft.com/office/drawing/2014/main" id="{FB00D4EE-72FA-4C90-A4F8-93EAD8A8860F}"/>
              </a:ext>
            </a:extLst>
          </p:cNvPr>
          <p:cNvSpPr>
            <a:spLocks noGrp="1"/>
          </p:cNvSpPr>
          <p:nvPr/>
        </p:nvSpPr>
        <p:spPr>
          <a:xfrm>
            <a:off x="1332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data_7737">
            <a:extLst>
              <a:ext uri="{FF2B5EF4-FFF2-40B4-BE49-F238E27FC236}">
                <a16:creationId xmlns:a16="http://schemas.microsoft.com/office/drawing/2014/main" id="{8415650D-B73F-4F94-A34D-9696166F99E4}"/>
              </a:ext>
            </a:extLst>
          </p:cNvPr>
          <p:cNvSpPr>
            <a:spLocks noGrp="1"/>
          </p:cNvSpPr>
          <p:nvPr/>
        </p:nvSpPr>
        <p:spPr>
          <a:xfrm>
            <a:off x="1319999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data_7738">
            <a:extLst>
              <a:ext uri="{FF2B5EF4-FFF2-40B4-BE49-F238E27FC236}">
                <a16:creationId xmlns:a16="http://schemas.microsoft.com/office/drawing/2014/main" id="{73816D48-B149-4915-A0AB-0FD0C5497A26}"/>
              </a:ext>
            </a:extLst>
          </p:cNvPr>
          <p:cNvSpPr>
            <a:spLocks noGrp="1"/>
          </p:cNvSpPr>
          <p:nvPr/>
        </p:nvSpPr>
        <p:spPr>
          <a:xfrm>
            <a:off x="128964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data_7739">
            <a:extLst>
              <a:ext uri="{FF2B5EF4-FFF2-40B4-BE49-F238E27FC236}">
                <a16:creationId xmlns:a16="http://schemas.microsoft.com/office/drawing/2014/main" id="{74B03181-EC04-4681-AC5E-9919049E3D69}"/>
              </a:ext>
            </a:extLst>
          </p:cNvPr>
          <p:cNvSpPr>
            <a:spLocks noGrp="1"/>
          </p:cNvSpPr>
          <p:nvPr/>
        </p:nvSpPr>
        <p:spPr>
          <a:xfrm>
            <a:off x="1406646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data_7740">
            <a:extLst>
              <a:ext uri="{FF2B5EF4-FFF2-40B4-BE49-F238E27FC236}">
                <a16:creationId xmlns:a16="http://schemas.microsoft.com/office/drawing/2014/main" id="{0D4A4B48-7BBE-4D51-B482-57A95D518A5E}"/>
              </a:ext>
            </a:extLst>
          </p:cNvPr>
          <p:cNvSpPr>
            <a:spLocks noGrp="1"/>
          </p:cNvSpPr>
          <p:nvPr/>
        </p:nvSpPr>
        <p:spPr>
          <a:xfrm>
            <a:off x="12914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data_7741">
            <a:extLst>
              <a:ext uri="{FF2B5EF4-FFF2-40B4-BE49-F238E27FC236}">
                <a16:creationId xmlns:a16="http://schemas.microsoft.com/office/drawing/2014/main" id="{72B59131-5868-403E-BC01-0E53E4CEBEC6}"/>
              </a:ext>
            </a:extLst>
          </p:cNvPr>
          <p:cNvSpPr>
            <a:spLocks noGrp="1"/>
          </p:cNvSpPr>
          <p:nvPr/>
        </p:nvSpPr>
        <p:spPr>
          <a:xfrm>
            <a:off x="13970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data_7742">
            <a:extLst>
              <a:ext uri="{FF2B5EF4-FFF2-40B4-BE49-F238E27FC236}">
                <a16:creationId xmlns:a16="http://schemas.microsoft.com/office/drawing/2014/main" id="{8E3B41C9-66BF-4F1D-BAD8-D3BB70F62DD6}"/>
              </a:ext>
            </a:extLst>
          </p:cNvPr>
          <p:cNvSpPr>
            <a:spLocks noGrp="1"/>
          </p:cNvSpPr>
          <p:nvPr/>
        </p:nvSpPr>
        <p:spPr>
          <a:xfrm>
            <a:off x="13348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data_7743">
            <a:extLst>
              <a:ext uri="{FF2B5EF4-FFF2-40B4-BE49-F238E27FC236}">
                <a16:creationId xmlns:a16="http://schemas.microsoft.com/office/drawing/2014/main" id="{AABF4C67-6414-4F5F-A24E-1E3669EA2BB9}"/>
              </a:ext>
            </a:extLst>
          </p:cNvPr>
          <p:cNvSpPr>
            <a:spLocks noGrp="1"/>
          </p:cNvSpPr>
          <p:nvPr/>
        </p:nvSpPr>
        <p:spPr>
          <a:xfrm>
            <a:off x="14119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data_7744">
            <a:extLst>
              <a:ext uri="{FF2B5EF4-FFF2-40B4-BE49-F238E27FC236}">
                <a16:creationId xmlns:a16="http://schemas.microsoft.com/office/drawing/2014/main" id="{01A28728-5FFE-415E-A281-B2A81C7D5A45}"/>
              </a:ext>
            </a:extLst>
          </p:cNvPr>
          <p:cNvSpPr>
            <a:spLocks noGrp="1"/>
          </p:cNvSpPr>
          <p:nvPr/>
        </p:nvSpPr>
        <p:spPr>
          <a:xfrm>
            <a:off x="137120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data_7745">
            <a:extLst>
              <a:ext uri="{FF2B5EF4-FFF2-40B4-BE49-F238E27FC236}">
                <a16:creationId xmlns:a16="http://schemas.microsoft.com/office/drawing/2014/main" id="{49C7E2CA-EEA1-4845-820A-00C3A69CD6A2}"/>
              </a:ext>
            </a:extLst>
          </p:cNvPr>
          <p:cNvSpPr>
            <a:spLocks noGrp="1"/>
          </p:cNvSpPr>
          <p:nvPr/>
        </p:nvSpPr>
        <p:spPr>
          <a:xfrm>
            <a:off x="1380065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data_7746">
            <a:extLst>
              <a:ext uri="{FF2B5EF4-FFF2-40B4-BE49-F238E27FC236}">
                <a16:creationId xmlns:a16="http://schemas.microsoft.com/office/drawing/2014/main" id="{DC1FD281-E676-4D6B-A21A-86F7312678C3}"/>
              </a:ext>
            </a:extLst>
          </p:cNvPr>
          <p:cNvSpPr>
            <a:spLocks noGrp="1"/>
          </p:cNvSpPr>
          <p:nvPr/>
        </p:nvSpPr>
        <p:spPr>
          <a:xfrm>
            <a:off x="1322865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data_7747">
            <a:extLst>
              <a:ext uri="{FF2B5EF4-FFF2-40B4-BE49-F238E27FC236}">
                <a16:creationId xmlns:a16="http://schemas.microsoft.com/office/drawing/2014/main" id="{ACC3EC69-E9E3-4099-AB17-33F819587A25}"/>
              </a:ext>
            </a:extLst>
          </p:cNvPr>
          <p:cNvSpPr>
            <a:spLocks noGrp="1"/>
          </p:cNvSpPr>
          <p:nvPr/>
        </p:nvSpPr>
        <p:spPr>
          <a:xfrm>
            <a:off x="140469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data_7748">
            <a:extLst>
              <a:ext uri="{FF2B5EF4-FFF2-40B4-BE49-F238E27FC236}">
                <a16:creationId xmlns:a16="http://schemas.microsoft.com/office/drawing/2014/main" id="{BF2FF3B5-9399-4BCD-8363-3459DD444F84}"/>
              </a:ext>
            </a:extLst>
          </p:cNvPr>
          <p:cNvSpPr>
            <a:spLocks noGrp="1"/>
          </p:cNvSpPr>
          <p:nvPr/>
        </p:nvSpPr>
        <p:spPr>
          <a:xfrm>
            <a:off x="1380326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data_7749">
            <a:extLst>
              <a:ext uri="{FF2B5EF4-FFF2-40B4-BE49-F238E27FC236}">
                <a16:creationId xmlns:a16="http://schemas.microsoft.com/office/drawing/2014/main" id="{90E75723-CEAE-4162-B4CB-84BC592DBD9B}"/>
              </a:ext>
            </a:extLst>
          </p:cNvPr>
          <p:cNvSpPr>
            <a:spLocks noGrp="1"/>
          </p:cNvSpPr>
          <p:nvPr/>
        </p:nvSpPr>
        <p:spPr>
          <a:xfrm>
            <a:off x="13059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data_7750">
            <a:extLst>
              <a:ext uri="{FF2B5EF4-FFF2-40B4-BE49-F238E27FC236}">
                <a16:creationId xmlns:a16="http://schemas.microsoft.com/office/drawing/2014/main" id="{BD65475B-65EF-4BD9-B82F-421BF3FA4B8E}"/>
              </a:ext>
            </a:extLst>
          </p:cNvPr>
          <p:cNvSpPr>
            <a:spLocks noGrp="1"/>
          </p:cNvSpPr>
          <p:nvPr/>
        </p:nvSpPr>
        <p:spPr>
          <a:xfrm>
            <a:off x="137811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data_7751">
            <a:extLst>
              <a:ext uri="{FF2B5EF4-FFF2-40B4-BE49-F238E27FC236}">
                <a16:creationId xmlns:a16="http://schemas.microsoft.com/office/drawing/2014/main" id="{5BE0A7A0-0A34-4CB3-A192-CA40D9A93A0B}"/>
              </a:ext>
            </a:extLst>
          </p:cNvPr>
          <p:cNvSpPr>
            <a:spLocks noGrp="1"/>
          </p:cNvSpPr>
          <p:nvPr/>
        </p:nvSpPr>
        <p:spPr>
          <a:xfrm>
            <a:off x="1312572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data_7752">
            <a:extLst>
              <a:ext uri="{FF2B5EF4-FFF2-40B4-BE49-F238E27FC236}">
                <a16:creationId xmlns:a16="http://schemas.microsoft.com/office/drawing/2014/main" id="{55839267-C6B0-4A8E-B80B-2CAB3D5FA439}"/>
              </a:ext>
            </a:extLst>
          </p:cNvPr>
          <p:cNvSpPr>
            <a:spLocks noGrp="1"/>
          </p:cNvSpPr>
          <p:nvPr/>
        </p:nvSpPr>
        <p:spPr>
          <a:xfrm>
            <a:off x="13227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data_7753">
            <a:extLst>
              <a:ext uri="{FF2B5EF4-FFF2-40B4-BE49-F238E27FC236}">
                <a16:creationId xmlns:a16="http://schemas.microsoft.com/office/drawing/2014/main" id="{11226885-CAD8-4E6F-927F-F9972A085946}"/>
              </a:ext>
            </a:extLst>
          </p:cNvPr>
          <p:cNvSpPr>
            <a:spLocks noGrp="1"/>
          </p:cNvSpPr>
          <p:nvPr/>
        </p:nvSpPr>
        <p:spPr>
          <a:xfrm>
            <a:off x="14036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data_7754">
            <a:extLst>
              <a:ext uri="{FF2B5EF4-FFF2-40B4-BE49-F238E27FC236}">
                <a16:creationId xmlns:a16="http://schemas.microsoft.com/office/drawing/2014/main" id="{7FD76708-57DA-4C5C-8EFF-A9A43A2A3838}"/>
              </a:ext>
            </a:extLst>
          </p:cNvPr>
          <p:cNvSpPr>
            <a:spLocks noGrp="1"/>
          </p:cNvSpPr>
          <p:nvPr/>
        </p:nvSpPr>
        <p:spPr>
          <a:xfrm>
            <a:off x="13248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data_7755">
            <a:extLst>
              <a:ext uri="{FF2B5EF4-FFF2-40B4-BE49-F238E27FC236}">
                <a16:creationId xmlns:a16="http://schemas.microsoft.com/office/drawing/2014/main" id="{B807F5F3-B7DE-4C46-8F35-34FE3EA8545D}"/>
              </a:ext>
            </a:extLst>
          </p:cNvPr>
          <p:cNvSpPr>
            <a:spLocks noGrp="1"/>
          </p:cNvSpPr>
          <p:nvPr/>
        </p:nvSpPr>
        <p:spPr>
          <a:xfrm>
            <a:off x="139635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data_7756">
            <a:extLst>
              <a:ext uri="{FF2B5EF4-FFF2-40B4-BE49-F238E27FC236}">
                <a16:creationId xmlns:a16="http://schemas.microsoft.com/office/drawing/2014/main" id="{E5866288-2732-4B05-8DA7-A5C3B940FD76}"/>
              </a:ext>
            </a:extLst>
          </p:cNvPr>
          <p:cNvSpPr>
            <a:spLocks noGrp="1"/>
          </p:cNvSpPr>
          <p:nvPr/>
        </p:nvSpPr>
        <p:spPr>
          <a:xfrm>
            <a:off x="13973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data_7757">
            <a:extLst>
              <a:ext uri="{FF2B5EF4-FFF2-40B4-BE49-F238E27FC236}">
                <a16:creationId xmlns:a16="http://schemas.microsoft.com/office/drawing/2014/main" id="{12059F41-88AB-4CB7-8DE2-850A911BCE3D}"/>
              </a:ext>
            </a:extLst>
          </p:cNvPr>
          <p:cNvSpPr>
            <a:spLocks noGrp="1"/>
          </p:cNvSpPr>
          <p:nvPr/>
        </p:nvSpPr>
        <p:spPr>
          <a:xfrm>
            <a:off x="140078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data_7758">
            <a:extLst>
              <a:ext uri="{FF2B5EF4-FFF2-40B4-BE49-F238E27FC236}">
                <a16:creationId xmlns:a16="http://schemas.microsoft.com/office/drawing/2014/main" id="{96480DBF-BB66-4573-A298-6B5764644BAD}"/>
              </a:ext>
            </a:extLst>
          </p:cNvPr>
          <p:cNvSpPr>
            <a:spLocks noGrp="1"/>
          </p:cNvSpPr>
          <p:nvPr/>
        </p:nvSpPr>
        <p:spPr>
          <a:xfrm>
            <a:off x="1325862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data_7759">
            <a:extLst>
              <a:ext uri="{FF2B5EF4-FFF2-40B4-BE49-F238E27FC236}">
                <a16:creationId xmlns:a16="http://schemas.microsoft.com/office/drawing/2014/main" id="{8D4CF35B-F43F-45F9-97D8-117506EEBA4A}"/>
              </a:ext>
            </a:extLst>
          </p:cNvPr>
          <p:cNvSpPr>
            <a:spLocks noGrp="1"/>
          </p:cNvSpPr>
          <p:nvPr/>
        </p:nvSpPr>
        <p:spPr>
          <a:xfrm>
            <a:off x="13061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data_7760">
            <a:extLst>
              <a:ext uri="{FF2B5EF4-FFF2-40B4-BE49-F238E27FC236}">
                <a16:creationId xmlns:a16="http://schemas.microsoft.com/office/drawing/2014/main" id="{BDAEB836-9A86-4F80-9748-1C7A88FB2DB7}"/>
              </a:ext>
            </a:extLst>
          </p:cNvPr>
          <p:cNvSpPr>
            <a:spLocks noGrp="1"/>
          </p:cNvSpPr>
          <p:nvPr/>
        </p:nvSpPr>
        <p:spPr>
          <a:xfrm>
            <a:off x="13820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data_7761">
            <a:extLst>
              <a:ext uri="{FF2B5EF4-FFF2-40B4-BE49-F238E27FC236}">
                <a16:creationId xmlns:a16="http://schemas.microsoft.com/office/drawing/2014/main" id="{2889A75C-884A-4702-B935-1C6BCE0CC5CD}"/>
              </a:ext>
            </a:extLst>
          </p:cNvPr>
          <p:cNvSpPr>
            <a:spLocks noGrp="1"/>
          </p:cNvSpPr>
          <p:nvPr/>
        </p:nvSpPr>
        <p:spPr>
          <a:xfrm>
            <a:off x="13000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data_7762">
            <a:extLst>
              <a:ext uri="{FF2B5EF4-FFF2-40B4-BE49-F238E27FC236}">
                <a16:creationId xmlns:a16="http://schemas.microsoft.com/office/drawing/2014/main" id="{A4E9AFD1-1AE3-4652-B2F6-066A950CEBB0}"/>
              </a:ext>
            </a:extLst>
          </p:cNvPr>
          <p:cNvSpPr>
            <a:spLocks noGrp="1"/>
          </p:cNvSpPr>
          <p:nvPr/>
        </p:nvSpPr>
        <p:spPr>
          <a:xfrm>
            <a:off x="13082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data_7763">
            <a:extLst>
              <a:ext uri="{FF2B5EF4-FFF2-40B4-BE49-F238E27FC236}">
                <a16:creationId xmlns:a16="http://schemas.microsoft.com/office/drawing/2014/main" id="{1432DEE3-7C33-4F8C-919D-51DFD758E88B}"/>
              </a:ext>
            </a:extLst>
          </p:cNvPr>
          <p:cNvSpPr>
            <a:spLocks noGrp="1"/>
          </p:cNvSpPr>
          <p:nvPr/>
        </p:nvSpPr>
        <p:spPr>
          <a:xfrm>
            <a:off x="138527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data_7764">
            <a:extLst>
              <a:ext uri="{FF2B5EF4-FFF2-40B4-BE49-F238E27FC236}">
                <a16:creationId xmlns:a16="http://schemas.microsoft.com/office/drawing/2014/main" id="{56146311-3B54-4B47-B6C9-1829C6A3C9DE}"/>
              </a:ext>
            </a:extLst>
          </p:cNvPr>
          <p:cNvSpPr>
            <a:spLocks noGrp="1"/>
          </p:cNvSpPr>
          <p:nvPr/>
        </p:nvSpPr>
        <p:spPr>
          <a:xfrm>
            <a:off x="13012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data_7765">
            <a:extLst>
              <a:ext uri="{FF2B5EF4-FFF2-40B4-BE49-F238E27FC236}">
                <a16:creationId xmlns:a16="http://schemas.microsoft.com/office/drawing/2014/main" id="{A4943986-5423-4A76-9BB9-CE30E1F05E29}"/>
              </a:ext>
            </a:extLst>
          </p:cNvPr>
          <p:cNvSpPr>
            <a:spLocks noGrp="1"/>
          </p:cNvSpPr>
          <p:nvPr/>
        </p:nvSpPr>
        <p:spPr>
          <a:xfrm>
            <a:off x="14102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data_7766">
            <a:extLst>
              <a:ext uri="{FF2B5EF4-FFF2-40B4-BE49-F238E27FC236}">
                <a16:creationId xmlns:a16="http://schemas.microsoft.com/office/drawing/2014/main" id="{94789D0A-2285-45C4-AD82-428139EA5EDF}"/>
              </a:ext>
            </a:extLst>
          </p:cNvPr>
          <p:cNvSpPr>
            <a:spLocks noGrp="1"/>
          </p:cNvSpPr>
          <p:nvPr/>
        </p:nvSpPr>
        <p:spPr>
          <a:xfrm>
            <a:off x="1390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data_7767">
            <a:extLst>
              <a:ext uri="{FF2B5EF4-FFF2-40B4-BE49-F238E27FC236}">
                <a16:creationId xmlns:a16="http://schemas.microsoft.com/office/drawing/2014/main" id="{F8297AD7-09EA-46BE-96B8-490CA8D7609F}"/>
              </a:ext>
            </a:extLst>
          </p:cNvPr>
          <p:cNvSpPr>
            <a:spLocks noGrp="1"/>
          </p:cNvSpPr>
          <p:nvPr/>
        </p:nvSpPr>
        <p:spPr>
          <a:xfrm>
            <a:off x="13431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data_7768">
            <a:extLst>
              <a:ext uri="{FF2B5EF4-FFF2-40B4-BE49-F238E27FC236}">
                <a16:creationId xmlns:a16="http://schemas.microsoft.com/office/drawing/2014/main" id="{D0E9EA4E-C1D3-4123-95C9-9DB39DB7375C}"/>
              </a:ext>
            </a:extLst>
          </p:cNvPr>
          <p:cNvSpPr>
            <a:spLocks noGrp="1"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data_7769">
            <a:extLst>
              <a:ext uri="{FF2B5EF4-FFF2-40B4-BE49-F238E27FC236}">
                <a16:creationId xmlns:a16="http://schemas.microsoft.com/office/drawing/2014/main" id="{9B296BFF-BB7B-4FAB-8F86-F62BCD4CB798}"/>
              </a:ext>
            </a:extLst>
          </p:cNvPr>
          <p:cNvSpPr>
            <a:spLocks noGrp="1"/>
          </p:cNvSpPr>
          <p:nvPr/>
        </p:nvSpPr>
        <p:spPr>
          <a:xfrm>
            <a:off x="1413942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data_7770">
            <a:extLst>
              <a:ext uri="{FF2B5EF4-FFF2-40B4-BE49-F238E27FC236}">
                <a16:creationId xmlns:a16="http://schemas.microsoft.com/office/drawing/2014/main" id="{8D6F40D0-74FF-4380-BD3D-A9C291E92BD5}"/>
              </a:ext>
            </a:extLst>
          </p:cNvPr>
          <p:cNvSpPr>
            <a:spLocks noGrp="1"/>
          </p:cNvSpPr>
          <p:nvPr/>
        </p:nvSpPr>
        <p:spPr>
          <a:xfrm>
            <a:off x="13666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data_7771">
            <a:extLst>
              <a:ext uri="{FF2B5EF4-FFF2-40B4-BE49-F238E27FC236}">
                <a16:creationId xmlns:a16="http://schemas.microsoft.com/office/drawing/2014/main" id="{DD6990A8-64BB-4FCE-B7D1-4F65A03E837B}"/>
              </a:ext>
            </a:extLst>
          </p:cNvPr>
          <p:cNvSpPr>
            <a:spLocks noGrp="1"/>
          </p:cNvSpPr>
          <p:nvPr/>
        </p:nvSpPr>
        <p:spPr>
          <a:xfrm>
            <a:off x="13963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data_7772">
            <a:extLst>
              <a:ext uri="{FF2B5EF4-FFF2-40B4-BE49-F238E27FC236}">
                <a16:creationId xmlns:a16="http://schemas.microsoft.com/office/drawing/2014/main" id="{2AD06FDF-2A56-489F-B4EC-D29B61D56DA9}"/>
              </a:ext>
            </a:extLst>
          </p:cNvPr>
          <p:cNvSpPr>
            <a:spLocks noGrp="1"/>
          </p:cNvSpPr>
          <p:nvPr/>
        </p:nvSpPr>
        <p:spPr>
          <a:xfrm>
            <a:off x="130501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data_7773">
            <a:extLst>
              <a:ext uri="{FF2B5EF4-FFF2-40B4-BE49-F238E27FC236}">
                <a16:creationId xmlns:a16="http://schemas.microsoft.com/office/drawing/2014/main" id="{F3CE828B-5D2C-4BB4-B520-60FD3590C658}"/>
              </a:ext>
            </a:extLst>
          </p:cNvPr>
          <p:cNvSpPr>
            <a:spLocks noGrp="1"/>
          </p:cNvSpPr>
          <p:nvPr/>
        </p:nvSpPr>
        <p:spPr>
          <a:xfrm>
            <a:off x="134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data_7774">
            <a:extLst>
              <a:ext uri="{FF2B5EF4-FFF2-40B4-BE49-F238E27FC236}">
                <a16:creationId xmlns:a16="http://schemas.microsoft.com/office/drawing/2014/main" id="{7B04E750-F6EF-4273-9103-419EDD16EEC0}"/>
              </a:ext>
            </a:extLst>
          </p:cNvPr>
          <p:cNvSpPr>
            <a:spLocks noGrp="1"/>
          </p:cNvSpPr>
          <p:nvPr/>
        </p:nvSpPr>
        <p:spPr>
          <a:xfrm>
            <a:off x="13882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data_7775">
            <a:extLst>
              <a:ext uri="{FF2B5EF4-FFF2-40B4-BE49-F238E27FC236}">
                <a16:creationId xmlns:a16="http://schemas.microsoft.com/office/drawing/2014/main" id="{C3839439-47BE-4771-9AD4-C4602EAA0DE2}"/>
              </a:ext>
            </a:extLst>
          </p:cNvPr>
          <p:cNvSpPr>
            <a:spLocks noGrp="1"/>
          </p:cNvSpPr>
          <p:nvPr/>
        </p:nvSpPr>
        <p:spPr>
          <a:xfrm>
            <a:off x="13693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data_7776">
            <a:extLst>
              <a:ext uri="{FF2B5EF4-FFF2-40B4-BE49-F238E27FC236}">
                <a16:creationId xmlns:a16="http://schemas.microsoft.com/office/drawing/2014/main" id="{C08DE2C4-62C6-4377-98C6-2CA9F89A364D}"/>
              </a:ext>
            </a:extLst>
          </p:cNvPr>
          <p:cNvSpPr>
            <a:spLocks noGrp="1"/>
          </p:cNvSpPr>
          <p:nvPr/>
        </p:nvSpPr>
        <p:spPr>
          <a:xfrm>
            <a:off x="1407558" y="61631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data_7777">
            <a:extLst>
              <a:ext uri="{FF2B5EF4-FFF2-40B4-BE49-F238E27FC236}">
                <a16:creationId xmlns:a16="http://schemas.microsoft.com/office/drawing/2014/main" id="{B5C1289F-8FBA-4552-B0F6-FAB4FCEC5AC3}"/>
              </a:ext>
            </a:extLst>
          </p:cNvPr>
          <p:cNvSpPr>
            <a:spLocks noGrp="1"/>
          </p:cNvSpPr>
          <p:nvPr/>
        </p:nvSpPr>
        <p:spPr>
          <a:xfrm>
            <a:off x="12866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data_7778">
            <a:extLst>
              <a:ext uri="{FF2B5EF4-FFF2-40B4-BE49-F238E27FC236}">
                <a16:creationId xmlns:a16="http://schemas.microsoft.com/office/drawing/2014/main" id="{27A513F0-9293-49A6-9BFB-3D9FB89EAE8B}"/>
              </a:ext>
            </a:extLst>
          </p:cNvPr>
          <p:cNvSpPr>
            <a:spLocks noGrp="1"/>
          </p:cNvSpPr>
          <p:nvPr/>
        </p:nvSpPr>
        <p:spPr>
          <a:xfrm>
            <a:off x="13403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data_7779">
            <a:extLst>
              <a:ext uri="{FF2B5EF4-FFF2-40B4-BE49-F238E27FC236}">
                <a16:creationId xmlns:a16="http://schemas.microsoft.com/office/drawing/2014/main" id="{DDF0445E-8A59-487E-8326-396DC3DF5F30}"/>
              </a:ext>
            </a:extLst>
          </p:cNvPr>
          <p:cNvSpPr>
            <a:spLocks noGrp="1"/>
          </p:cNvSpPr>
          <p:nvPr/>
        </p:nvSpPr>
        <p:spPr>
          <a:xfrm>
            <a:off x="13646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data_7780">
            <a:extLst>
              <a:ext uri="{FF2B5EF4-FFF2-40B4-BE49-F238E27FC236}">
                <a16:creationId xmlns:a16="http://schemas.microsoft.com/office/drawing/2014/main" id="{BC35DD6F-0562-4DE4-9788-2B87B6564692}"/>
              </a:ext>
            </a:extLst>
          </p:cNvPr>
          <p:cNvSpPr>
            <a:spLocks noGrp="1"/>
          </p:cNvSpPr>
          <p:nvPr/>
        </p:nvSpPr>
        <p:spPr>
          <a:xfrm>
            <a:off x="13241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data_7781">
            <a:extLst>
              <a:ext uri="{FF2B5EF4-FFF2-40B4-BE49-F238E27FC236}">
                <a16:creationId xmlns:a16="http://schemas.microsoft.com/office/drawing/2014/main" id="{C1C6A26C-53BB-4EB1-92DB-E47DC653971F}"/>
              </a:ext>
            </a:extLst>
          </p:cNvPr>
          <p:cNvSpPr>
            <a:spLocks noGrp="1"/>
          </p:cNvSpPr>
          <p:nvPr/>
        </p:nvSpPr>
        <p:spPr>
          <a:xfrm>
            <a:off x="13533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data_7782">
            <a:extLst>
              <a:ext uri="{FF2B5EF4-FFF2-40B4-BE49-F238E27FC236}">
                <a16:creationId xmlns:a16="http://schemas.microsoft.com/office/drawing/2014/main" id="{D2C9E448-DB12-4B31-9220-8BEA73634CB6}"/>
              </a:ext>
            </a:extLst>
          </p:cNvPr>
          <p:cNvSpPr>
            <a:spLocks noGrp="1"/>
          </p:cNvSpPr>
          <p:nvPr/>
        </p:nvSpPr>
        <p:spPr>
          <a:xfrm>
            <a:off x="133693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data_7783">
            <a:extLst>
              <a:ext uri="{FF2B5EF4-FFF2-40B4-BE49-F238E27FC236}">
                <a16:creationId xmlns:a16="http://schemas.microsoft.com/office/drawing/2014/main" id="{0C3826E0-67B1-4957-9415-ACF11769FC96}"/>
              </a:ext>
            </a:extLst>
          </p:cNvPr>
          <p:cNvSpPr>
            <a:spLocks noGrp="1"/>
          </p:cNvSpPr>
          <p:nvPr/>
        </p:nvSpPr>
        <p:spPr>
          <a:xfrm>
            <a:off x="13932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data_7784">
            <a:extLst>
              <a:ext uri="{FF2B5EF4-FFF2-40B4-BE49-F238E27FC236}">
                <a16:creationId xmlns:a16="http://schemas.microsoft.com/office/drawing/2014/main" id="{0C76642E-30A9-45F3-A673-9793BC2A825E}"/>
              </a:ext>
            </a:extLst>
          </p:cNvPr>
          <p:cNvSpPr>
            <a:spLocks noGrp="1"/>
          </p:cNvSpPr>
          <p:nvPr/>
        </p:nvSpPr>
        <p:spPr>
          <a:xfrm>
            <a:off x="13009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data_7785">
            <a:extLst>
              <a:ext uri="{FF2B5EF4-FFF2-40B4-BE49-F238E27FC236}">
                <a16:creationId xmlns:a16="http://schemas.microsoft.com/office/drawing/2014/main" id="{F617B16D-8DA8-447E-AA9D-F83FC6750BA4}"/>
              </a:ext>
            </a:extLst>
          </p:cNvPr>
          <p:cNvSpPr>
            <a:spLocks noGrp="1"/>
          </p:cNvSpPr>
          <p:nvPr/>
        </p:nvSpPr>
        <p:spPr>
          <a:xfrm>
            <a:off x="13069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data_7786">
            <a:extLst>
              <a:ext uri="{FF2B5EF4-FFF2-40B4-BE49-F238E27FC236}">
                <a16:creationId xmlns:a16="http://schemas.microsoft.com/office/drawing/2014/main" id="{DFCAC236-CB14-4A43-8780-CF2EFB9B1785}"/>
              </a:ext>
            </a:extLst>
          </p:cNvPr>
          <p:cNvSpPr>
            <a:spLocks noGrp="1"/>
          </p:cNvSpPr>
          <p:nvPr/>
        </p:nvSpPr>
        <p:spPr>
          <a:xfrm>
            <a:off x="13611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data_7787">
            <a:extLst>
              <a:ext uri="{FF2B5EF4-FFF2-40B4-BE49-F238E27FC236}">
                <a16:creationId xmlns:a16="http://schemas.microsoft.com/office/drawing/2014/main" id="{DEB7ED46-BCEB-447E-BBD4-5CFF1A682ABD}"/>
              </a:ext>
            </a:extLst>
          </p:cNvPr>
          <p:cNvSpPr>
            <a:spLocks noGrp="1"/>
          </p:cNvSpPr>
          <p:nvPr/>
        </p:nvSpPr>
        <p:spPr>
          <a:xfrm>
            <a:off x="13600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data_7788">
            <a:extLst>
              <a:ext uri="{FF2B5EF4-FFF2-40B4-BE49-F238E27FC236}">
                <a16:creationId xmlns:a16="http://schemas.microsoft.com/office/drawing/2014/main" id="{9DA46D86-05E9-4756-A4B5-D93C1A1208D3}"/>
              </a:ext>
            </a:extLst>
          </p:cNvPr>
          <p:cNvSpPr>
            <a:spLocks noGrp="1"/>
          </p:cNvSpPr>
          <p:nvPr/>
        </p:nvSpPr>
        <p:spPr>
          <a:xfrm>
            <a:off x="14023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data_7789">
            <a:extLst>
              <a:ext uri="{FF2B5EF4-FFF2-40B4-BE49-F238E27FC236}">
                <a16:creationId xmlns:a16="http://schemas.microsoft.com/office/drawing/2014/main" id="{81222E4B-5D77-4F8F-8934-6D362A5D6271}"/>
              </a:ext>
            </a:extLst>
          </p:cNvPr>
          <p:cNvSpPr>
            <a:spLocks noGrp="1"/>
          </p:cNvSpPr>
          <p:nvPr/>
        </p:nvSpPr>
        <p:spPr>
          <a:xfrm>
            <a:off x="138267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data_7790">
            <a:extLst>
              <a:ext uri="{FF2B5EF4-FFF2-40B4-BE49-F238E27FC236}">
                <a16:creationId xmlns:a16="http://schemas.microsoft.com/office/drawing/2014/main" id="{165AAF55-09FD-411C-9500-307A2701B309}"/>
              </a:ext>
            </a:extLst>
          </p:cNvPr>
          <p:cNvSpPr>
            <a:spLocks noGrp="1"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data_7791">
            <a:extLst>
              <a:ext uri="{FF2B5EF4-FFF2-40B4-BE49-F238E27FC236}">
                <a16:creationId xmlns:a16="http://schemas.microsoft.com/office/drawing/2014/main" id="{C4D63057-6B35-4979-9AC2-EF8ABAAC7296}"/>
              </a:ext>
            </a:extLst>
          </p:cNvPr>
          <p:cNvSpPr>
            <a:spLocks noGrp="1"/>
          </p:cNvSpPr>
          <p:nvPr/>
        </p:nvSpPr>
        <p:spPr>
          <a:xfrm>
            <a:off x="138527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data_7792">
            <a:extLst>
              <a:ext uri="{FF2B5EF4-FFF2-40B4-BE49-F238E27FC236}">
                <a16:creationId xmlns:a16="http://schemas.microsoft.com/office/drawing/2014/main" id="{DB2F86C5-826B-4909-99E5-E716CE840AED}"/>
              </a:ext>
            </a:extLst>
          </p:cNvPr>
          <p:cNvSpPr>
            <a:spLocks noGrp="1"/>
          </p:cNvSpPr>
          <p:nvPr/>
        </p:nvSpPr>
        <p:spPr>
          <a:xfrm>
            <a:off x="137472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data_7793">
            <a:extLst>
              <a:ext uri="{FF2B5EF4-FFF2-40B4-BE49-F238E27FC236}">
                <a16:creationId xmlns:a16="http://schemas.microsoft.com/office/drawing/2014/main" id="{C88A3F82-AB32-49B2-AC26-750A4FB887B3}"/>
              </a:ext>
            </a:extLst>
          </p:cNvPr>
          <p:cNvSpPr>
            <a:spLocks noGrp="1"/>
          </p:cNvSpPr>
          <p:nvPr/>
        </p:nvSpPr>
        <p:spPr>
          <a:xfrm>
            <a:off x="138032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data_7794">
            <a:extLst>
              <a:ext uri="{FF2B5EF4-FFF2-40B4-BE49-F238E27FC236}">
                <a16:creationId xmlns:a16="http://schemas.microsoft.com/office/drawing/2014/main" id="{015818D4-CB5A-4747-8600-D0FDEC6F3FAC}"/>
              </a:ext>
            </a:extLst>
          </p:cNvPr>
          <p:cNvSpPr>
            <a:spLocks noGrp="1"/>
          </p:cNvSpPr>
          <p:nvPr/>
        </p:nvSpPr>
        <p:spPr>
          <a:xfrm>
            <a:off x="13557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data_7795">
            <a:extLst>
              <a:ext uri="{FF2B5EF4-FFF2-40B4-BE49-F238E27FC236}">
                <a16:creationId xmlns:a16="http://schemas.microsoft.com/office/drawing/2014/main" id="{0525CEAB-CD35-4679-8B6E-03D7BB4E07CE}"/>
              </a:ext>
            </a:extLst>
          </p:cNvPr>
          <p:cNvSpPr>
            <a:spLocks noGrp="1"/>
          </p:cNvSpPr>
          <p:nvPr/>
        </p:nvSpPr>
        <p:spPr>
          <a:xfrm>
            <a:off x="12880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data_7796">
            <a:extLst>
              <a:ext uri="{FF2B5EF4-FFF2-40B4-BE49-F238E27FC236}">
                <a16:creationId xmlns:a16="http://schemas.microsoft.com/office/drawing/2014/main" id="{4656E8A6-76DB-49F6-85AC-D01204593D4B}"/>
              </a:ext>
            </a:extLst>
          </p:cNvPr>
          <p:cNvSpPr>
            <a:spLocks noGrp="1"/>
          </p:cNvSpPr>
          <p:nvPr/>
        </p:nvSpPr>
        <p:spPr>
          <a:xfrm>
            <a:off x="1375244" y="63180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data_7797">
            <a:extLst>
              <a:ext uri="{FF2B5EF4-FFF2-40B4-BE49-F238E27FC236}">
                <a16:creationId xmlns:a16="http://schemas.microsoft.com/office/drawing/2014/main" id="{7AC4D553-A73C-411B-AC9C-2802D6B79EEA}"/>
              </a:ext>
            </a:extLst>
          </p:cNvPr>
          <p:cNvSpPr>
            <a:spLocks noGrp="1"/>
          </p:cNvSpPr>
          <p:nvPr/>
        </p:nvSpPr>
        <p:spPr>
          <a:xfrm>
            <a:off x="139244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data_7798">
            <a:extLst>
              <a:ext uri="{FF2B5EF4-FFF2-40B4-BE49-F238E27FC236}">
                <a16:creationId xmlns:a16="http://schemas.microsoft.com/office/drawing/2014/main" id="{7A528BE0-ED09-4CE1-AB41-B195E2FEF2B8}"/>
              </a:ext>
            </a:extLst>
          </p:cNvPr>
          <p:cNvSpPr>
            <a:spLocks noGrp="1"/>
          </p:cNvSpPr>
          <p:nvPr/>
        </p:nvSpPr>
        <p:spPr>
          <a:xfrm>
            <a:off x="13097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data_7799">
            <a:extLst>
              <a:ext uri="{FF2B5EF4-FFF2-40B4-BE49-F238E27FC236}">
                <a16:creationId xmlns:a16="http://schemas.microsoft.com/office/drawing/2014/main" id="{239B1D3B-E549-441F-B13E-3AC47CB883A8}"/>
              </a:ext>
            </a:extLst>
          </p:cNvPr>
          <p:cNvSpPr>
            <a:spLocks noGrp="1"/>
          </p:cNvSpPr>
          <p:nvPr/>
        </p:nvSpPr>
        <p:spPr>
          <a:xfrm>
            <a:off x="12999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data_7800">
            <a:extLst>
              <a:ext uri="{FF2B5EF4-FFF2-40B4-BE49-F238E27FC236}">
                <a16:creationId xmlns:a16="http://schemas.microsoft.com/office/drawing/2014/main" id="{1B6F5AD8-6692-47DC-8D02-ABF32B0CEC0B}"/>
              </a:ext>
            </a:extLst>
          </p:cNvPr>
          <p:cNvSpPr>
            <a:spLocks noGrp="1"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data_7801">
            <a:extLst>
              <a:ext uri="{FF2B5EF4-FFF2-40B4-BE49-F238E27FC236}">
                <a16:creationId xmlns:a16="http://schemas.microsoft.com/office/drawing/2014/main" id="{1498A5B6-846F-43D0-B4FB-A514B08B59B3}"/>
              </a:ext>
            </a:extLst>
          </p:cNvPr>
          <p:cNvSpPr>
            <a:spLocks noGrp="1"/>
          </p:cNvSpPr>
          <p:nvPr/>
        </p:nvSpPr>
        <p:spPr>
          <a:xfrm>
            <a:off x="14086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data_7802">
            <a:extLst>
              <a:ext uri="{FF2B5EF4-FFF2-40B4-BE49-F238E27FC236}">
                <a16:creationId xmlns:a16="http://schemas.microsoft.com/office/drawing/2014/main" id="{AC18B7B8-FEF7-4928-BDD5-C1DF7978ACCE}"/>
              </a:ext>
            </a:extLst>
          </p:cNvPr>
          <p:cNvSpPr>
            <a:spLocks noGrp="1"/>
          </p:cNvSpPr>
          <p:nvPr/>
        </p:nvSpPr>
        <p:spPr>
          <a:xfrm>
            <a:off x="141420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data_7803">
            <a:extLst>
              <a:ext uri="{FF2B5EF4-FFF2-40B4-BE49-F238E27FC236}">
                <a16:creationId xmlns:a16="http://schemas.microsoft.com/office/drawing/2014/main" id="{DEB080AE-63F8-480D-89CE-9F1B28AB0A66}"/>
              </a:ext>
            </a:extLst>
          </p:cNvPr>
          <p:cNvSpPr>
            <a:spLocks noGrp="1"/>
          </p:cNvSpPr>
          <p:nvPr/>
        </p:nvSpPr>
        <p:spPr>
          <a:xfrm>
            <a:off x="1333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data_7804">
            <a:extLst>
              <a:ext uri="{FF2B5EF4-FFF2-40B4-BE49-F238E27FC236}">
                <a16:creationId xmlns:a16="http://schemas.microsoft.com/office/drawing/2014/main" id="{628722BB-0847-4623-A56D-469A6EF79CFF}"/>
              </a:ext>
            </a:extLst>
          </p:cNvPr>
          <p:cNvSpPr>
            <a:spLocks noGrp="1"/>
          </p:cNvSpPr>
          <p:nvPr/>
        </p:nvSpPr>
        <p:spPr>
          <a:xfrm>
            <a:off x="13814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data_7805">
            <a:extLst>
              <a:ext uri="{FF2B5EF4-FFF2-40B4-BE49-F238E27FC236}">
                <a16:creationId xmlns:a16="http://schemas.microsoft.com/office/drawing/2014/main" id="{A744E103-6778-42F0-A2C9-58608702F447}"/>
              </a:ext>
            </a:extLst>
          </p:cNvPr>
          <p:cNvSpPr>
            <a:spLocks noGrp="1"/>
          </p:cNvSpPr>
          <p:nvPr/>
        </p:nvSpPr>
        <p:spPr>
          <a:xfrm>
            <a:off x="13914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data_7806">
            <a:extLst>
              <a:ext uri="{FF2B5EF4-FFF2-40B4-BE49-F238E27FC236}">
                <a16:creationId xmlns:a16="http://schemas.microsoft.com/office/drawing/2014/main" id="{E81EB06F-9DEC-491E-AD1C-A076F35853F9}"/>
              </a:ext>
            </a:extLst>
          </p:cNvPr>
          <p:cNvSpPr>
            <a:spLocks noGrp="1"/>
          </p:cNvSpPr>
          <p:nvPr/>
        </p:nvSpPr>
        <p:spPr>
          <a:xfrm>
            <a:off x="14071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data_7807">
            <a:extLst>
              <a:ext uri="{FF2B5EF4-FFF2-40B4-BE49-F238E27FC236}">
                <a16:creationId xmlns:a16="http://schemas.microsoft.com/office/drawing/2014/main" id="{3E12C5AE-F7F8-4EB6-B2FF-EA0CEBD864BC}"/>
              </a:ext>
            </a:extLst>
          </p:cNvPr>
          <p:cNvSpPr>
            <a:spLocks noGrp="1"/>
          </p:cNvSpPr>
          <p:nvPr/>
        </p:nvSpPr>
        <p:spPr>
          <a:xfrm>
            <a:off x="13933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data_7808">
            <a:extLst>
              <a:ext uri="{FF2B5EF4-FFF2-40B4-BE49-F238E27FC236}">
                <a16:creationId xmlns:a16="http://schemas.microsoft.com/office/drawing/2014/main" id="{B3FB26E4-C86E-4BD7-A1CB-66B8479FC9AA}"/>
              </a:ext>
            </a:extLst>
          </p:cNvPr>
          <p:cNvSpPr>
            <a:spLocks noGrp="1"/>
          </p:cNvSpPr>
          <p:nvPr/>
        </p:nvSpPr>
        <p:spPr>
          <a:xfrm>
            <a:off x="137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data_7809">
            <a:extLst>
              <a:ext uri="{FF2B5EF4-FFF2-40B4-BE49-F238E27FC236}">
                <a16:creationId xmlns:a16="http://schemas.microsoft.com/office/drawing/2014/main" id="{9E77116B-430F-4625-98FD-57F5AB35F0A8}"/>
              </a:ext>
            </a:extLst>
          </p:cNvPr>
          <p:cNvSpPr>
            <a:spLocks noGrp="1"/>
          </p:cNvSpPr>
          <p:nvPr/>
        </p:nvSpPr>
        <p:spPr>
          <a:xfrm>
            <a:off x="12938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data_7810">
            <a:extLst>
              <a:ext uri="{FF2B5EF4-FFF2-40B4-BE49-F238E27FC236}">
                <a16:creationId xmlns:a16="http://schemas.microsoft.com/office/drawing/2014/main" id="{827D4FF0-B21A-45E4-BAA6-6309EB47DF3F}"/>
              </a:ext>
            </a:extLst>
          </p:cNvPr>
          <p:cNvSpPr>
            <a:spLocks noGrp="1"/>
          </p:cNvSpPr>
          <p:nvPr/>
        </p:nvSpPr>
        <p:spPr>
          <a:xfrm>
            <a:off x="1306448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data_7811">
            <a:extLst>
              <a:ext uri="{FF2B5EF4-FFF2-40B4-BE49-F238E27FC236}">
                <a16:creationId xmlns:a16="http://schemas.microsoft.com/office/drawing/2014/main" id="{0DA5047E-C390-4105-B991-DAC9B672FB44}"/>
              </a:ext>
            </a:extLst>
          </p:cNvPr>
          <p:cNvSpPr>
            <a:spLocks noGrp="1"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data_7812">
            <a:extLst>
              <a:ext uri="{FF2B5EF4-FFF2-40B4-BE49-F238E27FC236}">
                <a16:creationId xmlns:a16="http://schemas.microsoft.com/office/drawing/2014/main" id="{FBD7A87B-A0C4-4B3F-B633-77F4A3C57257}"/>
              </a:ext>
            </a:extLst>
          </p:cNvPr>
          <p:cNvSpPr>
            <a:spLocks noGrp="1"/>
          </p:cNvSpPr>
          <p:nvPr/>
        </p:nvSpPr>
        <p:spPr>
          <a:xfrm>
            <a:off x="136182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data_7813">
            <a:extLst>
              <a:ext uri="{FF2B5EF4-FFF2-40B4-BE49-F238E27FC236}">
                <a16:creationId xmlns:a16="http://schemas.microsoft.com/office/drawing/2014/main" id="{57C0314A-36CF-4BD8-ACF3-1A02BD4F3B89}"/>
              </a:ext>
            </a:extLst>
          </p:cNvPr>
          <p:cNvSpPr>
            <a:spLocks noGrp="1"/>
          </p:cNvSpPr>
          <p:nvPr/>
        </p:nvSpPr>
        <p:spPr>
          <a:xfrm>
            <a:off x="13119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data_7814">
            <a:extLst>
              <a:ext uri="{FF2B5EF4-FFF2-40B4-BE49-F238E27FC236}">
                <a16:creationId xmlns:a16="http://schemas.microsoft.com/office/drawing/2014/main" id="{D4E0BA15-8FEC-4A8F-8E64-C0719955E19C}"/>
              </a:ext>
            </a:extLst>
          </p:cNvPr>
          <p:cNvSpPr>
            <a:spLocks noGrp="1"/>
          </p:cNvSpPr>
          <p:nvPr/>
        </p:nvSpPr>
        <p:spPr>
          <a:xfrm>
            <a:off x="1335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data_7815">
            <a:extLst>
              <a:ext uri="{FF2B5EF4-FFF2-40B4-BE49-F238E27FC236}">
                <a16:creationId xmlns:a16="http://schemas.microsoft.com/office/drawing/2014/main" id="{1F64CAB6-5F5C-4142-8B76-02C0B47636EE}"/>
              </a:ext>
            </a:extLst>
          </p:cNvPr>
          <p:cNvSpPr>
            <a:spLocks noGrp="1"/>
          </p:cNvSpPr>
          <p:nvPr/>
        </p:nvSpPr>
        <p:spPr>
          <a:xfrm>
            <a:off x="1289379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data_7816">
            <a:extLst>
              <a:ext uri="{FF2B5EF4-FFF2-40B4-BE49-F238E27FC236}">
                <a16:creationId xmlns:a16="http://schemas.microsoft.com/office/drawing/2014/main" id="{5F76BE79-7BCC-47F8-A36B-F85189F43135}"/>
              </a:ext>
            </a:extLst>
          </p:cNvPr>
          <p:cNvSpPr>
            <a:spLocks noGrp="1"/>
          </p:cNvSpPr>
          <p:nvPr/>
        </p:nvSpPr>
        <p:spPr>
          <a:xfrm>
            <a:off x="1654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data_7817">
            <a:extLst>
              <a:ext uri="{FF2B5EF4-FFF2-40B4-BE49-F238E27FC236}">
                <a16:creationId xmlns:a16="http://schemas.microsoft.com/office/drawing/2014/main" id="{E1E7D698-B7A9-4AA9-B68A-5F93334523F6}"/>
              </a:ext>
            </a:extLst>
          </p:cNvPr>
          <p:cNvSpPr>
            <a:spLocks noGrp="1"/>
          </p:cNvSpPr>
          <p:nvPr/>
        </p:nvSpPr>
        <p:spPr>
          <a:xfrm>
            <a:off x="17379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data_7818">
            <a:extLst>
              <a:ext uri="{FF2B5EF4-FFF2-40B4-BE49-F238E27FC236}">
                <a16:creationId xmlns:a16="http://schemas.microsoft.com/office/drawing/2014/main" id="{5C182176-EE91-45B5-82BC-B43579521E17}"/>
              </a:ext>
            </a:extLst>
          </p:cNvPr>
          <p:cNvSpPr>
            <a:spLocks noGrp="1"/>
          </p:cNvSpPr>
          <p:nvPr/>
        </p:nvSpPr>
        <p:spPr>
          <a:xfrm>
            <a:off x="16272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data_7819">
            <a:extLst>
              <a:ext uri="{FF2B5EF4-FFF2-40B4-BE49-F238E27FC236}">
                <a16:creationId xmlns:a16="http://schemas.microsoft.com/office/drawing/2014/main" id="{D3057209-B8D9-4C0C-9A6F-3E112BEB4D9C}"/>
              </a:ext>
            </a:extLst>
          </p:cNvPr>
          <p:cNvSpPr>
            <a:spLocks noGrp="1"/>
          </p:cNvSpPr>
          <p:nvPr/>
        </p:nvSpPr>
        <p:spPr>
          <a:xfrm>
            <a:off x="17275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data_7820">
            <a:extLst>
              <a:ext uri="{FF2B5EF4-FFF2-40B4-BE49-F238E27FC236}">
                <a16:creationId xmlns:a16="http://schemas.microsoft.com/office/drawing/2014/main" id="{83F4485E-FE1C-46A9-A40A-101AA2726453}"/>
              </a:ext>
            </a:extLst>
          </p:cNvPr>
          <p:cNvSpPr>
            <a:spLocks noGrp="1"/>
          </p:cNvSpPr>
          <p:nvPr/>
        </p:nvSpPr>
        <p:spPr>
          <a:xfrm>
            <a:off x="1675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data_7821">
            <a:extLst>
              <a:ext uri="{FF2B5EF4-FFF2-40B4-BE49-F238E27FC236}">
                <a16:creationId xmlns:a16="http://schemas.microsoft.com/office/drawing/2014/main" id="{2767CFFC-B749-45CF-8946-130DECDA80B2}"/>
              </a:ext>
            </a:extLst>
          </p:cNvPr>
          <p:cNvSpPr>
            <a:spLocks noGrp="1"/>
          </p:cNvSpPr>
          <p:nvPr/>
        </p:nvSpPr>
        <p:spPr>
          <a:xfrm>
            <a:off x="17472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data_7822">
            <a:extLst>
              <a:ext uri="{FF2B5EF4-FFF2-40B4-BE49-F238E27FC236}">
                <a16:creationId xmlns:a16="http://schemas.microsoft.com/office/drawing/2014/main" id="{A40E4DE9-F392-4297-950B-A165787B69BE}"/>
              </a:ext>
            </a:extLst>
          </p:cNvPr>
          <p:cNvSpPr>
            <a:spLocks noGrp="1"/>
          </p:cNvSpPr>
          <p:nvPr/>
        </p:nvSpPr>
        <p:spPr>
          <a:xfrm>
            <a:off x="1654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data_7823">
            <a:extLst>
              <a:ext uri="{FF2B5EF4-FFF2-40B4-BE49-F238E27FC236}">
                <a16:creationId xmlns:a16="http://schemas.microsoft.com/office/drawing/2014/main" id="{102AFE56-6A4E-4ED4-AA35-8C3B06941130}"/>
              </a:ext>
            </a:extLst>
          </p:cNvPr>
          <p:cNvSpPr>
            <a:spLocks noGrp="1"/>
          </p:cNvSpPr>
          <p:nvPr/>
        </p:nvSpPr>
        <p:spPr>
          <a:xfrm>
            <a:off x="1718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data_7824">
            <a:extLst>
              <a:ext uri="{FF2B5EF4-FFF2-40B4-BE49-F238E27FC236}">
                <a16:creationId xmlns:a16="http://schemas.microsoft.com/office/drawing/2014/main" id="{05F3AB48-242A-432A-9D51-EC07E2F319EE}"/>
              </a:ext>
            </a:extLst>
          </p:cNvPr>
          <p:cNvSpPr>
            <a:spLocks noGrp="1"/>
          </p:cNvSpPr>
          <p:nvPr/>
        </p:nvSpPr>
        <p:spPr>
          <a:xfrm>
            <a:off x="1631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data_7825">
            <a:extLst>
              <a:ext uri="{FF2B5EF4-FFF2-40B4-BE49-F238E27FC236}">
                <a16:creationId xmlns:a16="http://schemas.microsoft.com/office/drawing/2014/main" id="{E70F7701-E866-4DBB-9750-F2499D28A4E5}"/>
              </a:ext>
            </a:extLst>
          </p:cNvPr>
          <p:cNvSpPr>
            <a:spLocks noGrp="1"/>
          </p:cNvSpPr>
          <p:nvPr/>
        </p:nvSpPr>
        <p:spPr>
          <a:xfrm>
            <a:off x="165955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data_7826">
            <a:extLst>
              <a:ext uri="{FF2B5EF4-FFF2-40B4-BE49-F238E27FC236}">
                <a16:creationId xmlns:a16="http://schemas.microsoft.com/office/drawing/2014/main" id="{DA2CFEE5-D9CC-47FE-A721-8C0330B38EAD}"/>
              </a:ext>
            </a:extLst>
          </p:cNvPr>
          <p:cNvSpPr>
            <a:spLocks noGrp="1"/>
          </p:cNvSpPr>
          <p:nvPr/>
        </p:nvSpPr>
        <p:spPr>
          <a:xfrm>
            <a:off x="16315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data_7827">
            <a:extLst>
              <a:ext uri="{FF2B5EF4-FFF2-40B4-BE49-F238E27FC236}">
                <a16:creationId xmlns:a16="http://schemas.microsoft.com/office/drawing/2014/main" id="{4303016F-2999-4CE8-848B-3EF17830F2B4}"/>
              </a:ext>
            </a:extLst>
          </p:cNvPr>
          <p:cNvSpPr>
            <a:spLocks noGrp="1"/>
          </p:cNvSpPr>
          <p:nvPr/>
        </p:nvSpPr>
        <p:spPr>
          <a:xfrm>
            <a:off x="17051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data_7828">
            <a:extLst>
              <a:ext uri="{FF2B5EF4-FFF2-40B4-BE49-F238E27FC236}">
                <a16:creationId xmlns:a16="http://schemas.microsoft.com/office/drawing/2014/main" id="{0DE71A22-C989-430E-966F-B72B7C170A46}"/>
              </a:ext>
            </a:extLst>
          </p:cNvPr>
          <p:cNvSpPr>
            <a:spLocks noGrp="1"/>
          </p:cNvSpPr>
          <p:nvPr/>
        </p:nvSpPr>
        <p:spPr>
          <a:xfrm>
            <a:off x="1649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data_7829">
            <a:extLst>
              <a:ext uri="{FF2B5EF4-FFF2-40B4-BE49-F238E27FC236}">
                <a16:creationId xmlns:a16="http://schemas.microsoft.com/office/drawing/2014/main" id="{368C9F93-B37C-4E30-A000-D57BAF0B187D}"/>
              </a:ext>
            </a:extLst>
          </p:cNvPr>
          <p:cNvSpPr>
            <a:spLocks noGrp="1"/>
          </p:cNvSpPr>
          <p:nvPr/>
        </p:nvSpPr>
        <p:spPr>
          <a:xfrm>
            <a:off x="16882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data_7830">
            <a:extLst>
              <a:ext uri="{FF2B5EF4-FFF2-40B4-BE49-F238E27FC236}">
                <a16:creationId xmlns:a16="http://schemas.microsoft.com/office/drawing/2014/main" id="{EE9CF476-65FA-4B56-906D-AC48D30EF8E0}"/>
              </a:ext>
            </a:extLst>
          </p:cNvPr>
          <p:cNvSpPr>
            <a:spLocks noGrp="1"/>
          </p:cNvSpPr>
          <p:nvPr/>
        </p:nvSpPr>
        <p:spPr>
          <a:xfrm>
            <a:off x="16744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data_7831">
            <a:extLst>
              <a:ext uri="{FF2B5EF4-FFF2-40B4-BE49-F238E27FC236}">
                <a16:creationId xmlns:a16="http://schemas.microsoft.com/office/drawing/2014/main" id="{CF542B5F-4657-4BBD-B767-3D46C0500A35}"/>
              </a:ext>
            </a:extLst>
          </p:cNvPr>
          <p:cNvSpPr>
            <a:spLocks noGrp="1"/>
          </p:cNvSpPr>
          <p:nvPr/>
        </p:nvSpPr>
        <p:spPr>
          <a:xfrm>
            <a:off x="166151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data_7832">
            <a:extLst>
              <a:ext uri="{FF2B5EF4-FFF2-40B4-BE49-F238E27FC236}">
                <a16:creationId xmlns:a16="http://schemas.microsoft.com/office/drawing/2014/main" id="{8B321A09-05F8-46A0-9F7E-8FFA60AB8409}"/>
              </a:ext>
            </a:extLst>
          </p:cNvPr>
          <p:cNvSpPr>
            <a:spLocks noGrp="1"/>
          </p:cNvSpPr>
          <p:nvPr/>
        </p:nvSpPr>
        <p:spPr>
          <a:xfrm>
            <a:off x="163115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data_7833">
            <a:extLst>
              <a:ext uri="{FF2B5EF4-FFF2-40B4-BE49-F238E27FC236}">
                <a16:creationId xmlns:a16="http://schemas.microsoft.com/office/drawing/2014/main" id="{52D00114-FF4F-4DA7-BBE7-80BD032485E5}"/>
              </a:ext>
            </a:extLst>
          </p:cNvPr>
          <p:cNvSpPr>
            <a:spLocks noGrp="1"/>
          </p:cNvSpPr>
          <p:nvPr/>
        </p:nvSpPr>
        <p:spPr>
          <a:xfrm>
            <a:off x="17481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data_7834">
            <a:extLst>
              <a:ext uri="{FF2B5EF4-FFF2-40B4-BE49-F238E27FC236}">
                <a16:creationId xmlns:a16="http://schemas.microsoft.com/office/drawing/2014/main" id="{205390A1-CEC1-4DE1-8337-FF1693F8D141}"/>
              </a:ext>
            </a:extLst>
          </p:cNvPr>
          <p:cNvSpPr>
            <a:spLocks noGrp="1"/>
          </p:cNvSpPr>
          <p:nvPr/>
        </p:nvSpPr>
        <p:spPr>
          <a:xfrm>
            <a:off x="1632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data_7835">
            <a:extLst>
              <a:ext uri="{FF2B5EF4-FFF2-40B4-BE49-F238E27FC236}">
                <a16:creationId xmlns:a16="http://schemas.microsoft.com/office/drawing/2014/main" id="{257F9CFC-5BBB-41ED-A316-391576262ACC}"/>
              </a:ext>
            </a:extLst>
          </p:cNvPr>
          <p:cNvSpPr>
            <a:spLocks noGrp="1"/>
          </p:cNvSpPr>
          <p:nvPr/>
        </p:nvSpPr>
        <p:spPr>
          <a:xfrm>
            <a:off x="17385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data_7836">
            <a:extLst>
              <a:ext uri="{FF2B5EF4-FFF2-40B4-BE49-F238E27FC236}">
                <a16:creationId xmlns:a16="http://schemas.microsoft.com/office/drawing/2014/main" id="{8860A354-B890-4930-8353-BACAF7FD755A}"/>
              </a:ext>
            </a:extLst>
          </p:cNvPr>
          <p:cNvSpPr>
            <a:spLocks noGrp="1"/>
          </p:cNvSpPr>
          <p:nvPr/>
        </p:nvSpPr>
        <p:spPr>
          <a:xfrm>
            <a:off x="16763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data_7837">
            <a:extLst>
              <a:ext uri="{FF2B5EF4-FFF2-40B4-BE49-F238E27FC236}">
                <a16:creationId xmlns:a16="http://schemas.microsoft.com/office/drawing/2014/main" id="{0C1FF2D4-7DBD-4F7D-A1E5-D142747BC862}"/>
              </a:ext>
            </a:extLst>
          </p:cNvPr>
          <p:cNvSpPr>
            <a:spLocks noGrp="1"/>
          </p:cNvSpPr>
          <p:nvPr/>
        </p:nvSpPr>
        <p:spPr>
          <a:xfrm>
            <a:off x="175350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data_7838">
            <a:extLst>
              <a:ext uri="{FF2B5EF4-FFF2-40B4-BE49-F238E27FC236}">
                <a16:creationId xmlns:a16="http://schemas.microsoft.com/office/drawing/2014/main" id="{CB472E03-B368-4E93-8B62-3280094267AB}"/>
              </a:ext>
            </a:extLst>
          </p:cNvPr>
          <p:cNvSpPr>
            <a:spLocks noGrp="1"/>
          </p:cNvSpPr>
          <p:nvPr/>
        </p:nvSpPr>
        <p:spPr>
          <a:xfrm>
            <a:off x="17127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data_7839">
            <a:extLst>
              <a:ext uri="{FF2B5EF4-FFF2-40B4-BE49-F238E27FC236}">
                <a16:creationId xmlns:a16="http://schemas.microsoft.com/office/drawing/2014/main" id="{386EE923-B22B-4EE5-84B7-002E17002283}"/>
              </a:ext>
            </a:extLst>
          </p:cNvPr>
          <p:cNvSpPr>
            <a:spLocks noGrp="1"/>
          </p:cNvSpPr>
          <p:nvPr/>
        </p:nvSpPr>
        <p:spPr>
          <a:xfrm>
            <a:off x="172157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data_7840">
            <a:extLst>
              <a:ext uri="{FF2B5EF4-FFF2-40B4-BE49-F238E27FC236}">
                <a16:creationId xmlns:a16="http://schemas.microsoft.com/office/drawing/2014/main" id="{F20B24F1-869F-45FD-B5D9-BBC640746C55}"/>
              </a:ext>
            </a:extLst>
          </p:cNvPr>
          <p:cNvSpPr>
            <a:spLocks noGrp="1"/>
          </p:cNvSpPr>
          <p:nvPr/>
        </p:nvSpPr>
        <p:spPr>
          <a:xfrm>
            <a:off x="1664379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data_7841">
            <a:extLst>
              <a:ext uri="{FF2B5EF4-FFF2-40B4-BE49-F238E27FC236}">
                <a16:creationId xmlns:a16="http://schemas.microsoft.com/office/drawing/2014/main" id="{A1A7B2E3-B347-4273-8EE3-130BF52E2637}"/>
              </a:ext>
            </a:extLst>
          </p:cNvPr>
          <p:cNvSpPr>
            <a:spLocks noGrp="1"/>
          </p:cNvSpPr>
          <p:nvPr/>
        </p:nvSpPr>
        <p:spPr>
          <a:xfrm>
            <a:off x="174620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data_7842">
            <a:extLst>
              <a:ext uri="{FF2B5EF4-FFF2-40B4-BE49-F238E27FC236}">
                <a16:creationId xmlns:a16="http://schemas.microsoft.com/office/drawing/2014/main" id="{D60DD8B8-40B8-495B-AE7F-765697F830CA}"/>
              </a:ext>
            </a:extLst>
          </p:cNvPr>
          <p:cNvSpPr>
            <a:spLocks noGrp="1"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data_7843">
            <a:extLst>
              <a:ext uri="{FF2B5EF4-FFF2-40B4-BE49-F238E27FC236}">
                <a16:creationId xmlns:a16="http://schemas.microsoft.com/office/drawing/2014/main" id="{F8676E95-5056-4D44-BBC9-607CF9658EC1}"/>
              </a:ext>
            </a:extLst>
          </p:cNvPr>
          <p:cNvSpPr>
            <a:spLocks noGrp="1"/>
          </p:cNvSpPr>
          <p:nvPr/>
        </p:nvSpPr>
        <p:spPr>
          <a:xfrm>
            <a:off x="16474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data_7844">
            <a:extLst>
              <a:ext uri="{FF2B5EF4-FFF2-40B4-BE49-F238E27FC236}">
                <a16:creationId xmlns:a16="http://schemas.microsoft.com/office/drawing/2014/main" id="{B5DA4D10-3C56-4150-BB46-29881C5CF682}"/>
              </a:ext>
            </a:extLst>
          </p:cNvPr>
          <p:cNvSpPr>
            <a:spLocks noGrp="1"/>
          </p:cNvSpPr>
          <p:nvPr/>
        </p:nvSpPr>
        <p:spPr>
          <a:xfrm>
            <a:off x="171962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data_7845">
            <a:extLst>
              <a:ext uri="{FF2B5EF4-FFF2-40B4-BE49-F238E27FC236}">
                <a16:creationId xmlns:a16="http://schemas.microsoft.com/office/drawing/2014/main" id="{D1A04A02-1B54-460C-B819-CFEC0C2772F4}"/>
              </a:ext>
            </a:extLst>
          </p:cNvPr>
          <p:cNvSpPr>
            <a:spLocks noGrp="1"/>
          </p:cNvSpPr>
          <p:nvPr/>
        </p:nvSpPr>
        <p:spPr>
          <a:xfrm>
            <a:off x="16540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data_7846">
            <a:extLst>
              <a:ext uri="{FF2B5EF4-FFF2-40B4-BE49-F238E27FC236}">
                <a16:creationId xmlns:a16="http://schemas.microsoft.com/office/drawing/2014/main" id="{12E82B8D-0F25-4294-8AC7-C30B093198CE}"/>
              </a:ext>
            </a:extLst>
          </p:cNvPr>
          <p:cNvSpPr>
            <a:spLocks noGrp="1"/>
          </p:cNvSpPr>
          <p:nvPr/>
        </p:nvSpPr>
        <p:spPr>
          <a:xfrm>
            <a:off x="166424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data_7847">
            <a:extLst>
              <a:ext uri="{FF2B5EF4-FFF2-40B4-BE49-F238E27FC236}">
                <a16:creationId xmlns:a16="http://schemas.microsoft.com/office/drawing/2014/main" id="{DA05086A-2294-4CD5-8B0B-C6A3BD27DB53}"/>
              </a:ext>
            </a:extLst>
          </p:cNvPr>
          <p:cNvSpPr>
            <a:spLocks noGrp="1"/>
          </p:cNvSpPr>
          <p:nvPr/>
        </p:nvSpPr>
        <p:spPr>
          <a:xfrm>
            <a:off x="17451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data_7848">
            <a:extLst>
              <a:ext uri="{FF2B5EF4-FFF2-40B4-BE49-F238E27FC236}">
                <a16:creationId xmlns:a16="http://schemas.microsoft.com/office/drawing/2014/main" id="{C1A87373-9789-4959-88B5-052DC4B281B5}"/>
              </a:ext>
            </a:extLst>
          </p:cNvPr>
          <p:cNvSpPr>
            <a:spLocks noGrp="1"/>
          </p:cNvSpPr>
          <p:nvPr/>
        </p:nvSpPr>
        <p:spPr>
          <a:xfrm>
            <a:off x="1666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data_7849">
            <a:extLst>
              <a:ext uri="{FF2B5EF4-FFF2-40B4-BE49-F238E27FC236}">
                <a16:creationId xmlns:a16="http://schemas.microsoft.com/office/drawing/2014/main" id="{2F374957-853E-4A01-8BA1-F9545E373B82}"/>
              </a:ext>
            </a:extLst>
          </p:cNvPr>
          <p:cNvSpPr>
            <a:spLocks noGrp="1"/>
          </p:cNvSpPr>
          <p:nvPr/>
        </p:nvSpPr>
        <p:spPr>
          <a:xfrm>
            <a:off x="1737866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data_7850">
            <a:extLst>
              <a:ext uri="{FF2B5EF4-FFF2-40B4-BE49-F238E27FC236}">
                <a16:creationId xmlns:a16="http://schemas.microsoft.com/office/drawing/2014/main" id="{98904247-5FC4-4AFD-9BE1-5FE86D8DB69A}"/>
              </a:ext>
            </a:extLst>
          </p:cNvPr>
          <p:cNvSpPr>
            <a:spLocks noGrp="1"/>
          </p:cNvSpPr>
          <p:nvPr/>
        </p:nvSpPr>
        <p:spPr>
          <a:xfrm>
            <a:off x="173890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data_7851">
            <a:extLst>
              <a:ext uri="{FF2B5EF4-FFF2-40B4-BE49-F238E27FC236}">
                <a16:creationId xmlns:a16="http://schemas.microsoft.com/office/drawing/2014/main" id="{9F1EA8BE-DDAB-4EBF-A2B8-3CDBB8E05F1A}"/>
              </a:ext>
            </a:extLst>
          </p:cNvPr>
          <p:cNvSpPr>
            <a:spLocks noGrp="1"/>
          </p:cNvSpPr>
          <p:nvPr/>
        </p:nvSpPr>
        <p:spPr>
          <a:xfrm>
            <a:off x="174229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data_7852">
            <a:extLst>
              <a:ext uri="{FF2B5EF4-FFF2-40B4-BE49-F238E27FC236}">
                <a16:creationId xmlns:a16="http://schemas.microsoft.com/office/drawing/2014/main" id="{50A1CC08-71C1-414D-8811-4BEAA07371F0}"/>
              </a:ext>
            </a:extLst>
          </p:cNvPr>
          <p:cNvSpPr>
            <a:spLocks noGrp="1"/>
          </p:cNvSpPr>
          <p:nvPr/>
        </p:nvSpPr>
        <p:spPr>
          <a:xfrm>
            <a:off x="1667376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data_7853">
            <a:extLst>
              <a:ext uri="{FF2B5EF4-FFF2-40B4-BE49-F238E27FC236}">
                <a16:creationId xmlns:a16="http://schemas.microsoft.com/office/drawing/2014/main" id="{C6993D4E-5791-475A-8D38-9A158F6AEEB9}"/>
              </a:ext>
            </a:extLst>
          </p:cNvPr>
          <p:cNvSpPr>
            <a:spLocks noGrp="1"/>
          </p:cNvSpPr>
          <p:nvPr/>
        </p:nvSpPr>
        <p:spPr>
          <a:xfrm>
            <a:off x="16477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data_7854">
            <a:extLst>
              <a:ext uri="{FF2B5EF4-FFF2-40B4-BE49-F238E27FC236}">
                <a16:creationId xmlns:a16="http://schemas.microsoft.com/office/drawing/2014/main" id="{CF90D536-78A8-4CA5-9FFE-CF896500C581}"/>
              </a:ext>
            </a:extLst>
          </p:cNvPr>
          <p:cNvSpPr>
            <a:spLocks noGrp="1"/>
          </p:cNvSpPr>
          <p:nvPr/>
        </p:nvSpPr>
        <p:spPr>
          <a:xfrm>
            <a:off x="17235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data_7855">
            <a:extLst>
              <a:ext uri="{FF2B5EF4-FFF2-40B4-BE49-F238E27FC236}">
                <a16:creationId xmlns:a16="http://schemas.microsoft.com/office/drawing/2014/main" id="{74E78B66-97B9-4A8B-B5ED-E2FC1C07B4F9}"/>
              </a:ext>
            </a:extLst>
          </p:cNvPr>
          <p:cNvSpPr>
            <a:spLocks noGrp="1"/>
          </p:cNvSpPr>
          <p:nvPr/>
        </p:nvSpPr>
        <p:spPr>
          <a:xfrm>
            <a:off x="16415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data_7856">
            <a:extLst>
              <a:ext uri="{FF2B5EF4-FFF2-40B4-BE49-F238E27FC236}">
                <a16:creationId xmlns:a16="http://schemas.microsoft.com/office/drawing/2014/main" id="{7EEC618F-2EAC-47F1-865C-6D5D965FA268}"/>
              </a:ext>
            </a:extLst>
          </p:cNvPr>
          <p:cNvSpPr>
            <a:spLocks noGrp="1"/>
          </p:cNvSpPr>
          <p:nvPr/>
        </p:nvSpPr>
        <p:spPr>
          <a:xfrm>
            <a:off x="1649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data_7857">
            <a:extLst>
              <a:ext uri="{FF2B5EF4-FFF2-40B4-BE49-F238E27FC236}">
                <a16:creationId xmlns:a16="http://schemas.microsoft.com/office/drawing/2014/main" id="{B5D9D1AF-6ADA-4731-9CA4-7B0D8CDC0555}"/>
              </a:ext>
            </a:extLst>
          </p:cNvPr>
          <p:cNvSpPr>
            <a:spLocks noGrp="1"/>
          </p:cNvSpPr>
          <p:nvPr/>
        </p:nvSpPr>
        <p:spPr>
          <a:xfrm>
            <a:off x="17267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data_7858">
            <a:extLst>
              <a:ext uri="{FF2B5EF4-FFF2-40B4-BE49-F238E27FC236}">
                <a16:creationId xmlns:a16="http://schemas.microsoft.com/office/drawing/2014/main" id="{247242F8-ADB9-4254-9876-C12F341D17D8}"/>
              </a:ext>
            </a:extLst>
          </p:cNvPr>
          <p:cNvSpPr>
            <a:spLocks noGrp="1"/>
          </p:cNvSpPr>
          <p:nvPr/>
        </p:nvSpPr>
        <p:spPr>
          <a:xfrm>
            <a:off x="16427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data_7859">
            <a:extLst>
              <a:ext uri="{FF2B5EF4-FFF2-40B4-BE49-F238E27FC236}">
                <a16:creationId xmlns:a16="http://schemas.microsoft.com/office/drawing/2014/main" id="{52BA8D26-7CB1-496E-8262-F4C4FF778134}"/>
              </a:ext>
            </a:extLst>
          </p:cNvPr>
          <p:cNvSpPr>
            <a:spLocks noGrp="1"/>
          </p:cNvSpPr>
          <p:nvPr/>
        </p:nvSpPr>
        <p:spPr>
          <a:xfrm>
            <a:off x="1751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data_7860">
            <a:extLst>
              <a:ext uri="{FF2B5EF4-FFF2-40B4-BE49-F238E27FC236}">
                <a16:creationId xmlns:a16="http://schemas.microsoft.com/office/drawing/2014/main" id="{7A84B873-0FC0-42D9-AAA4-7D8D7B0C0164}"/>
              </a:ext>
            </a:extLst>
          </p:cNvPr>
          <p:cNvSpPr>
            <a:spLocks noGrp="1"/>
          </p:cNvSpPr>
          <p:nvPr/>
        </p:nvSpPr>
        <p:spPr>
          <a:xfrm>
            <a:off x="1731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data_7861">
            <a:extLst>
              <a:ext uri="{FF2B5EF4-FFF2-40B4-BE49-F238E27FC236}">
                <a16:creationId xmlns:a16="http://schemas.microsoft.com/office/drawing/2014/main" id="{721A1EA7-B4DA-4B84-AFF0-F995C9B57538}"/>
              </a:ext>
            </a:extLst>
          </p:cNvPr>
          <p:cNvSpPr>
            <a:spLocks noGrp="1"/>
          </p:cNvSpPr>
          <p:nvPr/>
        </p:nvSpPr>
        <p:spPr>
          <a:xfrm>
            <a:off x="1684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data_7862">
            <a:extLst>
              <a:ext uri="{FF2B5EF4-FFF2-40B4-BE49-F238E27FC236}">
                <a16:creationId xmlns:a16="http://schemas.microsoft.com/office/drawing/2014/main" id="{67C4649C-4FCC-4885-921A-B957026C9D5A}"/>
              </a:ext>
            </a:extLst>
          </p:cNvPr>
          <p:cNvSpPr>
            <a:spLocks noGrp="1"/>
          </p:cNvSpPr>
          <p:nvPr/>
        </p:nvSpPr>
        <p:spPr>
          <a:xfrm>
            <a:off x="16626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data_7863">
            <a:extLst>
              <a:ext uri="{FF2B5EF4-FFF2-40B4-BE49-F238E27FC236}">
                <a16:creationId xmlns:a16="http://schemas.microsoft.com/office/drawing/2014/main" id="{471209F3-B614-4E35-A191-268578FBC48E}"/>
              </a:ext>
            </a:extLst>
          </p:cNvPr>
          <p:cNvSpPr>
            <a:spLocks noGrp="1"/>
          </p:cNvSpPr>
          <p:nvPr/>
        </p:nvSpPr>
        <p:spPr>
          <a:xfrm>
            <a:off x="1755456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data_7864">
            <a:extLst>
              <a:ext uri="{FF2B5EF4-FFF2-40B4-BE49-F238E27FC236}">
                <a16:creationId xmlns:a16="http://schemas.microsoft.com/office/drawing/2014/main" id="{98995D85-77DD-4FD0-8A14-22B5EC8173B3}"/>
              </a:ext>
            </a:extLst>
          </p:cNvPr>
          <p:cNvSpPr>
            <a:spLocks noGrp="1"/>
          </p:cNvSpPr>
          <p:nvPr/>
        </p:nvSpPr>
        <p:spPr>
          <a:xfrm>
            <a:off x="17081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data_7865">
            <a:extLst>
              <a:ext uri="{FF2B5EF4-FFF2-40B4-BE49-F238E27FC236}">
                <a16:creationId xmlns:a16="http://schemas.microsoft.com/office/drawing/2014/main" id="{3D8C0CA6-58EF-4429-8861-007219FF4DFC}"/>
              </a:ext>
            </a:extLst>
          </p:cNvPr>
          <p:cNvSpPr>
            <a:spLocks noGrp="1"/>
          </p:cNvSpPr>
          <p:nvPr/>
        </p:nvSpPr>
        <p:spPr>
          <a:xfrm>
            <a:off x="1737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data_7866">
            <a:extLst>
              <a:ext uri="{FF2B5EF4-FFF2-40B4-BE49-F238E27FC236}">
                <a16:creationId xmlns:a16="http://schemas.microsoft.com/office/drawing/2014/main" id="{2EEB271E-3C55-4B6D-9283-330DBAD0BFDB}"/>
              </a:ext>
            </a:extLst>
          </p:cNvPr>
          <p:cNvSpPr>
            <a:spLocks noGrp="1"/>
          </p:cNvSpPr>
          <p:nvPr/>
        </p:nvSpPr>
        <p:spPr>
          <a:xfrm>
            <a:off x="16465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data_7867">
            <a:extLst>
              <a:ext uri="{FF2B5EF4-FFF2-40B4-BE49-F238E27FC236}">
                <a16:creationId xmlns:a16="http://schemas.microsoft.com/office/drawing/2014/main" id="{18D21716-52C8-41B9-90DA-1D6F310E4248}"/>
              </a:ext>
            </a:extLst>
          </p:cNvPr>
          <p:cNvSpPr>
            <a:spLocks noGrp="1"/>
          </p:cNvSpPr>
          <p:nvPr/>
        </p:nvSpPr>
        <p:spPr>
          <a:xfrm>
            <a:off x="1683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data_7868">
            <a:extLst>
              <a:ext uri="{FF2B5EF4-FFF2-40B4-BE49-F238E27FC236}">
                <a16:creationId xmlns:a16="http://schemas.microsoft.com/office/drawing/2014/main" id="{47193630-408B-43EA-9A34-43CBE09FF95F}"/>
              </a:ext>
            </a:extLst>
          </p:cNvPr>
          <p:cNvSpPr>
            <a:spLocks noGrp="1"/>
          </p:cNvSpPr>
          <p:nvPr/>
        </p:nvSpPr>
        <p:spPr>
          <a:xfrm>
            <a:off x="17297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data_7869">
            <a:extLst>
              <a:ext uri="{FF2B5EF4-FFF2-40B4-BE49-F238E27FC236}">
                <a16:creationId xmlns:a16="http://schemas.microsoft.com/office/drawing/2014/main" id="{D909E8E5-265A-45A1-A3BC-31E8B9E077B9}"/>
              </a:ext>
            </a:extLst>
          </p:cNvPr>
          <p:cNvSpPr>
            <a:spLocks noGrp="1"/>
          </p:cNvSpPr>
          <p:nvPr/>
        </p:nvSpPr>
        <p:spPr>
          <a:xfrm>
            <a:off x="1710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data_7870">
            <a:extLst>
              <a:ext uri="{FF2B5EF4-FFF2-40B4-BE49-F238E27FC236}">
                <a16:creationId xmlns:a16="http://schemas.microsoft.com/office/drawing/2014/main" id="{B85D05CC-7B30-4161-B4CB-38B836297EAF}"/>
              </a:ext>
            </a:extLst>
          </p:cNvPr>
          <p:cNvSpPr>
            <a:spLocks noGrp="1"/>
          </p:cNvSpPr>
          <p:nvPr/>
        </p:nvSpPr>
        <p:spPr>
          <a:xfrm>
            <a:off x="1749072" y="55708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data_7871">
            <a:extLst>
              <a:ext uri="{FF2B5EF4-FFF2-40B4-BE49-F238E27FC236}">
                <a16:creationId xmlns:a16="http://schemas.microsoft.com/office/drawing/2014/main" id="{B0B55472-D8A8-49E8-925A-109BF32FC9C3}"/>
              </a:ext>
            </a:extLst>
          </p:cNvPr>
          <p:cNvSpPr>
            <a:spLocks noGrp="1"/>
          </p:cNvSpPr>
          <p:nvPr/>
        </p:nvSpPr>
        <p:spPr>
          <a:xfrm>
            <a:off x="16281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data_7872">
            <a:extLst>
              <a:ext uri="{FF2B5EF4-FFF2-40B4-BE49-F238E27FC236}">
                <a16:creationId xmlns:a16="http://schemas.microsoft.com/office/drawing/2014/main" id="{F6E4106A-0811-410F-AE9E-EF5246D42964}"/>
              </a:ext>
            </a:extLst>
          </p:cNvPr>
          <p:cNvSpPr>
            <a:spLocks noGrp="1"/>
          </p:cNvSpPr>
          <p:nvPr/>
        </p:nvSpPr>
        <p:spPr>
          <a:xfrm>
            <a:off x="168183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data_7873">
            <a:extLst>
              <a:ext uri="{FF2B5EF4-FFF2-40B4-BE49-F238E27FC236}">
                <a16:creationId xmlns:a16="http://schemas.microsoft.com/office/drawing/2014/main" id="{B5DB7402-0CD8-4C9C-853B-400A61878C50}"/>
              </a:ext>
            </a:extLst>
          </p:cNvPr>
          <p:cNvSpPr>
            <a:spLocks noGrp="1"/>
          </p:cNvSpPr>
          <p:nvPr/>
        </p:nvSpPr>
        <p:spPr>
          <a:xfrm>
            <a:off x="17062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data_7874">
            <a:extLst>
              <a:ext uri="{FF2B5EF4-FFF2-40B4-BE49-F238E27FC236}">
                <a16:creationId xmlns:a16="http://schemas.microsoft.com/office/drawing/2014/main" id="{47F4332C-7F1E-431F-80B3-1859D6149951}"/>
              </a:ext>
            </a:extLst>
          </p:cNvPr>
          <p:cNvSpPr>
            <a:spLocks noGrp="1"/>
          </p:cNvSpPr>
          <p:nvPr/>
        </p:nvSpPr>
        <p:spPr>
          <a:xfrm>
            <a:off x="16656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data_7875">
            <a:extLst>
              <a:ext uri="{FF2B5EF4-FFF2-40B4-BE49-F238E27FC236}">
                <a16:creationId xmlns:a16="http://schemas.microsoft.com/office/drawing/2014/main" id="{4C60237F-3916-4A39-B65F-4E86168B6234}"/>
              </a:ext>
            </a:extLst>
          </p:cNvPr>
          <p:cNvSpPr>
            <a:spLocks noGrp="1"/>
          </p:cNvSpPr>
          <p:nvPr/>
        </p:nvSpPr>
        <p:spPr>
          <a:xfrm>
            <a:off x="16948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data_7876">
            <a:extLst>
              <a:ext uri="{FF2B5EF4-FFF2-40B4-BE49-F238E27FC236}">
                <a16:creationId xmlns:a16="http://schemas.microsoft.com/office/drawing/2014/main" id="{D83D9667-9683-4D36-AE21-7F63BF149EAE}"/>
              </a:ext>
            </a:extLst>
          </p:cNvPr>
          <p:cNvSpPr>
            <a:spLocks noGrp="1"/>
          </p:cNvSpPr>
          <p:nvPr/>
        </p:nvSpPr>
        <p:spPr>
          <a:xfrm>
            <a:off x="167845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data_7877">
            <a:extLst>
              <a:ext uri="{FF2B5EF4-FFF2-40B4-BE49-F238E27FC236}">
                <a16:creationId xmlns:a16="http://schemas.microsoft.com/office/drawing/2014/main" id="{C5895B18-CDFC-4869-A34A-E9923851F115}"/>
              </a:ext>
            </a:extLst>
          </p:cNvPr>
          <p:cNvSpPr>
            <a:spLocks noGrp="1"/>
          </p:cNvSpPr>
          <p:nvPr/>
        </p:nvSpPr>
        <p:spPr>
          <a:xfrm>
            <a:off x="173473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data_7878">
            <a:extLst>
              <a:ext uri="{FF2B5EF4-FFF2-40B4-BE49-F238E27FC236}">
                <a16:creationId xmlns:a16="http://schemas.microsoft.com/office/drawing/2014/main" id="{119302AA-FF99-4EF0-8D45-A18ED8A48123}"/>
              </a:ext>
            </a:extLst>
          </p:cNvPr>
          <p:cNvSpPr>
            <a:spLocks noGrp="1"/>
          </p:cNvSpPr>
          <p:nvPr/>
        </p:nvSpPr>
        <p:spPr>
          <a:xfrm>
            <a:off x="1642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data_7879">
            <a:extLst>
              <a:ext uri="{FF2B5EF4-FFF2-40B4-BE49-F238E27FC236}">
                <a16:creationId xmlns:a16="http://schemas.microsoft.com/office/drawing/2014/main" id="{CC42C511-7C0D-4C14-B385-7247BCBAAE66}"/>
              </a:ext>
            </a:extLst>
          </p:cNvPr>
          <p:cNvSpPr>
            <a:spLocks noGrp="1"/>
          </p:cNvSpPr>
          <p:nvPr/>
        </p:nvSpPr>
        <p:spPr>
          <a:xfrm>
            <a:off x="16484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data_7880">
            <a:extLst>
              <a:ext uri="{FF2B5EF4-FFF2-40B4-BE49-F238E27FC236}">
                <a16:creationId xmlns:a16="http://schemas.microsoft.com/office/drawing/2014/main" id="{81DF2FB9-3697-4B01-B771-174FA2F8373B}"/>
              </a:ext>
            </a:extLst>
          </p:cNvPr>
          <p:cNvSpPr>
            <a:spLocks noGrp="1"/>
          </p:cNvSpPr>
          <p:nvPr/>
        </p:nvSpPr>
        <p:spPr>
          <a:xfrm>
            <a:off x="17026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data_7881">
            <a:extLst>
              <a:ext uri="{FF2B5EF4-FFF2-40B4-BE49-F238E27FC236}">
                <a16:creationId xmlns:a16="http://schemas.microsoft.com/office/drawing/2014/main" id="{EDDFD510-5DA9-448F-983E-309FA055A091}"/>
              </a:ext>
            </a:extLst>
          </p:cNvPr>
          <p:cNvSpPr>
            <a:spLocks noGrp="1"/>
          </p:cNvSpPr>
          <p:nvPr/>
        </p:nvSpPr>
        <p:spPr>
          <a:xfrm>
            <a:off x="17015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data_7882">
            <a:extLst>
              <a:ext uri="{FF2B5EF4-FFF2-40B4-BE49-F238E27FC236}">
                <a16:creationId xmlns:a16="http://schemas.microsoft.com/office/drawing/2014/main" id="{3F3AC9A3-9E6F-48B4-92BB-5C91BBACCAE6}"/>
              </a:ext>
            </a:extLst>
          </p:cNvPr>
          <p:cNvSpPr>
            <a:spLocks noGrp="1"/>
          </p:cNvSpPr>
          <p:nvPr/>
        </p:nvSpPr>
        <p:spPr>
          <a:xfrm>
            <a:off x="1743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data_7883">
            <a:extLst>
              <a:ext uri="{FF2B5EF4-FFF2-40B4-BE49-F238E27FC236}">
                <a16:creationId xmlns:a16="http://schemas.microsoft.com/office/drawing/2014/main" id="{05A77D31-6454-4EA2-9D86-8BD50A518495}"/>
              </a:ext>
            </a:extLst>
          </p:cNvPr>
          <p:cNvSpPr>
            <a:spLocks noGrp="1"/>
          </p:cNvSpPr>
          <p:nvPr/>
        </p:nvSpPr>
        <p:spPr>
          <a:xfrm>
            <a:off x="172418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data_7884">
            <a:extLst>
              <a:ext uri="{FF2B5EF4-FFF2-40B4-BE49-F238E27FC236}">
                <a16:creationId xmlns:a16="http://schemas.microsoft.com/office/drawing/2014/main" id="{937BFE1A-432C-455E-B1FB-89225EA02EFE}"/>
              </a:ext>
            </a:extLst>
          </p:cNvPr>
          <p:cNvSpPr>
            <a:spLocks noGrp="1"/>
          </p:cNvSpPr>
          <p:nvPr/>
        </p:nvSpPr>
        <p:spPr>
          <a:xfrm>
            <a:off x="16626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data_7885">
            <a:extLst>
              <a:ext uri="{FF2B5EF4-FFF2-40B4-BE49-F238E27FC236}">
                <a16:creationId xmlns:a16="http://schemas.microsoft.com/office/drawing/2014/main" id="{11921A32-9CC6-4C30-828F-87B98D58CF94}"/>
              </a:ext>
            </a:extLst>
          </p:cNvPr>
          <p:cNvSpPr>
            <a:spLocks noGrp="1"/>
          </p:cNvSpPr>
          <p:nvPr/>
        </p:nvSpPr>
        <p:spPr>
          <a:xfrm>
            <a:off x="172679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data_7886">
            <a:extLst>
              <a:ext uri="{FF2B5EF4-FFF2-40B4-BE49-F238E27FC236}">
                <a16:creationId xmlns:a16="http://schemas.microsoft.com/office/drawing/2014/main" id="{C787188A-1AB4-4F45-9174-436667FAC698}"/>
              </a:ext>
            </a:extLst>
          </p:cNvPr>
          <p:cNvSpPr>
            <a:spLocks noGrp="1"/>
          </p:cNvSpPr>
          <p:nvPr/>
        </p:nvSpPr>
        <p:spPr>
          <a:xfrm>
            <a:off x="171623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data_7887">
            <a:extLst>
              <a:ext uri="{FF2B5EF4-FFF2-40B4-BE49-F238E27FC236}">
                <a16:creationId xmlns:a16="http://schemas.microsoft.com/office/drawing/2014/main" id="{21E2E693-7FB4-4DD8-A5B4-85D99333CF47}"/>
              </a:ext>
            </a:extLst>
          </p:cNvPr>
          <p:cNvSpPr>
            <a:spLocks noGrp="1"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data_7888">
            <a:extLst>
              <a:ext uri="{FF2B5EF4-FFF2-40B4-BE49-F238E27FC236}">
                <a16:creationId xmlns:a16="http://schemas.microsoft.com/office/drawing/2014/main" id="{AAE5FF2C-650C-4CF3-9B2E-CF0D500886A3}"/>
              </a:ext>
            </a:extLst>
          </p:cNvPr>
          <p:cNvSpPr>
            <a:spLocks noGrp="1"/>
          </p:cNvSpPr>
          <p:nvPr/>
        </p:nvSpPr>
        <p:spPr>
          <a:xfrm>
            <a:off x="1697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data_7889">
            <a:extLst>
              <a:ext uri="{FF2B5EF4-FFF2-40B4-BE49-F238E27FC236}">
                <a16:creationId xmlns:a16="http://schemas.microsoft.com/office/drawing/2014/main" id="{7810CD32-7CF3-450F-8D30-FB7B831CD549}"/>
              </a:ext>
            </a:extLst>
          </p:cNvPr>
          <p:cNvSpPr>
            <a:spLocks noGrp="1"/>
          </p:cNvSpPr>
          <p:nvPr/>
        </p:nvSpPr>
        <p:spPr>
          <a:xfrm>
            <a:off x="16295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data_7890">
            <a:extLst>
              <a:ext uri="{FF2B5EF4-FFF2-40B4-BE49-F238E27FC236}">
                <a16:creationId xmlns:a16="http://schemas.microsoft.com/office/drawing/2014/main" id="{8D6DA337-AAAD-434B-ABAA-525FB417E461}"/>
              </a:ext>
            </a:extLst>
          </p:cNvPr>
          <p:cNvSpPr>
            <a:spLocks noGrp="1"/>
          </p:cNvSpPr>
          <p:nvPr/>
        </p:nvSpPr>
        <p:spPr>
          <a:xfrm>
            <a:off x="1716758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data_7891">
            <a:extLst>
              <a:ext uri="{FF2B5EF4-FFF2-40B4-BE49-F238E27FC236}">
                <a16:creationId xmlns:a16="http://schemas.microsoft.com/office/drawing/2014/main" id="{A710AA51-4733-4F9A-9F12-7322D7D95F23}"/>
              </a:ext>
            </a:extLst>
          </p:cNvPr>
          <p:cNvSpPr>
            <a:spLocks noGrp="1"/>
          </p:cNvSpPr>
          <p:nvPr/>
        </p:nvSpPr>
        <p:spPr>
          <a:xfrm>
            <a:off x="1733957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data_7892">
            <a:extLst>
              <a:ext uri="{FF2B5EF4-FFF2-40B4-BE49-F238E27FC236}">
                <a16:creationId xmlns:a16="http://schemas.microsoft.com/office/drawing/2014/main" id="{4C0D06D4-027C-43D3-9818-560C06C5FE05}"/>
              </a:ext>
            </a:extLst>
          </p:cNvPr>
          <p:cNvSpPr>
            <a:spLocks noGrp="1"/>
          </p:cNvSpPr>
          <p:nvPr/>
        </p:nvSpPr>
        <p:spPr>
          <a:xfrm>
            <a:off x="16512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data_7893">
            <a:extLst>
              <a:ext uri="{FF2B5EF4-FFF2-40B4-BE49-F238E27FC236}">
                <a16:creationId xmlns:a16="http://schemas.microsoft.com/office/drawing/2014/main" id="{13F9C739-4E42-4B67-8AA6-4481830643DB}"/>
              </a:ext>
            </a:extLst>
          </p:cNvPr>
          <p:cNvSpPr>
            <a:spLocks noGrp="1"/>
          </p:cNvSpPr>
          <p:nvPr/>
        </p:nvSpPr>
        <p:spPr>
          <a:xfrm>
            <a:off x="16414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data_7894">
            <a:extLst>
              <a:ext uri="{FF2B5EF4-FFF2-40B4-BE49-F238E27FC236}">
                <a16:creationId xmlns:a16="http://schemas.microsoft.com/office/drawing/2014/main" id="{A2100D4D-0DA0-40B9-89E2-EDE43F3BBE29}"/>
              </a:ext>
            </a:extLst>
          </p:cNvPr>
          <p:cNvSpPr>
            <a:spLocks noGrp="1"/>
          </p:cNvSpPr>
          <p:nvPr/>
        </p:nvSpPr>
        <p:spPr>
          <a:xfrm>
            <a:off x="171649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data_7895">
            <a:extLst>
              <a:ext uri="{FF2B5EF4-FFF2-40B4-BE49-F238E27FC236}">
                <a16:creationId xmlns:a16="http://schemas.microsoft.com/office/drawing/2014/main" id="{FEF08040-F771-4908-B3B4-3EAC19D5CA1A}"/>
              </a:ext>
            </a:extLst>
          </p:cNvPr>
          <p:cNvSpPr>
            <a:spLocks noGrp="1"/>
          </p:cNvSpPr>
          <p:nvPr/>
        </p:nvSpPr>
        <p:spPr>
          <a:xfrm>
            <a:off x="1750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data_7896">
            <a:extLst>
              <a:ext uri="{FF2B5EF4-FFF2-40B4-BE49-F238E27FC236}">
                <a16:creationId xmlns:a16="http://schemas.microsoft.com/office/drawing/2014/main" id="{C07AC475-52E0-4D9E-8F25-9C87DBAD3967}"/>
              </a:ext>
            </a:extLst>
          </p:cNvPr>
          <p:cNvSpPr>
            <a:spLocks noGrp="1"/>
          </p:cNvSpPr>
          <p:nvPr/>
        </p:nvSpPr>
        <p:spPr>
          <a:xfrm>
            <a:off x="17557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data_7897">
            <a:extLst>
              <a:ext uri="{FF2B5EF4-FFF2-40B4-BE49-F238E27FC236}">
                <a16:creationId xmlns:a16="http://schemas.microsoft.com/office/drawing/2014/main" id="{6920E677-4202-47AB-B8C9-D40C1EBC044C}"/>
              </a:ext>
            </a:extLst>
          </p:cNvPr>
          <p:cNvSpPr>
            <a:spLocks noGrp="1"/>
          </p:cNvSpPr>
          <p:nvPr/>
        </p:nvSpPr>
        <p:spPr>
          <a:xfrm>
            <a:off x="16751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data_7898">
            <a:extLst>
              <a:ext uri="{FF2B5EF4-FFF2-40B4-BE49-F238E27FC236}">
                <a16:creationId xmlns:a16="http://schemas.microsoft.com/office/drawing/2014/main" id="{397AE4B8-3CFA-47D4-8AB7-022A5F2E4BE1}"/>
              </a:ext>
            </a:extLst>
          </p:cNvPr>
          <p:cNvSpPr>
            <a:spLocks noGrp="1"/>
          </p:cNvSpPr>
          <p:nvPr/>
        </p:nvSpPr>
        <p:spPr>
          <a:xfrm>
            <a:off x="172301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data_7899">
            <a:extLst>
              <a:ext uri="{FF2B5EF4-FFF2-40B4-BE49-F238E27FC236}">
                <a16:creationId xmlns:a16="http://schemas.microsoft.com/office/drawing/2014/main" id="{476D84BF-ECBC-4629-80B7-CA72359E107B}"/>
              </a:ext>
            </a:extLst>
          </p:cNvPr>
          <p:cNvSpPr>
            <a:spLocks noGrp="1"/>
          </p:cNvSpPr>
          <p:nvPr/>
        </p:nvSpPr>
        <p:spPr>
          <a:xfrm>
            <a:off x="1732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data_7900">
            <a:extLst>
              <a:ext uri="{FF2B5EF4-FFF2-40B4-BE49-F238E27FC236}">
                <a16:creationId xmlns:a16="http://schemas.microsoft.com/office/drawing/2014/main" id="{22F539C8-DF4A-4160-A7DC-401D75EAFFBD}"/>
              </a:ext>
            </a:extLst>
          </p:cNvPr>
          <p:cNvSpPr>
            <a:spLocks noGrp="1"/>
          </p:cNvSpPr>
          <p:nvPr/>
        </p:nvSpPr>
        <p:spPr>
          <a:xfrm>
            <a:off x="17486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data_7901">
            <a:extLst>
              <a:ext uri="{FF2B5EF4-FFF2-40B4-BE49-F238E27FC236}">
                <a16:creationId xmlns:a16="http://schemas.microsoft.com/office/drawing/2014/main" id="{8C810802-F685-4B97-BD8D-3F442C968C33}"/>
              </a:ext>
            </a:extLst>
          </p:cNvPr>
          <p:cNvSpPr>
            <a:spLocks noGrp="1"/>
          </p:cNvSpPr>
          <p:nvPr/>
        </p:nvSpPr>
        <p:spPr>
          <a:xfrm>
            <a:off x="17348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data_7902">
            <a:extLst>
              <a:ext uri="{FF2B5EF4-FFF2-40B4-BE49-F238E27FC236}">
                <a16:creationId xmlns:a16="http://schemas.microsoft.com/office/drawing/2014/main" id="{18FB7610-016C-4C14-BB6E-F2F469227716}"/>
              </a:ext>
            </a:extLst>
          </p:cNvPr>
          <p:cNvSpPr>
            <a:spLocks noGrp="1"/>
          </p:cNvSpPr>
          <p:nvPr/>
        </p:nvSpPr>
        <p:spPr>
          <a:xfrm>
            <a:off x="17151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data_7903">
            <a:extLst>
              <a:ext uri="{FF2B5EF4-FFF2-40B4-BE49-F238E27FC236}">
                <a16:creationId xmlns:a16="http://schemas.microsoft.com/office/drawing/2014/main" id="{B1D1D847-0FF3-44DB-BA3C-C6AED19AB47D}"/>
              </a:ext>
            </a:extLst>
          </p:cNvPr>
          <p:cNvSpPr>
            <a:spLocks noGrp="1"/>
          </p:cNvSpPr>
          <p:nvPr/>
        </p:nvSpPr>
        <p:spPr>
          <a:xfrm>
            <a:off x="16353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data_7904">
            <a:extLst>
              <a:ext uri="{FF2B5EF4-FFF2-40B4-BE49-F238E27FC236}">
                <a16:creationId xmlns:a16="http://schemas.microsoft.com/office/drawing/2014/main" id="{41A0E1D8-7DF0-46C6-83E1-613842528F0A}"/>
              </a:ext>
            </a:extLst>
          </p:cNvPr>
          <p:cNvSpPr>
            <a:spLocks noGrp="1"/>
          </p:cNvSpPr>
          <p:nvPr/>
        </p:nvSpPr>
        <p:spPr>
          <a:xfrm>
            <a:off x="1647962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data_7905">
            <a:extLst>
              <a:ext uri="{FF2B5EF4-FFF2-40B4-BE49-F238E27FC236}">
                <a16:creationId xmlns:a16="http://schemas.microsoft.com/office/drawing/2014/main" id="{173BA12B-FF80-4521-A962-A02EB4FBFBF5}"/>
              </a:ext>
            </a:extLst>
          </p:cNvPr>
          <p:cNvSpPr>
            <a:spLocks noGrp="1"/>
          </p:cNvSpPr>
          <p:nvPr/>
        </p:nvSpPr>
        <p:spPr>
          <a:xfrm>
            <a:off x="17164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data_7906">
            <a:extLst>
              <a:ext uri="{FF2B5EF4-FFF2-40B4-BE49-F238E27FC236}">
                <a16:creationId xmlns:a16="http://schemas.microsoft.com/office/drawing/2014/main" id="{C30C857D-922C-44B6-B167-39273011FDE6}"/>
              </a:ext>
            </a:extLst>
          </p:cNvPr>
          <p:cNvSpPr>
            <a:spLocks noGrp="1"/>
          </p:cNvSpPr>
          <p:nvPr/>
        </p:nvSpPr>
        <p:spPr>
          <a:xfrm>
            <a:off x="17033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data_7907">
            <a:extLst>
              <a:ext uri="{FF2B5EF4-FFF2-40B4-BE49-F238E27FC236}">
                <a16:creationId xmlns:a16="http://schemas.microsoft.com/office/drawing/2014/main" id="{6665CDE9-8FD4-4DA4-AD1D-375A7D8CF5D4}"/>
              </a:ext>
            </a:extLst>
          </p:cNvPr>
          <p:cNvSpPr>
            <a:spLocks noGrp="1"/>
          </p:cNvSpPr>
          <p:nvPr/>
        </p:nvSpPr>
        <p:spPr>
          <a:xfrm>
            <a:off x="1653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data_7908">
            <a:extLst>
              <a:ext uri="{FF2B5EF4-FFF2-40B4-BE49-F238E27FC236}">
                <a16:creationId xmlns:a16="http://schemas.microsoft.com/office/drawing/2014/main" id="{C72D71F7-D30F-499A-9ACF-51ECDE266E6F}"/>
              </a:ext>
            </a:extLst>
          </p:cNvPr>
          <p:cNvSpPr>
            <a:spLocks noGrp="1"/>
          </p:cNvSpPr>
          <p:nvPr/>
        </p:nvSpPr>
        <p:spPr>
          <a:xfrm>
            <a:off x="16770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data_7909">
            <a:extLst>
              <a:ext uri="{FF2B5EF4-FFF2-40B4-BE49-F238E27FC236}">
                <a16:creationId xmlns:a16="http://schemas.microsoft.com/office/drawing/2014/main" id="{540A5C84-7BD4-4FD7-9343-3D0D4D7AA5A9}"/>
              </a:ext>
            </a:extLst>
          </p:cNvPr>
          <p:cNvSpPr>
            <a:spLocks noGrp="1"/>
          </p:cNvSpPr>
          <p:nvPr/>
        </p:nvSpPr>
        <p:spPr>
          <a:xfrm>
            <a:off x="1630893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data_7910">
            <a:extLst>
              <a:ext uri="{FF2B5EF4-FFF2-40B4-BE49-F238E27FC236}">
                <a16:creationId xmlns:a16="http://schemas.microsoft.com/office/drawing/2014/main" id="{C24F11CC-CB99-4C06-B68A-F80FD95AA8D0}"/>
              </a:ext>
            </a:extLst>
          </p:cNvPr>
          <p:cNvSpPr>
            <a:spLocks noGrp="1"/>
          </p:cNvSpPr>
          <p:nvPr/>
        </p:nvSpPr>
        <p:spPr>
          <a:xfrm>
            <a:off x="23376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data_7911">
            <a:extLst>
              <a:ext uri="{FF2B5EF4-FFF2-40B4-BE49-F238E27FC236}">
                <a16:creationId xmlns:a16="http://schemas.microsoft.com/office/drawing/2014/main" id="{68D22C11-959E-465E-89DB-9FDF3F78F6ED}"/>
              </a:ext>
            </a:extLst>
          </p:cNvPr>
          <p:cNvSpPr>
            <a:spLocks noGrp="1"/>
          </p:cNvSpPr>
          <p:nvPr/>
        </p:nvSpPr>
        <p:spPr>
          <a:xfrm>
            <a:off x="24210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data_7912">
            <a:extLst>
              <a:ext uri="{FF2B5EF4-FFF2-40B4-BE49-F238E27FC236}">
                <a16:creationId xmlns:a16="http://schemas.microsoft.com/office/drawing/2014/main" id="{B3CA8B3B-C42C-4E39-8C39-E5230B568386}"/>
              </a:ext>
            </a:extLst>
          </p:cNvPr>
          <p:cNvSpPr>
            <a:spLocks noGrp="1"/>
          </p:cNvSpPr>
          <p:nvPr/>
        </p:nvSpPr>
        <p:spPr>
          <a:xfrm>
            <a:off x="2310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data_7913">
            <a:extLst>
              <a:ext uri="{FF2B5EF4-FFF2-40B4-BE49-F238E27FC236}">
                <a16:creationId xmlns:a16="http://schemas.microsoft.com/office/drawing/2014/main" id="{30E5CDF5-06AF-4D16-B223-3AB849DBF3FA}"/>
              </a:ext>
            </a:extLst>
          </p:cNvPr>
          <p:cNvSpPr>
            <a:spLocks noGrp="1"/>
          </p:cNvSpPr>
          <p:nvPr/>
        </p:nvSpPr>
        <p:spPr>
          <a:xfrm>
            <a:off x="24106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data_7914">
            <a:extLst>
              <a:ext uri="{FF2B5EF4-FFF2-40B4-BE49-F238E27FC236}">
                <a16:creationId xmlns:a16="http://schemas.microsoft.com/office/drawing/2014/main" id="{CCC43F98-3EDB-4901-92DF-D81F0D306C83}"/>
              </a:ext>
            </a:extLst>
          </p:cNvPr>
          <p:cNvSpPr>
            <a:spLocks noGrp="1"/>
          </p:cNvSpPr>
          <p:nvPr/>
        </p:nvSpPr>
        <p:spPr>
          <a:xfrm>
            <a:off x="2358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data_7915">
            <a:extLst>
              <a:ext uri="{FF2B5EF4-FFF2-40B4-BE49-F238E27FC236}">
                <a16:creationId xmlns:a16="http://schemas.microsoft.com/office/drawing/2014/main" id="{A039CAC5-A438-485E-B6F9-4C71EB85644C}"/>
              </a:ext>
            </a:extLst>
          </p:cNvPr>
          <p:cNvSpPr>
            <a:spLocks noGrp="1"/>
          </p:cNvSpPr>
          <p:nvPr/>
        </p:nvSpPr>
        <p:spPr>
          <a:xfrm>
            <a:off x="24302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data_7916">
            <a:extLst>
              <a:ext uri="{FF2B5EF4-FFF2-40B4-BE49-F238E27FC236}">
                <a16:creationId xmlns:a16="http://schemas.microsoft.com/office/drawing/2014/main" id="{3713CDFE-306D-4CC0-90B4-E7983F653AE0}"/>
              </a:ext>
            </a:extLst>
          </p:cNvPr>
          <p:cNvSpPr>
            <a:spLocks noGrp="1"/>
          </p:cNvSpPr>
          <p:nvPr/>
        </p:nvSpPr>
        <p:spPr>
          <a:xfrm>
            <a:off x="2337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data_7917">
            <a:extLst>
              <a:ext uri="{FF2B5EF4-FFF2-40B4-BE49-F238E27FC236}">
                <a16:creationId xmlns:a16="http://schemas.microsoft.com/office/drawing/2014/main" id="{8E99D5E7-D05C-4DD3-8B33-A647B26DBD6C}"/>
              </a:ext>
            </a:extLst>
          </p:cNvPr>
          <p:cNvSpPr>
            <a:spLocks noGrp="1"/>
          </p:cNvSpPr>
          <p:nvPr/>
        </p:nvSpPr>
        <p:spPr>
          <a:xfrm>
            <a:off x="24010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data_7918">
            <a:extLst>
              <a:ext uri="{FF2B5EF4-FFF2-40B4-BE49-F238E27FC236}">
                <a16:creationId xmlns:a16="http://schemas.microsoft.com/office/drawing/2014/main" id="{F9D6B33F-B3B1-4851-AC03-F096DA4D2747}"/>
              </a:ext>
            </a:extLst>
          </p:cNvPr>
          <p:cNvSpPr>
            <a:spLocks noGrp="1"/>
          </p:cNvSpPr>
          <p:nvPr/>
        </p:nvSpPr>
        <p:spPr>
          <a:xfrm>
            <a:off x="23148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data_7919">
            <a:extLst>
              <a:ext uri="{FF2B5EF4-FFF2-40B4-BE49-F238E27FC236}">
                <a16:creationId xmlns:a16="http://schemas.microsoft.com/office/drawing/2014/main" id="{45FB7C95-7FD0-4244-BB5F-385ECD09325C}"/>
              </a:ext>
            </a:extLst>
          </p:cNvPr>
          <p:cNvSpPr>
            <a:spLocks noGrp="1"/>
          </p:cNvSpPr>
          <p:nvPr/>
        </p:nvSpPr>
        <p:spPr>
          <a:xfrm>
            <a:off x="23425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data_7920">
            <a:extLst>
              <a:ext uri="{FF2B5EF4-FFF2-40B4-BE49-F238E27FC236}">
                <a16:creationId xmlns:a16="http://schemas.microsoft.com/office/drawing/2014/main" id="{E766EC2D-9C81-4EDB-B77E-F029C93430A6}"/>
              </a:ext>
            </a:extLst>
          </p:cNvPr>
          <p:cNvSpPr>
            <a:spLocks noGrp="1"/>
          </p:cNvSpPr>
          <p:nvPr/>
        </p:nvSpPr>
        <p:spPr>
          <a:xfrm>
            <a:off x="23145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data_7921">
            <a:extLst>
              <a:ext uri="{FF2B5EF4-FFF2-40B4-BE49-F238E27FC236}">
                <a16:creationId xmlns:a16="http://schemas.microsoft.com/office/drawing/2014/main" id="{45DFE5F6-B95B-4590-A1F4-6798547FA7A0}"/>
              </a:ext>
            </a:extLst>
          </p:cNvPr>
          <p:cNvSpPr>
            <a:spLocks noGrp="1"/>
          </p:cNvSpPr>
          <p:nvPr/>
        </p:nvSpPr>
        <p:spPr>
          <a:xfrm>
            <a:off x="23881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data_7922">
            <a:extLst>
              <a:ext uri="{FF2B5EF4-FFF2-40B4-BE49-F238E27FC236}">
                <a16:creationId xmlns:a16="http://schemas.microsoft.com/office/drawing/2014/main" id="{40059D93-F828-4D93-9B41-AD88E042F56D}"/>
              </a:ext>
            </a:extLst>
          </p:cNvPr>
          <p:cNvSpPr>
            <a:spLocks noGrp="1"/>
          </p:cNvSpPr>
          <p:nvPr/>
        </p:nvSpPr>
        <p:spPr>
          <a:xfrm>
            <a:off x="233216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data_7923">
            <a:extLst>
              <a:ext uri="{FF2B5EF4-FFF2-40B4-BE49-F238E27FC236}">
                <a16:creationId xmlns:a16="http://schemas.microsoft.com/office/drawing/2014/main" id="{D5D857F4-C147-440A-859A-5341CB64BB7D}"/>
              </a:ext>
            </a:extLst>
          </p:cNvPr>
          <p:cNvSpPr>
            <a:spLocks noGrp="1"/>
          </p:cNvSpPr>
          <p:nvPr/>
        </p:nvSpPr>
        <p:spPr>
          <a:xfrm>
            <a:off x="2371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data_7924">
            <a:extLst>
              <a:ext uri="{FF2B5EF4-FFF2-40B4-BE49-F238E27FC236}">
                <a16:creationId xmlns:a16="http://schemas.microsoft.com/office/drawing/2014/main" id="{9D05E72C-9DB2-4D6F-AA88-D2497C7D4FAF}"/>
              </a:ext>
            </a:extLst>
          </p:cNvPr>
          <p:cNvSpPr>
            <a:spLocks noGrp="1"/>
          </p:cNvSpPr>
          <p:nvPr/>
        </p:nvSpPr>
        <p:spPr>
          <a:xfrm>
            <a:off x="23574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data_7925">
            <a:extLst>
              <a:ext uri="{FF2B5EF4-FFF2-40B4-BE49-F238E27FC236}">
                <a16:creationId xmlns:a16="http://schemas.microsoft.com/office/drawing/2014/main" id="{04A4A578-E633-4438-8143-955349EDCD1C}"/>
              </a:ext>
            </a:extLst>
          </p:cNvPr>
          <p:cNvSpPr>
            <a:spLocks noGrp="1"/>
          </p:cNvSpPr>
          <p:nvPr/>
        </p:nvSpPr>
        <p:spPr>
          <a:xfrm>
            <a:off x="2344540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data_7926">
            <a:extLst>
              <a:ext uri="{FF2B5EF4-FFF2-40B4-BE49-F238E27FC236}">
                <a16:creationId xmlns:a16="http://schemas.microsoft.com/office/drawing/2014/main" id="{637D6E9F-BE95-4A02-9F12-753D8250EBCE}"/>
              </a:ext>
            </a:extLst>
          </p:cNvPr>
          <p:cNvSpPr>
            <a:spLocks noGrp="1"/>
          </p:cNvSpPr>
          <p:nvPr/>
        </p:nvSpPr>
        <p:spPr>
          <a:xfrm>
            <a:off x="231418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data_7927">
            <a:extLst>
              <a:ext uri="{FF2B5EF4-FFF2-40B4-BE49-F238E27FC236}">
                <a16:creationId xmlns:a16="http://schemas.microsoft.com/office/drawing/2014/main" id="{CC5AE7C7-B500-4BFD-AF17-8C5827B65869}"/>
              </a:ext>
            </a:extLst>
          </p:cNvPr>
          <p:cNvSpPr>
            <a:spLocks noGrp="1"/>
          </p:cNvSpPr>
          <p:nvPr/>
        </p:nvSpPr>
        <p:spPr>
          <a:xfrm>
            <a:off x="243118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data_7928">
            <a:extLst>
              <a:ext uri="{FF2B5EF4-FFF2-40B4-BE49-F238E27FC236}">
                <a16:creationId xmlns:a16="http://schemas.microsoft.com/office/drawing/2014/main" id="{0CC0C553-5540-4694-8557-0C4C83128773}"/>
              </a:ext>
            </a:extLst>
          </p:cNvPr>
          <p:cNvSpPr>
            <a:spLocks noGrp="1"/>
          </p:cNvSpPr>
          <p:nvPr/>
        </p:nvSpPr>
        <p:spPr>
          <a:xfrm>
            <a:off x="23160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data_7929">
            <a:extLst>
              <a:ext uri="{FF2B5EF4-FFF2-40B4-BE49-F238E27FC236}">
                <a16:creationId xmlns:a16="http://schemas.microsoft.com/office/drawing/2014/main" id="{C8BF0F47-549F-46A9-A5E1-6D17497C83A1}"/>
              </a:ext>
            </a:extLst>
          </p:cNvPr>
          <p:cNvSpPr>
            <a:spLocks noGrp="1"/>
          </p:cNvSpPr>
          <p:nvPr/>
        </p:nvSpPr>
        <p:spPr>
          <a:xfrm>
            <a:off x="24215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data_7930">
            <a:extLst>
              <a:ext uri="{FF2B5EF4-FFF2-40B4-BE49-F238E27FC236}">
                <a16:creationId xmlns:a16="http://schemas.microsoft.com/office/drawing/2014/main" id="{A3AACC7E-4A37-443D-8017-267C2F5CF7C4}"/>
              </a:ext>
            </a:extLst>
          </p:cNvPr>
          <p:cNvSpPr>
            <a:spLocks noGrp="1"/>
          </p:cNvSpPr>
          <p:nvPr/>
        </p:nvSpPr>
        <p:spPr>
          <a:xfrm>
            <a:off x="23593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data_7931">
            <a:extLst>
              <a:ext uri="{FF2B5EF4-FFF2-40B4-BE49-F238E27FC236}">
                <a16:creationId xmlns:a16="http://schemas.microsoft.com/office/drawing/2014/main" id="{D2A8B52A-F24D-469A-9986-6849EEC3F4B3}"/>
              </a:ext>
            </a:extLst>
          </p:cNvPr>
          <p:cNvSpPr>
            <a:spLocks noGrp="1"/>
          </p:cNvSpPr>
          <p:nvPr/>
        </p:nvSpPr>
        <p:spPr>
          <a:xfrm>
            <a:off x="243652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data_7932">
            <a:extLst>
              <a:ext uri="{FF2B5EF4-FFF2-40B4-BE49-F238E27FC236}">
                <a16:creationId xmlns:a16="http://schemas.microsoft.com/office/drawing/2014/main" id="{0BB49323-8CD3-4B88-9194-44EE44E061A8}"/>
              </a:ext>
            </a:extLst>
          </p:cNvPr>
          <p:cNvSpPr>
            <a:spLocks noGrp="1"/>
          </p:cNvSpPr>
          <p:nvPr/>
        </p:nvSpPr>
        <p:spPr>
          <a:xfrm>
            <a:off x="23957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data_7933">
            <a:extLst>
              <a:ext uri="{FF2B5EF4-FFF2-40B4-BE49-F238E27FC236}">
                <a16:creationId xmlns:a16="http://schemas.microsoft.com/office/drawing/2014/main" id="{4748BD34-B599-4369-A7C7-6145AAA21254}"/>
              </a:ext>
            </a:extLst>
          </p:cNvPr>
          <p:cNvSpPr>
            <a:spLocks noGrp="1"/>
          </p:cNvSpPr>
          <p:nvPr/>
        </p:nvSpPr>
        <p:spPr>
          <a:xfrm>
            <a:off x="240460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data_7934">
            <a:extLst>
              <a:ext uri="{FF2B5EF4-FFF2-40B4-BE49-F238E27FC236}">
                <a16:creationId xmlns:a16="http://schemas.microsoft.com/office/drawing/2014/main" id="{4C95FB48-904A-4DB7-B1B0-9045A501EF51}"/>
              </a:ext>
            </a:extLst>
          </p:cNvPr>
          <p:cNvSpPr>
            <a:spLocks noGrp="1"/>
          </p:cNvSpPr>
          <p:nvPr/>
        </p:nvSpPr>
        <p:spPr>
          <a:xfrm>
            <a:off x="2347407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data_7935">
            <a:extLst>
              <a:ext uri="{FF2B5EF4-FFF2-40B4-BE49-F238E27FC236}">
                <a16:creationId xmlns:a16="http://schemas.microsoft.com/office/drawing/2014/main" id="{04ED4D6F-E40D-49C0-9FD4-CB39301A9B95}"/>
              </a:ext>
            </a:extLst>
          </p:cNvPr>
          <p:cNvSpPr>
            <a:spLocks noGrp="1"/>
          </p:cNvSpPr>
          <p:nvPr/>
        </p:nvSpPr>
        <p:spPr>
          <a:xfrm>
            <a:off x="242923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data_7936">
            <a:extLst>
              <a:ext uri="{FF2B5EF4-FFF2-40B4-BE49-F238E27FC236}">
                <a16:creationId xmlns:a16="http://schemas.microsoft.com/office/drawing/2014/main" id="{241E44B7-4E1A-4A4A-A0DA-7818B5D335E0}"/>
              </a:ext>
            </a:extLst>
          </p:cNvPr>
          <p:cNvSpPr>
            <a:spLocks noGrp="1"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data_7937">
            <a:extLst>
              <a:ext uri="{FF2B5EF4-FFF2-40B4-BE49-F238E27FC236}">
                <a16:creationId xmlns:a16="http://schemas.microsoft.com/office/drawing/2014/main" id="{B600EF5B-BF7F-4697-8BCF-22ADD53D6A66}"/>
              </a:ext>
            </a:extLst>
          </p:cNvPr>
          <p:cNvSpPr>
            <a:spLocks noGrp="1"/>
          </p:cNvSpPr>
          <p:nvPr/>
        </p:nvSpPr>
        <p:spPr>
          <a:xfrm>
            <a:off x="23304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data_7938">
            <a:extLst>
              <a:ext uri="{FF2B5EF4-FFF2-40B4-BE49-F238E27FC236}">
                <a16:creationId xmlns:a16="http://schemas.microsoft.com/office/drawing/2014/main" id="{26604DB7-2D4B-409C-BD59-6B12FF4C7084}"/>
              </a:ext>
            </a:extLst>
          </p:cNvPr>
          <p:cNvSpPr>
            <a:spLocks noGrp="1"/>
          </p:cNvSpPr>
          <p:nvPr/>
        </p:nvSpPr>
        <p:spPr>
          <a:xfrm>
            <a:off x="24026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data_7939">
            <a:extLst>
              <a:ext uri="{FF2B5EF4-FFF2-40B4-BE49-F238E27FC236}">
                <a16:creationId xmlns:a16="http://schemas.microsoft.com/office/drawing/2014/main" id="{7FAB5A47-D270-45B8-BE73-59F194308BA8}"/>
              </a:ext>
            </a:extLst>
          </p:cNvPr>
          <p:cNvSpPr>
            <a:spLocks noGrp="1"/>
          </p:cNvSpPr>
          <p:nvPr/>
        </p:nvSpPr>
        <p:spPr>
          <a:xfrm>
            <a:off x="2337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data_7940">
            <a:extLst>
              <a:ext uri="{FF2B5EF4-FFF2-40B4-BE49-F238E27FC236}">
                <a16:creationId xmlns:a16="http://schemas.microsoft.com/office/drawing/2014/main" id="{5DBB37BF-6960-42DA-A16F-D26775DCBA45}"/>
              </a:ext>
            </a:extLst>
          </p:cNvPr>
          <p:cNvSpPr>
            <a:spLocks noGrp="1"/>
          </p:cNvSpPr>
          <p:nvPr/>
        </p:nvSpPr>
        <p:spPr>
          <a:xfrm>
            <a:off x="234727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data_7941">
            <a:extLst>
              <a:ext uri="{FF2B5EF4-FFF2-40B4-BE49-F238E27FC236}">
                <a16:creationId xmlns:a16="http://schemas.microsoft.com/office/drawing/2014/main" id="{124BD34B-D4FA-4AAC-B764-21C6C0EE1C89}"/>
              </a:ext>
            </a:extLst>
          </p:cNvPr>
          <p:cNvSpPr>
            <a:spLocks noGrp="1"/>
          </p:cNvSpPr>
          <p:nvPr/>
        </p:nvSpPr>
        <p:spPr>
          <a:xfrm>
            <a:off x="24281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data_7942">
            <a:extLst>
              <a:ext uri="{FF2B5EF4-FFF2-40B4-BE49-F238E27FC236}">
                <a16:creationId xmlns:a16="http://schemas.microsoft.com/office/drawing/2014/main" id="{866B196F-175B-4643-B33A-4D183247A515}"/>
              </a:ext>
            </a:extLst>
          </p:cNvPr>
          <p:cNvSpPr>
            <a:spLocks noGrp="1"/>
          </p:cNvSpPr>
          <p:nvPr/>
        </p:nvSpPr>
        <p:spPr>
          <a:xfrm>
            <a:off x="2349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data_7943">
            <a:extLst>
              <a:ext uri="{FF2B5EF4-FFF2-40B4-BE49-F238E27FC236}">
                <a16:creationId xmlns:a16="http://schemas.microsoft.com/office/drawing/2014/main" id="{820C67B6-9D11-45EB-8606-B815F22CDB61}"/>
              </a:ext>
            </a:extLst>
          </p:cNvPr>
          <p:cNvSpPr>
            <a:spLocks noGrp="1"/>
          </p:cNvSpPr>
          <p:nvPr/>
        </p:nvSpPr>
        <p:spPr>
          <a:xfrm>
            <a:off x="242089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data_7944">
            <a:extLst>
              <a:ext uri="{FF2B5EF4-FFF2-40B4-BE49-F238E27FC236}">
                <a16:creationId xmlns:a16="http://schemas.microsoft.com/office/drawing/2014/main" id="{A9D5390F-4CC3-450F-B2D0-0C221E761A98}"/>
              </a:ext>
            </a:extLst>
          </p:cNvPr>
          <p:cNvSpPr>
            <a:spLocks noGrp="1"/>
          </p:cNvSpPr>
          <p:nvPr/>
        </p:nvSpPr>
        <p:spPr>
          <a:xfrm>
            <a:off x="24219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data_7945">
            <a:extLst>
              <a:ext uri="{FF2B5EF4-FFF2-40B4-BE49-F238E27FC236}">
                <a16:creationId xmlns:a16="http://schemas.microsoft.com/office/drawing/2014/main" id="{26071F4E-DDDB-4D57-B5A0-03E340EA39BB}"/>
              </a:ext>
            </a:extLst>
          </p:cNvPr>
          <p:cNvSpPr>
            <a:spLocks noGrp="1"/>
          </p:cNvSpPr>
          <p:nvPr/>
        </p:nvSpPr>
        <p:spPr>
          <a:xfrm>
            <a:off x="242532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data_7946">
            <a:extLst>
              <a:ext uri="{FF2B5EF4-FFF2-40B4-BE49-F238E27FC236}">
                <a16:creationId xmlns:a16="http://schemas.microsoft.com/office/drawing/2014/main" id="{7787A92B-1D3B-4EB5-A3BA-F258E0DBE9E6}"/>
              </a:ext>
            </a:extLst>
          </p:cNvPr>
          <p:cNvSpPr>
            <a:spLocks noGrp="1"/>
          </p:cNvSpPr>
          <p:nvPr/>
        </p:nvSpPr>
        <p:spPr>
          <a:xfrm>
            <a:off x="235040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data_7947">
            <a:extLst>
              <a:ext uri="{FF2B5EF4-FFF2-40B4-BE49-F238E27FC236}">
                <a16:creationId xmlns:a16="http://schemas.microsoft.com/office/drawing/2014/main" id="{80430E7A-6AD6-49BA-AC21-823DBAE1F16C}"/>
              </a:ext>
            </a:extLst>
          </p:cNvPr>
          <p:cNvSpPr>
            <a:spLocks noGrp="1"/>
          </p:cNvSpPr>
          <p:nvPr/>
        </p:nvSpPr>
        <p:spPr>
          <a:xfrm>
            <a:off x="233072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data_7948">
            <a:extLst>
              <a:ext uri="{FF2B5EF4-FFF2-40B4-BE49-F238E27FC236}">
                <a16:creationId xmlns:a16="http://schemas.microsoft.com/office/drawing/2014/main" id="{1176B1E6-ED0A-4C68-96D2-F6BFA7BA9CA1}"/>
              </a:ext>
            </a:extLst>
          </p:cNvPr>
          <p:cNvSpPr>
            <a:spLocks noGrp="1"/>
          </p:cNvSpPr>
          <p:nvPr/>
        </p:nvSpPr>
        <p:spPr>
          <a:xfrm>
            <a:off x="24065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data_7949">
            <a:extLst>
              <a:ext uri="{FF2B5EF4-FFF2-40B4-BE49-F238E27FC236}">
                <a16:creationId xmlns:a16="http://schemas.microsoft.com/office/drawing/2014/main" id="{F911302C-389A-49FF-B190-86315AC87A01}"/>
              </a:ext>
            </a:extLst>
          </p:cNvPr>
          <p:cNvSpPr>
            <a:spLocks noGrp="1"/>
          </p:cNvSpPr>
          <p:nvPr/>
        </p:nvSpPr>
        <p:spPr>
          <a:xfrm>
            <a:off x="23246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data_7950">
            <a:extLst>
              <a:ext uri="{FF2B5EF4-FFF2-40B4-BE49-F238E27FC236}">
                <a16:creationId xmlns:a16="http://schemas.microsoft.com/office/drawing/2014/main" id="{F046669A-5498-4D2B-B107-2939D0EE8E62}"/>
              </a:ext>
            </a:extLst>
          </p:cNvPr>
          <p:cNvSpPr>
            <a:spLocks noGrp="1"/>
          </p:cNvSpPr>
          <p:nvPr/>
        </p:nvSpPr>
        <p:spPr>
          <a:xfrm>
            <a:off x="23328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data_7951">
            <a:extLst>
              <a:ext uri="{FF2B5EF4-FFF2-40B4-BE49-F238E27FC236}">
                <a16:creationId xmlns:a16="http://schemas.microsoft.com/office/drawing/2014/main" id="{30941AD6-AD45-447E-B0E2-D1614205BD7D}"/>
              </a:ext>
            </a:extLst>
          </p:cNvPr>
          <p:cNvSpPr>
            <a:spLocks noGrp="1"/>
          </p:cNvSpPr>
          <p:nvPr/>
        </p:nvSpPr>
        <p:spPr>
          <a:xfrm>
            <a:off x="24098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data_7952">
            <a:extLst>
              <a:ext uri="{FF2B5EF4-FFF2-40B4-BE49-F238E27FC236}">
                <a16:creationId xmlns:a16="http://schemas.microsoft.com/office/drawing/2014/main" id="{15112605-B897-44C1-BDC5-907E77BAA0E3}"/>
              </a:ext>
            </a:extLst>
          </p:cNvPr>
          <p:cNvSpPr>
            <a:spLocks noGrp="1"/>
          </p:cNvSpPr>
          <p:nvPr/>
        </p:nvSpPr>
        <p:spPr>
          <a:xfrm>
            <a:off x="23257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data_7953">
            <a:extLst>
              <a:ext uri="{FF2B5EF4-FFF2-40B4-BE49-F238E27FC236}">
                <a16:creationId xmlns:a16="http://schemas.microsoft.com/office/drawing/2014/main" id="{C952E0D9-EDE0-4506-8CAF-68CC72FA4376}"/>
              </a:ext>
            </a:extLst>
          </p:cNvPr>
          <p:cNvSpPr>
            <a:spLocks noGrp="1"/>
          </p:cNvSpPr>
          <p:nvPr/>
        </p:nvSpPr>
        <p:spPr>
          <a:xfrm>
            <a:off x="2434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data_7954">
            <a:extLst>
              <a:ext uri="{FF2B5EF4-FFF2-40B4-BE49-F238E27FC236}">
                <a16:creationId xmlns:a16="http://schemas.microsoft.com/office/drawing/2014/main" id="{08FA1D75-F550-4A3E-8E29-BD3A578FB8F7}"/>
              </a:ext>
            </a:extLst>
          </p:cNvPr>
          <p:cNvSpPr>
            <a:spLocks noGrp="1"/>
          </p:cNvSpPr>
          <p:nvPr/>
        </p:nvSpPr>
        <p:spPr>
          <a:xfrm>
            <a:off x="2414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data_7955">
            <a:extLst>
              <a:ext uri="{FF2B5EF4-FFF2-40B4-BE49-F238E27FC236}">
                <a16:creationId xmlns:a16="http://schemas.microsoft.com/office/drawing/2014/main" id="{8FA043B9-AFA5-4C68-A952-C0F6A90F122F}"/>
              </a:ext>
            </a:extLst>
          </p:cNvPr>
          <p:cNvSpPr>
            <a:spLocks noGrp="1"/>
          </p:cNvSpPr>
          <p:nvPr/>
        </p:nvSpPr>
        <p:spPr>
          <a:xfrm>
            <a:off x="2367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data_7956">
            <a:extLst>
              <a:ext uri="{FF2B5EF4-FFF2-40B4-BE49-F238E27FC236}">
                <a16:creationId xmlns:a16="http://schemas.microsoft.com/office/drawing/2014/main" id="{9133B5CC-6D96-4BB2-BEB3-0E8F0A812942}"/>
              </a:ext>
            </a:extLst>
          </p:cNvPr>
          <p:cNvSpPr>
            <a:spLocks noGrp="1"/>
          </p:cNvSpPr>
          <p:nvPr/>
        </p:nvSpPr>
        <p:spPr>
          <a:xfrm>
            <a:off x="23457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data_7957">
            <a:extLst>
              <a:ext uri="{FF2B5EF4-FFF2-40B4-BE49-F238E27FC236}">
                <a16:creationId xmlns:a16="http://schemas.microsoft.com/office/drawing/2014/main" id="{275CA60E-0E75-4BB4-8853-DD58E9D84FF2}"/>
              </a:ext>
            </a:extLst>
          </p:cNvPr>
          <p:cNvSpPr>
            <a:spLocks noGrp="1"/>
          </p:cNvSpPr>
          <p:nvPr/>
        </p:nvSpPr>
        <p:spPr>
          <a:xfrm>
            <a:off x="243848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data_7958">
            <a:extLst>
              <a:ext uri="{FF2B5EF4-FFF2-40B4-BE49-F238E27FC236}">
                <a16:creationId xmlns:a16="http://schemas.microsoft.com/office/drawing/2014/main" id="{E65BF871-821A-4A4D-8A42-6749556FC008}"/>
              </a:ext>
            </a:extLst>
          </p:cNvPr>
          <p:cNvSpPr>
            <a:spLocks noGrp="1"/>
          </p:cNvSpPr>
          <p:nvPr/>
        </p:nvSpPr>
        <p:spPr>
          <a:xfrm>
            <a:off x="23911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data_7959">
            <a:extLst>
              <a:ext uri="{FF2B5EF4-FFF2-40B4-BE49-F238E27FC236}">
                <a16:creationId xmlns:a16="http://schemas.microsoft.com/office/drawing/2014/main" id="{2B5CBB3C-E31C-42CB-97F8-E6C728133588}"/>
              </a:ext>
            </a:extLst>
          </p:cNvPr>
          <p:cNvSpPr>
            <a:spLocks noGrp="1"/>
          </p:cNvSpPr>
          <p:nvPr/>
        </p:nvSpPr>
        <p:spPr>
          <a:xfrm>
            <a:off x="2420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data_7960">
            <a:extLst>
              <a:ext uri="{FF2B5EF4-FFF2-40B4-BE49-F238E27FC236}">
                <a16:creationId xmlns:a16="http://schemas.microsoft.com/office/drawing/2014/main" id="{52B41B45-AB13-4EFA-B8CF-AA1EEF07E967}"/>
              </a:ext>
            </a:extLst>
          </p:cNvPr>
          <p:cNvSpPr>
            <a:spLocks noGrp="1"/>
          </p:cNvSpPr>
          <p:nvPr/>
        </p:nvSpPr>
        <p:spPr>
          <a:xfrm>
            <a:off x="23295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data_7961">
            <a:extLst>
              <a:ext uri="{FF2B5EF4-FFF2-40B4-BE49-F238E27FC236}">
                <a16:creationId xmlns:a16="http://schemas.microsoft.com/office/drawing/2014/main" id="{889FE8A5-D5F8-456B-998D-03F5CDE0C42C}"/>
              </a:ext>
            </a:extLst>
          </p:cNvPr>
          <p:cNvSpPr>
            <a:spLocks noGrp="1"/>
          </p:cNvSpPr>
          <p:nvPr/>
        </p:nvSpPr>
        <p:spPr>
          <a:xfrm>
            <a:off x="2366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data_7962">
            <a:extLst>
              <a:ext uri="{FF2B5EF4-FFF2-40B4-BE49-F238E27FC236}">
                <a16:creationId xmlns:a16="http://schemas.microsoft.com/office/drawing/2014/main" id="{31F94DAF-9C6A-4682-A2C2-C21C0F7E66DA}"/>
              </a:ext>
            </a:extLst>
          </p:cNvPr>
          <p:cNvSpPr>
            <a:spLocks noGrp="1"/>
          </p:cNvSpPr>
          <p:nvPr/>
        </p:nvSpPr>
        <p:spPr>
          <a:xfrm>
            <a:off x="24128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data_7963">
            <a:extLst>
              <a:ext uri="{FF2B5EF4-FFF2-40B4-BE49-F238E27FC236}">
                <a16:creationId xmlns:a16="http://schemas.microsoft.com/office/drawing/2014/main" id="{86DA48ED-D309-4D22-A46C-CF0F48983202}"/>
              </a:ext>
            </a:extLst>
          </p:cNvPr>
          <p:cNvSpPr>
            <a:spLocks noGrp="1"/>
          </p:cNvSpPr>
          <p:nvPr/>
        </p:nvSpPr>
        <p:spPr>
          <a:xfrm>
            <a:off x="2393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data_7964">
            <a:extLst>
              <a:ext uri="{FF2B5EF4-FFF2-40B4-BE49-F238E27FC236}">
                <a16:creationId xmlns:a16="http://schemas.microsoft.com/office/drawing/2014/main" id="{A18B6738-8F93-4825-959A-6A1AA507C429}"/>
              </a:ext>
            </a:extLst>
          </p:cNvPr>
          <p:cNvSpPr>
            <a:spLocks noGrp="1"/>
          </p:cNvSpPr>
          <p:nvPr/>
        </p:nvSpPr>
        <p:spPr>
          <a:xfrm>
            <a:off x="24320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data_7965">
            <a:extLst>
              <a:ext uri="{FF2B5EF4-FFF2-40B4-BE49-F238E27FC236}">
                <a16:creationId xmlns:a16="http://schemas.microsoft.com/office/drawing/2014/main" id="{D3AADDE9-5C90-40EF-8C53-8CF1D9F07840}"/>
              </a:ext>
            </a:extLst>
          </p:cNvPr>
          <p:cNvSpPr>
            <a:spLocks noGrp="1"/>
          </p:cNvSpPr>
          <p:nvPr/>
        </p:nvSpPr>
        <p:spPr>
          <a:xfrm>
            <a:off x="23111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data_7966">
            <a:extLst>
              <a:ext uri="{FF2B5EF4-FFF2-40B4-BE49-F238E27FC236}">
                <a16:creationId xmlns:a16="http://schemas.microsoft.com/office/drawing/2014/main" id="{CDE9CF40-4727-4ADC-A5C4-17096FE0F018}"/>
              </a:ext>
            </a:extLst>
          </p:cNvPr>
          <p:cNvSpPr>
            <a:spLocks noGrp="1"/>
          </p:cNvSpPr>
          <p:nvPr/>
        </p:nvSpPr>
        <p:spPr>
          <a:xfrm>
            <a:off x="2364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data_7967">
            <a:extLst>
              <a:ext uri="{FF2B5EF4-FFF2-40B4-BE49-F238E27FC236}">
                <a16:creationId xmlns:a16="http://schemas.microsoft.com/office/drawing/2014/main" id="{DB6F676A-1690-4358-AAC9-43C35BB8C621}"/>
              </a:ext>
            </a:extLst>
          </p:cNvPr>
          <p:cNvSpPr>
            <a:spLocks noGrp="1"/>
          </p:cNvSpPr>
          <p:nvPr/>
        </p:nvSpPr>
        <p:spPr>
          <a:xfrm>
            <a:off x="2389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data_7968">
            <a:extLst>
              <a:ext uri="{FF2B5EF4-FFF2-40B4-BE49-F238E27FC236}">
                <a16:creationId xmlns:a16="http://schemas.microsoft.com/office/drawing/2014/main" id="{162A1BA4-E881-4375-A210-582596D9E367}"/>
              </a:ext>
            </a:extLst>
          </p:cNvPr>
          <p:cNvSpPr>
            <a:spLocks noGrp="1"/>
          </p:cNvSpPr>
          <p:nvPr/>
        </p:nvSpPr>
        <p:spPr>
          <a:xfrm>
            <a:off x="23487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data_7969">
            <a:extLst>
              <a:ext uri="{FF2B5EF4-FFF2-40B4-BE49-F238E27FC236}">
                <a16:creationId xmlns:a16="http://schemas.microsoft.com/office/drawing/2014/main" id="{37B1744E-A133-415C-93DE-B80BBA87BE94}"/>
              </a:ext>
            </a:extLst>
          </p:cNvPr>
          <p:cNvSpPr>
            <a:spLocks noGrp="1"/>
          </p:cNvSpPr>
          <p:nvPr/>
        </p:nvSpPr>
        <p:spPr>
          <a:xfrm>
            <a:off x="23778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data_7970">
            <a:extLst>
              <a:ext uri="{FF2B5EF4-FFF2-40B4-BE49-F238E27FC236}">
                <a16:creationId xmlns:a16="http://schemas.microsoft.com/office/drawing/2014/main" id="{CB59CE4A-C4D9-4A4C-8C81-39230F928D34}"/>
              </a:ext>
            </a:extLst>
          </p:cNvPr>
          <p:cNvSpPr>
            <a:spLocks noGrp="1"/>
          </p:cNvSpPr>
          <p:nvPr/>
        </p:nvSpPr>
        <p:spPr>
          <a:xfrm>
            <a:off x="236147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data_7971">
            <a:extLst>
              <a:ext uri="{FF2B5EF4-FFF2-40B4-BE49-F238E27FC236}">
                <a16:creationId xmlns:a16="http://schemas.microsoft.com/office/drawing/2014/main" id="{2288B3D9-E323-4821-887B-850551D4BC2B}"/>
              </a:ext>
            </a:extLst>
          </p:cNvPr>
          <p:cNvSpPr>
            <a:spLocks noGrp="1"/>
          </p:cNvSpPr>
          <p:nvPr/>
        </p:nvSpPr>
        <p:spPr>
          <a:xfrm>
            <a:off x="241776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data_7972">
            <a:extLst>
              <a:ext uri="{FF2B5EF4-FFF2-40B4-BE49-F238E27FC236}">
                <a16:creationId xmlns:a16="http://schemas.microsoft.com/office/drawing/2014/main" id="{A00D070E-B09E-4E79-A87F-467A12386348}"/>
              </a:ext>
            </a:extLst>
          </p:cNvPr>
          <p:cNvSpPr>
            <a:spLocks noGrp="1"/>
          </p:cNvSpPr>
          <p:nvPr/>
        </p:nvSpPr>
        <p:spPr>
          <a:xfrm>
            <a:off x="23255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data_7973">
            <a:extLst>
              <a:ext uri="{FF2B5EF4-FFF2-40B4-BE49-F238E27FC236}">
                <a16:creationId xmlns:a16="http://schemas.microsoft.com/office/drawing/2014/main" id="{06CB5EA3-B0B2-4EFE-BA4A-9A370047D24C}"/>
              </a:ext>
            </a:extLst>
          </p:cNvPr>
          <p:cNvSpPr>
            <a:spLocks noGrp="1"/>
          </p:cNvSpPr>
          <p:nvPr/>
        </p:nvSpPr>
        <p:spPr>
          <a:xfrm>
            <a:off x="23315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data_7974">
            <a:extLst>
              <a:ext uri="{FF2B5EF4-FFF2-40B4-BE49-F238E27FC236}">
                <a16:creationId xmlns:a16="http://schemas.microsoft.com/office/drawing/2014/main" id="{2F542A6F-10C7-49E5-B90D-D432FD02E165}"/>
              </a:ext>
            </a:extLst>
          </p:cNvPr>
          <p:cNvSpPr>
            <a:spLocks noGrp="1"/>
          </p:cNvSpPr>
          <p:nvPr/>
        </p:nvSpPr>
        <p:spPr>
          <a:xfrm>
            <a:off x="23857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data_7975">
            <a:extLst>
              <a:ext uri="{FF2B5EF4-FFF2-40B4-BE49-F238E27FC236}">
                <a16:creationId xmlns:a16="http://schemas.microsoft.com/office/drawing/2014/main" id="{8CFCE90A-C55B-49AD-8F5F-2337A4AB3611}"/>
              </a:ext>
            </a:extLst>
          </p:cNvPr>
          <p:cNvSpPr>
            <a:spLocks noGrp="1"/>
          </p:cNvSpPr>
          <p:nvPr/>
        </p:nvSpPr>
        <p:spPr>
          <a:xfrm>
            <a:off x="23845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data_7976">
            <a:extLst>
              <a:ext uri="{FF2B5EF4-FFF2-40B4-BE49-F238E27FC236}">
                <a16:creationId xmlns:a16="http://schemas.microsoft.com/office/drawing/2014/main" id="{7FC61E74-5D1D-46D9-AF1F-76C7A721C392}"/>
              </a:ext>
            </a:extLst>
          </p:cNvPr>
          <p:cNvSpPr>
            <a:spLocks noGrp="1"/>
          </p:cNvSpPr>
          <p:nvPr/>
        </p:nvSpPr>
        <p:spPr>
          <a:xfrm>
            <a:off x="24268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data_7977">
            <a:extLst>
              <a:ext uri="{FF2B5EF4-FFF2-40B4-BE49-F238E27FC236}">
                <a16:creationId xmlns:a16="http://schemas.microsoft.com/office/drawing/2014/main" id="{EE4BBA9B-9D0C-4B73-85B9-F87BA76332DD}"/>
              </a:ext>
            </a:extLst>
          </p:cNvPr>
          <p:cNvSpPr>
            <a:spLocks noGrp="1"/>
          </p:cNvSpPr>
          <p:nvPr/>
        </p:nvSpPr>
        <p:spPr>
          <a:xfrm>
            <a:off x="24072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data_7978">
            <a:extLst>
              <a:ext uri="{FF2B5EF4-FFF2-40B4-BE49-F238E27FC236}">
                <a16:creationId xmlns:a16="http://schemas.microsoft.com/office/drawing/2014/main" id="{E777F97E-22CA-4D49-BD9B-DBEDDE561150}"/>
              </a:ext>
            </a:extLst>
          </p:cNvPr>
          <p:cNvSpPr>
            <a:spLocks noGrp="1"/>
          </p:cNvSpPr>
          <p:nvPr/>
        </p:nvSpPr>
        <p:spPr>
          <a:xfrm>
            <a:off x="23457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data_7979">
            <a:extLst>
              <a:ext uri="{FF2B5EF4-FFF2-40B4-BE49-F238E27FC236}">
                <a16:creationId xmlns:a16="http://schemas.microsoft.com/office/drawing/2014/main" id="{510D5C86-9049-4606-8B90-419E2FE27A4E}"/>
              </a:ext>
            </a:extLst>
          </p:cNvPr>
          <p:cNvSpPr>
            <a:spLocks noGrp="1"/>
          </p:cNvSpPr>
          <p:nvPr/>
        </p:nvSpPr>
        <p:spPr>
          <a:xfrm>
            <a:off x="24098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data_7980">
            <a:extLst>
              <a:ext uri="{FF2B5EF4-FFF2-40B4-BE49-F238E27FC236}">
                <a16:creationId xmlns:a16="http://schemas.microsoft.com/office/drawing/2014/main" id="{DF774060-297D-459A-AB8F-957B988F1564}"/>
              </a:ext>
            </a:extLst>
          </p:cNvPr>
          <p:cNvSpPr>
            <a:spLocks noGrp="1"/>
          </p:cNvSpPr>
          <p:nvPr/>
        </p:nvSpPr>
        <p:spPr>
          <a:xfrm>
            <a:off x="2399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data_7981">
            <a:extLst>
              <a:ext uri="{FF2B5EF4-FFF2-40B4-BE49-F238E27FC236}">
                <a16:creationId xmlns:a16="http://schemas.microsoft.com/office/drawing/2014/main" id="{3F6C165F-5822-4701-A175-5E5E08B9C636}"/>
              </a:ext>
            </a:extLst>
          </p:cNvPr>
          <p:cNvSpPr>
            <a:spLocks noGrp="1"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data_7982">
            <a:extLst>
              <a:ext uri="{FF2B5EF4-FFF2-40B4-BE49-F238E27FC236}">
                <a16:creationId xmlns:a16="http://schemas.microsoft.com/office/drawing/2014/main" id="{74D43663-5345-4799-91D7-B6E4CF1397A9}"/>
              </a:ext>
            </a:extLst>
          </p:cNvPr>
          <p:cNvSpPr>
            <a:spLocks noGrp="1"/>
          </p:cNvSpPr>
          <p:nvPr/>
        </p:nvSpPr>
        <p:spPr>
          <a:xfrm>
            <a:off x="23802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data_7983">
            <a:extLst>
              <a:ext uri="{FF2B5EF4-FFF2-40B4-BE49-F238E27FC236}">
                <a16:creationId xmlns:a16="http://schemas.microsoft.com/office/drawing/2014/main" id="{3B513449-2EAB-4F84-9B89-3F7909890CBF}"/>
              </a:ext>
            </a:extLst>
          </p:cNvPr>
          <p:cNvSpPr>
            <a:spLocks noGrp="1"/>
          </p:cNvSpPr>
          <p:nvPr/>
        </p:nvSpPr>
        <p:spPr>
          <a:xfrm>
            <a:off x="23126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data_7984">
            <a:extLst>
              <a:ext uri="{FF2B5EF4-FFF2-40B4-BE49-F238E27FC236}">
                <a16:creationId xmlns:a16="http://schemas.microsoft.com/office/drawing/2014/main" id="{AAEC84A5-B922-45A0-A38D-C056395493F1}"/>
              </a:ext>
            </a:extLst>
          </p:cNvPr>
          <p:cNvSpPr>
            <a:spLocks noGrp="1"/>
          </p:cNvSpPr>
          <p:nvPr/>
        </p:nvSpPr>
        <p:spPr>
          <a:xfrm>
            <a:off x="2399786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data_7985">
            <a:extLst>
              <a:ext uri="{FF2B5EF4-FFF2-40B4-BE49-F238E27FC236}">
                <a16:creationId xmlns:a16="http://schemas.microsoft.com/office/drawing/2014/main" id="{CFA25167-F15D-420B-A7A1-1D9E18BD97AE}"/>
              </a:ext>
            </a:extLst>
          </p:cNvPr>
          <p:cNvSpPr>
            <a:spLocks noGrp="1"/>
          </p:cNvSpPr>
          <p:nvPr/>
        </p:nvSpPr>
        <p:spPr>
          <a:xfrm>
            <a:off x="2416985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data_7986">
            <a:extLst>
              <a:ext uri="{FF2B5EF4-FFF2-40B4-BE49-F238E27FC236}">
                <a16:creationId xmlns:a16="http://schemas.microsoft.com/office/drawing/2014/main" id="{9CDCF407-006B-443A-B23B-F64693C1F4CA}"/>
              </a:ext>
            </a:extLst>
          </p:cNvPr>
          <p:cNvSpPr>
            <a:spLocks noGrp="1"/>
          </p:cNvSpPr>
          <p:nvPr/>
        </p:nvSpPr>
        <p:spPr>
          <a:xfrm>
            <a:off x="23342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data_7987">
            <a:extLst>
              <a:ext uri="{FF2B5EF4-FFF2-40B4-BE49-F238E27FC236}">
                <a16:creationId xmlns:a16="http://schemas.microsoft.com/office/drawing/2014/main" id="{D1D5E7F1-6230-470D-A00C-24126CD95FD0}"/>
              </a:ext>
            </a:extLst>
          </p:cNvPr>
          <p:cNvSpPr>
            <a:spLocks noGrp="1"/>
          </p:cNvSpPr>
          <p:nvPr/>
        </p:nvSpPr>
        <p:spPr>
          <a:xfrm>
            <a:off x="23244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data_7988">
            <a:extLst>
              <a:ext uri="{FF2B5EF4-FFF2-40B4-BE49-F238E27FC236}">
                <a16:creationId xmlns:a16="http://schemas.microsoft.com/office/drawing/2014/main" id="{E73AB77B-F7CF-471D-B0E5-D1147DA64E90}"/>
              </a:ext>
            </a:extLst>
          </p:cNvPr>
          <p:cNvSpPr>
            <a:spLocks noGrp="1"/>
          </p:cNvSpPr>
          <p:nvPr/>
        </p:nvSpPr>
        <p:spPr>
          <a:xfrm>
            <a:off x="2399525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data_7989">
            <a:extLst>
              <a:ext uri="{FF2B5EF4-FFF2-40B4-BE49-F238E27FC236}">
                <a16:creationId xmlns:a16="http://schemas.microsoft.com/office/drawing/2014/main" id="{5C742DE5-0F84-42D1-B060-5EE38DF6D461}"/>
              </a:ext>
            </a:extLst>
          </p:cNvPr>
          <p:cNvSpPr>
            <a:spLocks noGrp="1"/>
          </p:cNvSpPr>
          <p:nvPr/>
        </p:nvSpPr>
        <p:spPr>
          <a:xfrm>
            <a:off x="243314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data_7990">
            <a:extLst>
              <a:ext uri="{FF2B5EF4-FFF2-40B4-BE49-F238E27FC236}">
                <a16:creationId xmlns:a16="http://schemas.microsoft.com/office/drawing/2014/main" id="{F364D138-6659-4887-82CB-3A39040BF684}"/>
              </a:ext>
            </a:extLst>
          </p:cNvPr>
          <p:cNvSpPr>
            <a:spLocks noGrp="1"/>
          </p:cNvSpPr>
          <p:nvPr/>
        </p:nvSpPr>
        <p:spPr>
          <a:xfrm>
            <a:off x="24387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data_7991">
            <a:extLst>
              <a:ext uri="{FF2B5EF4-FFF2-40B4-BE49-F238E27FC236}">
                <a16:creationId xmlns:a16="http://schemas.microsoft.com/office/drawing/2014/main" id="{011E8959-2C60-4D97-890D-215DCBDC2923}"/>
              </a:ext>
            </a:extLst>
          </p:cNvPr>
          <p:cNvSpPr>
            <a:spLocks noGrp="1"/>
          </p:cNvSpPr>
          <p:nvPr/>
        </p:nvSpPr>
        <p:spPr>
          <a:xfrm>
            <a:off x="23582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data_7992">
            <a:extLst>
              <a:ext uri="{FF2B5EF4-FFF2-40B4-BE49-F238E27FC236}">
                <a16:creationId xmlns:a16="http://schemas.microsoft.com/office/drawing/2014/main" id="{50BAD978-DF09-4666-A82F-AE1D85E4F859}"/>
              </a:ext>
            </a:extLst>
          </p:cNvPr>
          <p:cNvSpPr>
            <a:spLocks noGrp="1"/>
          </p:cNvSpPr>
          <p:nvPr/>
        </p:nvSpPr>
        <p:spPr>
          <a:xfrm>
            <a:off x="24060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data_7993">
            <a:extLst>
              <a:ext uri="{FF2B5EF4-FFF2-40B4-BE49-F238E27FC236}">
                <a16:creationId xmlns:a16="http://schemas.microsoft.com/office/drawing/2014/main" id="{FE13ADD1-2D11-479B-AE01-3600532415CD}"/>
              </a:ext>
            </a:extLst>
          </p:cNvPr>
          <p:cNvSpPr>
            <a:spLocks noGrp="1"/>
          </p:cNvSpPr>
          <p:nvPr/>
        </p:nvSpPr>
        <p:spPr>
          <a:xfrm>
            <a:off x="2415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data_7994">
            <a:extLst>
              <a:ext uri="{FF2B5EF4-FFF2-40B4-BE49-F238E27FC236}">
                <a16:creationId xmlns:a16="http://schemas.microsoft.com/office/drawing/2014/main" id="{DA71C81D-7038-4BAD-94ED-7A15CE4CE4CE}"/>
              </a:ext>
            </a:extLst>
          </p:cNvPr>
          <p:cNvSpPr>
            <a:spLocks noGrp="1"/>
          </p:cNvSpPr>
          <p:nvPr/>
        </p:nvSpPr>
        <p:spPr>
          <a:xfrm>
            <a:off x="2431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data_7995">
            <a:extLst>
              <a:ext uri="{FF2B5EF4-FFF2-40B4-BE49-F238E27FC236}">
                <a16:creationId xmlns:a16="http://schemas.microsoft.com/office/drawing/2014/main" id="{514B0A3E-B46D-4D57-B6E4-27BA4A7CE653}"/>
              </a:ext>
            </a:extLst>
          </p:cNvPr>
          <p:cNvSpPr>
            <a:spLocks noGrp="1"/>
          </p:cNvSpPr>
          <p:nvPr/>
        </p:nvSpPr>
        <p:spPr>
          <a:xfrm>
            <a:off x="24178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data_7996">
            <a:extLst>
              <a:ext uri="{FF2B5EF4-FFF2-40B4-BE49-F238E27FC236}">
                <a16:creationId xmlns:a16="http://schemas.microsoft.com/office/drawing/2014/main" id="{6A2A9B6F-705B-4610-BEA2-86FC38E5CBAD}"/>
              </a:ext>
            </a:extLst>
          </p:cNvPr>
          <p:cNvSpPr>
            <a:spLocks noGrp="1"/>
          </p:cNvSpPr>
          <p:nvPr/>
        </p:nvSpPr>
        <p:spPr>
          <a:xfrm>
            <a:off x="23982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data_7997">
            <a:extLst>
              <a:ext uri="{FF2B5EF4-FFF2-40B4-BE49-F238E27FC236}">
                <a16:creationId xmlns:a16="http://schemas.microsoft.com/office/drawing/2014/main" id="{E43D5ED7-71A8-47A3-9298-79448875B8FF}"/>
              </a:ext>
            </a:extLst>
          </p:cNvPr>
          <p:cNvSpPr>
            <a:spLocks noGrp="1"/>
          </p:cNvSpPr>
          <p:nvPr/>
        </p:nvSpPr>
        <p:spPr>
          <a:xfrm>
            <a:off x="23183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data_7998">
            <a:extLst>
              <a:ext uri="{FF2B5EF4-FFF2-40B4-BE49-F238E27FC236}">
                <a16:creationId xmlns:a16="http://schemas.microsoft.com/office/drawing/2014/main" id="{318A8ECD-45A7-4A2B-9591-131AD8EEDEAF}"/>
              </a:ext>
            </a:extLst>
          </p:cNvPr>
          <p:cNvSpPr>
            <a:spLocks noGrp="1"/>
          </p:cNvSpPr>
          <p:nvPr/>
        </p:nvSpPr>
        <p:spPr>
          <a:xfrm>
            <a:off x="2330989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data_7999">
            <a:extLst>
              <a:ext uri="{FF2B5EF4-FFF2-40B4-BE49-F238E27FC236}">
                <a16:creationId xmlns:a16="http://schemas.microsoft.com/office/drawing/2014/main" id="{C54A8E3A-E352-4CFB-9DD8-E40C50BE87E3}"/>
              </a:ext>
            </a:extLst>
          </p:cNvPr>
          <p:cNvSpPr>
            <a:spLocks noGrp="1"/>
          </p:cNvSpPr>
          <p:nvPr/>
        </p:nvSpPr>
        <p:spPr>
          <a:xfrm>
            <a:off x="23995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data_8000">
            <a:extLst>
              <a:ext uri="{FF2B5EF4-FFF2-40B4-BE49-F238E27FC236}">
                <a16:creationId xmlns:a16="http://schemas.microsoft.com/office/drawing/2014/main" id="{BDDBAB05-7008-435A-9D1C-D32C6AEA710F}"/>
              </a:ext>
            </a:extLst>
          </p:cNvPr>
          <p:cNvSpPr>
            <a:spLocks noGrp="1"/>
          </p:cNvSpPr>
          <p:nvPr/>
        </p:nvSpPr>
        <p:spPr>
          <a:xfrm>
            <a:off x="23863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data_8001">
            <a:extLst>
              <a:ext uri="{FF2B5EF4-FFF2-40B4-BE49-F238E27FC236}">
                <a16:creationId xmlns:a16="http://schemas.microsoft.com/office/drawing/2014/main" id="{3CB5E572-C44F-4166-8DE0-1D247F04C940}"/>
              </a:ext>
            </a:extLst>
          </p:cNvPr>
          <p:cNvSpPr>
            <a:spLocks noGrp="1"/>
          </p:cNvSpPr>
          <p:nvPr/>
        </p:nvSpPr>
        <p:spPr>
          <a:xfrm>
            <a:off x="23364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data_8002">
            <a:extLst>
              <a:ext uri="{FF2B5EF4-FFF2-40B4-BE49-F238E27FC236}">
                <a16:creationId xmlns:a16="http://schemas.microsoft.com/office/drawing/2014/main" id="{763D6904-24CB-4918-8C74-AE70A098F178}"/>
              </a:ext>
            </a:extLst>
          </p:cNvPr>
          <p:cNvSpPr>
            <a:spLocks noGrp="1"/>
          </p:cNvSpPr>
          <p:nvPr/>
        </p:nvSpPr>
        <p:spPr>
          <a:xfrm>
            <a:off x="23600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data_8003">
            <a:extLst>
              <a:ext uri="{FF2B5EF4-FFF2-40B4-BE49-F238E27FC236}">
                <a16:creationId xmlns:a16="http://schemas.microsoft.com/office/drawing/2014/main" id="{5AD8EE4B-D9DF-4B8D-8C1D-D31A409385D5}"/>
              </a:ext>
            </a:extLst>
          </p:cNvPr>
          <p:cNvSpPr>
            <a:spLocks noGrp="1"/>
          </p:cNvSpPr>
          <p:nvPr/>
        </p:nvSpPr>
        <p:spPr>
          <a:xfrm>
            <a:off x="2313920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data_8004">
            <a:extLst>
              <a:ext uri="{FF2B5EF4-FFF2-40B4-BE49-F238E27FC236}">
                <a16:creationId xmlns:a16="http://schemas.microsoft.com/office/drawing/2014/main" id="{75276D68-D744-44F7-9891-C406F4F7D76E}"/>
              </a:ext>
            </a:extLst>
          </p:cNvPr>
          <p:cNvSpPr>
            <a:spLocks noGrp="1"/>
          </p:cNvSpPr>
          <p:nvPr/>
        </p:nvSpPr>
        <p:spPr>
          <a:xfrm>
            <a:off x="30206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data_8005">
            <a:extLst>
              <a:ext uri="{FF2B5EF4-FFF2-40B4-BE49-F238E27FC236}">
                <a16:creationId xmlns:a16="http://schemas.microsoft.com/office/drawing/2014/main" id="{3BC08526-A006-4137-96D6-3CA0F26D49E0}"/>
              </a:ext>
            </a:extLst>
          </p:cNvPr>
          <p:cNvSpPr>
            <a:spLocks noGrp="1"/>
          </p:cNvSpPr>
          <p:nvPr/>
        </p:nvSpPr>
        <p:spPr>
          <a:xfrm>
            <a:off x="3104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data_8006">
            <a:extLst>
              <a:ext uri="{FF2B5EF4-FFF2-40B4-BE49-F238E27FC236}">
                <a16:creationId xmlns:a16="http://schemas.microsoft.com/office/drawing/2014/main" id="{E28AC13D-04DB-499A-8E60-0F8ACED5E6F0}"/>
              </a:ext>
            </a:extLst>
          </p:cNvPr>
          <p:cNvSpPr>
            <a:spLocks noGrp="1"/>
          </p:cNvSpPr>
          <p:nvPr/>
        </p:nvSpPr>
        <p:spPr>
          <a:xfrm>
            <a:off x="2993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data_8007">
            <a:extLst>
              <a:ext uri="{FF2B5EF4-FFF2-40B4-BE49-F238E27FC236}">
                <a16:creationId xmlns:a16="http://schemas.microsoft.com/office/drawing/2014/main" id="{C08C7D07-1E42-4039-A9C0-1496DE189438}"/>
              </a:ext>
            </a:extLst>
          </p:cNvPr>
          <p:cNvSpPr>
            <a:spLocks noGrp="1"/>
          </p:cNvSpPr>
          <p:nvPr/>
        </p:nvSpPr>
        <p:spPr>
          <a:xfrm>
            <a:off x="30936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data_8008">
            <a:extLst>
              <a:ext uri="{FF2B5EF4-FFF2-40B4-BE49-F238E27FC236}">
                <a16:creationId xmlns:a16="http://schemas.microsoft.com/office/drawing/2014/main" id="{C5D895D6-2390-4ACD-B844-ED4502467064}"/>
              </a:ext>
            </a:extLst>
          </p:cNvPr>
          <p:cNvSpPr>
            <a:spLocks noGrp="1"/>
          </p:cNvSpPr>
          <p:nvPr/>
        </p:nvSpPr>
        <p:spPr>
          <a:xfrm>
            <a:off x="3041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data_8009">
            <a:extLst>
              <a:ext uri="{FF2B5EF4-FFF2-40B4-BE49-F238E27FC236}">
                <a16:creationId xmlns:a16="http://schemas.microsoft.com/office/drawing/2014/main" id="{DCE419D0-331F-4C13-B51D-3B5523757866}"/>
              </a:ext>
            </a:extLst>
          </p:cNvPr>
          <p:cNvSpPr>
            <a:spLocks noGrp="1"/>
          </p:cNvSpPr>
          <p:nvPr/>
        </p:nvSpPr>
        <p:spPr>
          <a:xfrm>
            <a:off x="31133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data_8010">
            <a:extLst>
              <a:ext uri="{FF2B5EF4-FFF2-40B4-BE49-F238E27FC236}">
                <a16:creationId xmlns:a16="http://schemas.microsoft.com/office/drawing/2014/main" id="{1A4D4DB8-6C69-42F4-A037-ED3AD54BB88B}"/>
              </a:ext>
            </a:extLst>
          </p:cNvPr>
          <p:cNvSpPr>
            <a:spLocks noGrp="1"/>
          </p:cNvSpPr>
          <p:nvPr/>
        </p:nvSpPr>
        <p:spPr>
          <a:xfrm>
            <a:off x="30205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data_8011">
            <a:extLst>
              <a:ext uri="{FF2B5EF4-FFF2-40B4-BE49-F238E27FC236}">
                <a16:creationId xmlns:a16="http://schemas.microsoft.com/office/drawing/2014/main" id="{00EAB349-CEE9-43EC-8062-95498D0C7368}"/>
              </a:ext>
            </a:extLst>
          </p:cNvPr>
          <p:cNvSpPr>
            <a:spLocks noGrp="1"/>
          </p:cNvSpPr>
          <p:nvPr/>
        </p:nvSpPr>
        <p:spPr>
          <a:xfrm>
            <a:off x="30841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data_8012">
            <a:extLst>
              <a:ext uri="{FF2B5EF4-FFF2-40B4-BE49-F238E27FC236}">
                <a16:creationId xmlns:a16="http://schemas.microsoft.com/office/drawing/2014/main" id="{BB2D8757-933C-4721-A88D-72B7114A5E03}"/>
              </a:ext>
            </a:extLst>
          </p:cNvPr>
          <p:cNvSpPr>
            <a:spLocks noGrp="1"/>
          </p:cNvSpPr>
          <p:nvPr/>
        </p:nvSpPr>
        <p:spPr>
          <a:xfrm>
            <a:off x="2997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data_8013">
            <a:extLst>
              <a:ext uri="{FF2B5EF4-FFF2-40B4-BE49-F238E27FC236}">
                <a16:creationId xmlns:a16="http://schemas.microsoft.com/office/drawing/2014/main" id="{2029873C-2170-4B40-BB35-4DDFC50A23C5}"/>
              </a:ext>
            </a:extLst>
          </p:cNvPr>
          <p:cNvSpPr>
            <a:spLocks noGrp="1"/>
          </p:cNvSpPr>
          <p:nvPr/>
        </p:nvSpPr>
        <p:spPr>
          <a:xfrm>
            <a:off x="30256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data_8014">
            <a:extLst>
              <a:ext uri="{FF2B5EF4-FFF2-40B4-BE49-F238E27FC236}">
                <a16:creationId xmlns:a16="http://schemas.microsoft.com/office/drawing/2014/main" id="{5EA6B350-4F70-49A5-A337-5F23A58D088A}"/>
              </a:ext>
            </a:extLst>
          </p:cNvPr>
          <p:cNvSpPr>
            <a:spLocks noGrp="1"/>
          </p:cNvSpPr>
          <p:nvPr/>
        </p:nvSpPr>
        <p:spPr>
          <a:xfrm>
            <a:off x="2997600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data_8015">
            <a:extLst>
              <a:ext uri="{FF2B5EF4-FFF2-40B4-BE49-F238E27FC236}">
                <a16:creationId xmlns:a16="http://schemas.microsoft.com/office/drawing/2014/main" id="{3874A53B-00BE-47DC-9F86-3F1107374261}"/>
              </a:ext>
            </a:extLst>
          </p:cNvPr>
          <p:cNvSpPr>
            <a:spLocks noGrp="1"/>
          </p:cNvSpPr>
          <p:nvPr/>
        </p:nvSpPr>
        <p:spPr>
          <a:xfrm>
            <a:off x="30712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data_8016">
            <a:extLst>
              <a:ext uri="{FF2B5EF4-FFF2-40B4-BE49-F238E27FC236}">
                <a16:creationId xmlns:a16="http://schemas.microsoft.com/office/drawing/2014/main" id="{3F42F25D-279B-4F0B-AAF0-7045A18EA349}"/>
              </a:ext>
            </a:extLst>
          </p:cNvPr>
          <p:cNvSpPr>
            <a:spLocks noGrp="1"/>
          </p:cNvSpPr>
          <p:nvPr/>
        </p:nvSpPr>
        <p:spPr>
          <a:xfrm>
            <a:off x="3015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data_8017">
            <a:extLst>
              <a:ext uri="{FF2B5EF4-FFF2-40B4-BE49-F238E27FC236}">
                <a16:creationId xmlns:a16="http://schemas.microsoft.com/office/drawing/2014/main" id="{1A0A01D5-3ACB-4C4E-9B85-EECB11F8DB96}"/>
              </a:ext>
            </a:extLst>
          </p:cNvPr>
          <p:cNvSpPr>
            <a:spLocks noGrp="1"/>
          </p:cNvSpPr>
          <p:nvPr/>
        </p:nvSpPr>
        <p:spPr>
          <a:xfrm>
            <a:off x="3054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data_8018">
            <a:extLst>
              <a:ext uri="{FF2B5EF4-FFF2-40B4-BE49-F238E27FC236}">
                <a16:creationId xmlns:a16="http://schemas.microsoft.com/office/drawing/2014/main" id="{E39EAA0D-FE4E-42C8-8BF4-51F15273AC10}"/>
              </a:ext>
            </a:extLst>
          </p:cNvPr>
          <p:cNvSpPr>
            <a:spLocks noGrp="1"/>
          </p:cNvSpPr>
          <p:nvPr/>
        </p:nvSpPr>
        <p:spPr>
          <a:xfrm>
            <a:off x="30404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data_8019">
            <a:extLst>
              <a:ext uri="{FF2B5EF4-FFF2-40B4-BE49-F238E27FC236}">
                <a16:creationId xmlns:a16="http://schemas.microsoft.com/office/drawing/2014/main" id="{D00E4A0E-665C-4EBD-BA72-FD15667BC868}"/>
              </a:ext>
            </a:extLst>
          </p:cNvPr>
          <p:cNvSpPr>
            <a:spLocks noGrp="1"/>
          </p:cNvSpPr>
          <p:nvPr/>
        </p:nvSpPr>
        <p:spPr>
          <a:xfrm>
            <a:off x="3027568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data_8020">
            <a:extLst>
              <a:ext uri="{FF2B5EF4-FFF2-40B4-BE49-F238E27FC236}">
                <a16:creationId xmlns:a16="http://schemas.microsoft.com/office/drawing/2014/main" id="{95F28F68-4CA5-46A4-B8F6-EB62EEE01748}"/>
              </a:ext>
            </a:extLst>
          </p:cNvPr>
          <p:cNvSpPr>
            <a:spLocks noGrp="1"/>
          </p:cNvSpPr>
          <p:nvPr/>
        </p:nvSpPr>
        <p:spPr>
          <a:xfrm>
            <a:off x="299720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data_8021">
            <a:extLst>
              <a:ext uri="{FF2B5EF4-FFF2-40B4-BE49-F238E27FC236}">
                <a16:creationId xmlns:a16="http://schemas.microsoft.com/office/drawing/2014/main" id="{83FEDFA3-B558-4CEF-ACEE-7E4A41DED52D}"/>
              </a:ext>
            </a:extLst>
          </p:cNvPr>
          <p:cNvSpPr>
            <a:spLocks noGrp="1"/>
          </p:cNvSpPr>
          <p:nvPr/>
        </p:nvSpPr>
        <p:spPr>
          <a:xfrm>
            <a:off x="311421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data_8022">
            <a:extLst>
              <a:ext uri="{FF2B5EF4-FFF2-40B4-BE49-F238E27FC236}">
                <a16:creationId xmlns:a16="http://schemas.microsoft.com/office/drawing/2014/main" id="{F2506FA4-D77D-4D2E-9EA2-7F7E0487C288}"/>
              </a:ext>
            </a:extLst>
          </p:cNvPr>
          <p:cNvSpPr>
            <a:spLocks noGrp="1"/>
          </p:cNvSpPr>
          <p:nvPr/>
        </p:nvSpPr>
        <p:spPr>
          <a:xfrm>
            <a:off x="299903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data_8023">
            <a:extLst>
              <a:ext uri="{FF2B5EF4-FFF2-40B4-BE49-F238E27FC236}">
                <a16:creationId xmlns:a16="http://schemas.microsoft.com/office/drawing/2014/main" id="{D944D92F-98F0-41DE-884D-9F00A5F18681}"/>
              </a:ext>
            </a:extLst>
          </p:cNvPr>
          <p:cNvSpPr>
            <a:spLocks noGrp="1"/>
          </p:cNvSpPr>
          <p:nvPr/>
        </p:nvSpPr>
        <p:spPr>
          <a:xfrm>
            <a:off x="31045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data_8024">
            <a:extLst>
              <a:ext uri="{FF2B5EF4-FFF2-40B4-BE49-F238E27FC236}">
                <a16:creationId xmlns:a16="http://schemas.microsoft.com/office/drawing/2014/main" id="{237B0C3B-C3A5-428E-89D0-679DC7D19178}"/>
              </a:ext>
            </a:extLst>
          </p:cNvPr>
          <p:cNvSpPr>
            <a:spLocks noGrp="1"/>
          </p:cNvSpPr>
          <p:nvPr/>
        </p:nvSpPr>
        <p:spPr>
          <a:xfrm>
            <a:off x="3042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data_8025">
            <a:extLst>
              <a:ext uri="{FF2B5EF4-FFF2-40B4-BE49-F238E27FC236}">
                <a16:creationId xmlns:a16="http://schemas.microsoft.com/office/drawing/2014/main" id="{C10396EF-54B3-403E-8913-2C2F67B4CC1D}"/>
              </a:ext>
            </a:extLst>
          </p:cNvPr>
          <p:cNvSpPr>
            <a:spLocks noGrp="1"/>
          </p:cNvSpPr>
          <p:nvPr/>
        </p:nvSpPr>
        <p:spPr>
          <a:xfrm>
            <a:off x="31195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data_8026">
            <a:extLst>
              <a:ext uri="{FF2B5EF4-FFF2-40B4-BE49-F238E27FC236}">
                <a16:creationId xmlns:a16="http://schemas.microsoft.com/office/drawing/2014/main" id="{52DC190F-4142-4DE6-8C88-160F83FD811E}"/>
              </a:ext>
            </a:extLst>
          </p:cNvPr>
          <p:cNvSpPr>
            <a:spLocks noGrp="1"/>
          </p:cNvSpPr>
          <p:nvPr/>
        </p:nvSpPr>
        <p:spPr>
          <a:xfrm>
            <a:off x="3078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data_8027">
            <a:extLst>
              <a:ext uri="{FF2B5EF4-FFF2-40B4-BE49-F238E27FC236}">
                <a16:creationId xmlns:a16="http://schemas.microsoft.com/office/drawing/2014/main" id="{5F831AAD-43EE-421F-82B6-4AD206A02454}"/>
              </a:ext>
            </a:extLst>
          </p:cNvPr>
          <p:cNvSpPr>
            <a:spLocks noGrp="1"/>
          </p:cNvSpPr>
          <p:nvPr/>
        </p:nvSpPr>
        <p:spPr>
          <a:xfrm>
            <a:off x="3087634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data_8028">
            <a:extLst>
              <a:ext uri="{FF2B5EF4-FFF2-40B4-BE49-F238E27FC236}">
                <a16:creationId xmlns:a16="http://schemas.microsoft.com/office/drawing/2014/main" id="{DEC770D9-2B4E-4791-B3EA-3C4575DD87C3}"/>
              </a:ext>
            </a:extLst>
          </p:cNvPr>
          <p:cNvSpPr>
            <a:spLocks noGrp="1"/>
          </p:cNvSpPr>
          <p:nvPr/>
        </p:nvSpPr>
        <p:spPr>
          <a:xfrm>
            <a:off x="3030434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data_8029">
            <a:extLst>
              <a:ext uri="{FF2B5EF4-FFF2-40B4-BE49-F238E27FC236}">
                <a16:creationId xmlns:a16="http://schemas.microsoft.com/office/drawing/2014/main" id="{6620C379-1BD1-4F3B-9A27-7250C9738AA5}"/>
              </a:ext>
            </a:extLst>
          </p:cNvPr>
          <p:cNvSpPr>
            <a:spLocks noGrp="1"/>
          </p:cNvSpPr>
          <p:nvPr/>
        </p:nvSpPr>
        <p:spPr>
          <a:xfrm>
            <a:off x="311226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data_8030">
            <a:extLst>
              <a:ext uri="{FF2B5EF4-FFF2-40B4-BE49-F238E27FC236}">
                <a16:creationId xmlns:a16="http://schemas.microsoft.com/office/drawing/2014/main" id="{0BCA93F5-04A4-44FE-B434-6B1DFBF8F0A2}"/>
              </a:ext>
            </a:extLst>
          </p:cNvPr>
          <p:cNvSpPr>
            <a:spLocks noGrp="1"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data_8031">
            <a:extLst>
              <a:ext uri="{FF2B5EF4-FFF2-40B4-BE49-F238E27FC236}">
                <a16:creationId xmlns:a16="http://schemas.microsoft.com/office/drawing/2014/main" id="{35E762FE-4463-4EC2-BB6C-10379422C671}"/>
              </a:ext>
            </a:extLst>
          </p:cNvPr>
          <p:cNvSpPr>
            <a:spLocks noGrp="1"/>
          </p:cNvSpPr>
          <p:nvPr/>
        </p:nvSpPr>
        <p:spPr>
          <a:xfrm>
            <a:off x="3013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data_8032">
            <a:extLst>
              <a:ext uri="{FF2B5EF4-FFF2-40B4-BE49-F238E27FC236}">
                <a16:creationId xmlns:a16="http://schemas.microsoft.com/office/drawing/2014/main" id="{00928A6B-A70C-4064-B1D8-6C569DF53552}"/>
              </a:ext>
            </a:extLst>
          </p:cNvPr>
          <p:cNvSpPr>
            <a:spLocks noGrp="1"/>
          </p:cNvSpPr>
          <p:nvPr/>
        </p:nvSpPr>
        <p:spPr>
          <a:xfrm>
            <a:off x="3085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data_8033">
            <a:extLst>
              <a:ext uri="{FF2B5EF4-FFF2-40B4-BE49-F238E27FC236}">
                <a16:creationId xmlns:a16="http://schemas.microsoft.com/office/drawing/2014/main" id="{E07D6A96-D33C-4A73-A599-6EAAF2B725D5}"/>
              </a:ext>
            </a:extLst>
          </p:cNvPr>
          <p:cNvSpPr>
            <a:spLocks noGrp="1"/>
          </p:cNvSpPr>
          <p:nvPr/>
        </p:nvSpPr>
        <p:spPr>
          <a:xfrm>
            <a:off x="3020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data_8034">
            <a:extLst>
              <a:ext uri="{FF2B5EF4-FFF2-40B4-BE49-F238E27FC236}">
                <a16:creationId xmlns:a16="http://schemas.microsoft.com/office/drawing/2014/main" id="{700E2F1D-959D-46D2-ADCE-783A10885B06}"/>
              </a:ext>
            </a:extLst>
          </p:cNvPr>
          <p:cNvSpPr>
            <a:spLocks noGrp="1"/>
          </p:cNvSpPr>
          <p:nvPr/>
        </p:nvSpPr>
        <p:spPr>
          <a:xfrm>
            <a:off x="30303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data_8035">
            <a:extLst>
              <a:ext uri="{FF2B5EF4-FFF2-40B4-BE49-F238E27FC236}">
                <a16:creationId xmlns:a16="http://schemas.microsoft.com/office/drawing/2014/main" id="{AE4A7F9B-0980-47D0-BED3-6ABDAFFC9CAF}"/>
              </a:ext>
            </a:extLst>
          </p:cNvPr>
          <p:cNvSpPr>
            <a:spLocks noGrp="1"/>
          </p:cNvSpPr>
          <p:nvPr/>
        </p:nvSpPr>
        <p:spPr>
          <a:xfrm>
            <a:off x="31112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data_8036">
            <a:extLst>
              <a:ext uri="{FF2B5EF4-FFF2-40B4-BE49-F238E27FC236}">
                <a16:creationId xmlns:a16="http://schemas.microsoft.com/office/drawing/2014/main" id="{A9F0F810-E526-4435-A313-18EC36BF73F2}"/>
              </a:ext>
            </a:extLst>
          </p:cNvPr>
          <p:cNvSpPr>
            <a:spLocks noGrp="1"/>
          </p:cNvSpPr>
          <p:nvPr/>
        </p:nvSpPr>
        <p:spPr>
          <a:xfrm>
            <a:off x="30323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data_8037">
            <a:extLst>
              <a:ext uri="{FF2B5EF4-FFF2-40B4-BE49-F238E27FC236}">
                <a16:creationId xmlns:a16="http://schemas.microsoft.com/office/drawing/2014/main" id="{E608FBD8-DBD9-47AB-8A02-D249DFE6975D}"/>
              </a:ext>
            </a:extLst>
          </p:cNvPr>
          <p:cNvSpPr>
            <a:spLocks noGrp="1"/>
          </p:cNvSpPr>
          <p:nvPr/>
        </p:nvSpPr>
        <p:spPr>
          <a:xfrm>
            <a:off x="3103921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data_8038">
            <a:extLst>
              <a:ext uri="{FF2B5EF4-FFF2-40B4-BE49-F238E27FC236}">
                <a16:creationId xmlns:a16="http://schemas.microsoft.com/office/drawing/2014/main" id="{7D4D8F32-668E-4091-800C-0E90557EC74C}"/>
              </a:ext>
            </a:extLst>
          </p:cNvPr>
          <p:cNvSpPr>
            <a:spLocks noGrp="1"/>
          </p:cNvSpPr>
          <p:nvPr/>
        </p:nvSpPr>
        <p:spPr>
          <a:xfrm>
            <a:off x="310496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data_8039">
            <a:extLst>
              <a:ext uri="{FF2B5EF4-FFF2-40B4-BE49-F238E27FC236}">
                <a16:creationId xmlns:a16="http://schemas.microsoft.com/office/drawing/2014/main" id="{8CC0C1D0-89A1-4115-822A-41E76B20E071}"/>
              </a:ext>
            </a:extLst>
          </p:cNvPr>
          <p:cNvSpPr>
            <a:spLocks noGrp="1"/>
          </p:cNvSpPr>
          <p:nvPr/>
        </p:nvSpPr>
        <p:spPr>
          <a:xfrm>
            <a:off x="310835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data_8040">
            <a:extLst>
              <a:ext uri="{FF2B5EF4-FFF2-40B4-BE49-F238E27FC236}">
                <a16:creationId xmlns:a16="http://schemas.microsoft.com/office/drawing/2014/main" id="{ED5E6098-89A8-4B54-9332-1817DF5F854A}"/>
              </a:ext>
            </a:extLst>
          </p:cNvPr>
          <p:cNvSpPr>
            <a:spLocks noGrp="1"/>
          </p:cNvSpPr>
          <p:nvPr/>
        </p:nvSpPr>
        <p:spPr>
          <a:xfrm>
            <a:off x="303343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data_8041">
            <a:extLst>
              <a:ext uri="{FF2B5EF4-FFF2-40B4-BE49-F238E27FC236}">
                <a16:creationId xmlns:a16="http://schemas.microsoft.com/office/drawing/2014/main" id="{721646E4-19D9-4713-A3B8-D06FC8F7FF04}"/>
              </a:ext>
            </a:extLst>
          </p:cNvPr>
          <p:cNvSpPr>
            <a:spLocks noGrp="1"/>
          </p:cNvSpPr>
          <p:nvPr/>
        </p:nvSpPr>
        <p:spPr>
          <a:xfrm>
            <a:off x="30137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data_8042">
            <a:extLst>
              <a:ext uri="{FF2B5EF4-FFF2-40B4-BE49-F238E27FC236}">
                <a16:creationId xmlns:a16="http://schemas.microsoft.com/office/drawing/2014/main" id="{4036C800-2F57-4BA3-9B06-26ACCBE9FB2D}"/>
              </a:ext>
            </a:extLst>
          </p:cNvPr>
          <p:cNvSpPr>
            <a:spLocks noGrp="1"/>
          </p:cNvSpPr>
          <p:nvPr/>
        </p:nvSpPr>
        <p:spPr>
          <a:xfrm>
            <a:off x="3089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data_8043">
            <a:extLst>
              <a:ext uri="{FF2B5EF4-FFF2-40B4-BE49-F238E27FC236}">
                <a16:creationId xmlns:a16="http://schemas.microsoft.com/office/drawing/2014/main" id="{93502596-1016-4D14-877B-70821BE7F901}"/>
              </a:ext>
            </a:extLst>
          </p:cNvPr>
          <p:cNvSpPr>
            <a:spLocks noGrp="1"/>
          </p:cNvSpPr>
          <p:nvPr/>
        </p:nvSpPr>
        <p:spPr>
          <a:xfrm>
            <a:off x="30076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data_8044">
            <a:extLst>
              <a:ext uri="{FF2B5EF4-FFF2-40B4-BE49-F238E27FC236}">
                <a16:creationId xmlns:a16="http://schemas.microsoft.com/office/drawing/2014/main" id="{003F93B8-29E4-49C4-9620-50F85CF2CF41}"/>
              </a:ext>
            </a:extLst>
          </p:cNvPr>
          <p:cNvSpPr>
            <a:spLocks noGrp="1"/>
          </p:cNvSpPr>
          <p:nvPr/>
        </p:nvSpPr>
        <p:spPr>
          <a:xfrm>
            <a:off x="30158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data_8045">
            <a:extLst>
              <a:ext uri="{FF2B5EF4-FFF2-40B4-BE49-F238E27FC236}">
                <a16:creationId xmlns:a16="http://schemas.microsoft.com/office/drawing/2014/main" id="{EA154200-0F05-49E0-A04A-93B6921A2D41}"/>
              </a:ext>
            </a:extLst>
          </p:cNvPr>
          <p:cNvSpPr>
            <a:spLocks noGrp="1"/>
          </p:cNvSpPr>
          <p:nvPr/>
        </p:nvSpPr>
        <p:spPr>
          <a:xfrm>
            <a:off x="30928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data_8046">
            <a:extLst>
              <a:ext uri="{FF2B5EF4-FFF2-40B4-BE49-F238E27FC236}">
                <a16:creationId xmlns:a16="http://schemas.microsoft.com/office/drawing/2014/main" id="{5A81C867-526E-483F-86E6-152F432CD22B}"/>
              </a:ext>
            </a:extLst>
          </p:cNvPr>
          <p:cNvSpPr>
            <a:spLocks noGrp="1"/>
          </p:cNvSpPr>
          <p:nvPr/>
        </p:nvSpPr>
        <p:spPr>
          <a:xfrm>
            <a:off x="3008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data_8047">
            <a:extLst>
              <a:ext uri="{FF2B5EF4-FFF2-40B4-BE49-F238E27FC236}">
                <a16:creationId xmlns:a16="http://schemas.microsoft.com/office/drawing/2014/main" id="{89C8A537-11C8-49AD-82DA-4742ADC2D2AD}"/>
              </a:ext>
            </a:extLst>
          </p:cNvPr>
          <p:cNvSpPr>
            <a:spLocks noGrp="1"/>
          </p:cNvSpPr>
          <p:nvPr/>
        </p:nvSpPr>
        <p:spPr>
          <a:xfrm>
            <a:off x="31178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data_8048">
            <a:extLst>
              <a:ext uri="{FF2B5EF4-FFF2-40B4-BE49-F238E27FC236}">
                <a16:creationId xmlns:a16="http://schemas.microsoft.com/office/drawing/2014/main" id="{8D37C42A-E19B-408D-ABEC-A78CC25C5E2C}"/>
              </a:ext>
            </a:extLst>
          </p:cNvPr>
          <p:cNvSpPr>
            <a:spLocks noGrp="1"/>
          </p:cNvSpPr>
          <p:nvPr/>
        </p:nvSpPr>
        <p:spPr>
          <a:xfrm>
            <a:off x="30979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data_8049">
            <a:extLst>
              <a:ext uri="{FF2B5EF4-FFF2-40B4-BE49-F238E27FC236}">
                <a16:creationId xmlns:a16="http://schemas.microsoft.com/office/drawing/2014/main" id="{13E71604-05BF-4C6C-B987-F1E5C28188E9}"/>
              </a:ext>
            </a:extLst>
          </p:cNvPr>
          <p:cNvSpPr>
            <a:spLocks noGrp="1"/>
          </p:cNvSpPr>
          <p:nvPr/>
        </p:nvSpPr>
        <p:spPr>
          <a:xfrm>
            <a:off x="30507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data_8050">
            <a:extLst>
              <a:ext uri="{FF2B5EF4-FFF2-40B4-BE49-F238E27FC236}">
                <a16:creationId xmlns:a16="http://schemas.microsoft.com/office/drawing/2014/main" id="{3C286ED2-730C-43E4-A22A-02BF588A98E7}"/>
              </a:ext>
            </a:extLst>
          </p:cNvPr>
          <p:cNvSpPr>
            <a:spLocks noGrp="1"/>
          </p:cNvSpPr>
          <p:nvPr/>
        </p:nvSpPr>
        <p:spPr>
          <a:xfrm>
            <a:off x="30287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data_8051">
            <a:extLst>
              <a:ext uri="{FF2B5EF4-FFF2-40B4-BE49-F238E27FC236}">
                <a16:creationId xmlns:a16="http://schemas.microsoft.com/office/drawing/2014/main" id="{DFFD4E87-0254-4083-9060-285740907DEE}"/>
              </a:ext>
            </a:extLst>
          </p:cNvPr>
          <p:cNvSpPr>
            <a:spLocks noGrp="1"/>
          </p:cNvSpPr>
          <p:nvPr/>
        </p:nvSpPr>
        <p:spPr>
          <a:xfrm>
            <a:off x="3121511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data_8052">
            <a:extLst>
              <a:ext uri="{FF2B5EF4-FFF2-40B4-BE49-F238E27FC236}">
                <a16:creationId xmlns:a16="http://schemas.microsoft.com/office/drawing/2014/main" id="{0CAB9BCD-AB8C-4325-A926-7910DB389294}"/>
              </a:ext>
            </a:extLst>
          </p:cNvPr>
          <p:cNvSpPr>
            <a:spLocks noGrp="1"/>
          </p:cNvSpPr>
          <p:nvPr/>
        </p:nvSpPr>
        <p:spPr>
          <a:xfrm>
            <a:off x="3074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data_8053">
            <a:extLst>
              <a:ext uri="{FF2B5EF4-FFF2-40B4-BE49-F238E27FC236}">
                <a16:creationId xmlns:a16="http://schemas.microsoft.com/office/drawing/2014/main" id="{3E7B8F1F-90CF-4BC0-AA66-12365B8155E6}"/>
              </a:ext>
            </a:extLst>
          </p:cNvPr>
          <p:cNvSpPr>
            <a:spLocks noGrp="1"/>
          </p:cNvSpPr>
          <p:nvPr/>
        </p:nvSpPr>
        <p:spPr>
          <a:xfrm>
            <a:off x="31039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data_8054">
            <a:extLst>
              <a:ext uri="{FF2B5EF4-FFF2-40B4-BE49-F238E27FC236}">
                <a16:creationId xmlns:a16="http://schemas.microsoft.com/office/drawing/2014/main" id="{B0009BA8-8E5E-473D-894C-3EDD0E3BF6D1}"/>
              </a:ext>
            </a:extLst>
          </p:cNvPr>
          <p:cNvSpPr>
            <a:spLocks noGrp="1"/>
          </p:cNvSpPr>
          <p:nvPr/>
        </p:nvSpPr>
        <p:spPr>
          <a:xfrm>
            <a:off x="3012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data_8055">
            <a:extLst>
              <a:ext uri="{FF2B5EF4-FFF2-40B4-BE49-F238E27FC236}">
                <a16:creationId xmlns:a16="http://schemas.microsoft.com/office/drawing/2014/main" id="{3B1E87B5-E842-4A97-A75E-4D11355FE901}"/>
              </a:ext>
            </a:extLst>
          </p:cNvPr>
          <p:cNvSpPr>
            <a:spLocks noGrp="1"/>
          </p:cNvSpPr>
          <p:nvPr/>
        </p:nvSpPr>
        <p:spPr>
          <a:xfrm>
            <a:off x="3049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data_8056">
            <a:extLst>
              <a:ext uri="{FF2B5EF4-FFF2-40B4-BE49-F238E27FC236}">
                <a16:creationId xmlns:a16="http://schemas.microsoft.com/office/drawing/2014/main" id="{9E27091E-45C3-4656-8091-8F479263CAAB}"/>
              </a:ext>
            </a:extLst>
          </p:cNvPr>
          <p:cNvSpPr>
            <a:spLocks noGrp="1"/>
          </p:cNvSpPr>
          <p:nvPr/>
        </p:nvSpPr>
        <p:spPr>
          <a:xfrm>
            <a:off x="30958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data_8057">
            <a:extLst>
              <a:ext uri="{FF2B5EF4-FFF2-40B4-BE49-F238E27FC236}">
                <a16:creationId xmlns:a16="http://schemas.microsoft.com/office/drawing/2014/main" id="{F0C42976-CA83-4AEC-A185-4949957DD38C}"/>
              </a:ext>
            </a:extLst>
          </p:cNvPr>
          <p:cNvSpPr>
            <a:spLocks noGrp="1"/>
          </p:cNvSpPr>
          <p:nvPr/>
        </p:nvSpPr>
        <p:spPr>
          <a:xfrm>
            <a:off x="3076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data_8058">
            <a:extLst>
              <a:ext uri="{FF2B5EF4-FFF2-40B4-BE49-F238E27FC236}">
                <a16:creationId xmlns:a16="http://schemas.microsoft.com/office/drawing/2014/main" id="{0D61E640-AA44-48A1-9809-FE639D56EE65}"/>
              </a:ext>
            </a:extLst>
          </p:cNvPr>
          <p:cNvSpPr>
            <a:spLocks noGrp="1"/>
          </p:cNvSpPr>
          <p:nvPr/>
        </p:nvSpPr>
        <p:spPr>
          <a:xfrm>
            <a:off x="31151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data_8059">
            <a:extLst>
              <a:ext uri="{FF2B5EF4-FFF2-40B4-BE49-F238E27FC236}">
                <a16:creationId xmlns:a16="http://schemas.microsoft.com/office/drawing/2014/main" id="{9F877B77-19DF-4D84-ADCB-0B0B4865AA34}"/>
              </a:ext>
            </a:extLst>
          </p:cNvPr>
          <p:cNvSpPr>
            <a:spLocks noGrp="1"/>
          </p:cNvSpPr>
          <p:nvPr/>
        </p:nvSpPr>
        <p:spPr>
          <a:xfrm>
            <a:off x="29942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data_8060">
            <a:extLst>
              <a:ext uri="{FF2B5EF4-FFF2-40B4-BE49-F238E27FC236}">
                <a16:creationId xmlns:a16="http://schemas.microsoft.com/office/drawing/2014/main" id="{4D8E9B92-52ED-46A5-AFC4-924DC755DDFD}"/>
              </a:ext>
            </a:extLst>
          </p:cNvPr>
          <p:cNvSpPr>
            <a:spLocks noGrp="1"/>
          </p:cNvSpPr>
          <p:nvPr/>
        </p:nvSpPr>
        <p:spPr>
          <a:xfrm>
            <a:off x="3047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data_8061">
            <a:extLst>
              <a:ext uri="{FF2B5EF4-FFF2-40B4-BE49-F238E27FC236}">
                <a16:creationId xmlns:a16="http://schemas.microsoft.com/office/drawing/2014/main" id="{17A5BDE1-9E8C-4603-8A58-4F06E6468ADD}"/>
              </a:ext>
            </a:extLst>
          </p:cNvPr>
          <p:cNvSpPr>
            <a:spLocks noGrp="1"/>
          </p:cNvSpPr>
          <p:nvPr/>
        </p:nvSpPr>
        <p:spPr>
          <a:xfrm>
            <a:off x="3072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data_8062">
            <a:extLst>
              <a:ext uri="{FF2B5EF4-FFF2-40B4-BE49-F238E27FC236}">
                <a16:creationId xmlns:a16="http://schemas.microsoft.com/office/drawing/2014/main" id="{2778ADE3-8F01-4775-80F8-4407B9FB8202}"/>
              </a:ext>
            </a:extLst>
          </p:cNvPr>
          <p:cNvSpPr>
            <a:spLocks noGrp="1"/>
          </p:cNvSpPr>
          <p:nvPr/>
        </p:nvSpPr>
        <p:spPr>
          <a:xfrm>
            <a:off x="30317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data_8063">
            <a:extLst>
              <a:ext uri="{FF2B5EF4-FFF2-40B4-BE49-F238E27FC236}">
                <a16:creationId xmlns:a16="http://schemas.microsoft.com/office/drawing/2014/main" id="{7AC39960-C15E-46EF-9FB8-C024E868600B}"/>
              </a:ext>
            </a:extLst>
          </p:cNvPr>
          <p:cNvSpPr>
            <a:spLocks noGrp="1"/>
          </p:cNvSpPr>
          <p:nvPr/>
        </p:nvSpPr>
        <p:spPr>
          <a:xfrm>
            <a:off x="30609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data_8064">
            <a:extLst>
              <a:ext uri="{FF2B5EF4-FFF2-40B4-BE49-F238E27FC236}">
                <a16:creationId xmlns:a16="http://schemas.microsoft.com/office/drawing/2014/main" id="{6B3298B0-F2F0-4BE6-BD9C-B2D2244FD6D2}"/>
              </a:ext>
            </a:extLst>
          </p:cNvPr>
          <p:cNvSpPr>
            <a:spLocks noGrp="1"/>
          </p:cNvSpPr>
          <p:nvPr/>
        </p:nvSpPr>
        <p:spPr>
          <a:xfrm>
            <a:off x="3044506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data_8065">
            <a:extLst>
              <a:ext uri="{FF2B5EF4-FFF2-40B4-BE49-F238E27FC236}">
                <a16:creationId xmlns:a16="http://schemas.microsoft.com/office/drawing/2014/main" id="{EFFD73EB-B0A4-4AD6-B295-5C30BFAF2F9E}"/>
              </a:ext>
            </a:extLst>
          </p:cNvPr>
          <p:cNvSpPr>
            <a:spLocks noGrp="1"/>
          </p:cNvSpPr>
          <p:nvPr/>
        </p:nvSpPr>
        <p:spPr>
          <a:xfrm>
            <a:off x="3100794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data_8066">
            <a:extLst>
              <a:ext uri="{FF2B5EF4-FFF2-40B4-BE49-F238E27FC236}">
                <a16:creationId xmlns:a16="http://schemas.microsoft.com/office/drawing/2014/main" id="{9D6E2B50-B953-4DE3-82D6-8BFBFC5CA867}"/>
              </a:ext>
            </a:extLst>
          </p:cNvPr>
          <p:cNvSpPr>
            <a:spLocks noGrp="1"/>
          </p:cNvSpPr>
          <p:nvPr/>
        </p:nvSpPr>
        <p:spPr>
          <a:xfrm>
            <a:off x="30085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data_8067">
            <a:extLst>
              <a:ext uri="{FF2B5EF4-FFF2-40B4-BE49-F238E27FC236}">
                <a16:creationId xmlns:a16="http://schemas.microsoft.com/office/drawing/2014/main" id="{5CE68FDB-3671-42F0-9936-C474D237B68A}"/>
              </a:ext>
            </a:extLst>
          </p:cNvPr>
          <p:cNvSpPr>
            <a:spLocks noGrp="1"/>
          </p:cNvSpPr>
          <p:nvPr/>
        </p:nvSpPr>
        <p:spPr>
          <a:xfrm>
            <a:off x="30145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data_8068">
            <a:extLst>
              <a:ext uri="{FF2B5EF4-FFF2-40B4-BE49-F238E27FC236}">
                <a16:creationId xmlns:a16="http://schemas.microsoft.com/office/drawing/2014/main" id="{3CBE8CE7-BA5E-417E-A83D-CCE78ABB3537}"/>
              </a:ext>
            </a:extLst>
          </p:cNvPr>
          <p:cNvSpPr>
            <a:spLocks noGrp="1"/>
          </p:cNvSpPr>
          <p:nvPr/>
        </p:nvSpPr>
        <p:spPr>
          <a:xfrm>
            <a:off x="30687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data_8069">
            <a:extLst>
              <a:ext uri="{FF2B5EF4-FFF2-40B4-BE49-F238E27FC236}">
                <a16:creationId xmlns:a16="http://schemas.microsoft.com/office/drawing/2014/main" id="{D9299FB7-841C-4E48-B900-725E5529A25E}"/>
              </a:ext>
            </a:extLst>
          </p:cNvPr>
          <p:cNvSpPr>
            <a:spLocks noGrp="1"/>
          </p:cNvSpPr>
          <p:nvPr/>
        </p:nvSpPr>
        <p:spPr>
          <a:xfrm>
            <a:off x="30675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data_8070">
            <a:extLst>
              <a:ext uri="{FF2B5EF4-FFF2-40B4-BE49-F238E27FC236}">
                <a16:creationId xmlns:a16="http://schemas.microsoft.com/office/drawing/2014/main" id="{8A9F9DFD-94C1-4A97-A137-AF9CA755B8BA}"/>
              </a:ext>
            </a:extLst>
          </p:cNvPr>
          <p:cNvSpPr>
            <a:spLocks noGrp="1"/>
          </p:cNvSpPr>
          <p:nvPr/>
        </p:nvSpPr>
        <p:spPr>
          <a:xfrm>
            <a:off x="3109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data_8071">
            <a:extLst>
              <a:ext uri="{FF2B5EF4-FFF2-40B4-BE49-F238E27FC236}">
                <a16:creationId xmlns:a16="http://schemas.microsoft.com/office/drawing/2014/main" id="{ED67C045-C535-4934-81EF-BB1357AE983F}"/>
              </a:ext>
            </a:extLst>
          </p:cNvPr>
          <p:cNvSpPr>
            <a:spLocks noGrp="1"/>
          </p:cNvSpPr>
          <p:nvPr/>
        </p:nvSpPr>
        <p:spPr>
          <a:xfrm>
            <a:off x="30902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data_8072">
            <a:extLst>
              <a:ext uri="{FF2B5EF4-FFF2-40B4-BE49-F238E27FC236}">
                <a16:creationId xmlns:a16="http://schemas.microsoft.com/office/drawing/2014/main" id="{A5BDB3D5-E42E-41D4-AB4B-65A5488FA50B}"/>
              </a:ext>
            </a:extLst>
          </p:cNvPr>
          <p:cNvSpPr>
            <a:spLocks noGrp="1"/>
          </p:cNvSpPr>
          <p:nvPr/>
        </p:nvSpPr>
        <p:spPr>
          <a:xfrm>
            <a:off x="30287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data_8073">
            <a:extLst>
              <a:ext uri="{FF2B5EF4-FFF2-40B4-BE49-F238E27FC236}">
                <a16:creationId xmlns:a16="http://schemas.microsoft.com/office/drawing/2014/main" id="{A3494689-2361-48FE-8369-9187926583A8}"/>
              </a:ext>
            </a:extLst>
          </p:cNvPr>
          <p:cNvSpPr>
            <a:spLocks noGrp="1"/>
          </p:cNvSpPr>
          <p:nvPr/>
        </p:nvSpPr>
        <p:spPr>
          <a:xfrm>
            <a:off x="309284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data_8074">
            <a:extLst>
              <a:ext uri="{FF2B5EF4-FFF2-40B4-BE49-F238E27FC236}">
                <a16:creationId xmlns:a16="http://schemas.microsoft.com/office/drawing/2014/main" id="{8D358B32-20AA-47A9-957F-E1059EBEAB91}"/>
              </a:ext>
            </a:extLst>
          </p:cNvPr>
          <p:cNvSpPr>
            <a:spLocks noGrp="1"/>
          </p:cNvSpPr>
          <p:nvPr/>
        </p:nvSpPr>
        <p:spPr>
          <a:xfrm>
            <a:off x="308229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data_8075">
            <a:extLst>
              <a:ext uri="{FF2B5EF4-FFF2-40B4-BE49-F238E27FC236}">
                <a16:creationId xmlns:a16="http://schemas.microsoft.com/office/drawing/2014/main" id="{4A1DA422-0F7F-4D06-9E40-D0B3A81916FE}"/>
              </a:ext>
            </a:extLst>
          </p:cNvPr>
          <p:cNvSpPr>
            <a:spLocks noGrp="1"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data_8076">
            <a:extLst>
              <a:ext uri="{FF2B5EF4-FFF2-40B4-BE49-F238E27FC236}">
                <a16:creationId xmlns:a16="http://schemas.microsoft.com/office/drawing/2014/main" id="{42BA28A3-EC1D-433D-802E-2F824F8865D6}"/>
              </a:ext>
            </a:extLst>
          </p:cNvPr>
          <p:cNvSpPr>
            <a:spLocks noGrp="1"/>
          </p:cNvSpPr>
          <p:nvPr/>
        </p:nvSpPr>
        <p:spPr>
          <a:xfrm>
            <a:off x="30632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data_8077">
            <a:extLst>
              <a:ext uri="{FF2B5EF4-FFF2-40B4-BE49-F238E27FC236}">
                <a16:creationId xmlns:a16="http://schemas.microsoft.com/office/drawing/2014/main" id="{F8ECC57A-8165-4317-B896-3CC4373F0B2C}"/>
              </a:ext>
            </a:extLst>
          </p:cNvPr>
          <p:cNvSpPr>
            <a:spLocks noGrp="1"/>
          </p:cNvSpPr>
          <p:nvPr/>
        </p:nvSpPr>
        <p:spPr>
          <a:xfrm>
            <a:off x="2995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data_8078">
            <a:extLst>
              <a:ext uri="{FF2B5EF4-FFF2-40B4-BE49-F238E27FC236}">
                <a16:creationId xmlns:a16="http://schemas.microsoft.com/office/drawing/2014/main" id="{F70A4383-B8D2-4249-ABDE-2465B621DB4B}"/>
              </a:ext>
            </a:extLst>
          </p:cNvPr>
          <p:cNvSpPr>
            <a:spLocks noGrp="1"/>
          </p:cNvSpPr>
          <p:nvPr/>
        </p:nvSpPr>
        <p:spPr>
          <a:xfrm>
            <a:off x="3082813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data_8079">
            <a:extLst>
              <a:ext uri="{FF2B5EF4-FFF2-40B4-BE49-F238E27FC236}">
                <a16:creationId xmlns:a16="http://schemas.microsoft.com/office/drawing/2014/main" id="{B037DA2B-6000-4FB2-9950-FF579F51D707}"/>
              </a:ext>
            </a:extLst>
          </p:cNvPr>
          <p:cNvSpPr>
            <a:spLocks noGrp="1"/>
          </p:cNvSpPr>
          <p:nvPr/>
        </p:nvSpPr>
        <p:spPr>
          <a:xfrm>
            <a:off x="3100013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data_8080">
            <a:extLst>
              <a:ext uri="{FF2B5EF4-FFF2-40B4-BE49-F238E27FC236}">
                <a16:creationId xmlns:a16="http://schemas.microsoft.com/office/drawing/2014/main" id="{5A7C60B8-79BF-4839-9A7F-5A6D2B2B75BB}"/>
              </a:ext>
            </a:extLst>
          </p:cNvPr>
          <p:cNvSpPr>
            <a:spLocks noGrp="1"/>
          </p:cNvSpPr>
          <p:nvPr/>
        </p:nvSpPr>
        <p:spPr>
          <a:xfrm>
            <a:off x="30172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data_8081">
            <a:extLst>
              <a:ext uri="{FF2B5EF4-FFF2-40B4-BE49-F238E27FC236}">
                <a16:creationId xmlns:a16="http://schemas.microsoft.com/office/drawing/2014/main" id="{4FD2B33F-BF48-4869-B01A-C8991943CF6F}"/>
              </a:ext>
            </a:extLst>
          </p:cNvPr>
          <p:cNvSpPr>
            <a:spLocks noGrp="1"/>
          </p:cNvSpPr>
          <p:nvPr/>
        </p:nvSpPr>
        <p:spPr>
          <a:xfrm>
            <a:off x="30075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data_8082">
            <a:extLst>
              <a:ext uri="{FF2B5EF4-FFF2-40B4-BE49-F238E27FC236}">
                <a16:creationId xmlns:a16="http://schemas.microsoft.com/office/drawing/2014/main" id="{8964003B-200F-4A28-82A4-B054B096E764}"/>
              </a:ext>
            </a:extLst>
          </p:cNvPr>
          <p:cNvSpPr>
            <a:spLocks noGrp="1"/>
          </p:cNvSpPr>
          <p:nvPr/>
        </p:nvSpPr>
        <p:spPr>
          <a:xfrm>
            <a:off x="308255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data_8083">
            <a:extLst>
              <a:ext uri="{FF2B5EF4-FFF2-40B4-BE49-F238E27FC236}">
                <a16:creationId xmlns:a16="http://schemas.microsoft.com/office/drawing/2014/main" id="{95F1D745-1038-454F-BEBD-186C777C0BC5}"/>
              </a:ext>
            </a:extLst>
          </p:cNvPr>
          <p:cNvSpPr>
            <a:spLocks noGrp="1"/>
          </p:cNvSpPr>
          <p:nvPr/>
        </p:nvSpPr>
        <p:spPr>
          <a:xfrm>
            <a:off x="3116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data_8084">
            <a:extLst>
              <a:ext uri="{FF2B5EF4-FFF2-40B4-BE49-F238E27FC236}">
                <a16:creationId xmlns:a16="http://schemas.microsoft.com/office/drawing/2014/main" id="{D8B5E4C6-567E-429D-87B9-31D1B135FEA8}"/>
              </a:ext>
            </a:extLst>
          </p:cNvPr>
          <p:cNvSpPr>
            <a:spLocks noGrp="1"/>
          </p:cNvSpPr>
          <p:nvPr/>
        </p:nvSpPr>
        <p:spPr>
          <a:xfrm>
            <a:off x="31217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data_8085">
            <a:extLst>
              <a:ext uri="{FF2B5EF4-FFF2-40B4-BE49-F238E27FC236}">
                <a16:creationId xmlns:a16="http://schemas.microsoft.com/office/drawing/2014/main" id="{EBC15F2C-9408-4DF1-AB12-E963AEDE4418}"/>
              </a:ext>
            </a:extLst>
          </p:cNvPr>
          <p:cNvSpPr>
            <a:spLocks noGrp="1"/>
          </p:cNvSpPr>
          <p:nvPr/>
        </p:nvSpPr>
        <p:spPr>
          <a:xfrm>
            <a:off x="30412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data_8086">
            <a:extLst>
              <a:ext uri="{FF2B5EF4-FFF2-40B4-BE49-F238E27FC236}">
                <a16:creationId xmlns:a16="http://schemas.microsoft.com/office/drawing/2014/main" id="{7B11850E-4F4F-4643-9121-EB14F73BC905}"/>
              </a:ext>
            </a:extLst>
          </p:cNvPr>
          <p:cNvSpPr>
            <a:spLocks noGrp="1"/>
          </p:cNvSpPr>
          <p:nvPr/>
        </p:nvSpPr>
        <p:spPr>
          <a:xfrm>
            <a:off x="308906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data_8087">
            <a:extLst>
              <a:ext uri="{FF2B5EF4-FFF2-40B4-BE49-F238E27FC236}">
                <a16:creationId xmlns:a16="http://schemas.microsoft.com/office/drawing/2014/main" id="{5547CF25-D469-4C86-8FCD-15D568521587}"/>
              </a:ext>
            </a:extLst>
          </p:cNvPr>
          <p:cNvSpPr>
            <a:spLocks noGrp="1"/>
          </p:cNvSpPr>
          <p:nvPr/>
        </p:nvSpPr>
        <p:spPr>
          <a:xfrm>
            <a:off x="30989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data_8088">
            <a:extLst>
              <a:ext uri="{FF2B5EF4-FFF2-40B4-BE49-F238E27FC236}">
                <a16:creationId xmlns:a16="http://schemas.microsoft.com/office/drawing/2014/main" id="{1F145B1D-7603-4007-9CE6-8BD9776F559F}"/>
              </a:ext>
            </a:extLst>
          </p:cNvPr>
          <p:cNvSpPr>
            <a:spLocks noGrp="1"/>
          </p:cNvSpPr>
          <p:nvPr/>
        </p:nvSpPr>
        <p:spPr>
          <a:xfrm>
            <a:off x="3114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data_8089">
            <a:extLst>
              <a:ext uri="{FF2B5EF4-FFF2-40B4-BE49-F238E27FC236}">
                <a16:creationId xmlns:a16="http://schemas.microsoft.com/office/drawing/2014/main" id="{CE0237C6-5E0D-4EF5-97DF-F04A4D7A0FBC}"/>
              </a:ext>
            </a:extLst>
          </p:cNvPr>
          <p:cNvSpPr>
            <a:spLocks noGrp="1"/>
          </p:cNvSpPr>
          <p:nvPr/>
        </p:nvSpPr>
        <p:spPr>
          <a:xfrm>
            <a:off x="31009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data_8090">
            <a:extLst>
              <a:ext uri="{FF2B5EF4-FFF2-40B4-BE49-F238E27FC236}">
                <a16:creationId xmlns:a16="http://schemas.microsoft.com/office/drawing/2014/main" id="{D0B9043D-4062-4057-89FD-8F6CA7C4B5B6}"/>
              </a:ext>
            </a:extLst>
          </p:cNvPr>
          <p:cNvSpPr>
            <a:spLocks noGrp="1"/>
          </p:cNvSpPr>
          <p:nvPr/>
        </p:nvSpPr>
        <p:spPr>
          <a:xfrm>
            <a:off x="30812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data_8091">
            <a:extLst>
              <a:ext uri="{FF2B5EF4-FFF2-40B4-BE49-F238E27FC236}">
                <a16:creationId xmlns:a16="http://schemas.microsoft.com/office/drawing/2014/main" id="{130E42ED-E0B9-481F-B62B-00961CDB3B33}"/>
              </a:ext>
            </a:extLst>
          </p:cNvPr>
          <p:cNvSpPr>
            <a:spLocks noGrp="1"/>
          </p:cNvSpPr>
          <p:nvPr/>
        </p:nvSpPr>
        <p:spPr>
          <a:xfrm>
            <a:off x="30013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data_8092">
            <a:extLst>
              <a:ext uri="{FF2B5EF4-FFF2-40B4-BE49-F238E27FC236}">
                <a16:creationId xmlns:a16="http://schemas.microsoft.com/office/drawing/2014/main" id="{64C0A557-6AC2-4262-B724-F9FCAED4E227}"/>
              </a:ext>
            </a:extLst>
          </p:cNvPr>
          <p:cNvSpPr>
            <a:spLocks noGrp="1"/>
          </p:cNvSpPr>
          <p:nvPr/>
        </p:nvSpPr>
        <p:spPr>
          <a:xfrm>
            <a:off x="3014017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data_8093">
            <a:extLst>
              <a:ext uri="{FF2B5EF4-FFF2-40B4-BE49-F238E27FC236}">
                <a16:creationId xmlns:a16="http://schemas.microsoft.com/office/drawing/2014/main" id="{7FBCADFD-8933-47DF-B234-FF8B710A30AB}"/>
              </a:ext>
            </a:extLst>
          </p:cNvPr>
          <p:cNvSpPr>
            <a:spLocks noGrp="1"/>
          </p:cNvSpPr>
          <p:nvPr/>
        </p:nvSpPr>
        <p:spPr>
          <a:xfrm>
            <a:off x="30825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data_8094">
            <a:extLst>
              <a:ext uri="{FF2B5EF4-FFF2-40B4-BE49-F238E27FC236}">
                <a16:creationId xmlns:a16="http://schemas.microsoft.com/office/drawing/2014/main" id="{CDF8DFE4-7A7D-4624-A82E-EA3440903EF4}"/>
              </a:ext>
            </a:extLst>
          </p:cNvPr>
          <p:cNvSpPr>
            <a:spLocks noGrp="1"/>
          </p:cNvSpPr>
          <p:nvPr/>
        </p:nvSpPr>
        <p:spPr>
          <a:xfrm>
            <a:off x="30693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data_8095">
            <a:extLst>
              <a:ext uri="{FF2B5EF4-FFF2-40B4-BE49-F238E27FC236}">
                <a16:creationId xmlns:a16="http://schemas.microsoft.com/office/drawing/2014/main" id="{DAA8A030-507E-4905-B064-D4DAEFE9EBDE}"/>
              </a:ext>
            </a:extLst>
          </p:cNvPr>
          <p:cNvSpPr>
            <a:spLocks noGrp="1"/>
          </p:cNvSpPr>
          <p:nvPr/>
        </p:nvSpPr>
        <p:spPr>
          <a:xfrm>
            <a:off x="3019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data_8096">
            <a:extLst>
              <a:ext uri="{FF2B5EF4-FFF2-40B4-BE49-F238E27FC236}">
                <a16:creationId xmlns:a16="http://schemas.microsoft.com/office/drawing/2014/main" id="{3AA2F159-866C-4C28-8126-8C03ECB96844}"/>
              </a:ext>
            </a:extLst>
          </p:cNvPr>
          <p:cNvSpPr>
            <a:spLocks noGrp="1"/>
          </p:cNvSpPr>
          <p:nvPr/>
        </p:nvSpPr>
        <p:spPr>
          <a:xfrm>
            <a:off x="30430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data_8097">
            <a:extLst>
              <a:ext uri="{FF2B5EF4-FFF2-40B4-BE49-F238E27FC236}">
                <a16:creationId xmlns:a16="http://schemas.microsoft.com/office/drawing/2014/main" id="{847FF23E-3FCB-4214-A8D8-5CCEC276F80C}"/>
              </a:ext>
            </a:extLst>
          </p:cNvPr>
          <p:cNvSpPr>
            <a:spLocks noGrp="1"/>
          </p:cNvSpPr>
          <p:nvPr/>
        </p:nvSpPr>
        <p:spPr>
          <a:xfrm>
            <a:off x="299694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data_8098">
            <a:extLst>
              <a:ext uri="{FF2B5EF4-FFF2-40B4-BE49-F238E27FC236}">
                <a16:creationId xmlns:a16="http://schemas.microsoft.com/office/drawing/2014/main" id="{77847BE6-CBDC-4C22-A2BD-BEB61460C092}"/>
              </a:ext>
            </a:extLst>
          </p:cNvPr>
          <p:cNvSpPr>
            <a:spLocks noGrp="1"/>
          </p:cNvSpPr>
          <p:nvPr/>
        </p:nvSpPr>
        <p:spPr>
          <a:xfrm>
            <a:off x="1007269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3" name="data_8099">
            <a:extLst>
              <a:ext uri="{FF2B5EF4-FFF2-40B4-BE49-F238E27FC236}">
                <a16:creationId xmlns:a16="http://schemas.microsoft.com/office/drawing/2014/main" id="{6C5665FD-856F-4860-8B16-D0EE90D83BC3}"/>
              </a:ext>
            </a:extLst>
          </p:cNvPr>
          <p:cNvSpPr>
            <a:spLocks noGrp="1"/>
          </p:cNvSpPr>
          <p:nvPr/>
        </p:nvSpPr>
        <p:spPr>
          <a:xfrm>
            <a:off x="1007269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4" name="text_8100">
            <a:extLst>
              <a:ext uri="{FF2B5EF4-FFF2-40B4-BE49-F238E27FC236}">
                <a16:creationId xmlns:a16="http://schemas.microsoft.com/office/drawing/2014/main" id="{94673291-3FB5-4359-96B2-F29D2EE11DD5}"/>
              </a:ext>
            </a:extLst>
          </p:cNvPr>
          <p:cNvSpPr>
            <a:spLocks noGrp="1"/>
          </p:cNvSpPr>
          <p:nvPr/>
        </p:nvSpPr>
        <p:spPr>
          <a:xfrm>
            <a:off x="617111" y="4773801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8101">
            <a:extLst>
              <a:ext uri="{FF2B5EF4-FFF2-40B4-BE49-F238E27FC236}">
                <a16:creationId xmlns:a16="http://schemas.microsoft.com/office/drawing/2014/main" id="{FE3845A4-D6E0-48FA-80F4-6F1DA9CC97AB}"/>
              </a:ext>
            </a:extLst>
          </p:cNvPr>
          <p:cNvSpPr>
            <a:spLocks noGrp="1"/>
          </p:cNvSpPr>
          <p:nvPr/>
        </p:nvSpPr>
        <p:spPr>
          <a:xfrm>
            <a:off x="1007269" y="4808505"/>
            <a:ext cx="1235599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8102">
            <a:extLst>
              <a:ext uri="{FF2B5EF4-FFF2-40B4-BE49-F238E27FC236}">
                <a16:creationId xmlns:a16="http://schemas.microsoft.com/office/drawing/2014/main" id="{145C4E4D-0D74-4356-97B6-3F5CC7262940}"/>
              </a:ext>
            </a:extLst>
          </p:cNvPr>
          <p:cNvSpPr>
            <a:spLocks noGrp="1"/>
          </p:cNvSpPr>
          <p:nvPr/>
        </p:nvSpPr>
        <p:spPr>
          <a:xfrm>
            <a:off x="1027760" y="5650463"/>
            <a:ext cx="2049083" cy="1302473"/>
          </a:xfrm>
          <a:custGeom>
            <a:avLst/>
            <a:gdLst/>
            <a:ahLst/>
            <a:cxnLst/>
            <a:rect l="0" t="0" r="0" b="0"/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657" name="data_8103">
            <a:extLst>
              <a:ext uri="{FF2B5EF4-FFF2-40B4-BE49-F238E27FC236}">
                <a16:creationId xmlns:a16="http://schemas.microsoft.com/office/drawing/2014/main" id="{DE57FE01-6575-4712-B6AE-204DF486EC0C}"/>
              </a:ext>
            </a:extLst>
          </p:cNvPr>
          <p:cNvSpPr>
            <a:spLocks noGrp="1"/>
          </p:cNvSpPr>
          <p:nvPr/>
        </p:nvSpPr>
        <p:spPr>
          <a:xfrm>
            <a:off x="1027760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658" name="data_8104">
            <a:extLst>
              <a:ext uri="{FF2B5EF4-FFF2-40B4-BE49-F238E27FC236}">
                <a16:creationId xmlns:a16="http://schemas.microsoft.com/office/drawing/2014/main" id="{DF99BC60-F175-4C9E-849A-4A8094F6D246}"/>
              </a:ext>
            </a:extLst>
          </p:cNvPr>
          <p:cNvSpPr>
            <a:spLocks noGrp="1"/>
          </p:cNvSpPr>
          <p:nvPr/>
        </p:nvSpPr>
        <p:spPr>
          <a:xfrm>
            <a:off x="1339125" y="646088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59" name="data_8105">
            <a:extLst>
              <a:ext uri="{FF2B5EF4-FFF2-40B4-BE49-F238E27FC236}">
                <a16:creationId xmlns:a16="http://schemas.microsoft.com/office/drawing/2014/main" id="{87E169A0-C9C8-46E8-BB22-ADF39E706F7F}"/>
              </a:ext>
            </a:extLst>
          </p:cNvPr>
          <p:cNvSpPr>
            <a:spLocks noGrp="1"/>
          </p:cNvSpPr>
          <p:nvPr/>
        </p:nvSpPr>
        <p:spPr>
          <a:xfrm>
            <a:off x="1680639" y="566962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0" name="data_8106">
            <a:extLst>
              <a:ext uri="{FF2B5EF4-FFF2-40B4-BE49-F238E27FC236}">
                <a16:creationId xmlns:a16="http://schemas.microsoft.com/office/drawing/2014/main" id="{3849324D-81D8-43C5-9153-5605D292CD8F}"/>
              </a:ext>
            </a:extLst>
          </p:cNvPr>
          <p:cNvSpPr>
            <a:spLocks noGrp="1"/>
          </p:cNvSpPr>
          <p:nvPr/>
        </p:nvSpPr>
        <p:spPr>
          <a:xfrm>
            <a:off x="2363666" y="564158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1" name="data_8107">
            <a:extLst>
              <a:ext uri="{FF2B5EF4-FFF2-40B4-BE49-F238E27FC236}">
                <a16:creationId xmlns:a16="http://schemas.microsoft.com/office/drawing/2014/main" id="{9E577FF9-913C-43D6-AD81-495236C420B4}"/>
              </a:ext>
            </a:extLst>
          </p:cNvPr>
          <p:cNvSpPr>
            <a:spLocks noGrp="1"/>
          </p:cNvSpPr>
          <p:nvPr/>
        </p:nvSpPr>
        <p:spPr>
          <a:xfrm>
            <a:off x="3046694" y="56203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2" name="data_8108">
            <a:extLst>
              <a:ext uri="{FF2B5EF4-FFF2-40B4-BE49-F238E27FC236}">
                <a16:creationId xmlns:a16="http://schemas.microsoft.com/office/drawing/2014/main" id="{1B62BEE4-6A69-45DC-B0D0-A35D97EFE163}"/>
              </a:ext>
            </a:extLst>
          </p:cNvPr>
          <p:cNvSpPr>
            <a:spLocks noGrp="1"/>
          </p:cNvSpPr>
          <p:nvPr/>
        </p:nvSpPr>
        <p:spPr>
          <a:xfrm>
            <a:off x="1319113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3" name="data_8109">
            <a:extLst>
              <a:ext uri="{FF2B5EF4-FFF2-40B4-BE49-F238E27FC236}">
                <a16:creationId xmlns:a16="http://schemas.microsoft.com/office/drawing/2014/main" id="{66BF4741-15E1-4EC8-8339-A4F52422AE98}"/>
              </a:ext>
            </a:extLst>
          </p:cNvPr>
          <p:cNvSpPr>
            <a:spLocks noGrp="1"/>
          </p:cNvSpPr>
          <p:nvPr/>
        </p:nvSpPr>
        <p:spPr>
          <a:xfrm>
            <a:off x="1660627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4" name="data_8110">
            <a:extLst>
              <a:ext uri="{FF2B5EF4-FFF2-40B4-BE49-F238E27FC236}">
                <a16:creationId xmlns:a16="http://schemas.microsoft.com/office/drawing/2014/main" id="{F6D4518F-1BBB-4F10-891F-AA0F245A8BA3}"/>
              </a:ext>
            </a:extLst>
          </p:cNvPr>
          <p:cNvSpPr>
            <a:spLocks noGrp="1"/>
          </p:cNvSpPr>
          <p:nvPr/>
        </p:nvSpPr>
        <p:spPr>
          <a:xfrm>
            <a:off x="2343654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5" name="data_8111">
            <a:extLst>
              <a:ext uri="{FF2B5EF4-FFF2-40B4-BE49-F238E27FC236}">
                <a16:creationId xmlns:a16="http://schemas.microsoft.com/office/drawing/2014/main" id="{AAED5D40-CF18-49B7-A571-8EA29EC5B070}"/>
              </a:ext>
            </a:extLst>
          </p:cNvPr>
          <p:cNvSpPr>
            <a:spLocks noGrp="1"/>
          </p:cNvSpPr>
          <p:nvPr/>
        </p:nvSpPr>
        <p:spPr>
          <a:xfrm>
            <a:off x="3026682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6" name="data_8112">
            <a:extLst>
              <a:ext uri="{FF2B5EF4-FFF2-40B4-BE49-F238E27FC236}">
                <a16:creationId xmlns:a16="http://schemas.microsoft.com/office/drawing/2014/main" id="{BD4DE179-1781-4BF7-8983-C0E1D65A2FD2}"/>
              </a:ext>
            </a:extLst>
          </p:cNvPr>
          <p:cNvSpPr>
            <a:spLocks noGrp="1"/>
          </p:cNvSpPr>
          <p:nvPr/>
        </p:nvSpPr>
        <p:spPr>
          <a:xfrm>
            <a:off x="3972701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data_8113">
            <a:extLst>
              <a:ext uri="{FF2B5EF4-FFF2-40B4-BE49-F238E27FC236}">
                <a16:creationId xmlns:a16="http://schemas.microsoft.com/office/drawing/2014/main" id="{245F32E0-8808-47A1-AD7B-3CEE748962B8}"/>
              </a:ext>
            </a:extLst>
          </p:cNvPr>
          <p:cNvSpPr>
            <a:spLocks noGrp="1"/>
          </p:cNvSpPr>
          <p:nvPr/>
        </p:nvSpPr>
        <p:spPr>
          <a:xfrm>
            <a:off x="4245913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8114">
            <a:extLst>
              <a:ext uri="{FF2B5EF4-FFF2-40B4-BE49-F238E27FC236}">
                <a16:creationId xmlns:a16="http://schemas.microsoft.com/office/drawing/2014/main" id="{E826FFBD-59A0-4592-A816-7FC086E54FA5}"/>
              </a:ext>
            </a:extLst>
          </p:cNvPr>
          <p:cNvSpPr>
            <a:spLocks noGrp="1"/>
          </p:cNvSpPr>
          <p:nvPr/>
        </p:nvSpPr>
        <p:spPr>
          <a:xfrm>
            <a:off x="4587426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8115">
            <a:extLst>
              <a:ext uri="{FF2B5EF4-FFF2-40B4-BE49-F238E27FC236}">
                <a16:creationId xmlns:a16="http://schemas.microsoft.com/office/drawing/2014/main" id="{2BBF5AFB-B7AF-449D-BCE9-980AD2D9C898}"/>
              </a:ext>
            </a:extLst>
          </p:cNvPr>
          <p:cNvSpPr>
            <a:spLocks noGrp="1"/>
          </p:cNvSpPr>
          <p:nvPr/>
        </p:nvSpPr>
        <p:spPr>
          <a:xfrm>
            <a:off x="527045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8116">
            <a:extLst>
              <a:ext uri="{FF2B5EF4-FFF2-40B4-BE49-F238E27FC236}">
                <a16:creationId xmlns:a16="http://schemas.microsoft.com/office/drawing/2014/main" id="{3516319A-FBB9-4585-954D-CC8337BCF6BB}"/>
              </a:ext>
            </a:extLst>
          </p:cNvPr>
          <p:cNvSpPr>
            <a:spLocks noGrp="1"/>
          </p:cNvSpPr>
          <p:nvPr/>
        </p:nvSpPr>
        <p:spPr>
          <a:xfrm>
            <a:off x="5953482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8117">
            <a:extLst>
              <a:ext uri="{FF2B5EF4-FFF2-40B4-BE49-F238E27FC236}">
                <a16:creationId xmlns:a16="http://schemas.microsoft.com/office/drawing/2014/main" id="{F4050C7F-2FF0-4C63-80BC-B6F6896BA02D}"/>
              </a:ext>
            </a:extLst>
          </p:cNvPr>
          <p:cNvSpPr>
            <a:spLocks noGrp="1"/>
          </p:cNvSpPr>
          <p:nvPr/>
        </p:nvSpPr>
        <p:spPr>
          <a:xfrm>
            <a:off x="399319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2" name="text_8118">
            <a:extLst>
              <a:ext uri="{FF2B5EF4-FFF2-40B4-BE49-F238E27FC236}">
                <a16:creationId xmlns:a16="http://schemas.microsoft.com/office/drawing/2014/main" id="{7060973E-2C22-4C6B-9139-D041C30C9654}"/>
              </a:ext>
            </a:extLst>
          </p:cNvPr>
          <p:cNvSpPr>
            <a:spLocks noGrp="1"/>
          </p:cNvSpPr>
          <p:nvPr/>
        </p:nvSpPr>
        <p:spPr>
          <a:xfrm>
            <a:off x="3960374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8119">
            <a:extLst>
              <a:ext uri="{FF2B5EF4-FFF2-40B4-BE49-F238E27FC236}">
                <a16:creationId xmlns:a16="http://schemas.microsoft.com/office/drawing/2014/main" id="{FD42FB6F-FE8F-45A4-A7E5-77856A4C1380}"/>
              </a:ext>
            </a:extLst>
          </p:cNvPr>
          <p:cNvSpPr>
            <a:spLocks noGrp="1"/>
          </p:cNvSpPr>
          <p:nvPr/>
        </p:nvSpPr>
        <p:spPr>
          <a:xfrm>
            <a:off x="4334706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4" name="text_8120">
            <a:extLst>
              <a:ext uri="{FF2B5EF4-FFF2-40B4-BE49-F238E27FC236}">
                <a16:creationId xmlns:a16="http://schemas.microsoft.com/office/drawing/2014/main" id="{26CB7EFE-57D7-4A8E-B210-646A893D42C3}"/>
              </a:ext>
            </a:extLst>
          </p:cNvPr>
          <p:cNvSpPr>
            <a:spLocks noGrp="1"/>
          </p:cNvSpPr>
          <p:nvPr/>
        </p:nvSpPr>
        <p:spPr>
          <a:xfrm>
            <a:off x="4269069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8121">
            <a:extLst>
              <a:ext uri="{FF2B5EF4-FFF2-40B4-BE49-F238E27FC236}">
                <a16:creationId xmlns:a16="http://schemas.microsoft.com/office/drawing/2014/main" id="{F97812AE-7F3A-45A7-B490-F0B4446C6A58}"/>
              </a:ext>
            </a:extLst>
          </p:cNvPr>
          <p:cNvSpPr>
            <a:spLocks noGrp="1"/>
          </p:cNvSpPr>
          <p:nvPr/>
        </p:nvSpPr>
        <p:spPr>
          <a:xfrm>
            <a:off x="467622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6" name="text_8122">
            <a:extLst>
              <a:ext uri="{FF2B5EF4-FFF2-40B4-BE49-F238E27FC236}">
                <a16:creationId xmlns:a16="http://schemas.microsoft.com/office/drawing/2014/main" id="{ECF5E4C9-8741-4B51-9394-B371CA9FD6D9}"/>
              </a:ext>
            </a:extLst>
          </p:cNvPr>
          <p:cNvSpPr>
            <a:spLocks noGrp="1"/>
          </p:cNvSpPr>
          <p:nvPr/>
        </p:nvSpPr>
        <p:spPr>
          <a:xfrm>
            <a:off x="457776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8123">
            <a:extLst>
              <a:ext uri="{FF2B5EF4-FFF2-40B4-BE49-F238E27FC236}">
                <a16:creationId xmlns:a16="http://schemas.microsoft.com/office/drawing/2014/main" id="{C32DB753-259B-4B92-823E-36972DF5A214}"/>
              </a:ext>
            </a:extLst>
          </p:cNvPr>
          <p:cNvSpPr>
            <a:spLocks noGrp="1"/>
          </p:cNvSpPr>
          <p:nvPr/>
        </p:nvSpPr>
        <p:spPr>
          <a:xfrm>
            <a:off x="535924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8" name="text_8124">
            <a:extLst>
              <a:ext uri="{FF2B5EF4-FFF2-40B4-BE49-F238E27FC236}">
                <a16:creationId xmlns:a16="http://schemas.microsoft.com/office/drawing/2014/main" id="{E484BD17-95C0-4D97-821B-E1D099A88F24}"/>
              </a:ext>
            </a:extLst>
          </p:cNvPr>
          <p:cNvSpPr>
            <a:spLocks noGrp="1"/>
          </p:cNvSpPr>
          <p:nvPr/>
        </p:nvSpPr>
        <p:spPr>
          <a:xfrm>
            <a:off x="526079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8125">
            <a:extLst>
              <a:ext uri="{FF2B5EF4-FFF2-40B4-BE49-F238E27FC236}">
                <a16:creationId xmlns:a16="http://schemas.microsoft.com/office/drawing/2014/main" id="{2684908C-C2B7-41C3-B3D1-1911F1DDB479}"/>
              </a:ext>
            </a:extLst>
          </p:cNvPr>
          <p:cNvSpPr>
            <a:spLocks noGrp="1"/>
          </p:cNvSpPr>
          <p:nvPr/>
        </p:nvSpPr>
        <p:spPr>
          <a:xfrm>
            <a:off x="604227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0" name="text_8126">
            <a:extLst>
              <a:ext uri="{FF2B5EF4-FFF2-40B4-BE49-F238E27FC236}">
                <a16:creationId xmlns:a16="http://schemas.microsoft.com/office/drawing/2014/main" id="{1BBA9B38-7485-4961-9792-D4C69E20F634}"/>
              </a:ext>
            </a:extLst>
          </p:cNvPr>
          <p:cNvSpPr>
            <a:spLocks noGrp="1"/>
          </p:cNvSpPr>
          <p:nvPr/>
        </p:nvSpPr>
        <p:spPr>
          <a:xfrm>
            <a:off x="5943820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8127">
            <a:extLst>
              <a:ext uri="{FF2B5EF4-FFF2-40B4-BE49-F238E27FC236}">
                <a16:creationId xmlns:a16="http://schemas.microsoft.com/office/drawing/2014/main" id="{DB37D59D-23D7-4B71-8ADC-1E3F5DBC90B5}"/>
              </a:ext>
            </a:extLst>
          </p:cNvPr>
          <p:cNvSpPr>
            <a:spLocks noGrp="1"/>
          </p:cNvSpPr>
          <p:nvPr/>
        </p:nvSpPr>
        <p:spPr>
          <a:xfrm>
            <a:off x="4337467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8128">
            <a:extLst>
              <a:ext uri="{FF2B5EF4-FFF2-40B4-BE49-F238E27FC236}">
                <a16:creationId xmlns:a16="http://schemas.microsoft.com/office/drawing/2014/main" id="{83CDC9E4-B71D-45A4-BA4F-024C1FDDEB66}"/>
              </a:ext>
            </a:extLst>
          </p:cNvPr>
          <p:cNvSpPr>
            <a:spLocks noGrp="1"/>
          </p:cNvSpPr>
          <p:nvPr/>
        </p:nvSpPr>
        <p:spPr>
          <a:xfrm>
            <a:off x="3972701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3" name="data_8129">
            <a:extLst>
              <a:ext uri="{FF2B5EF4-FFF2-40B4-BE49-F238E27FC236}">
                <a16:creationId xmlns:a16="http://schemas.microsoft.com/office/drawing/2014/main" id="{50EC265C-4D76-4824-B2F1-ADBEBCA3B17B}"/>
              </a:ext>
            </a:extLst>
          </p:cNvPr>
          <p:cNvSpPr>
            <a:spLocks noGrp="1"/>
          </p:cNvSpPr>
          <p:nvPr/>
        </p:nvSpPr>
        <p:spPr>
          <a:xfrm>
            <a:off x="3919498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4" name="text_8130">
            <a:extLst>
              <a:ext uri="{FF2B5EF4-FFF2-40B4-BE49-F238E27FC236}">
                <a16:creationId xmlns:a16="http://schemas.microsoft.com/office/drawing/2014/main" id="{64AF7B80-A04D-40FE-B3CF-67DCEE2B9FD8}"/>
              </a:ext>
            </a:extLst>
          </p:cNvPr>
          <p:cNvSpPr>
            <a:spLocks noGrp="1"/>
          </p:cNvSpPr>
          <p:nvPr/>
        </p:nvSpPr>
        <p:spPr>
          <a:xfrm>
            <a:off x="3800658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8131">
            <a:extLst>
              <a:ext uri="{FF2B5EF4-FFF2-40B4-BE49-F238E27FC236}">
                <a16:creationId xmlns:a16="http://schemas.microsoft.com/office/drawing/2014/main" id="{CEA7DB8B-5AF0-4737-B4CE-7CD7328FDAF7}"/>
              </a:ext>
            </a:extLst>
          </p:cNvPr>
          <p:cNvSpPr>
            <a:spLocks noGrp="1"/>
          </p:cNvSpPr>
          <p:nvPr/>
        </p:nvSpPr>
        <p:spPr>
          <a:xfrm>
            <a:off x="3972701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6" name="data_8132">
            <a:extLst>
              <a:ext uri="{FF2B5EF4-FFF2-40B4-BE49-F238E27FC236}">
                <a16:creationId xmlns:a16="http://schemas.microsoft.com/office/drawing/2014/main" id="{54B98835-3518-41C8-A135-85B1ECEAB73C}"/>
              </a:ext>
            </a:extLst>
          </p:cNvPr>
          <p:cNvSpPr>
            <a:spLocks noGrp="1"/>
          </p:cNvSpPr>
          <p:nvPr/>
        </p:nvSpPr>
        <p:spPr>
          <a:xfrm>
            <a:off x="3919498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7" name="text_8133">
            <a:extLst>
              <a:ext uri="{FF2B5EF4-FFF2-40B4-BE49-F238E27FC236}">
                <a16:creationId xmlns:a16="http://schemas.microsoft.com/office/drawing/2014/main" id="{2347B00F-B9BE-432D-BDE9-688C94EF0845}"/>
              </a:ext>
            </a:extLst>
          </p:cNvPr>
          <p:cNvSpPr>
            <a:spLocks noGrp="1"/>
          </p:cNvSpPr>
          <p:nvPr/>
        </p:nvSpPr>
        <p:spPr>
          <a:xfrm>
            <a:off x="3735021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8134">
            <a:extLst>
              <a:ext uri="{FF2B5EF4-FFF2-40B4-BE49-F238E27FC236}">
                <a16:creationId xmlns:a16="http://schemas.microsoft.com/office/drawing/2014/main" id="{B055F0E6-83BF-4815-858C-3452DA1B5785}"/>
              </a:ext>
            </a:extLst>
          </p:cNvPr>
          <p:cNvSpPr>
            <a:spLocks noGrp="1"/>
          </p:cNvSpPr>
          <p:nvPr/>
        </p:nvSpPr>
        <p:spPr>
          <a:xfrm>
            <a:off x="3972701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9" name="data_8135">
            <a:extLst>
              <a:ext uri="{FF2B5EF4-FFF2-40B4-BE49-F238E27FC236}">
                <a16:creationId xmlns:a16="http://schemas.microsoft.com/office/drawing/2014/main" id="{A6D94FD5-9E80-4498-8A00-9785F7104264}"/>
              </a:ext>
            </a:extLst>
          </p:cNvPr>
          <p:cNvSpPr>
            <a:spLocks noGrp="1"/>
          </p:cNvSpPr>
          <p:nvPr/>
        </p:nvSpPr>
        <p:spPr>
          <a:xfrm>
            <a:off x="3919498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90" name="text_8136">
            <a:extLst>
              <a:ext uri="{FF2B5EF4-FFF2-40B4-BE49-F238E27FC236}">
                <a16:creationId xmlns:a16="http://schemas.microsoft.com/office/drawing/2014/main" id="{E8DADD6E-5227-493D-9C7B-812E1EA48A66}"/>
              </a:ext>
            </a:extLst>
          </p:cNvPr>
          <p:cNvSpPr>
            <a:spLocks noGrp="1"/>
          </p:cNvSpPr>
          <p:nvPr/>
        </p:nvSpPr>
        <p:spPr>
          <a:xfrm>
            <a:off x="3669384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8137">
            <a:extLst>
              <a:ext uri="{FF2B5EF4-FFF2-40B4-BE49-F238E27FC236}">
                <a16:creationId xmlns:a16="http://schemas.microsoft.com/office/drawing/2014/main" id="{6772A510-DBDC-44C8-BD99-0CE42BD3454C}"/>
              </a:ext>
            </a:extLst>
          </p:cNvPr>
          <p:cNvSpPr>
            <a:spLocks noGrp="1"/>
          </p:cNvSpPr>
          <p:nvPr/>
        </p:nvSpPr>
        <p:spPr>
          <a:xfrm>
            <a:off x="427852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data_8138">
            <a:extLst>
              <a:ext uri="{FF2B5EF4-FFF2-40B4-BE49-F238E27FC236}">
                <a16:creationId xmlns:a16="http://schemas.microsoft.com/office/drawing/2014/main" id="{E6691724-8AFA-4D4C-B725-D05394DEE00D}"/>
              </a:ext>
            </a:extLst>
          </p:cNvPr>
          <p:cNvSpPr>
            <a:spLocks noGrp="1"/>
          </p:cNvSpPr>
          <p:nvPr/>
        </p:nvSpPr>
        <p:spPr>
          <a:xfrm>
            <a:off x="43619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data_8139">
            <a:extLst>
              <a:ext uri="{FF2B5EF4-FFF2-40B4-BE49-F238E27FC236}">
                <a16:creationId xmlns:a16="http://schemas.microsoft.com/office/drawing/2014/main" id="{CB8098B7-839B-4851-B6C9-132201455BB6}"/>
              </a:ext>
            </a:extLst>
          </p:cNvPr>
          <p:cNvSpPr>
            <a:spLocks noGrp="1"/>
          </p:cNvSpPr>
          <p:nvPr/>
        </p:nvSpPr>
        <p:spPr>
          <a:xfrm>
            <a:off x="42511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data_8140">
            <a:extLst>
              <a:ext uri="{FF2B5EF4-FFF2-40B4-BE49-F238E27FC236}">
                <a16:creationId xmlns:a16="http://schemas.microsoft.com/office/drawing/2014/main" id="{C532D86E-A2DF-4605-A0FB-6F7787C581F1}"/>
              </a:ext>
            </a:extLst>
          </p:cNvPr>
          <p:cNvSpPr>
            <a:spLocks noGrp="1"/>
          </p:cNvSpPr>
          <p:nvPr/>
        </p:nvSpPr>
        <p:spPr>
          <a:xfrm>
            <a:off x="43514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data_8141">
            <a:extLst>
              <a:ext uri="{FF2B5EF4-FFF2-40B4-BE49-F238E27FC236}">
                <a16:creationId xmlns:a16="http://schemas.microsoft.com/office/drawing/2014/main" id="{0FF43D78-D448-44C6-BEA0-50AC5103C4DE}"/>
              </a:ext>
            </a:extLst>
          </p:cNvPr>
          <p:cNvSpPr>
            <a:spLocks noGrp="1"/>
          </p:cNvSpPr>
          <p:nvPr/>
        </p:nvSpPr>
        <p:spPr>
          <a:xfrm>
            <a:off x="4299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data_8142">
            <a:extLst>
              <a:ext uri="{FF2B5EF4-FFF2-40B4-BE49-F238E27FC236}">
                <a16:creationId xmlns:a16="http://schemas.microsoft.com/office/drawing/2014/main" id="{5FC740DA-F161-47A8-9FAB-E3125604F0D9}"/>
              </a:ext>
            </a:extLst>
          </p:cNvPr>
          <p:cNvSpPr>
            <a:spLocks noGrp="1"/>
          </p:cNvSpPr>
          <p:nvPr/>
        </p:nvSpPr>
        <p:spPr>
          <a:xfrm>
            <a:off x="43711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data_8143">
            <a:extLst>
              <a:ext uri="{FF2B5EF4-FFF2-40B4-BE49-F238E27FC236}">
                <a16:creationId xmlns:a16="http://schemas.microsoft.com/office/drawing/2014/main" id="{51A2C685-E6D9-4000-8E92-B7567C9E8B40}"/>
              </a:ext>
            </a:extLst>
          </p:cNvPr>
          <p:cNvSpPr>
            <a:spLocks noGrp="1"/>
          </p:cNvSpPr>
          <p:nvPr/>
        </p:nvSpPr>
        <p:spPr>
          <a:xfrm>
            <a:off x="42783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data_8144">
            <a:extLst>
              <a:ext uri="{FF2B5EF4-FFF2-40B4-BE49-F238E27FC236}">
                <a16:creationId xmlns:a16="http://schemas.microsoft.com/office/drawing/2014/main" id="{78AD10B7-29FE-475B-B828-716E98164469}"/>
              </a:ext>
            </a:extLst>
          </p:cNvPr>
          <p:cNvSpPr>
            <a:spLocks noGrp="1"/>
          </p:cNvSpPr>
          <p:nvPr/>
        </p:nvSpPr>
        <p:spPr>
          <a:xfrm>
            <a:off x="4341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data_8145">
            <a:extLst>
              <a:ext uri="{FF2B5EF4-FFF2-40B4-BE49-F238E27FC236}">
                <a16:creationId xmlns:a16="http://schemas.microsoft.com/office/drawing/2014/main" id="{AA0735FD-FB22-4443-913E-528D652D2C95}"/>
              </a:ext>
            </a:extLst>
          </p:cNvPr>
          <p:cNvSpPr>
            <a:spLocks noGrp="1"/>
          </p:cNvSpPr>
          <p:nvPr/>
        </p:nvSpPr>
        <p:spPr>
          <a:xfrm>
            <a:off x="4255724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data_8146">
            <a:extLst>
              <a:ext uri="{FF2B5EF4-FFF2-40B4-BE49-F238E27FC236}">
                <a16:creationId xmlns:a16="http://schemas.microsoft.com/office/drawing/2014/main" id="{BE8AE5E9-4DB4-47ED-AC65-38457557C53E}"/>
              </a:ext>
            </a:extLst>
          </p:cNvPr>
          <p:cNvSpPr>
            <a:spLocks noGrp="1"/>
          </p:cNvSpPr>
          <p:nvPr/>
        </p:nvSpPr>
        <p:spPr>
          <a:xfrm>
            <a:off x="4283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data_8147">
            <a:extLst>
              <a:ext uri="{FF2B5EF4-FFF2-40B4-BE49-F238E27FC236}">
                <a16:creationId xmlns:a16="http://schemas.microsoft.com/office/drawing/2014/main" id="{95B304E9-C6D3-44FC-ADC0-F3903F8B6C55}"/>
              </a:ext>
            </a:extLst>
          </p:cNvPr>
          <p:cNvSpPr>
            <a:spLocks noGrp="1"/>
          </p:cNvSpPr>
          <p:nvPr/>
        </p:nvSpPr>
        <p:spPr>
          <a:xfrm>
            <a:off x="425546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data_8148">
            <a:extLst>
              <a:ext uri="{FF2B5EF4-FFF2-40B4-BE49-F238E27FC236}">
                <a16:creationId xmlns:a16="http://schemas.microsoft.com/office/drawing/2014/main" id="{7B3A764A-7711-46A2-A78F-DA98140D06F0}"/>
              </a:ext>
            </a:extLst>
          </p:cNvPr>
          <p:cNvSpPr>
            <a:spLocks noGrp="1"/>
          </p:cNvSpPr>
          <p:nvPr/>
        </p:nvSpPr>
        <p:spPr>
          <a:xfrm>
            <a:off x="43290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data_8149">
            <a:extLst>
              <a:ext uri="{FF2B5EF4-FFF2-40B4-BE49-F238E27FC236}">
                <a16:creationId xmlns:a16="http://schemas.microsoft.com/office/drawing/2014/main" id="{C894F5A3-573D-4C0F-9F45-7C248D93E1B7}"/>
              </a:ext>
            </a:extLst>
          </p:cNvPr>
          <p:cNvSpPr>
            <a:spLocks noGrp="1"/>
          </p:cNvSpPr>
          <p:nvPr/>
        </p:nvSpPr>
        <p:spPr>
          <a:xfrm>
            <a:off x="4273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data_8150">
            <a:extLst>
              <a:ext uri="{FF2B5EF4-FFF2-40B4-BE49-F238E27FC236}">
                <a16:creationId xmlns:a16="http://schemas.microsoft.com/office/drawing/2014/main" id="{B85282F0-733E-4B24-99E6-6B006D8DA51E}"/>
              </a:ext>
            </a:extLst>
          </p:cNvPr>
          <p:cNvSpPr>
            <a:spLocks noGrp="1"/>
          </p:cNvSpPr>
          <p:nvPr/>
        </p:nvSpPr>
        <p:spPr>
          <a:xfrm>
            <a:off x="4312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data_8151">
            <a:extLst>
              <a:ext uri="{FF2B5EF4-FFF2-40B4-BE49-F238E27FC236}">
                <a16:creationId xmlns:a16="http://schemas.microsoft.com/office/drawing/2014/main" id="{BDD583BD-2A61-471A-AE28-D4D55D069ADD}"/>
              </a:ext>
            </a:extLst>
          </p:cNvPr>
          <p:cNvSpPr>
            <a:spLocks noGrp="1"/>
          </p:cNvSpPr>
          <p:nvPr/>
        </p:nvSpPr>
        <p:spPr>
          <a:xfrm>
            <a:off x="4298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data_8152">
            <a:extLst>
              <a:ext uri="{FF2B5EF4-FFF2-40B4-BE49-F238E27FC236}">
                <a16:creationId xmlns:a16="http://schemas.microsoft.com/office/drawing/2014/main" id="{9A3EBD16-B731-4BC2-A87D-B1F16014E38A}"/>
              </a:ext>
            </a:extLst>
          </p:cNvPr>
          <p:cNvSpPr>
            <a:spLocks noGrp="1"/>
          </p:cNvSpPr>
          <p:nvPr/>
        </p:nvSpPr>
        <p:spPr>
          <a:xfrm>
            <a:off x="428543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data_8153">
            <a:extLst>
              <a:ext uri="{FF2B5EF4-FFF2-40B4-BE49-F238E27FC236}">
                <a16:creationId xmlns:a16="http://schemas.microsoft.com/office/drawing/2014/main" id="{8EA4CF26-B5DA-4BE5-A7B6-6C529BBEDE2C}"/>
              </a:ext>
            </a:extLst>
          </p:cNvPr>
          <p:cNvSpPr>
            <a:spLocks noGrp="1"/>
          </p:cNvSpPr>
          <p:nvPr/>
        </p:nvSpPr>
        <p:spPr>
          <a:xfrm>
            <a:off x="42550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data_8154">
            <a:extLst>
              <a:ext uri="{FF2B5EF4-FFF2-40B4-BE49-F238E27FC236}">
                <a16:creationId xmlns:a16="http://schemas.microsoft.com/office/drawing/2014/main" id="{FF7F930D-9594-48D0-B596-683000C2430E}"/>
              </a:ext>
            </a:extLst>
          </p:cNvPr>
          <p:cNvSpPr>
            <a:spLocks noGrp="1"/>
          </p:cNvSpPr>
          <p:nvPr/>
        </p:nvSpPr>
        <p:spPr>
          <a:xfrm>
            <a:off x="437207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data_8155">
            <a:extLst>
              <a:ext uri="{FF2B5EF4-FFF2-40B4-BE49-F238E27FC236}">
                <a16:creationId xmlns:a16="http://schemas.microsoft.com/office/drawing/2014/main" id="{14CACAB9-5ACD-483E-B838-1E15DAC6F875}"/>
              </a:ext>
            </a:extLst>
          </p:cNvPr>
          <p:cNvSpPr>
            <a:spLocks noGrp="1"/>
          </p:cNvSpPr>
          <p:nvPr/>
        </p:nvSpPr>
        <p:spPr>
          <a:xfrm>
            <a:off x="42568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data_8156">
            <a:extLst>
              <a:ext uri="{FF2B5EF4-FFF2-40B4-BE49-F238E27FC236}">
                <a16:creationId xmlns:a16="http://schemas.microsoft.com/office/drawing/2014/main" id="{47EA6D79-AFD1-4C10-9DEC-A81809334AD8}"/>
              </a:ext>
            </a:extLst>
          </p:cNvPr>
          <p:cNvSpPr>
            <a:spLocks noGrp="1"/>
          </p:cNvSpPr>
          <p:nvPr/>
        </p:nvSpPr>
        <p:spPr>
          <a:xfrm>
            <a:off x="4362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data_8157">
            <a:extLst>
              <a:ext uri="{FF2B5EF4-FFF2-40B4-BE49-F238E27FC236}">
                <a16:creationId xmlns:a16="http://schemas.microsoft.com/office/drawing/2014/main" id="{7FC3C725-222F-4DE2-9BDE-B6C5B6AF2526}"/>
              </a:ext>
            </a:extLst>
          </p:cNvPr>
          <p:cNvSpPr>
            <a:spLocks noGrp="1"/>
          </p:cNvSpPr>
          <p:nvPr/>
        </p:nvSpPr>
        <p:spPr>
          <a:xfrm>
            <a:off x="43002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data_8158">
            <a:extLst>
              <a:ext uri="{FF2B5EF4-FFF2-40B4-BE49-F238E27FC236}">
                <a16:creationId xmlns:a16="http://schemas.microsoft.com/office/drawing/2014/main" id="{1BB8C2C3-B2AA-4FE8-8042-2277EDA50766}"/>
              </a:ext>
            </a:extLst>
          </p:cNvPr>
          <p:cNvSpPr>
            <a:spLocks noGrp="1"/>
          </p:cNvSpPr>
          <p:nvPr/>
        </p:nvSpPr>
        <p:spPr>
          <a:xfrm>
            <a:off x="43774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data_8159">
            <a:extLst>
              <a:ext uri="{FF2B5EF4-FFF2-40B4-BE49-F238E27FC236}">
                <a16:creationId xmlns:a16="http://schemas.microsoft.com/office/drawing/2014/main" id="{139906D7-732E-48AF-94CE-8C54BD769CCB}"/>
              </a:ext>
            </a:extLst>
          </p:cNvPr>
          <p:cNvSpPr>
            <a:spLocks noGrp="1"/>
          </p:cNvSpPr>
          <p:nvPr/>
        </p:nvSpPr>
        <p:spPr>
          <a:xfrm>
            <a:off x="433663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data_8160">
            <a:extLst>
              <a:ext uri="{FF2B5EF4-FFF2-40B4-BE49-F238E27FC236}">
                <a16:creationId xmlns:a16="http://schemas.microsoft.com/office/drawing/2014/main" id="{1D92C1AE-F3DF-458C-85A9-4ADE9CDD323F}"/>
              </a:ext>
            </a:extLst>
          </p:cNvPr>
          <p:cNvSpPr>
            <a:spLocks noGrp="1"/>
          </p:cNvSpPr>
          <p:nvPr/>
        </p:nvSpPr>
        <p:spPr>
          <a:xfrm>
            <a:off x="4345498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data_8161">
            <a:extLst>
              <a:ext uri="{FF2B5EF4-FFF2-40B4-BE49-F238E27FC236}">
                <a16:creationId xmlns:a16="http://schemas.microsoft.com/office/drawing/2014/main" id="{63B75F32-0DA5-4783-8E1A-D0F92E0680AA}"/>
              </a:ext>
            </a:extLst>
          </p:cNvPr>
          <p:cNvSpPr>
            <a:spLocks noGrp="1"/>
          </p:cNvSpPr>
          <p:nvPr/>
        </p:nvSpPr>
        <p:spPr>
          <a:xfrm>
            <a:off x="428829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data_8162">
            <a:extLst>
              <a:ext uri="{FF2B5EF4-FFF2-40B4-BE49-F238E27FC236}">
                <a16:creationId xmlns:a16="http://schemas.microsoft.com/office/drawing/2014/main" id="{8FF06F33-7F63-4CF3-AAC2-1418E939641C}"/>
              </a:ext>
            </a:extLst>
          </p:cNvPr>
          <p:cNvSpPr>
            <a:spLocks noGrp="1"/>
          </p:cNvSpPr>
          <p:nvPr/>
        </p:nvSpPr>
        <p:spPr>
          <a:xfrm>
            <a:off x="437012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data_8163">
            <a:extLst>
              <a:ext uri="{FF2B5EF4-FFF2-40B4-BE49-F238E27FC236}">
                <a16:creationId xmlns:a16="http://schemas.microsoft.com/office/drawing/2014/main" id="{D92BB168-A9D5-4551-B2FF-B01B5C651F59}"/>
              </a:ext>
            </a:extLst>
          </p:cNvPr>
          <p:cNvSpPr>
            <a:spLocks noGrp="1"/>
          </p:cNvSpPr>
          <p:nvPr/>
        </p:nvSpPr>
        <p:spPr>
          <a:xfrm>
            <a:off x="4345759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data_8164">
            <a:extLst>
              <a:ext uri="{FF2B5EF4-FFF2-40B4-BE49-F238E27FC236}">
                <a16:creationId xmlns:a16="http://schemas.microsoft.com/office/drawing/2014/main" id="{BCFBA9D1-8CED-467A-96E6-8B3C3714291F}"/>
              </a:ext>
            </a:extLst>
          </p:cNvPr>
          <p:cNvSpPr>
            <a:spLocks noGrp="1"/>
          </p:cNvSpPr>
          <p:nvPr/>
        </p:nvSpPr>
        <p:spPr>
          <a:xfrm>
            <a:off x="4271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data_8165">
            <a:extLst>
              <a:ext uri="{FF2B5EF4-FFF2-40B4-BE49-F238E27FC236}">
                <a16:creationId xmlns:a16="http://schemas.microsoft.com/office/drawing/2014/main" id="{F66EDE09-DB58-47D8-BBE3-6E0B6BB31F21}"/>
              </a:ext>
            </a:extLst>
          </p:cNvPr>
          <p:cNvSpPr>
            <a:spLocks noGrp="1"/>
          </p:cNvSpPr>
          <p:nvPr/>
        </p:nvSpPr>
        <p:spPr>
          <a:xfrm>
            <a:off x="4343544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data_8166">
            <a:extLst>
              <a:ext uri="{FF2B5EF4-FFF2-40B4-BE49-F238E27FC236}">
                <a16:creationId xmlns:a16="http://schemas.microsoft.com/office/drawing/2014/main" id="{755F696F-3E65-41C2-BD3E-0051C2A9B222}"/>
              </a:ext>
            </a:extLst>
          </p:cNvPr>
          <p:cNvSpPr>
            <a:spLocks noGrp="1"/>
          </p:cNvSpPr>
          <p:nvPr/>
        </p:nvSpPr>
        <p:spPr>
          <a:xfrm>
            <a:off x="427800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data_8167">
            <a:extLst>
              <a:ext uri="{FF2B5EF4-FFF2-40B4-BE49-F238E27FC236}">
                <a16:creationId xmlns:a16="http://schemas.microsoft.com/office/drawing/2014/main" id="{D90BF3E0-7D70-4E47-A235-B2216BA03E32}"/>
              </a:ext>
            </a:extLst>
          </p:cNvPr>
          <p:cNvSpPr>
            <a:spLocks noGrp="1"/>
          </p:cNvSpPr>
          <p:nvPr/>
        </p:nvSpPr>
        <p:spPr>
          <a:xfrm>
            <a:off x="428816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data_8168">
            <a:extLst>
              <a:ext uri="{FF2B5EF4-FFF2-40B4-BE49-F238E27FC236}">
                <a16:creationId xmlns:a16="http://schemas.microsoft.com/office/drawing/2014/main" id="{0B4BE4CC-667D-4F12-B8F8-AF2EECF59C23}"/>
              </a:ext>
            </a:extLst>
          </p:cNvPr>
          <p:cNvSpPr>
            <a:spLocks noGrp="1"/>
          </p:cNvSpPr>
          <p:nvPr/>
        </p:nvSpPr>
        <p:spPr>
          <a:xfrm>
            <a:off x="436908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data_8169">
            <a:extLst>
              <a:ext uri="{FF2B5EF4-FFF2-40B4-BE49-F238E27FC236}">
                <a16:creationId xmlns:a16="http://schemas.microsoft.com/office/drawing/2014/main" id="{BE3128EF-FEC9-4120-93A1-B38CF5426E87}"/>
              </a:ext>
            </a:extLst>
          </p:cNvPr>
          <p:cNvSpPr>
            <a:spLocks noGrp="1"/>
          </p:cNvSpPr>
          <p:nvPr/>
        </p:nvSpPr>
        <p:spPr>
          <a:xfrm>
            <a:off x="42902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data_8170">
            <a:extLst>
              <a:ext uri="{FF2B5EF4-FFF2-40B4-BE49-F238E27FC236}">
                <a16:creationId xmlns:a16="http://schemas.microsoft.com/office/drawing/2014/main" id="{6C9A9FF7-33A0-47F9-B6DD-3C4C081850FF}"/>
              </a:ext>
            </a:extLst>
          </p:cNvPr>
          <p:cNvSpPr>
            <a:spLocks noGrp="1"/>
          </p:cNvSpPr>
          <p:nvPr/>
        </p:nvSpPr>
        <p:spPr>
          <a:xfrm>
            <a:off x="436178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data_8171">
            <a:extLst>
              <a:ext uri="{FF2B5EF4-FFF2-40B4-BE49-F238E27FC236}">
                <a16:creationId xmlns:a16="http://schemas.microsoft.com/office/drawing/2014/main" id="{B9EBA758-B49A-4D74-AF89-39EA941AD22B}"/>
              </a:ext>
            </a:extLst>
          </p:cNvPr>
          <p:cNvSpPr>
            <a:spLocks noGrp="1"/>
          </p:cNvSpPr>
          <p:nvPr/>
        </p:nvSpPr>
        <p:spPr>
          <a:xfrm>
            <a:off x="43628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data_8172">
            <a:extLst>
              <a:ext uri="{FF2B5EF4-FFF2-40B4-BE49-F238E27FC236}">
                <a16:creationId xmlns:a16="http://schemas.microsoft.com/office/drawing/2014/main" id="{86CFF848-1E9E-4CFE-AA1A-66C52582481E}"/>
              </a:ext>
            </a:extLst>
          </p:cNvPr>
          <p:cNvSpPr>
            <a:spLocks noGrp="1"/>
          </p:cNvSpPr>
          <p:nvPr/>
        </p:nvSpPr>
        <p:spPr>
          <a:xfrm>
            <a:off x="436621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data_8173">
            <a:extLst>
              <a:ext uri="{FF2B5EF4-FFF2-40B4-BE49-F238E27FC236}">
                <a16:creationId xmlns:a16="http://schemas.microsoft.com/office/drawing/2014/main" id="{51693792-80CF-438C-8945-786868762558}"/>
              </a:ext>
            </a:extLst>
          </p:cNvPr>
          <p:cNvSpPr>
            <a:spLocks noGrp="1"/>
          </p:cNvSpPr>
          <p:nvPr/>
        </p:nvSpPr>
        <p:spPr>
          <a:xfrm>
            <a:off x="429129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data_8174">
            <a:extLst>
              <a:ext uri="{FF2B5EF4-FFF2-40B4-BE49-F238E27FC236}">
                <a16:creationId xmlns:a16="http://schemas.microsoft.com/office/drawing/2014/main" id="{A1062F54-8A3D-4B9B-B596-25D96FC26642}"/>
              </a:ext>
            </a:extLst>
          </p:cNvPr>
          <p:cNvSpPr>
            <a:spLocks noGrp="1"/>
          </p:cNvSpPr>
          <p:nvPr/>
        </p:nvSpPr>
        <p:spPr>
          <a:xfrm>
            <a:off x="42716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data_8175">
            <a:extLst>
              <a:ext uri="{FF2B5EF4-FFF2-40B4-BE49-F238E27FC236}">
                <a16:creationId xmlns:a16="http://schemas.microsoft.com/office/drawing/2014/main" id="{4FCA62CD-E152-4999-8760-34998271D029}"/>
              </a:ext>
            </a:extLst>
          </p:cNvPr>
          <p:cNvSpPr>
            <a:spLocks noGrp="1"/>
          </p:cNvSpPr>
          <p:nvPr/>
        </p:nvSpPr>
        <p:spPr>
          <a:xfrm>
            <a:off x="43474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data_8176">
            <a:extLst>
              <a:ext uri="{FF2B5EF4-FFF2-40B4-BE49-F238E27FC236}">
                <a16:creationId xmlns:a16="http://schemas.microsoft.com/office/drawing/2014/main" id="{71BA4F9F-9B88-402A-A0E4-FA4DAF5ADE2B}"/>
              </a:ext>
            </a:extLst>
          </p:cNvPr>
          <p:cNvSpPr>
            <a:spLocks noGrp="1"/>
          </p:cNvSpPr>
          <p:nvPr/>
        </p:nvSpPr>
        <p:spPr>
          <a:xfrm>
            <a:off x="4265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data_8177">
            <a:extLst>
              <a:ext uri="{FF2B5EF4-FFF2-40B4-BE49-F238E27FC236}">
                <a16:creationId xmlns:a16="http://schemas.microsoft.com/office/drawing/2014/main" id="{97DE2850-F44A-4386-B519-140C64AEEEF8}"/>
              </a:ext>
            </a:extLst>
          </p:cNvPr>
          <p:cNvSpPr>
            <a:spLocks noGrp="1"/>
          </p:cNvSpPr>
          <p:nvPr/>
        </p:nvSpPr>
        <p:spPr>
          <a:xfrm>
            <a:off x="4273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data_8178">
            <a:extLst>
              <a:ext uri="{FF2B5EF4-FFF2-40B4-BE49-F238E27FC236}">
                <a16:creationId xmlns:a16="http://schemas.microsoft.com/office/drawing/2014/main" id="{CA397FE4-C0A7-4663-AEA9-44378099426C}"/>
              </a:ext>
            </a:extLst>
          </p:cNvPr>
          <p:cNvSpPr>
            <a:spLocks noGrp="1"/>
          </p:cNvSpPr>
          <p:nvPr/>
        </p:nvSpPr>
        <p:spPr>
          <a:xfrm>
            <a:off x="435071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data_8179">
            <a:extLst>
              <a:ext uri="{FF2B5EF4-FFF2-40B4-BE49-F238E27FC236}">
                <a16:creationId xmlns:a16="http://schemas.microsoft.com/office/drawing/2014/main" id="{46233F64-C18E-42EA-A15B-FF384E3A7009}"/>
              </a:ext>
            </a:extLst>
          </p:cNvPr>
          <p:cNvSpPr>
            <a:spLocks noGrp="1"/>
          </p:cNvSpPr>
          <p:nvPr/>
        </p:nvSpPr>
        <p:spPr>
          <a:xfrm>
            <a:off x="42666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data_8180">
            <a:extLst>
              <a:ext uri="{FF2B5EF4-FFF2-40B4-BE49-F238E27FC236}">
                <a16:creationId xmlns:a16="http://schemas.microsoft.com/office/drawing/2014/main" id="{DA7659D8-660A-4AE0-B171-1E668AC65CC5}"/>
              </a:ext>
            </a:extLst>
          </p:cNvPr>
          <p:cNvSpPr>
            <a:spLocks noGrp="1"/>
          </p:cNvSpPr>
          <p:nvPr/>
        </p:nvSpPr>
        <p:spPr>
          <a:xfrm>
            <a:off x="43757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data_8181">
            <a:extLst>
              <a:ext uri="{FF2B5EF4-FFF2-40B4-BE49-F238E27FC236}">
                <a16:creationId xmlns:a16="http://schemas.microsoft.com/office/drawing/2014/main" id="{33E9EA66-3C53-44E2-9557-2EF8B91EC62C}"/>
              </a:ext>
            </a:extLst>
          </p:cNvPr>
          <p:cNvSpPr>
            <a:spLocks noGrp="1"/>
          </p:cNvSpPr>
          <p:nvPr/>
        </p:nvSpPr>
        <p:spPr>
          <a:xfrm>
            <a:off x="4355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data_8182">
            <a:extLst>
              <a:ext uri="{FF2B5EF4-FFF2-40B4-BE49-F238E27FC236}">
                <a16:creationId xmlns:a16="http://schemas.microsoft.com/office/drawing/2014/main" id="{5AE39B4C-FA17-4091-A12B-DE300D557B27}"/>
              </a:ext>
            </a:extLst>
          </p:cNvPr>
          <p:cNvSpPr>
            <a:spLocks noGrp="1"/>
          </p:cNvSpPr>
          <p:nvPr/>
        </p:nvSpPr>
        <p:spPr>
          <a:xfrm>
            <a:off x="4308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data_8183">
            <a:extLst>
              <a:ext uri="{FF2B5EF4-FFF2-40B4-BE49-F238E27FC236}">
                <a16:creationId xmlns:a16="http://schemas.microsoft.com/office/drawing/2014/main" id="{180E25A0-33C5-4A2E-9EFE-A1C8C5C9FA30}"/>
              </a:ext>
            </a:extLst>
          </p:cNvPr>
          <p:cNvSpPr>
            <a:spLocks noGrp="1"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data_8184">
            <a:extLst>
              <a:ext uri="{FF2B5EF4-FFF2-40B4-BE49-F238E27FC236}">
                <a16:creationId xmlns:a16="http://schemas.microsoft.com/office/drawing/2014/main" id="{044F3872-C568-4FC7-9F88-643ED7471D0F}"/>
              </a:ext>
            </a:extLst>
          </p:cNvPr>
          <p:cNvSpPr>
            <a:spLocks noGrp="1"/>
          </p:cNvSpPr>
          <p:nvPr/>
        </p:nvSpPr>
        <p:spPr>
          <a:xfrm>
            <a:off x="4379375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data_8185">
            <a:extLst>
              <a:ext uri="{FF2B5EF4-FFF2-40B4-BE49-F238E27FC236}">
                <a16:creationId xmlns:a16="http://schemas.microsoft.com/office/drawing/2014/main" id="{E663EDE6-84A7-48D1-8997-79B988227C38}"/>
              </a:ext>
            </a:extLst>
          </p:cNvPr>
          <p:cNvSpPr>
            <a:spLocks noGrp="1"/>
          </p:cNvSpPr>
          <p:nvPr/>
        </p:nvSpPr>
        <p:spPr>
          <a:xfrm>
            <a:off x="43320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data_8186">
            <a:extLst>
              <a:ext uri="{FF2B5EF4-FFF2-40B4-BE49-F238E27FC236}">
                <a16:creationId xmlns:a16="http://schemas.microsoft.com/office/drawing/2014/main" id="{0A620D88-5AFB-4653-916F-A10B04FE3246}"/>
              </a:ext>
            </a:extLst>
          </p:cNvPr>
          <p:cNvSpPr>
            <a:spLocks noGrp="1"/>
          </p:cNvSpPr>
          <p:nvPr/>
        </p:nvSpPr>
        <p:spPr>
          <a:xfrm>
            <a:off x="43617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data_8187">
            <a:extLst>
              <a:ext uri="{FF2B5EF4-FFF2-40B4-BE49-F238E27FC236}">
                <a16:creationId xmlns:a16="http://schemas.microsoft.com/office/drawing/2014/main" id="{68C1EFD6-2C9B-4063-8F10-C0557735C26B}"/>
              </a:ext>
            </a:extLst>
          </p:cNvPr>
          <p:cNvSpPr>
            <a:spLocks noGrp="1"/>
          </p:cNvSpPr>
          <p:nvPr/>
        </p:nvSpPr>
        <p:spPr>
          <a:xfrm>
            <a:off x="427044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data_8188">
            <a:extLst>
              <a:ext uri="{FF2B5EF4-FFF2-40B4-BE49-F238E27FC236}">
                <a16:creationId xmlns:a16="http://schemas.microsoft.com/office/drawing/2014/main" id="{AA8B90A1-CE37-46E1-AF5E-7D263DB7D421}"/>
              </a:ext>
            </a:extLst>
          </p:cNvPr>
          <p:cNvSpPr>
            <a:spLocks noGrp="1"/>
          </p:cNvSpPr>
          <p:nvPr/>
        </p:nvSpPr>
        <p:spPr>
          <a:xfrm>
            <a:off x="4307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data_8189">
            <a:extLst>
              <a:ext uri="{FF2B5EF4-FFF2-40B4-BE49-F238E27FC236}">
                <a16:creationId xmlns:a16="http://schemas.microsoft.com/office/drawing/2014/main" id="{6CB90526-3660-4902-8EF1-746732D4E917}"/>
              </a:ext>
            </a:extLst>
          </p:cNvPr>
          <p:cNvSpPr>
            <a:spLocks noGrp="1"/>
          </p:cNvSpPr>
          <p:nvPr/>
        </p:nvSpPr>
        <p:spPr>
          <a:xfrm>
            <a:off x="435370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data_8190">
            <a:extLst>
              <a:ext uri="{FF2B5EF4-FFF2-40B4-BE49-F238E27FC236}">
                <a16:creationId xmlns:a16="http://schemas.microsoft.com/office/drawing/2014/main" id="{43DA5529-088B-4E7A-A347-4F6488540427}"/>
              </a:ext>
            </a:extLst>
          </p:cNvPr>
          <p:cNvSpPr>
            <a:spLocks noGrp="1"/>
          </p:cNvSpPr>
          <p:nvPr/>
        </p:nvSpPr>
        <p:spPr>
          <a:xfrm>
            <a:off x="43348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data_8191">
            <a:extLst>
              <a:ext uri="{FF2B5EF4-FFF2-40B4-BE49-F238E27FC236}">
                <a16:creationId xmlns:a16="http://schemas.microsoft.com/office/drawing/2014/main" id="{EA8FC507-8752-4E4C-AF5A-7469A1DBE0B9}"/>
              </a:ext>
            </a:extLst>
          </p:cNvPr>
          <p:cNvSpPr>
            <a:spLocks noGrp="1"/>
          </p:cNvSpPr>
          <p:nvPr/>
        </p:nvSpPr>
        <p:spPr>
          <a:xfrm>
            <a:off x="4372991" y="62519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data_8192">
            <a:extLst>
              <a:ext uri="{FF2B5EF4-FFF2-40B4-BE49-F238E27FC236}">
                <a16:creationId xmlns:a16="http://schemas.microsoft.com/office/drawing/2014/main" id="{93870AF0-5FDC-4EC4-8EEB-9EB75EE67521}"/>
              </a:ext>
            </a:extLst>
          </p:cNvPr>
          <p:cNvSpPr>
            <a:spLocks noGrp="1"/>
          </p:cNvSpPr>
          <p:nvPr/>
        </p:nvSpPr>
        <p:spPr>
          <a:xfrm>
            <a:off x="42520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data_8193">
            <a:extLst>
              <a:ext uri="{FF2B5EF4-FFF2-40B4-BE49-F238E27FC236}">
                <a16:creationId xmlns:a16="http://schemas.microsoft.com/office/drawing/2014/main" id="{769E0A2F-C6B3-4A1D-94C9-35C1A8158AB5}"/>
              </a:ext>
            </a:extLst>
          </p:cNvPr>
          <p:cNvSpPr>
            <a:spLocks noGrp="1"/>
          </p:cNvSpPr>
          <p:nvPr/>
        </p:nvSpPr>
        <p:spPr>
          <a:xfrm>
            <a:off x="4305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data_8194">
            <a:extLst>
              <a:ext uri="{FF2B5EF4-FFF2-40B4-BE49-F238E27FC236}">
                <a16:creationId xmlns:a16="http://schemas.microsoft.com/office/drawing/2014/main" id="{AFE6DDBC-238C-45F6-A52A-DD4D67482304}"/>
              </a:ext>
            </a:extLst>
          </p:cNvPr>
          <p:cNvSpPr>
            <a:spLocks noGrp="1"/>
          </p:cNvSpPr>
          <p:nvPr/>
        </p:nvSpPr>
        <p:spPr>
          <a:xfrm>
            <a:off x="433012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data_8195">
            <a:extLst>
              <a:ext uri="{FF2B5EF4-FFF2-40B4-BE49-F238E27FC236}">
                <a16:creationId xmlns:a16="http://schemas.microsoft.com/office/drawing/2014/main" id="{DC7B05F6-8B1E-4E78-82C6-F9A04519C95F}"/>
              </a:ext>
            </a:extLst>
          </p:cNvPr>
          <p:cNvSpPr>
            <a:spLocks noGrp="1"/>
          </p:cNvSpPr>
          <p:nvPr/>
        </p:nvSpPr>
        <p:spPr>
          <a:xfrm>
            <a:off x="42896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data_8196">
            <a:extLst>
              <a:ext uri="{FF2B5EF4-FFF2-40B4-BE49-F238E27FC236}">
                <a16:creationId xmlns:a16="http://schemas.microsoft.com/office/drawing/2014/main" id="{FCC3E38B-AAA0-40CB-845B-0201308655EC}"/>
              </a:ext>
            </a:extLst>
          </p:cNvPr>
          <p:cNvSpPr>
            <a:spLocks noGrp="1"/>
          </p:cNvSpPr>
          <p:nvPr/>
        </p:nvSpPr>
        <p:spPr>
          <a:xfrm>
            <a:off x="43187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data_8197">
            <a:extLst>
              <a:ext uri="{FF2B5EF4-FFF2-40B4-BE49-F238E27FC236}">
                <a16:creationId xmlns:a16="http://schemas.microsoft.com/office/drawing/2014/main" id="{B8E2C45A-227B-46DF-A582-28D5AE101623}"/>
              </a:ext>
            </a:extLst>
          </p:cNvPr>
          <p:cNvSpPr>
            <a:spLocks noGrp="1"/>
          </p:cNvSpPr>
          <p:nvPr/>
        </p:nvSpPr>
        <p:spPr>
          <a:xfrm>
            <a:off x="4302370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data_8198">
            <a:extLst>
              <a:ext uri="{FF2B5EF4-FFF2-40B4-BE49-F238E27FC236}">
                <a16:creationId xmlns:a16="http://schemas.microsoft.com/office/drawing/2014/main" id="{3AA4C6F9-103D-4C35-ABBE-20B3E8547C63}"/>
              </a:ext>
            </a:extLst>
          </p:cNvPr>
          <p:cNvSpPr>
            <a:spLocks noGrp="1"/>
          </p:cNvSpPr>
          <p:nvPr/>
        </p:nvSpPr>
        <p:spPr>
          <a:xfrm>
            <a:off x="4358658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data_8199">
            <a:extLst>
              <a:ext uri="{FF2B5EF4-FFF2-40B4-BE49-F238E27FC236}">
                <a16:creationId xmlns:a16="http://schemas.microsoft.com/office/drawing/2014/main" id="{E6F901BD-5354-49AB-91B2-1B9488682480}"/>
              </a:ext>
            </a:extLst>
          </p:cNvPr>
          <p:cNvSpPr>
            <a:spLocks noGrp="1"/>
          </p:cNvSpPr>
          <p:nvPr/>
        </p:nvSpPr>
        <p:spPr>
          <a:xfrm>
            <a:off x="42664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data_8200">
            <a:extLst>
              <a:ext uri="{FF2B5EF4-FFF2-40B4-BE49-F238E27FC236}">
                <a16:creationId xmlns:a16="http://schemas.microsoft.com/office/drawing/2014/main" id="{41AAA122-56C3-422E-939C-22BC55DAE738}"/>
              </a:ext>
            </a:extLst>
          </p:cNvPr>
          <p:cNvSpPr>
            <a:spLocks noGrp="1"/>
          </p:cNvSpPr>
          <p:nvPr/>
        </p:nvSpPr>
        <p:spPr>
          <a:xfrm>
            <a:off x="427240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data_8201">
            <a:extLst>
              <a:ext uri="{FF2B5EF4-FFF2-40B4-BE49-F238E27FC236}">
                <a16:creationId xmlns:a16="http://schemas.microsoft.com/office/drawing/2014/main" id="{2E5385A2-FCEA-471E-91DE-872973821DEC}"/>
              </a:ext>
            </a:extLst>
          </p:cNvPr>
          <p:cNvSpPr>
            <a:spLocks noGrp="1"/>
          </p:cNvSpPr>
          <p:nvPr/>
        </p:nvSpPr>
        <p:spPr>
          <a:xfrm>
            <a:off x="43266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data_8202">
            <a:extLst>
              <a:ext uri="{FF2B5EF4-FFF2-40B4-BE49-F238E27FC236}">
                <a16:creationId xmlns:a16="http://schemas.microsoft.com/office/drawing/2014/main" id="{8F269186-DF2D-45C9-9D0F-430D34720A59}"/>
              </a:ext>
            </a:extLst>
          </p:cNvPr>
          <p:cNvSpPr>
            <a:spLocks noGrp="1"/>
          </p:cNvSpPr>
          <p:nvPr/>
        </p:nvSpPr>
        <p:spPr>
          <a:xfrm>
            <a:off x="432543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data_8203">
            <a:extLst>
              <a:ext uri="{FF2B5EF4-FFF2-40B4-BE49-F238E27FC236}">
                <a16:creationId xmlns:a16="http://schemas.microsoft.com/office/drawing/2014/main" id="{7CBF0E7F-E5D1-493C-AC6F-606764DF571C}"/>
              </a:ext>
            </a:extLst>
          </p:cNvPr>
          <p:cNvSpPr>
            <a:spLocks noGrp="1"/>
          </p:cNvSpPr>
          <p:nvPr/>
        </p:nvSpPr>
        <p:spPr>
          <a:xfrm>
            <a:off x="43677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data_8204">
            <a:extLst>
              <a:ext uri="{FF2B5EF4-FFF2-40B4-BE49-F238E27FC236}">
                <a16:creationId xmlns:a16="http://schemas.microsoft.com/office/drawing/2014/main" id="{54DE46C8-E807-43BD-9C6D-6669B20BB9F8}"/>
              </a:ext>
            </a:extLst>
          </p:cNvPr>
          <p:cNvSpPr>
            <a:spLocks noGrp="1"/>
          </p:cNvSpPr>
          <p:nvPr/>
        </p:nvSpPr>
        <p:spPr>
          <a:xfrm>
            <a:off x="43481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data_8205">
            <a:extLst>
              <a:ext uri="{FF2B5EF4-FFF2-40B4-BE49-F238E27FC236}">
                <a16:creationId xmlns:a16="http://schemas.microsoft.com/office/drawing/2014/main" id="{E976A68B-0F3E-40B6-ABD9-9037006275A2}"/>
              </a:ext>
            </a:extLst>
          </p:cNvPr>
          <p:cNvSpPr>
            <a:spLocks noGrp="1"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data_8206">
            <a:extLst>
              <a:ext uri="{FF2B5EF4-FFF2-40B4-BE49-F238E27FC236}">
                <a16:creationId xmlns:a16="http://schemas.microsoft.com/office/drawing/2014/main" id="{B382AB6D-DF34-468B-9D51-2434EBF18B6F}"/>
              </a:ext>
            </a:extLst>
          </p:cNvPr>
          <p:cNvSpPr>
            <a:spLocks noGrp="1"/>
          </p:cNvSpPr>
          <p:nvPr/>
        </p:nvSpPr>
        <p:spPr>
          <a:xfrm>
            <a:off x="43507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data_8207">
            <a:extLst>
              <a:ext uri="{FF2B5EF4-FFF2-40B4-BE49-F238E27FC236}">
                <a16:creationId xmlns:a16="http://schemas.microsoft.com/office/drawing/2014/main" id="{52856B5B-D326-49E4-9871-4C92867B7318}"/>
              </a:ext>
            </a:extLst>
          </p:cNvPr>
          <p:cNvSpPr>
            <a:spLocks noGrp="1"/>
          </p:cNvSpPr>
          <p:nvPr/>
        </p:nvSpPr>
        <p:spPr>
          <a:xfrm>
            <a:off x="434015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data_8208">
            <a:extLst>
              <a:ext uri="{FF2B5EF4-FFF2-40B4-BE49-F238E27FC236}">
                <a16:creationId xmlns:a16="http://schemas.microsoft.com/office/drawing/2014/main" id="{9CCD1FE7-7B8B-442A-9B08-BB30BA7D787D}"/>
              </a:ext>
            </a:extLst>
          </p:cNvPr>
          <p:cNvSpPr>
            <a:spLocks noGrp="1"/>
          </p:cNvSpPr>
          <p:nvPr/>
        </p:nvSpPr>
        <p:spPr>
          <a:xfrm>
            <a:off x="4345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data_8209">
            <a:extLst>
              <a:ext uri="{FF2B5EF4-FFF2-40B4-BE49-F238E27FC236}">
                <a16:creationId xmlns:a16="http://schemas.microsoft.com/office/drawing/2014/main" id="{DCCF890A-8477-4A65-A6DC-1A27504E38AA}"/>
              </a:ext>
            </a:extLst>
          </p:cNvPr>
          <p:cNvSpPr>
            <a:spLocks noGrp="1"/>
          </p:cNvSpPr>
          <p:nvPr/>
        </p:nvSpPr>
        <p:spPr>
          <a:xfrm>
            <a:off x="43211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data_8210">
            <a:extLst>
              <a:ext uri="{FF2B5EF4-FFF2-40B4-BE49-F238E27FC236}">
                <a16:creationId xmlns:a16="http://schemas.microsoft.com/office/drawing/2014/main" id="{47E27455-E648-4BDC-8216-B673B152CC14}"/>
              </a:ext>
            </a:extLst>
          </p:cNvPr>
          <p:cNvSpPr>
            <a:spLocks noGrp="1"/>
          </p:cNvSpPr>
          <p:nvPr/>
        </p:nvSpPr>
        <p:spPr>
          <a:xfrm>
            <a:off x="42535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data_8211">
            <a:extLst>
              <a:ext uri="{FF2B5EF4-FFF2-40B4-BE49-F238E27FC236}">
                <a16:creationId xmlns:a16="http://schemas.microsoft.com/office/drawing/2014/main" id="{59C86513-0141-4E31-A8A4-CD933DA5024D}"/>
              </a:ext>
            </a:extLst>
          </p:cNvPr>
          <p:cNvSpPr>
            <a:spLocks noGrp="1"/>
          </p:cNvSpPr>
          <p:nvPr/>
        </p:nvSpPr>
        <p:spPr>
          <a:xfrm>
            <a:off x="4340677" y="63863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data_8212">
            <a:extLst>
              <a:ext uri="{FF2B5EF4-FFF2-40B4-BE49-F238E27FC236}">
                <a16:creationId xmlns:a16="http://schemas.microsoft.com/office/drawing/2014/main" id="{4E747C81-AD85-4010-9BB6-C135C3CA68C4}"/>
              </a:ext>
            </a:extLst>
          </p:cNvPr>
          <p:cNvSpPr>
            <a:spLocks noGrp="1"/>
          </p:cNvSpPr>
          <p:nvPr/>
        </p:nvSpPr>
        <p:spPr>
          <a:xfrm>
            <a:off x="4357876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data_8213">
            <a:extLst>
              <a:ext uri="{FF2B5EF4-FFF2-40B4-BE49-F238E27FC236}">
                <a16:creationId xmlns:a16="http://schemas.microsoft.com/office/drawing/2014/main" id="{0C28C480-E3F8-48B8-8595-DD85C52A25C9}"/>
              </a:ext>
            </a:extLst>
          </p:cNvPr>
          <p:cNvSpPr>
            <a:spLocks noGrp="1"/>
          </p:cNvSpPr>
          <p:nvPr/>
        </p:nvSpPr>
        <p:spPr>
          <a:xfrm>
            <a:off x="4275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data_8214">
            <a:extLst>
              <a:ext uri="{FF2B5EF4-FFF2-40B4-BE49-F238E27FC236}">
                <a16:creationId xmlns:a16="http://schemas.microsoft.com/office/drawing/2014/main" id="{B3414C4B-0179-43D0-A982-0C89EE2C3C54}"/>
              </a:ext>
            </a:extLst>
          </p:cNvPr>
          <p:cNvSpPr>
            <a:spLocks noGrp="1"/>
          </p:cNvSpPr>
          <p:nvPr/>
        </p:nvSpPr>
        <p:spPr>
          <a:xfrm>
            <a:off x="426536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data_8215">
            <a:extLst>
              <a:ext uri="{FF2B5EF4-FFF2-40B4-BE49-F238E27FC236}">
                <a16:creationId xmlns:a16="http://schemas.microsoft.com/office/drawing/2014/main" id="{68611EE9-6552-4E74-9A94-B7261E0A1049}"/>
              </a:ext>
            </a:extLst>
          </p:cNvPr>
          <p:cNvSpPr>
            <a:spLocks noGrp="1"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data_8216">
            <a:extLst>
              <a:ext uri="{FF2B5EF4-FFF2-40B4-BE49-F238E27FC236}">
                <a16:creationId xmlns:a16="http://schemas.microsoft.com/office/drawing/2014/main" id="{FF02D090-2990-42DF-BCE9-E91714A12F09}"/>
              </a:ext>
            </a:extLst>
          </p:cNvPr>
          <p:cNvSpPr>
            <a:spLocks noGrp="1"/>
          </p:cNvSpPr>
          <p:nvPr/>
        </p:nvSpPr>
        <p:spPr>
          <a:xfrm>
            <a:off x="43740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data_8217">
            <a:extLst>
              <a:ext uri="{FF2B5EF4-FFF2-40B4-BE49-F238E27FC236}">
                <a16:creationId xmlns:a16="http://schemas.microsoft.com/office/drawing/2014/main" id="{56BAE00C-F7F6-4D23-B8F4-6B8C11F3B145}"/>
              </a:ext>
            </a:extLst>
          </p:cNvPr>
          <p:cNvSpPr>
            <a:spLocks noGrp="1"/>
          </p:cNvSpPr>
          <p:nvPr/>
        </p:nvSpPr>
        <p:spPr>
          <a:xfrm>
            <a:off x="43796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data_8218">
            <a:extLst>
              <a:ext uri="{FF2B5EF4-FFF2-40B4-BE49-F238E27FC236}">
                <a16:creationId xmlns:a16="http://schemas.microsoft.com/office/drawing/2014/main" id="{7D9FD32B-DEDE-494D-96B5-BAE89D2773AF}"/>
              </a:ext>
            </a:extLst>
          </p:cNvPr>
          <p:cNvSpPr>
            <a:spLocks noGrp="1"/>
          </p:cNvSpPr>
          <p:nvPr/>
        </p:nvSpPr>
        <p:spPr>
          <a:xfrm>
            <a:off x="429911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data_8219">
            <a:extLst>
              <a:ext uri="{FF2B5EF4-FFF2-40B4-BE49-F238E27FC236}">
                <a16:creationId xmlns:a16="http://schemas.microsoft.com/office/drawing/2014/main" id="{0F05D258-EA00-4EA3-A940-379E502A8CEF}"/>
              </a:ext>
            </a:extLst>
          </p:cNvPr>
          <p:cNvSpPr>
            <a:spLocks noGrp="1"/>
          </p:cNvSpPr>
          <p:nvPr/>
        </p:nvSpPr>
        <p:spPr>
          <a:xfrm>
            <a:off x="4346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data_8220">
            <a:extLst>
              <a:ext uri="{FF2B5EF4-FFF2-40B4-BE49-F238E27FC236}">
                <a16:creationId xmlns:a16="http://schemas.microsoft.com/office/drawing/2014/main" id="{EFE4B838-2EA2-482A-8D78-54A49D96CD69}"/>
              </a:ext>
            </a:extLst>
          </p:cNvPr>
          <p:cNvSpPr>
            <a:spLocks noGrp="1"/>
          </p:cNvSpPr>
          <p:nvPr/>
        </p:nvSpPr>
        <p:spPr>
          <a:xfrm>
            <a:off x="43568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data_8221">
            <a:extLst>
              <a:ext uri="{FF2B5EF4-FFF2-40B4-BE49-F238E27FC236}">
                <a16:creationId xmlns:a16="http://schemas.microsoft.com/office/drawing/2014/main" id="{9A0A52DE-FC4F-45EF-9612-37ED150CFA2D}"/>
              </a:ext>
            </a:extLst>
          </p:cNvPr>
          <p:cNvSpPr>
            <a:spLocks noGrp="1"/>
          </p:cNvSpPr>
          <p:nvPr/>
        </p:nvSpPr>
        <p:spPr>
          <a:xfrm>
            <a:off x="43726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data_8222">
            <a:extLst>
              <a:ext uri="{FF2B5EF4-FFF2-40B4-BE49-F238E27FC236}">
                <a16:creationId xmlns:a16="http://schemas.microsoft.com/office/drawing/2014/main" id="{0D665FCE-E7C0-4AD9-A981-E3431B32043D}"/>
              </a:ext>
            </a:extLst>
          </p:cNvPr>
          <p:cNvSpPr>
            <a:spLocks noGrp="1"/>
          </p:cNvSpPr>
          <p:nvPr/>
        </p:nvSpPr>
        <p:spPr>
          <a:xfrm>
            <a:off x="435878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data_8223">
            <a:extLst>
              <a:ext uri="{FF2B5EF4-FFF2-40B4-BE49-F238E27FC236}">
                <a16:creationId xmlns:a16="http://schemas.microsoft.com/office/drawing/2014/main" id="{2AACA312-3150-4E8E-8F1B-26128D2E009F}"/>
              </a:ext>
            </a:extLst>
          </p:cNvPr>
          <p:cNvSpPr>
            <a:spLocks noGrp="1"/>
          </p:cNvSpPr>
          <p:nvPr/>
        </p:nvSpPr>
        <p:spPr>
          <a:xfrm>
            <a:off x="43391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data_8224">
            <a:extLst>
              <a:ext uri="{FF2B5EF4-FFF2-40B4-BE49-F238E27FC236}">
                <a16:creationId xmlns:a16="http://schemas.microsoft.com/office/drawing/2014/main" id="{362378A2-B0F2-4241-B160-965CD6B07F6B}"/>
              </a:ext>
            </a:extLst>
          </p:cNvPr>
          <p:cNvSpPr>
            <a:spLocks noGrp="1"/>
          </p:cNvSpPr>
          <p:nvPr/>
        </p:nvSpPr>
        <p:spPr>
          <a:xfrm>
            <a:off x="42592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data_8225">
            <a:extLst>
              <a:ext uri="{FF2B5EF4-FFF2-40B4-BE49-F238E27FC236}">
                <a16:creationId xmlns:a16="http://schemas.microsoft.com/office/drawing/2014/main" id="{F479F50F-4BC3-4176-98D0-B276E32AA884}"/>
              </a:ext>
            </a:extLst>
          </p:cNvPr>
          <p:cNvSpPr>
            <a:spLocks noGrp="1"/>
          </p:cNvSpPr>
          <p:nvPr/>
        </p:nvSpPr>
        <p:spPr>
          <a:xfrm>
            <a:off x="4271881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data_8226">
            <a:extLst>
              <a:ext uri="{FF2B5EF4-FFF2-40B4-BE49-F238E27FC236}">
                <a16:creationId xmlns:a16="http://schemas.microsoft.com/office/drawing/2014/main" id="{86FA2C41-0D8A-4AD1-9A62-0CBC0AFC1047}"/>
              </a:ext>
            </a:extLst>
          </p:cNvPr>
          <p:cNvSpPr>
            <a:spLocks noGrp="1"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data_8227">
            <a:extLst>
              <a:ext uri="{FF2B5EF4-FFF2-40B4-BE49-F238E27FC236}">
                <a16:creationId xmlns:a16="http://schemas.microsoft.com/office/drawing/2014/main" id="{D55251F1-A95B-481A-94D8-253038859A1D}"/>
              </a:ext>
            </a:extLst>
          </p:cNvPr>
          <p:cNvSpPr>
            <a:spLocks noGrp="1"/>
          </p:cNvSpPr>
          <p:nvPr/>
        </p:nvSpPr>
        <p:spPr>
          <a:xfrm>
            <a:off x="43272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data_8228">
            <a:extLst>
              <a:ext uri="{FF2B5EF4-FFF2-40B4-BE49-F238E27FC236}">
                <a16:creationId xmlns:a16="http://schemas.microsoft.com/office/drawing/2014/main" id="{9836BA5B-DFA1-4F59-93F0-F546C6BF0EB6}"/>
              </a:ext>
            </a:extLst>
          </p:cNvPr>
          <p:cNvSpPr>
            <a:spLocks noGrp="1"/>
          </p:cNvSpPr>
          <p:nvPr/>
        </p:nvSpPr>
        <p:spPr>
          <a:xfrm>
            <a:off x="42773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data_8229">
            <a:extLst>
              <a:ext uri="{FF2B5EF4-FFF2-40B4-BE49-F238E27FC236}">
                <a16:creationId xmlns:a16="http://schemas.microsoft.com/office/drawing/2014/main" id="{63D8F957-BF3A-4B16-8968-549D431F1D9A}"/>
              </a:ext>
            </a:extLst>
          </p:cNvPr>
          <p:cNvSpPr>
            <a:spLocks noGrp="1"/>
          </p:cNvSpPr>
          <p:nvPr/>
        </p:nvSpPr>
        <p:spPr>
          <a:xfrm>
            <a:off x="4300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data_8230">
            <a:extLst>
              <a:ext uri="{FF2B5EF4-FFF2-40B4-BE49-F238E27FC236}">
                <a16:creationId xmlns:a16="http://schemas.microsoft.com/office/drawing/2014/main" id="{64410883-A6D0-451A-904C-53B26803AFDD}"/>
              </a:ext>
            </a:extLst>
          </p:cNvPr>
          <p:cNvSpPr>
            <a:spLocks noGrp="1"/>
          </p:cNvSpPr>
          <p:nvPr/>
        </p:nvSpPr>
        <p:spPr>
          <a:xfrm>
            <a:off x="4254812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data_8231">
            <a:extLst>
              <a:ext uri="{FF2B5EF4-FFF2-40B4-BE49-F238E27FC236}">
                <a16:creationId xmlns:a16="http://schemas.microsoft.com/office/drawing/2014/main" id="{1A716FFB-3F91-4912-8AC3-9A554FED9CAE}"/>
              </a:ext>
            </a:extLst>
          </p:cNvPr>
          <p:cNvSpPr>
            <a:spLocks noGrp="1"/>
          </p:cNvSpPr>
          <p:nvPr/>
        </p:nvSpPr>
        <p:spPr>
          <a:xfrm>
            <a:off x="46200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data_8232">
            <a:extLst>
              <a:ext uri="{FF2B5EF4-FFF2-40B4-BE49-F238E27FC236}">
                <a16:creationId xmlns:a16="http://schemas.microsoft.com/office/drawing/2014/main" id="{254CE075-0FAB-4AF1-ACAF-B2C084D5562B}"/>
              </a:ext>
            </a:extLst>
          </p:cNvPr>
          <p:cNvSpPr>
            <a:spLocks noGrp="1"/>
          </p:cNvSpPr>
          <p:nvPr/>
        </p:nvSpPr>
        <p:spPr>
          <a:xfrm>
            <a:off x="47034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data_8233">
            <a:extLst>
              <a:ext uri="{FF2B5EF4-FFF2-40B4-BE49-F238E27FC236}">
                <a16:creationId xmlns:a16="http://schemas.microsoft.com/office/drawing/2014/main" id="{464D9B89-ABAB-4ED8-92E4-CABBB2B6D5C2}"/>
              </a:ext>
            </a:extLst>
          </p:cNvPr>
          <p:cNvSpPr>
            <a:spLocks noGrp="1"/>
          </p:cNvSpPr>
          <p:nvPr/>
        </p:nvSpPr>
        <p:spPr>
          <a:xfrm>
            <a:off x="45926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data_8234">
            <a:extLst>
              <a:ext uri="{FF2B5EF4-FFF2-40B4-BE49-F238E27FC236}">
                <a16:creationId xmlns:a16="http://schemas.microsoft.com/office/drawing/2014/main" id="{EFCE6F65-0FCB-41B2-A31F-A395E5B7A87E}"/>
              </a:ext>
            </a:extLst>
          </p:cNvPr>
          <p:cNvSpPr>
            <a:spLocks noGrp="1"/>
          </p:cNvSpPr>
          <p:nvPr/>
        </p:nvSpPr>
        <p:spPr>
          <a:xfrm>
            <a:off x="4693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data_8235">
            <a:extLst>
              <a:ext uri="{FF2B5EF4-FFF2-40B4-BE49-F238E27FC236}">
                <a16:creationId xmlns:a16="http://schemas.microsoft.com/office/drawing/2014/main" id="{6F23F110-BB31-423D-8431-E036F0402B75}"/>
              </a:ext>
            </a:extLst>
          </p:cNvPr>
          <p:cNvSpPr>
            <a:spLocks noGrp="1"/>
          </p:cNvSpPr>
          <p:nvPr/>
        </p:nvSpPr>
        <p:spPr>
          <a:xfrm>
            <a:off x="46412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data_8236">
            <a:extLst>
              <a:ext uri="{FF2B5EF4-FFF2-40B4-BE49-F238E27FC236}">
                <a16:creationId xmlns:a16="http://schemas.microsoft.com/office/drawing/2014/main" id="{836CCD71-978C-47AC-938D-6B83265A2BAA}"/>
              </a:ext>
            </a:extLst>
          </p:cNvPr>
          <p:cNvSpPr>
            <a:spLocks noGrp="1"/>
          </p:cNvSpPr>
          <p:nvPr/>
        </p:nvSpPr>
        <p:spPr>
          <a:xfrm>
            <a:off x="47126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data_8237">
            <a:extLst>
              <a:ext uri="{FF2B5EF4-FFF2-40B4-BE49-F238E27FC236}">
                <a16:creationId xmlns:a16="http://schemas.microsoft.com/office/drawing/2014/main" id="{6F56C940-6C58-4208-8123-801BEFA66B47}"/>
              </a:ext>
            </a:extLst>
          </p:cNvPr>
          <p:cNvSpPr>
            <a:spLocks noGrp="1"/>
          </p:cNvSpPr>
          <p:nvPr/>
        </p:nvSpPr>
        <p:spPr>
          <a:xfrm>
            <a:off x="46199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data_8238">
            <a:extLst>
              <a:ext uri="{FF2B5EF4-FFF2-40B4-BE49-F238E27FC236}">
                <a16:creationId xmlns:a16="http://schemas.microsoft.com/office/drawing/2014/main" id="{1740C40B-9283-4588-9061-F69704D86C58}"/>
              </a:ext>
            </a:extLst>
          </p:cNvPr>
          <p:cNvSpPr>
            <a:spLocks noGrp="1"/>
          </p:cNvSpPr>
          <p:nvPr/>
        </p:nvSpPr>
        <p:spPr>
          <a:xfrm>
            <a:off x="468349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data_8239">
            <a:extLst>
              <a:ext uri="{FF2B5EF4-FFF2-40B4-BE49-F238E27FC236}">
                <a16:creationId xmlns:a16="http://schemas.microsoft.com/office/drawing/2014/main" id="{962B9E40-D723-49C8-9E83-00CE36B04750}"/>
              </a:ext>
            </a:extLst>
          </p:cNvPr>
          <p:cNvSpPr>
            <a:spLocks noGrp="1"/>
          </p:cNvSpPr>
          <p:nvPr/>
        </p:nvSpPr>
        <p:spPr>
          <a:xfrm>
            <a:off x="459723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data_8240">
            <a:extLst>
              <a:ext uri="{FF2B5EF4-FFF2-40B4-BE49-F238E27FC236}">
                <a16:creationId xmlns:a16="http://schemas.microsoft.com/office/drawing/2014/main" id="{E96A91F6-26BA-44DD-BD7A-C23CC45A8A12}"/>
              </a:ext>
            </a:extLst>
          </p:cNvPr>
          <p:cNvSpPr>
            <a:spLocks noGrp="1"/>
          </p:cNvSpPr>
          <p:nvPr/>
        </p:nvSpPr>
        <p:spPr>
          <a:xfrm>
            <a:off x="46249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data_8241">
            <a:extLst>
              <a:ext uri="{FF2B5EF4-FFF2-40B4-BE49-F238E27FC236}">
                <a16:creationId xmlns:a16="http://schemas.microsoft.com/office/drawing/2014/main" id="{F19FBEE9-FC70-4629-81C4-CD3A5292CD7D}"/>
              </a:ext>
            </a:extLst>
          </p:cNvPr>
          <p:cNvSpPr>
            <a:spLocks noGrp="1"/>
          </p:cNvSpPr>
          <p:nvPr/>
        </p:nvSpPr>
        <p:spPr>
          <a:xfrm>
            <a:off x="459697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data_8242">
            <a:extLst>
              <a:ext uri="{FF2B5EF4-FFF2-40B4-BE49-F238E27FC236}">
                <a16:creationId xmlns:a16="http://schemas.microsoft.com/office/drawing/2014/main" id="{6A7E04D6-96DC-41FC-892D-C7BBED5C538F}"/>
              </a:ext>
            </a:extLst>
          </p:cNvPr>
          <p:cNvSpPr>
            <a:spLocks noGrp="1"/>
          </p:cNvSpPr>
          <p:nvPr/>
        </p:nvSpPr>
        <p:spPr>
          <a:xfrm>
            <a:off x="46705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data_8243">
            <a:extLst>
              <a:ext uri="{FF2B5EF4-FFF2-40B4-BE49-F238E27FC236}">
                <a16:creationId xmlns:a16="http://schemas.microsoft.com/office/drawing/2014/main" id="{2D322356-B634-4A60-AD06-7655233D7D68}"/>
              </a:ext>
            </a:extLst>
          </p:cNvPr>
          <p:cNvSpPr>
            <a:spLocks noGrp="1"/>
          </p:cNvSpPr>
          <p:nvPr/>
        </p:nvSpPr>
        <p:spPr>
          <a:xfrm>
            <a:off x="46145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data_8244">
            <a:extLst>
              <a:ext uri="{FF2B5EF4-FFF2-40B4-BE49-F238E27FC236}">
                <a16:creationId xmlns:a16="http://schemas.microsoft.com/office/drawing/2014/main" id="{CC50667A-BEBE-4DB3-AD12-B893106FE71C}"/>
              </a:ext>
            </a:extLst>
          </p:cNvPr>
          <p:cNvSpPr>
            <a:spLocks noGrp="1"/>
          </p:cNvSpPr>
          <p:nvPr/>
        </p:nvSpPr>
        <p:spPr>
          <a:xfrm>
            <a:off x="46536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data_8245">
            <a:extLst>
              <a:ext uri="{FF2B5EF4-FFF2-40B4-BE49-F238E27FC236}">
                <a16:creationId xmlns:a16="http://schemas.microsoft.com/office/drawing/2014/main" id="{200CC613-8F2E-4406-972A-56750016DC75}"/>
              </a:ext>
            </a:extLst>
          </p:cNvPr>
          <p:cNvSpPr>
            <a:spLocks noGrp="1"/>
          </p:cNvSpPr>
          <p:nvPr/>
        </p:nvSpPr>
        <p:spPr>
          <a:xfrm>
            <a:off x="4639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data_8246">
            <a:extLst>
              <a:ext uri="{FF2B5EF4-FFF2-40B4-BE49-F238E27FC236}">
                <a16:creationId xmlns:a16="http://schemas.microsoft.com/office/drawing/2014/main" id="{3D0CD29C-1E60-4B1E-9B00-E386E3C36C19}"/>
              </a:ext>
            </a:extLst>
          </p:cNvPr>
          <p:cNvSpPr>
            <a:spLocks noGrp="1"/>
          </p:cNvSpPr>
          <p:nvPr/>
        </p:nvSpPr>
        <p:spPr>
          <a:xfrm>
            <a:off x="4626945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data_8247">
            <a:extLst>
              <a:ext uri="{FF2B5EF4-FFF2-40B4-BE49-F238E27FC236}">
                <a16:creationId xmlns:a16="http://schemas.microsoft.com/office/drawing/2014/main" id="{690BD862-E873-40A7-8DE6-32E70A9E37BA}"/>
              </a:ext>
            </a:extLst>
          </p:cNvPr>
          <p:cNvSpPr>
            <a:spLocks noGrp="1"/>
          </p:cNvSpPr>
          <p:nvPr/>
        </p:nvSpPr>
        <p:spPr>
          <a:xfrm>
            <a:off x="459658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data_8248">
            <a:extLst>
              <a:ext uri="{FF2B5EF4-FFF2-40B4-BE49-F238E27FC236}">
                <a16:creationId xmlns:a16="http://schemas.microsoft.com/office/drawing/2014/main" id="{2C9683E0-EA77-4EDB-B8B6-8518BE9F8BA9}"/>
              </a:ext>
            </a:extLst>
          </p:cNvPr>
          <p:cNvSpPr>
            <a:spLocks noGrp="1"/>
          </p:cNvSpPr>
          <p:nvPr/>
        </p:nvSpPr>
        <p:spPr>
          <a:xfrm>
            <a:off x="471359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data_8249">
            <a:extLst>
              <a:ext uri="{FF2B5EF4-FFF2-40B4-BE49-F238E27FC236}">
                <a16:creationId xmlns:a16="http://schemas.microsoft.com/office/drawing/2014/main" id="{6399F4F2-D3D0-470C-96E9-1F741274CA5A}"/>
              </a:ext>
            </a:extLst>
          </p:cNvPr>
          <p:cNvSpPr>
            <a:spLocks noGrp="1"/>
          </p:cNvSpPr>
          <p:nvPr/>
        </p:nvSpPr>
        <p:spPr>
          <a:xfrm>
            <a:off x="4598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data_8250">
            <a:extLst>
              <a:ext uri="{FF2B5EF4-FFF2-40B4-BE49-F238E27FC236}">
                <a16:creationId xmlns:a16="http://schemas.microsoft.com/office/drawing/2014/main" id="{EA0991B9-23FE-4DD0-81AF-B6E14EBCB4A1}"/>
              </a:ext>
            </a:extLst>
          </p:cNvPr>
          <p:cNvSpPr>
            <a:spLocks noGrp="1"/>
          </p:cNvSpPr>
          <p:nvPr/>
        </p:nvSpPr>
        <p:spPr>
          <a:xfrm>
            <a:off x="470395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data_8251">
            <a:extLst>
              <a:ext uri="{FF2B5EF4-FFF2-40B4-BE49-F238E27FC236}">
                <a16:creationId xmlns:a16="http://schemas.microsoft.com/office/drawing/2014/main" id="{DC61BC6B-3F61-4DCF-B157-605E020B0611}"/>
              </a:ext>
            </a:extLst>
          </p:cNvPr>
          <p:cNvSpPr>
            <a:spLocks noGrp="1"/>
          </p:cNvSpPr>
          <p:nvPr/>
        </p:nvSpPr>
        <p:spPr>
          <a:xfrm>
            <a:off x="46417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data_8252">
            <a:extLst>
              <a:ext uri="{FF2B5EF4-FFF2-40B4-BE49-F238E27FC236}">
                <a16:creationId xmlns:a16="http://schemas.microsoft.com/office/drawing/2014/main" id="{7F33F008-3360-4F23-ACB2-D673D4979E1B}"/>
              </a:ext>
            </a:extLst>
          </p:cNvPr>
          <p:cNvSpPr>
            <a:spLocks noGrp="1"/>
          </p:cNvSpPr>
          <p:nvPr/>
        </p:nvSpPr>
        <p:spPr>
          <a:xfrm>
            <a:off x="47189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data_8253">
            <a:extLst>
              <a:ext uri="{FF2B5EF4-FFF2-40B4-BE49-F238E27FC236}">
                <a16:creationId xmlns:a16="http://schemas.microsoft.com/office/drawing/2014/main" id="{A5659D8C-F7CC-4751-899D-C4064422C1E3}"/>
              </a:ext>
            </a:extLst>
          </p:cNvPr>
          <p:cNvSpPr>
            <a:spLocks noGrp="1"/>
          </p:cNvSpPr>
          <p:nvPr/>
        </p:nvSpPr>
        <p:spPr>
          <a:xfrm>
            <a:off x="46781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data_8254">
            <a:extLst>
              <a:ext uri="{FF2B5EF4-FFF2-40B4-BE49-F238E27FC236}">
                <a16:creationId xmlns:a16="http://schemas.microsoft.com/office/drawing/2014/main" id="{9B188215-A776-452A-8240-55252E5B6DF2}"/>
              </a:ext>
            </a:extLst>
          </p:cNvPr>
          <p:cNvSpPr>
            <a:spLocks noGrp="1"/>
          </p:cNvSpPr>
          <p:nvPr/>
        </p:nvSpPr>
        <p:spPr>
          <a:xfrm>
            <a:off x="4687012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data_8255">
            <a:extLst>
              <a:ext uri="{FF2B5EF4-FFF2-40B4-BE49-F238E27FC236}">
                <a16:creationId xmlns:a16="http://schemas.microsoft.com/office/drawing/2014/main" id="{7008797C-7806-4C16-87E8-FC6413052BC2}"/>
              </a:ext>
            </a:extLst>
          </p:cNvPr>
          <p:cNvSpPr>
            <a:spLocks noGrp="1"/>
          </p:cNvSpPr>
          <p:nvPr/>
        </p:nvSpPr>
        <p:spPr>
          <a:xfrm>
            <a:off x="4629812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data_8256">
            <a:extLst>
              <a:ext uri="{FF2B5EF4-FFF2-40B4-BE49-F238E27FC236}">
                <a16:creationId xmlns:a16="http://schemas.microsoft.com/office/drawing/2014/main" id="{0ADE0900-2A60-47F0-B85F-FBA737C51485}"/>
              </a:ext>
            </a:extLst>
          </p:cNvPr>
          <p:cNvSpPr>
            <a:spLocks noGrp="1"/>
          </p:cNvSpPr>
          <p:nvPr/>
        </p:nvSpPr>
        <p:spPr>
          <a:xfrm>
            <a:off x="471163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data_8257">
            <a:extLst>
              <a:ext uri="{FF2B5EF4-FFF2-40B4-BE49-F238E27FC236}">
                <a16:creationId xmlns:a16="http://schemas.microsoft.com/office/drawing/2014/main" id="{B1F2C521-9742-4627-9EB8-85275F6F124D}"/>
              </a:ext>
            </a:extLst>
          </p:cNvPr>
          <p:cNvSpPr>
            <a:spLocks noGrp="1"/>
          </p:cNvSpPr>
          <p:nvPr/>
        </p:nvSpPr>
        <p:spPr>
          <a:xfrm>
            <a:off x="4687273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data_8258">
            <a:extLst>
              <a:ext uri="{FF2B5EF4-FFF2-40B4-BE49-F238E27FC236}">
                <a16:creationId xmlns:a16="http://schemas.microsoft.com/office/drawing/2014/main" id="{942AF2E1-A151-4497-8208-0CB37E1F9202}"/>
              </a:ext>
            </a:extLst>
          </p:cNvPr>
          <p:cNvSpPr>
            <a:spLocks noGrp="1"/>
          </p:cNvSpPr>
          <p:nvPr/>
        </p:nvSpPr>
        <p:spPr>
          <a:xfrm>
            <a:off x="46128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data_8259">
            <a:extLst>
              <a:ext uri="{FF2B5EF4-FFF2-40B4-BE49-F238E27FC236}">
                <a16:creationId xmlns:a16="http://schemas.microsoft.com/office/drawing/2014/main" id="{3A6DE148-3F9B-4791-91A4-1BF976B3303B}"/>
              </a:ext>
            </a:extLst>
          </p:cNvPr>
          <p:cNvSpPr>
            <a:spLocks noGrp="1"/>
          </p:cNvSpPr>
          <p:nvPr/>
        </p:nvSpPr>
        <p:spPr>
          <a:xfrm>
            <a:off x="4685057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data_8260">
            <a:extLst>
              <a:ext uri="{FF2B5EF4-FFF2-40B4-BE49-F238E27FC236}">
                <a16:creationId xmlns:a16="http://schemas.microsoft.com/office/drawing/2014/main" id="{B15AD116-6689-40A4-940E-65CE9D125452}"/>
              </a:ext>
            </a:extLst>
          </p:cNvPr>
          <p:cNvSpPr>
            <a:spLocks noGrp="1"/>
          </p:cNvSpPr>
          <p:nvPr/>
        </p:nvSpPr>
        <p:spPr>
          <a:xfrm>
            <a:off x="46195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data_8261">
            <a:extLst>
              <a:ext uri="{FF2B5EF4-FFF2-40B4-BE49-F238E27FC236}">
                <a16:creationId xmlns:a16="http://schemas.microsoft.com/office/drawing/2014/main" id="{02665D0B-2A05-46E3-9E67-FB3BF898CA11}"/>
              </a:ext>
            </a:extLst>
          </p:cNvPr>
          <p:cNvSpPr>
            <a:spLocks noGrp="1"/>
          </p:cNvSpPr>
          <p:nvPr/>
        </p:nvSpPr>
        <p:spPr>
          <a:xfrm>
            <a:off x="462968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data_8262">
            <a:extLst>
              <a:ext uri="{FF2B5EF4-FFF2-40B4-BE49-F238E27FC236}">
                <a16:creationId xmlns:a16="http://schemas.microsoft.com/office/drawing/2014/main" id="{8CB3A8FF-9281-4DCB-BE54-1FE7B1D4B50E}"/>
              </a:ext>
            </a:extLst>
          </p:cNvPr>
          <p:cNvSpPr>
            <a:spLocks noGrp="1"/>
          </p:cNvSpPr>
          <p:nvPr/>
        </p:nvSpPr>
        <p:spPr>
          <a:xfrm>
            <a:off x="471059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data_8263">
            <a:extLst>
              <a:ext uri="{FF2B5EF4-FFF2-40B4-BE49-F238E27FC236}">
                <a16:creationId xmlns:a16="http://schemas.microsoft.com/office/drawing/2014/main" id="{0D426986-EA46-4A64-83F8-9EAE4A1B7A81}"/>
              </a:ext>
            </a:extLst>
          </p:cNvPr>
          <p:cNvSpPr>
            <a:spLocks noGrp="1"/>
          </p:cNvSpPr>
          <p:nvPr/>
        </p:nvSpPr>
        <p:spPr>
          <a:xfrm>
            <a:off x="4631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data_8264">
            <a:extLst>
              <a:ext uri="{FF2B5EF4-FFF2-40B4-BE49-F238E27FC236}">
                <a16:creationId xmlns:a16="http://schemas.microsoft.com/office/drawing/2014/main" id="{D2A793B0-EEB6-462F-8909-F40BAE64A7F5}"/>
              </a:ext>
            </a:extLst>
          </p:cNvPr>
          <p:cNvSpPr>
            <a:spLocks noGrp="1"/>
          </p:cNvSpPr>
          <p:nvPr/>
        </p:nvSpPr>
        <p:spPr>
          <a:xfrm>
            <a:off x="4703299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data_8265">
            <a:extLst>
              <a:ext uri="{FF2B5EF4-FFF2-40B4-BE49-F238E27FC236}">
                <a16:creationId xmlns:a16="http://schemas.microsoft.com/office/drawing/2014/main" id="{E84A1722-F8FE-4B90-9D48-33C9EEB2EEBC}"/>
              </a:ext>
            </a:extLst>
          </p:cNvPr>
          <p:cNvSpPr>
            <a:spLocks noGrp="1"/>
          </p:cNvSpPr>
          <p:nvPr/>
        </p:nvSpPr>
        <p:spPr>
          <a:xfrm>
            <a:off x="47043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data_8266">
            <a:extLst>
              <a:ext uri="{FF2B5EF4-FFF2-40B4-BE49-F238E27FC236}">
                <a16:creationId xmlns:a16="http://schemas.microsoft.com/office/drawing/2014/main" id="{A05EEDE1-19EC-4D48-87BE-1605483D83A0}"/>
              </a:ext>
            </a:extLst>
          </p:cNvPr>
          <p:cNvSpPr>
            <a:spLocks noGrp="1"/>
          </p:cNvSpPr>
          <p:nvPr/>
        </p:nvSpPr>
        <p:spPr>
          <a:xfrm>
            <a:off x="470772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data_8267">
            <a:extLst>
              <a:ext uri="{FF2B5EF4-FFF2-40B4-BE49-F238E27FC236}">
                <a16:creationId xmlns:a16="http://schemas.microsoft.com/office/drawing/2014/main" id="{99B912FB-B314-4E19-9690-9496AAE44566}"/>
              </a:ext>
            </a:extLst>
          </p:cNvPr>
          <p:cNvSpPr>
            <a:spLocks noGrp="1"/>
          </p:cNvSpPr>
          <p:nvPr/>
        </p:nvSpPr>
        <p:spPr>
          <a:xfrm>
            <a:off x="463280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data_8268">
            <a:extLst>
              <a:ext uri="{FF2B5EF4-FFF2-40B4-BE49-F238E27FC236}">
                <a16:creationId xmlns:a16="http://schemas.microsoft.com/office/drawing/2014/main" id="{A91EC82D-5590-4B38-8A93-F21AEFCF242A}"/>
              </a:ext>
            </a:extLst>
          </p:cNvPr>
          <p:cNvSpPr>
            <a:spLocks noGrp="1"/>
          </p:cNvSpPr>
          <p:nvPr/>
        </p:nvSpPr>
        <p:spPr>
          <a:xfrm>
            <a:off x="46131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data_8269">
            <a:extLst>
              <a:ext uri="{FF2B5EF4-FFF2-40B4-BE49-F238E27FC236}">
                <a16:creationId xmlns:a16="http://schemas.microsoft.com/office/drawing/2014/main" id="{A1FCBD2C-4232-4978-8645-FC47C3E87FF1}"/>
              </a:ext>
            </a:extLst>
          </p:cNvPr>
          <p:cNvSpPr>
            <a:spLocks noGrp="1"/>
          </p:cNvSpPr>
          <p:nvPr/>
        </p:nvSpPr>
        <p:spPr>
          <a:xfrm>
            <a:off x="46889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data_8270">
            <a:extLst>
              <a:ext uri="{FF2B5EF4-FFF2-40B4-BE49-F238E27FC236}">
                <a16:creationId xmlns:a16="http://schemas.microsoft.com/office/drawing/2014/main" id="{A50349AF-8CCC-4D23-848F-A6BEEE38213A}"/>
              </a:ext>
            </a:extLst>
          </p:cNvPr>
          <p:cNvSpPr>
            <a:spLocks noGrp="1"/>
          </p:cNvSpPr>
          <p:nvPr/>
        </p:nvSpPr>
        <p:spPr>
          <a:xfrm>
            <a:off x="46070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data_8271">
            <a:extLst>
              <a:ext uri="{FF2B5EF4-FFF2-40B4-BE49-F238E27FC236}">
                <a16:creationId xmlns:a16="http://schemas.microsoft.com/office/drawing/2014/main" id="{5504B5FF-DCC9-44CA-BB39-FB02119FB4A6}"/>
              </a:ext>
            </a:extLst>
          </p:cNvPr>
          <p:cNvSpPr>
            <a:spLocks noGrp="1"/>
          </p:cNvSpPr>
          <p:nvPr/>
        </p:nvSpPr>
        <p:spPr>
          <a:xfrm>
            <a:off x="46152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data_8272">
            <a:extLst>
              <a:ext uri="{FF2B5EF4-FFF2-40B4-BE49-F238E27FC236}">
                <a16:creationId xmlns:a16="http://schemas.microsoft.com/office/drawing/2014/main" id="{4140EBA3-2DD5-43E0-B0C2-71E649290EB0}"/>
              </a:ext>
            </a:extLst>
          </p:cNvPr>
          <p:cNvSpPr>
            <a:spLocks noGrp="1"/>
          </p:cNvSpPr>
          <p:nvPr/>
        </p:nvSpPr>
        <p:spPr>
          <a:xfrm>
            <a:off x="46922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data_8273">
            <a:extLst>
              <a:ext uri="{FF2B5EF4-FFF2-40B4-BE49-F238E27FC236}">
                <a16:creationId xmlns:a16="http://schemas.microsoft.com/office/drawing/2014/main" id="{9F84D148-F427-4E8E-B2D5-993014B3EA31}"/>
              </a:ext>
            </a:extLst>
          </p:cNvPr>
          <p:cNvSpPr>
            <a:spLocks noGrp="1"/>
          </p:cNvSpPr>
          <p:nvPr/>
        </p:nvSpPr>
        <p:spPr>
          <a:xfrm>
            <a:off x="46081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data_8274">
            <a:extLst>
              <a:ext uri="{FF2B5EF4-FFF2-40B4-BE49-F238E27FC236}">
                <a16:creationId xmlns:a16="http://schemas.microsoft.com/office/drawing/2014/main" id="{F2361D77-E260-4AA1-B1DC-9CE1C01394FE}"/>
              </a:ext>
            </a:extLst>
          </p:cNvPr>
          <p:cNvSpPr>
            <a:spLocks noGrp="1"/>
          </p:cNvSpPr>
          <p:nvPr/>
        </p:nvSpPr>
        <p:spPr>
          <a:xfrm>
            <a:off x="47172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data_8275">
            <a:extLst>
              <a:ext uri="{FF2B5EF4-FFF2-40B4-BE49-F238E27FC236}">
                <a16:creationId xmlns:a16="http://schemas.microsoft.com/office/drawing/2014/main" id="{B48C6310-9D78-4874-8459-6C5A2C38E979}"/>
              </a:ext>
            </a:extLst>
          </p:cNvPr>
          <p:cNvSpPr>
            <a:spLocks noGrp="1"/>
          </p:cNvSpPr>
          <p:nvPr/>
        </p:nvSpPr>
        <p:spPr>
          <a:xfrm>
            <a:off x="4697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data_8276">
            <a:extLst>
              <a:ext uri="{FF2B5EF4-FFF2-40B4-BE49-F238E27FC236}">
                <a16:creationId xmlns:a16="http://schemas.microsoft.com/office/drawing/2014/main" id="{7FE2825C-95B4-4424-82D8-81D2C7C770E6}"/>
              </a:ext>
            </a:extLst>
          </p:cNvPr>
          <p:cNvSpPr>
            <a:spLocks noGrp="1"/>
          </p:cNvSpPr>
          <p:nvPr/>
        </p:nvSpPr>
        <p:spPr>
          <a:xfrm>
            <a:off x="4650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data_8277">
            <a:extLst>
              <a:ext uri="{FF2B5EF4-FFF2-40B4-BE49-F238E27FC236}">
                <a16:creationId xmlns:a16="http://schemas.microsoft.com/office/drawing/2014/main" id="{64F42E70-9FC5-4F10-8C83-F24C9BB4887D}"/>
              </a:ext>
            </a:extLst>
          </p:cNvPr>
          <p:cNvSpPr>
            <a:spLocks noGrp="1"/>
          </p:cNvSpPr>
          <p:nvPr/>
        </p:nvSpPr>
        <p:spPr>
          <a:xfrm>
            <a:off x="46281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data_8278">
            <a:extLst>
              <a:ext uri="{FF2B5EF4-FFF2-40B4-BE49-F238E27FC236}">
                <a16:creationId xmlns:a16="http://schemas.microsoft.com/office/drawing/2014/main" id="{C98982CB-D2FC-4BAD-A4F4-B5F5A54BB99D}"/>
              </a:ext>
            </a:extLst>
          </p:cNvPr>
          <p:cNvSpPr>
            <a:spLocks noGrp="1"/>
          </p:cNvSpPr>
          <p:nvPr/>
        </p:nvSpPr>
        <p:spPr>
          <a:xfrm>
            <a:off x="472088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data_8279">
            <a:extLst>
              <a:ext uri="{FF2B5EF4-FFF2-40B4-BE49-F238E27FC236}">
                <a16:creationId xmlns:a16="http://schemas.microsoft.com/office/drawing/2014/main" id="{7EE9DE36-F1EB-4D4D-9EB4-B87F877B8C78}"/>
              </a:ext>
            </a:extLst>
          </p:cNvPr>
          <p:cNvSpPr>
            <a:spLocks noGrp="1"/>
          </p:cNvSpPr>
          <p:nvPr/>
        </p:nvSpPr>
        <p:spPr>
          <a:xfrm>
            <a:off x="46735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data_8280">
            <a:extLst>
              <a:ext uri="{FF2B5EF4-FFF2-40B4-BE49-F238E27FC236}">
                <a16:creationId xmlns:a16="http://schemas.microsoft.com/office/drawing/2014/main" id="{7CDF3754-406E-4330-BE92-F7ACD15EF748}"/>
              </a:ext>
            </a:extLst>
          </p:cNvPr>
          <p:cNvSpPr>
            <a:spLocks noGrp="1"/>
          </p:cNvSpPr>
          <p:nvPr/>
        </p:nvSpPr>
        <p:spPr>
          <a:xfrm>
            <a:off x="4703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data_8281">
            <a:extLst>
              <a:ext uri="{FF2B5EF4-FFF2-40B4-BE49-F238E27FC236}">
                <a16:creationId xmlns:a16="http://schemas.microsoft.com/office/drawing/2014/main" id="{22104955-DED6-44EB-A51D-D6576E1A6043}"/>
              </a:ext>
            </a:extLst>
          </p:cNvPr>
          <p:cNvSpPr>
            <a:spLocks noGrp="1"/>
          </p:cNvSpPr>
          <p:nvPr/>
        </p:nvSpPr>
        <p:spPr>
          <a:xfrm>
            <a:off x="4611961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data_8282">
            <a:extLst>
              <a:ext uri="{FF2B5EF4-FFF2-40B4-BE49-F238E27FC236}">
                <a16:creationId xmlns:a16="http://schemas.microsoft.com/office/drawing/2014/main" id="{C497A465-CD77-46E4-834E-A7D5698230E5}"/>
              </a:ext>
            </a:extLst>
          </p:cNvPr>
          <p:cNvSpPr>
            <a:spLocks noGrp="1"/>
          </p:cNvSpPr>
          <p:nvPr/>
        </p:nvSpPr>
        <p:spPr>
          <a:xfrm>
            <a:off x="4648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data_8283">
            <a:extLst>
              <a:ext uri="{FF2B5EF4-FFF2-40B4-BE49-F238E27FC236}">
                <a16:creationId xmlns:a16="http://schemas.microsoft.com/office/drawing/2014/main" id="{B32A5F4D-6A7E-4E01-A74D-FCE080550D84}"/>
              </a:ext>
            </a:extLst>
          </p:cNvPr>
          <p:cNvSpPr>
            <a:spLocks noGrp="1"/>
          </p:cNvSpPr>
          <p:nvPr/>
        </p:nvSpPr>
        <p:spPr>
          <a:xfrm>
            <a:off x="46952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data_8284">
            <a:extLst>
              <a:ext uri="{FF2B5EF4-FFF2-40B4-BE49-F238E27FC236}">
                <a16:creationId xmlns:a16="http://schemas.microsoft.com/office/drawing/2014/main" id="{6AFA8047-FF63-49AC-B832-384229AF5772}"/>
              </a:ext>
            </a:extLst>
          </p:cNvPr>
          <p:cNvSpPr>
            <a:spLocks noGrp="1"/>
          </p:cNvSpPr>
          <p:nvPr/>
        </p:nvSpPr>
        <p:spPr>
          <a:xfrm>
            <a:off x="467632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data_8285">
            <a:extLst>
              <a:ext uri="{FF2B5EF4-FFF2-40B4-BE49-F238E27FC236}">
                <a16:creationId xmlns:a16="http://schemas.microsoft.com/office/drawing/2014/main" id="{7BED59F6-C702-4B42-976D-52ACECCD4DFE}"/>
              </a:ext>
            </a:extLst>
          </p:cNvPr>
          <p:cNvSpPr>
            <a:spLocks noGrp="1"/>
          </p:cNvSpPr>
          <p:nvPr/>
        </p:nvSpPr>
        <p:spPr>
          <a:xfrm>
            <a:off x="47145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data_8286">
            <a:extLst>
              <a:ext uri="{FF2B5EF4-FFF2-40B4-BE49-F238E27FC236}">
                <a16:creationId xmlns:a16="http://schemas.microsoft.com/office/drawing/2014/main" id="{F99B0249-F8E4-4F4F-A3B6-1D514CFDF52E}"/>
              </a:ext>
            </a:extLst>
          </p:cNvPr>
          <p:cNvSpPr>
            <a:spLocks noGrp="1"/>
          </p:cNvSpPr>
          <p:nvPr/>
        </p:nvSpPr>
        <p:spPr>
          <a:xfrm>
            <a:off x="4593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data_8287">
            <a:extLst>
              <a:ext uri="{FF2B5EF4-FFF2-40B4-BE49-F238E27FC236}">
                <a16:creationId xmlns:a16="http://schemas.microsoft.com/office/drawing/2014/main" id="{F3ABBF14-8B9E-4041-ABC7-86350A37F44C}"/>
              </a:ext>
            </a:extLst>
          </p:cNvPr>
          <p:cNvSpPr>
            <a:spLocks noGrp="1"/>
          </p:cNvSpPr>
          <p:nvPr/>
        </p:nvSpPr>
        <p:spPr>
          <a:xfrm>
            <a:off x="46472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data_8288">
            <a:extLst>
              <a:ext uri="{FF2B5EF4-FFF2-40B4-BE49-F238E27FC236}">
                <a16:creationId xmlns:a16="http://schemas.microsoft.com/office/drawing/2014/main" id="{D90CDCAC-6D5A-4CC3-A96D-90ECDEE72732}"/>
              </a:ext>
            </a:extLst>
          </p:cNvPr>
          <p:cNvSpPr>
            <a:spLocks noGrp="1"/>
          </p:cNvSpPr>
          <p:nvPr/>
        </p:nvSpPr>
        <p:spPr>
          <a:xfrm>
            <a:off x="46716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data_8289">
            <a:extLst>
              <a:ext uri="{FF2B5EF4-FFF2-40B4-BE49-F238E27FC236}">
                <a16:creationId xmlns:a16="http://schemas.microsoft.com/office/drawing/2014/main" id="{8205555A-BF70-4F58-884D-C63D2F2C75F2}"/>
              </a:ext>
            </a:extLst>
          </p:cNvPr>
          <p:cNvSpPr>
            <a:spLocks noGrp="1"/>
          </p:cNvSpPr>
          <p:nvPr/>
        </p:nvSpPr>
        <p:spPr>
          <a:xfrm>
            <a:off x="46311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data_8290">
            <a:extLst>
              <a:ext uri="{FF2B5EF4-FFF2-40B4-BE49-F238E27FC236}">
                <a16:creationId xmlns:a16="http://schemas.microsoft.com/office/drawing/2014/main" id="{735E8C8A-191B-4A4B-86A7-D604C790AFB3}"/>
              </a:ext>
            </a:extLst>
          </p:cNvPr>
          <p:cNvSpPr>
            <a:spLocks noGrp="1"/>
          </p:cNvSpPr>
          <p:nvPr/>
        </p:nvSpPr>
        <p:spPr>
          <a:xfrm>
            <a:off x="46603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data_8291">
            <a:extLst>
              <a:ext uri="{FF2B5EF4-FFF2-40B4-BE49-F238E27FC236}">
                <a16:creationId xmlns:a16="http://schemas.microsoft.com/office/drawing/2014/main" id="{07E0AAB1-E8D7-4779-8C70-62EA6ED978F8}"/>
              </a:ext>
            </a:extLst>
          </p:cNvPr>
          <p:cNvSpPr>
            <a:spLocks noGrp="1"/>
          </p:cNvSpPr>
          <p:nvPr/>
        </p:nvSpPr>
        <p:spPr>
          <a:xfrm>
            <a:off x="4643884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data_8292">
            <a:extLst>
              <a:ext uri="{FF2B5EF4-FFF2-40B4-BE49-F238E27FC236}">
                <a16:creationId xmlns:a16="http://schemas.microsoft.com/office/drawing/2014/main" id="{A6A8A647-9D47-4925-85D0-C338675BDCCA}"/>
              </a:ext>
            </a:extLst>
          </p:cNvPr>
          <p:cNvSpPr>
            <a:spLocks noGrp="1"/>
          </p:cNvSpPr>
          <p:nvPr/>
        </p:nvSpPr>
        <p:spPr>
          <a:xfrm>
            <a:off x="4700172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data_8293">
            <a:extLst>
              <a:ext uri="{FF2B5EF4-FFF2-40B4-BE49-F238E27FC236}">
                <a16:creationId xmlns:a16="http://schemas.microsoft.com/office/drawing/2014/main" id="{EDCB3559-8C81-4FAD-8994-F71E953270D1}"/>
              </a:ext>
            </a:extLst>
          </p:cNvPr>
          <p:cNvSpPr>
            <a:spLocks noGrp="1"/>
          </p:cNvSpPr>
          <p:nvPr/>
        </p:nvSpPr>
        <p:spPr>
          <a:xfrm>
            <a:off x="4607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data_8294">
            <a:extLst>
              <a:ext uri="{FF2B5EF4-FFF2-40B4-BE49-F238E27FC236}">
                <a16:creationId xmlns:a16="http://schemas.microsoft.com/office/drawing/2014/main" id="{83BDB9FA-592C-47A6-8995-D9718A38FF63}"/>
              </a:ext>
            </a:extLst>
          </p:cNvPr>
          <p:cNvSpPr>
            <a:spLocks noGrp="1"/>
          </p:cNvSpPr>
          <p:nvPr/>
        </p:nvSpPr>
        <p:spPr>
          <a:xfrm>
            <a:off x="46139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data_8295">
            <a:extLst>
              <a:ext uri="{FF2B5EF4-FFF2-40B4-BE49-F238E27FC236}">
                <a16:creationId xmlns:a16="http://schemas.microsoft.com/office/drawing/2014/main" id="{B7743C5B-E999-4E72-A8B3-4B3EAD7546F5}"/>
              </a:ext>
            </a:extLst>
          </p:cNvPr>
          <p:cNvSpPr>
            <a:spLocks noGrp="1"/>
          </p:cNvSpPr>
          <p:nvPr/>
        </p:nvSpPr>
        <p:spPr>
          <a:xfrm>
            <a:off x="46681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data_8296">
            <a:extLst>
              <a:ext uri="{FF2B5EF4-FFF2-40B4-BE49-F238E27FC236}">
                <a16:creationId xmlns:a16="http://schemas.microsoft.com/office/drawing/2014/main" id="{071808C9-37B2-414D-B656-F6DFB3DDB64D}"/>
              </a:ext>
            </a:extLst>
          </p:cNvPr>
          <p:cNvSpPr>
            <a:spLocks noGrp="1"/>
          </p:cNvSpPr>
          <p:nvPr/>
        </p:nvSpPr>
        <p:spPr>
          <a:xfrm>
            <a:off x="46669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data_8297">
            <a:extLst>
              <a:ext uri="{FF2B5EF4-FFF2-40B4-BE49-F238E27FC236}">
                <a16:creationId xmlns:a16="http://schemas.microsoft.com/office/drawing/2014/main" id="{4309001E-3881-4BA2-AC8E-B90C7A3AF535}"/>
              </a:ext>
            </a:extLst>
          </p:cNvPr>
          <p:cNvSpPr>
            <a:spLocks noGrp="1"/>
          </p:cNvSpPr>
          <p:nvPr/>
        </p:nvSpPr>
        <p:spPr>
          <a:xfrm>
            <a:off x="4709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data_8298">
            <a:extLst>
              <a:ext uri="{FF2B5EF4-FFF2-40B4-BE49-F238E27FC236}">
                <a16:creationId xmlns:a16="http://schemas.microsoft.com/office/drawing/2014/main" id="{FBE22979-D3E8-424F-AAB3-0647AE12F3BC}"/>
              </a:ext>
            </a:extLst>
          </p:cNvPr>
          <p:cNvSpPr>
            <a:spLocks noGrp="1"/>
          </p:cNvSpPr>
          <p:nvPr/>
        </p:nvSpPr>
        <p:spPr>
          <a:xfrm>
            <a:off x="46896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data_8299">
            <a:extLst>
              <a:ext uri="{FF2B5EF4-FFF2-40B4-BE49-F238E27FC236}">
                <a16:creationId xmlns:a16="http://schemas.microsoft.com/office/drawing/2014/main" id="{EDC3CC0D-1FF3-44C3-A3EF-3C35B5C972AA}"/>
              </a:ext>
            </a:extLst>
          </p:cNvPr>
          <p:cNvSpPr>
            <a:spLocks noGrp="1"/>
          </p:cNvSpPr>
          <p:nvPr/>
        </p:nvSpPr>
        <p:spPr>
          <a:xfrm>
            <a:off x="46281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data_8300">
            <a:extLst>
              <a:ext uri="{FF2B5EF4-FFF2-40B4-BE49-F238E27FC236}">
                <a16:creationId xmlns:a16="http://schemas.microsoft.com/office/drawing/2014/main" id="{3B1BBCBA-5E7A-4F9C-ABFD-C68A9A9C3863}"/>
              </a:ext>
            </a:extLst>
          </p:cNvPr>
          <p:cNvSpPr>
            <a:spLocks noGrp="1"/>
          </p:cNvSpPr>
          <p:nvPr/>
        </p:nvSpPr>
        <p:spPr>
          <a:xfrm>
            <a:off x="469222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data_8301">
            <a:extLst>
              <a:ext uri="{FF2B5EF4-FFF2-40B4-BE49-F238E27FC236}">
                <a16:creationId xmlns:a16="http://schemas.microsoft.com/office/drawing/2014/main" id="{1AEB7B79-EC5B-4FA0-9231-62708786E400}"/>
              </a:ext>
            </a:extLst>
          </p:cNvPr>
          <p:cNvSpPr>
            <a:spLocks noGrp="1"/>
          </p:cNvSpPr>
          <p:nvPr/>
        </p:nvSpPr>
        <p:spPr>
          <a:xfrm>
            <a:off x="468167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data_8302">
            <a:extLst>
              <a:ext uri="{FF2B5EF4-FFF2-40B4-BE49-F238E27FC236}">
                <a16:creationId xmlns:a16="http://schemas.microsoft.com/office/drawing/2014/main" id="{26242E6B-F6C0-484E-BA26-420348113186}"/>
              </a:ext>
            </a:extLst>
          </p:cNvPr>
          <p:cNvSpPr>
            <a:spLocks noGrp="1"/>
          </p:cNvSpPr>
          <p:nvPr/>
        </p:nvSpPr>
        <p:spPr>
          <a:xfrm>
            <a:off x="46872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data_8303">
            <a:extLst>
              <a:ext uri="{FF2B5EF4-FFF2-40B4-BE49-F238E27FC236}">
                <a16:creationId xmlns:a16="http://schemas.microsoft.com/office/drawing/2014/main" id="{15FCCAD7-8026-4827-83DB-737029169D67}"/>
              </a:ext>
            </a:extLst>
          </p:cNvPr>
          <p:cNvSpPr>
            <a:spLocks noGrp="1"/>
          </p:cNvSpPr>
          <p:nvPr/>
        </p:nvSpPr>
        <p:spPr>
          <a:xfrm>
            <a:off x="46626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data_8304">
            <a:extLst>
              <a:ext uri="{FF2B5EF4-FFF2-40B4-BE49-F238E27FC236}">
                <a16:creationId xmlns:a16="http://schemas.microsoft.com/office/drawing/2014/main" id="{DE789033-DBA1-406C-99A3-21CB20D0ACDB}"/>
              </a:ext>
            </a:extLst>
          </p:cNvPr>
          <p:cNvSpPr>
            <a:spLocks noGrp="1"/>
          </p:cNvSpPr>
          <p:nvPr/>
        </p:nvSpPr>
        <p:spPr>
          <a:xfrm>
            <a:off x="45950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data_8305">
            <a:extLst>
              <a:ext uri="{FF2B5EF4-FFF2-40B4-BE49-F238E27FC236}">
                <a16:creationId xmlns:a16="http://schemas.microsoft.com/office/drawing/2014/main" id="{63522AE7-D7C7-4020-8AB5-53EB928AEAB9}"/>
              </a:ext>
            </a:extLst>
          </p:cNvPr>
          <p:cNvSpPr>
            <a:spLocks noGrp="1"/>
          </p:cNvSpPr>
          <p:nvPr/>
        </p:nvSpPr>
        <p:spPr>
          <a:xfrm>
            <a:off x="4682191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data_8306">
            <a:extLst>
              <a:ext uri="{FF2B5EF4-FFF2-40B4-BE49-F238E27FC236}">
                <a16:creationId xmlns:a16="http://schemas.microsoft.com/office/drawing/2014/main" id="{592DF247-0595-440F-9D5D-F2B22F9FA4F9}"/>
              </a:ext>
            </a:extLst>
          </p:cNvPr>
          <p:cNvSpPr>
            <a:spLocks noGrp="1"/>
          </p:cNvSpPr>
          <p:nvPr/>
        </p:nvSpPr>
        <p:spPr>
          <a:xfrm>
            <a:off x="46993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data_8307">
            <a:extLst>
              <a:ext uri="{FF2B5EF4-FFF2-40B4-BE49-F238E27FC236}">
                <a16:creationId xmlns:a16="http://schemas.microsoft.com/office/drawing/2014/main" id="{D90A7C31-72D3-49B1-8EDF-E5B4969E9673}"/>
              </a:ext>
            </a:extLst>
          </p:cNvPr>
          <p:cNvSpPr>
            <a:spLocks noGrp="1"/>
          </p:cNvSpPr>
          <p:nvPr/>
        </p:nvSpPr>
        <p:spPr>
          <a:xfrm>
            <a:off x="46166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data_8308">
            <a:extLst>
              <a:ext uri="{FF2B5EF4-FFF2-40B4-BE49-F238E27FC236}">
                <a16:creationId xmlns:a16="http://schemas.microsoft.com/office/drawing/2014/main" id="{0352FFC4-0BFF-4711-9059-25434BDE8CAA}"/>
              </a:ext>
            </a:extLst>
          </p:cNvPr>
          <p:cNvSpPr>
            <a:spLocks noGrp="1"/>
          </p:cNvSpPr>
          <p:nvPr/>
        </p:nvSpPr>
        <p:spPr>
          <a:xfrm>
            <a:off x="460688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data_8309">
            <a:extLst>
              <a:ext uri="{FF2B5EF4-FFF2-40B4-BE49-F238E27FC236}">
                <a16:creationId xmlns:a16="http://schemas.microsoft.com/office/drawing/2014/main" id="{47172E63-8CA6-4320-9B8B-363152902789}"/>
              </a:ext>
            </a:extLst>
          </p:cNvPr>
          <p:cNvSpPr>
            <a:spLocks noGrp="1"/>
          </p:cNvSpPr>
          <p:nvPr/>
        </p:nvSpPr>
        <p:spPr>
          <a:xfrm>
            <a:off x="4681930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data_8310">
            <a:extLst>
              <a:ext uri="{FF2B5EF4-FFF2-40B4-BE49-F238E27FC236}">
                <a16:creationId xmlns:a16="http://schemas.microsoft.com/office/drawing/2014/main" id="{847DC7E1-0943-45FC-9D99-84AB26B9CE9D}"/>
              </a:ext>
            </a:extLst>
          </p:cNvPr>
          <p:cNvSpPr>
            <a:spLocks noGrp="1"/>
          </p:cNvSpPr>
          <p:nvPr/>
        </p:nvSpPr>
        <p:spPr>
          <a:xfrm>
            <a:off x="47155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data_8311">
            <a:extLst>
              <a:ext uri="{FF2B5EF4-FFF2-40B4-BE49-F238E27FC236}">
                <a16:creationId xmlns:a16="http://schemas.microsoft.com/office/drawing/2014/main" id="{58509C05-724C-4367-AE66-F7EC771F4610}"/>
              </a:ext>
            </a:extLst>
          </p:cNvPr>
          <p:cNvSpPr>
            <a:spLocks noGrp="1"/>
          </p:cNvSpPr>
          <p:nvPr/>
        </p:nvSpPr>
        <p:spPr>
          <a:xfrm>
            <a:off x="47211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data_8312">
            <a:extLst>
              <a:ext uri="{FF2B5EF4-FFF2-40B4-BE49-F238E27FC236}">
                <a16:creationId xmlns:a16="http://schemas.microsoft.com/office/drawing/2014/main" id="{D90570A8-13AF-4ABB-963B-9816BDE6208A}"/>
              </a:ext>
            </a:extLst>
          </p:cNvPr>
          <p:cNvSpPr>
            <a:spLocks noGrp="1"/>
          </p:cNvSpPr>
          <p:nvPr/>
        </p:nvSpPr>
        <p:spPr>
          <a:xfrm>
            <a:off x="4640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data_8313">
            <a:extLst>
              <a:ext uri="{FF2B5EF4-FFF2-40B4-BE49-F238E27FC236}">
                <a16:creationId xmlns:a16="http://schemas.microsoft.com/office/drawing/2014/main" id="{4A79B465-08B9-4B5A-9C2A-94143327A618}"/>
              </a:ext>
            </a:extLst>
          </p:cNvPr>
          <p:cNvSpPr>
            <a:spLocks noGrp="1"/>
          </p:cNvSpPr>
          <p:nvPr/>
        </p:nvSpPr>
        <p:spPr>
          <a:xfrm>
            <a:off x="468844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data_8314">
            <a:extLst>
              <a:ext uri="{FF2B5EF4-FFF2-40B4-BE49-F238E27FC236}">
                <a16:creationId xmlns:a16="http://schemas.microsoft.com/office/drawing/2014/main" id="{4E5AC87D-A749-42F1-B29D-B339FDA501B3}"/>
              </a:ext>
            </a:extLst>
          </p:cNvPr>
          <p:cNvSpPr>
            <a:spLocks noGrp="1"/>
          </p:cNvSpPr>
          <p:nvPr/>
        </p:nvSpPr>
        <p:spPr>
          <a:xfrm>
            <a:off x="4698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data_8315">
            <a:extLst>
              <a:ext uri="{FF2B5EF4-FFF2-40B4-BE49-F238E27FC236}">
                <a16:creationId xmlns:a16="http://schemas.microsoft.com/office/drawing/2014/main" id="{E50A4053-4115-4BA2-A55C-DB11A5B10FF7}"/>
              </a:ext>
            </a:extLst>
          </p:cNvPr>
          <p:cNvSpPr>
            <a:spLocks noGrp="1"/>
          </p:cNvSpPr>
          <p:nvPr/>
        </p:nvSpPr>
        <p:spPr>
          <a:xfrm>
            <a:off x="4714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data_8316">
            <a:extLst>
              <a:ext uri="{FF2B5EF4-FFF2-40B4-BE49-F238E27FC236}">
                <a16:creationId xmlns:a16="http://schemas.microsoft.com/office/drawing/2014/main" id="{30107736-765D-4AD6-A323-F2C70906F3B2}"/>
              </a:ext>
            </a:extLst>
          </p:cNvPr>
          <p:cNvSpPr>
            <a:spLocks noGrp="1"/>
          </p:cNvSpPr>
          <p:nvPr/>
        </p:nvSpPr>
        <p:spPr>
          <a:xfrm>
            <a:off x="47003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data_8317">
            <a:extLst>
              <a:ext uri="{FF2B5EF4-FFF2-40B4-BE49-F238E27FC236}">
                <a16:creationId xmlns:a16="http://schemas.microsoft.com/office/drawing/2014/main" id="{BE39D9FA-7F89-4BB8-BA93-2D77F117B679}"/>
              </a:ext>
            </a:extLst>
          </p:cNvPr>
          <p:cNvSpPr>
            <a:spLocks noGrp="1"/>
          </p:cNvSpPr>
          <p:nvPr/>
        </p:nvSpPr>
        <p:spPr>
          <a:xfrm>
            <a:off x="46806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data_8318">
            <a:extLst>
              <a:ext uri="{FF2B5EF4-FFF2-40B4-BE49-F238E27FC236}">
                <a16:creationId xmlns:a16="http://schemas.microsoft.com/office/drawing/2014/main" id="{531E2277-BDD4-48E4-B7C4-C08ADBC955F6}"/>
              </a:ext>
            </a:extLst>
          </p:cNvPr>
          <p:cNvSpPr>
            <a:spLocks noGrp="1"/>
          </p:cNvSpPr>
          <p:nvPr/>
        </p:nvSpPr>
        <p:spPr>
          <a:xfrm>
            <a:off x="46007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data_8319">
            <a:extLst>
              <a:ext uri="{FF2B5EF4-FFF2-40B4-BE49-F238E27FC236}">
                <a16:creationId xmlns:a16="http://schemas.microsoft.com/office/drawing/2014/main" id="{59D69B53-856D-4494-B6F2-4E0F3CEA2E69}"/>
              </a:ext>
            </a:extLst>
          </p:cNvPr>
          <p:cNvSpPr>
            <a:spLocks noGrp="1"/>
          </p:cNvSpPr>
          <p:nvPr/>
        </p:nvSpPr>
        <p:spPr>
          <a:xfrm>
            <a:off x="4613394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data_8320">
            <a:extLst>
              <a:ext uri="{FF2B5EF4-FFF2-40B4-BE49-F238E27FC236}">
                <a16:creationId xmlns:a16="http://schemas.microsoft.com/office/drawing/2014/main" id="{DCA48F36-4355-4A46-B0DF-6CF75D27A000}"/>
              </a:ext>
            </a:extLst>
          </p:cNvPr>
          <p:cNvSpPr>
            <a:spLocks noGrp="1"/>
          </p:cNvSpPr>
          <p:nvPr/>
        </p:nvSpPr>
        <p:spPr>
          <a:xfrm>
            <a:off x="46819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data_8321">
            <a:extLst>
              <a:ext uri="{FF2B5EF4-FFF2-40B4-BE49-F238E27FC236}">
                <a16:creationId xmlns:a16="http://schemas.microsoft.com/office/drawing/2014/main" id="{4F55FBD8-9BA1-42DB-83F7-01EE9C1385A3}"/>
              </a:ext>
            </a:extLst>
          </p:cNvPr>
          <p:cNvSpPr>
            <a:spLocks noGrp="1"/>
          </p:cNvSpPr>
          <p:nvPr/>
        </p:nvSpPr>
        <p:spPr>
          <a:xfrm>
            <a:off x="46687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data_8322">
            <a:extLst>
              <a:ext uri="{FF2B5EF4-FFF2-40B4-BE49-F238E27FC236}">
                <a16:creationId xmlns:a16="http://schemas.microsoft.com/office/drawing/2014/main" id="{D119C608-1960-4BD3-B485-57367E26881F}"/>
              </a:ext>
            </a:extLst>
          </p:cNvPr>
          <p:cNvSpPr>
            <a:spLocks noGrp="1"/>
          </p:cNvSpPr>
          <p:nvPr/>
        </p:nvSpPr>
        <p:spPr>
          <a:xfrm>
            <a:off x="4618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data_8323">
            <a:extLst>
              <a:ext uri="{FF2B5EF4-FFF2-40B4-BE49-F238E27FC236}">
                <a16:creationId xmlns:a16="http://schemas.microsoft.com/office/drawing/2014/main" id="{0314371C-B058-4B76-BDC7-0A8229B529A7}"/>
              </a:ext>
            </a:extLst>
          </p:cNvPr>
          <p:cNvSpPr>
            <a:spLocks noGrp="1"/>
          </p:cNvSpPr>
          <p:nvPr/>
        </p:nvSpPr>
        <p:spPr>
          <a:xfrm>
            <a:off x="46424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data_8324">
            <a:extLst>
              <a:ext uri="{FF2B5EF4-FFF2-40B4-BE49-F238E27FC236}">
                <a16:creationId xmlns:a16="http://schemas.microsoft.com/office/drawing/2014/main" id="{2518B9BA-1E5C-4097-9892-B254A5D19F87}"/>
              </a:ext>
            </a:extLst>
          </p:cNvPr>
          <p:cNvSpPr>
            <a:spLocks noGrp="1"/>
          </p:cNvSpPr>
          <p:nvPr/>
        </p:nvSpPr>
        <p:spPr>
          <a:xfrm>
            <a:off x="4596326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data_8325">
            <a:extLst>
              <a:ext uri="{FF2B5EF4-FFF2-40B4-BE49-F238E27FC236}">
                <a16:creationId xmlns:a16="http://schemas.microsoft.com/office/drawing/2014/main" id="{E414D839-D8B5-443E-84A2-B3EFD4EFCAD5}"/>
              </a:ext>
            </a:extLst>
          </p:cNvPr>
          <p:cNvSpPr>
            <a:spLocks noGrp="1"/>
          </p:cNvSpPr>
          <p:nvPr/>
        </p:nvSpPr>
        <p:spPr>
          <a:xfrm>
            <a:off x="53030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data_8326">
            <a:extLst>
              <a:ext uri="{FF2B5EF4-FFF2-40B4-BE49-F238E27FC236}">
                <a16:creationId xmlns:a16="http://schemas.microsoft.com/office/drawing/2014/main" id="{C4D12824-7DFA-44DA-B9FD-5F0C1ADCD8F4}"/>
              </a:ext>
            </a:extLst>
          </p:cNvPr>
          <p:cNvSpPr>
            <a:spLocks noGrp="1"/>
          </p:cNvSpPr>
          <p:nvPr/>
        </p:nvSpPr>
        <p:spPr>
          <a:xfrm>
            <a:off x="53864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data_8327">
            <a:extLst>
              <a:ext uri="{FF2B5EF4-FFF2-40B4-BE49-F238E27FC236}">
                <a16:creationId xmlns:a16="http://schemas.microsoft.com/office/drawing/2014/main" id="{8DC0F8DD-8383-40C5-9D36-6DB6564DD262}"/>
              </a:ext>
            </a:extLst>
          </p:cNvPr>
          <p:cNvSpPr>
            <a:spLocks noGrp="1"/>
          </p:cNvSpPr>
          <p:nvPr/>
        </p:nvSpPr>
        <p:spPr>
          <a:xfrm>
            <a:off x="5275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data_8328">
            <a:extLst>
              <a:ext uri="{FF2B5EF4-FFF2-40B4-BE49-F238E27FC236}">
                <a16:creationId xmlns:a16="http://schemas.microsoft.com/office/drawing/2014/main" id="{5F5C7DE3-FC2D-4865-AE5D-5D730903892D}"/>
              </a:ext>
            </a:extLst>
          </p:cNvPr>
          <p:cNvSpPr>
            <a:spLocks noGrp="1"/>
          </p:cNvSpPr>
          <p:nvPr/>
        </p:nvSpPr>
        <p:spPr>
          <a:xfrm>
            <a:off x="5376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data_8329">
            <a:extLst>
              <a:ext uri="{FF2B5EF4-FFF2-40B4-BE49-F238E27FC236}">
                <a16:creationId xmlns:a16="http://schemas.microsoft.com/office/drawing/2014/main" id="{9A42949C-B119-44AC-9FFD-A4637E193AD4}"/>
              </a:ext>
            </a:extLst>
          </p:cNvPr>
          <p:cNvSpPr>
            <a:spLocks noGrp="1"/>
          </p:cNvSpPr>
          <p:nvPr/>
        </p:nvSpPr>
        <p:spPr>
          <a:xfrm>
            <a:off x="5324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data_8330">
            <a:extLst>
              <a:ext uri="{FF2B5EF4-FFF2-40B4-BE49-F238E27FC236}">
                <a16:creationId xmlns:a16="http://schemas.microsoft.com/office/drawing/2014/main" id="{BC1A2BC3-E6EF-471F-B912-B69E835057FF}"/>
              </a:ext>
            </a:extLst>
          </p:cNvPr>
          <p:cNvSpPr>
            <a:spLocks noGrp="1"/>
          </p:cNvSpPr>
          <p:nvPr/>
        </p:nvSpPr>
        <p:spPr>
          <a:xfrm>
            <a:off x="5395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data_8331">
            <a:extLst>
              <a:ext uri="{FF2B5EF4-FFF2-40B4-BE49-F238E27FC236}">
                <a16:creationId xmlns:a16="http://schemas.microsoft.com/office/drawing/2014/main" id="{23F6AAF5-413D-416D-9C1D-E96177DDBDA9}"/>
              </a:ext>
            </a:extLst>
          </p:cNvPr>
          <p:cNvSpPr>
            <a:spLocks noGrp="1"/>
          </p:cNvSpPr>
          <p:nvPr/>
        </p:nvSpPr>
        <p:spPr>
          <a:xfrm>
            <a:off x="5302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data_8332">
            <a:extLst>
              <a:ext uri="{FF2B5EF4-FFF2-40B4-BE49-F238E27FC236}">
                <a16:creationId xmlns:a16="http://schemas.microsoft.com/office/drawing/2014/main" id="{F693A9CF-62C8-49DB-BCAB-F61887933EF6}"/>
              </a:ext>
            </a:extLst>
          </p:cNvPr>
          <p:cNvSpPr>
            <a:spLocks noGrp="1"/>
          </p:cNvSpPr>
          <p:nvPr/>
        </p:nvSpPr>
        <p:spPr>
          <a:xfrm>
            <a:off x="53665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data_8333">
            <a:extLst>
              <a:ext uri="{FF2B5EF4-FFF2-40B4-BE49-F238E27FC236}">
                <a16:creationId xmlns:a16="http://schemas.microsoft.com/office/drawing/2014/main" id="{591B8E4A-1DF0-41B7-ADFC-E55B72407F17}"/>
              </a:ext>
            </a:extLst>
          </p:cNvPr>
          <p:cNvSpPr>
            <a:spLocks noGrp="1"/>
          </p:cNvSpPr>
          <p:nvPr/>
        </p:nvSpPr>
        <p:spPr>
          <a:xfrm>
            <a:off x="5280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data_8334">
            <a:extLst>
              <a:ext uri="{FF2B5EF4-FFF2-40B4-BE49-F238E27FC236}">
                <a16:creationId xmlns:a16="http://schemas.microsoft.com/office/drawing/2014/main" id="{BE67FAF9-FA3F-4B62-ACD3-FBAA62A3DE2B}"/>
              </a:ext>
            </a:extLst>
          </p:cNvPr>
          <p:cNvSpPr>
            <a:spLocks noGrp="1"/>
          </p:cNvSpPr>
          <p:nvPr/>
        </p:nvSpPr>
        <p:spPr>
          <a:xfrm>
            <a:off x="53080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data_8335">
            <a:extLst>
              <a:ext uri="{FF2B5EF4-FFF2-40B4-BE49-F238E27FC236}">
                <a16:creationId xmlns:a16="http://schemas.microsoft.com/office/drawing/2014/main" id="{DA9412E0-5BA9-45B6-A1B1-AA7EFDA1A910}"/>
              </a:ext>
            </a:extLst>
          </p:cNvPr>
          <p:cNvSpPr>
            <a:spLocks noGrp="1"/>
          </p:cNvSpPr>
          <p:nvPr/>
        </p:nvSpPr>
        <p:spPr>
          <a:xfrm>
            <a:off x="5280005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data_8336">
            <a:extLst>
              <a:ext uri="{FF2B5EF4-FFF2-40B4-BE49-F238E27FC236}">
                <a16:creationId xmlns:a16="http://schemas.microsoft.com/office/drawing/2014/main" id="{AF09C8F3-9839-4AC4-ADC3-AAA876DCE1F4}"/>
              </a:ext>
            </a:extLst>
          </p:cNvPr>
          <p:cNvSpPr>
            <a:spLocks noGrp="1"/>
          </p:cNvSpPr>
          <p:nvPr/>
        </p:nvSpPr>
        <p:spPr>
          <a:xfrm>
            <a:off x="5353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data_8337">
            <a:extLst>
              <a:ext uri="{FF2B5EF4-FFF2-40B4-BE49-F238E27FC236}">
                <a16:creationId xmlns:a16="http://schemas.microsoft.com/office/drawing/2014/main" id="{508F42C3-41CE-4EE9-A4D8-390574F6B846}"/>
              </a:ext>
            </a:extLst>
          </p:cNvPr>
          <p:cNvSpPr>
            <a:spLocks noGrp="1"/>
          </p:cNvSpPr>
          <p:nvPr/>
        </p:nvSpPr>
        <p:spPr>
          <a:xfrm>
            <a:off x="52975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data_8338">
            <a:extLst>
              <a:ext uri="{FF2B5EF4-FFF2-40B4-BE49-F238E27FC236}">
                <a16:creationId xmlns:a16="http://schemas.microsoft.com/office/drawing/2014/main" id="{B48B6712-A049-4C8A-B665-B7C25497B024}"/>
              </a:ext>
            </a:extLst>
          </p:cNvPr>
          <p:cNvSpPr>
            <a:spLocks noGrp="1"/>
          </p:cNvSpPr>
          <p:nvPr/>
        </p:nvSpPr>
        <p:spPr>
          <a:xfrm>
            <a:off x="53366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data_8339">
            <a:extLst>
              <a:ext uri="{FF2B5EF4-FFF2-40B4-BE49-F238E27FC236}">
                <a16:creationId xmlns:a16="http://schemas.microsoft.com/office/drawing/2014/main" id="{E74D4BEE-5FB1-4E49-BD7A-7563B37B4420}"/>
              </a:ext>
            </a:extLst>
          </p:cNvPr>
          <p:cNvSpPr>
            <a:spLocks noGrp="1"/>
          </p:cNvSpPr>
          <p:nvPr/>
        </p:nvSpPr>
        <p:spPr>
          <a:xfrm>
            <a:off x="53228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data_8340">
            <a:extLst>
              <a:ext uri="{FF2B5EF4-FFF2-40B4-BE49-F238E27FC236}">
                <a16:creationId xmlns:a16="http://schemas.microsoft.com/office/drawing/2014/main" id="{9AA795C0-0CE3-4009-B382-5D539D336743}"/>
              </a:ext>
            </a:extLst>
          </p:cNvPr>
          <p:cNvSpPr>
            <a:spLocks noGrp="1"/>
          </p:cNvSpPr>
          <p:nvPr/>
        </p:nvSpPr>
        <p:spPr>
          <a:xfrm>
            <a:off x="5309973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data_8341">
            <a:extLst>
              <a:ext uri="{FF2B5EF4-FFF2-40B4-BE49-F238E27FC236}">
                <a16:creationId xmlns:a16="http://schemas.microsoft.com/office/drawing/2014/main" id="{BCEA4A74-BD9A-4196-A26C-64A3B4A0066B}"/>
              </a:ext>
            </a:extLst>
          </p:cNvPr>
          <p:cNvSpPr>
            <a:spLocks noGrp="1"/>
          </p:cNvSpPr>
          <p:nvPr/>
        </p:nvSpPr>
        <p:spPr>
          <a:xfrm>
            <a:off x="527961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data_8342">
            <a:extLst>
              <a:ext uri="{FF2B5EF4-FFF2-40B4-BE49-F238E27FC236}">
                <a16:creationId xmlns:a16="http://schemas.microsoft.com/office/drawing/2014/main" id="{78956B23-B156-4735-B3DF-88AD8B5C24BF}"/>
              </a:ext>
            </a:extLst>
          </p:cNvPr>
          <p:cNvSpPr>
            <a:spLocks noGrp="1"/>
          </p:cNvSpPr>
          <p:nvPr/>
        </p:nvSpPr>
        <p:spPr>
          <a:xfrm>
            <a:off x="539662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data_8343">
            <a:extLst>
              <a:ext uri="{FF2B5EF4-FFF2-40B4-BE49-F238E27FC236}">
                <a16:creationId xmlns:a16="http://schemas.microsoft.com/office/drawing/2014/main" id="{B522D663-63C1-496C-98FD-18D397225556}"/>
              </a:ext>
            </a:extLst>
          </p:cNvPr>
          <p:cNvSpPr>
            <a:spLocks noGrp="1"/>
          </p:cNvSpPr>
          <p:nvPr/>
        </p:nvSpPr>
        <p:spPr>
          <a:xfrm>
            <a:off x="5281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data_8344">
            <a:extLst>
              <a:ext uri="{FF2B5EF4-FFF2-40B4-BE49-F238E27FC236}">
                <a16:creationId xmlns:a16="http://schemas.microsoft.com/office/drawing/2014/main" id="{1ACC0BEF-1FE4-4933-9F2B-31516B3298A3}"/>
              </a:ext>
            </a:extLst>
          </p:cNvPr>
          <p:cNvSpPr>
            <a:spLocks noGrp="1"/>
          </p:cNvSpPr>
          <p:nvPr/>
        </p:nvSpPr>
        <p:spPr>
          <a:xfrm>
            <a:off x="5386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data_8345">
            <a:extLst>
              <a:ext uri="{FF2B5EF4-FFF2-40B4-BE49-F238E27FC236}">
                <a16:creationId xmlns:a16="http://schemas.microsoft.com/office/drawing/2014/main" id="{747F54E8-3374-479D-BD9D-1E507DA23521}"/>
              </a:ext>
            </a:extLst>
          </p:cNvPr>
          <p:cNvSpPr>
            <a:spLocks noGrp="1"/>
          </p:cNvSpPr>
          <p:nvPr/>
        </p:nvSpPr>
        <p:spPr>
          <a:xfrm>
            <a:off x="53248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data_8346">
            <a:extLst>
              <a:ext uri="{FF2B5EF4-FFF2-40B4-BE49-F238E27FC236}">
                <a16:creationId xmlns:a16="http://schemas.microsoft.com/office/drawing/2014/main" id="{9A4B612C-AA08-42B6-9F0B-A2079A9F67F6}"/>
              </a:ext>
            </a:extLst>
          </p:cNvPr>
          <p:cNvSpPr>
            <a:spLocks noGrp="1"/>
          </p:cNvSpPr>
          <p:nvPr/>
        </p:nvSpPr>
        <p:spPr>
          <a:xfrm>
            <a:off x="540196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data_8347">
            <a:extLst>
              <a:ext uri="{FF2B5EF4-FFF2-40B4-BE49-F238E27FC236}">
                <a16:creationId xmlns:a16="http://schemas.microsoft.com/office/drawing/2014/main" id="{758816FE-BF38-4DAF-9F19-B43DFB427414}"/>
              </a:ext>
            </a:extLst>
          </p:cNvPr>
          <p:cNvSpPr>
            <a:spLocks noGrp="1"/>
          </p:cNvSpPr>
          <p:nvPr/>
        </p:nvSpPr>
        <p:spPr>
          <a:xfrm>
            <a:off x="53611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data_8348">
            <a:extLst>
              <a:ext uri="{FF2B5EF4-FFF2-40B4-BE49-F238E27FC236}">
                <a16:creationId xmlns:a16="http://schemas.microsoft.com/office/drawing/2014/main" id="{C61BA9AD-273C-40B7-8A95-B902456349E1}"/>
              </a:ext>
            </a:extLst>
          </p:cNvPr>
          <p:cNvSpPr>
            <a:spLocks noGrp="1"/>
          </p:cNvSpPr>
          <p:nvPr/>
        </p:nvSpPr>
        <p:spPr>
          <a:xfrm>
            <a:off x="5370040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data_8349">
            <a:extLst>
              <a:ext uri="{FF2B5EF4-FFF2-40B4-BE49-F238E27FC236}">
                <a16:creationId xmlns:a16="http://schemas.microsoft.com/office/drawing/2014/main" id="{0D432DFC-7BB4-4009-8D0F-F328CB8E1510}"/>
              </a:ext>
            </a:extLst>
          </p:cNvPr>
          <p:cNvSpPr>
            <a:spLocks noGrp="1"/>
          </p:cNvSpPr>
          <p:nvPr/>
        </p:nvSpPr>
        <p:spPr>
          <a:xfrm>
            <a:off x="5312839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data_8350">
            <a:extLst>
              <a:ext uri="{FF2B5EF4-FFF2-40B4-BE49-F238E27FC236}">
                <a16:creationId xmlns:a16="http://schemas.microsoft.com/office/drawing/2014/main" id="{CA0C3040-872A-4408-9060-E5FF9AEBD51F}"/>
              </a:ext>
            </a:extLst>
          </p:cNvPr>
          <p:cNvSpPr>
            <a:spLocks noGrp="1"/>
          </p:cNvSpPr>
          <p:nvPr/>
        </p:nvSpPr>
        <p:spPr>
          <a:xfrm>
            <a:off x="539466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data_8351">
            <a:extLst>
              <a:ext uri="{FF2B5EF4-FFF2-40B4-BE49-F238E27FC236}">
                <a16:creationId xmlns:a16="http://schemas.microsoft.com/office/drawing/2014/main" id="{4F2D56A0-D8A3-4702-A2B9-28CF2FC6102A}"/>
              </a:ext>
            </a:extLst>
          </p:cNvPr>
          <p:cNvSpPr>
            <a:spLocks noGrp="1"/>
          </p:cNvSpPr>
          <p:nvPr/>
        </p:nvSpPr>
        <p:spPr>
          <a:xfrm>
            <a:off x="5370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data_8352">
            <a:extLst>
              <a:ext uri="{FF2B5EF4-FFF2-40B4-BE49-F238E27FC236}">
                <a16:creationId xmlns:a16="http://schemas.microsoft.com/office/drawing/2014/main" id="{50A48936-B3F4-48C0-A0CA-41086EC5E0AD}"/>
              </a:ext>
            </a:extLst>
          </p:cNvPr>
          <p:cNvSpPr>
            <a:spLocks noGrp="1"/>
          </p:cNvSpPr>
          <p:nvPr/>
        </p:nvSpPr>
        <p:spPr>
          <a:xfrm>
            <a:off x="52959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data_8353">
            <a:extLst>
              <a:ext uri="{FF2B5EF4-FFF2-40B4-BE49-F238E27FC236}">
                <a16:creationId xmlns:a16="http://schemas.microsoft.com/office/drawing/2014/main" id="{7BC4AA45-B811-4967-B748-A9582DF6EBBA}"/>
              </a:ext>
            </a:extLst>
          </p:cNvPr>
          <p:cNvSpPr>
            <a:spLocks noGrp="1"/>
          </p:cNvSpPr>
          <p:nvPr/>
        </p:nvSpPr>
        <p:spPr>
          <a:xfrm>
            <a:off x="5368085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data_8354">
            <a:extLst>
              <a:ext uri="{FF2B5EF4-FFF2-40B4-BE49-F238E27FC236}">
                <a16:creationId xmlns:a16="http://schemas.microsoft.com/office/drawing/2014/main" id="{BCC02C70-B485-48AE-AAEB-67BDD8795D37}"/>
              </a:ext>
            </a:extLst>
          </p:cNvPr>
          <p:cNvSpPr>
            <a:spLocks noGrp="1"/>
          </p:cNvSpPr>
          <p:nvPr/>
        </p:nvSpPr>
        <p:spPr>
          <a:xfrm>
            <a:off x="5302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data_8355">
            <a:extLst>
              <a:ext uri="{FF2B5EF4-FFF2-40B4-BE49-F238E27FC236}">
                <a16:creationId xmlns:a16="http://schemas.microsoft.com/office/drawing/2014/main" id="{F889634A-DFC8-4652-B43D-977BFEBD3AF1}"/>
              </a:ext>
            </a:extLst>
          </p:cNvPr>
          <p:cNvSpPr>
            <a:spLocks noGrp="1"/>
          </p:cNvSpPr>
          <p:nvPr/>
        </p:nvSpPr>
        <p:spPr>
          <a:xfrm>
            <a:off x="531270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data_8356">
            <a:extLst>
              <a:ext uri="{FF2B5EF4-FFF2-40B4-BE49-F238E27FC236}">
                <a16:creationId xmlns:a16="http://schemas.microsoft.com/office/drawing/2014/main" id="{8B9D5E8F-E096-4F6B-8DF0-A745AD0081B5}"/>
              </a:ext>
            </a:extLst>
          </p:cNvPr>
          <p:cNvSpPr>
            <a:spLocks noGrp="1"/>
          </p:cNvSpPr>
          <p:nvPr/>
        </p:nvSpPr>
        <p:spPr>
          <a:xfrm>
            <a:off x="53936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data_8357">
            <a:extLst>
              <a:ext uri="{FF2B5EF4-FFF2-40B4-BE49-F238E27FC236}">
                <a16:creationId xmlns:a16="http://schemas.microsoft.com/office/drawing/2014/main" id="{6339714C-263E-4953-9975-27936AD20BA7}"/>
              </a:ext>
            </a:extLst>
          </p:cNvPr>
          <p:cNvSpPr>
            <a:spLocks noGrp="1"/>
          </p:cNvSpPr>
          <p:nvPr/>
        </p:nvSpPr>
        <p:spPr>
          <a:xfrm>
            <a:off x="53147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data_8358">
            <a:extLst>
              <a:ext uri="{FF2B5EF4-FFF2-40B4-BE49-F238E27FC236}">
                <a16:creationId xmlns:a16="http://schemas.microsoft.com/office/drawing/2014/main" id="{25F8D8CF-E39C-44C0-8D6E-75AE70227D7F}"/>
              </a:ext>
            </a:extLst>
          </p:cNvPr>
          <p:cNvSpPr>
            <a:spLocks noGrp="1"/>
          </p:cNvSpPr>
          <p:nvPr/>
        </p:nvSpPr>
        <p:spPr>
          <a:xfrm>
            <a:off x="5386327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data_8359">
            <a:extLst>
              <a:ext uri="{FF2B5EF4-FFF2-40B4-BE49-F238E27FC236}">
                <a16:creationId xmlns:a16="http://schemas.microsoft.com/office/drawing/2014/main" id="{B2064822-54DC-46D2-A640-C2E00480B04B}"/>
              </a:ext>
            </a:extLst>
          </p:cNvPr>
          <p:cNvSpPr>
            <a:spLocks noGrp="1"/>
          </p:cNvSpPr>
          <p:nvPr/>
        </p:nvSpPr>
        <p:spPr>
          <a:xfrm>
            <a:off x="53873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data_8360">
            <a:extLst>
              <a:ext uri="{FF2B5EF4-FFF2-40B4-BE49-F238E27FC236}">
                <a16:creationId xmlns:a16="http://schemas.microsoft.com/office/drawing/2014/main" id="{1DDF4EF3-D8BB-40B8-95EB-5D7589380E7B}"/>
              </a:ext>
            </a:extLst>
          </p:cNvPr>
          <p:cNvSpPr>
            <a:spLocks noGrp="1"/>
          </p:cNvSpPr>
          <p:nvPr/>
        </p:nvSpPr>
        <p:spPr>
          <a:xfrm>
            <a:off x="539075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data_8361">
            <a:extLst>
              <a:ext uri="{FF2B5EF4-FFF2-40B4-BE49-F238E27FC236}">
                <a16:creationId xmlns:a16="http://schemas.microsoft.com/office/drawing/2014/main" id="{B1955D37-60D8-459C-A1DF-B4E45F6C0DB2}"/>
              </a:ext>
            </a:extLst>
          </p:cNvPr>
          <p:cNvSpPr>
            <a:spLocks noGrp="1"/>
          </p:cNvSpPr>
          <p:nvPr/>
        </p:nvSpPr>
        <p:spPr>
          <a:xfrm>
            <a:off x="5315836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data_8362">
            <a:extLst>
              <a:ext uri="{FF2B5EF4-FFF2-40B4-BE49-F238E27FC236}">
                <a16:creationId xmlns:a16="http://schemas.microsoft.com/office/drawing/2014/main" id="{C05DDADD-57CA-4D1C-804E-0CDEDD990255}"/>
              </a:ext>
            </a:extLst>
          </p:cNvPr>
          <p:cNvSpPr>
            <a:spLocks noGrp="1"/>
          </p:cNvSpPr>
          <p:nvPr/>
        </p:nvSpPr>
        <p:spPr>
          <a:xfrm>
            <a:off x="529616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data_8363">
            <a:extLst>
              <a:ext uri="{FF2B5EF4-FFF2-40B4-BE49-F238E27FC236}">
                <a16:creationId xmlns:a16="http://schemas.microsoft.com/office/drawing/2014/main" id="{CD4BE85A-A073-4642-B3D7-AA5AA112ED10}"/>
              </a:ext>
            </a:extLst>
          </p:cNvPr>
          <p:cNvSpPr>
            <a:spLocks noGrp="1"/>
          </p:cNvSpPr>
          <p:nvPr/>
        </p:nvSpPr>
        <p:spPr>
          <a:xfrm>
            <a:off x="53719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data_8364">
            <a:extLst>
              <a:ext uri="{FF2B5EF4-FFF2-40B4-BE49-F238E27FC236}">
                <a16:creationId xmlns:a16="http://schemas.microsoft.com/office/drawing/2014/main" id="{47246626-3E0B-4199-BA69-24676B5BF84A}"/>
              </a:ext>
            </a:extLst>
          </p:cNvPr>
          <p:cNvSpPr>
            <a:spLocks noGrp="1"/>
          </p:cNvSpPr>
          <p:nvPr/>
        </p:nvSpPr>
        <p:spPr>
          <a:xfrm>
            <a:off x="52900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data_8365">
            <a:extLst>
              <a:ext uri="{FF2B5EF4-FFF2-40B4-BE49-F238E27FC236}">
                <a16:creationId xmlns:a16="http://schemas.microsoft.com/office/drawing/2014/main" id="{A3DCFA4C-9BF8-42DF-94FC-CDE46C2BC295}"/>
              </a:ext>
            </a:extLst>
          </p:cNvPr>
          <p:cNvSpPr>
            <a:spLocks noGrp="1"/>
          </p:cNvSpPr>
          <p:nvPr/>
        </p:nvSpPr>
        <p:spPr>
          <a:xfrm>
            <a:off x="52982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data_8366">
            <a:extLst>
              <a:ext uri="{FF2B5EF4-FFF2-40B4-BE49-F238E27FC236}">
                <a16:creationId xmlns:a16="http://schemas.microsoft.com/office/drawing/2014/main" id="{90C9F2B5-C786-46CA-9D27-9050AB35F4B1}"/>
              </a:ext>
            </a:extLst>
          </p:cNvPr>
          <p:cNvSpPr>
            <a:spLocks noGrp="1"/>
          </p:cNvSpPr>
          <p:nvPr/>
        </p:nvSpPr>
        <p:spPr>
          <a:xfrm>
            <a:off x="5375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data_8367">
            <a:extLst>
              <a:ext uri="{FF2B5EF4-FFF2-40B4-BE49-F238E27FC236}">
                <a16:creationId xmlns:a16="http://schemas.microsoft.com/office/drawing/2014/main" id="{62549069-14C1-40D1-9B46-CC420AF84EC3}"/>
              </a:ext>
            </a:extLst>
          </p:cNvPr>
          <p:cNvSpPr>
            <a:spLocks noGrp="1"/>
          </p:cNvSpPr>
          <p:nvPr/>
        </p:nvSpPr>
        <p:spPr>
          <a:xfrm>
            <a:off x="52912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data_8368">
            <a:extLst>
              <a:ext uri="{FF2B5EF4-FFF2-40B4-BE49-F238E27FC236}">
                <a16:creationId xmlns:a16="http://schemas.microsoft.com/office/drawing/2014/main" id="{035D3888-96D4-4DC4-A71C-F810F4EE0882}"/>
              </a:ext>
            </a:extLst>
          </p:cNvPr>
          <p:cNvSpPr>
            <a:spLocks noGrp="1"/>
          </p:cNvSpPr>
          <p:nvPr/>
        </p:nvSpPr>
        <p:spPr>
          <a:xfrm>
            <a:off x="54002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data_8369">
            <a:extLst>
              <a:ext uri="{FF2B5EF4-FFF2-40B4-BE49-F238E27FC236}">
                <a16:creationId xmlns:a16="http://schemas.microsoft.com/office/drawing/2014/main" id="{9FF53B82-63C4-4348-A56D-5C6365AC1599}"/>
              </a:ext>
            </a:extLst>
          </p:cNvPr>
          <p:cNvSpPr>
            <a:spLocks noGrp="1"/>
          </p:cNvSpPr>
          <p:nvPr/>
        </p:nvSpPr>
        <p:spPr>
          <a:xfrm>
            <a:off x="5380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data_8370">
            <a:extLst>
              <a:ext uri="{FF2B5EF4-FFF2-40B4-BE49-F238E27FC236}">
                <a16:creationId xmlns:a16="http://schemas.microsoft.com/office/drawing/2014/main" id="{0E05F9AA-C0F0-4E56-909D-82FB7F56C2C9}"/>
              </a:ext>
            </a:extLst>
          </p:cNvPr>
          <p:cNvSpPr>
            <a:spLocks noGrp="1"/>
          </p:cNvSpPr>
          <p:nvPr/>
        </p:nvSpPr>
        <p:spPr>
          <a:xfrm>
            <a:off x="53331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data_8371">
            <a:extLst>
              <a:ext uri="{FF2B5EF4-FFF2-40B4-BE49-F238E27FC236}">
                <a16:creationId xmlns:a16="http://schemas.microsoft.com/office/drawing/2014/main" id="{50DA32AC-B1BB-435F-92EF-A599F4E67EA7}"/>
              </a:ext>
            </a:extLst>
          </p:cNvPr>
          <p:cNvSpPr>
            <a:spLocks noGrp="1"/>
          </p:cNvSpPr>
          <p:nvPr/>
        </p:nvSpPr>
        <p:spPr>
          <a:xfrm>
            <a:off x="53111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data_8372">
            <a:extLst>
              <a:ext uri="{FF2B5EF4-FFF2-40B4-BE49-F238E27FC236}">
                <a16:creationId xmlns:a16="http://schemas.microsoft.com/office/drawing/2014/main" id="{E3EAD79E-DA53-4511-9AE3-543A6732A1B1}"/>
              </a:ext>
            </a:extLst>
          </p:cNvPr>
          <p:cNvSpPr>
            <a:spLocks noGrp="1"/>
          </p:cNvSpPr>
          <p:nvPr/>
        </p:nvSpPr>
        <p:spPr>
          <a:xfrm>
            <a:off x="540391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data_8373">
            <a:extLst>
              <a:ext uri="{FF2B5EF4-FFF2-40B4-BE49-F238E27FC236}">
                <a16:creationId xmlns:a16="http://schemas.microsoft.com/office/drawing/2014/main" id="{8D09BBC2-E5E0-4D4A-9AEB-E8871B13EB86}"/>
              </a:ext>
            </a:extLst>
          </p:cNvPr>
          <p:cNvSpPr>
            <a:spLocks noGrp="1"/>
          </p:cNvSpPr>
          <p:nvPr/>
        </p:nvSpPr>
        <p:spPr>
          <a:xfrm>
            <a:off x="53566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data_8374">
            <a:extLst>
              <a:ext uri="{FF2B5EF4-FFF2-40B4-BE49-F238E27FC236}">
                <a16:creationId xmlns:a16="http://schemas.microsoft.com/office/drawing/2014/main" id="{8CCDCE77-A9B2-48A9-B9BF-3B3C9EBCCE7F}"/>
              </a:ext>
            </a:extLst>
          </p:cNvPr>
          <p:cNvSpPr>
            <a:spLocks noGrp="1"/>
          </p:cNvSpPr>
          <p:nvPr/>
        </p:nvSpPr>
        <p:spPr>
          <a:xfrm>
            <a:off x="5386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data_8375">
            <a:extLst>
              <a:ext uri="{FF2B5EF4-FFF2-40B4-BE49-F238E27FC236}">
                <a16:creationId xmlns:a16="http://schemas.microsoft.com/office/drawing/2014/main" id="{FF1DA95B-1F75-49A2-AC6B-5FB5672E9842}"/>
              </a:ext>
            </a:extLst>
          </p:cNvPr>
          <p:cNvSpPr>
            <a:spLocks noGrp="1"/>
          </p:cNvSpPr>
          <p:nvPr/>
        </p:nvSpPr>
        <p:spPr>
          <a:xfrm>
            <a:off x="52949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data_8376">
            <a:extLst>
              <a:ext uri="{FF2B5EF4-FFF2-40B4-BE49-F238E27FC236}">
                <a16:creationId xmlns:a16="http://schemas.microsoft.com/office/drawing/2014/main" id="{8FD125D7-9010-47BD-ACA0-4C1298CB8266}"/>
              </a:ext>
            </a:extLst>
          </p:cNvPr>
          <p:cNvSpPr>
            <a:spLocks noGrp="1"/>
          </p:cNvSpPr>
          <p:nvPr/>
        </p:nvSpPr>
        <p:spPr>
          <a:xfrm>
            <a:off x="53317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data_8377">
            <a:extLst>
              <a:ext uri="{FF2B5EF4-FFF2-40B4-BE49-F238E27FC236}">
                <a16:creationId xmlns:a16="http://schemas.microsoft.com/office/drawing/2014/main" id="{68F90AD5-38BE-4B6E-8069-426D649D7CA0}"/>
              </a:ext>
            </a:extLst>
          </p:cNvPr>
          <p:cNvSpPr>
            <a:spLocks noGrp="1"/>
          </p:cNvSpPr>
          <p:nvPr/>
        </p:nvSpPr>
        <p:spPr>
          <a:xfrm>
            <a:off x="53782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data_8378">
            <a:extLst>
              <a:ext uri="{FF2B5EF4-FFF2-40B4-BE49-F238E27FC236}">
                <a16:creationId xmlns:a16="http://schemas.microsoft.com/office/drawing/2014/main" id="{0406BE33-AE65-42DB-9048-4C7ACF58445D}"/>
              </a:ext>
            </a:extLst>
          </p:cNvPr>
          <p:cNvSpPr>
            <a:spLocks noGrp="1"/>
          </p:cNvSpPr>
          <p:nvPr/>
        </p:nvSpPr>
        <p:spPr>
          <a:xfrm>
            <a:off x="535935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data_8379">
            <a:extLst>
              <a:ext uri="{FF2B5EF4-FFF2-40B4-BE49-F238E27FC236}">
                <a16:creationId xmlns:a16="http://schemas.microsoft.com/office/drawing/2014/main" id="{EA33BC93-8A36-444D-B3FD-57D87C2B1B0D}"/>
              </a:ext>
            </a:extLst>
          </p:cNvPr>
          <p:cNvSpPr>
            <a:spLocks noGrp="1"/>
          </p:cNvSpPr>
          <p:nvPr/>
        </p:nvSpPr>
        <p:spPr>
          <a:xfrm>
            <a:off x="5397532" y="521544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data_8380">
            <a:extLst>
              <a:ext uri="{FF2B5EF4-FFF2-40B4-BE49-F238E27FC236}">
                <a16:creationId xmlns:a16="http://schemas.microsoft.com/office/drawing/2014/main" id="{69B69E41-8F71-40F9-A840-4767CD8B4C72}"/>
              </a:ext>
            </a:extLst>
          </p:cNvPr>
          <p:cNvSpPr>
            <a:spLocks noGrp="1"/>
          </p:cNvSpPr>
          <p:nvPr/>
        </p:nvSpPr>
        <p:spPr>
          <a:xfrm>
            <a:off x="52766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data_8381">
            <a:extLst>
              <a:ext uri="{FF2B5EF4-FFF2-40B4-BE49-F238E27FC236}">
                <a16:creationId xmlns:a16="http://schemas.microsoft.com/office/drawing/2014/main" id="{F0382551-DC4F-47BD-AA97-A7260FD6A617}"/>
              </a:ext>
            </a:extLst>
          </p:cNvPr>
          <p:cNvSpPr>
            <a:spLocks noGrp="1"/>
          </p:cNvSpPr>
          <p:nvPr/>
        </p:nvSpPr>
        <p:spPr>
          <a:xfrm>
            <a:off x="5330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data_8382">
            <a:extLst>
              <a:ext uri="{FF2B5EF4-FFF2-40B4-BE49-F238E27FC236}">
                <a16:creationId xmlns:a16="http://schemas.microsoft.com/office/drawing/2014/main" id="{572D7FFA-C494-48BD-BF75-75421644FCB4}"/>
              </a:ext>
            </a:extLst>
          </p:cNvPr>
          <p:cNvSpPr>
            <a:spLocks noGrp="1"/>
          </p:cNvSpPr>
          <p:nvPr/>
        </p:nvSpPr>
        <p:spPr>
          <a:xfrm>
            <a:off x="53546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data_8383">
            <a:extLst>
              <a:ext uri="{FF2B5EF4-FFF2-40B4-BE49-F238E27FC236}">
                <a16:creationId xmlns:a16="http://schemas.microsoft.com/office/drawing/2014/main" id="{6623ACFC-50E3-428F-B470-ED567F6FFDC3}"/>
              </a:ext>
            </a:extLst>
          </p:cNvPr>
          <p:cNvSpPr>
            <a:spLocks noGrp="1"/>
          </p:cNvSpPr>
          <p:nvPr/>
        </p:nvSpPr>
        <p:spPr>
          <a:xfrm>
            <a:off x="5314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data_8384">
            <a:extLst>
              <a:ext uri="{FF2B5EF4-FFF2-40B4-BE49-F238E27FC236}">
                <a16:creationId xmlns:a16="http://schemas.microsoft.com/office/drawing/2014/main" id="{8B17551C-76AA-41AA-8CBB-85F8ACFD0FFC}"/>
              </a:ext>
            </a:extLst>
          </p:cNvPr>
          <p:cNvSpPr>
            <a:spLocks noGrp="1"/>
          </p:cNvSpPr>
          <p:nvPr/>
        </p:nvSpPr>
        <p:spPr>
          <a:xfrm>
            <a:off x="53433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data_8385">
            <a:extLst>
              <a:ext uri="{FF2B5EF4-FFF2-40B4-BE49-F238E27FC236}">
                <a16:creationId xmlns:a16="http://schemas.microsoft.com/office/drawing/2014/main" id="{87EE5070-CC1B-4B82-9CBD-2BA0BC4200FB}"/>
              </a:ext>
            </a:extLst>
          </p:cNvPr>
          <p:cNvSpPr>
            <a:spLocks noGrp="1"/>
          </p:cNvSpPr>
          <p:nvPr/>
        </p:nvSpPr>
        <p:spPr>
          <a:xfrm>
            <a:off x="532691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data_8386">
            <a:extLst>
              <a:ext uri="{FF2B5EF4-FFF2-40B4-BE49-F238E27FC236}">
                <a16:creationId xmlns:a16="http://schemas.microsoft.com/office/drawing/2014/main" id="{6369AC8A-6D3B-4D8D-B048-0FA58A3DE238}"/>
              </a:ext>
            </a:extLst>
          </p:cNvPr>
          <p:cNvSpPr>
            <a:spLocks noGrp="1"/>
          </p:cNvSpPr>
          <p:nvPr/>
        </p:nvSpPr>
        <p:spPr>
          <a:xfrm>
            <a:off x="5383199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data_8387">
            <a:extLst>
              <a:ext uri="{FF2B5EF4-FFF2-40B4-BE49-F238E27FC236}">
                <a16:creationId xmlns:a16="http://schemas.microsoft.com/office/drawing/2014/main" id="{AA9196CA-F7D2-4A0D-99E3-11E379DFBFAE}"/>
              </a:ext>
            </a:extLst>
          </p:cNvPr>
          <p:cNvSpPr>
            <a:spLocks noGrp="1"/>
          </p:cNvSpPr>
          <p:nvPr/>
        </p:nvSpPr>
        <p:spPr>
          <a:xfrm>
            <a:off x="5290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data_8388">
            <a:extLst>
              <a:ext uri="{FF2B5EF4-FFF2-40B4-BE49-F238E27FC236}">
                <a16:creationId xmlns:a16="http://schemas.microsoft.com/office/drawing/2014/main" id="{9A727AE5-52FB-4020-BFC8-99986905CE30}"/>
              </a:ext>
            </a:extLst>
          </p:cNvPr>
          <p:cNvSpPr>
            <a:spLocks noGrp="1"/>
          </p:cNvSpPr>
          <p:nvPr/>
        </p:nvSpPr>
        <p:spPr>
          <a:xfrm>
            <a:off x="5296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data_8389">
            <a:extLst>
              <a:ext uri="{FF2B5EF4-FFF2-40B4-BE49-F238E27FC236}">
                <a16:creationId xmlns:a16="http://schemas.microsoft.com/office/drawing/2014/main" id="{56FF8D0D-C80B-4A32-9380-8A13CA4F4149}"/>
              </a:ext>
            </a:extLst>
          </p:cNvPr>
          <p:cNvSpPr>
            <a:spLocks noGrp="1"/>
          </p:cNvSpPr>
          <p:nvPr/>
        </p:nvSpPr>
        <p:spPr>
          <a:xfrm>
            <a:off x="53511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data_8390">
            <a:extLst>
              <a:ext uri="{FF2B5EF4-FFF2-40B4-BE49-F238E27FC236}">
                <a16:creationId xmlns:a16="http://schemas.microsoft.com/office/drawing/2014/main" id="{CF0E6567-553F-4840-8A7A-45AFD83E9A29}"/>
              </a:ext>
            </a:extLst>
          </p:cNvPr>
          <p:cNvSpPr>
            <a:spLocks noGrp="1"/>
          </p:cNvSpPr>
          <p:nvPr/>
        </p:nvSpPr>
        <p:spPr>
          <a:xfrm>
            <a:off x="53499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data_8391">
            <a:extLst>
              <a:ext uri="{FF2B5EF4-FFF2-40B4-BE49-F238E27FC236}">
                <a16:creationId xmlns:a16="http://schemas.microsoft.com/office/drawing/2014/main" id="{C948203F-7C89-4273-8A35-33030653B4A7}"/>
              </a:ext>
            </a:extLst>
          </p:cNvPr>
          <p:cNvSpPr>
            <a:spLocks noGrp="1"/>
          </p:cNvSpPr>
          <p:nvPr/>
        </p:nvSpPr>
        <p:spPr>
          <a:xfrm>
            <a:off x="539232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data_8392">
            <a:extLst>
              <a:ext uri="{FF2B5EF4-FFF2-40B4-BE49-F238E27FC236}">
                <a16:creationId xmlns:a16="http://schemas.microsoft.com/office/drawing/2014/main" id="{4BFE026B-7A45-44EC-A415-13288648F97D}"/>
              </a:ext>
            </a:extLst>
          </p:cNvPr>
          <p:cNvSpPr>
            <a:spLocks noGrp="1"/>
          </p:cNvSpPr>
          <p:nvPr/>
        </p:nvSpPr>
        <p:spPr>
          <a:xfrm>
            <a:off x="53726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data_8393">
            <a:extLst>
              <a:ext uri="{FF2B5EF4-FFF2-40B4-BE49-F238E27FC236}">
                <a16:creationId xmlns:a16="http://schemas.microsoft.com/office/drawing/2014/main" id="{21682709-BFDC-44F0-979A-244D7257E559}"/>
              </a:ext>
            </a:extLst>
          </p:cNvPr>
          <p:cNvSpPr>
            <a:spLocks noGrp="1"/>
          </p:cNvSpPr>
          <p:nvPr/>
        </p:nvSpPr>
        <p:spPr>
          <a:xfrm>
            <a:off x="53111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data_8394">
            <a:extLst>
              <a:ext uri="{FF2B5EF4-FFF2-40B4-BE49-F238E27FC236}">
                <a16:creationId xmlns:a16="http://schemas.microsoft.com/office/drawing/2014/main" id="{88193477-8B56-4EE9-BF11-A2ED1CE2B1B1}"/>
              </a:ext>
            </a:extLst>
          </p:cNvPr>
          <p:cNvSpPr>
            <a:spLocks noGrp="1"/>
          </p:cNvSpPr>
          <p:nvPr/>
        </p:nvSpPr>
        <p:spPr>
          <a:xfrm>
            <a:off x="537525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data_8395">
            <a:extLst>
              <a:ext uri="{FF2B5EF4-FFF2-40B4-BE49-F238E27FC236}">
                <a16:creationId xmlns:a16="http://schemas.microsoft.com/office/drawing/2014/main" id="{535A557A-FA78-4776-A025-5690CA3AE426}"/>
              </a:ext>
            </a:extLst>
          </p:cNvPr>
          <p:cNvSpPr>
            <a:spLocks noGrp="1"/>
          </p:cNvSpPr>
          <p:nvPr/>
        </p:nvSpPr>
        <p:spPr>
          <a:xfrm>
            <a:off x="53646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data_8396">
            <a:extLst>
              <a:ext uri="{FF2B5EF4-FFF2-40B4-BE49-F238E27FC236}">
                <a16:creationId xmlns:a16="http://schemas.microsoft.com/office/drawing/2014/main" id="{AA1D2E6A-0C2D-4631-84F3-6ED2CF84B0E4}"/>
              </a:ext>
            </a:extLst>
          </p:cNvPr>
          <p:cNvSpPr>
            <a:spLocks noGrp="1"/>
          </p:cNvSpPr>
          <p:nvPr/>
        </p:nvSpPr>
        <p:spPr>
          <a:xfrm>
            <a:off x="53703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data_8397">
            <a:extLst>
              <a:ext uri="{FF2B5EF4-FFF2-40B4-BE49-F238E27FC236}">
                <a16:creationId xmlns:a16="http://schemas.microsoft.com/office/drawing/2014/main" id="{8EF16C4B-517A-40A6-B2FF-2E3D276836AE}"/>
              </a:ext>
            </a:extLst>
          </p:cNvPr>
          <p:cNvSpPr>
            <a:spLocks noGrp="1"/>
          </p:cNvSpPr>
          <p:nvPr/>
        </p:nvSpPr>
        <p:spPr>
          <a:xfrm>
            <a:off x="53456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data_8398">
            <a:extLst>
              <a:ext uri="{FF2B5EF4-FFF2-40B4-BE49-F238E27FC236}">
                <a16:creationId xmlns:a16="http://schemas.microsoft.com/office/drawing/2014/main" id="{AF2CD40C-A71E-4DA8-8E69-5683C1401909}"/>
              </a:ext>
            </a:extLst>
          </p:cNvPr>
          <p:cNvSpPr>
            <a:spLocks noGrp="1"/>
          </p:cNvSpPr>
          <p:nvPr/>
        </p:nvSpPr>
        <p:spPr>
          <a:xfrm>
            <a:off x="52780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data_8399">
            <a:extLst>
              <a:ext uri="{FF2B5EF4-FFF2-40B4-BE49-F238E27FC236}">
                <a16:creationId xmlns:a16="http://schemas.microsoft.com/office/drawing/2014/main" id="{BCCF986C-D712-4850-8FE0-D3497ADB096A}"/>
              </a:ext>
            </a:extLst>
          </p:cNvPr>
          <p:cNvSpPr>
            <a:spLocks noGrp="1"/>
          </p:cNvSpPr>
          <p:nvPr/>
        </p:nvSpPr>
        <p:spPr>
          <a:xfrm>
            <a:off x="5365219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data_8400">
            <a:extLst>
              <a:ext uri="{FF2B5EF4-FFF2-40B4-BE49-F238E27FC236}">
                <a16:creationId xmlns:a16="http://schemas.microsoft.com/office/drawing/2014/main" id="{48970F02-CE03-4041-9425-A62D8AF180AE}"/>
              </a:ext>
            </a:extLst>
          </p:cNvPr>
          <p:cNvSpPr>
            <a:spLocks noGrp="1"/>
          </p:cNvSpPr>
          <p:nvPr/>
        </p:nvSpPr>
        <p:spPr>
          <a:xfrm>
            <a:off x="53824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data_8401">
            <a:extLst>
              <a:ext uri="{FF2B5EF4-FFF2-40B4-BE49-F238E27FC236}">
                <a16:creationId xmlns:a16="http://schemas.microsoft.com/office/drawing/2014/main" id="{4159DACF-F6E7-49C9-AF6B-EC9DB3C16472}"/>
              </a:ext>
            </a:extLst>
          </p:cNvPr>
          <p:cNvSpPr>
            <a:spLocks noGrp="1"/>
          </p:cNvSpPr>
          <p:nvPr/>
        </p:nvSpPr>
        <p:spPr>
          <a:xfrm>
            <a:off x="52996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data_8402">
            <a:extLst>
              <a:ext uri="{FF2B5EF4-FFF2-40B4-BE49-F238E27FC236}">
                <a16:creationId xmlns:a16="http://schemas.microsoft.com/office/drawing/2014/main" id="{AD3F86C7-FA3D-4FC9-8C66-0511722AF6AD}"/>
              </a:ext>
            </a:extLst>
          </p:cNvPr>
          <p:cNvSpPr>
            <a:spLocks noGrp="1"/>
          </p:cNvSpPr>
          <p:nvPr/>
        </p:nvSpPr>
        <p:spPr>
          <a:xfrm>
            <a:off x="52899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data_8403">
            <a:extLst>
              <a:ext uri="{FF2B5EF4-FFF2-40B4-BE49-F238E27FC236}">
                <a16:creationId xmlns:a16="http://schemas.microsoft.com/office/drawing/2014/main" id="{FE120312-356C-4218-A6EB-8B50E08A0A61}"/>
              </a:ext>
            </a:extLst>
          </p:cNvPr>
          <p:cNvSpPr>
            <a:spLocks noGrp="1"/>
          </p:cNvSpPr>
          <p:nvPr/>
        </p:nvSpPr>
        <p:spPr>
          <a:xfrm>
            <a:off x="536495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data_8404">
            <a:extLst>
              <a:ext uri="{FF2B5EF4-FFF2-40B4-BE49-F238E27FC236}">
                <a16:creationId xmlns:a16="http://schemas.microsoft.com/office/drawing/2014/main" id="{1FD4D8EF-897A-473E-987E-4B71D69D6AB1}"/>
              </a:ext>
            </a:extLst>
          </p:cNvPr>
          <p:cNvSpPr>
            <a:spLocks noGrp="1"/>
          </p:cNvSpPr>
          <p:nvPr/>
        </p:nvSpPr>
        <p:spPr>
          <a:xfrm>
            <a:off x="5398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data_8405">
            <a:extLst>
              <a:ext uri="{FF2B5EF4-FFF2-40B4-BE49-F238E27FC236}">
                <a16:creationId xmlns:a16="http://schemas.microsoft.com/office/drawing/2014/main" id="{7EFB2E09-DB68-4A30-AEAD-B752E623C7BF}"/>
              </a:ext>
            </a:extLst>
          </p:cNvPr>
          <p:cNvSpPr>
            <a:spLocks noGrp="1"/>
          </p:cNvSpPr>
          <p:nvPr/>
        </p:nvSpPr>
        <p:spPr>
          <a:xfrm>
            <a:off x="54041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data_8406">
            <a:extLst>
              <a:ext uri="{FF2B5EF4-FFF2-40B4-BE49-F238E27FC236}">
                <a16:creationId xmlns:a16="http://schemas.microsoft.com/office/drawing/2014/main" id="{CA34428B-6865-4D60-998A-51F3499314E0}"/>
              </a:ext>
            </a:extLst>
          </p:cNvPr>
          <p:cNvSpPr>
            <a:spLocks noGrp="1"/>
          </p:cNvSpPr>
          <p:nvPr/>
        </p:nvSpPr>
        <p:spPr>
          <a:xfrm>
            <a:off x="53236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data_8407">
            <a:extLst>
              <a:ext uri="{FF2B5EF4-FFF2-40B4-BE49-F238E27FC236}">
                <a16:creationId xmlns:a16="http://schemas.microsoft.com/office/drawing/2014/main" id="{EC17ABA9-22D3-46C9-B88C-9271423113AE}"/>
              </a:ext>
            </a:extLst>
          </p:cNvPr>
          <p:cNvSpPr>
            <a:spLocks noGrp="1"/>
          </p:cNvSpPr>
          <p:nvPr/>
        </p:nvSpPr>
        <p:spPr>
          <a:xfrm>
            <a:off x="537147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data_8408">
            <a:extLst>
              <a:ext uri="{FF2B5EF4-FFF2-40B4-BE49-F238E27FC236}">
                <a16:creationId xmlns:a16="http://schemas.microsoft.com/office/drawing/2014/main" id="{203CFA02-6E58-429E-8182-D1613709BF9E}"/>
              </a:ext>
            </a:extLst>
          </p:cNvPr>
          <p:cNvSpPr>
            <a:spLocks noGrp="1"/>
          </p:cNvSpPr>
          <p:nvPr/>
        </p:nvSpPr>
        <p:spPr>
          <a:xfrm>
            <a:off x="53813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data_8409">
            <a:extLst>
              <a:ext uri="{FF2B5EF4-FFF2-40B4-BE49-F238E27FC236}">
                <a16:creationId xmlns:a16="http://schemas.microsoft.com/office/drawing/2014/main" id="{F3A11583-6DF8-437D-B3F4-08404E407D8D}"/>
              </a:ext>
            </a:extLst>
          </p:cNvPr>
          <p:cNvSpPr>
            <a:spLocks noGrp="1"/>
          </p:cNvSpPr>
          <p:nvPr/>
        </p:nvSpPr>
        <p:spPr>
          <a:xfrm>
            <a:off x="5397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data_8410">
            <a:extLst>
              <a:ext uri="{FF2B5EF4-FFF2-40B4-BE49-F238E27FC236}">
                <a16:creationId xmlns:a16="http://schemas.microsoft.com/office/drawing/2014/main" id="{96583EDE-84AC-4FA0-9195-2161F707A7F4}"/>
              </a:ext>
            </a:extLst>
          </p:cNvPr>
          <p:cNvSpPr>
            <a:spLocks noGrp="1"/>
          </p:cNvSpPr>
          <p:nvPr/>
        </p:nvSpPr>
        <p:spPr>
          <a:xfrm>
            <a:off x="53833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data_8411">
            <a:extLst>
              <a:ext uri="{FF2B5EF4-FFF2-40B4-BE49-F238E27FC236}">
                <a16:creationId xmlns:a16="http://schemas.microsoft.com/office/drawing/2014/main" id="{447ECCCA-656E-4334-9E59-196DD511A48C}"/>
              </a:ext>
            </a:extLst>
          </p:cNvPr>
          <p:cNvSpPr>
            <a:spLocks noGrp="1"/>
          </p:cNvSpPr>
          <p:nvPr/>
        </p:nvSpPr>
        <p:spPr>
          <a:xfrm>
            <a:off x="53636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data_8412">
            <a:extLst>
              <a:ext uri="{FF2B5EF4-FFF2-40B4-BE49-F238E27FC236}">
                <a16:creationId xmlns:a16="http://schemas.microsoft.com/office/drawing/2014/main" id="{FD821AF4-81B4-4FE4-ADE9-B7AAAFDF88AC}"/>
              </a:ext>
            </a:extLst>
          </p:cNvPr>
          <p:cNvSpPr>
            <a:spLocks noGrp="1"/>
          </p:cNvSpPr>
          <p:nvPr/>
        </p:nvSpPr>
        <p:spPr>
          <a:xfrm>
            <a:off x="52837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data_8413">
            <a:extLst>
              <a:ext uri="{FF2B5EF4-FFF2-40B4-BE49-F238E27FC236}">
                <a16:creationId xmlns:a16="http://schemas.microsoft.com/office/drawing/2014/main" id="{A8AC82E8-CDA8-480C-8E97-5603E933AF98}"/>
              </a:ext>
            </a:extLst>
          </p:cNvPr>
          <p:cNvSpPr>
            <a:spLocks noGrp="1"/>
          </p:cNvSpPr>
          <p:nvPr/>
        </p:nvSpPr>
        <p:spPr>
          <a:xfrm>
            <a:off x="5296422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data_8414">
            <a:extLst>
              <a:ext uri="{FF2B5EF4-FFF2-40B4-BE49-F238E27FC236}">
                <a16:creationId xmlns:a16="http://schemas.microsoft.com/office/drawing/2014/main" id="{428674D7-2E9C-4A06-AD3E-7544FF849797}"/>
              </a:ext>
            </a:extLst>
          </p:cNvPr>
          <p:cNvSpPr>
            <a:spLocks noGrp="1"/>
          </p:cNvSpPr>
          <p:nvPr/>
        </p:nvSpPr>
        <p:spPr>
          <a:xfrm>
            <a:off x="53649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data_8415">
            <a:extLst>
              <a:ext uri="{FF2B5EF4-FFF2-40B4-BE49-F238E27FC236}">
                <a16:creationId xmlns:a16="http://schemas.microsoft.com/office/drawing/2014/main" id="{735EEECF-508D-4049-B3B2-1C717890C9FB}"/>
              </a:ext>
            </a:extLst>
          </p:cNvPr>
          <p:cNvSpPr>
            <a:spLocks noGrp="1"/>
          </p:cNvSpPr>
          <p:nvPr/>
        </p:nvSpPr>
        <p:spPr>
          <a:xfrm>
            <a:off x="53517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data_8416">
            <a:extLst>
              <a:ext uri="{FF2B5EF4-FFF2-40B4-BE49-F238E27FC236}">
                <a16:creationId xmlns:a16="http://schemas.microsoft.com/office/drawing/2014/main" id="{4A96E6AF-0C7D-4680-A662-294230A43CF5}"/>
              </a:ext>
            </a:extLst>
          </p:cNvPr>
          <p:cNvSpPr>
            <a:spLocks noGrp="1"/>
          </p:cNvSpPr>
          <p:nvPr/>
        </p:nvSpPr>
        <p:spPr>
          <a:xfrm>
            <a:off x="5301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data_8417">
            <a:extLst>
              <a:ext uri="{FF2B5EF4-FFF2-40B4-BE49-F238E27FC236}">
                <a16:creationId xmlns:a16="http://schemas.microsoft.com/office/drawing/2014/main" id="{D05EEC40-7208-4790-97F4-2888387E1746}"/>
              </a:ext>
            </a:extLst>
          </p:cNvPr>
          <p:cNvSpPr>
            <a:spLocks noGrp="1"/>
          </p:cNvSpPr>
          <p:nvPr/>
        </p:nvSpPr>
        <p:spPr>
          <a:xfrm>
            <a:off x="53254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data_8418">
            <a:extLst>
              <a:ext uri="{FF2B5EF4-FFF2-40B4-BE49-F238E27FC236}">
                <a16:creationId xmlns:a16="http://schemas.microsoft.com/office/drawing/2014/main" id="{D5E9ADD2-169F-4F2F-BE76-8FF4B7E575FD}"/>
              </a:ext>
            </a:extLst>
          </p:cNvPr>
          <p:cNvSpPr>
            <a:spLocks noGrp="1"/>
          </p:cNvSpPr>
          <p:nvPr/>
        </p:nvSpPr>
        <p:spPr>
          <a:xfrm>
            <a:off x="527935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data_8419">
            <a:extLst>
              <a:ext uri="{FF2B5EF4-FFF2-40B4-BE49-F238E27FC236}">
                <a16:creationId xmlns:a16="http://schemas.microsoft.com/office/drawing/2014/main" id="{9D03551B-900E-4B35-B6D9-143379A5D689}"/>
              </a:ext>
            </a:extLst>
          </p:cNvPr>
          <p:cNvSpPr>
            <a:spLocks noGrp="1"/>
          </p:cNvSpPr>
          <p:nvPr/>
        </p:nvSpPr>
        <p:spPr>
          <a:xfrm>
            <a:off x="59860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data_8420">
            <a:extLst>
              <a:ext uri="{FF2B5EF4-FFF2-40B4-BE49-F238E27FC236}">
                <a16:creationId xmlns:a16="http://schemas.microsoft.com/office/drawing/2014/main" id="{217E09CD-0AF0-43F5-8D58-29CB5865647F}"/>
              </a:ext>
            </a:extLst>
          </p:cNvPr>
          <p:cNvSpPr>
            <a:spLocks noGrp="1"/>
          </p:cNvSpPr>
          <p:nvPr/>
        </p:nvSpPr>
        <p:spPr>
          <a:xfrm>
            <a:off x="60694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data_8421">
            <a:extLst>
              <a:ext uri="{FF2B5EF4-FFF2-40B4-BE49-F238E27FC236}">
                <a16:creationId xmlns:a16="http://schemas.microsoft.com/office/drawing/2014/main" id="{68A3A2CD-0ADE-4D20-B5B2-A20D74B02D5B}"/>
              </a:ext>
            </a:extLst>
          </p:cNvPr>
          <p:cNvSpPr>
            <a:spLocks noGrp="1"/>
          </p:cNvSpPr>
          <p:nvPr/>
        </p:nvSpPr>
        <p:spPr>
          <a:xfrm>
            <a:off x="5958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data_8422">
            <a:extLst>
              <a:ext uri="{FF2B5EF4-FFF2-40B4-BE49-F238E27FC236}">
                <a16:creationId xmlns:a16="http://schemas.microsoft.com/office/drawing/2014/main" id="{A1E237EF-EB89-4C86-A1A3-D8B581D6FDB1}"/>
              </a:ext>
            </a:extLst>
          </p:cNvPr>
          <p:cNvSpPr>
            <a:spLocks noGrp="1"/>
          </p:cNvSpPr>
          <p:nvPr/>
        </p:nvSpPr>
        <p:spPr>
          <a:xfrm>
            <a:off x="6059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data_8423">
            <a:extLst>
              <a:ext uri="{FF2B5EF4-FFF2-40B4-BE49-F238E27FC236}">
                <a16:creationId xmlns:a16="http://schemas.microsoft.com/office/drawing/2014/main" id="{3017CF65-5F79-49D4-9ED6-18B4741B7512}"/>
              </a:ext>
            </a:extLst>
          </p:cNvPr>
          <p:cNvSpPr>
            <a:spLocks noGrp="1"/>
          </p:cNvSpPr>
          <p:nvPr/>
        </p:nvSpPr>
        <p:spPr>
          <a:xfrm>
            <a:off x="6007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data_8424">
            <a:extLst>
              <a:ext uri="{FF2B5EF4-FFF2-40B4-BE49-F238E27FC236}">
                <a16:creationId xmlns:a16="http://schemas.microsoft.com/office/drawing/2014/main" id="{38616F6A-BF3A-452A-8365-5B3BB32F3D0D}"/>
              </a:ext>
            </a:extLst>
          </p:cNvPr>
          <p:cNvSpPr>
            <a:spLocks noGrp="1"/>
          </p:cNvSpPr>
          <p:nvPr/>
        </p:nvSpPr>
        <p:spPr>
          <a:xfrm>
            <a:off x="6078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data_8425">
            <a:extLst>
              <a:ext uri="{FF2B5EF4-FFF2-40B4-BE49-F238E27FC236}">
                <a16:creationId xmlns:a16="http://schemas.microsoft.com/office/drawing/2014/main" id="{3C4DB113-02ED-410A-B76D-44E258F35A3E}"/>
              </a:ext>
            </a:extLst>
          </p:cNvPr>
          <p:cNvSpPr>
            <a:spLocks noGrp="1"/>
          </p:cNvSpPr>
          <p:nvPr/>
        </p:nvSpPr>
        <p:spPr>
          <a:xfrm>
            <a:off x="59859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data_8426">
            <a:extLst>
              <a:ext uri="{FF2B5EF4-FFF2-40B4-BE49-F238E27FC236}">
                <a16:creationId xmlns:a16="http://schemas.microsoft.com/office/drawing/2014/main" id="{B8C38374-B8B9-4708-95C9-32DD03992404}"/>
              </a:ext>
            </a:extLst>
          </p:cNvPr>
          <p:cNvSpPr>
            <a:spLocks noGrp="1"/>
          </p:cNvSpPr>
          <p:nvPr/>
        </p:nvSpPr>
        <p:spPr>
          <a:xfrm>
            <a:off x="60495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data_8427">
            <a:extLst>
              <a:ext uri="{FF2B5EF4-FFF2-40B4-BE49-F238E27FC236}">
                <a16:creationId xmlns:a16="http://schemas.microsoft.com/office/drawing/2014/main" id="{3F51A120-5B24-4759-BA45-332284BBFE7A}"/>
              </a:ext>
            </a:extLst>
          </p:cNvPr>
          <p:cNvSpPr>
            <a:spLocks noGrp="1"/>
          </p:cNvSpPr>
          <p:nvPr/>
        </p:nvSpPr>
        <p:spPr>
          <a:xfrm>
            <a:off x="5963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data_8428">
            <a:extLst>
              <a:ext uri="{FF2B5EF4-FFF2-40B4-BE49-F238E27FC236}">
                <a16:creationId xmlns:a16="http://schemas.microsoft.com/office/drawing/2014/main" id="{2A8842CE-C038-44D6-9D58-8537D9C1F909}"/>
              </a:ext>
            </a:extLst>
          </p:cNvPr>
          <p:cNvSpPr>
            <a:spLocks noGrp="1"/>
          </p:cNvSpPr>
          <p:nvPr/>
        </p:nvSpPr>
        <p:spPr>
          <a:xfrm>
            <a:off x="599104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data_8429">
            <a:extLst>
              <a:ext uri="{FF2B5EF4-FFF2-40B4-BE49-F238E27FC236}">
                <a16:creationId xmlns:a16="http://schemas.microsoft.com/office/drawing/2014/main" id="{871AAC94-21FB-4C2B-8C59-65BAC261AF39}"/>
              </a:ext>
            </a:extLst>
          </p:cNvPr>
          <p:cNvSpPr>
            <a:spLocks noGrp="1"/>
          </p:cNvSpPr>
          <p:nvPr/>
        </p:nvSpPr>
        <p:spPr>
          <a:xfrm>
            <a:off x="596303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data_8430">
            <a:extLst>
              <a:ext uri="{FF2B5EF4-FFF2-40B4-BE49-F238E27FC236}">
                <a16:creationId xmlns:a16="http://schemas.microsoft.com/office/drawing/2014/main" id="{6ED979C3-16C5-48CB-AD41-89B3B6D4B65F}"/>
              </a:ext>
            </a:extLst>
          </p:cNvPr>
          <p:cNvSpPr>
            <a:spLocks noGrp="1"/>
          </p:cNvSpPr>
          <p:nvPr/>
        </p:nvSpPr>
        <p:spPr>
          <a:xfrm>
            <a:off x="60366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data_8431">
            <a:extLst>
              <a:ext uri="{FF2B5EF4-FFF2-40B4-BE49-F238E27FC236}">
                <a16:creationId xmlns:a16="http://schemas.microsoft.com/office/drawing/2014/main" id="{46063B7C-3B8A-40E7-8EC5-3FB5311A912D}"/>
              </a:ext>
            </a:extLst>
          </p:cNvPr>
          <p:cNvSpPr>
            <a:spLocks noGrp="1"/>
          </p:cNvSpPr>
          <p:nvPr/>
        </p:nvSpPr>
        <p:spPr>
          <a:xfrm>
            <a:off x="59806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data_8432">
            <a:extLst>
              <a:ext uri="{FF2B5EF4-FFF2-40B4-BE49-F238E27FC236}">
                <a16:creationId xmlns:a16="http://schemas.microsoft.com/office/drawing/2014/main" id="{E9B693E8-7B2B-46B8-8BA8-8D5A7359C081}"/>
              </a:ext>
            </a:extLst>
          </p:cNvPr>
          <p:cNvSpPr>
            <a:spLocks noGrp="1"/>
          </p:cNvSpPr>
          <p:nvPr/>
        </p:nvSpPr>
        <p:spPr>
          <a:xfrm>
            <a:off x="60197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data_8433">
            <a:extLst>
              <a:ext uri="{FF2B5EF4-FFF2-40B4-BE49-F238E27FC236}">
                <a16:creationId xmlns:a16="http://schemas.microsoft.com/office/drawing/2014/main" id="{BE6BB2B6-B46D-4046-8922-983C71682A89}"/>
              </a:ext>
            </a:extLst>
          </p:cNvPr>
          <p:cNvSpPr>
            <a:spLocks noGrp="1"/>
          </p:cNvSpPr>
          <p:nvPr/>
        </p:nvSpPr>
        <p:spPr>
          <a:xfrm>
            <a:off x="6005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data_8434">
            <a:extLst>
              <a:ext uri="{FF2B5EF4-FFF2-40B4-BE49-F238E27FC236}">
                <a16:creationId xmlns:a16="http://schemas.microsoft.com/office/drawing/2014/main" id="{C2F9C7BB-8CA9-4E19-9428-FCEF55DF90D6}"/>
              </a:ext>
            </a:extLst>
          </p:cNvPr>
          <p:cNvSpPr>
            <a:spLocks noGrp="1"/>
          </p:cNvSpPr>
          <p:nvPr/>
        </p:nvSpPr>
        <p:spPr>
          <a:xfrm>
            <a:off x="599300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data_8435">
            <a:extLst>
              <a:ext uri="{FF2B5EF4-FFF2-40B4-BE49-F238E27FC236}">
                <a16:creationId xmlns:a16="http://schemas.microsoft.com/office/drawing/2014/main" id="{3785AE58-0A99-4D94-83AD-A1153EA283AA}"/>
              </a:ext>
            </a:extLst>
          </p:cNvPr>
          <p:cNvSpPr>
            <a:spLocks noGrp="1"/>
          </p:cNvSpPr>
          <p:nvPr/>
        </p:nvSpPr>
        <p:spPr>
          <a:xfrm>
            <a:off x="596264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data_8436">
            <a:extLst>
              <a:ext uri="{FF2B5EF4-FFF2-40B4-BE49-F238E27FC236}">
                <a16:creationId xmlns:a16="http://schemas.microsoft.com/office/drawing/2014/main" id="{2DB8F5AC-E5B6-47F1-A401-4183CB300893}"/>
              </a:ext>
            </a:extLst>
          </p:cNvPr>
          <p:cNvSpPr>
            <a:spLocks noGrp="1"/>
          </p:cNvSpPr>
          <p:nvPr/>
        </p:nvSpPr>
        <p:spPr>
          <a:xfrm>
            <a:off x="6079648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data_8437">
            <a:extLst>
              <a:ext uri="{FF2B5EF4-FFF2-40B4-BE49-F238E27FC236}">
                <a16:creationId xmlns:a16="http://schemas.microsoft.com/office/drawing/2014/main" id="{C5AD1243-C546-4E12-8ECA-EBD9FE68106A}"/>
              </a:ext>
            </a:extLst>
          </p:cNvPr>
          <p:cNvSpPr>
            <a:spLocks noGrp="1"/>
          </p:cNvSpPr>
          <p:nvPr/>
        </p:nvSpPr>
        <p:spPr>
          <a:xfrm>
            <a:off x="5964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data_8438">
            <a:extLst>
              <a:ext uri="{FF2B5EF4-FFF2-40B4-BE49-F238E27FC236}">
                <a16:creationId xmlns:a16="http://schemas.microsoft.com/office/drawing/2014/main" id="{E20AE529-0457-443E-8941-D0B3DC0BF7A0}"/>
              </a:ext>
            </a:extLst>
          </p:cNvPr>
          <p:cNvSpPr>
            <a:spLocks noGrp="1"/>
          </p:cNvSpPr>
          <p:nvPr/>
        </p:nvSpPr>
        <p:spPr>
          <a:xfrm>
            <a:off x="6070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data_8439">
            <a:extLst>
              <a:ext uri="{FF2B5EF4-FFF2-40B4-BE49-F238E27FC236}">
                <a16:creationId xmlns:a16="http://schemas.microsoft.com/office/drawing/2014/main" id="{4B8F5E16-1DF7-4C09-B84E-5024C19036DF}"/>
              </a:ext>
            </a:extLst>
          </p:cNvPr>
          <p:cNvSpPr>
            <a:spLocks noGrp="1"/>
          </p:cNvSpPr>
          <p:nvPr/>
        </p:nvSpPr>
        <p:spPr>
          <a:xfrm>
            <a:off x="60078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data_8440">
            <a:extLst>
              <a:ext uri="{FF2B5EF4-FFF2-40B4-BE49-F238E27FC236}">
                <a16:creationId xmlns:a16="http://schemas.microsoft.com/office/drawing/2014/main" id="{5780BF03-53F4-4BFD-A608-EB8884650AAE}"/>
              </a:ext>
            </a:extLst>
          </p:cNvPr>
          <p:cNvSpPr>
            <a:spLocks noGrp="1"/>
          </p:cNvSpPr>
          <p:nvPr/>
        </p:nvSpPr>
        <p:spPr>
          <a:xfrm>
            <a:off x="60849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data_8441">
            <a:extLst>
              <a:ext uri="{FF2B5EF4-FFF2-40B4-BE49-F238E27FC236}">
                <a16:creationId xmlns:a16="http://schemas.microsoft.com/office/drawing/2014/main" id="{43FD479A-37F7-4F0E-8F04-97AF055BBFC1}"/>
              </a:ext>
            </a:extLst>
          </p:cNvPr>
          <p:cNvSpPr>
            <a:spLocks noGrp="1"/>
          </p:cNvSpPr>
          <p:nvPr/>
        </p:nvSpPr>
        <p:spPr>
          <a:xfrm>
            <a:off x="60442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data_8442">
            <a:extLst>
              <a:ext uri="{FF2B5EF4-FFF2-40B4-BE49-F238E27FC236}">
                <a16:creationId xmlns:a16="http://schemas.microsoft.com/office/drawing/2014/main" id="{B3FC9AE2-9831-4500-B21B-293E989E3284}"/>
              </a:ext>
            </a:extLst>
          </p:cNvPr>
          <p:cNvSpPr>
            <a:spLocks noGrp="1"/>
          </p:cNvSpPr>
          <p:nvPr/>
        </p:nvSpPr>
        <p:spPr>
          <a:xfrm>
            <a:off x="605306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data_8443">
            <a:extLst>
              <a:ext uri="{FF2B5EF4-FFF2-40B4-BE49-F238E27FC236}">
                <a16:creationId xmlns:a16="http://schemas.microsoft.com/office/drawing/2014/main" id="{8976BDEA-7C53-47F0-AB22-42D2BED810DD}"/>
              </a:ext>
            </a:extLst>
          </p:cNvPr>
          <p:cNvSpPr>
            <a:spLocks noGrp="1"/>
          </p:cNvSpPr>
          <p:nvPr/>
        </p:nvSpPr>
        <p:spPr>
          <a:xfrm>
            <a:off x="5995867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data_8444">
            <a:extLst>
              <a:ext uri="{FF2B5EF4-FFF2-40B4-BE49-F238E27FC236}">
                <a16:creationId xmlns:a16="http://schemas.microsoft.com/office/drawing/2014/main" id="{0AC09AA6-10D5-409C-803B-947BAD67596F}"/>
              </a:ext>
            </a:extLst>
          </p:cNvPr>
          <p:cNvSpPr>
            <a:spLocks noGrp="1"/>
          </p:cNvSpPr>
          <p:nvPr/>
        </p:nvSpPr>
        <p:spPr>
          <a:xfrm>
            <a:off x="607769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data_8445">
            <a:extLst>
              <a:ext uri="{FF2B5EF4-FFF2-40B4-BE49-F238E27FC236}">
                <a16:creationId xmlns:a16="http://schemas.microsoft.com/office/drawing/2014/main" id="{2A674BE7-7D66-4375-8444-FC7AFE9B4848}"/>
              </a:ext>
            </a:extLst>
          </p:cNvPr>
          <p:cNvSpPr>
            <a:spLocks noGrp="1"/>
          </p:cNvSpPr>
          <p:nvPr/>
        </p:nvSpPr>
        <p:spPr>
          <a:xfrm>
            <a:off x="60533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data_8446">
            <a:extLst>
              <a:ext uri="{FF2B5EF4-FFF2-40B4-BE49-F238E27FC236}">
                <a16:creationId xmlns:a16="http://schemas.microsoft.com/office/drawing/2014/main" id="{31BEE620-DA0E-4E3E-B374-565A2E745A7A}"/>
              </a:ext>
            </a:extLst>
          </p:cNvPr>
          <p:cNvSpPr>
            <a:spLocks noGrp="1"/>
          </p:cNvSpPr>
          <p:nvPr/>
        </p:nvSpPr>
        <p:spPr>
          <a:xfrm>
            <a:off x="59789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data_8447">
            <a:extLst>
              <a:ext uri="{FF2B5EF4-FFF2-40B4-BE49-F238E27FC236}">
                <a16:creationId xmlns:a16="http://schemas.microsoft.com/office/drawing/2014/main" id="{40434A78-D817-4422-9697-F4CCE2D970D3}"/>
              </a:ext>
            </a:extLst>
          </p:cNvPr>
          <p:cNvSpPr>
            <a:spLocks noGrp="1"/>
          </p:cNvSpPr>
          <p:nvPr/>
        </p:nvSpPr>
        <p:spPr>
          <a:xfrm>
            <a:off x="6051113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data_8448">
            <a:extLst>
              <a:ext uri="{FF2B5EF4-FFF2-40B4-BE49-F238E27FC236}">
                <a16:creationId xmlns:a16="http://schemas.microsoft.com/office/drawing/2014/main" id="{63FC4747-4844-4908-975B-73CF968E1228}"/>
              </a:ext>
            </a:extLst>
          </p:cNvPr>
          <p:cNvSpPr>
            <a:spLocks noGrp="1"/>
          </p:cNvSpPr>
          <p:nvPr/>
        </p:nvSpPr>
        <p:spPr>
          <a:xfrm>
            <a:off x="5985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data_8449">
            <a:extLst>
              <a:ext uri="{FF2B5EF4-FFF2-40B4-BE49-F238E27FC236}">
                <a16:creationId xmlns:a16="http://schemas.microsoft.com/office/drawing/2014/main" id="{9DC7D809-88F3-4816-BEDC-B6CADE19C21E}"/>
              </a:ext>
            </a:extLst>
          </p:cNvPr>
          <p:cNvSpPr>
            <a:spLocks noGrp="1"/>
          </p:cNvSpPr>
          <p:nvPr/>
        </p:nvSpPr>
        <p:spPr>
          <a:xfrm>
            <a:off x="599573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data_8450">
            <a:extLst>
              <a:ext uri="{FF2B5EF4-FFF2-40B4-BE49-F238E27FC236}">
                <a16:creationId xmlns:a16="http://schemas.microsoft.com/office/drawing/2014/main" id="{0E6319CB-31FF-4489-B85C-063EAF9DACB0}"/>
              </a:ext>
            </a:extLst>
          </p:cNvPr>
          <p:cNvSpPr>
            <a:spLocks noGrp="1"/>
          </p:cNvSpPr>
          <p:nvPr/>
        </p:nvSpPr>
        <p:spPr>
          <a:xfrm>
            <a:off x="607665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data_8451">
            <a:extLst>
              <a:ext uri="{FF2B5EF4-FFF2-40B4-BE49-F238E27FC236}">
                <a16:creationId xmlns:a16="http://schemas.microsoft.com/office/drawing/2014/main" id="{B1BAFB17-F4A2-4AC5-8DE5-EDF24743ACD7}"/>
              </a:ext>
            </a:extLst>
          </p:cNvPr>
          <p:cNvSpPr>
            <a:spLocks noGrp="1"/>
          </p:cNvSpPr>
          <p:nvPr/>
        </p:nvSpPr>
        <p:spPr>
          <a:xfrm>
            <a:off x="59978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data_8452">
            <a:extLst>
              <a:ext uri="{FF2B5EF4-FFF2-40B4-BE49-F238E27FC236}">
                <a16:creationId xmlns:a16="http://schemas.microsoft.com/office/drawing/2014/main" id="{DBB67E02-3D5E-4437-B74A-AE02C7EA2618}"/>
              </a:ext>
            </a:extLst>
          </p:cNvPr>
          <p:cNvSpPr>
            <a:spLocks noGrp="1"/>
          </p:cNvSpPr>
          <p:nvPr/>
        </p:nvSpPr>
        <p:spPr>
          <a:xfrm>
            <a:off x="606935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data_8453">
            <a:extLst>
              <a:ext uri="{FF2B5EF4-FFF2-40B4-BE49-F238E27FC236}">
                <a16:creationId xmlns:a16="http://schemas.microsoft.com/office/drawing/2014/main" id="{697CDB25-13AD-49C7-B35A-90540F5DE9CB}"/>
              </a:ext>
            </a:extLst>
          </p:cNvPr>
          <p:cNvSpPr>
            <a:spLocks noGrp="1"/>
          </p:cNvSpPr>
          <p:nvPr/>
        </p:nvSpPr>
        <p:spPr>
          <a:xfrm>
            <a:off x="60703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data_8454">
            <a:extLst>
              <a:ext uri="{FF2B5EF4-FFF2-40B4-BE49-F238E27FC236}">
                <a16:creationId xmlns:a16="http://schemas.microsoft.com/office/drawing/2014/main" id="{EA546EBD-5D83-4F91-932E-DBD1DF8AFBA7}"/>
              </a:ext>
            </a:extLst>
          </p:cNvPr>
          <p:cNvSpPr>
            <a:spLocks noGrp="1"/>
          </p:cNvSpPr>
          <p:nvPr/>
        </p:nvSpPr>
        <p:spPr>
          <a:xfrm>
            <a:off x="607378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data_8455">
            <a:extLst>
              <a:ext uri="{FF2B5EF4-FFF2-40B4-BE49-F238E27FC236}">
                <a16:creationId xmlns:a16="http://schemas.microsoft.com/office/drawing/2014/main" id="{87E49F8B-3102-43F8-AC73-4E7A32A30701}"/>
              </a:ext>
            </a:extLst>
          </p:cNvPr>
          <p:cNvSpPr>
            <a:spLocks noGrp="1"/>
          </p:cNvSpPr>
          <p:nvPr/>
        </p:nvSpPr>
        <p:spPr>
          <a:xfrm>
            <a:off x="599886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data_8456">
            <a:extLst>
              <a:ext uri="{FF2B5EF4-FFF2-40B4-BE49-F238E27FC236}">
                <a16:creationId xmlns:a16="http://schemas.microsoft.com/office/drawing/2014/main" id="{CCB2EEC0-74E3-4FE5-8583-11D48892E7E1}"/>
              </a:ext>
            </a:extLst>
          </p:cNvPr>
          <p:cNvSpPr>
            <a:spLocks noGrp="1"/>
          </p:cNvSpPr>
          <p:nvPr/>
        </p:nvSpPr>
        <p:spPr>
          <a:xfrm>
            <a:off x="59791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data_8457">
            <a:extLst>
              <a:ext uri="{FF2B5EF4-FFF2-40B4-BE49-F238E27FC236}">
                <a16:creationId xmlns:a16="http://schemas.microsoft.com/office/drawing/2014/main" id="{BEBA0BD8-B051-486A-BFF3-92664CE93014}"/>
              </a:ext>
            </a:extLst>
          </p:cNvPr>
          <p:cNvSpPr>
            <a:spLocks noGrp="1"/>
          </p:cNvSpPr>
          <p:nvPr/>
        </p:nvSpPr>
        <p:spPr>
          <a:xfrm>
            <a:off x="60550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data_8458">
            <a:extLst>
              <a:ext uri="{FF2B5EF4-FFF2-40B4-BE49-F238E27FC236}">
                <a16:creationId xmlns:a16="http://schemas.microsoft.com/office/drawing/2014/main" id="{190B6397-2D7D-4D99-A13A-3483FB670F85}"/>
              </a:ext>
            </a:extLst>
          </p:cNvPr>
          <p:cNvSpPr>
            <a:spLocks noGrp="1"/>
          </p:cNvSpPr>
          <p:nvPr/>
        </p:nvSpPr>
        <p:spPr>
          <a:xfrm>
            <a:off x="59730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data_8459">
            <a:extLst>
              <a:ext uri="{FF2B5EF4-FFF2-40B4-BE49-F238E27FC236}">
                <a16:creationId xmlns:a16="http://schemas.microsoft.com/office/drawing/2014/main" id="{DD20D04E-2F1D-447F-A722-C85EDC97F624}"/>
              </a:ext>
            </a:extLst>
          </p:cNvPr>
          <p:cNvSpPr>
            <a:spLocks noGrp="1"/>
          </p:cNvSpPr>
          <p:nvPr/>
        </p:nvSpPr>
        <p:spPr>
          <a:xfrm>
            <a:off x="59812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data_8460">
            <a:extLst>
              <a:ext uri="{FF2B5EF4-FFF2-40B4-BE49-F238E27FC236}">
                <a16:creationId xmlns:a16="http://schemas.microsoft.com/office/drawing/2014/main" id="{A21A1B1D-4BB6-4AB5-9C55-4C79A57FD3E4}"/>
              </a:ext>
            </a:extLst>
          </p:cNvPr>
          <p:cNvSpPr>
            <a:spLocks noGrp="1"/>
          </p:cNvSpPr>
          <p:nvPr/>
        </p:nvSpPr>
        <p:spPr>
          <a:xfrm>
            <a:off x="6058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data_8461">
            <a:extLst>
              <a:ext uri="{FF2B5EF4-FFF2-40B4-BE49-F238E27FC236}">
                <a16:creationId xmlns:a16="http://schemas.microsoft.com/office/drawing/2014/main" id="{CA7EDCA5-A189-4C2D-8A07-2C622B3EDF14}"/>
              </a:ext>
            </a:extLst>
          </p:cNvPr>
          <p:cNvSpPr>
            <a:spLocks noGrp="1"/>
          </p:cNvSpPr>
          <p:nvPr/>
        </p:nvSpPr>
        <p:spPr>
          <a:xfrm>
            <a:off x="59742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data_8462">
            <a:extLst>
              <a:ext uri="{FF2B5EF4-FFF2-40B4-BE49-F238E27FC236}">
                <a16:creationId xmlns:a16="http://schemas.microsoft.com/office/drawing/2014/main" id="{47BCF0F4-7A29-40E5-A33B-C33BF19B6C08}"/>
              </a:ext>
            </a:extLst>
          </p:cNvPr>
          <p:cNvSpPr>
            <a:spLocks noGrp="1"/>
          </p:cNvSpPr>
          <p:nvPr/>
        </p:nvSpPr>
        <p:spPr>
          <a:xfrm>
            <a:off x="60832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data_8463">
            <a:extLst>
              <a:ext uri="{FF2B5EF4-FFF2-40B4-BE49-F238E27FC236}">
                <a16:creationId xmlns:a16="http://schemas.microsoft.com/office/drawing/2014/main" id="{DC6ABFB9-F0E8-488D-A440-D4270C21AF71}"/>
              </a:ext>
            </a:extLst>
          </p:cNvPr>
          <p:cNvSpPr>
            <a:spLocks noGrp="1"/>
          </p:cNvSpPr>
          <p:nvPr/>
        </p:nvSpPr>
        <p:spPr>
          <a:xfrm>
            <a:off x="6063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data_8464">
            <a:extLst>
              <a:ext uri="{FF2B5EF4-FFF2-40B4-BE49-F238E27FC236}">
                <a16:creationId xmlns:a16="http://schemas.microsoft.com/office/drawing/2014/main" id="{65027844-009D-4A8E-A1E3-0AAE243227F0}"/>
              </a:ext>
            </a:extLst>
          </p:cNvPr>
          <p:cNvSpPr>
            <a:spLocks noGrp="1"/>
          </p:cNvSpPr>
          <p:nvPr/>
        </p:nvSpPr>
        <p:spPr>
          <a:xfrm>
            <a:off x="60161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data_8465">
            <a:extLst>
              <a:ext uri="{FF2B5EF4-FFF2-40B4-BE49-F238E27FC236}">
                <a16:creationId xmlns:a16="http://schemas.microsoft.com/office/drawing/2014/main" id="{FB2EC054-2789-4693-A8A1-F897C24691F0}"/>
              </a:ext>
            </a:extLst>
          </p:cNvPr>
          <p:cNvSpPr>
            <a:spLocks noGrp="1"/>
          </p:cNvSpPr>
          <p:nvPr/>
        </p:nvSpPr>
        <p:spPr>
          <a:xfrm>
            <a:off x="59941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data_8466">
            <a:extLst>
              <a:ext uri="{FF2B5EF4-FFF2-40B4-BE49-F238E27FC236}">
                <a16:creationId xmlns:a16="http://schemas.microsoft.com/office/drawing/2014/main" id="{884E9443-5832-4CF9-86ED-54313FB7C444}"/>
              </a:ext>
            </a:extLst>
          </p:cNvPr>
          <p:cNvSpPr>
            <a:spLocks noGrp="1"/>
          </p:cNvSpPr>
          <p:nvPr/>
        </p:nvSpPr>
        <p:spPr>
          <a:xfrm>
            <a:off x="608694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data_8467">
            <a:extLst>
              <a:ext uri="{FF2B5EF4-FFF2-40B4-BE49-F238E27FC236}">
                <a16:creationId xmlns:a16="http://schemas.microsoft.com/office/drawing/2014/main" id="{51901056-B2F5-4ADA-9C5E-DC0148A1DE12}"/>
              </a:ext>
            </a:extLst>
          </p:cNvPr>
          <p:cNvSpPr>
            <a:spLocks noGrp="1"/>
          </p:cNvSpPr>
          <p:nvPr/>
        </p:nvSpPr>
        <p:spPr>
          <a:xfrm>
            <a:off x="60396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data_8468">
            <a:extLst>
              <a:ext uri="{FF2B5EF4-FFF2-40B4-BE49-F238E27FC236}">
                <a16:creationId xmlns:a16="http://schemas.microsoft.com/office/drawing/2014/main" id="{40F10343-581D-44DD-AA1B-0D46475D52C4}"/>
              </a:ext>
            </a:extLst>
          </p:cNvPr>
          <p:cNvSpPr>
            <a:spLocks noGrp="1"/>
          </p:cNvSpPr>
          <p:nvPr/>
        </p:nvSpPr>
        <p:spPr>
          <a:xfrm>
            <a:off x="606935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data_8469">
            <a:extLst>
              <a:ext uri="{FF2B5EF4-FFF2-40B4-BE49-F238E27FC236}">
                <a16:creationId xmlns:a16="http://schemas.microsoft.com/office/drawing/2014/main" id="{E3A5B9E4-BC17-4632-96FD-F7C4D1B110B0}"/>
              </a:ext>
            </a:extLst>
          </p:cNvPr>
          <p:cNvSpPr>
            <a:spLocks noGrp="1"/>
          </p:cNvSpPr>
          <p:nvPr/>
        </p:nvSpPr>
        <p:spPr>
          <a:xfrm>
            <a:off x="59780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data_8470">
            <a:extLst>
              <a:ext uri="{FF2B5EF4-FFF2-40B4-BE49-F238E27FC236}">
                <a16:creationId xmlns:a16="http://schemas.microsoft.com/office/drawing/2014/main" id="{8B5A4BA9-8D6C-485E-9229-0C874B073C34}"/>
              </a:ext>
            </a:extLst>
          </p:cNvPr>
          <p:cNvSpPr>
            <a:spLocks noGrp="1"/>
          </p:cNvSpPr>
          <p:nvPr/>
        </p:nvSpPr>
        <p:spPr>
          <a:xfrm>
            <a:off x="6014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data_8471">
            <a:extLst>
              <a:ext uri="{FF2B5EF4-FFF2-40B4-BE49-F238E27FC236}">
                <a16:creationId xmlns:a16="http://schemas.microsoft.com/office/drawing/2014/main" id="{ADF4053B-6D24-44D3-AB4E-77B3FD1A822E}"/>
              </a:ext>
            </a:extLst>
          </p:cNvPr>
          <p:cNvSpPr>
            <a:spLocks noGrp="1"/>
          </p:cNvSpPr>
          <p:nvPr/>
        </p:nvSpPr>
        <p:spPr>
          <a:xfrm>
            <a:off x="60612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data_8472">
            <a:extLst>
              <a:ext uri="{FF2B5EF4-FFF2-40B4-BE49-F238E27FC236}">
                <a16:creationId xmlns:a16="http://schemas.microsoft.com/office/drawing/2014/main" id="{E8647469-DD6E-4D9D-AC68-9CF9E599A61E}"/>
              </a:ext>
            </a:extLst>
          </p:cNvPr>
          <p:cNvSpPr>
            <a:spLocks noGrp="1"/>
          </p:cNvSpPr>
          <p:nvPr/>
        </p:nvSpPr>
        <p:spPr>
          <a:xfrm>
            <a:off x="6042383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data_8473">
            <a:extLst>
              <a:ext uri="{FF2B5EF4-FFF2-40B4-BE49-F238E27FC236}">
                <a16:creationId xmlns:a16="http://schemas.microsoft.com/office/drawing/2014/main" id="{E9DAF22E-1098-4799-8158-74F21903EC14}"/>
              </a:ext>
            </a:extLst>
          </p:cNvPr>
          <p:cNvSpPr>
            <a:spLocks noGrp="1"/>
          </p:cNvSpPr>
          <p:nvPr/>
        </p:nvSpPr>
        <p:spPr>
          <a:xfrm>
            <a:off x="60805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data_8474">
            <a:extLst>
              <a:ext uri="{FF2B5EF4-FFF2-40B4-BE49-F238E27FC236}">
                <a16:creationId xmlns:a16="http://schemas.microsoft.com/office/drawing/2014/main" id="{E100940B-998B-491A-8376-A5E8E37F6487}"/>
              </a:ext>
            </a:extLst>
          </p:cNvPr>
          <p:cNvSpPr>
            <a:spLocks noGrp="1"/>
          </p:cNvSpPr>
          <p:nvPr/>
        </p:nvSpPr>
        <p:spPr>
          <a:xfrm>
            <a:off x="5959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data_8475">
            <a:extLst>
              <a:ext uri="{FF2B5EF4-FFF2-40B4-BE49-F238E27FC236}">
                <a16:creationId xmlns:a16="http://schemas.microsoft.com/office/drawing/2014/main" id="{8C999B85-BC02-49F1-B1F6-D8D5BC688EA1}"/>
              </a:ext>
            </a:extLst>
          </p:cNvPr>
          <p:cNvSpPr>
            <a:spLocks noGrp="1"/>
          </p:cNvSpPr>
          <p:nvPr/>
        </p:nvSpPr>
        <p:spPr>
          <a:xfrm>
            <a:off x="6013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data_8476">
            <a:extLst>
              <a:ext uri="{FF2B5EF4-FFF2-40B4-BE49-F238E27FC236}">
                <a16:creationId xmlns:a16="http://schemas.microsoft.com/office/drawing/2014/main" id="{8E21F49F-33FF-4497-9AA6-078EFB5E9400}"/>
              </a:ext>
            </a:extLst>
          </p:cNvPr>
          <p:cNvSpPr>
            <a:spLocks noGrp="1"/>
          </p:cNvSpPr>
          <p:nvPr/>
        </p:nvSpPr>
        <p:spPr>
          <a:xfrm>
            <a:off x="60376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data_8477">
            <a:extLst>
              <a:ext uri="{FF2B5EF4-FFF2-40B4-BE49-F238E27FC236}">
                <a16:creationId xmlns:a16="http://schemas.microsoft.com/office/drawing/2014/main" id="{B1AD77FF-46D3-4D4A-B2CC-FE20D2FD3AA7}"/>
              </a:ext>
            </a:extLst>
          </p:cNvPr>
          <p:cNvSpPr>
            <a:spLocks noGrp="1"/>
          </p:cNvSpPr>
          <p:nvPr/>
        </p:nvSpPr>
        <p:spPr>
          <a:xfrm>
            <a:off x="59971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data_8478">
            <a:extLst>
              <a:ext uri="{FF2B5EF4-FFF2-40B4-BE49-F238E27FC236}">
                <a16:creationId xmlns:a16="http://schemas.microsoft.com/office/drawing/2014/main" id="{19119FC7-EA72-43C3-BCDE-F658E5331E21}"/>
              </a:ext>
            </a:extLst>
          </p:cNvPr>
          <p:cNvSpPr>
            <a:spLocks noGrp="1"/>
          </p:cNvSpPr>
          <p:nvPr/>
        </p:nvSpPr>
        <p:spPr>
          <a:xfrm>
            <a:off x="60263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data_8479">
            <a:extLst>
              <a:ext uri="{FF2B5EF4-FFF2-40B4-BE49-F238E27FC236}">
                <a16:creationId xmlns:a16="http://schemas.microsoft.com/office/drawing/2014/main" id="{053187A2-CB60-418D-A271-E6F7C241D071}"/>
              </a:ext>
            </a:extLst>
          </p:cNvPr>
          <p:cNvSpPr>
            <a:spLocks noGrp="1"/>
          </p:cNvSpPr>
          <p:nvPr/>
        </p:nvSpPr>
        <p:spPr>
          <a:xfrm>
            <a:off x="600993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data_8480">
            <a:extLst>
              <a:ext uri="{FF2B5EF4-FFF2-40B4-BE49-F238E27FC236}">
                <a16:creationId xmlns:a16="http://schemas.microsoft.com/office/drawing/2014/main" id="{32BF895B-4478-46E6-99AB-C1FCE7FEFAEF}"/>
              </a:ext>
            </a:extLst>
          </p:cNvPr>
          <p:cNvSpPr>
            <a:spLocks noGrp="1"/>
          </p:cNvSpPr>
          <p:nvPr/>
        </p:nvSpPr>
        <p:spPr>
          <a:xfrm>
            <a:off x="6066227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data_8481">
            <a:extLst>
              <a:ext uri="{FF2B5EF4-FFF2-40B4-BE49-F238E27FC236}">
                <a16:creationId xmlns:a16="http://schemas.microsoft.com/office/drawing/2014/main" id="{74715C39-AF1E-4E1D-AF8F-7E0E9A1B7281}"/>
              </a:ext>
            </a:extLst>
          </p:cNvPr>
          <p:cNvSpPr>
            <a:spLocks noGrp="1"/>
          </p:cNvSpPr>
          <p:nvPr/>
        </p:nvSpPr>
        <p:spPr>
          <a:xfrm>
            <a:off x="59739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data_8482">
            <a:extLst>
              <a:ext uri="{FF2B5EF4-FFF2-40B4-BE49-F238E27FC236}">
                <a16:creationId xmlns:a16="http://schemas.microsoft.com/office/drawing/2014/main" id="{71B94794-9907-48AB-B2F5-7D7529950D23}"/>
              </a:ext>
            </a:extLst>
          </p:cNvPr>
          <p:cNvSpPr>
            <a:spLocks noGrp="1"/>
          </p:cNvSpPr>
          <p:nvPr/>
        </p:nvSpPr>
        <p:spPr>
          <a:xfrm>
            <a:off x="59799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data_8483">
            <a:extLst>
              <a:ext uri="{FF2B5EF4-FFF2-40B4-BE49-F238E27FC236}">
                <a16:creationId xmlns:a16="http://schemas.microsoft.com/office/drawing/2014/main" id="{DDE77300-57B1-4FD6-9EB7-6A7F45B08F7B}"/>
              </a:ext>
            </a:extLst>
          </p:cNvPr>
          <p:cNvSpPr>
            <a:spLocks noGrp="1"/>
          </p:cNvSpPr>
          <p:nvPr/>
        </p:nvSpPr>
        <p:spPr>
          <a:xfrm>
            <a:off x="60341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data_8484">
            <a:extLst>
              <a:ext uri="{FF2B5EF4-FFF2-40B4-BE49-F238E27FC236}">
                <a16:creationId xmlns:a16="http://schemas.microsoft.com/office/drawing/2014/main" id="{F9CC76D7-D094-4D7F-AE31-571E9AA1F6AF}"/>
              </a:ext>
            </a:extLst>
          </p:cNvPr>
          <p:cNvSpPr>
            <a:spLocks noGrp="1"/>
          </p:cNvSpPr>
          <p:nvPr/>
        </p:nvSpPr>
        <p:spPr>
          <a:xfrm>
            <a:off x="60330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data_8485">
            <a:extLst>
              <a:ext uri="{FF2B5EF4-FFF2-40B4-BE49-F238E27FC236}">
                <a16:creationId xmlns:a16="http://schemas.microsoft.com/office/drawing/2014/main" id="{590CC43B-1498-4DF2-BDBF-B1AB65EF8838}"/>
              </a:ext>
            </a:extLst>
          </p:cNvPr>
          <p:cNvSpPr>
            <a:spLocks noGrp="1"/>
          </p:cNvSpPr>
          <p:nvPr/>
        </p:nvSpPr>
        <p:spPr>
          <a:xfrm>
            <a:off x="6075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data_8486">
            <a:extLst>
              <a:ext uri="{FF2B5EF4-FFF2-40B4-BE49-F238E27FC236}">
                <a16:creationId xmlns:a16="http://schemas.microsoft.com/office/drawing/2014/main" id="{577A2EB1-BE37-4FF3-9D5F-6AF20D38413A}"/>
              </a:ext>
            </a:extLst>
          </p:cNvPr>
          <p:cNvSpPr>
            <a:spLocks noGrp="1"/>
          </p:cNvSpPr>
          <p:nvPr/>
        </p:nvSpPr>
        <p:spPr>
          <a:xfrm>
            <a:off x="6055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data_8487">
            <a:extLst>
              <a:ext uri="{FF2B5EF4-FFF2-40B4-BE49-F238E27FC236}">
                <a16:creationId xmlns:a16="http://schemas.microsoft.com/office/drawing/2014/main" id="{00BB1FE6-1A67-4F54-AB5F-C8FF980EB9C0}"/>
              </a:ext>
            </a:extLst>
          </p:cNvPr>
          <p:cNvSpPr>
            <a:spLocks noGrp="1"/>
          </p:cNvSpPr>
          <p:nvPr/>
        </p:nvSpPr>
        <p:spPr>
          <a:xfrm>
            <a:off x="59941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data_8488">
            <a:extLst>
              <a:ext uri="{FF2B5EF4-FFF2-40B4-BE49-F238E27FC236}">
                <a16:creationId xmlns:a16="http://schemas.microsoft.com/office/drawing/2014/main" id="{ABA48735-8EAC-47E3-BC83-161AE68B7492}"/>
              </a:ext>
            </a:extLst>
          </p:cNvPr>
          <p:cNvSpPr>
            <a:spLocks noGrp="1"/>
          </p:cNvSpPr>
          <p:nvPr/>
        </p:nvSpPr>
        <p:spPr>
          <a:xfrm>
            <a:off x="605827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data_8489">
            <a:extLst>
              <a:ext uri="{FF2B5EF4-FFF2-40B4-BE49-F238E27FC236}">
                <a16:creationId xmlns:a16="http://schemas.microsoft.com/office/drawing/2014/main" id="{2BF61B80-269F-4082-8E61-C8595BF277C6}"/>
              </a:ext>
            </a:extLst>
          </p:cNvPr>
          <p:cNvSpPr>
            <a:spLocks noGrp="1"/>
          </p:cNvSpPr>
          <p:nvPr/>
        </p:nvSpPr>
        <p:spPr>
          <a:xfrm>
            <a:off x="6047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data_8490">
            <a:extLst>
              <a:ext uri="{FF2B5EF4-FFF2-40B4-BE49-F238E27FC236}">
                <a16:creationId xmlns:a16="http://schemas.microsoft.com/office/drawing/2014/main" id="{A54F89EA-3561-4515-9127-11EEEDB65D2E}"/>
              </a:ext>
            </a:extLst>
          </p:cNvPr>
          <p:cNvSpPr>
            <a:spLocks noGrp="1"/>
          </p:cNvSpPr>
          <p:nvPr/>
        </p:nvSpPr>
        <p:spPr>
          <a:xfrm>
            <a:off x="60533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data_8491">
            <a:extLst>
              <a:ext uri="{FF2B5EF4-FFF2-40B4-BE49-F238E27FC236}">
                <a16:creationId xmlns:a16="http://schemas.microsoft.com/office/drawing/2014/main" id="{655368C5-D08B-4F72-AAD0-E49107074195}"/>
              </a:ext>
            </a:extLst>
          </p:cNvPr>
          <p:cNvSpPr>
            <a:spLocks noGrp="1"/>
          </p:cNvSpPr>
          <p:nvPr/>
        </p:nvSpPr>
        <p:spPr>
          <a:xfrm>
            <a:off x="60287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data_8492">
            <a:extLst>
              <a:ext uri="{FF2B5EF4-FFF2-40B4-BE49-F238E27FC236}">
                <a16:creationId xmlns:a16="http://schemas.microsoft.com/office/drawing/2014/main" id="{69078F0B-824D-476A-80BA-2D1FFB43DA19}"/>
              </a:ext>
            </a:extLst>
          </p:cNvPr>
          <p:cNvSpPr>
            <a:spLocks noGrp="1"/>
          </p:cNvSpPr>
          <p:nvPr/>
        </p:nvSpPr>
        <p:spPr>
          <a:xfrm>
            <a:off x="5961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data_8493">
            <a:extLst>
              <a:ext uri="{FF2B5EF4-FFF2-40B4-BE49-F238E27FC236}">
                <a16:creationId xmlns:a16="http://schemas.microsoft.com/office/drawing/2014/main" id="{0C4A9A31-E6E1-4979-A210-C3E5F1FE0B79}"/>
              </a:ext>
            </a:extLst>
          </p:cNvPr>
          <p:cNvSpPr>
            <a:spLocks noGrp="1"/>
          </p:cNvSpPr>
          <p:nvPr/>
        </p:nvSpPr>
        <p:spPr>
          <a:xfrm>
            <a:off x="6048246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data_8494">
            <a:extLst>
              <a:ext uri="{FF2B5EF4-FFF2-40B4-BE49-F238E27FC236}">
                <a16:creationId xmlns:a16="http://schemas.microsoft.com/office/drawing/2014/main" id="{927D45FB-65EE-44E0-BD1A-79930575871B}"/>
              </a:ext>
            </a:extLst>
          </p:cNvPr>
          <p:cNvSpPr>
            <a:spLocks noGrp="1"/>
          </p:cNvSpPr>
          <p:nvPr/>
        </p:nvSpPr>
        <p:spPr>
          <a:xfrm>
            <a:off x="60654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data_8495">
            <a:extLst>
              <a:ext uri="{FF2B5EF4-FFF2-40B4-BE49-F238E27FC236}">
                <a16:creationId xmlns:a16="http://schemas.microsoft.com/office/drawing/2014/main" id="{7FA9B004-C5B1-47D8-920D-E784963BDC3A}"/>
              </a:ext>
            </a:extLst>
          </p:cNvPr>
          <p:cNvSpPr>
            <a:spLocks noGrp="1"/>
          </p:cNvSpPr>
          <p:nvPr/>
        </p:nvSpPr>
        <p:spPr>
          <a:xfrm>
            <a:off x="59827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data_8496">
            <a:extLst>
              <a:ext uri="{FF2B5EF4-FFF2-40B4-BE49-F238E27FC236}">
                <a16:creationId xmlns:a16="http://schemas.microsoft.com/office/drawing/2014/main" id="{6F5547A8-31F5-4561-A26F-2E119AF46B68}"/>
              </a:ext>
            </a:extLst>
          </p:cNvPr>
          <p:cNvSpPr>
            <a:spLocks noGrp="1"/>
          </p:cNvSpPr>
          <p:nvPr/>
        </p:nvSpPr>
        <p:spPr>
          <a:xfrm>
            <a:off x="59729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data_8497">
            <a:extLst>
              <a:ext uri="{FF2B5EF4-FFF2-40B4-BE49-F238E27FC236}">
                <a16:creationId xmlns:a16="http://schemas.microsoft.com/office/drawing/2014/main" id="{6335FA4A-34C4-4352-B57D-2BAEB8DB2F41}"/>
              </a:ext>
            </a:extLst>
          </p:cNvPr>
          <p:cNvSpPr>
            <a:spLocks noGrp="1"/>
          </p:cNvSpPr>
          <p:nvPr/>
        </p:nvSpPr>
        <p:spPr>
          <a:xfrm>
            <a:off x="6047986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data_8498">
            <a:extLst>
              <a:ext uri="{FF2B5EF4-FFF2-40B4-BE49-F238E27FC236}">
                <a16:creationId xmlns:a16="http://schemas.microsoft.com/office/drawing/2014/main" id="{0DCB7B7C-DAF5-474B-8F60-999199D8F2BE}"/>
              </a:ext>
            </a:extLst>
          </p:cNvPr>
          <p:cNvSpPr>
            <a:spLocks noGrp="1"/>
          </p:cNvSpPr>
          <p:nvPr/>
        </p:nvSpPr>
        <p:spPr>
          <a:xfrm>
            <a:off x="6081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data_8499">
            <a:extLst>
              <a:ext uri="{FF2B5EF4-FFF2-40B4-BE49-F238E27FC236}">
                <a16:creationId xmlns:a16="http://schemas.microsoft.com/office/drawing/2014/main" id="{57999C6C-04A6-4E70-A161-E88D5CDA4A1C}"/>
              </a:ext>
            </a:extLst>
          </p:cNvPr>
          <p:cNvSpPr>
            <a:spLocks noGrp="1"/>
          </p:cNvSpPr>
          <p:nvPr/>
        </p:nvSpPr>
        <p:spPr>
          <a:xfrm>
            <a:off x="60872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data_8500">
            <a:extLst>
              <a:ext uri="{FF2B5EF4-FFF2-40B4-BE49-F238E27FC236}">
                <a16:creationId xmlns:a16="http://schemas.microsoft.com/office/drawing/2014/main" id="{4B63BD26-0087-4735-9B89-59C91C429043}"/>
              </a:ext>
            </a:extLst>
          </p:cNvPr>
          <p:cNvSpPr>
            <a:spLocks noGrp="1"/>
          </p:cNvSpPr>
          <p:nvPr/>
        </p:nvSpPr>
        <p:spPr>
          <a:xfrm>
            <a:off x="60066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data_8501">
            <a:extLst>
              <a:ext uri="{FF2B5EF4-FFF2-40B4-BE49-F238E27FC236}">
                <a16:creationId xmlns:a16="http://schemas.microsoft.com/office/drawing/2014/main" id="{8EB1A82A-ABED-4ED1-9553-835A7DCC9BB8}"/>
              </a:ext>
            </a:extLst>
          </p:cNvPr>
          <p:cNvSpPr>
            <a:spLocks noGrp="1"/>
          </p:cNvSpPr>
          <p:nvPr/>
        </p:nvSpPr>
        <p:spPr>
          <a:xfrm>
            <a:off x="605450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data_8502">
            <a:extLst>
              <a:ext uri="{FF2B5EF4-FFF2-40B4-BE49-F238E27FC236}">
                <a16:creationId xmlns:a16="http://schemas.microsoft.com/office/drawing/2014/main" id="{39E775A0-C036-4F3D-8EF4-0DEFD4554642}"/>
              </a:ext>
            </a:extLst>
          </p:cNvPr>
          <p:cNvSpPr>
            <a:spLocks noGrp="1"/>
          </p:cNvSpPr>
          <p:nvPr/>
        </p:nvSpPr>
        <p:spPr>
          <a:xfrm>
            <a:off x="60644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data_8503">
            <a:extLst>
              <a:ext uri="{FF2B5EF4-FFF2-40B4-BE49-F238E27FC236}">
                <a16:creationId xmlns:a16="http://schemas.microsoft.com/office/drawing/2014/main" id="{1E66D6CE-1E08-46BE-B6A6-6F71E4E5D1EB}"/>
              </a:ext>
            </a:extLst>
          </p:cNvPr>
          <p:cNvSpPr>
            <a:spLocks noGrp="1"/>
          </p:cNvSpPr>
          <p:nvPr/>
        </p:nvSpPr>
        <p:spPr>
          <a:xfrm>
            <a:off x="6080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data_8504">
            <a:extLst>
              <a:ext uri="{FF2B5EF4-FFF2-40B4-BE49-F238E27FC236}">
                <a16:creationId xmlns:a16="http://schemas.microsoft.com/office/drawing/2014/main" id="{49AC3FC4-0D74-486C-8348-6D741B9A3974}"/>
              </a:ext>
            </a:extLst>
          </p:cNvPr>
          <p:cNvSpPr>
            <a:spLocks noGrp="1"/>
          </p:cNvSpPr>
          <p:nvPr/>
        </p:nvSpPr>
        <p:spPr>
          <a:xfrm>
            <a:off x="60663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data_8505">
            <a:extLst>
              <a:ext uri="{FF2B5EF4-FFF2-40B4-BE49-F238E27FC236}">
                <a16:creationId xmlns:a16="http://schemas.microsoft.com/office/drawing/2014/main" id="{E6CBD256-881F-4924-9493-6E87A5609F7D}"/>
              </a:ext>
            </a:extLst>
          </p:cNvPr>
          <p:cNvSpPr>
            <a:spLocks noGrp="1"/>
          </p:cNvSpPr>
          <p:nvPr/>
        </p:nvSpPr>
        <p:spPr>
          <a:xfrm>
            <a:off x="60466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data_8506">
            <a:extLst>
              <a:ext uri="{FF2B5EF4-FFF2-40B4-BE49-F238E27FC236}">
                <a16:creationId xmlns:a16="http://schemas.microsoft.com/office/drawing/2014/main" id="{97163707-758F-4774-946E-F3FFFF291EB1}"/>
              </a:ext>
            </a:extLst>
          </p:cNvPr>
          <p:cNvSpPr>
            <a:spLocks noGrp="1"/>
          </p:cNvSpPr>
          <p:nvPr/>
        </p:nvSpPr>
        <p:spPr>
          <a:xfrm>
            <a:off x="59668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data_8507">
            <a:extLst>
              <a:ext uri="{FF2B5EF4-FFF2-40B4-BE49-F238E27FC236}">
                <a16:creationId xmlns:a16="http://schemas.microsoft.com/office/drawing/2014/main" id="{69515A21-D79C-4F80-87BE-01E59E625D86}"/>
              </a:ext>
            </a:extLst>
          </p:cNvPr>
          <p:cNvSpPr>
            <a:spLocks noGrp="1"/>
          </p:cNvSpPr>
          <p:nvPr/>
        </p:nvSpPr>
        <p:spPr>
          <a:xfrm>
            <a:off x="5979450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data_8508">
            <a:extLst>
              <a:ext uri="{FF2B5EF4-FFF2-40B4-BE49-F238E27FC236}">
                <a16:creationId xmlns:a16="http://schemas.microsoft.com/office/drawing/2014/main" id="{B07AC671-4115-46FA-AA34-EBC8B7AA1F85}"/>
              </a:ext>
            </a:extLst>
          </p:cNvPr>
          <p:cNvSpPr>
            <a:spLocks noGrp="1"/>
          </p:cNvSpPr>
          <p:nvPr/>
        </p:nvSpPr>
        <p:spPr>
          <a:xfrm>
            <a:off x="60479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data_8509">
            <a:extLst>
              <a:ext uri="{FF2B5EF4-FFF2-40B4-BE49-F238E27FC236}">
                <a16:creationId xmlns:a16="http://schemas.microsoft.com/office/drawing/2014/main" id="{01DC44EF-9EC8-4660-95C7-95267D0796E9}"/>
              </a:ext>
            </a:extLst>
          </p:cNvPr>
          <p:cNvSpPr>
            <a:spLocks noGrp="1"/>
          </p:cNvSpPr>
          <p:nvPr/>
        </p:nvSpPr>
        <p:spPr>
          <a:xfrm>
            <a:off x="60348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data_8510">
            <a:extLst>
              <a:ext uri="{FF2B5EF4-FFF2-40B4-BE49-F238E27FC236}">
                <a16:creationId xmlns:a16="http://schemas.microsoft.com/office/drawing/2014/main" id="{FA253CAE-C350-49A6-B260-F97CC2217C1C}"/>
              </a:ext>
            </a:extLst>
          </p:cNvPr>
          <p:cNvSpPr>
            <a:spLocks noGrp="1"/>
          </p:cNvSpPr>
          <p:nvPr/>
        </p:nvSpPr>
        <p:spPr>
          <a:xfrm>
            <a:off x="5984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data_8511">
            <a:extLst>
              <a:ext uri="{FF2B5EF4-FFF2-40B4-BE49-F238E27FC236}">
                <a16:creationId xmlns:a16="http://schemas.microsoft.com/office/drawing/2014/main" id="{4E518814-C5DA-461E-AFC5-F788CE01CC08}"/>
              </a:ext>
            </a:extLst>
          </p:cNvPr>
          <p:cNvSpPr>
            <a:spLocks noGrp="1"/>
          </p:cNvSpPr>
          <p:nvPr/>
        </p:nvSpPr>
        <p:spPr>
          <a:xfrm>
            <a:off x="60085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data_8512">
            <a:extLst>
              <a:ext uri="{FF2B5EF4-FFF2-40B4-BE49-F238E27FC236}">
                <a16:creationId xmlns:a16="http://schemas.microsoft.com/office/drawing/2014/main" id="{35D92A36-2AE0-4305-A59A-2B80746E5F9F}"/>
              </a:ext>
            </a:extLst>
          </p:cNvPr>
          <p:cNvSpPr>
            <a:spLocks noGrp="1"/>
          </p:cNvSpPr>
          <p:nvPr/>
        </p:nvSpPr>
        <p:spPr>
          <a:xfrm>
            <a:off x="5962381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data_8513">
            <a:extLst>
              <a:ext uri="{FF2B5EF4-FFF2-40B4-BE49-F238E27FC236}">
                <a16:creationId xmlns:a16="http://schemas.microsoft.com/office/drawing/2014/main" id="{D5DFA434-091C-44F0-AF74-D39A2D58B9B6}"/>
              </a:ext>
            </a:extLst>
          </p:cNvPr>
          <p:cNvSpPr>
            <a:spLocks noGrp="1"/>
          </p:cNvSpPr>
          <p:nvPr/>
        </p:nvSpPr>
        <p:spPr>
          <a:xfrm>
            <a:off x="3972701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8" name="data_8514">
            <a:extLst>
              <a:ext uri="{FF2B5EF4-FFF2-40B4-BE49-F238E27FC236}">
                <a16:creationId xmlns:a16="http://schemas.microsoft.com/office/drawing/2014/main" id="{588292F8-25DE-44CA-921B-026C45F0D02E}"/>
              </a:ext>
            </a:extLst>
          </p:cNvPr>
          <p:cNvSpPr>
            <a:spLocks noGrp="1"/>
          </p:cNvSpPr>
          <p:nvPr/>
        </p:nvSpPr>
        <p:spPr>
          <a:xfrm>
            <a:off x="3972701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9" name="text_8515">
            <a:extLst>
              <a:ext uri="{FF2B5EF4-FFF2-40B4-BE49-F238E27FC236}">
                <a16:creationId xmlns:a16="http://schemas.microsoft.com/office/drawing/2014/main" id="{905A7008-1850-44AD-9417-8271D3AA6289}"/>
              </a:ext>
            </a:extLst>
          </p:cNvPr>
          <p:cNvSpPr>
            <a:spLocks noGrp="1"/>
          </p:cNvSpPr>
          <p:nvPr/>
        </p:nvSpPr>
        <p:spPr>
          <a:xfrm>
            <a:off x="3582544" y="4773801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8516">
            <a:extLst>
              <a:ext uri="{FF2B5EF4-FFF2-40B4-BE49-F238E27FC236}">
                <a16:creationId xmlns:a16="http://schemas.microsoft.com/office/drawing/2014/main" id="{FCA7EF0B-CB47-447F-AE66-C4DB867021BA}"/>
              </a:ext>
            </a:extLst>
          </p:cNvPr>
          <p:cNvSpPr>
            <a:spLocks noGrp="1"/>
          </p:cNvSpPr>
          <p:nvPr/>
        </p:nvSpPr>
        <p:spPr>
          <a:xfrm>
            <a:off x="3972701" y="4808505"/>
            <a:ext cx="1311133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8517">
            <a:extLst>
              <a:ext uri="{FF2B5EF4-FFF2-40B4-BE49-F238E27FC236}">
                <a16:creationId xmlns:a16="http://schemas.microsoft.com/office/drawing/2014/main" id="{E3F7B793-EAD1-41D7-9761-5A48502FC5FB}"/>
              </a:ext>
            </a:extLst>
          </p:cNvPr>
          <p:cNvSpPr>
            <a:spLocks noGrp="1"/>
          </p:cNvSpPr>
          <p:nvPr/>
        </p:nvSpPr>
        <p:spPr>
          <a:xfrm>
            <a:off x="3993192" y="5735613"/>
            <a:ext cx="2049083" cy="1217322"/>
          </a:xfrm>
          <a:custGeom>
            <a:avLst/>
            <a:gdLst/>
            <a:ahLst/>
            <a:cxnLst/>
            <a:rect l="0" t="0" r="0" b="0"/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072" name="data_8518">
            <a:extLst>
              <a:ext uri="{FF2B5EF4-FFF2-40B4-BE49-F238E27FC236}">
                <a16:creationId xmlns:a16="http://schemas.microsoft.com/office/drawing/2014/main" id="{953005BC-2369-45EA-A48A-00C5C399907B}"/>
              </a:ext>
            </a:extLst>
          </p:cNvPr>
          <p:cNvSpPr>
            <a:spLocks noGrp="1"/>
          </p:cNvSpPr>
          <p:nvPr/>
        </p:nvSpPr>
        <p:spPr>
          <a:xfrm>
            <a:off x="3993192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073" name="data_8519">
            <a:extLst>
              <a:ext uri="{FF2B5EF4-FFF2-40B4-BE49-F238E27FC236}">
                <a16:creationId xmlns:a16="http://schemas.microsoft.com/office/drawing/2014/main" id="{29666636-485E-401D-8BB0-64AE9E6A8831}"/>
              </a:ext>
            </a:extLst>
          </p:cNvPr>
          <p:cNvSpPr>
            <a:spLocks noGrp="1"/>
          </p:cNvSpPr>
          <p:nvPr/>
        </p:nvSpPr>
        <p:spPr>
          <a:xfrm>
            <a:off x="4304558" y="650003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4" name="data_8520">
            <a:extLst>
              <a:ext uri="{FF2B5EF4-FFF2-40B4-BE49-F238E27FC236}">
                <a16:creationId xmlns:a16="http://schemas.microsoft.com/office/drawing/2014/main" id="{9384AF28-817B-40C3-A520-9F4F5EE43289}"/>
              </a:ext>
            </a:extLst>
          </p:cNvPr>
          <p:cNvSpPr>
            <a:spLocks noGrp="1"/>
          </p:cNvSpPr>
          <p:nvPr/>
        </p:nvSpPr>
        <p:spPr>
          <a:xfrm>
            <a:off x="4646071" y="58598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5" name="data_8521">
            <a:extLst>
              <a:ext uri="{FF2B5EF4-FFF2-40B4-BE49-F238E27FC236}">
                <a16:creationId xmlns:a16="http://schemas.microsoft.com/office/drawing/2014/main" id="{A244810A-9EBA-477B-9938-D94113A759D6}"/>
              </a:ext>
            </a:extLst>
          </p:cNvPr>
          <p:cNvSpPr>
            <a:spLocks noGrp="1"/>
          </p:cNvSpPr>
          <p:nvPr/>
        </p:nvSpPr>
        <p:spPr>
          <a:xfrm>
            <a:off x="5329099" y="577540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6" name="data_8522">
            <a:extLst>
              <a:ext uri="{FF2B5EF4-FFF2-40B4-BE49-F238E27FC236}">
                <a16:creationId xmlns:a16="http://schemas.microsoft.com/office/drawing/2014/main" id="{AD22DC01-27BA-4B21-A1AB-D039363F9B9D}"/>
              </a:ext>
            </a:extLst>
          </p:cNvPr>
          <p:cNvSpPr>
            <a:spLocks noGrp="1"/>
          </p:cNvSpPr>
          <p:nvPr/>
        </p:nvSpPr>
        <p:spPr>
          <a:xfrm>
            <a:off x="6012127" y="570546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7" name="data_8523">
            <a:extLst>
              <a:ext uri="{FF2B5EF4-FFF2-40B4-BE49-F238E27FC236}">
                <a16:creationId xmlns:a16="http://schemas.microsoft.com/office/drawing/2014/main" id="{01989869-EFEB-40F0-906F-CE5AB670EFD2}"/>
              </a:ext>
            </a:extLst>
          </p:cNvPr>
          <p:cNvSpPr>
            <a:spLocks noGrp="1"/>
          </p:cNvSpPr>
          <p:nvPr/>
        </p:nvSpPr>
        <p:spPr>
          <a:xfrm>
            <a:off x="4284546" y="637556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8" name="data_8524">
            <a:extLst>
              <a:ext uri="{FF2B5EF4-FFF2-40B4-BE49-F238E27FC236}">
                <a16:creationId xmlns:a16="http://schemas.microsoft.com/office/drawing/2014/main" id="{EC89FD99-1D38-48C2-B9F6-1C471FC255BC}"/>
              </a:ext>
            </a:extLst>
          </p:cNvPr>
          <p:cNvSpPr>
            <a:spLocks noGrp="1"/>
          </p:cNvSpPr>
          <p:nvPr/>
        </p:nvSpPr>
        <p:spPr>
          <a:xfrm>
            <a:off x="4626059" y="571818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9" name="data_8525">
            <a:extLst>
              <a:ext uri="{FF2B5EF4-FFF2-40B4-BE49-F238E27FC236}">
                <a16:creationId xmlns:a16="http://schemas.microsoft.com/office/drawing/2014/main" id="{FFAE4A35-0755-49A2-B5D6-1729BAB1C646}"/>
              </a:ext>
            </a:extLst>
          </p:cNvPr>
          <p:cNvSpPr>
            <a:spLocks noGrp="1"/>
          </p:cNvSpPr>
          <p:nvPr/>
        </p:nvSpPr>
        <p:spPr>
          <a:xfrm>
            <a:off x="5309087" y="545905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0" name="data_8526">
            <a:extLst>
              <a:ext uri="{FF2B5EF4-FFF2-40B4-BE49-F238E27FC236}">
                <a16:creationId xmlns:a16="http://schemas.microsoft.com/office/drawing/2014/main" id="{B8AE2F68-27BB-4038-B97A-B187ACBFE3C3}"/>
              </a:ext>
            </a:extLst>
          </p:cNvPr>
          <p:cNvSpPr>
            <a:spLocks noGrp="1"/>
          </p:cNvSpPr>
          <p:nvPr/>
        </p:nvSpPr>
        <p:spPr>
          <a:xfrm>
            <a:off x="5992115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1" name="data_8527">
            <a:extLst>
              <a:ext uri="{FF2B5EF4-FFF2-40B4-BE49-F238E27FC236}">
                <a16:creationId xmlns:a16="http://schemas.microsoft.com/office/drawing/2014/main" id="{4B9EF1BC-DE57-4352-A888-E44B37C16811}"/>
              </a:ext>
            </a:extLst>
          </p:cNvPr>
          <p:cNvSpPr>
            <a:spLocks noGrp="1"/>
          </p:cNvSpPr>
          <p:nvPr/>
        </p:nvSpPr>
        <p:spPr>
          <a:xfrm>
            <a:off x="6938134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data_8528">
            <a:extLst>
              <a:ext uri="{FF2B5EF4-FFF2-40B4-BE49-F238E27FC236}">
                <a16:creationId xmlns:a16="http://schemas.microsoft.com/office/drawing/2014/main" id="{DF686A25-A01F-4994-A604-F9B3D991FB47}"/>
              </a:ext>
            </a:extLst>
          </p:cNvPr>
          <p:cNvSpPr>
            <a:spLocks noGrp="1"/>
          </p:cNvSpPr>
          <p:nvPr/>
        </p:nvSpPr>
        <p:spPr>
          <a:xfrm>
            <a:off x="7211345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1001" y="1762082"/>
                </a:lnTo>
                <a:lnTo>
                  <a:pt x="3936" y="1747274"/>
                </a:lnTo>
                <a:lnTo>
                  <a:pt x="8605" y="1732467"/>
                </a:lnTo>
                <a:lnTo>
                  <a:pt x="14701" y="1717659"/>
                </a:lnTo>
                <a:lnTo>
                  <a:pt x="21841" y="1702852"/>
                </a:lnTo>
                <a:lnTo>
                  <a:pt x="29605" y="1688045"/>
                </a:lnTo>
                <a:lnTo>
                  <a:pt x="37578" y="1673237"/>
                </a:lnTo>
                <a:lnTo>
                  <a:pt x="45382" y="1658430"/>
                </a:lnTo>
                <a:lnTo>
                  <a:pt x="52704" y="1643622"/>
                </a:lnTo>
                <a:lnTo>
                  <a:pt x="59315" y="1628815"/>
                </a:lnTo>
                <a:lnTo>
                  <a:pt x="65070" y="1614007"/>
                </a:lnTo>
                <a:lnTo>
                  <a:pt x="69908" y="1599200"/>
                </a:lnTo>
                <a:lnTo>
                  <a:pt x="73837" y="1584393"/>
                </a:lnTo>
                <a:lnTo>
                  <a:pt x="76921" y="1569585"/>
                </a:lnTo>
                <a:lnTo>
                  <a:pt x="79260" y="1554778"/>
                </a:lnTo>
                <a:lnTo>
                  <a:pt x="80972" y="1539970"/>
                </a:lnTo>
                <a:lnTo>
                  <a:pt x="82182" y="1525163"/>
                </a:lnTo>
                <a:lnTo>
                  <a:pt x="83006" y="1510356"/>
                </a:lnTo>
                <a:lnTo>
                  <a:pt x="83549" y="1495548"/>
                </a:lnTo>
                <a:lnTo>
                  <a:pt x="83895" y="1480741"/>
                </a:lnTo>
                <a:lnTo>
                  <a:pt x="84111" y="1465933"/>
                </a:lnTo>
                <a:lnTo>
                  <a:pt x="84244" y="1451126"/>
                </a:lnTo>
                <a:lnTo>
                  <a:pt x="84325" y="1436319"/>
                </a:lnTo>
                <a:lnTo>
                  <a:pt x="84373" y="1421511"/>
                </a:lnTo>
                <a:lnTo>
                  <a:pt x="84395" y="1406704"/>
                </a:lnTo>
                <a:lnTo>
                  <a:pt x="84392" y="1391896"/>
                </a:lnTo>
                <a:lnTo>
                  <a:pt x="84359" y="1377089"/>
                </a:lnTo>
                <a:lnTo>
                  <a:pt x="84290" y="1362282"/>
                </a:lnTo>
                <a:lnTo>
                  <a:pt x="84180" y="1347474"/>
                </a:lnTo>
                <a:lnTo>
                  <a:pt x="84023" y="1332667"/>
                </a:lnTo>
                <a:lnTo>
                  <a:pt x="83816" y="1317859"/>
                </a:lnTo>
                <a:lnTo>
                  <a:pt x="83559" y="1303052"/>
                </a:lnTo>
                <a:lnTo>
                  <a:pt x="83255" y="1288245"/>
                </a:lnTo>
                <a:lnTo>
                  <a:pt x="82908" y="1273437"/>
                </a:lnTo>
                <a:lnTo>
                  <a:pt x="82525" y="1258630"/>
                </a:lnTo>
                <a:lnTo>
                  <a:pt x="82115" y="1243822"/>
                </a:lnTo>
                <a:lnTo>
                  <a:pt x="81686" y="1229015"/>
                </a:lnTo>
                <a:lnTo>
                  <a:pt x="81246" y="1214207"/>
                </a:lnTo>
                <a:lnTo>
                  <a:pt x="80801" y="1199400"/>
                </a:lnTo>
                <a:lnTo>
                  <a:pt x="80356" y="1184593"/>
                </a:lnTo>
                <a:lnTo>
                  <a:pt x="79911" y="1169785"/>
                </a:lnTo>
                <a:lnTo>
                  <a:pt x="79462" y="1154978"/>
                </a:lnTo>
                <a:lnTo>
                  <a:pt x="79002" y="1140170"/>
                </a:lnTo>
                <a:lnTo>
                  <a:pt x="78518" y="1125363"/>
                </a:lnTo>
                <a:lnTo>
                  <a:pt x="77994" y="1110556"/>
                </a:lnTo>
                <a:lnTo>
                  <a:pt x="77412" y="1095748"/>
                </a:lnTo>
                <a:lnTo>
                  <a:pt x="76752" y="1080941"/>
                </a:lnTo>
                <a:lnTo>
                  <a:pt x="75998" y="1066133"/>
                </a:lnTo>
                <a:lnTo>
                  <a:pt x="75135" y="1051326"/>
                </a:lnTo>
                <a:lnTo>
                  <a:pt x="74162" y="1036519"/>
                </a:lnTo>
                <a:lnTo>
                  <a:pt x="73086" y="1021711"/>
                </a:lnTo>
                <a:lnTo>
                  <a:pt x="71929" y="1006904"/>
                </a:lnTo>
                <a:lnTo>
                  <a:pt x="70731" y="992096"/>
                </a:lnTo>
                <a:lnTo>
                  <a:pt x="69545" y="977289"/>
                </a:lnTo>
                <a:lnTo>
                  <a:pt x="68438" y="962482"/>
                </a:lnTo>
                <a:lnTo>
                  <a:pt x="67485" y="947674"/>
                </a:lnTo>
                <a:lnTo>
                  <a:pt x="66761" y="932867"/>
                </a:lnTo>
                <a:lnTo>
                  <a:pt x="66336" y="918059"/>
                </a:lnTo>
                <a:lnTo>
                  <a:pt x="66263" y="903252"/>
                </a:lnTo>
                <a:lnTo>
                  <a:pt x="66577" y="888444"/>
                </a:lnTo>
                <a:lnTo>
                  <a:pt x="67285" y="873637"/>
                </a:lnTo>
                <a:lnTo>
                  <a:pt x="68368" y="858830"/>
                </a:lnTo>
                <a:lnTo>
                  <a:pt x="69779" y="844022"/>
                </a:lnTo>
                <a:lnTo>
                  <a:pt x="71453" y="829215"/>
                </a:lnTo>
                <a:lnTo>
                  <a:pt x="73309" y="814407"/>
                </a:lnTo>
                <a:lnTo>
                  <a:pt x="75258" y="799600"/>
                </a:lnTo>
                <a:lnTo>
                  <a:pt x="77216" y="784793"/>
                </a:lnTo>
                <a:lnTo>
                  <a:pt x="79105" y="769985"/>
                </a:lnTo>
                <a:lnTo>
                  <a:pt x="80863" y="755178"/>
                </a:lnTo>
                <a:lnTo>
                  <a:pt x="82445" y="740370"/>
                </a:lnTo>
                <a:lnTo>
                  <a:pt x="83824" y="725563"/>
                </a:lnTo>
                <a:lnTo>
                  <a:pt x="84990" y="710756"/>
                </a:lnTo>
                <a:lnTo>
                  <a:pt x="85947" y="695948"/>
                </a:lnTo>
                <a:lnTo>
                  <a:pt x="86711" y="681141"/>
                </a:lnTo>
                <a:lnTo>
                  <a:pt x="87304" y="666333"/>
                </a:lnTo>
                <a:lnTo>
                  <a:pt x="87752" y="651526"/>
                </a:lnTo>
                <a:lnTo>
                  <a:pt x="88082" y="636719"/>
                </a:lnTo>
                <a:lnTo>
                  <a:pt x="88318" y="621911"/>
                </a:lnTo>
                <a:lnTo>
                  <a:pt x="88483" y="607104"/>
                </a:lnTo>
                <a:lnTo>
                  <a:pt x="88595" y="592296"/>
                </a:lnTo>
                <a:lnTo>
                  <a:pt x="88670" y="577489"/>
                </a:lnTo>
                <a:lnTo>
                  <a:pt x="88718" y="562682"/>
                </a:lnTo>
                <a:lnTo>
                  <a:pt x="88749" y="547874"/>
                </a:lnTo>
                <a:lnTo>
                  <a:pt x="88767" y="533067"/>
                </a:lnTo>
                <a:lnTo>
                  <a:pt x="88779" y="518259"/>
                </a:lnTo>
                <a:lnTo>
                  <a:pt x="88785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8" y="488644"/>
                </a:lnTo>
                <a:lnTo>
                  <a:pt x="88802" y="503452"/>
                </a:lnTo>
                <a:lnTo>
                  <a:pt x="88808" y="518259"/>
                </a:lnTo>
                <a:lnTo>
                  <a:pt x="88820" y="533067"/>
                </a:lnTo>
                <a:lnTo>
                  <a:pt x="88839" y="547874"/>
                </a:lnTo>
                <a:lnTo>
                  <a:pt x="88869" y="562682"/>
                </a:lnTo>
                <a:lnTo>
                  <a:pt x="88917" y="577489"/>
                </a:lnTo>
                <a:lnTo>
                  <a:pt x="88992" y="592296"/>
                </a:lnTo>
                <a:lnTo>
                  <a:pt x="89104" y="607104"/>
                </a:lnTo>
                <a:lnTo>
                  <a:pt x="89269" y="621911"/>
                </a:lnTo>
                <a:lnTo>
                  <a:pt x="89505" y="636719"/>
                </a:lnTo>
                <a:lnTo>
                  <a:pt x="89835" y="651526"/>
                </a:lnTo>
                <a:lnTo>
                  <a:pt x="90283" y="666333"/>
                </a:lnTo>
                <a:lnTo>
                  <a:pt x="90876" y="681141"/>
                </a:lnTo>
                <a:lnTo>
                  <a:pt x="91640" y="695948"/>
                </a:lnTo>
                <a:lnTo>
                  <a:pt x="92598" y="710756"/>
                </a:lnTo>
                <a:lnTo>
                  <a:pt x="93764" y="725563"/>
                </a:lnTo>
                <a:lnTo>
                  <a:pt x="95142" y="740370"/>
                </a:lnTo>
                <a:lnTo>
                  <a:pt x="96724" y="755178"/>
                </a:lnTo>
                <a:lnTo>
                  <a:pt x="98482" y="769985"/>
                </a:lnTo>
                <a:lnTo>
                  <a:pt x="100372" y="784793"/>
                </a:lnTo>
                <a:lnTo>
                  <a:pt x="102329" y="799600"/>
                </a:lnTo>
                <a:lnTo>
                  <a:pt x="104279" y="814407"/>
                </a:lnTo>
                <a:lnTo>
                  <a:pt x="106134" y="829215"/>
                </a:lnTo>
                <a:lnTo>
                  <a:pt x="107808" y="844022"/>
                </a:lnTo>
                <a:lnTo>
                  <a:pt x="109220" y="858830"/>
                </a:lnTo>
                <a:lnTo>
                  <a:pt x="110302" y="873637"/>
                </a:lnTo>
                <a:lnTo>
                  <a:pt x="111010" y="888444"/>
                </a:lnTo>
                <a:lnTo>
                  <a:pt x="111324" y="903252"/>
                </a:lnTo>
                <a:lnTo>
                  <a:pt x="111252" y="918059"/>
                </a:lnTo>
                <a:lnTo>
                  <a:pt x="110826" y="932867"/>
                </a:lnTo>
                <a:lnTo>
                  <a:pt x="110102" y="947674"/>
                </a:lnTo>
                <a:lnTo>
                  <a:pt x="109149" y="962482"/>
                </a:lnTo>
                <a:lnTo>
                  <a:pt x="108042" y="977289"/>
                </a:lnTo>
                <a:lnTo>
                  <a:pt x="106856" y="992096"/>
                </a:lnTo>
                <a:lnTo>
                  <a:pt x="105658" y="1006904"/>
                </a:lnTo>
                <a:lnTo>
                  <a:pt x="104501" y="1021711"/>
                </a:lnTo>
                <a:lnTo>
                  <a:pt x="103425" y="1036519"/>
                </a:lnTo>
                <a:lnTo>
                  <a:pt x="102452" y="1051326"/>
                </a:lnTo>
                <a:lnTo>
                  <a:pt x="101590" y="1066133"/>
                </a:lnTo>
                <a:lnTo>
                  <a:pt x="100835" y="1080941"/>
                </a:lnTo>
                <a:lnTo>
                  <a:pt x="100175" y="1095748"/>
                </a:lnTo>
                <a:lnTo>
                  <a:pt x="99593" y="1110556"/>
                </a:lnTo>
                <a:lnTo>
                  <a:pt x="99069" y="1125363"/>
                </a:lnTo>
                <a:lnTo>
                  <a:pt x="98585" y="1140170"/>
                </a:lnTo>
                <a:lnTo>
                  <a:pt x="98125" y="1154978"/>
                </a:lnTo>
                <a:lnTo>
                  <a:pt x="97676" y="1169785"/>
                </a:lnTo>
                <a:lnTo>
                  <a:pt x="97231" y="1184593"/>
                </a:lnTo>
                <a:lnTo>
                  <a:pt x="96786" y="1199400"/>
                </a:lnTo>
                <a:lnTo>
                  <a:pt x="96341" y="1214207"/>
                </a:lnTo>
                <a:lnTo>
                  <a:pt x="95901" y="1229015"/>
                </a:lnTo>
                <a:lnTo>
                  <a:pt x="95472" y="1243822"/>
                </a:lnTo>
                <a:lnTo>
                  <a:pt x="95062" y="1258630"/>
                </a:lnTo>
                <a:lnTo>
                  <a:pt x="94679" y="1273437"/>
                </a:lnTo>
                <a:lnTo>
                  <a:pt x="94332" y="1288245"/>
                </a:lnTo>
                <a:lnTo>
                  <a:pt x="94028" y="1303052"/>
                </a:lnTo>
                <a:lnTo>
                  <a:pt x="93771" y="1317859"/>
                </a:lnTo>
                <a:lnTo>
                  <a:pt x="93564" y="1332667"/>
                </a:lnTo>
                <a:lnTo>
                  <a:pt x="93407" y="1347474"/>
                </a:lnTo>
                <a:lnTo>
                  <a:pt x="93297" y="1362282"/>
                </a:lnTo>
                <a:lnTo>
                  <a:pt x="93228" y="1377089"/>
                </a:lnTo>
                <a:lnTo>
                  <a:pt x="93195" y="1391896"/>
                </a:lnTo>
                <a:lnTo>
                  <a:pt x="93192" y="1406704"/>
                </a:lnTo>
                <a:lnTo>
                  <a:pt x="93214" y="1421511"/>
                </a:lnTo>
                <a:lnTo>
                  <a:pt x="93262" y="1436319"/>
                </a:lnTo>
                <a:lnTo>
                  <a:pt x="93343" y="1451126"/>
                </a:lnTo>
                <a:lnTo>
                  <a:pt x="93476" y="1465933"/>
                </a:lnTo>
                <a:lnTo>
                  <a:pt x="93692" y="1480741"/>
                </a:lnTo>
                <a:lnTo>
                  <a:pt x="94039" y="1495548"/>
                </a:lnTo>
                <a:lnTo>
                  <a:pt x="94581" y="1510356"/>
                </a:lnTo>
                <a:lnTo>
                  <a:pt x="95406" y="1525163"/>
                </a:lnTo>
                <a:lnTo>
                  <a:pt x="96615" y="1539970"/>
                </a:lnTo>
                <a:lnTo>
                  <a:pt x="98327" y="1554778"/>
                </a:lnTo>
                <a:lnTo>
                  <a:pt x="100666" y="1569585"/>
                </a:lnTo>
                <a:lnTo>
                  <a:pt x="103750" y="1584393"/>
                </a:lnTo>
                <a:lnTo>
                  <a:pt x="107679" y="1599200"/>
                </a:lnTo>
                <a:lnTo>
                  <a:pt x="112517" y="1614007"/>
                </a:lnTo>
                <a:lnTo>
                  <a:pt x="118272" y="1628815"/>
                </a:lnTo>
                <a:lnTo>
                  <a:pt x="124883" y="1643622"/>
                </a:lnTo>
                <a:lnTo>
                  <a:pt x="132206" y="1658430"/>
                </a:lnTo>
                <a:lnTo>
                  <a:pt x="140009" y="1673237"/>
                </a:lnTo>
                <a:lnTo>
                  <a:pt x="147982" y="1688045"/>
                </a:lnTo>
                <a:lnTo>
                  <a:pt x="155746" y="1702852"/>
                </a:lnTo>
                <a:lnTo>
                  <a:pt x="162886" y="1717659"/>
                </a:lnTo>
                <a:lnTo>
                  <a:pt x="168982" y="1732467"/>
                </a:lnTo>
                <a:lnTo>
                  <a:pt x="173651" y="1747274"/>
                </a:lnTo>
                <a:lnTo>
                  <a:pt x="176586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8529">
            <a:extLst>
              <a:ext uri="{FF2B5EF4-FFF2-40B4-BE49-F238E27FC236}">
                <a16:creationId xmlns:a16="http://schemas.microsoft.com/office/drawing/2014/main" id="{9B70A92A-6A1C-49D2-AD1C-6D64367EABFE}"/>
              </a:ext>
            </a:extLst>
          </p:cNvPr>
          <p:cNvSpPr>
            <a:spLocks noGrp="1"/>
          </p:cNvSpPr>
          <p:nvPr/>
        </p:nvSpPr>
        <p:spPr>
          <a:xfrm>
            <a:off x="755285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7" y="1747274"/>
                </a:lnTo>
                <a:lnTo>
                  <a:pt x="8472" y="1732467"/>
                </a:lnTo>
                <a:lnTo>
                  <a:pt x="14465" y="1717659"/>
                </a:lnTo>
                <a:lnTo>
                  <a:pt x="21473" y="1702852"/>
                </a:lnTo>
                <a:lnTo>
                  <a:pt x="29079" y="1688045"/>
                </a:lnTo>
                <a:lnTo>
                  <a:pt x="36868" y="1673237"/>
                </a:lnTo>
                <a:lnTo>
                  <a:pt x="44465" y="1658430"/>
                </a:lnTo>
                <a:lnTo>
                  <a:pt x="51561" y="1643622"/>
                </a:lnTo>
                <a:lnTo>
                  <a:pt x="57931" y="1628815"/>
                </a:lnTo>
                <a:lnTo>
                  <a:pt x="63435" y="1614007"/>
                </a:lnTo>
                <a:lnTo>
                  <a:pt x="68020" y="1599200"/>
                </a:lnTo>
                <a:lnTo>
                  <a:pt x="71700" y="1584393"/>
                </a:lnTo>
                <a:lnTo>
                  <a:pt x="74549" y="1569585"/>
                </a:lnTo>
                <a:lnTo>
                  <a:pt x="76673" y="1554778"/>
                </a:lnTo>
                <a:lnTo>
                  <a:pt x="78199" y="1539970"/>
                </a:lnTo>
                <a:lnTo>
                  <a:pt x="79258" y="1525163"/>
                </a:lnTo>
                <a:lnTo>
                  <a:pt x="79971" y="1510356"/>
                </a:lnTo>
                <a:lnTo>
                  <a:pt x="80444" y="1495548"/>
                </a:lnTo>
                <a:lnTo>
                  <a:pt x="80763" y="1480741"/>
                </a:lnTo>
                <a:lnTo>
                  <a:pt x="80989" y="1465933"/>
                </a:lnTo>
                <a:lnTo>
                  <a:pt x="81163" y="1451126"/>
                </a:lnTo>
                <a:lnTo>
                  <a:pt x="81309" y="1436319"/>
                </a:lnTo>
                <a:lnTo>
                  <a:pt x="81433" y="1421511"/>
                </a:lnTo>
                <a:lnTo>
                  <a:pt x="81535" y="1406704"/>
                </a:lnTo>
                <a:lnTo>
                  <a:pt x="81604" y="1391896"/>
                </a:lnTo>
                <a:lnTo>
                  <a:pt x="81631" y="1377089"/>
                </a:lnTo>
                <a:lnTo>
                  <a:pt x="81607" y="1362282"/>
                </a:lnTo>
                <a:lnTo>
                  <a:pt x="81527" y="1347474"/>
                </a:lnTo>
                <a:lnTo>
                  <a:pt x="81391" y="1332667"/>
                </a:lnTo>
                <a:lnTo>
                  <a:pt x="81207" y="1317859"/>
                </a:lnTo>
                <a:lnTo>
                  <a:pt x="80987" y="1303052"/>
                </a:lnTo>
                <a:lnTo>
                  <a:pt x="80752" y="1288245"/>
                </a:lnTo>
                <a:lnTo>
                  <a:pt x="80521" y="1273437"/>
                </a:lnTo>
                <a:lnTo>
                  <a:pt x="80320" y="1258630"/>
                </a:lnTo>
                <a:lnTo>
                  <a:pt x="80170" y="1243822"/>
                </a:lnTo>
                <a:lnTo>
                  <a:pt x="80093" y="1229015"/>
                </a:lnTo>
                <a:lnTo>
                  <a:pt x="80104" y="1214207"/>
                </a:lnTo>
                <a:lnTo>
                  <a:pt x="80212" y="1199400"/>
                </a:lnTo>
                <a:lnTo>
                  <a:pt x="80420" y="1184593"/>
                </a:lnTo>
                <a:lnTo>
                  <a:pt x="80722" y="1169785"/>
                </a:lnTo>
                <a:lnTo>
                  <a:pt x="81105" y="1154978"/>
                </a:lnTo>
                <a:lnTo>
                  <a:pt x="81549" y="1140170"/>
                </a:lnTo>
                <a:lnTo>
                  <a:pt x="82029" y="1125363"/>
                </a:lnTo>
                <a:lnTo>
                  <a:pt x="82515" y="1110556"/>
                </a:lnTo>
                <a:lnTo>
                  <a:pt x="82975" y="1095748"/>
                </a:lnTo>
                <a:lnTo>
                  <a:pt x="83378" y="1080941"/>
                </a:lnTo>
                <a:lnTo>
                  <a:pt x="83698" y="1066133"/>
                </a:lnTo>
                <a:lnTo>
                  <a:pt x="83910" y="1051326"/>
                </a:lnTo>
                <a:lnTo>
                  <a:pt x="83999" y="1036519"/>
                </a:lnTo>
                <a:lnTo>
                  <a:pt x="83959" y="1021711"/>
                </a:lnTo>
                <a:lnTo>
                  <a:pt x="83794" y="1006904"/>
                </a:lnTo>
                <a:lnTo>
                  <a:pt x="83516" y="992096"/>
                </a:lnTo>
                <a:lnTo>
                  <a:pt x="83149" y="977289"/>
                </a:lnTo>
                <a:lnTo>
                  <a:pt x="82721" y="962482"/>
                </a:lnTo>
                <a:lnTo>
                  <a:pt x="82269" y="947674"/>
                </a:lnTo>
                <a:lnTo>
                  <a:pt x="81830" y="932867"/>
                </a:lnTo>
                <a:lnTo>
                  <a:pt x="81437" y="918059"/>
                </a:lnTo>
                <a:lnTo>
                  <a:pt x="81123" y="903252"/>
                </a:lnTo>
                <a:lnTo>
                  <a:pt x="80909" y="888444"/>
                </a:lnTo>
                <a:lnTo>
                  <a:pt x="80809" y="873637"/>
                </a:lnTo>
                <a:lnTo>
                  <a:pt x="80825" y="858830"/>
                </a:lnTo>
                <a:lnTo>
                  <a:pt x="80952" y="844022"/>
                </a:lnTo>
                <a:lnTo>
                  <a:pt x="81174" y="829215"/>
                </a:lnTo>
                <a:lnTo>
                  <a:pt x="81469" y="814407"/>
                </a:lnTo>
                <a:lnTo>
                  <a:pt x="81815" y="799600"/>
                </a:lnTo>
                <a:lnTo>
                  <a:pt x="82185" y="784793"/>
                </a:lnTo>
                <a:lnTo>
                  <a:pt x="82559" y="769985"/>
                </a:lnTo>
                <a:lnTo>
                  <a:pt x="82915" y="755178"/>
                </a:lnTo>
                <a:lnTo>
                  <a:pt x="83240" y="740370"/>
                </a:lnTo>
                <a:lnTo>
                  <a:pt x="83522" y="725563"/>
                </a:lnTo>
                <a:lnTo>
                  <a:pt x="83754" y="710756"/>
                </a:lnTo>
                <a:lnTo>
                  <a:pt x="83932" y="695948"/>
                </a:lnTo>
                <a:lnTo>
                  <a:pt x="84052" y="681141"/>
                </a:lnTo>
                <a:lnTo>
                  <a:pt x="84114" y="666333"/>
                </a:lnTo>
                <a:lnTo>
                  <a:pt x="84115" y="651526"/>
                </a:lnTo>
                <a:lnTo>
                  <a:pt x="84057" y="636719"/>
                </a:lnTo>
                <a:lnTo>
                  <a:pt x="83938" y="621911"/>
                </a:lnTo>
                <a:lnTo>
                  <a:pt x="83762" y="607104"/>
                </a:lnTo>
                <a:lnTo>
                  <a:pt x="83534" y="592296"/>
                </a:lnTo>
                <a:lnTo>
                  <a:pt x="83262" y="577489"/>
                </a:lnTo>
                <a:lnTo>
                  <a:pt x="82957" y="562682"/>
                </a:lnTo>
                <a:lnTo>
                  <a:pt x="82634" y="547874"/>
                </a:lnTo>
                <a:lnTo>
                  <a:pt x="82308" y="533067"/>
                </a:lnTo>
                <a:lnTo>
                  <a:pt x="81997" y="518259"/>
                </a:lnTo>
                <a:lnTo>
                  <a:pt x="81717" y="503452"/>
                </a:lnTo>
                <a:lnTo>
                  <a:pt x="81483" y="488644"/>
                </a:lnTo>
                <a:lnTo>
                  <a:pt x="81305" y="473837"/>
                </a:lnTo>
                <a:lnTo>
                  <a:pt x="81191" y="459030"/>
                </a:lnTo>
                <a:lnTo>
                  <a:pt x="81142" y="444222"/>
                </a:lnTo>
                <a:lnTo>
                  <a:pt x="81156" y="429415"/>
                </a:lnTo>
                <a:lnTo>
                  <a:pt x="81226" y="414607"/>
                </a:lnTo>
                <a:lnTo>
                  <a:pt x="81345" y="399800"/>
                </a:lnTo>
                <a:lnTo>
                  <a:pt x="81499" y="384993"/>
                </a:lnTo>
                <a:lnTo>
                  <a:pt x="81679" y="370185"/>
                </a:lnTo>
                <a:lnTo>
                  <a:pt x="81870" y="355378"/>
                </a:lnTo>
                <a:lnTo>
                  <a:pt x="82059" y="340570"/>
                </a:lnTo>
                <a:lnTo>
                  <a:pt x="82228" y="325763"/>
                </a:lnTo>
                <a:lnTo>
                  <a:pt x="82356" y="310956"/>
                </a:lnTo>
                <a:lnTo>
                  <a:pt x="82415" y="296148"/>
                </a:lnTo>
                <a:lnTo>
                  <a:pt x="82367" y="281341"/>
                </a:lnTo>
                <a:lnTo>
                  <a:pt x="82164" y="266533"/>
                </a:lnTo>
                <a:lnTo>
                  <a:pt x="81743" y="251726"/>
                </a:lnTo>
                <a:lnTo>
                  <a:pt x="81033" y="236919"/>
                </a:lnTo>
                <a:lnTo>
                  <a:pt x="79949" y="222111"/>
                </a:lnTo>
                <a:lnTo>
                  <a:pt x="78406" y="207304"/>
                </a:lnTo>
                <a:lnTo>
                  <a:pt x="76319" y="192496"/>
                </a:lnTo>
                <a:lnTo>
                  <a:pt x="73619" y="177689"/>
                </a:lnTo>
                <a:lnTo>
                  <a:pt x="70261" y="162881"/>
                </a:lnTo>
                <a:lnTo>
                  <a:pt x="66240" y="148074"/>
                </a:lnTo>
                <a:lnTo>
                  <a:pt x="61599" y="133267"/>
                </a:lnTo>
                <a:lnTo>
                  <a:pt x="56441" y="118459"/>
                </a:lnTo>
                <a:lnTo>
                  <a:pt x="50930" y="103652"/>
                </a:lnTo>
                <a:lnTo>
                  <a:pt x="45289" y="88844"/>
                </a:lnTo>
                <a:lnTo>
                  <a:pt x="39787" y="74037"/>
                </a:lnTo>
                <a:lnTo>
                  <a:pt x="34723" y="59230"/>
                </a:lnTo>
                <a:lnTo>
                  <a:pt x="30394" y="44422"/>
                </a:lnTo>
                <a:lnTo>
                  <a:pt x="27077" y="29615"/>
                </a:lnTo>
                <a:lnTo>
                  <a:pt x="24991" y="14807"/>
                </a:lnTo>
                <a:lnTo>
                  <a:pt x="24279" y="0"/>
                </a:lnTo>
                <a:lnTo>
                  <a:pt x="153308" y="0"/>
                </a:lnTo>
                <a:lnTo>
                  <a:pt x="153308" y="0"/>
                </a:lnTo>
                <a:lnTo>
                  <a:pt x="152596" y="14807"/>
                </a:lnTo>
                <a:lnTo>
                  <a:pt x="150510" y="29615"/>
                </a:lnTo>
                <a:lnTo>
                  <a:pt x="147193" y="44422"/>
                </a:lnTo>
                <a:lnTo>
                  <a:pt x="142865" y="59230"/>
                </a:lnTo>
                <a:lnTo>
                  <a:pt x="137800" y="74037"/>
                </a:lnTo>
                <a:lnTo>
                  <a:pt x="132298" y="88844"/>
                </a:lnTo>
                <a:lnTo>
                  <a:pt x="126657" y="103652"/>
                </a:lnTo>
                <a:lnTo>
                  <a:pt x="121147" y="118459"/>
                </a:lnTo>
                <a:lnTo>
                  <a:pt x="115988" y="133267"/>
                </a:lnTo>
                <a:lnTo>
                  <a:pt x="111347" y="148074"/>
                </a:lnTo>
                <a:lnTo>
                  <a:pt x="107326" y="162881"/>
                </a:lnTo>
                <a:lnTo>
                  <a:pt x="103968" y="177689"/>
                </a:lnTo>
                <a:lnTo>
                  <a:pt x="101268" y="192496"/>
                </a:lnTo>
                <a:lnTo>
                  <a:pt x="99181" y="207304"/>
                </a:lnTo>
                <a:lnTo>
                  <a:pt x="97638" y="222111"/>
                </a:lnTo>
                <a:lnTo>
                  <a:pt x="96555" y="236919"/>
                </a:lnTo>
                <a:lnTo>
                  <a:pt x="95844" y="251726"/>
                </a:lnTo>
                <a:lnTo>
                  <a:pt x="95423" y="266533"/>
                </a:lnTo>
                <a:lnTo>
                  <a:pt x="95220" y="281341"/>
                </a:lnTo>
                <a:lnTo>
                  <a:pt x="95172" y="296148"/>
                </a:lnTo>
                <a:lnTo>
                  <a:pt x="95231" y="310956"/>
                </a:lnTo>
                <a:lnTo>
                  <a:pt x="95359" y="325763"/>
                </a:lnTo>
                <a:lnTo>
                  <a:pt x="95529" y="340570"/>
                </a:lnTo>
                <a:lnTo>
                  <a:pt x="95717" y="355378"/>
                </a:lnTo>
                <a:lnTo>
                  <a:pt x="95908" y="370185"/>
                </a:lnTo>
                <a:lnTo>
                  <a:pt x="96088" y="384993"/>
                </a:lnTo>
                <a:lnTo>
                  <a:pt x="96243" y="399800"/>
                </a:lnTo>
                <a:lnTo>
                  <a:pt x="96361" y="414607"/>
                </a:lnTo>
                <a:lnTo>
                  <a:pt x="96431" y="429415"/>
                </a:lnTo>
                <a:lnTo>
                  <a:pt x="96445" y="444222"/>
                </a:lnTo>
                <a:lnTo>
                  <a:pt x="96396" y="459030"/>
                </a:lnTo>
                <a:lnTo>
                  <a:pt x="96282" y="473837"/>
                </a:lnTo>
                <a:lnTo>
                  <a:pt x="96104" y="488644"/>
                </a:lnTo>
                <a:lnTo>
                  <a:pt x="95870" y="503452"/>
                </a:lnTo>
                <a:lnTo>
                  <a:pt x="95590" y="518259"/>
                </a:lnTo>
                <a:lnTo>
                  <a:pt x="95279" y="533067"/>
                </a:lnTo>
                <a:lnTo>
                  <a:pt x="94953" y="547874"/>
                </a:lnTo>
                <a:lnTo>
                  <a:pt x="94630" y="562682"/>
                </a:lnTo>
                <a:lnTo>
                  <a:pt x="94325" y="577489"/>
                </a:lnTo>
                <a:lnTo>
                  <a:pt x="94053" y="592296"/>
                </a:lnTo>
                <a:lnTo>
                  <a:pt x="93825" y="607104"/>
                </a:lnTo>
                <a:lnTo>
                  <a:pt x="93649" y="621911"/>
                </a:lnTo>
                <a:lnTo>
                  <a:pt x="93531" y="636719"/>
                </a:lnTo>
                <a:lnTo>
                  <a:pt x="93472" y="651526"/>
                </a:lnTo>
                <a:lnTo>
                  <a:pt x="93473" y="666333"/>
                </a:lnTo>
                <a:lnTo>
                  <a:pt x="93535" y="681141"/>
                </a:lnTo>
                <a:lnTo>
                  <a:pt x="93656" y="695948"/>
                </a:lnTo>
                <a:lnTo>
                  <a:pt x="93833" y="710756"/>
                </a:lnTo>
                <a:lnTo>
                  <a:pt x="94066" y="725563"/>
                </a:lnTo>
                <a:lnTo>
                  <a:pt x="94348" y="740370"/>
                </a:lnTo>
                <a:lnTo>
                  <a:pt x="94672" y="755178"/>
                </a:lnTo>
                <a:lnTo>
                  <a:pt x="95029" y="769985"/>
                </a:lnTo>
                <a:lnTo>
                  <a:pt x="95402" y="784793"/>
                </a:lnTo>
                <a:lnTo>
                  <a:pt x="95772" y="799600"/>
                </a:lnTo>
                <a:lnTo>
                  <a:pt x="96118" y="814407"/>
                </a:lnTo>
                <a:lnTo>
                  <a:pt x="96413" y="829215"/>
                </a:lnTo>
                <a:lnTo>
                  <a:pt x="96635" y="844022"/>
                </a:lnTo>
                <a:lnTo>
                  <a:pt x="96762" y="858830"/>
                </a:lnTo>
                <a:lnTo>
                  <a:pt x="96778" y="873637"/>
                </a:lnTo>
                <a:lnTo>
                  <a:pt x="96678" y="888444"/>
                </a:lnTo>
                <a:lnTo>
                  <a:pt x="96464" y="903252"/>
                </a:lnTo>
                <a:lnTo>
                  <a:pt x="96150" y="918059"/>
                </a:lnTo>
                <a:lnTo>
                  <a:pt x="95757" y="932867"/>
                </a:lnTo>
                <a:lnTo>
                  <a:pt x="95318" y="947674"/>
                </a:lnTo>
                <a:lnTo>
                  <a:pt x="94866" y="962482"/>
                </a:lnTo>
                <a:lnTo>
                  <a:pt x="94438" y="977289"/>
                </a:lnTo>
                <a:lnTo>
                  <a:pt x="94071" y="992096"/>
                </a:lnTo>
                <a:lnTo>
                  <a:pt x="93793" y="1006904"/>
                </a:lnTo>
                <a:lnTo>
                  <a:pt x="93628" y="1021711"/>
                </a:lnTo>
                <a:lnTo>
                  <a:pt x="93588" y="1036519"/>
                </a:lnTo>
                <a:lnTo>
                  <a:pt x="93677" y="1051326"/>
                </a:lnTo>
                <a:lnTo>
                  <a:pt x="93889" y="1066133"/>
                </a:lnTo>
                <a:lnTo>
                  <a:pt x="94209" y="1080941"/>
                </a:lnTo>
                <a:lnTo>
                  <a:pt x="94612" y="1095748"/>
                </a:lnTo>
                <a:lnTo>
                  <a:pt x="95073" y="1110556"/>
                </a:lnTo>
                <a:lnTo>
                  <a:pt x="95558" y="1125363"/>
                </a:lnTo>
                <a:lnTo>
                  <a:pt x="96038" y="1140170"/>
                </a:lnTo>
                <a:lnTo>
                  <a:pt x="96482" y="1154978"/>
                </a:lnTo>
                <a:lnTo>
                  <a:pt x="96865" y="1169785"/>
                </a:lnTo>
                <a:lnTo>
                  <a:pt x="97167" y="1184593"/>
                </a:lnTo>
                <a:lnTo>
                  <a:pt x="97375" y="1199400"/>
                </a:lnTo>
                <a:lnTo>
                  <a:pt x="97483" y="1214207"/>
                </a:lnTo>
                <a:lnTo>
                  <a:pt x="97494" y="1229015"/>
                </a:lnTo>
                <a:lnTo>
                  <a:pt x="97417" y="1243822"/>
                </a:lnTo>
                <a:lnTo>
                  <a:pt x="97267" y="1258630"/>
                </a:lnTo>
                <a:lnTo>
                  <a:pt x="97066" y="1273437"/>
                </a:lnTo>
                <a:lnTo>
                  <a:pt x="96836" y="1288245"/>
                </a:lnTo>
                <a:lnTo>
                  <a:pt x="96600" y="1303052"/>
                </a:lnTo>
                <a:lnTo>
                  <a:pt x="96381" y="1317859"/>
                </a:lnTo>
                <a:lnTo>
                  <a:pt x="96196" y="1332667"/>
                </a:lnTo>
                <a:lnTo>
                  <a:pt x="96060" y="1347474"/>
                </a:lnTo>
                <a:lnTo>
                  <a:pt x="95980" y="1362282"/>
                </a:lnTo>
                <a:lnTo>
                  <a:pt x="95956" y="1377089"/>
                </a:lnTo>
                <a:lnTo>
                  <a:pt x="95983" y="1391896"/>
                </a:lnTo>
                <a:lnTo>
                  <a:pt x="96052" y="1406704"/>
                </a:lnTo>
                <a:lnTo>
                  <a:pt x="96154" y="1421511"/>
                </a:lnTo>
                <a:lnTo>
                  <a:pt x="96278" y="1436319"/>
                </a:lnTo>
                <a:lnTo>
                  <a:pt x="96424" y="1451126"/>
                </a:lnTo>
                <a:lnTo>
                  <a:pt x="96598" y="1465933"/>
                </a:lnTo>
                <a:lnTo>
                  <a:pt x="96824" y="1480741"/>
                </a:lnTo>
                <a:lnTo>
                  <a:pt x="97143" y="1495548"/>
                </a:lnTo>
                <a:lnTo>
                  <a:pt x="97616" y="1510356"/>
                </a:lnTo>
                <a:lnTo>
                  <a:pt x="98330" y="1525163"/>
                </a:lnTo>
                <a:lnTo>
                  <a:pt x="99388" y="1539970"/>
                </a:lnTo>
                <a:lnTo>
                  <a:pt x="100915" y="1554778"/>
                </a:lnTo>
                <a:lnTo>
                  <a:pt x="103039" y="1569585"/>
                </a:lnTo>
                <a:lnTo>
                  <a:pt x="105887" y="1584393"/>
                </a:lnTo>
                <a:lnTo>
                  <a:pt x="109568" y="1599200"/>
                </a:lnTo>
                <a:lnTo>
                  <a:pt x="114152" y="1614007"/>
                </a:lnTo>
                <a:lnTo>
                  <a:pt x="119656" y="1628815"/>
                </a:lnTo>
                <a:lnTo>
                  <a:pt x="126026" y="1643622"/>
                </a:lnTo>
                <a:lnTo>
                  <a:pt x="133122" y="1658430"/>
                </a:lnTo>
                <a:lnTo>
                  <a:pt x="140719" y="1673237"/>
                </a:lnTo>
                <a:lnTo>
                  <a:pt x="148508" y="1688045"/>
                </a:lnTo>
                <a:lnTo>
                  <a:pt x="156114" y="1702852"/>
                </a:lnTo>
                <a:lnTo>
                  <a:pt x="163122" y="1717659"/>
                </a:lnTo>
                <a:lnTo>
                  <a:pt x="169115" y="1732467"/>
                </a:lnTo>
                <a:lnTo>
                  <a:pt x="173710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8530">
            <a:extLst>
              <a:ext uri="{FF2B5EF4-FFF2-40B4-BE49-F238E27FC236}">
                <a16:creationId xmlns:a16="http://schemas.microsoft.com/office/drawing/2014/main" id="{CDBF0971-4C50-4574-8089-E1898024512C}"/>
              </a:ext>
            </a:extLst>
          </p:cNvPr>
          <p:cNvSpPr>
            <a:spLocks noGrp="1"/>
          </p:cNvSpPr>
          <p:nvPr/>
        </p:nvSpPr>
        <p:spPr>
          <a:xfrm>
            <a:off x="8235887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4340" y="1776889"/>
                </a:moveTo>
                <a:lnTo>
                  <a:pt x="3247" y="1776889"/>
                </a:lnTo>
                <a:lnTo>
                  <a:pt x="4185" y="1762082"/>
                </a:lnTo>
                <a:lnTo>
                  <a:pt x="6932" y="1747274"/>
                </a:lnTo>
                <a:lnTo>
                  <a:pt x="11304" y="1732467"/>
                </a:lnTo>
                <a:lnTo>
                  <a:pt x="17011" y="1717659"/>
                </a:lnTo>
                <a:lnTo>
                  <a:pt x="23697" y="1702852"/>
                </a:lnTo>
                <a:lnTo>
                  <a:pt x="30968" y="1688045"/>
                </a:lnTo>
                <a:lnTo>
                  <a:pt x="38435" y="1673237"/>
                </a:lnTo>
                <a:lnTo>
                  <a:pt x="45745" y="1658430"/>
                </a:lnTo>
                <a:lnTo>
                  <a:pt x="52605" y="1643622"/>
                </a:lnTo>
                <a:lnTo>
                  <a:pt x="58800" y="1628815"/>
                </a:lnTo>
                <a:lnTo>
                  <a:pt x="64193" y="1614007"/>
                </a:lnTo>
                <a:lnTo>
                  <a:pt x="68727" y="1599200"/>
                </a:lnTo>
                <a:lnTo>
                  <a:pt x="72409" y="1584393"/>
                </a:lnTo>
                <a:lnTo>
                  <a:pt x="75299" y="1569585"/>
                </a:lnTo>
                <a:lnTo>
                  <a:pt x="77487" y="1554778"/>
                </a:lnTo>
                <a:lnTo>
                  <a:pt x="79084" y="1539970"/>
                </a:lnTo>
                <a:lnTo>
                  <a:pt x="80200" y="1525163"/>
                </a:lnTo>
                <a:lnTo>
                  <a:pt x="80945" y="1510356"/>
                </a:lnTo>
                <a:lnTo>
                  <a:pt x="81409" y="1495548"/>
                </a:lnTo>
                <a:lnTo>
                  <a:pt x="81671" y="1480741"/>
                </a:lnTo>
                <a:lnTo>
                  <a:pt x="81789" y="1465933"/>
                </a:lnTo>
                <a:lnTo>
                  <a:pt x="81807" y="1451126"/>
                </a:lnTo>
                <a:lnTo>
                  <a:pt x="81756" y="1436319"/>
                </a:lnTo>
                <a:lnTo>
                  <a:pt x="81655" y="1421511"/>
                </a:lnTo>
                <a:lnTo>
                  <a:pt x="81517" y="1406704"/>
                </a:lnTo>
                <a:lnTo>
                  <a:pt x="81350" y="1391896"/>
                </a:lnTo>
                <a:lnTo>
                  <a:pt x="81159" y="1377089"/>
                </a:lnTo>
                <a:lnTo>
                  <a:pt x="80947" y="1362282"/>
                </a:lnTo>
                <a:lnTo>
                  <a:pt x="80720" y="1347474"/>
                </a:lnTo>
                <a:lnTo>
                  <a:pt x="80482" y="1332667"/>
                </a:lnTo>
                <a:lnTo>
                  <a:pt x="80242" y="1317859"/>
                </a:lnTo>
                <a:lnTo>
                  <a:pt x="80008" y="1303052"/>
                </a:lnTo>
                <a:lnTo>
                  <a:pt x="79792" y="1288245"/>
                </a:lnTo>
                <a:lnTo>
                  <a:pt x="79606" y="1273437"/>
                </a:lnTo>
                <a:lnTo>
                  <a:pt x="79465" y="1258630"/>
                </a:lnTo>
                <a:lnTo>
                  <a:pt x="79381" y="1243822"/>
                </a:lnTo>
                <a:lnTo>
                  <a:pt x="79369" y="1229015"/>
                </a:lnTo>
                <a:lnTo>
                  <a:pt x="79438" y="1214207"/>
                </a:lnTo>
                <a:lnTo>
                  <a:pt x="79596" y="1199400"/>
                </a:lnTo>
                <a:lnTo>
                  <a:pt x="79843" y="1184593"/>
                </a:lnTo>
                <a:lnTo>
                  <a:pt x="80175" y="1169785"/>
                </a:lnTo>
                <a:lnTo>
                  <a:pt x="80579" y="1154978"/>
                </a:lnTo>
                <a:lnTo>
                  <a:pt x="81036" y="1140170"/>
                </a:lnTo>
                <a:lnTo>
                  <a:pt x="81523" y="1125363"/>
                </a:lnTo>
                <a:lnTo>
                  <a:pt x="82008" y="1110556"/>
                </a:lnTo>
                <a:lnTo>
                  <a:pt x="82460" y="1095748"/>
                </a:lnTo>
                <a:lnTo>
                  <a:pt x="82847" y="1080941"/>
                </a:lnTo>
                <a:lnTo>
                  <a:pt x="83140" y="1066133"/>
                </a:lnTo>
                <a:lnTo>
                  <a:pt x="83317" y="1051326"/>
                </a:lnTo>
                <a:lnTo>
                  <a:pt x="83361" y="1036519"/>
                </a:lnTo>
                <a:lnTo>
                  <a:pt x="83269" y="1021711"/>
                </a:lnTo>
                <a:lnTo>
                  <a:pt x="83047" y="1006904"/>
                </a:lnTo>
                <a:lnTo>
                  <a:pt x="82714" y="992096"/>
                </a:lnTo>
                <a:lnTo>
                  <a:pt x="82299" y="977289"/>
                </a:lnTo>
                <a:lnTo>
                  <a:pt x="81838" y="962482"/>
                </a:lnTo>
                <a:lnTo>
                  <a:pt x="81375" y="947674"/>
                </a:lnTo>
                <a:lnTo>
                  <a:pt x="80950" y="932867"/>
                </a:lnTo>
                <a:lnTo>
                  <a:pt x="80605" y="918059"/>
                </a:lnTo>
                <a:lnTo>
                  <a:pt x="80372" y="903252"/>
                </a:lnTo>
                <a:lnTo>
                  <a:pt x="80271" y="888444"/>
                </a:lnTo>
                <a:lnTo>
                  <a:pt x="80312" y="873637"/>
                </a:lnTo>
                <a:lnTo>
                  <a:pt x="80490" y="858830"/>
                </a:lnTo>
                <a:lnTo>
                  <a:pt x="80788" y="844022"/>
                </a:lnTo>
                <a:lnTo>
                  <a:pt x="81177" y="829215"/>
                </a:lnTo>
                <a:lnTo>
                  <a:pt x="81624" y="814407"/>
                </a:lnTo>
                <a:lnTo>
                  <a:pt x="82089" y="799600"/>
                </a:lnTo>
                <a:lnTo>
                  <a:pt x="82535" y="784793"/>
                </a:lnTo>
                <a:lnTo>
                  <a:pt x="82927" y="769985"/>
                </a:lnTo>
                <a:lnTo>
                  <a:pt x="83237" y="755178"/>
                </a:lnTo>
                <a:lnTo>
                  <a:pt x="83447" y="740370"/>
                </a:lnTo>
                <a:lnTo>
                  <a:pt x="83547" y="725563"/>
                </a:lnTo>
                <a:lnTo>
                  <a:pt x="83533" y="710756"/>
                </a:lnTo>
                <a:lnTo>
                  <a:pt x="83413" y="695948"/>
                </a:lnTo>
                <a:lnTo>
                  <a:pt x="83201" y="681141"/>
                </a:lnTo>
                <a:lnTo>
                  <a:pt x="82914" y="666333"/>
                </a:lnTo>
                <a:lnTo>
                  <a:pt x="82575" y="651526"/>
                </a:lnTo>
                <a:lnTo>
                  <a:pt x="82207" y="636719"/>
                </a:lnTo>
                <a:lnTo>
                  <a:pt x="81836" y="621911"/>
                </a:lnTo>
                <a:lnTo>
                  <a:pt x="81483" y="607104"/>
                </a:lnTo>
                <a:lnTo>
                  <a:pt x="81169" y="592296"/>
                </a:lnTo>
                <a:lnTo>
                  <a:pt x="80912" y="577489"/>
                </a:lnTo>
                <a:lnTo>
                  <a:pt x="80724" y="562682"/>
                </a:lnTo>
                <a:lnTo>
                  <a:pt x="80615" y="547874"/>
                </a:lnTo>
                <a:lnTo>
                  <a:pt x="80587" y="533067"/>
                </a:lnTo>
                <a:lnTo>
                  <a:pt x="80640" y="518259"/>
                </a:lnTo>
                <a:lnTo>
                  <a:pt x="80770" y="503452"/>
                </a:lnTo>
                <a:lnTo>
                  <a:pt x="80968" y="488644"/>
                </a:lnTo>
                <a:lnTo>
                  <a:pt x="81223" y="473837"/>
                </a:lnTo>
                <a:lnTo>
                  <a:pt x="81524" y="459030"/>
                </a:lnTo>
                <a:lnTo>
                  <a:pt x="81857" y="444222"/>
                </a:lnTo>
                <a:lnTo>
                  <a:pt x="82207" y="429415"/>
                </a:lnTo>
                <a:lnTo>
                  <a:pt x="82563" y="414607"/>
                </a:lnTo>
                <a:lnTo>
                  <a:pt x="82912" y="399800"/>
                </a:lnTo>
                <a:lnTo>
                  <a:pt x="83243" y="384993"/>
                </a:lnTo>
                <a:lnTo>
                  <a:pt x="83548" y="370185"/>
                </a:lnTo>
                <a:lnTo>
                  <a:pt x="83816" y="355378"/>
                </a:lnTo>
                <a:lnTo>
                  <a:pt x="84035" y="340570"/>
                </a:lnTo>
                <a:lnTo>
                  <a:pt x="84191" y="325763"/>
                </a:lnTo>
                <a:lnTo>
                  <a:pt x="84258" y="310956"/>
                </a:lnTo>
                <a:lnTo>
                  <a:pt x="84204" y="296148"/>
                </a:lnTo>
                <a:lnTo>
                  <a:pt x="83981" y="281341"/>
                </a:lnTo>
                <a:lnTo>
                  <a:pt x="83524" y="266533"/>
                </a:lnTo>
                <a:lnTo>
                  <a:pt x="82752" y="251726"/>
                </a:lnTo>
                <a:lnTo>
                  <a:pt x="81565" y="236919"/>
                </a:lnTo>
                <a:lnTo>
                  <a:pt x="79852" y="222111"/>
                </a:lnTo>
                <a:lnTo>
                  <a:pt x="77493" y="207304"/>
                </a:lnTo>
                <a:lnTo>
                  <a:pt x="74373" y="192496"/>
                </a:lnTo>
                <a:lnTo>
                  <a:pt x="70398" y="177689"/>
                </a:lnTo>
                <a:lnTo>
                  <a:pt x="65508" y="162881"/>
                </a:lnTo>
                <a:lnTo>
                  <a:pt x="59697" y="148074"/>
                </a:lnTo>
                <a:lnTo>
                  <a:pt x="53028" y="133267"/>
                </a:lnTo>
                <a:lnTo>
                  <a:pt x="45649" y="118459"/>
                </a:lnTo>
                <a:lnTo>
                  <a:pt x="37790" y="103652"/>
                </a:lnTo>
                <a:lnTo>
                  <a:pt x="29767" y="88844"/>
                </a:lnTo>
                <a:lnTo>
                  <a:pt x="21957" y="74037"/>
                </a:lnTo>
                <a:lnTo>
                  <a:pt x="14778" y="59230"/>
                </a:lnTo>
                <a:lnTo>
                  <a:pt x="8649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8" y="44422"/>
                </a:lnTo>
                <a:lnTo>
                  <a:pt x="162810" y="59230"/>
                </a:lnTo>
                <a:lnTo>
                  <a:pt x="155630" y="74037"/>
                </a:lnTo>
                <a:lnTo>
                  <a:pt x="147820" y="88844"/>
                </a:lnTo>
                <a:lnTo>
                  <a:pt x="139797" y="103652"/>
                </a:lnTo>
                <a:lnTo>
                  <a:pt x="131939" y="118459"/>
                </a:lnTo>
                <a:lnTo>
                  <a:pt x="124559" y="133267"/>
                </a:lnTo>
                <a:lnTo>
                  <a:pt x="117891" y="148074"/>
                </a:lnTo>
                <a:lnTo>
                  <a:pt x="112079" y="162881"/>
                </a:lnTo>
                <a:lnTo>
                  <a:pt x="107189" y="177689"/>
                </a:lnTo>
                <a:lnTo>
                  <a:pt x="103214" y="192496"/>
                </a:lnTo>
                <a:lnTo>
                  <a:pt x="100095" y="207304"/>
                </a:lnTo>
                <a:lnTo>
                  <a:pt x="97735" y="222111"/>
                </a:lnTo>
                <a:lnTo>
                  <a:pt x="96022" y="236919"/>
                </a:lnTo>
                <a:lnTo>
                  <a:pt x="94835" y="251726"/>
                </a:lnTo>
                <a:lnTo>
                  <a:pt x="94063" y="266533"/>
                </a:lnTo>
                <a:lnTo>
                  <a:pt x="93607" y="281341"/>
                </a:lnTo>
                <a:lnTo>
                  <a:pt x="93383" y="296148"/>
                </a:lnTo>
                <a:lnTo>
                  <a:pt x="93329" y="310956"/>
                </a:lnTo>
                <a:lnTo>
                  <a:pt x="93397" y="325763"/>
                </a:lnTo>
                <a:lnTo>
                  <a:pt x="93552" y="340570"/>
                </a:lnTo>
                <a:lnTo>
                  <a:pt x="93771" y="355378"/>
                </a:lnTo>
                <a:lnTo>
                  <a:pt x="94039" y="370185"/>
                </a:lnTo>
                <a:lnTo>
                  <a:pt x="94344" y="384993"/>
                </a:lnTo>
                <a:lnTo>
                  <a:pt x="94676" y="399800"/>
                </a:lnTo>
                <a:lnTo>
                  <a:pt x="95025" y="414607"/>
                </a:lnTo>
                <a:lnTo>
                  <a:pt x="95380" y="429415"/>
                </a:lnTo>
                <a:lnTo>
                  <a:pt x="95731" y="444222"/>
                </a:lnTo>
                <a:lnTo>
                  <a:pt x="96063" y="459030"/>
                </a:lnTo>
                <a:lnTo>
                  <a:pt x="96364" y="473837"/>
                </a:lnTo>
                <a:lnTo>
                  <a:pt x="96620" y="488644"/>
                </a:lnTo>
                <a:lnTo>
                  <a:pt x="96818" y="503452"/>
                </a:lnTo>
                <a:lnTo>
                  <a:pt x="96947" y="518259"/>
                </a:lnTo>
                <a:lnTo>
                  <a:pt x="97000" y="533067"/>
                </a:lnTo>
                <a:lnTo>
                  <a:pt x="96972" y="547874"/>
                </a:lnTo>
                <a:lnTo>
                  <a:pt x="96863" y="562682"/>
                </a:lnTo>
                <a:lnTo>
                  <a:pt x="96675" y="577489"/>
                </a:lnTo>
                <a:lnTo>
                  <a:pt x="96418" y="592296"/>
                </a:lnTo>
                <a:lnTo>
                  <a:pt x="96104" y="607104"/>
                </a:lnTo>
                <a:lnTo>
                  <a:pt x="95752" y="621911"/>
                </a:lnTo>
                <a:lnTo>
                  <a:pt x="95380" y="636719"/>
                </a:lnTo>
                <a:lnTo>
                  <a:pt x="95012" y="651526"/>
                </a:lnTo>
                <a:lnTo>
                  <a:pt x="94673" y="666333"/>
                </a:lnTo>
                <a:lnTo>
                  <a:pt x="94387" y="681141"/>
                </a:lnTo>
                <a:lnTo>
                  <a:pt x="94174" y="695948"/>
                </a:lnTo>
                <a:lnTo>
                  <a:pt x="94054" y="710756"/>
                </a:lnTo>
                <a:lnTo>
                  <a:pt x="94041" y="725563"/>
                </a:lnTo>
                <a:lnTo>
                  <a:pt x="94140" y="740370"/>
                </a:lnTo>
                <a:lnTo>
                  <a:pt x="94350" y="755178"/>
                </a:lnTo>
                <a:lnTo>
                  <a:pt x="94661" y="769985"/>
                </a:lnTo>
                <a:lnTo>
                  <a:pt x="95053" y="784793"/>
                </a:lnTo>
                <a:lnTo>
                  <a:pt x="95498" y="799600"/>
                </a:lnTo>
                <a:lnTo>
                  <a:pt x="95963" y="814407"/>
                </a:lnTo>
                <a:lnTo>
                  <a:pt x="96410" y="829215"/>
                </a:lnTo>
                <a:lnTo>
                  <a:pt x="96800" y="844022"/>
                </a:lnTo>
                <a:lnTo>
                  <a:pt x="97097" y="858830"/>
                </a:lnTo>
                <a:lnTo>
                  <a:pt x="97275" y="873637"/>
                </a:lnTo>
                <a:lnTo>
                  <a:pt x="97316" y="888444"/>
                </a:lnTo>
                <a:lnTo>
                  <a:pt x="97216" y="903252"/>
                </a:lnTo>
                <a:lnTo>
                  <a:pt x="96982" y="918059"/>
                </a:lnTo>
                <a:lnTo>
                  <a:pt x="96637" y="932867"/>
                </a:lnTo>
                <a:lnTo>
                  <a:pt x="96213" y="947674"/>
                </a:lnTo>
                <a:lnTo>
                  <a:pt x="95749" y="962482"/>
                </a:lnTo>
                <a:lnTo>
                  <a:pt x="95288" y="977289"/>
                </a:lnTo>
                <a:lnTo>
                  <a:pt x="94873" y="992096"/>
                </a:lnTo>
                <a:lnTo>
                  <a:pt x="94540" y="1006904"/>
                </a:lnTo>
                <a:lnTo>
                  <a:pt x="94319" y="1021711"/>
                </a:lnTo>
                <a:lnTo>
                  <a:pt x="94226" y="1036519"/>
                </a:lnTo>
                <a:lnTo>
                  <a:pt x="94271" y="1051326"/>
                </a:lnTo>
                <a:lnTo>
                  <a:pt x="94447" y="1066133"/>
                </a:lnTo>
                <a:lnTo>
                  <a:pt x="94740" y="1080941"/>
                </a:lnTo>
                <a:lnTo>
                  <a:pt x="95127" y="1095748"/>
                </a:lnTo>
                <a:lnTo>
                  <a:pt x="95579" y="1110556"/>
                </a:lnTo>
                <a:lnTo>
                  <a:pt x="96065" y="1125363"/>
                </a:lnTo>
                <a:lnTo>
                  <a:pt x="96551" y="1140170"/>
                </a:lnTo>
                <a:lnTo>
                  <a:pt x="97008" y="1154978"/>
                </a:lnTo>
                <a:lnTo>
                  <a:pt x="97412" y="1169785"/>
                </a:lnTo>
                <a:lnTo>
                  <a:pt x="97744" y="1184593"/>
                </a:lnTo>
                <a:lnTo>
                  <a:pt x="97991" y="1199400"/>
                </a:lnTo>
                <a:lnTo>
                  <a:pt x="98149" y="1214207"/>
                </a:lnTo>
                <a:lnTo>
                  <a:pt x="98218" y="1229015"/>
                </a:lnTo>
                <a:lnTo>
                  <a:pt x="98206" y="1243822"/>
                </a:lnTo>
                <a:lnTo>
                  <a:pt x="98122" y="1258630"/>
                </a:lnTo>
                <a:lnTo>
                  <a:pt x="97981" y="1273437"/>
                </a:lnTo>
                <a:lnTo>
                  <a:pt x="97795" y="1288245"/>
                </a:lnTo>
                <a:lnTo>
                  <a:pt x="97579" y="1303052"/>
                </a:lnTo>
                <a:lnTo>
                  <a:pt x="97345" y="1317859"/>
                </a:lnTo>
                <a:lnTo>
                  <a:pt x="97105" y="1332667"/>
                </a:lnTo>
                <a:lnTo>
                  <a:pt x="96868" y="1347474"/>
                </a:lnTo>
                <a:lnTo>
                  <a:pt x="96640" y="1362282"/>
                </a:lnTo>
                <a:lnTo>
                  <a:pt x="96429" y="1377089"/>
                </a:lnTo>
                <a:lnTo>
                  <a:pt x="96237" y="1391896"/>
                </a:lnTo>
                <a:lnTo>
                  <a:pt x="96070" y="1406704"/>
                </a:lnTo>
                <a:lnTo>
                  <a:pt x="95932" y="1421511"/>
                </a:lnTo>
                <a:lnTo>
                  <a:pt x="95831" y="1436319"/>
                </a:lnTo>
                <a:lnTo>
                  <a:pt x="95780" y="1451126"/>
                </a:lnTo>
                <a:lnTo>
                  <a:pt x="95798" y="1465933"/>
                </a:lnTo>
                <a:lnTo>
                  <a:pt x="95917" y="1480741"/>
                </a:lnTo>
                <a:lnTo>
                  <a:pt x="96178" y="1495548"/>
                </a:lnTo>
                <a:lnTo>
                  <a:pt x="96643" y="1510356"/>
                </a:lnTo>
                <a:lnTo>
                  <a:pt x="97387" y="1525163"/>
                </a:lnTo>
                <a:lnTo>
                  <a:pt x="98504" y="1539970"/>
                </a:lnTo>
                <a:lnTo>
                  <a:pt x="100100" y="1554778"/>
                </a:lnTo>
                <a:lnTo>
                  <a:pt x="102288" y="1569585"/>
                </a:lnTo>
                <a:lnTo>
                  <a:pt x="105178" y="1584393"/>
                </a:lnTo>
                <a:lnTo>
                  <a:pt x="108860" y="1599200"/>
                </a:lnTo>
                <a:lnTo>
                  <a:pt x="113394" y="1614007"/>
                </a:lnTo>
                <a:lnTo>
                  <a:pt x="118788" y="1628815"/>
                </a:lnTo>
                <a:lnTo>
                  <a:pt x="124982" y="1643622"/>
                </a:lnTo>
                <a:lnTo>
                  <a:pt x="131842" y="1658430"/>
                </a:lnTo>
                <a:lnTo>
                  <a:pt x="139152" y="1673237"/>
                </a:lnTo>
                <a:lnTo>
                  <a:pt x="146619" y="1688045"/>
                </a:lnTo>
                <a:lnTo>
                  <a:pt x="153890" y="1702852"/>
                </a:lnTo>
                <a:lnTo>
                  <a:pt x="160576" y="1717659"/>
                </a:lnTo>
                <a:lnTo>
                  <a:pt x="166284" y="1732467"/>
                </a:lnTo>
                <a:lnTo>
                  <a:pt x="170655" y="1747274"/>
                </a:lnTo>
                <a:lnTo>
                  <a:pt x="173403" y="1762082"/>
                </a:lnTo>
                <a:lnTo>
                  <a:pt x="174340" y="1776889"/>
                </a:lnTo>
                <a:lnTo>
                  <a:pt x="174340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8531">
            <a:extLst>
              <a:ext uri="{FF2B5EF4-FFF2-40B4-BE49-F238E27FC236}">
                <a16:creationId xmlns:a16="http://schemas.microsoft.com/office/drawing/2014/main" id="{6A5F2179-49EE-43F2-A513-1C2640E0AB9F}"/>
              </a:ext>
            </a:extLst>
          </p:cNvPr>
          <p:cNvSpPr>
            <a:spLocks noGrp="1"/>
          </p:cNvSpPr>
          <p:nvPr/>
        </p:nvSpPr>
        <p:spPr>
          <a:xfrm>
            <a:off x="891891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66897" y="1776889"/>
                </a:moveTo>
                <a:lnTo>
                  <a:pt x="10690" y="1776889"/>
                </a:lnTo>
                <a:lnTo>
                  <a:pt x="11545" y="1762082"/>
                </a:lnTo>
                <a:lnTo>
                  <a:pt x="14050" y="1747274"/>
                </a:lnTo>
                <a:lnTo>
                  <a:pt x="18035" y="1732467"/>
                </a:lnTo>
                <a:lnTo>
                  <a:pt x="23239" y="1717659"/>
                </a:lnTo>
                <a:lnTo>
                  <a:pt x="29334" y="1702852"/>
                </a:lnTo>
                <a:lnTo>
                  <a:pt x="35962" y="1688045"/>
                </a:lnTo>
                <a:lnTo>
                  <a:pt x="42769" y="1673237"/>
                </a:lnTo>
                <a:lnTo>
                  <a:pt x="49431" y="1658430"/>
                </a:lnTo>
                <a:lnTo>
                  <a:pt x="55682" y="1643622"/>
                </a:lnTo>
                <a:lnTo>
                  <a:pt x="61325" y="1628815"/>
                </a:lnTo>
                <a:lnTo>
                  <a:pt x="66236" y="1614007"/>
                </a:lnTo>
                <a:lnTo>
                  <a:pt x="70364" y="1599200"/>
                </a:lnTo>
                <a:lnTo>
                  <a:pt x="73714" y="1584393"/>
                </a:lnTo>
                <a:lnTo>
                  <a:pt x="76341" y="1569585"/>
                </a:lnTo>
                <a:lnTo>
                  <a:pt x="78328" y="1554778"/>
                </a:lnTo>
                <a:lnTo>
                  <a:pt x="79775" y="1539970"/>
                </a:lnTo>
                <a:lnTo>
                  <a:pt x="80785" y="1525163"/>
                </a:lnTo>
                <a:lnTo>
                  <a:pt x="81456" y="1510356"/>
                </a:lnTo>
                <a:lnTo>
                  <a:pt x="81873" y="1495548"/>
                </a:lnTo>
                <a:lnTo>
                  <a:pt x="82105" y="1480741"/>
                </a:lnTo>
                <a:lnTo>
                  <a:pt x="82207" y="1465933"/>
                </a:lnTo>
                <a:lnTo>
                  <a:pt x="82218" y="1451126"/>
                </a:lnTo>
                <a:lnTo>
                  <a:pt x="82166" y="1436319"/>
                </a:lnTo>
                <a:lnTo>
                  <a:pt x="82068" y="1421511"/>
                </a:lnTo>
                <a:lnTo>
                  <a:pt x="81937" y="1406704"/>
                </a:lnTo>
                <a:lnTo>
                  <a:pt x="81778" y="1391896"/>
                </a:lnTo>
                <a:lnTo>
                  <a:pt x="81597" y="1377089"/>
                </a:lnTo>
                <a:lnTo>
                  <a:pt x="81397" y="1362282"/>
                </a:lnTo>
                <a:lnTo>
                  <a:pt x="81183" y="1347474"/>
                </a:lnTo>
                <a:lnTo>
                  <a:pt x="80959" y="1332667"/>
                </a:lnTo>
                <a:lnTo>
                  <a:pt x="80733" y="1317859"/>
                </a:lnTo>
                <a:lnTo>
                  <a:pt x="80513" y="1303052"/>
                </a:lnTo>
                <a:lnTo>
                  <a:pt x="80309" y="1288245"/>
                </a:lnTo>
                <a:lnTo>
                  <a:pt x="80134" y="1273437"/>
                </a:lnTo>
                <a:lnTo>
                  <a:pt x="80001" y="1258630"/>
                </a:lnTo>
                <a:lnTo>
                  <a:pt x="79923" y="1243822"/>
                </a:lnTo>
                <a:lnTo>
                  <a:pt x="79913" y="1229015"/>
                </a:lnTo>
                <a:lnTo>
                  <a:pt x="79980" y="1214207"/>
                </a:lnTo>
                <a:lnTo>
                  <a:pt x="80132" y="1199400"/>
                </a:lnTo>
                <a:lnTo>
                  <a:pt x="80370" y="1184593"/>
                </a:lnTo>
                <a:lnTo>
                  <a:pt x="80689" y="1169785"/>
                </a:lnTo>
                <a:lnTo>
                  <a:pt x="81081" y="1154978"/>
                </a:lnTo>
                <a:lnTo>
                  <a:pt x="81527" y="1140170"/>
                </a:lnTo>
                <a:lnTo>
                  <a:pt x="82007" y="1125363"/>
                </a:lnTo>
                <a:lnTo>
                  <a:pt x="82493" y="1110556"/>
                </a:lnTo>
                <a:lnTo>
                  <a:pt x="82957" y="1095748"/>
                </a:lnTo>
                <a:lnTo>
                  <a:pt x="83371" y="1080941"/>
                </a:lnTo>
                <a:lnTo>
                  <a:pt x="83707" y="1066133"/>
                </a:lnTo>
                <a:lnTo>
                  <a:pt x="83947" y="1051326"/>
                </a:lnTo>
                <a:lnTo>
                  <a:pt x="84075" y="1036519"/>
                </a:lnTo>
                <a:lnTo>
                  <a:pt x="84086" y="1021711"/>
                </a:lnTo>
                <a:lnTo>
                  <a:pt x="83985" y="1006904"/>
                </a:lnTo>
                <a:lnTo>
                  <a:pt x="83785" y="992096"/>
                </a:lnTo>
                <a:lnTo>
                  <a:pt x="83511" y="977289"/>
                </a:lnTo>
                <a:lnTo>
                  <a:pt x="83190" y="962482"/>
                </a:lnTo>
                <a:lnTo>
                  <a:pt x="82858" y="947674"/>
                </a:lnTo>
                <a:lnTo>
                  <a:pt x="82549" y="932867"/>
                </a:lnTo>
                <a:lnTo>
                  <a:pt x="82295" y="918059"/>
                </a:lnTo>
                <a:lnTo>
                  <a:pt x="82124" y="903252"/>
                </a:lnTo>
                <a:lnTo>
                  <a:pt x="82054" y="888444"/>
                </a:lnTo>
                <a:lnTo>
                  <a:pt x="82093" y="873637"/>
                </a:lnTo>
                <a:lnTo>
                  <a:pt x="82241" y="858830"/>
                </a:lnTo>
                <a:lnTo>
                  <a:pt x="82487" y="844022"/>
                </a:lnTo>
                <a:lnTo>
                  <a:pt x="82812" y="829215"/>
                </a:lnTo>
                <a:lnTo>
                  <a:pt x="83192" y="814407"/>
                </a:lnTo>
                <a:lnTo>
                  <a:pt x="83601" y="799600"/>
                </a:lnTo>
                <a:lnTo>
                  <a:pt x="84013" y="784793"/>
                </a:lnTo>
                <a:lnTo>
                  <a:pt x="84404" y="769985"/>
                </a:lnTo>
                <a:lnTo>
                  <a:pt x="84756" y="755178"/>
                </a:lnTo>
                <a:lnTo>
                  <a:pt x="85055" y="740370"/>
                </a:lnTo>
                <a:lnTo>
                  <a:pt x="85291" y="725563"/>
                </a:lnTo>
                <a:lnTo>
                  <a:pt x="85461" y="710756"/>
                </a:lnTo>
                <a:lnTo>
                  <a:pt x="85562" y="695948"/>
                </a:lnTo>
                <a:lnTo>
                  <a:pt x="85598" y="681141"/>
                </a:lnTo>
                <a:lnTo>
                  <a:pt x="85569" y="666333"/>
                </a:lnTo>
                <a:lnTo>
                  <a:pt x="85480" y="651526"/>
                </a:lnTo>
                <a:lnTo>
                  <a:pt x="85334" y="636719"/>
                </a:lnTo>
                <a:lnTo>
                  <a:pt x="85134" y="621911"/>
                </a:lnTo>
                <a:lnTo>
                  <a:pt x="84885" y="607104"/>
                </a:lnTo>
                <a:lnTo>
                  <a:pt x="84591" y="592296"/>
                </a:lnTo>
                <a:lnTo>
                  <a:pt x="84257" y="577489"/>
                </a:lnTo>
                <a:lnTo>
                  <a:pt x="83893" y="562682"/>
                </a:lnTo>
                <a:lnTo>
                  <a:pt x="83506" y="547874"/>
                </a:lnTo>
                <a:lnTo>
                  <a:pt x="83108" y="533067"/>
                </a:lnTo>
                <a:lnTo>
                  <a:pt x="82713" y="518259"/>
                </a:lnTo>
                <a:lnTo>
                  <a:pt x="82333" y="503452"/>
                </a:lnTo>
                <a:lnTo>
                  <a:pt x="81983" y="488644"/>
                </a:lnTo>
                <a:lnTo>
                  <a:pt x="81676" y="473837"/>
                </a:lnTo>
                <a:lnTo>
                  <a:pt x="81421" y="459030"/>
                </a:lnTo>
                <a:lnTo>
                  <a:pt x="81229" y="444222"/>
                </a:lnTo>
                <a:lnTo>
                  <a:pt x="81103" y="429415"/>
                </a:lnTo>
                <a:lnTo>
                  <a:pt x="81046" y="414607"/>
                </a:lnTo>
                <a:lnTo>
                  <a:pt x="81056" y="399800"/>
                </a:lnTo>
                <a:lnTo>
                  <a:pt x="81128" y="384993"/>
                </a:lnTo>
                <a:lnTo>
                  <a:pt x="81254" y="370185"/>
                </a:lnTo>
                <a:lnTo>
                  <a:pt x="81421" y="355378"/>
                </a:lnTo>
                <a:lnTo>
                  <a:pt x="81612" y="340570"/>
                </a:lnTo>
                <a:lnTo>
                  <a:pt x="81801" y="325763"/>
                </a:lnTo>
                <a:lnTo>
                  <a:pt x="81958" y="310956"/>
                </a:lnTo>
                <a:lnTo>
                  <a:pt x="82036" y="296148"/>
                </a:lnTo>
                <a:lnTo>
                  <a:pt x="81978" y="281341"/>
                </a:lnTo>
                <a:lnTo>
                  <a:pt x="81709" y="266533"/>
                </a:lnTo>
                <a:lnTo>
                  <a:pt x="81138" y="251726"/>
                </a:lnTo>
                <a:lnTo>
                  <a:pt x="80156" y="236919"/>
                </a:lnTo>
                <a:lnTo>
                  <a:pt x="78644" y="222111"/>
                </a:lnTo>
                <a:lnTo>
                  <a:pt x="76477" y="207304"/>
                </a:lnTo>
                <a:lnTo>
                  <a:pt x="73535" y="192496"/>
                </a:lnTo>
                <a:lnTo>
                  <a:pt x="69720" y="177689"/>
                </a:lnTo>
                <a:lnTo>
                  <a:pt x="64971" y="162881"/>
                </a:lnTo>
                <a:lnTo>
                  <a:pt x="59280" y="148074"/>
                </a:lnTo>
                <a:lnTo>
                  <a:pt x="52713" y="133267"/>
                </a:lnTo>
                <a:lnTo>
                  <a:pt x="45417" y="118459"/>
                </a:lnTo>
                <a:lnTo>
                  <a:pt x="37625" y="103652"/>
                </a:lnTo>
                <a:lnTo>
                  <a:pt x="29653" y="88844"/>
                </a:lnTo>
                <a:lnTo>
                  <a:pt x="21883" y="74037"/>
                </a:lnTo>
                <a:lnTo>
                  <a:pt x="14733" y="59230"/>
                </a:lnTo>
                <a:lnTo>
                  <a:pt x="8625" y="44422"/>
                </a:lnTo>
                <a:lnTo>
                  <a:pt x="3946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3" y="14807"/>
                </a:lnTo>
                <a:lnTo>
                  <a:pt x="173641" y="29615"/>
                </a:lnTo>
                <a:lnTo>
                  <a:pt x="168962" y="44422"/>
                </a:lnTo>
                <a:lnTo>
                  <a:pt x="162854" y="59230"/>
                </a:lnTo>
                <a:lnTo>
                  <a:pt x="155704" y="74037"/>
                </a:lnTo>
                <a:lnTo>
                  <a:pt x="147934" y="88844"/>
                </a:lnTo>
                <a:lnTo>
                  <a:pt x="139962" y="103652"/>
                </a:lnTo>
                <a:lnTo>
                  <a:pt x="132170" y="118459"/>
                </a:lnTo>
                <a:lnTo>
                  <a:pt x="124874" y="133267"/>
                </a:lnTo>
                <a:lnTo>
                  <a:pt x="118307" y="148074"/>
                </a:lnTo>
                <a:lnTo>
                  <a:pt x="112616" y="162881"/>
                </a:lnTo>
                <a:lnTo>
                  <a:pt x="107867" y="177689"/>
                </a:lnTo>
                <a:lnTo>
                  <a:pt x="104052" y="192496"/>
                </a:lnTo>
                <a:lnTo>
                  <a:pt x="101110" y="207304"/>
                </a:lnTo>
                <a:lnTo>
                  <a:pt x="98943" y="222111"/>
                </a:lnTo>
                <a:lnTo>
                  <a:pt x="97431" y="236919"/>
                </a:lnTo>
                <a:lnTo>
                  <a:pt x="96449" y="251726"/>
                </a:lnTo>
                <a:lnTo>
                  <a:pt x="95878" y="266533"/>
                </a:lnTo>
                <a:lnTo>
                  <a:pt x="95609" y="281341"/>
                </a:lnTo>
                <a:lnTo>
                  <a:pt x="95551" y="296148"/>
                </a:lnTo>
                <a:lnTo>
                  <a:pt x="95630" y="310956"/>
                </a:lnTo>
                <a:lnTo>
                  <a:pt x="95786" y="325763"/>
                </a:lnTo>
                <a:lnTo>
                  <a:pt x="95976" y="340570"/>
                </a:lnTo>
                <a:lnTo>
                  <a:pt x="96166" y="355378"/>
                </a:lnTo>
                <a:lnTo>
                  <a:pt x="96333" y="370185"/>
                </a:lnTo>
                <a:lnTo>
                  <a:pt x="96459" y="384993"/>
                </a:lnTo>
                <a:lnTo>
                  <a:pt x="96531" y="399800"/>
                </a:lnTo>
                <a:lnTo>
                  <a:pt x="96541" y="414607"/>
                </a:lnTo>
                <a:lnTo>
                  <a:pt x="96484" y="429415"/>
                </a:lnTo>
                <a:lnTo>
                  <a:pt x="96358" y="444222"/>
                </a:lnTo>
                <a:lnTo>
                  <a:pt x="96166" y="459030"/>
                </a:lnTo>
                <a:lnTo>
                  <a:pt x="95911" y="473837"/>
                </a:lnTo>
                <a:lnTo>
                  <a:pt x="95604" y="488644"/>
                </a:lnTo>
                <a:lnTo>
                  <a:pt x="95254" y="503452"/>
                </a:lnTo>
                <a:lnTo>
                  <a:pt x="94874" y="518259"/>
                </a:lnTo>
                <a:lnTo>
                  <a:pt x="94479" y="533067"/>
                </a:lnTo>
                <a:lnTo>
                  <a:pt x="94081" y="547874"/>
                </a:lnTo>
                <a:lnTo>
                  <a:pt x="93695" y="562682"/>
                </a:lnTo>
                <a:lnTo>
                  <a:pt x="93330" y="577489"/>
                </a:lnTo>
                <a:lnTo>
                  <a:pt x="92996" y="592296"/>
                </a:lnTo>
                <a:lnTo>
                  <a:pt x="92702" y="607104"/>
                </a:lnTo>
                <a:lnTo>
                  <a:pt x="92453" y="621911"/>
                </a:lnTo>
                <a:lnTo>
                  <a:pt x="92253" y="636719"/>
                </a:lnTo>
                <a:lnTo>
                  <a:pt x="92107" y="651526"/>
                </a:lnTo>
                <a:lnTo>
                  <a:pt x="92018" y="666333"/>
                </a:lnTo>
                <a:lnTo>
                  <a:pt x="91989" y="681141"/>
                </a:lnTo>
                <a:lnTo>
                  <a:pt x="92025" y="695948"/>
                </a:lnTo>
                <a:lnTo>
                  <a:pt x="92126" y="710756"/>
                </a:lnTo>
                <a:lnTo>
                  <a:pt x="92296" y="725563"/>
                </a:lnTo>
                <a:lnTo>
                  <a:pt x="92532" y="740370"/>
                </a:lnTo>
                <a:lnTo>
                  <a:pt x="92831" y="755178"/>
                </a:lnTo>
                <a:lnTo>
                  <a:pt x="93183" y="769985"/>
                </a:lnTo>
                <a:lnTo>
                  <a:pt x="93575" y="784793"/>
                </a:lnTo>
                <a:lnTo>
                  <a:pt x="93986" y="799600"/>
                </a:lnTo>
                <a:lnTo>
                  <a:pt x="94395" y="814407"/>
                </a:lnTo>
                <a:lnTo>
                  <a:pt x="94775" y="829215"/>
                </a:lnTo>
                <a:lnTo>
                  <a:pt x="95100" y="844022"/>
                </a:lnTo>
                <a:lnTo>
                  <a:pt x="95346" y="858830"/>
                </a:lnTo>
                <a:lnTo>
                  <a:pt x="95494" y="873637"/>
                </a:lnTo>
                <a:lnTo>
                  <a:pt x="95533" y="888444"/>
                </a:lnTo>
                <a:lnTo>
                  <a:pt x="95463" y="903252"/>
                </a:lnTo>
                <a:lnTo>
                  <a:pt x="95292" y="918059"/>
                </a:lnTo>
                <a:lnTo>
                  <a:pt x="95038" y="932867"/>
                </a:lnTo>
                <a:lnTo>
                  <a:pt x="94729" y="947674"/>
                </a:lnTo>
                <a:lnTo>
                  <a:pt x="94397" y="962482"/>
                </a:lnTo>
                <a:lnTo>
                  <a:pt x="94076" y="977289"/>
                </a:lnTo>
                <a:lnTo>
                  <a:pt x="93802" y="992096"/>
                </a:lnTo>
                <a:lnTo>
                  <a:pt x="93602" y="1006904"/>
                </a:lnTo>
                <a:lnTo>
                  <a:pt x="93501" y="1021711"/>
                </a:lnTo>
                <a:lnTo>
                  <a:pt x="93512" y="1036519"/>
                </a:lnTo>
                <a:lnTo>
                  <a:pt x="93640" y="1051326"/>
                </a:lnTo>
                <a:lnTo>
                  <a:pt x="93880" y="1066133"/>
                </a:lnTo>
                <a:lnTo>
                  <a:pt x="94217" y="1080941"/>
                </a:lnTo>
                <a:lnTo>
                  <a:pt x="94630" y="1095748"/>
                </a:lnTo>
                <a:lnTo>
                  <a:pt x="95094" y="1110556"/>
                </a:lnTo>
                <a:lnTo>
                  <a:pt x="95580" y="1125363"/>
                </a:lnTo>
                <a:lnTo>
                  <a:pt x="96060" y="1140170"/>
                </a:lnTo>
                <a:lnTo>
                  <a:pt x="96506" y="1154978"/>
                </a:lnTo>
                <a:lnTo>
                  <a:pt x="96898" y="1169785"/>
                </a:lnTo>
                <a:lnTo>
                  <a:pt x="97218" y="1184593"/>
                </a:lnTo>
                <a:lnTo>
                  <a:pt x="97455" y="1199400"/>
                </a:lnTo>
                <a:lnTo>
                  <a:pt x="97607" y="1214207"/>
                </a:lnTo>
                <a:lnTo>
                  <a:pt x="97674" y="1229015"/>
                </a:lnTo>
                <a:lnTo>
                  <a:pt x="97664" y="1243822"/>
                </a:lnTo>
                <a:lnTo>
                  <a:pt x="97586" y="1258630"/>
                </a:lnTo>
                <a:lnTo>
                  <a:pt x="97453" y="1273437"/>
                </a:lnTo>
                <a:lnTo>
                  <a:pt x="97278" y="1288245"/>
                </a:lnTo>
                <a:lnTo>
                  <a:pt x="97074" y="1303052"/>
                </a:lnTo>
                <a:lnTo>
                  <a:pt x="96854" y="1317859"/>
                </a:lnTo>
                <a:lnTo>
                  <a:pt x="96628" y="1332667"/>
                </a:lnTo>
                <a:lnTo>
                  <a:pt x="96404" y="1347474"/>
                </a:lnTo>
                <a:lnTo>
                  <a:pt x="96190" y="1362282"/>
                </a:lnTo>
                <a:lnTo>
                  <a:pt x="95990" y="1377089"/>
                </a:lnTo>
                <a:lnTo>
                  <a:pt x="95809" y="1391896"/>
                </a:lnTo>
                <a:lnTo>
                  <a:pt x="95650" y="1406704"/>
                </a:lnTo>
                <a:lnTo>
                  <a:pt x="95519" y="1421511"/>
                </a:lnTo>
                <a:lnTo>
                  <a:pt x="95422" y="1436319"/>
                </a:lnTo>
                <a:lnTo>
                  <a:pt x="95369" y="1451126"/>
                </a:lnTo>
                <a:lnTo>
                  <a:pt x="95380" y="1465933"/>
                </a:lnTo>
                <a:lnTo>
                  <a:pt x="95482" y="1480741"/>
                </a:lnTo>
                <a:lnTo>
                  <a:pt x="95714" y="1495548"/>
                </a:lnTo>
                <a:lnTo>
                  <a:pt x="96131" y="1510356"/>
                </a:lnTo>
                <a:lnTo>
                  <a:pt x="96802" y="1525163"/>
                </a:lnTo>
                <a:lnTo>
                  <a:pt x="97812" y="1539970"/>
                </a:lnTo>
                <a:lnTo>
                  <a:pt x="99260" y="1554778"/>
                </a:lnTo>
                <a:lnTo>
                  <a:pt x="101247" y="1569585"/>
                </a:lnTo>
                <a:lnTo>
                  <a:pt x="103873" y="1584393"/>
                </a:lnTo>
                <a:lnTo>
                  <a:pt x="107224" y="1599200"/>
                </a:lnTo>
                <a:lnTo>
                  <a:pt x="111351" y="1614007"/>
                </a:lnTo>
                <a:lnTo>
                  <a:pt x="116262" y="1628815"/>
                </a:lnTo>
                <a:lnTo>
                  <a:pt x="121905" y="1643622"/>
                </a:lnTo>
                <a:lnTo>
                  <a:pt x="128156" y="1658430"/>
                </a:lnTo>
                <a:lnTo>
                  <a:pt x="134818" y="1673237"/>
                </a:lnTo>
                <a:lnTo>
                  <a:pt x="141625" y="1688045"/>
                </a:lnTo>
                <a:lnTo>
                  <a:pt x="148253" y="1702852"/>
                </a:lnTo>
                <a:lnTo>
                  <a:pt x="154348" y="1717659"/>
                </a:lnTo>
                <a:lnTo>
                  <a:pt x="159552" y="1732467"/>
                </a:lnTo>
                <a:lnTo>
                  <a:pt x="163537" y="1747274"/>
                </a:lnTo>
                <a:lnTo>
                  <a:pt x="166043" y="1762082"/>
                </a:lnTo>
                <a:lnTo>
                  <a:pt x="166897" y="1776889"/>
                </a:lnTo>
                <a:lnTo>
                  <a:pt x="16689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8532">
            <a:extLst>
              <a:ext uri="{FF2B5EF4-FFF2-40B4-BE49-F238E27FC236}">
                <a16:creationId xmlns:a16="http://schemas.microsoft.com/office/drawing/2014/main" id="{DCD68201-2F60-47EF-A494-B82BBD840578}"/>
              </a:ext>
            </a:extLst>
          </p:cNvPr>
          <p:cNvSpPr>
            <a:spLocks noGrp="1"/>
          </p:cNvSpPr>
          <p:nvPr/>
        </p:nvSpPr>
        <p:spPr>
          <a:xfrm>
            <a:off x="695862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7" name="text_8533">
            <a:extLst>
              <a:ext uri="{FF2B5EF4-FFF2-40B4-BE49-F238E27FC236}">
                <a16:creationId xmlns:a16="http://schemas.microsoft.com/office/drawing/2014/main" id="{E1FBDC82-DB12-4086-9BC8-327A0125D335}"/>
              </a:ext>
            </a:extLst>
          </p:cNvPr>
          <p:cNvSpPr>
            <a:spLocks noGrp="1"/>
          </p:cNvSpPr>
          <p:nvPr/>
        </p:nvSpPr>
        <p:spPr>
          <a:xfrm>
            <a:off x="6925807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8534">
            <a:extLst>
              <a:ext uri="{FF2B5EF4-FFF2-40B4-BE49-F238E27FC236}">
                <a16:creationId xmlns:a16="http://schemas.microsoft.com/office/drawing/2014/main" id="{85D68837-BBB8-410B-B4D7-6BA72B9D3273}"/>
              </a:ext>
            </a:extLst>
          </p:cNvPr>
          <p:cNvSpPr>
            <a:spLocks noGrp="1"/>
          </p:cNvSpPr>
          <p:nvPr/>
        </p:nvSpPr>
        <p:spPr>
          <a:xfrm>
            <a:off x="7300139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9" name="text_8535">
            <a:extLst>
              <a:ext uri="{FF2B5EF4-FFF2-40B4-BE49-F238E27FC236}">
                <a16:creationId xmlns:a16="http://schemas.microsoft.com/office/drawing/2014/main" id="{6792F2BB-213C-4EB8-97EF-00981102E57D}"/>
              </a:ext>
            </a:extLst>
          </p:cNvPr>
          <p:cNvSpPr>
            <a:spLocks noGrp="1"/>
          </p:cNvSpPr>
          <p:nvPr/>
        </p:nvSpPr>
        <p:spPr>
          <a:xfrm>
            <a:off x="7234502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8536">
            <a:extLst>
              <a:ext uri="{FF2B5EF4-FFF2-40B4-BE49-F238E27FC236}">
                <a16:creationId xmlns:a16="http://schemas.microsoft.com/office/drawing/2014/main" id="{39BDEDD8-F2F8-4E89-8CBF-B7050175DDB1}"/>
              </a:ext>
            </a:extLst>
          </p:cNvPr>
          <p:cNvSpPr>
            <a:spLocks noGrp="1"/>
          </p:cNvSpPr>
          <p:nvPr/>
        </p:nvSpPr>
        <p:spPr>
          <a:xfrm>
            <a:off x="764165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1" name="text_8537">
            <a:extLst>
              <a:ext uri="{FF2B5EF4-FFF2-40B4-BE49-F238E27FC236}">
                <a16:creationId xmlns:a16="http://schemas.microsoft.com/office/drawing/2014/main" id="{9A624445-F1A8-4427-8144-23E9BEAC16D8}"/>
              </a:ext>
            </a:extLst>
          </p:cNvPr>
          <p:cNvSpPr>
            <a:spLocks noGrp="1"/>
          </p:cNvSpPr>
          <p:nvPr/>
        </p:nvSpPr>
        <p:spPr>
          <a:xfrm>
            <a:off x="754319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8538">
            <a:extLst>
              <a:ext uri="{FF2B5EF4-FFF2-40B4-BE49-F238E27FC236}">
                <a16:creationId xmlns:a16="http://schemas.microsoft.com/office/drawing/2014/main" id="{21A68E0F-6D52-471C-8956-A1190AFAAE2B}"/>
              </a:ext>
            </a:extLst>
          </p:cNvPr>
          <p:cNvSpPr>
            <a:spLocks noGrp="1"/>
          </p:cNvSpPr>
          <p:nvPr/>
        </p:nvSpPr>
        <p:spPr>
          <a:xfrm>
            <a:off x="832468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3" name="text_8539">
            <a:extLst>
              <a:ext uri="{FF2B5EF4-FFF2-40B4-BE49-F238E27FC236}">
                <a16:creationId xmlns:a16="http://schemas.microsoft.com/office/drawing/2014/main" id="{52102653-20F3-401D-9BF6-20A91DBFA232}"/>
              </a:ext>
            </a:extLst>
          </p:cNvPr>
          <p:cNvSpPr>
            <a:spLocks noGrp="1"/>
          </p:cNvSpPr>
          <p:nvPr/>
        </p:nvSpPr>
        <p:spPr>
          <a:xfrm>
            <a:off x="822622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8540">
            <a:extLst>
              <a:ext uri="{FF2B5EF4-FFF2-40B4-BE49-F238E27FC236}">
                <a16:creationId xmlns:a16="http://schemas.microsoft.com/office/drawing/2014/main" id="{8F68AF55-6672-4073-B93A-D9BC9BA4B8FC}"/>
              </a:ext>
            </a:extLst>
          </p:cNvPr>
          <p:cNvSpPr>
            <a:spLocks noGrp="1"/>
          </p:cNvSpPr>
          <p:nvPr/>
        </p:nvSpPr>
        <p:spPr>
          <a:xfrm>
            <a:off x="900770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5" name="text_8541">
            <a:extLst>
              <a:ext uri="{FF2B5EF4-FFF2-40B4-BE49-F238E27FC236}">
                <a16:creationId xmlns:a16="http://schemas.microsoft.com/office/drawing/2014/main" id="{7759BC28-F255-45B2-B98A-AC375F5D169A}"/>
              </a:ext>
            </a:extLst>
          </p:cNvPr>
          <p:cNvSpPr>
            <a:spLocks noGrp="1"/>
          </p:cNvSpPr>
          <p:nvPr/>
        </p:nvSpPr>
        <p:spPr>
          <a:xfrm>
            <a:off x="8909253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8542">
            <a:extLst>
              <a:ext uri="{FF2B5EF4-FFF2-40B4-BE49-F238E27FC236}">
                <a16:creationId xmlns:a16="http://schemas.microsoft.com/office/drawing/2014/main" id="{B20016F0-59C2-4F79-A537-55A5EE15C867}"/>
              </a:ext>
            </a:extLst>
          </p:cNvPr>
          <p:cNvSpPr>
            <a:spLocks noGrp="1"/>
          </p:cNvSpPr>
          <p:nvPr/>
        </p:nvSpPr>
        <p:spPr>
          <a:xfrm>
            <a:off x="7302900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8543">
            <a:extLst>
              <a:ext uri="{FF2B5EF4-FFF2-40B4-BE49-F238E27FC236}">
                <a16:creationId xmlns:a16="http://schemas.microsoft.com/office/drawing/2014/main" id="{CE0F1D34-4B56-40D4-9BB5-4930B28622E2}"/>
              </a:ext>
            </a:extLst>
          </p:cNvPr>
          <p:cNvSpPr>
            <a:spLocks noGrp="1"/>
          </p:cNvSpPr>
          <p:nvPr/>
        </p:nvSpPr>
        <p:spPr>
          <a:xfrm>
            <a:off x="6938134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098" name="data_8544">
            <a:extLst>
              <a:ext uri="{FF2B5EF4-FFF2-40B4-BE49-F238E27FC236}">
                <a16:creationId xmlns:a16="http://schemas.microsoft.com/office/drawing/2014/main" id="{BEAFC2E3-17E1-4884-840E-EE0E19BD7296}"/>
              </a:ext>
            </a:extLst>
          </p:cNvPr>
          <p:cNvSpPr>
            <a:spLocks noGrp="1"/>
          </p:cNvSpPr>
          <p:nvPr/>
        </p:nvSpPr>
        <p:spPr>
          <a:xfrm>
            <a:off x="6884931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9" name="text_8545">
            <a:extLst>
              <a:ext uri="{FF2B5EF4-FFF2-40B4-BE49-F238E27FC236}">
                <a16:creationId xmlns:a16="http://schemas.microsoft.com/office/drawing/2014/main" id="{AC6ABFC5-7504-47E7-8E41-AF05707904C8}"/>
              </a:ext>
            </a:extLst>
          </p:cNvPr>
          <p:cNvSpPr>
            <a:spLocks noGrp="1"/>
          </p:cNvSpPr>
          <p:nvPr/>
        </p:nvSpPr>
        <p:spPr>
          <a:xfrm>
            <a:off x="6766091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8546">
            <a:extLst>
              <a:ext uri="{FF2B5EF4-FFF2-40B4-BE49-F238E27FC236}">
                <a16:creationId xmlns:a16="http://schemas.microsoft.com/office/drawing/2014/main" id="{77C74623-E4E9-4E2F-8DEE-FCA7987DCDB5}"/>
              </a:ext>
            </a:extLst>
          </p:cNvPr>
          <p:cNvSpPr>
            <a:spLocks noGrp="1"/>
          </p:cNvSpPr>
          <p:nvPr/>
        </p:nvSpPr>
        <p:spPr>
          <a:xfrm>
            <a:off x="6938134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1" name="data_8547">
            <a:extLst>
              <a:ext uri="{FF2B5EF4-FFF2-40B4-BE49-F238E27FC236}">
                <a16:creationId xmlns:a16="http://schemas.microsoft.com/office/drawing/2014/main" id="{4CD3DDC6-C30C-41C2-AB69-2A238CA06559}"/>
              </a:ext>
            </a:extLst>
          </p:cNvPr>
          <p:cNvSpPr>
            <a:spLocks noGrp="1"/>
          </p:cNvSpPr>
          <p:nvPr/>
        </p:nvSpPr>
        <p:spPr>
          <a:xfrm>
            <a:off x="6884931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2" name="text_8548">
            <a:extLst>
              <a:ext uri="{FF2B5EF4-FFF2-40B4-BE49-F238E27FC236}">
                <a16:creationId xmlns:a16="http://schemas.microsoft.com/office/drawing/2014/main" id="{37AC610C-F973-495C-99A1-C747F0A6F344}"/>
              </a:ext>
            </a:extLst>
          </p:cNvPr>
          <p:cNvSpPr>
            <a:spLocks noGrp="1"/>
          </p:cNvSpPr>
          <p:nvPr/>
        </p:nvSpPr>
        <p:spPr>
          <a:xfrm>
            <a:off x="6700454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8549">
            <a:extLst>
              <a:ext uri="{FF2B5EF4-FFF2-40B4-BE49-F238E27FC236}">
                <a16:creationId xmlns:a16="http://schemas.microsoft.com/office/drawing/2014/main" id="{76AD1E2E-F960-4D13-87FA-4FCE63F95482}"/>
              </a:ext>
            </a:extLst>
          </p:cNvPr>
          <p:cNvSpPr>
            <a:spLocks noGrp="1"/>
          </p:cNvSpPr>
          <p:nvPr/>
        </p:nvSpPr>
        <p:spPr>
          <a:xfrm>
            <a:off x="6938134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4" name="data_8550">
            <a:extLst>
              <a:ext uri="{FF2B5EF4-FFF2-40B4-BE49-F238E27FC236}">
                <a16:creationId xmlns:a16="http://schemas.microsoft.com/office/drawing/2014/main" id="{484B6367-2572-4A2E-B23D-85CE3D616CA7}"/>
              </a:ext>
            </a:extLst>
          </p:cNvPr>
          <p:cNvSpPr>
            <a:spLocks noGrp="1"/>
          </p:cNvSpPr>
          <p:nvPr/>
        </p:nvSpPr>
        <p:spPr>
          <a:xfrm>
            <a:off x="6884931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5" name="text_8551">
            <a:extLst>
              <a:ext uri="{FF2B5EF4-FFF2-40B4-BE49-F238E27FC236}">
                <a16:creationId xmlns:a16="http://schemas.microsoft.com/office/drawing/2014/main" id="{39967220-0890-44B3-BA0A-EB3A3711ED70}"/>
              </a:ext>
            </a:extLst>
          </p:cNvPr>
          <p:cNvSpPr>
            <a:spLocks noGrp="1"/>
          </p:cNvSpPr>
          <p:nvPr/>
        </p:nvSpPr>
        <p:spPr>
          <a:xfrm>
            <a:off x="6634817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8552">
            <a:extLst>
              <a:ext uri="{FF2B5EF4-FFF2-40B4-BE49-F238E27FC236}">
                <a16:creationId xmlns:a16="http://schemas.microsoft.com/office/drawing/2014/main" id="{84EEFF71-ACD2-4766-BBF1-342B754AA5D9}"/>
              </a:ext>
            </a:extLst>
          </p:cNvPr>
          <p:cNvSpPr>
            <a:spLocks noGrp="1"/>
          </p:cNvSpPr>
          <p:nvPr/>
        </p:nvSpPr>
        <p:spPr>
          <a:xfrm>
            <a:off x="72439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data_8553">
            <a:extLst>
              <a:ext uri="{FF2B5EF4-FFF2-40B4-BE49-F238E27FC236}">
                <a16:creationId xmlns:a16="http://schemas.microsoft.com/office/drawing/2014/main" id="{AE6ADDE1-9F2C-4797-85D1-F9E73D5FF197}"/>
              </a:ext>
            </a:extLst>
          </p:cNvPr>
          <p:cNvSpPr>
            <a:spLocks noGrp="1"/>
          </p:cNvSpPr>
          <p:nvPr/>
        </p:nvSpPr>
        <p:spPr>
          <a:xfrm>
            <a:off x="7327348" y="62041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data_8554">
            <a:extLst>
              <a:ext uri="{FF2B5EF4-FFF2-40B4-BE49-F238E27FC236}">
                <a16:creationId xmlns:a16="http://schemas.microsoft.com/office/drawing/2014/main" id="{C437387F-E033-4F03-83C0-4315DE668161}"/>
              </a:ext>
            </a:extLst>
          </p:cNvPr>
          <p:cNvSpPr>
            <a:spLocks noGrp="1"/>
          </p:cNvSpPr>
          <p:nvPr/>
        </p:nvSpPr>
        <p:spPr>
          <a:xfrm>
            <a:off x="72165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data_8555">
            <a:extLst>
              <a:ext uri="{FF2B5EF4-FFF2-40B4-BE49-F238E27FC236}">
                <a16:creationId xmlns:a16="http://schemas.microsoft.com/office/drawing/2014/main" id="{03FD1A65-FB7B-45EA-8AAC-4369903D7AC5}"/>
              </a:ext>
            </a:extLst>
          </p:cNvPr>
          <p:cNvSpPr>
            <a:spLocks noGrp="1"/>
          </p:cNvSpPr>
          <p:nvPr/>
        </p:nvSpPr>
        <p:spPr>
          <a:xfrm>
            <a:off x="73169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data_8556">
            <a:extLst>
              <a:ext uri="{FF2B5EF4-FFF2-40B4-BE49-F238E27FC236}">
                <a16:creationId xmlns:a16="http://schemas.microsoft.com/office/drawing/2014/main" id="{9106E439-7BD7-4F55-94AF-B0302F28CB4B}"/>
              </a:ext>
            </a:extLst>
          </p:cNvPr>
          <p:cNvSpPr>
            <a:spLocks noGrp="1"/>
          </p:cNvSpPr>
          <p:nvPr/>
        </p:nvSpPr>
        <p:spPr>
          <a:xfrm>
            <a:off x="72651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data_8557">
            <a:extLst>
              <a:ext uri="{FF2B5EF4-FFF2-40B4-BE49-F238E27FC236}">
                <a16:creationId xmlns:a16="http://schemas.microsoft.com/office/drawing/2014/main" id="{5403C7EB-956E-4DAB-96DB-78DA83752C54}"/>
              </a:ext>
            </a:extLst>
          </p:cNvPr>
          <p:cNvSpPr>
            <a:spLocks noGrp="1"/>
          </p:cNvSpPr>
          <p:nvPr/>
        </p:nvSpPr>
        <p:spPr>
          <a:xfrm>
            <a:off x="73365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data_8558">
            <a:extLst>
              <a:ext uri="{FF2B5EF4-FFF2-40B4-BE49-F238E27FC236}">
                <a16:creationId xmlns:a16="http://schemas.microsoft.com/office/drawing/2014/main" id="{92889568-3752-4D04-B0D2-C3F01125321B}"/>
              </a:ext>
            </a:extLst>
          </p:cNvPr>
          <p:cNvSpPr>
            <a:spLocks noGrp="1"/>
          </p:cNvSpPr>
          <p:nvPr/>
        </p:nvSpPr>
        <p:spPr>
          <a:xfrm>
            <a:off x="72438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data_8559">
            <a:extLst>
              <a:ext uri="{FF2B5EF4-FFF2-40B4-BE49-F238E27FC236}">
                <a16:creationId xmlns:a16="http://schemas.microsoft.com/office/drawing/2014/main" id="{DD7F1BCA-8CBB-4A8F-8EBC-1D76E85BD638}"/>
              </a:ext>
            </a:extLst>
          </p:cNvPr>
          <p:cNvSpPr>
            <a:spLocks noGrp="1"/>
          </p:cNvSpPr>
          <p:nvPr/>
        </p:nvSpPr>
        <p:spPr>
          <a:xfrm>
            <a:off x="7307413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data_8560">
            <a:extLst>
              <a:ext uri="{FF2B5EF4-FFF2-40B4-BE49-F238E27FC236}">
                <a16:creationId xmlns:a16="http://schemas.microsoft.com/office/drawing/2014/main" id="{BE5A3602-64BD-4C89-BA45-27CAB24B983E}"/>
              </a:ext>
            </a:extLst>
          </p:cNvPr>
          <p:cNvSpPr>
            <a:spLocks noGrp="1"/>
          </p:cNvSpPr>
          <p:nvPr/>
        </p:nvSpPr>
        <p:spPr>
          <a:xfrm>
            <a:off x="7221157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data_8561">
            <a:extLst>
              <a:ext uri="{FF2B5EF4-FFF2-40B4-BE49-F238E27FC236}">
                <a16:creationId xmlns:a16="http://schemas.microsoft.com/office/drawing/2014/main" id="{AA1A1978-7DD7-4CB0-8FEC-1E252918B4BB}"/>
              </a:ext>
            </a:extLst>
          </p:cNvPr>
          <p:cNvSpPr>
            <a:spLocks noGrp="1"/>
          </p:cNvSpPr>
          <p:nvPr/>
        </p:nvSpPr>
        <p:spPr>
          <a:xfrm>
            <a:off x="72489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data_8562">
            <a:extLst>
              <a:ext uri="{FF2B5EF4-FFF2-40B4-BE49-F238E27FC236}">
                <a16:creationId xmlns:a16="http://schemas.microsoft.com/office/drawing/2014/main" id="{82D8D5C9-2398-4F57-8FE0-DD3AB6B62461}"/>
              </a:ext>
            </a:extLst>
          </p:cNvPr>
          <p:cNvSpPr>
            <a:spLocks noGrp="1"/>
          </p:cNvSpPr>
          <p:nvPr/>
        </p:nvSpPr>
        <p:spPr>
          <a:xfrm>
            <a:off x="72208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data_8563">
            <a:extLst>
              <a:ext uri="{FF2B5EF4-FFF2-40B4-BE49-F238E27FC236}">
                <a16:creationId xmlns:a16="http://schemas.microsoft.com/office/drawing/2014/main" id="{39C527B3-938E-46BE-8F6C-39067F635A5C}"/>
              </a:ext>
            </a:extLst>
          </p:cNvPr>
          <p:cNvSpPr>
            <a:spLocks noGrp="1"/>
          </p:cNvSpPr>
          <p:nvPr/>
        </p:nvSpPr>
        <p:spPr>
          <a:xfrm>
            <a:off x="729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data_8564">
            <a:extLst>
              <a:ext uri="{FF2B5EF4-FFF2-40B4-BE49-F238E27FC236}">
                <a16:creationId xmlns:a16="http://schemas.microsoft.com/office/drawing/2014/main" id="{772E852B-B0CF-46B4-9B40-E626DFDA729A}"/>
              </a:ext>
            </a:extLst>
          </p:cNvPr>
          <p:cNvSpPr>
            <a:spLocks noGrp="1"/>
          </p:cNvSpPr>
          <p:nvPr/>
        </p:nvSpPr>
        <p:spPr>
          <a:xfrm>
            <a:off x="72384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data_8565">
            <a:extLst>
              <a:ext uri="{FF2B5EF4-FFF2-40B4-BE49-F238E27FC236}">
                <a16:creationId xmlns:a16="http://schemas.microsoft.com/office/drawing/2014/main" id="{ABD11E45-EFDF-4AB8-AE5E-F95F17EE2756}"/>
              </a:ext>
            </a:extLst>
          </p:cNvPr>
          <p:cNvSpPr>
            <a:spLocks noGrp="1"/>
          </p:cNvSpPr>
          <p:nvPr/>
        </p:nvSpPr>
        <p:spPr>
          <a:xfrm>
            <a:off x="7277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data_8566">
            <a:extLst>
              <a:ext uri="{FF2B5EF4-FFF2-40B4-BE49-F238E27FC236}">
                <a16:creationId xmlns:a16="http://schemas.microsoft.com/office/drawing/2014/main" id="{BB46E913-27FD-4217-B6B3-FFBF43C9C91A}"/>
              </a:ext>
            </a:extLst>
          </p:cNvPr>
          <p:cNvSpPr>
            <a:spLocks noGrp="1"/>
          </p:cNvSpPr>
          <p:nvPr/>
        </p:nvSpPr>
        <p:spPr>
          <a:xfrm>
            <a:off x="7263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data_8567">
            <a:extLst>
              <a:ext uri="{FF2B5EF4-FFF2-40B4-BE49-F238E27FC236}">
                <a16:creationId xmlns:a16="http://schemas.microsoft.com/office/drawing/2014/main" id="{9FF262F1-88B3-4FEE-B004-E62A8CAE3826}"/>
              </a:ext>
            </a:extLst>
          </p:cNvPr>
          <p:cNvSpPr>
            <a:spLocks noGrp="1"/>
          </p:cNvSpPr>
          <p:nvPr/>
        </p:nvSpPr>
        <p:spPr>
          <a:xfrm>
            <a:off x="7250864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data_8568">
            <a:extLst>
              <a:ext uri="{FF2B5EF4-FFF2-40B4-BE49-F238E27FC236}">
                <a16:creationId xmlns:a16="http://schemas.microsoft.com/office/drawing/2014/main" id="{724975EE-98B9-4FF3-B1EC-0300122AA5A6}"/>
              </a:ext>
            </a:extLst>
          </p:cNvPr>
          <p:cNvSpPr>
            <a:spLocks noGrp="1"/>
          </p:cNvSpPr>
          <p:nvPr/>
        </p:nvSpPr>
        <p:spPr>
          <a:xfrm>
            <a:off x="72205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data_8569">
            <a:extLst>
              <a:ext uri="{FF2B5EF4-FFF2-40B4-BE49-F238E27FC236}">
                <a16:creationId xmlns:a16="http://schemas.microsoft.com/office/drawing/2014/main" id="{3D3745B3-B2BC-41D7-B10F-F124C78D103E}"/>
              </a:ext>
            </a:extLst>
          </p:cNvPr>
          <p:cNvSpPr>
            <a:spLocks noGrp="1"/>
          </p:cNvSpPr>
          <p:nvPr/>
        </p:nvSpPr>
        <p:spPr>
          <a:xfrm>
            <a:off x="73375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data_8570">
            <a:extLst>
              <a:ext uri="{FF2B5EF4-FFF2-40B4-BE49-F238E27FC236}">
                <a16:creationId xmlns:a16="http://schemas.microsoft.com/office/drawing/2014/main" id="{AFC2FC90-B234-413E-9FA8-784C7C8A1360}"/>
              </a:ext>
            </a:extLst>
          </p:cNvPr>
          <p:cNvSpPr>
            <a:spLocks noGrp="1"/>
          </p:cNvSpPr>
          <p:nvPr/>
        </p:nvSpPr>
        <p:spPr>
          <a:xfrm>
            <a:off x="72223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data_8571">
            <a:extLst>
              <a:ext uri="{FF2B5EF4-FFF2-40B4-BE49-F238E27FC236}">
                <a16:creationId xmlns:a16="http://schemas.microsoft.com/office/drawing/2014/main" id="{A4B23401-C2B8-456A-9D70-EC3540DAAD72}"/>
              </a:ext>
            </a:extLst>
          </p:cNvPr>
          <p:cNvSpPr>
            <a:spLocks noGrp="1"/>
          </p:cNvSpPr>
          <p:nvPr/>
        </p:nvSpPr>
        <p:spPr>
          <a:xfrm>
            <a:off x="73278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data_8572">
            <a:extLst>
              <a:ext uri="{FF2B5EF4-FFF2-40B4-BE49-F238E27FC236}">
                <a16:creationId xmlns:a16="http://schemas.microsoft.com/office/drawing/2014/main" id="{8E95C921-D356-490D-B138-5CEAFE159493}"/>
              </a:ext>
            </a:extLst>
          </p:cNvPr>
          <p:cNvSpPr>
            <a:spLocks noGrp="1"/>
          </p:cNvSpPr>
          <p:nvPr/>
        </p:nvSpPr>
        <p:spPr>
          <a:xfrm>
            <a:off x="72657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data_8573">
            <a:extLst>
              <a:ext uri="{FF2B5EF4-FFF2-40B4-BE49-F238E27FC236}">
                <a16:creationId xmlns:a16="http://schemas.microsoft.com/office/drawing/2014/main" id="{3116EEED-E800-4876-A1CD-F15CBA20FB1A}"/>
              </a:ext>
            </a:extLst>
          </p:cNvPr>
          <p:cNvSpPr>
            <a:spLocks noGrp="1"/>
          </p:cNvSpPr>
          <p:nvPr/>
        </p:nvSpPr>
        <p:spPr>
          <a:xfrm>
            <a:off x="73428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data_8574">
            <a:extLst>
              <a:ext uri="{FF2B5EF4-FFF2-40B4-BE49-F238E27FC236}">
                <a16:creationId xmlns:a16="http://schemas.microsoft.com/office/drawing/2014/main" id="{0A35B2D3-A7DE-4472-8C4A-6D18D0A09C35}"/>
              </a:ext>
            </a:extLst>
          </p:cNvPr>
          <p:cNvSpPr>
            <a:spLocks noGrp="1"/>
          </p:cNvSpPr>
          <p:nvPr/>
        </p:nvSpPr>
        <p:spPr>
          <a:xfrm>
            <a:off x="7302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data_8575">
            <a:extLst>
              <a:ext uri="{FF2B5EF4-FFF2-40B4-BE49-F238E27FC236}">
                <a16:creationId xmlns:a16="http://schemas.microsoft.com/office/drawing/2014/main" id="{1292E656-F1B8-4E3B-9B19-19FCEB294EFF}"/>
              </a:ext>
            </a:extLst>
          </p:cNvPr>
          <p:cNvSpPr>
            <a:spLocks noGrp="1"/>
          </p:cNvSpPr>
          <p:nvPr/>
        </p:nvSpPr>
        <p:spPr>
          <a:xfrm>
            <a:off x="7310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data_8576">
            <a:extLst>
              <a:ext uri="{FF2B5EF4-FFF2-40B4-BE49-F238E27FC236}">
                <a16:creationId xmlns:a16="http://schemas.microsoft.com/office/drawing/2014/main" id="{B55AB2EC-F262-4DB9-8F16-8A9118B9E5E8}"/>
              </a:ext>
            </a:extLst>
          </p:cNvPr>
          <p:cNvSpPr>
            <a:spLocks noGrp="1"/>
          </p:cNvSpPr>
          <p:nvPr/>
        </p:nvSpPr>
        <p:spPr>
          <a:xfrm>
            <a:off x="7253731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data_8577">
            <a:extLst>
              <a:ext uri="{FF2B5EF4-FFF2-40B4-BE49-F238E27FC236}">
                <a16:creationId xmlns:a16="http://schemas.microsoft.com/office/drawing/2014/main" id="{A743A744-D42E-4235-AF58-0123D185664A}"/>
              </a:ext>
            </a:extLst>
          </p:cNvPr>
          <p:cNvSpPr>
            <a:spLocks noGrp="1"/>
          </p:cNvSpPr>
          <p:nvPr/>
        </p:nvSpPr>
        <p:spPr>
          <a:xfrm>
            <a:off x="733555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data_8578">
            <a:extLst>
              <a:ext uri="{FF2B5EF4-FFF2-40B4-BE49-F238E27FC236}">
                <a16:creationId xmlns:a16="http://schemas.microsoft.com/office/drawing/2014/main" id="{2F9CE150-092D-4653-A0D5-C1C8BEEBD419}"/>
              </a:ext>
            </a:extLst>
          </p:cNvPr>
          <p:cNvSpPr>
            <a:spLocks noGrp="1"/>
          </p:cNvSpPr>
          <p:nvPr/>
        </p:nvSpPr>
        <p:spPr>
          <a:xfrm>
            <a:off x="7311191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data_8579">
            <a:extLst>
              <a:ext uri="{FF2B5EF4-FFF2-40B4-BE49-F238E27FC236}">
                <a16:creationId xmlns:a16="http://schemas.microsoft.com/office/drawing/2014/main" id="{6EA936D9-FB05-4943-A264-0FC1BFF4B581}"/>
              </a:ext>
            </a:extLst>
          </p:cNvPr>
          <p:cNvSpPr>
            <a:spLocks noGrp="1"/>
          </p:cNvSpPr>
          <p:nvPr/>
        </p:nvSpPr>
        <p:spPr>
          <a:xfrm>
            <a:off x="7236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data_8580">
            <a:extLst>
              <a:ext uri="{FF2B5EF4-FFF2-40B4-BE49-F238E27FC236}">
                <a16:creationId xmlns:a16="http://schemas.microsoft.com/office/drawing/2014/main" id="{F3D3C68A-8D1A-48F3-9D2C-A6C4BE1B957B}"/>
              </a:ext>
            </a:extLst>
          </p:cNvPr>
          <p:cNvSpPr>
            <a:spLocks noGrp="1"/>
          </p:cNvSpPr>
          <p:nvPr/>
        </p:nvSpPr>
        <p:spPr>
          <a:xfrm>
            <a:off x="7308976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data_8581">
            <a:extLst>
              <a:ext uri="{FF2B5EF4-FFF2-40B4-BE49-F238E27FC236}">
                <a16:creationId xmlns:a16="http://schemas.microsoft.com/office/drawing/2014/main" id="{92BCFBE1-DDAD-4687-9355-820E5DDC79DE}"/>
              </a:ext>
            </a:extLst>
          </p:cNvPr>
          <p:cNvSpPr>
            <a:spLocks noGrp="1"/>
          </p:cNvSpPr>
          <p:nvPr/>
        </p:nvSpPr>
        <p:spPr>
          <a:xfrm>
            <a:off x="7243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data_8582">
            <a:extLst>
              <a:ext uri="{FF2B5EF4-FFF2-40B4-BE49-F238E27FC236}">
                <a16:creationId xmlns:a16="http://schemas.microsoft.com/office/drawing/2014/main" id="{0AD88746-2899-4FB5-8120-6AD1FE4FB9B8}"/>
              </a:ext>
            </a:extLst>
          </p:cNvPr>
          <p:cNvSpPr>
            <a:spLocks noGrp="1"/>
          </p:cNvSpPr>
          <p:nvPr/>
        </p:nvSpPr>
        <p:spPr>
          <a:xfrm>
            <a:off x="7253600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data_8583">
            <a:extLst>
              <a:ext uri="{FF2B5EF4-FFF2-40B4-BE49-F238E27FC236}">
                <a16:creationId xmlns:a16="http://schemas.microsoft.com/office/drawing/2014/main" id="{85239DAB-4474-4743-879D-65437670BF57}"/>
              </a:ext>
            </a:extLst>
          </p:cNvPr>
          <p:cNvSpPr>
            <a:spLocks noGrp="1"/>
          </p:cNvSpPr>
          <p:nvPr/>
        </p:nvSpPr>
        <p:spPr>
          <a:xfrm>
            <a:off x="733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data_8584">
            <a:extLst>
              <a:ext uri="{FF2B5EF4-FFF2-40B4-BE49-F238E27FC236}">
                <a16:creationId xmlns:a16="http://schemas.microsoft.com/office/drawing/2014/main" id="{4255A8FB-5557-4D95-A3A4-5AC2E40A410E}"/>
              </a:ext>
            </a:extLst>
          </p:cNvPr>
          <p:cNvSpPr>
            <a:spLocks noGrp="1"/>
          </p:cNvSpPr>
          <p:nvPr/>
        </p:nvSpPr>
        <p:spPr>
          <a:xfrm>
            <a:off x="725568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data_8585">
            <a:extLst>
              <a:ext uri="{FF2B5EF4-FFF2-40B4-BE49-F238E27FC236}">
                <a16:creationId xmlns:a16="http://schemas.microsoft.com/office/drawing/2014/main" id="{F072C651-1A3C-4EA3-B596-4A1E534E062A}"/>
              </a:ext>
            </a:extLst>
          </p:cNvPr>
          <p:cNvSpPr>
            <a:spLocks noGrp="1"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data_8586">
            <a:extLst>
              <a:ext uri="{FF2B5EF4-FFF2-40B4-BE49-F238E27FC236}">
                <a16:creationId xmlns:a16="http://schemas.microsoft.com/office/drawing/2014/main" id="{BF4293CA-D64A-4C94-B96D-8BDFBB96D60F}"/>
              </a:ext>
            </a:extLst>
          </p:cNvPr>
          <p:cNvSpPr>
            <a:spLocks noGrp="1"/>
          </p:cNvSpPr>
          <p:nvPr/>
        </p:nvSpPr>
        <p:spPr>
          <a:xfrm>
            <a:off x="732826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data_8587">
            <a:extLst>
              <a:ext uri="{FF2B5EF4-FFF2-40B4-BE49-F238E27FC236}">
                <a16:creationId xmlns:a16="http://schemas.microsoft.com/office/drawing/2014/main" id="{486B3830-024A-4855-8EE8-CE3651064B56}"/>
              </a:ext>
            </a:extLst>
          </p:cNvPr>
          <p:cNvSpPr>
            <a:spLocks noGrp="1"/>
          </p:cNvSpPr>
          <p:nvPr/>
        </p:nvSpPr>
        <p:spPr>
          <a:xfrm>
            <a:off x="73316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data_8588">
            <a:extLst>
              <a:ext uri="{FF2B5EF4-FFF2-40B4-BE49-F238E27FC236}">
                <a16:creationId xmlns:a16="http://schemas.microsoft.com/office/drawing/2014/main" id="{D3B4EE19-6628-4479-A214-1295EB2EAB30}"/>
              </a:ext>
            </a:extLst>
          </p:cNvPr>
          <p:cNvSpPr>
            <a:spLocks noGrp="1"/>
          </p:cNvSpPr>
          <p:nvPr/>
        </p:nvSpPr>
        <p:spPr>
          <a:xfrm>
            <a:off x="7256728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data_8589">
            <a:extLst>
              <a:ext uri="{FF2B5EF4-FFF2-40B4-BE49-F238E27FC236}">
                <a16:creationId xmlns:a16="http://schemas.microsoft.com/office/drawing/2014/main" id="{2A1BC815-871C-4ED6-8071-FE0AA794283A}"/>
              </a:ext>
            </a:extLst>
          </p:cNvPr>
          <p:cNvSpPr>
            <a:spLocks noGrp="1"/>
          </p:cNvSpPr>
          <p:nvPr/>
        </p:nvSpPr>
        <p:spPr>
          <a:xfrm>
            <a:off x="72370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data_8590">
            <a:extLst>
              <a:ext uri="{FF2B5EF4-FFF2-40B4-BE49-F238E27FC236}">
                <a16:creationId xmlns:a16="http://schemas.microsoft.com/office/drawing/2014/main" id="{A00B5A7E-CDCF-4BDD-A9EB-AA3DF6704470}"/>
              </a:ext>
            </a:extLst>
          </p:cNvPr>
          <p:cNvSpPr>
            <a:spLocks noGrp="1"/>
          </p:cNvSpPr>
          <p:nvPr/>
        </p:nvSpPr>
        <p:spPr>
          <a:xfrm>
            <a:off x="73128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data_8591">
            <a:extLst>
              <a:ext uri="{FF2B5EF4-FFF2-40B4-BE49-F238E27FC236}">
                <a16:creationId xmlns:a16="http://schemas.microsoft.com/office/drawing/2014/main" id="{1E720C95-80ED-4BC5-80CB-D8A3E9A052D5}"/>
              </a:ext>
            </a:extLst>
          </p:cNvPr>
          <p:cNvSpPr>
            <a:spLocks noGrp="1"/>
          </p:cNvSpPr>
          <p:nvPr/>
        </p:nvSpPr>
        <p:spPr>
          <a:xfrm>
            <a:off x="72309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data_8592">
            <a:extLst>
              <a:ext uri="{FF2B5EF4-FFF2-40B4-BE49-F238E27FC236}">
                <a16:creationId xmlns:a16="http://schemas.microsoft.com/office/drawing/2014/main" id="{A51F39AE-87C4-488D-9E80-F6634B013741}"/>
              </a:ext>
            </a:extLst>
          </p:cNvPr>
          <p:cNvSpPr>
            <a:spLocks noGrp="1"/>
          </p:cNvSpPr>
          <p:nvPr/>
        </p:nvSpPr>
        <p:spPr>
          <a:xfrm>
            <a:off x="72391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data_8593">
            <a:extLst>
              <a:ext uri="{FF2B5EF4-FFF2-40B4-BE49-F238E27FC236}">
                <a16:creationId xmlns:a16="http://schemas.microsoft.com/office/drawing/2014/main" id="{4A39C48D-F2AA-4CFA-9888-F5E4AC542F3B}"/>
              </a:ext>
            </a:extLst>
          </p:cNvPr>
          <p:cNvSpPr>
            <a:spLocks noGrp="1"/>
          </p:cNvSpPr>
          <p:nvPr/>
        </p:nvSpPr>
        <p:spPr>
          <a:xfrm>
            <a:off x="731614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data_8594">
            <a:extLst>
              <a:ext uri="{FF2B5EF4-FFF2-40B4-BE49-F238E27FC236}">
                <a16:creationId xmlns:a16="http://schemas.microsoft.com/office/drawing/2014/main" id="{0AD1A830-3124-450B-8D20-4D974D3BF2F4}"/>
              </a:ext>
            </a:extLst>
          </p:cNvPr>
          <p:cNvSpPr>
            <a:spLocks noGrp="1"/>
          </p:cNvSpPr>
          <p:nvPr/>
        </p:nvSpPr>
        <p:spPr>
          <a:xfrm>
            <a:off x="72321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data_8595">
            <a:extLst>
              <a:ext uri="{FF2B5EF4-FFF2-40B4-BE49-F238E27FC236}">
                <a16:creationId xmlns:a16="http://schemas.microsoft.com/office/drawing/2014/main" id="{0CD408BD-05FB-4E60-8C61-03050DAC0E54}"/>
              </a:ext>
            </a:extLst>
          </p:cNvPr>
          <p:cNvSpPr>
            <a:spLocks noGrp="1"/>
          </p:cNvSpPr>
          <p:nvPr/>
        </p:nvSpPr>
        <p:spPr>
          <a:xfrm>
            <a:off x="73411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data_8596">
            <a:extLst>
              <a:ext uri="{FF2B5EF4-FFF2-40B4-BE49-F238E27FC236}">
                <a16:creationId xmlns:a16="http://schemas.microsoft.com/office/drawing/2014/main" id="{4C14897F-BA3D-4897-B061-A2110F689D0B}"/>
              </a:ext>
            </a:extLst>
          </p:cNvPr>
          <p:cNvSpPr>
            <a:spLocks noGrp="1"/>
          </p:cNvSpPr>
          <p:nvPr/>
        </p:nvSpPr>
        <p:spPr>
          <a:xfrm>
            <a:off x="73212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data_8597">
            <a:extLst>
              <a:ext uri="{FF2B5EF4-FFF2-40B4-BE49-F238E27FC236}">
                <a16:creationId xmlns:a16="http://schemas.microsoft.com/office/drawing/2014/main" id="{8D1FE4FA-851E-4978-8F37-D3459CA6E0F1}"/>
              </a:ext>
            </a:extLst>
          </p:cNvPr>
          <p:cNvSpPr>
            <a:spLocks noGrp="1"/>
          </p:cNvSpPr>
          <p:nvPr/>
        </p:nvSpPr>
        <p:spPr>
          <a:xfrm>
            <a:off x="72740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data_8598">
            <a:extLst>
              <a:ext uri="{FF2B5EF4-FFF2-40B4-BE49-F238E27FC236}">
                <a16:creationId xmlns:a16="http://schemas.microsoft.com/office/drawing/2014/main" id="{1DF31D33-0F4D-43FA-ADFA-3A5749748ACF}"/>
              </a:ext>
            </a:extLst>
          </p:cNvPr>
          <p:cNvSpPr>
            <a:spLocks noGrp="1"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data_8599">
            <a:extLst>
              <a:ext uri="{FF2B5EF4-FFF2-40B4-BE49-F238E27FC236}">
                <a16:creationId xmlns:a16="http://schemas.microsoft.com/office/drawing/2014/main" id="{A825EE66-837F-4222-A65B-5C0C7A9D0D30}"/>
              </a:ext>
            </a:extLst>
          </p:cNvPr>
          <p:cNvSpPr>
            <a:spLocks noGrp="1"/>
          </p:cNvSpPr>
          <p:nvPr/>
        </p:nvSpPr>
        <p:spPr>
          <a:xfrm>
            <a:off x="7344808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data_8600">
            <a:extLst>
              <a:ext uri="{FF2B5EF4-FFF2-40B4-BE49-F238E27FC236}">
                <a16:creationId xmlns:a16="http://schemas.microsoft.com/office/drawing/2014/main" id="{FE673103-9BC6-4439-B491-95D9016842A3}"/>
              </a:ext>
            </a:extLst>
          </p:cNvPr>
          <p:cNvSpPr>
            <a:spLocks noGrp="1"/>
          </p:cNvSpPr>
          <p:nvPr/>
        </p:nvSpPr>
        <p:spPr>
          <a:xfrm>
            <a:off x="72975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data_8601">
            <a:extLst>
              <a:ext uri="{FF2B5EF4-FFF2-40B4-BE49-F238E27FC236}">
                <a16:creationId xmlns:a16="http://schemas.microsoft.com/office/drawing/2014/main" id="{7843C406-D19D-4FF1-8FE3-FE2735262507}"/>
              </a:ext>
            </a:extLst>
          </p:cNvPr>
          <p:cNvSpPr>
            <a:spLocks noGrp="1"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data_8602">
            <a:extLst>
              <a:ext uri="{FF2B5EF4-FFF2-40B4-BE49-F238E27FC236}">
                <a16:creationId xmlns:a16="http://schemas.microsoft.com/office/drawing/2014/main" id="{7A49CCCB-70D6-4C14-82D1-1DBDB33C914D}"/>
              </a:ext>
            </a:extLst>
          </p:cNvPr>
          <p:cNvSpPr>
            <a:spLocks noGrp="1"/>
          </p:cNvSpPr>
          <p:nvPr/>
        </p:nvSpPr>
        <p:spPr>
          <a:xfrm>
            <a:off x="723588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data_8603">
            <a:extLst>
              <a:ext uri="{FF2B5EF4-FFF2-40B4-BE49-F238E27FC236}">
                <a16:creationId xmlns:a16="http://schemas.microsoft.com/office/drawing/2014/main" id="{2155EE27-2780-4B5C-A3AB-604E0EE074C6}"/>
              </a:ext>
            </a:extLst>
          </p:cNvPr>
          <p:cNvSpPr>
            <a:spLocks noGrp="1"/>
          </p:cNvSpPr>
          <p:nvPr/>
        </p:nvSpPr>
        <p:spPr>
          <a:xfrm>
            <a:off x="7272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data_8604">
            <a:extLst>
              <a:ext uri="{FF2B5EF4-FFF2-40B4-BE49-F238E27FC236}">
                <a16:creationId xmlns:a16="http://schemas.microsoft.com/office/drawing/2014/main" id="{D0E51014-866C-4C64-8521-A62C6D0D0B43}"/>
              </a:ext>
            </a:extLst>
          </p:cNvPr>
          <p:cNvSpPr>
            <a:spLocks noGrp="1"/>
          </p:cNvSpPr>
          <p:nvPr/>
        </p:nvSpPr>
        <p:spPr>
          <a:xfrm>
            <a:off x="73191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data_8605">
            <a:extLst>
              <a:ext uri="{FF2B5EF4-FFF2-40B4-BE49-F238E27FC236}">
                <a16:creationId xmlns:a16="http://schemas.microsoft.com/office/drawing/2014/main" id="{3476FFED-39AD-4462-9E0A-943C9657CF20}"/>
              </a:ext>
            </a:extLst>
          </p:cNvPr>
          <p:cNvSpPr>
            <a:spLocks noGrp="1"/>
          </p:cNvSpPr>
          <p:nvPr/>
        </p:nvSpPr>
        <p:spPr>
          <a:xfrm>
            <a:off x="730024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data_8606">
            <a:extLst>
              <a:ext uri="{FF2B5EF4-FFF2-40B4-BE49-F238E27FC236}">
                <a16:creationId xmlns:a16="http://schemas.microsoft.com/office/drawing/2014/main" id="{2899BC4D-509E-4124-AA40-63C0FC724CD9}"/>
              </a:ext>
            </a:extLst>
          </p:cNvPr>
          <p:cNvSpPr>
            <a:spLocks noGrp="1"/>
          </p:cNvSpPr>
          <p:nvPr/>
        </p:nvSpPr>
        <p:spPr>
          <a:xfrm>
            <a:off x="7338423" y="60742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data_8607">
            <a:extLst>
              <a:ext uri="{FF2B5EF4-FFF2-40B4-BE49-F238E27FC236}">
                <a16:creationId xmlns:a16="http://schemas.microsoft.com/office/drawing/2014/main" id="{2AED6D85-7092-4814-9FD4-CE86152B97D5}"/>
              </a:ext>
            </a:extLst>
          </p:cNvPr>
          <p:cNvSpPr>
            <a:spLocks noGrp="1"/>
          </p:cNvSpPr>
          <p:nvPr/>
        </p:nvSpPr>
        <p:spPr>
          <a:xfrm>
            <a:off x="72175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data_8608">
            <a:extLst>
              <a:ext uri="{FF2B5EF4-FFF2-40B4-BE49-F238E27FC236}">
                <a16:creationId xmlns:a16="http://schemas.microsoft.com/office/drawing/2014/main" id="{BF2C0933-BDAB-4516-AFEF-2688400FCAC7}"/>
              </a:ext>
            </a:extLst>
          </p:cNvPr>
          <p:cNvSpPr>
            <a:spLocks noGrp="1"/>
          </p:cNvSpPr>
          <p:nvPr/>
        </p:nvSpPr>
        <p:spPr>
          <a:xfrm>
            <a:off x="7271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data_8609">
            <a:extLst>
              <a:ext uri="{FF2B5EF4-FFF2-40B4-BE49-F238E27FC236}">
                <a16:creationId xmlns:a16="http://schemas.microsoft.com/office/drawing/2014/main" id="{2A025468-DC64-4343-9D08-961E2F8353A2}"/>
              </a:ext>
            </a:extLst>
          </p:cNvPr>
          <p:cNvSpPr>
            <a:spLocks noGrp="1"/>
          </p:cNvSpPr>
          <p:nvPr/>
        </p:nvSpPr>
        <p:spPr>
          <a:xfrm>
            <a:off x="72955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data_8610">
            <a:extLst>
              <a:ext uri="{FF2B5EF4-FFF2-40B4-BE49-F238E27FC236}">
                <a16:creationId xmlns:a16="http://schemas.microsoft.com/office/drawing/2014/main" id="{355D015F-A4C7-4C3A-AE7E-05079503167B}"/>
              </a:ext>
            </a:extLst>
          </p:cNvPr>
          <p:cNvSpPr>
            <a:spLocks noGrp="1"/>
          </p:cNvSpPr>
          <p:nvPr/>
        </p:nvSpPr>
        <p:spPr>
          <a:xfrm>
            <a:off x="72550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data_8611">
            <a:extLst>
              <a:ext uri="{FF2B5EF4-FFF2-40B4-BE49-F238E27FC236}">
                <a16:creationId xmlns:a16="http://schemas.microsoft.com/office/drawing/2014/main" id="{5990E016-9893-43F3-9055-86BCB241A727}"/>
              </a:ext>
            </a:extLst>
          </p:cNvPr>
          <p:cNvSpPr>
            <a:spLocks noGrp="1"/>
          </p:cNvSpPr>
          <p:nvPr/>
        </p:nvSpPr>
        <p:spPr>
          <a:xfrm>
            <a:off x="72842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data_8612">
            <a:extLst>
              <a:ext uri="{FF2B5EF4-FFF2-40B4-BE49-F238E27FC236}">
                <a16:creationId xmlns:a16="http://schemas.microsoft.com/office/drawing/2014/main" id="{9BFEB3EB-3762-4396-AD6C-6905C1F3823A}"/>
              </a:ext>
            </a:extLst>
          </p:cNvPr>
          <p:cNvSpPr>
            <a:spLocks noGrp="1"/>
          </p:cNvSpPr>
          <p:nvPr/>
        </p:nvSpPr>
        <p:spPr>
          <a:xfrm>
            <a:off x="7267803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data_8613">
            <a:extLst>
              <a:ext uri="{FF2B5EF4-FFF2-40B4-BE49-F238E27FC236}">
                <a16:creationId xmlns:a16="http://schemas.microsoft.com/office/drawing/2014/main" id="{FB3C5A4E-B261-42C8-B862-EEAA8B47704A}"/>
              </a:ext>
            </a:extLst>
          </p:cNvPr>
          <p:cNvSpPr>
            <a:spLocks noGrp="1"/>
          </p:cNvSpPr>
          <p:nvPr/>
        </p:nvSpPr>
        <p:spPr>
          <a:xfrm>
            <a:off x="7324091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data_8614">
            <a:extLst>
              <a:ext uri="{FF2B5EF4-FFF2-40B4-BE49-F238E27FC236}">
                <a16:creationId xmlns:a16="http://schemas.microsoft.com/office/drawing/2014/main" id="{E239ABA0-F396-45FF-AF35-B4BF5FBA1649}"/>
              </a:ext>
            </a:extLst>
          </p:cNvPr>
          <p:cNvSpPr>
            <a:spLocks noGrp="1"/>
          </p:cNvSpPr>
          <p:nvPr/>
        </p:nvSpPr>
        <p:spPr>
          <a:xfrm>
            <a:off x="723184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data_8615">
            <a:extLst>
              <a:ext uri="{FF2B5EF4-FFF2-40B4-BE49-F238E27FC236}">
                <a16:creationId xmlns:a16="http://schemas.microsoft.com/office/drawing/2014/main" id="{7C165969-B643-4962-8146-06D91F2DB15F}"/>
              </a:ext>
            </a:extLst>
          </p:cNvPr>
          <p:cNvSpPr>
            <a:spLocks noGrp="1"/>
          </p:cNvSpPr>
          <p:nvPr/>
        </p:nvSpPr>
        <p:spPr>
          <a:xfrm>
            <a:off x="723783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data_8616">
            <a:extLst>
              <a:ext uri="{FF2B5EF4-FFF2-40B4-BE49-F238E27FC236}">
                <a16:creationId xmlns:a16="http://schemas.microsoft.com/office/drawing/2014/main" id="{71FA0835-3BE8-4F86-A7C2-67079C7EBEA2}"/>
              </a:ext>
            </a:extLst>
          </p:cNvPr>
          <p:cNvSpPr>
            <a:spLocks noGrp="1"/>
          </p:cNvSpPr>
          <p:nvPr/>
        </p:nvSpPr>
        <p:spPr>
          <a:xfrm>
            <a:off x="72920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data_8617">
            <a:extLst>
              <a:ext uri="{FF2B5EF4-FFF2-40B4-BE49-F238E27FC236}">
                <a16:creationId xmlns:a16="http://schemas.microsoft.com/office/drawing/2014/main" id="{7D65CE76-2B0C-4E4C-A223-F06B1DE73A4A}"/>
              </a:ext>
            </a:extLst>
          </p:cNvPr>
          <p:cNvSpPr>
            <a:spLocks noGrp="1"/>
          </p:cNvSpPr>
          <p:nvPr/>
        </p:nvSpPr>
        <p:spPr>
          <a:xfrm>
            <a:off x="72908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data_8618">
            <a:extLst>
              <a:ext uri="{FF2B5EF4-FFF2-40B4-BE49-F238E27FC236}">
                <a16:creationId xmlns:a16="http://schemas.microsoft.com/office/drawing/2014/main" id="{81E45E82-75A8-42ED-ADFE-75C0455453C9}"/>
              </a:ext>
            </a:extLst>
          </p:cNvPr>
          <p:cNvSpPr>
            <a:spLocks noGrp="1"/>
          </p:cNvSpPr>
          <p:nvPr/>
        </p:nvSpPr>
        <p:spPr>
          <a:xfrm>
            <a:off x="733321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data_8619">
            <a:extLst>
              <a:ext uri="{FF2B5EF4-FFF2-40B4-BE49-F238E27FC236}">
                <a16:creationId xmlns:a16="http://schemas.microsoft.com/office/drawing/2014/main" id="{EEB8F72F-D197-4981-8AFD-7C589700ED61}"/>
              </a:ext>
            </a:extLst>
          </p:cNvPr>
          <p:cNvSpPr>
            <a:spLocks noGrp="1"/>
          </p:cNvSpPr>
          <p:nvPr/>
        </p:nvSpPr>
        <p:spPr>
          <a:xfrm>
            <a:off x="73135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data_8620">
            <a:extLst>
              <a:ext uri="{FF2B5EF4-FFF2-40B4-BE49-F238E27FC236}">
                <a16:creationId xmlns:a16="http://schemas.microsoft.com/office/drawing/2014/main" id="{D9F8A0CD-EC22-48D7-9BFE-487154607D72}"/>
              </a:ext>
            </a:extLst>
          </p:cNvPr>
          <p:cNvSpPr>
            <a:spLocks noGrp="1"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data_8621">
            <a:extLst>
              <a:ext uri="{FF2B5EF4-FFF2-40B4-BE49-F238E27FC236}">
                <a16:creationId xmlns:a16="http://schemas.microsoft.com/office/drawing/2014/main" id="{608CF67A-CD1B-4221-9B41-76B8146B4459}"/>
              </a:ext>
            </a:extLst>
          </p:cNvPr>
          <p:cNvSpPr>
            <a:spLocks noGrp="1"/>
          </p:cNvSpPr>
          <p:nvPr/>
        </p:nvSpPr>
        <p:spPr>
          <a:xfrm>
            <a:off x="73161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data_8622">
            <a:extLst>
              <a:ext uri="{FF2B5EF4-FFF2-40B4-BE49-F238E27FC236}">
                <a16:creationId xmlns:a16="http://schemas.microsoft.com/office/drawing/2014/main" id="{B2A6418D-8AE4-49D8-84B5-B7AFE9E3E4CE}"/>
              </a:ext>
            </a:extLst>
          </p:cNvPr>
          <p:cNvSpPr>
            <a:spLocks noGrp="1"/>
          </p:cNvSpPr>
          <p:nvPr/>
        </p:nvSpPr>
        <p:spPr>
          <a:xfrm>
            <a:off x="73055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data_8623">
            <a:extLst>
              <a:ext uri="{FF2B5EF4-FFF2-40B4-BE49-F238E27FC236}">
                <a16:creationId xmlns:a16="http://schemas.microsoft.com/office/drawing/2014/main" id="{E8363B77-BF1C-4A16-883F-BADEFA5A4079}"/>
              </a:ext>
            </a:extLst>
          </p:cNvPr>
          <p:cNvSpPr>
            <a:spLocks noGrp="1"/>
          </p:cNvSpPr>
          <p:nvPr/>
        </p:nvSpPr>
        <p:spPr>
          <a:xfrm>
            <a:off x="7311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data_8624">
            <a:extLst>
              <a:ext uri="{FF2B5EF4-FFF2-40B4-BE49-F238E27FC236}">
                <a16:creationId xmlns:a16="http://schemas.microsoft.com/office/drawing/2014/main" id="{ED8CA1E1-9AB6-4B8C-BB8A-D858DF1F17B2}"/>
              </a:ext>
            </a:extLst>
          </p:cNvPr>
          <p:cNvSpPr>
            <a:spLocks noGrp="1"/>
          </p:cNvSpPr>
          <p:nvPr/>
        </p:nvSpPr>
        <p:spPr>
          <a:xfrm>
            <a:off x="72865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data_8625">
            <a:extLst>
              <a:ext uri="{FF2B5EF4-FFF2-40B4-BE49-F238E27FC236}">
                <a16:creationId xmlns:a16="http://schemas.microsoft.com/office/drawing/2014/main" id="{6A635636-1714-44E6-96F1-DD20BF909232}"/>
              </a:ext>
            </a:extLst>
          </p:cNvPr>
          <p:cNvSpPr>
            <a:spLocks noGrp="1"/>
          </p:cNvSpPr>
          <p:nvPr/>
        </p:nvSpPr>
        <p:spPr>
          <a:xfrm>
            <a:off x="72189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data_8626">
            <a:extLst>
              <a:ext uri="{FF2B5EF4-FFF2-40B4-BE49-F238E27FC236}">
                <a16:creationId xmlns:a16="http://schemas.microsoft.com/office/drawing/2014/main" id="{6ACC1B97-C5D7-4104-84C5-0118E9BB3FF1}"/>
              </a:ext>
            </a:extLst>
          </p:cNvPr>
          <p:cNvSpPr>
            <a:spLocks noGrp="1"/>
          </p:cNvSpPr>
          <p:nvPr/>
        </p:nvSpPr>
        <p:spPr>
          <a:xfrm>
            <a:off x="7306110" y="66597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data_8627">
            <a:extLst>
              <a:ext uri="{FF2B5EF4-FFF2-40B4-BE49-F238E27FC236}">
                <a16:creationId xmlns:a16="http://schemas.microsoft.com/office/drawing/2014/main" id="{E6CAA32B-31D1-4098-907C-60AEBD79D8AD}"/>
              </a:ext>
            </a:extLst>
          </p:cNvPr>
          <p:cNvSpPr>
            <a:spLocks noGrp="1"/>
          </p:cNvSpPr>
          <p:nvPr/>
        </p:nvSpPr>
        <p:spPr>
          <a:xfrm>
            <a:off x="732330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data_8628">
            <a:extLst>
              <a:ext uri="{FF2B5EF4-FFF2-40B4-BE49-F238E27FC236}">
                <a16:creationId xmlns:a16="http://schemas.microsoft.com/office/drawing/2014/main" id="{E7DD646B-D9EF-446B-A343-E3CEF8384F7E}"/>
              </a:ext>
            </a:extLst>
          </p:cNvPr>
          <p:cNvSpPr>
            <a:spLocks noGrp="1"/>
          </p:cNvSpPr>
          <p:nvPr/>
        </p:nvSpPr>
        <p:spPr>
          <a:xfrm>
            <a:off x="724057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data_8629">
            <a:extLst>
              <a:ext uri="{FF2B5EF4-FFF2-40B4-BE49-F238E27FC236}">
                <a16:creationId xmlns:a16="http://schemas.microsoft.com/office/drawing/2014/main" id="{2BF6D0FD-4F28-4835-A4E0-53E98032BC41}"/>
              </a:ext>
            </a:extLst>
          </p:cNvPr>
          <p:cNvSpPr>
            <a:spLocks noGrp="1"/>
          </p:cNvSpPr>
          <p:nvPr/>
        </p:nvSpPr>
        <p:spPr>
          <a:xfrm>
            <a:off x="72307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data_8630">
            <a:extLst>
              <a:ext uri="{FF2B5EF4-FFF2-40B4-BE49-F238E27FC236}">
                <a16:creationId xmlns:a16="http://schemas.microsoft.com/office/drawing/2014/main" id="{5199B248-F9DC-4D71-BBE8-4BF23DE56BF7}"/>
              </a:ext>
            </a:extLst>
          </p:cNvPr>
          <p:cNvSpPr>
            <a:spLocks noGrp="1"/>
          </p:cNvSpPr>
          <p:nvPr/>
        </p:nvSpPr>
        <p:spPr>
          <a:xfrm>
            <a:off x="7305849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data_8631">
            <a:extLst>
              <a:ext uri="{FF2B5EF4-FFF2-40B4-BE49-F238E27FC236}">
                <a16:creationId xmlns:a16="http://schemas.microsoft.com/office/drawing/2014/main" id="{E997C8D5-6A22-46C6-8540-ED1CFD0A656C}"/>
              </a:ext>
            </a:extLst>
          </p:cNvPr>
          <p:cNvSpPr>
            <a:spLocks noGrp="1"/>
          </p:cNvSpPr>
          <p:nvPr/>
        </p:nvSpPr>
        <p:spPr>
          <a:xfrm>
            <a:off x="7339466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data_8632">
            <a:extLst>
              <a:ext uri="{FF2B5EF4-FFF2-40B4-BE49-F238E27FC236}">
                <a16:creationId xmlns:a16="http://schemas.microsoft.com/office/drawing/2014/main" id="{11908D4F-814C-4587-8D62-3B8F80CC560F}"/>
              </a:ext>
            </a:extLst>
          </p:cNvPr>
          <p:cNvSpPr>
            <a:spLocks noGrp="1"/>
          </p:cNvSpPr>
          <p:nvPr/>
        </p:nvSpPr>
        <p:spPr>
          <a:xfrm>
            <a:off x="73450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data_8633">
            <a:extLst>
              <a:ext uri="{FF2B5EF4-FFF2-40B4-BE49-F238E27FC236}">
                <a16:creationId xmlns:a16="http://schemas.microsoft.com/office/drawing/2014/main" id="{B3CEA689-BD7D-4F16-A68A-52C5542367D8}"/>
              </a:ext>
            </a:extLst>
          </p:cNvPr>
          <p:cNvSpPr>
            <a:spLocks noGrp="1"/>
          </p:cNvSpPr>
          <p:nvPr/>
        </p:nvSpPr>
        <p:spPr>
          <a:xfrm>
            <a:off x="72645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data_8634">
            <a:extLst>
              <a:ext uri="{FF2B5EF4-FFF2-40B4-BE49-F238E27FC236}">
                <a16:creationId xmlns:a16="http://schemas.microsoft.com/office/drawing/2014/main" id="{EF133817-5314-4EDC-96B1-EB6C4B08319D}"/>
              </a:ext>
            </a:extLst>
          </p:cNvPr>
          <p:cNvSpPr>
            <a:spLocks noGrp="1"/>
          </p:cNvSpPr>
          <p:nvPr/>
        </p:nvSpPr>
        <p:spPr>
          <a:xfrm>
            <a:off x="73123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data_8635">
            <a:extLst>
              <a:ext uri="{FF2B5EF4-FFF2-40B4-BE49-F238E27FC236}">
                <a16:creationId xmlns:a16="http://schemas.microsoft.com/office/drawing/2014/main" id="{9713AF69-6359-436D-A36E-A39F77E3608F}"/>
              </a:ext>
            </a:extLst>
          </p:cNvPr>
          <p:cNvSpPr>
            <a:spLocks noGrp="1"/>
          </p:cNvSpPr>
          <p:nvPr/>
        </p:nvSpPr>
        <p:spPr>
          <a:xfrm>
            <a:off x="73222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data_8636">
            <a:extLst>
              <a:ext uri="{FF2B5EF4-FFF2-40B4-BE49-F238E27FC236}">
                <a16:creationId xmlns:a16="http://schemas.microsoft.com/office/drawing/2014/main" id="{1970EC20-2044-47E2-A6C1-963BC15DE763}"/>
              </a:ext>
            </a:extLst>
          </p:cNvPr>
          <p:cNvSpPr>
            <a:spLocks noGrp="1"/>
          </p:cNvSpPr>
          <p:nvPr/>
        </p:nvSpPr>
        <p:spPr>
          <a:xfrm>
            <a:off x="7338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data_8637">
            <a:extLst>
              <a:ext uri="{FF2B5EF4-FFF2-40B4-BE49-F238E27FC236}">
                <a16:creationId xmlns:a16="http://schemas.microsoft.com/office/drawing/2014/main" id="{9DA8A4E5-C202-4703-8199-6590758E8FA6}"/>
              </a:ext>
            </a:extLst>
          </p:cNvPr>
          <p:cNvSpPr>
            <a:spLocks noGrp="1"/>
          </p:cNvSpPr>
          <p:nvPr/>
        </p:nvSpPr>
        <p:spPr>
          <a:xfrm>
            <a:off x="73242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data_8638">
            <a:extLst>
              <a:ext uri="{FF2B5EF4-FFF2-40B4-BE49-F238E27FC236}">
                <a16:creationId xmlns:a16="http://schemas.microsoft.com/office/drawing/2014/main" id="{205CF60F-C0C6-495E-BF60-9BF8D8A41CFB}"/>
              </a:ext>
            </a:extLst>
          </p:cNvPr>
          <p:cNvSpPr>
            <a:spLocks noGrp="1"/>
          </p:cNvSpPr>
          <p:nvPr/>
        </p:nvSpPr>
        <p:spPr>
          <a:xfrm>
            <a:off x="73045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data_8639">
            <a:extLst>
              <a:ext uri="{FF2B5EF4-FFF2-40B4-BE49-F238E27FC236}">
                <a16:creationId xmlns:a16="http://schemas.microsoft.com/office/drawing/2014/main" id="{34C3A3E5-D739-4A3A-8ECB-3A3E50A1D10E}"/>
              </a:ext>
            </a:extLst>
          </p:cNvPr>
          <p:cNvSpPr>
            <a:spLocks noGrp="1"/>
          </p:cNvSpPr>
          <p:nvPr/>
        </p:nvSpPr>
        <p:spPr>
          <a:xfrm>
            <a:off x="72246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data_8640">
            <a:extLst>
              <a:ext uri="{FF2B5EF4-FFF2-40B4-BE49-F238E27FC236}">
                <a16:creationId xmlns:a16="http://schemas.microsoft.com/office/drawing/2014/main" id="{A014EF33-B210-438D-85E0-4124E25CD3A4}"/>
              </a:ext>
            </a:extLst>
          </p:cNvPr>
          <p:cNvSpPr>
            <a:spLocks noGrp="1"/>
          </p:cNvSpPr>
          <p:nvPr/>
        </p:nvSpPr>
        <p:spPr>
          <a:xfrm>
            <a:off x="72373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data_8641">
            <a:extLst>
              <a:ext uri="{FF2B5EF4-FFF2-40B4-BE49-F238E27FC236}">
                <a16:creationId xmlns:a16="http://schemas.microsoft.com/office/drawing/2014/main" id="{F1F361D7-70A8-4D61-AE17-86A831F1AD3C}"/>
              </a:ext>
            </a:extLst>
          </p:cNvPr>
          <p:cNvSpPr>
            <a:spLocks noGrp="1"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data_8642">
            <a:extLst>
              <a:ext uri="{FF2B5EF4-FFF2-40B4-BE49-F238E27FC236}">
                <a16:creationId xmlns:a16="http://schemas.microsoft.com/office/drawing/2014/main" id="{BFAFC982-1E9D-423D-A0FD-690B9530BCED}"/>
              </a:ext>
            </a:extLst>
          </p:cNvPr>
          <p:cNvSpPr>
            <a:spLocks noGrp="1"/>
          </p:cNvSpPr>
          <p:nvPr/>
        </p:nvSpPr>
        <p:spPr>
          <a:xfrm>
            <a:off x="72926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data_8643">
            <a:extLst>
              <a:ext uri="{FF2B5EF4-FFF2-40B4-BE49-F238E27FC236}">
                <a16:creationId xmlns:a16="http://schemas.microsoft.com/office/drawing/2014/main" id="{44F59A5A-411A-4ECA-8B84-3F1BBAECEDA7}"/>
              </a:ext>
            </a:extLst>
          </p:cNvPr>
          <p:cNvSpPr>
            <a:spLocks noGrp="1"/>
          </p:cNvSpPr>
          <p:nvPr/>
        </p:nvSpPr>
        <p:spPr>
          <a:xfrm>
            <a:off x="7242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data_8644">
            <a:extLst>
              <a:ext uri="{FF2B5EF4-FFF2-40B4-BE49-F238E27FC236}">
                <a16:creationId xmlns:a16="http://schemas.microsoft.com/office/drawing/2014/main" id="{8B783BDA-3F64-4293-B2CC-3A39D324AFD2}"/>
              </a:ext>
            </a:extLst>
          </p:cNvPr>
          <p:cNvSpPr>
            <a:spLocks noGrp="1"/>
          </p:cNvSpPr>
          <p:nvPr/>
        </p:nvSpPr>
        <p:spPr>
          <a:xfrm>
            <a:off x="72663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data_8645">
            <a:extLst>
              <a:ext uri="{FF2B5EF4-FFF2-40B4-BE49-F238E27FC236}">
                <a16:creationId xmlns:a16="http://schemas.microsoft.com/office/drawing/2014/main" id="{B55B92AD-4354-4840-89CA-B2C06737CE28}"/>
              </a:ext>
            </a:extLst>
          </p:cNvPr>
          <p:cNvSpPr>
            <a:spLocks noGrp="1"/>
          </p:cNvSpPr>
          <p:nvPr/>
        </p:nvSpPr>
        <p:spPr>
          <a:xfrm>
            <a:off x="72202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data_8646">
            <a:extLst>
              <a:ext uri="{FF2B5EF4-FFF2-40B4-BE49-F238E27FC236}">
                <a16:creationId xmlns:a16="http://schemas.microsoft.com/office/drawing/2014/main" id="{F8E91282-3F1D-4A8E-846B-B32A57D2F197}"/>
              </a:ext>
            </a:extLst>
          </p:cNvPr>
          <p:cNvSpPr>
            <a:spLocks noGrp="1"/>
          </p:cNvSpPr>
          <p:nvPr/>
        </p:nvSpPr>
        <p:spPr>
          <a:xfrm>
            <a:off x="758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data_8647">
            <a:extLst>
              <a:ext uri="{FF2B5EF4-FFF2-40B4-BE49-F238E27FC236}">
                <a16:creationId xmlns:a16="http://schemas.microsoft.com/office/drawing/2014/main" id="{FCD1887D-BCE2-49B9-B072-E165DE18236A}"/>
              </a:ext>
            </a:extLst>
          </p:cNvPr>
          <p:cNvSpPr>
            <a:spLocks noGrp="1"/>
          </p:cNvSpPr>
          <p:nvPr/>
        </p:nvSpPr>
        <p:spPr>
          <a:xfrm>
            <a:off x="7668862" y="59991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data_8648">
            <a:extLst>
              <a:ext uri="{FF2B5EF4-FFF2-40B4-BE49-F238E27FC236}">
                <a16:creationId xmlns:a16="http://schemas.microsoft.com/office/drawing/2014/main" id="{3470AAD5-F6A1-4964-A30E-E0B0ED04BEF4}"/>
              </a:ext>
            </a:extLst>
          </p:cNvPr>
          <p:cNvSpPr>
            <a:spLocks noGrp="1"/>
          </p:cNvSpPr>
          <p:nvPr/>
        </p:nvSpPr>
        <p:spPr>
          <a:xfrm>
            <a:off x="75581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data_8649">
            <a:extLst>
              <a:ext uri="{FF2B5EF4-FFF2-40B4-BE49-F238E27FC236}">
                <a16:creationId xmlns:a16="http://schemas.microsoft.com/office/drawing/2014/main" id="{C897ECC5-BB5F-4C8D-8B39-A324FE0AF364}"/>
              </a:ext>
            </a:extLst>
          </p:cNvPr>
          <p:cNvSpPr>
            <a:spLocks noGrp="1"/>
          </p:cNvSpPr>
          <p:nvPr/>
        </p:nvSpPr>
        <p:spPr>
          <a:xfrm>
            <a:off x="7658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data_8650">
            <a:extLst>
              <a:ext uri="{FF2B5EF4-FFF2-40B4-BE49-F238E27FC236}">
                <a16:creationId xmlns:a16="http://schemas.microsoft.com/office/drawing/2014/main" id="{18540D04-9956-4D66-9E31-C0EF4EA5EEC5}"/>
              </a:ext>
            </a:extLst>
          </p:cNvPr>
          <p:cNvSpPr>
            <a:spLocks noGrp="1"/>
          </p:cNvSpPr>
          <p:nvPr/>
        </p:nvSpPr>
        <p:spPr>
          <a:xfrm>
            <a:off x="76067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data_8651">
            <a:extLst>
              <a:ext uri="{FF2B5EF4-FFF2-40B4-BE49-F238E27FC236}">
                <a16:creationId xmlns:a16="http://schemas.microsoft.com/office/drawing/2014/main" id="{3475B8E4-D4A4-4D8F-A42F-ABC9DA59FDE4}"/>
              </a:ext>
            </a:extLst>
          </p:cNvPr>
          <p:cNvSpPr>
            <a:spLocks noGrp="1"/>
          </p:cNvSpPr>
          <p:nvPr/>
        </p:nvSpPr>
        <p:spPr>
          <a:xfrm>
            <a:off x="7678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data_8652">
            <a:extLst>
              <a:ext uri="{FF2B5EF4-FFF2-40B4-BE49-F238E27FC236}">
                <a16:creationId xmlns:a16="http://schemas.microsoft.com/office/drawing/2014/main" id="{2A9B0A3C-2EA8-4BC1-9EFD-95171156B9D3}"/>
              </a:ext>
            </a:extLst>
          </p:cNvPr>
          <p:cNvSpPr>
            <a:spLocks noGrp="1"/>
          </p:cNvSpPr>
          <p:nvPr/>
        </p:nvSpPr>
        <p:spPr>
          <a:xfrm>
            <a:off x="75853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data_8653">
            <a:extLst>
              <a:ext uri="{FF2B5EF4-FFF2-40B4-BE49-F238E27FC236}">
                <a16:creationId xmlns:a16="http://schemas.microsoft.com/office/drawing/2014/main" id="{1DB0F6F6-4DF2-4F4A-928C-655D2CE126DB}"/>
              </a:ext>
            </a:extLst>
          </p:cNvPr>
          <p:cNvSpPr>
            <a:spLocks noGrp="1"/>
          </p:cNvSpPr>
          <p:nvPr/>
        </p:nvSpPr>
        <p:spPr>
          <a:xfrm>
            <a:off x="76489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data_8654">
            <a:extLst>
              <a:ext uri="{FF2B5EF4-FFF2-40B4-BE49-F238E27FC236}">
                <a16:creationId xmlns:a16="http://schemas.microsoft.com/office/drawing/2014/main" id="{096288E4-B4C2-47EC-97F5-269E815129B1}"/>
              </a:ext>
            </a:extLst>
          </p:cNvPr>
          <p:cNvSpPr>
            <a:spLocks noGrp="1"/>
          </p:cNvSpPr>
          <p:nvPr/>
        </p:nvSpPr>
        <p:spPr>
          <a:xfrm>
            <a:off x="7562670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data_8655">
            <a:extLst>
              <a:ext uri="{FF2B5EF4-FFF2-40B4-BE49-F238E27FC236}">
                <a16:creationId xmlns:a16="http://schemas.microsoft.com/office/drawing/2014/main" id="{A024886C-AE93-457A-B37F-1DA930B60F27}"/>
              </a:ext>
            </a:extLst>
          </p:cNvPr>
          <p:cNvSpPr>
            <a:spLocks noGrp="1"/>
          </p:cNvSpPr>
          <p:nvPr/>
        </p:nvSpPr>
        <p:spPr>
          <a:xfrm>
            <a:off x="75904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data_8656">
            <a:extLst>
              <a:ext uri="{FF2B5EF4-FFF2-40B4-BE49-F238E27FC236}">
                <a16:creationId xmlns:a16="http://schemas.microsoft.com/office/drawing/2014/main" id="{D221C5AB-FAAA-4B71-B641-2499DFEEDBCF}"/>
              </a:ext>
            </a:extLst>
          </p:cNvPr>
          <p:cNvSpPr>
            <a:spLocks noGrp="1"/>
          </p:cNvSpPr>
          <p:nvPr/>
        </p:nvSpPr>
        <p:spPr>
          <a:xfrm>
            <a:off x="7562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data_8657">
            <a:extLst>
              <a:ext uri="{FF2B5EF4-FFF2-40B4-BE49-F238E27FC236}">
                <a16:creationId xmlns:a16="http://schemas.microsoft.com/office/drawing/2014/main" id="{3C6165A3-2BF6-4216-BE02-D806AF2E2E45}"/>
              </a:ext>
            </a:extLst>
          </p:cNvPr>
          <p:cNvSpPr>
            <a:spLocks noGrp="1"/>
          </p:cNvSpPr>
          <p:nvPr/>
        </p:nvSpPr>
        <p:spPr>
          <a:xfrm>
            <a:off x="7636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data_8658">
            <a:extLst>
              <a:ext uri="{FF2B5EF4-FFF2-40B4-BE49-F238E27FC236}">
                <a16:creationId xmlns:a16="http://schemas.microsoft.com/office/drawing/2014/main" id="{A924E542-FB55-4257-A003-2FFC23EB4844}"/>
              </a:ext>
            </a:extLst>
          </p:cNvPr>
          <p:cNvSpPr>
            <a:spLocks noGrp="1"/>
          </p:cNvSpPr>
          <p:nvPr/>
        </p:nvSpPr>
        <p:spPr>
          <a:xfrm>
            <a:off x="75800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data_8659">
            <a:extLst>
              <a:ext uri="{FF2B5EF4-FFF2-40B4-BE49-F238E27FC236}">
                <a16:creationId xmlns:a16="http://schemas.microsoft.com/office/drawing/2014/main" id="{B9EF21EA-57AD-413E-A32C-6E9604599878}"/>
              </a:ext>
            </a:extLst>
          </p:cNvPr>
          <p:cNvSpPr>
            <a:spLocks noGrp="1"/>
          </p:cNvSpPr>
          <p:nvPr/>
        </p:nvSpPr>
        <p:spPr>
          <a:xfrm>
            <a:off x="761908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data_8660">
            <a:extLst>
              <a:ext uri="{FF2B5EF4-FFF2-40B4-BE49-F238E27FC236}">
                <a16:creationId xmlns:a16="http://schemas.microsoft.com/office/drawing/2014/main" id="{902BA354-FA0C-47B7-9ACE-2A8451819B3E}"/>
              </a:ext>
            </a:extLst>
          </p:cNvPr>
          <p:cNvSpPr>
            <a:spLocks noGrp="1"/>
          </p:cNvSpPr>
          <p:nvPr/>
        </p:nvSpPr>
        <p:spPr>
          <a:xfrm>
            <a:off x="76052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data_8661">
            <a:extLst>
              <a:ext uri="{FF2B5EF4-FFF2-40B4-BE49-F238E27FC236}">
                <a16:creationId xmlns:a16="http://schemas.microsoft.com/office/drawing/2014/main" id="{674C899F-0820-45E1-A8F9-474095F56BD1}"/>
              </a:ext>
            </a:extLst>
          </p:cNvPr>
          <p:cNvSpPr>
            <a:spLocks noGrp="1"/>
          </p:cNvSpPr>
          <p:nvPr/>
        </p:nvSpPr>
        <p:spPr>
          <a:xfrm>
            <a:off x="7592378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data_8662">
            <a:extLst>
              <a:ext uri="{FF2B5EF4-FFF2-40B4-BE49-F238E27FC236}">
                <a16:creationId xmlns:a16="http://schemas.microsoft.com/office/drawing/2014/main" id="{4B360DDA-7E6F-4EBA-9B8F-3124D2C75C1E}"/>
              </a:ext>
            </a:extLst>
          </p:cNvPr>
          <p:cNvSpPr>
            <a:spLocks noGrp="1"/>
          </p:cNvSpPr>
          <p:nvPr/>
        </p:nvSpPr>
        <p:spPr>
          <a:xfrm>
            <a:off x="756201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data_8663">
            <a:extLst>
              <a:ext uri="{FF2B5EF4-FFF2-40B4-BE49-F238E27FC236}">
                <a16:creationId xmlns:a16="http://schemas.microsoft.com/office/drawing/2014/main" id="{57CABE95-C382-44FA-804C-9AB940D015B3}"/>
              </a:ext>
            </a:extLst>
          </p:cNvPr>
          <p:cNvSpPr>
            <a:spLocks noGrp="1"/>
          </p:cNvSpPr>
          <p:nvPr/>
        </p:nvSpPr>
        <p:spPr>
          <a:xfrm>
            <a:off x="76790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data_8664">
            <a:extLst>
              <a:ext uri="{FF2B5EF4-FFF2-40B4-BE49-F238E27FC236}">
                <a16:creationId xmlns:a16="http://schemas.microsoft.com/office/drawing/2014/main" id="{B50DC77A-ECDE-4253-B237-A5DD4B78014D}"/>
              </a:ext>
            </a:extLst>
          </p:cNvPr>
          <p:cNvSpPr>
            <a:spLocks noGrp="1"/>
          </p:cNvSpPr>
          <p:nvPr/>
        </p:nvSpPr>
        <p:spPr>
          <a:xfrm>
            <a:off x="756384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data_8665">
            <a:extLst>
              <a:ext uri="{FF2B5EF4-FFF2-40B4-BE49-F238E27FC236}">
                <a16:creationId xmlns:a16="http://schemas.microsoft.com/office/drawing/2014/main" id="{C5CCC90E-72D7-4C41-BFE9-B6AABA88AA30}"/>
              </a:ext>
            </a:extLst>
          </p:cNvPr>
          <p:cNvSpPr>
            <a:spLocks noGrp="1"/>
          </p:cNvSpPr>
          <p:nvPr/>
        </p:nvSpPr>
        <p:spPr>
          <a:xfrm>
            <a:off x="766938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data_8666">
            <a:extLst>
              <a:ext uri="{FF2B5EF4-FFF2-40B4-BE49-F238E27FC236}">
                <a16:creationId xmlns:a16="http://schemas.microsoft.com/office/drawing/2014/main" id="{4668BA6C-1BBF-4839-A3C9-61FCA39227CC}"/>
              </a:ext>
            </a:extLst>
          </p:cNvPr>
          <p:cNvSpPr>
            <a:spLocks noGrp="1"/>
          </p:cNvSpPr>
          <p:nvPr/>
        </p:nvSpPr>
        <p:spPr>
          <a:xfrm>
            <a:off x="76072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data_8667">
            <a:extLst>
              <a:ext uri="{FF2B5EF4-FFF2-40B4-BE49-F238E27FC236}">
                <a16:creationId xmlns:a16="http://schemas.microsoft.com/office/drawing/2014/main" id="{AE114EC8-0355-4965-8721-934881C7AE5F}"/>
              </a:ext>
            </a:extLst>
          </p:cNvPr>
          <p:cNvSpPr>
            <a:spLocks noGrp="1"/>
          </p:cNvSpPr>
          <p:nvPr/>
        </p:nvSpPr>
        <p:spPr>
          <a:xfrm>
            <a:off x="768436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data_8668">
            <a:extLst>
              <a:ext uri="{FF2B5EF4-FFF2-40B4-BE49-F238E27FC236}">
                <a16:creationId xmlns:a16="http://schemas.microsoft.com/office/drawing/2014/main" id="{3B9ACFAE-2E66-4F7B-883E-54C8B12D2BC7}"/>
              </a:ext>
            </a:extLst>
          </p:cNvPr>
          <p:cNvSpPr>
            <a:spLocks noGrp="1"/>
          </p:cNvSpPr>
          <p:nvPr/>
        </p:nvSpPr>
        <p:spPr>
          <a:xfrm>
            <a:off x="7643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data_8669">
            <a:extLst>
              <a:ext uri="{FF2B5EF4-FFF2-40B4-BE49-F238E27FC236}">
                <a16:creationId xmlns:a16="http://schemas.microsoft.com/office/drawing/2014/main" id="{4AB6F40F-8B78-4E12-BC0B-8B019D4B3312}"/>
              </a:ext>
            </a:extLst>
          </p:cNvPr>
          <p:cNvSpPr>
            <a:spLocks noGrp="1"/>
          </p:cNvSpPr>
          <p:nvPr/>
        </p:nvSpPr>
        <p:spPr>
          <a:xfrm>
            <a:off x="76524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data_8670">
            <a:extLst>
              <a:ext uri="{FF2B5EF4-FFF2-40B4-BE49-F238E27FC236}">
                <a16:creationId xmlns:a16="http://schemas.microsoft.com/office/drawing/2014/main" id="{9B636E80-75EB-4256-9563-06BD6D4831CA}"/>
              </a:ext>
            </a:extLst>
          </p:cNvPr>
          <p:cNvSpPr>
            <a:spLocks noGrp="1"/>
          </p:cNvSpPr>
          <p:nvPr/>
        </p:nvSpPr>
        <p:spPr>
          <a:xfrm>
            <a:off x="7595245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data_8671">
            <a:extLst>
              <a:ext uri="{FF2B5EF4-FFF2-40B4-BE49-F238E27FC236}">
                <a16:creationId xmlns:a16="http://schemas.microsoft.com/office/drawing/2014/main" id="{F968C267-A112-46D5-9335-3929FD787D22}"/>
              </a:ext>
            </a:extLst>
          </p:cNvPr>
          <p:cNvSpPr>
            <a:spLocks noGrp="1"/>
          </p:cNvSpPr>
          <p:nvPr/>
        </p:nvSpPr>
        <p:spPr>
          <a:xfrm>
            <a:off x="7677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data_8672">
            <a:extLst>
              <a:ext uri="{FF2B5EF4-FFF2-40B4-BE49-F238E27FC236}">
                <a16:creationId xmlns:a16="http://schemas.microsoft.com/office/drawing/2014/main" id="{DAE266DE-B604-4675-825D-DD219343AEFC}"/>
              </a:ext>
            </a:extLst>
          </p:cNvPr>
          <p:cNvSpPr>
            <a:spLocks noGrp="1"/>
          </p:cNvSpPr>
          <p:nvPr/>
        </p:nvSpPr>
        <p:spPr>
          <a:xfrm>
            <a:off x="7652705" y="56408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data_8673">
            <a:extLst>
              <a:ext uri="{FF2B5EF4-FFF2-40B4-BE49-F238E27FC236}">
                <a16:creationId xmlns:a16="http://schemas.microsoft.com/office/drawing/2014/main" id="{9503FEEB-0A47-46EB-983F-66F6D176443F}"/>
              </a:ext>
            </a:extLst>
          </p:cNvPr>
          <p:cNvSpPr>
            <a:spLocks noGrp="1"/>
          </p:cNvSpPr>
          <p:nvPr/>
        </p:nvSpPr>
        <p:spPr>
          <a:xfrm>
            <a:off x="75783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data_8674">
            <a:extLst>
              <a:ext uri="{FF2B5EF4-FFF2-40B4-BE49-F238E27FC236}">
                <a16:creationId xmlns:a16="http://schemas.microsoft.com/office/drawing/2014/main" id="{D25290FA-9D13-4F68-98AA-8B911A36170C}"/>
              </a:ext>
            </a:extLst>
          </p:cNvPr>
          <p:cNvSpPr>
            <a:spLocks noGrp="1"/>
          </p:cNvSpPr>
          <p:nvPr/>
        </p:nvSpPr>
        <p:spPr>
          <a:xfrm>
            <a:off x="7650490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data_8675">
            <a:extLst>
              <a:ext uri="{FF2B5EF4-FFF2-40B4-BE49-F238E27FC236}">
                <a16:creationId xmlns:a16="http://schemas.microsoft.com/office/drawing/2014/main" id="{ADA9736A-395C-44F5-B78B-6F6CCEA70467}"/>
              </a:ext>
            </a:extLst>
          </p:cNvPr>
          <p:cNvSpPr>
            <a:spLocks noGrp="1"/>
          </p:cNvSpPr>
          <p:nvPr/>
        </p:nvSpPr>
        <p:spPr>
          <a:xfrm>
            <a:off x="75849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data_8676">
            <a:extLst>
              <a:ext uri="{FF2B5EF4-FFF2-40B4-BE49-F238E27FC236}">
                <a16:creationId xmlns:a16="http://schemas.microsoft.com/office/drawing/2014/main" id="{D16EFB97-4248-4FAE-BE24-8C5E3ADE338B}"/>
              </a:ext>
            </a:extLst>
          </p:cNvPr>
          <p:cNvSpPr>
            <a:spLocks noGrp="1"/>
          </p:cNvSpPr>
          <p:nvPr/>
        </p:nvSpPr>
        <p:spPr>
          <a:xfrm>
            <a:off x="759511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data_8677">
            <a:extLst>
              <a:ext uri="{FF2B5EF4-FFF2-40B4-BE49-F238E27FC236}">
                <a16:creationId xmlns:a16="http://schemas.microsoft.com/office/drawing/2014/main" id="{5DF6AC00-1F41-4192-B802-453CA27FE500}"/>
              </a:ext>
            </a:extLst>
          </p:cNvPr>
          <p:cNvSpPr>
            <a:spLocks noGrp="1"/>
          </p:cNvSpPr>
          <p:nvPr/>
        </p:nvSpPr>
        <p:spPr>
          <a:xfrm>
            <a:off x="76760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data_8678">
            <a:extLst>
              <a:ext uri="{FF2B5EF4-FFF2-40B4-BE49-F238E27FC236}">
                <a16:creationId xmlns:a16="http://schemas.microsoft.com/office/drawing/2014/main" id="{6CE72641-8243-4D07-872F-4BD3C2A53177}"/>
              </a:ext>
            </a:extLst>
          </p:cNvPr>
          <p:cNvSpPr>
            <a:spLocks noGrp="1"/>
          </p:cNvSpPr>
          <p:nvPr/>
        </p:nvSpPr>
        <p:spPr>
          <a:xfrm>
            <a:off x="75971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data_8679">
            <a:extLst>
              <a:ext uri="{FF2B5EF4-FFF2-40B4-BE49-F238E27FC236}">
                <a16:creationId xmlns:a16="http://schemas.microsoft.com/office/drawing/2014/main" id="{4AA3C95C-5B37-4214-9052-5668F9AC5256}"/>
              </a:ext>
            </a:extLst>
          </p:cNvPr>
          <p:cNvSpPr>
            <a:spLocks noGrp="1"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data_8680">
            <a:extLst>
              <a:ext uri="{FF2B5EF4-FFF2-40B4-BE49-F238E27FC236}">
                <a16:creationId xmlns:a16="http://schemas.microsoft.com/office/drawing/2014/main" id="{D59662AB-8E10-44E8-81E7-A31F1579EC3F}"/>
              </a:ext>
            </a:extLst>
          </p:cNvPr>
          <p:cNvSpPr>
            <a:spLocks noGrp="1"/>
          </p:cNvSpPr>
          <p:nvPr/>
        </p:nvSpPr>
        <p:spPr>
          <a:xfrm>
            <a:off x="7669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data_8681">
            <a:extLst>
              <a:ext uri="{FF2B5EF4-FFF2-40B4-BE49-F238E27FC236}">
                <a16:creationId xmlns:a16="http://schemas.microsoft.com/office/drawing/2014/main" id="{43869033-F883-4E26-9EB3-6FC55490689E}"/>
              </a:ext>
            </a:extLst>
          </p:cNvPr>
          <p:cNvSpPr>
            <a:spLocks noGrp="1"/>
          </p:cNvSpPr>
          <p:nvPr/>
        </p:nvSpPr>
        <p:spPr>
          <a:xfrm>
            <a:off x="767316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data_8682">
            <a:extLst>
              <a:ext uri="{FF2B5EF4-FFF2-40B4-BE49-F238E27FC236}">
                <a16:creationId xmlns:a16="http://schemas.microsoft.com/office/drawing/2014/main" id="{4FC8B9F9-6615-4D8B-B768-03490D334AEC}"/>
              </a:ext>
            </a:extLst>
          </p:cNvPr>
          <p:cNvSpPr>
            <a:spLocks noGrp="1"/>
          </p:cNvSpPr>
          <p:nvPr/>
        </p:nvSpPr>
        <p:spPr>
          <a:xfrm>
            <a:off x="7598241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data_8683">
            <a:extLst>
              <a:ext uri="{FF2B5EF4-FFF2-40B4-BE49-F238E27FC236}">
                <a16:creationId xmlns:a16="http://schemas.microsoft.com/office/drawing/2014/main" id="{EA328A2E-F58F-42AD-9C59-0B2A72BD4190}"/>
              </a:ext>
            </a:extLst>
          </p:cNvPr>
          <p:cNvSpPr>
            <a:spLocks noGrp="1"/>
          </p:cNvSpPr>
          <p:nvPr/>
        </p:nvSpPr>
        <p:spPr>
          <a:xfrm>
            <a:off x="75785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data_8684">
            <a:extLst>
              <a:ext uri="{FF2B5EF4-FFF2-40B4-BE49-F238E27FC236}">
                <a16:creationId xmlns:a16="http://schemas.microsoft.com/office/drawing/2014/main" id="{25F7FE35-88E8-4189-B756-30A4D6612061}"/>
              </a:ext>
            </a:extLst>
          </p:cNvPr>
          <p:cNvSpPr>
            <a:spLocks noGrp="1"/>
          </p:cNvSpPr>
          <p:nvPr/>
        </p:nvSpPr>
        <p:spPr>
          <a:xfrm>
            <a:off x="76543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data_8685">
            <a:extLst>
              <a:ext uri="{FF2B5EF4-FFF2-40B4-BE49-F238E27FC236}">
                <a16:creationId xmlns:a16="http://schemas.microsoft.com/office/drawing/2014/main" id="{ED6389F1-F4B1-4D1A-B251-6928BA76EEAA}"/>
              </a:ext>
            </a:extLst>
          </p:cNvPr>
          <p:cNvSpPr>
            <a:spLocks noGrp="1"/>
          </p:cNvSpPr>
          <p:nvPr/>
        </p:nvSpPr>
        <p:spPr>
          <a:xfrm>
            <a:off x="75724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data_8686">
            <a:extLst>
              <a:ext uri="{FF2B5EF4-FFF2-40B4-BE49-F238E27FC236}">
                <a16:creationId xmlns:a16="http://schemas.microsoft.com/office/drawing/2014/main" id="{F5B28E64-9AA9-404E-B39D-61C09969C4BE}"/>
              </a:ext>
            </a:extLst>
          </p:cNvPr>
          <p:cNvSpPr>
            <a:spLocks noGrp="1"/>
          </p:cNvSpPr>
          <p:nvPr/>
        </p:nvSpPr>
        <p:spPr>
          <a:xfrm>
            <a:off x="75806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data_8687">
            <a:extLst>
              <a:ext uri="{FF2B5EF4-FFF2-40B4-BE49-F238E27FC236}">
                <a16:creationId xmlns:a16="http://schemas.microsoft.com/office/drawing/2014/main" id="{FD8F4A34-66EA-45D5-BDAA-055A50D3F28E}"/>
              </a:ext>
            </a:extLst>
          </p:cNvPr>
          <p:cNvSpPr>
            <a:spLocks noGrp="1"/>
          </p:cNvSpPr>
          <p:nvPr/>
        </p:nvSpPr>
        <p:spPr>
          <a:xfrm>
            <a:off x="76576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data_8688">
            <a:extLst>
              <a:ext uri="{FF2B5EF4-FFF2-40B4-BE49-F238E27FC236}">
                <a16:creationId xmlns:a16="http://schemas.microsoft.com/office/drawing/2014/main" id="{A9824E18-64F8-462F-8E00-6F09A6E9F146}"/>
              </a:ext>
            </a:extLst>
          </p:cNvPr>
          <p:cNvSpPr>
            <a:spLocks noGrp="1"/>
          </p:cNvSpPr>
          <p:nvPr/>
        </p:nvSpPr>
        <p:spPr>
          <a:xfrm>
            <a:off x="75736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data_8689">
            <a:extLst>
              <a:ext uri="{FF2B5EF4-FFF2-40B4-BE49-F238E27FC236}">
                <a16:creationId xmlns:a16="http://schemas.microsoft.com/office/drawing/2014/main" id="{2CE1D0DA-32FC-4D92-95C1-20871AB241DC}"/>
              </a:ext>
            </a:extLst>
          </p:cNvPr>
          <p:cNvSpPr>
            <a:spLocks noGrp="1"/>
          </p:cNvSpPr>
          <p:nvPr/>
        </p:nvSpPr>
        <p:spPr>
          <a:xfrm>
            <a:off x="7682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data_8690">
            <a:extLst>
              <a:ext uri="{FF2B5EF4-FFF2-40B4-BE49-F238E27FC236}">
                <a16:creationId xmlns:a16="http://schemas.microsoft.com/office/drawing/2014/main" id="{A6B66B7B-8010-4E37-8531-977FEC6ED2FB}"/>
              </a:ext>
            </a:extLst>
          </p:cNvPr>
          <p:cNvSpPr>
            <a:spLocks noGrp="1"/>
          </p:cNvSpPr>
          <p:nvPr/>
        </p:nvSpPr>
        <p:spPr>
          <a:xfrm>
            <a:off x="76627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data_8691">
            <a:extLst>
              <a:ext uri="{FF2B5EF4-FFF2-40B4-BE49-F238E27FC236}">
                <a16:creationId xmlns:a16="http://schemas.microsoft.com/office/drawing/2014/main" id="{8919FDB2-6AC9-4A75-B9A6-C146A5D7F60C}"/>
              </a:ext>
            </a:extLst>
          </p:cNvPr>
          <p:cNvSpPr>
            <a:spLocks noGrp="1"/>
          </p:cNvSpPr>
          <p:nvPr/>
        </p:nvSpPr>
        <p:spPr>
          <a:xfrm>
            <a:off x="76155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data_8692">
            <a:extLst>
              <a:ext uri="{FF2B5EF4-FFF2-40B4-BE49-F238E27FC236}">
                <a16:creationId xmlns:a16="http://schemas.microsoft.com/office/drawing/2014/main" id="{ECFDFC57-EC0C-48E3-ACA7-BC2537F744BB}"/>
              </a:ext>
            </a:extLst>
          </p:cNvPr>
          <p:cNvSpPr>
            <a:spLocks noGrp="1"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data_8693">
            <a:extLst>
              <a:ext uri="{FF2B5EF4-FFF2-40B4-BE49-F238E27FC236}">
                <a16:creationId xmlns:a16="http://schemas.microsoft.com/office/drawing/2014/main" id="{589190E1-5195-44A2-9C8B-52792E7D4291}"/>
              </a:ext>
            </a:extLst>
          </p:cNvPr>
          <p:cNvSpPr>
            <a:spLocks noGrp="1"/>
          </p:cNvSpPr>
          <p:nvPr/>
        </p:nvSpPr>
        <p:spPr>
          <a:xfrm>
            <a:off x="7686322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data_8694">
            <a:extLst>
              <a:ext uri="{FF2B5EF4-FFF2-40B4-BE49-F238E27FC236}">
                <a16:creationId xmlns:a16="http://schemas.microsoft.com/office/drawing/2014/main" id="{95D34235-BE85-4FFC-9CA7-AEAFD04435FA}"/>
              </a:ext>
            </a:extLst>
          </p:cNvPr>
          <p:cNvSpPr>
            <a:spLocks noGrp="1"/>
          </p:cNvSpPr>
          <p:nvPr/>
        </p:nvSpPr>
        <p:spPr>
          <a:xfrm>
            <a:off x="76390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data_8695">
            <a:extLst>
              <a:ext uri="{FF2B5EF4-FFF2-40B4-BE49-F238E27FC236}">
                <a16:creationId xmlns:a16="http://schemas.microsoft.com/office/drawing/2014/main" id="{13329138-DB5D-474A-A57A-8316BF6CEAE3}"/>
              </a:ext>
            </a:extLst>
          </p:cNvPr>
          <p:cNvSpPr>
            <a:spLocks noGrp="1"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data_8696">
            <a:extLst>
              <a:ext uri="{FF2B5EF4-FFF2-40B4-BE49-F238E27FC236}">
                <a16:creationId xmlns:a16="http://schemas.microsoft.com/office/drawing/2014/main" id="{F3BC07E0-99AF-4DA4-AEC6-6695F4CCC8BF}"/>
              </a:ext>
            </a:extLst>
          </p:cNvPr>
          <p:cNvSpPr>
            <a:spLocks noGrp="1"/>
          </p:cNvSpPr>
          <p:nvPr/>
        </p:nvSpPr>
        <p:spPr>
          <a:xfrm>
            <a:off x="757739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data_8697">
            <a:extLst>
              <a:ext uri="{FF2B5EF4-FFF2-40B4-BE49-F238E27FC236}">
                <a16:creationId xmlns:a16="http://schemas.microsoft.com/office/drawing/2014/main" id="{3E2A3155-74FF-42FB-B15E-1075496AC869}"/>
              </a:ext>
            </a:extLst>
          </p:cNvPr>
          <p:cNvSpPr>
            <a:spLocks noGrp="1"/>
          </p:cNvSpPr>
          <p:nvPr/>
        </p:nvSpPr>
        <p:spPr>
          <a:xfrm>
            <a:off x="76141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data_8698">
            <a:extLst>
              <a:ext uri="{FF2B5EF4-FFF2-40B4-BE49-F238E27FC236}">
                <a16:creationId xmlns:a16="http://schemas.microsoft.com/office/drawing/2014/main" id="{FE6E7FBC-23E2-4754-B2AD-8C290FE8FA3D}"/>
              </a:ext>
            </a:extLst>
          </p:cNvPr>
          <p:cNvSpPr>
            <a:spLocks noGrp="1"/>
          </p:cNvSpPr>
          <p:nvPr/>
        </p:nvSpPr>
        <p:spPr>
          <a:xfrm>
            <a:off x="76606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data_8699">
            <a:extLst>
              <a:ext uri="{FF2B5EF4-FFF2-40B4-BE49-F238E27FC236}">
                <a16:creationId xmlns:a16="http://schemas.microsoft.com/office/drawing/2014/main" id="{A7AA03FC-E51F-49F9-BE27-6DAA2778CCD0}"/>
              </a:ext>
            </a:extLst>
          </p:cNvPr>
          <p:cNvSpPr>
            <a:spLocks noGrp="1"/>
          </p:cNvSpPr>
          <p:nvPr/>
        </p:nvSpPr>
        <p:spPr>
          <a:xfrm>
            <a:off x="764176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data_8700">
            <a:extLst>
              <a:ext uri="{FF2B5EF4-FFF2-40B4-BE49-F238E27FC236}">
                <a16:creationId xmlns:a16="http://schemas.microsoft.com/office/drawing/2014/main" id="{D23E70A7-4187-428A-9C82-AF667E3940E3}"/>
              </a:ext>
            </a:extLst>
          </p:cNvPr>
          <p:cNvSpPr>
            <a:spLocks noGrp="1"/>
          </p:cNvSpPr>
          <p:nvPr/>
        </p:nvSpPr>
        <p:spPr>
          <a:xfrm>
            <a:off x="767993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data_8701">
            <a:extLst>
              <a:ext uri="{FF2B5EF4-FFF2-40B4-BE49-F238E27FC236}">
                <a16:creationId xmlns:a16="http://schemas.microsoft.com/office/drawing/2014/main" id="{D8F1DD86-81DB-4FDF-9B68-32211F344900}"/>
              </a:ext>
            </a:extLst>
          </p:cNvPr>
          <p:cNvSpPr>
            <a:spLocks noGrp="1"/>
          </p:cNvSpPr>
          <p:nvPr/>
        </p:nvSpPr>
        <p:spPr>
          <a:xfrm>
            <a:off x="75590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data_8702">
            <a:extLst>
              <a:ext uri="{FF2B5EF4-FFF2-40B4-BE49-F238E27FC236}">
                <a16:creationId xmlns:a16="http://schemas.microsoft.com/office/drawing/2014/main" id="{3E85A12E-3922-4E81-A298-84B494B3F7D4}"/>
              </a:ext>
            </a:extLst>
          </p:cNvPr>
          <p:cNvSpPr>
            <a:spLocks noGrp="1"/>
          </p:cNvSpPr>
          <p:nvPr/>
        </p:nvSpPr>
        <p:spPr>
          <a:xfrm>
            <a:off x="76127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data_8703">
            <a:extLst>
              <a:ext uri="{FF2B5EF4-FFF2-40B4-BE49-F238E27FC236}">
                <a16:creationId xmlns:a16="http://schemas.microsoft.com/office/drawing/2014/main" id="{25D9AE08-088B-41B5-83C6-1F8D9D7E3285}"/>
              </a:ext>
            </a:extLst>
          </p:cNvPr>
          <p:cNvSpPr>
            <a:spLocks noGrp="1"/>
          </p:cNvSpPr>
          <p:nvPr/>
        </p:nvSpPr>
        <p:spPr>
          <a:xfrm>
            <a:off x="76370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data_8704">
            <a:extLst>
              <a:ext uri="{FF2B5EF4-FFF2-40B4-BE49-F238E27FC236}">
                <a16:creationId xmlns:a16="http://schemas.microsoft.com/office/drawing/2014/main" id="{53F822CE-40A7-444C-944B-1E2FF5BF5D7B}"/>
              </a:ext>
            </a:extLst>
          </p:cNvPr>
          <p:cNvSpPr>
            <a:spLocks noGrp="1"/>
          </p:cNvSpPr>
          <p:nvPr/>
        </p:nvSpPr>
        <p:spPr>
          <a:xfrm>
            <a:off x="759654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data_8705">
            <a:extLst>
              <a:ext uri="{FF2B5EF4-FFF2-40B4-BE49-F238E27FC236}">
                <a16:creationId xmlns:a16="http://schemas.microsoft.com/office/drawing/2014/main" id="{6911D211-A399-4E5F-AECD-883459ABA210}"/>
              </a:ext>
            </a:extLst>
          </p:cNvPr>
          <p:cNvSpPr>
            <a:spLocks noGrp="1"/>
          </p:cNvSpPr>
          <p:nvPr/>
        </p:nvSpPr>
        <p:spPr>
          <a:xfrm>
            <a:off x="7625734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data_8706">
            <a:extLst>
              <a:ext uri="{FF2B5EF4-FFF2-40B4-BE49-F238E27FC236}">
                <a16:creationId xmlns:a16="http://schemas.microsoft.com/office/drawing/2014/main" id="{F9FE04A9-9C75-4A55-84ED-D049227DF48A}"/>
              </a:ext>
            </a:extLst>
          </p:cNvPr>
          <p:cNvSpPr>
            <a:spLocks noGrp="1"/>
          </p:cNvSpPr>
          <p:nvPr/>
        </p:nvSpPr>
        <p:spPr>
          <a:xfrm>
            <a:off x="7609317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data_8707">
            <a:extLst>
              <a:ext uri="{FF2B5EF4-FFF2-40B4-BE49-F238E27FC236}">
                <a16:creationId xmlns:a16="http://schemas.microsoft.com/office/drawing/2014/main" id="{DF38759D-C68C-4722-81CC-E933F9487B64}"/>
              </a:ext>
            </a:extLst>
          </p:cNvPr>
          <p:cNvSpPr>
            <a:spLocks noGrp="1"/>
          </p:cNvSpPr>
          <p:nvPr/>
        </p:nvSpPr>
        <p:spPr>
          <a:xfrm>
            <a:off x="766560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data_8708">
            <a:extLst>
              <a:ext uri="{FF2B5EF4-FFF2-40B4-BE49-F238E27FC236}">
                <a16:creationId xmlns:a16="http://schemas.microsoft.com/office/drawing/2014/main" id="{002867A9-DA9E-4535-8210-67CCE9928130}"/>
              </a:ext>
            </a:extLst>
          </p:cNvPr>
          <p:cNvSpPr>
            <a:spLocks noGrp="1"/>
          </p:cNvSpPr>
          <p:nvPr/>
        </p:nvSpPr>
        <p:spPr>
          <a:xfrm>
            <a:off x="7573355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data_8709">
            <a:extLst>
              <a:ext uri="{FF2B5EF4-FFF2-40B4-BE49-F238E27FC236}">
                <a16:creationId xmlns:a16="http://schemas.microsoft.com/office/drawing/2014/main" id="{C567C973-ED6D-48D5-A13B-543169AF5803}"/>
              </a:ext>
            </a:extLst>
          </p:cNvPr>
          <p:cNvSpPr>
            <a:spLocks noGrp="1"/>
          </p:cNvSpPr>
          <p:nvPr/>
        </p:nvSpPr>
        <p:spPr>
          <a:xfrm>
            <a:off x="75793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data_8710">
            <a:extLst>
              <a:ext uri="{FF2B5EF4-FFF2-40B4-BE49-F238E27FC236}">
                <a16:creationId xmlns:a16="http://schemas.microsoft.com/office/drawing/2014/main" id="{B33CB469-313E-4D25-B0AC-9AE6FB80DFA5}"/>
              </a:ext>
            </a:extLst>
          </p:cNvPr>
          <p:cNvSpPr>
            <a:spLocks noGrp="1"/>
          </p:cNvSpPr>
          <p:nvPr/>
        </p:nvSpPr>
        <p:spPr>
          <a:xfrm>
            <a:off x="76335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data_8711">
            <a:extLst>
              <a:ext uri="{FF2B5EF4-FFF2-40B4-BE49-F238E27FC236}">
                <a16:creationId xmlns:a16="http://schemas.microsoft.com/office/drawing/2014/main" id="{BB065D7A-6AEE-4EAF-A449-20A38F9EF0E8}"/>
              </a:ext>
            </a:extLst>
          </p:cNvPr>
          <p:cNvSpPr>
            <a:spLocks noGrp="1"/>
          </p:cNvSpPr>
          <p:nvPr/>
        </p:nvSpPr>
        <p:spPr>
          <a:xfrm>
            <a:off x="76323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data_8712">
            <a:extLst>
              <a:ext uri="{FF2B5EF4-FFF2-40B4-BE49-F238E27FC236}">
                <a16:creationId xmlns:a16="http://schemas.microsoft.com/office/drawing/2014/main" id="{664002BC-20D0-4DB3-ACE2-94DEF4F1E438}"/>
              </a:ext>
            </a:extLst>
          </p:cNvPr>
          <p:cNvSpPr>
            <a:spLocks noGrp="1"/>
          </p:cNvSpPr>
          <p:nvPr/>
        </p:nvSpPr>
        <p:spPr>
          <a:xfrm>
            <a:off x="7674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data_8713">
            <a:extLst>
              <a:ext uri="{FF2B5EF4-FFF2-40B4-BE49-F238E27FC236}">
                <a16:creationId xmlns:a16="http://schemas.microsoft.com/office/drawing/2014/main" id="{DD543AA5-98A3-4B8C-BE7D-45DFDBF5785E}"/>
              </a:ext>
            </a:extLst>
          </p:cNvPr>
          <p:cNvSpPr>
            <a:spLocks noGrp="1"/>
          </p:cNvSpPr>
          <p:nvPr/>
        </p:nvSpPr>
        <p:spPr>
          <a:xfrm>
            <a:off x="76550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data_8714">
            <a:extLst>
              <a:ext uri="{FF2B5EF4-FFF2-40B4-BE49-F238E27FC236}">
                <a16:creationId xmlns:a16="http://schemas.microsoft.com/office/drawing/2014/main" id="{E879A89D-4390-4C6B-8D0C-298A8C7AE1C5}"/>
              </a:ext>
            </a:extLst>
          </p:cNvPr>
          <p:cNvSpPr>
            <a:spLocks noGrp="1"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data_8715">
            <a:extLst>
              <a:ext uri="{FF2B5EF4-FFF2-40B4-BE49-F238E27FC236}">
                <a16:creationId xmlns:a16="http://schemas.microsoft.com/office/drawing/2014/main" id="{96F3F6CD-3AB7-46FC-B7C6-CD2664E2264C}"/>
              </a:ext>
            </a:extLst>
          </p:cNvPr>
          <p:cNvSpPr>
            <a:spLocks noGrp="1"/>
          </p:cNvSpPr>
          <p:nvPr/>
        </p:nvSpPr>
        <p:spPr>
          <a:xfrm>
            <a:off x="76576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data_8716">
            <a:extLst>
              <a:ext uri="{FF2B5EF4-FFF2-40B4-BE49-F238E27FC236}">
                <a16:creationId xmlns:a16="http://schemas.microsoft.com/office/drawing/2014/main" id="{1A432CCD-B8F5-4BDC-B88C-1BB97C056B4C}"/>
              </a:ext>
            </a:extLst>
          </p:cNvPr>
          <p:cNvSpPr>
            <a:spLocks noGrp="1"/>
          </p:cNvSpPr>
          <p:nvPr/>
        </p:nvSpPr>
        <p:spPr>
          <a:xfrm>
            <a:off x="764710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data_8717">
            <a:extLst>
              <a:ext uri="{FF2B5EF4-FFF2-40B4-BE49-F238E27FC236}">
                <a16:creationId xmlns:a16="http://schemas.microsoft.com/office/drawing/2014/main" id="{158CE208-07E3-4BAF-A28E-2B4BE41CE9B7}"/>
              </a:ext>
            </a:extLst>
          </p:cNvPr>
          <p:cNvSpPr>
            <a:spLocks noGrp="1"/>
          </p:cNvSpPr>
          <p:nvPr/>
        </p:nvSpPr>
        <p:spPr>
          <a:xfrm>
            <a:off x="7652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data_8718">
            <a:extLst>
              <a:ext uri="{FF2B5EF4-FFF2-40B4-BE49-F238E27FC236}">
                <a16:creationId xmlns:a16="http://schemas.microsoft.com/office/drawing/2014/main" id="{1E3DDB4B-BAC3-4642-B1D8-C083D31762C0}"/>
              </a:ext>
            </a:extLst>
          </p:cNvPr>
          <p:cNvSpPr>
            <a:spLocks noGrp="1"/>
          </p:cNvSpPr>
          <p:nvPr/>
        </p:nvSpPr>
        <p:spPr>
          <a:xfrm>
            <a:off x="76280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data_8719">
            <a:extLst>
              <a:ext uri="{FF2B5EF4-FFF2-40B4-BE49-F238E27FC236}">
                <a16:creationId xmlns:a16="http://schemas.microsoft.com/office/drawing/2014/main" id="{5A5723A4-74E0-473C-87C6-AB043790686F}"/>
              </a:ext>
            </a:extLst>
          </p:cNvPr>
          <p:cNvSpPr>
            <a:spLocks noGrp="1"/>
          </p:cNvSpPr>
          <p:nvPr/>
        </p:nvSpPr>
        <p:spPr>
          <a:xfrm>
            <a:off x="75604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data_8720">
            <a:extLst>
              <a:ext uri="{FF2B5EF4-FFF2-40B4-BE49-F238E27FC236}">
                <a16:creationId xmlns:a16="http://schemas.microsoft.com/office/drawing/2014/main" id="{CC46C8DC-7773-4D34-913E-73E25D15F763}"/>
              </a:ext>
            </a:extLst>
          </p:cNvPr>
          <p:cNvSpPr>
            <a:spLocks noGrp="1"/>
          </p:cNvSpPr>
          <p:nvPr/>
        </p:nvSpPr>
        <p:spPr>
          <a:xfrm>
            <a:off x="7647624" y="65913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data_8721">
            <a:extLst>
              <a:ext uri="{FF2B5EF4-FFF2-40B4-BE49-F238E27FC236}">
                <a16:creationId xmlns:a16="http://schemas.microsoft.com/office/drawing/2014/main" id="{37FA3B05-4E18-4880-997F-56640BEA7490}"/>
              </a:ext>
            </a:extLst>
          </p:cNvPr>
          <p:cNvSpPr>
            <a:spLocks noGrp="1"/>
          </p:cNvSpPr>
          <p:nvPr/>
        </p:nvSpPr>
        <p:spPr>
          <a:xfrm>
            <a:off x="7664823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data_8722">
            <a:extLst>
              <a:ext uri="{FF2B5EF4-FFF2-40B4-BE49-F238E27FC236}">
                <a16:creationId xmlns:a16="http://schemas.microsoft.com/office/drawing/2014/main" id="{0A7100E0-277F-4055-AB9E-42A64C91AD2D}"/>
              </a:ext>
            </a:extLst>
          </p:cNvPr>
          <p:cNvSpPr>
            <a:spLocks noGrp="1"/>
          </p:cNvSpPr>
          <p:nvPr/>
        </p:nvSpPr>
        <p:spPr>
          <a:xfrm>
            <a:off x="75820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data_8723">
            <a:extLst>
              <a:ext uri="{FF2B5EF4-FFF2-40B4-BE49-F238E27FC236}">
                <a16:creationId xmlns:a16="http://schemas.microsoft.com/office/drawing/2014/main" id="{5EB14F14-B1C5-4D8D-9B82-86F770CF6B1A}"/>
              </a:ext>
            </a:extLst>
          </p:cNvPr>
          <p:cNvSpPr>
            <a:spLocks noGrp="1"/>
          </p:cNvSpPr>
          <p:nvPr/>
        </p:nvSpPr>
        <p:spPr>
          <a:xfrm>
            <a:off x="757231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data_8724">
            <a:extLst>
              <a:ext uri="{FF2B5EF4-FFF2-40B4-BE49-F238E27FC236}">
                <a16:creationId xmlns:a16="http://schemas.microsoft.com/office/drawing/2014/main" id="{47997C16-25A8-4F01-9C86-E16B2995F400}"/>
              </a:ext>
            </a:extLst>
          </p:cNvPr>
          <p:cNvSpPr>
            <a:spLocks noGrp="1"/>
          </p:cNvSpPr>
          <p:nvPr/>
        </p:nvSpPr>
        <p:spPr>
          <a:xfrm>
            <a:off x="7647363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data_8725">
            <a:extLst>
              <a:ext uri="{FF2B5EF4-FFF2-40B4-BE49-F238E27FC236}">
                <a16:creationId xmlns:a16="http://schemas.microsoft.com/office/drawing/2014/main" id="{03C5E4CD-0768-4186-8A64-050DCF96B82D}"/>
              </a:ext>
            </a:extLst>
          </p:cNvPr>
          <p:cNvSpPr>
            <a:spLocks noGrp="1"/>
          </p:cNvSpPr>
          <p:nvPr/>
        </p:nvSpPr>
        <p:spPr>
          <a:xfrm>
            <a:off x="7680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data_8726">
            <a:extLst>
              <a:ext uri="{FF2B5EF4-FFF2-40B4-BE49-F238E27FC236}">
                <a16:creationId xmlns:a16="http://schemas.microsoft.com/office/drawing/2014/main" id="{FF43F354-EAC6-4877-97BE-2D1714AF24BD}"/>
              </a:ext>
            </a:extLst>
          </p:cNvPr>
          <p:cNvSpPr>
            <a:spLocks noGrp="1"/>
          </p:cNvSpPr>
          <p:nvPr/>
        </p:nvSpPr>
        <p:spPr>
          <a:xfrm>
            <a:off x="7686582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data_8727">
            <a:extLst>
              <a:ext uri="{FF2B5EF4-FFF2-40B4-BE49-F238E27FC236}">
                <a16:creationId xmlns:a16="http://schemas.microsoft.com/office/drawing/2014/main" id="{7C8D34D5-0C4C-4429-A88F-5C526432AA21}"/>
              </a:ext>
            </a:extLst>
          </p:cNvPr>
          <p:cNvSpPr>
            <a:spLocks noGrp="1"/>
          </p:cNvSpPr>
          <p:nvPr/>
        </p:nvSpPr>
        <p:spPr>
          <a:xfrm>
            <a:off x="760605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data_8728">
            <a:extLst>
              <a:ext uri="{FF2B5EF4-FFF2-40B4-BE49-F238E27FC236}">
                <a16:creationId xmlns:a16="http://schemas.microsoft.com/office/drawing/2014/main" id="{267AE219-CBFD-4FD7-85BE-35A22BB79995}"/>
              </a:ext>
            </a:extLst>
          </p:cNvPr>
          <p:cNvSpPr>
            <a:spLocks noGrp="1"/>
          </p:cNvSpPr>
          <p:nvPr/>
        </p:nvSpPr>
        <p:spPr>
          <a:xfrm>
            <a:off x="7653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data_8729">
            <a:extLst>
              <a:ext uri="{FF2B5EF4-FFF2-40B4-BE49-F238E27FC236}">
                <a16:creationId xmlns:a16="http://schemas.microsoft.com/office/drawing/2014/main" id="{602C7BC9-012A-4C40-940A-30BA35427B1C}"/>
              </a:ext>
            </a:extLst>
          </p:cNvPr>
          <p:cNvSpPr>
            <a:spLocks noGrp="1"/>
          </p:cNvSpPr>
          <p:nvPr/>
        </p:nvSpPr>
        <p:spPr>
          <a:xfrm>
            <a:off x="76637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data_8730">
            <a:extLst>
              <a:ext uri="{FF2B5EF4-FFF2-40B4-BE49-F238E27FC236}">
                <a16:creationId xmlns:a16="http://schemas.microsoft.com/office/drawing/2014/main" id="{27F81DF0-472C-44C2-A42D-794B8C763447}"/>
              </a:ext>
            </a:extLst>
          </p:cNvPr>
          <p:cNvSpPr>
            <a:spLocks noGrp="1"/>
          </p:cNvSpPr>
          <p:nvPr/>
        </p:nvSpPr>
        <p:spPr>
          <a:xfrm>
            <a:off x="7679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data_8731">
            <a:extLst>
              <a:ext uri="{FF2B5EF4-FFF2-40B4-BE49-F238E27FC236}">
                <a16:creationId xmlns:a16="http://schemas.microsoft.com/office/drawing/2014/main" id="{EBFF4E5D-696B-47E8-8446-6582B29E6264}"/>
              </a:ext>
            </a:extLst>
          </p:cNvPr>
          <p:cNvSpPr>
            <a:spLocks noGrp="1"/>
          </p:cNvSpPr>
          <p:nvPr/>
        </p:nvSpPr>
        <p:spPr>
          <a:xfrm>
            <a:off x="76657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data_8732">
            <a:extLst>
              <a:ext uri="{FF2B5EF4-FFF2-40B4-BE49-F238E27FC236}">
                <a16:creationId xmlns:a16="http://schemas.microsoft.com/office/drawing/2014/main" id="{2D81A410-06B8-4E3A-A9C8-5A6A499D479D}"/>
              </a:ext>
            </a:extLst>
          </p:cNvPr>
          <p:cNvSpPr>
            <a:spLocks noGrp="1"/>
          </p:cNvSpPr>
          <p:nvPr/>
        </p:nvSpPr>
        <p:spPr>
          <a:xfrm>
            <a:off x="76460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data_8733">
            <a:extLst>
              <a:ext uri="{FF2B5EF4-FFF2-40B4-BE49-F238E27FC236}">
                <a16:creationId xmlns:a16="http://schemas.microsoft.com/office/drawing/2014/main" id="{3EF38F4A-5E55-40FC-B5FD-01C8AE37171E}"/>
              </a:ext>
            </a:extLst>
          </p:cNvPr>
          <p:cNvSpPr>
            <a:spLocks noGrp="1"/>
          </p:cNvSpPr>
          <p:nvPr/>
        </p:nvSpPr>
        <p:spPr>
          <a:xfrm>
            <a:off x="75661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data_8734">
            <a:extLst>
              <a:ext uri="{FF2B5EF4-FFF2-40B4-BE49-F238E27FC236}">
                <a16:creationId xmlns:a16="http://schemas.microsoft.com/office/drawing/2014/main" id="{2A59BEE1-9D69-4AC4-A376-4B88259389E5}"/>
              </a:ext>
            </a:extLst>
          </p:cNvPr>
          <p:cNvSpPr>
            <a:spLocks noGrp="1"/>
          </p:cNvSpPr>
          <p:nvPr/>
        </p:nvSpPr>
        <p:spPr>
          <a:xfrm>
            <a:off x="75788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data_8735">
            <a:extLst>
              <a:ext uri="{FF2B5EF4-FFF2-40B4-BE49-F238E27FC236}">
                <a16:creationId xmlns:a16="http://schemas.microsoft.com/office/drawing/2014/main" id="{D5562896-0463-4B07-B330-4E6CBA89B0C8}"/>
              </a:ext>
            </a:extLst>
          </p:cNvPr>
          <p:cNvSpPr>
            <a:spLocks noGrp="1"/>
          </p:cNvSpPr>
          <p:nvPr/>
        </p:nvSpPr>
        <p:spPr>
          <a:xfrm>
            <a:off x="76473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data_8736">
            <a:extLst>
              <a:ext uri="{FF2B5EF4-FFF2-40B4-BE49-F238E27FC236}">
                <a16:creationId xmlns:a16="http://schemas.microsoft.com/office/drawing/2014/main" id="{CAD0FBF6-A4E0-44FF-8B4C-DD73804341B8}"/>
              </a:ext>
            </a:extLst>
          </p:cNvPr>
          <p:cNvSpPr>
            <a:spLocks noGrp="1"/>
          </p:cNvSpPr>
          <p:nvPr/>
        </p:nvSpPr>
        <p:spPr>
          <a:xfrm>
            <a:off x="76342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data_8737">
            <a:extLst>
              <a:ext uri="{FF2B5EF4-FFF2-40B4-BE49-F238E27FC236}">
                <a16:creationId xmlns:a16="http://schemas.microsoft.com/office/drawing/2014/main" id="{18DE9448-B6C6-4004-9AD3-A5BF5D180426}"/>
              </a:ext>
            </a:extLst>
          </p:cNvPr>
          <p:cNvSpPr>
            <a:spLocks noGrp="1"/>
          </p:cNvSpPr>
          <p:nvPr/>
        </p:nvSpPr>
        <p:spPr>
          <a:xfrm>
            <a:off x="7584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data_8738">
            <a:extLst>
              <a:ext uri="{FF2B5EF4-FFF2-40B4-BE49-F238E27FC236}">
                <a16:creationId xmlns:a16="http://schemas.microsoft.com/office/drawing/2014/main" id="{D11BD0D1-40FB-4F91-B5B2-057DEBFD2E86}"/>
              </a:ext>
            </a:extLst>
          </p:cNvPr>
          <p:cNvSpPr>
            <a:spLocks noGrp="1"/>
          </p:cNvSpPr>
          <p:nvPr/>
        </p:nvSpPr>
        <p:spPr>
          <a:xfrm>
            <a:off x="76078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data_8739">
            <a:extLst>
              <a:ext uri="{FF2B5EF4-FFF2-40B4-BE49-F238E27FC236}">
                <a16:creationId xmlns:a16="http://schemas.microsoft.com/office/drawing/2014/main" id="{F67DD544-9FA7-47C6-B9E7-72978A37CF75}"/>
              </a:ext>
            </a:extLst>
          </p:cNvPr>
          <p:cNvSpPr>
            <a:spLocks noGrp="1"/>
          </p:cNvSpPr>
          <p:nvPr/>
        </p:nvSpPr>
        <p:spPr>
          <a:xfrm>
            <a:off x="756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data_8740">
            <a:extLst>
              <a:ext uri="{FF2B5EF4-FFF2-40B4-BE49-F238E27FC236}">
                <a16:creationId xmlns:a16="http://schemas.microsoft.com/office/drawing/2014/main" id="{0EF5C710-3A81-4908-99FD-EEFB3D7CB376}"/>
              </a:ext>
            </a:extLst>
          </p:cNvPr>
          <p:cNvSpPr>
            <a:spLocks noGrp="1"/>
          </p:cNvSpPr>
          <p:nvPr/>
        </p:nvSpPr>
        <p:spPr>
          <a:xfrm>
            <a:off x="82685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data_8741">
            <a:extLst>
              <a:ext uri="{FF2B5EF4-FFF2-40B4-BE49-F238E27FC236}">
                <a16:creationId xmlns:a16="http://schemas.microsoft.com/office/drawing/2014/main" id="{2AD2927C-5313-4C03-B48B-5AAEDA739799}"/>
              </a:ext>
            </a:extLst>
          </p:cNvPr>
          <p:cNvSpPr>
            <a:spLocks noGrp="1"/>
          </p:cNvSpPr>
          <p:nvPr/>
        </p:nvSpPr>
        <p:spPr>
          <a:xfrm>
            <a:off x="8351890" y="568017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data_8742">
            <a:extLst>
              <a:ext uri="{FF2B5EF4-FFF2-40B4-BE49-F238E27FC236}">
                <a16:creationId xmlns:a16="http://schemas.microsoft.com/office/drawing/2014/main" id="{CE1A4830-A0DE-45BA-A1D7-5951C9E3CC80}"/>
              </a:ext>
            </a:extLst>
          </p:cNvPr>
          <p:cNvSpPr>
            <a:spLocks noGrp="1"/>
          </p:cNvSpPr>
          <p:nvPr/>
        </p:nvSpPr>
        <p:spPr>
          <a:xfrm>
            <a:off x="8241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data_8743">
            <a:extLst>
              <a:ext uri="{FF2B5EF4-FFF2-40B4-BE49-F238E27FC236}">
                <a16:creationId xmlns:a16="http://schemas.microsoft.com/office/drawing/2014/main" id="{2BE8885E-DE2A-414C-9CDA-20BB81522C2F}"/>
              </a:ext>
            </a:extLst>
          </p:cNvPr>
          <p:cNvSpPr>
            <a:spLocks noGrp="1"/>
          </p:cNvSpPr>
          <p:nvPr/>
        </p:nvSpPr>
        <p:spPr>
          <a:xfrm>
            <a:off x="8341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data_8744">
            <a:extLst>
              <a:ext uri="{FF2B5EF4-FFF2-40B4-BE49-F238E27FC236}">
                <a16:creationId xmlns:a16="http://schemas.microsoft.com/office/drawing/2014/main" id="{20B070A3-E3D1-46FE-A932-C575C8D1492D}"/>
              </a:ext>
            </a:extLst>
          </p:cNvPr>
          <p:cNvSpPr>
            <a:spLocks noGrp="1"/>
          </p:cNvSpPr>
          <p:nvPr/>
        </p:nvSpPr>
        <p:spPr>
          <a:xfrm>
            <a:off x="82897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data_8745">
            <a:extLst>
              <a:ext uri="{FF2B5EF4-FFF2-40B4-BE49-F238E27FC236}">
                <a16:creationId xmlns:a16="http://schemas.microsoft.com/office/drawing/2014/main" id="{3CF36172-D265-4C75-AB50-66809DC9474A}"/>
              </a:ext>
            </a:extLst>
          </p:cNvPr>
          <p:cNvSpPr>
            <a:spLocks noGrp="1"/>
          </p:cNvSpPr>
          <p:nvPr/>
        </p:nvSpPr>
        <p:spPr>
          <a:xfrm>
            <a:off x="8361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data_8746">
            <a:extLst>
              <a:ext uri="{FF2B5EF4-FFF2-40B4-BE49-F238E27FC236}">
                <a16:creationId xmlns:a16="http://schemas.microsoft.com/office/drawing/2014/main" id="{B6C9076B-F293-4EE7-B93C-26A8BF4F0098}"/>
              </a:ext>
            </a:extLst>
          </p:cNvPr>
          <p:cNvSpPr>
            <a:spLocks noGrp="1"/>
          </p:cNvSpPr>
          <p:nvPr/>
        </p:nvSpPr>
        <p:spPr>
          <a:xfrm>
            <a:off x="82683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data_8747">
            <a:extLst>
              <a:ext uri="{FF2B5EF4-FFF2-40B4-BE49-F238E27FC236}">
                <a16:creationId xmlns:a16="http://schemas.microsoft.com/office/drawing/2014/main" id="{7569D0E9-B0EF-4D76-8545-D63C047C8DA8}"/>
              </a:ext>
            </a:extLst>
          </p:cNvPr>
          <p:cNvSpPr>
            <a:spLocks noGrp="1"/>
          </p:cNvSpPr>
          <p:nvPr/>
        </p:nvSpPr>
        <p:spPr>
          <a:xfrm>
            <a:off x="83319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data_8748">
            <a:extLst>
              <a:ext uri="{FF2B5EF4-FFF2-40B4-BE49-F238E27FC236}">
                <a16:creationId xmlns:a16="http://schemas.microsoft.com/office/drawing/2014/main" id="{5F3DA2DA-79DB-47B7-A987-07853AA73F16}"/>
              </a:ext>
            </a:extLst>
          </p:cNvPr>
          <p:cNvSpPr>
            <a:spLocks noGrp="1"/>
          </p:cNvSpPr>
          <p:nvPr/>
        </p:nvSpPr>
        <p:spPr>
          <a:xfrm>
            <a:off x="8245698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data_8749">
            <a:extLst>
              <a:ext uri="{FF2B5EF4-FFF2-40B4-BE49-F238E27FC236}">
                <a16:creationId xmlns:a16="http://schemas.microsoft.com/office/drawing/2014/main" id="{974C16A6-485B-4B51-B8DC-CFEE9CDC5DFE}"/>
              </a:ext>
            </a:extLst>
          </p:cNvPr>
          <p:cNvSpPr>
            <a:spLocks noGrp="1"/>
          </p:cNvSpPr>
          <p:nvPr/>
        </p:nvSpPr>
        <p:spPr>
          <a:xfrm>
            <a:off x="82734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data_8750">
            <a:extLst>
              <a:ext uri="{FF2B5EF4-FFF2-40B4-BE49-F238E27FC236}">
                <a16:creationId xmlns:a16="http://schemas.microsoft.com/office/drawing/2014/main" id="{3B0015E8-547F-41E5-937B-67DC35F6FFDC}"/>
              </a:ext>
            </a:extLst>
          </p:cNvPr>
          <p:cNvSpPr>
            <a:spLocks noGrp="1"/>
          </p:cNvSpPr>
          <p:nvPr/>
        </p:nvSpPr>
        <p:spPr>
          <a:xfrm>
            <a:off x="8245437" y="685907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data_8751">
            <a:extLst>
              <a:ext uri="{FF2B5EF4-FFF2-40B4-BE49-F238E27FC236}">
                <a16:creationId xmlns:a16="http://schemas.microsoft.com/office/drawing/2014/main" id="{BA57B2D3-415C-45D5-B3A8-2705D1F34C54}"/>
              </a:ext>
            </a:extLst>
          </p:cNvPr>
          <p:cNvSpPr>
            <a:spLocks noGrp="1"/>
          </p:cNvSpPr>
          <p:nvPr/>
        </p:nvSpPr>
        <p:spPr>
          <a:xfrm>
            <a:off x="83190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data_8752">
            <a:extLst>
              <a:ext uri="{FF2B5EF4-FFF2-40B4-BE49-F238E27FC236}">
                <a16:creationId xmlns:a16="http://schemas.microsoft.com/office/drawing/2014/main" id="{7C5C7940-F9DB-4B5C-8FFE-9E23EE53D5EB}"/>
              </a:ext>
            </a:extLst>
          </p:cNvPr>
          <p:cNvSpPr>
            <a:spLocks noGrp="1"/>
          </p:cNvSpPr>
          <p:nvPr/>
        </p:nvSpPr>
        <p:spPr>
          <a:xfrm>
            <a:off x="8263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data_8753">
            <a:extLst>
              <a:ext uri="{FF2B5EF4-FFF2-40B4-BE49-F238E27FC236}">
                <a16:creationId xmlns:a16="http://schemas.microsoft.com/office/drawing/2014/main" id="{51646144-D21B-4E03-B93C-FE06B5EC369A}"/>
              </a:ext>
            </a:extLst>
          </p:cNvPr>
          <p:cNvSpPr>
            <a:spLocks noGrp="1"/>
          </p:cNvSpPr>
          <p:nvPr/>
        </p:nvSpPr>
        <p:spPr>
          <a:xfrm>
            <a:off x="83021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data_8754">
            <a:extLst>
              <a:ext uri="{FF2B5EF4-FFF2-40B4-BE49-F238E27FC236}">
                <a16:creationId xmlns:a16="http://schemas.microsoft.com/office/drawing/2014/main" id="{40D67EF3-3619-4A11-9B54-CC4B2EDE6F3C}"/>
              </a:ext>
            </a:extLst>
          </p:cNvPr>
          <p:cNvSpPr>
            <a:spLocks noGrp="1"/>
          </p:cNvSpPr>
          <p:nvPr/>
        </p:nvSpPr>
        <p:spPr>
          <a:xfrm>
            <a:off x="82883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data_8755">
            <a:extLst>
              <a:ext uri="{FF2B5EF4-FFF2-40B4-BE49-F238E27FC236}">
                <a16:creationId xmlns:a16="http://schemas.microsoft.com/office/drawing/2014/main" id="{4DD4B746-F1FE-4EDC-A4BF-187AD5CB71AB}"/>
              </a:ext>
            </a:extLst>
          </p:cNvPr>
          <p:cNvSpPr>
            <a:spLocks noGrp="1"/>
          </p:cNvSpPr>
          <p:nvPr/>
        </p:nvSpPr>
        <p:spPr>
          <a:xfrm>
            <a:off x="8275406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data_8756">
            <a:extLst>
              <a:ext uri="{FF2B5EF4-FFF2-40B4-BE49-F238E27FC236}">
                <a16:creationId xmlns:a16="http://schemas.microsoft.com/office/drawing/2014/main" id="{2E26CEF7-E5D3-4C34-BAF0-F235E43B2F18}"/>
              </a:ext>
            </a:extLst>
          </p:cNvPr>
          <p:cNvSpPr>
            <a:spLocks noGrp="1"/>
          </p:cNvSpPr>
          <p:nvPr/>
        </p:nvSpPr>
        <p:spPr>
          <a:xfrm>
            <a:off x="824504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data_8757">
            <a:extLst>
              <a:ext uri="{FF2B5EF4-FFF2-40B4-BE49-F238E27FC236}">
                <a16:creationId xmlns:a16="http://schemas.microsoft.com/office/drawing/2014/main" id="{417883A6-C267-44D5-AC13-0602435B7341}"/>
              </a:ext>
            </a:extLst>
          </p:cNvPr>
          <p:cNvSpPr>
            <a:spLocks noGrp="1"/>
          </p:cNvSpPr>
          <p:nvPr/>
        </p:nvSpPr>
        <p:spPr>
          <a:xfrm>
            <a:off x="8362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data_8758">
            <a:extLst>
              <a:ext uri="{FF2B5EF4-FFF2-40B4-BE49-F238E27FC236}">
                <a16:creationId xmlns:a16="http://schemas.microsoft.com/office/drawing/2014/main" id="{7F5F2BB6-1B8F-40BF-8F8E-487CB6DBDA37}"/>
              </a:ext>
            </a:extLst>
          </p:cNvPr>
          <p:cNvSpPr>
            <a:spLocks noGrp="1"/>
          </p:cNvSpPr>
          <p:nvPr/>
        </p:nvSpPr>
        <p:spPr>
          <a:xfrm>
            <a:off x="8246871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data_8759">
            <a:extLst>
              <a:ext uri="{FF2B5EF4-FFF2-40B4-BE49-F238E27FC236}">
                <a16:creationId xmlns:a16="http://schemas.microsoft.com/office/drawing/2014/main" id="{CDCDCDDC-6690-455E-9A8A-4A05DDA3FCC9}"/>
              </a:ext>
            </a:extLst>
          </p:cNvPr>
          <p:cNvSpPr>
            <a:spLocks noGrp="1"/>
          </p:cNvSpPr>
          <p:nvPr/>
        </p:nvSpPr>
        <p:spPr>
          <a:xfrm>
            <a:off x="83524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data_8760">
            <a:extLst>
              <a:ext uri="{FF2B5EF4-FFF2-40B4-BE49-F238E27FC236}">
                <a16:creationId xmlns:a16="http://schemas.microsoft.com/office/drawing/2014/main" id="{574A4DE1-A9BD-436A-9350-BE6E24DD7EF4}"/>
              </a:ext>
            </a:extLst>
          </p:cNvPr>
          <p:cNvSpPr>
            <a:spLocks noGrp="1"/>
          </p:cNvSpPr>
          <p:nvPr/>
        </p:nvSpPr>
        <p:spPr>
          <a:xfrm>
            <a:off x="829025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data_8761">
            <a:extLst>
              <a:ext uri="{FF2B5EF4-FFF2-40B4-BE49-F238E27FC236}">
                <a16:creationId xmlns:a16="http://schemas.microsoft.com/office/drawing/2014/main" id="{BC2DC962-208C-46E6-A5DF-5DD3BCD118DD}"/>
              </a:ext>
            </a:extLst>
          </p:cNvPr>
          <p:cNvSpPr>
            <a:spLocks noGrp="1"/>
          </p:cNvSpPr>
          <p:nvPr/>
        </p:nvSpPr>
        <p:spPr>
          <a:xfrm>
            <a:off x="836739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data_8762">
            <a:extLst>
              <a:ext uri="{FF2B5EF4-FFF2-40B4-BE49-F238E27FC236}">
                <a16:creationId xmlns:a16="http://schemas.microsoft.com/office/drawing/2014/main" id="{A95501A5-08BD-42F6-846F-A70E0D43C3DC}"/>
              </a:ext>
            </a:extLst>
          </p:cNvPr>
          <p:cNvSpPr>
            <a:spLocks noGrp="1"/>
          </p:cNvSpPr>
          <p:nvPr/>
        </p:nvSpPr>
        <p:spPr>
          <a:xfrm>
            <a:off x="83266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data_8763">
            <a:extLst>
              <a:ext uri="{FF2B5EF4-FFF2-40B4-BE49-F238E27FC236}">
                <a16:creationId xmlns:a16="http://schemas.microsoft.com/office/drawing/2014/main" id="{C8239336-48D9-4BFA-8945-C5AC40F68E45}"/>
              </a:ext>
            </a:extLst>
          </p:cNvPr>
          <p:cNvSpPr>
            <a:spLocks noGrp="1"/>
          </p:cNvSpPr>
          <p:nvPr/>
        </p:nvSpPr>
        <p:spPr>
          <a:xfrm>
            <a:off x="833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data_8764">
            <a:extLst>
              <a:ext uri="{FF2B5EF4-FFF2-40B4-BE49-F238E27FC236}">
                <a16:creationId xmlns:a16="http://schemas.microsoft.com/office/drawing/2014/main" id="{9630E65F-F08B-4AC0-A2AE-A7DD273C80F4}"/>
              </a:ext>
            </a:extLst>
          </p:cNvPr>
          <p:cNvSpPr>
            <a:spLocks noGrp="1"/>
          </p:cNvSpPr>
          <p:nvPr/>
        </p:nvSpPr>
        <p:spPr>
          <a:xfrm>
            <a:off x="8278272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data_8765">
            <a:extLst>
              <a:ext uri="{FF2B5EF4-FFF2-40B4-BE49-F238E27FC236}">
                <a16:creationId xmlns:a16="http://schemas.microsoft.com/office/drawing/2014/main" id="{AA23F6AD-2D1B-4A10-81C2-C5FB5D11EBE9}"/>
              </a:ext>
            </a:extLst>
          </p:cNvPr>
          <p:cNvSpPr>
            <a:spLocks noGrp="1"/>
          </p:cNvSpPr>
          <p:nvPr/>
        </p:nvSpPr>
        <p:spPr>
          <a:xfrm>
            <a:off x="836009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data_8766">
            <a:extLst>
              <a:ext uri="{FF2B5EF4-FFF2-40B4-BE49-F238E27FC236}">
                <a16:creationId xmlns:a16="http://schemas.microsoft.com/office/drawing/2014/main" id="{2FB43F4F-BF4F-4062-A3DB-39F12857758F}"/>
              </a:ext>
            </a:extLst>
          </p:cNvPr>
          <p:cNvSpPr>
            <a:spLocks noGrp="1"/>
          </p:cNvSpPr>
          <p:nvPr/>
        </p:nvSpPr>
        <p:spPr>
          <a:xfrm>
            <a:off x="8335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data_8767">
            <a:extLst>
              <a:ext uri="{FF2B5EF4-FFF2-40B4-BE49-F238E27FC236}">
                <a16:creationId xmlns:a16="http://schemas.microsoft.com/office/drawing/2014/main" id="{2DADB72F-0E64-4039-951F-418353E6D571}"/>
              </a:ext>
            </a:extLst>
          </p:cNvPr>
          <p:cNvSpPr>
            <a:spLocks noGrp="1"/>
          </p:cNvSpPr>
          <p:nvPr/>
        </p:nvSpPr>
        <p:spPr>
          <a:xfrm>
            <a:off x="82613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data_8768">
            <a:extLst>
              <a:ext uri="{FF2B5EF4-FFF2-40B4-BE49-F238E27FC236}">
                <a16:creationId xmlns:a16="http://schemas.microsoft.com/office/drawing/2014/main" id="{AA31D0D9-C97E-4A26-B090-ADEA2F383DF9}"/>
              </a:ext>
            </a:extLst>
          </p:cNvPr>
          <p:cNvSpPr>
            <a:spLocks noGrp="1"/>
          </p:cNvSpPr>
          <p:nvPr/>
        </p:nvSpPr>
        <p:spPr>
          <a:xfrm>
            <a:off x="8333518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data_8769">
            <a:extLst>
              <a:ext uri="{FF2B5EF4-FFF2-40B4-BE49-F238E27FC236}">
                <a16:creationId xmlns:a16="http://schemas.microsoft.com/office/drawing/2014/main" id="{959886F2-97DD-4209-8504-CD884684C192}"/>
              </a:ext>
            </a:extLst>
          </p:cNvPr>
          <p:cNvSpPr>
            <a:spLocks noGrp="1"/>
          </p:cNvSpPr>
          <p:nvPr/>
        </p:nvSpPr>
        <p:spPr>
          <a:xfrm>
            <a:off x="82679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data_8770">
            <a:extLst>
              <a:ext uri="{FF2B5EF4-FFF2-40B4-BE49-F238E27FC236}">
                <a16:creationId xmlns:a16="http://schemas.microsoft.com/office/drawing/2014/main" id="{5B7FD21D-E562-4B09-9769-0BDEBE3083F2}"/>
              </a:ext>
            </a:extLst>
          </p:cNvPr>
          <p:cNvSpPr>
            <a:spLocks noGrp="1"/>
          </p:cNvSpPr>
          <p:nvPr/>
        </p:nvSpPr>
        <p:spPr>
          <a:xfrm>
            <a:off x="827814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data_8771">
            <a:extLst>
              <a:ext uri="{FF2B5EF4-FFF2-40B4-BE49-F238E27FC236}">
                <a16:creationId xmlns:a16="http://schemas.microsoft.com/office/drawing/2014/main" id="{50A6CA91-F76D-4D5C-9D61-44644B29D361}"/>
              </a:ext>
            </a:extLst>
          </p:cNvPr>
          <p:cNvSpPr>
            <a:spLocks noGrp="1"/>
          </p:cNvSpPr>
          <p:nvPr/>
        </p:nvSpPr>
        <p:spPr>
          <a:xfrm>
            <a:off x="83590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data_8772">
            <a:extLst>
              <a:ext uri="{FF2B5EF4-FFF2-40B4-BE49-F238E27FC236}">
                <a16:creationId xmlns:a16="http://schemas.microsoft.com/office/drawing/2014/main" id="{9524A0E0-FCC7-4704-BCA6-CE640F18F962}"/>
              </a:ext>
            </a:extLst>
          </p:cNvPr>
          <p:cNvSpPr>
            <a:spLocks noGrp="1"/>
          </p:cNvSpPr>
          <p:nvPr/>
        </p:nvSpPr>
        <p:spPr>
          <a:xfrm>
            <a:off x="82802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data_8773">
            <a:extLst>
              <a:ext uri="{FF2B5EF4-FFF2-40B4-BE49-F238E27FC236}">
                <a16:creationId xmlns:a16="http://schemas.microsoft.com/office/drawing/2014/main" id="{F67D5C15-A840-4D11-88CB-77320AA1E711}"/>
              </a:ext>
            </a:extLst>
          </p:cNvPr>
          <p:cNvSpPr>
            <a:spLocks noGrp="1"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data_8774">
            <a:extLst>
              <a:ext uri="{FF2B5EF4-FFF2-40B4-BE49-F238E27FC236}">
                <a16:creationId xmlns:a16="http://schemas.microsoft.com/office/drawing/2014/main" id="{0E21F5F7-AFEB-426D-900E-66DBAE76E745}"/>
              </a:ext>
            </a:extLst>
          </p:cNvPr>
          <p:cNvSpPr>
            <a:spLocks noGrp="1"/>
          </p:cNvSpPr>
          <p:nvPr/>
        </p:nvSpPr>
        <p:spPr>
          <a:xfrm>
            <a:off x="83528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data_8775">
            <a:extLst>
              <a:ext uri="{FF2B5EF4-FFF2-40B4-BE49-F238E27FC236}">
                <a16:creationId xmlns:a16="http://schemas.microsoft.com/office/drawing/2014/main" id="{4BC358A9-DF8F-4487-8CD9-1FAF3391DBCF}"/>
              </a:ext>
            </a:extLst>
          </p:cNvPr>
          <p:cNvSpPr>
            <a:spLocks noGrp="1"/>
          </p:cNvSpPr>
          <p:nvPr/>
        </p:nvSpPr>
        <p:spPr>
          <a:xfrm>
            <a:off x="83561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data_8776">
            <a:extLst>
              <a:ext uri="{FF2B5EF4-FFF2-40B4-BE49-F238E27FC236}">
                <a16:creationId xmlns:a16="http://schemas.microsoft.com/office/drawing/2014/main" id="{8D574547-73FF-440D-9B34-CFAF7533ABF7}"/>
              </a:ext>
            </a:extLst>
          </p:cNvPr>
          <p:cNvSpPr>
            <a:spLocks noGrp="1"/>
          </p:cNvSpPr>
          <p:nvPr/>
        </p:nvSpPr>
        <p:spPr>
          <a:xfrm>
            <a:off x="828126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data_8777">
            <a:extLst>
              <a:ext uri="{FF2B5EF4-FFF2-40B4-BE49-F238E27FC236}">
                <a16:creationId xmlns:a16="http://schemas.microsoft.com/office/drawing/2014/main" id="{9201525E-6C75-47D1-AF7A-C9EB0C14D757}"/>
              </a:ext>
            </a:extLst>
          </p:cNvPr>
          <p:cNvSpPr>
            <a:spLocks noGrp="1"/>
          </p:cNvSpPr>
          <p:nvPr/>
        </p:nvSpPr>
        <p:spPr>
          <a:xfrm>
            <a:off x="826159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data_8778">
            <a:extLst>
              <a:ext uri="{FF2B5EF4-FFF2-40B4-BE49-F238E27FC236}">
                <a16:creationId xmlns:a16="http://schemas.microsoft.com/office/drawing/2014/main" id="{C903C649-0F60-46D4-BA83-458906DFA4FA}"/>
              </a:ext>
            </a:extLst>
          </p:cNvPr>
          <p:cNvSpPr>
            <a:spLocks noGrp="1"/>
          </p:cNvSpPr>
          <p:nvPr/>
        </p:nvSpPr>
        <p:spPr>
          <a:xfrm>
            <a:off x="83374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data_8779">
            <a:extLst>
              <a:ext uri="{FF2B5EF4-FFF2-40B4-BE49-F238E27FC236}">
                <a16:creationId xmlns:a16="http://schemas.microsoft.com/office/drawing/2014/main" id="{A8CDFE2C-F83D-46D5-9324-BE69B50D0965}"/>
              </a:ext>
            </a:extLst>
          </p:cNvPr>
          <p:cNvSpPr>
            <a:spLocks noGrp="1"/>
          </p:cNvSpPr>
          <p:nvPr/>
        </p:nvSpPr>
        <p:spPr>
          <a:xfrm>
            <a:off x="82554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data_8780">
            <a:extLst>
              <a:ext uri="{FF2B5EF4-FFF2-40B4-BE49-F238E27FC236}">
                <a16:creationId xmlns:a16="http://schemas.microsoft.com/office/drawing/2014/main" id="{83602B2F-2997-480C-BCD3-DCFC81AEFC84}"/>
              </a:ext>
            </a:extLst>
          </p:cNvPr>
          <p:cNvSpPr>
            <a:spLocks noGrp="1"/>
          </p:cNvSpPr>
          <p:nvPr/>
        </p:nvSpPr>
        <p:spPr>
          <a:xfrm>
            <a:off x="82636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data_8781">
            <a:extLst>
              <a:ext uri="{FF2B5EF4-FFF2-40B4-BE49-F238E27FC236}">
                <a16:creationId xmlns:a16="http://schemas.microsoft.com/office/drawing/2014/main" id="{66180E60-ACDC-4BA0-A7D9-8A21077D9847}"/>
              </a:ext>
            </a:extLst>
          </p:cNvPr>
          <p:cNvSpPr>
            <a:spLocks noGrp="1"/>
          </p:cNvSpPr>
          <p:nvPr/>
        </p:nvSpPr>
        <p:spPr>
          <a:xfrm>
            <a:off x="83406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data_8782">
            <a:extLst>
              <a:ext uri="{FF2B5EF4-FFF2-40B4-BE49-F238E27FC236}">
                <a16:creationId xmlns:a16="http://schemas.microsoft.com/office/drawing/2014/main" id="{B2651906-BC3E-4048-A6DC-E106848F0724}"/>
              </a:ext>
            </a:extLst>
          </p:cNvPr>
          <p:cNvSpPr>
            <a:spLocks noGrp="1"/>
          </p:cNvSpPr>
          <p:nvPr/>
        </p:nvSpPr>
        <p:spPr>
          <a:xfrm>
            <a:off x="82566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data_8783">
            <a:extLst>
              <a:ext uri="{FF2B5EF4-FFF2-40B4-BE49-F238E27FC236}">
                <a16:creationId xmlns:a16="http://schemas.microsoft.com/office/drawing/2014/main" id="{792FFFBA-0EBE-431A-812F-CE8C234367B7}"/>
              </a:ext>
            </a:extLst>
          </p:cNvPr>
          <p:cNvSpPr>
            <a:spLocks noGrp="1"/>
          </p:cNvSpPr>
          <p:nvPr/>
        </p:nvSpPr>
        <p:spPr>
          <a:xfrm>
            <a:off x="83657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data_8784">
            <a:extLst>
              <a:ext uri="{FF2B5EF4-FFF2-40B4-BE49-F238E27FC236}">
                <a16:creationId xmlns:a16="http://schemas.microsoft.com/office/drawing/2014/main" id="{3086C8E7-4FDC-4D0A-9008-875395153C2F}"/>
              </a:ext>
            </a:extLst>
          </p:cNvPr>
          <p:cNvSpPr>
            <a:spLocks noGrp="1"/>
          </p:cNvSpPr>
          <p:nvPr/>
        </p:nvSpPr>
        <p:spPr>
          <a:xfrm>
            <a:off x="8345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data_8785">
            <a:extLst>
              <a:ext uri="{FF2B5EF4-FFF2-40B4-BE49-F238E27FC236}">
                <a16:creationId xmlns:a16="http://schemas.microsoft.com/office/drawing/2014/main" id="{FEE6850B-31DA-4F3C-B314-E64940DA7156}"/>
              </a:ext>
            </a:extLst>
          </p:cNvPr>
          <p:cNvSpPr>
            <a:spLocks noGrp="1"/>
          </p:cNvSpPr>
          <p:nvPr/>
        </p:nvSpPr>
        <p:spPr>
          <a:xfrm>
            <a:off x="82985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data_8786">
            <a:extLst>
              <a:ext uri="{FF2B5EF4-FFF2-40B4-BE49-F238E27FC236}">
                <a16:creationId xmlns:a16="http://schemas.microsoft.com/office/drawing/2014/main" id="{BE401568-2637-47B6-8402-85960F1903EE}"/>
              </a:ext>
            </a:extLst>
          </p:cNvPr>
          <p:cNvSpPr>
            <a:spLocks noGrp="1"/>
          </p:cNvSpPr>
          <p:nvPr/>
        </p:nvSpPr>
        <p:spPr>
          <a:xfrm>
            <a:off x="82765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data_8787">
            <a:extLst>
              <a:ext uri="{FF2B5EF4-FFF2-40B4-BE49-F238E27FC236}">
                <a16:creationId xmlns:a16="http://schemas.microsoft.com/office/drawing/2014/main" id="{ECBB59CC-AAF0-40B4-8DE7-90437E499798}"/>
              </a:ext>
            </a:extLst>
          </p:cNvPr>
          <p:cNvSpPr>
            <a:spLocks noGrp="1"/>
          </p:cNvSpPr>
          <p:nvPr/>
        </p:nvSpPr>
        <p:spPr>
          <a:xfrm>
            <a:off x="836934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data_8788">
            <a:extLst>
              <a:ext uri="{FF2B5EF4-FFF2-40B4-BE49-F238E27FC236}">
                <a16:creationId xmlns:a16="http://schemas.microsoft.com/office/drawing/2014/main" id="{7435DC3D-34E2-4853-9A38-2EA713B45527}"/>
              </a:ext>
            </a:extLst>
          </p:cNvPr>
          <p:cNvSpPr>
            <a:spLocks noGrp="1"/>
          </p:cNvSpPr>
          <p:nvPr/>
        </p:nvSpPr>
        <p:spPr>
          <a:xfrm>
            <a:off x="8322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data_8789">
            <a:extLst>
              <a:ext uri="{FF2B5EF4-FFF2-40B4-BE49-F238E27FC236}">
                <a16:creationId xmlns:a16="http://schemas.microsoft.com/office/drawing/2014/main" id="{8080FA92-6919-49E8-9B62-5BD0A8B4CB92}"/>
              </a:ext>
            </a:extLst>
          </p:cNvPr>
          <p:cNvSpPr>
            <a:spLocks noGrp="1"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data_8790">
            <a:extLst>
              <a:ext uri="{FF2B5EF4-FFF2-40B4-BE49-F238E27FC236}">
                <a16:creationId xmlns:a16="http://schemas.microsoft.com/office/drawing/2014/main" id="{F3210F28-7AC2-4297-B930-5380A7DC0012}"/>
              </a:ext>
            </a:extLst>
          </p:cNvPr>
          <p:cNvSpPr>
            <a:spLocks noGrp="1"/>
          </p:cNvSpPr>
          <p:nvPr/>
        </p:nvSpPr>
        <p:spPr>
          <a:xfrm>
            <a:off x="8260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data_8791">
            <a:extLst>
              <a:ext uri="{FF2B5EF4-FFF2-40B4-BE49-F238E27FC236}">
                <a16:creationId xmlns:a16="http://schemas.microsoft.com/office/drawing/2014/main" id="{D75E3316-509C-4FBB-AA0B-C5D4E16932A9}"/>
              </a:ext>
            </a:extLst>
          </p:cNvPr>
          <p:cNvSpPr>
            <a:spLocks noGrp="1"/>
          </p:cNvSpPr>
          <p:nvPr/>
        </p:nvSpPr>
        <p:spPr>
          <a:xfrm>
            <a:off x="82971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data_8792">
            <a:extLst>
              <a:ext uri="{FF2B5EF4-FFF2-40B4-BE49-F238E27FC236}">
                <a16:creationId xmlns:a16="http://schemas.microsoft.com/office/drawing/2014/main" id="{C3798052-7DA5-47E9-8486-DDAE4B4CCAC3}"/>
              </a:ext>
            </a:extLst>
          </p:cNvPr>
          <p:cNvSpPr>
            <a:spLocks noGrp="1"/>
          </p:cNvSpPr>
          <p:nvPr/>
        </p:nvSpPr>
        <p:spPr>
          <a:xfrm>
            <a:off x="834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data_8793">
            <a:extLst>
              <a:ext uri="{FF2B5EF4-FFF2-40B4-BE49-F238E27FC236}">
                <a16:creationId xmlns:a16="http://schemas.microsoft.com/office/drawing/2014/main" id="{86C2808D-CA43-4250-A4C5-0D28C1F89095}"/>
              </a:ext>
            </a:extLst>
          </p:cNvPr>
          <p:cNvSpPr>
            <a:spLocks noGrp="1"/>
          </p:cNvSpPr>
          <p:nvPr/>
        </p:nvSpPr>
        <p:spPr>
          <a:xfrm>
            <a:off x="8324788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data_8794">
            <a:extLst>
              <a:ext uri="{FF2B5EF4-FFF2-40B4-BE49-F238E27FC236}">
                <a16:creationId xmlns:a16="http://schemas.microsoft.com/office/drawing/2014/main" id="{1C60A387-5B39-40CA-B3E2-3274120E80D6}"/>
              </a:ext>
            </a:extLst>
          </p:cNvPr>
          <p:cNvSpPr>
            <a:spLocks noGrp="1"/>
          </p:cNvSpPr>
          <p:nvPr/>
        </p:nvSpPr>
        <p:spPr>
          <a:xfrm>
            <a:off x="8362965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data_8795">
            <a:extLst>
              <a:ext uri="{FF2B5EF4-FFF2-40B4-BE49-F238E27FC236}">
                <a16:creationId xmlns:a16="http://schemas.microsoft.com/office/drawing/2014/main" id="{E3327E86-3ACB-4E86-ADF2-E767E68A1385}"/>
              </a:ext>
            </a:extLst>
          </p:cNvPr>
          <p:cNvSpPr>
            <a:spLocks noGrp="1"/>
          </p:cNvSpPr>
          <p:nvPr/>
        </p:nvSpPr>
        <p:spPr>
          <a:xfrm>
            <a:off x="82420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data_8796">
            <a:extLst>
              <a:ext uri="{FF2B5EF4-FFF2-40B4-BE49-F238E27FC236}">
                <a16:creationId xmlns:a16="http://schemas.microsoft.com/office/drawing/2014/main" id="{A1DB0F6F-C815-44EC-ACFE-F94DE708E8F2}"/>
              </a:ext>
            </a:extLst>
          </p:cNvPr>
          <p:cNvSpPr>
            <a:spLocks noGrp="1"/>
          </p:cNvSpPr>
          <p:nvPr/>
        </p:nvSpPr>
        <p:spPr>
          <a:xfrm>
            <a:off x="8295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data_8797">
            <a:extLst>
              <a:ext uri="{FF2B5EF4-FFF2-40B4-BE49-F238E27FC236}">
                <a16:creationId xmlns:a16="http://schemas.microsoft.com/office/drawing/2014/main" id="{3813F820-40D3-4CCB-B4F8-52F04B929BE5}"/>
              </a:ext>
            </a:extLst>
          </p:cNvPr>
          <p:cNvSpPr>
            <a:spLocks noGrp="1"/>
          </p:cNvSpPr>
          <p:nvPr/>
        </p:nvSpPr>
        <p:spPr>
          <a:xfrm>
            <a:off x="83200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data_8798">
            <a:extLst>
              <a:ext uri="{FF2B5EF4-FFF2-40B4-BE49-F238E27FC236}">
                <a16:creationId xmlns:a16="http://schemas.microsoft.com/office/drawing/2014/main" id="{B2EFA39D-2D9F-4D88-BEDD-F6C356533FA8}"/>
              </a:ext>
            </a:extLst>
          </p:cNvPr>
          <p:cNvSpPr>
            <a:spLocks noGrp="1"/>
          </p:cNvSpPr>
          <p:nvPr/>
        </p:nvSpPr>
        <p:spPr>
          <a:xfrm>
            <a:off x="8279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data_8799">
            <a:extLst>
              <a:ext uri="{FF2B5EF4-FFF2-40B4-BE49-F238E27FC236}">
                <a16:creationId xmlns:a16="http://schemas.microsoft.com/office/drawing/2014/main" id="{334F0BBB-AF8C-4EB1-9210-AE40846DBA7B}"/>
              </a:ext>
            </a:extLst>
          </p:cNvPr>
          <p:cNvSpPr>
            <a:spLocks noGrp="1"/>
          </p:cNvSpPr>
          <p:nvPr/>
        </p:nvSpPr>
        <p:spPr>
          <a:xfrm>
            <a:off x="83087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data_8800">
            <a:extLst>
              <a:ext uri="{FF2B5EF4-FFF2-40B4-BE49-F238E27FC236}">
                <a16:creationId xmlns:a16="http://schemas.microsoft.com/office/drawing/2014/main" id="{A63D570D-05C1-40DD-A750-8C77FCBD89AC}"/>
              </a:ext>
            </a:extLst>
          </p:cNvPr>
          <p:cNvSpPr>
            <a:spLocks noGrp="1"/>
          </p:cNvSpPr>
          <p:nvPr/>
        </p:nvSpPr>
        <p:spPr>
          <a:xfrm>
            <a:off x="82923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data_8801">
            <a:extLst>
              <a:ext uri="{FF2B5EF4-FFF2-40B4-BE49-F238E27FC236}">
                <a16:creationId xmlns:a16="http://schemas.microsoft.com/office/drawing/2014/main" id="{EFA57BF7-051A-4DE1-9F4F-65192FF0650A}"/>
              </a:ext>
            </a:extLst>
          </p:cNvPr>
          <p:cNvSpPr>
            <a:spLocks noGrp="1"/>
          </p:cNvSpPr>
          <p:nvPr/>
        </p:nvSpPr>
        <p:spPr>
          <a:xfrm>
            <a:off x="834863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data_8802">
            <a:extLst>
              <a:ext uri="{FF2B5EF4-FFF2-40B4-BE49-F238E27FC236}">
                <a16:creationId xmlns:a16="http://schemas.microsoft.com/office/drawing/2014/main" id="{613EA727-39CB-4FD8-9A6D-EDAC21E5AD87}"/>
              </a:ext>
            </a:extLst>
          </p:cNvPr>
          <p:cNvSpPr>
            <a:spLocks noGrp="1"/>
          </p:cNvSpPr>
          <p:nvPr/>
        </p:nvSpPr>
        <p:spPr>
          <a:xfrm>
            <a:off x="82563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data_8803">
            <a:extLst>
              <a:ext uri="{FF2B5EF4-FFF2-40B4-BE49-F238E27FC236}">
                <a16:creationId xmlns:a16="http://schemas.microsoft.com/office/drawing/2014/main" id="{B20121F2-36B0-4D53-8EF3-9F6A7A84B9BD}"/>
              </a:ext>
            </a:extLst>
          </p:cNvPr>
          <p:cNvSpPr>
            <a:spLocks noGrp="1"/>
          </p:cNvSpPr>
          <p:nvPr/>
        </p:nvSpPr>
        <p:spPr>
          <a:xfrm>
            <a:off x="82623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data_8804">
            <a:extLst>
              <a:ext uri="{FF2B5EF4-FFF2-40B4-BE49-F238E27FC236}">
                <a16:creationId xmlns:a16="http://schemas.microsoft.com/office/drawing/2014/main" id="{C07DEAFA-F83D-443C-8281-879F9E249D0A}"/>
              </a:ext>
            </a:extLst>
          </p:cNvPr>
          <p:cNvSpPr>
            <a:spLocks noGrp="1"/>
          </p:cNvSpPr>
          <p:nvPr/>
        </p:nvSpPr>
        <p:spPr>
          <a:xfrm>
            <a:off x="83165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data_8805">
            <a:extLst>
              <a:ext uri="{FF2B5EF4-FFF2-40B4-BE49-F238E27FC236}">
                <a16:creationId xmlns:a16="http://schemas.microsoft.com/office/drawing/2014/main" id="{968EE548-DFF6-4BF0-B84A-BFACA63D042E}"/>
              </a:ext>
            </a:extLst>
          </p:cNvPr>
          <p:cNvSpPr>
            <a:spLocks noGrp="1"/>
          </p:cNvSpPr>
          <p:nvPr/>
        </p:nvSpPr>
        <p:spPr>
          <a:xfrm>
            <a:off x="83154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data_8806">
            <a:extLst>
              <a:ext uri="{FF2B5EF4-FFF2-40B4-BE49-F238E27FC236}">
                <a16:creationId xmlns:a16="http://schemas.microsoft.com/office/drawing/2014/main" id="{1F06BDEE-1DD0-447B-B70C-674FE3929AD3}"/>
              </a:ext>
            </a:extLst>
          </p:cNvPr>
          <p:cNvSpPr>
            <a:spLocks noGrp="1"/>
          </p:cNvSpPr>
          <p:nvPr/>
        </p:nvSpPr>
        <p:spPr>
          <a:xfrm>
            <a:off x="83577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data_8807">
            <a:extLst>
              <a:ext uri="{FF2B5EF4-FFF2-40B4-BE49-F238E27FC236}">
                <a16:creationId xmlns:a16="http://schemas.microsoft.com/office/drawing/2014/main" id="{63768668-4DF2-4657-9BE9-EAC1FD76CEFA}"/>
              </a:ext>
            </a:extLst>
          </p:cNvPr>
          <p:cNvSpPr>
            <a:spLocks noGrp="1"/>
          </p:cNvSpPr>
          <p:nvPr/>
        </p:nvSpPr>
        <p:spPr>
          <a:xfrm>
            <a:off x="8338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data_8808">
            <a:extLst>
              <a:ext uri="{FF2B5EF4-FFF2-40B4-BE49-F238E27FC236}">
                <a16:creationId xmlns:a16="http://schemas.microsoft.com/office/drawing/2014/main" id="{F6E4B11A-A50C-4B3B-B497-1215BA154BCF}"/>
              </a:ext>
            </a:extLst>
          </p:cNvPr>
          <p:cNvSpPr>
            <a:spLocks noGrp="1"/>
          </p:cNvSpPr>
          <p:nvPr/>
        </p:nvSpPr>
        <p:spPr>
          <a:xfrm>
            <a:off x="82765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data_8809">
            <a:extLst>
              <a:ext uri="{FF2B5EF4-FFF2-40B4-BE49-F238E27FC236}">
                <a16:creationId xmlns:a16="http://schemas.microsoft.com/office/drawing/2014/main" id="{38B097A6-B4BD-4935-9C5A-12E23A88622F}"/>
              </a:ext>
            </a:extLst>
          </p:cNvPr>
          <p:cNvSpPr>
            <a:spLocks noGrp="1"/>
          </p:cNvSpPr>
          <p:nvPr/>
        </p:nvSpPr>
        <p:spPr>
          <a:xfrm>
            <a:off x="834068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data_8810">
            <a:extLst>
              <a:ext uri="{FF2B5EF4-FFF2-40B4-BE49-F238E27FC236}">
                <a16:creationId xmlns:a16="http://schemas.microsoft.com/office/drawing/2014/main" id="{AE12532F-4AE7-4466-8EA0-E99FDC78A559}"/>
              </a:ext>
            </a:extLst>
          </p:cNvPr>
          <p:cNvSpPr>
            <a:spLocks noGrp="1"/>
          </p:cNvSpPr>
          <p:nvPr/>
        </p:nvSpPr>
        <p:spPr>
          <a:xfrm>
            <a:off x="833013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data_8811">
            <a:extLst>
              <a:ext uri="{FF2B5EF4-FFF2-40B4-BE49-F238E27FC236}">
                <a16:creationId xmlns:a16="http://schemas.microsoft.com/office/drawing/2014/main" id="{16065C08-38C7-44FA-A8F1-8F892948A7C1}"/>
              </a:ext>
            </a:extLst>
          </p:cNvPr>
          <p:cNvSpPr>
            <a:spLocks noGrp="1"/>
          </p:cNvSpPr>
          <p:nvPr/>
        </p:nvSpPr>
        <p:spPr>
          <a:xfrm>
            <a:off x="83357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data_8812">
            <a:extLst>
              <a:ext uri="{FF2B5EF4-FFF2-40B4-BE49-F238E27FC236}">
                <a16:creationId xmlns:a16="http://schemas.microsoft.com/office/drawing/2014/main" id="{18FADE0F-1CFB-4F70-B9E0-CF52526F35C1}"/>
              </a:ext>
            </a:extLst>
          </p:cNvPr>
          <p:cNvSpPr>
            <a:spLocks noGrp="1"/>
          </p:cNvSpPr>
          <p:nvPr/>
        </p:nvSpPr>
        <p:spPr>
          <a:xfrm>
            <a:off x="83111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data_8813">
            <a:extLst>
              <a:ext uri="{FF2B5EF4-FFF2-40B4-BE49-F238E27FC236}">
                <a16:creationId xmlns:a16="http://schemas.microsoft.com/office/drawing/2014/main" id="{B5FD40CB-1F72-4ABB-BEC5-68A4A0853865}"/>
              </a:ext>
            </a:extLst>
          </p:cNvPr>
          <p:cNvSpPr>
            <a:spLocks noGrp="1"/>
          </p:cNvSpPr>
          <p:nvPr/>
        </p:nvSpPr>
        <p:spPr>
          <a:xfrm>
            <a:off x="8243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data_8814">
            <a:extLst>
              <a:ext uri="{FF2B5EF4-FFF2-40B4-BE49-F238E27FC236}">
                <a16:creationId xmlns:a16="http://schemas.microsoft.com/office/drawing/2014/main" id="{980DBFEE-0672-4B20-B3B0-DAB872B3E9DE}"/>
              </a:ext>
            </a:extLst>
          </p:cNvPr>
          <p:cNvSpPr>
            <a:spLocks noGrp="1"/>
          </p:cNvSpPr>
          <p:nvPr/>
        </p:nvSpPr>
        <p:spPr>
          <a:xfrm>
            <a:off x="8330651" y="65230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data_8815">
            <a:extLst>
              <a:ext uri="{FF2B5EF4-FFF2-40B4-BE49-F238E27FC236}">
                <a16:creationId xmlns:a16="http://schemas.microsoft.com/office/drawing/2014/main" id="{9265022E-E1EE-49A5-AFFE-442460E9047D}"/>
              </a:ext>
            </a:extLst>
          </p:cNvPr>
          <p:cNvSpPr>
            <a:spLocks noGrp="1"/>
          </p:cNvSpPr>
          <p:nvPr/>
        </p:nvSpPr>
        <p:spPr>
          <a:xfrm>
            <a:off x="8347850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data_8816">
            <a:extLst>
              <a:ext uri="{FF2B5EF4-FFF2-40B4-BE49-F238E27FC236}">
                <a16:creationId xmlns:a16="http://schemas.microsoft.com/office/drawing/2014/main" id="{CFA53182-1FF4-4445-88C9-BCF26FBA4840}"/>
              </a:ext>
            </a:extLst>
          </p:cNvPr>
          <p:cNvSpPr>
            <a:spLocks noGrp="1"/>
          </p:cNvSpPr>
          <p:nvPr/>
        </p:nvSpPr>
        <p:spPr>
          <a:xfrm>
            <a:off x="82651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data_8817">
            <a:extLst>
              <a:ext uri="{FF2B5EF4-FFF2-40B4-BE49-F238E27FC236}">
                <a16:creationId xmlns:a16="http://schemas.microsoft.com/office/drawing/2014/main" id="{DE140432-F0E5-4442-B077-864104C67AB0}"/>
              </a:ext>
            </a:extLst>
          </p:cNvPr>
          <p:cNvSpPr>
            <a:spLocks noGrp="1"/>
          </p:cNvSpPr>
          <p:nvPr/>
        </p:nvSpPr>
        <p:spPr>
          <a:xfrm>
            <a:off x="82553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data_8818">
            <a:extLst>
              <a:ext uri="{FF2B5EF4-FFF2-40B4-BE49-F238E27FC236}">
                <a16:creationId xmlns:a16="http://schemas.microsoft.com/office/drawing/2014/main" id="{442058AF-4140-4432-9268-DFDB597FF835}"/>
              </a:ext>
            </a:extLst>
          </p:cNvPr>
          <p:cNvSpPr>
            <a:spLocks noGrp="1"/>
          </p:cNvSpPr>
          <p:nvPr/>
        </p:nvSpPr>
        <p:spPr>
          <a:xfrm>
            <a:off x="8330391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data_8819">
            <a:extLst>
              <a:ext uri="{FF2B5EF4-FFF2-40B4-BE49-F238E27FC236}">
                <a16:creationId xmlns:a16="http://schemas.microsoft.com/office/drawing/2014/main" id="{B831A574-064A-4599-92B3-1954D3E9CEB6}"/>
              </a:ext>
            </a:extLst>
          </p:cNvPr>
          <p:cNvSpPr>
            <a:spLocks noGrp="1"/>
          </p:cNvSpPr>
          <p:nvPr/>
        </p:nvSpPr>
        <p:spPr>
          <a:xfrm>
            <a:off x="8364007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data_8820">
            <a:extLst>
              <a:ext uri="{FF2B5EF4-FFF2-40B4-BE49-F238E27FC236}">
                <a16:creationId xmlns:a16="http://schemas.microsoft.com/office/drawing/2014/main" id="{CCBCBAC4-9A5B-4994-A061-6BC00E56681A}"/>
              </a:ext>
            </a:extLst>
          </p:cNvPr>
          <p:cNvSpPr>
            <a:spLocks noGrp="1"/>
          </p:cNvSpPr>
          <p:nvPr/>
        </p:nvSpPr>
        <p:spPr>
          <a:xfrm>
            <a:off x="83696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data_8821">
            <a:extLst>
              <a:ext uri="{FF2B5EF4-FFF2-40B4-BE49-F238E27FC236}">
                <a16:creationId xmlns:a16="http://schemas.microsoft.com/office/drawing/2014/main" id="{28CD5C4C-CBBF-4DB9-B95C-0D11D0D84B98}"/>
              </a:ext>
            </a:extLst>
          </p:cNvPr>
          <p:cNvSpPr>
            <a:spLocks noGrp="1"/>
          </p:cNvSpPr>
          <p:nvPr/>
        </p:nvSpPr>
        <p:spPr>
          <a:xfrm>
            <a:off x="82890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data_8822">
            <a:extLst>
              <a:ext uri="{FF2B5EF4-FFF2-40B4-BE49-F238E27FC236}">
                <a16:creationId xmlns:a16="http://schemas.microsoft.com/office/drawing/2014/main" id="{EACE3E95-D28C-4FAC-B251-D17EDB5F2E62}"/>
              </a:ext>
            </a:extLst>
          </p:cNvPr>
          <p:cNvSpPr>
            <a:spLocks noGrp="1"/>
          </p:cNvSpPr>
          <p:nvPr/>
        </p:nvSpPr>
        <p:spPr>
          <a:xfrm>
            <a:off x="833690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data_8823">
            <a:extLst>
              <a:ext uri="{FF2B5EF4-FFF2-40B4-BE49-F238E27FC236}">
                <a16:creationId xmlns:a16="http://schemas.microsoft.com/office/drawing/2014/main" id="{53DFDBB6-690B-49C0-BB21-CFF518FA8DA4}"/>
              </a:ext>
            </a:extLst>
          </p:cNvPr>
          <p:cNvSpPr>
            <a:spLocks noGrp="1"/>
          </p:cNvSpPr>
          <p:nvPr/>
        </p:nvSpPr>
        <p:spPr>
          <a:xfrm>
            <a:off x="8346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data_8824">
            <a:extLst>
              <a:ext uri="{FF2B5EF4-FFF2-40B4-BE49-F238E27FC236}">
                <a16:creationId xmlns:a16="http://schemas.microsoft.com/office/drawing/2014/main" id="{404F14E2-CC24-44E0-8C70-9288B4470C9E}"/>
              </a:ext>
            </a:extLst>
          </p:cNvPr>
          <p:cNvSpPr>
            <a:spLocks noGrp="1"/>
          </p:cNvSpPr>
          <p:nvPr/>
        </p:nvSpPr>
        <p:spPr>
          <a:xfrm>
            <a:off x="8362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data_8825">
            <a:extLst>
              <a:ext uri="{FF2B5EF4-FFF2-40B4-BE49-F238E27FC236}">
                <a16:creationId xmlns:a16="http://schemas.microsoft.com/office/drawing/2014/main" id="{E900C7FA-B214-40CB-B86A-8AAE3D98CF6E}"/>
              </a:ext>
            </a:extLst>
          </p:cNvPr>
          <p:cNvSpPr>
            <a:spLocks noGrp="1"/>
          </p:cNvSpPr>
          <p:nvPr/>
        </p:nvSpPr>
        <p:spPr>
          <a:xfrm>
            <a:off x="83487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data_8826">
            <a:extLst>
              <a:ext uri="{FF2B5EF4-FFF2-40B4-BE49-F238E27FC236}">
                <a16:creationId xmlns:a16="http://schemas.microsoft.com/office/drawing/2014/main" id="{1B6E989D-1F53-4B55-825D-5AB6A8B194E4}"/>
              </a:ext>
            </a:extLst>
          </p:cNvPr>
          <p:cNvSpPr>
            <a:spLocks noGrp="1"/>
          </p:cNvSpPr>
          <p:nvPr/>
        </p:nvSpPr>
        <p:spPr>
          <a:xfrm>
            <a:off x="83290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data_8827">
            <a:extLst>
              <a:ext uri="{FF2B5EF4-FFF2-40B4-BE49-F238E27FC236}">
                <a16:creationId xmlns:a16="http://schemas.microsoft.com/office/drawing/2014/main" id="{DF6A943D-7FCB-4C6C-80DD-D42EDBDF4661}"/>
              </a:ext>
            </a:extLst>
          </p:cNvPr>
          <p:cNvSpPr>
            <a:spLocks noGrp="1"/>
          </p:cNvSpPr>
          <p:nvPr/>
        </p:nvSpPr>
        <p:spPr>
          <a:xfrm>
            <a:off x="82492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data_8828">
            <a:extLst>
              <a:ext uri="{FF2B5EF4-FFF2-40B4-BE49-F238E27FC236}">
                <a16:creationId xmlns:a16="http://schemas.microsoft.com/office/drawing/2014/main" id="{5367E5C9-3D7E-4F70-A22A-F2C39002EBDE}"/>
              </a:ext>
            </a:extLst>
          </p:cNvPr>
          <p:cNvSpPr>
            <a:spLocks noGrp="1"/>
          </p:cNvSpPr>
          <p:nvPr/>
        </p:nvSpPr>
        <p:spPr>
          <a:xfrm>
            <a:off x="82618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data_8829">
            <a:extLst>
              <a:ext uri="{FF2B5EF4-FFF2-40B4-BE49-F238E27FC236}">
                <a16:creationId xmlns:a16="http://schemas.microsoft.com/office/drawing/2014/main" id="{521F8D86-C194-4374-B759-A632150A8014}"/>
              </a:ext>
            </a:extLst>
          </p:cNvPr>
          <p:cNvSpPr>
            <a:spLocks noGrp="1"/>
          </p:cNvSpPr>
          <p:nvPr/>
        </p:nvSpPr>
        <p:spPr>
          <a:xfrm>
            <a:off x="83303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data_8830">
            <a:extLst>
              <a:ext uri="{FF2B5EF4-FFF2-40B4-BE49-F238E27FC236}">
                <a16:creationId xmlns:a16="http://schemas.microsoft.com/office/drawing/2014/main" id="{FEDD5E4C-99CC-4C8B-99F1-C6D73C2AE7F6}"/>
              </a:ext>
            </a:extLst>
          </p:cNvPr>
          <p:cNvSpPr>
            <a:spLocks noGrp="1"/>
          </p:cNvSpPr>
          <p:nvPr/>
        </p:nvSpPr>
        <p:spPr>
          <a:xfrm>
            <a:off x="831723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data_8831">
            <a:extLst>
              <a:ext uri="{FF2B5EF4-FFF2-40B4-BE49-F238E27FC236}">
                <a16:creationId xmlns:a16="http://schemas.microsoft.com/office/drawing/2014/main" id="{6EA9013C-840A-455B-92E9-01BCF6EDFA73}"/>
              </a:ext>
            </a:extLst>
          </p:cNvPr>
          <p:cNvSpPr>
            <a:spLocks noGrp="1"/>
          </p:cNvSpPr>
          <p:nvPr/>
        </p:nvSpPr>
        <p:spPr>
          <a:xfrm>
            <a:off x="8267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data_8832">
            <a:extLst>
              <a:ext uri="{FF2B5EF4-FFF2-40B4-BE49-F238E27FC236}">
                <a16:creationId xmlns:a16="http://schemas.microsoft.com/office/drawing/2014/main" id="{A4EA7958-8CDC-4377-A97C-0063949E65B3}"/>
              </a:ext>
            </a:extLst>
          </p:cNvPr>
          <p:cNvSpPr>
            <a:spLocks noGrp="1"/>
          </p:cNvSpPr>
          <p:nvPr/>
        </p:nvSpPr>
        <p:spPr>
          <a:xfrm>
            <a:off x="82909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data_8833">
            <a:extLst>
              <a:ext uri="{FF2B5EF4-FFF2-40B4-BE49-F238E27FC236}">
                <a16:creationId xmlns:a16="http://schemas.microsoft.com/office/drawing/2014/main" id="{76A649E4-265F-409E-A9D4-264FC52BC453}"/>
              </a:ext>
            </a:extLst>
          </p:cNvPr>
          <p:cNvSpPr>
            <a:spLocks noGrp="1"/>
          </p:cNvSpPr>
          <p:nvPr/>
        </p:nvSpPr>
        <p:spPr>
          <a:xfrm>
            <a:off x="8244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data_8834">
            <a:extLst>
              <a:ext uri="{FF2B5EF4-FFF2-40B4-BE49-F238E27FC236}">
                <a16:creationId xmlns:a16="http://schemas.microsoft.com/office/drawing/2014/main" id="{0CE42F49-C94B-4844-92A9-0C97F21C4061}"/>
              </a:ext>
            </a:extLst>
          </p:cNvPr>
          <p:cNvSpPr>
            <a:spLocks noGrp="1"/>
          </p:cNvSpPr>
          <p:nvPr/>
        </p:nvSpPr>
        <p:spPr>
          <a:xfrm>
            <a:off x="89515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data_8835">
            <a:extLst>
              <a:ext uri="{FF2B5EF4-FFF2-40B4-BE49-F238E27FC236}">
                <a16:creationId xmlns:a16="http://schemas.microsoft.com/office/drawing/2014/main" id="{F137395D-9906-48AE-9E60-735B805E450B}"/>
              </a:ext>
            </a:extLst>
          </p:cNvPr>
          <p:cNvSpPr>
            <a:spLocks noGrp="1"/>
          </p:cNvSpPr>
          <p:nvPr/>
        </p:nvSpPr>
        <p:spPr>
          <a:xfrm>
            <a:off x="9034917" y="55434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data_8836">
            <a:extLst>
              <a:ext uri="{FF2B5EF4-FFF2-40B4-BE49-F238E27FC236}">
                <a16:creationId xmlns:a16="http://schemas.microsoft.com/office/drawing/2014/main" id="{9C164373-B470-4F42-A47C-B515FCF5DD64}"/>
              </a:ext>
            </a:extLst>
          </p:cNvPr>
          <p:cNvSpPr>
            <a:spLocks noGrp="1"/>
          </p:cNvSpPr>
          <p:nvPr/>
        </p:nvSpPr>
        <p:spPr>
          <a:xfrm>
            <a:off x="89241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data_8837">
            <a:extLst>
              <a:ext uri="{FF2B5EF4-FFF2-40B4-BE49-F238E27FC236}">
                <a16:creationId xmlns:a16="http://schemas.microsoft.com/office/drawing/2014/main" id="{9139E75E-CAD5-413A-BDE4-A18905953730}"/>
              </a:ext>
            </a:extLst>
          </p:cNvPr>
          <p:cNvSpPr>
            <a:spLocks noGrp="1"/>
          </p:cNvSpPr>
          <p:nvPr/>
        </p:nvSpPr>
        <p:spPr>
          <a:xfrm>
            <a:off x="90244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data_8838">
            <a:extLst>
              <a:ext uri="{FF2B5EF4-FFF2-40B4-BE49-F238E27FC236}">
                <a16:creationId xmlns:a16="http://schemas.microsoft.com/office/drawing/2014/main" id="{022C2125-6544-431F-8A00-B5E82AA03F19}"/>
              </a:ext>
            </a:extLst>
          </p:cNvPr>
          <p:cNvSpPr>
            <a:spLocks noGrp="1"/>
          </p:cNvSpPr>
          <p:nvPr/>
        </p:nvSpPr>
        <p:spPr>
          <a:xfrm>
            <a:off x="89727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data_8839">
            <a:extLst>
              <a:ext uri="{FF2B5EF4-FFF2-40B4-BE49-F238E27FC236}">
                <a16:creationId xmlns:a16="http://schemas.microsoft.com/office/drawing/2014/main" id="{E3938B23-674C-4290-A69A-17BADDE6F247}"/>
              </a:ext>
            </a:extLst>
          </p:cNvPr>
          <p:cNvSpPr>
            <a:spLocks noGrp="1"/>
          </p:cNvSpPr>
          <p:nvPr/>
        </p:nvSpPr>
        <p:spPr>
          <a:xfrm>
            <a:off x="90441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data_8840">
            <a:extLst>
              <a:ext uri="{FF2B5EF4-FFF2-40B4-BE49-F238E27FC236}">
                <a16:creationId xmlns:a16="http://schemas.microsoft.com/office/drawing/2014/main" id="{EF7716C4-6E47-41CC-BA04-2D8C64302BC1}"/>
              </a:ext>
            </a:extLst>
          </p:cNvPr>
          <p:cNvSpPr>
            <a:spLocks noGrp="1"/>
          </p:cNvSpPr>
          <p:nvPr/>
        </p:nvSpPr>
        <p:spPr>
          <a:xfrm>
            <a:off x="89513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data_8841">
            <a:extLst>
              <a:ext uri="{FF2B5EF4-FFF2-40B4-BE49-F238E27FC236}">
                <a16:creationId xmlns:a16="http://schemas.microsoft.com/office/drawing/2014/main" id="{522D3C2C-B991-45B8-9CD5-A664152F6EC7}"/>
              </a:ext>
            </a:extLst>
          </p:cNvPr>
          <p:cNvSpPr>
            <a:spLocks noGrp="1"/>
          </p:cNvSpPr>
          <p:nvPr/>
        </p:nvSpPr>
        <p:spPr>
          <a:xfrm>
            <a:off x="90149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data_8842">
            <a:extLst>
              <a:ext uri="{FF2B5EF4-FFF2-40B4-BE49-F238E27FC236}">
                <a16:creationId xmlns:a16="http://schemas.microsoft.com/office/drawing/2014/main" id="{AD44886F-23EB-4DB3-A19A-4D463F1354F1}"/>
              </a:ext>
            </a:extLst>
          </p:cNvPr>
          <p:cNvSpPr>
            <a:spLocks noGrp="1"/>
          </p:cNvSpPr>
          <p:nvPr/>
        </p:nvSpPr>
        <p:spPr>
          <a:xfrm>
            <a:off x="8928726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data_8843">
            <a:extLst>
              <a:ext uri="{FF2B5EF4-FFF2-40B4-BE49-F238E27FC236}">
                <a16:creationId xmlns:a16="http://schemas.microsoft.com/office/drawing/2014/main" id="{8D4879AF-719A-4D94-B0BB-7068D2342E7D}"/>
              </a:ext>
            </a:extLst>
          </p:cNvPr>
          <p:cNvSpPr>
            <a:spLocks noGrp="1"/>
          </p:cNvSpPr>
          <p:nvPr/>
        </p:nvSpPr>
        <p:spPr>
          <a:xfrm>
            <a:off x="89564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data_8844">
            <a:extLst>
              <a:ext uri="{FF2B5EF4-FFF2-40B4-BE49-F238E27FC236}">
                <a16:creationId xmlns:a16="http://schemas.microsoft.com/office/drawing/2014/main" id="{83BAB21C-C358-4EE6-A1E3-B86E4BB91D3D}"/>
              </a:ext>
            </a:extLst>
          </p:cNvPr>
          <p:cNvSpPr>
            <a:spLocks noGrp="1"/>
          </p:cNvSpPr>
          <p:nvPr/>
        </p:nvSpPr>
        <p:spPr>
          <a:xfrm>
            <a:off x="8928465" y="685907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data_8845">
            <a:extLst>
              <a:ext uri="{FF2B5EF4-FFF2-40B4-BE49-F238E27FC236}">
                <a16:creationId xmlns:a16="http://schemas.microsoft.com/office/drawing/2014/main" id="{F1B0A818-B42E-4607-B552-E54919A037F7}"/>
              </a:ext>
            </a:extLst>
          </p:cNvPr>
          <p:cNvSpPr>
            <a:spLocks noGrp="1"/>
          </p:cNvSpPr>
          <p:nvPr/>
        </p:nvSpPr>
        <p:spPr>
          <a:xfrm>
            <a:off x="90020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data_8846">
            <a:extLst>
              <a:ext uri="{FF2B5EF4-FFF2-40B4-BE49-F238E27FC236}">
                <a16:creationId xmlns:a16="http://schemas.microsoft.com/office/drawing/2014/main" id="{BEEE1D2F-560A-4AAA-9697-970BD8815DB6}"/>
              </a:ext>
            </a:extLst>
          </p:cNvPr>
          <p:cNvSpPr>
            <a:spLocks noGrp="1"/>
          </p:cNvSpPr>
          <p:nvPr/>
        </p:nvSpPr>
        <p:spPr>
          <a:xfrm>
            <a:off x="89460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data_8847">
            <a:extLst>
              <a:ext uri="{FF2B5EF4-FFF2-40B4-BE49-F238E27FC236}">
                <a16:creationId xmlns:a16="http://schemas.microsoft.com/office/drawing/2014/main" id="{591A912C-75CB-4B0D-B928-B5A14A7674D3}"/>
              </a:ext>
            </a:extLst>
          </p:cNvPr>
          <p:cNvSpPr>
            <a:spLocks noGrp="1"/>
          </p:cNvSpPr>
          <p:nvPr/>
        </p:nvSpPr>
        <p:spPr>
          <a:xfrm>
            <a:off x="89851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data_8848">
            <a:extLst>
              <a:ext uri="{FF2B5EF4-FFF2-40B4-BE49-F238E27FC236}">
                <a16:creationId xmlns:a16="http://schemas.microsoft.com/office/drawing/2014/main" id="{636A3855-E40E-4014-BCC7-73C588D4A9D8}"/>
              </a:ext>
            </a:extLst>
          </p:cNvPr>
          <p:cNvSpPr>
            <a:spLocks noGrp="1"/>
          </p:cNvSpPr>
          <p:nvPr/>
        </p:nvSpPr>
        <p:spPr>
          <a:xfrm>
            <a:off x="89713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data_8849">
            <a:extLst>
              <a:ext uri="{FF2B5EF4-FFF2-40B4-BE49-F238E27FC236}">
                <a16:creationId xmlns:a16="http://schemas.microsoft.com/office/drawing/2014/main" id="{3CAB812E-CBC0-48C1-9081-B798883270EC}"/>
              </a:ext>
            </a:extLst>
          </p:cNvPr>
          <p:cNvSpPr>
            <a:spLocks noGrp="1"/>
          </p:cNvSpPr>
          <p:nvPr/>
        </p:nvSpPr>
        <p:spPr>
          <a:xfrm>
            <a:off x="8958433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data_8850">
            <a:extLst>
              <a:ext uri="{FF2B5EF4-FFF2-40B4-BE49-F238E27FC236}">
                <a16:creationId xmlns:a16="http://schemas.microsoft.com/office/drawing/2014/main" id="{AF902003-34D1-4C13-9916-5E1BE43713E0}"/>
              </a:ext>
            </a:extLst>
          </p:cNvPr>
          <p:cNvSpPr>
            <a:spLocks noGrp="1"/>
          </p:cNvSpPr>
          <p:nvPr/>
        </p:nvSpPr>
        <p:spPr>
          <a:xfrm>
            <a:off x="89280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data_8851">
            <a:extLst>
              <a:ext uri="{FF2B5EF4-FFF2-40B4-BE49-F238E27FC236}">
                <a16:creationId xmlns:a16="http://schemas.microsoft.com/office/drawing/2014/main" id="{9EF518B8-6C07-422C-A3C2-F705476B0787}"/>
              </a:ext>
            </a:extLst>
          </p:cNvPr>
          <p:cNvSpPr>
            <a:spLocks noGrp="1"/>
          </p:cNvSpPr>
          <p:nvPr/>
        </p:nvSpPr>
        <p:spPr>
          <a:xfrm>
            <a:off x="904508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data_8852">
            <a:extLst>
              <a:ext uri="{FF2B5EF4-FFF2-40B4-BE49-F238E27FC236}">
                <a16:creationId xmlns:a16="http://schemas.microsoft.com/office/drawing/2014/main" id="{13990658-6FDD-4D0E-87E6-81A8DA78133B}"/>
              </a:ext>
            </a:extLst>
          </p:cNvPr>
          <p:cNvSpPr>
            <a:spLocks noGrp="1"/>
          </p:cNvSpPr>
          <p:nvPr/>
        </p:nvSpPr>
        <p:spPr>
          <a:xfrm>
            <a:off x="8929898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data_8853">
            <a:extLst>
              <a:ext uri="{FF2B5EF4-FFF2-40B4-BE49-F238E27FC236}">
                <a16:creationId xmlns:a16="http://schemas.microsoft.com/office/drawing/2014/main" id="{B02946C7-1150-46F1-82EA-6FE0DFAD515E}"/>
              </a:ext>
            </a:extLst>
          </p:cNvPr>
          <p:cNvSpPr>
            <a:spLocks noGrp="1"/>
          </p:cNvSpPr>
          <p:nvPr/>
        </p:nvSpPr>
        <p:spPr>
          <a:xfrm>
            <a:off x="9035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data_8854">
            <a:extLst>
              <a:ext uri="{FF2B5EF4-FFF2-40B4-BE49-F238E27FC236}">
                <a16:creationId xmlns:a16="http://schemas.microsoft.com/office/drawing/2014/main" id="{E6D7FB54-B426-4196-B60B-943DC2F4D960}"/>
              </a:ext>
            </a:extLst>
          </p:cNvPr>
          <p:cNvSpPr>
            <a:spLocks noGrp="1"/>
          </p:cNvSpPr>
          <p:nvPr/>
        </p:nvSpPr>
        <p:spPr>
          <a:xfrm>
            <a:off x="89732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data_8855">
            <a:extLst>
              <a:ext uri="{FF2B5EF4-FFF2-40B4-BE49-F238E27FC236}">
                <a16:creationId xmlns:a16="http://schemas.microsoft.com/office/drawing/2014/main" id="{E9AC4C7A-0BD2-4D8C-BFA5-D437FFEE6E60}"/>
              </a:ext>
            </a:extLst>
          </p:cNvPr>
          <p:cNvSpPr>
            <a:spLocks noGrp="1"/>
          </p:cNvSpPr>
          <p:nvPr/>
        </p:nvSpPr>
        <p:spPr>
          <a:xfrm>
            <a:off x="905042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data_8856">
            <a:extLst>
              <a:ext uri="{FF2B5EF4-FFF2-40B4-BE49-F238E27FC236}">
                <a16:creationId xmlns:a16="http://schemas.microsoft.com/office/drawing/2014/main" id="{461E57EF-1387-4CB8-B1E1-2D477010CB27}"/>
              </a:ext>
            </a:extLst>
          </p:cNvPr>
          <p:cNvSpPr>
            <a:spLocks noGrp="1"/>
          </p:cNvSpPr>
          <p:nvPr/>
        </p:nvSpPr>
        <p:spPr>
          <a:xfrm>
            <a:off x="90096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data_8857">
            <a:extLst>
              <a:ext uri="{FF2B5EF4-FFF2-40B4-BE49-F238E27FC236}">
                <a16:creationId xmlns:a16="http://schemas.microsoft.com/office/drawing/2014/main" id="{C80F50A7-055D-4F41-839E-415A008D30BE}"/>
              </a:ext>
            </a:extLst>
          </p:cNvPr>
          <p:cNvSpPr>
            <a:spLocks noGrp="1"/>
          </p:cNvSpPr>
          <p:nvPr/>
        </p:nvSpPr>
        <p:spPr>
          <a:xfrm>
            <a:off x="90185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data_8858">
            <a:extLst>
              <a:ext uri="{FF2B5EF4-FFF2-40B4-BE49-F238E27FC236}">
                <a16:creationId xmlns:a16="http://schemas.microsoft.com/office/drawing/2014/main" id="{C2B27EDE-19C7-43A0-AEE5-66471BC21986}"/>
              </a:ext>
            </a:extLst>
          </p:cNvPr>
          <p:cNvSpPr>
            <a:spLocks noGrp="1"/>
          </p:cNvSpPr>
          <p:nvPr/>
        </p:nvSpPr>
        <p:spPr>
          <a:xfrm>
            <a:off x="8961300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data_8859">
            <a:extLst>
              <a:ext uri="{FF2B5EF4-FFF2-40B4-BE49-F238E27FC236}">
                <a16:creationId xmlns:a16="http://schemas.microsoft.com/office/drawing/2014/main" id="{46666CCA-68C9-4F8B-A4A0-A7B58CA97DFA}"/>
              </a:ext>
            </a:extLst>
          </p:cNvPr>
          <p:cNvSpPr>
            <a:spLocks noGrp="1"/>
          </p:cNvSpPr>
          <p:nvPr/>
        </p:nvSpPr>
        <p:spPr>
          <a:xfrm>
            <a:off x="904312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data_8860">
            <a:extLst>
              <a:ext uri="{FF2B5EF4-FFF2-40B4-BE49-F238E27FC236}">
                <a16:creationId xmlns:a16="http://schemas.microsoft.com/office/drawing/2014/main" id="{51065026-7166-45FA-BD28-0527D9D6C3B6}"/>
              </a:ext>
            </a:extLst>
          </p:cNvPr>
          <p:cNvSpPr>
            <a:spLocks noGrp="1"/>
          </p:cNvSpPr>
          <p:nvPr/>
        </p:nvSpPr>
        <p:spPr>
          <a:xfrm>
            <a:off x="9018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data_8861">
            <a:extLst>
              <a:ext uri="{FF2B5EF4-FFF2-40B4-BE49-F238E27FC236}">
                <a16:creationId xmlns:a16="http://schemas.microsoft.com/office/drawing/2014/main" id="{5AE2540D-77EE-4A6C-85D5-93B9DA7D32FF}"/>
              </a:ext>
            </a:extLst>
          </p:cNvPr>
          <p:cNvSpPr>
            <a:spLocks noGrp="1"/>
          </p:cNvSpPr>
          <p:nvPr/>
        </p:nvSpPr>
        <p:spPr>
          <a:xfrm>
            <a:off x="894436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data_8862">
            <a:extLst>
              <a:ext uri="{FF2B5EF4-FFF2-40B4-BE49-F238E27FC236}">
                <a16:creationId xmlns:a16="http://schemas.microsoft.com/office/drawing/2014/main" id="{7E446BB5-FD78-40D9-9763-D5244575F7AD}"/>
              </a:ext>
            </a:extLst>
          </p:cNvPr>
          <p:cNvSpPr>
            <a:spLocks noGrp="1"/>
          </p:cNvSpPr>
          <p:nvPr/>
        </p:nvSpPr>
        <p:spPr>
          <a:xfrm>
            <a:off x="9016545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data_8863">
            <a:extLst>
              <a:ext uri="{FF2B5EF4-FFF2-40B4-BE49-F238E27FC236}">
                <a16:creationId xmlns:a16="http://schemas.microsoft.com/office/drawing/2014/main" id="{BC9A6C59-4382-4CD5-B60D-63F161DCB821}"/>
              </a:ext>
            </a:extLst>
          </p:cNvPr>
          <p:cNvSpPr>
            <a:spLocks noGrp="1"/>
          </p:cNvSpPr>
          <p:nvPr/>
        </p:nvSpPr>
        <p:spPr>
          <a:xfrm>
            <a:off x="8951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data_8864">
            <a:extLst>
              <a:ext uri="{FF2B5EF4-FFF2-40B4-BE49-F238E27FC236}">
                <a16:creationId xmlns:a16="http://schemas.microsoft.com/office/drawing/2014/main" id="{A72C464E-7C05-4E2A-82BB-8A15FFC763DA}"/>
              </a:ext>
            </a:extLst>
          </p:cNvPr>
          <p:cNvSpPr>
            <a:spLocks noGrp="1"/>
          </p:cNvSpPr>
          <p:nvPr/>
        </p:nvSpPr>
        <p:spPr>
          <a:xfrm>
            <a:off x="896116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data_8865">
            <a:extLst>
              <a:ext uri="{FF2B5EF4-FFF2-40B4-BE49-F238E27FC236}">
                <a16:creationId xmlns:a16="http://schemas.microsoft.com/office/drawing/2014/main" id="{9E2F4AED-CDF8-43E9-B96A-DC93E8CB7203}"/>
              </a:ext>
            </a:extLst>
          </p:cNvPr>
          <p:cNvSpPr>
            <a:spLocks noGrp="1"/>
          </p:cNvSpPr>
          <p:nvPr/>
        </p:nvSpPr>
        <p:spPr>
          <a:xfrm>
            <a:off x="904208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data_8866">
            <a:extLst>
              <a:ext uri="{FF2B5EF4-FFF2-40B4-BE49-F238E27FC236}">
                <a16:creationId xmlns:a16="http://schemas.microsoft.com/office/drawing/2014/main" id="{E1137DF2-21CC-47FF-A424-2C440E9E49DA}"/>
              </a:ext>
            </a:extLst>
          </p:cNvPr>
          <p:cNvSpPr>
            <a:spLocks noGrp="1"/>
          </p:cNvSpPr>
          <p:nvPr/>
        </p:nvSpPr>
        <p:spPr>
          <a:xfrm>
            <a:off x="89632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data_8867">
            <a:extLst>
              <a:ext uri="{FF2B5EF4-FFF2-40B4-BE49-F238E27FC236}">
                <a16:creationId xmlns:a16="http://schemas.microsoft.com/office/drawing/2014/main" id="{1FC64D16-AABB-439D-A4FA-E73118883E60}"/>
              </a:ext>
            </a:extLst>
          </p:cNvPr>
          <p:cNvSpPr>
            <a:spLocks noGrp="1"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data_8868">
            <a:extLst>
              <a:ext uri="{FF2B5EF4-FFF2-40B4-BE49-F238E27FC236}">
                <a16:creationId xmlns:a16="http://schemas.microsoft.com/office/drawing/2014/main" id="{E8982955-4042-4B7B-B284-9B723ECF7859}"/>
              </a:ext>
            </a:extLst>
          </p:cNvPr>
          <p:cNvSpPr>
            <a:spLocks noGrp="1"/>
          </p:cNvSpPr>
          <p:nvPr/>
        </p:nvSpPr>
        <p:spPr>
          <a:xfrm>
            <a:off x="90358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data_8869">
            <a:extLst>
              <a:ext uri="{FF2B5EF4-FFF2-40B4-BE49-F238E27FC236}">
                <a16:creationId xmlns:a16="http://schemas.microsoft.com/office/drawing/2014/main" id="{E3B321BB-840C-45B1-A33C-2ECD02E38551}"/>
              </a:ext>
            </a:extLst>
          </p:cNvPr>
          <p:cNvSpPr>
            <a:spLocks noGrp="1"/>
          </p:cNvSpPr>
          <p:nvPr/>
        </p:nvSpPr>
        <p:spPr>
          <a:xfrm>
            <a:off x="903921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data_8870">
            <a:extLst>
              <a:ext uri="{FF2B5EF4-FFF2-40B4-BE49-F238E27FC236}">
                <a16:creationId xmlns:a16="http://schemas.microsoft.com/office/drawing/2014/main" id="{E7D563E2-3780-4057-BD83-C6FF0518D858}"/>
              </a:ext>
            </a:extLst>
          </p:cNvPr>
          <p:cNvSpPr>
            <a:spLocks noGrp="1"/>
          </p:cNvSpPr>
          <p:nvPr/>
        </p:nvSpPr>
        <p:spPr>
          <a:xfrm>
            <a:off x="8964297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data_8871">
            <a:extLst>
              <a:ext uri="{FF2B5EF4-FFF2-40B4-BE49-F238E27FC236}">
                <a16:creationId xmlns:a16="http://schemas.microsoft.com/office/drawing/2014/main" id="{9E9AA0A0-4E85-4F9B-9ECB-D962CD6A4CCD}"/>
              </a:ext>
            </a:extLst>
          </p:cNvPr>
          <p:cNvSpPr>
            <a:spLocks noGrp="1"/>
          </p:cNvSpPr>
          <p:nvPr/>
        </p:nvSpPr>
        <p:spPr>
          <a:xfrm>
            <a:off x="8944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data_8872">
            <a:extLst>
              <a:ext uri="{FF2B5EF4-FFF2-40B4-BE49-F238E27FC236}">
                <a16:creationId xmlns:a16="http://schemas.microsoft.com/office/drawing/2014/main" id="{71A0CF19-3C61-47B8-B58C-46A7A912CFBB}"/>
              </a:ext>
            </a:extLst>
          </p:cNvPr>
          <p:cNvSpPr>
            <a:spLocks noGrp="1"/>
          </p:cNvSpPr>
          <p:nvPr/>
        </p:nvSpPr>
        <p:spPr>
          <a:xfrm>
            <a:off x="90204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data_8873">
            <a:extLst>
              <a:ext uri="{FF2B5EF4-FFF2-40B4-BE49-F238E27FC236}">
                <a16:creationId xmlns:a16="http://schemas.microsoft.com/office/drawing/2014/main" id="{2382FCB8-D011-469E-8E23-F0F4C0BDD936}"/>
              </a:ext>
            </a:extLst>
          </p:cNvPr>
          <p:cNvSpPr>
            <a:spLocks noGrp="1"/>
          </p:cNvSpPr>
          <p:nvPr/>
        </p:nvSpPr>
        <p:spPr>
          <a:xfrm>
            <a:off x="89384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data_8874">
            <a:extLst>
              <a:ext uri="{FF2B5EF4-FFF2-40B4-BE49-F238E27FC236}">
                <a16:creationId xmlns:a16="http://schemas.microsoft.com/office/drawing/2014/main" id="{7F663A0C-7FE8-4614-970B-9ADE9F32F8C6}"/>
              </a:ext>
            </a:extLst>
          </p:cNvPr>
          <p:cNvSpPr>
            <a:spLocks noGrp="1"/>
          </p:cNvSpPr>
          <p:nvPr/>
        </p:nvSpPr>
        <p:spPr>
          <a:xfrm>
            <a:off x="89467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data_8875">
            <a:extLst>
              <a:ext uri="{FF2B5EF4-FFF2-40B4-BE49-F238E27FC236}">
                <a16:creationId xmlns:a16="http://schemas.microsoft.com/office/drawing/2014/main" id="{0F50116D-DB5D-4508-A900-CF053A142497}"/>
              </a:ext>
            </a:extLst>
          </p:cNvPr>
          <p:cNvSpPr>
            <a:spLocks noGrp="1"/>
          </p:cNvSpPr>
          <p:nvPr/>
        </p:nvSpPr>
        <p:spPr>
          <a:xfrm>
            <a:off x="90237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data_8876">
            <a:extLst>
              <a:ext uri="{FF2B5EF4-FFF2-40B4-BE49-F238E27FC236}">
                <a16:creationId xmlns:a16="http://schemas.microsoft.com/office/drawing/2014/main" id="{B23E8B95-C42E-486C-881C-D80353D9573F}"/>
              </a:ext>
            </a:extLst>
          </p:cNvPr>
          <p:cNvSpPr>
            <a:spLocks noGrp="1"/>
          </p:cNvSpPr>
          <p:nvPr/>
        </p:nvSpPr>
        <p:spPr>
          <a:xfrm>
            <a:off x="89396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data_8877">
            <a:extLst>
              <a:ext uri="{FF2B5EF4-FFF2-40B4-BE49-F238E27FC236}">
                <a16:creationId xmlns:a16="http://schemas.microsoft.com/office/drawing/2014/main" id="{3A08A6E3-1499-441D-8D0C-0345AED7F344}"/>
              </a:ext>
            </a:extLst>
          </p:cNvPr>
          <p:cNvSpPr>
            <a:spLocks noGrp="1"/>
          </p:cNvSpPr>
          <p:nvPr/>
        </p:nvSpPr>
        <p:spPr>
          <a:xfrm>
            <a:off x="90487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data_8878">
            <a:extLst>
              <a:ext uri="{FF2B5EF4-FFF2-40B4-BE49-F238E27FC236}">
                <a16:creationId xmlns:a16="http://schemas.microsoft.com/office/drawing/2014/main" id="{55771AC5-D3C5-4E30-B5AC-1900806078C2}"/>
              </a:ext>
            </a:extLst>
          </p:cNvPr>
          <p:cNvSpPr>
            <a:spLocks noGrp="1"/>
          </p:cNvSpPr>
          <p:nvPr/>
        </p:nvSpPr>
        <p:spPr>
          <a:xfrm>
            <a:off x="90287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data_8879">
            <a:extLst>
              <a:ext uri="{FF2B5EF4-FFF2-40B4-BE49-F238E27FC236}">
                <a16:creationId xmlns:a16="http://schemas.microsoft.com/office/drawing/2014/main" id="{7B96AEBF-BC56-46B8-8A9A-E22C4757F898}"/>
              </a:ext>
            </a:extLst>
          </p:cNvPr>
          <p:cNvSpPr>
            <a:spLocks noGrp="1"/>
          </p:cNvSpPr>
          <p:nvPr/>
        </p:nvSpPr>
        <p:spPr>
          <a:xfrm>
            <a:off x="8981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data_8880">
            <a:extLst>
              <a:ext uri="{FF2B5EF4-FFF2-40B4-BE49-F238E27FC236}">
                <a16:creationId xmlns:a16="http://schemas.microsoft.com/office/drawing/2014/main" id="{8615460F-AEF9-496E-AF98-C7B8E6E5F551}"/>
              </a:ext>
            </a:extLst>
          </p:cNvPr>
          <p:cNvSpPr>
            <a:spLocks noGrp="1"/>
          </p:cNvSpPr>
          <p:nvPr/>
        </p:nvSpPr>
        <p:spPr>
          <a:xfrm>
            <a:off x="89596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data_8881">
            <a:extLst>
              <a:ext uri="{FF2B5EF4-FFF2-40B4-BE49-F238E27FC236}">
                <a16:creationId xmlns:a16="http://schemas.microsoft.com/office/drawing/2014/main" id="{C83AB079-933D-470D-B3E3-2B1319D2F1D8}"/>
              </a:ext>
            </a:extLst>
          </p:cNvPr>
          <p:cNvSpPr>
            <a:spLocks noGrp="1"/>
          </p:cNvSpPr>
          <p:nvPr/>
        </p:nvSpPr>
        <p:spPr>
          <a:xfrm>
            <a:off x="905237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data_8882">
            <a:extLst>
              <a:ext uri="{FF2B5EF4-FFF2-40B4-BE49-F238E27FC236}">
                <a16:creationId xmlns:a16="http://schemas.microsoft.com/office/drawing/2014/main" id="{896A33A4-629D-48E3-9148-A760263E8472}"/>
              </a:ext>
            </a:extLst>
          </p:cNvPr>
          <p:cNvSpPr>
            <a:spLocks noGrp="1"/>
          </p:cNvSpPr>
          <p:nvPr/>
        </p:nvSpPr>
        <p:spPr>
          <a:xfrm>
            <a:off x="90050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data_8883">
            <a:extLst>
              <a:ext uri="{FF2B5EF4-FFF2-40B4-BE49-F238E27FC236}">
                <a16:creationId xmlns:a16="http://schemas.microsoft.com/office/drawing/2014/main" id="{F1057581-1CCA-44E8-BEA2-F31494E47A5D}"/>
              </a:ext>
            </a:extLst>
          </p:cNvPr>
          <p:cNvSpPr>
            <a:spLocks noGrp="1"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data_8884">
            <a:extLst>
              <a:ext uri="{FF2B5EF4-FFF2-40B4-BE49-F238E27FC236}">
                <a16:creationId xmlns:a16="http://schemas.microsoft.com/office/drawing/2014/main" id="{20680277-DA43-4BBA-98DF-CA9897D60605}"/>
              </a:ext>
            </a:extLst>
          </p:cNvPr>
          <p:cNvSpPr>
            <a:spLocks noGrp="1"/>
          </p:cNvSpPr>
          <p:nvPr/>
        </p:nvSpPr>
        <p:spPr>
          <a:xfrm>
            <a:off x="89434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data_8885">
            <a:extLst>
              <a:ext uri="{FF2B5EF4-FFF2-40B4-BE49-F238E27FC236}">
                <a16:creationId xmlns:a16="http://schemas.microsoft.com/office/drawing/2014/main" id="{058BD8EE-136E-4DDE-9535-5142EDD9AFF5}"/>
              </a:ext>
            </a:extLst>
          </p:cNvPr>
          <p:cNvSpPr>
            <a:spLocks noGrp="1"/>
          </p:cNvSpPr>
          <p:nvPr/>
        </p:nvSpPr>
        <p:spPr>
          <a:xfrm>
            <a:off x="898019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data_8886">
            <a:extLst>
              <a:ext uri="{FF2B5EF4-FFF2-40B4-BE49-F238E27FC236}">
                <a16:creationId xmlns:a16="http://schemas.microsoft.com/office/drawing/2014/main" id="{C7A36EE3-FF45-4C18-B041-9E2FC4A8BF99}"/>
              </a:ext>
            </a:extLst>
          </p:cNvPr>
          <p:cNvSpPr>
            <a:spLocks noGrp="1"/>
          </p:cNvSpPr>
          <p:nvPr/>
        </p:nvSpPr>
        <p:spPr>
          <a:xfrm>
            <a:off x="90267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data_8887">
            <a:extLst>
              <a:ext uri="{FF2B5EF4-FFF2-40B4-BE49-F238E27FC236}">
                <a16:creationId xmlns:a16="http://schemas.microsoft.com/office/drawing/2014/main" id="{5505160F-827E-4C8A-9B5A-848B61F659A6}"/>
              </a:ext>
            </a:extLst>
          </p:cNvPr>
          <p:cNvSpPr>
            <a:spLocks noGrp="1"/>
          </p:cNvSpPr>
          <p:nvPr/>
        </p:nvSpPr>
        <p:spPr>
          <a:xfrm>
            <a:off x="9007816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data_8888">
            <a:extLst>
              <a:ext uri="{FF2B5EF4-FFF2-40B4-BE49-F238E27FC236}">
                <a16:creationId xmlns:a16="http://schemas.microsoft.com/office/drawing/2014/main" id="{8CF40C43-2EB5-4F84-A901-B4BA467F5BCC}"/>
              </a:ext>
            </a:extLst>
          </p:cNvPr>
          <p:cNvSpPr>
            <a:spLocks noGrp="1"/>
          </p:cNvSpPr>
          <p:nvPr/>
        </p:nvSpPr>
        <p:spPr>
          <a:xfrm>
            <a:off x="9045992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data_8889">
            <a:extLst>
              <a:ext uri="{FF2B5EF4-FFF2-40B4-BE49-F238E27FC236}">
                <a16:creationId xmlns:a16="http://schemas.microsoft.com/office/drawing/2014/main" id="{7E4E5161-303E-4917-8ADC-A524EEF2C8D3}"/>
              </a:ext>
            </a:extLst>
          </p:cNvPr>
          <p:cNvSpPr>
            <a:spLocks noGrp="1"/>
          </p:cNvSpPr>
          <p:nvPr/>
        </p:nvSpPr>
        <p:spPr>
          <a:xfrm>
            <a:off x="89250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data_8890">
            <a:extLst>
              <a:ext uri="{FF2B5EF4-FFF2-40B4-BE49-F238E27FC236}">
                <a16:creationId xmlns:a16="http://schemas.microsoft.com/office/drawing/2014/main" id="{B440A067-14B5-4081-8D34-42A7B113D1C3}"/>
              </a:ext>
            </a:extLst>
          </p:cNvPr>
          <p:cNvSpPr>
            <a:spLocks noGrp="1"/>
          </p:cNvSpPr>
          <p:nvPr/>
        </p:nvSpPr>
        <p:spPr>
          <a:xfrm>
            <a:off x="8978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data_8891">
            <a:extLst>
              <a:ext uri="{FF2B5EF4-FFF2-40B4-BE49-F238E27FC236}">
                <a16:creationId xmlns:a16="http://schemas.microsoft.com/office/drawing/2014/main" id="{AE2373C3-1FB2-4579-BF3F-93FA7996120D}"/>
              </a:ext>
            </a:extLst>
          </p:cNvPr>
          <p:cNvSpPr>
            <a:spLocks noGrp="1"/>
          </p:cNvSpPr>
          <p:nvPr/>
        </p:nvSpPr>
        <p:spPr>
          <a:xfrm>
            <a:off x="90031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data_8892">
            <a:extLst>
              <a:ext uri="{FF2B5EF4-FFF2-40B4-BE49-F238E27FC236}">
                <a16:creationId xmlns:a16="http://schemas.microsoft.com/office/drawing/2014/main" id="{C7EC73D1-54C8-4E88-94B5-5D165D3DEE88}"/>
              </a:ext>
            </a:extLst>
          </p:cNvPr>
          <p:cNvSpPr>
            <a:spLocks noGrp="1"/>
          </p:cNvSpPr>
          <p:nvPr/>
        </p:nvSpPr>
        <p:spPr>
          <a:xfrm>
            <a:off x="896260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data_8893">
            <a:extLst>
              <a:ext uri="{FF2B5EF4-FFF2-40B4-BE49-F238E27FC236}">
                <a16:creationId xmlns:a16="http://schemas.microsoft.com/office/drawing/2014/main" id="{AD7D7034-4089-441A-B7E0-91577CA82695}"/>
              </a:ext>
            </a:extLst>
          </p:cNvPr>
          <p:cNvSpPr>
            <a:spLocks noGrp="1"/>
          </p:cNvSpPr>
          <p:nvPr/>
        </p:nvSpPr>
        <p:spPr>
          <a:xfrm>
            <a:off x="89917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data_8894">
            <a:extLst>
              <a:ext uri="{FF2B5EF4-FFF2-40B4-BE49-F238E27FC236}">
                <a16:creationId xmlns:a16="http://schemas.microsoft.com/office/drawing/2014/main" id="{FE74AF01-DBB9-4BB9-9471-C2FF9CD46ACB}"/>
              </a:ext>
            </a:extLst>
          </p:cNvPr>
          <p:cNvSpPr>
            <a:spLocks noGrp="1"/>
          </p:cNvSpPr>
          <p:nvPr/>
        </p:nvSpPr>
        <p:spPr>
          <a:xfrm>
            <a:off x="89753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data_8895">
            <a:extLst>
              <a:ext uri="{FF2B5EF4-FFF2-40B4-BE49-F238E27FC236}">
                <a16:creationId xmlns:a16="http://schemas.microsoft.com/office/drawing/2014/main" id="{B09B553A-F08B-4830-9528-DC9CD402069C}"/>
              </a:ext>
            </a:extLst>
          </p:cNvPr>
          <p:cNvSpPr>
            <a:spLocks noGrp="1"/>
          </p:cNvSpPr>
          <p:nvPr/>
        </p:nvSpPr>
        <p:spPr>
          <a:xfrm>
            <a:off x="90316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data_8896">
            <a:extLst>
              <a:ext uri="{FF2B5EF4-FFF2-40B4-BE49-F238E27FC236}">
                <a16:creationId xmlns:a16="http://schemas.microsoft.com/office/drawing/2014/main" id="{49D2148B-89DA-4C67-8459-B149F1CAFEA6}"/>
              </a:ext>
            </a:extLst>
          </p:cNvPr>
          <p:cNvSpPr>
            <a:spLocks noGrp="1"/>
          </p:cNvSpPr>
          <p:nvPr/>
        </p:nvSpPr>
        <p:spPr>
          <a:xfrm>
            <a:off x="89394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data_8897">
            <a:extLst>
              <a:ext uri="{FF2B5EF4-FFF2-40B4-BE49-F238E27FC236}">
                <a16:creationId xmlns:a16="http://schemas.microsoft.com/office/drawing/2014/main" id="{DE14D913-CD2E-472F-8D01-4D527C49FDA3}"/>
              </a:ext>
            </a:extLst>
          </p:cNvPr>
          <p:cNvSpPr>
            <a:spLocks noGrp="1"/>
          </p:cNvSpPr>
          <p:nvPr/>
        </p:nvSpPr>
        <p:spPr>
          <a:xfrm>
            <a:off x="89454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data_8898">
            <a:extLst>
              <a:ext uri="{FF2B5EF4-FFF2-40B4-BE49-F238E27FC236}">
                <a16:creationId xmlns:a16="http://schemas.microsoft.com/office/drawing/2014/main" id="{90227BD7-C723-4EC7-9089-554F2D583699}"/>
              </a:ext>
            </a:extLst>
          </p:cNvPr>
          <p:cNvSpPr>
            <a:spLocks noGrp="1"/>
          </p:cNvSpPr>
          <p:nvPr/>
        </p:nvSpPr>
        <p:spPr>
          <a:xfrm>
            <a:off x="8999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data_8899">
            <a:extLst>
              <a:ext uri="{FF2B5EF4-FFF2-40B4-BE49-F238E27FC236}">
                <a16:creationId xmlns:a16="http://schemas.microsoft.com/office/drawing/2014/main" id="{83117955-A1A0-40F5-9A8B-5A4A9C3DA872}"/>
              </a:ext>
            </a:extLst>
          </p:cNvPr>
          <p:cNvSpPr>
            <a:spLocks noGrp="1"/>
          </p:cNvSpPr>
          <p:nvPr/>
        </p:nvSpPr>
        <p:spPr>
          <a:xfrm>
            <a:off x="8998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data_8900">
            <a:extLst>
              <a:ext uri="{FF2B5EF4-FFF2-40B4-BE49-F238E27FC236}">
                <a16:creationId xmlns:a16="http://schemas.microsoft.com/office/drawing/2014/main" id="{09B6286B-1F9B-4926-8F90-3A78F4C9AED1}"/>
              </a:ext>
            </a:extLst>
          </p:cNvPr>
          <p:cNvSpPr>
            <a:spLocks noGrp="1"/>
          </p:cNvSpPr>
          <p:nvPr/>
        </p:nvSpPr>
        <p:spPr>
          <a:xfrm>
            <a:off x="90407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data_8901">
            <a:extLst>
              <a:ext uri="{FF2B5EF4-FFF2-40B4-BE49-F238E27FC236}">
                <a16:creationId xmlns:a16="http://schemas.microsoft.com/office/drawing/2014/main" id="{2A330FFF-4E3F-4440-9B8D-D7DEC1CB6C9B}"/>
              </a:ext>
            </a:extLst>
          </p:cNvPr>
          <p:cNvSpPr>
            <a:spLocks noGrp="1"/>
          </p:cNvSpPr>
          <p:nvPr/>
        </p:nvSpPr>
        <p:spPr>
          <a:xfrm>
            <a:off x="902110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data_8902">
            <a:extLst>
              <a:ext uri="{FF2B5EF4-FFF2-40B4-BE49-F238E27FC236}">
                <a16:creationId xmlns:a16="http://schemas.microsoft.com/office/drawing/2014/main" id="{9F8A0751-2BD1-4F8F-97FE-E5BE0D2A1A3B}"/>
              </a:ext>
            </a:extLst>
          </p:cNvPr>
          <p:cNvSpPr>
            <a:spLocks noGrp="1"/>
          </p:cNvSpPr>
          <p:nvPr/>
        </p:nvSpPr>
        <p:spPr>
          <a:xfrm>
            <a:off x="89596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data_8903">
            <a:extLst>
              <a:ext uri="{FF2B5EF4-FFF2-40B4-BE49-F238E27FC236}">
                <a16:creationId xmlns:a16="http://schemas.microsoft.com/office/drawing/2014/main" id="{93268D8B-3A60-48E8-8C11-44AD78269966}"/>
              </a:ext>
            </a:extLst>
          </p:cNvPr>
          <p:cNvSpPr>
            <a:spLocks noGrp="1"/>
          </p:cNvSpPr>
          <p:nvPr/>
        </p:nvSpPr>
        <p:spPr>
          <a:xfrm>
            <a:off x="902371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data_8904">
            <a:extLst>
              <a:ext uri="{FF2B5EF4-FFF2-40B4-BE49-F238E27FC236}">
                <a16:creationId xmlns:a16="http://schemas.microsoft.com/office/drawing/2014/main" id="{1191008B-FA99-4FAE-A81E-A2E497ECC5B8}"/>
              </a:ext>
            </a:extLst>
          </p:cNvPr>
          <p:cNvSpPr>
            <a:spLocks noGrp="1"/>
          </p:cNvSpPr>
          <p:nvPr/>
        </p:nvSpPr>
        <p:spPr>
          <a:xfrm>
            <a:off x="90131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data_8905">
            <a:extLst>
              <a:ext uri="{FF2B5EF4-FFF2-40B4-BE49-F238E27FC236}">
                <a16:creationId xmlns:a16="http://schemas.microsoft.com/office/drawing/2014/main" id="{3BDB9D69-C7FB-4D33-B991-F23F40FD8946}"/>
              </a:ext>
            </a:extLst>
          </p:cNvPr>
          <p:cNvSpPr>
            <a:spLocks noGrp="1"/>
          </p:cNvSpPr>
          <p:nvPr/>
        </p:nvSpPr>
        <p:spPr>
          <a:xfrm>
            <a:off x="90187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data_8906">
            <a:extLst>
              <a:ext uri="{FF2B5EF4-FFF2-40B4-BE49-F238E27FC236}">
                <a16:creationId xmlns:a16="http://schemas.microsoft.com/office/drawing/2014/main" id="{D4835F07-6681-4035-AA49-DC951751E644}"/>
              </a:ext>
            </a:extLst>
          </p:cNvPr>
          <p:cNvSpPr>
            <a:spLocks noGrp="1"/>
          </p:cNvSpPr>
          <p:nvPr/>
        </p:nvSpPr>
        <p:spPr>
          <a:xfrm>
            <a:off x="8994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data_8907">
            <a:extLst>
              <a:ext uri="{FF2B5EF4-FFF2-40B4-BE49-F238E27FC236}">
                <a16:creationId xmlns:a16="http://schemas.microsoft.com/office/drawing/2014/main" id="{76C6B669-11A9-4178-BC51-09C10008CA54}"/>
              </a:ext>
            </a:extLst>
          </p:cNvPr>
          <p:cNvSpPr>
            <a:spLocks noGrp="1"/>
          </p:cNvSpPr>
          <p:nvPr/>
        </p:nvSpPr>
        <p:spPr>
          <a:xfrm>
            <a:off x="89265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data_8908">
            <a:extLst>
              <a:ext uri="{FF2B5EF4-FFF2-40B4-BE49-F238E27FC236}">
                <a16:creationId xmlns:a16="http://schemas.microsoft.com/office/drawing/2014/main" id="{F747797A-160E-4527-94DC-952ACFDBD2C4}"/>
              </a:ext>
            </a:extLst>
          </p:cNvPr>
          <p:cNvSpPr>
            <a:spLocks noGrp="1"/>
          </p:cNvSpPr>
          <p:nvPr/>
        </p:nvSpPr>
        <p:spPr>
          <a:xfrm>
            <a:off x="9013679" y="65230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data_8909">
            <a:extLst>
              <a:ext uri="{FF2B5EF4-FFF2-40B4-BE49-F238E27FC236}">
                <a16:creationId xmlns:a16="http://schemas.microsoft.com/office/drawing/2014/main" id="{0CFBAA0C-B768-4778-83A6-5E64EBBC2105}"/>
              </a:ext>
            </a:extLst>
          </p:cNvPr>
          <p:cNvSpPr>
            <a:spLocks noGrp="1"/>
          </p:cNvSpPr>
          <p:nvPr/>
        </p:nvSpPr>
        <p:spPr>
          <a:xfrm>
            <a:off x="9030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data_8910">
            <a:extLst>
              <a:ext uri="{FF2B5EF4-FFF2-40B4-BE49-F238E27FC236}">
                <a16:creationId xmlns:a16="http://schemas.microsoft.com/office/drawing/2014/main" id="{BA100093-AB1E-45E1-9DAB-5728822B1101}"/>
              </a:ext>
            </a:extLst>
          </p:cNvPr>
          <p:cNvSpPr>
            <a:spLocks noGrp="1"/>
          </p:cNvSpPr>
          <p:nvPr/>
        </p:nvSpPr>
        <p:spPr>
          <a:xfrm>
            <a:off x="89481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data_8911">
            <a:extLst>
              <a:ext uri="{FF2B5EF4-FFF2-40B4-BE49-F238E27FC236}">
                <a16:creationId xmlns:a16="http://schemas.microsoft.com/office/drawing/2014/main" id="{B54CFFA8-A27C-44E9-9BC5-08DD77AE1500}"/>
              </a:ext>
            </a:extLst>
          </p:cNvPr>
          <p:cNvSpPr>
            <a:spLocks noGrp="1"/>
          </p:cNvSpPr>
          <p:nvPr/>
        </p:nvSpPr>
        <p:spPr>
          <a:xfrm>
            <a:off x="8938368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data_8912">
            <a:extLst>
              <a:ext uri="{FF2B5EF4-FFF2-40B4-BE49-F238E27FC236}">
                <a16:creationId xmlns:a16="http://schemas.microsoft.com/office/drawing/2014/main" id="{CA8D83C6-0819-430A-BB7F-241F53DAF333}"/>
              </a:ext>
            </a:extLst>
          </p:cNvPr>
          <p:cNvSpPr>
            <a:spLocks noGrp="1"/>
          </p:cNvSpPr>
          <p:nvPr/>
        </p:nvSpPr>
        <p:spPr>
          <a:xfrm>
            <a:off x="9013418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data_8913">
            <a:extLst>
              <a:ext uri="{FF2B5EF4-FFF2-40B4-BE49-F238E27FC236}">
                <a16:creationId xmlns:a16="http://schemas.microsoft.com/office/drawing/2014/main" id="{44B8B47E-6810-462E-A560-D8481EB5B3E7}"/>
              </a:ext>
            </a:extLst>
          </p:cNvPr>
          <p:cNvSpPr>
            <a:spLocks noGrp="1"/>
          </p:cNvSpPr>
          <p:nvPr/>
        </p:nvSpPr>
        <p:spPr>
          <a:xfrm>
            <a:off x="9047035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data_8914">
            <a:extLst>
              <a:ext uri="{FF2B5EF4-FFF2-40B4-BE49-F238E27FC236}">
                <a16:creationId xmlns:a16="http://schemas.microsoft.com/office/drawing/2014/main" id="{EEB9DB2D-5270-4447-A99E-87C087729F98}"/>
              </a:ext>
            </a:extLst>
          </p:cNvPr>
          <p:cNvSpPr>
            <a:spLocks noGrp="1"/>
          </p:cNvSpPr>
          <p:nvPr/>
        </p:nvSpPr>
        <p:spPr>
          <a:xfrm>
            <a:off x="90526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data_8915">
            <a:extLst>
              <a:ext uri="{FF2B5EF4-FFF2-40B4-BE49-F238E27FC236}">
                <a16:creationId xmlns:a16="http://schemas.microsoft.com/office/drawing/2014/main" id="{70FD2404-F074-4EC1-8CE5-4D4D569B6446}"/>
              </a:ext>
            </a:extLst>
          </p:cNvPr>
          <p:cNvSpPr>
            <a:spLocks noGrp="1"/>
          </p:cNvSpPr>
          <p:nvPr/>
        </p:nvSpPr>
        <p:spPr>
          <a:xfrm>
            <a:off x="8972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data_8916">
            <a:extLst>
              <a:ext uri="{FF2B5EF4-FFF2-40B4-BE49-F238E27FC236}">
                <a16:creationId xmlns:a16="http://schemas.microsoft.com/office/drawing/2014/main" id="{89690722-7411-49B2-B498-A2A17104465B}"/>
              </a:ext>
            </a:extLst>
          </p:cNvPr>
          <p:cNvSpPr>
            <a:spLocks noGrp="1"/>
          </p:cNvSpPr>
          <p:nvPr/>
        </p:nvSpPr>
        <p:spPr>
          <a:xfrm>
            <a:off x="901993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data_8917">
            <a:extLst>
              <a:ext uri="{FF2B5EF4-FFF2-40B4-BE49-F238E27FC236}">
                <a16:creationId xmlns:a16="http://schemas.microsoft.com/office/drawing/2014/main" id="{CA40EDA0-8D13-4025-91E6-D3EBB37C1012}"/>
              </a:ext>
            </a:extLst>
          </p:cNvPr>
          <p:cNvSpPr>
            <a:spLocks noGrp="1"/>
          </p:cNvSpPr>
          <p:nvPr/>
        </p:nvSpPr>
        <p:spPr>
          <a:xfrm>
            <a:off x="9029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data_8918">
            <a:extLst>
              <a:ext uri="{FF2B5EF4-FFF2-40B4-BE49-F238E27FC236}">
                <a16:creationId xmlns:a16="http://schemas.microsoft.com/office/drawing/2014/main" id="{4335354C-61A4-44E9-962B-97C6EB07ACE3}"/>
              </a:ext>
            </a:extLst>
          </p:cNvPr>
          <p:cNvSpPr>
            <a:spLocks noGrp="1"/>
          </p:cNvSpPr>
          <p:nvPr/>
        </p:nvSpPr>
        <p:spPr>
          <a:xfrm>
            <a:off x="9045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data_8919">
            <a:extLst>
              <a:ext uri="{FF2B5EF4-FFF2-40B4-BE49-F238E27FC236}">
                <a16:creationId xmlns:a16="http://schemas.microsoft.com/office/drawing/2014/main" id="{1BA0ED2F-1E46-45AA-A1BA-C67F0ED16A3E}"/>
              </a:ext>
            </a:extLst>
          </p:cNvPr>
          <p:cNvSpPr>
            <a:spLocks noGrp="1"/>
          </p:cNvSpPr>
          <p:nvPr/>
        </p:nvSpPr>
        <p:spPr>
          <a:xfrm>
            <a:off x="90317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data_8920">
            <a:extLst>
              <a:ext uri="{FF2B5EF4-FFF2-40B4-BE49-F238E27FC236}">
                <a16:creationId xmlns:a16="http://schemas.microsoft.com/office/drawing/2014/main" id="{5EEE07D2-8CFD-4E81-9195-07A7FEC31368}"/>
              </a:ext>
            </a:extLst>
          </p:cNvPr>
          <p:cNvSpPr>
            <a:spLocks noGrp="1"/>
          </p:cNvSpPr>
          <p:nvPr/>
        </p:nvSpPr>
        <p:spPr>
          <a:xfrm>
            <a:off x="90121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data_8921">
            <a:extLst>
              <a:ext uri="{FF2B5EF4-FFF2-40B4-BE49-F238E27FC236}">
                <a16:creationId xmlns:a16="http://schemas.microsoft.com/office/drawing/2014/main" id="{44DDA1C1-3A21-471F-AF44-7D9F7EB2D356}"/>
              </a:ext>
            </a:extLst>
          </p:cNvPr>
          <p:cNvSpPr>
            <a:spLocks noGrp="1"/>
          </p:cNvSpPr>
          <p:nvPr/>
        </p:nvSpPr>
        <p:spPr>
          <a:xfrm>
            <a:off x="89322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data_8922">
            <a:extLst>
              <a:ext uri="{FF2B5EF4-FFF2-40B4-BE49-F238E27FC236}">
                <a16:creationId xmlns:a16="http://schemas.microsoft.com/office/drawing/2014/main" id="{ADC2D960-4286-4348-88CF-CD216DAEC1B0}"/>
              </a:ext>
            </a:extLst>
          </p:cNvPr>
          <p:cNvSpPr>
            <a:spLocks noGrp="1"/>
          </p:cNvSpPr>
          <p:nvPr/>
        </p:nvSpPr>
        <p:spPr>
          <a:xfrm>
            <a:off x="89448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data_8923">
            <a:extLst>
              <a:ext uri="{FF2B5EF4-FFF2-40B4-BE49-F238E27FC236}">
                <a16:creationId xmlns:a16="http://schemas.microsoft.com/office/drawing/2014/main" id="{EC159550-6AE6-4373-A0E3-BBDF34ACCC86}"/>
              </a:ext>
            </a:extLst>
          </p:cNvPr>
          <p:cNvSpPr>
            <a:spLocks noGrp="1"/>
          </p:cNvSpPr>
          <p:nvPr/>
        </p:nvSpPr>
        <p:spPr>
          <a:xfrm>
            <a:off x="90134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data_8924">
            <a:extLst>
              <a:ext uri="{FF2B5EF4-FFF2-40B4-BE49-F238E27FC236}">
                <a16:creationId xmlns:a16="http://schemas.microsoft.com/office/drawing/2014/main" id="{8E57B8B4-7BEE-4949-926E-C67AB6A7B235}"/>
              </a:ext>
            </a:extLst>
          </p:cNvPr>
          <p:cNvSpPr>
            <a:spLocks noGrp="1"/>
          </p:cNvSpPr>
          <p:nvPr/>
        </p:nvSpPr>
        <p:spPr>
          <a:xfrm>
            <a:off x="90002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data_8925">
            <a:extLst>
              <a:ext uri="{FF2B5EF4-FFF2-40B4-BE49-F238E27FC236}">
                <a16:creationId xmlns:a16="http://schemas.microsoft.com/office/drawing/2014/main" id="{35995880-9D8D-4B06-B50F-A68822D68B57}"/>
              </a:ext>
            </a:extLst>
          </p:cNvPr>
          <p:cNvSpPr>
            <a:spLocks noGrp="1"/>
          </p:cNvSpPr>
          <p:nvPr/>
        </p:nvSpPr>
        <p:spPr>
          <a:xfrm>
            <a:off x="89503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data_8926">
            <a:extLst>
              <a:ext uri="{FF2B5EF4-FFF2-40B4-BE49-F238E27FC236}">
                <a16:creationId xmlns:a16="http://schemas.microsoft.com/office/drawing/2014/main" id="{8498A2E9-8D78-4E6F-AE38-D02D075966F9}"/>
              </a:ext>
            </a:extLst>
          </p:cNvPr>
          <p:cNvSpPr>
            <a:spLocks noGrp="1"/>
          </p:cNvSpPr>
          <p:nvPr/>
        </p:nvSpPr>
        <p:spPr>
          <a:xfrm>
            <a:off x="89739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data_8927">
            <a:extLst>
              <a:ext uri="{FF2B5EF4-FFF2-40B4-BE49-F238E27FC236}">
                <a16:creationId xmlns:a16="http://schemas.microsoft.com/office/drawing/2014/main" id="{5D26489C-D7A9-4241-86DD-8F1EC27951F8}"/>
              </a:ext>
            </a:extLst>
          </p:cNvPr>
          <p:cNvSpPr>
            <a:spLocks noGrp="1"/>
          </p:cNvSpPr>
          <p:nvPr/>
        </p:nvSpPr>
        <p:spPr>
          <a:xfrm>
            <a:off x="89278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data_8928">
            <a:extLst>
              <a:ext uri="{FF2B5EF4-FFF2-40B4-BE49-F238E27FC236}">
                <a16:creationId xmlns:a16="http://schemas.microsoft.com/office/drawing/2014/main" id="{737D881F-30C6-463F-BC05-E133100F9558}"/>
              </a:ext>
            </a:extLst>
          </p:cNvPr>
          <p:cNvSpPr>
            <a:spLocks noGrp="1"/>
          </p:cNvSpPr>
          <p:nvPr/>
        </p:nvSpPr>
        <p:spPr>
          <a:xfrm>
            <a:off x="6938134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3" name="data_8929">
            <a:extLst>
              <a:ext uri="{FF2B5EF4-FFF2-40B4-BE49-F238E27FC236}">
                <a16:creationId xmlns:a16="http://schemas.microsoft.com/office/drawing/2014/main" id="{1E33B4A2-FA08-4F43-8E29-6691D66695AD}"/>
              </a:ext>
            </a:extLst>
          </p:cNvPr>
          <p:cNvSpPr>
            <a:spLocks noGrp="1"/>
          </p:cNvSpPr>
          <p:nvPr/>
        </p:nvSpPr>
        <p:spPr>
          <a:xfrm>
            <a:off x="6938134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4" name="text_8930">
            <a:extLst>
              <a:ext uri="{FF2B5EF4-FFF2-40B4-BE49-F238E27FC236}">
                <a16:creationId xmlns:a16="http://schemas.microsoft.com/office/drawing/2014/main" id="{D957B224-B534-450E-9B49-0B04ADC37F13}"/>
              </a:ext>
            </a:extLst>
          </p:cNvPr>
          <p:cNvSpPr>
            <a:spLocks noGrp="1"/>
          </p:cNvSpPr>
          <p:nvPr/>
        </p:nvSpPr>
        <p:spPr>
          <a:xfrm>
            <a:off x="6547977" y="4773801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8931">
            <a:extLst>
              <a:ext uri="{FF2B5EF4-FFF2-40B4-BE49-F238E27FC236}">
                <a16:creationId xmlns:a16="http://schemas.microsoft.com/office/drawing/2014/main" id="{6E4D776E-3E69-4E97-9A46-4EC9728FB999}"/>
              </a:ext>
            </a:extLst>
          </p:cNvPr>
          <p:cNvSpPr>
            <a:spLocks noGrp="1"/>
          </p:cNvSpPr>
          <p:nvPr/>
        </p:nvSpPr>
        <p:spPr>
          <a:xfrm>
            <a:off x="6938134" y="4808505"/>
            <a:ext cx="162920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8932">
            <a:extLst>
              <a:ext uri="{FF2B5EF4-FFF2-40B4-BE49-F238E27FC236}">
                <a16:creationId xmlns:a16="http://schemas.microsoft.com/office/drawing/2014/main" id="{AA1C023C-1CDF-4301-9B35-B56BBEE8C698}"/>
              </a:ext>
            </a:extLst>
          </p:cNvPr>
          <p:cNvSpPr>
            <a:spLocks noGrp="1"/>
          </p:cNvSpPr>
          <p:nvPr/>
        </p:nvSpPr>
        <p:spPr>
          <a:xfrm>
            <a:off x="6958625" y="6036870"/>
            <a:ext cx="2049083" cy="916065"/>
          </a:xfrm>
          <a:custGeom>
            <a:avLst/>
            <a:gdLst/>
            <a:ahLst/>
            <a:cxnLst/>
            <a:rect l="0" t="0" r="0" b="0"/>
            <a:pathLst>
              <a:path w="2049083" h="916065">
                <a:moveTo>
                  <a:pt x="0" y="916065"/>
                </a:moveTo>
                <a:lnTo>
                  <a:pt x="26270" y="914613"/>
                </a:lnTo>
                <a:lnTo>
                  <a:pt x="26270" y="913643"/>
                </a:lnTo>
                <a:lnTo>
                  <a:pt x="37946" y="912141"/>
                </a:lnTo>
                <a:lnTo>
                  <a:pt x="37946" y="910040"/>
                </a:lnTo>
                <a:lnTo>
                  <a:pt x="48788" y="909483"/>
                </a:lnTo>
                <a:lnTo>
                  <a:pt x="48788" y="906782"/>
                </a:lnTo>
                <a:lnTo>
                  <a:pt x="56919" y="905813"/>
                </a:lnTo>
                <a:lnTo>
                  <a:pt x="56919" y="902347"/>
                </a:lnTo>
                <a:lnTo>
                  <a:pt x="68303" y="900387"/>
                </a:lnTo>
                <a:lnTo>
                  <a:pt x="70054" y="896994"/>
                </a:lnTo>
                <a:lnTo>
                  <a:pt x="75892" y="896994"/>
                </a:lnTo>
                <a:lnTo>
                  <a:pt x="75892" y="894893"/>
                </a:lnTo>
                <a:lnTo>
                  <a:pt x="85378" y="893609"/>
                </a:lnTo>
                <a:lnTo>
                  <a:pt x="85378" y="886520"/>
                </a:lnTo>
                <a:lnTo>
                  <a:pt x="97575" y="885721"/>
                </a:lnTo>
                <a:lnTo>
                  <a:pt x="97575" y="878970"/>
                </a:lnTo>
                <a:lnTo>
                  <a:pt x="113838" y="877467"/>
                </a:lnTo>
                <a:lnTo>
                  <a:pt x="113838" y="860107"/>
                </a:lnTo>
                <a:lnTo>
                  <a:pt x="124187" y="859865"/>
                </a:lnTo>
                <a:lnTo>
                  <a:pt x="125222" y="856113"/>
                </a:lnTo>
                <a:lnTo>
                  <a:pt x="136606" y="855870"/>
                </a:lnTo>
                <a:lnTo>
                  <a:pt x="136606" y="842323"/>
                </a:lnTo>
                <a:lnTo>
                  <a:pt x="157622" y="840473"/>
                </a:lnTo>
                <a:lnTo>
                  <a:pt x="159373" y="839916"/>
                </a:lnTo>
                <a:lnTo>
                  <a:pt x="170757" y="839916"/>
                </a:lnTo>
                <a:lnTo>
                  <a:pt x="170757" y="807308"/>
                </a:lnTo>
                <a:lnTo>
                  <a:pt x="186280" y="806750"/>
                </a:lnTo>
                <a:lnTo>
                  <a:pt x="186280" y="803314"/>
                </a:lnTo>
                <a:lnTo>
                  <a:pt x="195151" y="801706"/>
                </a:lnTo>
                <a:lnTo>
                  <a:pt x="195151" y="796305"/>
                </a:lnTo>
                <a:lnTo>
                  <a:pt x="204908" y="796063"/>
                </a:lnTo>
                <a:lnTo>
                  <a:pt x="204908" y="792912"/>
                </a:lnTo>
                <a:lnTo>
                  <a:pt x="227676" y="792113"/>
                </a:lnTo>
                <a:lnTo>
                  <a:pt x="227676" y="758717"/>
                </a:lnTo>
                <a:lnTo>
                  <a:pt x="243938" y="758160"/>
                </a:lnTo>
                <a:lnTo>
                  <a:pt x="243938" y="755459"/>
                </a:lnTo>
                <a:lnTo>
                  <a:pt x="248374" y="755459"/>
                </a:lnTo>
                <a:lnTo>
                  <a:pt x="248374" y="752022"/>
                </a:lnTo>
                <a:lnTo>
                  <a:pt x="256135" y="751465"/>
                </a:lnTo>
                <a:lnTo>
                  <a:pt x="256135" y="744376"/>
                </a:lnTo>
                <a:lnTo>
                  <a:pt x="265622" y="744061"/>
                </a:lnTo>
                <a:lnTo>
                  <a:pt x="265622" y="741961"/>
                </a:lnTo>
                <a:lnTo>
                  <a:pt x="273211" y="741719"/>
                </a:lnTo>
                <a:lnTo>
                  <a:pt x="273211" y="728171"/>
                </a:lnTo>
                <a:lnTo>
                  <a:pt x="292726" y="726645"/>
                </a:lnTo>
                <a:lnTo>
                  <a:pt x="292726" y="721244"/>
                </a:lnTo>
                <a:lnTo>
                  <a:pt x="310467" y="720371"/>
                </a:lnTo>
                <a:lnTo>
                  <a:pt x="310467" y="716934"/>
                </a:lnTo>
                <a:lnTo>
                  <a:pt x="341514" y="715892"/>
                </a:lnTo>
                <a:lnTo>
                  <a:pt x="341514" y="576865"/>
                </a:lnTo>
                <a:lnTo>
                  <a:pt x="372561" y="575750"/>
                </a:lnTo>
                <a:lnTo>
                  <a:pt x="372561" y="572313"/>
                </a:lnTo>
                <a:lnTo>
                  <a:pt x="390302" y="571683"/>
                </a:lnTo>
                <a:lnTo>
                  <a:pt x="390302" y="566282"/>
                </a:lnTo>
                <a:lnTo>
                  <a:pt x="409817" y="565967"/>
                </a:lnTo>
                <a:lnTo>
                  <a:pt x="411568" y="555958"/>
                </a:lnTo>
                <a:lnTo>
                  <a:pt x="426892" y="555716"/>
                </a:lnTo>
                <a:lnTo>
                  <a:pt x="426892" y="553353"/>
                </a:lnTo>
                <a:lnTo>
                  <a:pt x="434654" y="553038"/>
                </a:lnTo>
                <a:lnTo>
                  <a:pt x="434654" y="549601"/>
                </a:lnTo>
                <a:lnTo>
                  <a:pt x="455352" y="549358"/>
                </a:lnTo>
                <a:lnTo>
                  <a:pt x="455352" y="514460"/>
                </a:lnTo>
                <a:lnTo>
                  <a:pt x="487877" y="514145"/>
                </a:lnTo>
                <a:lnTo>
                  <a:pt x="487877" y="508744"/>
                </a:lnTo>
                <a:lnTo>
                  <a:pt x="496747" y="508744"/>
                </a:lnTo>
                <a:lnTo>
                  <a:pt x="496747" y="505307"/>
                </a:lnTo>
                <a:lnTo>
                  <a:pt x="512271" y="505065"/>
                </a:lnTo>
                <a:lnTo>
                  <a:pt x="512271" y="483799"/>
                </a:lnTo>
                <a:lnTo>
                  <a:pt x="546422" y="482999"/>
                </a:lnTo>
                <a:lnTo>
                  <a:pt x="546422" y="473233"/>
                </a:lnTo>
                <a:lnTo>
                  <a:pt x="569190" y="472918"/>
                </a:lnTo>
                <a:lnTo>
                  <a:pt x="569190" y="460001"/>
                </a:lnTo>
                <a:lnTo>
                  <a:pt x="585452" y="459686"/>
                </a:lnTo>
                <a:lnTo>
                  <a:pt x="585452" y="456985"/>
                </a:lnTo>
                <a:lnTo>
                  <a:pt x="614725" y="455305"/>
                </a:lnTo>
                <a:lnTo>
                  <a:pt x="614725" y="453415"/>
                </a:lnTo>
                <a:lnTo>
                  <a:pt x="626109" y="451696"/>
                </a:lnTo>
                <a:lnTo>
                  <a:pt x="626109" y="451381"/>
                </a:lnTo>
                <a:lnTo>
                  <a:pt x="683028" y="450654"/>
                </a:lnTo>
                <a:lnTo>
                  <a:pt x="683028" y="131026"/>
                </a:lnTo>
                <a:lnTo>
                  <a:pt x="745121" y="130154"/>
                </a:lnTo>
                <a:lnTo>
                  <a:pt x="745121" y="128436"/>
                </a:lnTo>
                <a:lnTo>
                  <a:pt x="761839" y="126545"/>
                </a:lnTo>
                <a:lnTo>
                  <a:pt x="761839" y="125576"/>
                </a:lnTo>
                <a:lnTo>
                  <a:pt x="796866" y="125576"/>
                </a:lnTo>
                <a:lnTo>
                  <a:pt x="796866" y="118960"/>
                </a:lnTo>
                <a:lnTo>
                  <a:pt x="808249" y="116999"/>
                </a:lnTo>
                <a:lnTo>
                  <a:pt x="808249" y="116684"/>
                </a:lnTo>
                <a:lnTo>
                  <a:pt x="819633" y="116442"/>
                </a:lnTo>
                <a:lnTo>
                  <a:pt x="819633" y="112661"/>
                </a:lnTo>
                <a:lnTo>
                  <a:pt x="869308" y="112176"/>
                </a:lnTo>
                <a:lnTo>
                  <a:pt x="869308" y="110458"/>
                </a:lnTo>
                <a:lnTo>
                  <a:pt x="1024541" y="108616"/>
                </a:lnTo>
                <a:lnTo>
                  <a:pt x="1024541" y="103890"/>
                </a:lnTo>
                <a:lnTo>
                  <a:pt x="1138379" y="103648"/>
                </a:lnTo>
                <a:lnTo>
                  <a:pt x="1138379" y="98922"/>
                </a:lnTo>
                <a:lnTo>
                  <a:pt x="1195298" y="98680"/>
                </a:lnTo>
                <a:lnTo>
                  <a:pt x="1195298" y="93954"/>
                </a:lnTo>
                <a:lnTo>
                  <a:pt x="1229450" y="93712"/>
                </a:lnTo>
                <a:lnTo>
                  <a:pt x="1229450" y="89931"/>
                </a:lnTo>
                <a:lnTo>
                  <a:pt x="1366055" y="88093"/>
                </a:lnTo>
                <a:lnTo>
                  <a:pt x="1366055" y="34534"/>
                </a:lnTo>
                <a:lnTo>
                  <a:pt x="1593731" y="33807"/>
                </a:lnTo>
                <a:lnTo>
                  <a:pt x="1593731" y="24356"/>
                </a:lnTo>
                <a:lnTo>
                  <a:pt x="1707569" y="24114"/>
                </a:lnTo>
                <a:lnTo>
                  <a:pt x="1707569" y="19388"/>
                </a:lnTo>
                <a:lnTo>
                  <a:pt x="2049083" y="18903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87" name="data_8933">
            <a:extLst>
              <a:ext uri="{FF2B5EF4-FFF2-40B4-BE49-F238E27FC236}">
                <a16:creationId xmlns:a16="http://schemas.microsoft.com/office/drawing/2014/main" id="{EC783CBE-9600-4D24-B2C3-42192D1D4377}"/>
              </a:ext>
            </a:extLst>
          </p:cNvPr>
          <p:cNvSpPr>
            <a:spLocks noGrp="1"/>
          </p:cNvSpPr>
          <p:nvPr/>
        </p:nvSpPr>
        <p:spPr>
          <a:xfrm>
            <a:off x="6958625" y="6064491"/>
            <a:ext cx="2049083" cy="888444"/>
          </a:xfrm>
          <a:custGeom>
            <a:avLst/>
            <a:gdLst/>
            <a:ahLst/>
            <a:cxnLst/>
            <a:rect l="0" t="0" r="0" b="0"/>
            <a:pathLst>
              <a:path w="2049083" h="888444">
                <a:moveTo>
                  <a:pt x="0" y="888444"/>
                </a:moveTo>
                <a:lnTo>
                  <a:pt x="569190" y="888444"/>
                </a:lnTo>
                <a:lnTo>
                  <a:pt x="569190" y="872579"/>
                </a:lnTo>
                <a:lnTo>
                  <a:pt x="683028" y="872579"/>
                </a:lnTo>
                <a:lnTo>
                  <a:pt x="683028" y="296148"/>
                </a:lnTo>
                <a:lnTo>
                  <a:pt x="1366055" y="296148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488" name="data_8934">
            <a:extLst>
              <a:ext uri="{FF2B5EF4-FFF2-40B4-BE49-F238E27FC236}">
                <a16:creationId xmlns:a16="http://schemas.microsoft.com/office/drawing/2014/main" id="{14535CC5-DE59-4C57-802E-1EB1AB7B921C}"/>
              </a:ext>
            </a:extLst>
          </p:cNvPr>
          <p:cNvSpPr>
            <a:spLocks noGrp="1"/>
          </p:cNvSpPr>
          <p:nvPr/>
        </p:nvSpPr>
        <p:spPr>
          <a:xfrm>
            <a:off x="7269990" y="658358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89" name="data_8935">
            <a:extLst>
              <a:ext uri="{FF2B5EF4-FFF2-40B4-BE49-F238E27FC236}">
                <a16:creationId xmlns:a16="http://schemas.microsoft.com/office/drawing/2014/main" id="{B12DF079-0106-454A-AFB2-CBEB4D95F4C0}"/>
              </a:ext>
            </a:extLst>
          </p:cNvPr>
          <p:cNvSpPr>
            <a:spLocks noGrp="1"/>
          </p:cNvSpPr>
          <p:nvPr/>
        </p:nvSpPr>
        <p:spPr>
          <a:xfrm>
            <a:off x="7611504" y="6137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0" name="data_8936">
            <a:extLst>
              <a:ext uri="{FF2B5EF4-FFF2-40B4-BE49-F238E27FC236}">
                <a16:creationId xmlns:a16="http://schemas.microsoft.com/office/drawing/2014/main" id="{2E280775-789B-4B81-9705-EF474E5501E5}"/>
              </a:ext>
            </a:extLst>
          </p:cNvPr>
          <p:cNvSpPr>
            <a:spLocks noGrp="1"/>
          </p:cNvSpPr>
          <p:nvPr/>
        </p:nvSpPr>
        <p:spPr>
          <a:xfrm>
            <a:off x="8294532" y="60412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1" name="data_8937">
            <a:extLst>
              <a:ext uri="{FF2B5EF4-FFF2-40B4-BE49-F238E27FC236}">
                <a16:creationId xmlns:a16="http://schemas.microsoft.com/office/drawing/2014/main" id="{68E29BA0-D996-4D2E-B309-B875AD5F842F}"/>
              </a:ext>
            </a:extLst>
          </p:cNvPr>
          <p:cNvSpPr>
            <a:spLocks noGrp="1"/>
          </p:cNvSpPr>
          <p:nvPr/>
        </p:nvSpPr>
        <p:spPr>
          <a:xfrm>
            <a:off x="8977559" y="600672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2" name="data_8938">
            <a:extLst>
              <a:ext uri="{FF2B5EF4-FFF2-40B4-BE49-F238E27FC236}">
                <a16:creationId xmlns:a16="http://schemas.microsoft.com/office/drawing/2014/main" id="{CD4E3E5A-1004-4916-A4AE-55EDADB559CB}"/>
              </a:ext>
            </a:extLst>
          </p:cNvPr>
          <p:cNvSpPr>
            <a:spLocks noGrp="1"/>
          </p:cNvSpPr>
          <p:nvPr/>
        </p:nvSpPr>
        <p:spPr>
          <a:xfrm>
            <a:off x="7249978" y="69027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3" name="data_8939">
            <a:extLst>
              <a:ext uri="{FF2B5EF4-FFF2-40B4-BE49-F238E27FC236}">
                <a16:creationId xmlns:a16="http://schemas.microsoft.com/office/drawing/2014/main" id="{31284940-872C-4CE8-BFE2-ACB3C9F3B1D8}"/>
              </a:ext>
            </a:extLst>
          </p:cNvPr>
          <p:cNvSpPr>
            <a:spLocks noGrp="1"/>
          </p:cNvSpPr>
          <p:nvPr/>
        </p:nvSpPr>
        <p:spPr>
          <a:xfrm>
            <a:off x="7591492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4" name="data_8940">
            <a:extLst>
              <a:ext uri="{FF2B5EF4-FFF2-40B4-BE49-F238E27FC236}">
                <a16:creationId xmlns:a16="http://schemas.microsoft.com/office/drawing/2014/main" id="{5A01DA58-4447-4735-B9B8-796AF8CAB81A}"/>
              </a:ext>
            </a:extLst>
          </p:cNvPr>
          <p:cNvSpPr>
            <a:spLocks noGrp="1"/>
          </p:cNvSpPr>
          <p:nvPr/>
        </p:nvSpPr>
        <p:spPr>
          <a:xfrm>
            <a:off x="8274520" y="601433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5" name="data_8941">
            <a:extLst>
              <a:ext uri="{FF2B5EF4-FFF2-40B4-BE49-F238E27FC236}">
                <a16:creationId xmlns:a16="http://schemas.microsoft.com/office/drawing/2014/main" id="{A07C67EF-B3A0-4FC3-852E-97315F30B5DB}"/>
              </a:ext>
            </a:extLst>
          </p:cNvPr>
          <p:cNvSpPr>
            <a:spLocks noGrp="1"/>
          </p:cNvSpPr>
          <p:nvPr/>
        </p:nvSpPr>
        <p:spPr>
          <a:xfrm>
            <a:off x="8957547" y="601433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6" name="data_8942">
            <a:extLst>
              <a:ext uri="{FF2B5EF4-FFF2-40B4-BE49-F238E27FC236}">
                <a16:creationId xmlns:a16="http://schemas.microsoft.com/office/drawing/2014/main" id="{E5E599DC-9785-4E9F-94D2-967F59F94A96}"/>
              </a:ext>
            </a:extLst>
          </p:cNvPr>
          <p:cNvSpPr>
            <a:spLocks noGrp="1"/>
          </p:cNvSpPr>
          <p:nvPr/>
        </p:nvSpPr>
        <p:spPr>
          <a:xfrm>
            <a:off x="3433820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97" name="data_8943">
            <a:extLst>
              <a:ext uri="{FF2B5EF4-FFF2-40B4-BE49-F238E27FC236}">
                <a16:creationId xmlns:a16="http://schemas.microsoft.com/office/drawing/2014/main" id="{9B5C277A-6A2A-4776-BB78-F323A5DAB400}"/>
              </a:ext>
            </a:extLst>
          </p:cNvPr>
          <p:cNvSpPr>
            <a:spLocks noGrp="1"/>
          </p:cNvSpPr>
          <p:nvPr/>
        </p:nvSpPr>
        <p:spPr>
          <a:xfrm>
            <a:off x="3542000" y="1115965"/>
            <a:ext cx="53203" cy="53203"/>
          </a:xfrm>
          <a:prstGeom prst="ellipse">
            <a:avLst/>
          </a:prstGeom>
          <a:solidFill>
            <a:srgbClr val="00878B"/>
          </a:solidFill>
          <a:ln w="17734">
            <a:solidFill>
              <a:srgbClr val="00878B"/>
            </a:solidFill>
            <a:prstDash val="solid"/>
          </a:ln>
        </p:spPr>
      </p:sp>
      <p:sp>
        <p:nvSpPr>
          <p:cNvPr id="3498" name="text_8944">
            <a:extLst>
              <a:ext uri="{FF2B5EF4-FFF2-40B4-BE49-F238E27FC236}">
                <a16:creationId xmlns:a16="http://schemas.microsoft.com/office/drawing/2014/main" id="{9304818A-D43A-4399-B544-63CCAC6B792A}"/>
              </a:ext>
            </a:extLst>
          </p:cNvPr>
          <p:cNvSpPr>
            <a:spLocks noGrp="1"/>
          </p:cNvSpPr>
          <p:nvPr/>
        </p:nvSpPr>
        <p:spPr>
          <a:xfrm>
            <a:off x="3811208" y="1083263"/>
            <a:ext cx="32654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8945">
            <a:extLst>
              <a:ext uri="{FF2B5EF4-FFF2-40B4-BE49-F238E27FC236}">
                <a16:creationId xmlns:a16="http://schemas.microsoft.com/office/drawing/2014/main" id="{553CD366-5C41-40CF-A3D0-D7E0E14FC32B}"/>
              </a:ext>
            </a:extLst>
          </p:cNvPr>
          <p:cNvSpPr>
            <a:spLocks noGrp="1"/>
          </p:cNvSpPr>
          <p:nvPr/>
        </p:nvSpPr>
        <p:spPr>
          <a:xfrm>
            <a:off x="4398456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500" name="data_8946">
            <a:extLst>
              <a:ext uri="{FF2B5EF4-FFF2-40B4-BE49-F238E27FC236}">
                <a16:creationId xmlns:a16="http://schemas.microsoft.com/office/drawing/2014/main" id="{4C638A3F-F28B-4871-B52A-AE40CAEF3071}"/>
              </a:ext>
            </a:extLst>
          </p:cNvPr>
          <p:cNvSpPr>
            <a:spLocks noGrp="1"/>
          </p:cNvSpPr>
          <p:nvPr/>
        </p:nvSpPr>
        <p:spPr>
          <a:xfrm>
            <a:off x="4489348" y="1098677"/>
            <a:ext cx="87781" cy="87781"/>
          </a:xfrm>
          <a:custGeom>
            <a:avLst/>
            <a:gdLst/>
            <a:ahLst/>
            <a:cxnLst/>
            <a:rect l="0" t="0" r="0" b="0"/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7734">
            <a:solidFill>
              <a:srgbClr val="3A64C8"/>
            </a:solidFill>
            <a:prstDash val="solid"/>
          </a:ln>
        </p:spPr>
      </p:sp>
      <p:sp>
        <p:nvSpPr>
          <p:cNvPr id="3501" name="text_8947">
            <a:extLst>
              <a:ext uri="{FF2B5EF4-FFF2-40B4-BE49-F238E27FC236}">
                <a16:creationId xmlns:a16="http://schemas.microsoft.com/office/drawing/2014/main" id="{63E2EAC1-6D8A-41F2-8012-E094F63D59E7}"/>
              </a:ext>
            </a:extLst>
          </p:cNvPr>
          <p:cNvSpPr>
            <a:spLocks noGrp="1"/>
          </p:cNvSpPr>
          <p:nvPr/>
        </p:nvSpPr>
        <p:spPr>
          <a:xfrm>
            <a:off x="4775845" y="1083263"/>
            <a:ext cx="42830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8948">
            <a:extLst>
              <a:ext uri="{FF2B5EF4-FFF2-40B4-BE49-F238E27FC236}">
                <a16:creationId xmlns:a16="http://schemas.microsoft.com/office/drawing/2014/main" id="{C9E1DC64-3F13-43A3-815D-6454A9C445FA}"/>
              </a:ext>
            </a:extLst>
          </p:cNvPr>
          <p:cNvSpPr>
            <a:spLocks noGrp="1"/>
          </p:cNvSpPr>
          <p:nvPr/>
        </p:nvSpPr>
        <p:spPr>
          <a:xfrm>
            <a:off x="5573033" y="1115965"/>
            <a:ext cx="53203" cy="53203"/>
          </a:xfrm>
          <a:prstGeom prst="ellipse">
            <a:avLst/>
          </a:prstGeom>
          <a:solidFill>
            <a:srgbClr val="7F8C97"/>
          </a:solidFill>
          <a:ln w="17734">
            <a:solidFill>
              <a:srgbClr val="7F8C97"/>
            </a:solidFill>
            <a:prstDash val="solid"/>
          </a:ln>
        </p:spPr>
      </p:sp>
      <p:sp>
        <p:nvSpPr>
          <p:cNvPr id="3503" name="text_8949">
            <a:extLst>
              <a:ext uri="{FF2B5EF4-FFF2-40B4-BE49-F238E27FC236}">
                <a16:creationId xmlns:a16="http://schemas.microsoft.com/office/drawing/2014/main" id="{9B1745DE-6170-4651-867A-08637CD6EC32}"/>
              </a:ext>
            </a:extLst>
          </p:cNvPr>
          <p:cNvSpPr>
            <a:spLocks noGrp="1"/>
          </p:cNvSpPr>
          <p:nvPr/>
        </p:nvSpPr>
        <p:spPr>
          <a:xfrm>
            <a:off x="5842242" y="1083263"/>
            <a:ext cx="80071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785945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1" name="data_0">
            <a:extLst>
              <a:ext uri="{FF2B5EF4-FFF2-40B4-BE49-F238E27FC236}">
                <a16:creationId xmlns:a16="http://schemas.microsoft.com/office/drawing/2014/main" id="{01CAFD2A-9033-4A5E-9238-28C97CB4BE9D}"/>
              </a:ext>
            </a:extLst>
          </p:cNvPr>
          <p:cNvSpPr>
            <a:spLocks/>
          </p:cNvSpPr>
          <p:nvPr/>
        </p:nvSpPr>
        <p:spPr>
          <a:xfrm>
            <a:off x="238125" y="504560"/>
            <a:ext cx="9048750" cy="7791979"/>
          </a:xfrm>
          <a:custGeom>
            <a:avLst/>
            <a:gdLst/>
            <a:ahLst/>
            <a:cxnLst/>
            <a:rect l="0" t="0" r="0" b="0"/>
            <a:pathLst>
              <a:path w="9048750" h="7791979">
                <a:moveTo>
                  <a:pt x="0" y="7791979"/>
                </a:moveTo>
                <a:lnTo>
                  <a:pt x="9048750" y="7791979"/>
                </a:lnTo>
                <a:lnTo>
                  <a:pt x="9048750" y="0"/>
                </a:lnTo>
                <a:lnTo>
                  <a:pt x="0" y="0"/>
                </a:lnTo>
                <a:lnTo>
                  <a:pt x="0" y="779197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4BEF8165-0534-41A9-8213-CF48CAF53A06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3DED3436-DF6A-408D-B9D4-1ABD21AC88D1}"/>
              </a:ext>
            </a:extLst>
          </p:cNvPr>
          <p:cNvSpPr>
            <a:spLocks/>
          </p:cNvSpPr>
          <p:nvPr/>
        </p:nvSpPr>
        <p:spPr>
          <a:xfrm>
            <a:off x="147586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13A26B58-3228-4AFF-9212-30AC05990E1B}"/>
              </a:ext>
            </a:extLst>
          </p:cNvPr>
          <p:cNvSpPr>
            <a:spLocks/>
          </p:cNvSpPr>
          <p:nvPr/>
        </p:nvSpPr>
        <p:spPr>
          <a:xfrm>
            <a:off x="1109400" y="3615928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DE12643E-26EC-425F-A2D9-D4D271775B59}"/>
              </a:ext>
            </a:extLst>
          </p:cNvPr>
          <p:cNvSpPr>
            <a:spLocks/>
          </p:cNvSpPr>
          <p:nvPr/>
        </p:nvSpPr>
        <p:spPr>
          <a:xfrm>
            <a:off x="241305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D3F8F180-E273-47F4-AF37-7E9EB07CE97D}"/>
              </a:ext>
            </a:extLst>
          </p:cNvPr>
          <p:cNvSpPr>
            <a:spLocks/>
          </p:cNvSpPr>
          <p:nvPr/>
        </p:nvSpPr>
        <p:spPr>
          <a:xfrm>
            <a:off x="2052957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ADE92164-72CD-4A6A-9AA9-C1E982AEEBC1}"/>
              </a:ext>
            </a:extLst>
          </p:cNvPr>
          <p:cNvSpPr>
            <a:spLocks/>
          </p:cNvSpPr>
          <p:nvPr/>
        </p:nvSpPr>
        <p:spPr>
          <a:xfrm>
            <a:off x="2174280" y="3735645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799000B8-6DE0-41C5-A84D-D68DD00BEF05}"/>
              </a:ext>
            </a:extLst>
          </p:cNvPr>
          <p:cNvSpPr>
            <a:spLocks/>
          </p:cNvSpPr>
          <p:nvPr/>
        </p:nvSpPr>
        <p:spPr>
          <a:xfrm>
            <a:off x="2240130" y="3735645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25F4C3B-5520-43E9-8AA7-387E235D2479}"/>
              </a:ext>
            </a:extLst>
          </p:cNvPr>
          <p:cNvSpPr>
            <a:spLocks/>
          </p:cNvSpPr>
          <p:nvPr/>
        </p:nvSpPr>
        <p:spPr>
          <a:xfrm>
            <a:off x="2309340" y="3735645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F3D8052F-776B-4494-8ED1-6237B3D84AA3}"/>
              </a:ext>
            </a:extLst>
          </p:cNvPr>
          <p:cNvSpPr>
            <a:spLocks/>
          </p:cNvSpPr>
          <p:nvPr/>
        </p:nvSpPr>
        <p:spPr>
          <a:xfrm>
            <a:off x="2383093" y="3735645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DE1F51A4-B518-40B3-B7E2-E2E8FA1F78BE}"/>
              </a:ext>
            </a:extLst>
          </p:cNvPr>
          <p:cNvSpPr>
            <a:spLocks/>
          </p:cNvSpPr>
          <p:nvPr/>
        </p:nvSpPr>
        <p:spPr>
          <a:xfrm>
            <a:off x="2464876" y="3735645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3A996943-F195-407C-93B4-A9C56C343536}"/>
              </a:ext>
            </a:extLst>
          </p:cNvPr>
          <p:cNvSpPr>
            <a:spLocks/>
          </p:cNvSpPr>
          <p:nvPr/>
        </p:nvSpPr>
        <p:spPr>
          <a:xfrm>
            <a:off x="2533884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6449DF47-9D62-4932-8D71-1F5B262DFF76}"/>
              </a:ext>
            </a:extLst>
          </p:cNvPr>
          <p:cNvSpPr>
            <a:spLocks/>
          </p:cNvSpPr>
          <p:nvPr/>
        </p:nvSpPr>
        <p:spPr>
          <a:xfrm>
            <a:off x="2579107" y="3783780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000CE97A-0BE5-4487-A5D5-3AA4DEFB583D}"/>
              </a:ext>
            </a:extLst>
          </p:cNvPr>
          <p:cNvSpPr>
            <a:spLocks/>
          </p:cNvSpPr>
          <p:nvPr/>
        </p:nvSpPr>
        <p:spPr>
          <a:xfrm>
            <a:off x="2601631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FAEFB243-A0BB-4EA4-AD14-A459012AD167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78EEC56A-81A7-4431-B4A6-CD66F2A668AF}"/>
              </a:ext>
            </a:extLst>
          </p:cNvPr>
          <p:cNvSpPr>
            <a:spLocks/>
          </p:cNvSpPr>
          <p:nvPr/>
        </p:nvSpPr>
        <p:spPr>
          <a:xfrm>
            <a:off x="962933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226D894-ED8C-46A6-88B3-ED60A6AF7819}"/>
              </a:ext>
            </a:extLst>
          </p:cNvPr>
          <p:cNvSpPr>
            <a:spLocks/>
          </p:cNvSpPr>
          <p:nvPr/>
        </p:nvSpPr>
        <p:spPr>
          <a:xfrm>
            <a:off x="739209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15C649D9-A741-4D6E-B5C7-0E081669E5F1}"/>
              </a:ext>
            </a:extLst>
          </p:cNvPr>
          <p:cNvSpPr>
            <a:spLocks/>
          </p:cNvSpPr>
          <p:nvPr/>
        </p:nvSpPr>
        <p:spPr>
          <a:xfrm>
            <a:off x="1007269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1AF32FE2-497C-449C-B52A-C8AB591A174E}"/>
              </a:ext>
            </a:extLst>
          </p:cNvPr>
          <p:cNvSpPr>
            <a:spLocks/>
          </p:cNvSpPr>
          <p:nvPr/>
        </p:nvSpPr>
        <p:spPr>
          <a:xfrm>
            <a:off x="962933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F585887C-4A4F-4ACA-AD42-585129D042B8}"/>
              </a:ext>
            </a:extLst>
          </p:cNvPr>
          <p:cNvSpPr>
            <a:spLocks/>
          </p:cNvSpPr>
          <p:nvPr/>
        </p:nvSpPr>
        <p:spPr>
          <a:xfrm>
            <a:off x="739209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ABAD1765-2579-45C3-AF4B-582AD79B8C95}"/>
              </a:ext>
            </a:extLst>
          </p:cNvPr>
          <p:cNvSpPr>
            <a:spLocks/>
          </p:cNvSpPr>
          <p:nvPr/>
        </p:nvSpPr>
        <p:spPr>
          <a:xfrm>
            <a:off x="1007269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004CA115-20D8-492B-979D-79982147CA1B}"/>
              </a:ext>
            </a:extLst>
          </p:cNvPr>
          <p:cNvSpPr>
            <a:spLocks/>
          </p:cNvSpPr>
          <p:nvPr/>
        </p:nvSpPr>
        <p:spPr>
          <a:xfrm>
            <a:off x="962933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146943BC-7C74-47A9-BEF3-ACC00C014276}"/>
              </a:ext>
            </a:extLst>
          </p:cNvPr>
          <p:cNvSpPr>
            <a:spLocks/>
          </p:cNvSpPr>
          <p:nvPr/>
        </p:nvSpPr>
        <p:spPr>
          <a:xfrm>
            <a:off x="739209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CF57A121-D450-48A7-A5EC-5DCBA94EAB79}"/>
              </a:ext>
            </a:extLst>
          </p:cNvPr>
          <p:cNvSpPr>
            <a:spLocks/>
          </p:cNvSpPr>
          <p:nvPr/>
        </p:nvSpPr>
        <p:spPr>
          <a:xfrm rot="-5400000">
            <a:off x="470001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CD6D9B9A-90CB-46A8-8D60-8407F0CE7EAD}"/>
              </a:ext>
            </a:extLst>
          </p:cNvPr>
          <p:cNvSpPr>
            <a:spLocks/>
          </p:cNvSpPr>
          <p:nvPr/>
        </p:nvSpPr>
        <p:spPr>
          <a:xfrm>
            <a:off x="1154876" y="3042788"/>
            <a:ext cx="192124" cy="436423"/>
          </a:xfrm>
          <a:custGeom>
            <a:avLst/>
            <a:gdLst/>
            <a:ahLst/>
            <a:cxnLst/>
            <a:rect l="0" t="0" r="0" b="0"/>
            <a:pathLst>
              <a:path w="192124" h="436423">
                <a:moveTo>
                  <a:pt x="0" y="436423"/>
                </a:moveTo>
                <a:lnTo>
                  <a:pt x="192124" y="436423"/>
                </a:lnTo>
                <a:lnTo>
                  <a:pt x="192124" y="0"/>
                </a:lnTo>
                <a:lnTo>
                  <a:pt x="0" y="0"/>
                </a:lnTo>
                <a:lnTo>
                  <a:pt x="0" y="4364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7FB4F399-A7FF-4980-B9AF-02C9AD3F6117}"/>
              </a:ext>
            </a:extLst>
          </p:cNvPr>
          <p:cNvSpPr>
            <a:spLocks/>
          </p:cNvSpPr>
          <p:nvPr/>
        </p:nvSpPr>
        <p:spPr>
          <a:xfrm>
            <a:off x="1379803" y="2635956"/>
            <a:ext cx="192124" cy="843255"/>
          </a:xfrm>
          <a:custGeom>
            <a:avLst/>
            <a:gdLst/>
            <a:ahLst/>
            <a:cxnLst/>
            <a:rect l="0" t="0" r="0" b="0"/>
            <a:pathLst>
              <a:path w="192124" h="843255">
                <a:moveTo>
                  <a:pt x="0" y="843255"/>
                </a:moveTo>
                <a:lnTo>
                  <a:pt x="192124" y="843255"/>
                </a:lnTo>
                <a:lnTo>
                  <a:pt x="192124" y="0"/>
                </a:lnTo>
                <a:lnTo>
                  <a:pt x="0" y="0"/>
                </a:lnTo>
                <a:lnTo>
                  <a:pt x="0" y="84325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E140A1C3-6CA3-436D-81DE-2F83AD6AE7F7}"/>
              </a:ext>
            </a:extLst>
          </p:cNvPr>
          <p:cNvSpPr>
            <a:spLocks/>
          </p:cNvSpPr>
          <p:nvPr/>
        </p:nvSpPr>
        <p:spPr>
          <a:xfrm>
            <a:off x="1604729" y="2445650"/>
            <a:ext cx="192124" cy="1033561"/>
          </a:xfrm>
          <a:custGeom>
            <a:avLst/>
            <a:gdLst/>
            <a:ahLst/>
            <a:cxnLst/>
            <a:rect l="0" t="0" r="0" b="0"/>
            <a:pathLst>
              <a:path w="192124" h="1033561">
                <a:moveTo>
                  <a:pt x="0" y="1033561"/>
                </a:moveTo>
                <a:lnTo>
                  <a:pt x="192124" y="1033561"/>
                </a:lnTo>
                <a:lnTo>
                  <a:pt x="192124" y="0"/>
                </a:lnTo>
                <a:lnTo>
                  <a:pt x="0" y="0"/>
                </a:lnTo>
                <a:lnTo>
                  <a:pt x="0" y="103356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A1FDB5B4-D9C8-4EBD-81A8-E010C3F78C48}"/>
              </a:ext>
            </a:extLst>
          </p:cNvPr>
          <p:cNvSpPr>
            <a:spLocks/>
          </p:cNvSpPr>
          <p:nvPr/>
        </p:nvSpPr>
        <p:spPr>
          <a:xfrm>
            <a:off x="2092068" y="3003536"/>
            <a:ext cx="192124" cy="475675"/>
          </a:xfrm>
          <a:custGeom>
            <a:avLst/>
            <a:gdLst/>
            <a:ahLst/>
            <a:cxnLst/>
            <a:rect l="0" t="0" r="0" b="0"/>
            <a:pathLst>
              <a:path w="192124" h="475675">
                <a:moveTo>
                  <a:pt x="0" y="475675"/>
                </a:moveTo>
                <a:lnTo>
                  <a:pt x="192124" y="475675"/>
                </a:lnTo>
                <a:lnTo>
                  <a:pt x="192124" y="0"/>
                </a:lnTo>
                <a:lnTo>
                  <a:pt x="0" y="0"/>
                </a:lnTo>
                <a:lnTo>
                  <a:pt x="0" y="4756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DFA4B2C1-35F0-433A-A470-D6BF071DF289}"/>
              </a:ext>
            </a:extLst>
          </p:cNvPr>
          <p:cNvSpPr>
            <a:spLocks/>
          </p:cNvSpPr>
          <p:nvPr/>
        </p:nvSpPr>
        <p:spPr>
          <a:xfrm>
            <a:off x="2316995" y="2522774"/>
            <a:ext cx="192124" cy="956436"/>
          </a:xfrm>
          <a:custGeom>
            <a:avLst/>
            <a:gdLst/>
            <a:ahLst/>
            <a:cxnLst/>
            <a:rect l="0" t="0" r="0" b="0"/>
            <a:pathLst>
              <a:path w="192124" h="956436">
                <a:moveTo>
                  <a:pt x="0" y="956436"/>
                </a:moveTo>
                <a:lnTo>
                  <a:pt x="192124" y="956436"/>
                </a:lnTo>
                <a:lnTo>
                  <a:pt x="192124" y="0"/>
                </a:lnTo>
                <a:lnTo>
                  <a:pt x="0" y="0"/>
                </a:lnTo>
                <a:lnTo>
                  <a:pt x="0" y="95643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9BC0C2B9-809F-4E8B-97C7-6D547A86B45E}"/>
              </a:ext>
            </a:extLst>
          </p:cNvPr>
          <p:cNvSpPr>
            <a:spLocks/>
          </p:cNvSpPr>
          <p:nvPr/>
        </p:nvSpPr>
        <p:spPr>
          <a:xfrm>
            <a:off x="2541921" y="2306548"/>
            <a:ext cx="192124" cy="1172663"/>
          </a:xfrm>
          <a:custGeom>
            <a:avLst/>
            <a:gdLst/>
            <a:ahLst/>
            <a:cxnLst/>
            <a:rect l="0" t="0" r="0" b="0"/>
            <a:pathLst>
              <a:path w="192124" h="1172663">
                <a:moveTo>
                  <a:pt x="0" y="1172663"/>
                </a:moveTo>
                <a:lnTo>
                  <a:pt x="192124" y="1172663"/>
                </a:lnTo>
                <a:lnTo>
                  <a:pt x="192124" y="0"/>
                </a:lnTo>
                <a:lnTo>
                  <a:pt x="0" y="0"/>
                </a:lnTo>
                <a:lnTo>
                  <a:pt x="0" y="11726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90D4BC70-67F3-451C-9B8C-2F02D2E1AC51}"/>
              </a:ext>
            </a:extLst>
          </p:cNvPr>
          <p:cNvSpPr>
            <a:spLocks/>
          </p:cNvSpPr>
          <p:nvPr/>
        </p:nvSpPr>
        <p:spPr>
          <a:xfrm>
            <a:off x="11958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33F2CE71-C094-47E6-98B9-78384D4A02D0}"/>
              </a:ext>
            </a:extLst>
          </p:cNvPr>
          <p:cNvSpPr>
            <a:spLocks/>
          </p:cNvSpPr>
          <p:nvPr/>
        </p:nvSpPr>
        <p:spPr>
          <a:xfrm>
            <a:off x="12577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3BEE2A31-835B-46E0-95EF-99195DDFCD84}"/>
              </a:ext>
            </a:extLst>
          </p:cNvPr>
          <p:cNvSpPr>
            <a:spLocks/>
          </p:cNvSpPr>
          <p:nvPr/>
        </p:nvSpPr>
        <p:spPr>
          <a:xfrm>
            <a:off x="1171894" y="3204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81183E9F-E9E7-477D-A5E9-56A8E7C50ACC}"/>
              </a:ext>
            </a:extLst>
          </p:cNvPr>
          <p:cNvSpPr>
            <a:spLocks/>
          </p:cNvSpPr>
          <p:nvPr/>
        </p:nvSpPr>
        <p:spPr>
          <a:xfrm>
            <a:off x="122401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481E5661-CEDB-49F3-BADE-E71AC3C256CA}"/>
              </a:ext>
            </a:extLst>
          </p:cNvPr>
          <p:cNvSpPr>
            <a:spLocks/>
          </p:cNvSpPr>
          <p:nvPr/>
        </p:nvSpPr>
        <p:spPr>
          <a:xfrm>
            <a:off x="1183607" y="25267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C2C01458-2E10-4239-A2EA-4A00E5AD106B}"/>
              </a:ext>
            </a:extLst>
          </p:cNvPr>
          <p:cNvSpPr>
            <a:spLocks/>
          </p:cNvSpPr>
          <p:nvPr/>
        </p:nvSpPr>
        <p:spPr>
          <a:xfrm>
            <a:off x="1275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B88CDE93-69EC-4261-8AE0-A968455BE5EA}"/>
              </a:ext>
            </a:extLst>
          </p:cNvPr>
          <p:cNvSpPr>
            <a:spLocks/>
          </p:cNvSpPr>
          <p:nvPr/>
        </p:nvSpPr>
        <p:spPr>
          <a:xfrm>
            <a:off x="12422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F8735903-5A94-4958-974C-6E61802DA24E}"/>
              </a:ext>
            </a:extLst>
          </p:cNvPr>
          <p:cNvSpPr>
            <a:spLocks/>
          </p:cNvSpPr>
          <p:nvPr/>
        </p:nvSpPr>
        <p:spPr>
          <a:xfrm>
            <a:off x="1226594" y="2283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79E720C4-455E-42EA-AA55-AD23C21A72F8}"/>
              </a:ext>
            </a:extLst>
          </p:cNvPr>
          <p:cNvSpPr>
            <a:spLocks/>
          </p:cNvSpPr>
          <p:nvPr/>
        </p:nvSpPr>
        <p:spPr>
          <a:xfrm>
            <a:off x="1179513" y="3368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1CB0C9B6-F535-491C-94C7-F42E1C06E5BA}"/>
              </a:ext>
            </a:extLst>
          </p:cNvPr>
          <p:cNvSpPr>
            <a:spLocks/>
          </p:cNvSpPr>
          <p:nvPr/>
        </p:nvSpPr>
        <p:spPr>
          <a:xfrm>
            <a:off x="1208993" y="29568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4C396D5B-D387-49C1-9D6D-6E56053BC24E}"/>
              </a:ext>
            </a:extLst>
          </p:cNvPr>
          <p:cNvSpPr>
            <a:spLocks/>
          </p:cNvSpPr>
          <p:nvPr/>
        </p:nvSpPr>
        <p:spPr>
          <a:xfrm>
            <a:off x="1211994" y="2710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B5851AA8-2D4B-4391-A364-80E94B042BBA}"/>
              </a:ext>
            </a:extLst>
          </p:cNvPr>
          <p:cNvSpPr>
            <a:spLocks/>
          </p:cNvSpPr>
          <p:nvPr/>
        </p:nvSpPr>
        <p:spPr>
          <a:xfrm>
            <a:off x="1231411" y="2793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695F0E04-00D1-4CD8-8DBD-C5938697095D}"/>
              </a:ext>
            </a:extLst>
          </p:cNvPr>
          <p:cNvSpPr>
            <a:spLocks/>
          </p:cNvSpPr>
          <p:nvPr/>
        </p:nvSpPr>
        <p:spPr>
          <a:xfrm>
            <a:off x="1269787" y="2649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AB890F89-F1E1-42F9-8707-C221484534A1}"/>
              </a:ext>
            </a:extLst>
          </p:cNvPr>
          <p:cNvSpPr>
            <a:spLocks/>
          </p:cNvSpPr>
          <p:nvPr/>
        </p:nvSpPr>
        <p:spPr>
          <a:xfrm>
            <a:off x="1237095" y="340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6A785278-D405-4DA7-89C7-9AF8AD6C484D}"/>
              </a:ext>
            </a:extLst>
          </p:cNvPr>
          <p:cNvSpPr>
            <a:spLocks/>
          </p:cNvSpPr>
          <p:nvPr/>
        </p:nvSpPr>
        <p:spPr>
          <a:xfrm>
            <a:off x="1287427" y="3138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695693CE-CE8A-469F-A0F6-EA67E6D2E227}"/>
              </a:ext>
            </a:extLst>
          </p:cNvPr>
          <p:cNvSpPr>
            <a:spLocks/>
          </p:cNvSpPr>
          <p:nvPr/>
        </p:nvSpPr>
        <p:spPr>
          <a:xfrm>
            <a:off x="1184811" y="2961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FFD6A7DD-F3FA-4CED-8821-EE138EE894D0}"/>
              </a:ext>
            </a:extLst>
          </p:cNvPr>
          <p:cNvSpPr>
            <a:spLocks/>
          </p:cNvSpPr>
          <p:nvPr/>
        </p:nvSpPr>
        <p:spPr>
          <a:xfrm>
            <a:off x="1174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4492B349-54FE-4FE1-970C-B83A35FD36CB}"/>
              </a:ext>
            </a:extLst>
          </p:cNvPr>
          <p:cNvSpPr>
            <a:spLocks/>
          </p:cNvSpPr>
          <p:nvPr/>
        </p:nvSpPr>
        <p:spPr>
          <a:xfrm>
            <a:off x="1259663" y="29137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13421162-57DC-495E-B739-F5969B3D73D5}"/>
              </a:ext>
            </a:extLst>
          </p:cNvPr>
          <p:cNvSpPr>
            <a:spLocks/>
          </p:cNvSpPr>
          <p:nvPr/>
        </p:nvSpPr>
        <p:spPr>
          <a:xfrm>
            <a:off x="1279176" y="26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B2F8F20C-1605-4B3D-AFEB-E635947B4205}"/>
              </a:ext>
            </a:extLst>
          </p:cNvPr>
          <p:cNvSpPr>
            <a:spLocks/>
          </p:cNvSpPr>
          <p:nvPr/>
        </p:nvSpPr>
        <p:spPr>
          <a:xfrm>
            <a:off x="1293123" y="2685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0081A9F9-853A-455A-8A4C-F37E5CA11999}"/>
              </a:ext>
            </a:extLst>
          </p:cNvPr>
          <p:cNvSpPr>
            <a:spLocks/>
          </p:cNvSpPr>
          <p:nvPr/>
        </p:nvSpPr>
        <p:spPr>
          <a:xfrm>
            <a:off x="1283950" y="2966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657B547B-1081-4094-AB67-A335F4F408D6}"/>
              </a:ext>
            </a:extLst>
          </p:cNvPr>
          <p:cNvSpPr>
            <a:spLocks/>
          </p:cNvSpPr>
          <p:nvPr/>
        </p:nvSpPr>
        <p:spPr>
          <a:xfrm>
            <a:off x="12340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1A94006D-DF9C-4ED5-9B1B-F05AE1D4E902}"/>
              </a:ext>
            </a:extLst>
          </p:cNvPr>
          <p:cNvSpPr>
            <a:spLocks/>
          </p:cNvSpPr>
          <p:nvPr/>
        </p:nvSpPr>
        <p:spPr>
          <a:xfrm>
            <a:off x="1271645" y="26080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60E1346D-8BD1-4B03-B550-95A6EBA62FA7}"/>
              </a:ext>
            </a:extLst>
          </p:cNvPr>
          <p:cNvSpPr>
            <a:spLocks/>
          </p:cNvSpPr>
          <p:nvPr/>
        </p:nvSpPr>
        <p:spPr>
          <a:xfrm>
            <a:off x="1164952" y="23208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95DA79ED-F024-47A0-8E22-C440BAD6F7D2}"/>
              </a:ext>
            </a:extLst>
          </p:cNvPr>
          <p:cNvSpPr>
            <a:spLocks/>
          </p:cNvSpPr>
          <p:nvPr/>
        </p:nvSpPr>
        <p:spPr>
          <a:xfrm>
            <a:off x="11632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12E5AC8F-41D5-44A9-807E-F9B343A12DBB}"/>
              </a:ext>
            </a:extLst>
          </p:cNvPr>
          <p:cNvSpPr>
            <a:spLocks/>
          </p:cNvSpPr>
          <p:nvPr/>
        </p:nvSpPr>
        <p:spPr>
          <a:xfrm>
            <a:off x="12658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E5FD68C1-2F44-44BA-AB71-A8A70E587B18}"/>
              </a:ext>
            </a:extLst>
          </p:cNvPr>
          <p:cNvSpPr>
            <a:spLocks/>
          </p:cNvSpPr>
          <p:nvPr/>
        </p:nvSpPr>
        <p:spPr>
          <a:xfrm>
            <a:off x="1279556" y="2964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E54E4004-EF0E-4704-AF06-CF82A464A0CB}"/>
              </a:ext>
            </a:extLst>
          </p:cNvPr>
          <p:cNvSpPr>
            <a:spLocks/>
          </p:cNvSpPr>
          <p:nvPr/>
        </p:nvSpPr>
        <p:spPr>
          <a:xfrm>
            <a:off x="1265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62A3EF7E-F7D1-4E0E-A878-ACFBF60938B6}"/>
              </a:ext>
            </a:extLst>
          </p:cNvPr>
          <p:cNvSpPr>
            <a:spLocks/>
          </p:cNvSpPr>
          <p:nvPr/>
        </p:nvSpPr>
        <p:spPr>
          <a:xfrm>
            <a:off x="1246328" y="2316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C82E3878-EEA6-4565-BF5D-858CA15B179C}"/>
              </a:ext>
            </a:extLst>
          </p:cNvPr>
          <p:cNvSpPr>
            <a:spLocks/>
          </p:cNvSpPr>
          <p:nvPr/>
        </p:nvSpPr>
        <p:spPr>
          <a:xfrm>
            <a:off x="1193844" y="2468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52E11171-7836-45A8-943B-56C4C87CFF37}"/>
              </a:ext>
            </a:extLst>
          </p:cNvPr>
          <p:cNvSpPr>
            <a:spLocks/>
          </p:cNvSpPr>
          <p:nvPr/>
        </p:nvSpPr>
        <p:spPr>
          <a:xfrm>
            <a:off x="1277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D3CBA8AF-B525-4729-BB32-ACB52AE32716}"/>
              </a:ext>
            </a:extLst>
          </p:cNvPr>
          <p:cNvSpPr>
            <a:spLocks/>
          </p:cNvSpPr>
          <p:nvPr/>
        </p:nvSpPr>
        <p:spPr>
          <a:xfrm>
            <a:off x="1246568" y="2739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97EDFA58-0FD5-4936-8033-8AEB153E6CE9}"/>
              </a:ext>
            </a:extLst>
          </p:cNvPr>
          <p:cNvSpPr>
            <a:spLocks/>
          </p:cNvSpPr>
          <p:nvPr/>
        </p:nvSpPr>
        <p:spPr>
          <a:xfrm>
            <a:off x="11910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72B32C62-39EB-47DD-B8C4-08D7A4A410C2}"/>
              </a:ext>
            </a:extLst>
          </p:cNvPr>
          <p:cNvSpPr>
            <a:spLocks/>
          </p:cNvSpPr>
          <p:nvPr/>
        </p:nvSpPr>
        <p:spPr>
          <a:xfrm>
            <a:off x="1261614" y="2683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7D8950E5-CDE1-46E6-935A-55C70D078DA2}"/>
              </a:ext>
            </a:extLst>
          </p:cNvPr>
          <p:cNvSpPr>
            <a:spLocks/>
          </p:cNvSpPr>
          <p:nvPr/>
        </p:nvSpPr>
        <p:spPr>
          <a:xfrm>
            <a:off x="12053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1FC64F6A-EFD8-4D71-8504-CF4121FFCA5D}"/>
              </a:ext>
            </a:extLst>
          </p:cNvPr>
          <p:cNvSpPr>
            <a:spLocks/>
          </p:cNvSpPr>
          <p:nvPr/>
        </p:nvSpPr>
        <p:spPr>
          <a:xfrm>
            <a:off x="1174389" y="2997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91CFAAEB-59E9-4853-AE80-565316A63B67}"/>
              </a:ext>
            </a:extLst>
          </p:cNvPr>
          <p:cNvSpPr>
            <a:spLocks/>
          </p:cNvSpPr>
          <p:nvPr/>
        </p:nvSpPr>
        <p:spPr>
          <a:xfrm>
            <a:off x="127021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E67D24F6-A505-4F10-ACAA-2CD5CF29C7FD}"/>
              </a:ext>
            </a:extLst>
          </p:cNvPr>
          <p:cNvSpPr>
            <a:spLocks/>
          </p:cNvSpPr>
          <p:nvPr/>
        </p:nvSpPr>
        <p:spPr>
          <a:xfrm>
            <a:off x="1229507" y="2680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1F02959D-D60F-4BC0-9CB9-4EFB3F285744}"/>
              </a:ext>
            </a:extLst>
          </p:cNvPr>
          <p:cNvSpPr>
            <a:spLocks/>
          </p:cNvSpPr>
          <p:nvPr/>
        </p:nvSpPr>
        <p:spPr>
          <a:xfrm>
            <a:off x="12043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2865A9A0-37D7-4E1D-BFC4-68D1A0C81AF9}"/>
              </a:ext>
            </a:extLst>
          </p:cNvPr>
          <p:cNvSpPr>
            <a:spLocks/>
          </p:cNvSpPr>
          <p:nvPr/>
        </p:nvSpPr>
        <p:spPr>
          <a:xfrm>
            <a:off x="1170759" y="2243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27D43CD8-D9BA-4176-9C38-DE9C1F445326}"/>
              </a:ext>
            </a:extLst>
          </p:cNvPr>
          <p:cNvSpPr>
            <a:spLocks/>
          </p:cNvSpPr>
          <p:nvPr/>
        </p:nvSpPr>
        <p:spPr>
          <a:xfrm>
            <a:off x="12883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36670FC8-3DB7-4968-93E9-849548B231C9}"/>
              </a:ext>
            </a:extLst>
          </p:cNvPr>
          <p:cNvSpPr>
            <a:spLocks/>
          </p:cNvSpPr>
          <p:nvPr/>
        </p:nvSpPr>
        <p:spPr>
          <a:xfrm>
            <a:off x="1206358" y="2369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80503CD9-45C7-470B-8AC1-4F05C4B05CE6}"/>
              </a:ext>
            </a:extLst>
          </p:cNvPr>
          <p:cNvSpPr>
            <a:spLocks/>
          </p:cNvSpPr>
          <p:nvPr/>
        </p:nvSpPr>
        <p:spPr>
          <a:xfrm>
            <a:off x="12706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D58220C5-A258-446C-9093-910D50279B38}"/>
              </a:ext>
            </a:extLst>
          </p:cNvPr>
          <p:cNvSpPr>
            <a:spLocks/>
          </p:cNvSpPr>
          <p:nvPr/>
        </p:nvSpPr>
        <p:spPr>
          <a:xfrm>
            <a:off x="1232773" y="3392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31D8482A-FE8F-4E24-BF1E-CB5E98DAB72C}"/>
              </a:ext>
            </a:extLst>
          </p:cNvPr>
          <p:cNvSpPr>
            <a:spLocks/>
          </p:cNvSpPr>
          <p:nvPr/>
        </p:nvSpPr>
        <p:spPr>
          <a:xfrm>
            <a:off x="116465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56821FF4-D6FE-4D69-AA54-A0A967B51C2C}"/>
              </a:ext>
            </a:extLst>
          </p:cNvPr>
          <p:cNvSpPr>
            <a:spLocks/>
          </p:cNvSpPr>
          <p:nvPr/>
        </p:nvSpPr>
        <p:spPr>
          <a:xfrm>
            <a:off x="11950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4E7E6FD9-7C21-41B6-82A5-1CD016005744}"/>
              </a:ext>
            </a:extLst>
          </p:cNvPr>
          <p:cNvSpPr>
            <a:spLocks/>
          </p:cNvSpPr>
          <p:nvPr/>
        </p:nvSpPr>
        <p:spPr>
          <a:xfrm>
            <a:off x="1171947" y="3033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7DA9AB14-37F2-4933-A852-C43CC2A6FEE5}"/>
              </a:ext>
            </a:extLst>
          </p:cNvPr>
          <p:cNvSpPr>
            <a:spLocks/>
          </p:cNvSpPr>
          <p:nvPr/>
        </p:nvSpPr>
        <p:spPr>
          <a:xfrm>
            <a:off x="1219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4025CE4F-0839-4866-8FB6-10D77DE52288}"/>
              </a:ext>
            </a:extLst>
          </p:cNvPr>
          <p:cNvSpPr>
            <a:spLocks/>
          </p:cNvSpPr>
          <p:nvPr/>
        </p:nvSpPr>
        <p:spPr>
          <a:xfrm>
            <a:off x="1261819" y="27694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2C7D9A37-3921-437B-9B81-E3B31AFE7B0D}"/>
              </a:ext>
            </a:extLst>
          </p:cNvPr>
          <p:cNvSpPr>
            <a:spLocks/>
          </p:cNvSpPr>
          <p:nvPr/>
        </p:nvSpPr>
        <p:spPr>
          <a:xfrm>
            <a:off x="1300230" y="24944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45DA22C0-371E-4327-A758-0B2A76E1D14D}"/>
              </a:ext>
            </a:extLst>
          </p:cNvPr>
          <p:cNvSpPr>
            <a:spLocks/>
          </p:cNvSpPr>
          <p:nvPr/>
        </p:nvSpPr>
        <p:spPr>
          <a:xfrm>
            <a:off x="1227574" y="3165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621A21C8-2ACF-42F8-ADA7-E1DECA1181BC}"/>
              </a:ext>
            </a:extLst>
          </p:cNvPr>
          <p:cNvSpPr>
            <a:spLocks/>
          </p:cNvSpPr>
          <p:nvPr/>
        </p:nvSpPr>
        <p:spPr>
          <a:xfrm>
            <a:off x="11981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C585DF00-640F-455C-8735-6699BB69E2E4}"/>
              </a:ext>
            </a:extLst>
          </p:cNvPr>
          <p:cNvSpPr>
            <a:spLocks/>
          </p:cNvSpPr>
          <p:nvPr/>
        </p:nvSpPr>
        <p:spPr>
          <a:xfrm>
            <a:off x="1210859" y="31731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A26E2595-46C4-453A-9D90-D30E0D5A2F67}"/>
              </a:ext>
            </a:extLst>
          </p:cNvPr>
          <p:cNvSpPr>
            <a:spLocks/>
          </p:cNvSpPr>
          <p:nvPr/>
        </p:nvSpPr>
        <p:spPr>
          <a:xfrm>
            <a:off x="1185233" y="2535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F71EF87D-D78D-4C36-831A-27589F146B19}"/>
              </a:ext>
            </a:extLst>
          </p:cNvPr>
          <p:cNvSpPr>
            <a:spLocks/>
          </p:cNvSpPr>
          <p:nvPr/>
        </p:nvSpPr>
        <p:spPr>
          <a:xfrm>
            <a:off x="1182511" y="3353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25C0BCA8-43E0-4565-A27A-F53127DCBB47}"/>
              </a:ext>
            </a:extLst>
          </p:cNvPr>
          <p:cNvSpPr>
            <a:spLocks/>
          </p:cNvSpPr>
          <p:nvPr/>
        </p:nvSpPr>
        <p:spPr>
          <a:xfrm>
            <a:off x="1265704" y="2588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0746F57F-37DE-4544-A78E-42C2D49D2A5C}"/>
              </a:ext>
            </a:extLst>
          </p:cNvPr>
          <p:cNvSpPr>
            <a:spLocks/>
          </p:cNvSpPr>
          <p:nvPr/>
        </p:nvSpPr>
        <p:spPr>
          <a:xfrm>
            <a:off x="1293898" y="28701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00FEC999-B51C-43F7-B043-A5F7472A7812}"/>
              </a:ext>
            </a:extLst>
          </p:cNvPr>
          <p:cNvSpPr>
            <a:spLocks/>
          </p:cNvSpPr>
          <p:nvPr/>
        </p:nvSpPr>
        <p:spPr>
          <a:xfrm>
            <a:off x="1246744" y="2583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8014722B-7BEF-458C-BC21-07A66406555D}"/>
              </a:ext>
            </a:extLst>
          </p:cNvPr>
          <p:cNvSpPr>
            <a:spLocks/>
          </p:cNvSpPr>
          <p:nvPr/>
        </p:nvSpPr>
        <p:spPr>
          <a:xfrm>
            <a:off x="1193954" y="231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1FC23383-4391-497C-A7D0-0280F6BA435C}"/>
              </a:ext>
            </a:extLst>
          </p:cNvPr>
          <p:cNvSpPr>
            <a:spLocks/>
          </p:cNvSpPr>
          <p:nvPr/>
        </p:nvSpPr>
        <p:spPr>
          <a:xfrm>
            <a:off x="1216709" y="2595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277C26A7-AB34-4D93-8111-9A6B182AAC08}"/>
              </a:ext>
            </a:extLst>
          </p:cNvPr>
          <p:cNvSpPr>
            <a:spLocks/>
          </p:cNvSpPr>
          <p:nvPr/>
        </p:nvSpPr>
        <p:spPr>
          <a:xfrm>
            <a:off x="1241453" y="2735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8C8CD4BD-D4AF-4821-9CCF-C9F2A7EB9261}"/>
              </a:ext>
            </a:extLst>
          </p:cNvPr>
          <p:cNvSpPr>
            <a:spLocks/>
          </p:cNvSpPr>
          <p:nvPr/>
        </p:nvSpPr>
        <p:spPr>
          <a:xfrm>
            <a:off x="129931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5A48A68A-50BA-45D8-8606-7D5DC25BA55E}"/>
              </a:ext>
            </a:extLst>
          </p:cNvPr>
          <p:cNvSpPr>
            <a:spLocks/>
          </p:cNvSpPr>
          <p:nvPr/>
        </p:nvSpPr>
        <p:spPr>
          <a:xfrm>
            <a:off x="11756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99286086-2318-46B4-8439-055CECADB188}"/>
              </a:ext>
            </a:extLst>
          </p:cNvPr>
          <p:cNvSpPr>
            <a:spLocks/>
          </p:cNvSpPr>
          <p:nvPr/>
        </p:nvSpPr>
        <p:spPr>
          <a:xfrm>
            <a:off x="12024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0B5730D8-5E57-45D7-9559-8BA8511DD05E}"/>
              </a:ext>
            </a:extLst>
          </p:cNvPr>
          <p:cNvSpPr>
            <a:spLocks/>
          </p:cNvSpPr>
          <p:nvPr/>
        </p:nvSpPr>
        <p:spPr>
          <a:xfrm>
            <a:off x="1195418" y="251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DDA833B7-CE3A-44B0-BAD7-708CEF002F3F}"/>
              </a:ext>
            </a:extLst>
          </p:cNvPr>
          <p:cNvSpPr>
            <a:spLocks/>
          </p:cNvSpPr>
          <p:nvPr/>
        </p:nvSpPr>
        <p:spPr>
          <a:xfrm>
            <a:off x="1276000" y="33741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6BC500B-063D-4602-AC64-0818DC6F5581}"/>
              </a:ext>
            </a:extLst>
          </p:cNvPr>
          <p:cNvSpPr>
            <a:spLocks/>
          </p:cNvSpPr>
          <p:nvPr/>
        </p:nvSpPr>
        <p:spPr>
          <a:xfrm>
            <a:off x="11938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022AFECA-B38B-4475-8CAE-3E6C8C6E8D7D}"/>
              </a:ext>
            </a:extLst>
          </p:cNvPr>
          <p:cNvSpPr>
            <a:spLocks/>
          </p:cNvSpPr>
          <p:nvPr/>
        </p:nvSpPr>
        <p:spPr>
          <a:xfrm>
            <a:off x="116958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EB501E7B-3B6A-43B0-9C6C-31314F4C3256}"/>
              </a:ext>
            </a:extLst>
          </p:cNvPr>
          <p:cNvSpPr>
            <a:spLocks/>
          </p:cNvSpPr>
          <p:nvPr/>
        </p:nvSpPr>
        <p:spPr>
          <a:xfrm>
            <a:off x="1232934" y="2452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7945C0AB-A513-42DC-832F-0F4C7718E529}"/>
              </a:ext>
            </a:extLst>
          </p:cNvPr>
          <p:cNvSpPr>
            <a:spLocks/>
          </p:cNvSpPr>
          <p:nvPr/>
        </p:nvSpPr>
        <p:spPr>
          <a:xfrm>
            <a:off x="12609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43066F4D-24F6-4495-AB1D-756EBF86F07E}"/>
              </a:ext>
            </a:extLst>
          </p:cNvPr>
          <p:cNvSpPr>
            <a:spLocks/>
          </p:cNvSpPr>
          <p:nvPr/>
        </p:nvSpPr>
        <p:spPr>
          <a:xfrm>
            <a:off x="1301273" y="2574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3C7BC0AC-B93C-4D41-81EC-33C226ED327B}"/>
              </a:ext>
            </a:extLst>
          </p:cNvPr>
          <p:cNvSpPr>
            <a:spLocks/>
          </p:cNvSpPr>
          <p:nvPr/>
        </p:nvSpPr>
        <p:spPr>
          <a:xfrm>
            <a:off x="1301958" y="275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2C221952-6B0A-4277-9597-76AA8CB2856C}"/>
              </a:ext>
            </a:extLst>
          </p:cNvPr>
          <p:cNvSpPr>
            <a:spLocks/>
          </p:cNvSpPr>
          <p:nvPr/>
        </p:nvSpPr>
        <p:spPr>
          <a:xfrm>
            <a:off x="1302215" y="33503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7CBEEDC7-F6AC-4ACA-88E3-C715B07AD560}"/>
              </a:ext>
            </a:extLst>
          </p:cNvPr>
          <p:cNvSpPr>
            <a:spLocks/>
          </p:cNvSpPr>
          <p:nvPr/>
        </p:nvSpPr>
        <p:spPr>
          <a:xfrm>
            <a:off x="1296826" y="31686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5C8C51EE-BDEA-448C-BBDD-726D7AB26B8D}"/>
              </a:ext>
            </a:extLst>
          </p:cNvPr>
          <p:cNvSpPr>
            <a:spLocks/>
          </p:cNvSpPr>
          <p:nvPr/>
        </p:nvSpPr>
        <p:spPr>
          <a:xfrm>
            <a:off x="1215968" y="2995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0DB5A060-20F3-4ECD-B6BC-EC4756DB44B6}"/>
              </a:ext>
            </a:extLst>
          </p:cNvPr>
          <p:cNvSpPr>
            <a:spLocks/>
          </p:cNvSpPr>
          <p:nvPr/>
        </p:nvSpPr>
        <p:spPr>
          <a:xfrm>
            <a:off x="1292453" y="3210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8111E318-DB03-43E1-B553-6134981EBE4D}"/>
              </a:ext>
            </a:extLst>
          </p:cNvPr>
          <p:cNvSpPr>
            <a:spLocks/>
          </p:cNvSpPr>
          <p:nvPr/>
        </p:nvSpPr>
        <p:spPr>
          <a:xfrm>
            <a:off x="121024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5A1CB5A5-E2AE-4D5E-A66E-E5F924E706A2}"/>
              </a:ext>
            </a:extLst>
          </p:cNvPr>
          <p:cNvSpPr>
            <a:spLocks/>
          </p:cNvSpPr>
          <p:nvPr/>
        </p:nvSpPr>
        <p:spPr>
          <a:xfrm>
            <a:off x="1257783" y="2291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D56B1C17-46F0-4808-8558-80CB83C93EBD}"/>
              </a:ext>
            </a:extLst>
          </p:cNvPr>
          <p:cNvSpPr>
            <a:spLocks/>
          </p:cNvSpPr>
          <p:nvPr/>
        </p:nvSpPr>
        <p:spPr>
          <a:xfrm>
            <a:off x="1174096" y="3403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6E4BF9A6-D585-4ACF-BCD6-5BEDA71519AF}"/>
              </a:ext>
            </a:extLst>
          </p:cNvPr>
          <p:cNvSpPr>
            <a:spLocks/>
          </p:cNvSpPr>
          <p:nvPr/>
        </p:nvSpPr>
        <p:spPr>
          <a:xfrm>
            <a:off x="1236504" y="3460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CE4182DB-4904-4E3B-9B5B-AE5FEEA0A186}"/>
              </a:ext>
            </a:extLst>
          </p:cNvPr>
          <p:cNvSpPr>
            <a:spLocks/>
          </p:cNvSpPr>
          <p:nvPr/>
        </p:nvSpPr>
        <p:spPr>
          <a:xfrm>
            <a:off x="1301897" y="2318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A2B6A6E1-9FDC-4A5C-A7FB-696136788D9A}"/>
              </a:ext>
            </a:extLst>
          </p:cNvPr>
          <p:cNvSpPr>
            <a:spLocks/>
          </p:cNvSpPr>
          <p:nvPr/>
        </p:nvSpPr>
        <p:spPr>
          <a:xfrm>
            <a:off x="1193284" y="2634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4763A88A-7684-47F3-B16D-ADFDBF6E03FA}"/>
              </a:ext>
            </a:extLst>
          </p:cNvPr>
          <p:cNvSpPr>
            <a:spLocks/>
          </p:cNvSpPr>
          <p:nvPr/>
        </p:nvSpPr>
        <p:spPr>
          <a:xfrm>
            <a:off x="1170642" y="2387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99365AF5-0C8A-4FBA-AEF6-D959E0D7A164}"/>
              </a:ext>
            </a:extLst>
          </p:cNvPr>
          <p:cNvSpPr>
            <a:spLocks/>
          </p:cNvSpPr>
          <p:nvPr/>
        </p:nvSpPr>
        <p:spPr>
          <a:xfrm>
            <a:off x="1248028" y="3433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C17ECFEB-859C-4154-9603-D6F251A5EAAB}"/>
              </a:ext>
            </a:extLst>
          </p:cNvPr>
          <p:cNvSpPr>
            <a:spLocks/>
          </p:cNvSpPr>
          <p:nvPr/>
        </p:nvSpPr>
        <p:spPr>
          <a:xfrm>
            <a:off x="1280093" y="2123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6BDF3580-8F18-4959-BC93-60D896553C49}"/>
              </a:ext>
            </a:extLst>
          </p:cNvPr>
          <p:cNvSpPr>
            <a:spLocks/>
          </p:cNvSpPr>
          <p:nvPr/>
        </p:nvSpPr>
        <p:spPr>
          <a:xfrm>
            <a:off x="1212926" y="2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F761CA08-CBA4-4CE8-BC4E-7AA69447F7AA}"/>
              </a:ext>
            </a:extLst>
          </p:cNvPr>
          <p:cNvSpPr>
            <a:spLocks/>
          </p:cNvSpPr>
          <p:nvPr/>
        </p:nvSpPr>
        <p:spPr>
          <a:xfrm>
            <a:off x="11804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E0860D2-365E-4A90-95AE-B69C63C9F4A5}"/>
              </a:ext>
            </a:extLst>
          </p:cNvPr>
          <p:cNvSpPr>
            <a:spLocks/>
          </p:cNvSpPr>
          <p:nvPr/>
        </p:nvSpPr>
        <p:spPr>
          <a:xfrm>
            <a:off x="12486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7BF5027A-315E-43D9-BD79-5470CC32255A}"/>
              </a:ext>
            </a:extLst>
          </p:cNvPr>
          <p:cNvSpPr>
            <a:spLocks/>
          </p:cNvSpPr>
          <p:nvPr/>
        </p:nvSpPr>
        <p:spPr>
          <a:xfrm>
            <a:off x="1280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DC5CA4AB-8169-4B11-AC5A-DD2FA0EAAAFC}"/>
              </a:ext>
            </a:extLst>
          </p:cNvPr>
          <p:cNvSpPr>
            <a:spLocks/>
          </p:cNvSpPr>
          <p:nvPr/>
        </p:nvSpPr>
        <p:spPr>
          <a:xfrm>
            <a:off x="1300877" y="2386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3BDB7F28-84BB-41A5-93D5-95DD852797F1}"/>
              </a:ext>
            </a:extLst>
          </p:cNvPr>
          <p:cNvSpPr>
            <a:spLocks/>
          </p:cNvSpPr>
          <p:nvPr/>
        </p:nvSpPr>
        <p:spPr>
          <a:xfrm>
            <a:off x="12914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D164AE51-76CE-4714-92FE-8796930E25AF}"/>
              </a:ext>
            </a:extLst>
          </p:cNvPr>
          <p:cNvSpPr>
            <a:spLocks/>
          </p:cNvSpPr>
          <p:nvPr/>
        </p:nvSpPr>
        <p:spPr>
          <a:xfrm>
            <a:off x="1246474" y="33453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0AEC9A28-8BC2-4493-84EF-3B6B848C8656}"/>
              </a:ext>
            </a:extLst>
          </p:cNvPr>
          <p:cNvSpPr>
            <a:spLocks/>
          </p:cNvSpPr>
          <p:nvPr/>
        </p:nvSpPr>
        <p:spPr>
          <a:xfrm>
            <a:off x="1199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B3948FC9-A9FB-42D1-8057-F2FD9D0281D5}"/>
              </a:ext>
            </a:extLst>
          </p:cNvPr>
          <p:cNvSpPr>
            <a:spLocks/>
          </p:cNvSpPr>
          <p:nvPr/>
        </p:nvSpPr>
        <p:spPr>
          <a:xfrm>
            <a:off x="1211717" y="3008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920DE6BB-2E6A-4119-A4C0-71FAAB288A45}"/>
              </a:ext>
            </a:extLst>
          </p:cNvPr>
          <p:cNvSpPr>
            <a:spLocks/>
          </p:cNvSpPr>
          <p:nvPr/>
        </p:nvSpPr>
        <p:spPr>
          <a:xfrm>
            <a:off x="12974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1E5B3311-4B9E-48D7-B982-A24F489ECF70}"/>
              </a:ext>
            </a:extLst>
          </p:cNvPr>
          <p:cNvSpPr>
            <a:spLocks/>
          </p:cNvSpPr>
          <p:nvPr/>
        </p:nvSpPr>
        <p:spPr>
          <a:xfrm>
            <a:off x="1274939" y="300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17AD94AB-08D8-4B48-B095-F8B8E2D473B9}"/>
              </a:ext>
            </a:extLst>
          </p:cNvPr>
          <p:cNvSpPr>
            <a:spLocks/>
          </p:cNvSpPr>
          <p:nvPr/>
        </p:nvSpPr>
        <p:spPr>
          <a:xfrm>
            <a:off x="12141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FC39D7CA-7496-402F-B11C-03A033D5CBB1}"/>
              </a:ext>
            </a:extLst>
          </p:cNvPr>
          <p:cNvSpPr>
            <a:spLocks/>
          </p:cNvSpPr>
          <p:nvPr/>
        </p:nvSpPr>
        <p:spPr>
          <a:xfrm>
            <a:off x="1220468" y="2702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78A5F56A-64DF-4992-9CBA-F2567EBE8221}"/>
              </a:ext>
            </a:extLst>
          </p:cNvPr>
          <p:cNvSpPr>
            <a:spLocks/>
          </p:cNvSpPr>
          <p:nvPr/>
        </p:nvSpPr>
        <p:spPr>
          <a:xfrm>
            <a:off x="1190781" y="3150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BD530BD5-50AC-4E1D-A4E8-B938397E50D2}"/>
              </a:ext>
            </a:extLst>
          </p:cNvPr>
          <p:cNvSpPr>
            <a:spLocks/>
          </p:cNvSpPr>
          <p:nvPr/>
        </p:nvSpPr>
        <p:spPr>
          <a:xfrm>
            <a:off x="1198646" y="2542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01F5373F-D296-472E-B3CD-041B7F348716}"/>
              </a:ext>
            </a:extLst>
          </p:cNvPr>
          <p:cNvSpPr>
            <a:spLocks/>
          </p:cNvSpPr>
          <p:nvPr/>
        </p:nvSpPr>
        <p:spPr>
          <a:xfrm>
            <a:off x="1209281" y="2107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E61A4D53-DCCF-4915-A399-CADD83C0609C}"/>
              </a:ext>
            </a:extLst>
          </p:cNvPr>
          <p:cNvSpPr>
            <a:spLocks/>
          </p:cNvSpPr>
          <p:nvPr/>
        </p:nvSpPr>
        <p:spPr>
          <a:xfrm>
            <a:off x="1290116" y="3446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E112FC10-9471-4236-9965-995165BB02F7}"/>
              </a:ext>
            </a:extLst>
          </p:cNvPr>
          <p:cNvSpPr>
            <a:spLocks/>
          </p:cNvSpPr>
          <p:nvPr/>
        </p:nvSpPr>
        <p:spPr>
          <a:xfrm>
            <a:off x="12428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C1725142-A68B-4093-9C5B-D5524A641DD0}"/>
              </a:ext>
            </a:extLst>
          </p:cNvPr>
          <p:cNvSpPr>
            <a:spLocks/>
          </p:cNvSpPr>
          <p:nvPr/>
        </p:nvSpPr>
        <p:spPr>
          <a:xfrm>
            <a:off x="1261664" y="2895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4F6D773E-60AF-46EF-A7C1-DC952D3F10F7}"/>
              </a:ext>
            </a:extLst>
          </p:cNvPr>
          <p:cNvSpPr>
            <a:spLocks/>
          </p:cNvSpPr>
          <p:nvPr/>
        </p:nvSpPr>
        <p:spPr>
          <a:xfrm>
            <a:off x="1216957" y="320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7788B872-2499-4E28-A65B-49CDB11A7D13}"/>
              </a:ext>
            </a:extLst>
          </p:cNvPr>
          <p:cNvSpPr>
            <a:spLocks/>
          </p:cNvSpPr>
          <p:nvPr/>
        </p:nvSpPr>
        <p:spPr>
          <a:xfrm>
            <a:off x="1201441" y="3323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32F823C7-2D28-4881-9B30-E10E32B0064E}"/>
              </a:ext>
            </a:extLst>
          </p:cNvPr>
          <p:cNvSpPr>
            <a:spLocks/>
          </p:cNvSpPr>
          <p:nvPr/>
        </p:nvSpPr>
        <p:spPr>
          <a:xfrm>
            <a:off x="1189594" y="263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86BE5AC7-39A9-433B-B948-833AF74FB3CB}"/>
              </a:ext>
            </a:extLst>
          </p:cNvPr>
          <p:cNvSpPr>
            <a:spLocks/>
          </p:cNvSpPr>
          <p:nvPr/>
        </p:nvSpPr>
        <p:spPr>
          <a:xfrm>
            <a:off x="1205345" y="2329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033DE82A-B269-4280-8CFC-F8FA9A8E8377}"/>
              </a:ext>
            </a:extLst>
          </p:cNvPr>
          <p:cNvSpPr>
            <a:spLocks/>
          </p:cNvSpPr>
          <p:nvPr/>
        </p:nvSpPr>
        <p:spPr>
          <a:xfrm>
            <a:off x="13003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8277B7A7-72CD-42E3-BE8A-EA798808B2E0}"/>
              </a:ext>
            </a:extLst>
          </p:cNvPr>
          <p:cNvSpPr>
            <a:spLocks/>
          </p:cNvSpPr>
          <p:nvPr/>
        </p:nvSpPr>
        <p:spPr>
          <a:xfrm>
            <a:off x="1173998" y="2774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B2A5765C-BBDC-4327-B37D-A256C58EC821}"/>
              </a:ext>
            </a:extLst>
          </p:cNvPr>
          <p:cNvSpPr>
            <a:spLocks/>
          </p:cNvSpPr>
          <p:nvPr/>
        </p:nvSpPr>
        <p:spPr>
          <a:xfrm>
            <a:off x="1195910" y="2935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2C0F7641-D1EB-4B9C-A197-85EF79C292B4}"/>
              </a:ext>
            </a:extLst>
          </p:cNvPr>
          <p:cNvSpPr>
            <a:spLocks/>
          </p:cNvSpPr>
          <p:nvPr/>
        </p:nvSpPr>
        <p:spPr>
          <a:xfrm>
            <a:off x="11853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EC7FA8E6-6BE3-4F2B-B1CD-00DFA38FA0EC}"/>
              </a:ext>
            </a:extLst>
          </p:cNvPr>
          <p:cNvSpPr>
            <a:spLocks/>
          </p:cNvSpPr>
          <p:nvPr/>
        </p:nvSpPr>
        <p:spPr>
          <a:xfrm>
            <a:off x="12196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A2F26561-B776-42CD-9E14-A2D606F95C03}"/>
              </a:ext>
            </a:extLst>
          </p:cNvPr>
          <p:cNvSpPr>
            <a:spLocks/>
          </p:cNvSpPr>
          <p:nvPr/>
        </p:nvSpPr>
        <p:spPr>
          <a:xfrm>
            <a:off x="1265839" y="2768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64562BA6-2D73-4EFC-9A20-B86D6BFDD824}"/>
              </a:ext>
            </a:extLst>
          </p:cNvPr>
          <p:cNvSpPr>
            <a:spLocks/>
          </p:cNvSpPr>
          <p:nvPr/>
        </p:nvSpPr>
        <p:spPr>
          <a:xfrm>
            <a:off x="11709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8558DD86-7B52-4A0C-A1D7-3DF99983AB69}"/>
              </a:ext>
            </a:extLst>
          </p:cNvPr>
          <p:cNvSpPr>
            <a:spLocks/>
          </p:cNvSpPr>
          <p:nvPr/>
        </p:nvSpPr>
        <p:spPr>
          <a:xfrm>
            <a:off x="11700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96B3229A-2602-4D72-BB6B-5FD90C484D58}"/>
              </a:ext>
            </a:extLst>
          </p:cNvPr>
          <p:cNvSpPr>
            <a:spLocks/>
          </p:cNvSpPr>
          <p:nvPr/>
        </p:nvSpPr>
        <p:spPr>
          <a:xfrm>
            <a:off x="1290403" y="321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02F4F0C6-5771-44D9-B0F9-BC01F472C7FD}"/>
              </a:ext>
            </a:extLst>
          </p:cNvPr>
          <p:cNvSpPr>
            <a:spLocks/>
          </p:cNvSpPr>
          <p:nvPr/>
        </p:nvSpPr>
        <p:spPr>
          <a:xfrm>
            <a:off x="124419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8B39CD04-6C20-4DAE-AFA4-D2B01034CA5F}"/>
              </a:ext>
            </a:extLst>
          </p:cNvPr>
          <p:cNvSpPr>
            <a:spLocks/>
          </p:cNvSpPr>
          <p:nvPr/>
        </p:nvSpPr>
        <p:spPr>
          <a:xfrm>
            <a:off x="12169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E764A60F-F127-4495-ACB4-8DD7032ACC3D}"/>
              </a:ext>
            </a:extLst>
          </p:cNvPr>
          <p:cNvSpPr>
            <a:spLocks/>
          </p:cNvSpPr>
          <p:nvPr/>
        </p:nvSpPr>
        <p:spPr>
          <a:xfrm>
            <a:off x="1183092" y="2170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8EDC482E-7AB4-4241-93A7-1B7E32544A9C}"/>
              </a:ext>
            </a:extLst>
          </p:cNvPr>
          <p:cNvSpPr>
            <a:spLocks/>
          </p:cNvSpPr>
          <p:nvPr/>
        </p:nvSpPr>
        <p:spPr>
          <a:xfrm>
            <a:off x="1233160" y="3318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A1DD2886-8AE8-4505-9800-7E3B64D79FA3}"/>
              </a:ext>
            </a:extLst>
          </p:cNvPr>
          <p:cNvSpPr>
            <a:spLocks/>
          </p:cNvSpPr>
          <p:nvPr/>
        </p:nvSpPr>
        <p:spPr>
          <a:xfrm>
            <a:off x="1269194" y="3460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BC110AF8-A540-4D2A-AD23-06AA6F58A60F}"/>
              </a:ext>
            </a:extLst>
          </p:cNvPr>
          <p:cNvSpPr>
            <a:spLocks/>
          </p:cNvSpPr>
          <p:nvPr/>
        </p:nvSpPr>
        <p:spPr>
          <a:xfrm>
            <a:off x="1302933" y="34450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135B1F8C-EF80-469E-853A-BCAF26102EF6}"/>
              </a:ext>
            </a:extLst>
          </p:cNvPr>
          <p:cNvSpPr>
            <a:spLocks/>
          </p:cNvSpPr>
          <p:nvPr/>
        </p:nvSpPr>
        <p:spPr>
          <a:xfrm>
            <a:off x="1240708" y="26962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273BBA5F-9CFB-4848-B19E-03D2B68D1409}"/>
              </a:ext>
            </a:extLst>
          </p:cNvPr>
          <p:cNvSpPr>
            <a:spLocks/>
          </p:cNvSpPr>
          <p:nvPr/>
        </p:nvSpPr>
        <p:spPr>
          <a:xfrm>
            <a:off x="1195869" y="3147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3D067F2E-B508-471D-AA30-C9000B18390C}"/>
              </a:ext>
            </a:extLst>
          </p:cNvPr>
          <p:cNvSpPr>
            <a:spLocks/>
          </p:cNvSpPr>
          <p:nvPr/>
        </p:nvSpPr>
        <p:spPr>
          <a:xfrm>
            <a:off x="1282911" y="3410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D70AA383-EAD8-44A2-B2F5-D16CDD2E81F6}"/>
              </a:ext>
            </a:extLst>
          </p:cNvPr>
          <p:cNvSpPr>
            <a:spLocks/>
          </p:cNvSpPr>
          <p:nvPr/>
        </p:nvSpPr>
        <p:spPr>
          <a:xfrm>
            <a:off x="1173843" y="34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82F24780-2E02-4C36-B563-5FB6215F8CDD}"/>
              </a:ext>
            </a:extLst>
          </p:cNvPr>
          <p:cNvSpPr>
            <a:spLocks/>
          </p:cNvSpPr>
          <p:nvPr/>
        </p:nvSpPr>
        <p:spPr>
          <a:xfrm>
            <a:off x="12608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43C26125-63A2-48EC-BE2C-C711A60FB128}"/>
              </a:ext>
            </a:extLst>
          </p:cNvPr>
          <p:cNvSpPr>
            <a:spLocks/>
          </p:cNvSpPr>
          <p:nvPr/>
        </p:nvSpPr>
        <p:spPr>
          <a:xfrm>
            <a:off x="1291497" y="2966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DE69468B-F7F9-429E-BD85-1C620FC86EE5}"/>
              </a:ext>
            </a:extLst>
          </p:cNvPr>
          <p:cNvSpPr>
            <a:spLocks/>
          </p:cNvSpPr>
          <p:nvPr/>
        </p:nvSpPr>
        <p:spPr>
          <a:xfrm>
            <a:off x="1210714" y="2614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903609A6-B9EA-47F7-A5AB-60E906DAE98D}"/>
              </a:ext>
            </a:extLst>
          </p:cNvPr>
          <p:cNvSpPr>
            <a:spLocks/>
          </p:cNvSpPr>
          <p:nvPr/>
        </p:nvSpPr>
        <p:spPr>
          <a:xfrm>
            <a:off x="1173604" y="2481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47118FEE-9397-47E8-A5FE-D3D779AFBEBF}"/>
              </a:ext>
            </a:extLst>
          </p:cNvPr>
          <p:cNvSpPr>
            <a:spLocks/>
          </p:cNvSpPr>
          <p:nvPr/>
        </p:nvSpPr>
        <p:spPr>
          <a:xfrm>
            <a:off x="1248265" y="3193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C2DFC6B6-CC6B-42ED-BFB9-17C55CF18E74}"/>
              </a:ext>
            </a:extLst>
          </p:cNvPr>
          <p:cNvSpPr>
            <a:spLocks/>
          </p:cNvSpPr>
          <p:nvPr/>
        </p:nvSpPr>
        <p:spPr>
          <a:xfrm>
            <a:off x="11978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BCD783F3-121A-4B2D-95C4-EB949EE3AB12}"/>
              </a:ext>
            </a:extLst>
          </p:cNvPr>
          <p:cNvSpPr>
            <a:spLocks/>
          </p:cNvSpPr>
          <p:nvPr/>
        </p:nvSpPr>
        <p:spPr>
          <a:xfrm>
            <a:off x="1163739" y="2340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228E4036-C21B-4D65-AE44-04BE669FF4C3}"/>
              </a:ext>
            </a:extLst>
          </p:cNvPr>
          <p:cNvSpPr>
            <a:spLocks/>
          </p:cNvSpPr>
          <p:nvPr/>
        </p:nvSpPr>
        <p:spPr>
          <a:xfrm>
            <a:off x="1299240" y="2732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0E5F98B2-E80E-4F41-A6CD-F06D0A1160A5}"/>
              </a:ext>
            </a:extLst>
          </p:cNvPr>
          <p:cNvSpPr>
            <a:spLocks/>
          </p:cNvSpPr>
          <p:nvPr/>
        </p:nvSpPr>
        <p:spPr>
          <a:xfrm>
            <a:off x="1264196" y="23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BD08D69B-B2C3-4908-B78A-DE3EB721D7B8}"/>
              </a:ext>
            </a:extLst>
          </p:cNvPr>
          <p:cNvSpPr>
            <a:spLocks/>
          </p:cNvSpPr>
          <p:nvPr/>
        </p:nvSpPr>
        <p:spPr>
          <a:xfrm>
            <a:off x="1296977" y="2819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1BBDD59B-32F9-4894-8484-80AA85C38370}"/>
              </a:ext>
            </a:extLst>
          </p:cNvPr>
          <p:cNvSpPr>
            <a:spLocks/>
          </p:cNvSpPr>
          <p:nvPr/>
        </p:nvSpPr>
        <p:spPr>
          <a:xfrm>
            <a:off x="1163591" y="2680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07B636A7-AB68-422D-A689-69DDF40AC80B}"/>
              </a:ext>
            </a:extLst>
          </p:cNvPr>
          <p:cNvSpPr>
            <a:spLocks/>
          </p:cNvSpPr>
          <p:nvPr/>
        </p:nvSpPr>
        <p:spPr>
          <a:xfrm>
            <a:off x="1273211" y="3197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DADADA8D-A553-488A-9E12-DDEB7C2AF5FF}"/>
              </a:ext>
            </a:extLst>
          </p:cNvPr>
          <p:cNvSpPr>
            <a:spLocks/>
          </p:cNvSpPr>
          <p:nvPr/>
        </p:nvSpPr>
        <p:spPr>
          <a:xfrm>
            <a:off x="12020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6053A814-3ECF-4E12-87E2-924A42A779A7}"/>
              </a:ext>
            </a:extLst>
          </p:cNvPr>
          <p:cNvSpPr>
            <a:spLocks/>
          </p:cNvSpPr>
          <p:nvPr/>
        </p:nvSpPr>
        <p:spPr>
          <a:xfrm>
            <a:off x="1224551" y="2567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F3173DBC-D8E0-45AA-A16A-A010B6F9ED72}"/>
              </a:ext>
            </a:extLst>
          </p:cNvPr>
          <p:cNvSpPr>
            <a:spLocks/>
          </p:cNvSpPr>
          <p:nvPr/>
        </p:nvSpPr>
        <p:spPr>
          <a:xfrm>
            <a:off x="124687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E868ED2D-7F5B-4DE9-8A37-463720DE4412}"/>
              </a:ext>
            </a:extLst>
          </p:cNvPr>
          <p:cNvSpPr>
            <a:spLocks/>
          </p:cNvSpPr>
          <p:nvPr/>
        </p:nvSpPr>
        <p:spPr>
          <a:xfrm>
            <a:off x="1295762" y="28117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C365217A-C316-4EA6-9CB1-AE4F7F8CB4DB}"/>
              </a:ext>
            </a:extLst>
          </p:cNvPr>
          <p:cNvSpPr>
            <a:spLocks/>
          </p:cNvSpPr>
          <p:nvPr/>
        </p:nvSpPr>
        <p:spPr>
          <a:xfrm>
            <a:off x="11824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05607644-22E1-42D0-8133-AA9B42AFC33D}"/>
              </a:ext>
            </a:extLst>
          </p:cNvPr>
          <p:cNvSpPr>
            <a:spLocks/>
          </p:cNvSpPr>
          <p:nvPr/>
        </p:nvSpPr>
        <p:spPr>
          <a:xfrm>
            <a:off x="1255491" y="28120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564E858F-BBDD-4E8C-8833-3609F606287F}"/>
              </a:ext>
            </a:extLst>
          </p:cNvPr>
          <p:cNvSpPr>
            <a:spLocks/>
          </p:cNvSpPr>
          <p:nvPr/>
        </p:nvSpPr>
        <p:spPr>
          <a:xfrm>
            <a:off x="1229561" y="2634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9CC6342C-6D93-41B8-BCA1-DD314472D3F0}"/>
              </a:ext>
            </a:extLst>
          </p:cNvPr>
          <p:cNvSpPr>
            <a:spLocks/>
          </p:cNvSpPr>
          <p:nvPr/>
        </p:nvSpPr>
        <p:spPr>
          <a:xfrm>
            <a:off x="1231764" y="2603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68B93BCB-886B-4090-9084-90BD12C824B9}"/>
              </a:ext>
            </a:extLst>
          </p:cNvPr>
          <p:cNvSpPr>
            <a:spLocks/>
          </p:cNvSpPr>
          <p:nvPr/>
        </p:nvSpPr>
        <p:spPr>
          <a:xfrm>
            <a:off x="1183148" y="3301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3C3B84C-B266-49FD-8552-91BC069E743D}"/>
              </a:ext>
            </a:extLst>
          </p:cNvPr>
          <p:cNvSpPr>
            <a:spLocks/>
          </p:cNvSpPr>
          <p:nvPr/>
        </p:nvSpPr>
        <p:spPr>
          <a:xfrm>
            <a:off x="1289788" y="25293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9AE8434B-308B-4956-AD09-01BAE1370FC5}"/>
              </a:ext>
            </a:extLst>
          </p:cNvPr>
          <p:cNvSpPr>
            <a:spLocks/>
          </p:cNvSpPr>
          <p:nvPr/>
        </p:nvSpPr>
        <p:spPr>
          <a:xfrm>
            <a:off x="1209976" y="28566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7F747769-8811-4F18-BEC2-FA17C8104979}"/>
              </a:ext>
            </a:extLst>
          </p:cNvPr>
          <p:cNvSpPr>
            <a:spLocks/>
          </p:cNvSpPr>
          <p:nvPr/>
        </p:nvSpPr>
        <p:spPr>
          <a:xfrm>
            <a:off x="1296716" y="2112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4BBD6171-26E9-4F4E-9463-9C79216B8842}"/>
              </a:ext>
            </a:extLst>
          </p:cNvPr>
          <p:cNvSpPr>
            <a:spLocks/>
          </p:cNvSpPr>
          <p:nvPr/>
        </p:nvSpPr>
        <p:spPr>
          <a:xfrm>
            <a:off x="1225030" y="3177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DB80788F-3A61-4E72-94EC-9B2A27B81E7B}"/>
              </a:ext>
            </a:extLst>
          </p:cNvPr>
          <p:cNvSpPr>
            <a:spLocks/>
          </p:cNvSpPr>
          <p:nvPr/>
        </p:nvSpPr>
        <p:spPr>
          <a:xfrm>
            <a:off x="12247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F16C201A-A871-4923-8F4F-0DF87755A13B}"/>
              </a:ext>
            </a:extLst>
          </p:cNvPr>
          <p:cNvSpPr>
            <a:spLocks/>
          </p:cNvSpPr>
          <p:nvPr/>
        </p:nvSpPr>
        <p:spPr>
          <a:xfrm>
            <a:off x="1256069" y="29158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12C617A1-3D5B-44CB-97BF-10C2E0A9C3F6}"/>
              </a:ext>
            </a:extLst>
          </p:cNvPr>
          <p:cNvSpPr>
            <a:spLocks/>
          </p:cNvSpPr>
          <p:nvPr/>
        </p:nvSpPr>
        <p:spPr>
          <a:xfrm>
            <a:off x="1291255" y="284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D3F14A4D-3995-4B4A-AD02-2B6E95D554FE}"/>
              </a:ext>
            </a:extLst>
          </p:cNvPr>
          <p:cNvSpPr>
            <a:spLocks/>
          </p:cNvSpPr>
          <p:nvPr/>
        </p:nvSpPr>
        <p:spPr>
          <a:xfrm>
            <a:off x="1195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4B950C01-9456-4188-B32B-2F251B53C5E2}"/>
              </a:ext>
            </a:extLst>
          </p:cNvPr>
          <p:cNvSpPr>
            <a:spLocks/>
          </p:cNvSpPr>
          <p:nvPr/>
        </p:nvSpPr>
        <p:spPr>
          <a:xfrm>
            <a:off x="1252562" y="2723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9F4D64BC-CA8D-4B15-BA79-B23DEEDA6EDD}"/>
              </a:ext>
            </a:extLst>
          </p:cNvPr>
          <p:cNvSpPr>
            <a:spLocks/>
          </p:cNvSpPr>
          <p:nvPr/>
        </p:nvSpPr>
        <p:spPr>
          <a:xfrm>
            <a:off x="1218660" y="2579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2F199BC7-CB1B-47F2-B6E5-0A923EF15EA4}"/>
              </a:ext>
            </a:extLst>
          </p:cNvPr>
          <p:cNvSpPr>
            <a:spLocks/>
          </p:cNvSpPr>
          <p:nvPr/>
        </p:nvSpPr>
        <p:spPr>
          <a:xfrm>
            <a:off x="125161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5DB8EEE6-50D3-4F66-A75D-9F6036F114CC}"/>
              </a:ext>
            </a:extLst>
          </p:cNvPr>
          <p:cNvSpPr>
            <a:spLocks/>
          </p:cNvSpPr>
          <p:nvPr/>
        </p:nvSpPr>
        <p:spPr>
          <a:xfrm>
            <a:off x="1289345" y="23263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C37A8B58-CE2A-409C-BB0B-A64BBF713C36}"/>
              </a:ext>
            </a:extLst>
          </p:cNvPr>
          <p:cNvSpPr>
            <a:spLocks/>
          </p:cNvSpPr>
          <p:nvPr/>
        </p:nvSpPr>
        <p:spPr>
          <a:xfrm>
            <a:off x="1188237" y="3328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3809407E-0818-4465-A62F-3748B6C8C4B1}"/>
              </a:ext>
            </a:extLst>
          </p:cNvPr>
          <p:cNvSpPr>
            <a:spLocks/>
          </p:cNvSpPr>
          <p:nvPr/>
        </p:nvSpPr>
        <p:spPr>
          <a:xfrm>
            <a:off x="1226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D44770FF-FA5E-4EBE-BF78-552A4DBEF0FD}"/>
              </a:ext>
            </a:extLst>
          </p:cNvPr>
          <p:cNvSpPr>
            <a:spLocks/>
          </p:cNvSpPr>
          <p:nvPr/>
        </p:nvSpPr>
        <p:spPr>
          <a:xfrm>
            <a:off x="11737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4537DF22-F123-406E-93DE-E5AD171AEF69}"/>
              </a:ext>
            </a:extLst>
          </p:cNvPr>
          <p:cNvSpPr>
            <a:spLocks/>
          </p:cNvSpPr>
          <p:nvPr/>
        </p:nvSpPr>
        <p:spPr>
          <a:xfrm>
            <a:off x="1247139" y="301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0F900E80-2318-4A33-8D49-71C928D967F8}"/>
              </a:ext>
            </a:extLst>
          </p:cNvPr>
          <p:cNvSpPr>
            <a:spLocks/>
          </p:cNvSpPr>
          <p:nvPr/>
        </p:nvSpPr>
        <p:spPr>
          <a:xfrm>
            <a:off x="12090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AE02E018-B103-4E7E-A7E0-A399A17BF01C}"/>
              </a:ext>
            </a:extLst>
          </p:cNvPr>
          <p:cNvSpPr>
            <a:spLocks/>
          </p:cNvSpPr>
          <p:nvPr/>
        </p:nvSpPr>
        <p:spPr>
          <a:xfrm>
            <a:off x="1221228" y="2426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18DDEDE4-62DF-4516-8BBC-BF99A55D7DF4}"/>
              </a:ext>
            </a:extLst>
          </p:cNvPr>
          <p:cNvSpPr>
            <a:spLocks/>
          </p:cNvSpPr>
          <p:nvPr/>
        </p:nvSpPr>
        <p:spPr>
          <a:xfrm>
            <a:off x="12090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3CFF970E-59C2-4EBC-BCBC-4C9922F10BDF}"/>
              </a:ext>
            </a:extLst>
          </p:cNvPr>
          <p:cNvSpPr>
            <a:spLocks/>
          </p:cNvSpPr>
          <p:nvPr/>
        </p:nvSpPr>
        <p:spPr>
          <a:xfrm>
            <a:off x="1202894" y="2824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74B5BFF0-D7BC-4ED9-896F-31204A09FA2C}"/>
              </a:ext>
            </a:extLst>
          </p:cNvPr>
          <p:cNvSpPr>
            <a:spLocks/>
          </p:cNvSpPr>
          <p:nvPr/>
        </p:nvSpPr>
        <p:spPr>
          <a:xfrm>
            <a:off x="1269690" y="27927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E27B5D58-EB79-4E34-9FCC-4576C77488EB}"/>
              </a:ext>
            </a:extLst>
          </p:cNvPr>
          <p:cNvSpPr>
            <a:spLocks/>
          </p:cNvSpPr>
          <p:nvPr/>
        </p:nvSpPr>
        <p:spPr>
          <a:xfrm>
            <a:off x="1217174" y="2713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E3430357-6B49-433A-B240-1D2CD63B6BFF}"/>
              </a:ext>
            </a:extLst>
          </p:cNvPr>
          <p:cNvSpPr>
            <a:spLocks/>
          </p:cNvSpPr>
          <p:nvPr/>
        </p:nvSpPr>
        <p:spPr>
          <a:xfrm>
            <a:off x="1284465" y="2159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ADCBEFFD-0C75-4718-85A0-2594D25328E5}"/>
              </a:ext>
            </a:extLst>
          </p:cNvPr>
          <p:cNvSpPr>
            <a:spLocks/>
          </p:cNvSpPr>
          <p:nvPr/>
        </p:nvSpPr>
        <p:spPr>
          <a:xfrm>
            <a:off x="1205181" y="2982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ED680C1B-084A-44F0-AEAB-406779C8B4B6}"/>
              </a:ext>
            </a:extLst>
          </p:cNvPr>
          <p:cNvSpPr>
            <a:spLocks/>
          </p:cNvSpPr>
          <p:nvPr/>
        </p:nvSpPr>
        <p:spPr>
          <a:xfrm>
            <a:off x="1176729" y="2702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D97E237C-6038-417D-A9BD-956B3A2995B8}"/>
              </a:ext>
            </a:extLst>
          </p:cNvPr>
          <p:cNvSpPr>
            <a:spLocks/>
          </p:cNvSpPr>
          <p:nvPr/>
        </p:nvSpPr>
        <p:spPr>
          <a:xfrm>
            <a:off x="1168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FA8C9E87-C2A4-4AB2-AA6F-678B052B1E69}"/>
              </a:ext>
            </a:extLst>
          </p:cNvPr>
          <p:cNvSpPr>
            <a:spLocks/>
          </p:cNvSpPr>
          <p:nvPr/>
        </p:nvSpPr>
        <p:spPr>
          <a:xfrm>
            <a:off x="1262166" y="33256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C38A69C4-7BA2-4198-93F3-2B711E85C037}"/>
              </a:ext>
            </a:extLst>
          </p:cNvPr>
          <p:cNvSpPr>
            <a:spLocks/>
          </p:cNvSpPr>
          <p:nvPr/>
        </p:nvSpPr>
        <p:spPr>
          <a:xfrm>
            <a:off x="1273242" y="25743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66F646A8-8F5C-457D-ADBA-5353A4FC7637}"/>
              </a:ext>
            </a:extLst>
          </p:cNvPr>
          <p:cNvSpPr>
            <a:spLocks/>
          </p:cNvSpPr>
          <p:nvPr/>
        </p:nvSpPr>
        <p:spPr>
          <a:xfrm>
            <a:off x="1284969" y="2921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E8EC44D7-2BD4-42AC-B5E0-21536E479ADC}"/>
              </a:ext>
            </a:extLst>
          </p:cNvPr>
          <p:cNvSpPr>
            <a:spLocks/>
          </p:cNvSpPr>
          <p:nvPr/>
        </p:nvSpPr>
        <p:spPr>
          <a:xfrm>
            <a:off x="12396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5D063C04-698C-4C7B-8AF7-CF32A4AA03D3}"/>
              </a:ext>
            </a:extLst>
          </p:cNvPr>
          <p:cNvSpPr>
            <a:spLocks/>
          </p:cNvSpPr>
          <p:nvPr/>
        </p:nvSpPr>
        <p:spPr>
          <a:xfrm>
            <a:off x="1236233" y="2960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E761FA28-B979-4731-8A0C-950AC15C25EC}"/>
              </a:ext>
            </a:extLst>
          </p:cNvPr>
          <p:cNvSpPr>
            <a:spLocks/>
          </p:cNvSpPr>
          <p:nvPr/>
        </p:nvSpPr>
        <p:spPr>
          <a:xfrm>
            <a:off x="1441116" y="22332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BE2AD5E9-5F6B-4D11-BE35-A42817D98BEF}"/>
              </a:ext>
            </a:extLst>
          </p:cNvPr>
          <p:cNvSpPr>
            <a:spLocks/>
          </p:cNvSpPr>
          <p:nvPr/>
        </p:nvSpPr>
        <p:spPr>
          <a:xfrm>
            <a:off x="1528209" y="19472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D6D1D77F-6F69-4FD0-BE3A-20364CD15EAA}"/>
              </a:ext>
            </a:extLst>
          </p:cNvPr>
          <p:cNvSpPr>
            <a:spLocks/>
          </p:cNvSpPr>
          <p:nvPr/>
        </p:nvSpPr>
        <p:spPr>
          <a:xfrm>
            <a:off x="1524327" y="2128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4D051536-6774-44F4-B5D1-CD6B6E5813EC}"/>
              </a:ext>
            </a:extLst>
          </p:cNvPr>
          <p:cNvSpPr>
            <a:spLocks/>
          </p:cNvSpPr>
          <p:nvPr/>
        </p:nvSpPr>
        <p:spPr>
          <a:xfrm>
            <a:off x="1475213" y="3276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40CAD010-A8A2-4266-B298-D4E914B25FB7}"/>
              </a:ext>
            </a:extLst>
          </p:cNvPr>
          <p:cNvSpPr>
            <a:spLocks/>
          </p:cNvSpPr>
          <p:nvPr/>
        </p:nvSpPr>
        <p:spPr>
          <a:xfrm>
            <a:off x="1499709" y="223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5CDD5763-CEF7-4A59-BB71-C4289A544005}"/>
              </a:ext>
            </a:extLst>
          </p:cNvPr>
          <p:cNvSpPr>
            <a:spLocks/>
          </p:cNvSpPr>
          <p:nvPr/>
        </p:nvSpPr>
        <p:spPr>
          <a:xfrm>
            <a:off x="1394453" y="2451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375E2CD0-7F0D-4C8A-9E49-A609F44A5DC1}"/>
              </a:ext>
            </a:extLst>
          </p:cNvPr>
          <p:cNvSpPr>
            <a:spLocks/>
          </p:cNvSpPr>
          <p:nvPr/>
        </p:nvSpPr>
        <p:spPr>
          <a:xfrm>
            <a:off x="1430330" y="2019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68C5B391-F683-48C6-AB5F-67A025CD2665}"/>
              </a:ext>
            </a:extLst>
          </p:cNvPr>
          <p:cNvSpPr>
            <a:spLocks/>
          </p:cNvSpPr>
          <p:nvPr/>
        </p:nvSpPr>
        <p:spPr>
          <a:xfrm>
            <a:off x="1419466" y="2052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EED3B948-9B8E-4EF0-98EA-E867ADD35807}"/>
              </a:ext>
            </a:extLst>
          </p:cNvPr>
          <p:cNvSpPr>
            <a:spLocks/>
          </p:cNvSpPr>
          <p:nvPr/>
        </p:nvSpPr>
        <p:spPr>
          <a:xfrm>
            <a:off x="1435987" y="2496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842AD2D8-DC4B-42F2-9C1A-BD8AFB5C2499}"/>
              </a:ext>
            </a:extLst>
          </p:cNvPr>
          <p:cNvSpPr>
            <a:spLocks/>
          </p:cNvSpPr>
          <p:nvPr/>
        </p:nvSpPr>
        <p:spPr>
          <a:xfrm>
            <a:off x="1395813" y="1963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0B880DEE-DDCF-4218-B855-D3B1D003A8B5}"/>
              </a:ext>
            </a:extLst>
          </p:cNvPr>
          <p:cNvSpPr>
            <a:spLocks/>
          </p:cNvSpPr>
          <p:nvPr/>
        </p:nvSpPr>
        <p:spPr>
          <a:xfrm>
            <a:off x="1510562" y="2695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988009DA-1DE1-497E-BB6D-52BA836BFD78}"/>
              </a:ext>
            </a:extLst>
          </p:cNvPr>
          <p:cNvSpPr>
            <a:spLocks/>
          </p:cNvSpPr>
          <p:nvPr/>
        </p:nvSpPr>
        <p:spPr>
          <a:xfrm>
            <a:off x="1450031" y="2465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788064E6-10EB-4131-87DF-1E7ED7471D39}"/>
              </a:ext>
            </a:extLst>
          </p:cNvPr>
          <p:cNvSpPr>
            <a:spLocks/>
          </p:cNvSpPr>
          <p:nvPr/>
        </p:nvSpPr>
        <p:spPr>
          <a:xfrm>
            <a:off x="1482728" y="25617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F650DF7A-C792-409B-A523-2055401F9B3E}"/>
              </a:ext>
            </a:extLst>
          </p:cNvPr>
          <p:cNvSpPr>
            <a:spLocks/>
          </p:cNvSpPr>
          <p:nvPr/>
        </p:nvSpPr>
        <p:spPr>
          <a:xfrm>
            <a:off x="1415427" y="23101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A680EAA-AE1F-482C-BBF4-634D43730497}"/>
              </a:ext>
            </a:extLst>
          </p:cNvPr>
          <p:cNvSpPr>
            <a:spLocks/>
          </p:cNvSpPr>
          <p:nvPr/>
        </p:nvSpPr>
        <p:spPr>
          <a:xfrm>
            <a:off x="1453376" y="2045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0D6D8218-8D02-45F0-A748-7A34EF90E64B}"/>
              </a:ext>
            </a:extLst>
          </p:cNvPr>
          <p:cNvSpPr>
            <a:spLocks/>
          </p:cNvSpPr>
          <p:nvPr/>
        </p:nvSpPr>
        <p:spPr>
          <a:xfrm>
            <a:off x="1432808" y="2085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15DAD434-3330-4A94-B001-EA8AD6CE8BDB}"/>
              </a:ext>
            </a:extLst>
          </p:cNvPr>
          <p:cNvSpPr>
            <a:spLocks/>
          </p:cNvSpPr>
          <p:nvPr/>
        </p:nvSpPr>
        <p:spPr>
          <a:xfrm>
            <a:off x="1408716" y="25709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E0CAB590-8224-458B-8D4F-5E328F3099F5}"/>
              </a:ext>
            </a:extLst>
          </p:cNvPr>
          <p:cNvSpPr>
            <a:spLocks/>
          </p:cNvSpPr>
          <p:nvPr/>
        </p:nvSpPr>
        <p:spPr>
          <a:xfrm>
            <a:off x="1404711" y="25892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8137E122-E8FA-460C-8D93-67A4FA27732C}"/>
              </a:ext>
            </a:extLst>
          </p:cNvPr>
          <p:cNvSpPr>
            <a:spLocks/>
          </p:cNvSpPr>
          <p:nvPr/>
        </p:nvSpPr>
        <p:spPr>
          <a:xfrm>
            <a:off x="1510331" y="2480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911F323E-3EFD-4911-B512-6D146FD8D78C}"/>
              </a:ext>
            </a:extLst>
          </p:cNvPr>
          <p:cNvSpPr>
            <a:spLocks/>
          </p:cNvSpPr>
          <p:nvPr/>
        </p:nvSpPr>
        <p:spPr>
          <a:xfrm>
            <a:off x="1464283" y="23998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2206FA75-91D3-474D-A7EF-0B3DEF80F95E}"/>
              </a:ext>
            </a:extLst>
          </p:cNvPr>
          <p:cNvSpPr>
            <a:spLocks/>
          </p:cNvSpPr>
          <p:nvPr/>
        </p:nvSpPr>
        <p:spPr>
          <a:xfrm>
            <a:off x="1437357" y="304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17430A70-B040-497B-89C7-AA2C97AEFE70}"/>
              </a:ext>
            </a:extLst>
          </p:cNvPr>
          <p:cNvSpPr>
            <a:spLocks/>
          </p:cNvSpPr>
          <p:nvPr/>
        </p:nvSpPr>
        <p:spPr>
          <a:xfrm>
            <a:off x="1509940" y="26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E2FF6622-B64D-440A-ADFD-EEF3383ADCA2}"/>
              </a:ext>
            </a:extLst>
          </p:cNvPr>
          <p:cNvSpPr>
            <a:spLocks/>
          </p:cNvSpPr>
          <p:nvPr/>
        </p:nvSpPr>
        <p:spPr>
          <a:xfrm>
            <a:off x="1413238" y="2484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36759BDD-9A26-40C1-9EB0-F6B6C64371F4}"/>
              </a:ext>
            </a:extLst>
          </p:cNvPr>
          <p:cNvSpPr>
            <a:spLocks/>
          </p:cNvSpPr>
          <p:nvPr/>
        </p:nvSpPr>
        <p:spPr>
          <a:xfrm>
            <a:off x="1400755" y="19925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1B45EF50-F1CB-4E4D-8247-D677BCFD253F}"/>
              </a:ext>
            </a:extLst>
          </p:cNvPr>
          <p:cNvSpPr>
            <a:spLocks/>
          </p:cNvSpPr>
          <p:nvPr/>
        </p:nvSpPr>
        <p:spPr>
          <a:xfrm>
            <a:off x="1439584" y="3224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6DB314BB-E9FC-4141-B43C-D9D794959162}"/>
              </a:ext>
            </a:extLst>
          </p:cNvPr>
          <p:cNvSpPr>
            <a:spLocks/>
          </p:cNvSpPr>
          <p:nvPr/>
        </p:nvSpPr>
        <p:spPr>
          <a:xfrm>
            <a:off x="140842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9DFB6EC7-2214-4A01-BE64-F3B7DD293E16}"/>
              </a:ext>
            </a:extLst>
          </p:cNvPr>
          <p:cNvSpPr>
            <a:spLocks/>
          </p:cNvSpPr>
          <p:nvPr/>
        </p:nvSpPr>
        <p:spPr>
          <a:xfrm>
            <a:off x="1483951" y="2861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C051D1E6-5886-4B6D-B52A-DE09AFB27A7E}"/>
              </a:ext>
            </a:extLst>
          </p:cNvPr>
          <p:cNvSpPr>
            <a:spLocks/>
          </p:cNvSpPr>
          <p:nvPr/>
        </p:nvSpPr>
        <p:spPr>
          <a:xfrm>
            <a:off x="1400220" y="29732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24A21A22-D904-4C21-909E-29807180CB5C}"/>
              </a:ext>
            </a:extLst>
          </p:cNvPr>
          <p:cNvSpPr>
            <a:spLocks/>
          </p:cNvSpPr>
          <p:nvPr/>
        </p:nvSpPr>
        <p:spPr>
          <a:xfrm>
            <a:off x="1446177" y="196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68C0549E-EF6C-48DF-8FDD-82FB5CD41068}"/>
              </a:ext>
            </a:extLst>
          </p:cNvPr>
          <p:cNvSpPr>
            <a:spLocks/>
          </p:cNvSpPr>
          <p:nvPr/>
        </p:nvSpPr>
        <p:spPr>
          <a:xfrm>
            <a:off x="1452524" y="1968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23430A0A-BCAF-4C29-8040-C8D8C8309C44}"/>
              </a:ext>
            </a:extLst>
          </p:cNvPr>
          <p:cNvSpPr>
            <a:spLocks/>
          </p:cNvSpPr>
          <p:nvPr/>
        </p:nvSpPr>
        <p:spPr>
          <a:xfrm>
            <a:off x="150417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363D4F07-8E18-45F8-99C5-4AAFC70B30EB}"/>
              </a:ext>
            </a:extLst>
          </p:cNvPr>
          <p:cNvSpPr>
            <a:spLocks/>
          </p:cNvSpPr>
          <p:nvPr/>
        </p:nvSpPr>
        <p:spPr>
          <a:xfrm>
            <a:off x="1471635" y="2586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4EA360FD-F0C6-403D-93E8-44A65F27861C}"/>
              </a:ext>
            </a:extLst>
          </p:cNvPr>
          <p:cNvSpPr>
            <a:spLocks/>
          </p:cNvSpPr>
          <p:nvPr/>
        </p:nvSpPr>
        <p:spPr>
          <a:xfrm>
            <a:off x="143028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E9A9DEFC-7DA8-4868-9702-30132D4126F6}"/>
              </a:ext>
            </a:extLst>
          </p:cNvPr>
          <p:cNvSpPr>
            <a:spLocks/>
          </p:cNvSpPr>
          <p:nvPr/>
        </p:nvSpPr>
        <p:spPr>
          <a:xfrm>
            <a:off x="1394891" y="267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0524EFE8-376A-4486-8EBF-70F71FEADC2A}"/>
              </a:ext>
            </a:extLst>
          </p:cNvPr>
          <p:cNvSpPr>
            <a:spLocks/>
          </p:cNvSpPr>
          <p:nvPr/>
        </p:nvSpPr>
        <p:spPr>
          <a:xfrm>
            <a:off x="1390348" y="2326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E41039A1-2C9B-45E4-B511-151854058147}"/>
              </a:ext>
            </a:extLst>
          </p:cNvPr>
          <p:cNvSpPr>
            <a:spLocks/>
          </p:cNvSpPr>
          <p:nvPr/>
        </p:nvSpPr>
        <p:spPr>
          <a:xfrm>
            <a:off x="141063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77A547CA-1A55-4312-BF4E-98BDED40FE1C}"/>
              </a:ext>
            </a:extLst>
          </p:cNvPr>
          <p:cNvSpPr>
            <a:spLocks/>
          </p:cNvSpPr>
          <p:nvPr/>
        </p:nvSpPr>
        <p:spPr>
          <a:xfrm>
            <a:off x="1426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0C0C5D78-8040-48D3-A1F0-6E637AD4877E}"/>
              </a:ext>
            </a:extLst>
          </p:cNvPr>
          <p:cNvSpPr>
            <a:spLocks/>
          </p:cNvSpPr>
          <p:nvPr/>
        </p:nvSpPr>
        <p:spPr>
          <a:xfrm>
            <a:off x="1511930" y="2590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EE92C133-65CF-43F3-AA3B-007C06B5034C}"/>
              </a:ext>
            </a:extLst>
          </p:cNvPr>
          <p:cNvSpPr>
            <a:spLocks/>
          </p:cNvSpPr>
          <p:nvPr/>
        </p:nvSpPr>
        <p:spPr>
          <a:xfrm>
            <a:off x="1411717" y="192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E7048A1A-5219-41BE-9657-8474E64193F1}"/>
              </a:ext>
            </a:extLst>
          </p:cNvPr>
          <p:cNvSpPr>
            <a:spLocks/>
          </p:cNvSpPr>
          <p:nvPr/>
        </p:nvSpPr>
        <p:spPr>
          <a:xfrm>
            <a:off x="1478675" y="1983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707A2D07-550D-4374-B896-B06D88F6918F}"/>
              </a:ext>
            </a:extLst>
          </p:cNvPr>
          <p:cNvSpPr>
            <a:spLocks/>
          </p:cNvSpPr>
          <p:nvPr/>
        </p:nvSpPr>
        <p:spPr>
          <a:xfrm>
            <a:off x="148827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6F5738C0-9EC2-438C-96DF-26BB4F630C2D}"/>
              </a:ext>
            </a:extLst>
          </p:cNvPr>
          <p:cNvSpPr>
            <a:spLocks/>
          </p:cNvSpPr>
          <p:nvPr/>
        </p:nvSpPr>
        <p:spPr>
          <a:xfrm>
            <a:off x="1465419" y="2016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19A524D3-A942-4664-8C6F-7A7DC1E632FE}"/>
              </a:ext>
            </a:extLst>
          </p:cNvPr>
          <p:cNvSpPr>
            <a:spLocks/>
          </p:cNvSpPr>
          <p:nvPr/>
        </p:nvSpPr>
        <p:spPr>
          <a:xfrm>
            <a:off x="1441238" y="2758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CA99F129-A7F5-4EB0-BE3B-747C2D193D4F}"/>
              </a:ext>
            </a:extLst>
          </p:cNvPr>
          <p:cNvSpPr>
            <a:spLocks/>
          </p:cNvSpPr>
          <p:nvPr/>
        </p:nvSpPr>
        <p:spPr>
          <a:xfrm>
            <a:off x="1487093" y="2176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405BA3F2-310B-4FA9-8B82-B8F3E5781576}"/>
              </a:ext>
            </a:extLst>
          </p:cNvPr>
          <p:cNvSpPr>
            <a:spLocks/>
          </p:cNvSpPr>
          <p:nvPr/>
        </p:nvSpPr>
        <p:spPr>
          <a:xfrm>
            <a:off x="1417457" y="224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7EDA5C23-01EE-4A9C-AF13-1BB241D96A5F}"/>
              </a:ext>
            </a:extLst>
          </p:cNvPr>
          <p:cNvSpPr>
            <a:spLocks/>
          </p:cNvSpPr>
          <p:nvPr/>
        </p:nvSpPr>
        <p:spPr>
          <a:xfrm>
            <a:off x="1392754" y="27905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2573470B-554F-48CB-9E12-72832C4B18FE}"/>
              </a:ext>
            </a:extLst>
          </p:cNvPr>
          <p:cNvSpPr>
            <a:spLocks/>
          </p:cNvSpPr>
          <p:nvPr/>
        </p:nvSpPr>
        <p:spPr>
          <a:xfrm>
            <a:off x="1525048" y="27485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5BF61DE6-0C7F-4645-9AED-B3D53EE09936}"/>
              </a:ext>
            </a:extLst>
          </p:cNvPr>
          <p:cNvSpPr>
            <a:spLocks/>
          </p:cNvSpPr>
          <p:nvPr/>
        </p:nvSpPr>
        <p:spPr>
          <a:xfrm>
            <a:off x="1486627" y="3328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3E4E8D5D-4A84-4A0E-90BD-1F6FC1C2FBC5}"/>
              </a:ext>
            </a:extLst>
          </p:cNvPr>
          <p:cNvSpPr>
            <a:spLocks/>
          </p:cNvSpPr>
          <p:nvPr/>
        </p:nvSpPr>
        <p:spPr>
          <a:xfrm>
            <a:off x="1429576" y="2661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EFA07097-EB98-4972-BAD4-8E53C8F1A33F}"/>
              </a:ext>
            </a:extLst>
          </p:cNvPr>
          <p:cNvSpPr>
            <a:spLocks/>
          </p:cNvSpPr>
          <p:nvPr/>
        </p:nvSpPr>
        <p:spPr>
          <a:xfrm>
            <a:off x="1409737" y="2026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C4408629-11F3-4A69-BD60-DCBCB2347B0B}"/>
              </a:ext>
            </a:extLst>
          </p:cNvPr>
          <p:cNvSpPr>
            <a:spLocks/>
          </p:cNvSpPr>
          <p:nvPr/>
        </p:nvSpPr>
        <p:spPr>
          <a:xfrm>
            <a:off x="1513100" y="23610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CDF4F38D-03FA-4ACF-B787-75A9A81A20E5}"/>
              </a:ext>
            </a:extLst>
          </p:cNvPr>
          <p:cNvSpPr>
            <a:spLocks/>
          </p:cNvSpPr>
          <p:nvPr/>
        </p:nvSpPr>
        <p:spPr>
          <a:xfrm>
            <a:off x="141607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C854B51B-CD04-45E2-8BAC-5A895253DC58}"/>
              </a:ext>
            </a:extLst>
          </p:cNvPr>
          <p:cNvSpPr>
            <a:spLocks/>
          </p:cNvSpPr>
          <p:nvPr/>
        </p:nvSpPr>
        <p:spPr>
          <a:xfrm>
            <a:off x="1481982" y="2507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9FFFA282-A1D7-494B-8051-5C125D694FAD}"/>
              </a:ext>
            </a:extLst>
          </p:cNvPr>
          <p:cNvSpPr>
            <a:spLocks/>
          </p:cNvSpPr>
          <p:nvPr/>
        </p:nvSpPr>
        <p:spPr>
          <a:xfrm>
            <a:off x="1409789" y="2538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1CA034D6-2AEF-4194-9338-A8FD496028A3}"/>
              </a:ext>
            </a:extLst>
          </p:cNvPr>
          <p:cNvSpPr>
            <a:spLocks/>
          </p:cNvSpPr>
          <p:nvPr/>
        </p:nvSpPr>
        <p:spPr>
          <a:xfrm>
            <a:off x="1464944" y="23711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1BF8E4B-ABB4-4F67-9AEE-F1F67DB39382}"/>
              </a:ext>
            </a:extLst>
          </p:cNvPr>
          <p:cNvSpPr>
            <a:spLocks/>
          </p:cNvSpPr>
          <p:nvPr/>
        </p:nvSpPr>
        <p:spPr>
          <a:xfrm>
            <a:off x="1520505" y="2462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0A454E3E-8CBF-478F-BBC2-D95E7CC49274}"/>
              </a:ext>
            </a:extLst>
          </p:cNvPr>
          <p:cNvSpPr>
            <a:spLocks/>
          </p:cNvSpPr>
          <p:nvPr/>
        </p:nvSpPr>
        <p:spPr>
          <a:xfrm>
            <a:off x="1439146" y="3355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DB7340F7-F656-40B3-82B8-03D7D62E4CFE}"/>
              </a:ext>
            </a:extLst>
          </p:cNvPr>
          <p:cNvSpPr>
            <a:spLocks/>
          </p:cNvSpPr>
          <p:nvPr/>
        </p:nvSpPr>
        <p:spPr>
          <a:xfrm>
            <a:off x="1411546" y="1923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E03E35C5-D939-4F98-86C6-6A0CDBB96E51}"/>
              </a:ext>
            </a:extLst>
          </p:cNvPr>
          <p:cNvSpPr>
            <a:spLocks/>
          </p:cNvSpPr>
          <p:nvPr/>
        </p:nvSpPr>
        <p:spPr>
          <a:xfrm>
            <a:off x="1465584" y="2181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3FB55ACE-5AC6-4D8F-8303-F8B84166F726}"/>
              </a:ext>
            </a:extLst>
          </p:cNvPr>
          <p:cNvSpPr>
            <a:spLocks/>
          </p:cNvSpPr>
          <p:nvPr/>
        </p:nvSpPr>
        <p:spPr>
          <a:xfrm>
            <a:off x="1439625" y="20680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02D2C76D-9CDA-4B3F-9547-7674B30A8038}"/>
              </a:ext>
            </a:extLst>
          </p:cNvPr>
          <p:cNvSpPr>
            <a:spLocks/>
          </p:cNvSpPr>
          <p:nvPr/>
        </p:nvSpPr>
        <p:spPr>
          <a:xfrm>
            <a:off x="1443484" y="2459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193103DC-C255-4FA3-A237-9107CA34DFF1}"/>
              </a:ext>
            </a:extLst>
          </p:cNvPr>
          <p:cNvSpPr>
            <a:spLocks/>
          </p:cNvSpPr>
          <p:nvPr/>
        </p:nvSpPr>
        <p:spPr>
          <a:xfrm>
            <a:off x="1438123" y="1831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FA710C9E-4B79-4606-95B1-BF1FBFE59D2A}"/>
              </a:ext>
            </a:extLst>
          </p:cNvPr>
          <p:cNvSpPr>
            <a:spLocks/>
          </p:cNvSpPr>
          <p:nvPr/>
        </p:nvSpPr>
        <p:spPr>
          <a:xfrm>
            <a:off x="1512439" y="2436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351EC667-C6E2-4DF5-8B2B-207657924245}"/>
              </a:ext>
            </a:extLst>
          </p:cNvPr>
          <p:cNvSpPr>
            <a:spLocks/>
          </p:cNvSpPr>
          <p:nvPr/>
        </p:nvSpPr>
        <p:spPr>
          <a:xfrm>
            <a:off x="1428286" y="3138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D115A12B-C78B-4984-B1DE-6F213BC9441F}"/>
              </a:ext>
            </a:extLst>
          </p:cNvPr>
          <p:cNvSpPr>
            <a:spLocks/>
          </p:cNvSpPr>
          <p:nvPr/>
        </p:nvSpPr>
        <p:spPr>
          <a:xfrm>
            <a:off x="1426073" y="3167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8982622F-9A98-4D0B-9F94-DF3ABB1C7285}"/>
              </a:ext>
            </a:extLst>
          </p:cNvPr>
          <p:cNvSpPr>
            <a:spLocks/>
          </p:cNvSpPr>
          <p:nvPr/>
        </p:nvSpPr>
        <p:spPr>
          <a:xfrm>
            <a:off x="1469371" y="2697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63D36EA3-2C8F-47CD-9F47-58B1CC92EEB9}"/>
              </a:ext>
            </a:extLst>
          </p:cNvPr>
          <p:cNvSpPr>
            <a:spLocks/>
          </p:cNvSpPr>
          <p:nvPr/>
        </p:nvSpPr>
        <p:spPr>
          <a:xfrm>
            <a:off x="1415521" y="2946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7D4956E2-4D37-4573-A671-F5867085F88E}"/>
              </a:ext>
            </a:extLst>
          </p:cNvPr>
          <p:cNvSpPr>
            <a:spLocks/>
          </p:cNvSpPr>
          <p:nvPr/>
        </p:nvSpPr>
        <p:spPr>
          <a:xfrm>
            <a:off x="144804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B472F739-2CC8-44BA-90F7-0C966B38EE5E}"/>
              </a:ext>
            </a:extLst>
          </p:cNvPr>
          <p:cNvSpPr>
            <a:spLocks/>
          </p:cNvSpPr>
          <p:nvPr/>
        </p:nvSpPr>
        <p:spPr>
          <a:xfrm>
            <a:off x="1426138" y="22886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73B50B76-5179-4CFE-A3C2-4F6B6766F71D}"/>
              </a:ext>
            </a:extLst>
          </p:cNvPr>
          <p:cNvSpPr>
            <a:spLocks/>
          </p:cNvSpPr>
          <p:nvPr/>
        </p:nvSpPr>
        <p:spPr>
          <a:xfrm>
            <a:off x="1478448" y="2902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27880102-A10A-4945-A913-2C4A75C24067}"/>
              </a:ext>
            </a:extLst>
          </p:cNvPr>
          <p:cNvSpPr>
            <a:spLocks/>
          </p:cNvSpPr>
          <p:nvPr/>
        </p:nvSpPr>
        <p:spPr>
          <a:xfrm>
            <a:off x="1400621" y="1929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F0D367A4-D071-4C2F-BC3A-4BFA6F7CF496}"/>
              </a:ext>
            </a:extLst>
          </p:cNvPr>
          <p:cNvSpPr>
            <a:spLocks/>
          </p:cNvSpPr>
          <p:nvPr/>
        </p:nvSpPr>
        <p:spPr>
          <a:xfrm>
            <a:off x="1434343" y="2772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BF5F62F6-7053-4A29-AADE-C9E4415EFCDF}"/>
              </a:ext>
            </a:extLst>
          </p:cNvPr>
          <p:cNvSpPr>
            <a:spLocks/>
          </p:cNvSpPr>
          <p:nvPr/>
        </p:nvSpPr>
        <p:spPr>
          <a:xfrm>
            <a:off x="1488890" y="2527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71AFC338-8C58-489E-B65F-4080BC10FC54}"/>
              </a:ext>
            </a:extLst>
          </p:cNvPr>
          <p:cNvSpPr>
            <a:spLocks/>
          </p:cNvSpPr>
          <p:nvPr/>
        </p:nvSpPr>
        <p:spPr>
          <a:xfrm>
            <a:off x="1401532" y="217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CC42695D-1EBA-41D7-B48A-8DB91E810374}"/>
              </a:ext>
            </a:extLst>
          </p:cNvPr>
          <p:cNvSpPr>
            <a:spLocks/>
          </p:cNvSpPr>
          <p:nvPr/>
        </p:nvSpPr>
        <p:spPr>
          <a:xfrm>
            <a:off x="1482051" y="29254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FCB731BD-CA94-4E29-9829-FB9D7CC0888E}"/>
              </a:ext>
            </a:extLst>
          </p:cNvPr>
          <p:cNvSpPr>
            <a:spLocks/>
          </p:cNvSpPr>
          <p:nvPr/>
        </p:nvSpPr>
        <p:spPr>
          <a:xfrm>
            <a:off x="1410486" y="30220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6AD32416-0390-4F99-85A4-8126E13DB8BF}"/>
              </a:ext>
            </a:extLst>
          </p:cNvPr>
          <p:cNvSpPr>
            <a:spLocks/>
          </p:cNvSpPr>
          <p:nvPr/>
        </p:nvSpPr>
        <p:spPr>
          <a:xfrm>
            <a:off x="150636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B92797F8-3E6C-4198-9BB5-56F08D2CAB1E}"/>
              </a:ext>
            </a:extLst>
          </p:cNvPr>
          <p:cNvSpPr>
            <a:spLocks/>
          </p:cNvSpPr>
          <p:nvPr/>
        </p:nvSpPr>
        <p:spPr>
          <a:xfrm>
            <a:off x="1454303" y="206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10AF5B2B-C0D8-47D0-938F-9E5C478AAC95}"/>
              </a:ext>
            </a:extLst>
          </p:cNvPr>
          <p:cNvSpPr>
            <a:spLocks/>
          </p:cNvSpPr>
          <p:nvPr/>
        </p:nvSpPr>
        <p:spPr>
          <a:xfrm>
            <a:off x="1451635" y="2252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E7C716C9-76BA-47F3-9E17-C5342F2F035C}"/>
              </a:ext>
            </a:extLst>
          </p:cNvPr>
          <p:cNvSpPr>
            <a:spLocks/>
          </p:cNvSpPr>
          <p:nvPr/>
        </p:nvSpPr>
        <p:spPr>
          <a:xfrm>
            <a:off x="1445106" y="2119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F47EF251-3A2E-402F-AC8D-DCA3CB15766A}"/>
              </a:ext>
            </a:extLst>
          </p:cNvPr>
          <p:cNvSpPr>
            <a:spLocks/>
          </p:cNvSpPr>
          <p:nvPr/>
        </p:nvSpPr>
        <p:spPr>
          <a:xfrm>
            <a:off x="1524425" y="1998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471C9BD8-3D59-4708-9BBD-6F1F0F2BD256}"/>
              </a:ext>
            </a:extLst>
          </p:cNvPr>
          <p:cNvSpPr>
            <a:spLocks/>
          </p:cNvSpPr>
          <p:nvPr/>
        </p:nvSpPr>
        <p:spPr>
          <a:xfrm>
            <a:off x="14281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61E61153-600C-40DC-BE3A-4FA64E7ED74F}"/>
              </a:ext>
            </a:extLst>
          </p:cNvPr>
          <p:cNvSpPr>
            <a:spLocks/>
          </p:cNvSpPr>
          <p:nvPr/>
        </p:nvSpPr>
        <p:spPr>
          <a:xfrm>
            <a:off x="1507497" y="2125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372FC174-3AC6-4419-B2E3-A1C3A05DCB76}"/>
              </a:ext>
            </a:extLst>
          </p:cNvPr>
          <p:cNvSpPr>
            <a:spLocks/>
          </p:cNvSpPr>
          <p:nvPr/>
        </p:nvSpPr>
        <p:spPr>
          <a:xfrm>
            <a:off x="1437491" y="2220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61BA813C-BE04-40DD-B6BE-4CC2558E1C7E}"/>
              </a:ext>
            </a:extLst>
          </p:cNvPr>
          <p:cNvSpPr>
            <a:spLocks/>
          </p:cNvSpPr>
          <p:nvPr/>
        </p:nvSpPr>
        <p:spPr>
          <a:xfrm>
            <a:off x="1424154" y="19176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51713F3D-4823-419C-B315-E2710F728531}"/>
              </a:ext>
            </a:extLst>
          </p:cNvPr>
          <p:cNvSpPr>
            <a:spLocks/>
          </p:cNvSpPr>
          <p:nvPr/>
        </p:nvSpPr>
        <p:spPr>
          <a:xfrm>
            <a:off x="1527988" y="2966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6C3C0EB8-88B4-42C5-8635-0A91F12E2556}"/>
              </a:ext>
            </a:extLst>
          </p:cNvPr>
          <p:cNvSpPr>
            <a:spLocks/>
          </p:cNvSpPr>
          <p:nvPr/>
        </p:nvSpPr>
        <p:spPr>
          <a:xfrm>
            <a:off x="1452741" y="2600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247816D0-F3F0-47B4-A583-F11E54184CFF}"/>
              </a:ext>
            </a:extLst>
          </p:cNvPr>
          <p:cNvSpPr>
            <a:spLocks/>
          </p:cNvSpPr>
          <p:nvPr/>
        </p:nvSpPr>
        <p:spPr>
          <a:xfrm>
            <a:off x="1455439" y="1797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339E2FD5-79E4-403F-B44F-5F61043C415B}"/>
              </a:ext>
            </a:extLst>
          </p:cNvPr>
          <p:cNvSpPr>
            <a:spLocks/>
          </p:cNvSpPr>
          <p:nvPr/>
        </p:nvSpPr>
        <p:spPr>
          <a:xfrm>
            <a:off x="1442778" y="3215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43976884-6A2C-43EA-BC8C-C861EBD72697}"/>
              </a:ext>
            </a:extLst>
          </p:cNvPr>
          <p:cNvSpPr>
            <a:spLocks/>
          </p:cNvSpPr>
          <p:nvPr/>
        </p:nvSpPr>
        <p:spPr>
          <a:xfrm>
            <a:off x="1490619" y="19735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5EF178D5-A99C-4C41-A27B-5FD3857AA66F}"/>
              </a:ext>
            </a:extLst>
          </p:cNvPr>
          <p:cNvSpPr>
            <a:spLocks/>
          </p:cNvSpPr>
          <p:nvPr/>
        </p:nvSpPr>
        <p:spPr>
          <a:xfrm>
            <a:off x="1469631" y="2826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DC4559B7-3BE5-48DB-89D6-DB07064D9F21}"/>
              </a:ext>
            </a:extLst>
          </p:cNvPr>
          <p:cNvSpPr>
            <a:spLocks/>
          </p:cNvSpPr>
          <p:nvPr/>
        </p:nvSpPr>
        <p:spPr>
          <a:xfrm>
            <a:off x="1508963" y="31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E6F58D97-DB8D-4789-9B37-873EBF327D5A}"/>
              </a:ext>
            </a:extLst>
          </p:cNvPr>
          <p:cNvSpPr>
            <a:spLocks/>
          </p:cNvSpPr>
          <p:nvPr/>
        </p:nvSpPr>
        <p:spPr>
          <a:xfrm>
            <a:off x="1464759" y="1825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4A4B348C-A5AE-4539-8FCC-50D589B2C7F9}"/>
              </a:ext>
            </a:extLst>
          </p:cNvPr>
          <p:cNvSpPr>
            <a:spLocks/>
          </p:cNvSpPr>
          <p:nvPr/>
        </p:nvSpPr>
        <p:spPr>
          <a:xfrm>
            <a:off x="1441600" y="207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60B29766-BFFF-44E8-A86D-3EF41F7F1133}"/>
              </a:ext>
            </a:extLst>
          </p:cNvPr>
          <p:cNvSpPr>
            <a:spLocks/>
          </p:cNvSpPr>
          <p:nvPr/>
        </p:nvSpPr>
        <p:spPr>
          <a:xfrm>
            <a:off x="143114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EE16C374-7281-419A-B638-C586A84EAFF0}"/>
              </a:ext>
            </a:extLst>
          </p:cNvPr>
          <p:cNvSpPr>
            <a:spLocks/>
          </p:cNvSpPr>
          <p:nvPr/>
        </p:nvSpPr>
        <p:spPr>
          <a:xfrm>
            <a:off x="1442889" y="27821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3071ADF0-28B5-4B1F-AD10-4614D994E911}"/>
              </a:ext>
            </a:extLst>
          </p:cNvPr>
          <p:cNvSpPr>
            <a:spLocks/>
          </p:cNvSpPr>
          <p:nvPr/>
        </p:nvSpPr>
        <p:spPr>
          <a:xfrm>
            <a:off x="1458627" y="2697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FDD39B58-ECA9-4E69-B73B-166E2800AD12}"/>
              </a:ext>
            </a:extLst>
          </p:cNvPr>
          <p:cNvSpPr>
            <a:spLocks/>
          </p:cNvSpPr>
          <p:nvPr/>
        </p:nvSpPr>
        <p:spPr>
          <a:xfrm>
            <a:off x="1463349" y="281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B2EE0D2B-44EA-4EB4-ACAE-5CD9B87280EE}"/>
              </a:ext>
            </a:extLst>
          </p:cNvPr>
          <p:cNvSpPr>
            <a:spLocks/>
          </p:cNvSpPr>
          <p:nvPr/>
        </p:nvSpPr>
        <p:spPr>
          <a:xfrm>
            <a:off x="151088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68FEDB41-BD8F-40B0-AFFD-AA782014358A}"/>
              </a:ext>
            </a:extLst>
          </p:cNvPr>
          <p:cNvSpPr>
            <a:spLocks/>
          </p:cNvSpPr>
          <p:nvPr/>
        </p:nvSpPr>
        <p:spPr>
          <a:xfrm>
            <a:off x="1520030" y="24533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E43F3CC3-8D03-44F9-949E-C32A82D00766}"/>
              </a:ext>
            </a:extLst>
          </p:cNvPr>
          <p:cNvSpPr>
            <a:spLocks/>
          </p:cNvSpPr>
          <p:nvPr/>
        </p:nvSpPr>
        <p:spPr>
          <a:xfrm>
            <a:off x="1427458" y="1987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C84A58E5-C0AA-4EB2-8366-417F4493F68D}"/>
              </a:ext>
            </a:extLst>
          </p:cNvPr>
          <p:cNvSpPr>
            <a:spLocks/>
          </p:cNvSpPr>
          <p:nvPr/>
        </p:nvSpPr>
        <p:spPr>
          <a:xfrm>
            <a:off x="1410465" y="316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56B5E373-E9FF-4DA9-93A5-AA8EA9C3771A}"/>
              </a:ext>
            </a:extLst>
          </p:cNvPr>
          <p:cNvSpPr>
            <a:spLocks/>
          </p:cNvSpPr>
          <p:nvPr/>
        </p:nvSpPr>
        <p:spPr>
          <a:xfrm>
            <a:off x="150951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02472BC-29E7-436E-A839-6E06693DB928}"/>
              </a:ext>
            </a:extLst>
          </p:cNvPr>
          <p:cNvSpPr>
            <a:spLocks/>
          </p:cNvSpPr>
          <p:nvPr/>
        </p:nvSpPr>
        <p:spPr>
          <a:xfrm>
            <a:off x="13920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964C7E26-3283-4EF7-B44F-36E5AB734C22}"/>
              </a:ext>
            </a:extLst>
          </p:cNvPr>
          <p:cNvSpPr>
            <a:spLocks/>
          </p:cNvSpPr>
          <p:nvPr/>
        </p:nvSpPr>
        <p:spPr>
          <a:xfrm>
            <a:off x="1471957" y="2883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6F58A6FB-FD8A-47EE-BFEE-42315AAF0548}"/>
              </a:ext>
            </a:extLst>
          </p:cNvPr>
          <p:cNvSpPr>
            <a:spLocks/>
          </p:cNvSpPr>
          <p:nvPr/>
        </p:nvSpPr>
        <p:spPr>
          <a:xfrm>
            <a:off x="1482038" y="2955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D26F01C7-FA2C-42F2-950A-FE9A5C302AF3}"/>
              </a:ext>
            </a:extLst>
          </p:cNvPr>
          <p:cNvSpPr>
            <a:spLocks/>
          </p:cNvSpPr>
          <p:nvPr/>
        </p:nvSpPr>
        <p:spPr>
          <a:xfrm>
            <a:off x="1495292" y="19217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FA12365-4FFD-4D40-80C1-FACF90054E5F}"/>
              </a:ext>
            </a:extLst>
          </p:cNvPr>
          <p:cNvSpPr>
            <a:spLocks/>
          </p:cNvSpPr>
          <p:nvPr/>
        </p:nvSpPr>
        <p:spPr>
          <a:xfrm>
            <a:off x="1499607" y="2274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68D9D7A9-4A2A-491B-BA30-9E366D94844F}"/>
              </a:ext>
            </a:extLst>
          </p:cNvPr>
          <p:cNvSpPr>
            <a:spLocks/>
          </p:cNvSpPr>
          <p:nvPr/>
        </p:nvSpPr>
        <p:spPr>
          <a:xfrm>
            <a:off x="1478281" y="27804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F82EF272-AE48-4460-90F1-1A27FA5B900A}"/>
              </a:ext>
            </a:extLst>
          </p:cNvPr>
          <p:cNvSpPr>
            <a:spLocks/>
          </p:cNvSpPr>
          <p:nvPr/>
        </p:nvSpPr>
        <p:spPr>
          <a:xfrm>
            <a:off x="1409181" y="2688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F9D55C09-544D-443D-865D-F7B0A73E9053}"/>
              </a:ext>
            </a:extLst>
          </p:cNvPr>
          <p:cNvSpPr>
            <a:spLocks/>
          </p:cNvSpPr>
          <p:nvPr/>
        </p:nvSpPr>
        <p:spPr>
          <a:xfrm>
            <a:off x="1434594" y="2924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DA38E96F-A8E6-4DCC-9208-A3EA51202B67}"/>
              </a:ext>
            </a:extLst>
          </p:cNvPr>
          <p:cNvSpPr>
            <a:spLocks/>
          </p:cNvSpPr>
          <p:nvPr/>
        </p:nvSpPr>
        <p:spPr>
          <a:xfrm>
            <a:off x="1389204" y="25355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01CF01D5-43DF-46ED-B5A2-5A2DE5BD66F2}"/>
              </a:ext>
            </a:extLst>
          </p:cNvPr>
          <p:cNvSpPr>
            <a:spLocks/>
          </p:cNvSpPr>
          <p:nvPr/>
        </p:nvSpPr>
        <p:spPr>
          <a:xfrm>
            <a:off x="1526718" y="2413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1C51F14E-1DD0-4A4C-BBBC-8F5152BA8C85}"/>
              </a:ext>
            </a:extLst>
          </p:cNvPr>
          <p:cNvSpPr>
            <a:spLocks/>
          </p:cNvSpPr>
          <p:nvPr/>
        </p:nvSpPr>
        <p:spPr>
          <a:xfrm>
            <a:off x="1435843" y="21423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7CB378E0-F53B-488D-BCF2-35E810B46276}"/>
              </a:ext>
            </a:extLst>
          </p:cNvPr>
          <p:cNvSpPr>
            <a:spLocks/>
          </p:cNvSpPr>
          <p:nvPr/>
        </p:nvSpPr>
        <p:spPr>
          <a:xfrm>
            <a:off x="1482142" y="2479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BC7B9E88-BA46-4F68-B008-0A37DE9F465D}"/>
              </a:ext>
            </a:extLst>
          </p:cNvPr>
          <p:cNvSpPr>
            <a:spLocks/>
          </p:cNvSpPr>
          <p:nvPr/>
        </p:nvSpPr>
        <p:spPr>
          <a:xfrm>
            <a:off x="1401866" y="2908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70C9BBE2-8B29-4E70-84F4-2A6CFF2A5D01}"/>
              </a:ext>
            </a:extLst>
          </p:cNvPr>
          <p:cNvSpPr>
            <a:spLocks/>
          </p:cNvSpPr>
          <p:nvPr/>
        </p:nvSpPr>
        <p:spPr>
          <a:xfrm>
            <a:off x="1412581" y="3151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38C5AE1D-C89D-4C22-9F2C-9C8D30DBCB57}"/>
              </a:ext>
            </a:extLst>
          </p:cNvPr>
          <p:cNvSpPr>
            <a:spLocks/>
          </p:cNvSpPr>
          <p:nvPr/>
        </p:nvSpPr>
        <p:spPr>
          <a:xfrm>
            <a:off x="1516068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100463AE-4B60-49B1-A2C0-0C3BBC0E46A2}"/>
              </a:ext>
            </a:extLst>
          </p:cNvPr>
          <p:cNvSpPr>
            <a:spLocks/>
          </p:cNvSpPr>
          <p:nvPr/>
        </p:nvSpPr>
        <p:spPr>
          <a:xfrm>
            <a:off x="145031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0F92D45F-86C1-4595-9585-B8DB3619B0EC}"/>
              </a:ext>
            </a:extLst>
          </p:cNvPr>
          <p:cNvSpPr>
            <a:spLocks/>
          </p:cNvSpPr>
          <p:nvPr/>
        </p:nvSpPr>
        <p:spPr>
          <a:xfrm>
            <a:off x="1396291" y="20203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8CA1E893-F24D-4166-90AD-18AE33CE5291}"/>
              </a:ext>
            </a:extLst>
          </p:cNvPr>
          <p:cNvSpPr>
            <a:spLocks/>
          </p:cNvSpPr>
          <p:nvPr/>
        </p:nvSpPr>
        <p:spPr>
          <a:xfrm>
            <a:off x="143633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AD881834-0FC5-48FE-8BE0-DA22E657A8B2}"/>
              </a:ext>
            </a:extLst>
          </p:cNvPr>
          <p:cNvSpPr>
            <a:spLocks/>
          </p:cNvSpPr>
          <p:nvPr/>
        </p:nvSpPr>
        <p:spPr>
          <a:xfrm>
            <a:off x="1407418" y="23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5043CAD8-CCF0-4BF2-BA60-DDF97BDCEF82}"/>
              </a:ext>
            </a:extLst>
          </p:cNvPr>
          <p:cNvSpPr>
            <a:spLocks/>
          </p:cNvSpPr>
          <p:nvPr/>
        </p:nvSpPr>
        <p:spPr>
          <a:xfrm>
            <a:off x="1432198" y="295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B3533BA-3FAB-44B8-8570-A9F810A8BAF5}"/>
              </a:ext>
            </a:extLst>
          </p:cNvPr>
          <p:cNvSpPr>
            <a:spLocks/>
          </p:cNvSpPr>
          <p:nvPr/>
        </p:nvSpPr>
        <p:spPr>
          <a:xfrm>
            <a:off x="1463313" y="3095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D3D7686E-5AB1-474B-AF2D-B7B5F587AD56}"/>
              </a:ext>
            </a:extLst>
          </p:cNvPr>
          <p:cNvSpPr>
            <a:spLocks/>
          </p:cNvSpPr>
          <p:nvPr/>
        </p:nvSpPr>
        <p:spPr>
          <a:xfrm>
            <a:off x="1423062" y="2070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6B2DFECF-C78F-4DBB-9FB9-6B04F9C1F3DF}"/>
              </a:ext>
            </a:extLst>
          </p:cNvPr>
          <p:cNvSpPr>
            <a:spLocks/>
          </p:cNvSpPr>
          <p:nvPr/>
        </p:nvSpPr>
        <p:spPr>
          <a:xfrm>
            <a:off x="1487137" y="1906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9939B763-AB51-4463-AE8C-92EDD75A862F}"/>
              </a:ext>
            </a:extLst>
          </p:cNvPr>
          <p:cNvSpPr>
            <a:spLocks/>
          </p:cNvSpPr>
          <p:nvPr/>
        </p:nvSpPr>
        <p:spPr>
          <a:xfrm>
            <a:off x="1472454" y="3018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BF5B17A7-8FAC-45FC-A508-EF95A748E03C}"/>
              </a:ext>
            </a:extLst>
          </p:cNvPr>
          <p:cNvSpPr>
            <a:spLocks/>
          </p:cNvSpPr>
          <p:nvPr/>
        </p:nvSpPr>
        <p:spPr>
          <a:xfrm>
            <a:off x="14546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0C049FEE-10DB-4008-A55F-1B2D5CD28FA6}"/>
              </a:ext>
            </a:extLst>
          </p:cNvPr>
          <p:cNvSpPr>
            <a:spLocks/>
          </p:cNvSpPr>
          <p:nvPr/>
        </p:nvSpPr>
        <p:spPr>
          <a:xfrm>
            <a:off x="1489230" y="2491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4569A284-F87A-41EF-883E-855847EE6C19}"/>
              </a:ext>
            </a:extLst>
          </p:cNvPr>
          <p:cNvSpPr>
            <a:spLocks/>
          </p:cNvSpPr>
          <p:nvPr/>
        </p:nvSpPr>
        <p:spPr>
          <a:xfrm>
            <a:off x="1477620" y="1983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DE57FD9C-A1B0-4527-919B-24465C758C61}"/>
              </a:ext>
            </a:extLst>
          </p:cNvPr>
          <p:cNvSpPr>
            <a:spLocks/>
          </p:cNvSpPr>
          <p:nvPr/>
        </p:nvSpPr>
        <p:spPr>
          <a:xfrm>
            <a:off x="1418979" y="2338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B9B919F9-6B3E-4C14-BE8C-684631CA5E7A}"/>
              </a:ext>
            </a:extLst>
          </p:cNvPr>
          <p:cNvSpPr>
            <a:spLocks/>
          </p:cNvSpPr>
          <p:nvPr/>
        </p:nvSpPr>
        <p:spPr>
          <a:xfrm>
            <a:off x="1481621" y="24482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9810F9DF-8B44-4C78-9691-687543B72391}"/>
              </a:ext>
            </a:extLst>
          </p:cNvPr>
          <p:cNvSpPr>
            <a:spLocks/>
          </p:cNvSpPr>
          <p:nvPr/>
        </p:nvSpPr>
        <p:spPr>
          <a:xfrm>
            <a:off x="1434285" y="20338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57B4EAD3-E257-451A-9D20-4E680BD220DC}"/>
              </a:ext>
            </a:extLst>
          </p:cNvPr>
          <p:cNvSpPr>
            <a:spLocks/>
          </p:cNvSpPr>
          <p:nvPr/>
        </p:nvSpPr>
        <p:spPr>
          <a:xfrm>
            <a:off x="1489631" y="206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335DE6B8-4500-4E38-B265-889DC80CAE15}"/>
              </a:ext>
            </a:extLst>
          </p:cNvPr>
          <p:cNvSpPr>
            <a:spLocks/>
          </p:cNvSpPr>
          <p:nvPr/>
        </p:nvSpPr>
        <p:spPr>
          <a:xfrm>
            <a:off x="1469217" y="2499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8BD9ECA2-A251-472B-9DEC-613423CB2B50}"/>
              </a:ext>
            </a:extLst>
          </p:cNvPr>
          <p:cNvSpPr>
            <a:spLocks/>
          </p:cNvSpPr>
          <p:nvPr/>
        </p:nvSpPr>
        <p:spPr>
          <a:xfrm>
            <a:off x="1398820" y="22617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9EBB7C42-FB07-453F-93F9-22443F5CB117}"/>
              </a:ext>
            </a:extLst>
          </p:cNvPr>
          <p:cNvSpPr>
            <a:spLocks/>
          </p:cNvSpPr>
          <p:nvPr/>
        </p:nvSpPr>
        <p:spPr>
          <a:xfrm>
            <a:off x="1489029" y="2631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E230FCA5-7E07-4CE0-99E8-EE9844C5A0EA}"/>
              </a:ext>
            </a:extLst>
          </p:cNvPr>
          <p:cNvSpPr>
            <a:spLocks/>
          </p:cNvSpPr>
          <p:nvPr/>
        </p:nvSpPr>
        <p:spPr>
          <a:xfrm>
            <a:off x="1499978" y="21461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80DCDA14-90DA-4F7D-89C1-28E1FCADD106}"/>
              </a:ext>
            </a:extLst>
          </p:cNvPr>
          <p:cNvSpPr>
            <a:spLocks/>
          </p:cNvSpPr>
          <p:nvPr/>
        </p:nvSpPr>
        <p:spPr>
          <a:xfrm>
            <a:off x="14837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6BFE2A40-09C7-47E0-AF99-66B554D1E1EA}"/>
              </a:ext>
            </a:extLst>
          </p:cNvPr>
          <p:cNvSpPr>
            <a:spLocks/>
          </p:cNvSpPr>
          <p:nvPr/>
        </p:nvSpPr>
        <p:spPr>
          <a:xfrm>
            <a:off x="1456879" y="2482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8D0B8BC7-730F-4830-8ADA-93BB053E1DDF}"/>
              </a:ext>
            </a:extLst>
          </p:cNvPr>
          <p:cNvSpPr>
            <a:spLocks/>
          </p:cNvSpPr>
          <p:nvPr/>
        </p:nvSpPr>
        <p:spPr>
          <a:xfrm>
            <a:off x="1425117" y="2068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9496B130-1A0F-4E58-BF8B-06FCA5325AC8}"/>
              </a:ext>
            </a:extLst>
          </p:cNvPr>
          <p:cNvSpPr>
            <a:spLocks/>
          </p:cNvSpPr>
          <p:nvPr/>
        </p:nvSpPr>
        <p:spPr>
          <a:xfrm>
            <a:off x="139696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5A67B02C-81AB-4C74-A4F8-628AE1654ACC}"/>
              </a:ext>
            </a:extLst>
          </p:cNvPr>
          <p:cNvSpPr>
            <a:spLocks/>
          </p:cNvSpPr>
          <p:nvPr/>
        </p:nvSpPr>
        <p:spPr>
          <a:xfrm>
            <a:off x="1494454" y="24383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125AE625-AEC6-4D19-B636-7F95D7D89FDE}"/>
              </a:ext>
            </a:extLst>
          </p:cNvPr>
          <p:cNvSpPr>
            <a:spLocks/>
          </p:cNvSpPr>
          <p:nvPr/>
        </p:nvSpPr>
        <p:spPr>
          <a:xfrm>
            <a:off x="150963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B15AD60B-B8FA-41CF-86C9-187373AEAF04}"/>
              </a:ext>
            </a:extLst>
          </p:cNvPr>
          <p:cNvSpPr>
            <a:spLocks/>
          </p:cNvSpPr>
          <p:nvPr/>
        </p:nvSpPr>
        <p:spPr>
          <a:xfrm>
            <a:off x="1492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19B9C210-DC9C-4F53-AF9C-8DF4387775C4}"/>
              </a:ext>
            </a:extLst>
          </p:cNvPr>
          <p:cNvSpPr>
            <a:spLocks/>
          </p:cNvSpPr>
          <p:nvPr/>
        </p:nvSpPr>
        <p:spPr>
          <a:xfrm>
            <a:off x="1425585" y="3269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9A0A4E10-6505-4036-B630-B855E58BB374}"/>
              </a:ext>
            </a:extLst>
          </p:cNvPr>
          <p:cNvSpPr>
            <a:spLocks/>
          </p:cNvSpPr>
          <p:nvPr/>
        </p:nvSpPr>
        <p:spPr>
          <a:xfrm>
            <a:off x="1472876" y="2538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A8157BA3-DB14-4C37-B2FB-344CBC5BEDC6}"/>
              </a:ext>
            </a:extLst>
          </p:cNvPr>
          <p:cNvSpPr>
            <a:spLocks/>
          </p:cNvSpPr>
          <p:nvPr/>
        </p:nvSpPr>
        <p:spPr>
          <a:xfrm>
            <a:off x="1406227" y="3231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97CE2D2C-553F-4951-8AC4-13A4B736D449}"/>
              </a:ext>
            </a:extLst>
          </p:cNvPr>
          <p:cNvSpPr>
            <a:spLocks/>
          </p:cNvSpPr>
          <p:nvPr/>
        </p:nvSpPr>
        <p:spPr>
          <a:xfrm>
            <a:off x="1474506" y="2349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C4C07113-8B7E-4EE3-8D39-CCF7EEF203AC}"/>
              </a:ext>
            </a:extLst>
          </p:cNvPr>
          <p:cNvSpPr>
            <a:spLocks/>
          </p:cNvSpPr>
          <p:nvPr/>
        </p:nvSpPr>
        <p:spPr>
          <a:xfrm>
            <a:off x="1479252" y="2036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E82FD78E-F30A-4E55-84BB-EB85C9FF9842}"/>
              </a:ext>
            </a:extLst>
          </p:cNvPr>
          <p:cNvSpPr>
            <a:spLocks/>
          </p:cNvSpPr>
          <p:nvPr/>
        </p:nvSpPr>
        <p:spPr>
          <a:xfrm>
            <a:off x="1449026" y="2892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AB56C3A1-66EA-458D-8369-F24790123EC4}"/>
              </a:ext>
            </a:extLst>
          </p:cNvPr>
          <p:cNvSpPr>
            <a:spLocks/>
          </p:cNvSpPr>
          <p:nvPr/>
        </p:nvSpPr>
        <p:spPr>
          <a:xfrm>
            <a:off x="1479352" y="212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90B8C94E-FF9D-476C-AE17-C6D06B1D2FA7}"/>
              </a:ext>
            </a:extLst>
          </p:cNvPr>
          <p:cNvSpPr>
            <a:spLocks/>
          </p:cNvSpPr>
          <p:nvPr/>
        </p:nvSpPr>
        <p:spPr>
          <a:xfrm>
            <a:off x="1497726" y="29656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8B47C887-A2EA-4858-9CCC-FB4AEE699D18}"/>
              </a:ext>
            </a:extLst>
          </p:cNvPr>
          <p:cNvSpPr>
            <a:spLocks/>
          </p:cNvSpPr>
          <p:nvPr/>
        </p:nvSpPr>
        <p:spPr>
          <a:xfrm>
            <a:off x="1508925" y="2452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45A6BF05-43AE-4E1D-96DF-3B7E1F6DD3D5}"/>
              </a:ext>
            </a:extLst>
          </p:cNvPr>
          <p:cNvSpPr>
            <a:spLocks/>
          </p:cNvSpPr>
          <p:nvPr/>
        </p:nvSpPr>
        <p:spPr>
          <a:xfrm>
            <a:off x="1526640" y="3103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41305746-03AE-412C-B89C-51F58F731C1F}"/>
              </a:ext>
            </a:extLst>
          </p:cNvPr>
          <p:cNvSpPr>
            <a:spLocks/>
          </p:cNvSpPr>
          <p:nvPr/>
        </p:nvSpPr>
        <p:spPr>
          <a:xfrm>
            <a:off x="1397505" y="2633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B1CB54C9-D8F7-45B4-B599-6E5683CB7095}"/>
              </a:ext>
            </a:extLst>
          </p:cNvPr>
          <p:cNvSpPr>
            <a:spLocks/>
          </p:cNvSpPr>
          <p:nvPr/>
        </p:nvSpPr>
        <p:spPr>
          <a:xfrm>
            <a:off x="1473015" y="2261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A4A142B7-D1D7-4B51-98D5-FB6C747FC94F}"/>
              </a:ext>
            </a:extLst>
          </p:cNvPr>
          <p:cNvSpPr>
            <a:spLocks/>
          </p:cNvSpPr>
          <p:nvPr/>
        </p:nvSpPr>
        <p:spPr>
          <a:xfrm>
            <a:off x="1437106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E043CF8A-2CF4-4507-B985-DA9524AD4566}"/>
              </a:ext>
            </a:extLst>
          </p:cNvPr>
          <p:cNvSpPr>
            <a:spLocks/>
          </p:cNvSpPr>
          <p:nvPr/>
        </p:nvSpPr>
        <p:spPr>
          <a:xfrm>
            <a:off x="1473003" y="2931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C2E23E21-BDA2-4886-9F46-3E33E259CC96}"/>
              </a:ext>
            </a:extLst>
          </p:cNvPr>
          <p:cNvSpPr>
            <a:spLocks/>
          </p:cNvSpPr>
          <p:nvPr/>
        </p:nvSpPr>
        <p:spPr>
          <a:xfrm>
            <a:off x="1505546" y="2092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905B09BB-9D69-4AA0-9F8B-53ADE83338D7}"/>
              </a:ext>
            </a:extLst>
          </p:cNvPr>
          <p:cNvSpPr>
            <a:spLocks/>
          </p:cNvSpPr>
          <p:nvPr/>
        </p:nvSpPr>
        <p:spPr>
          <a:xfrm>
            <a:off x="1507907" y="3202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E4E94DBA-7071-42DF-B083-4170B9450348}"/>
              </a:ext>
            </a:extLst>
          </p:cNvPr>
          <p:cNvSpPr>
            <a:spLocks/>
          </p:cNvSpPr>
          <p:nvPr/>
        </p:nvSpPr>
        <p:spPr>
          <a:xfrm>
            <a:off x="1404632" y="2045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A47E2A26-E99D-49D6-ACA1-E8DA24B37A97}"/>
              </a:ext>
            </a:extLst>
          </p:cNvPr>
          <p:cNvSpPr>
            <a:spLocks/>
          </p:cNvSpPr>
          <p:nvPr/>
        </p:nvSpPr>
        <p:spPr>
          <a:xfrm>
            <a:off x="1410534" y="2363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74B88F69-A7D4-4281-B711-7F3E1CC688C6}"/>
              </a:ext>
            </a:extLst>
          </p:cNvPr>
          <p:cNvSpPr>
            <a:spLocks/>
          </p:cNvSpPr>
          <p:nvPr/>
        </p:nvSpPr>
        <p:spPr>
          <a:xfrm>
            <a:off x="1410512" y="2040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2727A7E5-E415-4870-9D3C-40AE838368C4}"/>
              </a:ext>
            </a:extLst>
          </p:cNvPr>
          <p:cNvSpPr>
            <a:spLocks/>
          </p:cNvSpPr>
          <p:nvPr/>
        </p:nvSpPr>
        <p:spPr>
          <a:xfrm>
            <a:off x="1484637" y="30308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A576F55A-D9A2-4984-9566-83E9C0DEC036}"/>
              </a:ext>
            </a:extLst>
          </p:cNvPr>
          <p:cNvSpPr>
            <a:spLocks/>
          </p:cNvSpPr>
          <p:nvPr/>
        </p:nvSpPr>
        <p:spPr>
          <a:xfrm>
            <a:off x="1403296" y="226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3AD4A4FC-46FB-49B1-A91D-C9B2B58CD1DF}"/>
              </a:ext>
            </a:extLst>
          </p:cNvPr>
          <p:cNvSpPr>
            <a:spLocks/>
          </p:cNvSpPr>
          <p:nvPr/>
        </p:nvSpPr>
        <p:spPr>
          <a:xfrm>
            <a:off x="1486230" y="2666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7FFF35BE-9FD7-4A6A-98FD-A46551665411}"/>
              </a:ext>
            </a:extLst>
          </p:cNvPr>
          <p:cNvSpPr>
            <a:spLocks/>
          </p:cNvSpPr>
          <p:nvPr/>
        </p:nvSpPr>
        <p:spPr>
          <a:xfrm>
            <a:off x="1452004" y="267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DAC63B1A-8F31-47B7-B749-F2CA94527582}"/>
              </a:ext>
            </a:extLst>
          </p:cNvPr>
          <p:cNvSpPr>
            <a:spLocks/>
          </p:cNvSpPr>
          <p:nvPr/>
        </p:nvSpPr>
        <p:spPr>
          <a:xfrm>
            <a:off x="1440019" y="26747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F0462494-215D-4D31-8EE6-85C34D350B90}"/>
              </a:ext>
            </a:extLst>
          </p:cNvPr>
          <p:cNvSpPr>
            <a:spLocks/>
          </p:cNvSpPr>
          <p:nvPr/>
        </p:nvSpPr>
        <p:spPr>
          <a:xfrm>
            <a:off x="1409171" y="2637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E79399F1-5918-4E93-8BA6-8140CA824A83}"/>
              </a:ext>
            </a:extLst>
          </p:cNvPr>
          <p:cNvSpPr>
            <a:spLocks/>
          </p:cNvSpPr>
          <p:nvPr/>
        </p:nvSpPr>
        <p:spPr>
          <a:xfrm>
            <a:off x="1452885" y="2147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D470DE3D-2E78-4C85-801A-A3E9EDDED5DC}"/>
              </a:ext>
            </a:extLst>
          </p:cNvPr>
          <p:cNvSpPr>
            <a:spLocks/>
          </p:cNvSpPr>
          <p:nvPr/>
        </p:nvSpPr>
        <p:spPr>
          <a:xfrm>
            <a:off x="1428869" y="3351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104D010B-8D72-4D29-B35B-5A4B0D441CBE}"/>
              </a:ext>
            </a:extLst>
          </p:cNvPr>
          <p:cNvSpPr>
            <a:spLocks/>
          </p:cNvSpPr>
          <p:nvPr/>
        </p:nvSpPr>
        <p:spPr>
          <a:xfrm>
            <a:off x="1516944" y="2732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0D657094-D53F-4096-A8D9-57066D8A0B47}"/>
              </a:ext>
            </a:extLst>
          </p:cNvPr>
          <p:cNvSpPr>
            <a:spLocks/>
          </p:cNvSpPr>
          <p:nvPr/>
        </p:nvSpPr>
        <p:spPr>
          <a:xfrm>
            <a:off x="1499786" y="233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13BB7228-25DA-4B76-A950-BEBD1A39503F}"/>
              </a:ext>
            </a:extLst>
          </p:cNvPr>
          <p:cNvSpPr>
            <a:spLocks/>
          </p:cNvSpPr>
          <p:nvPr/>
        </p:nvSpPr>
        <p:spPr>
          <a:xfrm>
            <a:off x="1471576" y="2810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58B82F02-45F0-470B-AEFB-7368D6E88076}"/>
              </a:ext>
            </a:extLst>
          </p:cNvPr>
          <p:cNvSpPr>
            <a:spLocks/>
          </p:cNvSpPr>
          <p:nvPr/>
        </p:nvSpPr>
        <p:spPr>
          <a:xfrm>
            <a:off x="1409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14E96EB9-62A9-4362-AE89-DFE083D3ADBF}"/>
              </a:ext>
            </a:extLst>
          </p:cNvPr>
          <p:cNvSpPr>
            <a:spLocks/>
          </p:cNvSpPr>
          <p:nvPr/>
        </p:nvSpPr>
        <p:spPr>
          <a:xfrm>
            <a:off x="1434467" y="3119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FE5D6353-ADE8-4F31-8822-EABD9E6D24DC}"/>
              </a:ext>
            </a:extLst>
          </p:cNvPr>
          <p:cNvSpPr>
            <a:spLocks/>
          </p:cNvSpPr>
          <p:nvPr/>
        </p:nvSpPr>
        <p:spPr>
          <a:xfrm>
            <a:off x="14263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8E054E46-0040-4C84-8051-D477C1A45011}"/>
              </a:ext>
            </a:extLst>
          </p:cNvPr>
          <p:cNvSpPr>
            <a:spLocks/>
          </p:cNvSpPr>
          <p:nvPr/>
        </p:nvSpPr>
        <p:spPr>
          <a:xfrm>
            <a:off x="148355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5614D761-8768-40D7-BCD5-2A013FEB85E7}"/>
              </a:ext>
            </a:extLst>
          </p:cNvPr>
          <p:cNvSpPr>
            <a:spLocks/>
          </p:cNvSpPr>
          <p:nvPr/>
        </p:nvSpPr>
        <p:spPr>
          <a:xfrm>
            <a:off x="1705723" y="19769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63ED086A-C65F-4387-914D-94A4B61C9BAA}"/>
              </a:ext>
            </a:extLst>
          </p:cNvPr>
          <p:cNvSpPr>
            <a:spLocks/>
          </p:cNvSpPr>
          <p:nvPr/>
        </p:nvSpPr>
        <p:spPr>
          <a:xfrm>
            <a:off x="1629409" y="186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11115C8B-EAAD-4250-A300-62ECF4A932A4}"/>
              </a:ext>
            </a:extLst>
          </p:cNvPr>
          <p:cNvSpPr>
            <a:spLocks/>
          </p:cNvSpPr>
          <p:nvPr/>
        </p:nvSpPr>
        <p:spPr>
          <a:xfrm>
            <a:off x="1736330" y="1968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2A81323A-0987-424C-A853-5C2B634D0EAA}"/>
              </a:ext>
            </a:extLst>
          </p:cNvPr>
          <p:cNvSpPr>
            <a:spLocks/>
          </p:cNvSpPr>
          <p:nvPr/>
        </p:nvSpPr>
        <p:spPr>
          <a:xfrm>
            <a:off x="1630533" y="3229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02AB9224-2571-4789-B446-2DA7DF64B81E}"/>
              </a:ext>
            </a:extLst>
          </p:cNvPr>
          <p:cNvSpPr>
            <a:spLocks/>
          </p:cNvSpPr>
          <p:nvPr/>
        </p:nvSpPr>
        <p:spPr>
          <a:xfrm>
            <a:off x="1696787" y="2087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C79B7C4E-2E8B-4588-8540-1FE3928BAFE8}"/>
              </a:ext>
            </a:extLst>
          </p:cNvPr>
          <p:cNvSpPr>
            <a:spLocks/>
          </p:cNvSpPr>
          <p:nvPr/>
        </p:nvSpPr>
        <p:spPr>
          <a:xfrm>
            <a:off x="1698249" y="216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4FAC796C-740B-4BE4-A63E-332EDD63CAB7}"/>
              </a:ext>
            </a:extLst>
          </p:cNvPr>
          <p:cNvSpPr>
            <a:spLocks/>
          </p:cNvSpPr>
          <p:nvPr/>
        </p:nvSpPr>
        <p:spPr>
          <a:xfrm>
            <a:off x="1752741" y="1996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B6262CB8-B734-44E3-A7F8-B448BD211527}"/>
              </a:ext>
            </a:extLst>
          </p:cNvPr>
          <p:cNvSpPr>
            <a:spLocks/>
          </p:cNvSpPr>
          <p:nvPr/>
        </p:nvSpPr>
        <p:spPr>
          <a:xfrm>
            <a:off x="1693842" y="2049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B1C316C1-25F0-497F-AB15-F617BBFFDDA5}"/>
              </a:ext>
            </a:extLst>
          </p:cNvPr>
          <p:cNvSpPr>
            <a:spLocks/>
          </p:cNvSpPr>
          <p:nvPr/>
        </p:nvSpPr>
        <p:spPr>
          <a:xfrm>
            <a:off x="1692966" y="27878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8830A433-220A-43A6-9469-E57C39C02E42}"/>
              </a:ext>
            </a:extLst>
          </p:cNvPr>
          <p:cNvSpPr>
            <a:spLocks/>
          </p:cNvSpPr>
          <p:nvPr/>
        </p:nvSpPr>
        <p:spPr>
          <a:xfrm>
            <a:off x="1692917" y="2714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65497E75-2443-4D2E-99ED-2029A58611B0}"/>
              </a:ext>
            </a:extLst>
          </p:cNvPr>
          <p:cNvSpPr>
            <a:spLocks/>
          </p:cNvSpPr>
          <p:nvPr/>
        </p:nvSpPr>
        <p:spPr>
          <a:xfrm>
            <a:off x="1661337" y="2750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35D5B2C7-3657-48E7-B1FC-BA1792DF8EE7}"/>
              </a:ext>
            </a:extLst>
          </p:cNvPr>
          <p:cNvSpPr>
            <a:spLocks/>
          </p:cNvSpPr>
          <p:nvPr/>
        </p:nvSpPr>
        <p:spPr>
          <a:xfrm>
            <a:off x="1621338" y="2009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13D27A2E-CB7A-460C-88C5-8F42A45AD879}"/>
              </a:ext>
            </a:extLst>
          </p:cNvPr>
          <p:cNvSpPr>
            <a:spLocks/>
          </p:cNvSpPr>
          <p:nvPr/>
        </p:nvSpPr>
        <p:spPr>
          <a:xfrm>
            <a:off x="1733773" y="2222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FBD9C338-308F-42E1-8B67-9A2643C0E62A}"/>
              </a:ext>
            </a:extLst>
          </p:cNvPr>
          <p:cNvSpPr>
            <a:spLocks/>
          </p:cNvSpPr>
          <p:nvPr/>
        </p:nvSpPr>
        <p:spPr>
          <a:xfrm>
            <a:off x="1613627" y="25864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B22FA25D-4331-4C2D-97CE-799AC633B661}"/>
              </a:ext>
            </a:extLst>
          </p:cNvPr>
          <p:cNvSpPr>
            <a:spLocks/>
          </p:cNvSpPr>
          <p:nvPr/>
        </p:nvSpPr>
        <p:spPr>
          <a:xfrm>
            <a:off x="1751763" y="205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E1F55F23-2264-4CEF-81EB-CFDD5920E9C6}"/>
              </a:ext>
            </a:extLst>
          </p:cNvPr>
          <p:cNvSpPr>
            <a:spLocks/>
          </p:cNvSpPr>
          <p:nvPr/>
        </p:nvSpPr>
        <p:spPr>
          <a:xfrm>
            <a:off x="1737248" y="2058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AEC77015-285C-441D-8B98-DD980F4D526C}"/>
              </a:ext>
            </a:extLst>
          </p:cNvPr>
          <p:cNvSpPr>
            <a:spLocks/>
          </p:cNvSpPr>
          <p:nvPr/>
        </p:nvSpPr>
        <p:spPr>
          <a:xfrm>
            <a:off x="1664009" y="28776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7158EA26-AF8A-4567-B8C2-6217C602A89E}"/>
              </a:ext>
            </a:extLst>
          </p:cNvPr>
          <p:cNvSpPr>
            <a:spLocks/>
          </p:cNvSpPr>
          <p:nvPr/>
        </p:nvSpPr>
        <p:spPr>
          <a:xfrm>
            <a:off x="1717795" y="21364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E34E9503-BF98-4AAD-8934-8D30039783A7}"/>
              </a:ext>
            </a:extLst>
          </p:cNvPr>
          <p:cNvSpPr>
            <a:spLocks/>
          </p:cNvSpPr>
          <p:nvPr/>
        </p:nvSpPr>
        <p:spPr>
          <a:xfrm>
            <a:off x="1651181" y="2187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F31706FC-CE3B-4C27-B11A-71F812E77487}"/>
              </a:ext>
            </a:extLst>
          </p:cNvPr>
          <p:cNvSpPr>
            <a:spLocks/>
          </p:cNvSpPr>
          <p:nvPr/>
        </p:nvSpPr>
        <p:spPr>
          <a:xfrm>
            <a:off x="1618778" y="224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85EA2176-04CE-44A2-81DF-FC406E26C5EB}"/>
              </a:ext>
            </a:extLst>
          </p:cNvPr>
          <p:cNvSpPr>
            <a:spLocks/>
          </p:cNvSpPr>
          <p:nvPr/>
        </p:nvSpPr>
        <p:spPr>
          <a:xfrm>
            <a:off x="1731593" y="2648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0F2DDDDC-7ECF-4CB0-8484-6AE92C9CCED2}"/>
              </a:ext>
            </a:extLst>
          </p:cNvPr>
          <p:cNvSpPr>
            <a:spLocks/>
          </p:cNvSpPr>
          <p:nvPr/>
        </p:nvSpPr>
        <p:spPr>
          <a:xfrm>
            <a:off x="1629036" y="2212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6CA340C8-F138-41A3-9A14-DE47EDCFF26E}"/>
              </a:ext>
            </a:extLst>
          </p:cNvPr>
          <p:cNvSpPr>
            <a:spLocks/>
          </p:cNvSpPr>
          <p:nvPr/>
        </p:nvSpPr>
        <p:spPr>
          <a:xfrm>
            <a:off x="1640746" y="2419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C3200FE1-AED4-4346-B25F-17616544D52B}"/>
              </a:ext>
            </a:extLst>
          </p:cNvPr>
          <p:cNvSpPr>
            <a:spLocks/>
          </p:cNvSpPr>
          <p:nvPr/>
        </p:nvSpPr>
        <p:spPr>
          <a:xfrm>
            <a:off x="1643515" y="198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023737CA-6A89-46D9-9B8C-69A522EB5FBA}"/>
              </a:ext>
            </a:extLst>
          </p:cNvPr>
          <p:cNvSpPr>
            <a:spLocks/>
          </p:cNvSpPr>
          <p:nvPr/>
        </p:nvSpPr>
        <p:spPr>
          <a:xfrm>
            <a:off x="1717650" y="3042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E19016E2-11A3-4BEA-89A9-61624C3C0FB5}"/>
              </a:ext>
            </a:extLst>
          </p:cNvPr>
          <p:cNvSpPr>
            <a:spLocks/>
          </p:cNvSpPr>
          <p:nvPr/>
        </p:nvSpPr>
        <p:spPr>
          <a:xfrm>
            <a:off x="16805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FCA8C074-25F3-4309-9A83-57CE912AF556}"/>
              </a:ext>
            </a:extLst>
          </p:cNvPr>
          <p:cNvSpPr>
            <a:spLocks/>
          </p:cNvSpPr>
          <p:nvPr/>
        </p:nvSpPr>
        <p:spPr>
          <a:xfrm>
            <a:off x="1613349" y="2876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6B2CFFC1-BFDF-4818-9187-59A397FA370F}"/>
              </a:ext>
            </a:extLst>
          </p:cNvPr>
          <p:cNvSpPr>
            <a:spLocks/>
          </p:cNvSpPr>
          <p:nvPr/>
        </p:nvSpPr>
        <p:spPr>
          <a:xfrm>
            <a:off x="1631910" y="2900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6CBD32AA-AE9D-4E0C-80FD-8CA999FA6643}"/>
              </a:ext>
            </a:extLst>
          </p:cNvPr>
          <p:cNvSpPr>
            <a:spLocks/>
          </p:cNvSpPr>
          <p:nvPr/>
        </p:nvSpPr>
        <p:spPr>
          <a:xfrm>
            <a:off x="1681645" y="1971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104B49B3-C22B-456D-BDBC-65867504879E}"/>
              </a:ext>
            </a:extLst>
          </p:cNvPr>
          <p:cNvSpPr>
            <a:spLocks/>
          </p:cNvSpPr>
          <p:nvPr/>
        </p:nvSpPr>
        <p:spPr>
          <a:xfrm>
            <a:off x="1731921" y="19622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62CBA5DC-9503-4125-8BA3-C28AC2250A6B}"/>
              </a:ext>
            </a:extLst>
          </p:cNvPr>
          <p:cNvSpPr>
            <a:spLocks/>
          </p:cNvSpPr>
          <p:nvPr/>
        </p:nvSpPr>
        <p:spPr>
          <a:xfrm>
            <a:off x="1667715" y="27813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857B599E-DFAB-424C-B7D1-B853BB829B2A}"/>
              </a:ext>
            </a:extLst>
          </p:cNvPr>
          <p:cNvSpPr>
            <a:spLocks/>
          </p:cNvSpPr>
          <p:nvPr/>
        </p:nvSpPr>
        <p:spPr>
          <a:xfrm>
            <a:off x="1669252" y="2406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4D5AEBAB-61FE-40B6-B756-668BEF68DA65}"/>
              </a:ext>
            </a:extLst>
          </p:cNvPr>
          <p:cNvSpPr>
            <a:spLocks/>
          </p:cNvSpPr>
          <p:nvPr/>
        </p:nvSpPr>
        <p:spPr>
          <a:xfrm>
            <a:off x="16264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0CE24CB2-1A2C-4954-BB45-BD13B9A2A2B9}"/>
              </a:ext>
            </a:extLst>
          </p:cNvPr>
          <p:cNvSpPr>
            <a:spLocks/>
          </p:cNvSpPr>
          <p:nvPr/>
        </p:nvSpPr>
        <p:spPr>
          <a:xfrm>
            <a:off x="1713232" y="2891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A3534C54-ABD2-4420-8D02-F18CAE82C8B3}"/>
              </a:ext>
            </a:extLst>
          </p:cNvPr>
          <p:cNvSpPr>
            <a:spLocks/>
          </p:cNvSpPr>
          <p:nvPr/>
        </p:nvSpPr>
        <p:spPr>
          <a:xfrm>
            <a:off x="1685085" y="1821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7280BDD2-AD48-42F1-BA1A-A920CA071256}"/>
              </a:ext>
            </a:extLst>
          </p:cNvPr>
          <p:cNvSpPr>
            <a:spLocks/>
          </p:cNvSpPr>
          <p:nvPr/>
        </p:nvSpPr>
        <p:spPr>
          <a:xfrm>
            <a:off x="16370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19C8EEDA-6735-4B55-9EF0-F493262D5C09}"/>
              </a:ext>
            </a:extLst>
          </p:cNvPr>
          <p:cNvSpPr>
            <a:spLocks/>
          </p:cNvSpPr>
          <p:nvPr/>
        </p:nvSpPr>
        <p:spPr>
          <a:xfrm>
            <a:off x="1745120" y="238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49BE813F-4D73-4E08-A95D-4A0D15398D6F}"/>
              </a:ext>
            </a:extLst>
          </p:cNvPr>
          <p:cNvSpPr>
            <a:spLocks/>
          </p:cNvSpPr>
          <p:nvPr/>
        </p:nvSpPr>
        <p:spPr>
          <a:xfrm>
            <a:off x="1687325" y="2519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E5EA6251-6612-4201-B87D-B7D5EB8583FA}"/>
              </a:ext>
            </a:extLst>
          </p:cNvPr>
          <p:cNvSpPr>
            <a:spLocks/>
          </p:cNvSpPr>
          <p:nvPr/>
        </p:nvSpPr>
        <p:spPr>
          <a:xfrm>
            <a:off x="1645505" y="1873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B2CD5860-4F3F-4749-8C7A-FB34E0335282}"/>
              </a:ext>
            </a:extLst>
          </p:cNvPr>
          <p:cNvSpPr>
            <a:spLocks/>
          </p:cNvSpPr>
          <p:nvPr/>
        </p:nvSpPr>
        <p:spPr>
          <a:xfrm>
            <a:off x="1744613" y="19837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671B90EB-0C83-4AD4-821D-57125776B41E}"/>
              </a:ext>
            </a:extLst>
          </p:cNvPr>
          <p:cNvSpPr>
            <a:spLocks/>
          </p:cNvSpPr>
          <p:nvPr/>
        </p:nvSpPr>
        <p:spPr>
          <a:xfrm>
            <a:off x="1627078" y="2388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CA29489D-0EE1-49A6-A35A-A0FC494DB94C}"/>
              </a:ext>
            </a:extLst>
          </p:cNvPr>
          <p:cNvSpPr>
            <a:spLocks/>
          </p:cNvSpPr>
          <p:nvPr/>
        </p:nvSpPr>
        <p:spPr>
          <a:xfrm>
            <a:off x="1613070" y="20296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384FBD15-EB8F-499B-AB10-8ECFEE438265}"/>
              </a:ext>
            </a:extLst>
          </p:cNvPr>
          <p:cNvSpPr>
            <a:spLocks/>
          </p:cNvSpPr>
          <p:nvPr/>
        </p:nvSpPr>
        <p:spPr>
          <a:xfrm>
            <a:off x="1718158" y="1819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EFCEDB25-F7F4-4561-B6BC-752A190E0A16}"/>
              </a:ext>
            </a:extLst>
          </p:cNvPr>
          <p:cNvSpPr>
            <a:spLocks/>
          </p:cNvSpPr>
          <p:nvPr/>
        </p:nvSpPr>
        <p:spPr>
          <a:xfrm>
            <a:off x="1741057" y="1956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C531DFCA-047D-4F04-9049-6273850C2D68}"/>
              </a:ext>
            </a:extLst>
          </p:cNvPr>
          <p:cNvSpPr>
            <a:spLocks/>
          </p:cNvSpPr>
          <p:nvPr/>
        </p:nvSpPr>
        <p:spPr>
          <a:xfrm>
            <a:off x="1709875" y="2169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F034727A-E850-493E-8D60-09CA7D613EBC}"/>
              </a:ext>
            </a:extLst>
          </p:cNvPr>
          <p:cNvSpPr>
            <a:spLocks/>
          </p:cNvSpPr>
          <p:nvPr/>
        </p:nvSpPr>
        <p:spPr>
          <a:xfrm>
            <a:off x="1736365" y="19080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152BAC28-6904-4E93-A2F1-A5BF651D8470}"/>
              </a:ext>
            </a:extLst>
          </p:cNvPr>
          <p:cNvSpPr>
            <a:spLocks/>
          </p:cNvSpPr>
          <p:nvPr/>
        </p:nvSpPr>
        <p:spPr>
          <a:xfrm>
            <a:off x="1621802" y="25697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7430C413-F5DD-479D-8652-0F4FC3F9FA1F}"/>
              </a:ext>
            </a:extLst>
          </p:cNvPr>
          <p:cNvSpPr>
            <a:spLocks/>
          </p:cNvSpPr>
          <p:nvPr/>
        </p:nvSpPr>
        <p:spPr>
          <a:xfrm>
            <a:off x="1723664" y="20869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E090E66A-3DD6-4227-96DB-6043E8AE3399}"/>
              </a:ext>
            </a:extLst>
          </p:cNvPr>
          <p:cNvSpPr>
            <a:spLocks/>
          </p:cNvSpPr>
          <p:nvPr/>
        </p:nvSpPr>
        <p:spPr>
          <a:xfrm>
            <a:off x="1624781" y="23952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1571AFA3-C8C6-4199-9225-F63BD0E69EE4}"/>
              </a:ext>
            </a:extLst>
          </p:cNvPr>
          <p:cNvSpPr>
            <a:spLocks/>
          </p:cNvSpPr>
          <p:nvPr/>
        </p:nvSpPr>
        <p:spPr>
          <a:xfrm>
            <a:off x="1618315" y="20229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429D36BA-FE9C-42CB-8294-A5437116CBAB}"/>
              </a:ext>
            </a:extLst>
          </p:cNvPr>
          <p:cNvSpPr>
            <a:spLocks/>
          </p:cNvSpPr>
          <p:nvPr/>
        </p:nvSpPr>
        <p:spPr>
          <a:xfrm>
            <a:off x="1675398" y="21242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A14557B2-7049-411F-A3FE-CFCF444BE260}"/>
              </a:ext>
            </a:extLst>
          </p:cNvPr>
          <p:cNvSpPr>
            <a:spLocks/>
          </p:cNvSpPr>
          <p:nvPr/>
        </p:nvSpPr>
        <p:spPr>
          <a:xfrm>
            <a:off x="1747062" y="2311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A13AB110-1251-41D3-B20D-AFEC26634EEF}"/>
              </a:ext>
            </a:extLst>
          </p:cNvPr>
          <p:cNvSpPr>
            <a:spLocks/>
          </p:cNvSpPr>
          <p:nvPr/>
        </p:nvSpPr>
        <p:spPr>
          <a:xfrm>
            <a:off x="1644625" y="24465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A1B9E9DC-187F-4AB8-804B-F2757B46CE90}"/>
              </a:ext>
            </a:extLst>
          </p:cNvPr>
          <p:cNvSpPr>
            <a:spLocks/>
          </p:cNvSpPr>
          <p:nvPr/>
        </p:nvSpPr>
        <p:spPr>
          <a:xfrm>
            <a:off x="1662187" y="24675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8CCB56F6-8357-4734-B70D-D2AB7AC22D84}"/>
              </a:ext>
            </a:extLst>
          </p:cNvPr>
          <p:cNvSpPr>
            <a:spLocks/>
          </p:cNvSpPr>
          <p:nvPr/>
        </p:nvSpPr>
        <p:spPr>
          <a:xfrm>
            <a:off x="1730237" y="2468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6BF387AD-1E78-433D-AB95-8F45DEF900EF}"/>
              </a:ext>
            </a:extLst>
          </p:cNvPr>
          <p:cNvSpPr>
            <a:spLocks/>
          </p:cNvSpPr>
          <p:nvPr/>
        </p:nvSpPr>
        <p:spPr>
          <a:xfrm>
            <a:off x="1622762" y="2457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5BC64010-CA05-4738-8743-F3DF3D8C5F7D}"/>
              </a:ext>
            </a:extLst>
          </p:cNvPr>
          <p:cNvSpPr>
            <a:spLocks/>
          </p:cNvSpPr>
          <p:nvPr/>
        </p:nvSpPr>
        <p:spPr>
          <a:xfrm>
            <a:off x="1696766" y="2860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1F783293-078F-4CFF-8B02-FDCEF270EA3C}"/>
              </a:ext>
            </a:extLst>
          </p:cNvPr>
          <p:cNvSpPr>
            <a:spLocks/>
          </p:cNvSpPr>
          <p:nvPr/>
        </p:nvSpPr>
        <p:spPr>
          <a:xfrm>
            <a:off x="1699626" y="19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61311445-5C56-4E2B-B066-F6074ED6007A}"/>
              </a:ext>
            </a:extLst>
          </p:cNvPr>
          <p:cNvSpPr>
            <a:spLocks/>
          </p:cNvSpPr>
          <p:nvPr/>
        </p:nvSpPr>
        <p:spPr>
          <a:xfrm>
            <a:off x="1698135" y="2131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BF719637-97CD-48A0-8C87-A427D85D68F7}"/>
              </a:ext>
            </a:extLst>
          </p:cNvPr>
          <p:cNvSpPr>
            <a:spLocks/>
          </p:cNvSpPr>
          <p:nvPr/>
        </p:nvSpPr>
        <p:spPr>
          <a:xfrm>
            <a:off x="1709134" y="2020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A5F94BF3-2F3D-40EF-87F4-76D939E9C989}"/>
              </a:ext>
            </a:extLst>
          </p:cNvPr>
          <p:cNvSpPr>
            <a:spLocks/>
          </p:cNvSpPr>
          <p:nvPr/>
        </p:nvSpPr>
        <p:spPr>
          <a:xfrm>
            <a:off x="1709319" y="2582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FA8C4038-7DB1-46FB-B5D4-961A5FCD9013}"/>
              </a:ext>
            </a:extLst>
          </p:cNvPr>
          <p:cNvSpPr>
            <a:spLocks/>
          </p:cNvSpPr>
          <p:nvPr/>
        </p:nvSpPr>
        <p:spPr>
          <a:xfrm>
            <a:off x="1643416" y="1822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6350BF43-6807-4030-893E-C9DBAD4CA1EB}"/>
              </a:ext>
            </a:extLst>
          </p:cNvPr>
          <p:cNvSpPr>
            <a:spLocks/>
          </p:cNvSpPr>
          <p:nvPr/>
        </p:nvSpPr>
        <p:spPr>
          <a:xfrm>
            <a:off x="1744255" y="1789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C159130A-9324-4C4C-B3F7-963685AA5581}"/>
              </a:ext>
            </a:extLst>
          </p:cNvPr>
          <p:cNvSpPr>
            <a:spLocks/>
          </p:cNvSpPr>
          <p:nvPr/>
        </p:nvSpPr>
        <p:spPr>
          <a:xfrm>
            <a:off x="1717594" y="1909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E4F4BFA7-81E4-4162-A337-4160F8176D1F}"/>
              </a:ext>
            </a:extLst>
          </p:cNvPr>
          <p:cNvSpPr>
            <a:spLocks/>
          </p:cNvSpPr>
          <p:nvPr/>
        </p:nvSpPr>
        <p:spPr>
          <a:xfrm>
            <a:off x="1656083" y="2071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8ACFDBAA-C067-44A6-9EA4-5E78CAE79F0E}"/>
              </a:ext>
            </a:extLst>
          </p:cNvPr>
          <p:cNvSpPr>
            <a:spLocks/>
          </p:cNvSpPr>
          <p:nvPr/>
        </p:nvSpPr>
        <p:spPr>
          <a:xfrm>
            <a:off x="1671798" y="2472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D87599EA-8739-46E8-9064-CCF34576594F}"/>
              </a:ext>
            </a:extLst>
          </p:cNvPr>
          <p:cNvSpPr>
            <a:spLocks/>
          </p:cNvSpPr>
          <p:nvPr/>
        </p:nvSpPr>
        <p:spPr>
          <a:xfrm>
            <a:off x="1624958" y="282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876C91F5-2354-4607-B1A7-D37EC083E716}"/>
              </a:ext>
            </a:extLst>
          </p:cNvPr>
          <p:cNvSpPr>
            <a:spLocks/>
          </p:cNvSpPr>
          <p:nvPr/>
        </p:nvSpPr>
        <p:spPr>
          <a:xfrm>
            <a:off x="1660070" y="2464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9C7FDDBD-DB4B-424B-BBC8-AB177B7C4D2B}"/>
              </a:ext>
            </a:extLst>
          </p:cNvPr>
          <p:cNvSpPr>
            <a:spLocks/>
          </p:cNvSpPr>
          <p:nvPr/>
        </p:nvSpPr>
        <p:spPr>
          <a:xfrm>
            <a:off x="1620778" y="22709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26897FDB-593C-408F-84DE-7392AC06D2B8}"/>
              </a:ext>
            </a:extLst>
          </p:cNvPr>
          <p:cNvSpPr>
            <a:spLocks/>
          </p:cNvSpPr>
          <p:nvPr/>
        </p:nvSpPr>
        <p:spPr>
          <a:xfrm>
            <a:off x="1725557" y="2787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4E62B710-E822-4847-82F1-209187234B78}"/>
              </a:ext>
            </a:extLst>
          </p:cNvPr>
          <p:cNvSpPr>
            <a:spLocks/>
          </p:cNvSpPr>
          <p:nvPr/>
        </p:nvSpPr>
        <p:spPr>
          <a:xfrm>
            <a:off x="1698512" y="1920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9277499E-AA76-44BE-801F-A71536CAF295}"/>
              </a:ext>
            </a:extLst>
          </p:cNvPr>
          <p:cNvSpPr>
            <a:spLocks/>
          </p:cNvSpPr>
          <p:nvPr/>
        </p:nvSpPr>
        <p:spPr>
          <a:xfrm>
            <a:off x="1726717" y="2575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4FF530F5-5C16-4DE7-B725-DC453D1CD7F6}"/>
              </a:ext>
            </a:extLst>
          </p:cNvPr>
          <p:cNvSpPr>
            <a:spLocks/>
          </p:cNvSpPr>
          <p:nvPr/>
        </p:nvSpPr>
        <p:spPr>
          <a:xfrm>
            <a:off x="1688333" y="2396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63BB2E0A-A901-43F8-A479-1B0D2E22A286}"/>
              </a:ext>
            </a:extLst>
          </p:cNvPr>
          <p:cNvSpPr>
            <a:spLocks/>
          </p:cNvSpPr>
          <p:nvPr/>
        </p:nvSpPr>
        <p:spPr>
          <a:xfrm>
            <a:off x="1623119" y="1908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10766E34-979A-4224-992F-78F1C62B2F50}"/>
              </a:ext>
            </a:extLst>
          </p:cNvPr>
          <p:cNvSpPr>
            <a:spLocks/>
          </p:cNvSpPr>
          <p:nvPr/>
        </p:nvSpPr>
        <p:spPr>
          <a:xfrm>
            <a:off x="1730428" y="2776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EA79407C-E346-419D-B14A-8901C0D1B18B}"/>
              </a:ext>
            </a:extLst>
          </p:cNvPr>
          <p:cNvSpPr>
            <a:spLocks/>
          </p:cNvSpPr>
          <p:nvPr/>
        </p:nvSpPr>
        <p:spPr>
          <a:xfrm>
            <a:off x="1631781" y="2433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509BAB30-A371-4B40-8EF6-DD8A153B7D1B}"/>
              </a:ext>
            </a:extLst>
          </p:cNvPr>
          <p:cNvSpPr>
            <a:spLocks/>
          </p:cNvSpPr>
          <p:nvPr/>
        </p:nvSpPr>
        <p:spPr>
          <a:xfrm>
            <a:off x="169491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F7963263-0173-4C46-9E85-98AF0E540DFA}"/>
              </a:ext>
            </a:extLst>
          </p:cNvPr>
          <p:cNvSpPr>
            <a:spLocks/>
          </p:cNvSpPr>
          <p:nvPr/>
        </p:nvSpPr>
        <p:spPr>
          <a:xfrm>
            <a:off x="1669422" y="1903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A75DBF4C-17B5-4FAD-9056-FD19089F602A}"/>
              </a:ext>
            </a:extLst>
          </p:cNvPr>
          <p:cNvSpPr>
            <a:spLocks/>
          </p:cNvSpPr>
          <p:nvPr/>
        </p:nvSpPr>
        <p:spPr>
          <a:xfrm>
            <a:off x="1638710" y="22698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0AEC071C-E182-4C8F-BD80-44D97B6ABDF3}"/>
              </a:ext>
            </a:extLst>
          </p:cNvPr>
          <p:cNvSpPr>
            <a:spLocks/>
          </p:cNvSpPr>
          <p:nvPr/>
        </p:nvSpPr>
        <p:spPr>
          <a:xfrm>
            <a:off x="1726069" y="2237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DB87DCC8-6D67-4A0E-911B-2E33B13A9B7C}"/>
              </a:ext>
            </a:extLst>
          </p:cNvPr>
          <p:cNvSpPr>
            <a:spLocks/>
          </p:cNvSpPr>
          <p:nvPr/>
        </p:nvSpPr>
        <p:spPr>
          <a:xfrm>
            <a:off x="1646218" y="198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F7E4EC8B-6A5B-4C64-A30C-0E4AFCDB07EC}"/>
              </a:ext>
            </a:extLst>
          </p:cNvPr>
          <p:cNvSpPr>
            <a:spLocks/>
          </p:cNvSpPr>
          <p:nvPr/>
        </p:nvSpPr>
        <p:spPr>
          <a:xfrm>
            <a:off x="1726840" y="25988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1B79AD79-D896-4777-B44E-A4FA1DF9C7CE}"/>
              </a:ext>
            </a:extLst>
          </p:cNvPr>
          <p:cNvSpPr>
            <a:spLocks/>
          </p:cNvSpPr>
          <p:nvPr/>
        </p:nvSpPr>
        <p:spPr>
          <a:xfrm>
            <a:off x="1668816" y="2118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90C3F12B-AAA3-470B-A878-C06ABC3EFDA7}"/>
              </a:ext>
            </a:extLst>
          </p:cNvPr>
          <p:cNvSpPr>
            <a:spLocks/>
          </p:cNvSpPr>
          <p:nvPr/>
        </p:nvSpPr>
        <p:spPr>
          <a:xfrm>
            <a:off x="1721190" y="22185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653D3DB7-7B28-4942-BDC2-CCE35F70A06F}"/>
              </a:ext>
            </a:extLst>
          </p:cNvPr>
          <p:cNvSpPr>
            <a:spLocks/>
          </p:cNvSpPr>
          <p:nvPr/>
        </p:nvSpPr>
        <p:spPr>
          <a:xfrm>
            <a:off x="1632000" y="19157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CAFC65C9-ECC5-40F3-89A8-3FF42240796F}"/>
              </a:ext>
            </a:extLst>
          </p:cNvPr>
          <p:cNvSpPr>
            <a:spLocks/>
          </p:cNvSpPr>
          <p:nvPr/>
        </p:nvSpPr>
        <p:spPr>
          <a:xfrm>
            <a:off x="1706388" y="2917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7DCAE100-5521-4BFB-B1F5-FEA43BAEABF7}"/>
              </a:ext>
            </a:extLst>
          </p:cNvPr>
          <p:cNvSpPr>
            <a:spLocks/>
          </p:cNvSpPr>
          <p:nvPr/>
        </p:nvSpPr>
        <p:spPr>
          <a:xfrm>
            <a:off x="1634376" y="2574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C8899116-CA5C-443D-B7BA-D0D5419E024A}"/>
              </a:ext>
            </a:extLst>
          </p:cNvPr>
          <p:cNvSpPr>
            <a:spLocks/>
          </p:cNvSpPr>
          <p:nvPr/>
        </p:nvSpPr>
        <p:spPr>
          <a:xfrm>
            <a:off x="1624753" y="1735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4C056E7B-8F6C-4139-9509-5350CD6DC3B2}"/>
              </a:ext>
            </a:extLst>
          </p:cNvPr>
          <p:cNvSpPr>
            <a:spLocks/>
          </p:cNvSpPr>
          <p:nvPr/>
        </p:nvSpPr>
        <p:spPr>
          <a:xfrm>
            <a:off x="164520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A7535E2B-E292-4CBC-8ED9-7B00FD634DEB}"/>
              </a:ext>
            </a:extLst>
          </p:cNvPr>
          <p:cNvSpPr>
            <a:spLocks/>
          </p:cNvSpPr>
          <p:nvPr/>
        </p:nvSpPr>
        <p:spPr>
          <a:xfrm>
            <a:off x="1656701" y="1958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B49C09AE-B4D7-4BA0-8478-1F95340F64BC}"/>
              </a:ext>
            </a:extLst>
          </p:cNvPr>
          <p:cNvSpPr>
            <a:spLocks/>
          </p:cNvSpPr>
          <p:nvPr/>
        </p:nvSpPr>
        <p:spPr>
          <a:xfrm>
            <a:off x="1710889" y="2942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B5FE02C9-99EE-456E-8A5E-B55FC09E8B9A}"/>
              </a:ext>
            </a:extLst>
          </p:cNvPr>
          <p:cNvSpPr>
            <a:spLocks/>
          </p:cNvSpPr>
          <p:nvPr/>
        </p:nvSpPr>
        <p:spPr>
          <a:xfrm>
            <a:off x="1670160" y="3073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E07FA2F5-A427-4DBD-AE8E-CB859C5A841F}"/>
              </a:ext>
            </a:extLst>
          </p:cNvPr>
          <p:cNvSpPr>
            <a:spLocks/>
          </p:cNvSpPr>
          <p:nvPr/>
        </p:nvSpPr>
        <p:spPr>
          <a:xfrm>
            <a:off x="1735674" y="1757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D00652F2-55DF-46CA-9F6E-21C16BA7AF18}"/>
              </a:ext>
            </a:extLst>
          </p:cNvPr>
          <p:cNvSpPr>
            <a:spLocks/>
          </p:cNvSpPr>
          <p:nvPr/>
        </p:nvSpPr>
        <p:spPr>
          <a:xfrm>
            <a:off x="1678108" y="1940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7E054DDD-2DFF-4677-A911-7DFB0DDFD18C}"/>
              </a:ext>
            </a:extLst>
          </p:cNvPr>
          <p:cNvSpPr>
            <a:spLocks/>
          </p:cNvSpPr>
          <p:nvPr/>
        </p:nvSpPr>
        <p:spPr>
          <a:xfrm>
            <a:off x="1717294" y="1813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0881F328-0547-445F-BDC8-DA6465E37B87}"/>
              </a:ext>
            </a:extLst>
          </p:cNvPr>
          <p:cNvSpPr>
            <a:spLocks/>
          </p:cNvSpPr>
          <p:nvPr/>
        </p:nvSpPr>
        <p:spPr>
          <a:xfrm>
            <a:off x="16659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5381A404-ADE1-4C37-9457-372CD4C46D69}"/>
              </a:ext>
            </a:extLst>
          </p:cNvPr>
          <p:cNvSpPr>
            <a:spLocks/>
          </p:cNvSpPr>
          <p:nvPr/>
        </p:nvSpPr>
        <p:spPr>
          <a:xfrm>
            <a:off x="1740165" y="2688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1116A2E4-8753-49FA-8ED4-BC2B7350D089}"/>
              </a:ext>
            </a:extLst>
          </p:cNvPr>
          <p:cNvSpPr>
            <a:spLocks/>
          </p:cNvSpPr>
          <p:nvPr/>
        </p:nvSpPr>
        <p:spPr>
          <a:xfrm>
            <a:off x="1660462" y="2797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2A3723BC-67CF-493B-A771-3E4544042C74}"/>
              </a:ext>
            </a:extLst>
          </p:cNvPr>
          <p:cNvSpPr>
            <a:spLocks/>
          </p:cNvSpPr>
          <p:nvPr/>
        </p:nvSpPr>
        <p:spPr>
          <a:xfrm>
            <a:off x="1613591" y="3022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F173BBBF-686A-492C-93DC-80C00310C460}"/>
              </a:ext>
            </a:extLst>
          </p:cNvPr>
          <p:cNvSpPr>
            <a:spLocks/>
          </p:cNvSpPr>
          <p:nvPr/>
        </p:nvSpPr>
        <p:spPr>
          <a:xfrm>
            <a:off x="1653090" y="2258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7212E84D-CC33-4F83-B22A-6D0570A563BE}"/>
              </a:ext>
            </a:extLst>
          </p:cNvPr>
          <p:cNvSpPr>
            <a:spLocks/>
          </p:cNvSpPr>
          <p:nvPr/>
        </p:nvSpPr>
        <p:spPr>
          <a:xfrm>
            <a:off x="1666297" y="1974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1B3EA300-1299-486E-8192-0CABDC131C09}"/>
              </a:ext>
            </a:extLst>
          </p:cNvPr>
          <p:cNvSpPr>
            <a:spLocks/>
          </p:cNvSpPr>
          <p:nvPr/>
        </p:nvSpPr>
        <p:spPr>
          <a:xfrm>
            <a:off x="1702108" y="1950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D62FDACC-2F57-4743-9DE8-9B360D6AA614}"/>
              </a:ext>
            </a:extLst>
          </p:cNvPr>
          <p:cNvSpPr>
            <a:spLocks/>
          </p:cNvSpPr>
          <p:nvPr/>
        </p:nvSpPr>
        <p:spPr>
          <a:xfrm>
            <a:off x="175031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9C411016-587A-4C3D-AADD-9D8A1387C94E}"/>
              </a:ext>
            </a:extLst>
          </p:cNvPr>
          <p:cNvSpPr>
            <a:spLocks/>
          </p:cNvSpPr>
          <p:nvPr/>
        </p:nvSpPr>
        <p:spPr>
          <a:xfrm>
            <a:off x="1627097" y="221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2C02B20D-6FA8-465D-A943-8551A947E7B7}"/>
              </a:ext>
            </a:extLst>
          </p:cNvPr>
          <p:cNvSpPr>
            <a:spLocks/>
          </p:cNvSpPr>
          <p:nvPr/>
        </p:nvSpPr>
        <p:spPr>
          <a:xfrm>
            <a:off x="1627789" y="30371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0B648B5C-FB93-4B13-AC58-2394E7BD5910}"/>
              </a:ext>
            </a:extLst>
          </p:cNvPr>
          <p:cNvSpPr>
            <a:spLocks/>
          </p:cNvSpPr>
          <p:nvPr/>
        </p:nvSpPr>
        <p:spPr>
          <a:xfrm>
            <a:off x="1741864" y="2464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CD37261B-C183-401E-9460-B849B068BB75}"/>
              </a:ext>
            </a:extLst>
          </p:cNvPr>
          <p:cNvSpPr>
            <a:spLocks/>
          </p:cNvSpPr>
          <p:nvPr/>
        </p:nvSpPr>
        <p:spPr>
          <a:xfrm>
            <a:off x="1628268" y="1911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F8004EEC-80B1-4F8E-A362-9689FD68CBC0}"/>
              </a:ext>
            </a:extLst>
          </p:cNvPr>
          <p:cNvSpPr>
            <a:spLocks/>
          </p:cNvSpPr>
          <p:nvPr/>
        </p:nvSpPr>
        <p:spPr>
          <a:xfrm>
            <a:off x="1726308" y="2088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EE624C90-66FA-4B65-BF46-901BC6BC93B6}"/>
              </a:ext>
            </a:extLst>
          </p:cNvPr>
          <p:cNvSpPr>
            <a:spLocks/>
          </p:cNvSpPr>
          <p:nvPr/>
        </p:nvSpPr>
        <p:spPr>
          <a:xfrm>
            <a:off x="1622887" y="2834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5B0DC34A-76A8-48F6-835D-4E9758B0791D}"/>
              </a:ext>
            </a:extLst>
          </p:cNvPr>
          <p:cNvSpPr>
            <a:spLocks/>
          </p:cNvSpPr>
          <p:nvPr/>
        </p:nvSpPr>
        <p:spPr>
          <a:xfrm>
            <a:off x="1718306" y="25929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2F9FF4EF-3B10-4C81-8AEF-5383A1F4A6EF}"/>
              </a:ext>
            </a:extLst>
          </p:cNvPr>
          <p:cNvSpPr>
            <a:spLocks/>
          </p:cNvSpPr>
          <p:nvPr/>
        </p:nvSpPr>
        <p:spPr>
          <a:xfrm>
            <a:off x="1645026" y="233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7AC16DEC-ADEE-416A-9421-C470863091D7}"/>
              </a:ext>
            </a:extLst>
          </p:cNvPr>
          <p:cNvSpPr>
            <a:spLocks/>
          </p:cNvSpPr>
          <p:nvPr/>
        </p:nvSpPr>
        <p:spPr>
          <a:xfrm>
            <a:off x="1717020" y="2593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A0D33D2B-014D-4905-B023-51E5A59EC649}"/>
              </a:ext>
            </a:extLst>
          </p:cNvPr>
          <p:cNvSpPr>
            <a:spLocks/>
          </p:cNvSpPr>
          <p:nvPr/>
        </p:nvSpPr>
        <p:spPr>
          <a:xfrm>
            <a:off x="1650751" y="2361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47FCEA85-7850-4849-AAD5-6D6782B69670}"/>
              </a:ext>
            </a:extLst>
          </p:cNvPr>
          <p:cNvSpPr>
            <a:spLocks/>
          </p:cNvSpPr>
          <p:nvPr/>
        </p:nvSpPr>
        <p:spPr>
          <a:xfrm>
            <a:off x="1664945" y="213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ACC9930F-BC42-419A-9ECF-74A2C7C3C764}"/>
              </a:ext>
            </a:extLst>
          </p:cNvPr>
          <p:cNvSpPr>
            <a:spLocks/>
          </p:cNvSpPr>
          <p:nvPr/>
        </p:nvSpPr>
        <p:spPr>
          <a:xfrm>
            <a:off x="1752909" y="24592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DB6B48D5-0C9A-426E-8C81-0A996CBD8654}"/>
              </a:ext>
            </a:extLst>
          </p:cNvPr>
          <p:cNvSpPr>
            <a:spLocks/>
          </p:cNvSpPr>
          <p:nvPr/>
        </p:nvSpPr>
        <p:spPr>
          <a:xfrm>
            <a:off x="1676972" y="2904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9EAD6B4A-6F6B-401E-8CF5-B882DB7FFE26}"/>
              </a:ext>
            </a:extLst>
          </p:cNvPr>
          <p:cNvSpPr>
            <a:spLocks/>
          </p:cNvSpPr>
          <p:nvPr/>
        </p:nvSpPr>
        <p:spPr>
          <a:xfrm>
            <a:off x="1716467" y="30844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BD8D0BE2-93D7-41F2-B796-1FC71B0DA1A0}"/>
              </a:ext>
            </a:extLst>
          </p:cNvPr>
          <p:cNvSpPr>
            <a:spLocks/>
          </p:cNvSpPr>
          <p:nvPr/>
        </p:nvSpPr>
        <p:spPr>
          <a:xfrm>
            <a:off x="1689894" y="200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F20386B8-4EB0-4E10-BC87-B3E31DCCABD9}"/>
              </a:ext>
            </a:extLst>
          </p:cNvPr>
          <p:cNvSpPr>
            <a:spLocks/>
          </p:cNvSpPr>
          <p:nvPr/>
        </p:nvSpPr>
        <p:spPr>
          <a:xfrm>
            <a:off x="163502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06AD476A-CB13-434C-A6B5-28C8448C729A}"/>
              </a:ext>
            </a:extLst>
          </p:cNvPr>
          <p:cNvSpPr>
            <a:spLocks/>
          </p:cNvSpPr>
          <p:nvPr/>
        </p:nvSpPr>
        <p:spPr>
          <a:xfrm>
            <a:off x="1707241" y="2025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F4481D3F-9176-4AAA-9ECA-8B7EBA75C8BC}"/>
              </a:ext>
            </a:extLst>
          </p:cNvPr>
          <p:cNvSpPr>
            <a:spLocks/>
          </p:cNvSpPr>
          <p:nvPr/>
        </p:nvSpPr>
        <p:spPr>
          <a:xfrm>
            <a:off x="173119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24034E68-8A9C-42E7-AD52-F5448DB2DE3F}"/>
              </a:ext>
            </a:extLst>
          </p:cNvPr>
          <p:cNvSpPr>
            <a:spLocks/>
          </p:cNvSpPr>
          <p:nvPr/>
        </p:nvSpPr>
        <p:spPr>
          <a:xfrm>
            <a:off x="1715207" y="2373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CD2BA3F4-A2E7-49A6-AFD0-F1B1AEA971C6}"/>
              </a:ext>
            </a:extLst>
          </p:cNvPr>
          <p:cNvSpPr>
            <a:spLocks/>
          </p:cNvSpPr>
          <p:nvPr/>
        </p:nvSpPr>
        <p:spPr>
          <a:xfrm>
            <a:off x="1705055" y="2714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F4CA04A9-3B2D-4D5F-8002-A38112673204}"/>
              </a:ext>
            </a:extLst>
          </p:cNvPr>
          <p:cNvSpPr>
            <a:spLocks/>
          </p:cNvSpPr>
          <p:nvPr/>
        </p:nvSpPr>
        <p:spPr>
          <a:xfrm>
            <a:off x="1727331" y="2484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39727D69-27D0-44D5-8714-75682A19862C}"/>
              </a:ext>
            </a:extLst>
          </p:cNvPr>
          <p:cNvSpPr>
            <a:spLocks/>
          </p:cNvSpPr>
          <p:nvPr/>
        </p:nvSpPr>
        <p:spPr>
          <a:xfrm>
            <a:off x="1704627" y="2538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DA535695-638C-485D-A988-BC0171F698F1}"/>
              </a:ext>
            </a:extLst>
          </p:cNvPr>
          <p:cNvSpPr>
            <a:spLocks/>
          </p:cNvSpPr>
          <p:nvPr/>
        </p:nvSpPr>
        <p:spPr>
          <a:xfrm>
            <a:off x="1614351" y="1889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DD2165E6-118B-4556-9363-0C8F32E6B483}"/>
              </a:ext>
            </a:extLst>
          </p:cNvPr>
          <p:cNvSpPr>
            <a:spLocks/>
          </p:cNvSpPr>
          <p:nvPr/>
        </p:nvSpPr>
        <p:spPr>
          <a:xfrm>
            <a:off x="1741639" y="1885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A6FFD1D5-15AF-4E9C-A906-EACD4A53FC7A}"/>
              </a:ext>
            </a:extLst>
          </p:cNvPr>
          <p:cNvSpPr>
            <a:spLocks/>
          </p:cNvSpPr>
          <p:nvPr/>
        </p:nvSpPr>
        <p:spPr>
          <a:xfrm>
            <a:off x="165788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5AEAB9EB-F950-4981-8246-6B0D6F79412D}"/>
              </a:ext>
            </a:extLst>
          </p:cNvPr>
          <p:cNvSpPr>
            <a:spLocks/>
          </p:cNvSpPr>
          <p:nvPr/>
        </p:nvSpPr>
        <p:spPr>
          <a:xfrm>
            <a:off x="1700984" y="2237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353BFA72-7AB7-49BA-AC31-BB09A7574B36}"/>
              </a:ext>
            </a:extLst>
          </p:cNvPr>
          <p:cNvSpPr>
            <a:spLocks/>
          </p:cNvSpPr>
          <p:nvPr/>
        </p:nvSpPr>
        <p:spPr>
          <a:xfrm>
            <a:off x="1679566" y="1968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6868D267-1D3E-4C2C-8F7E-22EE86CC616F}"/>
              </a:ext>
            </a:extLst>
          </p:cNvPr>
          <p:cNvSpPr>
            <a:spLocks/>
          </p:cNvSpPr>
          <p:nvPr/>
        </p:nvSpPr>
        <p:spPr>
          <a:xfrm>
            <a:off x="1673571" y="2443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66F607B2-162B-4CB4-84F8-A2896D83888F}"/>
              </a:ext>
            </a:extLst>
          </p:cNvPr>
          <p:cNvSpPr>
            <a:spLocks/>
          </p:cNvSpPr>
          <p:nvPr/>
        </p:nvSpPr>
        <p:spPr>
          <a:xfrm>
            <a:off x="1720607" y="2387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7471F185-30E6-449E-B866-5A186A112DA4}"/>
              </a:ext>
            </a:extLst>
          </p:cNvPr>
          <p:cNvSpPr>
            <a:spLocks/>
          </p:cNvSpPr>
          <p:nvPr/>
        </p:nvSpPr>
        <p:spPr>
          <a:xfrm>
            <a:off x="1686467" y="2025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66DDCC16-0577-496A-8D09-5EA80B0CE7C6}"/>
              </a:ext>
            </a:extLst>
          </p:cNvPr>
          <p:cNvSpPr>
            <a:spLocks/>
          </p:cNvSpPr>
          <p:nvPr/>
        </p:nvSpPr>
        <p:spPr>
          <a:xfrm>
            <a:off x="1628469" y="206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F0F8A00E-9A3B-4A01-BBA6-053E1149FA06}"/>
              </a:ext>
            </a:extLst>
          </p:cNvPr>
          <p:cNvSpPr>
            <a:spLocks/>
          </p:cNvSpPr>
          <p:nvPr/>
        </p:nvSpPr>
        <p:spPr>
          <a:xfrm>
            <a:off x="1723896" y="2470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56DCAD41-8A6E-4C62-8551-375019669CA5}"/>
              </a:ext>
            </a:extLst>
          </p:cNvPr>
          <p:cNvSpPr>
            <a:spLocks/>
          </p:cNvSpPr>
          <p:nvPr/>
        </p:nvSpPr>
        <p:spPr>
          <a:xfrm>
            <a:off x="1661532" y="1896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1E88310B-DC8B-4353-9BAA-4D930A4ABCC5}"/>
              </a:ext>
            </a:extLst>
          </p:cNvPr>
          <p:cNvSpPr>
            <a:spLocks/>
          </p:cNvSpPr>
          <p:nvPr/>
        </p:nvSpPr>
        <p:spPr>
          <a:xfrm>
            <a:off x="1638632" y="231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0A8BE30C-15F8-4A31-BFEE-4937DA94E0DF}"/>
              </a:ext>
            </a:extLst>
          </p:cNvPr>
          <p:cNvSpPr>
            <a:spLocks/>
          </p:cNvSpPr>
          <p:nvPr/>
        </p:nvSpPr>
        <p:spPr>
          <a:xfrm>
            <a:off x="1630348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5EB42575-F820-41F6-8A24-D57222AA616C}"/>
              </a:ext>
            </a:extLst>
          </p:cNvPr>
          <p:cNvSpPr>
            <a:spLocks/>
          </p:cNvSpPr>
          <p:nvPr/>
        </p:nvSpPr>
        <p:spPr>
          <a:xfrm>
            <a:off x="16371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564C045B-82D5-4EF5-BEC9-585135443B4F}"/>
              </a:ext>
            </a:extLst>
          </p:cNvPr>
          <p:cNvSpPr>
            <a:spLocks/>
          </p:cNvSpPr>
          <p:nvPr/>
        </p:nvSpPr>
        <p:spPr>
          <a:xfrm>
            <a:off x="1746812" y="22725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327C27DD-DDA4-434D-94F9-13239E13EAF7}"/>
              </a:ext>
            </a:extLst>
          </p:cNvPr>
          <p:cNvSpPr>
            <a:spLocks/>
          </p:cNvSpPr>
          <p:nvPr/>
        </p:nvSpPr>
        <p:spPr>
          <a:xfrm>
            <a:off x="1690175" y="20394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39DD1A1F-7530-4628-BC8E-BCE74A56C844}"/>
              </a:ext>
            </a:extLst>
          </p:cNvPr>
          <p:cNvSpPr>
            <a:spLocks/>
          </p:cNvSpPr>
          <p:nvPr/>
        </p:nvSpPr>
        <p:spPr>
          <a:xfrm>
            <a:off x="1632367" y="1781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B7CA5DD4-0C25-460C-A2F6-BDE4C4E7F419}"/>
              </a:ext>
            </a:extLst>
          </p:cNvPr>
          <p:cNvSpPr>
            <a:spLocks/>
          </p:cNvSpPr>
          <p:nvPr/>
        </p:nvSpPr>
        <p:spPr>
          <a:xfrm>
            <a:off x="1713164" y="2532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AEB9C1CB-9014-4046-8F5D-FE27295ECB0B}"/>
              </a:ext>
            </a:extLst>
          </p:cNvPr>
          <p:cNvSpPr>
            <a:spLocks/>
          </p:cNvSpPr>
          <p:nvPr/>
        </p:nvSpPr>
        <p:spPr>
          <a:xfrm>
            <a:off x="171589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8A95B4B5-F382-4450-BEEF-EE7AEFCE668E}"/>
              </a:ext>
            </a:extLst>
          </p:cNvPr>
          <p:cNvSpPr>
            <a:spLocks/>
          </p:cNvSpPr>
          <p:nvPr/>
        </p:nvSpPr>
        <p:spPr>
          <a:xfrm>
            <a:off x="1751711" y="3322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C0A800BD-8D3E-4A8F-95CE-A39DDF19C26B}"/>
              </a:ext>
            </a:extLst>
          </p:cNvPr>
          <p:cNvSpPr>
            <a:spLocks/>
          </p:cNvSpPr>
          <p:nvPr/>
        </p:nvSpPr>
        <p:spPr>
          <a:xfrm>
            <a:off x="1619087" y="252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A92055B7-E6F3-43BF-92FB-4E5A7A73668D}"/>
              </a:ext>
            </a:extLst>
          </p:cNvPr>
          <p:cNvSpPr>
            <a:spLocks/>
          </p:cNvSpPr>
          <p:nvPr/>
        </p:nvSpPr>
        <p:spPr>
          <a:xfrm>
            <a:off x="1664925" y="22823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937471C2-0870-4DE3-8C17-36579582075F}"/>
              </a:ext>
            </a:extLst>
          </p:cNvPr>
          <p:cNvSpPr>
            <a:spLocks/>
          </p:cNvSpPr>
          <p:nvPr/>
        </p:nvSpPr>
        <p:spPr>
          <a:xfrm>
            <a:off x="1669847" y="324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049802C4-F03F-416F-B7C7-E3780C394E08}"/>
              </a:ext>
            </a:extLst>
          </p:cNvPr>
          <p:cNvSpPr>
            <a:spLocks/>
          </p:cNvSpPr>
          <p:nvPr/>
        </p:nvSpPr>
        <p:spPr>
          <a:xfrm>
            <a:off x="1691702" y="22247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D59F92B1-E41D-4CC4-820C-6F2E16AA6F2A}"/>
              </a:ext>
            </a:extLst>
          </p:cNvPr>
          <p:cNvSpPr>
            <a:spLocks/>
          </p:cNvSpPr>
          <p:nvPr/>
        </p:nvSpPr>
        <p:spPr>
          <a:xfrm>
            <a:off x="1683693" y="2090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16D6395B-20F0-47DA-8572-039C1D6EF95C}"/>
              </a:ext>
            </a:extLst>
          </p:cNvPr>
          <p:cNvSpPr>
            <a:spLocks/>
          </p:cNvSpPr>
          <p:nvPr/>
        </p:nvSpPr>
        <p:spPr>
          <a:xfrm>
            <a:off x="1649427" y="1890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047F6880-A443-4B87-BCC3-38FD3DF30007}"/>
              </a:ext>
            </a:extLst>
          </p:cNvPr>
          <p:cNvSpPr>
            <a:spLocks/>
          </p:cNvSpPr>
          <p:nvPr/>
        </p:nvSpPr>
        <p:spPr>
          <a:xfrm>
            <a:off x="1723587" y="20269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74580AF9-8E0C-4CEA-A85F-8BF76A09A9A8}"/>
              </a:ext>
            </a:extLst>
          </p:cNvPr>
          <p:cNvSpPr>
            <a:spLocks/>
          </p:cNvSpPr>
          <p:nvPr/>
        </p:nvSpPr>
        <p:spPr>
          <a:xfrm>
            <a:off x="1620101" y="2942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37E7A9D0-85BE-4CAC-8F6B-2BBB78064264}"/>
              </a:ext>
            </a:extLst>
          </p:cNvPr>
          <p:cNvSpPr>
            <a:spLocks/>
          </p:cNvSpPr>
          <p:nvPr/>
        </p:nvSpPr>
        <p:spPr>
          <a:xfrm>
            <a:off x="1705442" y="23882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DDDB468B-D969-424C-BC60-ACF518E0266A}"/>
              </a:ext>
            </a:extLst>
          </p:cNvPr>
          <p:cNvSpPr>
            <a:spLocks/>
          </p:cNvSpPr>
          <p:nvPr/>
        </p:nvSpPr>
        <p:spPr>
          <a:xfrm>
            <a:off x="1686794" y="3100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E1E7DF19-F10A-4F64-98F7-EE4A579FA1E5}"/>
              </a:ext>
            </a:extLst>
          </p:cNvPr>
          <p:cNvSpPr>
            <a:spLocks/>
          </p:cNvSpPr>
          <p:nvPr/>
        </p:nvSpPr>
        <p:spPr>
          <a:xfrm>
            <a:off x="1685526" y="2744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1A42F6EE-39A1-4F6A-B14D-5F04112996E8}"/>
              </a:ext>
            </a:extLst>
          </p:cNvPr>
          <p:cNvSpPr>
            <a:spLocks/>
          </p:cNvSpPr>
          <p:nvPr/>
        </p:nvSpPr>
        <p:spPr>
          <a:xfrm>
            <a:off x="1662690" y="22981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BCD733A8-0DD3-4658-9C4E-A11097726E2C}"/>
              </a:ext>
            </a:extLst>
          </p:cNvPr>
          <p:cNvSpPr>
            <a:spLocks/>
          </p:cNvSpPr>
          <p:nvPr/>
        </p:nvSpPr>
        <p:spPr>
          <a:xfrm>
            <a:off x="1719553" y="1991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4DD9B01F-8642-4D7A-85F5-40AB4275D1E5}"/>
              </a:ext>
            </a:extLst>
          </p:cNvPr>
          <p:cNvSpPr>
            <a:spLocks/>
          </p:cNvSpPr>
          <p:nvPr/>
        </p:nvSpPr>
        <p:spPr>
          <a:xfrm>
            <a:off x="1659292" y="2584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6C487AF9-30BA-4427-B6A7-BE2CE4518CA2}"/>
              </a:ext>
            </a:extLst>
          </p:cNvPr>
          <p:cNvSpPr>
            <a:spLocks/>
          </p:cNvSpPr>
          <p:nvPr/>
        </p:nvSpPr>
        <p:spPr>
          <a:xfrm>
            <a:off x="1659903" y="2094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E9859F03-B143-4C21-A18F-5E43BF030693}"/>
              </a:ext>
            </a:extLst>
          </p:cNvPr>
          <p:cNvSpPr>
            <a:spLocks/>
          </p:cNvSpPr>
          <p:nvPr/>
        </p:nvSpPr>
        <p:spPr>
          <a:xfrm>
            <a:off x="1689583" y="32096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0E946963-7E4D-4EDF-82EC-E7ECAD5BFFD6}"/>
              </a:ext>
            </a:extLst>
          </p:cNvPr>
          <p:cNvSpPr>
            <a:spLocks/>
          </p:cNvSpPr>
          <p:nvPr/>
        </p:nvSpPr>
        <p:spPr>
          <a:xfrm>
            <a:off x="1701414" y="20060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08218ADC-1F73-41E9-B207-6119C2823B18}"/>
              </a:ext>
            </a:extLst>
          </p:cNvPr>
          <p:cNvSpPr>
            <a:spLocks/>
          </p:cNvSpPr>
          <p:nvPr/>
        </p:nvSpPr>
        <p:spPr>
          <a:xfrm>
            <a:off x="1712252" y="2388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7002B48-3DB1-4D61-88A0-9BF993711B29}"/>
              </a:ext>
            </a:extLst>
          </p:cNvPr>
          <p:cNvSpPr>
            <a:spLocks/>
          </p:cNvSpPr>
          <p:nvPr/>
        </p:nvSpPr>
        <p:spPr>
          <a:xfrm>
            <a:off x="1690303" y="200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7B97D53F-2C81-4A77-9865-73FDFCEE412C}"/>
              </a:ext>
            </a:extLst>
          </p:cNvPr>
          <p:cNvSpPr>
            <a:spLocks/>
          </p:cNvSpPr>
          <p:nvPr/>
        </p:nvSpPr>
        <p:spPr>
          <a:xfrm>
            <a:off x="1634718" y="24016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05D2A589-3703-45C1-A986-99CB77AD1068}"/>
              </a:ext>
            </a:extLst>
          </p:cNvPr>
          <p:cNvSpPr>
            <a:spLocks/>
          </p:cNvSpPr>
          <p:nvPr/>
        </p:nvSpPr>
        <p:spPr>
          <a:xfrm>
            <a:off x="1664109" y="2255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91F97588-1EAA-48DF-8E36-C5DFE402724F}"/>
              </a:ext>
            </a:extLst>
          </p:cNvPr>
          <p:cNvSpPr>
            <a:spLocks/>
          </p:cNvSpPr>
          <p:nvPr/>
        </p:nvSpPr>
        <p:spPr>
          <a:xfrm>
            <a:off x="1747284" y="2644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FE630445-C092-4948-A00F-9DA9199F0232}"/>
              </a:ext>
            </a:extLst>
          </p:cNvPr>
          <p:cNvSpPr>
            <a:spLocks/>
          </p:cNvSpPr>
          <p:nvPr/>
        </p:nvSpPr>
        <p:spPr>
          <a:xfrm>
            <a:off x="1658626" y="2583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8B6BAAB2-04D8-47FE-866C-854FC0BA05D1}"/>
              </a:ext>
            </a:extLst>
          </p:cNvPr>
          <p:cNvSpPr>
            <a:spLocks/>
          </p:cNvSpPr>
          <p:nvPr/>
        </p:nvSpPr>
        <p:spPr>
          <a:xfrm>
            <a:off x="1623699" y="25100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EE156E99-CA2F-4ACE-8794-276A800F09A3}"/>
              </a:ext>
            </a:extLst>
          </p:cNvPr>
          <p:cNvSpPr>
            <a:spLocks/>
          </p:cNvSpPr>
          <p:nvPr/>
        </p:nvSpPr>
        <p:spPr>
          <a:xfrm>
            <a:off x="1744568" y="2241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12BB35FF-69EE-4AFB-B892-717879E91D4F}"/>
              </a:ext>
            </a:extLst>
          </p:cNvPr>
          <p:cNvSpPr>
            <a:spLocks/>
          </p:cNvSpPr>
          <p:nvPr/>
        </p:nvSpPr>
        <p:spPr>
          <a:xfrm>
            <a:off x="1686582" y="1991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8698E6A9-0113-456E-9596-BFEABBF06B1E}"/>
              </a:ext>
            </a:extLst>
          </p:cNvPr>
          <p:cNvSpPr>
            <a:spLocks/>
          </p:cNvSpPr>
          <p:nvPr/>
        </p:nvSpPr>
        <p:spPr>
          <a:xfrm>
            <a:off x="1744484" y="3269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F2FE5455-A2E3-44FC-BFE8-C5569023B665}"/>
              </a:ext>
            </a:extLst>
          </p:cNvPr>
          <p:cNvSpPr>
            <a:spLocks/>
          </p:cNvSpPr>
          <p:nvPr/>
        </p:nvSpPr>
        <p:spPr>
          <a:xfrm>
            <a:off x="1626099" y="2247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8946123D-ADA3-4BF7-BC18-57241C4BF436}"/>
              </a:ext>
            </a:extLst>
          </p:cNvPr>
          <p:cNvSpPr>
            <a:spLocks/>
          </p:cNvSpPr>
          <p:nvPr/>
        </p:nvSpPr>
        <p:spPr>
          <a:xfrm>
            <a:off x="1702613" y="226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E0970A3D-C957-430F-BF13-CDB82FA5FBA2}"/>
              </a:ext>
            </a:extLst>
          </p:cNvPr>
          <p:cNvSpPr>
            <a:spLocks/>
          </p:cNvSpPr>
          <p:nvPr/>
        </p:nvSpPr>
        <p:spPr>
          <a:xfrm>
            <a:off x="1634068" y="222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18E0877E-389F-49EE-8D58-30CCD462B9CA}"/>
              </a:ext>
            </a:extLst>
          </p:cNvPr>
          <p:cNvSpPr>
            <a:spLocks/>
          </p:cNvSpPr>
          <p:nvPr/>
        </p:nvSpPr>
        <p:spPr>
          <a:xfrm>
            <a:off x="1717377" y="2320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EBF22485-3B3B-4AEE-9232-AF6B6EE21FAF}"/>
              </a:ext>
            </a:extLst>
          </p:cNvPr>
          <p:cNvSpPr>
            <a:spLocks/>
          </p:cNvSpPr>
          <p:nvPr/>
        </p:nvSpPr>
        <p:spPr>
          <a:xfrm>
            <a:off x="1710443" y="3451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58DDD0CB-4761-454A-9DB0-AD9CB0B5BC30}"/>
              </a:ext>
            </a:extLst>
          </p:cNvPr>
          <p:cNvSpPr>
            <a:spLocks/>
          </p:cNvSpPr>
          <p:nvPr/>
        </p:nvSpPr>
        <p:spPr>
          <a:xfrm>
            <a:off x="162780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72DFDEDD-C556-47B8-A0A9-BB0C1ACE987F}"/>
              </a:ext>
            </a:extLst>
          </p:cNvPr>
          <p:cNvSpPr>
            <a:spLocks/>
          </p:cNvSpPr>
          <p:nvPr/>
        </p:nvSpPr>
        <p:spPr>
          <a:xfrm>
            <a:off x="172050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7B1D4878-F1DF-4454-A3EF-D38D7B638590}"/>
              </a:ext>
            </a:extLst>
          </p:cNvPr>
          <p:cNvSpPr>
            <a:spLocks/>
          </p:cNvSpPr>
          <p:nvPr/>
        </p:nvSpPr>
        <p:spPr>
          <a:xfrm>
            <a:off x="2121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C7FAA7A7-3BEC-4604-8D9C-0A4DE8400033}"/>
              </a:ext>
            </a:extLst>
          </p:cNvPr>
          <p:cNvSpPr>
            <a:spLocks/>
          </p:cNvSpPr>
          <p:nvPr/>
        </p:nvSpPr>
        <p:spPr>
          <a:xfrm>
            <a:off x="21040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8B916313-1885-4E2B-AA88-DAE5D76AD1E6}"/>
              </a:ext>
            </a:extLst>
          </p:cNvPr>
          <p:cNvSpPr>
            <a:spLocks/>
          </p:cNvSpPr>
          <p:nvPr/>
        </p:nvSpPr>
        <p:spPr>
          <a:xfrm>
            <a:off x="21209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29390CE-2A31-4336-9F12-6165DCBB6240}"/>
              </a:ext>
            </a:extLst>
          </p:cNvPr>
          <p:cNvSpPr>
            <a:spLocks/>
          </p:cNvSpPr>
          <p:nvPr/>
        </p:nvSpPr>
        <p:spPr>
          <a:xfrm>
            <a:off x="21235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58056E3C-2032-41A9-9FDF-7FC4F9CA4195}"/>
              </a:ext>
            </a:extLst>
          </p:cNvPr>
          <p:cNvSpPr>
            <a:spLocks/>
          </p:cNvSpPr>
          <p:nvPr/>
        </p:nvSpPr>
        <p:spPr>
          <a:xfrm>
            <a:off x="2219067" y="25573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27047A28-844D-4CE7-B0EF-BB8A46F45801}"/>
              </a:ext>
            </a:extLst>
          </p:cNvPr>
          <p:cNvSpPr>
            <a:spLocks/>
          </p:cNvSpPr>
          <p:nvPr/>
        </p:nvSpPr>
        <p:spPr>
          <a:xfrm>
            <a:off x="22106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E4D1E57A-A5EA-4C0D-8D9C-91AD3E33CAB1}"/>
              </a:ext>
            </a:extLst>
          </p:cNvPr>
          <p:cNvSpPr>
            <a:spLocks/>
          </p:cNvSpPr>
          <p:nvPr/>
        </p:nvSpPr>
        <p:spPr>
          <a:xfrm>
            <a:off x="21073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D6D97400-9511-4B9D-BC39-5E69106C51A5}"/>
              </a:ext>
            </a:extLst>
          </p:cNvPr>
          <p:cNvSpPr>
            <a:spLocks/>
          </p:cNvSpPr>
          <p:nvPr/>
        </p:nvSpPr>
        <p:spPr>
          <a:xfrm>
            <a:off x="219403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89549297-3A2A-4B30-B3BE-1413C9293A28}"/>
              </a:ext>
            </a:extLst>
          </p:cNvPr>
          <p:cNvSpPr>
            <a:spLocks/>
          </p:cNvSpPr>
          <p:nvPr/>
        </p:nvSpPr>
        <p:spPr>
          <a:xfrm>
            <a:off x="21263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375F1A67-DD9D-480B-AA1D-AD8A108EB773}"/>
              </a:ext>
            </a:extLst>
          </p:cNvPr>
          <p:cNvSpPr>
            <a:spLocks/>
          </p:cNvSpPr>
          <p:nvPr/>
        </p:nvSpPr>
        <p:spPr>
          <a:xfrm>
            <a:off x="215485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09533049-6314-4936-8D68-CDC80E682901}"/>
              </a:ext>
            </a:extLst>
          </p:cNvPr>
          <p:cNvSpPr>
            <a:spLocks/>
          </p:cNvSpPr>
          <p:nvPr/>
        </p:nvSpPr>
        <p:spPr>
          <a:xfrm>
            <a:off x="2224395" y="1910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4808FD1A-536F-4671-AC8F-2B2157F74020}"/>
              </a:ext>
            </a:extLst>
          </p:cNvPr>
          <p:cNvSpPr>
            <a:spLocks/>
          </p:cNvSpPr>
          <p:nvPr/>
        </p:nvSpPr>
        <p:spPr>
          <a:xfrm>
            <a:off x="2233792" y="25759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9E38DE7D-CB39-4638-9566-19EA5E0B3B3F}"/>
              </a:ext>
            </a:extLst>
          </p:cNvPr>
          <p:cNvSpPr>
            <a:spLocks/>
          </p:cNvSpPr>
          <p:nvPr/>
        </p:nvSpPr>
        <p:spPr>
          <a:xfrm>
            <a:off x="2151929" y="2056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F1FCE9FF-541C-4A93-8367-ABAF83C8BED6}"/>
              </a:ext>
            </a:extLst>
          </p:cNvPr>
          <p:cNvSpPr>
            <a:spLocks/>
          </p:cNvSpPr>
          <p:nvPr/>
        </p:nvSpPr>
        <p:spPr>
          <a:xfrm>
            <a:off x="2205492" y="3439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87E62374-D441-4499-8854-3D7EF224B551}"/>
              </a:ext>
            </a:extLst>
          </p:cNvPr>
          <p:cNvSpPr>
            <a:spLocks/>
          </p:cNvSpPr>
          <p:nvPr/>
        </p:nvSpPr>
        <p:spPr>
          <a:xfrm>
            <a:off x="2176067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9E85B8DB-7D12-4715-984E-9FE8D8F4A729}"/>
              </a:ext>
            </a:extLst>
          </p:cNvPr>
          <p:cNvSpPr>
            <a:spLocks/>
          </p:cNvSpPr>
          <p:nvPr/>
        </p:nvSpPr>
        <p:spPr>
          <a:xfrm>
            <a:off x="219860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2E76EEE8-933F-4317-8E29-B8972DA310BB}"/>
              </a:ext>
            </a:extLst>
          </p:cNvPr>
          <p:cNvSpPr>
            <a:spLocks/>
          </p:cNvSpPr>
          <p:nvPr/>
        </p:nvSpPr>
        <p:spPr>
          <a:xfrm>
            <a:off x="21152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8D9B604C-E8B9-451C-8423-104AABBEDEBC}"/>
              </a:ext>
            </a:extLst>
          </p:cNvPr>
          <p:cNvSpPr>
            <a:spLocks/>
          </p:cNvSpPr>
          <p:nvPr/>
        </p:nvSpPr>
        <p:spPr>
          <a:xfrm>
            <a:off x="2231708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B42A6B0B-0FC3-4F9C-BA55-632A723A69E3}"/>
              </a:ext>
            </a:extLst>
          </p:cNvPr>
          <p:cNvSpPr>
            <a:spLocks/>
          </p:cNvSpPr>
          <p:nvPr/>
        </p:nvSpPr>
        <p:spPr>
          <a:xfrm>
            <a:off x="2169545" y="20906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1EAF3C24-4784-443C-81BA-F301E07655C4}"/>
              </a:ext>
            </a:extLst>
          </p:cNvPr>
          <p:cNvSpPr>
            <a:spLocks/>
          </p:cNvSpPr>
          <p:nvPr/>
        </p:nvSpPr>
        <p:spPr>
          <a:xfrm>
            <a:off x="2179137" y="26399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5C263BF8-44A7-4A71-BBB3-1A7E24922082}"/>
              </a:ext>
            </a:extLst>
          </p:cNvPr>
          <p:cNvSpPr>
            <a:spLocks/>
          </p:cNvSpPr>
          <p:nvPr/>
        </p:nvSpPr>
        <p:spPr>
          <a:xfrm>
            <a:off x="2218018" y="2873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D8EEFCC5-BB92-47CA-90EA-3F7E747898CB}"/>
              </a:ext>
            </a:extLst>
          </p:cNvPr>
          <p:cNvSpPr>
            <a:spLocks/>
          </p:cNvSpPr>
          <p:nvPr/>
        </p:nvSpPr>
        <p:spPr>
          <a:xfrm>
            <a:off x="21339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A8F84E56-72D3-40F5-9C52-97E3DB487065}"/>
              </a:ext>
            </a:extLst>
          </p:cNvPr>
          <p:cNvSpPr>
            <a:spLocks/>
          </p:cNvSpPr>
          <p:nvPr/>
        </p:nvSpPr>
        <p:spPr>
          <a:xfrm>
            <a:off x="2146759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8B7FD4C6-4330-41C1-8E9D-72C55C1B2B40}"/>
              </a:ext>
            </a:extLst>
          </p:cNvPr>
          <p:cNvSpPr>
            <a:spLocks/>
          </p:cNvSpPr>
          <p:nvPr/>
        </p:nvSpPr>
        <p:spPr>
          <a:xfrm>
            <a:off x="2192155" y="2356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648BAD5B-455C-4D3F-84C1-58B5EE057F5D}"/>
              </a:ext>
            </a:extLst>
          </p:cNvPr>
          <p:cNvSpPr>
            <a:spLocks/>
          </p:cNvSpPr>
          <p:nvPr/>
        </p:nvSpPr>
        <p:spPr>
          <a:xfrm>
            <a:off x="210203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7432541E-16A6-4901-9684-CABB71CB2C55}"/>
              </a:ext>
            </a:extLst>
          </p:cNvPr>
          <p:cNvSpPr>
            <a:spLocks/>
          </p:cNvSpPr>
          <p:nvPr/>
        </p:nvSpPr>
        <p:spPr>
          <a:xfrm>
            <a:off x="2101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601A12AF-261F-4665-8A0D-9D7BC84AD372}"/>
              </a:ext>
            </a:extLst>
          </p:cNvPr>
          <p:cNvSpPr>
            <a:spLocks/>
          </p:cNvSpPr>
          <p:nvPr/>
        </p:nvSpPr>
        <p:spPr>
          <a:xfrm>
            <a:off x="2129043" y="2651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72DD5E0E-441E-43B9-8738-4B89A42C6B57}"/>
              </a:ext>
            </a:extLst>
          </p:cNvPr>
          <p:cNvSpPr>
            <a:spLocks/>
          </p:cNvSpPr>
          <p:nvPr/>
        </p:nvSpPr>
        <p:spPr>
          <a:xfrm>
            <a:off x="22048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9A2E7343-DB66-4EB5-A503-73A1D3865E04}"/>
              </a:ext>
            </a:extLst>
          </p:cNvPr>
          <p:cNvSpPr>
            <a:spLocks/>
          </p:cNvSpPr>
          <p:nvPr/>
        </p:nvSpPr>
        <p:spPr>
          <a:xfrm>
            <a:off x="2120899" y="3102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C956D263-0012-447C-A40E-8BA23FCF6213}"/>
              </a:ext>
            </a:extLst>
          </p:cNvPr>
          <p:cNvSpPr>
            <a:spLocks/>
          </p:cNvSpPr>
          <p:nvPr/>
        </p:nvSpPr>
        <p:spPr>
          <a:xfrm>
            <a:off x="212766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72F0B44A-7A0A-4435-AB90-A116E338DDCD}"/>
              </a:ext>
            </a:extLst>
          </p:cNvPr>
          <p:cNvSpPr>
            <a:spLocks/>
          </p:cNvSpPr>
          <p:nvPr/>
        </p:nvSpPr>
        <p:spPr>
          <a:xfrm>
            <a:off x="21152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1669FB49-D56D-43A6-8FB2-676F77E4E982}"/>
              </a:ext>
            </a:extLst>
          </p:cNvPr>
          <p:cNvSpPr>
            <a:spLocks/>
          </p:cNvSpPr>
          <p:nvPr/>
        </p:nvSpPr>
        <p:spPr>
          <a:xfrm>
            <a:off x="2213070" y="3115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85E7BFED-8522-41DD-BED1-FDDD01D9D9BC}"/>
              </a:ext>
            </a:extLst>
          </p:cNvPr>
          <p:cNvSpPr>
            <a:spLocks/>
          </p:cNvSpPr>
          <p:nvPr/>
        </p:nvSpPr>
        <p:spPr>
          <a:xfrm>
            <a:off x="22242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75AF6551-D28F-4495-9861-277E6AD5CC75}"/>
              </a:ext>
            </a:extLst>
          </p:cNvPr>
          <p:cNvSpPr>
            <a:spLocks/>
          </p:cNvSpPr>
          <p:nvPr/>
        </p:nvSpPr>
        <p:spPr>
          <a:xfrm>
            <a:off x="22293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52F128F6-5AF2-4DB2-9B4F-0BF2F79CB57F}"/>
              </a:ext>
            </a:extLst>
          </p:cNvPr>
          <p:cNvSpPr>
            <a:spLocks/>
          </p:cNvSpPr>
          <p:nvPr/>
        </p:nvSpPr>
        <p:spPr>
          <a:xfrm>
            <a:off x="21833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E6EC381D-81EE-4DAA-8F6A-A9AED32AEC96}"/>
              </a:ext>
            </a:extLst>
          </p:cNvPr>
          <p:cNvSpPr>
            <a:spLocks/>
          </p:cNvSpPr>
          <p:nvPr/>
        </p:nvSpPr>
        <p:spPr>
          <a:xfrm>
            <a:off x="211847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5D54AC39-ED2B-452D-B371-BB53221B73B4}"/>
              </a:ext>
            </a:extLst>
          </p:cNvPr>
          <p:cNvSpPr>
            <a:spLocks/>
          </p:cNvSpPr>
          <p:nvPr/>
        </p:nvSpPr>
        <p:spPr>
          <a:xfrm>
            <a:off x="211308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76792FBA-D9D8-46B3-B820-2A0E6F11339A}"/>
              </a:ext>
            </a:extLst>
          </p:cNvPr>
          <p:cNvSpPr>
            <a:spLocks/>
          </p:cNvSpPr>
          <p:nvPr/>
        </p:nvSpPr>
        <p:spPr>
          <a:xfrm>
            <a:off x="216779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EA43EA78-E2E3-44F4-866F-E2FF3FEAD2BB}"/>
              </a:ext>
            </a:extLst>
          </p:cNvPr>
          <p:cNvSpPr>
            <a:spLocks/>
          </p:cNvSpPr>
          <p:nvPr/>
        </p:nvSpPr>
        <p:spPr>
          <a:xfrm>
            <a:off x="21686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ED6407FC-DC00-46DB-AF32-1C4C7B7FF44D}"/>
              </a:ext>
            </a:extLst>
          </p:cNvPr>
          <p:cNvSpPr>
            <a:spLocks/>
          </p:cNvSpPr>
          <p:nvPr/>
        </p:nvSpPr>
        <p:spPr>
          <a:xfrm>
            <a:off x="2118629" y="1914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A348E099-37AC-4B42-A258-02A4EA4EE1DF}"/>
              </a:ext>
            </a:extLst>
          </p:cNvPr>
          <p:cNvSpPr>
            <a:spLocks/>
          </p:cNvSpPr>
          <p:nvPr/>
        </p:nvSpPr>
        <p:spPr>
          <a:xfrm>
            <a:off x="2193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43B3C173-CDE2-4806-8CC9-6C0D8D75C430}"/>
              </a:ext>
            </a:extLst>
          </p:cNvPr>
          <p:cNvSpPr>
            <a:spLocks/>
          </p:cNvSpPr>
          <p:nvPr/>
        </p:nvSpPr>
        <p:spPr>
          <a:xfrm>
            <a:off x="220386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F9FAB284-AC86-4DB3-A5AA-DDD5E9353884}"/>
              </a:ext>
            </a:extLst>
          </p:cNvPr>
          <p:cNvSpPr>
            <a:spLocks/>
          </p:cNvSpPr>
          <p:nvPr/>
        </p:nvSpPr>
        <p:spPr>
          <a:xfrm>
            <a:off x="22056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3B73FE23-DFFB-44A9-814F-AA096455943D}"/>
              </a:ext>
            </a:extLst>
          </p:cNvPr>
          <p:cNvSpPr>
            <a:spLocks/>
          </p:cNvSpPr>
          <p:nvPr/>
        </p:nvSpPr>
        <p:spPr>
          <a:xfrm>
            <a:off x="2195727" y="34369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B5962F6C-C85A-4A16-BB9F-17B10C6104F3}"/>
              </a:ext>
            </a:extLst>
          </p:cNvPr>
          <p:cNvSpPr>
            <a:spLocks/>
          </p:cNvSpPr>
          <p:nvPr/>
        </p:nvSpPr>
        <p:spPr>
          <a:xfrm>
            <a:off x="22133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2D545412-5E66-462F-BEA7-0A86AD1F4DB2}"/>
              </a:ext>
            </a:extLst>
          </p:cNvPr>
          <p:cNvSpPr>
            <a:spLocks/>
          </p:cNvSpPr>
          <p:nvPr/>
        </p:nvSpPr>
        <p:spPr>
          <a:xfrm>
            <a:off x="21436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0D112AE4-06C2-4F85-90C7-0CA7D5E460A7}"/>
              </a:ext>
            </a:extLst>
          </p:cNvPr>
          <p:cNvSpPr>
            <a:spLocks/>
          </p:cNvSpPr>
          <p:nvPr/>
        </p:nvSpPr>
        <p:spPr>
          <a:xfrm>
            <a:off x="2148966" y="29855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9021C791-EF6C-4468-91BB-79D22DE63E6C}"/>
              </a:ext>
            </a:extLst>
          </p:cNvPr>
          <p:cNvSpPr>
            <a:spLocks/>
          </p:cNvSpPr>
          <p:nvPr/>
        </p:nvSpPr>
        <p:spPr>
          <a:xfrm>
            <a:off x="21951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06C7A018-7827-4FA7-86D8-12D6A1DE5499}"/>
              </a:ext>
            </a:extLst>
          </p:cNvPr>
          <p:cNvSpPr>
            <a:spLocks/>
          </p:cNvSpPr>
          <p:nvPr/>
        </p:nvSpPr>
        <p:spPr>
          <a:xfrm>
            <a:off x="2100225" y="2135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86B2DD6B-CA8D-4253-834D-B1941CE4B7FD}"/>
              </a:ext>
            </a:extLst>
          </p:cNvPr>
          <p:cNvSpPr>
            <a:spLocks/>
          </p:cNvSpPr>
          <p:nvPr/>
        </p:nvSpPr>
        <p:spPr>
          <a:xfrm>
            <a:off x="2148748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6DAA331A-2FE1-40D2-B7A5-887653021D19}"/>
              </a:ext>
            </a:extLst>
          </p:cNvPr>
          <p:cNvSpPr>
            <a:spLocks/>
          </p:cNvSpPr>
          <p:nvPr/>
        </p:nvSpPr>
        <p:spPr>
          <a:xfrm>
            <a:off x="2153050" y="3362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4B351B07-6D93-4E2D-9FC4-9CB82E90CEB0}"/>
              </a:ext>
            </a:extLst>
          </p:cNvPr>
          <p:cNvSpPr>
            <a:spLocks/>
          </p:cNvSpPr>
          <p:nvPr/>
        </p:nvSpPr>
        <p:spPr>
          <a:xfrm>
            <a:off x="215442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6477B895-DD88-40F1-B8B0-65B34E9D61EF}"/>
              </a:ext>
            </a:extLst>
          </p:cNvPr>
          <p:cNvSpPr>
            <a:spLocks/>
          </p:cNvSpPr>
          <p:nvPr/>
        </p:nvSpPr>
        <p:spPr>
          <a:xfrm>
            <a:off x="2149370" y="34504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94E5B22B-CC87-455C-BEE5-823BDDF155FE}"/>
              </a:ext>
            </a:extLst>
          </p:cNvPr>
          <p:cNvSpPr>
            <a:spLocks/>
          </p:cNvSpPr>
          <p:nvPr/>
        </p:nvSpPr>
        <p:spPr>
          <a:xfrm>
            <a:off x="2208836" y="24223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07BCBF9E-CCC9-4C20-AA7A-F4E0C536EF0A}"/>
              </a:ext>
            </a:extLst>
          </p:cNvPr>
          <p:cNvSpPr>
            <a:spLocks/>
          </p:cNvSpPr>
          <p:nvPr/>
        </p:nvSpPr>
        <p:spPr>
          <a:xfrm>
            <a:off x="2143814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45FAFDFF-20A4-433C-865D-ED872DBC70B6}"/>
              </a:ext>
            </a:extLst>
          </p:cNvPr>
          <p:cNvSpPr>
            <a:spLocks/>
          </p:cNvSpPr>
          <p:nvPr/>
        </p:nvSpPr>
        <p:spPr>
          <a:xfrm>
            <a:off x="2211091" y="25134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5E7E57EC-B8F5-49ED-9B66-FFA8E6E20620}"/>
              </a:ext>
            </a:extLst>
          </p:cNvPr>
          <p:cNvSpPr>
            <a:spLocks/>
          </p:cNvSpPr>
          <p:nvPr/>
        </p:nvSpPr>
        <p:spPr>
          <a:xfrm>
            <a:off x="2182616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8957BE5E-AA1A-4454-869A-1423CFABE338}"/>
              </a:ext>
            </a:extLst>
          </p:cNvPr>
          <p:cNvSpPr>
            <a:spLocks/>
          </p:cNvSpPr>
          <p:nvPr/>
        </p:nvSpPr>
        <p:spPr>
          <a:xfrm>
            <a:off x="2198518" y="28536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9DE85D19-7986-40E2-998F-08D6DB6FE8E2}"/>
              </a:ext>
            </a:extLst>
          </p:cNvPr>
          <p:cNvSpPr>
            <a:spLocks/>
          </p:cNvSpPr>
          <p:nvPr/>
        </p:nvSpPr>
        <p:spPr>
          <a:xfrm>
            <a:off x="2180662" y="3426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52E4E908-3AE7-4EEB-87D2-7F3220335CE6}"/>
              </a:ext>
            </a:extLst>
          </p:cNvPr>
          <p:cNvSpPr>
            <a:spLocks/>
          </p:cNvSpPr>
          <p:nvPr/>
        </p:nvSpPr>
        <p:spPr>
          <a:xfrm>
            <a:off x="2122934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8AB3256C-FABF-4F81-B7BA-3372F4AD54B6}"/>
              </a:ext>
            </a:extLst>
          </p:cNvPr>
          <p:cNvSpPr>
            <a:spLocks/>
          </p:cNvSpPr>
          <p:nvPr/>
        </p:nvSpPr>
        <p:spPr>
          <a:xfrm>
            <a:off x="2184397" y="294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E1AB4783-2CBB-487E-9FFD-C11C20CF90CD}"/>
              </a:ext>
            </a:extLst>
          </p:cNvPr>
          <p:cNvSpPr>
            <a:spLocks/>
          </p:cNvSpPr>
          <p:nvPr/>
        </p:nvSpPr>
        <p:spPr>
          <a:xfrm>
            <a:off x="21399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FE407CBA-C458-463B-95BB-9EFCB1DCF372}"/>
              </a:ext>
            </a:extLst>
          </p:cNvPr>
          <p:cNvSpPr>
            <a:spLocks/>
          </p:cNvSpPr>
          <p:nvPr/>
        </p:nvSpPr>
        <p:spPr>
          <a:xfrm>
            <a:off x="21771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D3C2DA5F-AA25-431B-ACA6-DD056D8AB8B1}"/>
              </a:ext>
            </a:extLst>
          </p:cNvPr>
          <p:cNvSpPr>
            <a:spLocks/>
          </p:cNvSpPr>
          <p:nvPr/>
        </p:nvSpPr>
        <p:spPr>
          <a:xfrm>
            <a:off x="21426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2EC8E93E-F5AE-4521-B229-EEE5EA52C11B}"/>
              </a:ext>
            </a:extLst>
          </p:cNvPr>
          <p:cNvSpPr>
            <a:spLocks/>
          </p:cNvSpPr>
          <p:nvPr/>
        </p:nvSpPr>
        <p:spPr>
          <a:xfrm>
            <a:off x="223081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13FCA6A1-B3CF-4BF3-AC3B-9994115F8949}"/>
              </a:ext>
            </a:extLst>
          </p:cNvPr>
          <p:cNvSpPr>
            <a:spLocks/>
          </p:cNvSpPr>
          <p:nvPr/>
        </p:nvSpPr>
        <p:spPr>
          <a:xfrm>
            <a:off x="2183617" y="3314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232CDEE5-A95A-44DE-8568-DD1D06F872AD}"/>
              </a:ext>
            </a:extLst>
          </p:cNvPr>
          <p:cNvSpPr>
            <a:spLocks/>
          </p:cNvSpPr>
          <p:nvPr/>
        </p:nvSpPr>
        <p:spPr>
          <a:xfrm>
            <a:off x="21560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CC1E009C-578C-4BAC-825D-DA220F339E39}"/>
              </a:ext>
            </a:extLst>
          </p:cNvPr>
          <p:cNvSpPr>
            <a:spLocks/>
          </p:cNvSpPr>
          <p:nvPr/>
        </p:nvSpPr>
        <p:spPr>
          <a:xfrm>
            <a:off x="21462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1DAACC76-7F29-42FF-A42F-624A91E1F37A}"/>
              </a:ext>
            </a:extLst>
          </p:cNvPr>
          <p:cNvSpPr>
            <a:spLocks/>
          </p:cNvSpPr>
          <p:nvPr/>
        </p:nvSpPr>
        <p:spPr>
          <a:xfrm>
            <a:off x="2146341" y="2451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94479754-CC05-4B26-97E7-5DADF40033EE}"/>
              </a:ext>
            </a:extLst>
          </p:cNvPr>
          <p:cNvSpPr>
            <a:spLocks/>
          </p:cNvSpPr>
          <p:nvPr/>
        </p:nvSpPr>
        <p:spPr>
          <a:xfrm>
            <a:off x="2216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AF899CDD-A4C6-48EE-915D-FC400DA4BBD5}"/>
              </a:ext>
            </a:extLst>
          </p:cNvPr>
          <p:cNvSpPr>
            <a:spLocks/>
          </p:cNvSpPr>
          <p:nvPr/>
        </p:nvSpPr>
        <p:spPr>
          <a:xfrm>
            <a:off x="216896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AADA1FB8-55E0-4355-96DF-18E88ADA59E1}"/>
              </a:ext>
            </a:extLst>
          </p:cNvPr>
          <p:cNvSpPr>
            <a:spLocks/>
          </p:cNvSpPr>
          <p:nvPr/>
        </p:nvSpPr>
        <p:spPr>
          <a:xfrm>
            <a:off x="2163290" y="23931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908FD274-BD9F-465F-A722-B03EE81A1DEE}"/>
              </a:ext>
            </a:extLst>
          </p:cNvPr>
          <p:cNvSpPr>
            <a:spLocks/>
          </p:cNvSpPr>
          <p:nvPr/>
        </p:nvSpPr>
        <p:spPr>
          <a:xfrm>
            <a:off x="21004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3FF738F5-2F20-427A-973E-8934F157587D}"/>
              </a:ext>
            </a:extLst>
          </p:cNvPr>
          <p:cNvSpPr>
            <a:spLocks/>
          </p:cNvSpPr>
          <p:nvPr/>
        </p:nvSpPr>
        <p:spPr>
          <a:xfrm>
            <a:off x="2220583" y="3093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8C989048-9161-4E2A-ADA8-5D02431EC297}"/>
              </a:ext>
            </a:extLst>
          </p:cNvPr>
          <p:cNvSpPr>
            <a:spLocks/>
          </p:cNvSpPr>
          <p:nvPr/>
        </p:nvSpPr>
        <p:spPr>
          <a:xfrm>
            <a:off x="2127524" y="3032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A71F7085-652C-4218-A901-2E18F0DAC32A}"/>
              </a:ext>
            </a:extLst>
          </p:cNvPr>
          <p:cNvSpPr>
            <a:spLocks/>
          </p:cNvSpPr>
          <p:nvPr/>
        </p:nvSpPr>
        <p:spPr>
          <a:xfrm>
            <a:off x="2130630" y="32405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FE5CEF32-DBF7-4AE5-B011-31E06DFAABA4}"/>
              </a:ext>
            </a:extLst>
          </p:cNvPr>
          <p:cNvSpPr>
            <a:spLocks/>
          </p:cNvSpPr>
          <p:nvPr/>
        </p:nvSpPr>
        <p:spPr>
          <a:xfrm>
            <a:off x="2210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DD228929-2BEE-4A9D-9542-68E0F8B6C97C}"/>
              </a:ext>
            </a:extLst>
          </p:cNvPr>
          <p:cNvSpPr>
            <a:spLocks/>
          </p:cNvSpPr>
          <p:nvPr/>
        </p:nvSpPr>
        <p:spPr>
          <a:xfrm>
            <a:off x="2147492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23948F1C-8280-44C9-BCDE-5C8BAB557BD6}"/>
              </a:ext>
            </a:extLst>
          </p:cNvPr>
          <p:cNvSpPr>
            <a:spLocks/>
          </p:cNvSpPr>
          <p:nvPr/>
        </p:nvSpPr>
        <p:spPr>
          <a:xfrm>
            <a:off x="22228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3434AC72-C77C-4D2C-A97E-4E83C3183FFF}"/>
              </a:ext>
            </a:extLst>
          </p:cNvPr>
          <p:cNvSpPr>
            <a:spLocks/>
          </p:cNvSpPr>
          <p:nvPr/>
        </p:nvSpPr>
        <p:spPr>
          <a:xfrm>
            <a:off x="221692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409D08FB-3E86-4130-AAB7-36176D28F70D}"/>
              </a:ext>
            </a:extLst>
          </p:cNvPr>
          <p:cNvSpPr>
            <a:spLocks/>
          </p:cNvSpPr>
          <p:nvPr/>
        </p:nvSpPr>
        <p:spPr>
          <a:xfrm>
            <a:off x="213353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5CDE61FD-C8FC-418C-8A87-D306995DA17F}"/>
              </a:ext>
            </a:extLst>
          </p:cNvPr>
          <p:cNvSpPr>
            <a:spLocks/>
          </p:cNvSpPr>
          <p:nvPr/>
        </p:nvSpPr>
        <p:spPr>
          <a:xfrm>
            <a:off x="212675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F14A92A3-CE89-4484-B7BE-8E3C81EB7AC7}"/>
              </a:ext>
            </a:extLst>
          </p:cNvPr>
          <p:cNvSpPr>
            <a:spLocks/>
          </p:cNvSpPr>
          <p:nvPr/>
        </p:nvSpPr>
        <p:spPr>
          <a:xfrm>
            <a:off x="2188756" y="2501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F14C8EB6-F536-4F75-8828-67EFE264AABE}"/>
              </a:ext>
            </a:extLst>
          </p:cNvPr>
          <p:cNvSpPr>
            <a:spLocks/>
          </p:cNvSpPr>
          <p:nvPr/>
        </p:nvSpPr>
        <p:spPr>
          <a:xfrm>
            <a:off x="2150906" y="32404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96980851-71AC-40DA-9D19-072102794A48}"/>
              </a:ext>
            </a:extLst>
          </p:cNvPr>
          <p:cNvSpPr>
            <a:spLocks/>
          </p:cNvSpPr>
          <p:nvPr/>
        </p:nvSpPr>
        <p:spPr>
          <a:xfrm>
            <a:off x="218601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A03FA404-481B-4608-81BE-2602DD1756B6}"/>
              </a:ext>
            </a:extLst>
          </p:cNvPr>
          <p:cNvSpPr>
            <a:spLocks/>
          </p:cNvSpPr>
          <p:nvPr/>
        </p:nvSpPr>
        <p:spPr>
          <a:xfrm>
            <a:off x="2219818" y="3400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5BF17FD8-8782-4B71-9162-8CF55D9F5AAC}"/>
              </a:ext>
            </a:extLst>
          </p:cNvPr>
          <p:cNvSpPr>
            <a:spLocks/>
          </p:cNvSpPr>
          <p:nvPr/>
        </p:nvSpPr>
        <p:spPr>
          <a:xfrm>
            <a:off x="2103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D54285FA-345E-4F17-BF23-5F3C316DC5C1}"/>
              </a:ext>
            </a:extLst>
          </p:cNvPr>
          <p:cNvSpPr>
            <a:spLocks/>
          </p:cNvSpPr>
          <p:nvPr/>
        </p:nvSpPr>
        <p:spPr>
          <a:xfrm>
            <a:off x="21065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C3721134-9944-4943-9743-C3FEE38FBEFC}"/>
              </a:ext>
            </a:extLst>
          </p:cNvPr>
          <p:cNvSpPr>
            <a:spLocks/>
          </p:cNvSpPr>
          <p:nvPr/>
        </p:nvSpPr>
        <p:spPr>
          <a:xfrm>
            <a:off x="2133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9EF186A7-1E71-48F6-A313-41529CC5FF53}"/>
              </a:ext>
            </a:extLst>
          </p:cNvPr>
          <p:cNvSpPr>
            <a:spLocks/>
          </p:cNvSpPr>
          <p:nvPr/>
        </p:nvSpPr>
        <p:spPr>
          <a:xfrm>
            <a:off x="2211881" y="1755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B91C8E0B-95D5-4DED-ADF9-66F596AA594B}"/>
              </a:ext>
            </a:extLst>
          </p:cNvPr>
          <p:cNvSpPr>
            <a:spLocks/>
          </p:cNvSpPr>
          <p:nvPr/>
        </p:nvSpPr>
        <p:spPr>
          <a:xfrm>
            <a:off x="2237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7E6E8FFB-DC37-487E-89F7-5D40868F9238}"/>
              </a:ext>
            </a:extLst>
          </p:cNvPr>
          <p:cNvSpPr>
            <a:spLocks/>
          </p:cNvSpPr>
          <p:nvPr/>
        </p:nvSpPr>
        <p:spPr>
          <a:xfrm>
            <a:off x="22070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406CC149-F4DE-4580-8FA4-3C7E7EE43E20}"/>
              </a:ext>
            </a:extLst>
          </p:cNvPr>
          <p:cNvSpPr>
            <a:spLocks/>
          </p:cNvSpPr>
          <p:nvPr/>
        </p:nvSpPr>
        <p:spPr>
          <a:xfrm>
            <a:off x="2138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CCB5CEC2-25E2-4E96-A2F1-E0560B726D7D}"/>
              </a:ext>
            </a:extLst>
          </p:cNvPr>
          <p:cNvSpPr>
            <a:spLocks/>
          </p:cNvSpPr>
          <p:nvPr/>
        </p:nvSpPr>
        <p:spPr>
          <a:xfrm>
            <a:off x="2138489" y="3166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FFA2AA2E-8F25-4895-ACEB-53FDC7009F57}"/>
              </a:ext>
            </a:extLst>
          </p:cNvPr>
          <p:cNvSpPr>
            <a:spLocks/>
          </p:cNvSpPr>
          <p:nvPr/>
        </p:nvSpPr>
        <p:spPr>
          <a:xfrm>
            <a:off x="21501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5AA7530C-1A4E-4A43-BB21-5D34BC605493}"/>
              </a:ext>
            </a:extLst>
          </p:cNvPr>
          <p:cNvSpPr>
            <a:spLocks/>
          </p:cNvSpPr>
          <p:nvPr/>
        </p:nvSpPr>
        <p:spPr>
          <a:xfrm>
            <a:off x="2139804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8A05414A-77D2-434E-8E64-92D25EDC03F5}"/>
              </a:ext>
            </a:extLst>
          </p:cNvPr>
          <p:cNvSpPr>
            <a:spLocks/>
          </p:cNvSpPr>
          <p:nvPr/>
        </p:nvSpPr>
        <p:spPr>
          <a:xfrm>
            <a:off x="21808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74A5ABE8-2584-48A5-8572-55DE9254C3DA}"/>
              </a:ext>
            </a:extLst>
          </p:cNvPr>
          <p:cNvSpPr>
            <a:spLocks/>
          </p:cNvSpPr>
          <p:nvPr/>
        </p:nvSpPr>
        <p:spPr>
          <a:xfrm>
            <a:off x="2174485" y="2245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9942D025-BF3C-4161-A5B4-B0B329613388}"/>
              </a:ext>
            </a:extLst>
          </p:cNvPr>
          <p:cNvSpPr>
            <a:spLocks/>
          </p:cNvSpPr>
          <p:nvPr/>
        </p:nvSpPr>
        <p:spPr>
          <a:xfrm>
            <a:off x="2142764" y="32088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7AE79E86-F0B2-4E36-A9AA-41244159D298}"/>
              </a:ext>
            </a:extLst>
          </p:cNvPr>
          <p:cNvSpPr>
            <a:spLocks/>
          </p:cNvSpPr>
          <p:nvPr/>
        </p:nvSpPr>
        <p:spPr>
          <a:xfrm>
            <a:off x="2206195" y="2377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893A4BE9-FCFC-4D8C-B8D6-78D9F5DC0E39}"/>
              </a:ext>
            </a:extLst>
          </p:cNvPr>
          <p:cNvSpPr>
            <a:spLocks/>
          </p:cNvSpPr>
          <p:nvPr/>
        </p:nvSpPr>
        <p:spPr>
          <a:xfrm>
            <a:off x="2239203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9379B7E1-378C-4281-8F63-8F9BDDDD955E}"/>
              </a:ext>
            </a:extLst>
          </p:cNvPr>
          <p:cNvSpPr>
            <a:spLocks/>
          </p:cNvSpPr>
          <p:nvPr/>
        </p:nvSpPr>
        <p:spPr>
          <a:xfrm>
            <a:off x="21800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7A5C076D-3B3D-482E-8999-CD95C38DAD87}"/>
              </a:ext>
            </a:extLst>
          </p:cNvPr>
          <p:cNvSpPr>
            <a:spLocks/>
          </p:cNvSpPr>
          <p:nvPr/>
        </p:nvSpPr>
        <p:spPr>
          <a:xfrm>
            <a:off x="21383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A32B5449-8D09-459C-8301-647B13889F6C}"/>
              </a:ext>
            </a:extLst>
          </p:cNvPr>
          <p:cNvSpPr>
            <a:spLocks/>
          </p:cNvSpPr>
          <p:nvPr/>
        </p:nvSpPr>
        <p:spPr>
          <a:xfrm>
            <a:off x="217650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2BCFDF18-1773-40D4-A6B5-4D98C0217993}"/>
              </a:ext>
            </a:extLst>
          </p:cNvPr>
          <p:cNvSpPr>
            <a:spLocks/>
          </p:cNvSpPr>
          <p:nvPr/>
        </p:nvSpPr>
        <p:spPr>
          <a:xfrm>
            <a:off x="2141176" y="2744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2625040E-7E2A-42CD-BF74-9B92DFDC8598}"/>
              </a:ext>
            </a:extLst>
          </p:cNvPr>
          <p:cNvSpPr>
            <a:spLocks/>
          </p:cNvSpPr>
          <p:nvPr/>
        </p:nvSpPr>
        <p:spPr>
          <a:xfrm>
            <a:off x="219504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67B68BDB-D746-4D42-98A8-6320BBFAB86D}"/>
              </a:ext>
            </a:extLst>
          </p:cNvPr>
          <p:cNvSpPr>
            <a:spLocks/>
          </p:cNvSpPr>
          <p:nvPr/>
        </p:nvSpPr>
        <p:spPr>
          <a:xfrm>
            <a:off x="2150145" y="267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F165E987-39C3-4123-9CE3-2BE6DB29B8BE}"/>
              </a:ext>
            </a:extLst>
          </p:cNvPr>
          <p:cNvSpPr>
            <a:spLocks/>
          </p:cNvSpPr>
          <p:nvPr/>
        </p:nvSpPr>
        <p:spPr>
          <a:xfrm>
            <a:off x="2182661" y="2842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96492A04-CF89-4A6B-AACD-159C1466074B}"/>
              </a:ext>
            </a:extLst>
          </p:cNvPr>
          <p:cNvSpPr>
            <a:spLocks/>
          </p:cNvSpPr>
          <p:nvPr/>
        </p:nvSpPr>
        <p:spPr>
          <a:xfrm>
            <a:off x="21223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CB48EA7F-C09B-4E4D-B443-1C21157FFA5C}"/>
              </a:ext>
            </a:extLst>
          </p:cNvPr>
          <p:cNvSpPr>
            <a:spLocks/>
          </p:cNvSpPr>
          <p:nvPr/>
        </p:nvSpPr>
        <p:spPr>
          <a:xfrm>
            <a:off x="21939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1F5EC4D1-555B-4707-9A07-704380F460C1}"/>
              </a:ext>
            </a:extLst>
          </p:cNvPr>
          <p:cNvSpPr>
            <a:spLocks/>
          </p:cNvSpPr>
          <p:nvPr/>
        </p:nvSpPr>
        <p:spPr>
          <a:xfrm>
            <a:off x="2239655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962619AD-623B-49E3-A272-B6FB8D3C467A}"/>
              </a:ext>
            </a:extLst>
          </p:cNvPr>
          <p:cNvSpPr>
            <a:spLocks/>
          </p:cNvSpPr>
          <p:nvPr/>
        </p:nvSpPr>
        <p:spPr>
          <a:xfrm>
            <a:off x="21668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475F140-1FC0-48A0-BF0E-176339204E7E}"/>
              </a:ext>
            </a:extLst>
          </p:cNvPr>
          <p:cNvSpPr>
            <a:spLocks/>
          </p:cNvSpPr>
          <p:nvPr/>
        </p:nvSpPr>
        <p:spPr>
          <a:xfrm>
            <a:off x="21833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C8EDAA84-5E5D-4092-9BDD-76D75AC5414C}"/>
              </a:ext>
            </a:extLst>
          </p:cNvPr>
          <p:cNvSpPr>
            <a:spLocks/>
          </p:cNvSpPr>
          <p:nvPr/>
        </p:nvSpPr>
        <p:spPr>
          <a:xfrm>
            <a:off x="2141375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633A8E60-955C-4F85-8FBF-DE7AE0C8BAF0}"/>
              </a:ext>
            </a:extLst>
          </p:cNvPr>
          <p:cNvSpPr>
            <a:spLocks/>
          </p:cNvSpPr>
          <p:nvPr/>
        </p:nvSpPr>
        <p:spPr>
          <a:xfrm>
            <a:off x="21115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92069B16-C57D-4C7E-B69E-2998FDEC7E0E}"/>
              </a:ext>
            </a:extLst>
          </p:cNvPr>
          <p:cNvSpPr>
            <a:spLocks/>
          </p:cNvSpPr>
          <p:nvPr/>
        </p:nvSpPr>
        <p:spPr>
          <a:xfrm>
            <a:off x="21227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9EC8CFC6-883E-4490-BA08-E485A39F863F}"/>
              </a:ext>
            </a:extLst>
          </p:cNvPr>
          <p:cNvSpPr>
            <a:spLocks/>
          </p:cNvSpPr>
          <p:nvPr/>
        </p:nvSpPr>
        <p:spPr>
          <a:xfrm>
            <a:off x="2161125" y="30319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D8421840-095F-4FA0-9FA1-D51BE947688D}"/>
              </a:ext>
            </a:extLst>
          </p:cNvPr>
          <p:cNvSpPr>
            <a:spLocks/>
          </p:cNvSpPr>
          <p:nvPr/>
        </p:nvSpPr>
        <p:spPr>
          <a:xfrm>
            <a:off x="220179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82E55085-786C-4547-B9C1-E34DEB04F5F9}"/>
              </a:ext>
            </a:extLst>
          </p:cNvPr>
          <p:cNvSpPr>
            <a:spLocks/>
          </p:cNvSpPr>
          <p:nvPr/>
        </p:nvSpPr>
        <p:spPr>
          <a:xfrm>
            <a:off x="22053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4E6E8CA2-5B92-4927-B9A9-9B1D495B88E8}"/>
              </a:ext>
            </a:extLst>
          </p:cNvPr>
          <p:cNvSpPr>
            <a:spLocks/>
          </p:cNvSpPr>
          <p:nvPr/>
        </p:nvSpPr>
        <p:spPr>
          <a:xfrm>
            <a:off x="22146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4EF47ADF-2ED6-44C8-AF96-2FC0686A7E64}"/>
              </a:ext>
            </a:extLst>
          </p:cNvPr>
          <p:cNvSpPr>
            <a:spLocks/>
          </p:cNvSpPr>
          <p:nvPr/>
        </p:nvSpPr>
        <p:spPr>
          <a:xfrm>
            <a:off x="2203664" y="3417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A2B671EE-9808-4980-85C6-10989A6C2DAF}"/>
              </a:ext>
            </a:extLst>
          </p:cNvPr>
          <p:cNvSpPr>
            <a:spLocks/>
          </p:cNvSpPr>
          <p:nvPr/>
        </p:nvSpPr>
        <p:spPr>
          <a:xfrm>
            <a:off x="21259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8E7EEDC2-EFFB-4FD3-BB6B-0066DA83928D}"/>
              </a:ext>
            </a:extLst>
          </p:cNvPr>
          <p:cNvSpPr>
            <a:spLocks/>
          </p:cNvSpPr>
          <p:nvPr/>
        </p:nvSpPr>
        <p:spPr>
          <a:xfrm>
            <a:off x="2233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8CA38772-0C3F-461C-B8DD-28F4DFA20961}"/>
              </a:ext>
            </a:extLst>
          </p:cNvPr>
          <p:cNvSpPr>
            <a:spLocks/>
          </p:cNvSpPr>
          <p:nvPr/>
        </p:nvSpPr>
        <p:spPr>
          <a:xfrm>
            <a:off x="2203586" y="27856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24FF5369-D0CF-4DE2-B133-9DA15B6BE1A5}"/>
              </a:ext>
            </a:extLst>
          </p:cNvPr>
          <p:cNvSpPr>
            <a:spLocks/>
          </p:cNvSpPr>
          <p:nvPr/>
        </p:nvSpPr>
        <p:spPr>
          <a:xfrm>
            <a:off x="21584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1843BAFE-29BB-46D6-9F1C-9CACC9A1EEBB}"/>
              </a:ext>
            </a:extLst>
          </p:cNvPr>
          <p:cNvSpPr>
            <a:spLocks/>
          </p:cNvSpPr>
          <p:nvPr/>
        </p:nvSpPr>
        <p:spPr>
          <a:xfrm>
            <a:off x="21534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6F93CDB0-3018-4645-935A-301B59B5BDE3}"/>
              </a:ext>
            </a:extLst>
          </p:cNvPr>
          <p:cNvSpPr>
            <a:spLocks/>
          </p:cNvSpPr>
          <p:nvPr/>
        </p:nvSpPr>
        <p:spPr>
          <a:xfrm>
            <a:off x="22102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5910B456-729C-4B4C-9758-8B2F76563997}"/>
              </a:ext>
            </a:extLst>
          </p:cNvPr>
          <p:cNvSpPr>
            <a:spLocks/>
          </p:cNvSpPr>
          <p:nvPr/>
        </p:nvSpPr>
        <p:spPr>
          <a:xfrm>
            <a:off x="210479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7868475E-1E2D-422E-8D70-ED723D2951D6}"/>
              </a:ext>
            </a:extLst>
          </p:cNvPr>
          <p:cNvSpPr>
            <a:spLocks/>
          </p:cNvSpPr>
          <p:nvPr/>
        </p:nvSpPr>
        <p:spPr>
          <a:xfrm>
            <a:off x="22072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D8B7E312-A1A7-4FD4-B7E8-30F6086D678B}"/>
              </a:ext>
            </a:extLst>
          </p:cNvPr>
          <p:cNvSpPr>
            <a:spLocks/>
          </p:cNvSpPr>
          <p:nvPr/>
        </p:nvSpPr>
        <p:spPr>
          <a:xfrm>
            <a:off x="2175984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DED7D72E-BFF5-4122-96EA-98E163BF7263}"/>
              </a:ext>
            </a:extLst>
          </p:cNvPr>
          <p:cNvSpPr>
            <a:spLocks/>
          </p:cNvSpPr>
          <p:nvPr/>
        </p:nvSpPr>
        <p:spPr>
          <a:xfrm>
            <a:off x="2192619" y="33604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FF1C2031-075A-4EB1-9B5E-EAA6A41BF683}"/>
              </a:ext>
            </a:extLst>
          </p:cNvPr>
          <p:cNvSpPr>
            <a:spLocks/>
          </p:cNvSpPr>
          <p:nvPr/>
        </p:nvSpPr>
        <p:spPr>
          <a:xfrm>
            <a:off x="2197319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B9BEB345-7535-40BF-B880-A2D128A4D0A5}"/>
              </a:ext>
            </a:extLst>
          </p:cNvPr>
          <p:cNvSpPr>
            <a:spLocks/>
          </p:cNvSpPr>
          <p:nvPr/>
        </p:nvSpPr>
        <p:spPr>
          <a:xfrm>
            <a:off x="21943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5EF7398F-616C-4EC6-811B-F9F91BC0959B}"/>
              </a:ext>
            </a:extLst>
          </p:cNvPr>
          <p:cNvSpPr>
            <a:spLocks/>
          </p:cNvSpPr>
          <p:nvPr/>
        </p:nvSpPr>
        <p:spPr>
          <a:xfrm>
            <a:off x="2238420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F8F7FC1C-2133-40B3-B0EB-2758BA92F867}"/>
              </a:ext>
            </a:extLst>
          </p:cNvPr>
          <p:cNvSpPr>
            <a:spLocks/>
          </p:cNvSpPr>
          <p:nvPr/>
        </p:nvSpPr>
        <p:spPr>
          <a:xfrm>
            <a:off x="2119964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99A27AD-736F-4EBA-9DCD-51DC03B001FF}"/>
              </a:ext>
            </a:extLst>
          </p:cNvPr>
          <p:cNvSpPr>
            <a:spLocks/>
          </p:cNvSpPr>
          <p:nvPr/>
        </p:nvSpPr>
        <p:spPr>
          <a:xfrm>
            <a:off x="221542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D2247A9D-3618-474B-8D9D-36EA58AEC3A3}"/>
              </a:ext>
            </a:extLst>
          </p:cNvPr>
          <p:cNvSpPr>
            <a:spLocks/>
          </p:cNvSpPr>
          <p:nvPr/>
        </p:nvSpPr>
        <p:spPr>
          <a:xfrm>
            <a:off x="2122744" y="2415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60695D5D-7B4C-44AA-A6A7-5775FBEA67D8}"/>
              </a:ext>
            </a:extLst>
          </p:cNvPr>
          <p:cNvSpPr>
            <a:spLocks/>
          </p:cNvSpPr>
          <p:nvPr/>
        </p:nvSpPr>
        <p:spPr>
          <a:xfrm>
            <a:off x="2157767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803024A5-F3D9-4794-A32F-DEE3B2B61ED4}"/>
              </a:ext>
            </a:extLst>
          </p:cNvPr>
          <p:cNvSpPr>
            <a:spLocks/>
          </p:cNvSpPr>
          <p:nvPr/>
        </p:nvSpPr>
        <p:spPr>
          <a:xfrm>
            <a:off x="21076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97D2842E-B7C1-4C44-8F16-40EAEEBE1AB1}"/>
              </a:ext>
            </a:extLst>
          </p:cNvPr>
          <p:cNvSpPr>
            <a:spLocks/>
          </p:cNvSpPr>
          <p:nvPr/>
        </p:nvSpPr>
        <p:spPr>
          <a:xfrm>
            <a:off x="21664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FEBF0697-1C27-4A7C-889B-02A6249A3D47}"/>
              </a:ext>
            </a:extLst>
          </p:cNvPr>
          <p:cNvSpPr>
            <a:spLocks/>
          </p:cNvSpPr>
          <p:nvPr/>
        </p:nvSpPr>
        <p:spPr>
          <a:xfrm>
            <a:off x="217541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F4C6ABBD-4505-4FC3-8767-83E5C3B1CAE5}"/>
              </a:ext>
            </a:extLst>
          </p:cNvPr>
          <p:cNvSpPr>
            <a:spLocks/>
          </p:cNvSpPr>
          <p:nvPr/>
        </p:nvSpPr>
        <p:spPr>
          <a:xfrm>
            <a:off x="21533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A12859D5-84CC-42A4-A5DC-6085FE0C45B2}"/>
              </a:ext>
            </a:extLst>
          </p:cNvPr>
          <p:cNvSpPr>
            <a:spLocks/>
          </p:cNvSpPr>
          <p:nvPr/>
        </p:nvSpPr>
        <p:spPr>
          <a:xfrm>
            <a:off x="2107337" y="34418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49E39D78-B31B-40FB-B80F-8AB4A056FF5A}"/>
              </a:ext>
            </a:extLst>
          </p:cNvPr>
          <p:cNvSpPr>
            <a:spLocks/>
          </p:cNvSpPr>
          <p:nvPr/>
        </p:nvSpPr>
        <p:spPr>
          <a:xfrm>
            <a:off x="21364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6BCE06F0-1640-4279-9250-D582B7CBD243}"/>
              </a:ext>
            </a:extLst>
          </p:cNvPr>
          <p:cNvSpPr>
            <a:spLocks/>
          </p:cNvSpPr>
          <p:nvPr/>
        </p:nvSpPr>
        <p:spPr>
          <a:xfrm>
            <a:off x="2207192" y="3196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ED5146B4-2461-4450-890D-A8CD2CC758A1}"/>
              </a:ext>
            </a:extLst>
          </p:cNvPr>
          <p:cNvSpPr>
            <a:spLocks/>
          </p:cNvSpPr>
          <p:nvPr/>
        </p:nvSpPr>
        <p:spPr>
          <a:xfrm>
            <a:off x="2104432" y="3453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B4CE1EB2-E24D-4BFB-9644-FC1EF327F594}"/>
              </a:ext>
            </a:extLst>
          </p:cNvPr>
          <p:cNvSpPr>
            <a:spLocks/>
          </p:cNvSpPr>
          <p:nvPr/>
        </p:nvSpPr>
        <p:spPr>
          <a:xfrm>
            <a:off x="2208047" y="2518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1330CC5A-0876-4391-93BE-9A83E983451F}"/>
              </a:ext>
            </a:extLst>
          </p:cNvPr>
          <p:cNvSpPr>
            <a:spLocks/>
          </p:cNvSpPr>
          <p:nvPr/>
        </p:nvSpPr>
        <p:spPr>
          <a:xfrm>
            <a:off x="21924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D448C2B-B4C9-4334-BFCC-26F4AAA70D29}"/>
              </a:ext>
            </a:extLst>
          </p:cNvPr>
          <p:cNvSpPr>
            <a:spLocks/>
          </p:cNvSpPr>
          <p:nvPr/>
        </p:nvSpPr>
        <p:spPr>
          <a:xfrm>
            <a:off x="211593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7AA91090-B330-4D00-AACC-F79938F03575}"/>
              </a:ext>
            </a:extLst>
          </p:cNvPr>
          <p:cNvSpPr>
            <a:spLocks/>
          </p:cNvSpPr>
          <p:nvPr/>
        </p:nvSpPr>
        <p:spPr>
          <a:xfrm>
            <a:off x="2125429" y="21412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653E252B-AEBC-41D6-9754-0DC7E8E07E89}"/>
              </a:ext>
            </a:extLst>
          </p:cNvPr>
          <p:cNvSpPr>
            <a:spLocks/>
          </p:cNvSpPr>
          <p:nvPr/>
        </p:nvSpPr>
        <p:spPr>
          <a:xfrm>
            <a:off x="222203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04B14B1D-F4E0-40A7-8AD9-EB98D6E27E80}"/>
              </a:ext>
            </a:extLst>
          </p:cNvPr>
          <p:cNvSpPr>
            <a:spLocks/>
          </p:cNvSpPr>
          <p:nvPr/>
        </p:nvSpPr>
        <p:spPr>
          <a:xfrm>
            <a:off x="2188969" y="32846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63E46B84-6392-4EEC-80A0-5B37A8A8292F}"/>
              </a:ext>
            </a:extLst>
          </p:cNvPr>
          <p:cNvSpPr>
            <a:spLocks/>
          </p:cNvSpPr>
          <p:nvPr/>
        </p:nvSpPr>
        <p:spPr>
          <a:xfrm>
            <a:off x="21221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8173426E-575F-4B8E-82C1-5264844E4539}"/>
              </a:ext>
            </a:extLst>
          </p:cNvPr>
          <p:cNvSpPr>
            <a:spLocks/>
          </p:cNvSpPr>
          <p:nvPr/>
        </p:nvSpPr>
        <p:spPr>
          <a:xfrm>
            <a:off x="2158602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3DA5B2E0-6689-4392-8E54-E0044DECAAC7}"/>
              </a:ext>
            </a:extLst>
          </p:cNvPr>
          <p:cNvSpPr>
            <a:spLocks/>
          </p:cNvSpPr>
          <p:nvPr/>
        </p:nvSpPr>
        <p:spPr>
          <a:xfrm>
            <a:off x="2188526" y="305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B8C226FA-5990-42A7-AF63-A97BF559DC36}"/>
              </a:ext>
            </a:extLst>
          </p:cNvPr>
          <p:cNvSpPr>
            <a:spLocks/>
          </p:cNvSpPr>
          <p:nvPr/>
        </p:nvSpPr>
        <p:spPr>
          <a:xfrm>
            <a:off x="21529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D465DD1E-ED61-416E-A814-E6DE9C0B006D}"/>
              </a:ext>
            </a:extLst>
          </p:cNvPr>
          <p:cNvSpPr>
            <a:spLocks/>
          </p:cNvSpPr>
          <p:nvPr/>
        </p:nvSpPr>
        <p:spPr>
          <a:xfrm>
            <a:off x="2181613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04EE8D28-CB9B-42B1-AD51-65662E744B31}"/>
              </a:ext>
            </a:extLst>
          </p:cNvPr>
          <p:cNvSpPr>
            <a:spLocks/>
          </p:cNvSpPr>
          <p:nvPr/>
        </p:nvSpPr>
        <p:spPr>
          <a:xfrm>
            <a:off x="213721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7D791D60-8048-4183-A50A-9213E8D2A070}"/>
              </a:ext>
            </a:extLst>
          </p:cNvPr>
          <p:cNvSpPr>
            <a:spLocks/>
          </p:cNvSpPr>
          <p:nvPr/>
        </p:nvSpPr>
        <p:spPr>
          <a:xfrm>
            <a:off x="216591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460EF5B0-7BE5-463D-BDB1-383F2DEE5012}"/>
              </a:ext>
            </a:extLst>
          </p:cNvPr>
          <p:cNvSpPr>
            <a:spLocks/>
          </p:cNvSpPr>
          <p:nvPr/>
        </p:nvSpPr>
        <p:spPr>
          <a:xfrm>
            <a:off x="2227191" y="2783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50C0F2FD-61B6-46D6-BEFD-229147A690B5}"/>
              </a:ext>
            </a:extLst>
          </p:cNvPr>
          <p:cNvSpPr>
            <a:spLocks/>
          </p:cNvSpPr>
          <p:nvPr/>
        </p:nvSpPr>
        <p:spPr>
          <a:xfrm>
            <a:off x="213877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85551E62-410B-4A6B-BAC9-745A7F051386}"/>
              </a:ext>
            </a:extLst>
          </p:cNvPr>
          <p:cNvSpPr>
            <a:spLocks/>
          </p:cNvSpPr>
          <p:nvPr/>
        </p:nvSpPr>
        <p:spPr>
          <a:xfrm>
            <a:off x="2172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789CC470-049C-453E-A2AF-94FC27A174B7}"/>
              </a:ext>
            </a:extLst>
          </p:cNvPr>
          <p:cNvSpPr>
            <a:spLocks/>
          </p:cNvSpPr>
          <p:nvPr/>
        </p:nvSpPr>
        <p:spPr>
          <a:xfrm>
            <a:off x="221775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E4479F99-7CAC-4D60-9D25-B01786EFFCDE}"/>
              </a:ext>
            </a:extLst>
          </p:cNvPr>
          <p:cNvSpPr>
            <a:spLocks/>
          </p:cNvSpPr>
          <p:nvPr/>
        </p:nvSpPr>
        <p:spPr>
          <a:xfrm>
            <a:off x="2143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DF138556-11DD-4976-99CC-D85BA30A99F2}"/>
              </a:ext>
            </a:extLst>
          </p:cNvPr>
          <p:cNvSpPr>
            <a:spLocks/>
          </p:cNvSpPr>
          <p:nvPr/>
        </p:nvSpPr>
        <p:spPr>
          <a:xfrm>
            <a:off x="2142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81D76C61-482D-4F34-AD90-D4A1A6DCB6FC}"/>
              </a:ext>
            </a:extLst>
          </p:cNvPr>
          <p:cNvSpPr>
            <a:spLocks/>
          </p:cNvSpPr>
          <p:nvPr/>
        </p:nvSpPr>
        <p:spPr>
          <a:xfrm>
            <a:off x="2143946" y="2844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CBB01679-7F03-4A8C-8366-ED7D4AFB1EC3}"/>
              </a:ext>
            </a:extLst>
          </p:cNvPr>
          <p:cNvSpPr>
            <a:spLocks/>
          </p:cNvSpPr>
          <p:nvPr/>
        </p:nvSpPr>
        <p:spPr>
          <a:xfrm>
            <a:off x="22130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1110F59E-26C0-4E1D-9761-190725248863}"/>
              </a:ext>
            </a:extLst>
          </p:cNvPr>
          <p:cNvSpPr>
            <a:spLocks/>
          </p:cNvSpPr>
          <p:nvPr/>
        </p:nvSpPr>
        <p:spPr>
          <a:xfrm>
            <a:off x="220063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BEB9259A-C1E7-4815-9F84-0126A19D07F0}"/>
              </a:ext>
            </a:extLst>
          </p:cNvPr>
          <p:cNvSpPr>
            <a:spLocks/>
          </p:cNvSpPr>
          <p:nvPr/>
        </p:nvSpPr>
        <p:spPr>
          <a:xfrm>
            <a:off x="2206917" y="29836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E198C0A6-57E4-487A-9B4F-AF36DE8DB5A8}"/>
              </a:ext>
            </a:extLst>
          </p:cNvPr>
          <p:cNvSpPr>
            <a:spLocks/>
          </p:cNvSpPr>
          <p:nvPr/>
        </p:nvSpPr>
        <p:spPr>
          <a:xfrm>
            <a:off x="2163928" y="2754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0A4757F9-53C1-4318-A3DD-3456FDA8C2FD}"/>
              </a:ext>
            </a:extLst>
          </p:cNvPr>
          <p:cNvSpPr>
            <a:spLocks/>
          </p:cNvSpPr>
          <p:nvPr/>
        </p:nvSpPr>
        <p:spPr>
          <a:xfrm>
            <a:off x="210729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547B572C-BFA2-4EAC-A3C1-FE03049100CA}"/>
              </a:ext>
            </a:extLst>
          </p:cNvPr>
          <p:cNvSpPr>
            <a:spLocks/>
          </p:cNvSpPr>
          <p:nvPr/>
        </p:nvSpPr>
        <p:spPr>
          <a:xfrm>
            <a:off x="2105704" y="338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06F0BF67-9D6C-4C0A-8F46-D41A8D7C576D}"/>
              </a:ext>
            </a:extLst>
          </p:cNvPr>
          <p:cNvSpPr>
            <a:spLocks/>
          </p:cNvSpPr>
          <p:nvPr/>
        </p:nvSpPr>
        <p:spPr>
          <a:xfrm>
            <a:off x="2175816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4B0FDCDF-C521-45FB-937C-30F5C24A6370}"/>
              </a:ext>
            </a:extLst>
          </p:cNvPr>
          <p:cNvSpPr>
            <a:spLocks/>
          </p:cNvSpPr>
          <p:nvPr/>
        </p:nvSpPr>
        <p:spPr>
          <a:xfrm>
            <a:off x="2180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CCFAB465-B078-455E-8FBB-8752863CE447}"/>
              </a:ext>
            </a:extLst>
          </p:cNvPr>
          <p:cNvSpPr>
            <a:spLocks/>
          </p:cNvSpPr>
          <p:nvPr/>
        </p:nvSpPr>
        <p:spPr>
          <a:xfrm>
            <a:off x="222546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0D3FAAB1-0A72-4AA5-9C0D-BAD1A2D29BA9}"/>
              </a:ext>
            </a:extLst>
          </p:cNvPr>
          <p:cNvSpPr>
            <a:spLocks/>
          </p:cNvSpPr>
          <p:nvPr/>
        </p:nvSpPr>
        <p:spPr>
          <a:xfrm>
            <a:off x="2128216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8C48AD55-5731-4F7E-BA02-5DEA0E7B26B8}"/>
              </a:ext>
            </a:extLst>
          </p:cNvPr>
          <p:cNvSpPr>
            <a:spLocks/>
          </p:cNvSpPr>
          <p:nvPr/>
        </p:nvSpPr>
        <p:spPr>
          <a:xfrm>
            <a:off x="2208412" y="28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086C6461-C7F0-4A91-9EF6-46586335E449}"/>
              </a:ext>
            </a:extLst>
          </p:cNvPr>
          <p:cNvSpPr>
            <a:spLocks/>
          </p:cNvSpPr>
          <p:nvPr/>
        </p:nvSpPr>
        <p:spPr>
          <a:xfrm>
            <a:off x="21264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A262936A-59C5-459B-A166-9DF8FA8744DF}"/>
              </a:ext>
            </a:extLst>
          </p:cNvPr>
          <p:cNvSpPr>
            <a:spLocks/>
          </p:cNvSpPr>
          <p:nvPr/>
        </p:nvSpPr>
        <p:spPr>
          <a:xfrm>
            <a:off x="2135089" y="3124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D7EC5DD1-5537-49AE-A94A-A4BB363D8718}"/>
              </a:ext>
            </a:extLst>
          </p:cNvPr>
          <p:cNvSpPr>
            <a:spLocks/>
          </p:cNvSpPr>
          <p:nvPr/>
        </p:nvSpPr>
        <p:spPr>
          <a:xfrm>
            <a:off x="24031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B94DB86D-3F20-4DC0-BFB3-3992B6EA25B4}"/>
              </a:ext>
            </a:extLst>
          </p:cNvPr>
          <p:cNvSpPr>
            <a:spLocks/>
          </p:cNvSpPr>
          <p:nvPr/>
        </p:nvSpPr>
        <p:spPr>
          <a:xfrm>
            <a:off x="2452010" y="2162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BF154824-A1FC-4A08-9382-1209EAB4D927}"/>
              </a:ext>
            </a:extLst>
          </p:cNvPr>
          <p:cNvSpPr>
            <a:spLocks/>
          </p:cNvSpPr>
          <p:nvPr/>
        </p:nvSpPr>
        <p:spPr>
          <a:xfrm>
            <a:off x="244553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E390684B-4C84-4CF8-938E-4AC0B0037B1D}"/>
              </a:ext>
            </a:extLst>
          </p:cNvPr>
          <p:cNvSpPr>
            <a:spLocks/>
          </p:cNvSpPr>
          <p:nvPr/>
        </p:nvSpPr>
        <p:spPr>
          <a:xfrm>
            <a:off x="2379490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FD51F1A4-3D8D-497B-851C-550376B1E018}"/>
              </a:ext>
            </a:extLst>
          </p:cNvPr>
          <p:cNvSpPr>
            <a:spLocks/>
          </p:cNvSpPr>
          <p:nvPr/>
        </p:nvSpPr>
        <p:spPr>
          <a:xfrm>
            <a:off x="2359406" y="24539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4684C47E-CE39-497E-9DCB-A4CA1E43DC4C}"/>
              </a:ext>
            </a:extLst>
          </p:cNvPr>
          <p:cNvSpPr>
            <a:spLocks/>
          </p:cNvSpPr>
          <p:nvPr/>
        </p:nvSpPr>
        <p:spPr>
          <a:xfrm>
            <a:off x="236822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5E2EF16F-DDDC-44EC-88A1-C9E59B65146C}"/>
              </a:ext>
            </a:extLst>
          </p:cNvPr>
          <p:cNvSpPr>
            <a:spLocks/>
          </p:cNvSpPr>
          <p:nvPr/>
        </p:nvSpPr>
        <p:spPr>
          <a:xfrm>
            <a:off x="239623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E79E0DE8-DC31-41F3-9BFF-37AFDE53072F}"/>
              </a:ext>
            </a:extLst>
          </p:cNvPr>
          <p:cNvSpPr>
            <a:spLocks/>
          </p:cNvSpPr>
          <p:nvPr/>
        </p:nvSpPr>
        <p:spPr>
          <a:xfrm>
            <a:off x="242665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9A3A4B79-E3E7-4495-96B7-DB7E24FA2AAB}"/>
              </a:ext>
            </a:extLst>
          </p:cNvPr>
          <p:cNvSpPr>
            <a:spLocks/>
          </p:cNvSpPr>
          <p:nvPr/>
        </p:nvSpPr>
        <p:spPr>
          <a:xfrm>
            <a:off x="2331375" y="2989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F6CCD164-AC21-43FF-B758-8BC41A4DF65D}"/>
              </a:ext>
            </a:extLst>
          </p:cNvPr>
          <p:cNvSpPr>
            <a:spLocks/>
          </p:cNvSpPr>
          <p:nvPr/>
        </p:nvSpPr>
        <p:spPr>
          <a:xfrm>
            <a:off x="242588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03C42F88-421D-4EAA-9BCF-E9DAB0CB15EF}"/>
              </a:ext>
            </a:extLst>
          </p:cNvPr>
          <p:cNvSpPr>
            <a:spLocks/>
          </p:cNvSpPr>
          <p:nvPr/>
        </p:nvSpPr>
        <p:spPr>
          <a:xfrm>
            <a:off x="2329996" y="260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B29E2502-87AD-4BBC-A87C-F7E64B76F0C0}"/>
              </a:ext>
            </a:extLst>
          </p:cNvPr>
          <p:cNvSpPr>
            <a:spLocks/>
          </p:cNvSpPr>
          <p:nvPr/>
        </p:nvSpPr>
        <p:spPr>
          <a:xfrm>
            <a:off x="2420813" y="2392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75EF0FD2-08C3-4A6F-A454-75454D25F263}"/>
              </a:ext>
            </a:extLst>
          </p:cNvPr>
          <p:cNvSpPr>
            <a:spLocks/>
          </p:cNvSpPr>
          <p:nvPr/>
        </p:nvSpPr>
        <p:spPr>
          <a:xfrm>
            <a:off x="2452799" y="2652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8B3A01B1-D197-4D7B-8C23-50991A8F7CD2}"/>
              </a:ext>
            </a:extLst>
          </p:cNvPr>
          <p:cNvSpPr>
            <a:spLocks/>
          </p:cNvSpPr>
          <p:nvPr/>
        </p:nvSpPr>
        <p:spPr>
          <a:xfrm>
            <a:off x="236443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588E8676-7AE7-403F-91B9-32EA26E57152}"/>
              </a:ext>
            </a:extLst>
          </p:cNvPr>
          <p:cNvSpPr>
            <a:spLocks/>
          </p:cNvSpPr>
          <p:nvPr/>
        </p:nvSpPr>
        <p:spPr>
          <a:xfrm>
            <a:off x="2351196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A3166189-8ED6-41D4-80F9-7034F490BA81}"/>
              </a:ext>
            </a:extLst>
          </p:cNvPr>
          <p:cNvSpPr>
            <a:spLocks/>
          </p:cNvSpPr>
          <p:nvPr/>
        </p:nvSpPr>
        <p:spPr>
          <a:xfrm>
            <a:off x="2334795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6FCA61D6-221C-4AE5-80D9-3F5C2117CC20}"/>
              </a:ext>
            </a:extLst>
          </p:cNvPr>
          <p:cNvSpPr>
            <a:spLocks/>
          </p:cNvSpPr>
          <p:nvPr/>
        </p:nvSpPr>
        <p:spPr>
          <a:xfrm>
            <a:off x="236411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EE934DB4-1D34-418D-B123-7296725CA6EC}"/>
              </a:ext>
            </a:extLst>
          </p:cNvPr>
          <p:cNvSpPr>
            <a:spLocks/>
          </p:cNvSpPr>
          <p:nvPr/>
        </p:nvSpPr>
        <p:spPr>
          <a:xfrm>
            <a:off x="245891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DB69051F-C35F-4223-ADD6-18A1650835CE}"/>
              </a:ext>
            </a:extLst>
          </p:cNvPr>
          <p:cNvSpPr>
            <a:spLocks/>
          </p:cNvSpPr>
          <p:nvPr/>
        </p:nvSpPr>
        <p:spPr>
          <a:xfrm>
            <a:off x="2365631" y="1766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14E126AB-D3B9-4ED3-BA8A-6B08C887DA04}"/>
              </a:ext>
            </a:extLst>
          </p:cNvPr>
          <p:cNvSpPr>
            <a:spLocks/>
          </p:cNvSpPr>
          <p:nvPr/>
        </p:nvSpPr>
        <p:spPr>
          <a:xfrm>
            <a:off x="2341067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2B08CD7E-4949-4505-9F42-5F584118DAB5}"/>
              </a:ext>
            </a:extLst>
          </p:cNvPr>
          <p:cNvSpPr>
            <a:spLocks/>
          </p:cNvSpPr>
          <p:nvPr/>
        </p:nvSpPr>
        <p:spPr>
          <a:xfrm>
            <a:off x="2370873" y="265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2B35FB89-F983-4D7C-A967-560BA67BC5EA}"/>
              </a:ext>
            </a:extLst>
          </p:cNvPr>
          <p:cNvSpPr>
            <a:spLocks/>
          </p:cNvSpPr>
          <p:nvPr/>
        </p:nvSpPr>
        <p:spPr>
          <a:xfrm>
            <a:off x="237602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B96A34C8-8CA1-4BEE-AEC4-8BFDB764C2B6}"/>
              </a:ext>
            </a:extLst>
          </p:cNvPr>
          <p:cNvSpPr>
            <a:spLocks/>
          </p:cNvSpPr>
          <p:nvPr/>
        </p:nvSpPr>
        <p:spPr>
          <a:xfrm>
            <a:off x="2441499" y="204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EB29B36B-31E8-4138-BC0D-A126D2A122E7}"/>
              </a:ext>
            </a:extLst>
          </p:cNvPr>
          <p:cNvSpPr>
            <a:spLocks/>
          </p:cNvSpPr>
          <p:nvPr/>
        </p:nvSpPr>
        <p:spPr>
          <a:xfrm>
            <a:off x="243205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42DDFC92-0EE2-4BD3-AF3B-58F0FEEAC370}"/>
              </a:ext>
            </a:extLst>
          </p:cNvPr>
          <p:cNvSpPr>
            <a:spLocks/>
          </p:cNvSpPr>
          <p:nvPr/>
        </p:nvSpPr>
        <p:spPr>
          <a:xfrm>
            <a:off x="232819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BF037FC8-845F-44EF-AF4D-207168BB44FC}"/>
              </a:ext>
            </a:extLst>
          </p:cNvPr>
          <p:cNvSpPr>
            <a:spLocks/>
          </p:cNvSpPr>
          <p:nvPr/>
        </p:nvSpPr>
        <p:spPr>
          <a:xfrm>
            <a:off x="24510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E1C7DA2A-40F7-40BD-A445-450560E33442}"/>
              </a:ext>
            </a:extLst>
          </p:cNvPr>
          <p:cNvSpPr>
            <a:spLocks/>
          </p:cNvSpPr>
          <p:nvPr/>
        </p:nvSpPr>
        <p:spPr>
          <a:xfrm>
            <a:off x="2369317" y="2695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BC7B3AC1-0173-4A67-9545-64EB3C15CEB3}"/>
              </a:ext>
            </a:extLst>
          </p:cNvPr>
          <p:cNvSpPr>
            <a:spLocks/>
          </p:cNvSpPr>
          <p:nvPr/>
        </p:nvSpPr>
        <p:spPr>
          <a:xfrm>
            <a:off x="2362603" y="3090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28276A84-C901-4AA4-92B5-8A0C291BB548}"/>
              </a:ext>
            </a:extLst>
          </p:cNvPr>
          <p:cNvSpPr>
            <a:spLocks/>
          </p:cNvSpPr>
          <p:nvPr/>
        </p:nvSpPr>
        <p:spPr>
          <a:xfrm>
            <a:off x="2398220" y="2956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CDE456C6-A363-42E2-9142-B0E17A6A6354}"/>
              </a:ext>
            </a:extLst>
          </p:cNvPr>
          <p:cNvSpPr>
            <a:spLocks/>
          </p:cNvSpPr>
          <p:nvPr/>
        </p:nvSpPr>
        <p:spPr>
          <a:xfrm>
            <a:off x="244590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B2184C92-101B-4DB7-B1C0-6F42855AB27B}"/>
              </a:ext>
            </a:extLst>
          </p:cNvPr>
          <p:cNvSpPr>
            <a:spLocks/>
          </p:cNvSpPr>
          <p:nvPr/>
        </p:nvSpPr>
        <p:spPr>
          <a:xfrm>
            <a:off x="244229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849FDBCD-1DB7-4024-AE83-BBA876E8646F}"/>
              </a:ext>
            </a:extLst>
          </p:cNvPr>
          <p:cNvSpPr>
            <a:spLocks/>
          </p:cNvSpPr>
          <p:nvPr/>
        </p:nvSpPr>
        <p:spPr>
          <a:xfrm>
            <a:off x="2390140" y="30202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81A98FAA-10C7-4FD1-85C4-71D2095B2424}"/>
              </a:ext>
            </a:extLst>
          </p:cNvPr>
          <p:cNvSpPr>
            <a:spLocks/>
          </p:cNvSpPr>
          <p:nvPr/>
        </p:nvSpPr>
        <p:spPr>
          <a:xfrm>
            <a:off x="242844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19AF4000-4BD1-46EF-8B37-AE483E30BB00}"/>
              </a:ext>
            </a:extLst>
          </p:cNvPr>
          <p:cNvSpPr>
            <a:spLocks/>
          </p:cNvSpPr>
          <p:nvPr/>
        </p:nvSpPr>
        <p:spPr>
          <a:xfrm>
            <a:off x="2447176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CE2B4737-678F-43ED-BBB6-FBF056CBF5EC}"/>
              </a:ext>
            </a:extLst>
          </p:cNvPr>
          <p:cNvSpPr>
            <a:spLocks/>
          </p:cNvSpPr>
          <p:nvPr/>
        </p:nvSpPr>
        <p:spPr>
          <a:xfrm>
            <a:off x="239910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3E367DAB-FA0A-4660-AB26-7FC703553037}"/>
              </a:ext>
            </a:extLst>
          </p:cNvPr>
          <p:cNvSpPr>
            <a:spLocks/>
          </p:cNvSpPr>
          <p:nvPr/>
        </p:nvSpPr>
        <p:spPr>
          <a:xfrm>
            <a:off x="242023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385666CE-ABD0-4C79-9615-A673DACAE7E3}"/>
              </a:ext>
            </a:extLst>
          </p:cNvPr>
          <p:cNvSpPr>
            <a:spLocks/>
          </p:cNvSpPr>
          <p:nvPr/>
        </p:nvSpPr>
        <p:spPr>
          <a:xfrm>
            <a:off x="240094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F23104CF-47CE-4B4E-8A0C-B00D35A8A790}"/>
              </a:ext>
            </a:extLst>
          </p:cNvPr>
          <p:cNvSpPr>
            <a:spLocks/>
          </p:cNvSpPr>
          <p:nvPr/>
        </p:nvSpPr>
        <p:spPr>
          <a:xfrm>
            <a:off x="242013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2969E758-FD1A-4D43-8019-A4D65CFF7F5D}"/>
              </a:ext>
            </a:extLst>
          </p:cNvPr>
          <p:cNvSpPr>
            <a:spLocks/>
          </p:cNvSpPr>
          <p:nvPr/>
        </p:nvSpPr>
        <p:spPr>
          <a:xfrm>
            <a:off x="236310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471AFDB2-B146-4998-BD64-5248556C4A53}"/>
              </a:ext>
            </a:extLst>
          </p:cNvPr>
          <p:cNvSpPr>
            <a:spLocks/>
          </p:cNvSpPr>
          <p:nvPr/>
        </p:nvSpPr>
        <p:spPr>
          <a:xfrm>
            <a:off x="2438590" y="19142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8558C33B-7320-4B39-823D-3A8369075DC0}"/>
              </a:ext>
            </a:extLst>
          </p:cNvPr>
          <p:cNvSpPr>
            <a:spLocks/>
          </p:cNvSpPr>
          <p:nvPr/>
        </p:nvSpPr>
        <p:spPr>
          <a:xfrm>
            <a:off x="2389655" y="3265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A06863A3-6C7B-47FB-A83A-D3659B44E9DA}"/>
              </a:ext>
            </a:extLst>
          </p:cNvPr>
          <p:cNvSpPr>
            <a:spLocks/>
          </p:cNvSpPr>
          <p:nvPr/>
        </p:nvSpPr>
        <p:spPr>
          <a:xfrm>
            <a:off x="244593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F7DF36C2-B244-4FA4-9AA0-51D596265636}"/>
              </a:ext>
            </a:extLst>
          </p:cNvPr>
          <p:cNvSpPr>
            <a:spLocks/>
          </p:cNvSpPr>
          <p:nvPr/>
        </p:nvSpPr>
        <p:spPr>
          <a:xfrm>
            <a:off x="241615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E97ED91D-EF88-4FA6-BEBF-FBB948F5E2A3}"/>
              </a:ext>
            </a:extLst>
          </p:cNvPr>
          <p:cNvSpPr>
            <a:spLocks/>
          </p:cNvSpPr>
          <p:nvPr/>
        </p:nvSpPr>
        <p:spPr>
          <a:xfrm>
            <a:off x="2348058" y="20780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025E26D7-DC14-4C52-817A-D0E5F1D1110D}"/>
              </a:ext>
            </a:extLst>
          </p:cNvPr>
          <p:cNvSpPr>
            <a:spLocks/>
          </p:cNvSpPr>
          <p:nvPr/>
        </p:nvSpPr>
        <p:spPr>
          <a:xfrm>
            <a:off x="242765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DE1F6A6A-2124-41E2-9899-04F3A7BE5BA2}"/>
              </a:ext>
            </a:extLst>
          </p:cNvPr>
          <p:cNvSpPr>
            <a:spLocks/>
          </p:cNvSpPr>
          <p:nvPr/>
        </p:nvSpPr>
        <p:spPr>
          <a:xfrm>
            <a:off x="242504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DBF505A1-A80E-4767-98CE-9F6F648EDC4B}"/>
              </a:ext>
            </a:extLst>
          </p:cNvPr>
          <p:cNvSpPr>
            <a:spLocks/>
          </p:cNvSpPr>
          <p:nvPr/>
        </p:nvSpPr>
        <p:spPr>
          <a:xfrm>
            <a:off x="2385523" y="2917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5872EB67-46D8-4AC7-835C-97C93CFE3AEE}"/>
              </a:ext>
            </a:extLst>
          </p:cNvPr>
          <p:cNvSpPr>
            <a:spLocks/>
          </p:cNvSpPr>
          <p:nvPr/>
        </p:nvSpPr>
        <p:spPr>
          <a:xfrm>
            <a:off x="243996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13260846-BF12-44AD-BCD8-541E54CF03AA}"/>
              </a:ext>
            </a:extLst>
          </p:cNvPr>
          <p:cNvSpPr>
            <a:spLocks/>
          </p:cNvSpPr>
          <p:nvPr/>
        </p:nvSpPr>
        <p:spPr>
          <a:xfrm>
            <a:off x="24171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E2827AF1-B191-4C01-9F1A-09EAF2E2B99A}"/>
              </a:ext>
            </a:extLst>
          </p:cNvPr>
          <p:cNvSpPr>
            <a:spLocks/>
          </p:cNvSpPr>
          <p:nvPr/>
        </p:nvSpPr>
        <p:spPr>
          <a:xfrm>
            <a:off x="2348436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739B99AF-B826-4907-BAAB-9AB49F473B73}"/>
              </a:ext>
            </a:extLst>
          </p:cNvPr>
          <p:cNvSpPr>
            <a:spLocks/>
          </p:cNvSpPr>
          <p:nvPr/>
        </p:nvSpPr>
        <p:spPr>
          <a:xfrm>
            <a:off x="2457221" y="29770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D854B4FE-CE8E-402B-A47C-B62F8FC2E98F}"/>
              </a:ext>
            </a:extLst>
          </p:cNvPr>
          <p:cNvSpPr>
            <a:spLocks/>
          </p:cNvSpPr>
          <p:nvPr/>
        </p:nvSpPr>
        <p:spPr>
          <a:xfrm>
            <a:off x="2397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D68BF8B4-98A9-4CA0-842D-163B706A8D67}"/>
              </a:ext>
            </a:extLst>
          </p:cNvPr>
          <p:cNvSpPr>
            <a:spLocks/>
          </p:cNvSpPr>
          <p:nvPr/>
        </p:nvSpPr>
        <p:spPr>
          <a:xfrm>
            <a:off x="2345223" y="21849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840BE7D3-2404-432C-9DD1-C805E80460FB}"/>
              </a:ext>
            </a:extLst>
          </p:cNvPr>
          <p:cNvSpPr>
            <a:spLocks/>
          </p:cNvSpPr>
          <p:nvPr/>
        </p:nvSpPr>
        <p:spPr>
          <a:xfrm>
            <a:off x="2359502" y="2270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3729B7EB-2F4D-46E4-880A-284B12E1C6F2}"/>
              </a:ext>
            </a:extLst>
          </p:cNvPr>
          <p:cNvSpPr>
            <a:spLocks/>
          </p:cNvSpPr>
          <p:nvPr/>
        </p:nvSpPr>
        <p:spPr>
          <a:xfrm>
            <a:off x="2433279" y="2379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F83742CF-8F58-49F0-9E5D-150FCADC7150}"/>
              </a:ext>
            </a:extLst>
          </p:cNvPr>
          <p:cNvSpPr>
            <a:spLocks/>
          </p:cNvSpPr>
          <p:nvPr/>
        </p:nvSpPr>
        <p:spPr>
          <a:xfrm>
            <a:off x="2464770" y="24110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F3DBB70D-B140-471E-A57F-CA34DCD92061}"/>
              </a:ext>
            </a:extLst>
          </p:cNvPr>
          <p:cNvSpPr>
            <a:spLocks/>
          </p:cNvSpPr>
          <p:nvPr/>
        </p:nvSpPr>
        <p:spPr>
          <a:xfrm>
            <a:off x="2422276" y="2703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7525ADF2-B4DD-4EF0-A026-EC41BC174D07}"/>
              </a:ext>
            </a:extLst>
          </p:cNvPr>
          <p:cNvSpPr>
            <a:spLocks/>
          </p:cNvSpPr>
          <p:nvPr/>
        </p:nvSpPr>
        <p:spPr>
          <a:xfrm>
            <a:off x="241825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AF86C373-5748-443E-986C-2C359558264C}"/>
              </a:ext>
            </a:extLst>
          </p:cNvPr>
          <p:cNvSpPr>
            <a:spLocks/>
          </p:cNvSpPr>
          <p:nvPr/>
        </p:nvSpPr>
        <p:spPr>
          <a:xfrm>
            <a:off x="2392628" y="3420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71CECD78-A547-4F83-B60B-39B56DC0E5BB}"/>
              </a:ext>
            </a:extLst>
          </p:cNvPr>
          <p:cNvSpPr>
            <a:spLocks/>
          </p:cNvSpPr>
          <p:nvPr/>
        </p:nvSpPr>
        <p:spPr>
          <a:xfrm>
            <a:off x="240425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8B979436-73A4-4189-830E-BF471FCD57A1}"/>
              </a:ext>
            </a:extLst>
          </p:cNvPr>
          <p:cNvSpPr>
            <a:spLocks/>
          </p:cNvSpPr>
          <p:nvPr/>
        </p:nvSpPr>
        <p:spPr>
          <a:xfrm>
            <a:off x="2381105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EDD215A8-4A18-4FE1-AD25-37602281E965}"/>
              </a:ext>
            </a:extLst>
          </p:cNvPr>
          <p:cNvSpPr>
            <a:spLocks/>
          </p:cNvSpPr>
          <p:nvPr/>
        </p:nvSpPr>
        <p:spPr>
          <a:xfrm>
            <a:off x="238031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B4C7C2F0-855E-4916-84AC-654747649301}"/>
              </a:ext>
            </a:extLst>
          </p:cNvPr>
          <p:cNvSpPr>
            <a:spLocks/>
          </p:cNvSpPr>
          <p:nvPr/>
        </p:nvSpPr>
        <p:spPr>
          <a:xfrm>
            <a:off x="24515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891BC10C-2F02-48C9-ADED-0DFB357CBB72}"/>
              </a:ext>
            </a:extLst>
          </p:cNvPr>
          <p:cNvSpPr>
            <a:spLocks/>
          </p:cNvSpPr>
          <p:nvPr/>
        </p:nvSpPr>
        <p:spPr>
          <a:xfrm>
            <a:off x="2428661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6CA2DFF3-6A12-4D1C-8091-E14221A34161}"/>
              </a:ext>
            </a:extLst>
          </p:cNvPr>
          <p:cNvSpPr>
            <a:spLocks/>
          </p:cNvSpPr>
          <p:nvPr/>
        </p:nvSpPr>
        <p:spPr>
          <a:xfrm>
            <a:off x="2393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1142C96E-16F9-40FF-A423-1CCEE1DDBC99}"/>
              </a:ext>
            </a:extLst>
          </p:cNvPr>
          <p:cNvSpPr>
            <a:spLocks/>
          </p:cNvSpPr>
          <p:nvPr/>
        </p:nvSpPr>
        <p:spPr>
          <a:xfrm>
            <a:off x="2377764" y="2647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6D21BF23-F81A-4907-A322-2F711F2AADE2}"/>
              </a:ext>
            </a:extLst>
          </p:cNvPr>
          <p:cNvSpPr>
            <a:spLocks/>
          </p:cNvSpPr>
          <p:nvPr/>
        </p:nvSpPr>
        <p:spPr>
          <a:xfrm>
            <a:off x="2379477" y="2270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A028FB84-95CB-4EE9-8F48-78211CF4BD50}"/>
              </a:ext>
            </a:extLst>
          </p:cNvPr>
          <p:cNvSpPr>
            <a:spLocks/>
          </p:cNvSpPr>
          <p:nvPr/>
        </p:nvSpPr>
        <p:spPr>
          <a:xfrm>
            <a:off x="246046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D23F89C0-33A1-4599-B3B0-DDEC71863771}"/>
              </a:ext>
            </a:extLst>
          </p:cNvPr>
          <p:cNvSpPr>
            <a:spLocks/>
          </p:cNvSpPr>
          <p:nvPr/>
        </p:nvSpPr>
        <p:spPr>
          <a:xfrm>
            <a:off x="241919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FBF8B666-23B5-4004-A36F-A3FCDF3178FD}"/>
              </a:ext>
            </a:extLst>
          </p:cNvPr>
          <p:cNvSpPr>
            <a:spLocks/>
          </p:cNvSpPr>
          <p:nvPr/>
        </p:nvSpPr>
        <p:spPr>
          <a:xfrm>
            <a:off x="2364223" y="24394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9919F680-5FD0-4D36-8D67-FBB4586A8E7E}"/>
              </a:ext>
            </a:extLst>
          </p:cNvPr>
          <p:cNvSpPr>
            <a:spLocks/>
          </p:cNvSpPr>
          <p:nvPr/>
        </p:nvSpPr>
        <p:spPr>
          <a:xfrm>
            <a:off x="245798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348B92D3-FBAB-48FB-B57B-43B199270447}"/>
              </a:ext>
            </a:extLst>
          </p:cNvPr>
          <p:cNvSpPr>
            <a:spLocks/>
          </p:cNvSpPr>
          <p:nvPr/>
        </p:nvSpPr>
        <p:spPr>
          <a:xfrm>
            <a:off x="2409046" y="1781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54568ADB-4E12-4727-87D7-67BBC71105FB}"/>
              </a:ext>
            </a:extLst>
          </p:cNvPr>
          <p:cNvSpPr>
            <a:spLocks/>
          </p:cNvSpPr>
          <p:nvPr/>
        </p:nvSpPr>
        <p:spPr>
          <a:xfrm>
            <a:off x="2357003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6ECCC7B7-62D8-42EC-82CF-704738D8DC9A}"/>
              </a:ext>
            </a:extLst>
          </p:cNvPr>
          <p:cNvSpPr>
            <a:spLocks/>
          </p:cNvSpPr>
          <p:nvPr/>
        </p:nvSpPr>
        <p:spPr>
          <a:xfrm>
            <a:off x="24197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599E32BC-3A9E-4F82-A023-25717DB541AF}"/>
              </a:ext>
            </a:extLst>
          </p:cNvPr>
          <p:cNvSpPr>
            <a:spLocks/>
          </p:cNvSpPr>
          <p:nvPr/>
        </p:nvSpPr>
        <p:spPr>
          <a:xfrm>
            <a:off x="2445451" y="3267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7FC41B42-55B1-4DA2-9AF9-5950ABBCBBBD}"/>
              </a:ext>
            </a:extLst>
          </p:cNvPr>
          <p:cNvSpPr>
            <a:spLocks/>
          </p:cNvSpPr>
          <p:nvPr/>
        </p:nvSpPr>
        <p:spPr>
          <a:xfrm>
            <a:off x="2365450" y="24619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F3993160-7475-4DA7-9B06-FF3F4F65C0F2}"/>
              </a:ext>
            </a:extLst>
          </p:cNvPr>
          <p:cNvSpPr>
            <a:spLocks/>
          </p:cNvSpPr>
          <p:nvPr/>
        </p:nvSpPr>
        <p:spPr>
          <a:xfrm>
            <a:off x="236185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96FB7200-24B4-447D-B978-8E1F21902859}"/>
              </a:ext>
            </a:extLst>
          </p:cNvPr>
          <p:cNvSpPr>
            <a:spLocks/>
          </p:cNvSpPr>
          <p:nvPr/>
        </p:nvSpPr>
        <p:spPr>
          <a:xfrm>
            <a:off x="2417464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631EF4D3-8FFE-4F16-B6FD-511FA04D52D3}"/>
              </a:ext>
            </a:extLst>
          </p:cNvPr>
          <p:cNvSpPr>
            <a:spLocks/>
          </p:cNvSpPr>
          <p:nvPr/>
        </p:nvSpPr>
        <p:spPr>
          <a:xfrm>
            <a:off x="2451853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79D6B265-18E0-437D-8E6C-4CB491B349A0}"/>
              </a:ext>
            </a:extLst>
          </p:cNvPr>
          <p:cNvSpPr>
            <a:spLocks/>
          </p:cNvSpPr>
          <p:nvPr/>
        </p:nvSpPr>
        <p:spPr>
          <a:xfrm>
            <a:off x="2333497" y="1925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4AC6033A-BEDB-4420-82D5-18FDF62F8509}"/>
              </a:ext>
            </a:extLst>
          </p:cNvPr>
          <p:cNvSpPr>
            <a:spLocks/>
          </p:cNvSpPr>
          <p:nvPr/>
        </p:nvSpPr>
        <p:spPr>
          <a:xfrm>
            <a:off x="240574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68ACDC78-370B-4697-8B79-5265BF983A7E}"/>
              </a:ext>
            </a:extLst>
          </p:cNvPr>
          <p:cNvSpPr>
            <a:spLocks/>
          </p:cNvSpPr>
          <p:nvPr/>
        </p:nvSpPr>
        <p:spPr>
          <a:xfrm>
            <a:off x="2379133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57D6EE5D-6B99-4B2F-BD47-015CD9C3057B}"/>
              </a:ext>
            </a:extLst>
          </p:cNvPr>
          <p:cNvSpPr>
            <a:spLocks/>
          </p:cNvSpPr>
          <p:nvPr/>
        </p:nvSpPr>
        <p:spPr>
          <a:xfrm>
            <a:off x="2355469" y="219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5E63EDFD-B0F8-4738-B802-39591C2ED26B}"/>
              </a:ext>
            </a:extLst>
          </p:cNvPr>
          <p:cNvSpPr>
            <a:spLocks/>
          </p:cNvSpPr>
          <p:nvPr/>
        </p:nvSpPr>
        <p:spPr>
          <a:xfrm>
            <a:off x="24064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04EBE611-EDFC-4170-BE98-22CC96FC2759}"/>
              </a:ext>
            </a:extLst>
          </p:cNvPr>
          <p:cNvSpPr>
            <a:spLocks/>
          </p:cNvSpPr>
          <p:nvPr/>
        </p:nvSpPr>
        <p:spPr>
          <a:xfrm>
            <a:off x="239903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2FFC741A-8EE4-40C8-936F-8A3664A4C369}"/>
              </a:ext>
            </a:extLst>
          </p:cNvPr>
          <p:cNvSpPr>
            <a:spLocks/>
          </p:cNvSpPr>
          <p:nvPr/>
        </p:nvSpPr>
        <p:spPr>
          <a:xfrm>
            <a:off x="2353037" y="29262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5BF51B44-DB37-42C2-A6B5-1ABAD352742A}"/>
              </a:ext>
            </a:extLst>
          </p:cNvPr>
          <p:cNvSpPr>
            <a:spLocks/>
          </p:cNvSpPr>
          <p:nvPr/>
        </p:nvSpPr>
        <p:spPr>
          <a:xfrm>
            <a:off x="238102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B67164DB-F96F-4345-A2C1-95B030FD433F}"/>
              </a:ext>
            </a:extLst>
          </p:cNvPr>
          <p:cNvSpPr>
            <a:spLocks/>
          </p:cNvSpPr>
          <p:nvPr/>
        </p:nvSpPr>
        <p:spPr>
          <a:xfrm>
            <a:off x="232811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7C1F89FA-4F0B-404F-B9DD-5CF95F0E3315}"/>
              </a:ext>
            </a:extLst>
          </p:cNvPr>
          <p:cNvSpPr>
            <a:spLocks/>
          </p:cNvSpPr>
          <p:nvPr/>
        </p:nvSpPr>
        <p:spPr>
          <a:xfrm>
            <a:off x="2374380" y="2719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E296ABB2-5DB7-473C-A235-961C99578577}"/>
              </a:ext>
            </a:extLst>
          </p:cNvPr>
          <p:cNvSpPr>
            <a:spLocks/>
          </p:cNvSpPr>
          <p:nvPr/>
        </p:nvSpPr>
        <p:spPr>
          <a:xfrm>
            <a:off x="2408620" y="17828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6FC443B8-ECB1-406F-8F0B-DFF8D5BC0399}"/>
              </a:ext>
            </a:extLst>
          </p:cNvPr>
          <p:cNvSpPr>
            <a:spLocks/>
          </p:cNvSpPr>
          <p:nvPr/>
        </p:nvSpPr>
        <p:spPr>
          <a:xfrm>
            <a:off x="235982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FF4E99AC-D22A-4793-AF3B-919EC3368FFF}"/>
              </a:ext>
            </a:extLst>
          </p:cNvPr>
          <p:cNvSpPr>
            <a:spLocks/>
          </p:cNvSpPr>
          <p:nvPr/>
        </p:nvSpPr>
        <p:spPr>
          <a:xfrm>
            <a:off x="2454302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F648A8B2-EB8B-4264-B6CF-190429EAFA30}"/>
              </a:ext>
            </a:extLst>
          </p:cNvPr>
          <p:cNvSpPr>
            <a:spLocks/>
          </p:cNvSpPr>
          <p:nvPr/>
        </p:nvSpPr>
        <p:spPr>
          <a:xfrm>
            <a:off x="242844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08DA2F28-5E3B-4414-BF66-43640DE245B2}"/>
              </a:ext>
            </a:extLst>
          </p:cNvPr>
          <p:cNvSpPr>
            <a:spLocks/>
          </p:cNvSpPr>
          <p:nvPr/>
        </p:nvSpPr>
        <p:spPr>
          <a:xfrm>
            <a:off x="2431419" y="184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1BF3846F-0315-432D-A89B-2CEA84756935}"/>
              </a:ext>
            </a:extLst>
          </p:cNvPr>
          <p:cNvSpPr>
            <a:spLocks/>
          </p:cNvSpPr>
          <p:nvPr/>
        </p:nvSpPr>
        <p:spPr>
          <a:xfrm>
            <a:off x="23351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031871C2-8A46-4D1F-9D51-E1F872A20768}"/>
              </a:ext>
            </a:extLst>
          </p:cNvPr>
          <p:cNvSpPr>
            <a:spLocks/>
          </p:cNvSpPr>
          <p:nvPr/>
        </p:nvSpPr>
        <p:spPr>
          <a:xfrm>
            <a:off x="2335150" y="2970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0F7052F6-9723-4380-8DC2-BE149CE36D28}"/>
              </a:ext>
            </a:extLst>
          </p:cNvPr>
          <p:cNvSpPr>
            <a:spLocks/>
          </p:cNvSpPr>
          <p:nvPr/>
        </p:nvSpPr>
        <p:spPr>
          <a:xfrm>
            <a:off x="244912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BA1854C8-1808-41CB-B878-614E7780C251}"/>
              </a:ext>
            </a:extLst>
          </p:cNvPr>
          <p:cNvSpPr>
            <a:spLocks/>
          </p:cNvSpPr>
          <p:nvPr/>
        </p:nvSpPr>
        <p:spPr>
          <a:xfrm>
            <a:off x="233927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14557238-AFD6-44A1-A7C3-8AE0E944ACA6}"/>
              </a:ext>
            </a:extLst>
          </p:cNvPr>
          <p:cNvSpPr>
            <a:spLocks/>
          </p:cNvSpPr>
          <p:nvPr/>
        </p:nvSpPr>
        <p:spPr>
          <a:xfrm>
            <a:off x="2382015" y="3208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E99321FD-8741-45F7-B86D-E15A69C9F8B7}"/>
              </a:ext>
            </a:extLst>
          </p:cNvPr>
          <p:cNvSpPr>
            <a:spLocks/>
          </p:cNvSpPr>
          <p:nvPr/>
        </p:nvSpPr>
        <p:spPr>
          <a:xfrm>
            <a:off x="2360799" y="26152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883BD67-DE18-417E-A5D2-5051A4D145CB}"/>
              </a:ext>
            </a:extLst>
          </p:cNvPr>
          <p:cNvSpPr>
            <a:spLocks/>
          </p:cNvSpPr>
          <p:nvPr/>
        </p:nvSpPr>
        <p:spPr>
          <a:xfrm>
            <a:off x="237534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392EC607-17AE-4003-953C-F96D1A9AD18E}"/>
              </a:ext>
            </a:extLst>
          </p:cNvPr>
          <p:cNvSpPr>
            <a:spLocks/>
          </p:cNvSpPr>
          <p:nvPr/>
        </p:nvSpPr>
        <p:spPr>
          <a:xfrm>
            <a:off x="2433222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6FD41AE6-2875-4A17-ADAD-D432BA6A6D51}"/>
              </a:ext>
            </a:extLst>
          </p:cNvPr>
          <p:cNvSpPr>
            <a:spLocks/>
          </p:cNvSpPr>
          <p:nvPr/>
        </p:nvSpPr>
        <p:spPr>
          <a:xfrm>
            <a:off x="238022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BE6E4567-E94C-4615-9CBD-221B0675F246}"/>
              </a:ext>
            </a:extLst>
          </p:cNvPr>
          <p:cNvSpPr>
            <a:spLocks/>
          </p:cNvSpPr>
          <p:nvPr/>
        </p:nvSpPr>
        <p:spPr>
          <a:xfrm>
            <a:off x="237653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B9093A96-E238-4BBB-8101-B6E619B41DA4}"/>
              </a:ext>
            </a:extLst>
          </p:cNvPr>
          <p:cNvSpPr>
            <a:spLocks/>
          </p:cNvSpPr>
          <p:nvPr/>
        </p:nvSpPr>
        <p:spPr>
          <a:xfrm>
            <a:off x="2346834" y="2121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C7BA6F54-28A3-4CDC-921E-BB5D6F088A50}"/>
              </a:ext>
            </a:extLst>
          </p:cNvPr>
          <p:cNvSpPr>
            <a:spLocks/>
          </p:cNvSpPr>
          <p:nvPr/>
        </p:nvSpPr>
        <p:spPr>
          <a:xfrm>
            <a:off x="2386150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40634B5D-F830-4B53-A0EE-D697CD85AFE7}"/>
              </a:ext>
            </a:extLst>
          </p:cNvPr>
          <p:cNvSpPr>
            <a:spLocks/>
          </p:cNvSpPr>
          <p:nvPr/>
        </p:nvSpPr>
        <p:spPr>
          <a:xfrm>
            <a:off x="245423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E381CDF3-992E-428A-B208-657B725BC794}"/>
              </a:ext>
            </a:extLst>
          </p:cNvPr>
          <p:cNvSpPr>
            <a:spLocks/>
          </p:cNvSpPr>
          <p:nvPr/>
        </p:nvSpPr>
        <p:spPr>
          <a:xfrm>
            <a:off x="2464645" y="2933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059323D5-7E19-4D16-A66C-984172A5837E}"/>
              </a:ext>
            </a:extLst>
          </p:cNvPr>
          <p:cNvSpPr>
            <a:spLocks/>
          </p:cNvSpPr>
          <p:nvPr/>
        </p:nvSpPr>
        <p:spPr>
          <a:xfrm>
            <a:off x="2364115" y="22236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1B9E98C2-47F3-45B8-B6AA-812729BB8098}"/>
              </a:ext>
            </a:extLst>
          </p:cNvPr>
          <p:cNvSpPr>
            <a:spLocks/>
          </p:cNvSpPr>
          <p:nvPr/>
        </p:nvSpPr>
        <p:spPr>
          <a:xfrm>
            <a:off x="244735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DC588D66-F37B-4C77-A671-579AF3F099DA}"/>
              </a:ext>
            </a:extLst>
          </p:cNvPr>
          <p:cNvSpPr>
            <a:spLocks/>
          </p:cNvSpPr>
          <p:nvPr/>
        </p:nvSpPr>
        <p:spPr>
          <a:xfrm>
            <a:off x="2425602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37D97C0F-3D67-48EC-917B-FD0BCC23568C}"/>
              </a:ext>
            </a:extLst>
          </p:cNvPr>
          <p:cNvSpPr>
            <a:spLocks/>
          </p:cNvSpPr>
          <p:nvPr/>
        </p:nvSpPr>
        <p:spPr>
          <a:xfrm>
            <a:off x="234136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738B4A8F-100F-4C9B-AE41-46E37BF3B633}"/>
              </a:ext>
            </a:extLst>
          </p:cNvPr>
          <p:cNvSpPr>
            <a:spLocks/>
          </p:cNvSpPr>
          <p:nvPr/>
        </p:nvSpPr>
        <p:spPr>
          <a:xfrm>
            <a:off x="2336990" y="22268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F28B7DD1-49FE-4E26-A45A-48DDB59C76DE}"/>
              </a:ext>
            </a:extLst>
          </p:cNvPr>
          <p:cNvSpPr>
            <a:spLocks/>
          </p:cNvSpPr>
          <p:nvPr/>
        </p:nvSpPr>
        <p:spPr>
          <a:xfrm>
            <a:off x="235461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6288C92D-5DE5-44DE-9156-86C3661C81E9}"/>
              </a:ext>
            </a:extLst>
          </p:cNvPr>
          <p:cNvSpPr>
            <a:spLocks/>
          </p:cNvSpPr>
          <p:nvPr/>
        </p:nvSpPr>
        <p:spPr>
          <a:xfrm>
            <a:off x="2391931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73FABA22-CFDD-4AC4-B820-488FD282407F}"/>
              </a:ext>
            </a:extLst>
          </p:cNvPr>
          <p:cNvSpPr>
            <a:spLocks/>
          </p:cNvSpPr>
          <p:nvPr/>
        </p:nvSpPr>
        <p:spPr>
          <a:xfrm>
            <a:off x="245369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8041B25B-D3B2-46D7-AB52-7FA5B80144BE}"/>
              </a:ext>
            </a:extLst>
          </p:cNvPr>
          <p:cNvSpPr>
            <a:spLocks/>
          </p:cNvSpPr>
          <p:nvPr/>
        </p:nvSpPr>
        <p:spPr>
          <a:xfrm>
            <a:off x="2333702" y="276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0ABA949E-4FA5-4364-A267-DCD86BBDA279}"/>
              </a:ext>
            </a:extLst>
          </p:cNvPr>
          <p:cNvSpPr>
            <a:spLocks/>
          </p:cNvSpPr>
          <p:nvPr/>
        </p:nvSpPr>
        <p:spPr>
          <a:xfrm>
            <a:off x="234570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0AAF59C7-6264-4943-B797-FB5BFF9B34D3}"/>
              </a:ext>
            </a:extLst>
          </p:cNvPr>
          <p:cNvSpPr>
            <a:spLocks/>
          </p:cNvSpPr>
          <p:nvPr/>
        </p:nvSpPr>
        <p:spPr>
          <a:xfrm>
            <a:off x="234401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E40D582E-2157-4CF7-BC6D-4B403FCBE847}"/>
              </a:ext>
            </a:extLst>
          </p:cNvPr>
          <p:cNvSpPr>
            <a:spLocks/>
          </p:cNvSpPr>
          <p:nvPr/>
        </p:nvSpPr>
        <p:spPr>
          <a:xfrm>
            <a:off x="2394360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0714938C-AB02-400D-9DF9-CF872DCE13DE}"/>
              </a:ext>
            </a:extLst>
          </p:cNvPr>
          <p:cNvSpPr>
            <a:spLocks/>
          </p:cNvSpPr>
          <p:nvPr/>
        </p:nvSpPr>
        <p:spPr>
          <a:xfrm>
            <a:off x="23375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CA29193B-0E21-42F1-8FE0-5BD4CBFDD724}"/>
              </a:ext>
            </a:extLst>
          </p:cNvPr>
          <p:cNvSpPr>
            <a:spLocks/>
          </p:cNvSpPr>
          <p:nvPr/>
        </p:nvSpPr>
        <p:spPr>
          <a:xfrm>
            <a:off x="2397505" y="247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BFB8FC14-E35D-4AE3-ABF4-6EB75269CE4B}"/>
              </a:ext>
            </a:extLst>
          </p:cNvPr>
          <p:cNvSpPr>
            <a:spLocks/>
          </p:cNvSpPr>
          <p:nvPr/>
        </p:nvSpPr>
        <p:spPr>
          <a:xfrm>
            <a:off x="2380333" y="1784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84F56402-9C64-46C4-9338-54CE5FB8F6B6}"/>
              </a:ext>
            </a:extLst>
          </p:cNvPr>
          <p:cNvSpPr>
            <a:spLocks/>
          </p:cNvSpPr>
          <p:nvPr/>
        </p:nvSpPr>
        <p:spPr>
          <a:xfrm>
            <a:off x="2397468" y="3102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32D898E8-5A77-43F0-A981-3DC5CEB60497}"/>
              </a:ext>
            </a:extLst>
          </p:cNvPr>
          <p:cNvSpPr>
            <a:spLocks/>
          </p:cNvSpPr>
          <p:nvPr/>
        </p:nvSpPr>
        <p:spPr>
          <a:xfrm>
            <a:off x="241535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ADD02738-1B36-423E-844E-CFAAB2ABDD85}"/>
              </a:ext>
            </a:extLst>
          </p:cNvPr>
          <p:cNvSpPr>
            <a:spLocks/>
          </p:cNvSpPr>
          <p:nvPr/>
        </p:nvSpPr>
        <p:spPr>
          <a:xfrm>
            <a:off x="24369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726BAD14-1B4D-4129-BDF7-15BE649C0896}"/>
              </a:ext>
            </a:extLst>
          </p:cNvPr>
          <p:cNvSpPr>
            <a:spLocks/>
          </p:cNvSpPr>
          <p:nvPr/>
        </p:nvSpPr>
        <p:spPr>
          <a:xfrm>
            <a:off x="2413769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EBABED07-CAFF-406B-B270-B782DC79A0CA}"/>
              </a:ext>
            </a:extLst>
          </p:cNvPr>
          <p:cNvSpPr>
            <a:spLocks/>
          </p:cNvSpPr>
          <p:nvPr/>
        </p:nvSpPr>
        <p:spPr>
          <a:xfrm>
            <a:off x="23428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8E65D37E-EB0A-48C8-BD4D-715E2BFD2728}"/>
              </a:ext>
            </a:extLst>
          </p:cNvPr>
          <p:cNvSpPr>
            <a:spLocks/>
          </p:cNvSpPr>
          <p:nvPr/>
        </p:nvSpPr>
        <p:spPr>
          <a:xfrm>
            <a:off x="244859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9570E958-E987-4989-8119-703D22AB15F8}"/>
              </a:ext>
            </a:extLst>
          </p:cNvPr>
          <p:cNvSpPr>
            <a:spLocks/>
          </p:cNvSpPr>
          <p:nvPr/>
        </p:nvSpPr>
        <p:spPr>
          <a:xfrm>
            <a:off x="246418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F7F055B2-F7BC-4AA1-8BF4-4950DB5BE203}"/>
              </a:ext>
            </a:extLst>
          </p:cNvPr>
          <p:cNvSpPr>
            <a:spLocks/>
          </p:cNvSpPr>
          <p:nvPr/>
        </p:nvSpPr>
        <p:spPr>
          <a:xfrm>
            <a:off x="2445522" y="34509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C96187F6-4530-4D27-81FD-889DBB7EED49}"/>
              </a:ext>
            </a:extLst>
          </p:cNvPr>
          <p:cNvSpPr>
            <a:spLocks/>
          </p:cNvSpPr>
          <p:nvPr/>
        </p:nvSpPr>
        <p:spPr>
          <a:xfrm>
            <a:off x="2462751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B5127A35-8538-4AC9-A507-B026B59F74E4}"/>
              </a:ext>
            </a:extLst>
          </p:cNvPr>
          <p:cNvSpPr>
            <a:spLocks/>
          </p:cNvSpPr>
          <p:nvPr/>
        </p:nvSpPr>
        <p:spPr>
          <a:xfrm>
            <a:off x="24171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80026B68-2340-4634-838B-B20DC5C3CA24}"/>
              </a:ext>
            </a:extLst>
          </p:cNvPr>
          <p:cNvSpPr>
            <a:spLocks/>
          </p:cNvSpPr>
          <p:nvPr/>
        </p:nvSpPr>
        <p:spPr>
          <a:xfrm>
            <a:off x="236307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801E442B-FD9A-4069-AF0E-02254DA51222}"/>
              </a:ext>
            </a:extLst>
          </p:cNvPr>
          <p:cNvSpPr>
            <a:spLocks/>
          </p:cNvSpPr>
          <p:nvPr/>
        </p:nvSpPr>
        <p:spPr>
          <a:xfrm>
            <a:off x="2379644" y="272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AE1AC1F5-D0C1-40E8-AFA0-B4ED5A3B0436}"/>
              </a:ext>
            </a:extLst>
          </p:cNvPr>
          <p:cNvSpPr>
            <a:spLocks/>
          </p:cNvSpPr>
          <p:nvPr/>
        </p:nvSpPr>
        <p:spPr>
          <a:xfrm>
            <a:off x="234622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4D8F2073-037F-4F59-AF85-3753820F9EB4}"/>
              </a:ext>
            </a:extLst>
          </p:cNvPr>
          <p:cNvSpPr>
            <a:spLocks/>
          </p:cNvSpPr>
          <p:nvPr/>
        </p:nvSpPr>
        <p:spPr>
          <a:xfrm>
            <a:off x="2348400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9C55BEBB-5148-456C-8118-074C411749BD}"/>
              </a:ext>
            </a:extLst>
          </p:cNvPr>
          <p:cNvSpPr>
            <a:spLocks/>
          </p:cNvSpPr>
          <p:nvPr/>
        </p:nvSpPr>
        <p:spPr>
          <a:xfrm>
            <a:off x="241364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264F5FB3-ABB5-4725-90D3-0B00B83407F2}"/>
              </a:ext>
            </a:extLst>
          </p:cNvPr>
          <p:cNvSpPr>
            <a:spLocks/>
          </p:cNvSpPr>
          <p:nvPr/>
        </p:nvSpPr>
        <p:spPr>
          <a:xfrm>
            <a:off x="233091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B5748F3C-CCFB-4A89-9728-2ABB42D46A17}"/>
              </a:ext>
            </a:extLst>
          </p:cNvPr>
          <p:cNvSpPr>
            <a:spLocks/>
          </p:cNvSpPr>
          <p:nvPr/>
        </p:nvSpPr>
        <p:spPr>
          <a:xfrm>
            <a:off x="2416120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F3F2194E-91D0-4469-803A-354768942B5B}"/>
              </a:ext>
            </a:extLst>
          </p:cNvPr>
          <p:cNvSpPr>
            <a:spLocks/>
          </p:cNvSpPr>
          <p:nvPr/>
        </p:nvSpPr>
        <p:spPr>
          <a:xfrm>
            <a:off x="244548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A1C23221-73B9-4AFA-969B-67A9989E6480}"/>
              </a:ext>
            </a:extLst>
          </p:cNvPr>
          <p:cNvSpPr>
            <a:spLocks/>
          </p:cNvSpPr>
          <p:nvPr/>
        </p:nvSpPr>
        <p:spPr>
          <a:xfrm>
            <a:off x="243498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3C62C528-003C-43AE-9898-B14B6817BFCC}"/>
              </a:ext>
            </a:extLst>
          </p:cNvPr>
          <p:cNvSpPr>
            <a:spLocks/>
          </p:cNvSpPr>
          <p:nvPr/>
        </p:nvSpPr>
        <p:spPr>
          <a:xfrm>
            <a:off x="2387414" y="29039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23EDFD90-015C-4E89-A002-2F48A18C08F9}"/>
              </a:ext>
            </a:extLst>
          </p:cNvPr>
          <p:cNvSpPr>
            <a:spLocks/>
          </p:cNvSpPr>
          <p:nvPr/>
        </p:nvSpPr>
        <p:spPr>
          <a:xfrm>
            <a:off x="237704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ACF62CCB-3E50-4267-9E0E-51FFAF7A5432}"/>
              </a:ext>
            </a:extLst>
          </p:cNvPr>
          <p:cNvSpPr>
            <a:spLocks/>
          </p:cNvSpPr>
          <p:nvPr/>
        </p:nvSpPr>
        <p:spPr>
          <a:xfrm>
            <a:off x="2457719" y="2911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558838E5-FDFB-48B0-A8B1-228BC04E8F69}"/>
              </a:ext>
            </a:extLst>
          </p:cNvPr>
          <p:cNvSpPr>
            <a:spLocks/>
          </p:cNvSpPr>
          <p:nvPr/>
        </p:nvSpPr>
        <p:spPr>
          <a:xfrm>
            <a:off x="2409323" y="333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DD05D68D-25F7-4575-9DD6-93154F03504E}"/>
              </a:ext>
            </a:extLst>
          </p:cNvPr>
          <p:cNvSpPr>
            <a:spLocks/>
          </p:cNvSpPr>
          <p:nvPr/>
        </p:nvSpPr>
        <p:spPr>
          <a:xfrm>
            <a:off x="2425192" y="229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56A83581-AB6E-46DB-802C-321AFEF9D817}"/>
              </a:ext>
            </a:extLst>
          </p:cNvPr>
          <p:cNvSpPr>
            <a:spLocks/>
          </p:cNvSpPr>
          <p:nvPr/>
        </p:nvSpPr>
        <p:spPr>
          <a:xfrm>
            <a:off x="23863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D3210003-82A1-431D-BB8A-3D60181AFA4F}"/>
              </a:ext>
            </a:extLst>
          </p:cNvPr>
          <p:cNvSpPr>
            <a:spLocks/>
          </p:cNvSpPr>
          <p:nvPr/>
        </p:nvSpPr>
        <p:spPr>
          <a:xfrm>
            <a:off x="24271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03747870-578A-4163-87CF-E297659376C1}"/>
              </a:ext>
            </a:extLst>
          </p:cNvPr>
          <p:cNvSpPr>
            <a:spLocks/>
          </p:cNvSpPr>
          <p:nvPr/>
        </p:nvSpPr>
        <p:spPr>
          <a:xfrm>
            <a:off x="24230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E6DA64A3-3901-4EC7-BC54-D2E4B2E59910}"/>
              </a:ext>
            </a:extLst>
          </p:cNvPr>
          <p:cNvSpPr>
            <a:spLocks/>
          </p:cNvSpPr>
          <p:nvPr/>
        </p:nvSpPr>
        <p:spPr>
          <a:xfrm>
            <a:off x="239941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3C715A88-0C23-4DCE-AA73-1B35B02083EA}"/>
              </a:ext>
            </a:extLst>
          </p:cNvPr>
          <p:cNvSpPr>
            <a:spLocks/>
          </p:cNvSpPr>
          <p:nvPr/>
        </p:nvSpPr>
        <p:spPr>
          <a:xfrm>
            <a:off x="24582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FCB5B204-2558-4358-A4C4-9BF2E59A18AD}"/>
              </a:ext>
            </a:extLst>
          </p:cNvPr>
          <p:cNvSpPr>
            <a:spLocks/>
          </p:cNvSpPr>
          <p:nvPr/>
        </p:nvSpPr>
        <p:spPr>
          <a:xfrm>
            <a:off x="238822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4FCB0B75-B254-4176-8ECD-72EF581927CD}"/>
              </a:ext>
            </a:extLst>
          </p:cNvPr>
          <p:cNvSpPr>
            <a:spLocks/>
          </p:cNvSpPr>
          <p:nvPr/>
        </p:nvSpPr>
        <p:spPr>
          <a:xfrm>
            <a:off x="2388792" y="2231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45705A0C-EC64-4A09-9231-4C4368298013}"/>
              </a:ext>
            </a:extLst>
          </p:cNvPr>
          <p:cNvSpPr>
            <a:spLocks/>
          </p:cNvSpPr>
          <p:nvPr/>
        </p:nvSpPr>
        <p:spPr>
          <a:xfrm>
            <a:off x="2427289" y="3088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A2786700-D4FD-44B6-AA95-61BE2DA3A4A7}"/>
              </a:ext>
            </a:extLst>
          </p:cNvPr>
          <p:cNvSpPr>
            <a:spLocks/>
          </p:cNvSpPr>
          <p:nvPr/>
        </p:nvSpPr>
        <p:spPr>
          <a:xfrm>
            <a:off x="2383677" y="22641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50BB57F4-BFAF-41D3-92E8-1405FDE0FA71}"/>
              </a:ext>
            </a:extLst>
          </p:cNvPr>
          <p:cNvSpPr>
            <a:spLocks/>
          </p:cNvSpPr>
          <p:nvPr/>
        </p:nvSpPr>
        <p:spPr>
          <a:xfrm>
            <a:off x="2432217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48680506-5EA1-49C3-8A65-B08C40F3B4E4}"/>
              </a:ext>
            </a:extLst>
          </p:cNvPr>
          <p:cNvSpPr>
            <a:spLocks/>
          </p:cNvSpPr>
          <p:nvPr/>
        </p:nvSpPr>
        <p:spPr>
          <a:xfrm>
            <a:off x="241283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E5287F40-0181-40A7-8D5E-EBABF6B835F6}"/>
              </a:ext>
            </a:extLst>
          </p:cNvPr>
          <p:cNvSpPr>
            <a:spLocks/>
          </p:cNvSpPr>
          <p:nvPr/>
        </p:nvSpPr>
        <p:spPr>
          <a:xfrm>
            <a:off x="2341384" y="29309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C139B669-7DF7-420F-9538-72DCF3E64CB8}"/>
              </a:ext>
            </a:extLst>
          </p:cNvPr>
          <p:cNvSpPr>
            <a:spLocks/>
          </p:cNvSpPr>
          <p:nvPr/>
        </p:nvSpPr>
        <p:spPr>
          <a:xfrm>
            <a:off x="2349041" y="2400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7540AB4E-0DD0-45DC-B8C0-AB91183C862B}"/>
              </a:ext>
            </a:extLst>
          </p:cNvPr>
          <p:cNvSpPr>
            <a:spLocks/>
          </p:cNvSpPr>
          <p:nvPr/>
        </p:nvSpPr>
        <p:spPr>
          <a:xfrm>
            <a:off x="242240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5184D552-305C-4456-81EC-C12EE897DF0D}"/>
              </a:ext>
            </a:extLst>
          </p:cNvPr>
          <p:cNvSpPr>
            <a:spLocks/>
          </p:cNvSpPr>
          <p:nvPr/>
        </p:nvSpPr>
        <p:spPr>
          <a:xfrm>
            <a:off x="234777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6AADC000-5785-4A56-95CF-655D84D73EC9}"/>
              </a:ext>
            </a:extLst>
          </p:cNvPr>
          <p:cNvSpPr>
            <a:spLocks/>
          </p:cNvSpPr>
          <p:nvPr/>
        </p:nvSpPr>
        <p:spPr>
          <a:xfrm>
            <a:off x="233573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65839B56-6033-4E64-8F2D-128BEF6BFFDE}"/>
              </a:ext>
            </a:extLst>
          </p:cNvPr>
          <p:cNvSpPr>
            <a:spLocks/>
          </p:cNvSpPr>
          <p:nvPr/>
        </p:nvSpPr>
        <p:spPr>
          <a:xfrm>
            <a:off x="234741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C4788219-79F1-4FB9-9B81-DF8D607B1492}"/>
              </a:ext>
            </a:extLst>
          </p:cNvPr>
          <p:cNvSpPr>
            <a:spLocks/>
          </p:cNvSpPr>
          <p:nvPr/>
        </p:nvSpPr>
        <p:spPr>
          <a:xfrm>
            <a:off x="237126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DD9CC4EB-22AE-4ECD-B039-E1AABF94DC48}"/>
              </a:ext>
            </a:extLst>
          </p:cNvPr>
          <p:cNvSpPr>
            <a:spLocks/>
          </p:cNvSpPr>
          <p:nvPr/>
        </p:nvSpPr>
        <p:spPr>
          <a:xfrm>
            <a:off x="2384361" y="3011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50B7DE6A-D632-4BCE-8269-83747683A0AC}"/>
              </a:ext>
            </a:extLst>
          </p:cNvPr>
          <p:cNvSpPr>
            <a:spLocks/>
          </p:cNvSpPr>
          <p:nvPr/>
        </p:nvSpPr>
        <p:spPr>
          <a:xfrm>
            <a:off x="2345538" y="2705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F5A6943C-AC40-4083-83C0-5D90F92075A9}"/>
              </a:ext>
            </a:extLst>
          </p:cNvPr>
          <p:cNvSpPr>
            <a:spLocks/>
          </p:cNvSpPr>
          <p:nvPr/>
        </p:nvSpPr>
        <p:spPr>
          <a:xfrm>
            <a:off x="235424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6CCFF4B6-5444-4FF2-AA27-4B3AF008F87F}"/>
              </a:ext>
            </a:extLst>
          </p:cNvPr>
          <p:cNvSpPr>
            <a:spLocks/>
          </p:cNvSpPr>
          <p:nvPr/>
        </p:nvSpPr>
        <p:spPr>
          <a:xfrm>
            <a:off x="2463150" y="2646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5ED7FDEF-AB04-491E-B5BF-E4E30F8FDFD6}"/>
              </a:ext>
            </a:extLst>
          </p:cNvPr>
          <p:cNvSpPr>
            <a:spLocks/>
          </p:cNvSpPr>
          <p:nvPr/>
        </p:nvSpPr>
        <p:spPr>
          <a:xfrm>
            <a:off x="2400412" y="2754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02F41B8E-BD8A-4F0D-BFE8-255B3E16D32F}"/>
              </a:ext>
            </a:extLst>
          </p:cNvPr>
          <p:cNvSpPr>
            <a:spLocks/>
          </p:cNvSpPr>
          <p:nvPr/>
        </p:nvSpPr>
        <p:spPr>
          <a:xfrm>
            <a:off x="243758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1E34FBDC-8114-48DD-B032-74D336CC68DA}"/>
              </a:ext>
            </a:extLst>
          </p:cNvPr>
          <p:cNvSpPr>
            <a:spLocks/>
          </p:cNvSpPr>
          <p:nvPr/>
        </p:nvSpPr>
        <p:spPr>
          <a:xfrm>
            <a:off x="2358134" y="3084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DFE97B7D-9ABD-445C-ABF5-38617899C283}"/>
              </a:ext>
            </a:extLst>
          </p:cNvPr>
          <p:cNvSpPr>
            <a:spLocks/>
          </p:cNvSpPr>
          <p:nvPr/>
        </p:nvSpPr>
        <p:spPr>
          <a:xfrm>
            <a:off x="2327162" y="33141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71F20FB4-FF08-48CE-9F74-85C6766BED5E}"/>
              </a:ext>
            </a:extLst>
          </p:cNvPr>
          <p:cNvSpPr>
            <a:spLocks/>
          </p:cNvSpPr>
          <p:nvPr/>
        </p:nvSpPr>
        <p:spPr>
          <a:xfrm>
            <a:off x="236369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38A39620-F3F2-4662-8379-A098866C2560}"/>
              </a:ext>
            </a:extLst>
          </p:cNvPr>
          <p:cNvSpPr>
            <a:spLocks/>
          </p:cNvSpPr>
          <p:nvPr/>
        </p:nvSpPr>
        <p:spPr>
          <a:xfrm>
            <a:off x="243960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37E688D-1A1D-4496-84C5-A59ADEF6B7D8}"/>
              </a:ext>
            </a:extLst>
          </p:cNvPr>
          <p:cNvSpPr>
            <a:spLocks/>
          </p:cNvSpPr>
          <p:nvPr/>
        </p:nvSpPr>
        <p:spPr>
          <a:xfrm>
            <a:off x="241877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9E15F60A-31CB-4CEB-8B26-585FC9D2D818}"/>
              </a:ext>
            </a:extLst>
          </p:cNvPr>
          <p:cNvSpPr>
            <a:spLocks/>
          </p:cNvSpPr>
          <p:nvPr/>
        </p:nvSpPr>
        <p:spPr>
          <a:xfrm>
            <a:off x="2437729" y="2771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0138A41F-9706-42F3-96A6-0D9C8E1519A1}"/>
              </a:ext>
            </a:extLst>
          </p:cNvPr>
          <p:cNvSpPr>
            <a:spLocks/>
          </p:cNvSpPr>
          <p:nvPr/>
        </p:nvSpPr>
        <p:spPr>
          <a:xfrm>
            <a:off x="234963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43A63303-1D1C-44B7-9BFB-DB69DFA9AA91}"/>
              </a:ext>
            </a:extLst>
          </p:cNvPr>
          <p:cNvSpPr>
            <a:spLocks/>
          </p:cNvSpPr>
          <p:nvPr/>
        </p:nvSpPr>
        <p:spPr>
          <a:xfrm>
            <a:off x="2341796" y="3335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C2E617EB-030A-424B-B365-124734737F45}"/>
              </a:ext>
            </a:extLst>
          </p:cNvPr>
          <p:cNvSpPr>
            <a:spLocks/>
          </p:cNvSpPr>
          <p:nvPr/>
        </p:nvSpPr>
        <p:spPr>
          <a:xfrm>
            <a:off x="2602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3E1ABFEC-8B0D-4D1E-8EE8-7319D53D2CDB}"/>
              </a:ext>
            </a:extLst>
          </p:cNvPr>
          <p:cNvSpPr>
            <a:spLocks/>
          </p:cNvSpPr>
          <p:nvPr/>
        </p:nvSpPr>
        <p:spPr>
          <a:xfrm>
            <a:off x="26625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73099845-E3F9-413E-AF54-B65C90E82A62}"/>
              </a:ext>
            </a:extLst>
          </p:cNvPr>
          <p:cNvSpPr>
            <a:spLocks/>
          </p:cNvSpPr>
          <p:nvPr/>
        </p:nvSpPr>
        <p:spPr>
          <a:xfrm>
            <a:off x="268449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92F7C535-D439-4ADA-A2A2-6AD4E4116725}"/>
              </a:ext>
            </a:extLst>
          </p:cNvPr>
          <p:cNvSpPr>
            <a:spLocks/>
          </p:cNvSpPr>
          <p:nvPr/>
        </p:nvSpPr>
        <p:spPr>
          <a:xfrm>
            <a:off x="2611545" y="32650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FB099E58-CDA2-4A29-8001-B3DAB7090D7B}"/>
              </a:ext>
            </a:extLst>
          </p:cNvPr>
          <p:cNvSpPr>
            <a:spLocks/>
          </p:cNvSpPr>
          <p:nvPr/>
        </p:nvSpPr>
        <p:spPr>
          <a:xfrm>
            <a:off x="2684492" y="24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A692DE08-11D5-4960-84BC-A244FE392F21}"/>
              </a:ext>
            </a:extLst>
          </p:cNvPr>
          <p:cNvSpPr>
            <a:spLocks/>
          </p:cNvSpPr>
          <p:nvPr/>
        </p:nvSpPr>
        <p:spPr>
          <a:xfrm>
            <a:off x="26816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50EC7379-1554-4AEB-9D86-1A2110BFDADC}"/>
              </a:ext>
            </a:extLst>
          </p:cNvPr>
          <p:cNvSpPr>
            <a:spLocks/>
          </p:cNvSpPr>
          <p:nvPr/>
        </p:nvSpPr>
        <p:spPr>
          <a:xfrm>
            <a:off x="259172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87B4D31E-D352-4DC0-BF2D-77F01AA975A4}"/>
              </a:ext>
            </a:extLst>
          </p:cNvPr>
          <p:cNvSpPr>
            <a:spLocks/>
          </p:cNvSpPr>
          <p:nvPr/>
        </p:nvSpPr>
        <p:spPr>
          <a:xfrm>
            <a:off x="262873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A22FCE97-44D1-4D5E-A8F9-1F65BB22D8EA}"/>
              </a:ext>
            </a:extLst>
          </p:cNvPr>
          <p:cNvSpPr>
            <a:spLocks/>
          </p:cNvSpPr>
          <p:nvPr/>
        </p:nvSpPr>
        <p:spPr>
          <a:xfrm>
            <a:off x="2649406" y="31412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012B10EB-1B5D-4CC5-8EA7-83F22D3CC638}"/>
              </a:ext>
            </a:extLst>
          </p:cNvPr>
          <p:cNvSpPr>
            <a:spLocks/>
          </p:cNvSpPr>
          <p:nvPr/>
        </p:nvSpPr>
        <p:spPr>
          <a:xfrm>
            <a:off x="26453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4586D35D-B765-40DD-9CDD-77352F5F7FB8}"/>
              </a:ext>
            </a:extLst>
          </p:cNvPr>
          <p:cNvSpPr>
            <a:spLocks/>
          </p:cNvSpPr>
          <p:nvPr/>
        </p:nvSpPr>
        <p:spPr>
          <a:xfrm>
            <a:off x="2554777" y="2471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88811315-9630-4A6C-A906-EE0A8FA8B9A3}"/>
              </a:ext>
            </a:extLst>
          </p:cNvPr>
          <p:cNvSpPr>
            <a:spLocks/>
          </p:cNvSpPr>
          <p:nvPr/>
        </p:nvSpPr>
        <p:spPr>
          <a:xfrm>
            <a:off x="26643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A814B533-98BB-4040-88DB-D7B8B9A6F0BE}"/>
              </a:ext>
            </a:extLst>
          </p:cNvPr>
          <p:cNvSpPr>
            <a:spLocks/>
          </p:cNvSpPr>
          <p:nvPr/>
        </p:nvSpPr>
        <p:spPr>
          <a:xfrm>
            <a:off x="262835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E23D58B5-CD50-43D4-A776-E781EAA26F58}"/>
              </a:ext>
            </a:extLst>
          </p:cNvPr>
          <p:cNvSpPr>
            <a:spLocks/>
          </p:cNvSpPr>
          <p:nvPr/>
        </p:nvSpPr>
        <p:spPr>
          <a:xfrm>
            <a:off x="2656459" y="2166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AED4ECB6-3A7B-47CA-A910-1791371C1578}"/>
              </a:ext>
            </a:extLst>
          </p:cNvPr>
          <p:cNvSpPr>
            <a:spLocks/>
          </p:cNvSpPr>
          <p:nvPr/>
        </p:nvSpPr>
        <p:spPr>
          <a:xfrm>
            <a:off x="26779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AF135DCF-7490-483B-88AB-30D526068190}"/>
              </a:ext>
            </a:extLst>
          </p:cNvPr>
          <p:cNvSpPr>
            <a:spLocks/>
          </p:cNvSpPr>
          <p:nvPr/>
        </p:nvSpPr>
        <p:spPr>
          <a:xfrm>
            <a:off x="262358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D492D6DE-5052-4B17-8C17-3B0BC1006916}"/>
              </a:ext>
            </a:extLst>
          </p:cNvPr>
          <p:cNvSpPr>
            <a:spLocks/>
          </p:cNvSpPr>
          <p:nvPr/>
        </p:nvSpPr>
        <p:spPr>
          <a:xfrm>
            <a:off x="2609213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FF068C0F-89D0-45AC-90C9-38FB251BE9A8}"/>
              </a:ext>
            </a:extLst>
          </p:cNvPr>
          <p:cNvSpPr>
            <a:spLocks/>
          </p:cNvSpPr>
          <p:nvPr/>
        </p:nvSpPr>
        <p:spPr>
          <a:xfrm>
            <a:off x="25639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549C0E71-8D5B-4B38-AB0C-DC1114DFB778}"/>
              </a:ext>
            </a:extLst>
          </p:cNvPr>
          <p:cNvSpPr>
            <a:spLocks/>
          </p:cNvSpPr>
          <p:nvPr/>
        </p:nvSpPr>
        <p:spPr>
          <a:xfrm>
            <a:off x="262510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27ABEAF2-6D83-41A9-8031-0EA89AFA76C8}"/>
              </a:ext>
            </a:extLst>
          </p:cNvPr>
          <p:cNvSpPr>
            <a:spLocks/>
          </p:cNvSpPr>
          <p:nvPr/>
        </p:nvSpPr>
        <p:spPr>
          <a:xfrm>
            <a:off x="263543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62C36126-E26A-47E1-A570-F7B4039CB0E8}"/>
              </a:ext>
            </a:extLst>
          </p:cNvPr>
          <p:cNvSpPr>
            <a:spLocks/>
          </p:cNvSpPr>
          <p:nvPr/>
        </p:nvSpPr>
        <p:spPr>
          <a:xfrm>
            <a:off x="2598917" y="2380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F930A78F-9A7B-4202-B31B-AE6A77CE1382}"/>
              </a:ext>
            </a:extLst>
          </p:cNvPr>
          <p:cNvSpPr>
            <a:spLocks/>
          </p:cNvSpPr>
          <p:nvPr/>
        </p:nvSpPr>
        <p:spPr>
          <a:xfrm>
            <a:off x="261062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94FDB657-16FD-4517-9F9D-D73F1183AABC}"/>
              </a:ext>
            </a:extLst>
          </p:cNvPr>
          <p:cNvSpPr>
            <a:spLocks/>
          </p:cNvSpPr>
          <p:nvPr/>
        </p:nvSpPr>
        <p:spPr>
          <a:xfrm>
            <a:off x="2678283" y="2046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8744CD66-F9FE-41B6-B286-ED1BFB407C2D}"/>
              </a:ext>
            </a:extLst>
          </p:cNvPr>
          <p:cNvSpPr>
            <a:spLocks/>
          </p:cNvSpPr>
          <p:nvPr/>
        </p:nvSpPr>
        <p:spPr>
          <a:xfrm>
            <a:off x="2579276" y="2356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508074EF-B19A-4230-B1FF-652BC75C02BC}"/>
              </a:ext>
            </a:extLst>
          </p:cNvPr>
          <p:cNvSpPr>
            <a:spLocks/>
          </p:cNvSpPr>
          <p:nvPr/>
        </p:nvSpPr>
        <p:spPr>
          <a:xfrm>
            <a:off x="2558912" y="2754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0B784C5F-983F-489C-94EC-409CD2EA0769}"/>
              </a:ext>
            </a:extLst>
          </p:cNvPr>
          <p:cNvSpPr>
            <a:spLocks/>
          </p:cNvSpPr>
          <p:nvPr/>
        </p:nvSpPr>
        <p:spPr>
          <a:xfrm>
            <a:off x="260786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3854DD07-0D84-4838-8F72-069C900A4302}"/>
              </a:ext>
            </a:extLst>
          </p:cNvPr>
          <p:cNvSpPr>
            <a:spLocks/>
          </p:cNvSpPr>
          <p:nvPr/>
        </p:nvSpPr>
        <p:spPr>
          <a:xfrm>
            <a:off x="260313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7567B6A5-409E-473F-9A88-F9B0BC13E2DA}"/>
              </a:ext>
            </a:extLst>
          </p:cNvPr>
          <p:cNvSpPr>
            <a:spLocks/>
          </p:cNvSpPr>
          <p:nvPr/>
        </p:nvSpPr>
        <p:spPr>
          <a:xfrm>
            <a:off x="2637567" y="3062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7675E9A9-6680-4724-9C02-583B54129D2D}"/>
              </a:ext>
            </a:extLst>
          </p:cNvPr>
          <p:cNvSpPr>
            <a:spLocks/>
          </p:cNvSpPr>
          <p:nvPr/>
        </p:nvSpPr>
        <p:spPr>
          <a:xfrm>
            <a:off x="2672678" y="2956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ED46AC9D-69CF-40FF-A0CB-B9129F813D76}"/>
              </a:ext>
            </a:extLst>
          </p:cNvPr>
          <p:cNvSpPr>
            <a:spLocks/>
          </p:cNvSpPr>
          <p:nvPr/>
        </p:nvSpPr>
        <p:spPr>
          <a:xfrm>
            <a:off x="260008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7A8E6113-5E5A-43BD-8035-518CCE92B894}"/>
              </a:ext>
            </a:extLst>
          </p:cNvPr>
          <p:cNvSpPr>
            <a:spLocks/>
          </p:cNvSpPr>
          <p:nvPr/>
        </p:nvSpPr>
        <p:spPr>
          <a:xfrm>
            <a:off x="25653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36201CB4-596D-4789-BF93-B915E234210C}"/>
              </a:ext>
            </a:extLst>
          </p:cNvPr>
          <p:cNvSpPr>
            <a:spLocks/>
          </p:cNvSpPr>
          <p:nvPr/>
        </p:nvSpPr>
        <p:spPr>
          <a:xfrm>
            <a:off x="2653233" y="2828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6EEDAFE9-845E-4E7F-B605-6F9BFAE2D929}"/>
              </a:ext>
            </a:extLst>
          </p:cNvPr>
          <p:cNvSpPr>
            <a:spLocks/>
          </p:cNvSpPr>
          <p:nvPr/>
        </p:nvSpPr>
        <p:spPr>
          <a:xfrm>
            <a:off x="263103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5A8B000F-5BAF-41EE-BDB0-41E2C65D859E}"/>
              </a:ext>
            </a:extLst>
          </p:cNvPr>
          <p:cNvSpPr>
            <a:spLocks/>
          </p:cNvSpPr>
          <p:nvPr/>
        </p:nvSpPr>
        <p:spPr>
          <a:xfrm>
            <a:off x="2646340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51C5DCE9-E487-4766-A241-3186F8D63568}"/>
              </a:ext>
            </a:extLst>
          </p:cNvPr>
          <p:cNvSpPr>
            <a:spLocks/>
          </p:cNvSpPr>
          <p:nvPr/>
        </p:nvSpPr>
        <p:spPr>
          <a:xfrm>
            <a:off x="267066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0464E0E8-9582-4292-A2B0-9FBCED4EAB53}"/>
              </a:ext>
            </a:extLst>
          </p:cNvPr>
          <p:cNvSpPr>
            <a:spLocks/>
          </p:cNvSpPr>
          <p:nvPr/>
        </p:nvSpPr>
        <p:spPr>
          <a:xfrm>
            <a:off x="26580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0531882E-0B3F-4E0A-BEF0-976FD499A4AF}"/>
              </a:ext>
            </a:extLst>
          </p:cNvPr>
          <p:cNvSpPr>
            <a:spLocks/>
          </p:cNvSpPr>
          <p:nvPr/>
        </p:nvSpPr>
        <p:spPr>
          <a:xfrm>
            <a:off x="266044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4BE98EDE-000E-46CA-A305-FD385BEA0968}"/>
              </a:ext>
            </a:extLst>
          </p:cNvPr>
          <p:cNvSpPr>
            <a:spLocks/>
          </p:cNvSpPr>
          <p:nvPr/>
        </p:nvSpPr>
        <p:spPr>
          <a:xfrm>
            <a:off x="266394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2E116CF0-2A7E-409E-8CD8-008F7155186C}"/>
              </a:ext>
            </a:extLst>
          </p:cNvPr>
          <p:cNvSpPr>
            <a:spLocks/>
          </p:cNvSpPr>
          <p:nvPr/>
        </p:nvSpPr>
        <p:spPr>
          <a:xfrm>
            <a:off x="26678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8CD8A523-84E9-439B-9E16-1E9F127E6F47}"/>
              </a:ext>
            </a:extLst>
          </p:cNvPr>
          <p:cNvSpPr>
            <a:spLocks/>
          </p:cNvSpPr>
          <p:nvPr/>
        </p:nvSpPr>
        <p:spPr>
          <a:xfrm>
            <a:off x="2607338" y="19142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99BEA6BF-BA0E-42BB-B9AE-ABF936B31CD5}"/>
              </a:ext>
            </a:extLst>
          </p:cNvPr>
          <p:cNvSpPr>
            <a:spLocks/>
          </p:cNvSpPr>
          <p:nvPr/>
        </p:nvSpPr>
        <p:spPr>
          <a:xfrm>
            <a:off x="2640467" y="24790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5A607785-5ECB-4888-94E9-F0AAEA35CCEA}"/>
              </a:ext>
            </a:extLst>
          </p:cNvPr>
          <p:cNvSpPr>
            <a:spLocks/>
          </p:cNvSpPr>
          <p:nvPr/>
        </p:nvSpPr>
        <p:spPr>
          <a:xfrm>
            <a:off x="26047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DCBE7E9A-ECC8-4300-BD32-4832B7D9F056}"/>
              </a:ext>
            </a:extLst>
          </p:cNvPr>
          <p:cNvSpPr>
            <a:spLocks/>
          </p:cNvSpPr>
          <p:nvPr/>
        </p:nvSpPr>
        <p:spPr>
          <a:xfrm>
            <a:off x="262521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94CE0B17-ABF8-4D8D-9CE6-45BE2F432BC0}"/>
              </a:ext>
            </a:extLst>
          </p:cNvPr>
          <p:cNvSpPr>
            <a:spLocks/>
          </p:cNvSpPr>
          <p:nvPr/>
        </p:nvSpPr>
        <p:spPr>
          <a:xfrm>
            <a:off x="2589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E9D5BED9-1297-465D-B45E-0ADD3867FF65}"/>
              </a:ext>
            </a:extLst>
          </p:cNvPr>
          <p:cNvSpPr>
            <a:spLocks/>
          </p:cNvSpPr>
          <p:nvPr/>
        </p:nvSpPr>
        <p:spPr>
          <a:xfrm>
            <a:off x="26448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893037E4-CDFF-48F7-B93A-A6D16E38994B}"/>
              </a:ext>
            </a:extLst>
          </p:cNvPr>
          <p:cNvSpPr>
            <a:spLocks/>
          </p:cNvSpPr>
          <p:nvPr/>
        </p:nvSpPr>
        <p:spPr>
          <a:xfrm>
            <a:off x="260952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FED8DE75-B5C6-451B-B414-18CCDDF82916}"/>
              </a:ext>
            </a:extLst>
          </p:cNvPr>
          <p:cNvSpPr>
            <a:spLocks/>
          </p:cNvSpPr>
          <p:nvPr/>
        </p:nvSpPr>
        <p:spPr>
          <a:xfrm>
            <a:off x="2627130" y="2059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68A9B1CA-E411-4E79-9305-C1CA341E9A9E}"/>
              </a:ext>
            </a:extLst>
          </p:cNvPr>
          <p:cNvSpPr>
            <a:spLocks/>
          </p:cNvSpPr>
          <p:nvPr/>
        </p:nvSpPr>
        <p:spPr>
          <a:xfrm>
            <a:off x="2615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E3E515D4-EB38-4F02-965D-AC2A498025E4}"/>
              </a:ext>
            </a:extLst>
          </p:cNvPr>
          <p:cNvSpPr>
            <a:spLocks/>
          </p:cNvSpPr>
          <p:nvPr/>
        </p:nvSpPr>
        <p:spPr>
          <a:xfrm>
            <a:off x="267058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2889640F-65E5-4C40-82EF-CA49A8F65586}"/>
              </a:ext>
            </a:extLst>
          </p:cNvPr>
          <p:cNvSpPr>
            <a:spLocks/>
          </p:cNvSpPr>
          <p:nvPr/>
        </p:nvSpPr>
        <p:spPr>
          <a:xfrm>
            <a:off x="2614490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7F170145-D1E0-4599-B8B5-2A13F7783CE8}"/>
              </a:ext>
            </a:extLst>
          </p:cNvPr>
          <p:cNvSpPr>
            <a:spLocks/>
          </p:cNvSpPr>
          <p:nvPr/>
        </p:nvSpPr>
        <p:spPr>
          <a:xfrm>
            <a:off x="266088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E6A05473-08EB-4AA4-90A0-CBA669330B99}"/>
              </a:ext>
            </a:extLst>
          </p:cNvPr>
          <p:cNvSpPr>
            <a:spLocks/>
          </p:cNvSpPr>
          <p:nvPr/>
        </p:nvSpPr>
        <p:spPr>
          <a:xfrm>
            <a:off x="26392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2D2B499B-2C8F-4C7F-98A7-6DFE84068F46}"/>
              </a:ext>
            </a:extLst>
          </p:cNvPr>
          <p:cNvSpPr>
            <a:spLocks/>
          </p:cNvSpPr>
          <p:nvPr/>
        </p:nvSpPr>
        <p:spPr>
          <a:xfrm>
            <a:off x="2642814" y="1831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7FB3162F-D12C-4FB2-BE18-60A543986CC6}"/>
              </a:ext>
            </a:extLst>
          </p:cNvPr>
          <p:cNvSpPr>
            <a:spLocks/>
          </p:cNvSpPr>
          <p:nvPr/>
        </p:nvSpPr>
        <p:spPr>
          <a:xfrm>
            <a:off x="2591616" y="2189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1D1A34D9-1BA6-401A-B15B-6C647878E264}"/>
              </a:ext>
            </a:extLst>
          </p:cNvPr>
          <p:cNvSpPr>
            <a:spLocks/>
          </p:cNvSpPr>
          <p:nvPr/>
        </p:nvSpPr>
        <p:spPr>
          <a:xfrm>
            <a:off x="2594616" y="2315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D7625811-66AB-4A6F-90D0-36B414086644}"/>
              </a:ext>
            </a:extLst>
          </p:cNvPr>
          <p:cNvSpPr>
            <a:spLocks/>
          </p:cNvSpPr>
          <p:nvPr/>
        </p:nvSpPr>
        <p:spPr>
          <a:xfrm>
            <a:off x="2671233" y="2411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DB988B15-B3F9-416B-BA13-A8065386A092}"/>
              </a:ext>
            </a:extLst>
          </p:cNvPr>
          <p:cNvSpPr>
            <a:spLocks/>
          </p:cNvSpPr>
          <p:nvPr/>
        </p:nvSpPr>
        <p:spPr>
          <a:xfrm>
            <a:off x="2561541" y="2451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AF56CB1A-0F4E-482F-AC56-39A234C4ABC6}"/>
              </a:ext>
            </a:extLst>
          </p:cNvPr>
          <p:cNvSpPr>
            <a:spLocks/>
          </p:cNvSpPr>
          <p:nvPr/>
        </p:nvSpPr>
        <p:spPr>
          <a:xfrm>
            <a:off x="264235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CE44C3D5-3E9D-4148-BB72-ADA80F8048BB}"/>
              </a:ext>
            </a:extLst>
          </p:cNvPr>
          <p:cNvSpPr>
            <a:spLocks/>
          </p:cNvSpPr>
          <p:nvPr/>
        </p:nvSpPr>
        <p:spPr>
          <a:xfrm>
            <a:off x="2601123" y="34145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515E832E-D656-4BF3-86A8-D51E0D2C3366}"/>
              </a:ext>
            </a:extLst>
          </p:cNvPr>
          <p:cNvSpPr>
            <a:spLocks/>
          </p:cNvSpPr>
          <p:nvPr/>
        </p:nvSpPr>
        <p:spPr>
          <a:xfrm>
            <a:off x="2570748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E40D75EF-5628-4A35-BECE-D920B04CCEBF}"/>
              </a:ext>
            </a:extLst>
          </p:cNvPr>
          <p:cNvSpPr>
            <a:spLocks/>
          </p:cNvSpPr>
          <p:nvPr/>
        </p:nvSpPr>
        <p:spPr>
          <a:xfrm>
            <a:off x="2603097" y="2319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F73E7B44-4AA7-46E7-A2BB-A86D099BCF5B}"/>
              </a:ext>
            </a:extLst>
          </p:cNvPr>
          <p:cNvSpPr>
            <a:spLocks/>
          </p:cNvSpPr>
          <p:nvPr/>
        </p:nvSpPr>
        <p:spPr>
          <a:xfrm>
            <a:off x="25915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FF789F79-4223-4EB7-BE42-F0CDD3FC09FC}"/>
              </a:ext>
            </a:extLst>
          </p:cNvPr>
          <p:cNvSpPr>
            <a:spLocks/>
          </p:cNvSpPr>
          <p:nvPr/>
        </p:nvSpPr>
        <p:spPr>
          <a:xfrm>
            <a:off x="263299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D0EEA69A-B1CC-4E38-B8AE-40AA8657F482}"/>
              </a:ext>
            </a:extLst>
          </p:cNvPr>
          <p:cNvSpPr>
            <a:spLocks/>
          </p:cNvSpPr>
          <p:nvPr/>
        </p:nvSpPr>
        <p:spPr>
          <a:xfrm>
            <a:off x="25709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C0CAA8CD-FF84-4985-8F9D-4AC1313B7F30}"/>
              </a:ext>
            </a:extLst>
          </p:cNvPr>
          <p:cNvSpPr>
            <a:spLocks/>
          </p:cNvSpPr>
          <p:nvPr/>
        </p:nvSpPr>
        <p:spPr>
          <a:xfrm>
            <a:off x="256477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980C7898-6259-43D2-B157-1C4C799D19FC}"/>
              </a:ext>
            </a:extLst>
          </p:cNvPr>
          <p:cNvSpPr>
            <a:spLocks/>
          </p:cNvSpPr>
          <p:nvPr/>
        </p:nvSpPr>
        <p:spPr>
          <a:xfrm>
            <a:off x="2561169" y="241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CAB9B9F5-F39F-41CF-A3E5-A3FBCECAAF87}"/>
              </a:ext>
            </a:extLst>
          </p:cNvPr>
          <p:cNvSpPr>
            <a:spLocks/>
          </p:cNvSpPr>
          <p:nvPr/>
        </p:nvSpPr>
        <p:spPr>
          <a:xfrm>
            <a:off x="2620417" y="25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1AD52AEA-2A50-4933-8677-60F5F1E888A4}"/>
              </a:ext>
            </a:extLst>
          </p:cNvPr>
          <p:cNvSpPr>
            <a:spLocks/>
          </p:cNvSpPr>
          <p:nvPr/>
        </p:nvSpPr>
        <p:spPr>
          <a:xfrm>
            <a:off x="261437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F4440335-94E9-43A9-9416-81823D746292}"/>
              </a:ext>
            </a:extLst>
          </p:cNvPr>
          <p:cNvSpPr>
            <a:spLocks/>
          </p:cNvSpPr>
          <p:nvPr/>
        </p:nvSpPr>
        <p:spPr>
          <a:xfrm>
            <a:off x="26630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804E7436-E3E5-4FB1-87D9-C03215806726}"/>
              </a:ext>
            </a:extLst>
          </p:cNvPr>
          <p:cNvSpPr>
            <a:spLocks/>
          </p:cNvSpPr>
          <p:nvPr/>
        </p:nvSpPr>
        <p:spPr>
          <a:xfrm>
            <a:off x="2619729" y="2037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F19F5201-C987-4938-A349-771DE0A13240}"/>
              </a:ext>
            </a:extLst>
          </p:cNvPr>
          <p:cNvSpPr>
            <a:spLocks/>
          </p:cNvSpPr>
          <p:nvPr/>
        </p:nvSpPr>
        <p:spPr>
          <a:xfrm>
            <a:off x="258578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9E320C6E-D1B3-4934-90DF-46A5F355A8CF}"/>
              </a:ext>
            </a:extLst>
          </p:cNvPr>
          <p:cNvSpPr>
            <a:spLocks/>
          </p:cNvSpPr>
          <p:nvPr/>
        </p:nvSpPr>
        <p:spPr>
          <a:xfrm>
            <a:off x="2660667" y="1892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CD2F3CB7-2E00-4E0D-B2E4-BE41CD2EE9D0}"/>
              </a:ext>
            </a:extLst>
          </p:cNvPr>
          <p:cNvSpPr>
            <a:spLocks/>
          </p:cNvSpPr>
          <p:nvPr/>
        </p:nvSpPr>
        <p:spPr>
          <a:xfrm>
            <a:off x="256984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46132EE6-C276-4897-99AD-5AFC22C133B5}"/>
              </a:ext>
            </a:extLst>
          </p:cNvPr>
          <p:cNvSpPr>
            <a:spLocks/>
          </p:cNvSpPr>
          <p:nvPr/>
        </p:nvSpPr>
        <p:spPr>
          <a:xfrm>
            <a:off x="268013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AF14EA30-E104-42D2-BF3F-58A1452F6B3C}"/>
              </a:ext>
            </a:extLst>
          </p:cNvPr>
          <p:cNvSpPr>
            <a:spLocks/>
          </p:cNvSpPr>
          <p:nvPr/>
        </p:nvSpPr>
        <p:spPr>
          <a:xfrm>
            <a:off x="2690039" y="2870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8EC67A71-E360-4546-BAAD-60BF4503FBA3}"/>
              </a:ext>
            </a:extLst>
          </p:cNvPr>
          <p:cNvSpPr>
            <a:spLocks/>
          </p:cNvSpPr>
          <p:nvPr/>
        </p:nvSpPr>
        <p:spPr>
          <a:xfrm>
            <a:off x="264063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B81E39C7-868B-4EB6-9376-968942A087BA}"/>
              </a:ext>
            </a:extLst>
          </p:cNvPr>
          <p:cNvSpPr>
            <a:spLocks/>
          </p:cNvSpPr>
          <p:nvPr/>
        </p:nvSpPr>
        <p:spPr>
          <a:xfrm>
            <a:off x="2551395" y="2724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7479859D-819B-4B94-99EA-C0AA3AA260C3}"/>
              </a:ext>
            </a:extLst>
          </p:cNvPr>
          <p:cNvSpPr>
            <a:spLocks/>
          </p:cNvSpPr>
          <p:nvPr/>
        </p:nvSpPr>
        <p:spPr>
          <a:xfrm>
            <a:off x="25865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20FE390F-9D12-4E8F-ABE3-77677EC6084D}"/>
              </a:ext>
            </a:extLst>
          </p:cNvPr>
          <p:cNvSpPr>
            <a:spLocks/>
          </p:cNvSpPr>
          <p:nvPr/>
        </p:nvSpPr>
        <p:spPr>
          <a:xfrm>
            <a:off x="2678723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4E2AE0B-AD3C-4CA7-A6BF-6DF8E10151B1}"/>
              </a:ext>
            </a:extLst>
          </p:cNvPr>
          <p:cNvSpPr>
            <a:spLocks/>
          </p:cNvSpPr>
          <p:nvPr/>
        </p:nvSpPr>
        <p:spPr>
          <a:xfrm>
            <a:off x="2564009" y="21722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80931F60-E446-4C60-856D-1EBB50A8039F}"/>
              </a:ext>
            </a:extLst>
          </p:cNvPr>
          <p:cNvSpPr>
            <a:spLocks/>
          </p:cNvSpPr>
          <p:nvPr/>
        </p:nvSpPr>
        <p:spPr>
          <a:xfrm>
            <a:off x="261112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A4B158F5-7FDB-4FEA-B2C3-C9EA9CAFF673}"/>
              </a:ext>
            </a:extLst>
          </p:cNvPr>
          <p:cNvSpPr>
            <a:spLocks/>
          </p:cNvSpPr>
          <p:nvPr/>
        </p:nvSpPr>
        <p:spPr>
          <a:xfrm>
            <a:off x="262689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28A7703-E79D-43CC-B38B-78FD00256412}"/>
              </a:ext>
            </a:extLst>
          </p:cNvPr>
          <p:cNvSpPr>
            <a:spLocks/>
          </p:cNvSpPr>
          <p:nvPr/>
        </p:nvSpPr>
        <p:spPr>
          <a:xfrm>
            <a:off x="2687923" y="21984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5546BF3C-175A-4D29-988A-B106F14062E3}"/>
              </a:ext>
            </a:extLst>
          </p:cNvPr>
          <p:cNvSpPr>
            <a:spLocks/>
          </p:cNvSpPr>
          <p:nvPr/>
        </p:nvSpPr>
        <p:spPr>
          <a:xfrm>
            <a:off x="263562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A61CE97A-9AC4-47FC-9243-7AD9F16FC659}"/>
              </a:ext>
            </a:extLst>
          </p:cNvPr>
          <p:cNvSpPr>
            <a:spLocks/>
          </p:cNvSpPr>
          <p:nvPr/>
        </p:nvSpPr>
        <p:spPr>
          <a:xfrm>
            <a:off x="26020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C2259F63-0518-4011-8D13-B08CCEEDFE2C}"/>
              </a:ext>
            </a:extLst>
          </p:cNvPr>
          <p:cNvSpPr>
            <a:spLocks/>
          </p:cNvSpPr>
          <p:nvPr/>
        </p:nvSpPr>
        <p:spPr>
          <a:xfrm>
            <a:off x="2654315" y="25755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AEEA7D75-2893-4793-A56D-1A0CD96D15D6}"/>
              </a:ext>
            </a:extLst>
          </p:cNvPr>
          <p:cNvSpPr>
            <a:spLocks/>
          </p:cNvSpPr>
          <p:nvPr/>
        </p:nvSpPr>
        <p:spPr>
          <a:xfrm>
            <a:off x="255323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37F3D70-BAC1-42D5-A700-8FDE2EACA024}"/>
              </a:ext>
            </a:extLst>
          </p:cNvPr>
          <p:cNvSpPr>
            <a:spLocks/>
          </p:cNvSpPr>
          <p:nvPr/>
        </p:nvSpPr>
        <p:spPr>
          <a:xfrm>
            <a:off x="2559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6922B5C8-0D74-4E5B-9820-7835DBC2B3B9}"/>
              </a:ext>
            </a:extLst>
          </p:cNvPr>
          <p:cNvSpPr>
            <a:spLocks/>
          </p:cNvSpPr>
          <p:nvPr/>
        </p:nvSpPr>
        <p:spPr>
          <a:xfrm>
            <a:off x="262531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6EC7A6F4-DD87-4B9F-AF56-3260D1793A8F}"/>
              </a:ext>
            </a:extLst>
          </p:cNvPr>
          <p:cNvSpPr>
            <a:spLocks/>
          </p:cNvSpPr>
          <p:nvPr/>
        </p:nvSpPr>
        <p:spPr>
          <a:xfrm>
            <a:off x="26760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243C241B-5281-4DE3-A5F4-519548C6A0D0}"/>
              </a:ext>
            </a:extLst>
          </p:cNvPr>
          <p:cNvSpPr>
            <a:spLocks/>
          </p:cNvSpPr>
          <p:nvPr/>
        </p:nvSpPr>
        <p:spPr>
          <a:xfrm>
            <a:off x="2601689" y="3027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29C36F30-FA56-439A-A6F2-73ED0003A456}"/>
              </a:ext>
            </a:extLst>
          </p:cNvPr>
          <p:cNvSpPr>
            <a:spLocks/>
          </p:cNvSpPr>
          <p:nvPr/>
        </p:nvSpPr>
        <p:spPr>
          <a:xfrm>
            <a:off x="2640794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22C7245C-248A-424F-9240-C9BF53239C15}"/>
              </a:ext>
            </a:extLst>
          </p:cNvPr>
          <p:cNvSpPr>
            <a:spLocks/>
          </p:cNvSpPr>
          <p:nvPr/>
        </p:nvSpPr>
        <p:spPr>
          <a:xfrm>
            <a:off x="26514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9E508BFC-8C3D-45EB-99ED-1D8FC49E8AB3}"/>
              </a:ext>
            </a:extLst>
          </p:cNvPr>
          <p:cNvSpPr>
            <a:spLocks/>
          </p:cNvSpPr>
          <p:nvPr/>
        </p:nvSpPr>
        <p:spPr>
          <a:xfrm>
            <a:off x="25893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26EE2787-7BA3-46BA-BA02-609967805F5F}"/>
              </a:ext>
            </a:extLst>
          </p:cNvPr>
          <p:cNvSpPr>
            <a:spLocks/>
          </p:cNvSpPr>
          <p:nvPr/>
        </p:nvSpPr>
        <p:spPr>
          <a:xfrm>
            <a:off x="257638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3464E17B-6A78-47F5-881B-20A6FFD300F5}"/>
              </a:ext>
            </a:extLst>
          </p:cNvPr>
          <p:cNvSpPr>
            <a:spLocks/>
          </p:cNvSpPr>
          <p:nvPr/>
        </p:nvSpPr>
        <p:spPr>
          <a:xfrm>
            <a:off x="2569371" y="27738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20E8121F-A8EE-4255-8319-4516C7C97A81}"/>
              </a:ext>
            </a:extLst>
          </p:cNvPr>
          <p:cNvSpPr>
            <a:spLocks/>
          </p:cNvSpPr>
          <p:nvPr/>
        </p:nvSpPr>
        <p:spPr>
          <a:xfrm>
            <a:off x="2593627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8B5D0E62-559D-4DF2-832E-8DCEB368A14A}"/>
              </a:ext>
            </a:extLst>
          </p:cNvPr>
          <p:cNvSpPr>
            <a:spLocks/>
          </p:cNvSpPr>
          <p:nvPr/>
        </p:nvSpPr>
        <p:spPr>
          <a:xfrm>
            <a:off x="2602746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D0AF5B8F-A248-48E1-A789-E94EE3A7D058}"/>
              </a:ext>
            </a:extLst>
          </p:cNvPr>
          <p:cNvSpPr>
            <a:spLocks/>
          </p:cNvSpPr>
          <p:nvPr/>
        </p:nvSpPr>
        <p:spPr>
          <a:xfrm>
            <a:off x="2608314" y="3208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DF27D96E-5F22-47AE-B3EA-2C03EBDF8026}"/>
              </a:ext>
            </a:extLst>
          </p:cNvPr>
          <p:cNvSpPr>
            <a:spLocks/>
          </p:cNvSpPr>
          <p:nvPr/>
        </p:nvSpPr>
        <p:spPr>
          <a:xfrm>
            <a:off x="2682153" y="22925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1C1F8CE9-CE2F-4B05-94AB-7DA9E5D21CD9}"/>
              </a:ext>
            </a:extLst>
          </p:cNvPr>
          <p:cNvSpPr>
            <a:spLocks/>
          </p:cNvSpPr>
          <p:nvPr/>
        </p:nvSpPr>
        <p:spPr>
          <a:xfrm>
            <a:off x="266682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583B79E8-BDC2-42A9-82BB-61937CBB50BA}"/>
              </a:ext>
            </a:extLst>
          </p:cNvPr>
          <p:cNvSpPr>
            <a:spLocks/>
          </p:cNvSpPr>
          <p:nvPr/>
        </p:nvSpPr>
        <p:spPr>
          <a:xfrm>
            <a:off x="266601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B2B62574-8D6E-4C6A-974A-1429E82AF3B2}"/>
              </a:ext>
            </a:extLst>
          </p:cNvPr>
          <p:cNvSpPr>
            <a:spLocks/>
          </p:cNvSpPr>
          <p:nvPr/>
        </p:nvSpPr>
        <p:spPr>
          <a:xfrm>
            <a:off x="255888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EB889955-C81D-4E16-86A2-1E8369B32641}"/>
              </a:ext>
            </a:extLst>
          </p:cNvPr>
          <p:cNvSpPr>
            <a:spLocks/>
          </p:cNvSpPr>
          <p:nvPr/>
        </p:nvSpPr>
        <p:spPr>
          <a:xfrm>
            <a:off x="255065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5F3042C5-3CF1-480B-8A59-A889E1BB5804}"/>
              </a:ext>
            </a:extLst>
          </p:cNvPr>
          <p:cNvSpPr>
            <a:spLocks/>
          </p:cNvSpPr>
          <p:nvPr/>
        </p:nvSpPr>
        <p:spPr>
          <a:xfrm>
            <a:off x="2655601" y="18898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26E4CB70-6D55-4C73-B698-2A94F2C4D5C0}"/>
              </a:ext>
            </a:extLst>
          </p:cNvPr>
          <p:cNvSpPr>
            <a:spLocks/>
          </p:cNvSpPr>
          <p:nvPr/>
        </p:nvSpPr>
        <p:spPr>
          <a:xfrm>
            <a:off x="2664313" y="2260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F1F897E-4AF2-4725-A055-47EC10ECA04D}"/>
              </a:ext>
            </a:extLst>
          </p:cNvPr>
          <p:cNvSpPr>
            <a:spLocks/>
          </p:cNvSpPr>
          <p:nvPr/>
        </p:nvSpPr>
        <p:spPr>
          <a:xfrm>
            <a:off x="259945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9876B156-7EFC-44B8-9795-E0AA281A4ABD}"/>
              </a:ext>
            </a:extLst>
          </p:cNvPr>
          <p:cNvSpPr>
            <a:spLocks/>
          </p:cNvSpPr>
          <p:nvPr/>
        </p:nvSpPr>
        <p:spPr>
          <a:xfrm>
            <a:off x="2688655" y="2528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80BEBD5A-213A-4E49-A94A-0CCFBB52A2F7}"/>
              </a:ext>
            </a:extLst>
          </p:cNvPr>
          <p:cNvSpPr>
            <a:spLocks/>
          </p:cNvSpPr>
          <p:nvPr/>
        </p:nvSpPr>
        <p:spPr>
          <a:xfrm>
            <a:off x="2583495" y="22236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947CDE9D-3CF4-49F0-86C5-D55966E10F94}"/>
              </a:ext>
            </a:extLst>
          </p:cNvPr>
          <p:cNvSpPr>
            <a:spLocks/>
          </p:cNvSpPr>
          <p:nvPr/>
        </p:nvSpPr>
        <p:spPr>
          <a:xfrm>
            <a:off x="26792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E80FCB90-D3DC-4A1B-AF06-574A93C949EF}"/>
              </a:ext>
            </a:extLst>
          </p:cNvPr>
          <p:cNvSpPr>
            <a:spLocks/>
          </p:cNvSpPr>
          <p:nvPr/>
        </p:nvSpPr>
        <p:spPr>
          <a:xfrm>
            <a:off x="26292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B29A6A1E-38A5-495F-AF3D-05CCBA75855C}"/>
              </a:ext>
            </a:extLst>
          </p:cNvPr>
          <p:cNvSpPr>
            <a:spLocks/>
          </p:cNvSpPr>
          <p:nvPr/>
        </p:nvSpPr>
        <p:spPr>
          <a:xfrm>
            <a:off x="26281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32F51868-BA89-4DA0-A404-44FACAAD5B5B}"/>
              </a:ext>
            </a:extLst>
          </p:cNvPr>
          <p:cNvSpPr>
            <a:spLocks/>
          </p:cNvSpPr>
          <p:nvPr/>
        </p:nvSpPr>
        <p:spPr>
          <a:xfrm>
            <a:off x="2581665" y="21389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867592EA-3AF1-4E96-BA3D-DC993A8A63BD}"/>
              </a:ext>
            </a:extLst>
          </p:cNvPr>
          <p:cNvSpPr>
            <a:spLocks/>
          </p:cNvSpPr>
          <p:nvPr/>
        </p:nvSpPr>
        <p:spPr>
          <a:xfrm>
            <a:off x="263817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5E1E3857-B7B8-4918-A324-4E3A2F5696E4}"/>
              </a:ext>
            </a:extLst>
          </p:cNvPr>
          <p:cNvSpPr>
            <a:spLocks/>
          </p:cNvSpPr>
          <p:nvPr/>
        </p:nvSpPr>
        <p:spPr>
          <a:xfrm>
            <a:off x="2661229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AB24DEDD-70F2-437D-8A04-1C9316BE274F}"/>
              </a:ext>
            </a:extLst>
          </p:cNvPr>
          <p:cNvSpPr>
            <a:spLocks/>
          </p:cNvSpPr>
          <p:nvPr/>
        </p:nvSpPr>
        <p:spPr>
          <a:xfrm>
            <a:off x="268993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51F77AFD-ED4F-496A-835E-497DDFCF43C8}"/>
              </a:ext>
            </a:extLst>
          </p:cNvPr>
          <p:cNvSpPr>
            <a:spLocks/>
          </p:cNvSpPr>
          <p:nvPr/>
        </p:nvSpPr>
        <p:spPr>
          <a:xfrm>
            <a:off x="2673249" y="228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3FA130CF-F78E-4E00-A72E-049F007DB93A}"/>
              </a:ext>
            </a:extLst>
          </p:cNvPr>
          <p:cNvSpPr>
            <a:spLocks/>
          </p:cNvSpPr>
          <p:nvPr/>
        </p:nvSpPr>
        <p:spPr>
          <a:xfrm>
            <a:off x="256534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CBB5D98E-D450-4876-B887-C5211524B495}"/>
              </a:ext>
            </a:extLst>
          </p:cNvPr>
          <p:cNvSpPr>
            <a:spLocks/>
          </p:cNvSpPr>
          <p:nvPr/>
        </p:nvSpPr>
        <p:spPr>
          <a:xfrm>
            <a:off x="26707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AA892D23-621E-4A0B-AA4E-3679400FC6D7}"/>
              </a:ext>
            </a:extLst>
          </p:cNvPr>
          <p:cNvSpPr>
            <a:spLocks/>
          </p:cNvSpPr>
          <p:nvPr/>
        </p:nvSpPr>
        <p:spPr>
          <a:xfrm>
            <a:off x="267231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0B558439-DA22-4007-97FF-B76865570738}"/>
              </a:ext>
            </a:extLst>
          </p:cNvPr>
          <p:cNvSpPr>
            <a:spLocks/>
          </p:cNvSpPr>
          <p:nvPr/>
        </p:nvSpPr>
        <p:spPr>
          <a:xfrm>
            <a:off x="26194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B620D3EF-B797-4327-8FF6-8FEFA1944660}"/>
              </a:ext>
            </a:extLst>
          </p:cNvPr>
          <p:cNvSpPr>
            <a:spLocks/>
          </p:cNvSpPr>
          <p:nvPr/>
        </p:nvSpPr>
        <p:spPr>
          <a:xfrm>
            <a:off x="2628412" y="24503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AB2F30CD-54A1-4BB8-979D-901640B31239}"/>
              </a:ext>
            </a:extLst>
          </p:cNvPr>
          <p:cNvSpPr>
            <a:spLocks/>
          </p:cNvSpPr>
          <p:nvPr/>
        </p:nvSpPr>
        <p:spPr>
          <a:xfrm>
            <a:off x="261516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5DF091D1-5174-42D3-8A56-05CABDA9D5BB}"/>
              </a:ext>
            </a:extLst>
          </p:cNvPr>
          <p:cNvSpPr>
            <a:spLocks/>
          </p:cNvSpPr>
          <p:nvPr/>
        </p:nvSpPr>
        <p:spPr>
          <a:xfrm>
            <a:off x="2571185" y="3141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0422ACDB-69F5-45AF-9FC1-0E5BFBD16057}"/>
              </a:ext>
            </a:extLst>
          </p:cNvPr>
          <p:cNvSpPr>
            <a:spLocks/>
          </p:cNvSpPr>
          <p:nvPr/>
        </p:nvSpPr>
        <p:spPr>
          <a:xfrm>
            <a:off x="268352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54D7AB19-4CBC-4CB9-9F59-415BBB7F4FA7}"/>
              </a:ext>
            </a:extLst>
          </p:cNvPr>
          <p:cNvSpPr>
            <a:spLocks/>
          </p:cNvSpPr>
          <p:nvPr/>
        </p:nvSpPr>
        <p:spPr>
          <a:xfrm>
            <a:off x="257922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A1FB5008-7B9F-4D63-9842-4A82DDD416DF}"/>
              </a:ext>
            </a:extLst>
          </p:cNvPr>
          <p:cNvSpPr>
            <a:spLocks/>
          </p:cNvSpPr>
          <p:nvPr/>
        </p:nvSpPr>
        <p:spPr>
          <a:xfrm>
            <a:off x="26167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B9B43801-596B-4935-AB0C-80B86DB20A41}"/>
              </a:ext>
            </a:extLst>
          </p:cNvPr>
          <p:cNvSpPr>
            <a:spLocks/>
          </p:cNvSpPr>
          <p:nvPr/>
        </p:nvSpPr>
        <p:spPr>
          <a:xfrm>
            <a:off x="266452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ACF64DB4-1993-4D19-9D0D-CB364B40DF00}"/>
              </a:ext>
            </a:extLst>
          </p:cNvPr>
          <p:cNvSpPr>
            <a:spLocks/>
          </p:cNvSpPr>
          <p:nvPr/>
        </p:nvSpPr>
        <p:spPr>
          <a:xfrm>
            <a:off x="259828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70851FD2-8116-489C-9FA9-1E0229E04E1C}"/>
              </a:ext>
            </a:extLst>
          </p:cNvPr>
          <p:cNvSpPr>
            <a:spLocks/>
          </p:cNvSpPr>
          <p:nvPr/>
        </p:nvSpPr>
        <p:spPr>
          <a:xfrm>
            <a:off x="26868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3011E4F6-807C-4FE1-BF37-46E636D54060}"/>
              </a:ext>
            </a:extLst>
          </p:cNvPr>
          <p:cNvSpPr>
            <a:spLocks/>
          </p:cNvSpPr>
          <p:nvPr/>
        </p:nvSpPr>
        <p:spPr>
          <a:xfrm>
            <a:off x="2594480" y="33607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79FCAE2D-ED8F-437A-AE88-38130FCF4A59}"/>
              </a:ext>
            </a:extLst>
          </p:cNvPr>
          <p:cNvSpPr>
            <a:spLocks/>
          </p:cNvSpPr>
          <p:nvPr/>
        </p:nvSpPr>
        <p:spPr>
          <a:xfrm>
            <a:off x="257920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8087F7E8-6C96-4AF8-A2E5-CC0A4F7AF275}"/>
              </a:ext>
            </a:extLst>
          </p:cNvPr>
          <p:cNvSpPr>
            <a:spLocks/>
          </p:cNvSpPr>
          <p:nvPr/>
        </p:nvSpPr>
        <p:spPr>
          <a:xfrm>
            <a:off x="26177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84192938-8FD8-4D37-B93E-482F0DDB9CBE}"/>
              </a:ext>
            </a:extLst>
          </p:cNvPr>
          <p:cNvSpPr>
            <a:spLocks/>
          </p:cNvSpPr>
          <p:nvPr/>
        </p:nvSpPr>
        <p:spPr>
          <a:xfrm>
            <a:off x="257022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60F8A4C9-7725-4CC6-991E-37CE4E5A3DD9}"/>
              </a:ext>
            </a:extLst>
          </p:cNvPr>
          <p:cNvSpPr>
            <a:spLocks/>
          </p:cNvSpPr>
          <p:nvPr/>
        </p:nvSpPr>
        <p:spPr>
          <a:xfrm>
            <a:off x="2623331" y="275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FDC9C86D-E9AC-4F7F-A991-F254DD6A7478}"/>
              </a:ext>
            </a:extLst>
          </p:cNvPr>
          <p:cNvSpPr>
            <a:spLocks/>
          </p:cNvSpPr>
          <p:nvPr/>
        </p:nvSpPr>
        <p:spPr>
          <a:xfrm>
            <a:off x="256880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B4A1C5C0-FEA0-4515-A8FE-D4944A3C0E04}"/>
              </a:ext>
            </a:extLst>
          </p:cNvPr>
          <p:cNvSpPr>
            <a:spLocks/>
          </p:cNvSpPr>
          <p:nvPr/>
        </p:nvSpPr>
        <p:spPr>
          <a:xfrm>
            <a:off x="2585638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682081C9-B02D-46B7-9FE4-F8181C6F7BBB}"/>
              </a:ext>
            </a:extLst>
          </p:cNvPr>
          <p:cNvSpPr>
            <a:spLocks/>
          </p:cNvSpPr>
          <p:nvPr/>
        </p:nvSpPr>
        <p:spPr>
          <a:xfrm>
            <a:off x="256155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D29446B5-8678-4F8E-ADBB-77DE70B7A078}"/>
              </a:ext>
            </a:extLst>
          </p:cNvPr>
          <p:cNvSpPr>
            <a:spLocks/>
          </p:cNvSpPr>
          <p:nvPr/>
        </p:nvSpPr>
        <p:spPr>
          <a:xfrm>
            <a:off x="2685965" y="3452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5B790F1E-540C-456B-942C-C08E445D14A7}"/>
              </a:ext>
            </a:extLst>
          </p:cNvPr>
          <p:cNvSpPr>
            <a:spLocks/>
          </p:cNvSpPr>
          <p:nvPr/>
        </p:nvSpPr>
        <p:spPr>
          <a:xfrm>
            <a:off x="2600165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B7BCFACA-6850-4B9D-B938-47158BC0E87F}"/>
              </a:ext>
            </a:extLst>
          </p:cNvPr>
          <p:cNvSpPr>
            <a:spLocks/>
          </p:cNvSpPr>
          <p:nvPr/>
        </p:nvSpPr>
        <p:spPr>
          <a:xfrm>
            <a:off x="255856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06C59341-BFA7-4CD6-B747-2CF096608C4E}"/>
              </a:ext>
            </a:extLst>
          </p:cNvPr>
          <p:cNvSpPr>
            <a:spLocks/>
          </p:cNvSpPr>
          <p:nvPr/>
        </p:nvSpPr>
        <p:spPr>
          <a:xfrm>
            <a:off x="261667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0F589B66-10C7-439D-990F-4017BFFAA931}"/>
              </a:ext>
            </a:extLst>
          </p:cNvPr>
          <p:cNvSpPr>
            <a:spLocks/>
          </p:cNvSpPr>
          <p:nvPr/>
        </p:nvSpPr>
        <p:spPr>
          <a:xfrm>
            <a:off x="2596639" y="3010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3FF41DCA-5C4F-46D3-9875-5AD9C3E114E9}"/>
              </a:ext>
            </a:extLst>
          </p:cNvPr>
          <p:cNvSpPr>
            <a:spLocks/>
          </p:cNvSpPr>
          <p:nvPr/>
        </p:nvSpPr>
        <p:spPr>
          <a:xfrm>
            <a:off x="25902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303A1D95-F0CF-46F6-893E-6660B1725F65}"/>
              </a:ext>
            </a:extLst>
          </p:cNvPr>
          <p:cNvSpPr>
            <a:spLocks/>
          </p:cNvSpPr>
          <p:nvPr/>
        </p:nvSpPr>
        <p:spPr>
          <a:xfrm>
            <a:off x="2644074" y="29136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CB2C863B-A5CC-4A74-B847-BDAB154D0D45}"/>
              </a:ext>
            </a:extLst>
          </p:cNvPr>
          <p:cNvSpPr>
            <a:spLocks/>
          </p:cNvSpPr>
          <p:nvPr/>
        </p:nvSpPr>
        <p:spPr>
          <a:xfrm>
            <a:off x="2580061" y="29309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2A7F52C7-A911-4E18-8C8E-1915FF3E3DE4}"/>
              </a:ext>
            </a:extLst>
          </p:cNvPr>
          <p:cNvSpPr>
            <a:spLocks/>
          </p:cNvSpPr>
          <p:nvPr/>
        </p:nvSpPr>
        <p:spPr>
          <a:xfrm>
            <a:off x="2642150" y="24776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234CEE35-7B89-4F52-8C6F-8440C92FED2A}"/>
              </a:ext>
            </a:extLst>
          </p:cNvPr>
          <p:cNvSpPr>
            <a:spLocks/>
          </p:cNvSpPr>
          <p:nvPr/>
        </p:nvSpPr>
        <p:spPr>
          <a:xfrm>
            <a:off x="256059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785B2B62-1982-4D0A-B4E5-6B844075B6B2}"/>
              </a:ext>
            </a:extLst>
          </p:cNvPr>
          <p:cNvSpPr>
            <a:spLocks/>
          </p:cNvSpPr>
          <p:nvPr/>
        </p:nvSpPr>
        <p:spPr>
          <a:xfrm>
            <a:off x="2664476" y="17302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D9E3CB59-D376-45D2-A4C7-72B291984086}"/>
              </a:ext>
            </a:extLst>
          </p:cNvPr>
          <p:cNvSpPr>
            <a:spLocks/>
          </p:cNvSpPr>
          <p:nvPr/>
        </p:nvSpPr>
        <p:spPr>
          <a:xfrm>
            <a:off x="262710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E16ADB48-427B-444A-8C68-B1D317F75455}"/>
              </a:ext>
            </a:extLst>
          </p:cNvPr>
          <p:cNvSpPr>
            <a:spLocks/>
          </p:cNvSpPr>
          <p:nvPr/>
        </p:nvSpPr>
        <p:spPr>
          <a:xfrm>
            <a:off x="2650897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C152F747-3ED3-499E-901A-71999616BC24}"/>
              </a:ext>
            </a:extLst>
          </p:cNvPr>
          <p:cNvSpPr>
            <a:spLocks/>
          </p:cNvSpPr>
          <p:nvPr/>
        </p:nvSpPr>
        <p:spPr>
          <a:xfrm>
            <a:off x="26646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09FD559B-9D6C-461D-9AB4-7BDB26443117}"/>
              </a:ext>
            </a:extLst>
          </p:cNvPr>
          <p:cNvSpPr>
            <a:spLocks/>
          </p:cNvSpPr>
          <p:nvPr/>
        </p:nvSpPr>
        <p:spPr>
          <a:xfrm>
            <a:off x="2667633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D9221400-6CAB-4D97-B204-22BFF60D544E}"/>
              </a:ext>
            </a:extLst>
          </p:cNvPr>
          <p:cNvSpPr>
            <a:spLocks/>
          </p:cNvSpPr>
          <p:nvPr/>
        </p:nvSpPr>
        <p:spPr>
          <a:xfrm>
            <a:off x="2596834" y="2148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4817D84D-88B5-4CEB-B3AC-CDEA22488772}"/>
              </a:ext>
            </a:extLst>
          </p:cNvPr>
          <p:cNvSpPr>
            <a:spLocks/>
          </p:cNvSpPr>
          <p:nvPr/>
        </p:nvSpPr>
        <p:spPr>
          <a:xfrm>
            <a:off x="2566380" y="3135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190B47E9-EE09-4AFB-9282-B487DE6051F9}"/>
              </a:ext>
            </a:extLst>
          </p:cNvPr>
          <p:cNvSpPr>
            <a:spLocks/>
          </p:cNvSpPr>
          <p:nvPr/>
        </p:nvSpPr>
        <p:spPr>
          <a:xfrm>
            <a:off x="2590513" y="2358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4A5DCA36-91B7-4A9B-AA23-62566EF96D1A}"/>
              </a:ext>
            </a:extLst>
          </p:cNvPr>
          <p:cNvSpPr>
            <a:spLocks/>
          </p:cNvSpPr>
          <p:nvPr/>
        </p:nvSpPr>
        <p:spPr>
          <a:xfrm>
            <a:off x="263276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04612ADD-EBD0-4FDA-B2DB-0A62F625867D}"/>
              </a:ext>
            </a:extLst>
          </p:cNvPr>
          <p:cNvSpPr>
            <a:spLocks/>
          </p:cNvSpPr>
          <p:nvPr/>
        </p:nvSpPr>
        <p:spPr>
          <a:xfrm>
            <a:off x="2639962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F7CAD622-5273-44B7-99DB-5A44945ABEEE}"/>
              </a:ext>
            </a:extLst>
          </p:cNvPr>
          <p:cNvSpPr>
            <a:spLocks/>
          </p:cNvSpPr>
          <p:nvPr/>
        </p:nvSpPr>
        <p:spPr>
          <a:xfrm>
            <a:off x="258060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F1D0D282-E99C-4776-B94A-3ECBA84F6084}"/>
              </a:ext>
            </a:extLst>
          </p:cNvPr>
          <p:cNvSpPr>
            <a:spLocks/>
          </p:cNvSpPr>
          <p:nvPr/>
        </p:nvSpPr>
        <p:spPr>
          <a:xfrm>
            <a:off x="2631401" y="3048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5976C71C-749D-4FEC-88C4-AF3FE3BEFEB5}"/>
              </a:ext>
            </a:extLst>
          </p:cNvPr>
          <p:cNvSpPr>
            <a:spLocks/>
          </p:cNvSpPr>
          <p:nvPr/>
        </p:nvSpPr>
        <p:spPr>
          <a:xfrm>
            <a:off x="2636772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9977B4A5-4CDC-4CE9-856B-EFD0A817F687}"/>
              </a:ext>
            </a:extLst>
          </p:cNvPr>
          <p:cNvSpPr>
            <a:spLocks/>
          </p:cNvSpPr>
          <p:nvPr/>
        </p:nvSpPr>
        <p:spPr>
          <a:xfrm>
            <a:off x="260378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0731FD68-032C-4021-98DE-D9A98E79BB1B}"/>
              </a:ext>
            </a:extLst>
          </p:cNvPr>
          <p:cNvSpPr>
            <a:spLocks/>
          </p:cNvSpPr>
          <p:nvPr/>
        </p:nvSpPr>
        <p:spPr>
          <a:xfrm>
            <a:off x="2654114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018BBD7-B9C1-4793-94CA-3BDD93D71D1A}"/>
              </a:ext>
            </a:extLst>
          </p:cNvPr>
          <p:cNvSpPr>
            <a:spLocks/>
          </p:cNvSpPr>
          <p:nvPr/>
        </p:nvSpPr>
        <p:spPr>
          <a:xfrm>
            <a:off x="26310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0A00EB8A-ACEA-4D3D-99B5-5B742F8FB8A2}"/>
              </a:ext>
            </a:extLst>
          </p:cNvPr>
          <p:cNvSpPr>
            <a:spLocks/>
          </p:cNvSpPr>
          <p:nvPr/>
        </p:nvSpPr>
        <p:spPr>
          <a:xfrm>
            <a:off x="257449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216D9522-DE00-4622-A197-579E4D2C6EDD}"/>
              </a:ext>
            </a:extLst>
          </p:cNvPr>
          <p:cNvSpPr>
            <a:spLocks/>
          </p:cNvSpPr>
          <p:nvPr/>
        </p:nvSpPr>
        <p:spPr>
          <a:xfrm>
            <a:off x="2662238" y="2735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88D03F69-0E32-4498-8A59-63F345128190}"/>
              </a:ext>
            </a:extLst>
          </p:cNvPr>
          <p:cNvSpPr>
            <a:spLocks/>
          </p:cNvSpPr>
          <p:nvPr/>
        </p:nvSpPr>
        <p:spPr>
          <a:xfrm>
            <a:off x="2652889" y="24583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708CB75D-9747-439F-9B37-E4A4ACF936AD}"/>
              </a:ext>
            </a:extLst>
          </p:cNvPr>
          <p:cNvSpPr>
            <a:spLocks/>
          </p:cNvSpPr>
          <p:nvPr/>
        </p:nvSpPr>
        <p:spPr>
          <a:xfrm>
            <a:off x="26897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49CBB9A-3FA4-47B2-AE91-8FCC62F2719B}"/>
              </a:ext>
            </a:extLst>
          </p:cNvPr>
          <p:cNvSpPr>
            <a:spLocks/>
          </p:cNvSpPr>
          <p:nvPr/>
        </p:nvSpPr>
        <p:spPr>
          <a:xfrm>
            <a:off x="2629502" y="22334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B849BEA7-E2BB-4932-89F2-FDD0C73CD570}"/>
              </a:ext>
            </a:extLst>
          </p:cNvPr>
          <p:cNvSpPr>
            <a:spLocks/>
          </p:cNvSpPr>
          <p:nvPr/>
        </p:nvSpPr>
        <p:spPr>
          <a:xfrm>
            <a:off x="2680461" y="2400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67EB1A03-3DDC-40D0-A7BF-452E79C5B146}"/>
              </a:ext>
            </a:extLst>
          </p:cNvPr>
          <p:cNvSpPr>
            <a:spLocks/>
          </p:cNvSpPr>
          <p:nvPr/>
        </p:nvSpPr>
        <p:spPr>
          <a:xfrm>
            <a:off x="262131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1A3F656C-1DF8-4AC8-918E-438AA0D938C5}"/>
              </a:ext>
            </a:extLst>
          </p:cNvPr>
          <p:cNvSpPr>
            <a:spLocks/>
          </p:cNvSpPr>
          <p:nvPr/>
        </p:nvSpPr>
        <p:spPr>
          <a:xfrm>
            <a:off x="2638570" y="3084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F136B166-892F-4515-84B4-DCC4E194AC36}"/>
              </a:ext>
            </a:extLst>
          </p:cNvPr>
          <p:cNvSpPr>
            <a:spLocks/>
          </p:cNvSpPr>
          <p:nvPr/>
        </p:nvSpPr>
        <p:spPr>
          <a:xfrm>
            <a:off x="257400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5CDAF144-3959-4CB9-86B2-74D530C59898}"/>
              </a:ext>
            </a:extLst>
          </p:cNvPr>
          <p:cNvSpPr>
            <a:spLocks/>
          </p:cNvSpPr>
          <p:nvPr/>
        </p:nvSpPr>
        <p:spPr>
          <a:xfrm>
            <a:off x="267617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CBCF678C-B839-4FFD-87F9-DBFA0EFF0D71}"/>
              </a:ext>
            </a:extLst>
          </p:cNvPr>
          <p:cNvSpPr>
            <a:spLocks/>
          </p:cNvSpPr>
          <p:nvPr/>
        </p:nvSpPr>
        <p:spPr>
          <a:xfrm>
            <a:off x="260806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B511DFBC-8E9C-450C-9CBC-2049E0978E78}"/>
              </a:ext>
            </a:extLst>
          </p:cNvPr>
          <p:cNvSpPr>
            <a:spLocks/>
          </p:cNvSpPr>
          <p:nvPr/>
        </p:nvSpPr>
        <p:spPr>
          <a:xfrm>
            <a:off x="266016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5FA76BBD-C44E-42F4-ABE6-0377496D2621}"/>
              </a:ext>
            </a:extLst>
          </p:cNvPr>
          <p:cNvSpPr>
            <a:spLocks/>
          </p:cNvSpPr>
          <p:nvPr/>
        </p:nvSpPr>
        <p:spPr>
          <a:xfrm>
            <a:off x="2552870" y="30181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CED4281F-D981-44D5-91B6-52729F052553}"/>
              </a:ext>
            </a:extLst>
          </p:cNvPr>
          <p:cNvSpPr>
            <a:spLocks/>
          </p:cNvSpPr>
          <p:nvPr/>
        </p:nvSpPr>
        <p:spPr>
          <a:xfrm>
            <a:off x="262358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4AC1490E-24C4-4905-BA62-883DC6B5E283}"/>
              </a:ext>
            </a:extLst>
          </p:cNvPr>
          <p:cNvSpPr>
            <a:spLocks/>
          </p:cNvSpPr>
          <p:nvPr/>
        </p:nvSpPr>
        <p:spPr>
          <a:xfrm>
            <a:off x="2622669" y="3250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5A3EE294-3EE9-46B1-8F1B-552021EE039B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70485F0D-6F18-46C4-AA45-9DA9DE55DA62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A61892C8-8CB7-4E11-9503-D234611FACBE}"/>
              </a:ext>
            </a:extLst>
          </p:cNvPr>
          <p:cNvSpPr>
            <a:spLocks/>
          </p:cNvSpPr>
          <p:nvPr/>
        </p:nvSpPr>
        <p:spPr>
          <a:xfrm>
            <a:off x="528439" y="1291426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65F8EBEA-DD3C-4280-B538-400D88CFFE7E}"/>
              </a:ext>
            </a:extLst>
          </p:cNvPr>
          <p:cNvSpPr>
            <a:spLocks/>
          </p:cNvSpPr>
          <p:nvPr/>
        </p:nvSpPr>
        <p:spPr>
          <a:xfrm>
            <a:off x="1007269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61F95462-B062-4669-863F-A2711DBC72F8}"/>
              </a:ext>
            </a:extLst>
          </p:cNvPr>
          <p:cNvSpPr>
            <a:spLocks/>
          </p:cNvSpPr>
          <p:nvPr/>
        </p:nvSpPr>
        <p:spPr>
          <a:xfrm>
            <a:off x="1250939" y="2979805"/>
            <a:ext cx="191" cy="125080"/>
          </a:xfrm>
          <a:custGeom>
            <a:avLst/>
            <a:gdLst/>
            <a:ahLst/>
            <a:cxnLst/>
            <a:rect l="0" t="0" r="0" b="0"/>
            <a:pathLst>
              <a:path w="191" h="125080">
                <a:moveTo>
                  <a:pt x="0" y="12508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95D592B3-B726-4EB3-A062-893E10C5D3A1}"/>
              </a:ext>
            </a:extLst>
          </p:cNvPr>
          <p:cNvSpPr>
            <a:spLocks/>
          </p:cNvSpPr>
          <p:nvPr/>
        </p:nvSpPr>
        <p:spPr>
          <a:xfrm>
            <a:off x="1208765" y="310488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815972D4-8152-41D6-8CDC-68FEC063268C}"/>
              </a:ext>
            </a:extLst>
          </p:cNvPr>
          <p:cNvSpPr>
            <a:spLocks/>
          </p:cNvSpPr>
          <p:nvPr/>
        </p:nvSpPr>
        <p:spPr>
          <a:xfrm>
            <a:off x="1208765" y="297980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E68DC51C-C438-40DD-8C93-02E32A13CB90}"/>
              </a:ext>
            </a:extLst>
          </p:cNvPr>
          <p:cNvSpPr>
            <a:spLocks/>
          </p:cNvSpPr>
          <p:nvPr/>
        </p:nvSpPr>
        <p:spPr>
          <a:xfrm>
            <a:off x="1475865" y="2563771"/>
            <a:ext cx="191" cy="146415"/>
          </a:xfrm>
          <a:custGeom>
            <a:avLst/>
            <a:gdLst/>
            <a:ahLst/>
            <a:cxnLst/>
            <a:rect l="0" t="0" r="0" b="0"/>
            <a:pathLst>
              <a:path w="191" h="146415">
                <a:moveTo>
                  <a:pt x="0" y="14641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297C946E-9084-4846-B663-DDA32FF62CF7}"/>
              </a:ext>
            </a:extLst>
          </p:cNvPr>
          <p:cNvSpPr>
            <a:spLocks/>
          </p:cNvSpPr>
          <p:nvPr/>
        </p:nvSpPr>
        <p:spPr>
          <a:xfrm>
            <a:off x="1433691" y="27101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BA2D0AFF-371D-4DF1-BA4A-450D691D282F}"/>
              </a:ext>
            </a:extLst>
          </p:cNvPr>
          <p:cNvSpPr>
            <a:spLocks/>
          </p:cNvSpPr>
          <p:nvPr/>
        </p:nvSpPr>
        <p:spPr>
          <a:xfrm>
            <a:off x="1433691" y="256377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1D46F3DE-D13D-421A-A2EB-C0084DA34C85}"/>
              </a:ext>
            </a:extLst>
          </p:cNvPr>
          <p:cNvSpPr>
            <a:spLocks/>
          </p:cNvSpPr>
          <p:nvPr/>
        </p:nvSpPr>
        <p:spPr>
          <a:xfrm>
            <a:off x="1700791" y="2376701"/>
            <a:ext cx="191" cy="139227"/>
          </a:xfrm>
          <a:custGeom>
            <a:avLst/>
            <a:gdLst/>
            <a:ahLst/>
            <a:cxnLst/>
            <a:rect l="0" t="0" r="0" b="0"/>
            <a:pathLst>
              <a:path w="191" h="139227">
                <a:moveTo>
                  <a:pt x="0" y="13922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05895F24-A868-4622-A08C-799C6F237775}"/>
              </a:ext>
            </a:extLst>
          </p:cNvPr>
          <p:cNvSpPr>
            <a:spLocks/>
          </p:cNvSpPr>
          <p:nvPr/>
        </p:nvSpPr>
        <p:spPr>
          <a:xfrm>
            <a:off x="1658617" y="251592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8D8BFE7-B9FC-40FE-AAB9-24CEBD7AADC0}"/>
              </a:ext>
            </a:extLst>
          </p:cNvPr>
          <p:cNvSpPr>
            <a:spLocks/>
          </p:cNvSpPr>
          <p:nvPr/>
        </p:nvSpPr>
        <p:spPr>
          <a:xfrm>
            <a:off x="1658617" y="23767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2D7C495B-6BC6-44F8-93C4-A1993BC3AE56}"/>
              </a:ext>
            </a:extLst>
          </p:cNvPr>
          <p:cNvSpPr>
            <a:spLocks/>
          </p:cNvSpPr>
          <p:nvPr/>
        </p:nvSpPr>
        <p:spPr>
          <a:xfrm>
            <a:off x="2188131" y="2915670"/>
            <a:ext cx="191" cy="171047"/>
          </a:xfrm>
          <a:custGeom>
            <a:avLst/>
            <a:gdLst/>
            <a:ahLst/>
            <a:cxnLst/>
            <a:rect l="0" t="0" r="0" b="0"/>
            <a:pathLst>
              <a:path w="191" h="171047">
                <a:moveTo>
                  <a:pt x="0" y="171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E63AE754-C71E-40AC-9319-E88367E76ADC}"/>
              </a:ext>
            </a:extLst>
          </p:cNvPr>
          <p:cNvSpPr>
            <a:spLocks/>
          </p:cNvSpPr>
          <p:nvPr/>
        </p:nvSpPr>
        <p:spPr>
          <a:xfrm>
            <a:off x="2145957" y="30867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701C6D06-FC24-496F-80CD-2897FA407A67}"/>
              </a:ext>
            </a:extLst>
          </p:cNvPr>
          <p:cNvSpPr>
            <a:spLocks/>
          </p:cNvSpPr>
          <p:nvPr/>
        </p:nvSpPr>
        <p:spPr>
          <a:xfrm>
            <a:off x="2145957" y="291567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75AD9DA2-3F71-42B7-BC20-5FD667CC7178}"/>
              </a:ext>
            </a:extLst>
          </p:cNvPr>
          <p:cNvSpPr>
            <a:spLocks/>
          </p:cNvSpPr>
          <p:nvPr/>
        </p:nvSpPr>
        <p:spPr>
          <a:xfrm>
            <a:off x="2413057" y="2437641"/>
            <a:ext cx="191" cy="171562"/>
          </a:xfrm>
          <a:custGeom>
            <a:avLst/>
            <a:gdLst/>
            <a:ahLst/>
            <a:cxnLst/>
            <a:rect l="0" t="0" r="0" b="0"/>
            <a:pathLst>
              <a:path w="191" h="171562">
                <a:moveTo>
                  <a:pt x="0" y="17156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C5271065-4D51-44B9-BF49-C1D35F52A279}"/>
              </a:ext>
            </a:extLst>
          </p:cNvPr>
          <p:cNvSpPr>
            <a:spLocks/>
          </p:cNvSpPr>
          <p:nvPr/>
        </p:nvSpPr>
        <p:spPr>
          <a:xfrm>
            <a:off x="2370883" y="26092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073E5A32-6BE9-4520-B319-8C715CB99B66}"/>
              </a:ext>
            </a:extLst>
          </p:cNvPr>
          <p:cNvSpPr>
            <a:spLocks/>
          </p:cNvSpPr>
          <p:nvPr/>
        </p:nvSpPr>
        <p:spPr>
          <a:xfrm>
            <a:off x="2370883" y="24376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E60F70A1-E247-4919-B8FE-EF290CF3BA18}"/>
              </a:ext>
            </a:extLst>
          </p:cNvPr>
          <p:cNvSpPr>
            <a:spLocks/>
          </p:cNvSpPr>
          <p:nvPr/>
        </p:nvSpPr>
        <p:spPr>
          <a:xfrm>
            <a:off x="2637983" y="2223772"/>
            <a:ext cx="191" cy="167917"/>
          </a:xfrm>
          <a:custGeom>
            <a:avLst/>
            <a:gdLst/>
            <a:ahLst/>
            <a:cxnLst/>
            <a:rect l="0" t="0" r="0" b="0"/>
            <a:pathLst>
              <a:path w="191" h="167917">
                <a:moveTo>
                  <a:pt x="0" y="1679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2E1CFEAA-7034-43E2-AD62-A6337FB2E4F2}"/>
              </a:ext>
            </a:extLst>
          </p:cNvPr>
          <p:cNvSpPr>
            <a:spLocks/>
          </p:cNvSpPr>
          <p:nvPr/>
        </p:nvSpPr>
        <p:spPr>
          <a:xfrm>
            <a:off x="2595809" y="239168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491B30CD-D2D5-44C7-B6C4-F3F96A5BE66A}"/>
              </a:ext>
            </a:extLst>
          </p:cNvPr>
          <p:cNvSpPr>
            <a:spLocks/>
          </p:cNvSpPr>
          <p:nvPr/>
        </p:nvSpPr>
        <p:spPr>
          <a:xfrm>
            <a:off x="2595809" y="222377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01B65FE3-1A7D-4A40-8C74-C1D0D1549E85}"/>
              </a:ext>
            </a:extLst>
          </p:cNvPr>
          <p:cNvSpPr>
            <a:spLocks/>
          </p:cNvSpPr>
          <p:nvPr/>
        </p:nvSpPr>
        <p:spPr>
          <a:xfrm>
            <a:off x="1171277" y="304278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9AE8E01D-5EBF-4E8E-B71B-DCE08CF68104}"/>
              </a:ext>
            </a:extLst>
          </p:cNvPr>
          <p:cNvSpPr>
            <a:spLocks/>
          </p:cNvSpPr>
          <p:nvPr/>
        </p:nvSpPr>
        <p:spPr>
          <a:xfrm>
            <a:off x="1396203" y="263595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2C038278-C7E8-4082-82AE-0A8D6FA454FF}"/>
              </a:ext>
            </a:extLst>
          </p:cNvPr>
          <p:cNvSpPr>
            <a:spLocks/>
          </p:cNvSpPr>
          <p:nvPr/>
        </p:nvSpPr>
        <p:spPr>
          <a:xfrm>
            <a:off x="1621129" y="2445650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67276E57-7A3E-47E6-BE73-C8B666508022}"/>
              </a:ext>
            </a:extLst>
          </p:cNvPr>
          <p:cNvSpPr>
            <a:spLocks/>
          </p:cNvSpPr>
          <p:nvPr/>
        </p:nvSpPr>
        <p:spPr>
          <a:xfrm>
            <a:off x="2108469" y="300353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D58BC0E0-F873-4237-B451-D1A67977F821}"/>
              </a:ext>
            </a:extLst>
          </p:cNvPr>
          <p:cNvSpPr>
            <a:spLocks/>
          </p:cNvSpPr>
          <p:nvPr/>
        </p:nvSpPr>
        <p:spPr>
          <a:xfrm>
            <a:off x="2333395" y="2522774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C4DC9157-7332-4139-B393-0197E092F8E7}"/>
              </a:ext>
            </a:extLst>
          </p:cNvPr>
          <p:cNvSpPr>
            <a:spLocks/>
          </p:cNvSpPr>
          <p:nvPr/>
        </p:nvSpPr>
        <p:spPr>
          <a:xfrm>
            <a:off x="2558321" y="230654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B018E6A3-AFD3-4783-A6F1-B94B372880A2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68015644-E3DB-4CB5-B739-0F82591939BF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7822DA85-4E34-45ED-AF43-A2453562746D}"/>
              </a:ext>
            </a:extLst>
          </p:cNvPr>
          <p:cNvSpPr>
            <a:spLocks/>
          </p:cNvSpPr>
          <p:nvPr/>
        </p:nvSpPr>
        <p:spPr>
          <a:xfrm>
            <a:off x="3925457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BB4EFBE1-DB94-4437-BC13-A8FC6628E3F7}"/>
              </a:ext>
            </a:extLst>
          </p:cNvPr>
          <p:cNvSpPr>
            <a:spLocks/>
          </p:cNvSpPr>
          <p:nvPr/>
        </p:nvSpPr>
        <p:spPr>
          <a:xfrm>
            <a:off x="494347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299A9903-45E7-4075-B3D0-82B261EAA6C0}"/>
              </a:ext>
            </a:extLst>
          </p:cNvPr>
          <p:cNvSpPr>
            <a:spLocks/>
          </p:cNvSpPr>
          <p:nvPr/>
        </p:nvSpPr>
        <p:spPr>
          <a:xfrm>
            <a:off x="4862649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BDBD2E0E-7ED9-4C93-9C56-9F9D627EB474}"/>
              </a:ext>
            </a:extLst>
          </p:cNvPr>
          <p:cNvSpPr>
            <a:spLocks/>
          </p:cNvSpPr>
          <p:nvPr/>
        </p:nvSpPr>
        <p:spPr>
          <a:xfrm>
            <a:off x="588066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0F0B3A22-C60A-4751-83B9-9D1F6C621D9A}"/>
              </a:ext>
            </a:extLst>
          </p:cNvPr>
          <p:cNvSpPr>
            <a:spLocks/>
          </p:cNvSpPr>
          <p:nvPr/>
        </p:nvSpPr>
        <p:spPr>
          <a:xfrm>
            <a:off x="5799841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F29B7687-B09A-4102-ACDE-11486E78B08A}"/>
              </a:ext>
            </a:extLst>
          </p:cNvPr>
          <p:cNvSpPr>
            <a:spLocks/>
          </p:cNvSpPr>
          <p:nvPr/>
        </p:nvSpPr>
        <p:spPr>
          <a:xfrm>
            <a:off x="4574806" y="375208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141" name="text_1140">
            <a:extLst>
              <a:ext uri="{FF2B5EF4-FFF2-40B4-BE49-F238E27FC236}">
                <a16:creationId xmlns:a16="http://schemas.microsoft.com/office/drawing/2014/main" id="{9E06C206-9A7B-483B-9F13-CDCF54555FD3}"/>
              </a:ext>
            </a:extLst>
          </p:cNvPr>
          <p:cNvSpPr>
            <a:spLocks/>
          </p:cNvSpPr>
          <p:nvPr/>
        </p:nvSpPr>
        <p:spPr>
          <a:xfrm>
            <a:off x="4355193" y="3884833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1142" name="text_1141">
            <a:extLst>
              <a:ext uri="{FF2B5EF4-FFF2-40B4-BE49-F238E27FC236}">
                <a16:creationId xmlns:a16="http://schemas.microsoft.com/office/drawing/2014/main" id="{5C7DDF34-8983-4217-9549-F9FE14949D7A}"/>
              </a:ext>
            </a:extLst>
          </p:cNvPr>
          <p:cNvSpPr>
            <a:spLocks/>
          </p:cNvSpPr>
          <p:nvPr/>
        </p:nvSpPr>
        <p:spPr>
          <a:xfrm>
            <a:off x="4609890" y="4011815"/>
            <a:ext cx="6760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141 / 15 / 23</a:t>
            </a:r>
          </a:p>
        </p:txBody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0187C10B-6D44-4B42-94D2-058156FDDE04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F7A3066F-9A34-4C13-A9B2-7B2D9124DAA3}"/>
              </a:ext>
            </a:extLst>
          </p:cNvPr>
          <p:cNvSpPr>
            <a:spLocks/>
          </p:cNvSpPr>
          <p:nvPr/>
        </p:nvSpPr>
        <p:spPr>
          <a:xfrm>
            <a:off x="3961947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2B894B34-3703-4CF2-89AD-715D1AB6AFB1}"/>
              </a:ext>
            </a:extLst>
          </p:cNvPr>
          <p:cNvSpPr>
            <a:spLocks/>
          </p:cNvSpPr>
          <p:nvPr/>
        </p:nvSpPr>
        <p:spPr>
          <a:xfrm>
            <a:off x="3738224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FE710012-C34E-41AE-8E9A-FCDB4C729941}"/>
              </a:ext>
            </a:extLst>
          </p:cNvPr>
          <p:cNvSpPr>
            <a:spLocks/>
          </p:cNvSpPr>
          <p:nvPr/>
        </p:nvSpPr>
        <p:spPr>
          <a:xfrm>
            <a:off x="4006283" y="2542019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BC126427-D18D-4CFD-93E5-B9C935859336}"/>
              </a:ext>
            </a:extLst>
          </p:cNvPr>
          <p:cNvSpPr>
            <a:spLocks/>
          </p:cNvSpPr>
          <p:nvPr/>
        </p:nvSpPr>
        <p:spPr>
          <a:xfrm>
            <a:off x="3961947" y="254201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F519BED9-7AE4-4439-82CB-98B85682EB8B}"/>
              </a:ext>
            </a:extLst>
          </p:cNvPr>
          <p:cNvSpPr>
            <a:spLocks/>
          </p:cNvSpPr>
          <p:nvPr/>
        </p:nvSpPr>
        <p:spPr>
          <a:xfrm>
            <a:off x="3738224" y="248456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FD313295-5BCE-4A14-A53F-57B254C9368C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320EBBA9-F9CE-4234-BB7D-417BC6B636B3}"/>
              </a:ext>
            </a:extLst>
          </p:cNvPr>
          <p:cNvSpPr>
            <a:spLocks/>
          </p:cNvSpPr>
          <p:nvPr/>
        </p:nvSpPr>
        <p:spPr>
          <a:xfrm>
            <a:off x="3961947" y="16048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CD3D0D1D-CB7D-4C23-9CA4-407F26EFE375}"/>
              </a:ext>
            </a:extLst>
          </p:cNvPr>
          <p:cNvSpPr>
            <a:spLocks/>
          </p:cNvSpPr>
          <p:nvPr/>
        </p:nvSpPr>
        <p:spPr>
          <a:xfrm>
            <a:off x="3738224" y="15473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2" name="text_1151">
            <a:extLst>
              <a:ext uri="{FF2B5EF4-FFF2-40B4-BE49-F238E27FC236}">
                <a16:creationId xmlns:a16="http://schemas.microsoft.com/office/drawing/2014/main" id="{9D132780-5DBE-4A6A-842F-8524C8FA7AA6}"/>
              </a:ext>
            </a:extLst>
          </p:cNvPr>
          <p:cNvSpPr>
            <a:spLocks/>
          </p:cNvSpPr>
          <p:nvPr/>
        </p:nvSpPr>
        <p:spPr>
          <a:xfrm rot="-5400000">
            <a:off x="3010694" y="2457780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17EBB099-788E-4C80-AB1C-6FBE95EE140A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B506A29F-1792-49EA-B314-599FD81E6FC1}"/>
              </a:ext>
            </a:extLst>
          </p:cNvPr>
          <p:cNvSpPr>
            <a:spLocks/>
          </p:cNvSpPr>
          <p:nvPr/>
        </p:nvSpPr>
        <p:spPr>
          <a:xfrm>
            <a:off x="3974312" y="2145272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3E6A26A2-1E91-4CB6-A6FE-FB0449A5F4C0}"/>
              </a:ext>
            </a:extLst>
          </p:cNvPr>
          <p:cNvSpPr>
            <a:spLocks/>
          </p:cNvSpPr>
          <p:nvPr/>
        </p:nvSpPr>
        <p:spPr>
          <a:xfrm>
            <a:off x="3974312" y="18421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94E0E545-51BE-4C2A-A9BD-27B514DA1CD7}"/>
              </a:ext>
            </a:extLst>
          </p:cNvPr>
          <p:cNvSpPr>
            <a:spLocks/>
          </p:cNvSpPr>
          <p:nvPr/>
        </p:nvSpPr>
        <p:spPr>
          <a:xfrm>
            <a:off x="4246478" y="203424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6DFACD4B-2DE7-4AD8-A730-DD943475A2D2}"/>
              </a:ext>
            </a:extLst>
          </p:cNvPr>
          <p:cNvSpPr>
            <a:spLocks/>
          </p:cNvSpPr>
          <p:nvPr/>
        </p:nvSpPr>
        <p:spPr>
          <a:xfrm>
            <a:off x="3974312" y="3251652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4660F443-285D-4ED7-8D04-6D3A74AB5B53}"/>
              </a:ext>
            </a:extLst>
          </p:cNvPr>
          <p:cNvSpPr>
            <a:spLocks/>
          </p:cNvSpPr>
          <p:nvPr/>
        </p:nvSpPr>
        <p:spPr>
          <a:xfrm>
            <a:off x="4965101" y="214525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C94BA074-837B-481C-B213-38BD45B0019B}"/>
              </a:ext>
            </a:extLst>
          </p:cNvPr>
          <p:cNvSpPr>
            <a:spLocks/>
          </p:cNvSpPr>
          <p:nvPr/>
        </p:nvSpPr>
        <p:spPr>
          <a:xfrm>
            <a:off x="3974312" y="2376163"/>
            <a:ext cx="63942" cy="63942"/>
          </a:xfrm>
          <a:prstGeom prst="ellipse">
            <a:avLst/>
          </a:prstGeom>
          <a:solidFill>
            <a:srgbClr val="48267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14553BAA-9EBA-4EEC-AD2B-E9710A6F3A23}"/>
              </a:ext>
            </a:extLst>
          </p:cNvPr>
          <p:cNvSpPr>
            <a:spLocks/>
          </p:cNvSpPr>
          <p:nvPr/>
        </p:nvSpPr>
        <p:spPr>
          <a:xfrm>
            <a:off x="3974312" y="191872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97AC41E6-7481-46B7-94A6-C1842412252F}"/>
              </a:ext>
            </a:extLst>
          </p:cNvPr>
          <p:cNvSpPr>
            <a:spLocks/>
          </p:cNvSpPr>
          <p:nvPr/>
        </p:nvSpPr>
        <p:spPr>
          <a:xfrm>
            <a:off x="5222772" y="1953528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C5A4C396-75DB-4C3C-9631-6F6D6F675670}"/>
              </a:ext>
            </a:extLst>
          </p:cNvPr>
          <p:cNvSpPr>
            <a:spLocks/>
          </p:cNvSpPr>
          <p:nvPr/>
        </p:nvSpPr>
        <p:spPr>
          <a:xfrm>
            <a:off x="4072796" y="242427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E1C33B8D-5715-46A7-84A6-E3D03E7C4E39}"/>
              </a:ext>
            </a:extLst>
          </p:cNvPr>
          <p:cNvSpPr>
            <a:spLocks/>
          </p:cNvSpPr>
          <p:nvPr/>
        </p:nvSpPr>
        <p:spPr>
          <a:xfrm>
            <a:off x="4509176" y="185924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A9683D9A-E749-420D-B2FA-4061DBDF4691}"/>
              </a:ext>
            </a:extLst>
          </p:cNvPr>
          <p:cNvSpPr>
            <a:spLocks/>
          </p:cNvSpPr>
          <p:nvPr/>
        </p:nvSpPr>
        <p:spPr>
          <a:xfrm>
            <a:off x="4770343" y="2634918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E6032BEA-4128-46D8-A310-7441B3578F9B}"/>
              </a:ext>
            </a:extLst>
          </p:cNvPr>
          <p:cNvSpPr>
            <a:spLocks/>
          </p:cNvSpPr>
          <p:nvPr/>
        </p:nvSpPr>
        <p:spPr>
          <a:xfrm>
            <a:off x="4682318" y="239201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DCC25A7D-7835-4A9F-A3DF-DF41CC23D1B5}"/>
              </a:ext>
            </a:extLst>
          </p:cNvPr>
          <p:cNvSpPr>
            <a:spLocks/>
          </p:cNvSpPr>
          <p:nvPr/>
        </p:nvSpPr>
        <p:spPr>
          <a:xfrm>
            <a:off x="4835040" y="249352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EDBA0562-DBA1-4BCC-BDDE-DBD252577359}"/>
              </a:ext>
            </a:extLst>
          </p:cNvPr>
          <p:cNvSpPr>
            <a:spLocks/>
          </p:cNvSpPr>
          <p:nvPr/>
        </p:nvSpPr>
        <p:spPr>
          <a:xfrm>
            <a:off x="4035688" y="2226880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60020418-C0D8-4166-82E9-97D4838E9C9B}"/>
              </a:ext>
            </a:extLst>
          </p:cNvPr>
          <p:cNvSpPr>
            <a:spLocks/>
          </p:cNvSpPr>
          <p:nvPr/>
        </p:nvSpPr>
        <p:spPr>
          <a:xfrm>
            <a:off x="4317087" y="194622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BD7BD71C-6F04-4556-8D63-C6C08E42A7CA}"/>
              </a:ext>
            </a:extLst>
          </p:cNvPr>
          <p:cNvSpPr>
            <a:spLocks/>
          </p:cNvSpPr>
          <p:nvPr/>
        </p:nvSpPr>
        <p:spPr>
          <a:xfrm>
            <a:off x="4504492" y="198893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9B8B24BD-0AE1-4887-8637-83168ACA31D1}"/>
              </a:ext>
            </a:extLst>
          </p:cNvPr>
          <p:cNvSpPr>
            <a:spLocks/>
          </p:cNvSpPr>
          <p:nvPr/>
        </p:nvSpPr>
        <p:spPr>
          <a:xfrm>
            <a:off x="3974312" y="2503305"/>
            <a:ext cx="63942" cy="63942"/>
          </a:xfrm>
          <a:prstGeom prst="ellipse">
            <a:avLst/>
          </a:prstGeom>
          <a:solidFill>
            <a:srgbClr val="375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13174FD5-D9D0-4C91-A8FC-B95878B9124A}"/>
              </a:ext>
            </a:extLst>
          </p:cNvPr>
          <p:cNvSpPr>
            <a:spLocks/>
          </p:cNvSpPr>
          <p:nvPr/>
        </p:nvSpPr>
        <p:spPr>
          <a:xfrm>
            <a:off x="4554892" y="2522688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20512842-8ABD-4968-829A-0C24DDE8428F}"/>
              </a:ext>
            </a:extLst>
          </p:cNvPr>
          <p:cNvSpPr>
            <a:spLocks/>
          </p:cNvSpPr>
          <p:nvPr/>
        </p:nvSpPr>
        <p:spPr>
          <a:xfrm>
            <a:off x="4826956" y="240782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056051E2-8D48-47A0-9419-A97BF7E11B23}"/>
              </a:ext>
            </a:extLst>
          </p:cNvPr>
          <p:cNvSpPr>
            <a:spLocks/>
          </p:cNvSpPr>
          <p:nvPr/>
        </p:nvSpPr>
        <p:spPr>
          <a:xfrm>
            <a:off x="4796948" y="2321950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C1512941-5AA5-4F1B-A1F6-253B35B62244}"/>
              </a:ext>
            </a:extLst>
          </p:cNvPr>
          <p:cNvSpPr>
            <a:spLocks/>
          </p:cNvSpPr>
          <p:nvPr/>
        </p:nvSpPr>
        <p:spPr>
          <a:xfrm>
            <a:off x="4499390" y="3007775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220B52DE-DAAC-426D-8E86-35E7EF43005B}"/>
              </a:ext>
            </a:extLst>
          </p:cNvPr>
          <p:cNvSpPr>
            <a:spLocks/>
          </p:cNvSpPr>
          <p:nvPr/>
        </p:nvSpPr>
        <p:spPr>
          <a:xfrm>
            <a:off x="3974312" y="2613381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E1B51938-4EFF-4732-9064-535F8BB981E9}"/>
              </a:ext>
            </a:extLst>
          </p:cNvPr>
          <p:cNvSpPr>
            <a:spLocks/>
          </p:cNvSpPr>
          <p:nvPr/>
        </p:nvSpPr>
        <p:spPr>
          <a:xfrm>
            <a:off x="4878926" y="2411255"/>
            <a:ext cx="63942" cy="63942"/>
          </a:xfrm>
          <a:prstGeom prst="ellipse">
            <a:avLst/>
          </a:prstGeom>
          <a:solidFill>
            <a:srgbClr val="4829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5E82EA6E-B519-472F-B9D9-C3FAAC2AB69E}"/>
              </a:ext>
            </a:extLst>
          </p:cNvPr>
          <p:cNvSpPr>
            <a:spLocks/>
          </p:cNvSpPr>
          <p:nvPr/>
        </p:nvSpPr>
        <p:spPr>
          <a:xfrm>
            <a:off x="5183352" y="189022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A68F1713-93BD-47E7-A7DD-5672E538D232}"/>
              </a:ext>
            </a:extLst>
          </p:cNvPr>
          <p:cNvSpPr>
            <a:spLocks/>
          </p:cNvSpPr>
          <p:nvPr/>
        </p:nvSpPr>
        <p:spPr>
          <a:xfrm>
            <a:off x="3974312" y="3196338"/>
            <a:ext cx="63942" cy="63942"/>
          </a:xfrm>
          <a:prstGeom prst="ellipse">
            <a:avLst/>
          </a:prstGeom>
          <a:solidFill>
            <a:srgbClr val="443B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F771FDD7-27EC-46E7-B493-42ED395A21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B7392E11-1B42-48D4-B023-9BE109C9D793}"/>
              </a:ext>
            </a:extLst>
          </p:cNvPr>
          <p:cNvSpPr>
            <a:spLocks/>
          </p:cNvSpPr>
          <p:nvPr/>
        </p:nvSpPr>
        <p:spPr>
          <a:xfrm>
            <a:off x="4501349" y="281073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3223DA19-9330-441B-B0D6-262ED33D00BD}"/>
              </a:ext>
            </a:extLst>
          </p:cNvPr>
          <p:cNvSpPr>
            <a:spLocks/>
          </p:cNvSpPr>
          <p:nvPr/>
        </p:nvSpPr>
        <p:spPr>
          <a:xfrm>
            <a:off x="3974312" y="2929740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F3D76EB6-92B4-4509-B836-24B401FD5B0E}"/>
              </a:ext>
            </a:extLst>
          </p:cNvPr>
          <p:cNvSpPr>
            <a:spLocks/>
          </p:cNvSpPr>
          <p:nvPr/>
        </p:nvSpPr>
        <p:spPr>
          <a:xfrm>
            <a:off x="5187714" y="1865331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C50FEFD6-7D71-4BF5-A78D-A84C99DBF7E9}"/>
              </a:ext>
            </a:extLst>
          </p:cNvPr>
          <p:cNvSpPr>
            <a:spLocks/>
          </p:cNvSpPr>
          <p:nvPr/>
        </p:nvSpPr>
        <p:spPr>
          <a:xfrm>
            <a:off x="5026461" y="1864182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BA8E194B-4D07-4DF1-8EBB-B5912ACD6AC4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915D55C4-1EBB-4335-8322-8EEC4DDC3B9D}"/>
              </a:ext>
            </a:extLst>
          </p:cNvPr>
          <p:cNvSpPr>
            <a:spLocks/>
          </p:cNvSpPr>
          <p:nvPr/>
        </p:nvSpPr>
        <p:spPr>
          <a:xfrm>
            <a:off x="4739581" y="2519548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F33463C1-5DC2-435C-867E-348C12E5FC2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D3D682E8-CA5F-4F54-B6CC-F677A2FD369B}"/>
              </a:ext>
            </a:extLst>
          </p:cNvPr>
          <p:cNvSpPr>
            <a:spLocks/>
          </p:cNvSpPr>
          <p:nvPr/>
        </p:nvSpPr>
        <p:spPr>
          <a:xfrm>
            <a:off x="4798730" y="2617512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D5E8C690-D889-4EC7-8620-D5FEA6B496AF}"/>
              </a:ext>
            </a:extLst>
          </p:cNvPr>
          <p:cNvSpPr>
            <a:spLocks/>
          </p:cNvSpPr>
          <p:nvPr/>
        </p:nvSpPr>
        <p:spPr>
          <a:xfrm>
            <a:off x="3974312" y="224393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2A17AA4F-646E-431A-8AAC-F32E303198BD}"/>
              </a:ext>
            </a:extLst>
          </p:cNvPr>
          <p:cNvSpPr>
            <a:spLocks/>
          </p:cNvSpPr>
          <p:nvPr/>
        </p:nvSpPr>
        <p:spPr>
          <a:xfrm>
            <a:off x="4466005" y="344723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0F0C9976-C76A-4493-9021-AE1C2E1583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312C4B91-0465-42BD-A041-73FC92A06978}"/>
              </a:ext>
            </a:extLst>
          </p:cNvPr>
          <p:cNvSpPr>
            <a:spLocks/>
          </p:cNvSpPr>
          <p:nvPr/>
        </p:nvSpPr>
        <p:spPr>
          <a:xfrm>
            <a:off x="4801962" y="2524176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8508D8AB-0AAF-4A8B-9F4B-151396F45E71}"/>
              </a:ext>
            </a:extLst>
          </p:cNvPr>
          <p:cNvSpPr>
            <a:spLocks/>
          </p:cNvSpPr>
          <p:nvPr/>
        </p:nvSpPr>
        <p:spPr>
          <a:xfrm>
            <a:off x="3974312" y="1821268"/>
            <a:ext cx="63942" cy="63942"/>
          </a:xfrm>
          <a:prstGeom prst="ellipse">
            <a:avLst/>
          </a:prstGeom>
          <a:solidFill>
            <a:srgbClr val="3E4C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AA042BC9-5ACA-40D9-8754-D21DB10D5CEA}"/>
              </a:ext>
            </a:extLst>
          </p:cNvPr>
          <p:cNvSpPr>
            <a:spLocks/>
          </p:cNvSpPr>
          <p:nvPr/>
        </p:nvSpPr>
        <p:spPr>
          <a:xfrm>
            <a:off x="5265789" y="1880882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0C3C16B5-077F-4802-85B4-F30B9EBAE73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35CF0A5F-055B-4D95-8DB9-E3D56932A65D}"/>
              </a:ext>
            </a:extLst>
          </p:cNvPr>
          <p:cNvSpPr>
            <a:spLocks/>
          </p:cNvSpPr>
          <p:nvPr/>
        </p:nvSpPr>
        <p:spPr>
          <a:xfrm>
            <a:off x="5132074" y="191534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EBCAFECA-CBD5-44E5-A0FE-E021D2190889}"/>
              </a:ext>
            </a:extLst>
          </p:cNvPr>
          <p:cNvSpPr>
            <a:spLocks/>
          </p:cNvSpPr>
          <p:nvPr/>
        </p:nvSpPr>
        <p:spPr>
          <a:xfrm>
            <a:off x="3974312" y="2701746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571E6F4C-3666-4FE9-B59B-1AF4FD93E2DA}"/>
              </a:ext>
            </a:extLst>
          </p:cNvPr>
          <p:cNvSpPr>
            <a:spLocks/>
          </p:cNvSpPr>
          <p:nvPr/>
        </p:nvSpPr>
        <p:spPr>
          <a:xfrm>
            <a:off x="4046995" y="208546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C7D8E3B8-B7C9-480E-995A-9E1C23B74BC0}"/>
              </a:ext>
            </a:extLst>
          </p:cNvPr>
          <p:cNvSpPr>
            <a:spLocks/>
          </p:cNvSpPr>
          <p:nvPr/>
        </p:nvSpPr>
        <p:spPr>
          <a:xfrm>
            <a:off x="3974312" y="2161948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F22244E3-8DDF-4698-A542-AC8B05935CBE}"/>
              </a:ext>
            </a:extLst>
          </p:cNvPr>
          <p:cNvSpPr>
            <a:spLocks/>
          </p:cNvSpPr>
          <p:nvPr/>
        </p:nvSpPr>
        <p:spPr>
          <a:xfrm>
            <a:off x="3974312" y="2736091"/>
            <a:ext cx="63942" cy="63942"/>
          </a:xfrm>
          <a:prstGeom prst="ellipse">
            <a:avLst/>
          </a:prstGeom>
          <a:solidFill>
            <a:srgbClr val="21A6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C3C7B9A8-2EE9-4EFC-A203-4541ED07560E}"/>
              </a:ext>
            </a:extLst>
          </p:cNvPr>
          <p:cNvSpPr>
            <a:spLocks/>
          </p:cNvSpPr>
          <p:nvPr/>
        </p:nvSpPr>
        <p:spPr>
          <a:xfrm>
            <a:off x="4427885" y="269150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70B1EB26-CB23-4CF5-8C67-B40538609B82}"/>
              </a:ext>
            </a:extLst>
          </p:cNvPr>
          <p:cNvSpPr>
            <a:spLocks/>
          </p:cNvSpPr>
          <p:nvPr/>
        </p:nvSpPr>
        <p:spPr>
          <a:xfrm>
            <a:off x="3974312" y="3306677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9072A606-B8BE-4BF3-A190-F0C5489A0CD3}"/>
              </a:ext>
            </a:extLst>
          </p:cNvPr>
          <p:cNvSpPr>
            <a:spLocks/>
          </p:cNvSpPr>
          <p:nvPr/>
        </p:nvSpPr>
        <p:spPr>
          <a:xfrm>
            <a:off x="4707902" y="2599326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CAEB825E-1749-45D7-9467-9E9A08962A7F}"/>
              </a:ext>
            </a:extLst>
          </p:cNvPr>
          <p:cNvSpPr>
            <a:spLocks/>
          </p:cNvSpPr>
          <p:nvPr/>
        </p:nvSpPr>
        <p:spPr>
          <a:xfrm>
            <a:off x="4999382" y="192579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14DC8012-0A5D-42B2-A64B-F36B3327E061}"/>
              </a:ext>
            </a:extLst>
          </p:cNvPr>
          <p:cNvSpPr>
            <a:spLocks/>
          </p:cNvSpPr>
          <p:nvPr/>
        </p:nvSpPr>
        <p:spPr>
          <a:xfrm>
            <a:off x="4288385" y="228080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C3F38BE4-FBC1-499D-B209-0647814B39B8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E1FE6FE6-C219-40B9-8442-433D2892C876}"/>
              </a:ext>
            </a:extLst>
          </p:cNvPr>
          <p:cNvSpPr>
            <a:spLocks/>
          </p:cNvSpPr>
          <p:nvPr/>
        </p:nvSpPr>
        <p:spPr>
          <a:xfrm>
            <a:off x="4279893" y="2436088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2BCFAF4F-5E11-48EB-B474-5213DD8A682A}"/>
              </a:ext>
            </a:extLst>
          </p:cNvPr>
          <p:cNvSpPr>
            <a:spLocks/>
          </p:cNvSpPr>
          <p:nvPr/>
        </p:nvSpPr>
        <p:spPr>
          <a:xfrm>
            <a:off x="4956134" y="2468573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90C90C2D-15B5-4F3C-A6EA-46E0F3FD27CB}"/>
              </a:ext>
            </a:extLst>
          </p:cNvPr>
          <p:cNvSpPr>
            <a:spLocks/>
          </p:cNvSpPr>
          <p:nvPr/>
        </p:nvSpPr>
        <p:spPr>
          <a:xfrm>
            <a:off x="4089070" y="22915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FCBCB900-824D-411B-A1D0-DF1F42EE9EBC}"/>
              </a:ext>
            </a:extLst>
          </p:cNvPr>
          <p:cNvSpPr>
            <a:spLocks/>
          </p:cNvSpPr>
          <p:nvPr/>
        </p:nvSpPr>
        <p:spPr>
          <a:xfrm>
            <a:off x="4899286" y="2388470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C51B29A7-07C4-430A-8156-16A4F7C008DC}"/>
              </a:ext>
            </a:extLst>
          </p:cNvPr>
          <p:cNvSpPr>
            <a:spLocks/>
          </p:cNvSpPr>
          <p:nvPr/>
        </p:nvSpPr>
        <p:spPr>
          <a:xfrm>
            <a:off x="4601117" y="333494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8635ED53-9CAC-4272-BE00-FEE5C468B6F5}"/>
              </a:ext>
            </a:extLst>
          </p:cNvPr>
          <p:cNvSpPr>
            <a:spLocks/>
          </p:cNvSpPr>
          <p:nvPr/>
        </p:nvSpPr>
        <p:spPr>
          <a:xfrm>
            <a:off x="4905473" y="181667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5C87E39A-2D73-47D8-9AB2-5D79806DFB4D}"/>
              </a:ext>
            </a:extLst>
          </p:cNvPr>
          <p:cNvSpPr>
            <a:spLocks/>
          </p:cNvSpPr>
          <p:nvPr/>
        </p:nvSpPr>
        <p:spPr>
          <a:xfrm>
            <a:off x="5188800" y="2090819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86C93ABE-5068-4D9F-B06E-986D7E608D52}"/>
              </a:ext>
            </a:extLst>
          </p:cNvPr>
          <p:cNvSpPr>
            <a:spLocks/>
          </p:cNvSpPr>
          <p:nvPr/>
        </p:nvSpPr>
        <p:spPr>
          <a:xfrm>
            <a:off x="4892250" y="1970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76AB1EBD-E8B4-4848-9CDA-541D9927F2AA}"/>
              </a:ext>
            </a:extLst>
          </p:cNvPr>
          <p:cNvSpPr>
            <a:spLocks/>
          </p:cNvSpPr>
          <p:nvPr/>
        </p:nvSpPr>
        <p:spPr>
          <a:xfrm>
            <a:off x="4743414" y="2385347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118E16A0-D49F-49A1-ADB7-559E3A8E30C9}"/>
              </a:ext>
            </a:extLst>
          </p:cNvPr>
          <p:cNvSpPr>
            <a:spLocks/>
          </p:cNvSpPr>
          <p:nvPr/>
        </p:nvSpPr>
        <p:spPr>
          <a:xfrm>
            <a:off x="3974312" y="1719546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DB297F32-EB65-4C45-9F9F-7CE98DF964E8}"/>
              </a:ext>
            </a:extLst>
          </p:cNvPr>
          <p:cNvSpPr>
            <a:spLocks/>
          </p:cNvSpPr>
          <p:nvPr/>
        </p:nvSpPr>
        <p:spPr>
          <a:xfrm>
            <a:off x="3974312" y="2360319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68865BF9-E62F-4ED9-A76A-95FC3C5D9F2E}"/>
              </a:ext>
            </a:extLst>
          </p:cNvPr>
          <p:cNvSpPr>
            <a:spLocks/>
          </p:cNvSpPr>
          <p:nvPr/>
        </p:nvSpPr>
        <p:spPr>
          <a:xfrm>
            <a:off x="3974312" y="3104610"/>
            <a:ext cx="63942" cy="63942"/>
          </a:xfrm>
          <a:prstGeom prst="ellipse">
            <a:avLst/>
          </a:prstGeom>
          <a:solidFill>
            <a:srgbClr val="472C7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CC77FFB3-1BBF-4831-B704-468813B7D7D2}"/>
              </a:ext>
            </a:extLst>
          </p:cNvPr>
          <p:cNvSpPr>
            <a:spLocks/>
          </p:cNvSpPr>
          <p:nvPr/>
        </p:nvSpPr>
        <p:spPr>
          <a:xfrm>
            <a:off x="4980475" y="313562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A6F30085-98CE-4922-97EE-69B16092543C}"/>
              </a:ext>
            </a:extLst>
          </p:cNvPr>
          <p:cNvSpPr>
            <a:spLocks/>
          </p:cNvSpPr>
          <p:nvPr/>
        </p:nvSpPr>
        <p:spPr>
          <a:xfrm>
            <a:off x="4066901" y="2637646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26D334D3-E93A-4CD9-B58A-D03C62BAEB85}"/>
              </a:ext>
            </a:extLst>
          </p:cNvPr>
          <p:cNvSpPr>
            <a:spLocks/>
          </p:cNvSpPr>
          <p:nvPr/>
        </p:nvSpPr>
        <p:spPr>
          <a:xfrm>
            <a:off x="3974312" y="290145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18DC423A-A6F0-4B79-BF1F-89EB5218AFA5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01A25674-BE1A-4389-B69E-D7DABBE22FEB}"/>
              </a:ext>
            </a:extLst>
          </p:cNvPr>
          <p:cNvSpPr>
            <a:spLocks/>
          </p:cNvSpPr>
          <p:nvPr/>
        </p:nvSpPr>
        <p:spPr>
          <a:xfrm>
            <a:off x="5044206" y="2204068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1AB8A0A2-1C5C-4C8A-B1E0-6B127CD48451}"/>
              </a:ext>
            </a:extLst>
          </p:cNvPr>
          <p:cNvSpPr>
            <a:spLocks/>
          </p:cNvSpPr>
          <p:nvPr/>
        </p:nvSpPr>
        <p:spPr>
          <a:xfrm>
            <a:off x="3974312" y="2854662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DEF442D8-DDA3-4954-85CD-561741257CE6}"/>
              </a:ext>
            </a:extLst>
          </p:cNvPr>
          <p:cNvSpPr>
            <a:spLocks/>
          </p:cNvSpPr>
          <p:nvPr/>
        </p:nvSpPr>
        <p:spPr>
          <a:xfrm>
            <a:off x="4914620" y="182310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DFD12C79-A451-4A59-8A07-6BABD3A8749B}"/>
              </a:ext>
            </a:extLst>
          </p:cNvPr>
          <p:cNvSpPr>
            <a:spLocks/>
          </p:cNvSpPr>
          <p:nvPr/>
        </p:nvSpPr>
        <p:spPr>
          <a:xfrm>
            <a:off x="4726162" y="271735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8F6000EB-8E80-429E-AB97-A8BC465416D1}"/>
              </a:ext>
            </a:extLst>
          </p:cNvPr>
          <p:cNvSpPr>
            <a:spLocks/>
          </p:cNvSpPr>
          <p:nvPr/>
        </p:nvSpPr>
        <p:spPr>
          <a:xfrm>
            <a:off x="4092151" y="245669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3F6FCB1E-F1CF-4E7E-A9FB-25C499075782}"/>
              </a:ext>
            </a:extLst>
          </p:cNvPr>
          <p:cNvSpPr>
            <a:spLocks/>
          </p:cNvSpPr>
          <p:nvPr/>
        </p:nvSpPr>
        <p:spPr>
          <a:xfrm>
            <a:off x="4284733" y="2081022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A2B4FDC4-9963-4A9F-B405-4520BB0F8733}"/>
              </a:ext>
            </a:extLst>
          </p:cNvPr>
          <p:cNvSpPr>
            <a:spLocks/>
          </p:cNvSpPr>
          <p:nvPr/>
        </p:nvSpPr>
        <p:spPr>
          <a:xfrm>
            <a:off x="4468474" y="2879017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2DDB1CD3-C434-4F36-B7A5-25BADD94BC09}"/>
              </a:ext>
            </a:extLst>
          </p:cNvPr>
          <p:cNvSpPr>
            <a:spLocks/>
          </p:cNvSpPr>
          <p:nvPr/>
        </p:nvSpPr>
        <p:spPr>
          <a:xfrm>
            <a:off x="4240194" y="2981460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F2524CCD-2BAE-4D3B-A288-CFFCCBF5BC8B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2B1041FB-A93C-40C5-9493-8ECACA672EAF}"/>
              </a:ext>
            </a:extLst>
          </p:cNvPr>
          <p:cNvSpPr>
            <a:spLocks/>
          </p:cNvSpPr>
          <p:nvPr/>
        </p:nvSpPr>
        <p:spPr>
          <a:xfrm>
            <a:off x="5214475" y="19629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5A8CFFEE-35C5-46B0-A3E3-457D35F867A8}"/>
              </a:ext>
            </a:extLst>
          </p:cNvPr>
          <p:cNvSpPr>
            <a:spLocks/>
          </p:cNvSpPr>
          <p:nvPr/>
        </p:nvSpPr>
        <p:spPr>
          <a:xfrm>
            <a:off x="4035969" y="2165842"/>
            <a:ext cx="63942" cy="63942"/>
          </a:xfrm>
          <a:prstGeom prst="ellipse">
            <a:avLst/>
          </a:prstGeom>
          <a:solidFill>
            <a:srgbClr val="228C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6AFAAB23-D594-4C88-86E9-85923F1CF2EC}"/>
              </a:ext>
            </a:extLst>
          </p:cNvPr>
          <p:cNvSpPr>
            <a:spLocks/>
          </p:cNvSpPr>
          <p:nvPr/>
        </p:nvSpPr>
        <p:spPr>
          <a:xfrm>
            <a:off x="3975466" y="2025123"/>
            <a:ext cx="63942" cy="63942"/>
          </a:xfrm>
          <a:prstGeom prst="ellipse">
            <a:avLst/>
          </a:prstGeom>
          <a:solidFill>
            <a:srgbClr val="218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5E035D19-627B-42E0-B9F3-3DD5EE1D500D}"/>
              </a:ext>
            </a:extLst>
          </p:cNvPr>
          <p:cNvSpPr>
            <a:spLocks/>
          </p:cNvSpPr>
          <p:nvPr/>
        </p:nvSpPr>
        <p:spPr>
          <a:xfrm>
            <a:off x="5185590" y="1896467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6692AFD6-86D0-4EEA-BACA-8FAA12460F1D}"/>
              </a:ext>
            </a:extLst>
          </p:cNvPr>
          <p:cNvSpPr>
            <a:spLocks/>
          </p:cNvSpPr>
          <p:nvPr/>
        </p:nvSpPr>
        <p:spPr>
          <a:xfrm>
            <a:off x="4851296" y="344723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EED461BE-5CCD-41B6-A3D9-0AD3960D83C5}"/>
              </a:ext>
            </a:extLst>
          </p:cNvPr>
          <p:cNvSpPr>
            <a:spLocks/>
          </p:cNvSpPr>
          <p:nvPr/>
        </p:nvSpPr>
        <p:spPr>
          <a:xfrm>
            <a:off x="5112544" y="203124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E4C34529-6274-4CBD-BB4E-0D4ED34D3E0B}"/>
              </a:ext>
            </a:extLst>
          </p:cNvPr>
          <p:cNvSpPr>
            <a:spLocks/>
          </p:cNvSpPr>
          <p:nvPr/>
        </p:nvSpPr>
        <p:spPr>
          <a:xfrm>
            <a:off x="4003460" y="213209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B6A725E9-460F-493F-A527-B6E7114E2167}"/>
              </a:ext>
            </a:extLst>
          </p:cNvPr>
          <p:cNvSpPr>
            <a:spLocks/>
          </p:cNvSpPr>
          <p:nvPr/>
        </p:nvSpPr>
        <p:spPr>
          <a:xfrm>
            <a:off x="5392950" y="1810821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19FF307A-6520-4790-BA86-EA679999FC80}"/>
              </a:ext>
            </a:extLst>
          </p:cNvPr>
          <p:cNvSpPr>
            <a:spLocks/>
          </p:cNvSpPr>
          <p:nvPr/>
        </p:nvSpPr>
        <p:spPr>
          <a:xfrm>
            <a:off x="4761470" y="2922186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6EDFA53C-D1F7-44F7-9F85-0801B444F9C4}"/>
              </a:ext>
            </a:extLst>
          </p:cNvPr>
          <p:cNvSpPr>
            <a:spLocks/>
          </p:cNvSpPr>
          <p:nvPr/>
        </p:nvSpPr>
        <p:spPr>
          <a:xfrm>
            <a:off x="3974312" y="253503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5643C1BE-21CB-481A-9797-6208BB3A1662}"/>
              </a:ext>
            </a:extLst>
          </p:cNvPr>
          <p:cNvSpPr>
            <a:spLocks/>
          </p:cNvSpPr>
          <p:nvPr/>
        </p:nvSpPr>
        <p:spPr>
          <a:xfrm>
            <a:off x="3974312" y="1683113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EEA66EF0-6D04-418E-9D7E-6912891662A1}"/>
              </a:ext>
            </a:extLst>
          </p:cNvPr>
          <p:cNvSpPr>
            <a:spLocks/>
          </p:cNvSpPr>
          <p:nvPr/>
        </p:nvSpPr>
        <p:spPr>
          <a:xfrm>
            <a:off x="3974312" y="3186318"/>
            <a:ext cx="63942" cy="63942"/>
          </a:xfrm>
          <a:prstGeom prst="ellipse">
            <a:avLst/>
          </a:prstGeom>
          <a:solidFill>
            <a:srgbClr val="22A8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DB9CEA53-8746-467F-A2C8-FDCD0E668D47}"/>
              </a:ext>
            </a:extLst>
          </p:cNvPr>
          <p:cNvSpPr>
            <a:spLocks/>
          </p:cNvSpPr>
          <p:nvPr/>
        </p:nvSpPr>
        <p:spPr>
          <a:xfrm>
            <a:off x="5113347" y="1870031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05703F7B-C213-4FF6-AFFA-73FF10CE93E7}"/>
              </a:ext>
            </a:extLst>
          </p:cNvPr>
          <p:cNvSpPr>
            <a:spLocks/>
          </p:cNvSpPr>
          <p:nvPr/>
        </p:nvSpPr>
        <p:spPr>
          <a:xfrm>
            <a:off x="3974312" y="2774384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A69EC620-ABF7-4AEF-A60A-D06290598CC0}"/>
              </a:ext>
            </a:extLst>
          </p:cNvPr>
          <p:cNvSpPr>
            <a:spLocks/>
          </p:cNvSpPr>
          <p:nvPr/>
        </p:nvSpPr>
        <p:spPr>
          <a:xfrm>
            <a:off x="4097406" y="3077695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FB0B8795-2592-4427-A640-DC298929E595}"/>
              </a:ext>
            </a:extLst>
          </p:cNvPr>
          <p:cNvSpPr>
            <a:spLocks/>
          </p:cNvSpPr>
          <p:nvPr/>
        </p:nvSpPr>
        <p:spPr>
          <a:xfrm>
            <a:off x="3974312" y="1713434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10ADCB16-28F9-4C67-BB4E-F0C0761DF17F}"/>
              </a:ext>
            </a:extLst>
          </p:cNvPr>
          <p:cNvSpPr>
            <a:spLocks/>
          </p:cNvSpPr>
          <p:nvPr/>
        </p:nvSpPr>
        <p:spPr>
          <a:xfrm>
            <a:off x="4454923" y="1978265"/>
            <a:ext cx="63942" cy="63942"/>
          </a:xfrm>
          <a:prstGeom prst="ellipse">
            <a:avLst/>
          </a:prstGeom>
          <a:solidFill>
            <a:srgbClr val="218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255C33B9-9D2C-4FC0-B3A0-4179C6AD89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88944D1C-76C9-44B8-A4A5-CB01DD7A35DF}"/>
              </a:ext>
            </a:extLst>
          </p:cNvPr>
          <p:cNvSpPr>
            <a:spLocks/>
          </p:cNvSpPr>
          <p:nvPr/>
        </p:nvSpPr>
        <p:spPr>
          <a:xfrm>
            <a:off x="4457463" y="272710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E81605AF-14A3-49D2-AAD2-D61D05674434}"/>
              </a:ext>
            </a:extLst>
          </p:cNvPr>
          <p:cNvSpPr>
            <a:spLocks/>
          </p:cNvSpPr>
          <p:nvPr/>
        </p:nvSpPr>
        <p:spPr>
          <a:xfrm>
            <a:off x="3974312" y="2637846"/>
            <a:ext cx="63942" cy="63942"/>
          </a:xfrm>
          <a:prstGeom prst="ellipse">
            <a:avLst/>
          </a:prstGeom>
          <a:solidFill>
            <a:srgbClr val="287D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83AD5C07-147E-4712-93FC-4D7A1633D361}"/>
              </a:ext>
            </a:extLst>
          </p:cNvPr>
          <p:cNvSpPr>
            <a:spLocks/>
          </p:cNvSpPr>
          <p:nvPr/>
        </p:nvSpPr>
        <p:spPr>
          <a:xfrm>
            <a:off x="4779087" y="2757297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37F2A644-2AE9-4A7D-A031-07EA09CD2E2B}"/>
              </a:ext>
            </a:extLst>
          </p:cNvPr>
          <p:cNvSpPr>
            <a:spLocks/>
          </p:cNvSpPr>
          <p:nvPr/>
        </p:nvSpPr>
        <p:spPr>
          <a:xfrm>
            <a:off x="4303418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F3D93E72-594F-4AE7-8482-8A0401A4BA1A}"/>
              </a:ext>
            </a:extLst>
          </p:cNvPr>
          <p:cNvSpPr>
            <a:spLocks/>
          </p:cNvSpPr>
          <p:nvPr/>
        </p:nvSpPr>
        <p:spPr>
          <a:xfrm>
            <a:off x="4948790" y="237863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781EE538-9E42-4CA7-A4DD-0925C1F65742}"/>
              </a:ext>
            </a:extLst>
          </p:cNvPr>
          <p:cNvSpPr>
            <a:spLocks/>
          </p:cNvSpPr>
          <p:nvPr/>
        </p:nvSpPr>
        <p:spPr>
          <a:xfrm>
            <a:off x="5409432" y="188478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8225642B-F84D-4874-B52C-C8C3B79B746F}"/>
              </a:ext>
            </a:extLst>
          </p:cNvPr>
          <p:cNvSpPr>
            <a:spLocks/>
          </p:cNvSpPr>
          <p:nvPr/>
        </p:nvSpPr>
        <p:spPr>
          <a:xfrm>
            <a:off x="3989932" y="313409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970526AE-33BA-48AC-AFA1-1476DC253F0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CE4D6242-B48B-4784-9C5A-4BE1F10DEF3B}"/>
              </a:ext>
            </a:extLst>
          </p:cNvPr>
          <p:cNvSpPr>
            <a:spLocks/>
          </p:cNvSpPr>
          <p:nvPr/>
        </p:nvSpPr>
        <p:spPr>
          <a:xfrm>
            <a:off x="4574741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65D67D63-3625-42FF-9825-6AB1B29C0443}"/>
              </a:ext>
            </a:extLst>
          </p:cNvPr>
          <p:cNvSpPr>
            <a:spLocks/>
          </p:cNvSpPr>
          <p:nvPr/>
        </p:nvSpPr>
        <p:spPr>
          <a:xfrm>
            <a:off x="4248681" y="2834696"/>
            <a:ext cx="63942" cy="63942"/>
          </a:xfrm>
          <a:prstGeom prst="ellipse">
            <a:avLst/>
          </a:prstGeom>
          <a:solidFill>
            <a:srgbClr val="28AE8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669361C9-FFBC-4609-97F4-79E78259EC92}"/>
              </a:ext>
            </a:extLst>
          </p:cNvPr>
          <p:cNvSpPr>
            <a:spLocks/>
          </p:cNvSpPr>
          <p:nvPr/>
        </p:nvSpPr>
        <p:spPr>
          <a:xfrm>
            <a:off x="4120550" y="2911337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8D731C4-CAA3-4E04-971B-58110EF922F0}"/>
              </a:ext>
            </a:extLst>
          </p:cNvPr>
          <p:cNvSpPr>
            <a:spLocks/>
          </p:cNvSpPr>
          <p:nvPr/>
        </p:nvSpPr>
        <p:spPr>
          <a:xfrm>
            <a:off x="4845369" y="1815090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EC072160-5E03-4EE4-B896-C79BF1FE0906}"/>
              </a:ext>
            </a:extLst>
          </p:cNvPr>
          <p:cNvSpPr>
            <a:spLocks/>
          </p:cNvSpPr>
          <p:nvPr/>
        </p:nvSpPr>
        <p:spPr>
          <a:xfrm>
            <a:off x="5174562" y="218871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181BE606-8F84-4FAE-ACB8-A90CCA38F4F9}"/>
              </a:ext>
            </a:extLst>
          </p:cNvPr>
          <p:cNvSpPr>
            <a:spLocks/>
          </p:cNvSpPr>
          <p:nvPr/>
        </p:nvSpPr>
        <p:spPr>
          <a:xfrm>
            <a:off x="3974312" y="2725319"/>
            <a:ext cx="63942" cy="63942"/>
          </a:xfrm>
          <a:prstGeom prst="ellipse">
            <a:avLst/>
          </a:prstGeom>
          <a:solidFill>
            <a:srgbClr val="3859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2CEF337E-81A1-4A39-AEAD-9535895A47FC}"/>
              </a:ext>
            </a:extLst>
          </p:cNvPr>
          <p:cNvSpPr>
            <a:spLocks/>
          </p:cNvSpPr>
          <p:nvPr/>
        </p:nvSpPr>
        <p:spPr>
          <a:xfrm>
            <a:off x="4702103" y="262815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809EF16C-0656-4938-AC4B-C10C677827A9}"/>
              </a:ext>
            </a:extLst>
          </p:cNvPr>
          <p:cNvSpPr>
            <a:spLocks/>
          </p:cNvSpPr>
          <p:nvPr/>
        </p:nvSpPr>
        <p:spPr>
          <a:xfrm>
            <a:off x="4531924" y="2877770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C505CBC2-FC46-43F3-949B-F8F449D6FA6D}"/>
              </a:ext>
            </a:extLst>
          </p:cNvPr>
          <p:cNvSpPr>
            <a:spLocks/>
          </p:cNvSpPr>
          <p:nvPr/>
        </p:nvSpPr>
        <p:spPr>
          <a:xfrm>
            <a:off x="3974312" y="2465744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614995A3-623A-47B9-8FA2-63F435DC7E47}"/>
              </a:ext>
            </a:extLst>
          </p:cNvPr>
          <p:cNvSpPr>
            <a:spLocks/>
          </p:cNvSpPr>
          <p:nvPr/>
        </p:nvSpPr>
        <p:spPr>
          <a:xfrm>
            <a:off x="3974312" y="2336795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E58779CB-2FC5-421F-81C6-04F100D17FA5}"/>
              </a:ext>
            </a:extLst>
          </p:cNvPr>
          <p:cNvSpPr>
            <a:spLocks/>
          </p:cNvSpPr>
          <p:nvPr/>
        </p:nvSpPr>
        <p:spPr>
          <a:xfrm>
            <a:off x="4708803" y="2048972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B61E8ECD-A942-43AD-B016-519B9B6BBE8D}"/>
              </a:ext>
            </a:extLst>
          </p:cNvPr>
          <p:cNvSpPr>
            <a:spLocks/>
          </p:cNvSpPr>
          <p:nvPr/>
        </p:nvSpPr>
        <p:spPr>
          <a:xfrm>
            <a:off x="3974312" y="2406765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621ADA37-60CB-4D2D-9EEA-AAEA97B6D5CF}"/>
              </a:ext>
            </a:extLst>
          </p:cNvPr>
          <p:cNvSpPr>
            <a:spLocks/>
          </p:cNvSpPr>
          <p:nvPr/>
        </p:nvSpPr>
        <p:spPr>
          <a:xfrm>
            <a:off x="3974312" y="2860610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D90952E0-DB38-48A9-B423-218FF49102BD}"/>
              </a:ext>
            </a:extLst>
          </p:cNvPr>
          <p:cNvSpPr>
            <a:spLocks/>
          </p:cNvSpPr>
          <p:nvPr/>
        </p:nvSpPr>
        <p:spPr>
          <a:xfrm>
            <a:off x="4236666" y="31184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77934176-1605-463D-80FE-FC4DD90A6A11}"/>
              </a:ext>
            </a:extLst>
          </p:cNvPr>
          <p:cNvSpPr>
            <a:spLocks/>
          </p:cNvSpPr>
          <p:nvPr/>
        </p:nvSpPr>
        <p:spPr>
          <a:xfrm>
            <a:off x="3974312" y="1994592"/>
            <a:ext cx="63942" cy="63942"/>
          </a:xfrm>
          <a:prstGeom prst="ellipse">
            <a:avLst/>
          </a:prstGeom>
          <a:solidFill>
            <a:srgbClr val="481B6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9209BCF3-FE8E-46F4-A36B-D8DEBA4BABE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B67F4ED9-B881-423B-A627-27EF4FF04F77}"/>
              </a:ext>
            </a:extLst>
          </p:cNvPr>
          <p:cNvSpPr>
            <a:spLocks/>
          </p:cNvSpPr>
          <p:nvPr/>
        </p:nvSpPr>
        <p:spPr>
          <a:xfrm>
            <a:off x="5342369" y="1919617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2944B218-BA51-4576-9BDA-94F11EA8924D}"/>
              </a:ext>
            </a:extLst>
          </p:cNvPr>
          <p:cNvSpPr>
            <a:spLocks/>
          </p:cNvSpPr>
          <p:nvPr/>
        </p:nvSpPr>
        <p:spPr>
          <a:xfrm>
            <a:off x="4125971" y="344723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391BECA1-F719-47BC-8ABF-92E24BDA8C4C}"/>
              </a:ext>
            </a:extLst>
          </p:cNvPr>
          <p:cNvSpPr>
            <a:spLocks/>
          </p:cNvSpPr>
          <p:nvPr/>
        </p:nvSpPr>
        <p:spPr>
          <a:xfrm>
            <a:off x="3974851" y="2315519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DDE01F86-1572-4F5B-A72B-E3EB4E6D5B33}"/>
              </a:ext>
            </a:extLst>
          </p:cNvPr>
          <p:cNvSpPr>
            <a:spLocks/>
          </p:cNvSpPr>
          <p:nvPr/>
        </p:nvSpPr>
        <p:spPr>
          <a:xfrm>
            <a:off x="3991672" y="2913553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48FBAAB6-9E06-4942-8061-77F70876BDE3}"/>
              </a:ext>
            </a:extLst>
          </p:cNvPr>
          <p:cNvSpPr>
            <a:spLocks/>
          </p:cNvSpPr>
          <p:nvPr/>
        </p:nvSpPr>
        <p:spPr>
          <a:xfrm>
            <a:off x="4785432" y="3058865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293FDB95-85D6-4041-AC7E-B01F82601A34}"/>
              </a:ext>
            </a:extLst>
          </p:cNvPr>
          <p:cNvSpPr>
            <a:spLocks/>
          </p:cNvSpPr>
          <p:nvPr/>
        </p:nvSpPr>
        <p:spPr>
          <a:xfrm>
            <a:off x="4307043" y="197254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29EAFFD8-ED95-4F5D-B81C-07164380BA38}"/>
              </a:ext>
            </a:extLst>
          </p:cNvPr>
          <p:cNvSpPr>
            <a:spLocks/>
          </p:cNvSpPr>
          <p:nvPr/>
        </p:nvSpPr>
        <p:spPr>
          <a:xfrm>
            <a:off x="4028381" y="179942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09EDA306-130C-4F44-AB77-BD8C6C27D002}"/>
              </a:ext>
            </a:extLst>
          </p:cNvPr>
          <p:cNvSpPr>
            <a:spLocks/>
          </p:cNvSpPr>
          <p:nvPr/>
        </p:nvSpPr>
        <p:spPr>
          <a:xfrm>
            <a:off x="3976721" y="297771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1D4E393E-3CF9-45D4-9D49-F138A952C7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C51D8DCE-4970-4CC1-8165-70CE4F180CAD}"/>
              </a:ext>
            </a:extLst>
          </p:cNvPr>
          <p:cNvSpPr>
            <a:spLocks/>
          </p:cNvSpPr>
          <p:nvPr/>
        </p:nvSpPr>
        <p:spPr>
          <a:xfrm>
            <a:off x="4499431" y="241954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BEFA0C5B-ECC1-4832-99E8-5D38E48E30AD}"/>
              </a:ext>
            </a:extLst>
          </p:cNvPr>
          <p:cNvSpPr>
            <a:spLocks/>
          </p:cNvSpPr>
          <p:nvPr/>
        </p:nvSpPr>
        <p:spPr>
          <a:xfrm>
            <a:off x="4871675" y="1880294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1D28F1D8-8CD5-4D57-B5F9-432A68F559D1}"/>
              </a:ext>
            </a:extLst>
          </p:cNvPr>
          <p:cNvSpPr>
            <a:spLocks/>
          </p:cNvSpPr>
          <p:nvPr/>
        </p:nvSpPr>
        <p:spPr>
          <a:xfrm>
            <a:off x="5013173" y="225670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5286F530-4032-484F-A48D-E4C58D1CB291}"/>
              </a:ext>
            </a:extLst>
          </p:cNvPr>
          <p:cNvSpPr>
            <a:spLocks/>
          </p:cNvSpPr>
          <p:nvPr/>
        </p:nvSpPr>
        <p:spPr>
          <a:xfrm>
            <a:off x="4257874" y="237317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84E9C7AE-01DB-4A38-A6CA-D31E93F7594B}"/>
              </a:ext>
            </a:extLst>
          </p:cNvPr>
          <p:cNvSpPr>
            <a:spLocks/>
          </p:cNvSpPr>
          <p:nvPr/>
        </p:nvSpPr>
        <p:spPr>
          <a:xfrm>
            <a:off x="3974312" y="193397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193B8F43-B22B-4A6E-BD8A-C114B86994C2}"/>
              </a:ext>
            </a:extLst>
          </p:cNvPr>
          <p:cNvSpPr>
            <a:spLocks/>
          </p:cNvSpPr>
          <p:nvPr/>
        </p:nvSpPr>
        <p:spPr>
          <a:xfrm>
            <a:off x="5162439" y="1963381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6FF7B8DD-A37D-4AA2-94C0-925B2E075E53}"/>
              </a:ext>
            </a:extLst>
          </p:cNvPr>
          <p:cNvSpPr>
            <a:spLocks/>
          </p:cNvSpPr>
          <p:nvPr/>
        </p:nvSpPr>
        <p:spPr>
          <a:xfrm>
            <a:off x="4747540" y="2428029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C311194B-C1D9-4F5C-ACBA-40818C2A1EA9}"/>
              </a:ext>
            </a:extLst>
          </p:cNvPr>
          <p:cNvSpPr>
            <a:spLocks/>
          </p:cNvSpPr>
          <p:nvPr/>
        </p:nvSpPr>
        <p:spPr>
          <a:xfrm>
            <a:off x="5144956" y="217551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AAC71353-6198-4798-9FD1-5EC517FBF61A}"/>
              </a:ext>
            </a:extLst>
          </p:cNvPr>
          <p:cNvSpPr>
            <a:spLocks/>
          </p:cNvSpPr>
          <p:nvPr/>
        </p:nvSpPr>
        <p:spPr>
          <a:xfrm>
            <a:off x="4654977" y="256698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9919C1F6-5656-452E-8A0B-1CCDF50B2946}"/>
              </a:ext>
            </a:extLst>
          </p:cNvPr>
          <p:cNvSpPr>
            <a:spLocks/>
          </p:cNvSpPr>
          <p:nvPr/>
        </p:nvSpPr>
        <p:spPr>
          <a:xfrm>
            <a:off x="4802642" y="2053029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69114F4B-BCAA-4493-BD89-C1BD36F09CC2}"/>
              </a:ext>
            </a:extLst>
          </p:cNvPr>
          <p:cNvSpPr>
            <a:spLocks/>
          </p:cNvSpPr>
          <p:nvPr/>
        </p:nvSpPr>
        <p:spPr>
          <a:xfrm>
            <a:off x="4253839" y="344723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441B2AB5-2673-4CCB-BBCA-274D34344A0F}"/>
              </a:ext>
            </a:extLst>
          </p:cNvPr>
          <p:cNvSpPr>
            <a:spLocks/>
          </p:cNvSpPr>
          <p:nvPr/>
        </p:nvSpPr>
        <p:spPr>
          <a:xfrm>
            <a:off x="3974312" y="240975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12033B1E-B72F-4309-B189-E038A7CDC389}"/>
              </a:ext>
            </a:extLst>
          </p:cNvPr>
          <p:cNvSpPr>
            <a:spLocks/>
          </p:cNvSpPr>
          <p:nvPr/>
        </p:nvSpPr>
        <p:spPr>
          <a:xfrm>
            <a:off x="4921740" y="1970820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2533151A-C4BF-4E3E-B9DB-CA08E2751ECD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D77EDE83-7100-4B0C-93EA-0C9AD0060219}"/>
              </a:ext>
            </a:extLst>
          </p:cNvPr>
          <p:cNvSpPr>
            <a:spLocks/>
          </p:cNvSpPr>
          <p:nvPr/>
        </p:nvSpPr>
        <p:spPr>
          <a:xfrm>
            <a:off x="4663001" y="2362761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F24951E1-15AD-4176-A9B2-CC78E2B2B77A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0E6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368187D7-99BA-406C-948E-32A6DE569821}"/>
              </a:ext>
            </a:extLst>
          </p:cNvPr>
          <p:cNvSpPr>
            <a:spLocks/>
          </p:cNvSpPr>
          <p:nvPr/>
        </p:nvSpPr>
        <p:spPr>
          <a:xfrm>
            <a:off x="4662734" y="344723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B5E4E30E-89EB-4290-BBC4-52DEF68CA310}"/>
              </a:ext>
            </a:extLst>
          </p:cNvPr>
          <p:cNvSpPr>
            <a:spLocks/>
          </p:cNvSpPr>
          <p:nvPr/>
        </p:nvSpPr>
        <p:spPr>
          <a:xfrm>
            <a:off x="4851373" y="3243895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D6371BEC-47DE-4795-8226-201BEE180964}"/>
              </a:ext>
            </a:extLst>
          </p:cNvPr>
          <p:cNvSpPr>
            <a:spLocks/>
          </p:cNvSpPr>
          <p:nvPr/>
        </p:nvSpPr>
        <p:spPr>
          <a:xfrm>
            <a:off x="4884265" y="2468894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03A7F9E3-FC46-49A4-95AD-37FCFC7FFBDC}"/>
              </a:ext>
            </a:extLst>
          </p:cNvPr>
          <p:cNvSpPr>
            <a:spLocks/>
          </p:cNvSpPr>
          <p:nvPr/>
        </p:nvSpPr>
        <p:spPr>
          <a:xfrm>
            <a:off x="4143699" y="3203880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BD9258C6-2934-4F57-B04A-CB92A8F30B45}"/>
              </a:ext>
            </a:extLst>
          </p:cNvPr>
          <p:cNvSpPr>
            <a:spLocks/>
          </p:cNvSpPr>
          <p:nvPr/>
        </p:nvSpPr>
        <p:spPr>
          <a:xfrm>
            <a:off x="4962398" y="22681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7A0D9CB0-40DC-4558-ABCA-20E0116FE3EE}"/>
              </a:ext>
            </a:extLst>
          </p:cNvPr>
          <p:cNvSpPr>
            <a:spLocks/>
          </p:cNvSpPr>
          <p:nvPr/>
        </p:nvSpPr>
        <p:spPr>
          <a:xfrm>
            <a:off x="4615460" y="193707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6C10B9FD-0189-4786-A6B3-ABFA9AA243E7}"/>
              </a:ext>
            </a:extLst>
          </p:cNvPr>
          <p:cNvSpPr>
            <a:spLocks/>
          </p:cNvSpPr>
          <p:nvPr/>
        </p:nvSpPr>
        <p:spPr>
          <a:xfrm>
            <a:off x="5404254" y="284390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2315A841-E0E5-4BCC-B437-4F5928B998E7}"/>
              </a:ext>
            </a:extLst>
          </p:cNvPr>
          <p:cNvSpPr>
            <a:spLocks/>
          </p:cNvSpPr>
          <p:nvPr/>
        </p:nvSpPr>
        <p:spPr>
          <a:xfrm>
            <a:off x="4274826" y="2028257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DAB92D88-28BF-4A1A-867E-50F427F65D8B}"/>
              </a:ext>
            </a:extLst>
          </p:cNvPr>
          <p:cNvSpPr>
            <a:spLocks/>
          </p:cNvSpPr>
          <p:nvPr/>
        </p:nvSpPr>
        <p:spPr>
          <a:xfrm>
            <a:off x="3974312" y="292171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D924D818-9C25-486D-A291-E42320D091B1}"/>
              </a:ext>
            </a:extLst>
          </p:cNvPr>
          <p:cNvSpPr>
            <a:spLocks/>
          </p:cNvSpPr>
          <p:nvPr/>
        </p:nvSpPr>
        <p:spPr>
          <a:xfrm>
            <a:off x="4552703" y="2377432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2BD8BA1A-970A-4603-9408-F4F52F883C85}"/>
              </a:ext>
            </a:extLst>
          </p:cNvPr>
          <p:cNvSpPr>
            <a:spLocks/>
          </p:cNvSpPr>
          <p:nvPr/>
        </p:nvSpPr>
        <p:spPr>
          <a:xfrm>
            <a:off x="4622960" y="3067541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AD42B76F-2F68-4134-9595-AF8FFC9F9B25}"/>
              </a:ext>
            </a:extLst>
          </p:cNvPr>
          <p:cNvSpPr>
            <a:spLocks/>
          </p:cNvSpPr>
          <p:nvPr/>
        </p:nvSpPr>
        <p:spPr>
          <a:xfrm>
            <a:off x="3974312" y="2569758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A77452A3-ED09-4470-9CF3-F862AF582B1E}"/>
              </a:ext>
            </a:extLst>
          </p:cNvPr>
          <p:cNvSpPr>
            <a:spLocks/>
          </p:cNvSpPr>
          <p:nvPr/>
        </p:nvSpPr>
        <p:spPr>
          <a:xfrm>
            <a:off x="4756055" y="2175719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E151CC44-6A41-4AF6-99A9-C62AF81056FF}"/>
              </a:ext>
            </a:extLst>
          </p:cNvPr>
          <p:cNvSpPr>
            <a:spLocks/>
          </p:cNvSpPr>
          <p:nvPr/>
        </p:nvSpPr>
        <p:spPr>
          <a:xfrm>
            <a:off x="4908689" y="199459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87E515F-7EA1-444A-BBAE-F98BEF8F5EFD}"/>
              </a:ext>
            </a:extLst>
          </p:cNvPr>
          <p:cNvSpPr>
            <a:spLocks/>
          </p:cNvSpPr>
          <p:nvPr/>
        </p:nvSpPr>
        <p:spPr>
          <a:xfrm>
            <a:off x="3974312" y="2885385"/>
            <a:ext cx="63942" cy="63942"/>
          </a:xfrm>
          <a:prstGeom prst="ellipse">
            <a:avLst/>
          </a:prstGeom>
          <a:solidFill>
            <a:srgbClr val="433E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CAACD6CF-F862-48C5-8E3E-87DDCC54308D}"/>
              </a:ext>
            </a:extLst>
          </p:cNvPr>
          <p:cNvSpPr>
            <a:spLocks/>
          </p:cNvSpPr>
          <p:nvPr/>
        </p:nvSpPr>
        <p:spPr>
          <a:xfrm>
            <a:off x="5177593" y="1996253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577D1F1C-4607-4B4D-A9EE-7FF5F7EB8E28}"/>
              </a:ext>
            </a:extLst>
          </p:cNvPr>
          <p:cNvSpPr>
            <a:spLocks/>
          </p:cNvSpPr>
          <p:nvPr/>
        </p:nvSpPr>
        <p:spPr>
          <a:xfrm>
            <a:off x="4115170" y="3172880"/>
            <a:ext cx="63942" cy="63942"/>
          </a:xfrm>
          <a:prstGeom prst="ellipse">
            <a:avLst/>
          </a:prstGeom>
          <a:solidFill>
            <a:srgbClr val="1F96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8123F16D-2846-4DAD-B5AF-C36867D77D1B}"/>
              </a:ext>
            </a:extLst>
          </p:cNvPr>
          <p:cNvSpPr>
            <a:spLocks/>
          </p:cNvSpPr>
          <p:nvPr/>
        </p:nvSpPr>
        <p:spPr>
          <a:xfrm>
            <a:off x="3974312" y="1946160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62ABAFC8-C161-4207-9400-32197809D193}"/>
              </a:ext>
            </a:extLst>
          </p:cNvPr>
          <p:cNvSpPr>
            <a:spLocks/>
          </p:cNvSpPr>
          <p:nvPr/>
        </p:nvSpPr>
        <p:spPr>
          <a:xfrm>
            <a:off x="3974312" y="2282946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5A1516F8-07A4-4D60-97EF-86D238C1F9DB}"/>
              </a:ext>
            </a:extLst>
          </p:cNvPr>
          <p:cNvSpPr>
            <a:spLocks/>
          </p:cNvSpPr>
          <p:nvPr/>
        </p:nvSpPr>
        <p:spPr>
          <a:xfrm>
            <a:off x="4447925" y="1940806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938DC370-A065-4F21-84D2-1BCD7C4C82DA}"/>
              </a:ext>
            </a:extLst>
          </p:cNvPr>
          <p:cNvSpPr>
            <a:spLocks/>
          </p:cNvSpPr>
          <p:nvPr/>
        </p:nvSpPr>
        <p:spPr>
          <a:xfrm>
            <a:off x="3974312" y="2990768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5976F0B3-9178-49DC-83B6-C8C25CEC4997}"/>
              </a:ext>
            </a:extLst>
          </p:cNvPr>
          <p:cNvSpPr>
            <a:spLocks/>
          </p:cNvSpPr>
          <p:nvPr/>
        </p:nvSpPr>
        <p:spPr>
          <a:xfrm>
            <a:off x="5071382" y="2178804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8FE083A7-6A28-4789-B271-1DA31D09CC73}"/>
              </a:ext>
            </a:extLst>
          </p:cNvPr>
          <p:cNvSpPr>
            <a:spLocks/>
          </p:cNvSpPr>
          <p:nvPr/>
        </p:nvSpPr>
        <p:spPr>
          <a:xfrm>
            <a:off x="3974312" y="2604466"/>
            <a:ext cx="63942" cy="63942"/>
          </a:xfrm>
          <a:prstGeom prst="ellipse">
            <a:avLst/>
          </a:prstGeom>
          <a:solidFill>
            <a:srgbClr val="1F9A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8063CD8C-4C3C-4DC2-B1A9-2A16C7858D7D}"/>
              </a:ext>
            </a:extLst>
          </p:cNvPr>
          <p:cNvSpPr>
            <a:spLocks/>
          </p:cNvSpPr>
          <p:nvPr/>
        </p:nvSpPr>
        <p:spPr>
          <a:xfrm>
            <a:off x="4649137" y="2608735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ECAA6BE6-5345-4F60-9DC2-3423AFEE184E}"/>
              </a:ext>
            </a:extLst>
          </p:cNvPr>
          <p:cNvSpPr>
            <a:spLocks/>
          </p:cNvSpPr>
          <p:nvPr/>
        </p:nvSpPr>
        <p:spPr>
          <a:xfrm>
            <a:off x="4683204" y="261329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6EED2174-7A72-4D75-85A4-E64A99CB3670}"/>
              </a:ext>
            </a:extLst>
          </p:cNvPr>
          <p:cNvSpPr>
            <a:spLocks/>
          </p:cNvSpPr>
          <p:nvPr/>
        </p:nvSpPr>
        <p:spPr>
          <a:xfrm>
            <a:off x="4767019" y="2573640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53845AE1-BF19-4CB9-9EF3-E08686478DB6}"/>
              </a:ext>
            </a:extLst>
          </p:cNvPr>
          <p:cNvSpPr>
            <a:spLocks/>
          </p:cNvSpPr>
          <p:nvPr/>
        </p:nvSpPr>
        <p:spPr>
          <a:xfrm>
            <a:off x="5354725" y="2054321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4AAD3350-8FBD-4A70-A581-5E09C290826D}"/>
              </a:ext>
            </a:extLst>
          </p:cNvPr>
          <p:cNvSpPr>
            <a:spLocks/>
          </p:cNvSpPr>
          <p:nvPr/>
        </p:nvSpPr>
        <p:spPr>
          <a:xfrm>
            <a:off x="4482549" y="3330724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101C2E9C-CF48-45A9-8BE8-28749AFFF187}"/>
              </a:ext>
            </a:extLst>
          </p:cNvPr>
          <p:cNvSpPr>
            <a:spLocks/>
          </p:cNvSpPr>
          <p:nvPr/>
        </p:nvSpPr>
        <p:spPr>
          <a:xfrm>
            <a:off x="4778966" y="2674422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3367C695-9733-4D70-9369-F54F5E5E7478}"/>
              </a:ext>
            </a:extLst>
          </p:cNvPr>
          <p:cNvSpPr>
            <a:spLocks/>
          </p:cNvSpPr>
          <p:nvPr/>
        </p:nvSpPr>
        <p:spPr>
          <a:xfrm>
            <a:off x="3974312" y="2248458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78A7DA60-F075-4209-A193-9869E301A6EC}"/>
              </a:ext>
            </a:extLst>
          </p:cNvPr>
          <p:cNvSpPr>
            <a:spLocks/>
          </p:cNvSpPr>
          <p:nvPr/>
        </p:nvSpPr>
        <p:spPr>
          <a:xfrm>
            <a:off x="4118340" y="2757153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C144B101-DDA4-4F90-8A85-5EFAAA57156B}"/>
              </a:ext>
            </a:extLst>
          </p:cNvPr>
          <p:cNvSpPr>
            <a:spLocks/>
          </p:cNvSpPr>
          <p:nvPr/>
        </p:nvSpPr>
        <p:spPr>
          <a:xfrm>
            <a:off x="4914638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13E6A064-9CBA-4BC6-8435-A530B2E6F96F}"/>
              </a:ext>
            </a:extLst>
          </p:cNvPr>
          <p:cNvSpPr>
            <a:spLocks/>
          </p:cNvSpPr>
          <p:nvPr/>
        </p:nvSpPr>
        <p:spPr>
          <a:xfrm>
            <a:off x="4546242" y="3084966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64CBD67D-CA88-4DAE-99CD-659661241BDC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3C0E5F65-1673-47CC-8646-6C7D0F03587B}"/>
              </a:ext>
            </a:extLst>
          </p:cNvPr>
          <p:cNvSpPr>
            <a:spLocks/>
          </p:cNvSpPr>
          <p:nvPr/>
        </p:nvSpPr>
        <p:spPr>
          <a:xfrm>
            <a:off x="4505111" y="344723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6C457711-4661-4260-BF38-717278C0BA5D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A5696E0E-4FCE-4814-B9E1-7C799C926859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5" name="text_1334">
            <a:extLst>
              <a:ext uri="{FF2B5EF4-FFF2-40B4-BE49-F238E27FC236}">
                <a16:creationId xmlns:a16="http://schemas.microsoft.com/office/drawing/2014/main" id="{E8EFA72E-53E6-41F3-B424-F54E1020B332}"/>
              </a:ext>
            </a:extLst>
          </p:cNvPr>
          <p:cNvSpPr>
            <a:spLocks/>
          </p:cNvSpPr>
          <p:nvPr/>
        </p:nvSpPr>
        <p:spPr>
          <a:xfrm>
            <a:off x="3527453" y="1291426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336" name="text_1335">
            <a:extLst>
              <a:ext uri="{FF2B5EF4-FFF2-40B4-BE49-F238E27FC236}">
                <a16:creationId xmlns:a16="http://schemas.microsoft.com/office/drawing/2014/main" id="{E9C46918-0B1C-431D-9DE7-3BA05DE6999A}"/>
              </a:ext>
            </a:extLst>
          </p:cNvPr>
          <p:cNvSpPr>
            <a:spLocks/>
          </p:cNvSpPr>
          <p:nvPr/>
        </p:nvSpPr>
        <p:spPr>
          <a:xfrm>
            <a:off x="4006283" y="1314000"/>
            <a:ext cx="981945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 · Dice</a:t>
            </a:r>
          </a:p>
        </p:txBody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73E4F57D-4253-4B15-B46B-158AAB56AB94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AD6DB83A-47CE-449B-8057-1C3078199F23}"/>
              </a:ext>
            </a:extLst>
          </p:cNvPr>
          <p:cNvSpPr>
            <a:spLocks/>
          </p:cNvSpPr>
          <p:nvPr/>
        </p:nvSpPr>
        <p:spPr>
          <a:xfrm>
            <a:off x="5989252" y="34718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450BEE8-A103-4056-8F65-7504034DD200}"/>
              </a:ext>
            </a:extLst>
          </p:cNvPr>
          <p:cNvSpPr>
            <a:spLocks/>
          </p:cNvSpPr>
          <p:nvPr/>
        </p:nvSpPr>
        <p:spPr>
          <a:xfrm>
            <a:off x="5989252" y="34645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13BB64B5-0F25-4823-9846-E35784470E9B}"/>
              </a:ext>
            </a:extLst>
          </p:cNvPr>
          <p:cNvSpPr>
            <a:spLocks/>
          </p:cNvSpPr>
          <p:nvPr/>
        </p:nvSpPr>
        <p:spPr>
          <a:xfrm>
            <a:off x="5989252" y="34572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C0CC921C-CD97-4C58-B1B4-C545AC203417}"/>
              </a:ext>
            </a:extLst>
          </p:cNvPr>
          <p:cNvSpPr>
            <a:spLocks/>
          </p:cNvSpPr>
          <p:nvPr/>
        </p:nvSpPr>
        <p:spPr>
          <a:xfrm>
            <a:off x="5989252" y="344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57B4C4A4-DF91-4DE1-8BE2-A2DA9AB1CC0E}"/>
              </a:ext>
            </a:extLst>
          </p:cNvPr>
          <p:cNvSpPr>
            <a:spLocks/>
          </p:cNvSpPr>
          <p:nvPr/>
        </p:nvSpPr>
        <p:spPr>
          <a:xfrm>
            <a:off x="5989252" y="34426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CC366351-20EC-4C19-A972-7AFC33B3FECF}"/>
              </a:ext>
            </a:extLst>
          </p:cNvPr>
          <p:cNvSpPr>
            <a:spLocks/>
          </p:cNvSpPr>
          <p:nvPr/>
        </p:nvSpPr>
        <p:spPr>
          <a:xfrm>
            <a:off x="5989252" y="34352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BD30729B-518A-4F07-8A93-BB9374D2106F}"/>
              </a:ext>
            </a:extLst>
          </p:cNvPr>
          <p:cNvSpPr>
            <a:spLocks/>
          </p:cNvSpPr>
          <p:nvPr/>
        </p:nvSpPr>
        <p:spPr>
          <a:xfrm>
            <a:off x="5989252" y="34279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04E3284B-D671-4009-B700-AE3A8D6BBC73}"/>
              </a:ext>
            </a:extLst>
          </p:cNvPr>
          <p:cNvSpPr>
            <a:spLocks/>
          </p:cNvSpPr>
          <p:nvPr/>
        </p:nvSpPr>
        <p:spPr>
          <a:xfrm>
            <a:off x="5989252" y="34206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CD26691E-3DD1-4846-83AD-4124A2A6E3E3}"/>
              </a:ext>
            </a:extLst>
          </p:cNvPr>
          <p:cNvSpPr>
            <a:spLocks/>
          </p:cNvSpPr>
          <p:nvPr/>
        </p:nvSpPr>
        <p:spPr>
          <a:xfrm>
            <a:off x="5989252" y="341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6276E4B6-8BA4-4247-9710-1DA9903A77C8}"/>
              </a:ext>
            </a:extLst>
          </p:cNvPr>
          <p:cNvSpPr>
            <a:spLocks/>
          </p:cNvSpPr>
          <p:nvPr/>
        </p:nvSpPr>
        <p:spPr>
          <a:xfrm>
            <a:off x="5989252" y="34059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FBAF6DAA-31E9-4619-BFFB-9F730FE4AF86}"/>
              </a:ext>
            </a:extLst>
          </p:cNvPr>
          <p:cNvSpPr>
            <a:spLocks/>
          </p:cNvSpPr>
          <p:nvPr/>
        </p:nvSpPr>
        <p:spPr>
          <a:xfrm>
            <a:off x="5989252" y="33986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2DA31BFF-AD96-4C0E-A345-610B3A7958F0}"/>
              </a:ext>
            </a:extLst>
          </p:cNvPr>
          <p:cNvSpPr>
            <a:spLocks/>
          </p:cNvSpPr>
          <p:nvPr/>
        </p:nvSpPr>
        <p:spPr>
          <a:xfrm>
            <a:off x="5989252" y="33913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BCCAB5A9-E85F-4E2B-B51D-66B50BDD1DE9}"/>
              </a:ext>
            </a:extLst>
          </p:cNvPr>
          <p:cNvSpPr>
            <a:spLocks/>
          </p:cNvSpPr>
          <p:nvPr/>
        </p:nvSpPr>
        <p:spPr>
          <a:xfrm>
            <a:off x="5989252" y="33840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E7613444-5454-43B0-BBE9-E695BF465A48}"/>
              </a:ext>
            </a:extLst>
          </p:cNvPr>
          <p:cNvSpPr>
            <a:spLocks/>
          </p:cNvSpPr>
          <p:nvPr/>
        </p:nvSpPr>
        <p:spPr>
          <a:xfrm>
            <a:off x="5989252" y="33767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9ADADBF3-3ADC-41D1-8D68-BE65C88553CB}"/>
              </a:ext>
            </a:extLst>
          </p:cNvPr>
          <p:cNvSpPr>
            <a:spLocks/>
          </p:cNvSpPr>
          <p:nvPr/>
        </p:nvSpPr>
        <p:spPr>
          <a:xfrm>
            <a:off x="5989252" y="336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61C32EEB-F0DF-4CDD-861D-DAD507B971C8}"/>
              </a:ext>
            </a:extLst>
          </p:cNvPr>
          <p:cNvSpPr>
            <a:spLocks/>
          </p:cNvSpPr>
          <p:nvPr/>
        </p:nvSpPr>
        <p:spPr>
          <a:xfrm>
            <a:off x="5989252" y="33620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876E8CAC-DEF5-42DA-B674-DE51BA31C546}"/>
              </a:ext>
            </a:extLst>
          </p:cNvPr>
          <p:cNvSpPr>
            <a:spLocks/>
          </p:cNvSpPr>
          <p:nvPr/>
        </p:nvSpPr>
        <p:spPr>
          <a:xfrm>
            <a:off x="5989252" y="33547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16C5EA38-5A56-4D51-A95E-E83F542F6D9C}"/>
              </a:ext>
            </a:extLst>
          </p:cNvPr>
          <p:cNvSpPr>
            <a:spLocks/>
          </p:cNvSpPr>
          <p:nvPr/>
        </p:nvSpPr>
        <p:spPr>
          <a:xfrm>
            <a:off x="5989252" y="33474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35198F11-744C-4092-890F-8AFC4B377DFE}"/>
              </a:ext>
            </a:extLst>
          </p:cNvPr>
          <p:cNvSpPr>
            <a:spLocks/>
          </p:cNvSpPr>
          <p:nvPr/>
        </p:nvSpPr>
        <p:spPr>
          <a:xfrm>
            <a:off x="5989252" y="33400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DEF7CC5C-1E34-4F8F-A07A-EE4095D1C8C6}"/>
              </a:ext>
            </a:extLst>
          </p:cNvPr>
          <p:cNvSpPr>
            <a:spLocks/>
          </p:cNvSpPr>
          <p:nvPr/>
        </p:nvSpPr>
        <p:spPr>
          <a:xfrm>
            <a:off x="5989252" y="333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D41C5312-D848-4D24-9238-2F48FC301915}"/>
              </a:ext>
            </a:extLst>
          </p:cNvPr>
          <p:cNvSpPr>
            <a:spLocks/>
          </p:cNvSpPr>
          <p:nvPr/>
        </p:nvSpPr>
        <p:spPr>
          <a:xfrm>
            <a:off x="5989252" y="33254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E8C81A51-2378-4CF5-9C17-61347447B4E2}"/>
              </a:ext>
            </a:extLst>
          </p:cNvPr>
          <p:cNvSpPr>
            <a:spLocks/>
          </p:cNvSpPr>
          <p:nvPr/>
        </p:nvSpPr>
        <p:spPr>
          <a:xfrm>
            <a:off x="5989252" y="33181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669C2C6C-A7EB-44A5-B1FF-73168226E399}"/>
              </a:ext>
            </a:extLst>
          </p:cNvPr>
          <p:cNvSpPr>
            <a:spLocks/>
          </p:cNvSpPr>
          <p:nvPr/>
        </p:nvSpPr>
        <p:spPr>
          <a:xfrm>
            <a:off x="5989252" y="33108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AD673B40-BB21-4588-815C-B4B3ECBEF649}"/>
              </a:ext>
            </a:extLst>
          </p:cNvPr>
          <p:cNvSpPr>
            <a:spLocks/>
          </p:cNvSpPr>
          <p:nvPr/>
        </p:nvSpPr>
        <p:spPr>
          <a:xfrm>
            <a:off x="5989252" y="33034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9C60EC83-18DD-49D6-8E13-3D1AE9A575F4}"/>
              </a:ext>
            </a:extLst>
          </p:cNvPr>
          <p:cNvSpPr>
            <a:spLocks/>
          </p:cNvSpPr>
          <p:nvPr/>
        </p:nvSpPr>
        <p:spPr>
          <a:xfrm>
            <a:off x="5989252" y="32961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087C24BE-447D-44A6-89DE-CF1256FDE5CA}"/>
              </a:ext>
            </a:extLst>
          </p:cNvPr>
          <p:cNvSpPr>
            <a:spLocks/>
          </p:cNvSpPr>
          <p:nvPr/>
        </p:nvSpPr>
        <p:spPr>
          <a:xfrm>
            <a:off x="5989252" y="32888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E0FA14FC-F607-4471-BE24-ECE225FA754D}"/>
              </a:ext>
            </a:extLst>
          </p:cNvPr>
          <p:cNvSpPr>
            <a:spLocks/>
          </p:cNvSpPr>
          <p:nvPr/>
        </p:nvSpPr>
        <p:spPr>
          <a:xfrm>
            <a:off x="5989252" y="32815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ACAD3716-7E24-4F3B-8673-E0EDF573C56C}"/>
              </a:ext>
            </a:extLst>
          </p:cNvPr>
          <p:cNvSpPr>
            <a:spLocks/>
          </p:cNvSpPr>
          <p:nvPr/>
        </p:nvSpPr>
        <p:spPr>
          <a:xfrm>
            <a:off x="5989252" y="32742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4A0FBC59-4AAF-4354-83BD-2BC211B16F18}"/>
              </a:ext>
            </a:extLst>
          </p:cNvPr>
          <p:cNvSpPr>
            <a:spLocks/>
          </p:cNvSpPr>
          <p:nvPr/>
        </p:nvSpPr>
        <p:spPr>
          <a:xfrm>
            <a:off x="5989252" y="32668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A5140747-4E65-4B48-89C3-C7A00F4D224F}"/>
              </a:ext>
            </a:extLst>
          </p:cNvPr>
          <p:cNvSpPr>
            <a:spLocks/>
          </p:cNvSpPr>
          <p:nvPr/>
        </p:nvSpPr>
        <p:spPr>
          <a:xfrm>
            <a:off x="5989252" y="32595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D258E769-A96B-4AB2-BC68-8EEA0C9A68DC}"/>
              </a:ext>
            </a:extLst>
          </p:cNvPr>
          <p:cNvSpPr>
            <a:spLocks/>
          </p:cNvSpPr>
          <p:nvPr/>
        </p:nvSpPr>
        <p:spPr>
          <a:xfrm>
            <a:off x="5989252" y="32522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74F5ACB6-C28F-42B5-BD1E-F3E21B0262CF}"/>
              </a:ext>
            </a:extLst>
          </p:cNvPr>
          <p:cNvSpPr>
            <a:spLocks/>
          </p:cNvSpPr>
          <p:nvPr/>
        </p:nvSpPr>
        <p:spPr>
          <a:xfrm>
            <a:off x="5989252" y="32449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93FC8E27-1CC6-45A9-ADDD-0A1C237AB59F}"/>
              </a:ext>
            </a:extLst>
          </p:cNvPr>
          <p:cNvSpPr>
            <a:spLocks/>
          </p:cNvSpPr>
          <p:nvPr/>
        </p:nvSpPr>
        <p:spPr>
          <a:xfrm>
            <a:off x="5989252" y="32375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42021266-2EAD-47DD-9D8A-4CB841F8A394}"/>
              </a:ext>
            </a:extLst>
          </p:cNvPr>
          <p:cNvSpPr>
            <a:spLocks/>
          </p:cNvSpPr>
          <p:nvPr/>
        </p:nvSpPr>
        <p:spPr>
          <a:xfrm>
            <a:off x="5989252" y="32302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D1ED2B24-B07C-405F-8AA1-9A539831B97D}"/>
              </a:ext>
            </a:extLst>
          </p:cNvPr>
          <p:cNvSpPr>
            <a:spLocks/>
          </p:cNvSpPr>
          <p:nvPr/>
        </p:nvSpPr>
        <p:spPr>
          <a:xfrm>
            <a:off x="5989252" y="32229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14FDC6B0-431B-4B04-B54D-46F1CECC0E47}"/>
              </a:ext>
            </a:extLst>
          </p:cNvPr>
          <p:cNvSpPr>
            <a:spLocks/>
          </p:cNvSpPr>
          <p:nvPr/>
        </p:nvSpPr>
        <p:spPr>
          <a:xfrm>
            <a:off x="5989252" y="32156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729C3CAD-8B2D-4F29-AB3D-0141D50015D7}"/>
              </a:ext>
            </a:extLst>
          </p:cNvPr>
          <p:cNvSpPr>
            <a:spLocks/>
          </p:cNvSpPr>
          <p:nvPr/>
        </p:nvSpPr>
        <p:spPr>
          <a:xfrm>
            <a:off x="5989252" y="32083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AF1D6C56-EBC0-46CC-B26D-49797032821B}"/>
              </a:ext>
            </a:extLst>
          </p:cNvPr>
          <p:cNvSpPr>
            <a:spLocks/>
          </p:cNvSpPr>
          <p:nvPr/>
        </p:nvSpPr>
        <p:spPr>
          <a:xfrm>
            <a:off x="5989252" y="32009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EA6085A2-D561-4585-BB9E-11248944F54C}"/>
              </a:ext>
            </a:extLst>
          </p:cNvPr>
          <p:cNvSpPr>
            <a:spLocks/>
          </p:cNvSpPr>
          <p:nvPr/>
        </p:nvSpPr>
        <p:spPr>
          <a:xfrm>
            <a:off x="5989252" y="31936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975DCE1D-2C78-4707-976A-03D94DAA39BE}"/>
              </a:ext>
            </a:extLst>
          </p:cNvPr>
          <p:cNvSpPr>
            <a:spLocks/>
          </p:cNvSpPr>
          <p:nvPr/>
        </p:nvSpPr>
        <p:spPr>
          <a:xfrm>
            <a:off x="5989252" y="31863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91FDC7E6-56BB-4C3B-A4D0-561A120ADCEB}"/>
              </a:ext>
            </a:extLst>
          </p:cNvPr>
          <p:cNvSpPr>
            <a:spLocks/>
          </p:cNvSpPr>
          <p:nvPr/>
        </p:nvSpPr>
        <p:spPr>
          <a:xfrm>
            <a:off x="5989252" y="31790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667F5F0D-A934-41D0-96E1-9426D4622262}"/>
              </a:ext>
            </a:extLst>
          </p:cNvPr>
          <p:cNvSpPr>
            <a:spLocks/>
          </p:cNvSpPr>
          <p:nvPr/>
        </p:nvSpPr>
        <p:spPr>
          <a:xfrm>
            <a:off x="5989252" y="31716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9C1D1B09-DE40-49F6-A88A-9361BD57F2B4}"/>
              </a:ext>
            </a:extLst>
          </p:cNvPr>
          <p:cNvSpPr>
            <a:spLocks/>
          </p:cNvSpPr>
          <p:nvPr/>
        </p:nvSpPr>
        <p:spPr>
          <a:xfrm>
            <a:off x="5989252" y="31643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BADB2544-8879-405A-B886-6CA7C94210EE}"/>
              </a:ext>
            </a:extLst>
          </p:cNvPr>
          <p:cNvSpPr>
            <a:spLocks/>
          </p:cNvSpPr>
          <p:nvPr/>
        </p:nvSpPr>
        <p:spPr>
          <a:xfrm>
            <a:off x="5989252" y="31570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CA847D1B-59C7-40E7-AD25-3F8400272C13}"/>
              </a:ext>
            </a:extLst>
          </p:cNvPr>
          <p:cNvSpPr>
            <a:spLocks/>
          </p:cNvSpPr>
          <p:nvPr/>
        </p:nvSpPr>
        <p:spPr>
          <a:xfrm>
            <a:off x="5989252" y="31497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F0994F75-4A59-4330-9BEA-D6A984E3C61F}"/>
              </a:ext>
            </a:extLst>
          </p:cNvPr>
          <p:cNvSpPr>
            <a:spLocks/>
          </p:cNvSpPr>
          <p:nvPr/>
        </p:nvSpPr>
        <p:spPr>
          <a:xfrm>
            <a:off x="5989252" y="31424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0CE0B53A-EBA7-423D-A51E-DDA513C70348}"/>
              </a:ext>
            </a:extLst>
          </p:cNvPr>
          <p:cNvSpPr>
            <a:spLocks/>
          </p:cNvSpPr>
          <p:nvPr/>
        </p:nvSpPr>
        <p:spPr>
          <a:xfrm>
            <a:off x="5989252" y="31350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C2A68ACC-6115-480D-8A17-FD7CFEED4EDE}"/>
              </a:ext>
            </a:extLst>
          </p:cNvPr>
          <p:cNvSpPr>
            <a:spLocks/>
          </p:cNvSpPr>
          <p:nvPr/>
        </p:nvSpPr>
        <p:spPr>
          <a:xfrm>
            <a:off x="5989252" y="31277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6E4D3FFE-5FE4-4A3E-9E34-E8676C7299E1}"/>
              </a:ext>
            </a:extLst>
          </p:cNvPr>
          <p:cNvSpPr>
            <a:spLocks/>
          </p:cNvSpPr>
          <p:nvPr/>
        </p:nvSpPr>
        <p:spPr>
          <a:xfrm>
            <a:off x="5989252" y="31204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AEE8D22E-BEBF-436E-ABB8-7E47C2D55C67}"/>
              </a:ext>
            </a:extLst>
          </p:cNvPr>
          <p:cNvSpPr>
            <a:spLocks/>
          </p:cNvSpPr>
          <p:nvPr/>
        </p:nvSpPr>
        <p:spPr>
          <a:xfrm>
            <a:off x="5989252" y="31131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C04B03CD-DE96-4B68-BA50-206497801CF2}"/>
              </a:ext>
            </a:extLst>
          </p:cNvPr>
          <p:cNvSpPr>
            <a:spLocks/>
          </p:cNvSpPr>
          <p:nvPr/>
        </p:nvSpPr>
        <p:spPr>
          <a:xfrm>
            <a:off x="5989252" y="31057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850E2BF2-60A1-4A81-9DD5-54E5C1384EEF}"/>
              </a:ext>
            </a:extLst>
          </p:cNvPr>
          <p:cNvSpPr>
            <a:spLocks/>
          </p:cNvSpPr>
          <p:nvPr/>
        </p:nvSpPr>
        <p:spPr>
          <a:xfrm>
            <a:off x="5989252" y="30984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B49589CA-0276-4D9D-9D55-72A1D6555F6D}"/>
              </a:ext>
            </a:extLst>
          </p:cNvPr>
          <p:cNvSpPr>
            <a:spLocks/>
          </p:cNvSpPr>
          <p:nvPr/>
        </p:nvSpPr>
        <p:spPr>
          <a:xfrm>
            <a:off x="5989252" y="30911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7888D6A0-0459-4315-A907-804A2E93FD3C}"/>
              </a:ext>
            </a:extLst>
          </p:cNvPr>
          <p:cNvSpPr>
            <a:spLocks/>
          </p:cNvSpPr>
          <p:nvPr/>
        </p:nvSpPr>
        <p:spPr>
          <a:xfrm>
            <a:off x="5989252" y="30838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25B67CB3-5586-4EFC-93C2-6A035A26A561}"/>
              </a:ext>
            </a:extLst>
          </p:cNvPr>
          <p:cNvSpPr>
            <a:spLocks/>
          </p:cNvSpPr>
          <p:nvPr/>
        </p:nvSpPr>
        <p:spPr>
          <a:xfrm>
            <a:off x="5989252" y="30765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D213847C-6C7F-498F-B531-B3C56DE153D3}"/>
              </a:ext>
            </a:extLst>
          </p:cNvPr>
          <p:cNvSpPr>
            <a:spLocks/>
          </p:cNvSpPr>
          <p:nvPr/>
        </p:nvSpPr>
        <p:spPr>
          <a:xfrm>
            <a:off x="5989252" y="30691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54887FA8-0299-44DD-A3BE-3DB4D9E4C879}"/>
              </a:ext>
            </a:extLst>
          </p:cNvPr>
          <p:cNvSpPr>
            <a:spLocks/>
          </p:cNvSpPr>
          <p:nvPr/>
        </p:nvSpPr>
        <p:spPr>
          <a:xfrm>
            <a:off x="5989252" y="30618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0F382373-9C3C-41B5-B2CC-B6459E5F29D7}"/>
              </a:ext>
            </a:extLst>
          </p:cNvPr>
          <p:cNvSpPr>
            <a:spLocks/>
          </p:cNvSpPr>
          <p:nvPr/>
        </p:nvSpPr>
        <p:spPr>
          <a:xfrm>
            <a:off x="5989252" y="30545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BDDF89C3-6AF4-4315-9A5A-C82366C94ACD}"/>
              </a:ext>
            </a:extLst>
          </p:cNvPr>
          <p:cNvSpPr>
            <a:spLocks/>
          </p:cNvSpPr>
          <p:nvPr/>
        </p:nvSpPr>
        <p:spPr>
          <a:xfrm>
            <a:off x="5989252" y="30472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70D6E029-437D-474A-9207-62ABCFA75B4B}"/>
              </a:ext>
            </a:extLst>
          </p:cNvPr>
          <p:cNvSpPr>
            <a:spLocks/>
          </p:cNvSpPr>
          <p:nvPr/>
        </p:nvSpPr>
        <p:spPr>
          <a:xfrm>
            <a:off x="5989252" y="30399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79211233-B4D5-49F2-ADE3-C2B6469775AB}"/>
              </a:ext>
            </a:extLst>
          </p:cNvPr>
          <p:cNvSpPr>
            <a:spLocks/>
          </p:cNvSpPr>
          <p:nvPr/>
        </p:nvSpPr>
        <p:spPr>
          <a:xfrm>
            <a:off x="5989252" y="30325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C793F480-1586-48A3-B79C-F5B716EB6619}"/>
              </a:ext>
            </a:extLst>
          </p:cNvPr>
          <p:cNvSpPr>
            <a:spLocks/>
          </p:cNvSpPr>
          <p:nvPr/>
        </p:nvSpPr>
        <p:spPr>
          <a:xfrm>
            <a:off x="5989252" y="30252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E158A159-D917-4EC2-87A0-E0D167374246}"/>
              </a:ext>
            </a:extLst>
          </p:cNvPr>
          <p:cNvSpPr>
            <a:spLocks/>
          </p:cNvSpPr>
          <p:nvPr/>
        </p:nvSpPr>
        <p:spPr>
          <a:xfrm>
            <a:off x="5989252" y="30179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DA130492-6823-44E2-88A6-23E72F108400}"/>
              </a:ext>
            </a:extLst>
          </p:cNvPr>
          <p:cNvSpPr>
            <a:spLocks/>
          </p:cNvSpPr>
          <p:nvPr/>
        </p:nvSpPr>
        <p:spPr>
          <a:xfrm>
            <a:off x="5989252" y="30106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C00F0B11-0CB8-442B-B9EE-2EB7C6DF9B51}"/>
              </a:ext>
            </a:extLst>
          </p:cNvPr>
          <p:cNvSpPr>
            <a:spLocks/>
          </p:cNvSpPr>
          <p:nvPr/>
        </p:nvSpPr>
        <p:spPr>
          <a:xfrm>
            <a:off x="5989252" y="30032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B265AD9-0B00-4768-813F-6D76F1A522CE}"/>
              </a:ext>
            </a:extLst>
          </p:cNvPr>
          <p:cNvSpPr>
            <a:spLocks/>
          </p:cNvSpPr>
          <p:nvPr/>
        </p:nvSpPr>
        <p:spPr>
          <a:xfrm>
            <a:off x="5989252" y="29959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DEA96F05-E458-42A5-8731-C1F27C346585}"/>
              </a:ext>
            </a:extLst>
          </p:cNvPr>
          <p:cNvSpPr>
            <a:spLocks/>
          </p:cNvSpPr>
          <p:nvPr/>
        </p:nvSpPr>
        <p:spPr>
          <a:xfrm>
            <a:off x="5989252" y="29886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11961F6C-8D86-4652-9396-DD0653701613}"/>
              </a:ext>
            </a:extLst>
          </p:cNvPr>
          <p:cNvSpPr>
            <a:spLocks/>
          </p:cNvSpPr>
          <p:nvPr/>
        </p:nvSpPr>
        <p:spPr>
          <a:xfrm>
            <a:off x="5989252" y="29813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7016F1FF-0A31-497A-8C8F-0F87279430E4}"/>
              </a:ext>
            </a:extLst>
          </p:cNvPr>
          <p:cNvSpPr>
            <a:spLocks/>
          </p:cNvSpPr>
          <p:nvPr/>
        </p:nvSpPr>
        <p:spPr>
          <a:xfrm>
            <a:off x="5989252" y="29740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7BA9B4D9-1E5E-450D-99E2-70462C66C18B}"/>
              </a:ext>
            </a:extLst>
          </p:cNvPr>
          <p:cNvSpPr>
            <a:spLocks/>
          </p:cNvSpPr>
          <p:nvPr/>
        </p:nvSpPr>
        <p:spPr>
          <a:xfrm>
            <a:off x="5989252" y="29666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CA3C37DF-1FDE-4D53-92AA-6E15FF8C63B0}"/>
              </a:ext>
            </a:extLst>
          </p:cNvPr>
          <p:cNvSpPr>
            <a:spLocks/>
          </p:cNvSpPr>
          <p:nvPr/>
        </p:nvSpPr>
        <p:spPr>
          <a:xfrm>
            <a:off x="5989252" y="29593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92B3A9B5-1D06-4C72-B708-CAB152188678}"/>
              </a:ext>
            </a:extLst>
          </p:cNvPr>
          <p:cNvSpPr>
            <a:spLocks/>
          </p:cNvSpPr>
          <p:nvPr/>
        </p:nvSpPr>
        <p:spPr>
          <a:xfrm>
            <a:off x="5989252" y="29520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541B7969-FF05-454F-9446-98583BA85E04}"/>
              </a:ext>
            </a:extLst>
          </p:cNvPr>
          <p:cNvSpPr>
            <a:spLocks/>
          </p:cNvSpPr>
          <p:nvPr/>
        </p:nvSpPr>
        <p:spPr>
          <a:xfrm>
            <a:off x="5989252" y="29447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BE611717-BB01-429E-9621-6AA3DD827100}"/>
              </a:ext>
            </a:extLst>
          </p:cNvPr>
          <p:cNvSpPr>
            <a:spLocks/>
          </p:cNvSpPr>
          <p:nvPr/>
        </p:nvSpPr>
        <p:spPr>
          <a:xfrm>
            <a:off x="5989252" y="29373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71644356-D2BB-4806-8683-06A10338E14C}"/>
              </a:ext>
            </a:extLst>
          </p:cNvPr>
          <p:cNvSpPr>
            <a:spLocks/>
          </p:cNvSpPr>
          <p:nvPr/>
        </p:nvSpPr>
        <p:spPr>
          <a:xfrm>
            <a:off x="5989252" y="29300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CFAD289E-70E4-419C-9337-ACB145AE59F1}"/>
              </a:ext>
            </a:extLst>
          </p:cNvPr>
          <p:cNvSpPr>
            <a:spLocks/>
          </p:cNvSpPr>
          <p:nvPr/>
        </p:nvSpPr>
        <p:spPr>
          <a:xfrm>
            <a:off x="5989252" y="29227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FFDC2550-854F-45DE-99C4-DD39800D3829}"/>
              </a:ext>
            </a:extLst>
          </p:cNvPr>
          <p:cNvSpPr>
            <a:spLocks/>
          </p:cNvSpPr>
          <p:nvPr/>
        </p:nvSpPr>
        <p:spPr>
          <a:xfrm>
            <a:off x="5989252" y="29154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46A1D514-0581-4C1E-A019-F50F3DB4BD35}"/>
              </a:ext>
            </a:extLst>
          </p:cNvPr>
          <p:cNvSpPr>
            <a:spLocks/>
          </p:cNvSpPr>
          <p:nvPr/>
        </p:nvSpPr>
        <p:spPr>
          <a:xfrm>
            <a:off x="5989252" y="29081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5985AA92-3E59-4E2C-B5F4-9E7711D490F3}"/>
              </a:ext>
            </a:extLst>
          </p:cNvPr>
          <p:cNvSpPr>
            <a:spLocks/>
          </p:cNvSpPr>
          <p:nvPr/>
        </p:nvSpPr>
        <p:spPr>
          <a:xfrm>
            <a:off x="5989252" y="29007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E49F7FED-BDDC-4ABE-A9A7-21E75E806658}"/>
              </a:ext>
            </a:extLst>
          </p:cNvPr>
          <p:cNvSpPr>
            <a:spLocks/>
          </p:cNvSpPr>
          <p:nvPr/>
        </p:nvSpPr>
        <p:spPr>
          <a:xfrm>
            <a:off x="5989252" y="28934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7873ECDE-BF15-40FB-9690-A12FF85364A1}"/>
              </a:ext>
            </a:extLst>
          </p:cNvPr>
          <p:cNvSpPr>
            <a:spLocks/>
          </p:cNvSpPr>
          <p:nvPr/>
        </p:nvSpPr>
        <p:spPr>
          <a:xfrm>
            <a:off x="5989252" y="28861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996C693E-0900-4870-916A-62EEA8DA93E0}"/>
              </a:ext>
            </a:extLst>
          </p:cNvPr>
          <p:cNvSpPr>
            <a:spLocks/>
          </p:cNvSpPr>
          <p:nvPr/>
        </p:nvSpPr>
        <p:spPr>
          <a:xfrm>
            <a:off x="5989252" y="28788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8E8ED6A4-9E29-4E3B-B087-785BED1AE2F0}"/>
              </a:ext>
            </a:extLst>
          </p:cNvPr>
          <p:cNvSpPr>
            <a:spLocks/>
          </p:cNvSpPr>
          <p:nvPr/>
        </p:nvSpPr>
        <p:spPr>
          <a:xfrm>
            <a:off x="5989252" y="28715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0EF8C5BD-CF11-4498-99E9-4141940D4F12}"/>
              </a:ext>
            </a:extLst>
          </p:cNvPr>
          <p:cNvSpPr>
            <a:spLocks/>
          </p:cNvSpPr>
          <p:nvPr/>
        </p:nvSpPr>
        <p:spPr>
          <a:xfrm>
            <a:off x="5989252" y="28641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EE7F958C-4A87-4BCB-BAAC-B6918D647222}"/>
              </a:ext>
            </a:extLst>
          </p:cNvPr>
          <p:cNvSpPr>
            <a:spLocks/>
          </p:cNvSpPr>
          <p:nvPr/>
        </p:nvSpPr>
        <p:spPr>
          <a:xfrm>
            <a:off x="5989252" y="28568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43F5B731-92C2-482D-973C-8CF8AFCB34A4}"/>
              </a:ext>
            </a:extLst>
          </p:cNvPr>
          <p:cNvSpPr>
            <a:spLocks/>
          </p:cNvSpPr>
          <p:nvPr/>
        </p:nvSpPr>
        <p:spPr>
          <a:xfrm>
            <a:off x="5989252" y="28495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09C98957-0429-4151-A3AB-FDB781ED2547}"/>
              </a:ext>
            </a:extLst>
          </p:cNvPr>
          <p:cNvSpPr>
            <a:spLocks/>
          </p:cNvSpPr>
          <p:nvPr/>
        </p:nvSpPr>
        <p:spPr>
          <a:xfrm>
            <a:off x="5989252" y="28422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564846E9-2F33-402D-8DB7-B13BF5880312}"/>
              </a:ext>
            </a:extLst>
          </p:cNvPr>
          <p:cNvSpPr>
            <a:spLocks/>
          </p:cNvSpPr>
          <p:nvPr/>
        </p:nvSpPr>
        <p:spPr>
          <a:xfrm>
            <a:off x="5989252" y="28348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70557007-FFFA-4721-9EA9-C46F3DC69E76}"/>
              </a:ext>
            </a:extLst>
          </p:cNvPr>
          <p:cNvSpPr>
            <a:spLocks/>
          </p:cNvSpPr>
          <p:nvPr/>
        </p:nvSpPr>
        <p:spPr>
          <a:xfrm>
            <a:off x="5989252" y="28275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8079A5AD-0B9A-4C60-AEDB-086C44B1EDDA}"/>
              </a:ext>
            </a:extLst>
          </p:cNvPr>
          <p:cNvSpPr>
            <a:spLocks/>
          </p:cNvSpPr>
          <p:nvPr/>
        </p:nvSpPr>
        <p:spPr>
          <a:xfrm>
            <a:off x="5989252" y="28202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75C1C7DA-B2E9-47FB-8AB4-8B833B6A7A3E}"/>
              </a:ext>
            </a:extLst>
          </p:cNvPr>
          <p:cNvSpPr>
            <a:spLocks/>
          </p:cNvSpPr>
          <p:nvPr/>
        </p:nvSpPr>
        <p:spPr>
          <a:xfrm>
            <a:off x="5989252" y="28129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D609964-88D0-45C0-B6B0-65F2C45BCE18}"/>
              </a:ext>
            </a:extLst>
          </p:cNvPr>
          <p:cNvSpPr>
            <a:spLocks/>
          </p:cNvSpPr>
          <p:nvPr/>
        </p:nvSpPr>
        <p:spPr>
          <a:xfrm>
            <a:off x="5989252" y="28056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9D6601AB-7AA1-4A97-AD20-7A6483956E94}"/>
              </a:ext>
            </a:extLst>
          </p:cNvPr>
          <p:cNvSpPr>
            <a:spLocks/>
          </p:cNvSpPr>
          <p:nvPr/>
        </p:nvSpPr>
        <p:spPr>
          <a:xfrm>
            <a:off x="5989252" y="27982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C864071D-42D6-40E1-9C4F-CFF9906FC197}"/>
              </a:ext>
            </a:extLst>
          </p:cNvPr>
          <p:cNvSpPr>
            <a:spLocks/>
          </p:cNvSpPr>
          <p:nvPr/>
        </p:nvSpPr>
        <p:spPr>
          <a:xfrm>
            <a:off x="5989252" y="27909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97D75675-03A0-44CE-9EF3-6D80FB74E8D1}"/>
              </a:ext>
            </a:extLst>
          </p:cNvPr>
          <p:cNvSpPr>
            <a:spLocks/>
          </p:cNvSpPr>
          <p:nvPr/>
        </p:nvSpPr>
        <p:spPr>
          <a:xfrm>
            <a:off x="5989252" y="27836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638583DF-CAE7-4284-926F-587E98100393}"/>
              </a:ext>
            </a:extLst>
          </p:cNvPr>
          <p:cNvSpPr>
            <a:spLocks/>
          </p:cNvSpPr>
          <p:nvPr/>
        </p:nvSpPr>
        <p:spPr>
          <a:xfrm>
            <a:off x="5989252" y="27763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541D06B5-F26E-42AF-BF92-A94E1A756AFF}"/>
              </a:ext>
            </a:extLst>
          </p:cNvPr>
          <p:cNvSpPr>
            <a:spLocks/>
          </p:cNvSpPr>
          <p:nvPr/>
        </p:nvSpPr>
        <p:spPr>
          <a:xfrm>
            <a:off x="5989252" y="27689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4CE436D1-BCB6-4AE2-AFD8-9EFB596A0CD0}"/>
              </a:ext>
            </a:extLst>
          </p:cNvPr>
          <p:cNvSpPr>
            <a:spLocks/>
          </p:cNvSpPr>
          <p:nvPr/>
        </p:nvSpPr>
        <p:spPr>
          <a:xfrm>
            <a:off x="5989252" y="27616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1980B2BE-26CC-45D9-BA84-C6135684503F}"/>
              </a:ext>
            </a:extLst>
          </p:cNvPr>
          <p:cNvSpPr>
            <a:spLocks/>
          </p:cNvSpPr>
          <p:nvPr/>
        </p:nvSpPr>
        <p:spPr>
          <a:xfrm>
            <a:off x="5989252" y="27543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DA652276-33DE-4BFA-BDC6-E3A70023175E}"/>
              </a:ext>
            </a:extLst>
          </p:cNvPr>
          <p:cNvSpPr>
            <a:spLocks/>
          </p:cNvSpPr>
          <p:nvPr/>
        </p:nvSpPr>
        <p:spPr>
          <a:xfrm>
            <a:off x="5989252" y="27470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26AEF73E-CEB5-4AF2-B12B-57F930A0D28E}"/>
              </a:ext>
            </a:extLst>
          </p:cNvPr>
          <p:cNvSpPr>
            <a:spLocks/>
          </p:cNvSpPr>
          <p:nvPr/>
        </p:nvSpPr>
        <p:spPr>
          <a:xfrm>
            <a:off x="5989252" y="27397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B8902F7C-C8AC-44F4-8521-E9D0E6FDAC17}"/>
              </a:ext>
            </a:extLst>
          </p:cNvPr>
          <p:cNvSpPr>
            <a:spLocks/>
          </p:cNvSpPr>
          <p:nvPr/>
        </p:nvSpPr>
        <p:spPr>
          <a:xfrm>
            <a:off x="5989252" y="27323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12AC430C-22D1-428F-8EB5-B080A4966661}"/>
              </a:ext>
            </a:extLst>
          </p:cNvPr>
          <p:cNvSpPr>
            <a:spLocks/>
          </p:cNvSpPr>
          <p:nvPr/>
        </p:nvSpPr>
        <p:spPr>
          <a:xfrm>
            <a:off x="5989252" y="27250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E220279D-B07E-4A84-928A-C40F25A0875B}"/>
              </a:ext>
            </a:extLst>
          </p:cNvPr>
          <p:cNvSpPr>
            <a:spLocks/>
          </p:cNvSpPr>
          <p:nvPr/>
        </p:nvSpPr>
        <p:spPr>
          <a:xfrm>
            <a:off x="5989252" y="27177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37490982-471D-4DA2-ABC0-F4E19BC0B89F}"/>
              </a:ext>
            </a:extLst>
          </p:cNvPr>
          <p:cNvSpPr>
            <a:spLocks/>
          </p:cNvSpPr>
          <p:nvPr/>
        </p:nvSpPr>
        <p:spPr>
          <a:xfrm>
            <a:off x="5989252" y="27104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8136CD0A-E99B-4F98-8036-E6229329B86D}"/>
              </a:ext>
            </a:extLst>
          </p:cNvPr>
          <p:cNvSpPr>
            <a:spLocks/>
          </p:cNvSpPr>
          <p:nvPr/>
        </p:nvSpPr>
        <p:spPr>
          <a:xfrm>
            <a:off x="5989252" y="27030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8AAA3308-177C-4E5F-8B0E-E67F8946E598}"/>
              </a:ext>
            </a:extLst>
          </p:cNvPr>
          <p:cNvSpPr>
            <a:spLocks/>
          </p:cNvSpPr>
          <p:nvPr/>
        </p:nvSpPr>
        <p:spPr>
          <a:xfrm>
            <a:off x="5989252" y="26957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1CEE1E5B-F590-496B-989F-D19E9CED0B39}"/>
              </a:ext>
            </a:extLst>
          </p:cNvPr>
          <p:cNvSpPr>
            <a:spLocks/>
          </p:cNvSpPr>
          <p:nvPr/>
        </p:nvSpPr>
        <p:spPr>
          <a:xfrm>
            <a:off x="5989252" y="26884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2249083-02FF-46A5-9404-184218AF76AE}"/>
              </a:ext>
            </a:extLst>
          </p:cNvPr>
          <p:cNvSpPr>
            <a:spLocks/>
          </p:cNvSpPr>
          <p:nvPr/>
        </p:nvSpPr>
        <p:spPr>
          <a:xfrm>
            <a:off x="5989252" y="26811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B4CBDAE0-2FA9-41F7-A558-641635B30485}"/>
              </a:ext>
            </a:extLst>
          </p:cNvPr>
          <p:cNvSpPr>
            <a:spLocks/>
          </p:cNvSpPr>
          <p:nvPr/>
        </p:nvSpPr>
        <p:spPr>
          <a:xfrm>
            <a:off x="5989252" y="26738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F1AA114B-EFDA-4650-97E5-7B7E803741BA}"/>
              </a:ext>
            </a:extLst>
          </p:cNvPr>
          <p:cNvSpPr>
            <a:spLocks/>
          </p:cNvSpPr>
          <p:nvPr/>
        </p:nvSpPr>
        <p:spPr>
          <a:xfrm>
            <a:off x="5989252" y="26664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F4B653EB-E519-480B-B086-73F9D865478E}"/>
              </a:ext>
            </a:extLst>
          </p:cNvPr>
          <p:cNvSpPr>
            <a:spLocks/>
          </p:cNvSpPr>
          <p:nvPr/>
        </p:nvSpPr>
        <p:spPr>
          <a:xfrm>
            <a:off x="5989252" y="26591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5E60811C-9471-497C-97D8-97C79D4FCDD5}"/>
              </a:ext>
            </a:extLst>
          </p:cNvPr>
          <p:cNvSpPr>
            <a:spLocks/>
          </p:cNvSpPr>
          <p:nvPr/>
        </p:nvSpPr>
        <p:spPr>
          <a:xfrm>
            <a:off x="5989252" y="26518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60D52E04-A409-4995-B66F-1E7669B2B7DB}"/>
              </a:ext>
            </a:extLst>
          </p:cNvPr>
          <p:cNvSpPr>
            <a:spLocks/>
          </p:cNvSpPr>
          <p:nvPr/>
        </p:nvSpPr>
        <p:spPr>
          <a:xfrm>
            <a:off x="5989252" y="26445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8A51F4B2-72FC-4A0A-A41D-97F15FE5DE15}"/>
              </a:ext>
            </a:extLst>
          </p:cNvPr>
          <p:cNvSpPr>
            <a:spLocks/>
          </p:cNvSpPr>
          <p:nvPr/>
        </p:nvSpPr>
        <p:spPr>
          <a:xfrm>
            <a:off x="5989252" y="26372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C20E18ED-2BF3-4222-9F7A-7659E2708868}"/>
              </a:ext>
            </a:extLst>
          </p:cNvPr>
          <p:cNvSpPr>
            <a:spLocks/>
          </p:cNvSpPr>
          <p:nvPr/>
        </p:nvSpPr>
        <p:spPr>
          <a:xfrm>
            <a:off x="5989252" y="26298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C404627C-0701-4149-AE71-8C6217EB2B82}"/>
              </a:ext>
            </a:extLst>
          </p:cNvPr>
          <p:cNvSpPr>
            <a:spLocks/>
          </p:cNvSpPr>
          <p:nvPr/>
        </p:nvSpPr>
        <p:spPr>
          <a:xfrm>
            <a:off x="5989252" y="26225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29AB011E-DDC8-4E66-8BC8-43A04DE00390}"/>
              </a:ext>
            </a:extLst>
          </p:cNvPr>
          <p:cNvSpPr>
            <a:spLocks/>
          </p:cNvSpPr>
          <p:nvPr/>
        </p:nvSpPr>
        <p:spPr>
          <a:xfrm>
            <a:off x="5989252" y="26152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1D08DC8C-6EF0-4F47-89AC-2AEACBCA5742}"/>
              </a:ext>
            </a:extLst>
          </p:cNvPr>
          <p:cNvSpPr>
            <a:spLocks/>
          </p:cNvSpPr>
          <p:nvPr/>
        </p:nvSpPr>
        <p:spPr>
          <a:xfrm>
            <a:off x="5989252" y="26079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1B57D2E6-E01B-4FBB-B654-587BDC2B11E0}"/>
              </a:ext>
            </a:extLst>
          </p:cNvPr>
          <p:cNvSpPr>
            <a:spLocks/>
          </p:cNvSpPr>
          <p:nvPr/>
        </p:nvSpPr>
        <p:spPr>
          <a:xfrm>
            <a:off x="5989252" y="26005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6FECAD43-CBAA-4059-BEEC-4BBE923B452D}"/>
              </a:ext>
            </a:extLst>
          </p:cNvPr>
          <p:cNvSpPr>
            <a:spLocks/>
          </p:cNvSpPr>
          <p:nvPr/>
        </p:nvSpPr>
        <p:spPr>
          <a:xfrm>
            <a:off x="5989252" y="25932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2C624E06-E241-4755-A15A-A4AE6139C390}"/>
              </a:ext>
            </a:extLst>
          </p:cNvPr>
          <p:cNvSpPr>
            <a:spLocks/>
          </p:cNvSpPr>
          <p:nvPr/>
        </p:nvSpPr>
        <p:spPr>
          <a:xfrm>
            <a:off x="5989252" y="25859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BE19025-B33F-408D-8C3D-A3612A49FE09}"/>
              </a:ext>
            </a:extLst>
          </p:cNvPr>
          <p:cNvSpPr>
            <a:spLocks/>
          </p:cNvSpPr>
          <p:nvPr/>
        </p:nvSpPr>
        <p:spPr>
          <a:xfrm>
            <a:off x="5989252" y="25786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7F4F6430-046F-4C31-A5B8-933A8033D77A}"/>
              </a:ext>
            </a:extLst>
          </p:cNvPr>
          <p:cNvSpPr>
            <a:spLocks/>
          </p:cNvSpPr>
          <p:nvPr/>
        </p:nvSpPr>
        <p:spPr>
          <a:xfrm>
            <a:off x="5989252" y="25713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FA09E1A4-BC85-4FCC-BF49-FE58C919A6D0}"/>
              </a:ext>
            </a:extLst>
          </p:cNvPr>
          <p:cNvSpPr>
            <a:spLocks/>
          </p:cNvSpPr>
          <p:nvPr/>
        </p:nvSpPr>
        <p:spPr>
          <a:xfrm>
            <a:off x="5989252" y="25639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B72A66F4-279A-45D2-8954-F1B6E29E6EEC}"/>
              </a:ext>
            </a:extLst>
          </p:cNvPr>
          <p:cNvSpPr>
            <a:spLocks/>
          </p:cNvSpPr>
          <p:nvPr/>
        </p:nvSpPr>
        <p:spPr>
          <a:xfrm>
            <a:off x="5989252" y="25566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9206DB5E-6F04-4D05-87FC-528B2D404EA4}"/>
              </a:ext>
            </a:extLst>
          </p:cNvPr>
          <p:cNvSpPr>
            <a:spLocks/>
          </p:cNvSpPr>
          <p:nvPr/>
        </p:nvSpPr>
        <p:spPr>
          <a:xfrm>
            <a:off x="5989252" y="25493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6A28DD37-5CF0-4874-9B0B-B641F458BF97}"/>
              </a:ext>
            </a:extLst>
          </p:cNvPr>
          <p:cNvSpPr>
            <a:spLocks/>
          </p:cNvSpPr>
          <p:nvPr/>
        </p:nvSpPr>
        <p:spPr>
          <a:xfrm>
            <a:off x="5989252" y="25420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6E6C62A8-03E2-499E-AC51-983998C6B563}"/>
              </a:ext>
            </a:extLst>
          </p:cNvPr>
          <p:cNvSpPr>
            <a:spLocks/>
          </p:cNvSpPr>
          <p:nvPr/>
        </p:nvSpPr>
        <p:spPr>
          <a:xfrm>
            <a:off x="5989252" y="25346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69A9F479-4FA4-4E78-9A5E-0F06358C78B1}"/>
              </a:ext>
            </a:extLst>
          </p:cNvPr>
          <p:cNvSpPr>
            <a:spLocks/>
          </p:cNvSpPr>
          <p:nvPr/>
        </p:nvSpPr>
        <p:spPr>
          <a:xfrm>
            <a:off x="5989252" y="25273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3A3939D0-3927-416B-9BBD-4B82DA6D8800}"/>
              </a:ext>
            </a:extLst>
          </p:cNvPr>
          <p:cNvSpPr>
            <a:spLocks/>
          </p:cNvSpPr>
          <p:nvPr/>
        </p:nvSpPr>
        <p:spPr>
          <a:xfrm>
            <a:off x="5989252" y="25200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3D2AF0BA-AF63-4760-8BAC-457FDE6B22AF}"/>
              </a:ext>
            </a:extLst>
          </p:cNvPr>
          <p:cNvSpPr>
            <a:spLocks/>
          </p:cNvSpPr>
          <p:nvPr/>
        </p:nvSpPr>
        <p:spPr>
          <a:xfrm>
            <a:off x="5989252" y="25127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58BC2020-CAE5-46AF-BE09-9E47F96BA985}"/>
              </a:ext>
            </a:extLst>
          </p:cNvPr>
          <p:cNvSpPr>
            <a:spLocks/>
          </p:cNvSpPr>
          <p:nvPr/>
        </p:nvSpPr>
        <p:spPr>
          <a:xfrm>
            <a:off x="5989252" y="25054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47F78BA3-F7AB-4A3F-B6CD-18660AEA044D}"/>
              </a:ext>
            </a:extLst>
          </p:cNvPr>
          <p:cNvSpPr>
            <a:spLocks/>
          </p:cNvSpPr>
          <p:nvPr/>
        </p:nvSpPr>
        <p:spPr>
          <a:xfrm>
            <a:off x="5989252" y="24980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90F091DC-AE74-451F-838E-F70EFDA7C10F}"/>
              </a:ext>
            </a:extLst>
          </p:cNvPr>
          <p:cNvSpPr>
            <a:spLocks/>
          </p:cNvSpPr>
          <p:nvPr/>
        </p:nvSpPr>
        <p:spPr>
          <a:xfrm>
            <a:off x="5989252" y="24907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05F12A21-0246-44FE-8D23-32A97A0E5D32}"/>
              </a:ext>
            </a:extLst>
          </p:cNvPr>
          <p:cNvSpPr>
            <a:spLocks/>
          </p:cNvSpPr>
          <p:nvPr/>
        </p:nvSpPr>
        <p:spPr>
          <a:xfrm>
            <a:off x="5989252" y="24834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F5A96444-0557-4BB0-AFF2-4864EAFE9DC9}"/>
              </a:ext>
            </a:extLst>
          </p:cNvPr>
          <p:cNvSpPr>
            <a:spLocks/>
          </p:cNvSpPr>
          <p:nvPr/>
        </p:nvSpPr>
        <p:spPr>
          <a:xfrm>
            <a:off x="5989252" y="24761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0470F436-2AC5-4211-AE09-09D55474339D}"/>
              </a:ext>
            </a:extLst>
          </p:cNvPr>
          <p:cNvSpPr>
            <a:spLocks/>
          </p:cNvSpPr>
          <p:nvPr/>
        </p:nvSpPr>
        <p:spPr>
          <a:xfrm>
            <a:off x="5989252" y="24688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F58A925B-E19D-405A-882C-C055725FCE1C}"/>
              </a:ext>
            </a:extLst>
          </p:cNvPr>
          <p:cNvSpPr>
            <a:spLocks/>
          </p:cNvSpPr>
          <p:nvPr/>
        </p:nvSpPr>
        <p:spPr>
          <a:xfrm>
            <a:off x="5989252" y="24614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17870401-A9BB-4A60-8068-D07FECD8141E}"/>
              </a:ext>
            </a:extLst>
          </p:cNvPr>
          <p:cNvSpPr>
            <a:spLocks/>
          </p:cNvSpPr>
          <p:nvPr/>
        </p:nvSpPr>
        <p:spPr>
          <a:xfrm>
            <a:off x="5989252" y="24541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3B67D1A1-0000-4AEB-ABA6-BB77D9D0AAB7}"/>
              </a:ext>
            </a:extLst>
          </p:cNvPr>
          <p:cNvSpPr>
            <a:spLocks/>
          </p:cNvSpPr>
          <p:nvPr/>
        </p:nvSpPr>
        <p:spPr>
          <a:xfrm>
            <a:off x="5989252" y="24468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D00E3D4-CF63-4D30-B324-053AC05DBC96}"/>
              </a:ext>
            </a:extLst>
          </p:cNvPr>
          <p:cNvSpPr>
            <a:spLocks/>
          </p:cNvSpPr>
          <p:nvPr/>
        </p:nvSpPr>
        <p:spPr>
          <a:xfrm>
            <a:off x="5989252" y="24395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1E5FA181-E2A7-43AB-82CD-F688F9B5439E}"/>
              </a:ext>
            </a:extLst>
          </p:cNvPr>
          <p:cNvSpPr>
            <a:spLocks/>
          </p:cNvSpPr>
          <p:nvPr/>
        </p:nvSpPr>
        <p:spPr>
          <a:xfrm>
            <a:off x="5989252" y="24321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2C099085-9AD5-4E94-8E34-B7765B6FA7D8}"/>
              </a:ext>
            </a:extLst>
          </p:cNvPr>
          <p:cNvSpPr>
            <a:spLocks/>
          </p:cNvSpPr>
          <p:nvPr/>
        </p:nvSpPr>
        <p:spPr>
          <a:xfrm>
            <a:off x="5989252" y="2424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714D6DA9-FF92-4D40-8B46-A9239841B619}"/>
              </a:ext>
            </a:extLst>
          </p:cNvPr>
          <p:cNvSpPr>
            <a:spLocks/>
          </p:cNvSpPr>
          <p:nvPr/>
        </p:nvSpPr>
        <p:spPr>
          <a:xfrm>
            <a:off x="5989252" y="2417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A2B30F0D-72B4-4926-920A-9FE681C35C09}"/>
              </a:ext>
            </a:extLst>
          </p:cNvPr>
          <p:cNvSpPr>
            <a:spLocks/>
          </p:cNvSpPr>
          <p:nvPr/>
        </p:nvSpPr>
        <p:spPr>
          <a:xfrm>
            <a:off x="5989252" y="24102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96C9F4F0-8068-4482-B9B7-7F294D4317E7}"/>
              </a:ext>
            </a:extLst>
          </p:cNvPr>
          <p:cNvSpPr>
            <a:spLocks/>
          </p:cNvSpPr>
          <p:nvPr/>
        </p:nvSpPr>
        <p:spPr>
          <a:xfrm>
            <a:off x="5989252" y="24029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32A71EDE-F6BC-4875-B546-0FEA860E9723}"/>
              </a:ext>
            </a:extLst>
          </p:cNvPr>
          <p:cNvSpPr>
            <a:spLocks/>
          </p:cNvSpPr>
          <p:nvPr/>
        </p:nvSpPr>
        <p:spPr>
          <a:xfrm>
            <a:off x="5989252" y="23955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6040C38F-BE0F-413C-8158-3D2CD9A1ACB9}"/>
              </a:ext>
            </a:extLst>
          </p:cNvPr>
          <p:cNvSpPr>
            <a:spLocks/>
          </p:cNvSpPr>
          <p:nvPr/>
        </p:nvSpPr>
        <p:spPr>
          <a:xfrm>
            <a:off x="5989252" y="2388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A454BFE7-CBF1-4CB7-B3AC-4EB5A0DF4188}"/>
              </a:ext>
            </a:extLst>
          </p:cNvPr>
          <p:cNvSpPr>
            <a:spLocks/>
          </p:cNvSpPr>
          <p:nvPr/>
        </p:nvSpPr>
        <p:spPr>
          <a:xfrm>
            <a:off x="5989252" y="2380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4553A376-A46F-4B42-85D3-C096B442A918}"/>
              </a:ext>
            </a:extLst>
          </p:cNvPr>
          <p:cNvSpPr>
            <a:spLocks/>
          </p:cNvSpPr>
          <p:nvPr/>
        </p:nvSpPr>
        <p:spPr>
          <a:xfrm>
            <a:off x="5989252" y="23736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4014A406-B255-48D2-8EA4-A75DB021A90B}"/>
              </a:ext>
            </a:extLst>
          </p:cNvPr>
          <p:cNvSpPr>
            <a:spLocks/>
          </p:cNvSpPr>
          <p:nvPr/>
        </p:nvSpPr>
        <p:spPr>
          <a:xfrm>
            <a:off x="5989252" y="23662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79BB4607-5DA1-4F00-AC7E-B5F3FEB3B3BE}"/>
              </a:ext>
            </a:extLst>
          </p:cNvPr>
          <p:cNvSpPr>
            <a:spLocks/>
          </p:cNvSpPr>
          <p:nvPr/>
        </p:nvSpPr>
        <p:spPr>
          <a:xfrm>
            <a:off x="5989252" y="23589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761897E5-9F76-4EEB-BFF1-2C00A212A448}"/>
              </a:ext>
            </a:extLst>
          </p:cNvPr>
          <p:cNvSpPr>
            <a:spLocks/>
          </p:cNvSpPr>
          <p:nvPr/>
        </p:nvSpPr>
        <p:spPr>
          <a:xfrm>
            <a:off x="5989252" y="2351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EFD1EB83-9BB7-435B-A4F2-BF767FEC9E24}"/>
              </a:ext>
            </a:extLst>
          </p:cNvPr>
          <p:cNvSpPr>
            <a:spLocks/>
          </p:cNvSpPr>
          <p:nvPr/>
        </p:nvSpPr>
        <p:spPr>
          <a:xfrm>
            <a:off x="5989252" y="2344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F1CB2788-8057-4F13-9718-7243957644A7}"/>
              </a:ext>
            </a:extLst>
          </p:cNvPr>
          <p:cNvSpPr>
            <a:spLocks/>
          </p:cNvSpPr>
          <p:nvPr/>
        </p:nvSpPr>
        <p:spPr>
          <a:xfrm>
            <a:off x="5989252" y="2337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3CBF1DD0-C02F-4E24-875B-EC9EF36DB4CA}"/>
              </a:ext>
            </a:extLst>
          </p:cNvPr>
          <p:cNvSpPr>
            <a:spLocks/>
          </p:cNvSpPr>
          <p:nvPr/>
        </p:nvSpPr>
        <p:spPr>
          <a:xfrm>
            <a:off x="5989252" y="2329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54E53E28-260D-48F2-878F-A34BB5B292E4}"/>
              </a:ext>
            </a:extLst>
          </p:cNvPr>
          <p:cNvSpPr>
            <a:spLocks/>
          </p:cNvSpPr>
          <p:nvPr/>
        </p:nvSpPr>
        <p:spPr>
          <a:xfrm>
            <a:off x="5989252" y="2322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D787255C-966E-4A15-BBA3-496F865E07E6}"/>
              </a:ext>
            </a:extLst>
          </p:cNvPr>
          <p:cNvSpPr>
            <a:spLocks/>
          </p:cNvSpPr>
          <p:nvPr/>
        </p:nvSpPr>
        <p:spPr>
          <a:xfrm>
            <a:off x="5989252" y="23150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99B6E998-3AB6-4528-B488-D0F91B6D422F}"/>
              </a:ext>
            </a:extLst>
          </p:cNvPr>
          <p:cNvSpPr>
            <a:spLocks/>
          </p:cNvSpPr>
          <p:nvPr/>
        </p:nvSpPr>
        <p:spPr>
          <a:xfrm>
            <a:off x="5989252" y="2307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840C316F-307E-405B-AE98-EACB26B5976E}"/>
              </a:ext>
            </a:extLst>
          </p:cNvPr>
          <p:cNvSpPr>
            <a:spLocks/>
          </p:cNvSpPr>
          <p:nvPr/>
        </p:nvSpPr>
        <p:spPr>
          <a:xfrm>
            <a:off x="5989252" y="2300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466B4B61-3FA4-44CB-AA6D-BD01AD25220D}"/>
              </a:ext>
            </a:extLst>
          </p:cNvPr>
          <p:cNvSpPr>
            <a:spLocks/>
          </p:cNvSpPr>
          <p:nvPr/>
        </p:nvSpPr>
        <p:spPr>
          <a:xfrm>
            <a:off x="5989252" y="2293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B629C366-E7D8-4CA6-9C9F-6A39FF23AC5F}"/>
              </a:ext>
            </a:extLst>
          </p:cNvPr>
          <p:cNvSpPr>
            <a:spLocks/>
          </p:cNvSpPr>
          <p:nvPr/>
        </p:nvSpPr>
        <p:spPr>
          <a:xfrm>
            <a:off x="5989252" y="2285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C2EC79EF-0CA5-4FCB-A913-6511EC42A818}"/>
              </a:ext>
            </a:extLst>
          </p:cNvPr>
          <p:cNvSpPr>
            <a:spLocks/>
          </p:cNvSpPr>
          <p:nvPr/>
        </p:nvSpPr>
        <p:spPr>
          <a:xfrm>
            <a:off x="5989252" y="22784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B22AF45C-808C-4E17-AC05-36A2220DB6E0}"/>
              </a:ext>
            </a:extLst>
          </p:cNvPr>
          <p:cNvSpPr>
            <a:spLocks/>
          </p:cNvSpPr>
          <p:nvPr/>
        </p:nvSpPr>
        <p:spPr>
          <a:xfrm>
            <a:off x="5989252" y="2271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79A3022B-5C22-42B8-9677-6973162D9A40}"/>
              </a:ext>
            </a:extLst>
          </p:cNvPr>
          <p:cNvSpPr>
            <a:spLocks/>
          </p:cNvSpPr>
          <p:nvPr/>
        </p:nvSpPr>
        <p:spPr>
          <a:xfrm>
            <a:off x="5989252" y="2263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17CE331F-D624-4032-BC56-894C14799860}"/>
              </a:ext>
            </a:extLst>
          </p:cNvPr>
          <p:cNvSpPr>
            <a:spLocks/>
          </p:cNvSpPr>
          <p:nvPr/>
        </p:nvSpPr>
        <p:spPr>
          <a:xfrm>
            <a:off x="5989252" y="2256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936DBD09-1858-4CE0-B71B-96921B9E5801}"/>
              </a:ext>
            </a:extLst>
          </p:cNvPr>
          <p:cNvSpPr>
            <a:spLocks/>
          </p:cNvSpPr>
          <p:nvPr/>
        </p:nvSpPr>
        <p:spPr>
          <a:xfrm>
            <a:off x="5989252" y="2249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B2209A5E-C29A-4249-B278-CF97F654076D}"/>
              </a:ext>
            </a:extLst>
          </p:cNvPr>
          <p:cNvSpPr>
            <a:spLocks/>
          </p:cNvSpPr>
          <p:nvPr/>
        </p:nvSpPr>
        <p:spPr>
          <a:xfrm>
            <a:off x="5989252" y="22418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206464CE-1698-4209-BA0B-D317912D4E6A}"/>
              </a:ext>
            </a:extLst>
          </p:cNvPr>
          <p:cNvSpPr>
            <a:spLocks/>
          </p:cNvSpPr>
          <p:nvPr/>
        </p:nvSpPr>
        <p:spPr>
          <a:xfrm>
            <a:off x="5989252" y="2234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88665496-29D7-4FA7-A51E-C47E35B60F7E}"/>
              </a:ext>
            </a:extLst>
          </p:cNvPr>
          <p:cNvSpPr>
            <a:spLocks/>
          </p:cNvSpPr>
          <p:nvPr/>
        </p:nvSpPr>
        <p:spPr>
          <a:xfrm>
            <a:off x="5989252" y="2227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8B396AEC-6100-4422-8E9C-7A23AC7F8E50}"/>
              </a:ext>
            </a:extLst>
          </p:cNvPr>
          <p:cNvSpPr>
            <a:spLocks/>
          </p:cNvSpPr>
          <p:nvPr/>
        </p:nvSpPr>
        <p:spPr>
          <a:xfrm>
            <a:off x="5989252" y="2219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75D472AE-0D2C-440D-9D3E-5F6166B4A8FC}"/>
              </a:ext>
            </a:extLst>
          </p:cNvPr>
          <p:cNvSpPr>
            <a:spLocks/>
          </p:cNvSpPr>
          <p:nvPr/>
        </p:nvSpPr>
        <p:spPr>
          <a:xfrm>
            <a:off x="5989252" y="2212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1E8CD776-3713-4230-9D52-9D900F45003F}"/>
              </a:ext>
            </a:extLst>
          </p:cNvPr>
          <p:cNvSpPr>
            <a:spLocks/>
          </p:cNvSpPr>
          <p:nvPr/>
        </p:nvSpPr>
        <p:spPr>
          <a:xfrm>
            <a:off x="5989252" y="2205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E3834FBB-74F8-4D8E-881E-74FF416DE611}"/>
              </a:ext>
            </a:extLst>
          </p:cNvPr>
          <p:cNvSpPr>
            <a:spLocks/>
          </p:cNvSpPr>
          <p:nvPr/>
        </p:nvSpPr>
        <p:spPr>
          <a:xfrm>
            <a:off x="5989252" y="21978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3E074D4C-B1DB-47E6-AD8F-07178F934E09}"/>
              </a:ext>
            </a:extLst>
          </p:cNvPr>
          <p:cNvSpPr>
            <a:spLocks/>
          </p:cNvSpPr>
          <p:nvPr/>
        </p:nvSpPr>
        <p:spPr>
          <a:xfrm>
            <a:off x="5989252" y="2190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7F587934-2336-4680-B0E3-2CC44B9790E1}"/>
              </a:ext>
            </a:extLst>
          </p:cNvPr>
          <p:cNvSpPr>
            <a:spLocks/>
          </p:cNvSpPr>
          <p:nvPr/>
        </p:nvSpPr>
        <p:spPr>
          <a:xfrm>
            <a:off x="5989252" y="2183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6B688FCA-D878-404C-9145-7013615953B7}"/>
              </a:ext>
            </a:extLst>
          </p:cNvPr>
          <p:cNvSpPr>
            <a:spLocks/>
          </p:cNvSpPr>
          <p:nvPr/>
        </p:nvSpPr>
        <p:spPr>
          <a:xfrm>
            <a:off x="5989252" y="2175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B3174D9B-09CE-41D7-B88B-9E5C58DCB883}"/>
              </a:ext>
            </a:extLst>
          </p:cNvPr>
          <p:cNvSpPr>
            <a:spLocks/>
          </p:cNvSpPr>
          <p:nvPr/>
        </p:nvSpPr>
        <p:spPr>
          <a:xfrm>
            <a:off x="5989252" y="2168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968C29D9-AA38-4307-B479-5FEDF6147B03}"/>
              </a:ext>
            </a:extLst>
          </p:cNvPr>
          <p:cNvSpPr>
            <a:spLocks/>
          </p:cNvSpPr>
          <p:nvPr/>
        </p:nvSpPr>
        <p:spPr>
          <a:xfrm>
            <a:off x="5989252" y="21612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81D2B2D0-0643-4892-90CB-D012BCC4DBA9}"/>
              </a:ext>
            </a:extLst>
          </p:cNvPr>
          <p:cNvSpPr>
            <a:spLocks/>
          </p:cNvSpPr>
          <p:nvPr/>
        </p:nvSpPr>
        <p:spPr>
          <a:xfrm>
            <a:off x="5989252" y="2153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0E6EE71F-A983-4B39-A26F-F973ED66CD59}"/>
              </a:ext>
            </a:extLst>
          </p:cNvPr>
          <p:cNvSpPr>
            <a:spLocks/>
          </p:cNvSpPr>
          <p:nvPr/>
        </p:nvSpPr>
        <p:spPr>
          <a:xfrm>
            <a:off x="5989252" y="2146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340575CC-0F0A-4AB5-927B-C10A72EAEAA7}"/>
              </a:ext>
            </a:extLst>
          </p:cNvPr>
          <p:cNvSpPr>
            <a:spLocks/>
          </p:cNvSpPr>
          <p:nvPr/>
        </p:nvSpPr>
        <p:spPr>
          <a:xfrm>
            <a:off x="5989252" y="2139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F3EF449B-A74B-4C19-A919-7E03228C0E10}"/>
              </a:ext>
            </a:extLst>
          </p:cNvPr>
          <p:cNvSpPr>
            <a:spLocks/>
          </p:cNvSpPr>
          <p:nvPr/>
        </p:nvSpPr>
        <p:spPr>
          <a:xfrm>
            <a:off x="5989252" y="2131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0B9BBADC-7551-4892-8F78-724703A8A1BA}"/>
              </a:ext>
            </a:extLst>
          </p:cNvPr>
          <p:cNvSpPr>
            <a:spLocks/>
          </p:cNvSpPr>
          <p:nvPr/>
        </p:nvSpPr>
        <p:spPr>
          <a:xfrm>
            <a:off x="5989252" y="21246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16A34C49-C2B4-43F4-9D70-1961584AB5A4}"/>
              </a:ext>
            </a:extLst>
          </p:cNvPr>
          <p:cNvSpPr>
            <a:spLocks/>
          </p:cNvSpPr>
          <p:nvPr/>
        </p:nvSpPr>
        <p:spPr>
          <a:xfrm>
            <a:off x="5989252" y="2117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A55AC85C-2D8A-4B31-BC32-AEFE1D56EC30}"/>
              </a:ext>
            </a:extLst>
          </p:cNvPr>
          <p:cNvSpPr>
            <a:spLocks/>
          </p:cNvSpPr>
          <p:nvPr/>
        </p:nvSpPr>
        <p:spPr>
          <a:xfrm>
            <a:off x="5989252" y="2110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ABE88809-FAD3-452B-9EB8-144773A85DA1}"/>
              </a:ext>
            </a:extLst>
          </p:cNvPr>
          <p:cNvSpPr>
            <a:spLocks/>
          </p:cNvSpPr>
          <p:nvPr/>
        </p:nvSpPr>
        <p:spPr>
          <a:xfrm>
            <a:off x="5989252" y="2102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15702E6D-26C3-49C8-8C3C-94EAA357D3B4}"/>
              </a:ext>
            </a:extLst>
          </p:cNvPr>
          <p:cNvSpPr>
            <a:spLocks/>
          </p:cNvSpPr>
          <p:nvPr/>
        </p:nvSpPr>
        <p:spPr>
          <a:xfrm>
            <a:off x="5989252" y="2095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11443A4F-6246-4AC9-B7AD-D44D0B8A9A3F}"/>
              </a:ext>
            </a:extLst>
          </p:cNvPr>
          <p:cNvSpPr>
            <a:spLocks/>
          </p:cNvSpPr>
          <p:nvPr/>
        </p:nvSpPr>
        <p:spPr>
          <a:xfrm>
            <a:off x="5989252" y="2088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93207AC0-6BC5-4F07-A216-9AF465BBCC00}"/>
              </a:ext>
            </a:extLst>
          </p:cNvPr>
          <p:cNvSpPr>
            <a:spLocks/>
          </p:cNvSpPr>
          <p:nvPr/>
        </p:nvSpPr>
        <p:spPr>
          <a:xfrm>
            <a:off x="5989252" y="2080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802008CB-2F32-4199-BE01-2879C20B9778}"/>
              </a:ext>
            </a:extLst>
          </p:cNvPr>
          <p:cNvSpPr>
            <a:spLocks/>
          </p:cNvSpPr>
          <p:nvPr/>
        </p:nvSpPr>
        <p:spPr>
          <a:xfrm>
            <a:off x="5989252" y="2073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109E1406-4F77-45D1-896F-F3D2F52F097C}"/>
              </a:ext>
            </a:extLst>
          </p:cNvPr>
          <p:cNvSpPr>
            <a:spLocks/>
          </p:cNvSpPr>
          <p:nvPr/>
        </p:nvSpPr>
        <p:spPr>
          <a:xfrm>
            <a:off x="5989252" y="2066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5AAFD7CD-0A2A-485B-841A-B0E757C13FF1}"/>
              </a:ext>
            </a:extLst>
          </p:cNvPr>
          <p:cNvSpPr>
            <a:spLocks/>
          </p:cNvSpPr>
          <p:nvPr/>
        </p:nvSpPr>
        <p:spPr>
          <a:xfrm>
            <a:off x="5989252" y="2058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42FE4504-6754-4BB7-9CA9-F2358677FE9C}"/>
              </a:ext>
            </a:extLst>
          </p:cNvPr>
          <p:cNvSpPr>
            <a:spLocks/>
          </p:cNvSpPr>
          <p:nvPr/>
        </p:nvSpPr>
        <p:spPr>
          <a:xfrm>
            <a:off x="5989252" y="2051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1663BA02-6D45-448A-9FDE-33079AC67808}"/>
              </a:ext>
            </a:extLst>
          </p:cNvPr>
          <p:cNvSpPr>
            <a:spLocks/>
          </p:cNvSpPr>
          <p:nvPr/>
        </p:nvSpPr>
        <p:spPr>
          <a:xfrm>
            <a:off x="5989252" y="20441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43956D55-2DBF-45FB-8CA0-465D3CFABE8C}"/>
              </a:ext>
            </a:extLst>
          </p:cNvPr>
          <p:cNvSpPr>
            <a:spLocks/>
          </p:cNvSpPr>
          <p:nvPr/>
        </p:nvSpPr>
        <p:spPr>
          <a:xfrm>
            <a:off x="5989252" y="2036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A3324790-896D-4FA9-B43D-625D0C28461E}"/>
              </a:ext>
            </a:extLst>
          </p:cNvPr>
          <p:cNvSpPr>
            <a:spLocks/>
          </p:cNvSpPr>
          <p:nvPr/>
        </p:nvSpPr>
        <p:spPr>
          <a:xfrm>
            <a:off x="5989252" y="2029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EC6A8278-18F0-4CD9-AF00-2881FA97A33D}"/>
              </a:ext>
            </a:extLst>
          </p:cNvPr>
          <p:cNvSpPr>
            <a:spLocks/>
          </p:cNvSpPr>
          <p:nvPr/>
        </p:nvSpPr>
        <p:spPr>
          <a:xfrm>
            <a:off x="5989252" y="2022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30F83E6C-D0DD-4A0C-84F8-A5EB8C4C0039}"/>
              </a:ext>
            </a:extLst>
          </p:cNvPr>
          <p:cNvSpPr>
            <a:spLocks/>
          </p:cNvSpPr>
          <p:nvPr/>
        </p:nvSpPr>
        <p:spPr>
          <a:xfrm>
            <a:off x="5989252" y="2014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621E84E6-952C-4169-B5F6-C330DF1F3C0E}"/>
              </a:ext>
            </a:extLst>
          </p:cNvPr>
          <p:cNvSpPr>
            <a:spLocks/>
          </p:cNvSpPr>
          <p:nvPr/>
        </p:nvSpPr>
        <p:spPr>
          <a:xfrm>
            <a:off x="5989252" y="20075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65C4CED1-926A-44E7-9B91-441B53EEFB51}"/>
              </a:ext>
            </a:extLst>
          </p:cNvPr>
          <p:cNvSpPr>
            <a:spLocks/>
          </p:cNvSpPr>
          <p:nvPr/>
        </p:nvSpPr>
        <p:spPr>
          <a:xfrm>
            <a:off x="5989252" y="2000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B9F40C5C-8BC5-4CDE-A7C4-0DE0DBD6384A}"/>
              </a:ext>
            </a:extLst>
          </p:cNvPr>
          <p:cNvSpPr>
            <a:spLocks/>
          </p:cNvSpPr>
          <p:nvPr/>
        </p:nvSpPr>
        <p:spPr>
          <a:xfrm>
            <a:off x="5989252" y="1992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0E99DBA2-E6A5-4DC5-A1FE-41C198CB1B2B}"/>
              </a:ext>
            </a:extLst>
          </p:cNvPr>
          <p:cNvSpPr>
            <a:spLocks/>
          </p:cNvSpPr>
          <p:nvPr/>
        </p:nvSpPr>
        <p:spPr>
          <a:xfrm>
            <a:off x="5989252" y="1985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2EF5D873-14E4-40A0-925A-8A17DAA80D27}"/>
              </a:ext>
            </a:extLst>
          </p:cNvPr>
          <p:cNvSpPr>
            <a:spLocks/>
          </p:cNvSpPr>
          <p:nvPr/>
        </p:nvSpPr>
        <p:spPr>
          <a:xfrm>
            <a:off x="5989252" y="1978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3930C19E-3935-4E38-B223-CEA2784B203E}"/>
              </a:ext>
            </a:extLst>
          </p:cNvPr>
          <p:cNvSpPr>
            <a:spLocks/>
          </p:cNvSpPr>
          <p:nvPr/>
        </p:nvSpPr>
        <p:spPr>
          <a:xfrm>
            <a:off x="5989252" y="19709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7774C000-0752-4046-A825-5103D3855E2B}"/>
              </a:ext>
            </a:extLst>
          </p:cNvPr>
          <p:cNvSpPr>
            <a:spLocks/>
          </p:cNvSpPr>
          <p:nvPr/>
        </p:nvSpPr>
        <p:spPr>
          <a:xfrm>
            <a:off x="5989252" y="1963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EE1AE4EF-B24E-4CB9-B0C7-9A6E59AA0AB8}"/>
              </a:ext>
            </a:extLst>
          </p:cNvPr>
          <p:cNvSpPr>
            <a:spLocks/>
          </p:cNvSpPr>
          <p:nvPr/>
        </p:nvSpPr>
        <p:spPr>
          <a:xfrm>
            <a:off x="5989252" y="1956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F14FBF11-4D01-46F3-947E-0C2F77654B50}"/>
              </a:ext>
            </a:extLst>
          </p:cNvPr>
          <p:cNvSpPr>
            <a:spLocks/>
          </p:cNvSpPr>
          <p:nvPr/>
        </p:nvSpPr>
        <p:spPr>
          <a:xfrm>
            <a:off x="5989252" y="1948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FCEC1BD5-A085-4D55-81CC-0B2392E7914C}"/>
              </a:ext>
            </a:extLst>
          </p:cNvPr>
          <p:cNvSpPr>
            <a:spLocks/>
          </p:cNvSpPr>
          <p:nvPr/>
        </p:nvSpPr>
        <p:spPr>
          <a:xfrm>
            <a:off x="5989252" y="1941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1BAD64D2-273B-454C-BC9E-0845F860F083}"/>
              </a:ext>
            </a:extLst>
          </p:cNvPr>
          <p:cNvSpPr>
            <a:spLocks/>
          </p:cNvSpPr>
          <p:nvPr/>
        </p:nvSpPr>
        <p:spPr>
          <a:xfrm>
            <a:off x="5989252" y="1934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67841631-60AB-4F55-88CA-063EA8129D4B}"/>
              </a:ext>
            </a:extLst>
          </p:cNvPr>
          <p:cNvSpPr>
            <a:spLocks/>
          </p:cNvSpPr>
          <p:nvPr/>
        </p:nvSpPr>
        <p:spPr>
          <a:xfrm>
            <a:off x="5989252" y="19269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36892AE3-DD18-476B-B51F-6E88D5431D88}"/>
              </a:ext>
            </a:extLst>
          </p:cNvPr>
          <p:cNvSpPr>
            <a:spLocks/>
          </p:cNvSpPr>
          <p:nvPr/>
        </p:nvSpPr>
        <p:spPr>
          <a:xfrm>
            <a:off x="5989252" y="1919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E89C41B-6E31-4E33-8076-E6AB39FC74F8}"/>
              </a:ext>
            </a:extLst>
          </p:cNvPr>
          <p:cNvSpPr>
            <a:spLocks/>
          </p:cNvSpPr>
          <p:nvPr/>
        </p:nvSpPr>
        <p:spPr>
          <a:xfrm>
            <a:off x="5989252" y="1912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59040DAC-A580-41CA-A97B-F59EA735B104}"/>
              </a:ext>
            </a:extLst>
          </p:cNvPr>
          <p:cNvSpPr>
            <a:spLocks/>
          </p:cNvSpPr>
          <p:nvPr/>
        </p:nvSpPr>
        <p:spPr>
          <a:xfrm>
            <a:off x="5989252" y="1905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B234C91B-4724-4C20-B4AE-41F16B7FB96C}"/>
              </a:ext>
            </a:extLst>
          </p:cNvPr>
          <p:cNvSpPr>
            <a:spLocks/>
          </p:cNvSpPr>
          <p:nvPr/>
        </p:nvSpPr>
        <p:spPr>
          <a:xfrm>
            <a:off x="5989252" y="1897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1266D7AB-CA67-46CD-AA09-68952DC44227}"/>
              </a:ext>
            </a:extLst>
          </p:cNvPr>
          <p:cNvSpPr>
            <a:spLocks/>
          </p:cNvSpPr>
          <p:nvPr/>
        </p:nvSpPr>
        <p:spPr>
          <a:xfrm>
            <a:off x="5989252" y="18903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D71A38CC-B234-44A1-9351-3740C4E8D747}"/>
              </a:ext>
            </a:extLst>
          </p:cNvPr>
          <p:cNvSpPr>
            <a:spLocks/>
          </p:cNvSpPr>
          <p:nvPr/>
        </p:nvSpPr>
        <p:spPr>
          <a:xfrm>
            <a:off x="5989252" y="1883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50018B42-3D6E-4C94-82D7-49F4941F6802}"/>
              </a:ext>
            </a:extLst>
          </p:cNvPr>
          <p:cNvSpPr>
            <a:spLocks/>
          </p:cNvSpPr>
          <p:nvPr/>
        </p:nvSpPr>
        <p:spPr>
          <a:xfrm>
            <a:off x="5989252" y="1875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8A9BEBA8-6714-41D3-90B3-DA8E8C2F79EE}"/>
              </a:ext>
            </a:extLst>
          </p:cNvPr>
          <p:cNvSpPr>
            <a:spLocks/>
          </p:cNvSpPr>
          <p:nvPr/>
        </p:nvSpPr>
        <p:spPr>
          <a:xfrm>
            <a:off x="5989252" y="1868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E13ED1A5-DD10-4EA8-9612-A563C727EFA1}"/>
              </a:ext>
            </a:extLst>
          </p:cNvPr>
          <p:cNvSpPr>
            <a:spLocks/>
          </p:cNvSpPr>
          <p:nvPr/>
        </p:nvSpPr>
        <p:spPr>
          <a:xfrm>
            <a:off x="5989252" y="1861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4FBE830C-8B41-4EFE-A1F4-8A8870477543}"/>
              </a:ext>
            </a:extLst>
          </p:cNvPr>
          <p:cNvSpPr>
            <a:spLocks/>
          </p:cNvSpPr>
          <p:nvPr/>
        </p:nvSpPr>
        <p:spPr>
          <a:xfrm>
            <a:off x="5989252" y="18537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F5F83BD9-5404-4900-A2EF-C82BD3C731D8}"/>
              </a:ext>
            </a:extLst>
          </p:cNvPr>
          <p:cNvSpPr>
            <a:spLocks/>
          </p:cNvSpPr>
          <p:nvPr/>
        </p:nvSpPr>
        <p:spPr>
          <a:xfrm>
            <a:off x="5989252" y="1846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428A6331-72F9-48B5-AB87-A0B7C2C69132}"/>
              </a:ext>
            </a:extLst>
          </p:cNvPr>
          <p:cNvSpPr>
            <a:spLocks/>
          </p:cNvSpPr>
          <p:nvPr/>
        </p:nvSpPr>
        <p:spPr>
          <a:xfrm>
            <a:off x="5989252" y="1839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5AAC1318-898F-4D07-AC90-6FEC8234906F}"/>
              </a:ext>
            </a:extLst>
          </p:cNvPr>
          <p:cNvSpPr>
            <a:spLocks/>
          </p:cNvSpPr>
          <p:nvPr/>
        </p:nvSpPr>
        <p:spPr>
          <a:xfrm>
            <a:off x="5989252" y="1831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AD56F9F0-4241-4CB4-B155-680BE5CA69DD}"/>
              </a:ext>
            </a:extLst>
          </p:cNvPr>
          <p:cNvSpPr>
            <a:spLocks/>
          </p:cNvSpPr>
          <p:nvPr/>
        </p:nvSpPr>
        <p:spPr>
          <a:xfrm>
            <a:off x="5989252" y="1824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28EA5644-FEF4-430E-8C7B-F4F7FBD64BFE}"/>
              </a:ext>
            </a:extLst>
          </p:cNvPr>
          <p:cNvSpPr>
            <a:spLocks/>
          </p:cNvSpPr>
          <p:nvPr/>
        </p:nvSpPr>
        <p:spPr>
          <a:xfrm>
            <a:off x="5989252" y="1817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DCB72E63-7517-48C2-B00B-D51EB3C3D9BA}"/>
              </a:ext>
            </a:extLst>
          </p:cNvPr>
          <p:cNvSpPr>
            <a:spLocks/>
          </p:cNvSpPr>
          <p:nvPr/>
        </p:nvSpPr>
        <p:spPr>
          <a:xfrm>
            <a:off x="5989252" y="18098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2E716BC6-1758-41D9-88B9-204467FCA901}"/>
              </a:ext>
            </a:extLst>
          </p:cNvPr>
          <p:cNvSpPr>
            <a:spLocks/>
          </p:cNvSpPr>
          <p:nvPr/>
        </p:nvSpPr>
        <p:spPr>
          <a:xfrm>
            <a:off x="5989252" y="1802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12683CF9-BBAE-41FB-B37C-C4F4047E3856}"/>
              </a:ext>
            </a:extLst>
          </p:cNvPr>
          <p:cNvSpPr>
            <a:spLocks/>
          </p:cNvSpPr>
          <p:nvPr/>
        </p:nvSpPr>
        <p:spPr>
          <a:xfrm>
            <a:off x="5989252" y="1795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30B25E99-F500-474B-A06B-9275FBC86B31}"/>
              </a:ext>
            </a:extLst>
          </p:cNvPr>
          <p:cNvSpPr>
            <a:spLocks/>
          </p:cNvSpPr>
          <p:nvPr/>
        </p:nvSpPr>
        <p:spPr>
          <a:xfrm>
            <a:off x="5989252" y="1787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8D1E2435-5E39-4C0A-AD02-0E3CF2D396A9}"/>
              </a:ext>
            </a:extLst>
          </p:cNvPr>
          <p:cNvSpPr>
            <a:spLocks/>
          </p:cNvSpPr>
          <p:nvPr/>
        </p:nvSpPr>
        <p:spPr>
          <a:xfrm>
            <a:off x="5989252" y="1780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9FA6973E-7D5A-4B45-9C45-9F54F4085FEF}"/>
              </a:ext>
            </a:extLst>
          </p:cNvPr>
          <p:cNvSpPr>
            <a:spLocks/>
          </p:cNvSpPr>
          <p:nvPr/>
        </p:nvSpPr>
        <p:spPr>
          <a:xfrm>
            <a:off x="5989252" y="17732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D72BC242-5C32-4ACB-ACAC-705000012B70}"/>
              </a:ext>
            </a:extLst>
          </p:cNvPr>
          <p:cNvSpPr>
            <a:spLocks/>
          </p:cNvSpPr>
          <p:nvPr/>
        </p:nvSpPr>
        <p:spPr>
          <a:xfrm>
            <a:off x="5989252" y="1765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75B7012D-2417-442E-A5BF-F62329E8A472}"/>
              </a:ext>
            </a:extLst>
          </p:cNvPr>
          <p:cNvSpPr>
            <a:spLocks/>
          </p:cNvSpPr>
          <p:nvPr/>
        </p:nvSpPr>
        <p:spPr>
          <a:xfrm>
            <a:off x="5989252" y="1758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FE3846DD-EF7F-444E-9B50-E2B6232C26FA}"/>
              </a:ext>
            </a:extLst>
          </p:cNvPr>
          <p:cNvSpPr>
            <a:spLocks/>
          </p:cNvSpPr>
          <p:nvPr/>
        </p:nvSpPr>
        <p:spPr>
          <a:xfrm>
            <a:off x="5989252" y="1751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88BF0D4B-FEC7-47BF-BD43-7238F4BD4C0B}"/>
              </a:ext>
            </a:extLst>
          </p:cNvPr>
          <p:cNvSpPr>
            <a:spLocks/>
          </p:cNvSpPr>
          <p:nvPr/>
        </p:nvSpPr>
        <p:spPr>
          <a:xfrm>
            <a:off x="5989252" y="1743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FDE4AE5D-526F-425B-B746-8763E630595E}"/>
              </a:ext>
            </a:extLst>
          </p:cNvPr>
          <p:cNvSpPr>
            <a:spLocks/>
          </p:cNvSpPr>
          <p:nvPr/>
        </p:nvSpPr>
        <p:spPr>
          <a:xfrm>
            <a:off x="5989252" y="17366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A3DB746F-FCE5-4499-BFFA-20FFC5E4EF38}"/>
              </a:ext>
            </a:extLst>
          </p:cNvPr>
          <p:cNvSpPr>
            <a:spLocks/>
          </p:cNvSpPr>
          <p:nvPr/>
        </p:nvSpPr>
        <p:spPr>
          <a:xfrm>
            <a:off x="5989252" y="1729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EB668138-F2E6-4B86-9D28-C2E5BB275251}"/>
              </a:ext>
            </a:extLst>
          </p:cNvPr>
          <p:cNvSpPr>
            <a:spLocks/>
          </p:cNvSpPr>
          <p:nvPr/>
        </p:nvSpPr>
        <p:spPr>
          <a:xfrm>
            <a:off x="5989252" y="1721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ED40E329-57DC-43F0-97BD-6B91F7323EC5}"/>
              </a:ext>
            </a:extLst>
          </p:cNvPr>
          <p:cNvSpPr>
            <a:spLocks/>
          </p:cNvSpPr>
          <p:nvPr/>
        </p:nvSpPr>
        <p:spPr>
          <a:xfrm>
            <a:off x="5989252" y="1714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1024B920-A009-4A43-A169-2F4669C5FD70}"/>
              </a:ext>
            </a:extLst>
          </p:cNvPr>
          <p:cNvSpPr>
            <a:spLocks/>
          </p:cNvSpPr>
          <p:nvPr/>
        </p:nvSpPr>
        <p:spPr>
          <a:xfrm>
            <a:off x="5989252" y="1707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F17F9407-1D53-4A98-AB21-947A83D3FB46}"/>
              </a:ext>
            </a:extLst>
          </p:cNvPr>
          <p:cNvSpPr>
            <a:spLocks/>
          </p:cNvSpPr>
          <p:nvPr/>
        </p:nvSpPr>
        <p:spPr>
          <a:xfrm>
            <a:off x="5989252" y="1700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5BA1A9EB-8E0D-4564-AEF8-19596D262722}"/>
              </a:ext>
            </a:extLst>
          </p:cNvPr>
          <p:cNvSpPr>
            <a:spLocks/>
          </p:cNvSpPr>
          <p:nvPr/>
        </p:nvSpPr>
        <p:spPr>
          <a:xfrm>
            <a:off x="5989252" y="16926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23DD50F7-144F-4193-821E-673912EBAC50}"/>
              </a:ext>
            </a:extLst>
          </p:cNvPr>
          <p:cNvSpPr>
            <a:spLocks/>
          </p:cNvSpPr>
          <p:nvPr/>
        </p:nvSpPr>
        <p:spPr>
          <a:xfrm>
            <a:off x="5989252" y="1685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4DCC11F3-6CEC-4CB3-9A64-361A5623FDE7}"/>
              </a:ext>
            </a:extLst>
          </p:cNvPr>
          <p:cNvSpPr>
            <a:spLocks/>
          </p:cNvSpPr>
          <p:nvPr/>
        </p:nvSpPr>
        <p:spPr>
          <a:xfrm>
            <a:off x="5989252" y="1678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FE524EC4-2AF9-4135-B1A3-A58C03E57CB0}"/>
              </a:ext>
            </a:extLst>
          </p:cNvPr>
          <p:cNvSpPr>
            <a:spLocks/>
          </p:cNvSpPr>
          <p:nvPr/>
        </p:nvSpPr>
        <p:spPr>
          <a:xfrm>
            <a:off x="5989252" y="1670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C244FF23-4033-47CF-AB61-F54EE14D38DB}"/>
              </a:ext>
            </a:extLst>
          </p:cNvPr>
          <p:cNvSpPr>
            <a:spLocks/>
          </p:cNvSpPr>
          <p:nvPr/>
        </p:nvSpPr>
        <p:spPr>
          <a:xfrm>
            <a:off x="5989252" y="1663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52E32496-8BD0-4DBA-B5E4-4E42C7069D88}"/>
              </a:ext>
            </a:extLst>
          </p:cNvPr>
          <p:cNvSpPr>
            <a:spLocks/>
          </p:cNvSpPr>
          <p:nvPr/>
        </p:nvSpPr>
        <p:spPr>
          <a:xfrm>
            <a:off x="5989252" y="16560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AD19BC0A-C056-4D09-A685-CCF41E0C5C6B}"/>
              </a:ext>
            </a:extLst>
          </p:cNvPr>
          <p:cNvSpPr>
            <a:spLocks/>
          </p:cNvSpPr>
          <p:nvPr/>
        </p:nvSpPr>
        <p:spPr>
          <a:xfrm>
            <a:off x="5989252" y="1648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91462E30-F9DD-4283-8F69-2612AB81228D}"/>
              </a:ext>
            </a:extLst>
          </p:cNvPr>
          <p:cNvSpPr>
            <a:spLocks/>
          </p:cNvSpPr>
          <p:nvPr/>
        </p:nvSpPr>
        <p:spPr>
          <a:xfrm>
            <a:off x="5989252" y="1641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5F2FAB68-BCFE-4A84-8C07-1D7A1A4B82DB}"/>
              </a:ext>
            </a:extLst>
          </p:cNvPr>
          <p:cNvSpPr>
            <a:spLocks/>
          </p:cNvSpPr>
          <p:nvPr/>
        </p:nvSpPr>
        <p:spPr>
          <a:xfrm>
            <a:off x="5989252" y="1634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F776A740-2C97-4216-8E31-F7541262E5FA}"/>
              </a:ext>
            </a:extLst>
          </p:cNvPr>
          <p:cNvSpPr>
            <a:spLocks/>
          </p:cNvSpPr>
          <p:nvPr/>
        </p:nvSpPr>
        <p:spPr>
          <a:xfrm>
            <a:off x="5989252" y="1626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4FD48263-A01B-4B8C-8790-39BECDBDA748}"/>
              </a:ext>
            </a:extLst>
          </p:cNvPr>
          <p:cNvSpPr>
            <a:spLocks/>
          </p:cNvSpPr>
          <p:nvPr/>
        </p:nvSpPr>
        <p:spPr>
          <a:xfrm>
            <a:off x="5989252" y="16194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C85E5E04-9887-4BC9-91F2-E2C01334FD93}"/>
              </a:ext>
            </a:extLst>
          </p:cNvPr>
          <p:cNvSpPr>
            <a:spLocks/>
          </p:cNvSpPr>
          <p:nvPr/>
        </p:nvSpPr>
        <p:spPr>
          <a:xfrm>
            <a:off x="5989252" y="1612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2BEB6E0C-C93A-4A09-8B78-5D33B432134C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7F397078-9D69-4BEF-B418-2A0366BBC773}"/>
              </a:ext>
            </a:extLst>
          </p:cNvPr>
          <p:cNvSpPr>
            <a:spLocks/>
          </p:cNvSpPr>
          <p:nvPr/>
        </p:nvSpPr>
        <p:spPr>
          <a:xfrm>
            <a:off x="6079739" y="347921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5" name="text_1594">
            <a:extLst>
              <a:ext uri="{FF2B5EF4-FFF2-40B4-BE49-F238E27FC236}">
                <a16:creationId xmlns:a16="http://schemas.microsoft.com/office/drawing/2014/main" id="{B5660C42-BC0C-40AC-B8F1-52997A6E3AAD}"/>
              </a:ext>
            </a:extLst>
          </p:cNvPr>
          <p:cNvSpPr>
            <a:spLocks/>
          </p:cNvSpPr>
          <p:nvPr/>
        </p:nvSpPr>
        <p:spPr>
          <a:xfrm>
            <a:off x="6177279" y="342255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A6B6FB52-000A-40E0-92E3-76E10777E653}"/>
              </a:ext>
            </a:extLst>
          </p:cNvPr>
          <p:cNvSpPr>
            <a:spLocks/>
          </p:cNvSpPr>
          <p:nvPr/>
        </p:nvSpPr>
        <p:spPr>
          <a:xfrm>
            <a:off x="6079739" y="285441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7" name="text_1596">
            <a:extLst>
              <a:ext uri="{FF2B5EF4-FFF2-40B4-BE49-F238E27FC236}">
                <a16:creationId xmlns:a16="http://schemas.microsoft.com/office/drawing/2014/main" id="{D4F28868-ADF4-404C-9342-B87595C6157F}"/>
              </a:ext>
            </a:extLst>
          </p:cNvPr>
          <p:cNvSpPr>
            <a:spLocks/>
          </p:cNvSpPr>
          <p:nvPr/>
        </p:nvSpPr>
        <p:spPr>
          <a:xfrm>
            <a:off x="6177279" y="279776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B52523D2-8A9D-4318-B21A-3C7A4EBCFDAE}"/>
              </a:ext>
            </a:extLst>
          </p:cNvPr>
          <p:cNvSpPr>
            <a:spLocks/>
          </p:cNvSpPr>
          <p:nvPr/>
        </p:nvSpPr>
        <p:spPr>
          <a:xfrm>
            <a:off x="6079739" y="222962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9" name="text_1598">
            <a:extLst>
              <a:ext uri="{FF2B5EF4-FFF2-40B4-BE49-F238E27FC236}">
                <a16:creationId xmlns:a16="http://schemas.microsoft.com/office/drawing/2014/main" id="{EF303F83-3CD1-4556-948B-4F26A4634FA4}"/>
              </a:ext>
            </a:extLst>
          </p:cNvPr>
          <p:cNvSpPr>
            <a:spLocks/>
          </p:cNvSpPr>
          <p:nvPr/>
        </p:nvSpPr>
        <p:spPr>
          <a:xfrm>
            <a:off x="6177279" y="2172970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DA1EA401-AF5F-4A96-8F36-F9BF287B5476}"/>
              </a:ext>
            </a:extLst>
          </p:cNvPr>
          <p:cNvSpPr>
            <a:spLocks/>
          </p:cNvSpPr>
          <p:nvPr/>
        </p:nvSpPr>
        <p:spPr>
          <a:xfrm>
            <a:off x="6079739" y="1604827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601" name="text_1600">
            <a:extLst>
              <a:ext uri="{FF2B5EF4-FFF2-40B4-BE49-F238E27FC236}">
                <a16:creationId xmlns:a16="http://schemas.microsoft.com/office/drawing/2014/main" id="{1CA99450-E315-4871-9FCA-799A5BFE1096}"/>
              </a:ext>
            </a:extLst>
          </p:cNvPr>
          <p:cNvSpPr>
            <a:spLocks/>
          </p:cNvSpPr>
          <p:nvPr/>
        </p:nvSpPr>
        <p:spPr>
          <a:xfrm>
            <a:off x="6177279" y="1548175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02" name="text_1601">
            <a:extLst>
              <a:ext uri="{FF2B5EF4-FFF2-40B4-BE49-F238E27FC236}">
                <a16:creationId xmlns:a16="http://schemas.microsoft.com/office/drawing/2014/main" id="{D52160FA-D18A-4278-862D-1B4554A85CDE}"/>
              </a:ext>
            </a:extLst>
          </p:cNvPr>
          <p:cNvSpPr>
            <a:spLocks/>
          </p:cNvSpPr>
          <p:nvPr/>
        </p:nvSpPr>
        <p:spPr>
          <a:xfrm rot="-5400000">
            <a:off x="6009664" y="2461105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7A55C864-FD02-4312-97EC-987C31D543BD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BC62F8F8-8AB6-4E62-8602-D51AEBBC5FB7}"/>
              </a:ext>
            </a:extLst>
          </p:cNvPr>
          <p:cNvSpPr>
            <a:spLocks/>
          </p:cNvSpPr>
          <p:nvPr/>
        </p:nvSpPr>
        <p:spPr>
          <a:xfrm>
            <a:off x="742323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5" name="text_1604">
            <a:extLst>
              <a:ext uri="{FF2B5EF4-FFF2-40B4-BE49-F238E27FC236}">
                <a16:creationId xmlns:a16="http://schemas.microsoft.com/office/drawing/2014/main" id="{A4F523E9-12F9-40B9-9D6F-EA822B58D734}"/>
              </a:ext>
            </a:extLst>
          </p:cNvPr>
          <p:cNvSpPr>
            <a:spLocks/>
          </p:cNvSpPr>
          <p:nvPr/>
        </p:nvSpPr>
        <p:spPr>
          <a:xfrm>
            <a:off x="706313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6" name="text_1605">
            <a:extLst>
              <a:ext uri="{FF2B5EF4-FFF2-40B4-BE49-F238E27FC236}">
                <a16:creationId xmlns:a16="http://schemas.microsoft.com/office/drawing/2014/main" id="{21AF802A-2544-4E92-803A-CBC468D9B3B8}"/>
              </a:ext>
            </a:extLst>
          </p:cNvPr>
          <p:cNvSpPr>
            <a:spLocks/>
          </p:cNvSpPr>
          <p:nvPr/>
        </p:nvSpPr>
        <p:spPr>
          <a:xfrm>
            <a:off x="7187181" y="374284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28ADC9B5-5F29-4067-9F44-1F4A75DE3565}"/>
              </a:ext>
            </a:extLst>
          </p:cNvPr>
          <p:cNvSpPr>
            <a:spLocks/>
          </p:cNvSpPr>
          <p:nvPr/>
        </p:nvSpPr>
        <p:spPr>
          <a:xfrm>
            <a:off x="846174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8" name="text_1607">
            <a:extLst>
              <a:ext uri="{FF2B5EF4-FFF2-40B4-BE49-F238E27FC236}">
                <a16:creationId xmlns:a16="http://schemas.microsoft.com/office/drawing/2014/main" id="{B37A6441-2EE2-4F08-B439-0F088A55E5C1}"/>
              </a:ext>
            </a:extLst>
          </p:cNvPr>
          <p:cNvSpPr>
            <a:spLocks/>
          </p:cNvSpPr>
          <p:nvPr/>
        </p:nvSpPr>
        <p:spPr>
          <a:xfrm>
            <a:off x="810164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9" name="text_1608">
            <a:extLst>
              <a:ext uri="{FF2B5EF4-FFF2-40B4-BE49-F238E27FC236}">
                <a16:creationId xmlns:a16="http://schemas.microsoft.com/office/drawing/2014/main" id="{5BE5D86E-112C-48B6-BEA0-496B1B859217}"/>
              </a:ext>
            </a:extLst>
          </p:cNvPr>
          <p:cNvSpPr>
            <a:spLocks/>
          </p:cNvSpPr>
          <p:nvPr/>
        </p:nvSpPr>
        <p:spPr>
          <a:xfrm>
            <a:off x="8320839" y="374284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EA046DD6-33B4-48D2-A2C7-7757BE558980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FDB1A37C-33B1-410D-8B08-D53BCC6BBB21}"/>
              </a:ext>
            </a:extLst>
          </p:cNvPr>
          <p:cNvSpPr>
            <a:spLocks/>
          </p:cNvSpPr>
          <p:nvPr/>
        </p:nvSpPr>
        <p:spPr>
          <a:xfrm>
            <a:off x="6960961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2" name="text_1611">
            <a:extLst>
              <a:ext uri="{FF2B5EF4-FFF2-40B4-BE49-F238E27FC236}">
                <a16:creationId xmlns:a16="http://schemas.microsoft.com/office/drawing/2014/main" id="{051296F5-FFA7-49D1-A414-1335DC917EF0}"/>
              </a:ext>
            </a:extLst>
          </p:cNvPr>
          <p:cNvSpPr>
            <a:spLocks/>
          </p:cNvSpPr>
          <p:nvPr/>
        </p:nvSpPr>
        <p:spPr>
          <a:xfrm>
            <a:off x="6737238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0F2B4E3A-293F-4869-AE1C-A79F1B0EB097}"/>
              </a:ext>
            </a:extLst>
          </p:cNvPr>
          <p:cNvSpPr>
            <a:spLocks/>
          </p:cNvSpPr>
          <p:nvPr/>
        </p:nvSpPr>
        <p:spPr>
          <a:xfrm>
            <a:off x="7005297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46B2947F-0F5E-4042-B711-A92C07A51F28}"/>
              </a:ext>
            </a:extLst>
          </p:cNvPr>
          <p:cNvSpPr>
            <a:spLocks/>
          </p:cNvSpPr>
          <p:nvPr/>
        </p:nvSpPr>
        <p:spPr>
          <a:xfrm>
            <a:off x="6960961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5" name="text_1614">
            <a:extLst>
              <a:ext uri="{FF2B5EF4-FFF2-40B4-BE49-F238E27FC236}">
                <a16:creationId xmlns:a16="http://schemas.microsoft.com/office/drawing/2014/main" id="{52EF15BC-3D65-40A5-A204-72D2A4BD0CE4}"/>
              </a:ext>
            </a:extLst>
          </p:cNvPr>
          <p:cNvSpPr>
            <a:spLocks/>
          </p:cNvSpPr>
          <p:nvPr/>
        </p:nvSpPr>
        <p:spPr>
          <a:xfrm>
            <a:off x="6737238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7FAE7774-53FB-44D9-B8EA-31F4EB9B9B74}"/>
              </a:ext>
            </a:extLst>
          </p:cNvPr>
          <p:cNvSpPr>
            <a:spLocks/>
          </p:cNvSpPr>
          <p:nvPr/>
        </p:nvSpPr>
        <p:spPr>
          <a:xfrm>
            <a:off x="7005297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0DA35F74-3D2A-496A-A004-9168666AED9F}"/>
              </a:ext>
            </a:extLst>
          </p:cNvPr>
          <p:cNvSpPr>
            <a:spLocks/>
          </p:cNvSpPr>
          <p:nvPr/>
        </p:nvSpPr>
        <p:spPr>
          <a:xfrm>
            <a:off x="6960961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8" name="text_1617">
            <a:extLst>
              <a:ext uri="{FF2B5EF4-FFF2-40B4-BE49-F238E27FC236}">
                <a16:creationId xmlns:a16="http://schemas.microsoft.com/office/drawing/2014/main" id="{314A383B-FABE-4DF5-84EB-54BBCA4636BD}"/>
              </a:ext>
            </a:extLst>
          </p:cNvPr>
          <p:cNvSpPr>
            <a:spLocks/>
          </p:cNvSpPr>
          <p:nvPr/>
        </p:nvSpPr>
        <p:spPr>
          <a:xfrm>
            <a:off x="6737238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619" name="text_1618">
            <a:extLst>
              <a:ext uri="{FF2B5EF4-FFF2-40B4-BE49-F238E27FC236}">
                <a16:creationId xmlns:a16="http://schemas.microsoft.com/office/drawing/2014/main" id="{4CC6A820-5DF2-4257-802C-64E60480FFCF}"/>
              </a:ext>
            </a:extLst>
          </p:cNvPr>
          <p:cNvSpPr>
            <a:spLocks/>
          </p:cNvSpPr>
          <p:nvPr/>
        </p:nvSpPr>
        <p:spPr>
          <a:xfrm rot="-5400000">
            <a:off x="6468030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FD68E2C0-167E-4B1E-9919-46335180BCAA}"/>
              </a:ext>
            </a:extLst>
          </p:cNvPr>
          <p:cNvSpPr>
            <a:spLocks/>
          </p:cNvSpPr>
          <p:nvPr/>
        </p:nvSpPr>
        <p:spPr>
          <a:xfrm>
            <a:off x="70762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08" y="1757235"/>
                </a:lnTo>
                <a:lnTo>
                  <a:pt x="3960" y="1746183"/>
                </a:lnTo>
                <a:lnTo>
                  <a:pt x="8647" y="1735131"/>
                </a:lnTo>
                <a:lnTo>
                  <a:pt x="14753" y="1724080"/>
                </a:lnTo>
                <a:lnTo>
                  <a:pt x="21881" y="1713028"/>
                </a:lnTo>
                <a:lnTo>
                  <a:pt x="29607" y="1701976"/>
                </a:lnTo>
                <a:lnTo>
                  <a:pt x="37510" y="1690924"/>
                </a:lnTo>
                <a:lnTo>
                  <a:pt x="45220" y="1679872"/>
                </a:lnTo>
                <a:lnTo>
                  <a:pt x="52433" y="1668821"/>
                </a:lnTo>
                <a:lnTo>
                  <a:pt x="58936" y="1657769"/>
                </a:lnTo>
                <a:lnTo>
                  <a:pt x="64600" y="1646717"/>
                </a:lnTo>
                <a:lnTo>
                  <a:pt x="69378" y="1635665"/>
                </a:lnTo>
                <a:lnTo>
                  <a:pt x="73291" y="1624613"/>
                </a:lnTo>
                <a:lnTo>
                  <a:pt x="76404" y="1613562"/>
                </a:lnTo>
                <a:lnTo>
                  <a:pt x="78814" y="1602510"/>
                </a:lnTo>
                <a:lnTo>
                  <a:pt x="80631" y="1591458"/>
                </a:lnTo>
                <a:lnTo>
                  <a:pt x="81965" y="1580406"/>
                </a:lnTo>
                <a:lnTo>
                  <a:pt x="82916" y="1569354"/>
                </a:lnTo>
                <a:lnTo>
                  <a:pt x="83572" y="1558303"/>
                </a:lnTo>
                <a:lnTo>
                  <a:pt x="84003" y="1547251"/>
                </a:lnTo>
                <a:lnTo>
                  <a:pt x="84268" y="1536199"/>
                </a:lnTo>
                <a:lnTo>
                  <a:pt x="84408" y="1525147"/>
                </a:lnTo>
                <a:lnTo>
                  <a:pt x="84458" y="1514096"/>
                </a:lnTo>
                <a:lnTo>
                  <a:pt x="84443" y="1503044"/>
                </a:lnTo>
                <a:lnTo>
                  <a:pt x="84382" y="1491992"/>
                </a:lnTo>
                <a:lnTo>
                  <a:pt x="84292" y="1480940"/>
                </a:lnTo>
                <a:lnTo>
                  <a:pt x="84187" y="1469888"/>
                </a:lnTo>
                <a:lnTo>
                  <a:pt x="84081" y="1458837"/>
                </a:lnTo>
                <a:lnTo>
                  <a:pt x="83986" y="1447785"/>
                </a:lnTo>
                <a:lnTo>
                  <a:pt x="83912" y="1436733"/>
                </a:lnTo>
                <a:lnTo>
                  <a:pt x="83867" y="1425681"/>
                </a:lnTo>
                <a:lnTo>
                  <a:pt x="83858" y="1414629"/>
                </a:lnTo>
                <a:lnTo>
                  <a:pt x="83887" y="1403578"/>
                </a:lnTo>
                <a:lnTo>
                  <a:pt x="83951" y="1392526"/>
                </a:lnTo>
                <a:lnTo>
                  <a:pt x="84045" y="1381474"/>
                </a:lnTo>
                <a:lnTo>
                  <a:pt x="84160" y="1370422"/>
                </a:lnTo>
                <a:lnTo>
                  <a:pt x="84282" y="1359370"/>
                </a:lnTo>
                <a:lnTo>
                  <a:pt x="84396" y="1348319"/>
                </a:lnTo>
                <a:lnTo>
                  <a:pt x="84486" y="1337267"/>
                </a:lnTo>
                <a:lnTo>
                  <a:pt x="84537" y="1326215"/>
                </a:lnTo>
                <a:lnTo>
                  <a:pt x="84536" y="1315163"/>
                </a:lnTo>
                <a:lnTo>
                  <a:pt x="84474" y="1304111"/>
                </a:lnTo>
                <a:lnTo>
                  <a:pt x="84345" y="1293060"/>
                </a:lnTo>
                <a:lnTo>
                  <a:pt x="84148" y="1282008"/>
                </a:lnTo>
                <a:lnTo>
                  <a:pt x="83891" y="1270956"/>
                </a:lnTo>
                <a:lnTo>
                  <a:pt x="83584" y="1259904"/>
                </a:lnTo>
                <a:lnTo>
                  <a:pt x="83244" y="1248853"/>
                </a:lnTo>
                <a:lnTo>
                  <a:pt x="82893" y="1237801"/>
                </a:lnTo>
                <a:lnTo>
                  <a:pt x="82552" y="1226749"/>
                </a:lnTo>
                <a:lnTo>
                  <a:pt x="82248" y="1215697"/>
                </a:lnTo>
                <a:lnTo>
                  <a:pt x="82003" y="1204645"/>
                </a:lnTo>
                <a:lnTo>
                  <a:pt x="81835" y="1193594"/>
                </a:lnTo>
                <a:lnTo>
                  <a:pt x="81759" y="1182542"/>
                </a:lnTo>
                <a:lnTo>
                  <a:pt x="81780" y="1171490"/>
                </a:lnTo>
                <a:lnTo>
                  <a:pt x="81898" y="1160438"/>
                </a:lnTo>
                <a:lnTo>
                  <a:pt x="82105" y="1149386"/>
                </a:lnTo>
                <a:lnTo>
                  <a:pt x="82387" y="1138335"/>
                </a:lnTo>
                <a:lnTo>
                  <a:pt x="82725" y="1127283"/>
                </a:lnTo>
                <a:lnTo>
                  <a:pt x="83102" y="1116231"/>
                </a:lnTo>
                <a:lnTo>
                  <a:pt x="83497" y="1105179"/>
                </a:lnTo>
                <a:lnTo>
                  <a:pt x="83895" y="1094127"/>
                </a:lnTo>
                <a:lnTo>
                  <a:pt x="84283" y="1083076"/>
                </a:lnTo>
                <a:lnTo>
                  <a:pt x="84650" y="1072024"/>
                </a:lnTo>
                <a:lnTo>
                  <a:pt x="84991" y="1060972"/>
                </a:lnTo>
                <a:lnTo>
                  <a:pt x="85302" y="1049920"/>
                </a:lnTo>
                <a:lnTo>
                  <a:pt x="85582" y="1038868"/>
                </a:lnTo>
                <a:lnTo>
                  <a:pt x="85829" y="1027817"/>
                </a:lnTo>
                <a:lnTo>
                  <a:pt x="86041" y="1016765"/>
                </a:lnTo>
                <a:lnTo>
                  <a:pt x="86219" y="1005713"/>
                </a:lnTo>
                <a:lnTo>
                  <a:pt x="86361" y="994661"/>
                </a:lnTo>
                <a:lnTo>
                  <a:pt x="86467" y="983609"/>
                </a:lnTo>
                <a:lnTo>
                  <a:pt x="86539" y="972558"/>
                </a:lnTo>
                <a:lnTo>
                  <a:pt x="86580" y="961506"/>
                </a:lnTo>
                <a:lnTo>
                  <a:pt x="86594" y="950454"/>
                </a:lnTo>
                <a:lnTo>
                  <a:pt x="86588" y="939402"/>
                </a:lnTo>
                <a:lnTo>
                  <a:pt x="86571" y="928351"/>
                </a:lnTo>
                <a:lnTo>
                  <a:pt x="86551" y="917299"/>
                </a:lnTo>
                <a:lnTo>
                  <a:pt x="86537" y="906247"/>
                </a:lnTo>
                <a:lnTo>
                  <a:pt x="86536" y="895195"/>
                </a:lnTo>
                <a:lnTo>
                  <a:pt x="86554" y="884143"/>
                </a:lnTo>
                <a:lnTo>
                  <a:pt x="86595" y="873092"/>
                </a:lnTo>
                <a:lnTo>
                  <a:pt x="86660" y="862040"/>
                </a:lnTo>
                <a:lnTo>
                  <a:pt x="86749" y="850988"/>
                </a:lnTo>
                <a:lnTo>
                  <a:pt x="86858" y="839936"/>
                </a:lnTo>
                <a:lnTo>
                  <a:pt x="86987" y="828884"/>
                </a:lnTo>
                <a:lnTo>
                  <a:pt x="87131" y="817833"/>
                </a:lnTo>
                <a:lnTo>
                  <a:pt x="87289" y="806781"/>
                </a:lnTo>
                <a:lnTo>
                  <a:pt x="87460" y="795729"/>
                </a:lnTo>
                <a:lnTo>
                  <a:pt x="87643" y="784677"/>
                </a:lnTo>
                <a:lnTo>
                  <a:pt x="87838" y="773625"/>
                </a:lnTo>
                <a:lnTo>
                  <a:pt x="88043" y="762574"/>
                </a:lnTo>
                <a:lnTo>
                  <a:pt x="88258" y="751522"/>
                </a:lnTo>
                <a:lnTo>
                  <a:pt x="88478" y="740470"/>
                </a:lnTo>
                <a:lnTo>
                  <a:pt x="88699" y="729418"/>
                </a:lnTo>
                <a:lnTo>
                  <a:pt x="88912" y="718366"/>
                </a:lnTo>
                <a:lnTo>
                  <a:pt x="89109" y="707315"/>
                </a:lnTo>
                <a:lnTo>
                  <a:pt x="89282" y="696263"/>
                </a:lnTo>
                <a:lnTo>
                  <a:pt x="89422" y="685211"/>
                </a:lnTo>
                <a:lnTo>
                  <a:pt x="89525" y="674159"/>
                </a:lnTo>
                <a:lnTo>
                  <a:pt x="89587" y="663108"/>
                </a:lnTo>
                <a:lnTo>
                  <a:pt x="89609" y="652056"/>
                </a:lnTo>
                <a:lnTo>
                  <a:pt x="89597" y="641004"/>
                </a:lnTo>
                <a:lnTo>
                  <a:pt x="89559" y="629952"/>
                </a:lnTo>
                <a:lnTo>
                  <a:pt x="89505" y="618900"/>
                </a:lnTo>
                <a:lnTo>
                  <a:pt x="89445" y="607849"/>
                </a:lnTo>
                <a:lnTo>
                  <a:pt x="89391" y="596797"/>
                </a:lnTo>
                <a:lnTo>
                  <a:pt x="89351" y="585745"/>
                </a:lnTo>
                <a:lnTo>
                  <a:pt x="89330" y="574693"/>
                </a:lnTo>
                <a:lnTo>
                  <a:pt x="89331" y="563641"/>
                </a:lnTo>
                <a:lnTo>
                  <a:pt x="89355" y="552590"/>
                </a:lnTo>
                <a:lnTo>
                  <a:pt x="89397" y="541538"/>
                </a:lnTo>
                <a:lnTo>
                  <a:pt x="89455" y="530486"/>
                </a:lnTo>
                <a:lnTo>
                  <a:pt x="89523" y="519434"/>
                </a:lnTo>
                <a:lnTo>
                  <a:pt x="89599" y="508382"/>
                </a:lnTo>
                <a:lnTo>
                  <a:pt x="89680" y="497331"/>
                </a:lnTo>
                <a:lnTo>
                  <a:pt x="89765" y="486279"/>
                </a:lnTo>
                <a:lnTo>
                  <a:pt x="89854" y="475227"/>
                </a:lnTo>
                <a:lnTo>
                  <a:pt x="89949" y="464175"/>
                </a:lnTo>
                <a:lnTo>
                  <a:pt x="90051" y="453123"/>
                </a:lnTo>
                <a:lnTo>
                  <a:pt x="90163" y="442072"/>
                </a:lnTo>
                <a:lnTo>
                  <a:pt x="90285" y="431020"/>
                </a:lnTo>
                <a:lnTo>
                  <a:pt x="90417" y="419968"/>
                </a:lnTo>
                <a:lnTo>
                  <a:pt x="90559" y="408916"/>
                </a:lnTo>
                <a:lnTo>
                  <a:pt x="90709" y="397865"/>
                </a:lnTo>
                <a:lnTo>
                  <a:pt x="90864" y="386813"/>
                </a:lnTo>
                <a:lnTo>
                  <a:pt x="91024" y="375761"/>
                </a:lnTo>
                <a:lnTo>
                  <a:pt x="91185" y="364709"/>
                </a:lnTo>
                <a:lnTo>
                  <a:pt x="91345" y="353657"/>
                </a:lnTo>
                <a:lnTo>
                  <a:pt x="91503" y="342606"/>
                </a:lnTo>
                <a:lnTo>
                  <a:pt x="91657" y="331554"/>
                </a:lnTo>
                <a:lnTo>
                  <a:pt x="91807" y="320502"/>
                </a:lnTo>
                <a:lnTo>
                  <a:pt x="91952" y="309450"/>
                </a:lnTo>
                <a:lnTo>
                  <a:pt x="92091" y="298398"/>
                </a:lnTo>
                <a:lnTo>
                  <a:pt x="92224" y="287347"/>
                </a:lnTo>
                <a:lnTo>
                  <a:pt x="92351" y="276295"/>
                </a:lnTo>
                <a:lnTo>
                  <a:pt x="92472" y="265243"/>
                </a:lnTo>
                <a:lnTo>
                  <a:pt x="92586" y="254191"/>
                </a:lnTo>
                <a:lnTo>
                  <a:pt x="92690" y="243139"/>
                </a:lnTo>
                <a:lnTo>
                  <a:pt x="92783" y="232088"/>
                </a:lnTo>
                <a:lnTo>
                  <a:pt x="92859" y="221036"/>
                </a:lnTo>
                <a:lnTo>
                  <a:pt x="92914" y="209984"/>
                </a:lnTo>
                <a:lnTo>
                  <a:pt x="92939" y="198932"/>
                </a:lnTo>
                <a:lnTo>
                  <a:pt x="92925" y="187880"/>
                </a:lnTo>
                <a:lnTo>
                  <a:pt x="92859" y="176829"/>
                </a:lnTo>
                <a:lnTo>
                  <a:pt x="92730" y="165777"/>
                </a:lnTo>
                <a:lnTo>
                  <a:pt x="92522" y="154725"/>
                </a:lnTo>
                <a:lnTo>
                  <a:pt x="92225" y="143673"/>
                </a:lnTo>
                <a:lnTo>
                  <a:pt x="91825" y="132622"/>
                </a:lnTo>
                <a:lnTo>
                  <a:pt x="91318" y="121570"/>
                </a:lnTo>
                <a:lnTo>
                  <a:pt x="90700" y="110518"/>
                </a:lnTo>
                <a:lnTo>
                  <a:pt x="89981" y="99466"/>
                </a:lnTo>
                <a:lnTo>
                  <a:pt x="89175" y="88414"/>
                </a:lnTo>
                <a:lnTo>
                  <a:pt x="88308" y="77363"/>
                </a:lnTo>
                <a:lnTo>
                  <a:pt x="87417" y="66311"/>
                </a:lnTo>
                <a:lnTo>
                  <a:pt x="86545" y="55259"/>
                </a:lnTo>
                <a:lnTo>
                  <a:pt x="85740" y="44207"/>
                </a:lnTo>
                <a:lnTo>
                  <a:pt x="85050" y="33155"/>
                </a:lnTo>
                <a:lnTo>
                  <a:pt x="84520" y="22104"/>
                </a:lnTo>
                <a:lnTo>
                  <a:pt x="84187" y="11052"/>
                </a:lnTo>
                <a:lnTo>
                  <a:pt x="84073" y="0"/>
                </a:lnTo>
                <a:lnTo>
                  <a:pt x="103366" y="0"/>
                </a:lnTo>
                <a:lnTo>
                  <a:pt x="103366" y="0"/>
                </a:lnTo>
                <a:lnTo>
                  <a:pt x="103252" y="11052"/>
                </a:lnTo>
                <a:lnTo>
                  <a:pt x="102918" y="22104"/>
                </a:lnTo>
                <a:lnTo>
                  <a:pt x="102389" y="33155"/>
                </a:lnTo>
                <a:lnTo>
                  <a:pt x="101699" y="44207"/>
                </a:lnTo>
                <a:lnTo>
                  <a:pt x="100893" y="55259"/>
                </a:lnTo>
                <a:lnTo>
                  <a:pt x="100021" y="66311"/>
                </a:lnTo>
                <a:lnTo>
                  <a:pt x="99130" y="77363"/>
                </a:lnTo>
                <a:lnTo>
                  <a:pt x="98264" y="88414"/>
                </a:lnTo>
                <a:lnTo>
                  <a:pt x="97458" y="99466"/>
                </a:lnTo>
                <a:lnTo>
                  <a:pt x="96738" y="110518"/>
                </a:lnTo>
                <a:lnTo>
                  <a:pt x="96121" y="121570"/>
                </a:lnTo>
                <a:lnTo>
                  <a:pt x="95613" y="132622"/>
                </a:lnTo>
                <a:lnTo>
                  <a:pt x="95214" y="143673"/>
                </a:lnTo>
                <a:lnTo>
                  <a:pt x="94916" y="154725"/>
                </a:lnTo>
                <a:lnTo>
                  <a:pt x="94709" y="165777"/>
                </a:lnTo>
                <a:lnTo>
                  <a:pt x="94579" y="176829"/>
                </a:lnTo>
                <a:lnTo>
                  <a:pt x="94514" y="187880"/>
                </a:lnTo>
                <a:lnTo>
                  <a:pt x="94499" y="198932"/>
                </a:lnTo>
                <a:lnTo>
                  <a:pt x="94524" y="209984"/>
                </a:lnTo>
                <a:lnTo>
                  <a:pt x="94579" y="221036"/>
                </a:lnTo>
                <a:lnTo>
                  <a:pt x="94656" y="232088"/>
                </a:lnTo>
                <a:lnTo>
                  <a:pt x="94748" y="243139"/>
                </a:lnTo>
                <a:lnTo>
                  <a:pt x="94853" y="254191"/>
                </a:lnTo>
                <a:lnTo>
                  <a:pt x="94966" y="265243"/>
                </a:lnTo>
                <a:lnTo>
                  <a:pt x="95087" y="276295"/>
                </a:lnTo>
                <a:lnTo>
                  <a:pt x="95214" y="287347"/>
                </a:lnTo>
                <a:lnTo>
                  <a:pt x="95348" y="298398"/>
                </a:lnTo>
                <a:lnTo>
                  <a:pt x="95487" y="309450"/>
                </a:lnTo>
                <a:lnTo>
                  <a:pt x="95631" y="320502"/>
                </a:lnTo>
                <a:lnTo>
                  <a:pt x="95781" y="331554"/>
                </a:lnTo>
                <a:lnTo>
                  <a:pt x="95935" y="342606"/>
                </a:lnTo>
                <a:lnTo>
                  <a:pt x="96093" y="353657"/>
                </a:lnTo>
                <a:lnTo>
                  <a:pt x="96253" y="364709"/>
                </a:lnTo>
                <a:lnTo>
                  <a:pt x="96414" y="375761"/>
                </a:lnTo>
                <a:lnTo>
                  <a:pt x="96574" y="386813"/>
                </a:lnTo>
                <a:lnTo>
                  <a:pt x="96730" y="397865"/>
                </a:lnTo>
                <a:lnTo>
                  <a:pt x="96880" y="408916"/>
                </a:lnTo>
                <a:lnTo>
                  <a:pt x="97021" y="419968"/>
                </a:lnTo>
                <a:lnTo>
                  <a:pt x="97154" y="431020"/>
                </a:lnTo>
                <a:lnTo>
                  <a:pt x="97275" y="442072"/>
                </a:lnTo>
                <a:lnTo>
                  <a:pt x="97387" y="453123"/>
                </a:lnTo>
                <a:lnTo>
                  <a:pt x="97490" y="464175"/>
                </a:lnTo>
                <a:lnTo>
                  <a:pt x="97584" y="475227"/>
                </a:lnTo>
                <a:lnTo>
                  <a:pt x="97674" y="486279"/>
                </a:lnTo>
                <a:lnTo>
                  <a:pt x="97758" y="497331"/>
                </a:lnTo>
                <a:lnTo>
                  <a:pt x="97839" y="508382"/>
                </a:lnTo>
                <a:lnTo>
                  <a:pt x="97915" y="519434"/>
                </a:lnTo>
                <a:lnTo>
                  <a:pt x="97984" y="530486"/>
                </a:lnTo>
                <a:lnTo>
                  <a:pt x="98041" y="541538"/>
                </a:lnTo>
                <a:lnTo>
                  <a:pt x="98084" y="552590"/>
                </a:lnTo>
                <a:lnTo>
                  <a:pt x="98107" y="563641"/>
                </a:lnTo>
                <a:lnTo>
                  <a:pt x="98108" y="574693"/>
                </a:lnTo>
                <a:lnTo>
                  <a:pt x="98088" y="585745"/>
                </a:lnTo>
                <a:lnTo>
                  <a:pt x="98047" y="596797"/>
                </a:lnTo>
                <a:lnTo>
                  <a:pt x="97993" y="607849"/>
                </a:lnTo>
                <a:lnTo>
                  <a:pt x="97934" y="618900"/>
                </a:lnTo>
                <a:lnTo>
                  <a:pt x="97879" y="629952"/>
                </a:lnTo>
                <a:lnTo>
                  <a:pt x="97841" y="641004"/>
                </a:lnTo>
                <a:lnTo>
                  <a:pt x="97829" y="652056"/>
                </a:lnTo>
                <a:lnTo>
                  <a:pt x="97852" y="663108"/>
                </a:lnTo>
                <a:lnTo>
                  <a:pt x="97914" y="674159"/>
                </a:lnTo>
                <a:lnTo>
                  <a:pt x="98016" y="685211"/>
                </a:lnTo>
                <a:lnTo>
                  <a:pt x="98157" y="696263"/>
                </a:lnTo>
                <a:lnTo>
                  <a:pt x="98329" y="707315"/>
                </a:lnTo>
                <a:lnTo>
                  <a:pt x="98527" y="718366"/>
                </a:lnTo>
                <a:lnTo>
                  <a:pt x="98740" y="729418"/>
                </a:lnTo>
                <a:lnTo>
                  <a:pt x="98960" y="740470"/>
                </a:lnTo>
                <a:lnTo>
                  <a:pt x="99180" y="751522"/>
                </a:lnTo>
                <a:lnTo>
                  <a:pt x="99395" y="762574"/>
                </a:lnTo>
                <a:lnTo>
                  <a:pt x="99601" y="773625"/>
                </a:lnTo>
                <a:lnTo>
                  <a:pt x="99795" y="784677"/>
                </a:lnTo>
                <a:lnTo>
                  <a:pt x="99978" y="795729"/>
                </a:lnTo>
                <a:lnTo>
                  <a:pt x="100149" y="806781"/>
                </a:lnTo>
                <a:lnTo>
                  <a:pt x="100307" y="817833"/>
                </a:lnTo>
                <a:lnTo>
                  <a:pt x="100452" y="828884"/>
                </a:lnTo>
                <a:lnTo>
                  <a:pt x="100580" y="839936"/>
                </a:lnTo>
                <a:lnTo>
                  <a:pt x="100690" y="850988"/>
                </a:lnTo>
                <a:lnTo>
                  <a:pt x="100778" y="862040"/>
                </a:lnTo>
                <a:lnTo>
                  <a:pt x="100843" y="873092"/>
                </a:lnTo>
                <a:lnTo>
                  <a:pt x="100884" y="884143"/>
                </a:lnTo>
                <a:lnTo>
                  <a:pt x="100903" y="895195"/>
                </a:lnTo>
                <a:lnTo>
                  <a:pt x="100902" y="906247"/>
                </a:lnTo>
                <a:lnTo>
                  <a:pt x="100887" y="917299"/>
                </a:lnTo>
                <a:lnTo>
                  <a:pt x="100867" y="928351"/>
                </a:lnTo>
                <a:lnTo>
                  <a:pt x="100850" y="939402"/>
                </a:lnTo>
                <a:lnTo>
                  <a:pt x="100844" y="950454"/>
                </a:lnTo>
                <a:lnTo>
                  <a:pt x="100858" y="961506"/>
                </a:lnTo>
                <a:lnTo>
                  <a:pt x="100899" y="972558"/>
                </a:lnTo>
                <a:lnTo>
                  <a:pt x="100971" y="983609"/>
                </a:lnTo>
                <a:lnTo>
                  <a:pt x="101077" y="994661"/>
                </a:lnTo>
                <a:lnTo>
                  <a:pt x="101220" y="1005713"/>
                </a:lnTo>
                <a:lnTo>
                  <a:pt x="101397" y="1016765"/>
                </a:lnTo>
                <a:lnTo>
                  <a:pt x="101610" y="1027817"/>
                </a:lnTo>
                <a:lnTo>
                  <a:pt x="101856" y="1038868"/>
                </a:lnTo>
                <a:lnTo>
                  <a:pt x="102136" y="1049920"/>
                </a:lnTo>
                <a:lnTo>
                  <a:pt x="102447" y="1060972"/>
                </a:lnTo>
                <a:lnTo>
                  <a:pt x="102788" y="1072024"/>
                </a:lnTo>
                <a:lnTo>
                  <a:pt x="103156" y="1083076"/>
                </a:lnTo>
                <a:lnTo>
                  <a:pt x="103543" y="1094127"/>
                </a:lnTo>
                <a:lnTo>
                  <a:pt x="103941" y="1105179"/>
                </a:lnTo>
                <a:lnTo>
                  <a:pt x="104337" y="1116231"/>
                </a:lnTo>
                <a:lnTo>
                  <a:pt x="104713" y="1127283"/>
                </a:lnTo>
                <a:lnTo>
                  <a:pt x="105052" y="1138335"/>
                </a:lnTo>
                <a:lnTo>
                  <a:pt x="105333" y="1149386"/>
                </a:lnTo>
                <a:lnTo>
                  <a:pt x="105540" y="1160438"/>
                </a:lnTo>
                <a:lnTo>
                  <a:pt x="105658" y="1171490"/>
                </a:lnTo>
                <a:lnTo>
                  <a:pt x="105680" y="1182542"/>
                </a:lnTo>
                <a:lnTo>
                  <a:pt x="105603" y="1193594"/>
                </a:lnTo>
                <a:lnTo>
                  <a:pt x="105436" y="1204645"/>
                </a:lnTo>
                <a:lnTo>
                  <a:pt x="105190" y="1215697"/>
                </a:lnTo>
                <a:lnTo>
                  <a:pt x="104886" y="1226749"/>
                </a:lnTo>
                <a:lnTo>
                  <a:pt x="104546" y="1237801"/>
                </a:lnTo>
                <a:lnTo>
                  <a:pt x="104194" y="1248853"/>
                </a:lnTo>
                <a:lnTo>
                  <a:pt x="103854" y="1259904"/>
                </a:lnTo>
                <a:lnTo>
                  <a:pt x="103547" y="1270956"/>
                </a:lnTo>
                <a:lnTo>
                  <a:pt x="103290" y="1282008"/>
                </a:lnTo>
                <a:lnTo>
                  <a:pt x="103094" y="1293060"/>
                </a:lnTo>
                <a:lnTo>
                  <a:pt x="102964" y="1304111"/>
                </a:lnTo>
                <a:lnTo>
                  <a:pt x="102902" y="1315163"/>
                </a:lnTo>
                <a:lnTo>
                  <a:pt x="102901" y="1326215"/>
                </a:lnTo>
                <a:lnTo>
                  <a:pt x="102953" y="1337267"/>
                </a:lnTo>
                <a:lnTo>
                  <a:pt x="103043" y="1348319"/>
                </a:lnTo>
                <a:lnTo>
                  <a:pt x="103157" y="1359370"/>
                </a:lnTo>
                <a:lnTo>
                  <a:pt x="103279" y="1370422"/>
                </a:lnTo>
                <a:lnTo>
                  <a:pt x="103393" y="1381474"/>
                </a:lnTo>
                <a:lnTo>
                  <a:pt x="103487" y="1392526"/>
                </a:lnTo>
                <a:lnTo>
                  <a:pt x="103552" y="1403578"/>
                </a:lnTo>
                <a:lnTo>
                  <a:pt x="103580" y="1414629"/>
                </a:lnTo>
                <a:lnTo>
                  <a:pt x="103571" y="1425681"/>
                </a:lnTo>
                <a:lnTo>
                  <a:pt x="103526" y="1436733"/>
                </a:lnTo>
                <a:lnTo>
                  <a:pt x="103452" y="1447785"/>
                </a:lnTo>
                <a:lnTo>
                  <a:pt x="103357" y="1458837"/>
                </a:lnTo>
                <a:lnTo>
                  <a:pt x="103251" y="1469888"/>
                </a:lnTo>
                <a:lnTo>
                  <a:pt x="103147" y="1480940"/>
                </a:lnTo>
                <a:lnTo>
                  <a:pt x="103057" y="1491992"/>
                </a:lnTo>
                <a:lnTo>
                  <a:pt x="102996" y="1503044"/>
                </a:lnTo>
                <a:lnTo>
                  <a:pt x="102980" y="1514096"/>
                </a:lnTo>
                <a:lnTo>
                  <a:pt x="103030" y="1525147"/>
                </a:lnTo>
                <a:lnTo>
                  <a:pt x="103171" y="1536199"/>
                </a:lnTo>
                <a:lnTo>
                  <a:pt x="103435" y="1547251"/>
                </a:lnTo>
                <a:lnTo>
                  <a:pt x="103867" y="1558303"/>
                </a:lnTo>
                <a:lnTo>
                  <a:pt x="104522" y="1569354"/>
                </a:lnTo>
                <a:lnTo>
                  <a:pt x="105473" y="1580406"/>
                </a:lnTo>
                <a:lnTo>
                  <a:pt x="106807" y="1591458"/>
                </a:lnTo>
                <a:lnTo>
                  <a:pt x="108624" y="1602510"/>
                </a:lnTo>
                <a:lnTo>
                  <a:pt x="111035" y="1613562"/>
                </a:lnTo>
                <a:lnTo>
                  <a:pt x="114148" y="1624613"/>
                </a:lnTo>
                <a:lnTo>
                  <a:pt x="118060" y="1635665"/>
                </a:lnTo>
                <a:lnTo>
                  <a:pt x="122839" y="1646717"/>
                </a:lnTo>
                <a:lnTo>
                  <a:pt x="128503" y="1657769"/>
                </a:lnTo>
                <a:lnTo>
                  <a:pt x="135005" y="1668821"/>
                </a:lnTo>
                <a:lnTo>
                  <a:pt x="142219" y="1679872"/>
                </a:lnTo>
                <a:lnTo>
                  <a:pt x="149928" y="1690924"/>
                </a:lnTo>
                <a:lnTo>
                  <a:pt x="157832" y="1701976"/>
                </a:lnTo>
                <a:lnTo>
                  <a:pt x="165557" y="1713028"/>
                </a:lnTo>
                <a:lnTo>
                  <a:pt x="172686" y="1724080"/>
                </a:lnTo>
                <a:lnTo>
                  <a:pt x="178791" y="1735131"/>
                </a:lnTo>
                <a:lnTo>
                  <a:pt x="183479" y="1746183"/>
                </a:lnTo>
                <a:lnTo>
                  <a:pt x="186430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ECA190FB-596B-480D-A4A5-8ECD518B69C1}"/>
              </a:ext>
            </a:extLst>
          </p:cNvPr>
          <p:cNvSpPr>
            <a:spLocks/>
          </p:cNvSpPr>
          <p:nvPr/>
        </p:nvSpPr>
        <p:spPr>
          <a:xfrm>
            <a:off x="732951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3404" y="1768287"/>
                </a:moveTo>
                <a:lnTo>
                  <a:pt x="54034" y="1768287"/>
                </a:lnTo>
                <a:lnTo>
                  <a:pt x="54495" y="1757235"/>
                </a:lnTo>
                <a:lnTo>
                  <a:pt x="55843" y="1746183"/>
                </a:lnTo>
                <a:lnTo>
                  <a:pt x="57987" y="1735131"/>
                </a:lnTo>
                <a:lnTo>
                  <a:pt x="60780" y="1724080"/>
                </a:lnTo>
                <a:lnTo>
                  <a:pt x="64045" y="1713028"/>
                </a:lnTo>
                <a:lnTo>
                  <a:pt x="67587" y="1701976"/>
                </a:lnTo>
                <a:lnTo>
                  <a:pt x="71214" y="1690924"/>
                </a:lnTo>
                <a:lnTo>
                  <a:pt x="74753" y="1679872"/>
                </a:lnTo>
                <a:lnTo>
                  <a:pt x="78066" y="1668821"/>
                </a:lnTo>
                <a:lnTo>
                  <a:pt x="81050" y="1657769"/>
                </a:lnTo>
                <a:lnTo>
                  <a:pt x="83644" y="1646717"/>
                </a:lnTo>
                <a:lnTo>
                  <a:pt x="85824" y="1635665"/>
                </a:lnTo>
                <a:lnTo>
                  <a:pt x="87598" y="1624613"/>
                </a:lnTo>
                <a:lnTo>
                  <a:pt x="88997" y="1613562"/>
                </a:lnTo>
                <a:lnTo>
                  <a:pt x="90065" y="1602510"/>
                </a:lnTo>
                <a:lnTo>
                  <a:pt x="90854" y="1591458"/>
                </a:lnTo>
                <a:lnTo>
                  <a:pt x="91416" y="1580406"/>
                </a:lnTo>
                <a:lnTo>
                  <a:pt x="91800" y="1569354"/>
                </a:lnTo>
                <a:lnTo>
                  <a:pt x="92047" y="1558303"/>
                </a:lnTo>
                <a:lnTo>
                  <a:pt x="92191" y="1547251"/>
                </a:lnTo>
                <a:lnTo>
                  <a:pt x="92257" y="1536199"/>
                </a:lnTo>
                <a:lnTo>
                  <a:pt x="92264" y="1525147"/>
                </a:lnTo>
                <a:lnTo>
                  <a:pt x="92226" y="1514096"/>
                </a:lnTo>
                <a:lnTo>
                  <a:pt x="92150" y="1503044"/>
                </a:lnTo>
                <a:lnTo>
                  <a:pt x="92043" y="1491992"/>
                </a:lnTo>
                <a:lnTo>
                  <a:pt x="91907" y="1480940"/>
                </a:lnTo>
                <a:lnTo>
                  <a:pt x="91744" y="1469888"/>
                </a:lnTo>
                <a:lnTo>
                  <a:pt x="91554" y="1458837"/>
                </a:lnTo>
                <a:lnTo>
                  <a:pt x="91340" y="1447785"/>
                </a:lnTo>
                <a:lnTo>
                  <a:pt x="91102" y="1436733"/>
                </a:lnTo>
                <a:lnTo>
                  <a:pt x="90843" y="1425681"/>
                </a:lnTo>
                <a:lnTo>
                  <a:pt x="90565" y="1414629"/>
                </a:lnTo>
                <a:lnTo>
                  <a:pt x="90274" y="1403578"/>
                </a:lnTo>
                <a:lnTo>
                  <a:pt x="89976" y="1392526"/>
                </a:lnTo>
                <a:lnTo>
                  <a:pt x="89676" y="1381474"/>
                </a:lnTo>
                <a:lnTo>
                  <a:pt x="89383" y="1370422"/>
                </a:lnTo>
                <a:lnTo>
                  <a:pt x="89100" y="1359370"/>
                </a:lnTo>
                <a:lnTo>
                  <a:pt x="88832" y="1348319"/>
                </a:lnTo>
                <a:lnTo>
                  <a:pt x="88577" y="1337267"/>
                </a:lnTo>
                <a:lnTo>
                  <a:pt x="88333" y="1326215"/>
                </a:lnTo>
                <a:lnTo>
                  <a:pt x="88093" y="1315163"/>
                </a:lnTo>
                <a:lnTo>
                  <a:pt x="87848" y="1304111"/>
                </a:lnTo>
                <a:lnTo>
                  <a:pt x="87588" y="1293060"/>
                </a:lnTo>
                <a:lnTo>
                  <a:pt x="87302" y="1282008"/>
                </a:lnTo>
                <a:lnTo>
                  <a:pt x="86986" y="1270956"/>
                </a:lnTo>
                <a:lnTo>
                  <a:pt x="86636" y="1259904"/>
                </a:lnTo>
                <a:lnTo>
                  <a:pt x="86256" y="1248853"/>
                </a:lnTo>
                <a:lnTo>
                  <a:pt x="85859" y="1237801"/>
                </a:lnTo>
                <a:lnTo>
                  <a:pt x="85460" y="1226749"/>
                </a:lnTo>
                <a:lnTo>
                  <a:pt x="85080" y="1215697"/>
                </a:lnTo>
                <a:lnTo>
                  <a:pt x="84745" y="1204645"/>
                </a:lnTo>
                <a:lnTo>
                  <a:pt x="84476" y="1193594"/>
                </a:lnTo>
                <a:lnTo>
                  <a:pt x="84296" y="1182542"/>
                </a:lnTo>
                <a:lnTo>
                  <a:pt x="84218" y="1171490"/>
                </a:lnTo>
                <a:lnTo>
                  <a:pt x="84251" y="1160438"/>
                </a:lnTo>
                <a:lnTo>
                  <a:pt x="84394" y="1149386"/>
                </a:lnTo>
                <a:lnTo>
                  <a:pt x="84638" y="1138335"/>
                </a:lnTo>
                <a:lnTo>
                  <a:pt x="84970" y="1127283"/>
                </a:lnTo>
                <a:lnTo>
                  <a:pt x="85367" y="1116231"/>
                </a:lnTo>
                <a:lnTo>
                  <a:pt x="85805" y="1105179"/>
                </a:lnTo>
                <a:lnTo>
                  <a:pt x="86258" y="1094127"/>
                </a:lnTo>
                <a:lnTo>
                  <a:pt x="86698" y="1083076"/>
                </a:lnTo>
                <a:lnTo>
                  <a:pt x="87098" y="1072024"/>
                </a:lnTo>
                <a:lnTo>
                  <a:pt x="87433" y="1060972"/>
                </a:lnTo>
                <a:lnTo>
                  <a:pt x="87678" y="1049920"/>
                </a:lnTo>
                <a:lnTo>
                  <a:pt x="87811" y="1038868"/>
                </a:lnTo>
                <a:lnTo>
                  <a:pt x="87814" y="1027817"/>
                </a:lnTo>
                <a:lnTo>
                  <a:pt x="87672" y="1016765"/>
                </a:lnTo>
                <a:lnTo>
                  <a:pt x="87375" y="1005713"/>
                </a:lnTo>
                <a:lnTo>
                  <a:pt x="86923" y="994661"/>
                </a:lnTo>
                <a:lnTo>
                  <a:pt x="86323" y="983609"/>
                </a:lnTo>
                <a:lnTo>
                  <a:pt x="85596" y="972558"/>
                </a:lnTo>
                <a:lnTo>
                  <a:pt x="84771" y="961506"/>
                </a:lnTo>
                <a:lnTo>
                  <a:pt x="83892" y="950454"/>
                </a:lnTo>
                <a:lnTo>
                  <a:pt x="83009" y="939402"/>
                </a:lnTo>
                <a:lnTo>
                  <a:pt x="82178" y="928351"/>
                </a:lnTo>
                <a:lnTo>
                  <a:pt x="81454" y="917299"/>
                </a:lnTo>
                <a:lnTo>
                  <a:pt x="80888" y="906247"/>
                </a:lnTo>
                <a:lnTo>
                  <a:pt x="80518" y="895195"/>
                </a:lnTo>
                <a:lnTo>
                  <a:pt x="80370" y="884143"/>
                </a:lnTo>
                <a:lnTo>
                  <a:pt x="80447" y="873092"/>
                </a:lnTo>
                <a:lnTo>
                  <a:pt x="80737" y="862040"/>
                </a:lnTo>
                <a:lnTo>
                  <a:pt x="81209" y="850988"/>
                </a:lnTo>
                <a:lnTo>
                  <a:pt x="81820" y="839936"/>
                </a:lnTo>
                <a:lnTo>
                  <a:pt x="82519" y="828884"/>
                </a:lnTo>
                <a:lnTo>
                  <a:pt x="83251" y="817833"/>
                </a:lnTo>
                <a:lnTo>
                  <a:pt x="83965" y="806781"/>
                </a:lnTo>
                <a:lnTo>
                  <a:pt x="84620" y="795729"/>
                </a:lnTo>
                <a:lnTo>
                  <a:pt x="85181" y="784677"/>
                </a:lnTo>
                <a:lnTo>
                  <a:pt x="85628" y="773625"/>
                </a:lnTo>
                <a:lnTo>
                  <a:pt x="85948" y="762574"/>
                </a:lnTo>
                <a:lnTo>
                  <a:pt x="86139" y="751522"/>
                </a:lnTo>
                <a:lnTo>
                  <a:pt x="86204" y="740470"/>
                </a:lnTo>
                <a:lnTo>
                  <a:pt x="86150" y="729418"/>
                </a:lnTo>
                <a:lnTo>
                  <a:pt x="85985" y="718366"/>
                </a:lnTo>
                <a:lnTo>
                  <a:pt x="85718" y="707315"/>
                </a:lnTo>
                <a:lnTo>
                  <a:pt x="85359" y="696263"/>
                </a:lnTo>
                <a:lnTo>
                  <a:pt x="84919" y="685211"/>
                </a:lnTo>
                <a:lnTo>
                  <a:pt x="84412" y="674159"/>
                </a:lnTo>
                <a:lnTo>
                  <a:pt x="83857" y="663108"/>
                </a:lnTo>
                <a:lnTo>
                  <a:pt x="83278" y="652056"/>
                </a:lnTo>
                <a:lnTo>
                  <a:pt x="82704" y="641004"/>
                </a:lnTo>
                <a:lnTo>
                  <a:pt x="82168" y="629952"/>
                </a:lnTo>
                <a:lnTo>
                  <a:pt x="81704" y="618900"/>
                </a:lnTo>
                <a:lnTo>
                  <a:pt x="81344" y="607849"/>
                </a:lnTo>
                <a:lnTo>
                  <a:pt x="81115" y="596797"/>
                </a:lnTo>
                <a:lnTo>
                  <a:pt x="81034" y="585745"/>
                </a:lnTo>
                <a:lnTo>
                  <a:pt x="81110" y="574693"/>
                </a:lnTo>
                <a:lnTo>
                  <a:pt x="81336" y="563641"/>
                </a:lnTo>
                <a:lnTo>
                  <a:pt x="81698" y="552590"/>
                </a:lnTo>
                <a:lnTo>
                  <a:pt x="82169" y="541538"/>
                </a:lnTo>
                <a:lnTo>
                  <a:pt x="82717" y="530486"/>
                </a:lnTo>
                <a:lnTo>
                  <a:pt x="83309" y="519434"/>
                </a:lnTo>
                <a:lnTo>
                  <a:pt x="83909" y="508382"/>
                </a:lnTo>
                <a:lnTo>
                  <a:pt x="84488" y="497331"/>
                </a:lnTo>
                <a:lnTo>
                  <a:pt x="85025" y="486279"/>
                </a:lnTo>
                <a:lnTo>
                  <a:pt x="85504" y="475227"/>
                </a:lnTo>
                <a:lnTo>
                  <a:pt x="85919" y="464175"/>
                </a:lnTo>
                <a:lnTo>
                  <a:pt x="86269" y="453123"/>
                </a:lnTo>
                <a:lnTo>
                  <a:pt x="86561" y="442072"/>
                </a:lnTo>
                <a:lnTo>
                  <a:pt x="86804" y="431020"/>
                </a:lnTo>
                <a:lnTo>
                  <a:pt x="87008" y="419968"/>
                </a:lnTo>
                <a:lnTo>
                  <a:pt x="87181" y="408916"/>
                </a:lnTo>
                <a:lnTo>
                  <a:pt x="87330" y="397865"/>
                </a:lnTo>
                <a:lnTo>
                  <a:pt x="87459" y="386813"/>
                </a:lnTo>
                <a:lnTo>
                  <a:pt x="87569" y="375761"/>
                </a:lnTo>
                <a:lnTo>
                  <a:pt x="87658" y="364709"/>
                </a:lnTo>
                <a:lnTo>
                  <a:pt x="87725" y="353657"/>
                </a:lnTo>
                <a:lnTo>
                  <a:pt x="87767" y="342606"/>
                </a:lnTo>
                <a:lnTo>
                  <a:pt x="87784" y="331554"/>
                </a:lnTo>
                <a:lnTo>
                  <a:pt x="87777" y="320502"/>
                </a:lnTo>
                <a:lnTo>
                  <a:pt x="87750" y="309450"/>
                </a:lnTo>
                <a:lnTo>
                  <a:pt x="87709" y="298398"/>
                </a:lnTo>
                <a:lnTo>
                  <a:pt x="87662" y="287347"/>
                </a:lnTo>
                <a:lnTo>
                  <a:pt x="87613" y="276295"/>
                </a:lnTo>
                <a:lnTo>
                  <a:pt x="87566" y="265243"/>
                </a:lnTo>
                <a:lnTo>
                  <a:pt x="87519" y="254191"/>
                </a:lnTo>
                <a:lnTo>
                  <a:pt x="87460" y="243139"/>
                </a:lnTo>
                <a:lnTo>
                  <a:pt x="87366" y="232088"/>
                </a:lnTo>
                <a:lnTo>
                  <a:pt x="87200" y="221036"/>
                </a:lnTo>
                <a:lnTo>
                  <a:pt x="86906" y="209984"/>
                </a:lnTo>
                <a:lnTo>
                  <a:pt x="86413" y="198932"/>
                </a:lnTo>
                <a:lnTo>
                  <a:pt x="85627" y="187880"/>
                </a:lnTo>
                <a:lnTo>
                  <a:pt x="84438" y="176829"/>
                </a:lnTo>
                <a:lnTo>
                  <a:pt x="82723" y="165777"/>
                </a:lnTo>
                <a:lnTo>
                  <a:pt x="80353" y="154725"/>
                </a:lnTo>
                <a:lnTo>
                  <a:pt x="77201" y="143673"/>
                </a:lnTo>
                <a:lnTo>
                  <a:pt x="73163" y="132622"/>
                </a:lnTo>
                <a:lnTo>
                  <a:pt x="68170" y="121570"/>
                </a:lnTo>
                <a:lnTo>
                  <a:pt x="62208" y="110518"/>
                </a:lnTo>
                <a:lnTo>
                  <a:pt x="55337" y="99466"/>
                </a:lnTo>
                <a:lnTo>
                  <a:pt x="47703" y="88414"/>
                </a:lnTo>
                <a:lnTo>
                  <a:pt x="39546" y="77363"/>
                </a:lnTo>
                <a:lnTo>
                  <a:pt x="31190" y="66311"/>
                </a:lnTo>
                <a:lnTo>
                  <a:pt x="23034" y="55259"/>
                </a:lnTo>
                <a:lnTo>
                  <a:pt x="15518" y="44207"/>
                </a:lnTo>
                <a:lnTo>
                  <a:pt x="9090" y="33155"/>
                </a:lnTo>
                <a:lnTo>
                  <a:pt x="4160" y="22104"/>
                </a:lnTo>
                <a:lnTo>
                  <a:pt x="105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80" y="11052"/>
                </a:lnTo>
                <a:lnTo>
                  <a:pt x="183278" y="22104"/>
                </a:lnTo>
                <a:lnTo>
                  <a:pt x="178348" y="33155"/>
                </a:lnTo>
                <a:lnTo>
                  <a:pt x="171920" y="44207"/>
                </a:lnTo>
                <a:lnTo>
                  <a:pt x="164405" y="55259"/>
                </a:lnTo>
                <a:lnTo>
                  <a:pt x="156249" y="66311"/>
                </a:lnTo>
                <a:lnTo>
                  <a:pt x="147893" y="77363"/>
                </a:lnTo>
                <a:lnTo>
                  <a:pt x="139735" y="88414"/>
                </a:lnTo>
                <a:lnTo>
                  <a:pt x="132102" y="99466"/>
                </a:lnTo>
                <a:lnTo>
                  <a:pt x="125231" y="110518"/>
                </a:lnTo>
                <a:lnTo>
                  <a:pt x="119269" y="121570"/>
                </a:lnTo>
                <a:lnTo>
                  <a:pt x="114275" y="132622"/>
                </a:lnTo>
                <a:lnTo>
                  <a:pt x="110237" y="143673"/>
                </a:lnTo>
                <a:lnTo>
                  <a:pt x="107086" y="154725"/>
                </a:lnTo>
                <a:lnTo>
                  <a:pt x="104715" y="165777"/>
                </a:lnTo>
                <a:lnTo>
                  <a:pt x="103001" y="176829"/>
                </a:lnTo>
                <a:lnTo>
                  <a:pt x="101812" y="187880"/>
                </a:lnTo>
                <a:lnTo>
                  <a:pt x="101026" y="198932"/>
                </a:lnTo>
                <a:lnTo>
                  <a:pt x="100532" y="209984"/>
                </a:lnTo>
                <a:lnTo>
                  <a:pt x="100239" y="221036"/>
                </a:lnTo>
                <a:lnTo>
                  <a:pt x="100072" y="232088"/>
                </a:lnTo>
                <a:lnTo>
                  <a:pt x="99978" y="243139"/>
                </a:lnTo>
                <a:lnTo>
                  <a:pt x="99919" y="254191"/>
                </a:lnTo>
                <a:lnTo>
                  <a:pt x="99872" y="265243"/>
                </a:lnTo>
                <a:lnTo>
                  <a:pt x="99826" y="276295"/>
                </a:lnTo>
                <a:lnTo>
                  <a:pt x="99777" y="287347"/>
                </a:lnTo>
                <a:lnTo>
                  <a:pt x="99729" y="298398"/>
                </a:lnTo>
                <a:lnTo>
                  <a:pt x="99688" y="309450"/>
                </a:lnTo>
                <a:lnTo>
                  <a:pt x="99662" y="320502"/>
                </a:lnTo>
                <a:lnTo>
                  <a:pt x="99655" y="331554"/>
                </a:lnTo>
                <a:lnTo>
                  <a:pt x="99672" y="342606"/>
                </a:lnTo>
                <a:lnTo>
                  <a:pt x="99714" y="353657"/>
                </a:lnTo>
                <a:lnTo>
                  <a:pt x="99781" y="364709"/>
                </a:lnTo>
                <a:lnTo>
                  <a:pt x="99870" y="375761"/>
                </a:lnTo>
                <a:lnTo>
                  <a:pt x="99980" y="386813"/>
                </a:lnTo>
                <a:lnTo>
                  <a:pt x="100108" y="397865"/>
                </a:lnTo>
                <a:lnTo>
                  <a:pt x="100257" y="408916"/>
                </a:lnTo>
                <a:lnTo>
                  <a:pt x="100430" y="419968"/>
                </a:lnTo>
                <a:lnTo>
                  <a:pt x="100634" y="431020"/>
                </a:lnTo>
                <a:lnTo>
                  <a:pt x="100877" y="442072"/>
                </a:lnTo>
                <a:lnTo>
                  <a:pt x="101169" y="453123"/>
                </a:lnTo>
                <a:lnTo>
                  <a:pt x="101520" y="464175"/>
                </a:lnTo>
                <a:lnTo>
                  <a:pt x="101934" y="475227"/>
                </a:lnTo>
                <a:lnTo>
                  <a:pt x="102413" y="486279"/>
                </a:lnTo>
                <a:lnTo>
                  <a:pt x="102950" y="497331"/>
                </a:lnTo>
                <a:lnTo>
                  <a:pt x="103530" y="508382"/>
                </a:lnTo>
                <a:lnTo>
                  <a:pt x="104130" y="519434"/>
                </a:lnTo>
                <a:lnTo>
                  <a:pt x="104721" y="530486"/>
                </a:lnTo>
                <a:lnTo>
                  <a:pt x="105270" y="541538"/>
                </a:lnTo>
                <a:lnTo>
                  <a:pt x="105741" y="552590"/>
                </a:lnTo>
                <a:lnTo>
                  <a:pt x="106102" y="563641"/>
                </a:lnTo>
                <a:lnTo>
                  <a:pt x="106329" y="574693"/>
                </a:lnTo>
                <a:lnTo>
                  <a:pt x="106404" y="585745"/>
                </a:lnTo>
                <a:lnTo>
                  <a:pt x="106324" y="596797"/>
                </a:lnTo>
                <a:lnTo>
                  <a:pt x="106095" y="607849"/>
                </a:lnTo>
                <a:lnTo>
                  <a:pt x="105735" y="618900"/>
                </a:lnTo>
                <a:lnTo>
                  <a:pt x="105271" y="629952"/>
                </a:lnTo>
                <a:lnTo>
                  <a:pt x="104735" y="641004"/>
                </a:lnTo>
                <a:lnTo>
                  <a:pt x="104161" y="652056"/>
                </a:lnTo>
                <a:lnTo>
                  <a:pt x="103582" y="663108"/>
                </a:lnTo>
                <a:lnTo>
                  <a:pt x="103027" y="674159"/>
                </a:lnTo>
                <a:lnTo>
                  <a:pt x="102520" y="685211"/>
                </a:lnTo>
                <a:lnTo>
                  <a:pt x="102079" y="696263"/>
                </a:lnTo>
                <a:lnTo>
                  <a:pt x="101720" y="707315"/>
                </a:lnTo>
                <a:lnTo>
                  <a:pt x="101453" y="718366"/>
                </a:lnTo>
                <a:lnTo>
                  <a:pt x="101288" y="729418"/>
                </a:lnTo>
                <a:lnTo>
                  <a:pt x="101235" y="740470"/>
                </a:lnTo>
                <a:lnTo>
                  <a:pt x="101300" y="751522"/>
                </a:lnTo>
                <a:lnTo>
                  <a:pt x="101491" y="762574"/>
                </a:lnTo>
                <a:lnTo>
                  <a:pt x="101811" y="773625"/>
                </a:lnTo>
                <a:lnTo>
                  <a:pt x="102257" y="784677"/>
                </a:lnTo>
                <a:lnTo>
                  <a:pt x="102818" y="795729"/>
                </a:lnTo>
                <a:lnTo>
                  <a:pt x="103473" y="806781"/>
                </a:lnTo>
                <a:lnTo>
                  <a:pt x="104188" y="817833"/>
                </a:lnTo>
                <a:lnTo>
                  <a:pt x="104920" y="828884"/>
                </a:lnTo>
                <a:lnTo>
                  <a:pt x="105618" y="839936"/>
                </a:lnTo>
                <a:lnTo>
                  <a:pt x="106229" y="850988"/>
                </a:lnTo>
                <a:lnTo>
                  <a:pt x="106701" y="862040"/>
                </a:lnTo>
                <a:lnTo>
                  <a:pt x="106991" y="873092"/>
                </a:lnTo>
                <a:lnTo>
                  <a:pt x="107069" y="884143"/>
                </a:lnTo>
                <a:lnTo>
                  <a:pt x="106920" y="895195"/>
                </a:lnTo>
                <a:lnTo>
                  <a:pt x="106551" y="906247"/>
                </a:lnTo>
                <a:lnTo>
                  <a:pt x="105985" y="917299"/>
                </a:lnTo>
                <a:lnTo>
                  <a:pt x="105261" y="928351"/>
                </a:lnTo>
                <a:lnTo>
                  <a:pt x="104429" y="939402"/>
                </a:lnTo>
                <a:lnTo>
                  <a:pt x="103546" y="950454"/>
                </a:lnTo>
                <a:lnTo>
                  <a:pt x="102667" y="961506"/>
                </a:lnTo>
                <a:lnTo>
                  <a:pt x="101843" y="972558"/>
                </a:lnTo>
                <a:lnTo>
                  <a:pt x="101115" y="983609"/>
                </a:lnTo>
                <a:lnTo>
                  <a:pt x="100515" y="994661"/>
                </a:lnTo>
                <a:lnTo>
                  <a:pt x="100063" y="1005713"/>
                </a:lnTo>
                <a:lnTo>
                  <a:pt x="99766" y="1016765"/>
                </a:lnTo>
                <a:lnTo>
                  <a:pt x="99624" y="1027817"/>
                </a:lnTo>
                <a:lnTo>
                  <a:pt x="99627" y="1038868"/>
                </a:lnTo>
                <a:lnTo>
                  <a:pt x="99761" y="1049920"/>
                </a:lnTo>
                <a:lnTo>
                  <a:pt x="100006" y="1060972"/>
                </a:lnTo>
                <a:lnTo>
                  <a:pt x="100340" y="1072024"/>
                </a:lnTo>
                <a:lnTo>
                  <a:pt x="100740" y="1083076"/>
                </a:lnTo>
                <a:lnTo>
                  <a:pt x="101180" y="1094127"/>
                </a:lnTo>
                <a:lnTo>
                  <a:pt x="101633" y="1105179"/>
                </a:lnTo>
                <a:lnTo>
                  <a:pt x="102071" y="1116231"/>
                </a:lnTo>
                <a:lnTo>
                  <a:pt x="102469" y="1127283"/>
                </a:lnTo>
                <a:lnTo>
                  <a:pt x="102800" y="1138335"/>
                </a:lnTo>
                <a:lnTo>
                  <a:pt x="103045" y="1149386"/>
                </a:lnTo>
                <a:lnTo>
                  <a:pt x="103188" y="1160438"/>
                </a:lnTo>
                <a:lnTo>
                  <a:pt x="103220" y="1171490"/>
                </a:lnTo>
                <a:lnTo>
                  <a:pt x="103143" y="1182542"/>
                </a:lnTo>
                <a:lnTo>
                  <a:pt x="102962" y="1193594"/>
                </a:lnTo>
                <a:lnTo>
                  <a:pt x="102694" y="1204645"/>
                </a:lnTo>
                <a:lnTo>
                  <a:pt x="102358" y="1215697"/>
                </a:lnTo>
                <a:lnTo>
                  <a:pt x="101979" y="1226749"/>
                </a:lnTo>
                <a:lnTo>
                  <a:pt x="101580" y="1237801"/>
                </a:lnTo>
                <a:lnTo>
                  <a:pt x="101182" y="1248853"/>
                </a:lnTo>
                <a:lnTo>
                  <a:pt x="100803" y="1259904"/>
                </a:lnTo>
                <a:lnTo>
                  <a:pt x="100453" y="1270956"/>
                </a:lnTo>
                <a:lnTo>
                  <a:pt x="100136" y="1282008"/>
                </a:lnTo>
                <a:lnTo>
                  <a:pt x="99851" y="1293060"/>
                </a:lnTo>
                <a:lnTo>
                  <a:pt x="99590" y="1304111"/>
                </a:lnTo>
                <a:lnTo>
                  <a:pt x="99345" y="1315163"/>
                </a:lnTo>
                <a:lnTo>
                  <a:pt x="99105" y="1326215"/>
                </a:lnTo>
                <a:lnTo>
                  <a:pt x="98861" y="1337267"/>
                </a:lnTo>
                <a:lnTo>
                  <a:pt x="98607" y="1348319"/>
                </a:lnTo>
                <a:lnTo>
                  <a:pt x="98338" y="1359370"/>
                </a:lnTo>
                <a:lnTo>
                  <a:pt x="98055" y="1370422"/>
                </a:lnTo>
                <a:lnTo>
                  <a:pt x="97762" y="1381474"/>
                </a:lnTo>
                <a:lnTo>
                  <a:pt x="97463" y="1392526"/>
                </a:lnTo>
                <a:lnTo>
                  <a:pt x="97164" y="1403578"/>
                </a:lnTo>
                <a:lnTo>
                  <a:pt x="96873" y="1414629"/>
                </a:lnTo>
                <a:lnTo>
                  <a:pt x="96596" y="1425681"/>
                </a:lnTo>
                <a:lnTo>
                  <a:pt x="96336" y="1436733"/>
                </a:lnTo>
                <a:lnTo>
                  <a:pt x="96098" y="1447785"/>
                </a:lnTo>
                <a:lnTo>
                  <a:pt x="95884" y="1458837"/>
                </a:lnTo>
                <a:lnTo>
                  <a:pt x="95695" y="1469888"/>
                </a:lnTo>
                <a:lnTo>
                  <a:pt x="95532" y="1480940"/>
                </a:lnTo>
                <a:lnTo>
                  <a:pt x="95396" y="1491992"/>
                </a:lnTo>
                <a:lnTo>
                  <a:pt x="95288" y="1503044"/>
                </a:lnTo>
                <a:lnTo>
                  <a:pt x="95213" y="1514096"/>
                </a:lnTo>
                <a:lnTo>
                  <a:pt x="95174" y="1525147"/>
                </a:lnTo>
                <a:lnTo>
                  <a:pt x="95181" y="1536199"/>
                </a:lnTo>
                <a:lnTo>
                  <a:pt x="95247" y="1547251"/>
                </a:lnTo>
                <a:lnTo>
                  <a:pt x="95391" y="1558303"/>
                </a:lnTo>
                <a:lnTo>
                  <a:pt x="95638" y="1569354"/>
                </a:lnTo>
                <a:lnTo>
                  <a:pt x="96022" y="1580406"/>
                </a:lnTo>
                <a:lnTo>
                  <a:pt x="96585" y="1591458"/>
                </a:lnTo>
                <a:lnTo>
                  <a:pt x="97374" y="1602510"/>
                </a:lnTo>
                <a:lnTo>
                  <a:pt x="98442" y="1613562"/>
                </a:lnTo>
                <a:lnTo>
                  <a:pt x="99840" y="1624613"/>
                </a:lnTo>
                <a:lnTo>
                  <a:pt x="101614" y="1635665"/>
                </a:lnTo>
                <a:lnTo>
                  <a:pt x="103794" y="1646717"/>
                </a:lnTo>
                <a:lnTo>
                  <a:pt x="106388" y="1657769"/>
                </a:lnTo>
                <a:lnTo>
                  <a:pt x="109372" y="1668821"/>
                </a:lnTo>
                <a:lnTo>
                  <a:pt x="112685" y="1679872"/>
                </a:lnTo>
                <a:lnTo>
                  <a:pt x="116225" y="1690924"/>
                </a:lnTo>
                <a:lnTo>
                  <a:pt x="119852" y="1701976"/>
                </a:lnTo>
                <a:lnTo>
                  <a:pt x="123393" y="1713028"/>
                </a:lnTo>
                <a:lnTo>
                  <a:pt x="126658" y="1724080"/>
                </a:lnTo>
                <a:lnTo>
                  <a:pt x="129452" y="1735131"/>
                </a:lnTo>
                <a:lnTo>
                  <a:pt x="131595" y="1746183"/>
                </a:lnTo>
                <a:lnTo>
                  <a:pt x="132944" y="1757235"/>
                </a:lnTo>
                <a:lnTo>
                  <a:pt x="133404" y="1768287"/>
                </a:lnTo>
                <a:lnTo>
                  <a:pt x="133404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5A955A08-B786-4B84-9BFB-9081B0AF5413}"/>
              </a:ext>
            </a:extLst>
          </p:cNvPr>
          <p:cNvSpPr>
            <a:spLocks/>
          </p:cNvSpPr>
          <p:nvPr/>
        </p:nvSpPr>
        <p:spPr>
          <a:xfrm>
            <a:off x="758281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08834" y="1768287"/>
                </a:moveTo>
                <a:lnTo>
                  <a:pt x="78604" y="1768287"/>
                </a:lnTo>
                <a:lnTo>
                  <a:pt x="78777" y="1757235"/>
                </a:lnTo>
                <a:lnTo>
                  <a:pt x="79284" y="1746183"/>
                </a:lnTo>
                <a:lnTo>
                  <a:pt x="80090" y="1735131"/>
                </a:lnTo>
                <a:lnTo>
                  <a:pt x="81140" y="1724080"/>
                </a:lnTo>
                <a:lnTo>
                  <a:pt x="82369" y="1713028"/>
                </a:lnTo>
                <a:lnTo>
                  <a:pt x="83702" y="1701976"/>
                </a:lnTo>
                <a:lnTo>
                  <a:pt x="85067" y="1690924"/>
                </a:lnTo>
                <a:lnTo>
                  <a:pt x="86397" y="1679872"/>
                </a:lnTo>
                <a:lnTo>
                  <a:pt x="87640" y="1668821"/>
                </a:lnTo>
                <a:lnTo>
                  <a:pt x="88753" y="1657769"/>
                </a:lnTo>
                <a:lnTo>
                  <a:pt x="89713" y="1646717"/>
                </a:lnTo>
                <a:lnTo>
                  <a:pt x="90510" y="1635665"/>
                </a:lnTo>
                <a:lnTo>
                  <a:pt x="91144" y="1624613"/>
                </a:lnTo>
                <a:lnTo>
                  <a:pt x="91630" y="1613562"/>
                </a:lnTo>
                <a:lnTo>
                  <a:pt x="91986" y="1602510"/>
                </a:lnTo>
                <a:lnTo>
                  <a:pt x="92233" y="1591458"/>
                </a:lnTo>
                <a:lnTo>
                  <a:pt x="92397" y="1580406"/>
                </a:lnTo>
                <a:lnTo>
                  <a:pt x="92501" y="1569354"/>
                </a:lnTo>
                <a:lnTo>
                  <a:pt x="92564" y="1558303"/>
                </a:lnTo>
                <a:lnTo>
                  <a:pt x="92604" y="1547251"/>
                </a:lnTo>
                <a:lnTo>
                  <a:pt x="92634" y="1536199"/>
                </a:lnTo>
                <a:lnTo>
                  <a:pt x="92663" y="1525147"/>
                </a:lnTo>
                <a:lnTo>
                  <a:pt x="92697" y="1514096"/>
                </a:lnTo>
                <a:lnTo>
                  <a:pt x="92736" y="1503044"/>
                </a:lnTo>
                <a:lnTo>
                  <a:pt x="92780" y="1491992"/>
                </a:lnTo>
                <a:lnTo>
                  <a:pt x="92825" y="1480940"/>
                </a:lnTo>
                <a:lnTo>
                  <a:pt x="92865" y="1469888"/>
                </a:lnTo>
                <a:lnTo>
                  <a:pt x="92894" y="1458837"/>
                </a:lnTo>
                <a:lnTo>
                  <a:pt x="92906" y="1447785"/>
                </a:lnTo>
                <a:lnTo>
                  <a:pt x="92894" y="1436733"/>
                </a:lnTo>
                <a:lnTo>
                  <a:pt x="92854" y="1425681"/>
                </a:lnTo>
                <a:lnTo>
                  <a:pt x="92783" y="1414629"/>
                </a:lnTo>
                <a:lnTo>
                  <a:pt x="92680" y="1403578"/>
                </a:lnTo>
                <a:lnTo>
                  <a:pt x="92544" y="1392526"/>
                </a:lnTo>
                <a:lnTo>
                  <a:pt x="92380" y="1381474"/>
                </a:lnTo>
                <a:lnTo>
                  <a:pt x="92192" y="1370422"/>
                </a:lnTo>
                <a:lnTo>
                  <a:pt x="91986" y="1359370"/>
                </a:lnTo>
                <a:lnTo>
                  <a:pt x="91771" y="1348319"/>
                </a:lnTo>
                <a:lnTo>
                  <a:pt x="91555" y="1337267"/>
                </a:lnTo>
                <a:lnTo>
                  <a:pt x="91345" y="1326215"/>
                </a:lnTo>
                <a:lnTo>
                  <a:pt x="91150" y="1315163"/>
                </a:lnTo>
                <a:lnTo>
                  <a:pt x="90975" y="1304111"/>
                </a:lnTo>
                <a:lnTo>
                  <a:pt x="90825" y="1293060"/>
                </a:lnTo>
                <a:lnTo>
                  <a:pt x="90703" y="1282008"/>
                </a:lnTo>
                <a:lnTo>
                  <a:pt x="90611" y="1270956"/>
                </a:lnTo>
                <a:lnTo>
                  <a:pt x="90547" y="1259904"/>
                </a:lnTo>
                <a:lnTo>
                  <a:pt x="90512" y="1248853"/>
                </a:lnTo>
                <a:lnTo>
                  <a:pt x="90503" y="1237801"/>
                </a:lnTo>
                <a:lnTo>
                  <a:pt x="90520" y="1226749"/>
                </a:lnTo>
                <a:lnTo>
                  <a:pt x="90562" y="1215697"/>
                </a:lnTo>
                <a:lnTo>
                  <a:pt x="90628" y="1204645"/>
                </a:lnTo>
                <a:lnTo>
                  <a:pt x="90717" y="1193594"/>
                </a:lnTo>
                <a:lnTo>
                  <a:pt x="90827" y="1182542"/>
                </a:lnTo>
                <a:lnTo>
                  <a:pt x="90957" y="1171490"/>
                </a:lnTo>
                <a:lnTo>
                  <a:pt x="91104" y="1160438"/>
                </a:lnTo>
                <a:lnTo>
                  <a:pt x="91263" y="1149386"/>
                </a:lnTo>
                <a:lnTo>
                  <a:pt x="91429" y="1138335"/>
                </a:lnTo>
                <a:lnTo>
                  <a:pt x="91592" y="1127283"/>
                </a:lnTo>
                <a:lnTo>
                  <a:pt x="91747" y="1116231"/>
                </a:lnTo>
                <a:lnTo>
                  <a:pt x="91883" y="1105179"/>
                </a:lnTo>
                <a:lnTo>
                  <a:pt x="91992" y="1094127"/>
                </a:lnTo>
                <a:lnTo>
                  <a:pt x="92067" y="1083076"/>
                </a:lnTo>
                <a:lnTo>
                  <a:pt x="92099" y="1072024"/>
                </a:lnTo>
                <a:lnTo>
                  <a:pt x="92084" y="1060972"/>
                </a:lnTo>
                <a:lnTo>
                  <a:pt x="92015" y="1049920"/>
                </a:lnTo>
                <a:lnTo>
                  <a:pt x="91890" y="1038868"/>
                </a:lnTo>
                <a:lnTo>
                  <a:pt x="91707" y="1027817"/>
                </a:lnTo>
                <a:lnTo>
                  <a:pt x="91463" y="1016765"/>
                </a:lnTo>
                <a:lnTo>
                  <a:pt x="91160" y="1005713"/>
                </a:lnTo>
                <a:lnTo>
                  <a:pt x="90800" y="994661"/>
                </a:lnTo>
                <a:lnTo>
                  <a:pt x="90389" y="983609"/>
                </a:lnTo>
                <a:lnTo>
                  <a:pt x="89936" y="972558"/>
                </a:lnTo>
                <a:lnTo>
                  <a:pt x="89454" y="961506"/>
                </a:lnTo>
                <a:lnTo>
                  <a:pt x="88958" y="950454"/>
                </a:lnTo>
                <a:lnTo>
                  <a:pt x="88470" y="939402"/>
                </a:lnTo>
                <a:lnTo>
                  <a:pt x="88011" y="928351"/>
                </a:lnTo>
                <a:lnTo>
                  <a:pt x="87603" y="917299"/>
                </a:lnTo>
                <a:lnTo>
                  <a:pt x="87267" y="906247"/>
                </a:lnTo>
                <a:lnTo>
                  <a:pt x="87020" y="895195"/>
                </a:lnTo>
                <a:lnTo>
                  <a:pt x="86874" y="884143"/>
                </a:lnTo>
                <a:lnTo>
                  <a:pt x="86833" y="873092"/>
                </a:lnTo>
                <a:lnTo>
                  <a:pt x="86894" y="862040"/>
                </a:lnTo>
                <a:lnTo>
                  <a:pt x="87046" y="850988"/>
                </a:lnTo>
                <a:lnTo>
                  <a:pt x="87271" y="839936"/>
                </a:lnTo>
                <a:lnTo>
                  <a:pt x="87549" y="828884"/>
                </a:lnTo>
                <a:lnTo>
                  <a:pt x="87854" y="817833"/>
                </a:lnTo>
                <a:lnTo>
                  <a:pt x="88160" y="806781"/>
                </a:lnTo>
                <a:lnTo>
                  <a:pt x="88443" y="795729"/>
                </a:lnTo>
                <a:lnTo>
                  <a:pt x="88683" y="784677"/>
                </a:lnTo>
                <a:lnTo>
                  <a:pt x="88860" y="773625"/>
                </a:lnTo>
                <a:lnTo>
                  <a:pt x="88962" y="762574"/>
                </a:lnTo>
                <a:lnTo>
                  <a:pt x="88979" y="751522"/>
                </a:lnTo>
                <a:lnTo>
                  <a:pt x="88906" y="740470"/>
                </a:lnTo>
                <a:lnTo>
                  <a:pt x="88741" y="729418"/>
                </a:lnTo>
                <a:lnTo>
                  <a:pt x="88486" y="718366"/>
                </a:lnTo>
                <a:lnTo>
                  <a:pt x="88149" y="707315"/>
                </a:lnTo>
                <a:lnTo>
                  <a:pt x="87740" y="696263"/>
                </a:lnTo>
                <a:lnTo>
                  <a:pt x="87273" y="685211"/>
                </a:lnTo>
                <a:lnTo>
                  <a:pt x="86769" y="674159"/>
                </a:lnTo>
                <a:lnTo>
                  <a:pt x="86250" y="663108"/>
                </a:lnTo>
                <a:lnTo>
                  <a:pt x="85744" y="652056"/>
                </a:lnTo>
                <a:lnTo>
                  <a:pt x="85277" y="641004"/>
                </a:lnTo>
                <a:lnTo>
                  <a:pt x="84878" y="629952"/>
                </a:lnTo>
                <a:lnTo>
                  <a:pt x="84571" y="618900"/>
                </a:lnTo>
                <a:lnTo>
                  <a:pt x="84374" y="607849"/>
                </a:lnTo>
                <a:lnTo>
                  <a:pt x="84299" y="596797"/>
                </a:lnTo>
                <a:lnTo>
                  <a:pt x="84349" y="585745"/>
                </a:lnTo>
                <a:lnTo>
                  <a:pt x="84516" y="574693"/>
                </a:lnTo>
                <a:lnTo>
                  <a:pt x="84785" y="563641"/>
                </a:lnTo>
                <a:lnTo>
                  <a:pt x="85134" y="552590"/>
                </a:lnTo>
                <a:lnTo>
                  <a:pt x="85538" y="541538"/>
                </a:lnTo>
                <a:lnTo>
                  <a:pt x="85968" y="530486"/>
                </a:lnTo>
                <a:lnTo>
                  <a:pt x="86399" y="519434"/>
                </a:lnTo>
                <a:lnTo>
                  <a:pt x="86807" y="508382"/>
                </a:lnTo>
                <a:lnTo>
                  <a:pt x="87178" y="497331"/>
                </a:lnTo>
                <a:lnTo>
                  <a:pt x="87500" y="486279"/>
                </a:lnTo>
                <a:lnTo>
                  <a:pt x="87769" y="475227"/>
                </a:lnTo>
                <a:lnTo>
                  <a:pt x="87986" y="464175"/>
                </a:lnTo>
                <a:lnTo>
                  <a:pt x="88156" y="453123"/>
                </a:lnTo>
                <a:lnTo>
                  <a:pt x="88284" y="442072"/>
                </a:lnTo>
                <a:lnTo>
                  <a:pt x="88377" y="431020"/>
                </a:lnTo>
                <a:lnTo>
                  <a:pt x="88440" y="419968"/>
                </a:lnTo>
                <a:lnTo>
                  <a:pt x="88477" y="408916"/>
                </a:lnTo>
                <a:lnTo>
                  <a:pt x="88490" y="397865"/>
                </a:lnTo>
                <a:lnTo>
                  <a:pt x="88480" y="386813"/>
                </a:lnTo>
                <a:lnTo>
                  <a:pt x="88448" y="375761"/>
                </a:lnTo>
                <a:lnTo>
                  <a:pt x="88396" y="364709"/>
                </a:lnTo>
                <a:lnTo>
                  <a:pt x="88327" y="353657"/>
                </a:lnTo>
                <a:lnTo>
                  <a:pt x="88244" y="342606"/>
                </a:lnTo>
                <a:lnTo>
                  <a:pt x="88155" y="331554"/>
                </a:lnTo>
                <a:lnTo>
                  <a:pt x="88066" y="320502"/>
                </a:lnTo>
                <a:lnTo>
                  <a:pt x="87987" y="309450"/>
                </a:lnTo>
                <a:lnTo>
                  <a:pt x="87925" y="298398"/>
                </a:lnTo>
                <a:lnTo>
                  <a:pt x="87885" y="287347"/>
                </a:lnTo>
                <a:lnTo>
                  <a:pt x="87868" y="276295"/>
                </a:lnTo>
                <a:lnTo>
                  <a:pt x="87872" y="265243"/>
                </a:lnTo>
                <a:lnTo>
                  <a:pt x="87883" y="254191"/>
                </a:lnTo>
                <a:lnTo>
                  <a:pt x="87881" y="243139"/>
                </a:lnTo>
                <a:lnTo>
                  <a:pt x="87832" y="232088"/>
                </a:lnTo>
                <a:lnTo>
                  <a:pt x="87690" y="221036"/>
                </a:lnTo>
                <a:lnTo>
                  <a:pt x="87395" y="209984"/>
                </a:lnTo>
                <a:lnTo>
                  <a:pt x="86869" y="198932"/>
                </a:lnTo>
                <a:lnTo>
                  <a:pt x="86020" y="187880"/>
                </a:lnTo>
                <a:lnTo>
                  <a:pt x="84739" y="176829"/>
                </a:lnTo>
                <a:lnTo>
                  <a:pt x="82908" y="165777"/>
                </a:lnTo>
                <a:lnTo>
                  <a:pt x="80407" y="154725"/>
                </a:lnTo>
                <a:lnTo>
                  <a:pt x="77118" y="143673"/>
                </a:lnTo>
                <a:lnTo>
                  <a:pt x="72948" y="132622"/>
                </a:lnTo>
                <a:lnTo>
                  <a:pt x="67838" y="121570"/>
                </a:lnTo>
                <a:lnTo>
                  <a:pt x="61785" y="110518"/>
                </a:lnTo>
                <a:lnTo>
                  <a:pt x="54858" y="99466"/>
                </a:lnTo>
                <a:lnTo>
                  <a:pt x="47206" y="88414"/>
                </a:lnTo>
                <a:lnTo>
                  <a:pt x="39068" y="77363"/>
                </a:lnTo>
                <a:lnTo>
                  <a:pt x="30767" y="66311"/>
                </a:lnTo>
                <a:lnTo>
                  <a:pt x="22692" y="55259"/>
                </a:lnTo>
                <a:lnTo>
                  <a:pt x="15271" y="44207"/>
                </a:lnTo>
                <a:lnTo>
                  <a:pt x="8938" y="33155"/>
                </a:lnTo>
                <a:lnTo>
                  <a:pt x="4088" y="22104"/>
                </a:lnTo>
                <a:lnTo>
                  <a:pt x="1040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1" y="22104"/>
                </a:lnTo>
                <a:lnTo>
                  <a:pt x="178501" y="33155"/>
                </a:lnTo>
                <a:lnTo>
                  <a:pt x="172168" y="44207"/>
                </a:lnTo>
                <a:lnTo>
                  <a:pt x="164747" y="55259"/>
                </a:lnTo>
                <a:lnTo>
                  <a:pt x="156671" y="66311"/>
                </a:lnTo>
                <a:lnTo>
                  <a:pt x="148370" y="77363"/>
                </a:lnTo>
                <a:lnTo>
                  <a:pt x="140233" y="88414"/>
                </a:lnTo>
                <a:lnTo>
                  <a:pt x="132581" y="99466"/>
                </a:lnTo>
                <a:lnTo>
                  <a:pt x="125653" y="110518"/>
                </a:lnTo>
                <a:lnTo>
                  <a:pt x="119601" y="121570"/>
                </a:lnTo>
                <a:lnTo>
                  <a:pt x="114491" y="132622"/>
                </a:lnTo>
                <a:lnTo>
                  <a:pt x="110321" y="143673"/>
                </a:lnTo>
                <a:lnTo>
                  <a:pt x="107032" y="154725"/>
                </a:lnTo>
                <a:lnTo>
                  <a:pt x="104530" y="165777"/>
                </a:lnTo>
                <a:lnTo>
                  <a:pt x="102699" y="176829"/>
                </a:lnTo>
                <a:lnTo>
                  <a:pt x="101419" y="187880"/>
                </a:lnTo>
                <a:lnTo>
                  <a:pt x="100569" y="198932"/>
                </a:lnTo>
                <a:lnTo>
                  <a:pt x="100043" y="209984"/>
                </a:lnTo>
                <a:lnTo>
                  <a:pt x="99748" y="221036"/>
                </a:lnTo>
                <a:lnTo>
                  <a:pt x="99606" y="232088"/>
                </a:lnTo>
                <a:lnTo>
                  <a:pt x="99558" y="243139"/>
                </a:lnTo>
                <a:lnTo>
                  <a:pt x="99555" y="254191"/>
                </a:lnTo>
                <a:lnTo>
                  <a:pt x="99566" y="265243"/>
                </a:lnTo>
                <a:lnTo>
                  <a:pt x="99570" y="276295"/>
                </a:lnTo>
                <a:lnTo>
                  <a:pt x="99554" y="287347"/>
                </a:lnTo>
                <a:lnTo>
                  <a:pt x="99514" y="298398"/>
                </a:lnTo>
                <a:lnTo>
                  <a:pt x="99451" y="309450"/>
                </a:lnTo>
                <a:lnTo>
                  <a:pt x="99372" y="320502"/>
                </a:lnTo>
                <a:lnTo>
                  <a:pt x="99284" y="331554"/>
                </a:lnTo>
                <a:lnTo>
                  <a:pt x="99194" y="342606"/>
                </a:lnTo>
                <a:lnTo>
                  <a:pt x="99112" y="353657"/>
                </a:lnTo>
                <a:lnTo>
                  <a:pt x="99042" y="364709"/>
                </a:lnTo>
                <a:lnTo>
                  <a:pt x="98990" y="375761"/>
                </a:lnTo>
                <a:lnTo>
                  <a:pt x="98958" y="386813"/>
                </a:lnTo>
                <a:lnTo>
                  <a:pt x="98949" y="397865"/>
                </a:lnTo>
                <a:lnTo>
                  <a:pt x="98961" y="408916"/>
                </a:lnTo>
                <a:lnTo>
                  <a:pt x="98998" y="419968"/>
                </a:lnTo>
                <a:lnTo>
                  <a:pt x="99061" y="431020"/>
                </a:lnTo>
                <a:lnTo>
                  <a:pt x="99154" y="442072"/>
                </a:lnTo>
                <a:lnTo>
                  <a:pt x="99282" y="453123"/>
                </a:lnTo>
                <a:lnTo>
                  <a:pt x="99452" y="464175"/>
                </a:lnTo>
                <a:lnTo>
                  <a:pt x="99670" y="475227"/>
                </a:lnTo>
                <a:lnTo>
                  <a:pt x="99939" y="486279"/>
                </a:lnTo>
                <a:lnTo>
                  <a:pt x="100261" y="497331"/>
                </a:lnTo>
                <a:lnTo>
                  <a:pt x="100631" y="508382"/>
                </a:lnTo>
                <a:lnTo>
                  <a:pt x="101040" y="519434"/>
                </a:lnTo>
                <a:lnTo>
                  <a:pt x="101470" y="530486"/>
                </a:lnTo>
                <a:lnTo>
                  <a:pt x="101900" y="541538"/>
                </a:lnTo>
                <a:lnTo>
                  <a:pt x="102304" y="552590"/>
                </a:lnTo>
                <a:lnTo>
                  <a:pt x="102654" y="563641"/>
                </a:lnTo>
                <a:lnTo>
                  <a:pt x="102923" y="574693"/>
                </a:lnTo>
                <a:lnTo>
                  <a:pt x="103090" y="585745"/>
                </a:lnTo>
                <a:lnTo>
                  <a:pt x="103139" y="596797"/>
                </a:lnTo>
                <a:lnTo>
                  <a:pt x="103064" y="607849"/>
                </a:lnTo>
                <a:lnTo>
                  <a:pt x="102867" y="618900"/>
                </a:lnTo>
                <a:lnTo>
                  <a:pt x="102560" y="629952"/>
                </a:lnTo>
                <a:lnTo>
                  <a:pt x="102161" y="641004"/>
                </a:lnTo>
                <a:lnTo>
                  <a:pt x="101695" y="652056"/>
                </a:lnTo>
                <a:lnTo>
                  <a:pt x="101188" y="663108"/>
                </a:lnTo>
                <a:lnTo>
                  <a:pt x="100670" y="674159"/>
                </a:lnTo>
                <a:lnTo>
                  <a:pt x="100165" y="685211"/>
                </a:lnTo>
                <a:lnTo>
                  <a:pt x="99699" y="696263"/>
                </a:lnTo>
                <a:lnTo>
                  <a:pt x="99289" y="707315"/>
                </a:lnTo>
                <a:lnTo>
                  <a:pt x="98952" y="718366"/>
                </a:lnTo>
                <a:lnTo>
                  <a:pt x="98698" y="729418"/>
                </a:lnTo>
                <a:lnTo>
                  <a:pt x="98532" y="740470"/>
                </a:lnTo>
                <a:lnTo>
                  <a:pt x="98459" y="751522"/>
                </a:lnTo>
                <a:lnTo>
                  <a:pt x="98476" y="762574"/>
                </a:lnTo>
                <a:lnTo>
                  <a:pt x="98578" y="773625"/>
                </a:lnTo>
                <a:lnTo>
                  <a:pt x="98756" y="784677"/>
                </a:lnTo>
                <a:lnTo>
                  <a:pt x="98995" y="795729"/>
                </a:lnTo>
                <a:lnTo>
                  <a:pt x="99279" y="806781"/>
                </a:lnTo>
                <a:lnTo>
                  <a:pt x="99585" y="817833"/>
                </a:lnTo>
                <a:lnTo>
                  <a:pt x="99889" y="828884"/>
                </a:lnTo>
                <a:lnTo>
                  <a:pt x="100167" y="839936"/>
                </a:lnTo>
                <a:lnTo>
                  <a:pt x="100393" y="850988"/>
                </a:lnTo>
                <a:lnTo>
                  <a:pt x="100545" y="862040"/>
                </a:lnTo>
                <a:lnTo>
                  <a:pt x="100606" y="873092"/>
                </a:lnTo>
                <a:lnTo>
                  <a:pt x="100565" y="884143"/>
                </a:lnTo>
                <a:lnTo>
                  <a:pt x="100418" y="895195"/>
                </a:lnTo>
                <a:lnTo>
                  <a:pt x="100172" y="906247"/>
                </a:lnTo>
                <a:lnTo>
                  <a:pt x="99836" y="917299"/>
                </a:lnTo>
                <a:lnTo>
                  <a:pt x="99428" y="928351"/>
                </a:lnTo>
                <a:lnTo>
                  <a:pt x="98968" y="939402"/>
                </a:lnTo>
                <a:lnTo>
                  <a:pt x="98480" y="950454"/>
                </a:lnTo>
                <a:lnTo>
                  <a:pt x="97985" y="961506"/>
                </a:lnTo>
                <a:lnTo>
                  <a:pt x="97502" y="972558"/>
                </a:lnTo>
                <a:lnTo>
                  <a:pt x="97049" y="983609"/>
                </a:lnTo>
                <a:lnTo>
                  <a:pt x="96639" y="994661"/>
                </a:lnTo>
                <a:lnTo>
                  <a:pt x="96279" y="1005713"/>
                </a:lnTo>
                <a:lnTo>
                  <a:pt x="95976" y="1016765"/>
                </a:lnTo>
                <a:lnTo>
                  <a:pt x="95732" y="1027817"/>
                </a:lnTo>
                <a:lnTo>
                  <a:pt x="95548" y="1038868"/>
                </a:lnTo>
                <a:lnTo>
                  <a:pt x="95423" y="1049920"/>
                </a:lnTo>
                <a:lnTo>
                  <a:pt x="95355" y="1060972"/>
                </a:lnTo>
                <a:lnTo>
                  <a:pt x="95339" y="1072024"/>
                </a:lnTo>
                <a:lnTo>
                  <a:pt x="95372" y="1083076"/>
                </a:lnTo>
                <a:lnTo>
                  <a:pt x="95446" y="1094127"/>
                </a:lnTo>
                <a:lnTo>
                  <a:pt x="95555" y="1105179"/>
                </a:lnTo>
                <a:lnTo>
                  <a:pt x="95692" y="1116231"/>
                </a:lnTo>
                <a:lnTo>
                  <a:pt x="95846" y="1127283"/>
                </a:lnTo>
                <a:lnTo>
                  <a:pt x="96010" y="1138335"/>
                </a:lnTo>
                <a:lnTo>
                  <a:pt x="96175" y="1149386"/>
                </a:lnTo>
                <a:lnTo>
                  <a:pt x="96334" y="1160438"/>
                </a:lnTo>
                <a:lnTo>
                  <a:pt x="96481" y="1171490"/>
                </a:lnTo>
                <a:lnTo>
                  <a:pt x="96611" y="1182542"/>
                </a:lnTo>
                <a:lnTo>
                  <a:pt x="96722" y="1193594"/>
                </a:lnTo>
                <a:lnTo>
                  <a:pt x="96811" y="1204645"/>
                </a:lnTo>
                <a:lnTo>
                  <a:pt x="96876" y="1215697"/>
                </a:lnTo>
                <a:lnTo>
                  <a:pt x="96918" y="1226749"/>
                </a:lnTo>
                <a:lnTo>
                  <a:pt x="96935" y="1237801"/>
                </a:lnTo>
                <a:lnTo>
                  <a:pt x="96927" y="1248853"/>
                </a:lnTo>
                <a:lnTo>
                  <a:pt x="96891" y="1259904"/>
                </a:lnTo>
                <a:lnTo>
                  <a:pt x="96828" y="1270956"/>
                </a:lnTo>
                <a:lnTo>
                  <a:pt x="96735" y="1282008"/>
                </a:lnTo>
                <a:lnTo>
                  <a:pt x="96613" y="1293060"/>
                </a:lnTo>
                <a:lnTo>
                  <a:pt x="96463" y="1304111"/>
                </a:lnTo>
                <a:lnTo>
                  <a:pt x="96288" y="1315163"/>
                </a:lnTo>
                <a:lnTo>
                  <a:pt x="96093" y="1326215"/>
                </a:lnTo>
                <a:lnTo>
                  <a:pt x="95884" y="1337267"/>
                </a:lnTo>
                <a:lnTo>
                  <a:pt x="95667" y="1348319"/>
                </a:lnTo>
                <a:lnTo>
                  <a:pt x="95452" y="1359370"/>
                </a:lnTo>
                <a:lnTo>
                  <a:pt x="95246" y="1370422"/>
                </a:lnTo>
                <a:lnTo>
                  <a:pt x="95058" y="1381474"/>
                </a:lnTo>
                <a:lnTo>
                  <a:pt x="94894" y="1392526"/>
                </a:lnTo>
                <a:lnTo>
                  <a:pt x="94759" y="1403578"/>
                </a:lnTo>
                <a:lnTo>
                  <a:pt x="94655" y="1414629"/>
                </a:lnTo>
                <a:lnTo>
                  <a:pt x="94584" y="1425681"/>
                </a:lnTo>
                <a:lnTo>
                  <a:pt x="94544" y="1436733"/>
                </a:lnTo>
                <a:lnTo>
                  <a:pt x="94533" y="1447785"/>
                </a:lnTo>
                <a:lnTo>
                  <a:pt x="94545" y="1458837"/>
                </a:lnTo>
                <a:lnTo>
                  <a:pt x="94574" y="1469888"/>
                </a:lnTo>
                <a:lnTo>
                  <a:pt x="94614" y="1480940"/>
                </a:lnTo>
                <a:lnTo>
                  <a:pt x="94658" y="1491992"/>
                </a:lnTo>
                <a:lnTo>
                  <a:pt x="94702" y="1503044"/>
                </a:lnTo>
                <a:lnTo>
                  <a:pt x="94742" y="1514096"/>
                </a:lnTo>
                <a:lnTo>
                  <a:pt x="94775" y="1525147"/>
                </a:lnTo>
                <a:lnTo>
                  <a:pt x="94805" y="1536199"/>
                </a:lnTo>
                <a:lnTo>
                  <a:pt x="94835" y="1547251"/>
                </a:lnTo>
                <a:lnTo>
                  <a:pt x="94875" y="1558303"/>
                </a:lnTo>
                <a:lnTo>
                  <a:pt x="94938" y="1569354"/>
                </a:lnTo>
                <a:lnTo>
                  <a:pt x="95041" y="1580406"/>
                </a:lnTo>
                <a:lnTo>
                  <a:pt x="95205" y="1591458"/>
                </a:lnTo>
                <a:lnTo>
                  <a:pt x="95453" y="1602510"/>
                </a:lnTo>
                <a:lnTo>
                  <a:pt x="95808" y="1613562"/>
                </a:lnTo>
                <a:lnTo>
                  <a:pt x="96294" y="1624613"/>
                </a:lnTo>
                <a:lnTo>
                  <a:pt x="96929" y="1635665"/>
                </a:lnTo>
                <a:lnTo>
                  <a:pt x="97725" y="1646717"/>
                </a:lnTo>
                <a:lnTo>
                  <a:pt x="98685" y="1657769"/>
                </a:lnTo>
                <a:lnTo>
                  <a:pt x="99799" y="1668821"/>
                </a:lnTo>
                <a:lnTo>
                  <a:pt x="101041" y="1679872"/>
                </a:lnTo>
                <a:lnTo>
                  <a:pt x="102372" y="1690924"/>
                </a:lnTo>
                <a:lnTo>
                  <a:pt x="103737" y="1701976"/>
                </a:lnTo>
                <a:lnTo>
                  <a:pt x="105070" y="1713028"/>
                </a:lnTo>
                <a:lnTo>
                  <a:pt x="106298" y="1724080"/>
                </a:lnTo>
                <a:lnTo>
                  <a:pt x="107349" y="1735131"/>
                </a:lnTo>
                <a:lnTo>
                  <a:pt x="108154" y="1746183"/>
                </a:lnTo>
                <a:lnTo>
                  <a:pt x="108661" y="1757235"/>
                </a:lnTo>
                <a:lnTo>
                  <a:pt x="108834" y="1768287"/>
                </a:lnTo>
                <a:lnTo>
                  <a:pt x="108834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14FBD7E5-3CF6-41DB-B3F7-E95D5F1B639F}"/>
              </a:ext>
            </a:extLst>
          </p:cNvPr>
          <p:cNvSpPr>
            <a:spLocks/>
          </p:cNvSpPr>
          <p:nvPr/>
        </p:nvSpPr>
        <p:spPr>
          <a:xfrm>
            <a:off x="811473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20" y="1757235"/>
                </a:lnTo>
                <a:lnTo>
                  <a:pt x="4011" y="1746183"/>
                </a:lnTo>
                <a:lnTo>
                  <a:pt x="8766" y="1735131"/>
                </a:lnTo>
                <a:lnTo>
                  <a:pt x="14972" y="1724080"/>
                </a:lnTo>
                <a:lnTo>
                  <a:pt x="22237" y="1713028"/>
                </a:lnTo>
                <a:lnTo>
                  <a:pt x="30135" y="1701976"/>
                </a:lnTo>
                <a:lnTo>
                  <a:pt x="38244" y="1690924"/>
                </a:lnTo>
                <a:lnTo>
                  <a:pt x="46185" y="1679872"/>
                </a:lnTo>
                <a:lnTo>
                  <a:pt x="53646" y="1668821"/>
                </a:lnTo>
                <a:lnTo>
                  <a:pt x="60399" y="1657769"/>
                </a:lnTo>
                <a:lnTo>
                  <a:pt x="66304" y="1646717"/>
                </a:lnTo>
                <a:lnTo>
                  <a:pt x="71301" y="1635665"/>
                </a:lnTo>
                <a:lnTo>
                  <a:pt x="75403" y="1624613"/>
                </a:lnTo>
                <a:lnTo>
                  <a:pt x="78673" y="1613562"/>
                </a:lnTo>
                <a:lnTo>
                  <a:pt x="81211" y="1602510"/>
                </a:lnTo>
                <a:lnTo>
                  <a:pt x="83131" y="1591458"/>
                </a:lnTo>
                <a:lnTo>
                  <a:pt x="84557" y="1580406"/>
                </a:lnTo>
                <a:lnTo>
                  <a:pt x="85601" y="1569354"/>
                </a:lnTo>
                <a:lnTo>
                  <a:pt x="86366" y="1558303"/>
                </a:lnTo>
                <a:lnTo>
                  <a:pt x="86937" y="1547251"/>
                </a:lnTo>
                <a:lnTo>
                  <a:pt x="87381" y="1536199"/>
                </a:lnTo>
                <a:lnTo>
                  <a:pt x="87748" y="1525147"/>
                </a:lnTo>
                <a:lnTo>
                  <a:pt x="88073" y="1514096"/>
                </a:lnTo>
                <a:lnTo>
                  <a:pt x="88378" y="1503044"/>
                </a:lnTo>
                <a:lnTo>
                  <a:pt x="88674" y="1491992"/>
                </a:lnTo>
                <a:lnTo>
                  <a:pt x="88964" y="1480940"/>
                </a:lnTo>
                <a:lnTo>
                  <a:pt x="89247" y="1469888"/>
                </a:lnTo>
                <a:lnTo>
                  <a:pt x="89517" y="1458837"/>
                </a:lnTo>
                <a:lnTo>
                  <a:pt x="89767" y="1447785"/>
                </a:lnTo>
                <a:lnTo>
                  <a:pt x="89990" y="1436733"/>
                </a:lnTo>
                <a:lnTo>
                  <a:pt x="90179" y="1425681"/>
                </a:lnTo>
                <a:lnTo>
                  <a:pt x="90328" y="1414629"/>
                </a:lnTo>
                <a:lnTo>
                  <a:pt x="90433" y="1403578"/>
                </a:lnTo>
                <a:lnTo>
                  <a:pt x="90492" y="1392526"/>
                </a:lnTo>
                <a:lnTo>
                  <a:pt x="90502" y="1381474"/>
                </a:lnTo>
                <a:lnTo>
                  <a:pt x="90464" y="1370422"/>
                </a:lnTo>
                <a:lnTo>
                  <a:pt x="90379" y="1359370"/>
                </a:lnTo>
                <a:lnTo>
                  <a:pt x="90248" y="1348319"/>
                </a:lnTo>
                <a:lnTo>
                  <a:pt x="90073" y="1337267"/>
                </a:lnTo>
                <a:lnTo>
                  <a:pt x="89858" y="1326215"/>
                </a:lnTo>
                <a:lnTo>
                  <a:pt x="89606" y="1315163"/>
                </a:lnTo>
                <a:lnTo>
                  <a:pt x="89321" y="1304111"/>
                </a:lnTo>
                <a:lnTo>
                  <a:pt x="89007" y="1293060"/>
                </a:lnTo>
                <a:lnTo>
                  <a:pt x="88671" y="1282008"/>
                </a:lnTo>
                <a:lnTo>
                  <a:pt x="88318" y="1270956"/>
                </a:lnTo>
                <a:lnTo>
                  <a:pt x="87959" y="1259904"/>
                </a:lnTo>
                <a:lnTo>
                  <a:pt x="87602" y="1248853"/>
                </a:lnTo>
                <a:lnTo>
                  <a:pt x="87260" y="1237801"/>
                </a:lnTo>
                <a:lnTo>
                  <a:pt x="86944" y="1226749"/>
                </a:lnTo>
                <a:lnTo>
                  <a:pt x="86667" y="1215697"/>
                </a:lnTo>
                <a:lnTo>
                  <a:pt x="86441" y="1204645"/>
                </a:lnTo>
                <a:lnTo>
                  <a:pt x="86277" y="1193594"/>
                </a:lnTo>
                <a:lnTo>
                  <a:pt x="86179" y="1182542"/>
                </a:lnTo>
                <a:lnTo>
                  <a:pt x="86151" y="1171490"/>
                </a:lnTo>
                <a:lnTo>
                  <a:pt x="86192" y="1160438"/>
                </a:lnTo>
                <a:lnTo>
                  <a:pt x="86295" y="1149386"/>
                </a:lnTo>
                <a:lnTo>
                  <a:pt x="86450" y="1138335"/>
                </a:lnTo>
                <a:lnTo>
                  <a:pt x="86646" y="1127283"/>
                </a:lnTo>
                <a:lnTo>
                  <a:pt x="86867" y="1116231"/>
                </a:lnTo>
                <a:lnTo>
                  <a:pt x="87099" y="1105179"/>
                </a:lnTo>
                <a:lnTo>
                  <a:pt x="87326" y="1094127"/>
                </a:lnTo>
                <a:lnTo>
                  <a:pt x="87534" y="1083076"/>
                </a:lnTo>
                <a:lnTo>
                  <a:pt x="87708" y="1072024"/>
                </a:lnTo>
                <a:lnTo>
                  <a:pt x="87832" y="1060972"/>
                </a:lnTo>
                <a:lnTo>
                  <a:pt x="87893" y="1049920"/>
                </a:lnTo>
                <a:lnTo>
                  <a:pt x="87874" y="1038868"/>
                </a:lnTo>
                <a:lnTo>
                  <a:pt x="87759" y="1027817"/>
                </a:lnTo>
                <a:lnTo>
                  <a:pt x="87536" y="1016765"/>
                </a:lnTo>
                <a:lnTo>
                  <a:pt x="87191" y="1005713"/>
                </a:lnTo>
                <a:lnTo>
                  <a:pt x="86718" y="994661"/>
                </a:lnTo>
                <a:lnTo>
                  <a:pt x="86119" y="983609"/>
                </a:lnTo>
                <a:lnTo>
                  <a:pt x="85405" y="972558"/>
                </a:lnTo>
                <a:lnTo>
                  <a:pt x="84598" y="961506"/>
                </a:lnTo>
                <a:lnTo>
                  <a:pt x="83734" y="950454"/>
                </a:lnTo>
                <a:lnTo>
                  <a:pt x="82855" y="939402"/>
                </a:lnTo>
                <a:lnTo>
                  <a:pt x="82014" y="928351"/>
                </a:lnTo>
                <a:lnTo>
                  <a:pt x="81266" y="917299"/>
                </a:lnTo>
                <a:lnTo>
                  <a:pt x="80661" y="906247"/>
                </a:lnTo>
                <a:lnTo>
                  <a:pt x="80245" y="895195"/>
                </a:lnTo>
                <a:lnTo>
                  <a:pt x="80047" y="884143"/>
                </a:lnTo>
                <a:lnTo>
                  <a:pt x="80082" y="873092"/>
                </a:lnTo>
                <a:lnTo>
                  <a:pt x="80346" y="862040"/>
                </a:lnTo>
                <a:lnTo>
                  <a:pt x="80818" y="850988"/>
                </a:lnTo>
                <a:lnTo>
                  <a:pt x="81462" y="839936"/>
                </a:lnTo>
                <a:lnTo>
                  <a:pt x="82231" y="828884"/>
                </a:lnTo>
                <a:lnTo>
                  <a:pt x="83073" y="817833"/>
                </a:lnTo>
                <a:lnTo>
                  <a:pt x="83938" y="806781"/>
                </a:lnTo>
                <a:lnTo>
                  <a:pt x="84780" y="795729"/>
                </a:lnTo>
                <a:lnTo>
                  <a:pt x="85561" y="784677"/>
                </a:lnTo>
                <a:lnTo>
                  <a:pt x="86256" y="773625"/>
                </a:lnTo>
                <a:lnTo>
                  <a:pt x="86850" y="762574"/>
                </a:lnTo>
                <a:lnTo>
                  <a:pt x="87339" y="751522"/>
                </a:lnTo>
                <a:lnTo>
                  <a:pt x="87727" y="740470"/>
                </a:lnTo>
                <a:lnTo>
                  <a:pt x="88025" y="729418"/>
                </a:lnTo>
                <a:lnTo>
                  <a:pt x="88249" y="718366"/>
                </a:lnTo>
                <a:lnTo>
                  <a:pt x="88412" y="707315"/>
                </a:lnTo>
                <a:lnTo>
                  <a:pt x="88531" y="696263"/>
                </a:lnTo>
                <a:lnTo>
                  <a:pt x="88618" y="685211"/>
                </a:lnTo>
                <a:lnTo>
                  <a:pt x="88686" y="674159"/>
                </a:lnTo>
                <a:lnTo>
                  <a:pt x="88741" y="663108"/>
                </a:lnTo>
                <a:lnTo>
                  <a:pt x="88791" y="652056"/>
                </a:lnTo>
                <a:lnTo>
                  <a:pt x="88840" y="641004"/>
                </a:lnTo>
                <a:lnTo>
                  <a:pt x="88891" y="629952"/>
                </a:lnTo>
                <a:lnTo>
                  <a:pt x="88947" y="618900"/>
                </a:lnTo>
                <a:lnTo>
                  <a:pt x="89007" y="607849"/>
                </a:lnTo>
                <a:lnTo>
                  <a:pt x="89072" y="596797"/>
                </a:lnTo>
                <a:lnTo>
                  <a:pt x="89140" y="585745"/>
                </a:lnTo>
                <a:lnTo>
                  <a:pt x="89208" y="574693"/>
                </a:lnTo>
                <a:lnTo>
                  <a:pt x="89273" y="563641"/>
                </a:lnTo>
                <a:lnTo>
                  <a:pt x="89330" y="552590"/>
                </a:lnTo>
                <a:lnTo>
                  <a:pt x="89377" y="541538"/>
                </a:lnTo>
                <a:lnTo>
                  <a:pt x="89410" y="530486"/>
                </a:lnTo>
                <a:lnTo>
                  <a:pt x="89431" y="519434"/>
                </a:lnTo>
                <a:lnTo>
                  <a:pt x="89439" y="508382"/>
                </a:lnTo>
                <a:lnTo>
                  <a:pt x="89441" y="497331"/>
                </a:lnTo>
                <a:lnTo>
                  <a:pt x="89441" y="486279"/>
                </a:lnTo>
                <a:lnTo>
                  <a:pt x="89448" y="475227"/>
                </a:lnTo>
                <a:lnTo>
                  <a:pt x="89469" y="464175"/>
                </a:lnTo>
                <a:lnTo>
                  <a:pt x="89511" y="453123"/>
                </a:lnTo>
                <a:lnTo>
                  <a:pt x="89578" y="442072"/>
                </a:lnTo>
                <a:lnTo>
                  <a:pt x="89673" y="431020"/>
                </a:lnTo>
                <a:lnTo>
                  <a:pt x="89794" y="419968"/>
                </a:lnTo>
                <a:lnTo>
                  <a:pt x="89936" y="408916"/>
                </a:lnTo>
                <a:lnTo>
                  <a:pt x="90091" y="397865"/>
                </a:lnTo>
                <a:lnTo>
                  <a:pt x="90251" y="386813"/>
                </a:lnTo>
                <a:lnTo>
                  <a:pt x="90406" y="375761"/>
                </a:lnTo>
                <a:lnTo>
                  <a:pt x="90548" y="364709"/>
                </a:lnTo>
                <a:lnTo>
                  <a:pt x="90669" y="353657"/>
                </a:lnTo>
                <a:lnTo>
                  <a:pt x="90766" y="342606"/>
                </a:lnTo>
                <a:lnTo>
                  <a:pt x="90837" y="331554"/>
                </a:lnTo>
                <a:lnTo>
                  <a:pt x="90885" y="320502"/>
                </a:lnTo>
                <a:lnTo>
                  <a:pt x="90914" y="309450"/>
                </a:lnTo>
                <a:lnTo>
                  <a:pt x="90930" y="298398"/>
                </a:lnTo>
                <a:lnTo>
                  <a:pt x="90940" y="287347"/>
                </a:lnTo>
                <a:lnTo>
                  <a:pt x="90950" y="276295"/>
                </a:lnTo>
                <a:lnTo>
                  <a:pt x="90967" y="265243"/>
                </a:lnTo>
                <a:lnTo>
                  <a:pt x="90992" y="254191"/>
                </a:lnTo>
                <a:lnTo>
                  <a:pt x="91025" y="243139"/>
                </a:lnTo>
                <a:lnTo>
                  <a:pt x="91060" y="232088"/>
                </a:lnTo>
                <a:lnTo>
                  <a:pt x="91090" y="221036"/>
                </a:lnTo>
                <a:lnTo>
                  <a:pt x="91098" y="209984"/>
                </a:lnTo>
                <a:lnTo>
                  <a:pt x="91064" y="198932"/>
                </a:lnTo>
                <a:lnTo>
                  <a:pt x="90962" y="187880"/>
                </a:lnTo>
                <a:lnTo>
                  <a:pt x="90762" y="176829"/>
                </a:lnTo>
                <a:lnTo>
                  <a:pt x="90427" y="165777"/>
                </a:lnTo>
                <a:lnTo>
                  <a:pt x="89922" y="154725"/>
                </a:lnTo>
                <a:lnTo>
                  <a:pt x="89211" y="143673"/>
                </a:lnTo>
                <a:lnTo>
                  <a:pt x="88263" y="132622"/>
                </a:lnTo>
                <a:lnTo>
                  <a:pt x="87057" y="121570"/>
                </a:lnTo>
                <a:lnTo>
                  <a:pt x="85590" y="110518"/>
                </a:lnTo>
                <a:lnTo>
                  <a:pt x="83874" y="99466"/>
                </a:lnTo>
                <a:lnTo>
                  <a:pt x="81947" y="88414"/>
                </a:lnTo>
                <a:lnTo>
                  <a:pt x="79872" y="77363"/>
                </a:lnTo>
                <a:lnTo>
                  <a:pt x="77735" y="66311"/>
                </a:lnTo>
                <a:lnTo>
                  <a:pt x="75641" y="55259"/>
                </a:lnTo>
                <a:lnTo>
                  <a:pt x="73705" y="44207"/>
                </a:lnTo>
                <a:lnTo>
                  <a:pt x="72046" y="33155"/>
                </a:lnTo>
                <a:lnTo>
                  <a:pt x="70771" y="22104"/>
                </a:lnTo>
                <a:lnTo>
                  <a:pt x="69969" y="11052"/>
                </a:lnTo>
                <a:lnTo>
                  <a:pt x="69695" y="0"/>
                </a:lnTo>
                <a:lnTo>
                  <a:pt x="117744" y="0"/>
                </a:lnTo>
                <a:lnTo>
                  <a:pt x="117744" y="0"/>
                </a:lnTo>
                <a:lnTo>
                  <a:pt x="117470" y="11052"/>
                </a:lnTo>
                <a:lnTo>
                  <a:pt x="116667" y="22104"/>
                </a:lnTo>
                <a:lnTo>
                  <a:pt x="115393" y="33155"/>
                </a:lnTo>
                <a:lnTo>
                  <a:pt x="113734" y="44207"/>
                </a:lnTo>
                <a:lnTo>
                  <a:pt x="111798" y="55259"/>
                </a:lnTo>
                <a:lnTo>
                  <a:pt x="109703" y="66311"/>
                </a:lnTo>
                <a:lnTo>
                  <a:pt x="107566" y="77363"/>
                </a:lnTo>
                <a:lnTo>
                  <a:pt x="105491" y="88414"/>
                </a:lnTo>
                <a:lnTo>
                  <a:pt x="103565" y="99466"/>
                </a:lnTo>
                <a:lnTo>
                  <a:pt x="101849" y="110518"/>
                </a:lnTo>
                <a:lnTo>
                  <a:pt x="100381" y="121570"/>
                </a:lnTo>
                <a:lnTo>
                  <a:pt x="99176" y="132622"/>
                </a:lnTo>
                <a:lnTo>
                  <a:pt x="98228" y="143673"/>
                </a:lnTo>
                <a:lnTo>
                  <a:pt x="97516" y="154725"/>
                </a:lnTo>
                <a:lnTo>
                  <a:pt x="97011" y="165777"/>
                </a:lnTo>
                <a:lnTo>
                  <a:pt x="96677" y="176829"/>
                </a:lnTo>
                <a:lnTo>
                  <a:pt x="96476" y="187880"/>
                </a:lnTo>
                <a:lnTo>
                  <a:pt x="96375" y="198932"/>
                </a:lnTo>
                <a:lnTo>
                  <a:pt x="96341" y="209984"/>
                </a:lnTo>
                <a:lnTo>
                  <a:pt x="96349" y="221036"/>
                </a:lnTo>
                <a:lnTo>
                  <a:pt x="96378" y="232088"/>
                </a:lnTo>
                <a:lnTo>
                  <a:pt x="96414" y="243139"/>
                </a:lnTo>
                <a:lnTo>
                  <a:pt x="96446" y="254191"/>
                </a:lnTo>
                <a:lnTo>
                  <a:pt x="96471" y="265243"/>
                </a:lnTo>
                <a:lnTo>
                  <a:pt x="96488" y="276295"/>
                </a:lnTo>
                <a:lnTo>
                  <a:pt x="96499" y="287347"/>
                </a:lnTo>
                <a:lnTo>
                  <a:pt x="96509" y="298398"/>
                </a:lnTo>
                <a:lnTo>
                  <a:pt x="96525" y="309450"/>
                </a:lnTo>
                <a:lnTo>
                  <a:pt x="96554" y="320502"/>
                </a:lnTo>
                <a:lnTo>
                  <a:pt x="96601" y="331554"/>
                </a:lnTo>
                <a:lnTo>
                  <a:pt x="96673" y="342606"/>
                </a:lnTo>
                <a:lnTo>
                  <a:pt x="96769" y="353657"/>
                </a:lnTo>
                <a:lnTo>
                  <a:pt x="96891" y="364709"/>
                </a:lnTo>
                <a:lnTo>
                  <a:pt x="97032" y="375761"/>
                </a:lnTo>
                <a:lnTo>
                  <a:pt x="97187" y="386813"/>
                </a:lnTo>
                <a:lnTo>
                  <a:pt x="97347" y="397865"/>
                </a:lnTo>
                <a:lnTo>
                  <a:pt x="97503" y="408916"/>
                </a:lnTo>
                <a:lnTo>
                  <a:pt x="97645" y="419968"/>
                </a:lnTo>
                <a:lnTo>
                  <a:pt x="97765" y="431020"/>
                </a:lnTo>
                <a:lnTo>
                  <a:pt x="97860" y="442072"/>
                </a:lnTo>
                <a:lnTo>
                  <a:pt x="97928" y="453123"/>
                </a:lnTo>
                <a:lnTo>
                  <a:pt x="97969" y="464175"/>
                </a:lnTo>
                <a:lnTo>
                  <a:pt x="97990" y="475227"/>
                </a:lnTo>
                <a:lnTo>
                  <a:pt x="97997" y="486279"/>
                </a:lnTo>
                <a:lnTo>
                  <a:pt x="97997" y="497331"/>
                </a:lnTo>
                <a:lnTo>
                  <a:pt x="97999" y="508382"/>
                </a:lnTo>
                <a:lnTo>
                  <a:pt x="98008" y="519434"/>
                </a:lnTo>
                <a:lnTo>
                  <a:pt x="98028" y="530486"/>
                </a:lnTo>
                <a:lnTo>
                  <a:pt x="98062" y="541538"/>
                </a:lnTo>
                <a:lnTo>
                  <a:pt x="98109" y="552590"/>
                </a:lnTo>
                <a:lnTo>
                  <a:pt x="98166" y="563641"/>
                </a:lnTo>
                <a:lnTo>
                  <a:pt x="98230" y="574693"/>
                </a:lnTo>
                <a:lnTo>
                  <a:pt x="98298" y="585745"/>
                </a:lnTo>
                <a:lnTo>
                  <a:pt x="98366" y="596797"/>
                </a:lnTo>
                <a:lnTo>
                  <a:pt x="98431" y="607849"/>
                </a:lnTo>
                <a:lnTo>
                  <a:pt x="98491" y="618900"/>
                </a:lnTo>
                <a:lnTo>
                  <a:pt x="98547" y="629952"/>
                </a:lnTo>
                <a:lnTo>
                  <a:pt x="98598" y="641004"/>
                </a:lnTo>
                <a:lnTo>
                  <a:pt x="98647" y="652056"/>
                </a:lnTo>
                <a:lnTo>
                  <a:pt x="98697" y="663108"/>
                </a:lnTo>
                <a:lnTo>
                  <a:pt x="98753" y="674159"/>
                </a:lnTo>
                <a:lnTo>
                  <a:pt x="98820" y="685211"/>
                </a:lnTo>
                <a:lnTo>
                  <a:pt x="98907" y="696263"/>
                </a:lnTo>
                <a:lnTo>
                  <a:pt x="99026" y="707315"/>
                </a:lnTo>
                <a:lnTo>
                  <a:pt x="99190" y="718366"/>
                </a:lnTo>
                <a:lnTo>
                  <a:pt x="99413" y="729418"/>
                </a:lnTo>
                <a:lnTo>
                  <a:pt x="99711" y="740470"/>
                </a:lnTo>
                <a:lnTo>
                  <a:pt x="100100" y="751522"/>
                </a:lnTo>
                <a:lnTo>
                  <a:pt x="100588" y="762574"/>
                </a:lnTo>
                <a:lnTo>
                  <a:pt x="101182" y="773625"/>
                </a:lnTo>
                <a:lnTo>
                  <a:pt x="101877" y="784677"/>
                </a:lnTo>
                <a:lnTo>
                  <a:pt x="102658" y="795729"/>
                </a:lnTo>
                <a:lnTo>
                  <a:pt x="103500" y="806781"/>
                </a:lnTo>
                <a:lnTo>
                  <a:pt x="104365" y="817833"/>
                </a:lnTo>
                <a:lnTo>
                  <a:pt x="105208" y="828884"/>
                </a:lnTo>
                <a:lnTo>
                  <a:pt x="105977" y="839936"/>
                </a:lnTo>
                <a:lnTo>
                  <a:pt x="106620" y="850988"/>
                </a:lnTo>
                <a:lnTo>
                  <a:pt x="107092" y="862040"/>
                </a:lnTo>
                <a:lnTo>
                  <a:pt x="107356" y="873092"/>
                </a:lnTo>
                <a:lnTo>
                  <a:pt x="107391" y="884143"/>
                </a:lnTo>
                <a:lnTo>
                  <a:pt x="107193" y="895195"/>
                </a:lnTo>
                <a:lnTo>
                  <a:pt x="106777" y="906247"/>
                </a:lnTo>
                <a:lnTo>
                  <a:pt x="106173" y="917299"/>
                </a:lnTo>
                <a:lnTo>
                  <a:pt x="105424" y="928351"/>
                </a:lnTo>
                <a:lnTo>
                  <a:pt x="104583" y="939402"/>
                </a:lnTo>
                <a:lnTo>
                  <a:pt x="103705" y="950454"/>
                </a:lnTo>
                <a:lnTo>
                  <a:pt x="102840" y="961506"/>
                </a:lnTo>
                <a:lnTo>
                  <a:pt x="102033" y="972558"/>
                </a:lnTo>
                <a:lnTo>
                  <a:pt x="101319" y="983609"/>
                </a:lnTo>
                <a:lnTo>
                  <a:pt x="100721" y="994661"/>
                </a:lnTo>
                <a:lnTo>
                  <a:pt x="100248" y="1005713"/>
                </a:lnTo>
                <a:lnTo>
                  <a:pt x="99903" y="1016765"/>
                </a:lnTo>
                <a:lnTo>
                  <a:pt x="99679" y="1027817"/>
                </a:lnTo>
                <a:lnTo>
                  <a:pt x="99565" y="1038868"/>
                </a:lnTo>
                <a:lnTo>
                  <a:pt x="99545" y="1049920"/>
                </a:lnTo>
                <a:lnTo>
                  <a:pt x="99606" y="1060972"/>
                </a:lnTo>
                <a:lnTo>
                  <a:pt x="99731" y="1072024"/>
                </a:lnTo>
                <a:lnTo>
                  <a:pt x="99904" y="1083076"/>
                </a:lnTo>
                <a:lnTo>
                  <a:pt x="100112" y="1094127"/>
                </a:lnTo>
                <a:lnTo>
                  <a:pt x="100339" y="1105179"/>
                </a:lnTo>
                <a:lnTo>
                  <a:pt x="100571" y="1116231"/>
                </a:lnTo>
                <a:lnTo>
                  <a:pt x="100793" y="1127283"/>
                </a:lnTo>
                <a:lnTo>
                  <a:pt x="100988" y="1138335"/>
                </a:lnTo>
                <a:lnTo>
                  <a:pt x="101144" y="1149386"/>
                </a:lnTo>
                <a:lnTo>
                  <a:pt x="101247" y="1160438"/>
                </a:lnTo>
                <a:lnTo>
                  <a:pt x="101287" y="1171490"/>
                </a:lnTo>
                <a:lnTo>
                  <a:pt x="101260" y="1182542"/>
                </a:lnTo>
                <a:lnTo>
                  <a:pt x="101162" y="1193594"/>
                </a:lnTo>
                <a:lnTo>
                  <a:pt x="100997" y="1204645"/>
                </a:lnTo>
                <a:lnTo>
                  <a:pt x="100771" y="1215697"/>
                </a:lnTo>
                <a:lnTo>
                  <a:pt x="100495" y="1226749"/>
                </a:lnTo>
                <a:lnTo>
                  <a:pt x="100179" y="1237801"/>
                </a:lnTo>
                <a:lnTo>
                  <a:pt x="99836" y="1248853"/>
                </a:lnTo>
                <a:lnTo>
                  <a:pt x="99480" y="1259904"/>
                </a:lnTo>
                <a:lnTo>
                  <a:pt x="99120" y="1270956"/>
                </a:lnTo>
                <a:lnTo>
                  <a:pt x="98768" y="1282008"/>
                </a:lnTo>
                <a:lnTo>
                  <a:pt x="98431" y="1293060"/>
                </a:lnTo>
                <a:lnTo>
                  <a:pt x="98117" y="1304111"/>
                </a:lnTo>
                <a:lnTo>
                  <a:pt x="97832" y="1315163"/>
                </a:lnTo>
                <a:lnTo>
                  <a:pt x="97580" y="1326215"/>
                </a:lnTo>
                <a:lnTo>
                  <a:pt x="97365" y="1337267"/>
                </a:lnTo>
                <a:lnTo>
                  <a:pt x="97191" y="1348319"/>
                </a:lnTo>
                <a:lnTo>
                  <a:pt x="97060" y="1359370"/>
                </a:lnTo>
                <a:lnTo>
                  <a:pt x="96974" y="1370422"/>
                </a:lnTo>
                <a:lnTo>
                  <a:pt x="96936" y="1381474"/>
                </a:lnTo>
                <a:lnTo>
                  <a:pt x="96947" y="1392526"/>
                </a:lnTo>
                <a:lnTo>
                  <a:pt x="97005" y="1403578"/>
                </a:lnTo>
                <a:lnTo>
                  <a:pt x="97110" y="1414629"/>
                </a:lnTo>
                <a:lnTo>
                  <a:pt x="97260" y="1425681"/>
                </a:lnTo>
                <a:lnTo>
                  <a:pt x="97448" y="1436733"/>
                </a:lnTo>
                <a:lnTo>
                  <a:pt x="97671" y="1447785"/>
                </a:lnTo>
                <a:lnTo>
                  <a:pt x="97922" y="1458837"/>
                </a:lnTo>
                <a:lnTo>
                  <a:pt x="98192" y="1469888"/>
                </a:lnTo>
                <a:lnTo>
                  <a:pt x="98474" y="1480940"/>
                </a:lnTo>
                <a:lnTo>
                  <a:pt x="98765" y="1491992"/>
                </a:lnTo>
                <a:lnTo>
                  <a:pt x="99061" y="1503044"/>
                </a:lnTo>
                <a:lnTo>
                  <a:pt x="99365" y="1514096"/>
                </a:lnTo>
                <a:lnTo>
                  <a:pt x="99690" y="1525147"/>
                </a:lnTo>
                <a:lnTo>
                  <a:pt x="100058" y="1536199"/>
                </a:lnTo>
                <a:lnTo>
                  <a:pt x="100502" y="1547251"/>
                </a:lnTo>
                <a:lnTo>
                  <a:pt x="101072" y="1558303"/>
                </a:lnTo>
                <a:lnTo>
                  <a:pt x="101837" y="1569354"/>
                </a:lnTo>
                <a:lnTo>
                  <a:pt x="102882" y="1580406"/>
                </a:lnTo>
                <a:lnTo>
                  <a:pt x="104307" y="1591458"/>
                </a:lnTo>
                <a:lnTo>
                  <a:pt x="106228" y="1602510"/>
                </a:lnTo>
                <a:lnTo>
                  <a:pt x="108765" y="1613562"/>
                </a:lnTo>
                <a:lnTo>
                  <a:pt x="112035" y="1624613"/>
                </a:lnTo>
                <a:lnTo>
                  <a:pt x="116137" y="1635665"/>
                </a:lnTo>
                <a:lnTo>
                  <a:pt x="121135" y="1646717"/>
                </a:lnTo>
                <a:lnTo>
                  <a:pt x="127039" y="1657769"/>
                </a:lnTo>
                <a:lnTo>
                  <a:pt x="133792" y="1668821"/>
                </a:lnTo>
                <a:lnTo>
                  <a:pt x="141253" y="1679872"/>
                </a:lnTo>
                <a:lnTo>
                  <a:pt x="149194" y="1690924"/>
                </a:lnTo>
                <a:lnTo>
                  <a:pt x="157303" y="1701976"/>
                </a:lnTo>
                <a:lnTo>
                  <a:pt x="165201" y="1713028"/>
                </a:lnTo>
                <a:lnTo>
                  <a:pt x="172466" y="1724080"/>
                </a:lnTo>
                <a:lnTo>
                  <a:pt x="178672" y="1735131"/>
                </a:lnTo>
                <a:lnTo>
                  <a:pt x="183428" y="1746183"/>
                </a:lnTo>
                <a:lnTo>
                  <a:pt x="186418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6419B446-21C7-417B-9345-8A3AC459AA33}"/>
              </a:ext>
            </a:extLst>
          </p:cNvPr>
          <p:cNvSpPr>
            <a:spLocks/>
          </p:cNvSpPr>
          <p:nvPr/>
        </p:nvSpPr>
        <p:spPr>
          <a:xfrm>
            <a:off x="836802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1763" y="1768287"/>
                </a:moveTo>
                <a:lnTo>
                  <a:pt x="45675" y="1768287"/>
                </a:lnTo>
                <a:lnTo>
                  <a:pt x="46210" y="1757235"/>
                </a:lnTo>
                <a:lnTo>
                  <a:pt x="47778" y="1746183"/>
                </a:lnTo>
                <a:lnTo>
                  <a:pt x="50267" y="1735131"/>
                </a:lnTo>
                <a:lnTo>
                  <a:pt x="53510" y="1724080"/>
                </a:lnTo>
                <a:lnTo>
                  <a:pt x="57297" y="1713028"/>
                </a:lnTo>
                <a:lnTo>
                  <a:pt x="61400" y="1701976"/>
                </a:lnTo>
                <a:lnTo>
                  <a:pt x="65596" y="1690924"/>
                </a:lnTo>
                <a:lnTo>
                  <a:pt x="69683" y="1679872"/>
                </a:lnTo>
                <a:lnTo>
                  <a:pt x="73497" y="1668821"/>
                </a:lnTo>
                <a:lnTo>
                  <a:pt x="76922" y="1657769"/>
                </a:lnTo>
                <a:lnTo>
                  <a:pt x="79886" y="1646717"/>
                </a:lnTo>
                <a:lnTo>
                  <a:pt x="82362" y="1635665"/>
                </a:lnTo>
                <a:lnTo>
                  <a:pt x="84362" y="1624613"/>
                </a:lnTo>
                <a:lnTo>
                  <a:pt x="85923" y="1613562"/>
                </a:lnTo>
                <a:lnTo>
                  <a:pt x="87100" y="1602510"/>
                </a:lnTo>
                <a:lnTo>
                  <a:pt x="87955" y="1591458"/>
                </a:lnTo>
                <a:lnTo>
                  <a:pt x="88554" y="1580406"/>
                </a:lnTo>
                <a:lnTo>
                  <a:pt x="88956" y="1569354"/>
                </a:lnTo>
                <a:lnTo>
                  <a:pt x="89213" y="1558303"/>
                </a:lnTo>
                <a:lnTo>
                  <a:pt x="89369" y="1547251"/>
                </a:lnTo>
                <a:lnTo>
                  <a:pt x="89458" y="1536199"/>
                </a:lnTo>
                <a:lnTo>
                  <a:pt x="89506" y="1525147"/>
                </a:lnTo>
                <a:lnTo>
                  <a:pt x="89529" y="1514096"/>
                </a:lnTo>
                <a:lnTo>
                  <a:pt x="89538" y="1503044"/>
                </a:lnTo>
                <a:lnTo>
                  <a:pt x="89539" y="1491992"/>
                </a:lnTo>
                <a:lnTo>
                  <a:pt x="89531" y="1480940"/>
                </a:lnTo>
                <a:lnTo>
                  <a:pt x="89511" y="1469888"/>
                </a:lnTo>
                <a:lnTo>
                  <a:pt x="89471" y="1458837"/>
                </a:lnTo>
                <a:lnTo>
                  <a:pt x="89403" y="1447785"/>
                </a:lnTo>
                <a:lnTo>
                  <a:pt x="89299" y="1436733"/>
                </a:lnTo>
                <a:lnTo>
                  <a:pt x="89152" y="1425681"/>
                </a:lnTo>
                <a:lnTo>
                  <a:pt x="88958" y="1414629"/>
                </a:lnTo>
                <a:lnTo>
                  <a:pt x="88713" y="1403578"/>
                </a:lnTo>
                <a:lnTo>
                  <a:pt x="88423" y="1392526"/>
                </a:lnTo>
                <a:lnTo>
                  <a:pt x="88092" y="1381474"/>
                </a:lnTo>
                <a:lnTo>
                  <a:pt x="87732" y="1370422"/>
                </a:lnTo>
                <a:lnTo>
                  <a:pt x="87355" y="1359370"/>
                </a:lnTo>
                <a:lnTo>
                  <a:pt x="86975" y="1348319"/>
                </a:lnTo>
                <a:lnTo>
                  <a:pt x="86605" y="1337267"/>
                </a:lnTo>
                <a:lnTo>
                  <a:pt x="86258" y="1326215"/>
                </a:lnTo>
                <a:lnTo>
                  <a:pt x="85943" y="1315163"/>
                </a:lnTo>
                <a:lnTo>
                  <a:pt x="85665" y="1304111"/>
                </a:lnTo>
                <a:lnTo>
                  <a:pt x="85428" y="1293060"/>
                </a:lnTo>
                <a:lnTo>
                  <a:pt x="85233" y="1282008"/>
                </a:lnTo>
                <a:lnTo>
                  <a:pt x="85080" y="1270956"/>
                </a:lnTo>
                <a:lnTo>
                  <a:pt x="84969" y="1259904"/>
                </a:lnTo>
                <a:lnTo>
                  <a:pt x="84902" y="1248853"/>
                </a:lnTo>
                <a:lnTo>
                  <a:pt x="84881" y="1237801"/>
                </a:lnTo>
                <a:lnTo>
                  <a:pt x="84910" y="1226749"/>
                </a:lnTo>
                <a:lnTo>
                  <a:pt x="84993" y="1215697"/>
                </a:lnTo>
                <a:lnTo>
                  <a:pt x="85136" y="1204645"/>
                </a:lnTo>
                <a:lnTo>
                  <a:pt x="85341" y="1193594"/>
                </a:lnTo>
                <a:lnTo>
                  <a:pt x="85608" y="1182542"/>
                </a:lnTo>
                <a:lnTo>
                  <a:pt x="85933" y="1171490"/>
                </a:lnTo>
                <a:lnTo>
                  <a:pt x="86307" y="1160438"/>
                </a:lnTo>
                <a:lnTo>
                  <a:pt x="86718" y="1149386"/>
                </a:lnTo>
                <a:lnTo>
                  <a:pt x="87151" y="1138335"/>
                </a:lnTo>
                <a:lnTo>
                  <a:pt x="87586" y="1127283"/>
                </a:lnTo>
                <a:lnTo>
                  <a:pt x="88005" y="1116231"/>
                </a:lnTo>
                <a:lnTo>
                  <a:pt x="88388" y="1105179"/>
                </a:lnTo>
                <a:lnTo>
                  <a:pt x="88716" y="1094127"/>
                </a:lnTo>
                <a:lnTo>
                  <a:pt x="88970" y="1083076"/>
                </a:lnTo>
                <a:lnTo>
                  <a:pt x="89132" y="1072024"/>
                </a:lnTo>
                <a:lnTo>
                  <a:pt x="89183" y="1060972"/>
                </a:lnTo>
                <a:lnTo>
                  <a:pt x="89103" y="1049920"/>
                </a:lnTo>
                <a:lnTo>
                  <a:pt x="88873" y="1038868"/>
                </a:lnTo>
                <a:lnTo>
                  <a:pt x="88476" y="1027817"/>
                </a:lnTo>
                <a:lnTo>
                  <a:pt x="87896" y="1016765"/>
                </a:lnTo>
                <a:lnTo>
                  <a:pt x="87123" y="1005713"/>
                </a:lnTo>
                <a:lnTo>
                  <a:pt x="86156" y="994661"/>
                </a:lnTo>
                <a:lnTo>
                  <a:pt x="85006" y="983609"/>
                </a:lnTo>
                <a:lnTo>
                  <a:pt x="83701" y="972558"/>
                </a:lnTo>
                <a:lnTo>
                  <a:pt x="82283" y="961506"/>
                </a:lnTo>
                <a:lnTo>
                  <a:pt x="80811" y="950454"/>
                </a:lnTo>
                <a:lnTo>
                  <a:pt x="79354" y="939402"/>
                </a:lnTo>
                <a:lnTo>
                  <a:pt x="77993" y="928351"/>
                </a:lnTo>
                <a:lnTo>
                  <a:pt x="76808" y="917299"/>
                </a:lnTo>
                <a:lnTo>
                  <a:pt x="75869" y="906247"/>
                </a:lnTo>
                <a:lnTo>
                  <a:pt x="75237" y="895195"/>
                </a:lnTo>
                <a:lnTo>
                  <a:pt x="74946" y="884143"/>
                </a:lnTo>
                <a:lnTo>
                  <a:pt x="75008" y="873092"/>
                </a:lnTo>
                <a:lnTo>
                  <a:pt x="75406" y="862040"/>
                </a:lnTo>
                <a:lnTo>
                  <a:pt x="76099" y="850988"/>
                </a:lnTo>
                <a:lnTo>
                  <a:pt x="77026" y="839936"/>
                </a:lnTo>
                <a:lnTo>
                  <a:pt x="78111" y="828884"/>
                </a:lnTo>
                <a:lnTo>
                  <a:pt x="79272" y="817833"/>
                </a:lnTo>
                <a:lnTo>
                  <a:pt x="80430" y="806781"/>
                </a:lnTo>
                <a:lnTo>
                  <a:pt x="81513" y="795729"/>
                </a:lnTo>
                <a:lnTo>
                  <a:pt x="82461" y="784677"/>
                </a:lnTo>
                <a:lnTo>
                  <a:pt x="83229" y="773625"/>
                </a:lnTo>
                <a:lnTo>
                  <a:pt x="83791" y="762574"/>
                </a:lnTo>
                <a:lnTo>
                  <a:pt x="84131" y="751522"/>
                </a:lnTo>
                <a:lnTo>
                  <a:pt x="84249" y="740470"/>
                </a:lnTo>
                <a:lnTo>
                  <a:pt x="84154" y="729418"/>
                </a:lnTo>
                <a:lnTo>
                  <a:pt x="83864" y="718366"/>
                </a:lnTo>
                <a:lnTo>
                  <a:pt x="83401" y="707315"/>
                </a:lnTo>
                <a:lnTo>
                  <a:pt x="82796" y="696263"/>
                </a:lnTo>
                <a:lnTo>
                  <a:pt x="82081" y="685211"/>
                </a:lnTo>
                <a:lnTo>
                  <a:pt x="81295" y="674159"/>
                </a:lnTo>
                <a:lnTo>
                  <a:pt x="80480" y="663108"/>
                </a:lnTo>
                <a:lnTo>
                  <a:pt x="79681" y="652056"/>
                </a:lnTo>
                <a:lnTo>
                  <a:pt x="78945" y="641004"/>
                </a:lnTo>
                <a:lnTo>
                  <a:pt x="78316" y="629952"/>
                </a:lnTo>
                <a:lnTo>
                  <a:pt x="77834" y="618900"/>
                </a:lnTo>
                <a:lnTo>
                  <a:pt x="77532" y="607849"/>
                </a:lnTo>
                <a:lnTo>
                  <a:pt x="77430" y="596797"/>
                </a:lnTo>
                <a:lnTo>
                  <a:pt x="77535" y="585745"/>
                </a:lnTo>
                <a:lnTo>
                  <a:pt x="77841" y="574693"/>
                </a:lnTo>
                <a:lnTo>
                  <a:pt x="78326" y="563641"/>
                </a:lnTo>
                <a:lnTo>
                  <a:pt x="78961" y="552590"/>
                </a:lnTo>
                <a:lnTo>
                  <a:pt x="79704" y="541538"/>
                </a:lnTo>
                <a:lnTo>
                  <a:pt x="80513" y="530486"/>
                </a:lnTo>
                <a:lnTo>
                  <a:pt x="81348" y="519434"/>
                </a:lnTo>
                <a:lnTo>
                  <a:pt x="82172" y="508382"/>
                </a:lnTo>
                <a:lnTo>
                  <a:pt x="82956" y="497331"/>
                </a:lnTo>
                <a:lnTo>
                  <a:pt x="83681" y="486279"/>
                </a:lnTo>
                <a:lnTo>
                  <a:pt x="84334" y="475227"/>
                </a:lnTo>
                <a:lnTo>
                  <a:pt x="84914" y="464175"/>
                </a:lnTo>
                <a:lnTo>
                  <a:pt x="85421" y="453123"/>
                </a:lnTo>
                <a:lnTo>
                  <a:pt x="85861" y="442072"/>
                </a:lnTo>
                <a:lnTo>
                  <a:pt x="86239" y="431020"/>
                </a:lnTo>
                <a:lnTo>
                  <a:pt x="86560" y="419968"/>
                </a:lnTo>
                <a:lnTo>
                  <a:pt x="86828" y="408916"/>
                </a:lnTo>
                <a:lnTo>
                  <a:pt x="87046" y="397865"/>
                </a:lnTo>
                <a:lnTo>
                  <a:pt x="87214" y="386813"/>
                </a:lnTo>
                <a:lnTo>
                  <a:pt x="87336" y="375761"/>
                </a:lnTo>
                <a:lnTo>
                  <a:pt x="87413" y="364709"/>
                </a:lnTo>
                <a:lnTo>
                  <a:pt x="87452" y="353657"/>
                </a:lnTo>
                <a:lnTo>
                  <a:pt x="87460" y="342606"/>
                </a:lnTo>
                <a:lnTo>
                  <a:pt x="87448" y="331554"/>
                </a:lnTo>
                <a:lnTo>
                  <a:pt x="87427" y="320502"/>
                </a:lnTo>
                <a:lnTo>
                  <a:pt x="87410" y="309450"/>
                </a:lnTo>
                <a:lnTo>
                  <a:pt x="87409" y="298398"/>
                </a:lnTo>
                <a:lnTo>
                  <a:pt x="87432" y="287347"/>
                </a:lnTo>
                <a:lnTo>
                  <a:pt x="87483" y="276295"/>
                </a:lnTo>
                <a:lnTo>
                  <a:pt x="87560" y="265243"/>
                </a:lnTo>
                <a:lnTo>
                  <a:pt x="87652" y="254191"/>
                </a:lnTo>
                <a:lnTo>
                  <a:pt x="87738" y="243139"/>
                </a:lnTo>
                <a:lnTo>
                  <a:pt x="87787" y="232088"/>
                </a:lnTo>
                <a:lnTo>
                  <a:pt x="87753" y="221036"/>
                </a:lnTo>
                <a:lnTo>
                  <a:pt x="87577" y="209984"/>
                </a:lnTo>
                <a:lnTo>
                  <a:pt x="87182" y="198932"/>
                </a:lnTo>
                <a:lnTo>
                  <a:pt x="86475" y="187880"/>
                </a:lnTo>
                <a:lnTo>
                  <a:pt x="85346" y="176829"/>
                </a:lnTo>
                <a:lnTo>
                  <a:pt x="83673" y="165777"/>
                </a:lnTo>
                <a:lnTo>
                  <a:pt x="81328" y="154725"/>
                </a:lnTo>
                <a:lnTo>
                  <a:pt x="78186" y="143673"/>
                </a:lnTo>
                <a:lnTo>
                  <a:pt x="74142" y="132622"/>
                </a:lnTo>
                <a:lnTo>
                  <a:pt x="69126" y="121570"/>
                </a:lnTo>
                <a:lnTo>
                  <a:pt x="63121" y="110518"/>
                </a:lnTo>
                <a:lnTo>
                  <a:pt x="56187" y="99466"/>
                </a:lnTo>
                <a:lnTo>
                  <a:pt x="48469" y="88414"/>
                </a:lnTo>
                <a:lnTo>
                  <a:pt x="40207" y="77363"/>
                </a:lnTo>
                <a:lnTo>
                  <a:pt x="31731" y="66311"/>
                </a:lnTo>
                <a:lnTo>
                  <a:pt x="23446" y="55259"/>
                </a:lnTo>
                <a:lnTo>
                  <a:pt x="15804" y="44207"/>
                </a:lnTo>
                <a:lnTo>
                  <a:pt x="9261" y="33155"/>
                </a:lnTo>
                <a:lnTo>
                  <a:pt x="4240" y="22104"/>
                </a:lnTo>
                <a:lnTo>
                  <a:pt x="107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59" y="11052"/>
                </a:lnTo>
                <a:lnTo>
                  <a:pt x="183199" y="22104"/>
                </a:lnTo>
                <a:lnTo>
                  <a:pt x="178177" y="33155"/>
                </a:lnTo>
                <a:lnTo>
                  <a:pt x="171635" y="44207"/>
                </a:lnTo>
                <a:lnTo>
                  <a:pt x="163992" y="55259"/>
                </a:lnTo>
                <a:lnTo>
                  <a:pt x="155707" y="66311"/>
                </a:lnTo>
                <a:lnTo>
                  <a:pt x="147232" y="77363"/>
                </a:lnTo>
                <a:lnTo>
                  <a:pt x="138969" y="88414"/>
                </a:lnTo>
                <a:lnTo>
                  <a:pt x="131251" y="99466"/>
                </a:lnTo>
                <a:lnTo>
                  <a:pt x="124317" y="110518"/>
                </a:lnTo>
                <a:lnTo>
                  <a:pt x="118313" y="121570"/>
                </a:lnTo>
                <a:lnTo>
                  <a:pt x="113296" y="132622"/>
                </a:lnTo>
                <a:lnTo>
                  <a:pt x="109252" y="143673"/>
                </a:lnTo>
                <a:lnTo>
                  <a:pt x="106111" y="154725"/>
                </a:lnTo>
                <a:lnTo>
                  <a:pt x="103766" y="165777"/>
                </a:lnTo>
                <a:lnTo>
                  <a:pt x="102093" y="176829"/>
                </a:lnTo>
                <a:lnTo>
                  <a:pt x="100964" y="187880"/>
                </a:lnTo>
                <a:lnTo>
                  <a:pt x="100256" y="198932"/>
                </a:lnTo>
                <a:lnTo>
                  <a:pt x="99861" y="209984"/>
                </a:lnTo>
                <a:lnTo>
                  <a:pt x="99685" y="221036"/>
                </a:lnTo>
                <a:lnTo>
                  <a:pt x="99651" y="232088"/>
                </a:lnTo>
                <a:lnTo>
                  <a:pt x="99700" y="243139"/>
                </a:lnTo>
                <a:lnTo>
                  <a:pt x="99787" y="254191"/>
                </a:lnTo>
                <a:lnTo>
                  <a:pt x="99878" y="265243"/>
                </a:lnTo>
                <a:lnTo>
                  <a:pt x="99955" y="276295"/>
                </a:lnTo>
                <a:lnTo>
                  <a:pt x="100006" y="287347"/>
                </a:lnTo>
                <a:lnTo>
                  <a:pt x="100029" y="298398"/>
                </a:lnTo>
                <a:lnTo>
                  <a:pt x="100028" y="309450"/>
                </a:lnTo>
                <a:lnTo>
                  <a:pt x="100011" y="320502"/>
                </a:lnTo>
                <a:lnTo>
                  <a:pt x="99990" y="331554"/>
                </a:lnTo>
                <a:lnTo>
                  <a:pt x="99978" y="342606"/>
                </a:lnTo>
                <a:lnTo>
                  <a:pt x="99986" y="353657"/>
                </a:lnTo>
                <a:lnTo>
                  <a:pt x="100025" y="364709"/>
                </a:lnTo>
                <a:lnTo>
                  <a:pt x="100103" y="375761"/>
                </a:lnTo>
                <a:lnTo>
                  <a:pt x="100224" y="386813"/>
                </a:lnTo>
                <a:lnTo>
                  <a:pt x="100393" y="397865"/>
                </a:lnTo>
                <a:lnTo>
                  <a:pt x="100610" y="408916"/>
                </a:lnTo>
                <a:lnTo>
                  <a:pt x="100879" y="419968"/>
                </a:lnTo>
                <a:lnTo>
                  <a:pt x="101200" y="431020"/>
                </a:lnTo>
                <a:lnTo>
                  <a:pt x="101578" y="442072"/>
                </a:lnTo>
                <a:lnTo>
                  <a:pt x="102017" y="453123"/>
                </a:lnTo>
                <a:lnTo>
                  <a:pt x="102524" y="464175"/>
                </a:lnTo>
                <a:lnTo>
                  <a:pt x="103104" y="475227"/>
                </a:lnTo>
                <a:lnTo>
                  <a:pt x="103758" y="486279"/>
                </a:lnTo>
                <a:lnTo>
                  <a:pt x="104482" y="497331"/>
                </a:lnTo>
                <a:lnTo>
                  <a:pt x="105266" y="508382"/>
                </a:lnTo>
                <a:lnTo>
                  <a:pt x="106090" y="519434"/>
                </a:lnTo>
                <a:lnTo>
                  <a:pt x="106925" y="530486"/>
                </a:lnTo>
                <a:lnTo>
                  <a:pt x="107735" y="541538"/>
                </a:lnTo>
                <a:lnTo>
                  <a:pt x="108478" y="552590"/>
                </a:lnTo>
                <a:lnTo>
                  <a:pt x="109112" y="563641"/>
                </a:lnTo>
                <a:lnTo>
                  <a:pt x="109598" y="574693"/>
                </a:lnTo>
                <a:lnTo>
                  <a:pt x="109904" y="585745"/>
                </a:lnTo>
                <a:lnTo>
                  <a:pt x="110009" y="596797"/>
                </a:lnTo>
                <a:lnTo>
                  <a:pt x="109907" y="607849"/>
                </a:lnTo>
                <a:lnTo>
                  <a:pt x="109604" y="618900"/>
                </a:lnTo>
                <a:lnTo>
                  <a:pt x="109122" y="629952"/>
                </a:lnTo>
                <a:lnTo>
                  <a:pt x="108493" y="641004"/>
                </a:lnTo>
                <a:lnTo>
                  <a:pt x="107757" y="652056"/>
                </a:lnTo>
                <a:lnTo>
                  <a:pt x="106958" y="663108"/>
                </a:lnTo>
                <a:lnTo>
                  <a:pt x="106143" y="674159"/>
                </a:lnTo>
                <a:lnTo>
                  <a:pt x="105357" y="685211"/>
                </a:lnTo>
                <a:lnTo>
                  <a:pt x="104643" y="696263"/>
                </a:lnTo>
                <a:lnTo>
                  <a:pt x="104037" y="707315"/>
                </a:lnTo>
                <a:lnTo>
                  <a:pt x="103575" y="718366"/>
                </a:lnTo>
                <a:lnTo>
                  <a:pt x="103284" y="729418"/>
                </a:lnTo>
                <a:lnTo>
                  <a:pt x="103189" y="740470"/>
                </a:lnTo>
                <a:lnTo>
                  <a:pt x="103307" y="751522"/>
                </a:lnTo>
                <a:lnTo>
                  <a:pt x="103648" y="762574"/>
                </a:lnTo>
                <a:lnTo>
                  <a:pt x="104209" y="773625"/>
                </a:lnTo>
                <a:lnTo>
                  <a:pt x="104978" y="784677"/>
                </a:lnTo>
                <a:lnTo>
                  <a:pt x="105926" y="795729"/>
                </a:lnTo>
                <a:lnTo>
                  <a:pt x="107008" y="806781"/>
                </a:lnTo>
                <a:lnTo>
                  <a:pt x="108166" y="817833"/>
                </a:lnTo>
                <a:lnTo>
                  <a:pt x="109328" y="828884"/>
                </a:lnTo>
                <a:lnTo>
                  <a:pt x="110412" y="839936"/>
                </a:lnTo>
                <a:lnTo>
                  <a:pt x="111339" y="850988"/>
                </a:lnTo>
                <a:lnTo>
                  <a:pt x="112033" y="862040"/>
                </a:lnTo>
                <a:lnTo>
                  <a:pt x="112431" y="873092"/>
                </a:lnTo>
                <a:lnTo>
                  <a:pt x="112493" y="884143"/>
                </a:lnTo>
                <a:lnTo>
                  <a:pt x="112202" y="895195"/>
                </a:lnTo>
                <a:lnTo>
                  <a:pt x="111569" y="906247"/>
                </a:lnTo>
                <a:lnTo>
                  <a:pt x="110631" y="917299"/>
                </a:lnTo>
                <a:lnTo>
                  <a:pt x="109445" y="928351"/>
                </a:lnTo>
                <a:lnTo>
                  <a:pt x="108084" y="939402"/>
                </a:lnTo>
                <a:lnTo>
                  <a:pt x="106628" y="950454"/>
                </a:lnTo>
                <a:lnTo>
                  <a:pt x="105155" y="961506"/>
                </a:lnTo>
                <a:lnTo>
                  <a:pt x="103737" y="972558"/>
                </a:lnTo>
                <a:lnTo>
                  <a:pt x="102432" y="983609"/>
                </a:lnTo>
                <a:lnTo>
                  <a:pt x="101283" y="994661"/>
                </a:lnTo>
                <a:lnTo>
                  <a:pt x="100316" y="1005713"/>
                </a:lnTo>
                <a:lnTo>
                  <a:pt x="99543" y="1016765"/>
                </a:lnTo>
                <a:lnTo>
                  <a:pt x="98962" y="1027817"/>
                </a:lnTo>
                <a:lnTo>
                  <a:pt x="98565" y="1038868"/>
                </a:lnTo>
                <a:lnTo>
                  <a:pt x="98336" y="1049920"/>
                </a:lnTo>
                <a:lnTo>
                  <a:pt x="98256" y="1060972"/>
                </a:lnTo>
                <a:lnTo>
                  <a:pt x="98306" y="1072024"/>
                </a:lnTo>
                <a:lnTo>
                  <a:pt x="98468" y="1083076"/>
                </a:lnTo>
                <a:lnTo>
                  <a:pt x="98722" y="1094127"/>
                </a:lnTo>
                <a:lnTo>
                  <a:pt x="99050" y="1105179"/>
                </a:lnTo>
                <a:lnTo>
                  <a:pt x="99433" y="1116231"/>
                </a:lnTo>
                <a:lnTo>
                  <a:pt x="99852" y="1127283"/>
                </a:lnTo>
                <a:lnTo>
                  <a:pt x="100288" y="1138335"/>
                </a:lnTo>
                <a:lnTo>
                  <a:pt x="100720" y="1149386"/>
                </a:lnTo>
                <a:lnTo>
                  <a:pt x="101131" y="1160438"/>
                </a:lnTo>
                <a:lnTo>
                  <a:pt x="101505" y="1171490"/>
                </a:lnTo>
                <a:lnTo>
                  <a:pt x="101830" y="1182542"/>
                </a:lnTo>
                <a:lnTo>
                  <a:pt x="102097" y="1193594"/>
                </a:lnTo>
                <a:lnTo>
                  <a:pt x="102302" y="1204645"/>
                </a:lnTo>
                <a:lnTo>
                  <a:pt x="102445" y="1215697"/>
                </a:lnTo>
                <a:lnTo>
                  <a:pt x="102529" y="1226749"/>
                </a:lnTo>
                <a:lnTo>
                  <a:pt x="102558" y="1237801"/>
                </a:lnTo>
                <a:lnTo>
                  <a:pt x="102536" y="1248853"/>
                </a:lnTo>
                <a:lnTo>
                  <a:pt x="102469" y="1259904"/>
                </a:lnTo>
                <a:lnTo>
                  <a:pt x="102359" y="1270956"/>
                </a:lnTo>
                <a:lnTo>
                  <a:pt x="102206" y="1282008"/>
                </a:lnTo>
                <a:lnTo>
                  <a:pt x="102011" y="1293060"/>
                </a:lnTo>
                <a:lnTo>
                  <a:pt x="101774" y="1304111"/>
                </a:lnTo>
                <a:lnTo>
                  <a:pt x="101496" y="1315163"/>
                </a:lnTo>
                <a:lnTo>
                  <a:pt x="101180" y="1326215"/>
                </a:lnTo>
                <a:lnTo>
                  <a:pt x="100833" y="1337267"/>
                </a:lnTo>
                <a:lnTo>
                  <a:pt x="100463" y="1348319"/>
                </a:lnTo>
                <a:lnTo>
                  <a:pt x="100083" y="1359370"/>
                </a:lnTo>
                <a:lnTo>
                  <a:pt x="99706" y="1370422"/>
                </a:lnTo>
                <a:lnTo>
                  <a:pt x="99346" y="1381474"/>
                </a:lnTo>
                <a:lnTo>
                  <a:pt x="99016" y="1392526"/>
                </a:lnTo>
                <a:lnTo>
                  <a:pt x="98725" y="1403578"/>
                </a:lnTo>
                <a:lnTo>
                  <a:pt x="98481" y="1414629"/>
                </a:lnTo>
                <a:lnTo>
                  <a:pt x="98286" y="1425681"/>
                </a:lnTo>
                <a:lnTo>
                  <a:pt x="98139" y="1436733"/>
                </a:lnTo>
                <a:lnTo>
                  <a:pt x="98035" y="1447785"/>
                </a:lnTo>
                <a:lnTo>
                  <a:pt x="97968" y="1458837"/>
                </a:lnTo>
                <a:lnTo>
                  <a:pt x="97928" y="1469888"/>
                </a:lnTo>
                <a:lnTo>
                  <a:pt x="97907" y="1480940"/>
                </a:lnTo>
                <a:lnTo>
                  <a:pt x="97899" y="1491992"/>
                </a:lnTo>
                <a:lnTo>
                  <a:pt x="97900" y="1503044"/>
                </a:lnTo>
                <a:lnTo>
                  <a:pt x="97910" y="1514096"/>
                </a:lnTo>
                <a:lnTo>
                  <a:pt x="97933" y="1525147"/>
                </a:lnTo>
                <a:lnTo>
                  <a:pt x="97980" y="1536199"/>
                </a:lnTo>
                <a:lnTo>
                  <a:pt x="98069" y="1547251"/>
                </a:lnTo>
                <a:lnTo>
                  <a:pt x="98225" y="1558303"/>
                </a:lnTo>
                <a:lnTo>
                  <a:pt x="98483" y="1569354"/>
                </a:lnTo>
                <a:lnTo>
                  <a:pt x="98885" y="1580406"/>
                </a:lnTo>
                <a:lnTo>
                  <a:pt x="99483" y="1591458"/>
                </a:lnTo>
                <a:lnTo>
                  <a:pt x="100339" y="1602510"/>
                </a:lnTo>
                <a:lnTo>
                  <a:pt x="101515" y="1613562"/>
                </a:lnTo>
                <a:lnTo>
                  <a:pt x="103076" y="1624613"/>
                </a:lnTo>
                <a:lnTo>
                  <a:pt x="105076" y="1635665"/>
                </a:lnTo>
                <a:lnTo>
                  <a:pt x="107553" y="1646717"/>
                </a:lnTo>
                <a:lnTo>
                  <a:pt x="110517" y="1657769"/>
                </a:lnTo>
                <a:lnTo>
                  <a:pt x="113941" y="1668821"/>
                </a:lnTo>
                <a:lnTo>
                  <a:pt x="117756" y="1679872"/>
                </a:lnTo>
                <a:lnTo>
                  <a:pt x="121843" y="1690924"/>
                </a:lnTo>
                <a:lnTo>
                  <a:pt x="126038" y="1701976"/>
                </a:lnTo>
                <a:lnTo>
                  <a:pt x="130141" y="1713028"/>
                </a:lnTo>
                <a:lnTo>
                  <a:pt x="133928" y="1724080"/>
                </a:lnTo>
                <a:lnTo>
                  <a:pt x="137171" y="1735131"/>
                </a:lnTo>
                <a:lnTo>
                  <a:pt x="139661" y="1746183"/>
                </a:lnTo>
                <a:lnTo>
                  <a:pt x="141228" y="1757235"/>
                </a:lnTo>
                <a:lnTo>
                  <a:pt x="141763" y="1768287"/>
                </a:lnTo>
                <a:lnTo>
                  <a:pt x="141763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A36B2A9E-7E88-4F83-B170-0884F9056E09}"/>
              </a:ext>
            </a:extLst>
          </p:cNvPr>
          <p:cNvSpPr>
            <a:spLocks/>
          </p:cNvSpPr>
          <p:nvPr/>
        </p:nvSpPr>
        <p:spPr>
          <a:xfrm>
            <a:off x="86213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5012" y="1768287"/>
                </a:moveTo>
                <a:lnTo>
                  <a:pt x="72426" y="1768287"/>
                </a:lnTo>
                <a:lnTo>
                  <a:pt x="72638" y="1757235"/>
                </a:lnTo>
                <a:lnTo>
                  <a:pt x="73261" y="1746183"/>
                </a:lnTo>
                <a:lnTo>
                  <a:pt x="74254" y="1735131"/>
                </a:lnTo>
                <a:lnTo>
                  <a:pt x="75551" y="1724080"/>
                </a:lnTo>
                <a:lnTo>
                  <a:pt x="77074" y="1713028"/>
                </a:lnTo>
                <a:lnTo>
                  <a:pt x="78736" y="1701976"/>
                </a:lnTo>
                <a:lnTo>
                  <a:pt x="80451" y="1690924"/>
                </a:lnTo>
                <a:lnTo>
                  <a:pt x="82139" y="1679872"/>
                </a:lnTo>
                <a:lnTo>
                  <a:pt x="83734" y="1668821"/>
                </a:lnTo>
                <a:lnTo>
                  <a:pt x="85190" y="1657769"/>
                </a:lnTo>
                <a:lnTo>
                  <a:pt x="86474" y="1646717"/>
                </a:lnTo>
                <a:lnTo>
                  <a:pt x="87574" y="1635665"/>
                </a:lnTo>
                <a:lnTo>
                  <a:pt x="88490" y="1624613"/>
                </a:lnTo>
                <a:lnTo>
                  <a:pt x="89235" y="1613562"/>
                </a:lnTo>
                <a:lnTo>
                  <a:pt x="89829" y="1602510"/>
                </a:lnTo>
                <a:lnTo>
                  <a:pt x="90296" y="1591458"/>
                </a:lnTo>
                <a:lnTo>
                  <a:pt x="90663" y="1580406"/>
                </a:lnTo>
                <a:lnTo>
                  <a:pt x="90953" y="1569354"/>
                </a:lnTo>
                <a:lnTo>
                  <a:pt x="91186" y="1558303"/>
                </a:lnTo>
                <a:lnTo>
                  <a:pt x="91379" y="1547251"/>
                </a:lnTo>
                <a:lnTo>
                  <a:pt x="91543" y="1536199"/>
                </a:lnTo>
                <a:lnTo>
                  <a:pt x="91684" y="1525147"/>
                </a:lnTo>
                <a:lnTo>
                  <a:pt x="91803" y="1514096"/>
                </a:lnTo>
                <a:lnTo>
                  <a:pt x="91899" y="1503044"/>
                </a:lnTo>
                <a:lnTo>
                  <a:pt x="91966" y="1491992"/>
                </a:lnTo>
                <a:lnTo>
                  <a:pt x="91999" y="1480940"/>
                </a:lnTo>
                <a:lnTo>
                  <a:pt x="91990" y="1469888"/>
                </a:lnTo>
                <a:lnTo>
                  <a:pt x="91933" y="1458837"/>
                </a:lnTo>
                <a:lnTo>
                  <a:pt x="91825" y="1447785"/>
                </a:lnTo>
                <a:lnTo>
                  <a:pt x="91662" y="1436733"/>
                </a:lnTo>
                <a:lnTo>
                  <a:pt x="91447" y="1425681"/>
                </a:lnTo>
                <a:lnTo>
                  <a:pt x="91183" y="1414629"/>
                </a:lnTo>
                <a:lnTo>
                  <a:pt x="90879" y="1403578"/>
                </a:lnTo>
                <a:lnTo>
                  <a:pt x="90545" y="1392526"/>
                </a:lnTo>
                <a:lnTo>
                  <a:pt x="90194" y="1381474"/>
                </a:lnTo>
                <a:lnTo>
                  <a:pt x="89839" y="1370422"/>
                </a:lnTo>
                <a:lnTo>
                  <a:pt x="89495" y="1359370"/>
                </a:lnTo>
                <a:lnTo>
                  <a:pt x="89174" y="1348319"/>
                </a:lnTo>
                <a:lnTo>
                  <a:pt x="88887" y="1337267"/>
                </a:lnTo>
                <a:lnTo>
                  <a:pt x="88641" y="1326215"/>
                </a:lnTo>
                <a:lnTo>
                  <a:pt x="88440" y="1315163"/>
                </a:lnTo>
                <a:lnTo>
                  <a:pt x="88286" y="1304111"/>
                </a:lnTo>
                <a:lnTo>
                  <a:pt x="88176" y="1293060"/>
                </a:lnTo>
                <a:lnTo>
                  <a:pt x="88106" y="1282008"/>
                </a:lnTo>
                <a:lnTo>
                  <a:pt x="88071" y="1270956"/>
                </a:lnTo>
                <a:lnTo>
                  <a:pt x="88066" y="1259904"/>
                </a:lnTo>
                <a:lnTo>
                  <a:pt x="88085" y="1248853"/>
                </a:lnTo>
                <a:lnTo>
                  <a:pt x="88129" y="1237801"/>
                </a:lnTo>
                <a:lnTo>
                  <a:pt x="88195" y="1226749"/>
                </a:lnTo>
                <a:lnTo>
                  <a:pt x="88286" y="1215697"/>
                </a:lnTo>
                <a:lnTo>
                  <a:pt x="88403" y="1204645"/>
                </a:lnTo>
                <a:lnTo>
                  <a:pt x="88550" y="1193594"/>
                </a:lnTo>
                <a:lnTo>
                  <a:pt x="88727" y="1182542"/>
                </a:lnTo>
                <a:lnTo>
                  <a:pt x="88932" y="1171490"/>
                </a:lnTo>
                <a:lnTo>
                  <a:pt x="89162" y="1160438"/>
                </a:lnTo>
                <a:lnTo>
                  <a:pt x="89409" y="1149386"/>
                </a:lnTo>
                <a:lnTo>
                  <a:pt x="89662" y="1138335"/>
                </a:lnTo>
                <a:lnTo>
                  <a:pt x="89910" y="1127283"/>
                </a:lnTo>
                <a:lnTo>
                  <a:pt x="90138" y="1116231"/>
                </a:lnTo>
                <a:lnTo>
                  <a:pt x="90332" y="1105179"/>
                </a:lnTo>
                <a:lnTo>
                  <a:pt x="90480" y="1094127"/>
                </a:lnTo>
                <a:lnTo>
                  <a:pt x="90568" y="1083076"/>
                </a:lnTo>
                <a:lnTo>
                  <a:pt x="90587" y="1072024"/>
                </a:lnTo>
                <a:lnTo>
                  <a:pt x="90526" y="1060972"/>
                </a:lnTo>
                <a:lnTo>
                  <a:pt x="90378" y="1049920"/>
                </a:lnTo>
                <a:lnTo>
                  <a:pt x="90134" y="1038868"/>
                </a:lnTo>
                <a:lnTo>
                  <a:pt x="89788" y="1027817"/>
                </a:lnTo>
                <a:lnTo>
                  <a:pt x="89336" y="1016765"/>
                </a:lnTo>
                <a:lnTo>
                  <a:pt x="88775" y="1005713"/>
                </a:lnTo>
                <a:lnTo>
                  <a:pt x="88111" y="994661"/>
                </a:lnTo>
                <a:lnTo>
                  <a:pt x="87350" y="983609"/>
                </a:lnTo>
                <a:lnTo>
                  <a:pt x="86512" y="972558"/>
                </a:lnTo>
                <a:lnTo>
                  <a:pt x="85622" y="961506"/>
                </a:lnTo>
                <a:lnTo>
                  <a:pt x="84714" y="950454"/>
                </a:lnTo>
                <a:lnTo>
                  <a:pt x="83831" y="939402"/>
                </a:lnTo>
                <a:lnTo>
                  <a:pt x="83017" y="928351"/>
                </a:lnTo>
                <a:lnTo>
                  <a:pt x="82319" y="917299"/>
                </a:lnTo>
                <a:lnTo>
                  <a:pt x="81779" y="906247"/>
                </a:lnTo>
                <a:lnTo>
                  <a:pt x="81429" y="895195"/>
                </a:lnTo>
                <a:lnTo>
                  <a:pt x="81291" y="884143"/>
                </a:lnTo>
                <a:lnTo>
                  <a:pt x="81369" y="873092"/>
                </a:lnTo>
                <a:lnTo>
                  <a:pt x="81652" y="862040"/>
                </a:lnTo>
                <a:lnTo>
                  <a:pt x="82114" y="850988"/>
                </a:lnTo>
                <a:lnTo>
                  <a:pt x="82718" y="839936"/>
                </a:lnTo>
                <a:lnTo>
                  <a:pt x="83417" y="828884"/>
                </a:lnTo>
                <a:lnTo>
                  <a:pt x="84164" y="817833"/>
                </a:lnTo>
                <a:lnTo>
                  <a:pt x="84911" y="806781"/>
                </a:lnTo>
                <a:lnTo>
                  <a:pt x="85617" y="795729"/>
                </a:lnTo>
                <a:lnTo>
                  <a:pt x="86248" y="784677"/>
                </a:lnTo>
                <a:lnTo>
                  <a:pt x="86782" y="773625"/>
                </a:lnTo>
                <a:lnTo>
                  <a:pt x="87203" y="762574"/>
                </a:lnTo>
                <a:lnTo>
                  <a:pt x="87505" y="751522"/>
                </a:lnTo>
                <a:lnTo>
                  <a:pt x="87687" y="740470"/>
                </a:lnTo>
                <a:lnTo>
                  <a:pt x="87756" y="729418"/>
                </a:lnTo>
                <a:lnTo>
                  <a:pt x="87718" y="718366"/>
                </a:lnTo>
                <a:lnTo>
                  <a:pt x="87586" y="707315"/>
                </a:lnTo>
                <a:lnTo>
                  <a:pt x="87370" y="696263"/>
                </a:lnTo>
                <a:lnTo>
                  <a:pt x="87087" y="685211"/>
                </a:lnTo>
                <a:lnTo>
                  <a:pt x="86752" y="674159"/>
                </a:lnTo>
                <a:lnTo>
                  <a:pt x="86386" y="663108"/>
                </a:lnTo>
                <a:lnTo>
                  <a:pt x="86009" y="652056"/>
                </a:lnTo>
                <a:lnTo>
                  <a:pt x="85645" y="641004"/>
                </a:lnTo>
                <a:lnTo>
                  <a:pt x="85318" y="629952"/>
                </a:lnTo>
                <a:lnTo>
                  <a:pt x="85049" y="618900"/>
                </a:lnTo>
                <a:lnTo>
                  <a:pt x="84857" y="607849"/>
                </a:lnTo>
                <a:lnTo>
                  <a:pt x="84755" y="596797"/>
                </a:lnTo>
                <a:lnTo>
                  <a:pt x="84746" y="585745"/>
                </a:lnTo>
                <a:lnTo>
                  <a:pt x="84829" y="574693"/>
                </a:lnTo>
                <a:lnTo>
                  <a:pt x="84992" y="563641"/>
                </a:lnTo>
                <a:lnTo>
                  <a:pt x="85218" y="552590"/>
                </a:lnTo>
                <a:lnTo>
                  <a:pt x="85485" y="541538"/>
                </a:lnTo>
                <a:lnTo>
                  <a:pt x="85769" y="530486"/>
                </a:lnTo>
                <a:lnTo>
                  <a:pt x="86047" y="519434"/>
                </a:lnTo>
                <a:lnTo>
                  <a:pt x="86301" y="508382"/>
                </a:lnTo>
                <a:lnTo>
                  <a:pt x="86516" y="497331"/>
                </a:lnTo>
                <a:lnTo>
                  <a:pt x="86687" y="486279"/>
                </a:lnTo>
                <a:lnTo>
                  <a:pt x="86812" y="475227"/>
                </a:lnTo>
                <a:lnTo>
                  <a:pt x="86898" y="464175"/>
                </a:lnTo>
                <a:lnTo>
                  <a:pt x="86952" y="453123"/>
                </a:lnTo>
                <a:lnTo>
                  <a:pt x="86985" y="442072"/>
                </a:lnTo>
                <a:lnTo>
                  <a:pt x="87008" y="431020"/>
                </a:lnTo>
                <a:lnTo>
                  <a:pt x="87030" y="419968"/>
                </a:lnTo>
                <a:lnTo>
                  <a:pt x="87060" y="408916"/>
                </a:lnTo>
                <a:lnTo>
                  <a:pt x="87100" y="397865"/>
                </a:lnTo>
                <a:lnTo>
                  <a:pt x="87155" y="386813"/>
                </a:lnTo>
                <a:lnTo>
                  <a:pt x="87224" y="375761"/>
                </a:lnTo>
                <a:lnTo>
                  <a:pt x="87308" y="364709"/>
                </a:lnTo>
                <a:lnTo>
                  <a:pt x="87408" y="353657"/>
                </a:lnTo>
                <a:lnTo>
                  <a:pt x="87525" y="342606"/>
                </a:lnTo>
                <a:lnTo>
                  <a:pt x="87661" y="331554"/>
                </a:lnTo>
                <a:lnTo>
                  <a:pt x="87818" y="320502"/>
                </a:lnTo>
                <a:lnTo>
                  <a:pt x="87999" y="309450"/>
                </a:lnTo>
                <a:lnTo>
                  <a:pt x="88205" y="298398"/>
                </a:lnTo>
                <a:lnTo>
                  <a:pt x="88435" y="287347"/>
                </a:lnTo>
                <a:lnTo>
                  <a:pt x="88684" y="276295"/>
                </a:lnTo>
                <a:lnTo>
                  <a:pt x="88944" y="265243"/>
                </a:lnTo>
                <a:lnTo>
                  <a:pt x="89197" y="254191"/>
                </a:lnTo>
                <a:lnTo>
                  <a:pt x="89422" y="243139"/>
                </a:lnTo>
                <a:lnTo>
                  <a:pt x="89582" y="232088"/>
                </a:lnTo>
                <a:lnTo>
                  <a:pt x="89633" y="221036"/>
                </a:lnTo>
                <a:lnTo>
                  <a:pt x="89513" y="209984"/>
                </a:lnTo>
                <a:lnTo>
                  <a:pt x="89145" y="198932"/>
                </a:lnTo>
                <a:lnTo>
                  <a:pt x="88437" y="187880"/>
                </a:lnTo>
                <a:lnTo>
                  <a:pt x="87279" y="176829"/>
                </a:lnTo>
                <a:lnTo>
                  <a:pt x="85548" y="165777"/>
                </a:lnTo>
                <a:lnTo>
                  <a:pt x="83116" y="154725"/>
                </a:lnTo>
                <a:lnTo>
                  <a:pt x="79859" y="143673"/>
                </a:lnTo>
                <a:lnTo>
                  <a:pt x="75676" y="132622"/>
                </a:lnTo>
                <a:lnTo>
                  <a:pt x="70498" y="121570"/>
                </a:lnTo>
                <a:lnTo>
                  <a:pt x="64317" y="110518"/>
                </a:lnTo>
                <a:lnTo>
                  <a:pt x="57197" y="99466"/>
                </a:lnTo>
                <a:lnTo>
                  <a:pt x="49293" y="88414"/>
                </a:lnTo>
                <a:lnTo>
                  <a:pt x="40852" y="77363"/>
                </a:lnTo>
                <a:lnTo>
                  <a:pt x="32212" y="66311"/>
                </a:lnTo>
                <a:lnTo>
                  <a:pt x="23783" y="55259"/>
                </a:lnTo>
                <a:lnTo>
                  <a:pt x="16019" y="44207"/>
                </a:lnTo>
                <a:lnTo>
                  <a:pt x="9382" y="33155"/>
                </a:lnTo>
                <a:lnTo>
                  <a:pt x="4293" y="22104"/>
                </a:lnTo>
                <a:lnTo>
                  <a:pt x="1092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46" y="11052"/>
                </a:lnTo>
                <a:lnTo>
                  <a:pt x="183145" y="22104"/>
                </a:lnTo>
                <a:lnTo>
                  <a:pt x="178056" y="33155"/>
                </a:lnTo>
                <a:lnTo>
                  <a:pt x="171419" y="44207"/>
                </a:lnTo>
                <a:lnTo>
                  <a:pt x="163656" y="55259"/>
                </a:lnTo>
                <a:lnTo>
                  <a:pt x="155227" y="66311"/>
                </a:lnTo>
                <a:lnTo>
                  <a:pt x="146586" y="77363"/>
                </a:lnTo>
                <a:lnTo>
                  <a:pt x="138145" y="88414"/>
                </a:lnTo>
                <a:lnTo>
                  <a:pt x="130241" y="99466"/>
                </a:lnTo>
                <a:lnTo>
                  <a:pt x="123122" y="110518"/>
                </a:lnTo>
                <a:lnTo>
                  <a:pt x="116941" y="121570"/>
                </a:lnTo>
                <a:lnTo>
                  <a:pt x="111763" y="132622"/>
                </a:lnTo>
                <a:lnTo>
                  <a:pt x="107579" y="143673"/>
                </a:lnTo>
                <a:lnTo>
                  <a:pt x="104323" y="154725"/>
                </a:lnTo>
                <a:lnTo>
                  <a:pt x="101891" y="165777"/>
                </a:lnTo>
                <a:lnTo>
                  <a:pt x="100159" y="176829"/>
                </a:lnTo>
                <a:lnTo>
                  <a:pt x="99001" y="187880"/>
                </a:lnTo>
                <a:lnTo>
                  <a:pt x="98293" y="198932"/>
                </a:lnTo>
                <a:lnTo>
                  <a:pt x="97926" y="209984"/>
                </a:lnTo>
                <a:lnTo>
                  <a:pt x="97806" y="221036"/>
                </a:lnTo>
                <a:lnTo>
                  <a:pt x="97856" y="232088"/>
                </a:lnTo>
                <a:lnTo>
                  <a:pt x="98017" y="243139"/>
                </a:lnTo>
                <a:lnTo>
                  <a:pt x="98241" y="254191"/>
                </a:lnTo>
                <a:lnTo>
                  <a:pt x="98495" y="265243"/>
                </a:lnTo>
                <a:lnTo>
                  <a:pt x="98754" y="276295"/>
                </a:lnTo>
                <a:lnTo>
                  <a:pt x="99004" y="287347"/>
                </a:lnTo>
                <a:lnTo>
                  <a:pt x="99234" y="298398"/>
                </a:lnTo>
                <a:lnTo>
                  <a:pt x="99440" y="309450"/>
                </a:lnTo>
                <a:lnTo>
                  <a:pt x="99620" y="320502"/>
                </a:lnTo>
                <a:lnTo>
                  <a:pt x="99778" y="331554"/>
                </a:lnTo>
                <a:lnTo>
                  <a:pt x="99914" y="342606"/>
                </a:lnTo>
                <a:lnTo>
                  <a:pt x="100030" y="353657"/>
                </a:lnTo>
                <a:lnTo>
                  <a:pt x="100130" y="364709"/>
                </a:lnTo>
                <a:lnTo>
                  <a:pt x="100215" y="375761"/>
                </a:lnTo>
                <a:lnTo>
                  <a:pt x="100284" y="386813"/>
                </a:lnTo>
                <a:lnTo>
                  <a:pt x="100338" y="397865"/>
                </a:lnTo>
                <a:lnTo>
                  <a:pt x="100379" y="408916"/>
                </a:lnTo>
                <a:lnTo>
                  <a:pt x="100408" y="419968"/>
                </a:lnTo>
                <a:lnTo>
                  <a:pt x="100431" y="431020"/>
                </a:lnTo>
                <a:lnTo>
                  <a:pt x="100454" y="442072"/>
                </a:lnTo>
                <a:lnTo>
                  <a:pt x="100487" y="453123"/>
                </a:lnTo>
                <a:lnTo>
                  <a:pt x="100541" y="464175"/>
                </a:lnTo>
                <a:lnTo>
                  <a:pt x="100626" y="475227"/>
                </a:lnTo>
                <a:lnTo>
                  <a:pt x="100752" y="486279"/>
                </a:lnTo>
                <a:lnTo>
                  <a:pt x="100922" y="497331"/>
                </a:lnTo>
                <a:lnTo>
                  <a:pt x="101138" y="508382"/>
                </a:lnTo>
                <a:lnTo>
                  <a:pt x="101391" y="519434"/>
                </a:lnTo>
                <a:lnTo>
                  <a:pt x="101669" y="530486"/>
                </a:lnTo>
                <a:lnTo>
                  <a:pt x="101953" y="541538"/>
                </a:lnTo>
                <a:lnTo>
                  <a:pt x="102220" y="552590"/>
                </a:lnTo>
                <a:lnTo>
                  <a:pt x="102446" y="563641"/>
                </a:lnTo>
                <a:lnTo>
                  <a:pt x="102609" y="574693"/>
                </a:lnTo>
                <a:lnTo>
                  <a:pt x="102692" y="585745"/>
                </a:lnTo>
                <a:lnTo>
                  <a:pt x="102684" y="596797"/>
                </a:lnTo>
                <a:lnTo>
                  <a:pt x="102581" y="607849"/>
                </a:lnTo>
                <a:lnTo>
                  <a:pt x="102389" y="618900"/>
                </a:lnTo>
                <a:lnTo>
                  <a:pt x="102120" y="629952"/>
                </a:lnTo>
                <a:lnTo>
                  <a:pt x="101793" y="641004"/>
                </a:lnTo>
                <a:lnTo>
                  <a:pt x="101429" y="652056"/>
                </a:lnTo>
                <a:lnTo>
                  <a:pt x="101053" y="663108"/>
                </a:lnTo>
                <a:lnTo>
                  <a:pt x="100686" y="674159"/>
                </a:lnTo>
                <a:lnTo>
                  <a:pt x="100351" y="685211"/>
                </a:lnTo>
                <a:lnTo>
                  <a:pt x="100068" y="696263"/>
                </a:lnTo>
                <a:lnTo>
                  <a:pt x="99853" y="707315"/>
                </a:lnTo>
                <a:lnTo>
                  <a:pt x="99720" y="718366"/>
                </a:lnTo>
                <a:lnTo>
                  <a:pt x="99683" y="729418"/>
                </a:lnTo>
                <a:lnTo>
                  <a:pt x="99751" y="740470"/>
                </a:lnTo>
                <a:lnTo>
                  <a:pt x="99934" y="751522"/>
                </a:lnTo>
                <a:lnTo>
                  <a:pt x="100235" y="762574"/>
                </a:lnTo>
                <a:lnTo>
                  <a:pt x="100656" y="773625"/>
                </a:lnTo>
                <a:lnTo>
                  <a:pt x="101190" y="784677"/>
                </a:lnTo>
                <a:lnTo>
                  <a:pt x="101822" y="795729"/>
                </a:lnTo>
                <a:lnTo>
                  <a:pt x="102528" y="806781"/>
                </a:lnTo>
                <a:lnTo>
                  <a:pt x="103275" y="817833"/>
                </a:lnTo>
                <a:lnTo>
                  <a:pt x="104021" y="828884"/>
                </a:lnTo>
                <a:lnTo>
                  <a:pt x="104720" y="839936"/>
                </a:lnTo>
                <a:lnTo>
                  <a:pt x="105324" y="850988"/>
                </a:lnTo>
                <a:lnTo>
                  <a:pt x="105786" y="862040"/>
                </a:lnTo>
                <a:lnTo>
                  <a:pt x="106069" y="873092"/>
                </a:lnTo>
                <a:lnTo>
                  <a:pt x="106147" y="884143"/>
                </a:lnTo>
                <a:lnTo>
                  <a:pt x="106009" y="895195"/>
                </a:lnTo>
                <a:lnTo>
                  <a:pt x="105660" y="906247"/>
                </a:lnTo>
                <a:lnTo>
                  <a:pt x="105120" y="917299"/>
                </a:lnTo>
                <a:lnTo>
                  <a:pt x="104422" y="928351"/>
                </a:lnTo>
                <a:lnTo>
                  <a:pt x="103608" y="939402"/>
                </a:lnTo>
                <a:lnTo>
                  <a:pt x="102724" y="950454"/>
                </a:lnTo>
                <a:lnTo>
                  <a:pt x="101816" y="961506"/>
                </a:lnTo>
                <a:lnTo>
                  <a:pt x="100926" y="972558"/>
                </a:lnTo>
                <a:lnTo>
                  <a:pt x="100088" y="983609"/>
                </a:lnTo>
                <a:lnTo>
                  <a:pt x="99328" y="994661"/>
                </a:lnTo>
                <a:lnTo>
                  <a:pt x="98663" y="1005713"/>
                </a:lnTo>
                <a:lnTo>
                  <a:pt x="98103" y="1016765"/>
                </a:lnTo>
                <a:lnTo>
                  <a:pt x="97651" y="1027817"/>
                </a:lnTo>
                <a:lnTo>
                  <a:pt x="97305" y="1038868"/>
                </a:lnTo>
                <a:lnTo>
                  <a:pt x="97061" y="1049920"/>
                </a:lnTo>
                <a:lnTo>
                  <a:pt x="96912" y="1060972"/>
                </a:lnTo>
                <a:lnTo>
                  <a:pt x="96851" y="1072024"/>
                </a:lnTo>
                <a:lnTo>
                  <a:pt x="96870" y="1083076"/>
                </a:lnTo>
                <a:lnTo>
                  <a:pt x="96959" y="1094127"/>
                </a:lnTo>
                <a:lnTo>
                  <a:pt x="97106" y="1105179"/>
                </a:lnTo>
                <a:lnTo>
                  <a:pt x="97301" y="1116231"/>
                </a:lnTo>
                <a:lnTo>
                  <a:pt x="97529" y="1127283"/>
                </a:lnTo>
                <a:lnTo>
                  <a:pt x="97776" y="1138335"/>
                </a:lnTo>
                <a:lnTo>
                  <a:pt x="98030" y="1149386"/>
                </a:lnTo>
                <a:lnTo>
                  <a:pt x="98276" y="1160438"/>
                </a:lnTo>
                <a:lnTo>
                  <a:pt x="98506" y="1171490"/>
                </a:lnTo>
                <a:lnTo>
                  <a:pt x="98712" y="1182542"/>
                </a:lnTo>
                <a:lnTo>
                  <a:pt x="98888" y="1193594"/>
                </a:lnTo>
                <a:lnTo>
                  <a:pt x="99035" y="1204645"/>
                </a:lnTo>
                <a:lnTo>
                  <a:pt x="99153" y="1215697"/>
                </a:lnTo>
                <a:lnTo>
                  <a:pt x="99243" y="1226749"/>
                </a:lnTo>
                <a:lnTo>
                  <a:pt x="99310" y="1237801"/>
                </a:lnTo>
                <a:lnTo>
                  <a:pt x="99353" y="1248853"/>
                </a:lnTo>
                <a:lnTo>
                  <a:pt x="99373" y="1259904"/>
                </a:lnTo>
                <a:lnTo>
                  <a:pt x="99367" y="1270956"/>
                </a:lnTo>
                <a:lnTo>
                  <a:pt x="99332" y="1282008"/>
                </a:lnTo>
                <a:lnTo>
                  <a:pt x="99262" y="1293060"/>
                </a:lnTo>
                <a:lnTo>
                  <a:pt x="99152" y="1304111"/>
                </a:lnTo>
                <a:lnTo>
                  <a:pt x="98998" y="1315163"/>
                </a:lnTo>
                <a:lnTo>
                  <a:pt x="98798" y="1326215"/>
                </a:lnTo>
                <a:lnTo>
                  <a:pt x="98552" y="1337267"/>
                </a:lnTo>
                <a:lnTo>
                  <a:pt x="98265" y="1348319"/>
                </a:lnTo>
                <a:lnTo>
                  <a:pt x="97943" y="1359370"/>
                </a:lnTo>
                <a:lnTo>
                  <a:pt x="97599" y="1370422"/>
                </a:lnTo>
                <a:lnTo>
                  <a:pt x="97244" y="1381474"/>
                </a:lnTo>
                <a:lnTo>
                  <a:pt x="96893" y="1392526"/>
                </a:lnTo>
                <a:lnTo>
                  <a:pt x="96559" y="1403578"/>
                </a:lnTo>
                <a:lnTo>
                  <a:pt x="96255" y="1414629"/>
                </a:lnTo>
                <a:lnTo>
                  <a:pt x="95991" y="1425681"/>
                </a:lnTo>
                <a:lnTo>
                  <a:pt x="95776" y="1436733"/>
                </a:lnTo>
                <a:lnTo>
                  <a:pt x="95614" y="1447785"/>
                </a:lnTo>
                <a:lnTo>
                  <a:pt x="95505" y="1458837"/>
                </a:lnTo>
                <a:lnTo>
                  <a:pt x="95449" y="1469888"/>
                </a:lnTo>
                <a:lnTo>
                  <a:pt x="95440" y="1480940"/>
                </a:lnTo>
                <a:lnTo>
                  <a:pt x="95472" y="1491992"/>
                </a:lnTo>
                <a:lnTo>
                  <a:pt x="95540" y="1503044"/>
                </a:lnTo>
                <a:lnTo>
                  <a:pt x="95635" y="1514096"/>
                </a:lnTo>
                <a:lnTo>
                  <a:pt x="95755" y="1525147"/>
                </a:lnTo>
                <a:lnTo>
                  <a:pt x="95895" y="1536199"/>
                </a:lnTo>
                <a:lnTo>
                  <a:pt x="96059" y="1547251"/>
                </a:lnTo>
                <a:lnTo>
                  <a:pt x="96252" y="1558303"/>
                </a:lnTo>
                <a:lnTo>
                  <a:pt x="96485" y="1569354"/>
                </a:lnTo>
                <a:lnTo>
                  <a:pt x="96775" y="1580406"/>
                </a:lnTo>
                <a:lnTo>
                  <a:pt x="97142" y="1591458"/>
                </a:lnTo>
                <a:lnTo>
                  <a:pt x="97610" y="1602510"/>
                </a:lnTo>
                <a:lnTo>
                  <a:pt x="98204" y="1613562"/>
                </a:lnTo>
                <a:lnTo>
                  <a:pt x="98949" y="1624613"/>
                </a:lnTo>
                <a:lnTo>
                  <a:pt x="99864" y="1635665"/>
                </a:lnTo>
                <a:lnTo>
                  <a:pt x="100964" y="1646717"/>
                </a:lnTo>
                <a:lnTo>
                  <a:pt x="102248" y="1657769"/>
                </a:lnTo>
                <a:lnTo>
                  <a:pt x="103704" y="1668821"/>
                </a:lnTo>
                <a:lnTo>
                  <a:pt x="105300" y="1679872"/>
                </a:lnTo>
                <a:lnTo>
                  <a:pt x="106988" y="1690924"/>
                </a:lnTo>
                <a:lnTo>
                  <a:pt x="108702" y="1701976"/>
                </a:lnTo>
                <a:lnTo>
                  <a:pt x="110364" y="1713028"/>
                </a:lnTo>
                <a:lnTo>
                  <a:pt x="111887" y="1724080"/>
                </a:lnTo>
                <a:lnTo>
                  <a:pt x="113185" y="1735131"/>
                </a:lnTo>
                <a:lnTo>
                  <a:pt x="114177" y="1746183"/>
                </a:lnTo>
                <a:lnTo>
                  <a:pt x="114800" y="1757235"/>
                </a:lnTo>
                <a:lnTo>
                  <a:pt x="115012" y="1768287"/>
                </a:lnTo>
                <a:lnTo>
                  <a:pt x="115012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1F1E8D50-8C50-4BF2-BDF8-43DE49B20D3F}"/>
              </a:ext>
            </a:extLst>
          </p:cNvPr>
          <p:cNvSpPr>
            <a:spLocks/>
          </p:cNvSpPr>
          <p:nvPr/>
        </p:nvSpPr>
        <p:spPr>
          <a:xfrm>
            <a:off x="72066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4EB53A63-7E34-4AF2-B228-1C9EED753876}"/>
              </a:ext>
            </a:extLst>
          </p:cNvPr>
          <p:cNvSpPr>
            <a:spLocks/>
          </p:cNvSpPr>
          <p:nvPr/>
        </p:nvSpPr>
        <p:spPr>
          <a:xfrm>
            <a:off x="7173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5864E03E-7A62-47F0-99FF-7C0C446F49C6}"/>
              </a:ext>
            </a:extLst>
          </p:cNvPr>
          <p:cNvSpPr>
            <a:spLocks/>
          </p:cNvSpPr>
          <p:nvPr/>
        </p:nvSpPr>
        <p:spPr>
          <a:xfrm>
            <a:off x="709603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2B0CAEC9-A4D2-4AA1-89D1-344B100687CB}"/>
              </a:ext>
            </a:extLst>
          </p:cNvPr>
          <p:cNvSpPr>
            <a:spLocks/>
          </p:cNvSpPr>
          <p:nvPr/>
        </p:nvSpPr>
        <p:spPr>
          <a:xfrm>
            <a:off x="71309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2C59E05B-BF58-48BA-8F71-CD1FDD04F622}"/>
              </a:ext>
            </a:extLst>
          </p:cNvPr>
          <p:cNvSpPr>
            <a:spLocks/>
          </p:cNvSpPr>
          <p:nvPr/>
        </p:nvSpPr>
        <p:spPr>
          <a:xfrm>
            <a:off x="712319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CA560704-7A26-4D21-A5E7-1B835D7B0A3D}"/>
              </a:ext>
            </a:extLst>
          </p:cNvPr>
          <p:cNvSpPr>
            <a:spLocks/>
          </p:cNvSpPr>
          <p:nvPr/>
        </p:nvSpPr>
        <p:spPr>
          <a:xfrm>
            <a:off x="71161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F027EBFE-3A62-483A-96D7-DE6EB1D257F3}"/>
              </a:ext>
            </a:extLst>
          </p:cNvPr>
          <p:cNvSpPr>
            <a:spLocks/>
          </p:cNvSpPr>
          <p:nvPr/>
        </p:nvSpPr>
        <p:spPr>
          <a:xfrm>
            <a:off x="71619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85F2897E-9672-49BF-BB3C-F96E3BE07D8D}"/>
              </a:ext>
            </a:extLst>
          </p:cNvPr>
          <p:cNvSpPr>
            <a:spLocks/>
          </p:cNvSpPr>
          <p:nvPr/>
        </p:nvSpPr>
        <p:spPr>
          <a:xfrm>
            <a:off x="7125613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CC4BA5A6-4A68-49D5-971F-BBD952026C16}"/>
              </a:ext>
            </a:extLst>
          </p:cNvPr>
          <p:cNvSpPr>
            <a:spLocks/>
          </p:cNvSpPr>
          <p:nvPr/>
        </p:nvSpPr>
        <p:spPr>
          <a:xfrm>
            <a:off x="719470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5281D348-9E54-4370-9E0A-E95128388BC4}"/>
              </a:ext>
            </a:extLst>
          </p:cNvPr>
          <p:cNvSpPr>
            <a:spLocks/>
          </p:cNvSpPr>
          <p:nvPr/>
        </p:nvSpPr>
        <p:spPr>
          <a:xfrm>
            <a:off x="714608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92462DF2-DAD7-4BF8-A26F-5A5354846DAD}"/>
              </a:ext>
            </a:extLst>
          </p:cNvPr>
          <p:cNvSpPr>
            <a:spLocks/>
          </p:cNvSpPr>
          <p:nvPr/>
        </p:nvSpPr>
        <p:spPr>
          <a:xfrm>
            <a:off x="7125393" y="215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5C7BE94F-9A9B-4F7D-97D8-7E26C9B94785}"/>
              </a:ext>
            </a:extLst>
          </p:cNvPr>
          <p:cNvSpPr>
            <a:spLocks/>
          </p:cNvSpPr>
          <p:nvPr/>
        </p:nvSpPr>
        <p:spPr>
          <a:xfrm>
            <a:off x="7198433" y="2941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EDCE7C17-4CE5-4CC3-A0EC-BF75454C01B9}"/>
              </a:ext>
            </a:extLst>
          </p:cNvPr>
          <p:cNvSpPr>
            <a:spLocks/>
          </p:cNvSpPr>
          <p:nvPr/>
        </p:nvSpPr>
        <p:spPr>
          <a:xfrm>
            <a:off x="7188829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1A1D606-8DB0-4DF6-82A1-C587F4B6A027}"/>
              </a:ext>
            </a:extLst>
          </p:cNvPr>
          <p:cNvSpPr>
            <a:spLocks/>
          </p:cNvSpPr>
          <p:nvPr/>
        </p:nvSpPr>
        <p:spPr>
          <a:xfrm>
            <a:off x="7205044" y="3343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FEEA9A08-F826-4F8B-9891-192892FD8BDC}"/>
              </a:ext>
            </a:extLst>
          </p:cNvPr>
          <p:cNvSpPr>
            <a:spLocks/>
          </p:cNvSpPr>
          <p:nvPr/>
        </p:nvSpPr>
        <p:spPr>
          <a:xfrm>
            <a:off x="7137789" y="3189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28531BC-F991-478C-80B8-7272BFC1CA26}"/>
              </a:ext>
            </a:extLst>
          </p:cNvPr>
          <p:cNvSpPr>
            <a:spLocks/>
          </p:cNvSpPr>
          <p:nvPr/>
        </p:nvSpPr>
        <p:spPr>
          <a:xfrm>
            <a:off x="7175543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873F0D96-D59E-4784-8DBA-0A65B3E12C74}"/>
              </a:ext>
            </a:extLst>
          </p:cNvPr>
          <p:cNvSpPr>
            <a:spLocks/>
          </p:cNvSpPr>
          <p:nvPr/>
        </p:nvSpPr>
        <p:spPr>
          <a:xfrm>
            <a:off x="7125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06BD9253-AFF7-49EC-BAFB-D68545B4F075}"/>
              </a:ext>
            </a:extLst>
          </p:cNvPr>
          <p:cNvSpPr>
            <a:spLocks/>
          </p:cNvSpPr>
          <p:nvPr/>
        </p:nvSpPr>
        <p:spPr>
          <a:xfrm>
            <a:off x="7212768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3661D589-9E0A-4EB6-AA16-57C7169DF3B6}"/>
              </a:ext>
            </a:extLst>
          </p:cNvPr>
          <p:cNvSpPr>
            <a:spLocks/>
          </p:cNvSpPr>
          <p:nvPr/>
        </p:nvSpPr>
        <p:spPr>
          <a:xfrm>
            <a:off x="7180388" y="2535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C2F26B8A-89CB-4702-8150-B064C0B29BCE}"/>
              </a:ext>
            </a:extLst>
          </p:cNvPr>
          <p:cNvSpPr>
            <a:spLocks/>
          </p:cNvSpPr>
          <p:nvPr/>
        </p:nvSpPr>
        <p:spPr>
          <a:xfrm>
            <a:off x="7212705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A96F19FF-D435-4B8E-9876-B9ABE9B07784}"/>
              </a:ext>
            </a:extLst>
          </p:cNvPr>
          <p:cNvSpPr>
            <a:spLocks/>
          </p:cNvSpPr>
          <p:nvPr/>
        </p:nvSpPr>
        <p:spPr>
          <a:xfrm>
            <a:off x="7106676" y="3236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1925FAF0-EBF5-4160-98DB-A0B9D7B198C1}"/>
              </a:ext>
            </a:extLst>
          </p:cNvPr>
          <p:cNvSpPr>
            <a:spLocks/>
          </p:cNvSpPr>
          <p:nvPr/>
        </p:nvSpPr>
        <p:spPr>
          <a:xfrm>
            <a:off x="7118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008F3001-15A5-4E94-AE6F-6D23F6A18FE4}"/>
              </a:ext>
            </a:extLst>
          </p:cNvPr>
          <p:cNvSpPr>
            <a:spLocks/>
          </p:cNvSpPr>
          <p:nvPr/>
        </p:nvSpPr>
        <p:spPr>
          <a:xfrm>
            <a:off x="717496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4325716E-7B36-4FF2-BD99-15B86214B525}"/>
              </a:ext>
            </a:extLst>
          </p:cNvPr>
          <p:cNvSpPr>
            <a:spLocks/>
          </p:cNvSpPr>
          <p:nvPr/>
        </p:nvSpPr>
        <p:spPr>
          <a:xfrm>
            <a:off x="713452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5E1EBB14-3796-4CCB-9245-B64E63028195}"/>
              </a:ext>
            </a:extLst>
          </p:cNvPr>
          <p:cNvSpPr>
            <a:spLocks/>
          </p:cNvSpPr>
          <p:nvPr/>
        </p:nvSpPr>
        <p:spPr>
          <a:xfrm>
            <a:off x="71856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337EA980-A03F-4ECF-BEC4-E8DAE45C43F1}"/>
              </a:ext>
            </a:extLst>
          </p:cNvPr>
          <p:cNvSpPr>
            <a:spLocks/>
          </p:cNvSpPr>
          <p:nvPr/>
        </p:nvSpPr>
        <p:spPr>
          <a:xfrm>
            <a:off x="709625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B54DFE88-CC44-49F2-B60E-7E469C83BBC6}"/>
              </a:ext>
            </a:extLst>
          </p:cNvPr>
          <p:cNvSpPr>
            <a:spLocks/>
          </p:cNvSpPr>
          <p:nvPr/>
        </p:nvSpPr>
        <p:spPr>
          <a:xfrm>
            <a:off x="71081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A7F2B935-8F8E-4B0E-8646-92AB3A604E7F}"/>
              </a:ext>
            </a:extLst>
          </p:cNvPr>
          <p:cNvSpPr>
            <a:spLocks/>
          </p:cNvSpPr>
          <p:nvPr/>
        </p:nvSpPr>
        <p:spPr>
          <a:xfrm>
            <a:off x="71338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4AF50469-E2EE-43A4-8149-44186C0F5B97}"/>
              </a:ext>
            </a:extLst>
          </p:cNvPr>
          <p:cNvSpPr>
            <a:spLocks/>
          </p:cNvSpPr>
          <p:nvPr/>
        </p:nvSpPr>
        <p:spPr>
          <a:xfrm>
            <a:off x="7107137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0FA69BDB-8992-420E-B394-51F500BD9119}"/>
              </a:ext>
            </a:extLst>
          </p:cNvPr>
          <p:cNvSpPr>
            <a:spLocks/>
          </p:cNvSpPr>
          <p:nvPr/>
        </p:nvSpPr>
        <p:spPr>
          <a:xfrm>
            <a:off x="7206883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71AFDFA9-208F-45F3-A7EB-6590F7B0F7B0}"/>
              </a:ext>
            </a:extLst>
          </p:cNvPr>
          <p:cNvSpPr>
            <a:spLocks/>
          </p:cNvSpPr>
          <p:nvPr/>
        </p:nvSpPr>
        <p:spPr>
          <a:xfrm>
            <a:off x="72025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88652398-69B2-4909-8873-F58FCF6A4C45}"/>
              </a:ext>
            </a:extLst>
          </p:cNvPr>
          <p:cNvSpPr>
            <a:spLocks/>
          </p:cNvSpPr>
          <p:nvPr/>
        </p:nvSpPr>
        <p:spPr>
          <a:xfrm>
            <a:off x="7175146" y="2966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31B837DD-A2F7-4129-99B1-0F3C03261CAE}"/>
              </a:ext>
            </a:extLst>
          </p:cNvPr>
          <p:cNvSpPr>
            <a:spLocks/>
          </p:cNvSpPr>
          <p:nvPr/>
        </p:nvSpPr>
        <p:spPr>
          <a:xfrm>
            <a:off x="7182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90D9240D-341C-42ED-A28C-54E35993A224}"/>
              </a:ext>
            </a:extLst>
          </p:cNvPr>
          <p:cNvSpPr>
            <a:spLocks/>
          </p:cNvSpPr>
          <p:nvPr/>
        </p:nvSpPr>
        <p:spPr>
          <a:xfrm>
            <a:off x="715828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D3E8A096-7592-4B31-92AD-9F513E15C825}"/>
              </a:ext>
            </a:extLst>
          </p:cNvPr>
          <p:cNvSpPr>
            <a:spLocks/>
          </p:cNvSpPr>
          <p:nvPr/>
        </p:nvSpPr>
        <p:spPr>
          <a:xfrm>
            <a:off x="7122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494E0C1B-1528-47F7-AD21-0BD43B168092}"/>
              </a:ext>
            </a:extLst>
          </p:cNvPr>
          <p:cNvSpPr>
            <a:spLocks/>
          </p:cNvSpPr>
          <p:nvPr/>
        </p:nvSpPr>
        <p:spPr>
          <a:xfrm>
            <a:off x="710381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6FE6F742-19B7-4033-9F23-0E389B1BFB81}"/>
              </a:ext>
            </a:extLst>
          </p:cNvPr>
          <p:cNvSpPr>
            <a:spLocks/>
          </p:cNvSpPr>
          <p:nvPr/>
        </p:nvSpPr>
        <p:spPr>
          <a:xfrm>
            <a:off x="72112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828DA229-5DD3-46A2-A2BF-370DD6502ADF}"/>
              </a:ext>
            </a:extLst>
          </p:cNvPr>
          <p:cNvSpPr>
            <a:spLocks/>
          </p:cNvSpPr>
          <p:nvPr/>
        </p:nvSpPr>
        <p:spPr>
          <a:xfrm>
            <a:off x="7120803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99579D91-5915-4A79-969D-75E384CF3912}"/>
              </a:ext>
            </a:extLst>
          </p:cNvPr>
          <p:cNvSpPr>
            <a:spLocks/>
          </p:cNvSpPr>
          <p:nvPr/>
        </p:nvSpPr>
        <p:spPr>
          <a:xfrm>
            <a:off x="71900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246F5852-6F92-492C-888B-FE18EAA53C02}"/>
              </a:ext>
            </a:extLst>
          </p:cNvPr>
          <p:cNvSpPr>
            <a:spLocks/>
          </p:cNvSpPr>
          <p:nvPr/>
        </p:nvSpPr>
        <p:spPr>
          <a:xfrm>
            <a:off x="7115788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82013D58-DA00-41AC-8F2F-402A6CD505E1}"/>
              </a:ext>
            </a:extLst>
          </p:cNvPr>
          <p:cNvSpPr>
            <a:spLocks/>
          </p:cNvSpPr>
          <p:nvPr/>
        </p:nvSpPr>
        <p:spPr>
          <a:xfrm>
            <a:off x="72031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CA27386D-56AD-45F9-BC9A-477A999E1D10}"/>
              </a:ext>
            </a:extLst>
          </p:cNvPr>
          <p:cNvSpPr>
            <a:spLocks/>
          </p:cNvSpPr>
          <p:nvPr/>
        </p:nvSpPr>
        <p:spPr>
          <a:xfrm>
            <a:off x="7182200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D47348FB-2D97-4355-9C89-FB7CA20ED3D1}"/>
              </a:ext>
            </a:extLst>
          </p:cNvPr>
          <p:cNvSpPr>
            <a:spLocks/>
          </p:cNvSpPr>
          <p:nvPr/>
        </p:nvSpPr>
        <p:spPr>
          <a:xfrm>
            <a:off x="718814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47C4FC94-9209-4D58-9593-EE505E1183DD}"/>
              </a:ext>
            </a:extLst>
          </p:cNvPr>
          <p:cNvSpPr>
            <a:spLocks/>
          </p:cNvSpPr>
          <p:nvPr/>
        </p:nvSpPr>
        <p:spPr>
          <a:xfrm>
            <a:off x="7169226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A88B72B6-4489-420A-BD6C-02E35D82D551}"/>
              </a:ext>
            </a:extLst>
          </p:cNvPr>
          <p:cNvSpPr>
            <a:spLocks/>
          </p:cNvSpPr>
          <p:nvPr/>
        </p:nvSpPr>
        <p:spPr>
          <a:xfrm>
            <a:off x="71265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EDE75364-05F0-433C-AB95-69691983EA7A}"/>
              </a:ext>
            </a:extLst>
          </p:cNvPr>
          <p:cNvSpPr>
            <a:spLocks/>
          </p:cNvSpPr>
          <p:nvPr/>
        </p:nvSpPr>
        <p:spPr>
          <a:xfrm>
            <a:off x="71404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C97EB2A3-779C-4467-A646-203ACACFF700}"/>
              </a:ext>
            </a:extLst>
          </p:cNvPr>
          <p:cNvSpPr>
            <a:spLocks/>
          </p:cNvSpPr>
          <p:nvPr/>
        </p:nvSpPr>
        <p:spPr>
          <a:xfrm>
            <a:off x="716669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4B6C3CFB-EEDA-45E5-863C-2BAACB520115}"/>
              </a:ext>
            </a:extLst>
          </p:cNvPr>
          <p:cNvSpPr>
            <a:spLocks/>
          </p:cNvSpPr>
          <p:nvPr/>
        </p:nvSpPr>
        <p:spPr>
          <a:xfrm>
            <a:off x="712940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71FC2EA5-8C4F-4846-B85C-C94B86250429}"/>
              </a:ext>
            </a:extLst>
          </p:cNvPr>
          <p:cNvSpPr>
            <a:spLocks/>
          </p:cNvSpPr>
          <p:nvPr/>
        </p:nvSpPr>
        <p:spPr>
          <a:xfrm>
            <a:off x="719867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E1652C99-E0DC-4907-AD38-2929167371EC}"/>
              </a:ext>
            </a:extLst>
          </p:cNvPr>
          <p:cNvSpPr>
            <a:spLocks/>
          </p:cNvSpPr>
          <p:nvPr/>
        </p:nvSpPr>
        <p:spPr>
          <a:xfrm>
            <a:off x="7148610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17E836BE-5D29-45A8-A691-95C95951BE5A}"/>
              </a:ext>
            </a:extLst>
          </p:cNvPr>
          <p:cNvSpPr>
            <a:spLocks/>
          </p:cNvSpPr>
          <p:nvPr/>
        </p:nvSpPr>
        <p:spPr>
          <a:xfrm>
            <a:off x="7159745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3C2B2BE1-DDC2-4371-AA9A-64ACE7CE045E}"/>
              </a:ext>
            </a:extLst>
          </p:cNvPr>
          <p:cNvSpPr>
            <a:spLocks/>
          </p:cNvSpPr>
          <p:nvPr/>
        </p:nvSpPr>
        <p:spPr>
          <a:xfrm>
            <a:off x="709276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E1BE0856-8269-4403-81F9-CD9495676DD7}"/>
              </a:ext>
            </a:extLst>
          </p:cNvPr>
          <p:cNvSpPr>
            <a:spLocks/>
          </p:cNvSpPr>
          <p:nvPr/>
        </p:nvSpPr>
        <p:spPr>
          <a:xfrm>
            <a:off x="7131516" y="3384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122CB561-E468-43FB-947E-C07DDE84D97E}"/>
              </a:ext>
            </a:extLst>
          </p:cNvPr>
          <p:cNvSpPr>
            <a:spLocks/>
          </p:cNvSpPr>
          <p:nvPr/>
        </p:nvSpPr>
        <p:spPr>
          <a:xfrm>
            <a:off x="7140436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C01FEC2E-8E83-4D9F-80A0-F52F0FD4EAC6}"/>
              </a:ext>
            </a:extLst>
          </p:cNvPr>
          <p:cNvSpPr>
            <a:spLocks/>
          </p:cNvSpPr>
          <p:nvPr/>
        </p:nvSpPr>
        <p:spPr>
          <a:xfrm>
            <a:off x="711626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F501828C-8B71-4428-8475-41544CD86ECE}"/>
              </a:ext>
            </a:extLst>
          </p:cNvPr>
          <p:cNvSpPr>
            <a:spLocks/>
          </p:cNvSpPr>
          <p:nvPr/>
        </p:nvSpPr>
        <p:spPr>
          <a:xfrm>
            <a:off x="7110654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90DBD319-5252-4C26-9807-EA2387658338}"/>
              </a:ext>
            </a:extLst>
          </p:cNvPr>
          <p:cNvSpPr>
            <a:spLocks/>
          </p:cNvSpPr>
          <p:nvPr/>
        </p:nvSpPr>
        <p:spPr>
          <a:xfrm>
            <a:off x="7209922" y="3335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D33FE77D-D9FE-42D7-9029-3EEF68DE6210}"/>
              </a:ext>
            </a:extLst>
          </p:cNvPr>
          <p:cNvSpPr>
            <a:spLocks/>
          </p:cNvSpPr>
          <p:nvPr/>
        </p:nvSpPr>
        <p:spPr>
          <a:xfrm>
            <a:off x="710105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B1385ADB-7C32-4819-B4A1-A69A35667453}"/>
              </a:ext>
            </a:extLst>
          </p:cNvPr>
          <p:cNvSpPr>
            <a:spLocks/>
          </p:cNvSpPr>
          <p:nvPr/>
        </p:nvSpPr>
        <p:spPr>
          <a:xfrm>
            <a:off x="7102351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D8BAE62C-6DFB-49DB-8068-A2912DCB2804}"/>
              </a:ext>
            </a:extLst>
          </p:cNvPr>
          <p:cNvSpPr>
            <a:spLocks/>
          </p:cNvSpPr>
          <p:nvPr/>
        </p:nvSpPr>
        <p:spPr>
          <a:xfrm>
            <a:off x="7185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49C3AA3B-6674-473E-AB1C-8336FAF81E42}"/>
              </a:ext>
            </a:extLst>
          </p:cNvPr>
          <p:cNvSpPr>
            <a:spLocks/>
          </p:cNvSpPr>
          <p:nvPr/>
        </p:nvSpPr>
        <p:spPr>
          <a:xfrm>
            <a:off x="71007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EF3D2DE8-237F-43B7-8583-77A0020F8C95}"/>
              </a:ext>
            </a:extLst>
          </p:cNvPr>
          <p:cNvSpPr>
            <a:spLocks/>
          </p:cNvSpPr>
          <p:nvPr/>
        </p:nvSpPr>
        <p:spPr>
          <a:xfrm>
            <a:off x="71749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8C7F0479-1F4A-4672-8ADA-1FDD70AD46D5}"/>
              </a:ext>
            </a:extLst>
          </p:cNvPr>
          <p:cNvSpPr>
            <a:spLocks/>
          </p:cNvSpPr>
          <p:nvPr/>
        </p:nvSpPr>
        <p:spPr>
          <a:xfrm>
            <a:off x="70958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472352B1-A8D8-4D20-AB42-681303E50E0E}"/>
              </a:ext>
            </a:extLst>
          </p:cNvPr>
          <p:cNvSpPr>
            <a:spLocks/>
          </p:cNvSpPr>
          <p:nvPr/>
        </p:nvSpPr>
        <p:spPr>
          <a:xfrm>
            <a:off x="71684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5B0DCF97-E83F-4CA3-8F05-D57BCDE0EC95}"/>
              </a:ext>
            </a:extLst>
          </p:cNvPr>
          <p:cNvSpPr>
            <a:spLocks/>
          </p:cNvSpPr>
          <p:nvPr/>
        </p:nvSpPr>
        <p:spPr>
          <a:xfrm>
            <a:off x="716312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6A9B3239-194D-4513-8E8E-0256AEB16DC5}"/>
              </a:ext>
            </a:extLst>
          </p:cNvPr>
          <p:cNvSpPr>
            <a:spLocks/>
          </p:cNvSpPr>
          <p:nvPr/>
        </p:nvSpPr>
        <p:spPr>
          <a:xfrm>
            <a:off x="718846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3C6B944D-1192-499F-9FA4-F3B8EF91F0B3}"/>
              </a:ext>
            </a:extLst>
          </p:cNvPr>
          <p:cNvSpPr>
            <a:spLocks/>
          </p:cNvSpPr>
          <p:nvPr/>
        </p:nvSpPr>
        <p:spPr>
          <a:xfrm>
            <a:off x="71511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0239EE7C-AD6B-487E-96DE-FA7D86A5146B}"/>
              </a:ext>
            </a:extLst>
          </p:cNvPr>
          <p:cNvSpPr>
            <a:spLocks/>
          </p:cNvSpPr>
          <p:nvPr/>
        </p:nvSpPr>
        <p:spPr>
          <a:xfrm>
            <a:off x="7111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4BFD4F32-C934-42B4-84AA-7C97130C8A44}"/>
              </a:ext>
            </a:extLst>
          </p:cNvPr>
          <p:cNvSpPr>
            <a:spLocks/>
          </p:cNvSpPr>
          <p:nvPr/>
        </p:nvSpPr>
        <p:spPr>
          <a:xfrm>
            <a:off x="7204089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CFE0B7FE-1304-45A6-A7B5-7D415CCB2CC7}"/>
              </a:ext>
            </a:extLst>
          </p:cNvPr>
          <p:cNvSpPr>
            <a:spLocks/>
          </p:cNvSpPr>
          <p:nvPr/>
        </p:nvSpPr>
        <p:spPr>
          <a:xfrm>
            <a:off x="70984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6F6FABF8-D0C1-401D-9184-8D32BD1373E9}"/>
              </a:ext>
            </a:extLst>
          </p:cNvPr>
          <p:cNvSpPr>
            <a:spLocks/>
          </p:cNvSpPr>
          <p:nvPr/>
        </p:nvSpPr>
        <p:spPr>
          <a:xfrm>
            <a:off x="7188662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84288AC8-A295-4387-836E-E63661C4A054}"/>
              </a:ext>
            </a:extLst>
          </p:cNvPr>
          <p:cNvSpPr>
            <a:spLocks/>
          </p:cNvSpPr>
          <p:nvPr/>
        </p:nvSpPr>
        <p:spPr>
          <a:xfrm>
            <a:off x="709452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7D4D69E6-2677-4287-ADF7-D263A1CD268B}"/>
              </a:ext>
            </a:extLst>
          </p:cNvPr>
          <p:cNvSpPr>
            <a:spLocks/>
          </p:cNvSpPr>
          <p:nvPr/>
        </p:nvSpPr>
        <p:spPr>
          <a:xfrm>
            <a:off x="71623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811BE947-53C4-4DEF-9DB4-FE167B3CFB66}"/>
              </a:ext>
            </a:extLst>
          </p:cNvPr>
          <p:cNvSpPr>
            <a:spLocks/>
          </p:cNvSpPr>
          <p:nvPr/>
        </p:nvSpPr>
        <p:spPr>
          <a:xfrm>
            <a:off x="7097449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C609CB75-542A-4747-A7C1-975712A1CCE5}"/>
              </a:ext>
            </a:extLst>
          </p:cNvPr>
          <p:cNvSpPr>
            <a:spLocks/>
          </p:cNvSpPr>
          <p:nvPr/>
        </p:nvSpPr>
        <p:spPr>
          <a:xfrm>
            <a:off x="7189093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BA3C7745-A75D-42B8-9FF9-C672C9470A73}"/>
              </a:ext>
            </a:extLst>
          </p:cNvPr>
          <p:cNvSpPr>
            <a:spLocks/>
          </p:cNvSpPr>
          <p:nvPr/>
        </p:nvSpPr>
        <p:spPr>
          <a:xfrm>
            <a:off x="7195410" y="33054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97F0A42A-8014-4C1D-B580-F49EFB3570E4}"/>
              </a:ext>
            </a:extLst>
          </p:cNvPr>
          <p:cNvSpPr>
            <a:spLocks/>
          </p:cNvSpPr>
          <p:nvPr/>
        </p:nvSpPr>
        <p:spPr>
          <a:xfrm>
            <a:off x="71702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4E66072B-0862-417E-879B-FA10BBAB3744}"/>
              </a:ext>
            </a:extLst>
          </p:cNvPr>
          <p:cNvSpPr>
            <a:spLocks/>
          </p:cNvSpPr>
          <p:nvPr/>
        </p:nvSpPr>
        <p:spPr>
          <a:xfrm>
            <a:off x="712355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BE0A66D8-26E7-4F27-9582-723E975EC2A1}"/>
              </a:ext>
            </a:extLst>
          </p:cNvPr>
          <p:cNvSpPr>
            <a:spLocks/>
          </p:cNvSpPr>
          <p:nvPr/>
        </p:nvSpPr>
        <p:spPr>
          <a:xfrm>
            <a:off x="72090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FE5F6D82-64A1-49A5-89C5-A5B1EEB0F761}"/>
              </a:ext>
            </a:extLst>
          </p:cNvPr>
          <p:cNvSpPr>
            <a:spLocks/>
          </p:cNvSpPr>
          <p:nvPr/>
        </p:nvSpPr>
        <p:spPr>
          <a:xfrm>
            <a:off x="718521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58559BF8-4A57-4ACC-B850-6372199C2229}"/>
              </a:ext>
            </a:extLst>
          </p:cNvPr>
          <p:cNvSpPr>
            <a:spLocks/>
          </p:cNvSpPr>
          <p:nvPr/>
        </p:nvSpPr>
        <p:spPr>
          <a:xfrm>
            <a:off x="715087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E4D53A5F-56CB-48BF-AD52-BEC19BE8804C}"/>
              </a:ext>
            </a:extLst>
          </p:cNvPr>
          <p:cNvSpPr>
            <a:spLocks/>
          </p:cNvSpPr>
          <p:nvPr/>
        </p:nvSpPr>
        <p:spPr>
          <a:xfrm>
            <a:off x="720903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6516019F-440C-4B38-B993-E382FC2B9BD9}"/>
              </a:ext>
            </a:extLst>
          </p:cNvPr>
          <p:cNvSpPr>
            <a:spLocks/>
          </p:cNvSpPr>
          <p:nvPr/>
        </p:nvSpPr>
        <p:spPr>
          <a:xfrm>
            <a:off x="7159656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6AC3C65D-1C39-4910-825B-F0BBC11162EE}"/>
              </a:ext>
            </a:extLst>
          </p:cNvPr>
          <p:cNvSpPr>
            <a:spLocks/>
          </p:cNvSpPr>
          <p:nvPr/>
        </p:nvSpPr>
        <p:spPr>
          <a:xfrm>
            <a:off x="7138642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9923D40C-2BFE-4125-86C8-DB03575AF144}"/>
              </a:ext>
            </a:extLst>
          </p:cNvPr>
          <p:cNvSpPr>
            <a:spLocks/>
          </p:cNvSpPr>
          <p:nvPr/>
        </p:nvSpPr>
        <p:spPr>
          <a:xfrm>
            <a:off x="716304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F358BC4F-3E30-482C-B127-E972902D00EA}"/>
              </a:ext>
            </a:extLst>
          </p:cNvPr>
          <p:cNvSpPr>
            <a:spLocks/>
          </p:cNvSpPr>
          <p:nvPr/>
        </p:nvSpPr>
        <p:spPr>
          <a:xfrm>
            <a:off x="7106716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FE0D09E8-6BA3-46B8-B450-A6E3D1034147}"/>
              </a:ext>
            </a:extLst>
          </p:cNvPr>
          <p:cNvSpPr>
            <a:spLocks/>
          </p:cNvSpPr>
          <p:nvPr/>
        </p:nvSpPr>
        <p:spPr>
          <a:xfrm>
            <a:off x="71223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1C3BBD0D-1041-4D9D-AD54-68A3E959A306}"/>
              </a:ext>
            </a:extLst>
          </p:cNvPr>
          <p:cNvSpPr>
            <a:spLocks/>
          </p:cNvSpPr>
          <p:nvPr/>
        </p:nvSpPr>
        <p:spPr>
          <a:xfrm>
            <a:off x="7209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A8895C5F-530C-48E3-ADFE-1A5FF4216AA5}"/>
              </a:ext>
            </a:extLst>
          </p:cNvPr>
          <p:cNvSpPr>
            <a:spLocks/>
          </p:cNvSpPr>
          <p:nvPr/>
        </p:nvSpPr>
        <p:spPr>
          <a:xfrm>
            <a:off x="712089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1263D48C-71DC-48B4-A7DD-8C9F43D668B1}"/>
              </a:ext>
            </a:extLst>
          </p:cNvPr>
          <p:cNvSpPr>
            <a:spLocks/>
          </p:cNvSpPr>
          <p:nvPr/>
        </p:nvSpPr>
        <p:spPr>
          <a:xfrm>
            <a:off x="7154419" y="284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4CBC183E-9FBE-480D-BC1D-CCA6541FD170}"/>
              </a:ext>
            </a:extLst>
          </p:cNvPr>
          <p:cNvSpPr>
            <a:spLocks/>
          </p:cNvSpPr>
          <p:nvPr/>
        </p:nvSpPr>
        <p:spPr>
          <a:xfrm>
            <a:off x="7181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95395F8A-8341-4EA3-8E5E-E5A3F603629A}"/>
              </a:ext>
            </a:extLst>
          </p:cNvPr>
          <p:cNvSpPr>
            <a:spLocks/>
          </p:cNvSpPr>
          <p:nvPr/>
        </p:nvSpPr>
        <p:spPr>
          <a:xfrm>
            <a:off x="714032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D8E29D43-769B-439A-96B2-C147C66B233A}"/>
              </a:ext>
            </a:extLst>
          </p:cNvPr>
          <p:cNvSpPr>
            <a:spLocks/>
          </p:cNvSpPr>
          <p:nvPr/>
        </p:nvSpPr>
        <p:spPr>
          <a:xfrm>
            <a:off x="7157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33611A7A-C1FB-47E5-A4F8-A86E6A7BA6F8}"/>
              </a:ext>
            </a:extLst>
          </p:cNvPr>
          <p:cNvSpPr>
            <a:spLocks/>
          </p:cNvSpPr>
          <p:nvPr/>
        </p:nvSpPr>
        <p:spPr>
          <a:xfrm>
            <a:off x="7168014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61AEFE9F-1966-4DB3-971F-3A77D70C3FEE}"/>
              </a:ext>
            </a:extLst>
          </p:cNvPr>
          <p:cNvSpPr>
            <a:spLocks/>
          </p:cNvSpPr>
          <p:nvPr/>
        </p:nvSpPr>
        <p:spPr>
          <a:xfrm>
            <a:off x="718121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3473E9C9-743E-448D-B2A8-E75A5DFB4405}"/>
              </a:ext>
            </a:extLst>
          </p:cNvPr>
          <p:cNvSpPr>
            <a:spLocks/>
          </p:cNvSpPr>
          <p:nvPr/>
        </p:nvSpPr>
        <p:spPr>
          <a:xfrm>
            <a:off x="720446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DC0BD046-9123-4EA0-964F-ED37C67FB4A3}"/>
              </a:ext>
            </a:extLst>
          </p:cNvPr>
          <p:cNvSpPr>
            <a:spLocks/>
          </p:cNvSpPr>
          <p:nvPr/>
        </p:nvSpPr>
        <p:spPr>
          <a:xfrm>
            <a:off x="71792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EDCCA27D-8464-4A8E-BF1E-2D851E4E0B62}"/>
              </a:ext>
            </a:extLst>
          </p:cNvPr>
          <p:cNvSpPr>
            <a:spLocks/>
          </p:cNvSpPr>
          <p:nvPr/>
        </p:nvSpPr>
        <p:spPr>
          <a:xfrm>
            <a:off x="71378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0CD617DA-6B21-4210-86D5-66B1EE79E9A1}"/>
              </a:ext>
            </a:extLst>
          </p:cNvPr>
          <p:cNvSpPr>
            <a:spLocks/>
          </p:cNvSpPr>
          <p:nvPr/>
        </p:nvSpPr>
        <p:spPr>
          <a:xfrm>
            <a:off x="7150445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33E437E0-D1BF-4612-ABE1-74349AA79564}"/>
              </a:ext>
            </a:extLst>
          </p:cNvPr>
          <p:cNvSpPr>
            <a:spLocks/>
          </p:cNvSpPr>
          <p:nvPr/>
        </p:nvSpPr>
        <p:spPr>
          <a:xfrm>
            <a:off x="7195779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9400D26C-4115-4B7B-8F4E-E66C84C4D08B}"/>
              </a:ext>
            </a:extLst>
          </p:cNvPr>
          <p:cNvSpPr>
            <a:spLocks/>
          </p:cNvSpPr>
          <p:nvPr/>
        </p:nvSpPr>
        <p:spPr>
          <a:xfrm>
            <a:off x="7107567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4A059641-CA06-4906-9FB4-0DAD21771086}"/>
              </a:ext>
            </a:extLst>
          </p:cNvPr>
          <p:cNvSpPr>
            <a:spLocks/>
          </p:cNvSpPr>
          <p:nvPr/>
        </p:nvSpPr>
        <p:spPr>
          <a:xfrm>
            <a:off x="72050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130ADD92-1204-485B-A285-01DE740424C0}"/>
              </a:ext>
            </a:extLst>
          </p:cNvPr>
          <p:cNvSpPr>
            <a:spLocks/>
          </p:cNvSpPr>
          <p:nvPr/>
        </p:nvSpPr>
        <p:spPr>
          <a:xfrm>
            <a:off x="71427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C7FB319C-58B7-4DBB-9E92-D4532061DECC}"/>
              </a:ext>
            </a:extLst>
          </p:cNvPr>
          <p:cNvSpPr>
            <a:spLocks/>
          </p:cNvSpPr>
          <p:nvPr/>
        </p:nvSpPr>
        <p:spPr>
          <a:xfrm>
            <a:off x="720169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1085A9F4-E514-43F7-AF33-050BB9FCA061}"/>
              </a:ext>
            </a:extLst>
          </p:cNvPr>
          <p:cNvSpPr>
            <a:spLocks/>
          </p:cNvSpPr>
          <p:nvPr/>
        </p:nvSpPr>
        <p:spPr>
          <a:xfrm>
            <a:off x="7121916" y="3086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15EF6739-0247-4397-B32D-E4A9369B5C7C}"/>
              </a:ext>
            </a:extLst>
          </p:cNvPr>
          <p:cNvSpPr>
            <a:spLocks/>
          </p:cNvSpPr>
          <p:nvPr/>
        </p:nvSpPr>
        <p:spPr>
          <a:xfrm>
            <a:off x="7161844" y="3139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3A1D629B-5D93-468F-B89B-1C5A541FE045}"/>
              </a:ext>
            </a:extLst>
          </p:cNvPr>
          <p:cNvSpPr>
            <a:spLocks/>
          </p:cNvSpPr>
          <p:nvPr/>
        </p:nvSpPr>
        <p:spPr>
          <a:xfrm>
            <a:off x="715053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5FBB676A-0ACA-4D4D-8C95-8E588A6C130D}"/>
              </a:ext>
            </a:extLst>
          </p:cNvPr>
          <p:cNvSpPr>
            <a:spLocks/>
          </p:cNvSpPr>
          <p:nvPr/>
        </p:nvSpPr>
        <p:spPr>
          <a:xfrm>
            <a:off x="7133490" y="22236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27741554-D001-4228-B0F2-9470DD397C74}"/>
              </a:ext>
            </a:extLst>
          </p:cNvPr>
          <p:cNvSpPr>
            <a:spLocks/>
          </p:cNvSpPr>
          <p:nvPr/>
        </p:nvSpPr>
        <p:spPr>
          <a:xfrm>
            <a:off x="712599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0413F444-CEF0-43C7-804C-4D3F1612D0D9}"/>
              </a:ext>
            </a:extLst>
          </p:cNvPr>
          <p:cNvSpPr>
            <a:spLocks/>
          </p:cNvSpPr>
          <p:nvPr/>
        </p:nvSpPr>
        <p:spPr>
          <a:xfrm>
            <a:off x="715130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E2D813AD-4EC5-4ECE-83B5-FB99B246E8E7}"/>
              </a:ext>
            </a:extLst>
          </p:cNvPr>
          <p:cNvSpPr>
            <a:spLocks/>
          </p:cNvSpPr>
          <p:nvPr/>
        </p:nvSpPr>
        <p:spPr>
          <a:xfrm>
            <a:off x="7092971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76383333-E445-46F5-A8DE-86BD9FF5B33B}"/>
              </a:ext>
            </a:extLst>
          </p:cNvPr>
          <p:cNvSpPr>
            <a:spLocks/>
          </p:cNvSpPr>
          <p:nvPr/>
        </p:nvSpPr>
        <p:spPr>
          <a:xfrm>
            <a:off x="7174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8E0E006E-1489-4262-8D75-ACA59A56F95D}"/>
              </a:ext>
            </a:extLst>
          </p:cNvPr>
          <p:cNvSpPr>
            <a:spLocks/>
          </p:cNvSpPr>
          <p:nvPr/>
        </p:nvSpPr>
        <p:spPr>
          <a:xfrm>
            <a:off x="71804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765D2F42-3389-4B40-917B-0BD896A07F94}"/>
              </a:ext>
            </a:extLst>
          </p:cNvPr>
          <p:cNvSpPr>
            <a:spLocks/>
          </p:cNvSpPr>
          <p:nvPr/>
        </p:nvSpPr>
        <p:spPr>
          <a:xfrm>
            <a:off x="7168652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3721B800-9EE3-4EB0-ACA5-E1E79C3975D9}"/>
              </a:ext>
            </a:extLst>
          </p:cNvPr>
          <p:cNvSpPr>
            <a:spLocks/>
          </p:cNvSpPr>
          <p:nvPr/>
        </p:nvSpPr>
        <p:spPr>
          <a:xfrm>
            <a:off x="7209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8D9328FB-BBD9-48A5-834C-BCDE7C8F209E}"/>
              </a:ext>
            </a:extLst>
          </p:cNvPr>
          <p:cNvSpPr>
            <a:spLocks/>
          </p:cNvSpPr>
          <p:nvPr/>
        </p:nvSpPr>
        <p:spPr>
          <a:xfrm>
            <a:off x="7130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3E45134E-8313-47AB-9E77-7CB76F1186A3}"/>
              </a:ext>
            </a:extLst>
          </p:cNvPr>
          <p:cNvSpPr>
            <a:spLocks/>
          </p:cNvSpPr>
          <p:nvPr/>
        </p:nvSpPr>
        <p:spPr>
          <a:xfrm>
            <a:off x="7159412" y="3003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45C53442-BB00-4077-A6CD-AD716FDF3B78}"/>
              </a:ext>
            </a:extLst>
          </p:cNvPr>
          <p:cNvSpPr>
            <a:spLocks/>
          </p:cNvSpPr>
          <p:nvPr/>
        </p:nvSpPr>
        <p:spPr>
          <a:xfrm>
            <a:off x="714961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49A7766B-E4F0-4EF2-B5FB-A43E49C69C6C}"/>
              </a:ext>
            </a:extLst>
          </p:cNvPr>
          <p:cNvSpPr>
            <a:spLocks/>
          </p:cNvSpPr>
          <p:nvPr/>
        </p:nvSpPr>
        <p:spPr>
          <a:xfrm>
            <a:off x="71294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CF682E2C-6CBA-4CDA-8615-6ADDB7D42AF6}"/>
              </a:ext>
            </a:extLst>
          </p:cNvPr>
          <p:cNvSpPr>
            <a:spLocks/>
          </p:cNvSpPr>
          <p:nvPr/>
        </p:nvSpPr>
        <p:spPr>
          <a:xfrm>
            <a:off x="7168493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C9EEE4B8-70B6-4018-A548-2C7C0734FD8F}"/>
              </a:ext>
            </a:extLst>
          </p:cNvPr>
          <p:cNvSpPr>
            <a:spLocks/>
          </p:cNvSpPr>
          <p:nvPr/>
        </p:nvSpPr>
        <p:spPr>
          <a:xfrm>
            <a:off x="7093947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C27C0323-2AA6-45D5-B878-C003024C95C5}"/>
              </a:ext>
            </a:extLst>
          </p:cNvPr>
          <p:cNvSpPr>
            <a:spLocks/>
          </p:cNvSpPr>
          <p:nvPr/>
        </p:nvSpPr>
        <p:spPr>
          <a:xfrm>
            <a:off x="71115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CA58356B-DFF5-4971-A376-74E3094406E8}"/>
              </a:ext>
            </a:extLst>
          </p:cNvPr>
          <p:cNvSpPr>
            <a:spLocks/>
          </p:cNvSpPr>
          <p:nvPr/>
        </p:nvSpPr>
        <p:spPr>
          <a:xfrm>
            <a:off x="70922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05635A2C-C390-4B5B-9AD3-6B51A8D250E6}"/>
              </a:ext>
            </a:extLst>
          </p:cNvPr>
          <p:cNvSpPr>
            <a:spLocks/>
          </p:cNvSpPr>
          <p:nvPr/>
        </p:nvSpPr>
        <p:spPr>
          <a:xfrm>
            <a:off x="7111641" y="2636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EB8514F0-7C8F-4355-8EF8-73239EA25CCB}"/>
              </a:ext>
            </a:extLst>
          </p:cNvPr>
          <p:cNvSpPr>
            <a:spLocks/>
          </p:cNvSpPr>
          <p:nvPr/>
        </p:nvSpPr>
        <p:spPr>
          <a:xfrm>
            <a:off x="71592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95D75887-3968-4CFB-9D1F-067F660E967F}"/>
              </a:ext>
            </a:extLst>
          </p:cNvPr>
          <p:cNvSpPr>
            <a:spLocks/>
          </p:cNvSpPr>
          <p:nvPr/>
        </p:nvSpPr>
        <p:spPr>
          <a:xfrm>
            <a:off x="720042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3663C6B0-6D3A-4766-98C4-8675BD2E4BBE}"/>
              </a:ext>
            </a:extLst>
          </p:cNvPr>
          <p:cNvSpPr>
            <a:spLocks/>
          </p:cNvSpPr>
          <p:nvPr/>
        </p:nvSpPr>
        <p:spPr>
          <a:xfrm>
            <a:off x="70943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EE1FD81C-14AC-46AF-A30E-F5AFA17AC17B}"/>
              </a:ext>
            </a:extLst>
          </p:cNvPr>
          <p:cNvSpPr>
            <a:spLocks/>
          </p:cNvSpPr>
          <p:nvPr/>
        </p:nvSpPr>
        <p:spPr>
          <a:xfrm>
            <a:off x="71655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C0EA6FE2-7C79-4C40-B979-65B0913F862B}"/>
              </a:ext>
            </a:extLst>
          </p:cNvPr>
          <p:cNvSpPr>
            <a:spLocks/>
          </p:cNvSpPr>
          <p:nvPr/>
        </p:nvSpPr>
        <p:spPr>
          <a:xfrm>
            <a:off x="71106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A119FC07-41E2-4166-83F8-48126BA49060}"/>
              </a:ext>
            </a:extLst>
          </p:cNvPr>
          <p:cNvSpPr>
            <a:spLocks/>
          </p:cNvSpPr>
          <p:nvPr/>
        </p:nvSpPr>
        <p:spPr>
          <a:xfrm>
            <a:off x="7208480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1755">
            <a:extLst>
              <a:ext uri="{FF2B5EF4-FFF2-40B4-BE49-F238E27FC236}">
                <a16:creationId xmlns:a16="http://schemas.microsoft.com/office/drawing/2014/main" id="{79EBEC3A-A84D-4A2E-818C-DD787C9ACAFF}"/>
              </a:ext>
            </a:extLst>
          </p:cNvPr>
          <p:cNvSpPr>
            <a:spLocks/>
          </p:cNvSpPr>
          <p:nvPr/>
        </p:nvSpPr>
        <p:spPr>
          <a:xfrm>
            <a:off x="7136498" y="29792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21BA796E-F576-4203-9E67-0469DFEBD666}"/>
              </a:ext>
            </a:extLst>
          </p:cNvPr>
          <p:cNvSpPr>
            <a:spLocks/>
          </p:cNvSpPr>
          <p:nvPr/>
        </p:nvSpPr>
        <p:spPr>
          <a:xfrm>
            <a:off x="7127274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E0099E42-4404-44B4-8C4D-E5A537DDFB76}"/>
              </a:ext>
            </a:extLst>
          </p:cNvPr>
          <p:cNvSpPr>
            <a:spLocks/>
          </p:cNvSpPr>
          <p:nvPr/>
        </p:nvSpPr>
        <p:spPr>
          <a:xfrm>
            <a:off x="70993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E6094BC3-EB30-4418-BA45-BF2497003D8D}"/>
              </a:ext>
            </a:extLst>
          </p:cNvPr>
          <p:cNvSpPr>
            <a:spLocks/>
          </p:cNvSpPr>
          <p:nvPr/>
        </p:nvSpPr>
        <p:spPr>
          <a:xfrm>
            <a:off x="7202833" y="2496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1759">
            <a:extLst>
              <a:ext uri="{FF2B5EF4-FFF2-40B4-BE49-F238E27FC236}">
                <a16:creationId xmlns:a16="http://schemas.microsoft.com/office/drawing/2014/main" id="{356152AF-1EDA-41B5-9F11-EE40D98B2352}"/>
              </a:ext>
            </a:extLst>
          </p:cNvPr>
          <p:cNvSpPr>
            <a:spLocks/>
          </p:cNvSpPr>
          <p:nvPr/>
        </p:nvSpPr>
        <p:spPr>
          <a:xfrm>
            <a:off x="7151423" y="272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1760">
            <a:extLst>
              <a:ext uri="{FF2B5EF4-FFF2-40B4-BE49-F238E27FC236}">
                <a16:creationId xmlns:a16="http://schemas.microsoft.com/office/drawing/2014/main" id="{FBE63DF2-B834-4FB4-ACA1-4CC2D1EFD083}"/>
              </a:ext>
            </a:extLst>
          </p:cNvPr>
          <p:cNvSpPr>
            <a:spLocks/>
          </p:cNvSpPr>
          <p:nvPr/>
        </p:nvSpPr>
        <p:spPr>
          <a:xfrm>
            <a:off x="7126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1761">
            <a:extLst>
              <a:ext uri="{FF2B5EF4-FFF2-40B4-BE49-F238E27FC236}">
                <a16:creationId xmlns:a16="http://schemas.microsoft.com/office/drawing/2014/main" id="{04D6DA49-99B1-4A81-A900-6EDB252C12C5}"/>
              </a:ext>
            </a:extLst>
          </p:cNvPr>
          <p:cNvSpPr>
            <a:spLocks/>
          </p:cNvSpPr>
          <p:nvPr/>
        </p:nvSpPr>
        <p:spPr>
          <a:xfrm>
            <a:off x="7176042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971755D5-1800-4EB6-989C-9E405B1C2B32}"/>
              </a:ext>
            </a:extLst>
          </p:cNvPr>
          <p:cNvSpPr>
            <a:spLocks/>
          </p:cNvSpPr>
          <p:nvPr/>
        </p:nvSpPr>
        <p:spPr>
          <a:xfrm>
            <a:off x="710905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A15392E9-2EC2-4EF4-9070-DC5AF0B64FF8}"/>
              </a:ext>
            </a:extLst>
          </p:cNvPr>
          <p:cNvSpPr>
            <a:spLocks/>
          </p:cNvSpPr>
          <p:nvPr/>
        </p:nvSpPr>
        <p:spPr>
          <a:xfrm>
            <a:off x="71616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1764">
            <a:extLst>
              <a:ext uri="{FF2B5EF4-FFF2-40B4-BE49-F238E27FC236}">
                <a16:creationId xmlns:a16="http://schemas.microsoft.com/office/drawing/2014/main" id="{42D661FA-A685-444B-B5FD-9D698BE97D50}"/>
              </a:ext>
            </a:extLst>
          </p:cNvPr>
          <p:cNvSpPr>
            <a:spLocks/>
          </p:cNvSpPr>
          <p:nvPr/>
        </p:nvSpPr>
        <p:spPr>
          <a:xfrm>
            <a:off x="71592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EFC959B5-2ED3-4DFE-99EE-05ABC71EB816}"/>
              </a:ext>
            </a:extLst>
          </p:cNvPr>
          <p:cNvSpPr>
            <a:spLocks/>
          </p:cNvSpPr>
          <p:nvPr/>
        </p:nvSpPr>
        <p:spPr>
          <a:xfrm>
            <a:off x="715481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2C1E2FFE-FE81-44CF-B3AC-6E5D18E4F90A}"/>
              </a:ext>
            </a:extLst>
          </p:cNvPr>
          <p:cNvSpPr>
            <a:spLocks/>
          </p:cNvSpPr>
          <p:nvPr/>
        </p:nvSpPr>
        <p:spPr>
          <a:xfrm>
            <a:off x="714634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1767">
            <a:extLst>
              <a:ext uri="{FF2B5EF4-FFF2-40B4-BE49-F238E27FC236}">
                <a16:creationId xmlns:a16="http://schemas.microsoft.com/office/drawing/2014/main" id="{9300E93C-2D55-4A06-B41C-10F9F104B14A}"/>
              </a:ext>
            </a:extLst>
          </p:cNvPr>
          <p:cNvSpPr>
            <a:spLocks/>
          </p:cNvSpPr>
          <p:nvPr/>
        </p:nvSpPr>
        <p:spPr>
          <a:xfrm>
            <a:off x="7157335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90693974-73E4-4FAF-9FFD-A0DEF5A35B2E}"/>
              </a:ext>
            </a:extLst>
          </p:cNvPr>
          <p:cNvSpPr>
            <a:spLocks/>
          </p:cNvSpPr>
          <p:nvPr/>
        </p:nvSpPr>
        <p:spPr>
          <a:xfrm>
            <a:off x="717794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58758D38-98F2-45DA-A6BE-4B712AA103C3}"/>
              </a:ext>
            </a:extLst>
          </p:cNvPr>
          <p:cNvSpPr>
            <a:spLocks/>
          </p:cNvSpPr>
          <p:nvPr/>
        </p:nvSpPr>
        <p:spPr>
          <a:xfrm>
            <a:off x="7166344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1770">
            <a:extLst>
              <a:ext uri="{FF2B5EF4-FFF2-40B4-BE49-F238E27FC236}">
                <a16:creationId xmlns:a16="http://schemas.microsoft.com/office/drawing/2014/main" id="{BBF49402-29F7-43D5-9CB3-73DB164BD437}"/>
              </a:ext>
            </a:extLst>
          </p:cNvPr>
          <p:cNvSpPr>
            <a:spLocks/>
          </p:cNvSpPr>
          <p:nvPr/>
        </p:nvSpPr>
        <p:spPr>
          <a:xfrm>
            <a:off x="7133204" y="3300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1771">
            <a:extLst>
              <a:ext uri="{FF2B5EF4-FFF2-40B4-BE49-F238E27FC236}">
                <a16:creationId xmlns:a16="http://schemas.microsoft.com/office/drawing/2014/main" id="{708DA67D-2291-4548-BE40-94B28566C193}"/>
              </a:ext>
            </a:extLst>
          </p:cNvPr>
          <p:cNvSpPr>
            <a:spLocks/>
          </p:cNvSpPr>
          <p:nvPr/>
        </p:nvSpPr>
        <p:spPr>
          <a:xfrm>
            <a:off x="7208204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BA1A15A3-6C2F-49DB-A42A-2F13173F9EE5}"/>
              </a:ext>
            </a:extLst>
          </p:cNvPr>
          <p:cNvSpPr>
            <a:spLocks/>
          </p:cNvSpPr>
          <p:nvPr/>
        </p:nvSpPr>
        <p:spPr>
          <a:xfrm>
            <a:off x="717717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643AF4CD-1766-403E-94F7-61251C33BF38}"/>
              </a:ext>
            </a:extLst>
          </p:cNvPr>
          <p:cNvSpPr>
            <a:spLocks/>
          </p:cNvSpPr>
          <p:nvPr/>
        </p:nvSpPr>
        <p:spPr>
          <a:xfrm>
            <a:off x="71124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B343514A-2BA2-4CB1-9F7C-403E50809FDA}"/>
              </a:ext>
            </a:extLst>
          </p:cNvPr>
          <p:cNvSpPr>
            <a:spLocks/>
          </p:cNvSpPr>
          <p:nvPr/>
        </p:nvSpPr>
        <p:spPr>
          <a:xfrm>
            <a:off x="7105131" y="3185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088D9D0C-7A1C-447F-83B3-76A9E966458A}"/>
              </a:ext>
            </a:extLst>
          </p:cNvPr>
          <p:cNvSpPr>
            <a:spLocks/>
          </p:cNvSpPr>
          <p:nvPr/>
        </p:nvSpPr>
        <p:spPr>
          <a:xfrm>
            <a:off x="717913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CCC1BDE4-CB78-4D6F-8C19-A8BE0FF65A8D}"/>
              </a:ext>
            </a:extLst>
          </p:cNvPr>
          <p:cNvSpPr>
            <a:spLocks/>
          </p:cNvSpPr>
          <p:nvPr/>
        </p:nvSpPr>
        <p:spPr>
          <a:xfrm>
            <a:off x="7205062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7F4D6ADC-9E8F-4CBA-AB32-B86FD1342533}"/>
              </a:ext>
            </a:extLst>
          </p:cNvPr>
          <p:cNvSpPr>
            <a:spLocks/>
          </p:cNvSpPr>
          <p:nvPr/>
        </p:nvSpPr>
        <p:spPr>
          <a:xfrm>
            <a:off x="71952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FF085243-5CE4-4C3E-A473-8EDCC9DEDE54}"/>
              </a:ext>
            </a:extLst>
          </p:cNvPr>
          <p:cNvSpPr>
            <a:spLocks/>
          </p:cNvSpPr>
          <p:nvPr/>
        </p:nvSpPr>
        <p:spPr>
          <a:xfrm>
            <a:off x="7185591" y="29309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4BF93F70-F389-4EC5-8CE3-24541564B2AE}"/>
              </a:ext>
            </a:extLst>
          </p:cNvPr>
          <p:cNvSpPr>
            <a:spLocks/>
          </p:cNvSpPr>
          <p:nvPr/>
        </p:nvSpPr>
        <p:spPr>
          <a:xfrm>
            <a:off x="7173097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111E8510-3730-4504-835D-ECF038CD1956}"/>
              </a:ext>
            </a:extLst>
          </p:cNvPr>
          <p:cNvSpPr>
            <a:spLocks/>
          </p:cNvSpPr>
          <p:nvPr/>
        </p:nvSpPr>
        <p:spPr>
          <a:xfrm>
            <a:off x="71651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4163867A-05F5-4635-B2B0-CD28821D15F8}"/>
              </a:ext>
            </a:extLst>
          </p:cNvPr>
          <p:cNvSpPr>
            <a:spLocks/>
          </p:cNvSpPr>
          <p:nvPr/>
        </p:nvSpPr>
        <p:spPr>
          <a:xfrm>
            <a:off x="7175870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084B7651-0EB4-48FA-89B6-D38518DCC6EC}"/>
              </a:ext>
            </a:extLst>
          </p:cNvPr>
          <p:cNvSpPr>
            <a:spLocks/>
          </p:cNvSpPr>
          <p:nvPr/>
        </p:nvSpPr>
        <p:spPr>
          <a:xfrm>
            <a:off x="7139447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D1308A11-B726-46EA-88B4-B0540539DBFC}"/>
              </a:ext>
            </a:extLst>
          </p:cNvPr>
          <p:cNvSpPr>
            <a:spLocks/>
          </p:cNvSpPr>
          <p:nvPr/>
        </p:nvSpPr>
        <p:spPr>
          <a:xfrm>
            <a:off x="7134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DB9F3E6C-EA8F-49BF-9945-162F0DBF2400}"/>
              </a:ext>
            </a:extLst>
          </p:cNvPr>
          <p:cNvSpPr>
            <a:spLocks/>
          </p:cNvSpPr>
          <p:nvPr/>
        </p:nvSpPr>
        <p:spPr>
          <a:xfrm>
            <a:off x="7147040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18307695-FFAF-4DD1-8F77-05636941AA57}"/>
              </a:ext>
            </a:extLst>
          </p:cNvPr>
          <p:cNvSpPr>
            <a:spLocks/>
          </p:cNvSpPr>
          <p:nvPr/>
        </p:nvSpPr>
        <p:spPr>
          <a:xfrm>
            <a:off x="7116364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5EFBECBD-B912-4FB8-BDDA-021922553914}"/>
              </a:ext>
            </a:extLst>
          </p:cNvPr>
          <p:cNvSpPr>
            <a:spLocks/>
          </p:cNvSpPr>
          <p:nvPr/>
        </p:nvSpPr>
        <p:spPr>
          <a:xfrm>
            <a:off x="71160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F0A973C3-FB32-4509-BA30-D017E0AB89E3}"/>
              </a:ext>
            </a:extLst>
          </p:cNvPr>
          <p:cNvSpPr>
            <a:spLocks/>
          </p:cNvSpPr>
          <p:nvPr/>
        </p:nvSpPr>
        <p:spPr>
          <a:xfrm>
            <a:off x="7151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2439A3BB-171E-440F-B2ED-592430E44500}"/>
              </a:ext>
            </a:extLst>
          </p:cNvPr>
          <p:cNvSpPr>
            <a:spLocks/>
          </p:cNvSpPr>
          <p:nvPr/>
        </p:nvSpPr>
        <p:spPr>
          <a:xfrm>
            <a:off x="7167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9E4BA188-C7CC-4267-B48D-F49C1D53C780}"/>
              </a:ext>
            </a:extLst>
          </p:cNvPr>
          <p:cNvSpPr>
            <a:spLocks/>
          </p:cNvSpPr>
          <p:nvPr/>
        </p:nvSpPr>
        <p:spPr>
          <a:xfrm>
            <a:off x="71598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4B8EAC11-A533-4107-8E71-2749A0F27E0A}"/>
              </a:ext>
            </a:extLst>
          </p:cNvPr>
          <p:cNvSpPr>
            <a:spLocks/>
          </p:cNvSpPr>
          <p:nvPr/>
        </p:nvSpPr>
        <p:spPr>
          <a:xfrm>
            <a:off x="718341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E485FA09-AD9D-4B00-899A-8719C3835F6C}"/>
              </a:ext>
            </a:extLst>
          </p:cNvPr>
          <p:cNvSpPr>
            <a:spLocks/>
          </p:cNvSpPr>
          <p:nvPr/>
        </p:nvSpPr>
        <p:spPr>
          <a:xfrm>
            <a:off x="71117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64210FFE-B9B1-4601-B72E-6F4F99E91DA4}"/>
              </a:ext>
            </a:extLst>
          </p:cNvPr>
          <p:cNvSpPr>
            <a:spLocks/>
          </p:cNvSpPr>
          <p:nvPr/>
        </p:nvSpPr>
        <p:spPr>
          <a:xfrm>
            <a:off x="711627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3833DE25-054E-4A14-A9C0-65A734B04BD5}"/>
              </a:ext>
            </a:extLst>
          </p:cNvPr>
          <p:cNvSpPr>
            <a:spLocks/>
          </p:cNvSpPr>
          <p:nvPr/>
        </p:nvSpPr>
        <p:spPr>
          <a:xfrm>
            <a:off x="7092309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4EBFD36D-7E5E-4E6E-9044-AAC95F71AE8A}"/>
              </a:ext>
            </a:extLst>
          </p:cNvPr>
          <p:cNvSpPr>
            <a:spLocks/>
          </p:cNvSpPr>
          <p:nvPr/>
        </p:nvSpPr>
        <p:spPr>
          <a:xfrm>
            <a:off x="7161822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8D5879ED-AC00-4745-A5D6-A8EC87654409}"/>
              </a:ext>
            </a:extLst>
          </p:cNvPr>
          <p:cNvSpPr>
            <a:spLocks/>
          </p:cNvSpPr>
          <p:nvPr/>
        </p:nvSpPr>
        <p:spPr>
          <a:xfrm>
            <a:off x="710600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85FDFDFB-FDE7-4F85-9027-4F030BCAAB18}"/>
              </a:ext>
            </a:extLst>
          </p:cNvPr>
          <p:cNvSpPr>
            <a:spLocks/>
          </p:cNvSpPr>
          <p:nvPr/>
        </p:nvSpPr>
        <p:spPr>
          <a:xfrm>
            <a:off x="719251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EA2BCB1F-DB2D-476B-AECE-D50B65655DF8}"/>
              </a:ext>
            </a:extLst>
          </p:cNvPr>
          <p:cNvSpPr>
            <a:spLocks/>
          </p:cNvSpPr>
          <p:nvPr/>
        </p:nvSpPr>
        <p:spPr>
          <a:xfrm>
            <a:off x="713026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86AA0F87-38FA-47C1-B9A8-7666F5C56403}"/>
              </a:ext>
            </a:extLst>
          </p:cNvPr>
          <p:cNvSpPr>
            <a:spLocks/>
          </p:cNvSpPr>
          <p:nvPr/>
        </p:nvSpPr>
        <p:spPr>
          <a:xfrm>
            <a:off x="71424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8631EB48-A0EA-44C6-9254-962ABDAC28E5}"/>
              </a:ext>
            </a:extLst>
          </p:cNvPr>
          <p:cNvSpPr>
            <a:spLocks/>
          </p:cNvSpPr>
          <p:nvPr/>
        </p:nvSpPr>
        <p:spPr>
          <a:xfrm>
            <a:off x="710571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B893E6D5-55A3-4468-B82E-7E4011C2BC8B}"/>
              </a:ext>
            </a:extLst>
          </p:cNvPr>
          <p:cNvSpPr>
            <a:spLocks/>
          </p:cNvSpPr>
          <p:nvPr/>
        </p:nvSpPr>
        <p:spPr>
          <a:xfrm>
            <a:off x="713650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D0C24CDF-EE4C-4377-964B-26C97AFEE1D5}"/>
              </a:ext>
            </a:extLst>
          </p:cNvPr>
          <p:cNvSpPr>
            <a:spLocks/>
          </p:cNvSpPr>
          <p:nvPr/>
        </p:nvSpPr>
        <p:spPr>
          <a:xfrm>
            <a:off x="718713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5C55BDA7-9390-4D5C-9712-1BC9B882B8A2}"/>
              </a:ext>
            </a:extLst>
          </p:cNvPr>
          <p:cNvSpPr>
            <a:spLocks/>
          </p:cNvSpPr>
          <p:nvPr/>
        </p:nvSpPr>
        <p:spPr>
          <a:xfrm>
            <a:off x="71757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2F1BA30-C45C-4F14-838E-5B379DE6C73F}"/>
              </a:ext>
            </a:extLst>
          </p:cNvPr>
          <p:cNvSpPr>
            <a:spLocks/>
          </p:cNvSpPr>
          <p:nvPr/>
        </p:nvSpPr>
        <p:spPr>
          <a:xfrm>
            <a:off x="7114465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1EF6DDDA-A4B2-4A63-AD0F-673741C86B00}"/>
              </a:ext>
            </a:extLst>
          </p:cNvPr>
          <p:cNvSpPr>
            <a:spLocks/>
          </p:cNvSpPr>
          <p:nvPr/>
        </p:nvSpPr>
        <p:spPr>
          <a:xfrm>
            <a:off x="73570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DEFDBB18-48AB-4151-AA06-9335E03430B2}"/>
              </a:ext>
            </a:extLst>
          </p:cNvPr>
          <p:cNvSpPr>
            <a:spLocks/>
          </p:cNvSpPr>
          <p:nvPr/>
        </p:nvSpPr>
        <p:spPr>
          <a:xfrm>
            <a:off x="7422922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4325A6D8-0D0A-4B93-8BFB-F55C27A32A7A}"/>
              </a:ext>
            </a:extLst>
          </p:cNvPr>
          <p:cNvSpPr>
            <a:spLocks/>
          </p:cNvSpPr>
          <p:nvPr/>
        </p:nvSpPr>
        <p:spPr>
          <a:xfrm>
            <a:off x="7413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6AEAAD80-BB05-4397-B472-DA80B09F7B78}"/>
              </a:ext>
            </a:extLst>
          </p:cNvPr>
          <p:cNvSpPr>
            <a:spLocks/>
          </p:cNvSpPr>
          <p:nvPr/>
        </p:nvSpPr>
        <p:spPr>
          <a:xfrm>
            <a:off x="7415217" y="32846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360C6728-E8B7-413E-B1D1-8B492B1C8610}"/>
              </a:ext>
            </a:extLst>
          </p:cNvPr>
          <p:cNvSpPr>
            <a:spLocks/>
          </p:cNvSpPr>
          <p:nvPr/>
        </p:nvSpPr>
        <p:spPr>
          <a:xfrm>
            <a:off x="7392625" y="20721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47F4AB90-B8F8-4DCB-A25D-90D69EB0E3C8}"/>
              </a:ext>
            </a:extLst>
          </p:cNvPr>
          <p:cNvSpPr>
            <a:spLocks/>
          </p:cNvSpPr>
          <p:nvPr/>
        </p:nvSpPr>
        <p:spPr>
          <a:xfrm>
            <a:off x="74261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894A01C4-E12D-41F3-88B3-0137D9752566}"/>
              </a:ext>
            </a:extLst>
          </p:cNvPr>
          <p:cNvSpPr>
            <a:spLocks/>
          </p:cNvSpPr>
          <p:nvPr/>
        </p:nvSpPr>
        <p:spPr>
          <a:xfrm>
            <a:off x="73554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44F81924-E7B7-44C2-9FB1-876B83793E11}"/>
              </a:ext>
            </a:extLst>
          </p:cNvPr>
          <p:cNvSpPr>
            <a:spLocks/>
          </p:cNvSpPr>
          <p:nvPr/>
        </p:nvSpPr>
        <p:spPr>
          <a:xfrm>
            <a:off x="73918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3E0FD691-CDA4-4ABF-A2AB-B6597B12AE93}"/>
              </a:ext>
            </a:extLst>
          </p:cNvPr>
          <p:cNvSpPr>
            <a:spLocks/>
          </p:cNvSpPr>
          <p:nvPr/>
        </p:nvSpPr>
        <p:spPr>
          <a:xfrm>
            <a:off x="74591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4D077832-9A36-404A-AED9-F13AA1B01438}"/>
              </a:ext>
            </a:extLst>
          </p:cNvPr>
          <p:cNvSpPr>
            <a:spLocks/>
          </p:cNvSpPr>
          <p:nvPr/>
        </p:nvSpPr>
        <p:spPr>
          <a:xfrm>
            <a:off x="73913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A62BF61F-73DF-401F-833A-0212EA66B20B}"/>
              </a:ext>
            </a:extLst>
          </p:cNvPr>
          <p:cNvSpPr>
            <a:spLocks/>
          </p:cNvSpPr>
          <p:nvPr/>
        </p:nvSpPr>
        <p:spPr>
          <a:xfrm>
            <a:off x="7399446" y="243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338104D5-DB61-415A-9A15-486C637FD98E}"/>
              </a:ext>
            </a:extLst>
          </p:cNvPr>
          <p:cNvSpPr>
            <a:spLocks/>
          </p:cNvSpPr>
          <p:nvPr/>
        </p:nvSpPr>
        <p:spPr>
          <a:xfrm>
            <a:off x="73530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B65BB356-53C7-451C-BE32-E9F8043DDCFD}"/>
              </a:ext>
            </a:extLst>
          </p:cNvPr>
          <p:cNvSpPr>
            <a:spLocks/>
          </p:cNvSpPr>
          <p:nvPr/>
        </p:nvSpPr>
        <p:spPr>
          <a:xfrm>
            <a:off x="736866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849491BB-6BAE-44CB-A3DC-E015C507A886}"/>
              </a:ext>
            </a:extLst>
          </p:cNvPr>
          <p:cNvSpPr>
            <a:spLocks/>
          </p:cNvSpPr>
          <p:nvPr/>
        </p:nvSpPr>
        <p:spPr>
          <a:xfrm>
            <a:off x="74186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D9D07967-D9B9-42C1-9446-80F38512533A}"/>
              </a:ext>
            </a:extLst>
          </p:cNvPr>
          <p:cNvSpPr>
            <a:spLocks/>
          </p:cNvSpPr>
          <p:nvPr/>
        </p:nvSpPr>
        <p:spPr>
          <a:xfrm>
            <a:off x="74496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7CFC6B8E-C7A5-409C-93F3-039F1FAB2204}"/>
              </a:ext>
            </a:extLst>
          </p:cNvPr>
          <p:cNvSpPr>
            <a:spLocks/>
          </p:cNvSpPr>
          <p:nvPr/>
        </p:nvSpPr>
        <p:spPr>
          <a:xfrm>
            <a:off x="74388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21580DAE-E21A-4C9C-BD25-8DB4F074D50B}"/>
              </a:ext>
            </a:extLst>
          </p:cNvPr>
          <p:cNvSpPr>
            <a:spLocks/>
          </p:cNvSpPr>
          <p:nvPr/>
        </p:nvSpPr>
        <p:spPr>
          <a:xfrm>
            <a:off x="741206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5442700B-94F6-4F40-BD2D-63E997499A41}"/>
              </a:ext>
            </a:extLst>
          </p:cNvPr>
          <p:cNvSpPr>
            <a:spLocks/>
          </p:cNvSpPr>
          <p:nvPr/>
        </p:nvSpPr>
        <p:spPr>
          <a:xfrm>
            <a:off x="73716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268BFEF0-64A0-459A-A721-2C4DF46240AB}"/>
              </a:ext>
            </a:extLst>
          </p:cNvPr>
          <p:cNvSpPr>
            <a:spLocks/>
          </p:cNvSpPr>
          <p:nvPr/>
        </p:nvSpPr>
        <p:spPr>
          <a:xfrm>
            <a:off x="7410151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DD578EFC-27FC-4621-A9E5-4DBE3E4D0EFE}"/>
              </a:ext>
            </a:extLst>
          </p:cNvPr>
          <p:cNvSpPr>
            <a:spLocks/>
          </p:cNvSpPr>
          <p:nvPr/>
        </p:nvSpPr>
        <p:spPr>
          <a:xfrm>
            <a:off x="741898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8BA770B2-D40B-4367-906B-BC5D74682970}"/>
              </a:ext>
            </a:extLst>
          </p:cNvPr>
          <p:cNvSpPr>
            <a:spLocks/>
          </p:cNvSpPr>
          <p:nvPr/>
        </p:nvSpPr>
        <p:spPr>
          <a:xfrm>
            <a:off x="73734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E86A96EA-93E2-427D-A3F9-52D03189C9BC}"/>
              </a:ext>
            </a:extLst>
          </p:cNvPr>
          <p:cNvSpPr>
            <a:spLocks/>
          </p:cNvSpPr>
          <p:nvPr/>
        </p:nvSpPr>
        <p:spPr>
          <a:xfrm>
            <a:off x="7405708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91DEA393-D8FE-4A64-BC90-F6F5DD916F9D}"/>
              </a:ext>
            </a:extLst>
          </p:cNvPr>
          <p:cNvSpPr>
            <a:spLocks/>
          </p:cNvSpPr>
          <p:nvPr/>
        </p:nvSpPr>
        <p:spPr>
          <a:xfrm>
            <a:off x="7367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FDF30BC3-4729-466F-B90A-3D1DC1ACA7D6}"/>
              </a:ext>
            </a:extLst>
          </p:cNvPr>
          <p:cNvSpPr>
            <a:spLocks/>
          </p:cNvSpPr>
          <p:nvPr/>
        </p:nvSpPr>
        <p:spPr>
          <a:xfrm>
            <a:off x="74138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F152EDB8-C037-440A-AD8E-8A07899F0B95}"/>
              </a:ext>
            </a:extLst>
          </p:cNvPr>
          <p:cNvSpPr>
            <a:spLocks/>
          </p:cNvSpPr>
          <p:nvPr/>
        </p:nvSpPr>
        <p:spPr>
          <a:xfrm>
            <a:off x="737446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B57A2B8C-E23C-4E82-93A5-35080E1930DB}"/>
              </a:ext>
            </a:extLst>
          </p:cNvPr>
          <p:cNvSpPr>
            <a:spLocks/>
          </p:cNvSpPr>
          <p:nvPr/>
        </p:nvSpPr>
        <p:spPr>
          <a:xfrm>
            <a:off x="735475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A13CCF7A-3BEE-43F9-9C11-838BA72BD1D5}"/>
              </a:ext>
            </a:extLst>
          </p:cNvPr>
          <p:cNvSpPr>
            <a:spLocks/>
          </p:cNvSpPr>
          <p:nvPr/>
        </p:nvSpPr>
        <p:spPr>
          <a:xfrm>
            <a:off x="7403374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796A8570-6601-4DDF-AFE5-CD3E6E1BBC75}"/>
              </a:ext>
            </a:extLst>
          </p:cNvPr>
          <p:cNvSpPr>
            <a:spLocks/>
          </p:cNvSpPr>
          <p:nvPr/>
        </p:nvSpPr>
        <p:spPr>
          <a:xfrm>
            <a:off x="7413242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36630ABA-2E0D-4379-9959-E697BE9D4FFE}"/>
              </a:ext>
            </a:extLst>
          </p:cNvPr>
          <p:cNvSpPr>
            <a:spLocks/>
          </p:cNvSpPr>
          <p:nvPr/>
        </p:nvSpPr>
        <p:spPr>
          <a:xfrm>
            <a:off x="74631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9601D31D-A6D9-41C3-9E06-EE3297B6AC3F}"/>
              </a:ext>
            </a:extLst>
          </p:cNvPr>
          <p:cNvSpPr>
            <a:spLocks/>
          </p:cNvSpPr>
          <p:nvPr/>
        </p:nvSpPr>
        <p:spPr>
          <a:xfrm>
            <a:off x="74539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DD87460D-A66F-4629-9B75-59CD9935A7DD}"/>
              </a:ext>
            </a:extLst>
          </p:cNvPr>
          <p:cNvSpPr>
            <a:spLocks/>
          </p:cNvSpPr>
          <p:nvPr/>
        </p:nvSpPr>
        <p:spPr>
          <a:xfrm>
            <a:off x="739199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BD5EB65A-94B3-47DD-AFBB-F5A28E89CD6B}"/>
              </a:ext>
            </a:extLst>
          </p:cNvPr>
          <p:cNvSpPr>
            <a:spLocks/>
          </p:cNvSpPr>
          <p:nvPr/>
        </p:nvSpPr>
        <p:spPr>
          <a:xfrm>
            <a:off x="7400888" y="24510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9F5916CF-FC37-4C35-93CF-4D1650F89FD3}"/>
              </a:ext>
            </a:extLst>
          </p:cNvPr>
          <p:cNvSpPr>
            <a:spLocks/>
          </p:cNvSpPr>
          <p:nvPr/>
        </p:nvSpPr>
        <p:spPr>
          <a:xfrm>
            <a:off x="74190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78144792-67F0-42A0-B8B4-34D8D58D4714}"/>
              </a:ext>
            </a:extLst>
          </p:cNvPr>
          <p:cNvSpPr>
            <a:spLocks/>
          </p:cNvSpPr>
          <p:nvPr/>
        </p:nvSpPr>
        <p:spPr>
          <a:xfrm>
            <a:off x="7382884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3986CD17-0D07-48F9-B8DE-162FD36927FD}"/>
              </a:ext>
            </a:extLst>
          </p:cNvPr>
          <p:cNvSpPr>
            <a:spLocks/>
          </p:cNvSpPr>
          <p:nvPr/>
        </p:nvSpPr>
        <p:spPr>
          <a:xfrm>
            <a:off x="73618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2A95B718-72AE-406A-93B4-575510A8BB1B}"/>
              </a:ext>
            </a:extLst>
          </p:cNvPr>
          <p:cNvSpPr>
            <a:spLocks/>
          </p:cNvSpPr>
          <p:nvPr/>
        </p:nvSpPr>
        <p:spPr>
          <a:xfrm>
            <a:off x="74199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E134393B-9BD0-4357-A91A-1AC073447856}"/>
              </a:ext>
            </a:extLst>
          </p:cNvPr>
          <p:cNvSpPr>
            <a:spLocks/>
          </p:cNvSpPr>
          <p:nvPr/>
        </p:nvSpPr>
        <p:spPr>
          <a:xfrm>
            <a:off x="74322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8B4EC8F3-F512-4892-B578-0077BCA7127A}"/>
              </a:ext>
            </a:extLst>
          </p:cNvPr>
          <p:cNvSpPr>
            <a:spLocks/>
          </p:cNvSpPr>
          <p:nvPr/>
        </p:nvSpPr>
        <p:spPr>
          <a:xfrm>
            <a:off x="74136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91B0E2B3-D15C-496A-9CA0-53FD14B0982C}"/>
              </a:ext>
            </a:extLst>
          </p:cNvPr>
          <p:cNvSpPr>
            <a:spLocks/>
          </p:cNvSpPr>
          <p:nvPr/>
        </p:nvSpPr>
        <p:spPr>
          <a:xfrm>
            <a:off x="74661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0EEF97D5-CE66-4315-A6EF-C8FB27217805}"/>
              </a:ext>
            </a:extLst>
          </p:cNvPr>
          <p:cNvSpPr>
            <a:spLocks/>
          </p:cNvSpPr>
          <p:nvPr/>
        </p:nvSpPr>
        <p:spPr>
          <a:xfrm>
            <a:off x="73747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E20803AF-CFC0-41D5-B846-790C2D7756BB}"/>
              </a:ext>
            </a:extLst>
          </p:cNvPr>
          <p:cNvSpPr>
            <a:spLocks/>
          </p:cNvSpPr>
          <p:nvPr/>
        </p:nvSpPr>
        <p:spPr>
          <a:xfrm>
            <a:off x="74524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61A64126-EC27-45C2-841E-7397F12ADE8B}"/>
              </a:ext>
            </a:extLst>
          </p:cNvPr>
          <p:cNvSpPr>
            <a:spLocks/>
          </p:cNvSpPr>
          <p:nvPr/>
        </p:nvSpPr>
        <p:spPr>
          <a:xfrm>
            <a:off x="74017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BC9AB7F6-4440-4CE6-98CA-FF7524B3ACCC}"/>
              </a:ext>
            </a:extLst>
          </p:cNvPr>
          <p:cNvSpPr>
            <a:spLocks/>
          </p:cNvSpPr>
          <p:nvPr/>
        </p:nvSpPr>
        <p:spPr>
          <a:xfrm>
            <a:off x="736549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FBAA2112-17CB-440D-B880-6986136F314F}"/>
              </a:ext>
            </a:extLst>
          </p:cNvPr>
          <p:cNvSpPr>
            <a:spLocks/>
          </p:cNvSpPr>
          <p:nvPr/>
        </p:nvSpPr>
        <p:spPr>
          <a:xfrm>
            <a:off x="7408844" y="22132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B3B67BF6-3016-487B-9096-C98A7979BB1E}"/>
              </a:ext>
            </a:extLst>
          </p:cNvPr>
          <p:cNvSpPr>
            <a:spLocks/>
          </p:cNvSpPr>
          <p:nvPr/>
        </p:nvSpPr>
        <p:spPr>
          <a:xfrm>
            <a:off x="74132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70EA1C05-7617-468B-8F6C-0E3D1030BCB7}"/>
              </a:ext>
            </a:extLst>
          </p:cNvPr>
          <p:cNvSpPr>
            <a:spLocks/>
          </p:cNvSpPr>
          <p:nvPr/>
        </p:nvSpPr>
        <p:spPr>
          <a:xfrm>
            <a:off x="7365923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5F422DC9-2FD4-4AC6-B8E9-F90734554972}"/>
              </a:ext>
            </a:extLst>
          </p:cNvPr>
          <p:cNvSpPr>
            <a:spLocks/>
          </p:cNvSpPr>
          <p:nvPr/>
        </p:nvSpPr>
        <p:spPr>
          <a:xfrm>
            <a:off x="738492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E1508C10-0DDE-4653-9223-C8F0DCD23249}"/>
              </a:ext>
            </a:extLst>
          </p:cNvPr>
          <p:cNvSpPr>
            <a:spLocks/>
          </p:cNvSpPr>
          <p:nvPr/>
        </p:nvSpPr>
        <p:spPr>
          <a:xfrm>
            <a:off x="735775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F3E13EEE-62D8-48B8-9221-C8A6E76E41E2}"/>
              </a:ext>
            </a:extLst>
          </p:cNvPr>
          <p:cNvSpPr>
            <a:spLocks/>
          </p:cNvSpPr>
          <p:nvPr/>
        </p:nvSpPr>
        <p:spPr>
          <a:xfrm>
            <a:off x="7410450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00C57D1-7D4A-4E33-AA03-A5E603888F49}"/>
              </a:ext>
            </a:extLst>
          </p:cNvPr>
          <p:cNvSpPr>
            <a:spLocks/>
          </p:cNvSpPr>
          <p:nvPr/>
        </p:nvSpPr>
        <p:spPr>
          <a:xfrm>
            <a:off x="74024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80E87BE4-0EA2-47A8-BE02-EDC3270413C7}"/>
              </a:ext>
            </a:extLst>
          </p:cNvPr>
          <p:cNvSpPr>
            <a:spLocks/>
          </p:cNvSpPr>
          <p:nvPr/>
        </p:nvSpPr>
        <p:spPr>
          <a:xfrm>
            <a:off x="7357931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2B12EE1C-7A9A-4BA9-AF8C-F319F96B20D5}"/>
              </a:ext>
            </a:extLst>
          </p:cNvPr>
          <p:cNvSpPr>
            <a:spLocks/>
          </p:cNvSpPr>
          <p:nvPr/>
        </p:nvSpPr>
        <p:spPr>
          <a:xfrm>
            <a:off x="742816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EABAC15F-3E11-40F3-AF54-049C50AD3C79}"/>
              </a:ext>
            </a:extLst>
          </p:cNvPr>
          <p:cNvSpPr>
            <a:spLocks/>
          </p:cNvSpPr>
          <p:nvPr/>
        </p:nvSpPr>
        <p:spPr>
          <a:xfrm>
            <a:off x="7417606" y="23082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C099D755-204D-4797-9C3F-5F3B924FB2F3}"/>
              </a:ext>
            </a:extLst>
          </p:cNvPr>
          <p:cNvSpPr>
            <a:spLocks/>
          </p:cNvSpPr>
          <p:nvPr/>
        </p:nvSpPr>
        <p:spPr>
          <a:xfrm>
            <a:off x="7384192" y="18946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66D956FD-DE03-44D8-802A-A3DAA1CE7B37}"/>
              </a:ext>
            </a:extLst>
          </p:cNvPr>
          <p:cNvSpPr>
            <a:spLocks/>
          </p:cNvSpPr>
          <p:nvPr/>
        </p:nvSpPr>
        <p:spPr>
          <a:xfrm>
            <a:off x="74353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7E60C35D-AE9F-4C60-8AE8-4ADBA1B51028}"/>
              </a:ext>
            </a:extLst>
          </p:cNvPr>
          <p:cNvSpPr>
            <a:spLocks/>
          </p:cNvSpPr>
          <p:nvPr/>
        </p:nvSpPr>
        <p:spPr>
          <a:xfrm>
            <a:off x="742255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6F66C6E0-1312-417B-9E6F-2827B0C22E00}"/>
              </a:ext>
            </a:extLst>
          </p:cNvPr>
          <p:cNvSpPr>
            <a:spLocks/>
          </p:cNvSpPr>
          <p:nvPr/>
        </p:nvSpPr>
        <p:spPr>
          <a:xfrm>
            <a:off x="7447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6ABF25B7-399D-4218-B5FC-E793E91094AB}"/>
              </a:ext>
            </a:extLst>
          </p:cNvPr>
          <p:cNvSpPr>
            <a:spLocks/>
          </p:cNvSpPr>
          <p:nvPr/>
        </p:nvSpPr>
        <p:spPr>
          <a:xfrm>
            <a:off x="74019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0D8EB5B2-64E6-4651-BC00-1A19B06A9FDC}"/>
              </a:ext>
            </a:extLst>
          </p:cNvPr>
          <p:cNvSpPr>
            <a:spLocks/>
          </p:cNvSpPr>
          <p:nvPr/>
        </p:nvSpPr>
        <p:spPr>
          <a:xfrm>
            <a:off x="7387491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09D262D3-CAAE-4A3A-A877-75D7DD38E35A}"/>
              </a:ext>
            </a:extLst>
          </p:cNvPr>
          <p:cNvSpPr>
            <a:spLocks/>
          </p:cNvSpPr>
          <p:nvPr/>
        </p:nvSpPr>
        <p:spPr>
          <a:xfrm>
            <a:off x="73904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70F8E161-6309-4311-9402-73F564F259F5}"/>
              </a:ext>
            </a:extLst>
          </p:cNvPr>
          <p:cNvSpPr>
            <a:spLocks/>
          </p:cNvSpPr>
          <p:nvPr/>
        </p:nvSpPr>
        <p:spPr>
          <a:xfrm>
            <a:off x="739692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819AA6B2-18E0-4F8A-8164-DA708138D298}"/>
              </a:ext>
            </a:extLst>
          </p:cNvPr>
          <p:cNvSpPr>
            <a:spLocks/>
          </p:cNvSpPr>
          <p:nvPr/>
        </p:nvSpPr>
        <p:spPr>
          <a:xfrm>
            <a:off x="74198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65E5470E-C612-46CA-8F89-B15F0423B1D8}"/>
              </a:ext>
            </a:extLst>
          </p:cNvPr>
          <p:cNvSpPr>
            <a:spLocks/>
          </p:cNvSpPr>
          <p:nvPr/>
        </p:nvSpPr>
        <p:spPr>
          <a:xfrm>
            <a:off x="74311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762C9D76-913D-40C1-90C5-684DB0D4F21B}"/>
              </a:ext>
            </a:extLst>
          </p:cNvPr>
          <p:cNvSpPr>
            <a:spLocks/>
          </p:cNvSpPr>
          <p:nvPr/>
        </p:nvSpPr>
        <p:spPr>
          <a:xfrm>
            <a:off x="73951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C727E4AB-0D75-49BB-BCCA-E2A614EA7D13}"/>
              </a:ext>
            </a:extLst>
          </p:cNvPr>
          <p:cNvSpPr>
            <a:spLocks/>
          </p:cNvSpPr>
          <p:nvPr/>
        </p:nvSpPr>
        <p:spPr>
          <a:xfrm>
            <a:off x="74496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A45492F5-ED1E-44E7-9A5B-0F831B2656B8}"/>
              </a:ext>
            </a:extLst>
          </p:cNvPr>
          <p:cNvSpPr>
            <a:spLocks/>
          </p:cNvSpPr>
          <p:nvPr/>
        </p:nvSpPr>
        <p:spPr>
          <a:xfrm>
            <a:off x="742717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F2289C4D-7B5F-4FDA-B637-4E3576C44202}"/>
              </a:ext>
            </a:extLst>
          </p:cNvPr>
          <p:cNvSpPr>
            <a:spLocks/>
          </p:cNvSpPr>
          <p:nvPr/>
        </p:nvSpPr>
        <p:spPr>
          <a:xfrm>
            <a:off x="7457311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6E65C9C5-4CDB-492B-9832-C18DF013E8CA}"/>
              </a:ext>
            </a:extLst>
          </p:cNvPr>
          <p:cNvSpPr>
            <a:spLocks/>
          </p:cNvSpPr>
          <p:nvPr/>
        </p:nvSpPr>
        <p:spPr>
          <a:xfrm>
            <a:off x="745086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6062F128-4E0B-4AD9-B18C-DD18769D7E33}"/>
              </a:ext>
            </a:extLst>
          </p:cNvPr>
          <p:cNvSpPr>
            <a:spLocks/>
          </p:cNvSpPr>
          <p:nvPr/>
        </p:nvSpPr>
        <p:spPr>
          <a:xfrm>
            <a:off x="74456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F4345EAD-8C8F-4673-805E-595A9E5E293D}"/>
              </a:ext>
            </a:extLst>
          </p:cNvPr>
          <p:cNvSpPr>
            <a:spLocks/>
          </p:cNvSpPr>
          <p:nvPr/>
        </p:nvSpPr>
        <p:spPr>
          <a:xfrm>
            <a:off x="7350239" y="30404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FB45C94C-BD14-448C-BE2C-066BE79DDA98}"/>
              </a:ext>
            </a:extLst>
          </p:cNvPr>
          <p:cNvSpPr>
            <a:spLocks/>
          </p:cNvSpPr>
          <p:nvPr/>
        </p:nvSpPr>
        <p:spPr>
          <a:xfrm>
            <a:off x="7465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C631D0AB-343F-4400-A361-3EF4A191DC7F}"/>
              </a:ext>
            </a:extLst>
          </p:cNvPr>
          <p:cNvSpPr>
            <a:spLocks/>
          </p:cNvSpPr>
          <p:nvPr/>
        </p:nvSpPr>
        <p:spPr>
          <a:xfrm>
            <a:off x="7409201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3740EA41-9835-4ECE-A286-B730A22AC8D7}"/>
              </a:ext>
            </a:extLst>
          </p:cNvPr>
          <p:cNvSpPr>
            <a:spLocks/>
          </p:cNvSpPr>
          <p:nvPr/>
        </p:nvSpPr>
        <p:spPr>
          <a:xfrm>
            <a:off x="744331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256E013D-6603-439E-AC51-D6696D290B5D}"/>
              </a:ext>
            </a:extLst>
          </p:cNvPr>
          <p:cNvSpPr>
            <a:spLocks/>
          </p:cNvSpPr>
          <p:nvPr/>
        </p:nvSpPr>
        <p:spPr>
          <a:xfrm>
            <a:off x="73962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FC3A4E5E-538B-471F-8652-6BD32BACD27B}"/>
              </a:ext>
            </a:extLst>
          </p:cNvPr>
          <p:cNvSpPr>
            <a:spLocks/>
          </p:cNvSpPr>
          <p:nvPr/>
        </p:nvSpPr>
        <p:spPr>
          <a:xfrm>
            <a:off x="7352270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0CFA0AF7-EE5C-4CD5-AD6E-1892F1722962}"/>
              </a:ext>
            </a:extLst>
          </p:cNvPr>
          <p:cNvSpPr>
            <a:spLocks/>
          </p:cNvSpPr>
          <p:nvPr/>
        </p:nvSpPr>
        <p:spPr>
          <a:xfrm>
            <a:off x="7400320" y="28299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7D73B1DF-A6B6-4E62-9543-BFE3273E75D4}"/>
              </a:ext>
            </a:extLst>
          </p:cNvPr>
          <p:cNvSpPr>
            <a:spLocks/>
          </p:cNvSpPr>
          <p:nvPr/>
        </p:nvSpPr>
        <p:spPr>
          <a:xfrm>
            <a:off x="7361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A01554F3-01D1-4E0D-ABCF-CE6ACB05166A}"/>
              </a:ext>
            </a:extLst>
          </p:cNvPr>
          <p:cNvSpPr>
            <a:spLocks/>
          </p:cNvSpPr>
          <p:nvPr/>
        </p:nvSpPr>
        <p:spPr>
          <a:xfrm>
            <a:off x="73823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0D1C2B37-FB4C-4933-961F-DCD6710C92A2}"/>
              </a:ext>
            </a:extLst>
          </p:cNvPr>
          <p:cNvSpPr>
            <a:spLocks/>
          </p:cNvSpPr>
          <p:nvPr/>
        </p:nvSpPr>
        <p:spPr>
          <a:xfrm>
            <a:off x="74239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420A2A54-ABB4-4B0A-9B13-B1F3D65F4633}"/>
              </a:ext>
            </a:extLst>
          </p:cNvPr>
          <p:cNvSpPr>
            <a:spLocks/>
          </p:cNvSpPr>
          <p:nvPr/>
        </p:nvSpPr>
        <p:spPr>
          <a:xfrm>
            <a:off x="7386592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AA5A7A4F-74F4-4D45-B0A0-D2F7BEEF92FC}"/>
              </a:ext>
            </a:extLst>
          </p:cNvPr>
          <p:cNvSpPr>
            <a:spLocks/>
          </p:cNvSpPr>
          <p:nvPr/>
        </p:nvSpPr>
        <p:spPr>
          <a:xfrm>
            <a:off x="74469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ACFE597C-C72B-4F38-9BFD-982EF2690F13}"/>
              </a:ext>
            </a:extLst>
          </p:cNvPr>
          <p:cNvSpPr>
            <a:spLocks/>
          </p:cNvSpPr>
          <p:nvPr/>
        </p:nvSpPr>
        <p:spPr>
          <a:xfrm>
            <a:off x="746169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10CA0124-8C8E-4C44-AC5E-1B9C3B8ACF5B}"/>
              </a:ext>
            </a:extLst>
          </p:cNvPr>
          <p:cNvSpPr>
            <a:spLocks/>
          </p:cNvSpPr>
          <p:nvPr/>
        </p:nvSpPr>
        <p:spPr>
          <a:xfrm>
            <a:off x="74092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7B941ADE-8642-4E68-8AE2-0185C52549E5}"/>
              </a:ext>
            </a:extLst>
          </p:cNvPr>
          <p:cNvSpPr>
            <a:spLocks/>
          </p:cNvSpPr>
          <p:nvPr/>
        </p:nvSpPr>
        <p:spPr>
          <a:xfrm>
            <a:off x="73922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F74152AA-701D-4919-BE0E-A3EB06C9AAF4}"/>
              </a:ext>
            </a:extLst>
          </p:cNvPr>
          <p:cNvSpPr>
            <a:spLocks/>
          </p:cNvSpPr>
          <p:nvPr/>
        </p:nvSpPr>
        <p:spPr>
          <a:xfrm>
            <a:off x="7395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C3335ABC-1343-43F5-9F9E-E8E3CF6B7221}"/>
              </a:ext>
            </a:extLst>
          </p:cNvPr>
          <p:cNvSpPr>
            <a:spLocks/>
          </p:cNvSpPr>
          <p:nvPr/>
        </p:nvSpPr>
        <p:spPr>
          <a:xfrm>
            <a:off x="73889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59CE2B50-486F-44F8-B80F-A3BD0A1B90D1}"/>
              </a:ext>
            </a:extLst>
          </p:cNvPr>
          <p:cNvSpPr>
            <a:spLocks/>
          </p:cNvSpPr>
          <p:nvPr/>
        </p:nvSpPr>
        <p:spPr>
          <a:xfrm>
            <a:off x="74583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130B2DE3-F45E-4F95-A4E2-BBDA827B3485}"/>
              </a:ext>
            </a:extLst>
          </p:cNvPr>
          <p:cNvSpPr>
            <a:spLocks/>
          </p:cNvSpPr>
          <p:nvPr/>
        </p:nvSpPr>
        <p:spPr>
          <a:xfrm>
            <a:off x="73683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B9A92336-3653-4D1B-BCE7-D0EC90B89C1A}"/>
              </a:ext>
            </a:extLst>
          </p:cNvPr>
          <p:cNvSpPr>
            <a:spLocks/>
          </p:cNvSpPr>
          <p:nvPr/>
        </p:nvSpPr>
        <p:spPr>
          <a:xfrm>
            <a:off x="7388185" y="31078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38CBB323-952E-480F-B3A6-D7FB9BCE2468}"/>
              </a:ext>
            </a:extLst>
          </p:cNvPr>
          <p:cNvSpPr>
            <a:spLocks/>
          </p:cNvSpPr>
          <p:nvPr/>
        </p:nvSpPr>
        <p:spPr>
          <a:xfrm>
            <a:off x="7394934" y="175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61E8A661-3AFF-416C-9ACF-E3C697DA88CA}"/>
              </a:ext>
            </a:extLst>
          </p:cNvPr>
          <p:cNvSpPr>
            <a:spLocks/>
          </p:cNvSpPr>
          <p:nvPr/>
        </p:nvSpPr>
        <p:spPr>
          <a:xfrm>
            <a:off x="7432125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F37A148F-24C4-46DC-940E-8717F646E4AE}"/>
              </a:ext>
            </a:extLst>
          </p:cNvPr>
          <p:cNvSpPr>
            <a:spLocks/>
          </p:cNvSpPr>
          <p:nvPr/>
        </p:nvSpPr>
        <p:spPr>
          <a:xfrm>
            <a:off x="73981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5B56981A-3F8D-4832-B8AC-D3597A4C6DF4}"/>
              </a:ext>
            </a:extLst>
          </p:cNvPr>
          <p:cNvSpPr>
            <a:spLocks/>
          </p:cNvSpPr>
          <p:nvPr/>
        </p:nvSpPr>
        <p:spPr>
          <a:xfrm>
            <a:off x="74358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3341BB7C-A9D5-426D-AC2D-4A26EC68F5EE}"/>
              </a:ext>
            </a:extLst>
          </p:cNvPr>
          <p:cNvSpPr>
            <a:spLocks/>
          </p:cNvSpPr>
          <p:nvPr/>
        </p:nvSpPr>
        <p:spPr>
          <a:xfrm>
            <a:off x="74198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36646021-1C37-4031-BC93-9210683CBEFB}"/>
              </a:ext>
            </a:extLst>
          </p:cNvPr>
          <p:cNvSpPr>
            <a:spLocks/>
          </p:cNvSpPr>
          <p:nvPr/>
        </p:nvSpPr>
        <p:spPr>
          <a:xfrm>
            <a:off x="74130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B562E68B-384E-4779-A6B8-01B345543EFC}"/>
              </a:ext>
            </a:extLst>
          </p:cNvPr>
          <p:cNvSpPr>
            <a:spLocks/>
          </p:cNvSpPr>
          <p:nvPr/>
        </p:nvSpPr>
        <p:spPr>
          <a:xfrm>
            <a:off x="738612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A1CA653A-A130-4609-8806-277640AC800C}"/>
              </a:ext>
            </a:extLst>
          </p:cNvPr>
          <p:cNvSpPr>
            <a:spLocks/>
          </p:cNvSpPr>
          <p:nvPr/>
        </p:nvSpPr>
        <p:spPr>
          <a:xfrm>
            <a:off x="737063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C50D431F-71C5-4D9E-9219-D1AC24CBC033}"/>
              </a:ext>
            </a:extLst>
          </p:cNvPr>
          <p:cNvSpPr>
            <a:spLocks/>
          </p:cNvSpPr>
          <p:nvPr/>
        </p:nvSpPr>
        <p:spPr>
          <a:xfrm>
            <a:off x="741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59B80F11-6252-400A-AD94-C5F1F914AC9A}"/>
              </a:ext>
            </a:extLst>
          </p:cNvPr>
          <p:cNvSpPr>
            <a:spLocks/>
          </p:cNvSpPr>
          <p:nvPr/>
        </p:nvSpPr>
        <p:spPr>
          <a:xfrm>
            <a:off x="73668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2E14AB25-E80A-4772-A6EA-1DE53D619157}"/>
              </a:ext>
            </a:extLst>
          </p:cNvPr>
          <p:cNvSpPr>
            <a:spLocks/>
          </p:cNvSpPr>
          <p:nvPr/>
        </p:nvSpPr>
        <p:spPr>
          <a:xfrm>
            <a:off x="7373447" y="19358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51524817-0C25-4253-BF8A-6792ABFC6C8F}"/>
              </a:ext>
            </a:extLst>
          </p:cNvPr>
          <p:cNvSpPr>
            <a:spLocks/>
          </p:cNvSpPr>
          <p:nvPr/>
        </p:nvSpPr>
        <p:spPr>
          <a:xfrm>
            <a:off x="7376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8712D4CE-35A0-45D1-9CA6-D97E6FFEE770}"/>
              </a:ext>
            </a:extLst>
          </p:cNvPr>
          <p:cNvSpPr>
            <a:spLocks/>
          </p:cNvSpPr>
          <p:nvPr/>
        </p:nvSpPr>
        <p:spPr>
          <a:xfrm>
            <a:off x="7419330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EFAAA6FE-D1A5-4B19-8E5B-DCB63B836CDD}"/>
              </a:ext>
            </a:extLst>
          </p:cNvPr>
          <p:cNvSpPr>
            <a:spLocks/>
          </p:cNvSpPr>
          <p:nvPr/>
        </p:nvSpPr>
        <p:spPr>
          <a:xfrm>
            <a:off x="745437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99BB7229-EB83-4B79-BAA5-6C2DC80001DF}"/>
              </a:ext>
            </a:extLst>
          </p:cNvPr>
          <p:cNvSpPr>
            <a:spLocks/>
          </p:cNvSpPr>
          <p:nvPr/>
        </p:nvSpPr>
        <p:spPr>
          <a:xfrm>
            <a:off x="74296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9E6B85E8-40AA-40B4-B264-5743A457E8FD}"/>
              </a:ext>
            </a:extLst>
          </p:cNvPr>
          <p:cNvSpPr>
            <a:spLocks/>
          </p:cNvSpPr>
          <p:nvPr/>
        </p:nvSpPr>
        <p:spPr>
          <a:xfrm>
            <a:off x="7444215" y="19289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4C14B98B-E6DD-4DC0-865B-840E15662EE3}"/>
              </a:ext>
            </a:extLst>
          </p:cNvPr>
          <p:cNvSpPr>
            <a:spLocks/>
          </p:cNvSpPr>
          <p:nvPr/>
        </p:nvSpPr>
        <p:spPr>
          <a:xfrm>
            <a:off x="740012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C733DB84-BD9A-4513-9FEA-6C3F93FB632F}"/>
              </a:ext>
            </a:extLst>
          </p:cNvPr>
          <p:cNvSpPr>
            <a:spLocks/>
          </p:cNvSpPr>
          <p:nvPr/>
        </p:nvSpPr>
        <p:spPr>
          <a:xfrm>
            <a:off x="7444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082FACE0-60BF-4C75-8163-4BD4DCE7A1D9}"/>
              </a:ext>
            </a:extLst>
          </p:cNvPr>
          <p:cNvSpPr>
            <a:spLocks/>
          </p:cNvSpPr>
          <p:nvPr/>
        </p:nvSpPr>
        <p:spPr>
          <a:xfrm>
            <a:off x="7436545" y="2317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0131A820-C2F3-4FD3-8837-CC21DA1AD3AB}"/>
              </a:ext>
            </a:extLst>
          </p:cNvPr>
          <p:cNvSpPr>
            <a:spLocks/>
          </p:cNvSpPr>
          <p:nvPr/>
        </p:nvSpPr>
        <p:spPr>
          <a:xfrm>
            <a:off x="738628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E054CCB2-9D87-4070-8A91-2E8502929127}"/>
              </a:ext>
            </a:extLst>
          </p:cNvPr>
          <p:cNvSpPr>
            <a:spLocks/>
          </p:cNvSpPr>
          <p:nvPr/>
        </p:nvSpPr>
        <p:spPr>
          <a:xfrm>
            <a:off x="746326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78934FAC-37D4-4F6C-A91B-7AB4463DF25F}"/>
              </a:ext>
            </a:extLst>
          </p:cNvPr>
          <p:cNvSpPr>
            <a:spLocks/>
          </p:cNvSpPr>
          <p:nvPr/>
        </p:nvSpPr>
        <p:spPr>
          <a:xfrm>
            <a:off x="734861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C98DD89A-657A-4D82-AAE1-7FA7CC2FF5B6}"/>
              </a:ext>
            </a:extLst>
          </p:cNvPr>
          <p:cNvSpPr>
            <a:spLocks/>
          </p:cNvSpPr>
          <p:nvPr/>
        </p:nvSpPr>
        <p:spPr>
          <a:xfrm>
            <a:off x="74070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C926D80F-8F16-4193-98D2-D498D3F91207}"/>
              </a:ext>
            </a:extLst>
          </p:cNvPr>
          <p:cNvSpPr>
            <a:spLocks/>
          </p:cNvSpPr>
          <p:nvPr/>
        </p:nvSpPr>
        <p:spPr>
          <a:xfrm>
            <a:off x="7364683" y="18896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419F17E2-5C9C-42C5-9FEB-024B84B046A4}"/>
              </a:ext>
            </a:extLst>
          </p:cNvPr>
          <p:cNvSpPr>
            <a:spLocks/>
          </p:cNvSpPr>
          <p:nvPr/>
        </p:nvSpPr>
        <p:spPr>
          <a:xfrm>
            <a:off x="745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817A08FE-188F-469F-9513-A03A8617D842}"/>
              </a:ext>
            </a:extLst>
          </p:cNvPr>
          <p:cNvSpPr>
            <a:spLocks/>
          </p:cNvSpPr>
          <p:nvPr/>
        </p:nvSpPr>
        <p:spPr>
          <a:xfrm>
            <a:off x="738081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CEACC0CB-4331-472E-B11D-A1E3021AD7AE}"/>
              </a:ext>
            </a:extLst>
          </p:cNvPr>
          <p:cNvSpPr>
            <a:spLocks/>
          </p:cNvSpPr>
          <p:nvPr/>
        </p:nvSpPr>
        <p:spPr>
          <a:xfrm>
            <a:off x="737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E88740C2-4821-4DD9-82F4-9EC0B37733D7}"/>
              </a:ext>
            </a:extLst>
          </p:cNvPr>
          <p:cNvSpPr>
            <a:spLocks/>
          </p:cNvSpPr>
          <p:nvPr/>
        </p:nvSpPr>
        <p:spPr>
          <a:xfrm>
            <a:off x="74277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688D97E0-5816-42C5-96AC-D0355CEB5E7B}"/>
              </a:ext>
            </a:extLst>
          </p:cNvPr>
          <p:cNvSpPr>
            <a:spLocks/>
          </p:cNvSpPr>
          <p:nvPr/>
        </p:nvSpPr>
        <p:spPr>
          <a:xfrm>
            <a:off x="74004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3892DE7A-29EB-4679-B630-07C1E30239D8}"/>
              </a:ext>
            </a:extLst>
          </p:cNvPr>
          <p:cNvSpPr>
            <a:spLocks/>
          </p:cNvSpPr>
          <p:nvPr/>
        </p:nvSpPr>
        <p:spPr>
          <a:xfrm>
            <a:off x="736344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DEF6F5C0-21A4-4EA8-B015-450ACEFDDA02}"/>
              </a:ext>
            </a:extLst>
          </p:cNvPr>
          <p:cNvSpPr>
            <a:spLocks/>
          </p:cNvSpPr>
          <p:nvPr/>
        </p:nvSpPr>
        <p:spPr>
          <a:xfrm>
            <a:off x="73645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7C4B9F6E-55C1-4845-980B-665C822DDDAE}"/>
              </a:ext>
            </a:extLst>
          </p:cNvPr>
          <p:cNvSpPr>
            <a:spLocks/>
          </p:cNvSpPr>
          <p:nvPr/>
        </p:nvSpPr>
        <p:spPr>
          <a:xfrm>
            <a:off x="73884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55422DDF-3650-4D1F-B442-ED5C463C4536}"/>
              </a:ext>
            </a:extLst>
          </p:cNvPr>
          <p:cNvSpPr>
            <a:spLocks/>
          </p:cNvSpPr>
          <p:nvPr/>
        </p:nvSpPr>
        <p:spPr>
          <a:xfrm>
            <a:off x="7412003" y="2105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FD66D00C-ECA8-4365-99A9-050C727EC9F2}"/>
              </a:ext>
            </a:extLst>
          </p:cNvPr>
          <p:cNvSpPr>
            <a:spLocks/>
          </p:cNvSpPr>
          <p:nvPr/>
        </p:nvSpPr>
        <p:spPr>
          <a:xfrm>
            <a:off x="73734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3168DA9-2B57-49EC-B3A5-DD686139BB24}"/>
              </a:ext>
            </a:extLst>
          </p:cNvPr>
          <p:cNvSpPr>
            <a:spLocks/>
          </p:cNvSpPr>
          <p:nvPr/>
        </p:nvSpPr>
        <p:spPr>
          <a:xfrm>
            <a:off x="7385720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BF48F41-DB1F-4BE6-803A-4B444531AE1B}"/>
              </a:ext>
            </a:extLst>
          </p:cNvPr>
          <p:cNvSpPr>
            <a:spLocks/>
          </p:cNvSpPr>
          <p:nvPr/>
        </p:nvSpPr>
        <p:spPr>
          <a:xfrm>
            <a:off x="73620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4C8B30BD-7B60-46C0-B315-96663FD031C8}"/>
              </a:ext>
            </a:extLst>
          </p:cNvPr>
          <p:cNvSpPr>
            <a:spLocks/>
          </p:cNvSpPr>
          <p:nvPr/>
        </p:nvSpPr>
        <p:spPr>
          <a:xfrm>
            <a:off x="741667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CC29E029-0AB5-4286-B8A2-D167EF7433BD}"/>
              </a:ext>
            </a:extLst>
          </p:cNvPr>
          <p:cNvSpPr>
            <a:spLocks/>
          </p:cNvSpPr>
          <p:nvPr/>
        </p:nvSpPr>
        <p:spPr>
          <a:xfrm>
            <a:off x="73605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5E1C28DF-EABD-4984-9475-A7AF94848900}"/>
              </a:ext>
            </a:extLst>
          </p:cNvPr>
          <p:cNvSpPr>
            <a:spLocks/>
          </p:cNvSpPr>
          <p:nvPr/>
        </p:nvSpPr>
        <p:spPr>
          <a:xfrm>
            <a:off x="74463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3E096A37-4B19-45E9-AB6A-D1C987CC01BF}"/>
              </a:ext>
            </a:extLst>
          </p:cNvPr>
          <p:cNvSpPr>
            <a:spLocks/>
          </p:cNvSpPr>
          <p:nvPr/>
        </p:nvSpPr>
        <p:spPr>
          <a:xfrm>
            <a:off x="740459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0FACE021-0B28-4636-A2AF-B1AEBECAB541}"/>
              </a:ext>
            </a:extLst>
          </p:cNvPr>
          <p:cNvSpPr>
            <a:spLocks/>
          </p:cNvSpPr>
          <p:nvPr/>
        </p:nvSpPr>
        <p:spPr>
          <a:xfrm>
            <a:off x="74335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68105098-6BC3-4205-AC37-18EB22744047}"/>
              </a:ext>
            </a:extLst>
          </p:cNvPr>
          <p:cNvSpPr>
            <a:spLocks/>
          </p:cNvSpPr>
          <p:nvPr/>
        </p:nvSpPr>
        <p:spPr>
          <a:xfrm>
            <a:off x="74192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13749DF1-1EA2-4031-BEA1-0704D034F8DF}"/>
              </a:ext>
            </a:extLst>
          </p:cNvPr>
          <p:cNvSpPr>
            <a:spLocks/>
          </p:cNvSpPr>
          <p:nvPr/>
        </p:nvSpPr>
        <p:spPr>
          <a:xfrm>
            <a:off x="737410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EFF09A35-EDD2-4976-81EC-AC887E26885C}"/>
              </a:ext>
            </a:extLst>
          </p:cNvPr>
          <p:cNvSpPr>
            <a:spLocks/>
          </p:cNvSpPr>
          <p:nvPr/>
        </p:nvSpPr>
        <p:spPr>
          <a:xfrm>
            <a:off x="7350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4E6E5E59-54EB-4B5C-8E31-5FED295F2CC7}"/>
              </a:ext>
            </a:extLst>
          </p:cNvPr>
          <p:cNvSpPr>
            <a:spLocks/>
          </p:cNvSpPr>
          <p:nvPr/>
        </p:nvSpPr>
        <p:spPr>
          <a:xfrm>
            <a:off x="73912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0DFC4308-69C9-444F-A203-03A9F781EE0C}"/>
              </a:ext>
            </a:extLst>
          </p:cNvPr>
          <p:cNvSpPr>
            <a:spLocks/>
          </p:cNvSpPr>
          <p:nvPr/>
        </p:nvSpPr>
        <p:spPr>
          <a:xfrm>
            <a:off x="7449570" y="21754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0F96D19-6850-4018-A94A-9991586817B9}"/>
              </a:ext>
            </a:extLst>
          </p:cNvPr>
          <p:cNvSpPr>
            <a:spLocks/>
          </p:cNvSpPr>
          <p:nvPr/>
        </p:nvSpPr>
        <p:spPr>
          <a:xfrm>
            <a:off x="73486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837D8134-201E-4334-9967-90EEC69F9624}"/>
              </a:ext>
            </a:extLst>
          </p:cNvPr>
          <p:cNvSpPr>
            <a:spLocks/>
          </p:cNvSpPr>
          <p:nvPr/>
        </p:nvSpPr>
        <p:spPr>
          <a:xfrm>
            <a:off x="7457558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FDCA0A17-4E77-49A4-A301-2D6A97210A39}"/>
              </a:ext>
            </a:extLst>
          </p:cNvPr>
          <p:cNvSpPr>
            <a:spLocks/>
          </p:cNvSpPr>
          <p:nvPr/>
        </p:nvSpPr>
        <p:spPr>
          <a:xfrm>
            <a:off x="7448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8E9CAD30-BE5B-4840-A7BB-31072DEC5CD1}"/>
              </a:ext>
            </a:extLst>
          </p:cNvPr>
          <p:cNvSpPr>
            <a:spLocks/>
          </p:cNvSpPr>
          <p:nvPr/>
        </p:nvSpPr>
        <p:spPr>
          <a:xfrm>
            <a:off x="742126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591168BD-F46A-46BA-A443-9A1EF402A5DC}"/>
              </a:ext>
            </a:extLst>
          </p:cNvPr>
          <p:cNvSpPr>
            <a:spLocks/>
          </p:cNvSpPr>
          <p:nvPr/>
        </p:nvSpPr>
        <p:spPr>
          <a:xfrm>
            <a:off x="744636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59CF3C5E-E62A-45F2-B94F-17544573A011}"/>
              </a:ext>
            </a:extLst>
          </p:cNvPr>
          <p:cNvSpPr>
            <a:spLocks/>
          </p:cNvSpPr>
          <p:nvPr/>
        </p:nvSpPr>
        <p:spPr>
          <a:xfrm>
            <a:off x="744659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AB4C745A-EEC3-41A7-9762-60B9D481D0AF}"/>
              </a:ext>
            </a:extLst>
          </p:cNvPr>
          <p:cNvSpPr>
            <a:spLocks/>
          </p:cNvSpPr>
          <p:nvPr/>
        </p:nvSpPr>
        <p:spPr>
          <a:xfrm>
            <a:off x="73886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5F9B0BBC-7288-4477-9E73-23814D4814D4}"/>
              </a:ext>
            </a:extLst>
          </p:cNvPr>
          <p:cNvSpPr>
            <a:spLocks/>
          </p:cNvSpPr>
          <p:nvPr/>
        </p:nvSpPr>
        <p:spPr>
          <a:xfrm>
            <a:off x="7399155" y="22236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9B564D8A-6FF2-4FF5-AA99-3168954C13CB}"/>
              </a:ext>
            </a:extLst>
          </p:cNvPr>
          <p:cNvSpPr>
            <a:spLocks/>
          </p:cNvSpPr>
          <p:nvPr/>
        </p:nvSpPr>
        <p:spPr>
          <a:xfrm>
            <a:off x="740825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5A080828-E3F4-4D7A-B023-4ABE0784FE24}"/>
              </a:ext>
            </a:extLst>
          </p:cNvPr>
          <p:cNvSpPr>
            <a:spLocks/>
          </p:cNvSpPr>
          <p:nvPr/>
        </p:nvSpPr>
        <p:spPr>
          <a:xfrm>
            <a:off x="743293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EEAC7D44-0017-421D-8594-35A69FE20086}"/>
              </a:ext>
            </a:extLst>
          </p:cNvPr>
          <p:cNvSpPr>
            <a:spLocks/>
          </p:cNvSpPr>
          <p:nvPr/>
        </p:nvSpPr>
        <p:spPr>
          <a:xfrm>
            <a:off x="746286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96EADAB5-BC76-42DD-A3DF-B65448CB6A24}"/>
              </a:ext>
            </a:extLst>
          </p:cNvPr>
          <p:cNvSpPr>
            <a:spLocks/>
          </p:cNvSpPr>
          <p:nvPr/>
        </p:nvSpPr>
        <p:spPr>
          <a:xfrm>
            <a:off x="7418455" y="24620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3C9A30F2-D92A-4BAE-89EE-84A9A9023910}"/>
              </a:ext>
            </a:extLst>
          </p:cNvPr>
          <p:cNvSpPr>
            <a:spLocks/>
          </p:cNvSpPr>
          <p:nvPr/>
        </p:nvSpPr>
        <p:spPr>
          <a:xfrm>
            <a:off x="741697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223FF20D-2A52-4ADF-9CDD-50D6FF1A7D3A}"/>
              </a:ext>
            </a:extLst>
          </p:cNvPr>
          <p:cNvSpPr>
            <a:spLocks/>
          </p:cNvSpPr>
          <p:nvPr/>
        </p:nvSpPr>
        <p:spPr>
          <a:xfrm>
            <a:off x="74327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42D5040E-A901-462C-9CA3-F1884F4B858B}"/>
              </a:ext>
            </a:extLst>
          </p:cNvPr>
          <p:cNvSpPr>
            <a:spLocks/>
          </p:cNvSpPr>
          <p:nvPr/>
        </p:nvSpPr>
        <p:spPr>
          <a:xfrm>
            <a:off x="7403847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8A74A29A-3F14-4273-8019-774521099EBD}"/>
              </a:ext>
            </a:extLst>
          </p:cNvPr>
          <p:cNvSpPr>
            <a:spLocks/>
          </p:cNvSpPr>
          <p:nvPr/>
        </p:nvSpPr>
        <p:spPr>
          <a:xfrm>
            <a:off x="735046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D4467D3A-41E9-4F07-896E-6B28792D5E2C}"/>
              </a:ext>
            </a:extLst>
          </p:cNvPr>
          <p:cNvSpPr>
            <a:spLocks/>
          </p:cNvSpPr>
          <p:nvPr/>
        </p:nvSpPr>
        <p:spPr>
          <a:xfrm>
            <a:off x="7448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93E5069B-5E98-4D3C-B3BB-E64EEDEB9547}"/>
              </a:ext>
            </a:extLst>
          </p:cNvPr>
          <p:cNvSpPr>
            <a:spLocks/>
          </p:cNvSpPr>
          <p:nvPr/>
        </p:nvSpPr>
        <p:spPr>
          <a:xfrm>
            <a:off x="74187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7E666EEE-5ACE-4062-AC52-20DF8F51417D}"/>
              </a:ext>
            </a:extLst>
          </p:cNvPr>
          <p:cNvSpPr>
            <a:spLocks/>
          </p:cNvSpPr>
          <p:nvPr/>
        </p:nvSpPr>
        <p:spPr>
          <a:xfrm>
            <a:off x="7369733" y="26362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3DEBFC3E-CCFA-42E3-A03B-D65DD25CC4B7}"/>
              </a:ext>
            </a:extLst>
          </p:cNvPr>
          <p:cNvSpPr>
            <a:spLocks/>
          </p:cNvSpPr>
          <p:nvPr/>
        </p:nvSpPr>
        <p:spPr>
          <a:xfrm>
            <a:off x="74657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335221D3-2E32-4DD1-851C-8B24D3560B46}"/>
              </a:ext>
            </a:extLst>
          </p:cNvPr>
          <p:cNvSpPr>
            <a:spLocks/>
          </p:cNvSpPr>
          <p:nvPr/>
        </p:nvSpPr>
        <p:spPr>
          <a:xfrm>
            <a:off x="738828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3D6CD8FB-7628-4A46-A609-113201E76EC6}"/>
              </a:ext>
            </a:extLst>
          </p:cNvPr>
          <p:cNvSpPr>
            <a:spLocks/>
          </p:cNvSpPr>
          <p:nvPr/>
        </p:nvSpPr>
        <p:spPr>
          <a:xfrm>
            <a:off x="74571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52D09358-F577-4530-9177-6DECE3603398}"/>
              </a:ext>
            </a:extLst>
          </p:cNvPr>
          <p:cNvSpPr>
            <a:spLocks/>
          </p:cNvSpPr>
          <p:nvPr/>
        </p:nvSpPr>
        <p:spPr>
          <a:xfrm>
            <a:off x="735724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A17B2A5B-E662-42DA-9C6C-C5498E8DD9E8}"/>
              </a:ext>
            </a:extLst>
          </p:cNvPr>
          <p:cNvSpPr>
            <a:spLocks/>
          </p:cNvSpPr>
          <p:nvPr/>
        </p:nvSpPr>
        <p:spPr>
          <a:xfrm>
            <a:off x="746628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7238A2D7-586F-4EEC-8707-49BEFF994F40}"/>
              </a:ext>
            </a:extLst>
          </p:cNvPr>
          <p:cNvSpPr>
            <a:spLocks/>
          </p:cNvSpPr>
          <p:nvPr/>
        </p:nvSpPr>
        <p:spPr>
          <a:xfrm>
            <a:off x="746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ED81A1F3-B533-4C3C-8E38-84553702D308}"/>
              </a:ext>
            </a:extLst>
          </p:cNvPr>
          <p:cNvSpPr>
            <a:spLocks/>
          </p:cNvSpPr>
          <p:nvPr/>
        </p:nvSpPr>
        <p:spPr>
          <a:xfrm>
            <a:off x="743709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04B32DD2-8B28-4981-B923-B5CD442305A6}"/>
              </a:ext>
            </a:extLst>
          </p:cNvPr>
          <p:cNvSpPr>
            <a:spLocks/>
          </p:cNvSpPr>
          <p:nvPr/>
        </p:nvSpPr>
        <p:spPr>
          <a:xfrm>
            <a:off x="740772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BC6D88DE-FB3B-49DB-8562-DB2BD93FB3E0}"/>
              </a:ext>
            </a:extLst>
          </p:cNvPr>
          <p:cNvSpPr>
            <a:spLocks/>
          </p:cNvSpPr>
          <p:nvPr/>
        </p:nvSpPr>
        <p:spPr>
          <a:xfrm>
            <a:off x="737337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4B6E2468-63BE-4784-A930-B00327836DA2}"/>
              </a:ext>
            </a:extLst>
          </p:cNvPr>
          <p:cNvSpPr>
            <a:spLocks/>
          </p:cNvSpPr>
          <p:nvPr/>
        </p:nvSpPr>
        <p:spPr>
          <a:xfrm>
            <a:off x="74427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64120387-A0CE-4A17-93D3-BD7474BD59B9}"/>
              </a:ext>
            </a:extLst>
          </p:cNvPr>
          <p:cNvSpPr>
            <a:spLocks/>
          </p:cNvSpPr>
          <p:nvPr/>
        </p:nvSpPr>
        <p:spPr>
          <a:xfrm>
            <a:off x="746149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8FF1A7D9-21F4-48FF-B9F7-5D869BAE2F17}"/>
              </a:ext>
            </a:extLst>
          </p:cNvPr>
          <p:cNvSpPr>
            <a:spLocks/>
          </p:cNvSpPr>
          <p:nvPr/>
        </p:nvSpPr>
        <p:spPr>
          <a:xfrm>
            <a:off x="7373697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D0ECC022-E17F-4BD5-BDBB-D74FB82E9FC4}"/>
              </a:ext>
            </a:extLst>
          </p:cNvPr>
          <p:cNvSpPr>
            <a:spLocks/>
          </p:cNvSpPr>
          <p:nvPr/>
        </p:nvSpPr>
        <p:spPr>
          <a:xfrm>
            <a:off x="7363915" y="28373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E342A44D-2764-46B2-9EEF-4BDBFF4B5A7F}"/>
              </a:ext>
            </a:extLst>
          </p:cNvPr>
          <p:cNvSpPr>
            <a:spLocks/>
          </p:cNvSpPr>
          <p:nvPr/>
        </p:nvSpPr>
        <p:spPr>
          <a:xfrm>
            <a:off x="74340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B3A8FEC3-ECC8-4AD5-9511-B8885FF6AE3B}"/>
              </a:ext>
            </a:extLst>
          </p:cNvPr>
          <p:cNvSpPr>
            <a:spLocks/>
          </p:cNvSpPr>
          <p:nvPr/>
        </p:nvSpPr>
        <p:spPr>
          <a:xfrm>
            <a:off x="7348524" y="2114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D4DB4D94-C8A1-4AD4-869C-CE89A4638E4C}"/>
              </a:ext>
            </a:extLst>
          </p:cNvPr>
          <p:cNvSpPr>
            <a:spLocks/>
          </p:cNvSpPr>
          <p:nvPr/>
        </p:nvSpPr>
        <p:spPr>
          <a:xfrm>
            <a:off x="73872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1BAF045D-08DF-4B4A-A5CB-0BB80323A09E}"/>
              </a:ext>
            </a:extLst>
          </p:cNvPr>
          <p:cNvSpPr>
            <a:spLocks/>
          </p:cNvSpPr>
          <p:nvPr/>
        </p:nvSpPr>
        <p:spPr>
          <a:xfrm>
            <a:off x="738753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10436CE9-7F22-45B1-AFD3-7EBC57299919}"/>
              </a:ext>
            </a:extLst>
          </p:cNvPr>
          <p:cNvSpPr>
            <a:spLocks/>
          </p:cNvSpPr>
          <p:nvPr/>
        </p:nvSpPr>
        <p:spPr>
          <a:xfrm>
            <a:off x="7421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435A1C9C-E53D-45CB-94F0-4809F4B9CB65}"/>
              </a:ext>
            </a:extLst>
          </p:cNvPr>
          <p:cNvSpPr>
            <a:spLocks/>
          </p:cNvSpPr>
          <p:nvPr/>
        </p:nvSpPr>
        <p:spPr>
          <a:xfrm>
            <a:off x="743815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01654ADF-3348-4C6D-B702-7EF4842A9166}"/>
              </a:ext>
            </a:extLst>
          </p:cNvPr>
          <p:cNvSpPr>
            <a:spLocks/>
          </p:cNvSpPr>
          <p:nvPr/>
        </p:nvSpPr>
        <p:spPr>
          <a:xfrm>
            <a:off x="7437189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9988CF2E-9FAF-4505-BCAF-10B38E42E9FA}"/>
              </a:ext>
            </a:extLst>
          </p:cNvPr>
          <p:cNvSpPr>
            <a:spLocks/>
          </p:cNvSpPr>
          <p:nvPr/>
        </p:nvSpPr>
        <p:spPr>
          <a:xfrm>
            <a:off x="7435923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3268A178-19DD-4116-96DF-381CFB230C94}"/>
              </a:ext>
            </a:extLst>
          </p:cNvPr>
          <p:cNvSpPr>
            <a:spLocks/>
          </p:cNvSpPr>
          <p:nvPr/>
        </p:nvSpPr>
        <p:spPr>
          <a:xfrm>
            <a:off x="73691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1E98478D-B606-4C36-90AE-0F65E6E89F04}"/>
              </a:ext>
            </a:extLst>
          </p:cNvPr>
          <p:cNvSpPr>
            <a:spLocks/>
          </p:cNvSpPr>
          <p:nvPr/>
        </p:nvSpPr>
        <p:spPr>
          <a:xfrm>
            <a:off x="7398222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8F0D7E75-38EA-4EDC-B6ED-BF3EECA0481C}"/>
              </a:ext>
            </a:extLst>
          </p:cNvPr>
          <p:cNvSpPr>
            <a:spLocks/>
          </p:cNvSpPr>
          <p:nvPr/>
        </p:nvSpPr>
        <p:spPr>
          <a:xfrm>
            <a:off x="73776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5DD30ED6-27E5-45C0-AB95-D3ED1170C1DE}"/>
              </a:ext>
            </a:extLst>
          </p:cNvPr>
          <p:cNvSpPr>
            <a:spLocks/>
          </p:cNvSpPr>
          <p:nvPr/>
        </p:nvSpPr>
        <p:spPr>
          <a:xfrm>
            <a:off x="739553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45E37ABD-BEBB-44BF-A5CE-8A090231A6B1}"/>
              </a:ext>
            </a:extLst>
          </p:cNvPr>
          <p:cNvSpPr>
            <a:spLocks/>
          </p:cNvSpPr>
          <p:nvPr/>
        </p:nvSpPr>
        <p:spPr>
          <a:xfrm>
            <a:off x="76921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A5A78986-FAB4-442B-8994-FCF94D0965D3}"/>
              </a:ext>
            </a:extLst>
          </p:cNvPr>
          <p:cNvSpPr>
            <a:spLocks/>
          </p:cNvSpPr>
          <p:nvPr/>
        </p:nvSpPr>
        <p:spPr>
          <a:xfrm>
            <a:off x="76921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98BDF5F6-B138-4A5E-A4C0-6C371CB56801}"/>
              </a:ext>
            </a:extLst>
          </p:cNvPr>
          <p:cNvSpPr>
            <a:spLocks/>
          </p:cNvSpPr>
          <p:nvPr/>
        </p:nvSpPr>
        <p:spPr>
          <a:xfrm>
            <a:off x="7685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9F528D32-5C91-433F-ACBF-3084AB53DBF3}"/>
              </a:ext>
            </a:extLst>
          </p:cNvPr>
          <p:cNvSpPr>
            <a:spLocks/>
          </p:cNvSpPr>
          <p:nvPr/>
        </p:nvSpPr>
        <p:spPr>
          <a:xfrm>
            <a:off x="769755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654AD4CA-D997-4355-8184-8F6173A0CBAD}"/>
              </a:ext>
            </a:extLst>
          </p:cNvPr>
          <p:cNvSpPr>
            <a:spLocks/>
          </p:cNvSpPr>
          <p:nvPr/>
        </p:nvSpPr>
        <p:spPr>
          <a:xfrm>
            <a:off x="7646365" y="1965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86524573-5A75-4DE9-992D-6F3197E5C639}"/>
              </a:ext>
            </a:extLst>
          </p:cNvPr>
          <p:cNvSpPr>
            <a:spLocks/>
          </p:cNvSpPr>
          <p:nvPr/>
        </p:nvSpPr>
        <p:spPr>
          <a:xfrm>
            <a:off x="7709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2B0E1AA9-8FA3-48FB-8A35-B0B149CFFD32}"/>
              </a:ext>
            </a:extLst>
          </p:cNvPr>
          <p:cNvSpPr>
            <a:spLocks/>
          </p:cNvSpPr>
          <p:nvPr/>
        </p:nvSpPr>
        <p:spPr>
          <a:xfrm>
            <a:off x="76662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C3D1EE0B-2A6E-4A5B-AA98-9FBB3C66ADD3}"/>
              </a:ext>
            </a:extLst>
          </p:cNvPr>
          <p:cNvSpPr>
            <a:spLocks/>
          </p:cNvSpPr>
          <p:nvPr/>
        </p:nvSpPr>
        <p:spPr>
          <a:xfrm>
            <a:off x="76102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01197D99-ED36-46AC-8E58-EE61C51EFE3A}"/>
              </a:ext>
            </a:extLst>
          </p:cNvPr>
          <p:cNvSpPr>
            <a:spLocks/>
          </p:cNvSpPr>
          <p:nvPr/>
        </p:nvSpPr>
        <p:spPr>
          <a:xfrm>
            <a:off x="759974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20AB50FF-5013-4486-B9C5-2C4D97B3C821}"/>
              </a:ext>
            </a:extLst>
          </p:cNvPr>
          <p:cNvSpPr>
            <a:spLocks/>
          </p:cNvSpPr>
          <p:nvPr/>
        </p:nvSpPr>
        <p:spPr>
          <a:xfrm>
            <a:off x="769382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457DEE02-43EB-47C6-8290-8699FF12BBF3}"/>
              </a:ext>
            </a:extLst>
          </p:cNvPr>
          <p:cNvSpPr>
            <a:spLocks/>
          </p:cNvSpPr>
          <p:nvPr/>
        </p:nvSpPr>
        <p:spPr>
          <a:xfrm>
            <a:off x="7665448" y="25388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7F4E8512-21AD-4916-99C6-007761C60181}"/>
              </a:ext>
            </a:extLst>
          </p:cNvPr>
          <p:cNvSpPr>
            <a:spLocks/>
          </p:cNvSpPr>
          <p:nvPr/>
        </p:nvSpPr>
        <p:spPr>
          <a:xfrm>
            <a:off x="76278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C644BC9F-94C5-473A-9432-DF0DB56BA6E7}"/>
              </a:ext>
            </a:extLst>
          </p:cNvPr>
          <p:cNvSpPr>
            <a:spLocks/>
          </p:cNvSpPr>
          <p:nvPr/>
        </p:nvSpPr>
        <p:spPr>
          <a:xfrm>
            <a:off x="76622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A22C4ECA-34F7-443F-A065-3C1F03002974}"/>
              </a:ext>
            </a:extLst>
          </p:cNvPr>
          <p:cNvSpPr>
            <a:spLocks/>
          </p:cNvSpPr>
          <p:nvPr/>
        </p:nvSpPr>
        <p:spPr>
          <a:xfrm>
            <a:off x="7667120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7DA89F5A-21B1-4130-9361-BC336BA45140}"/>
              </a:ext>
            </a:extLst>
          </p:cNvPr>
          <p:cNvSpPr>
            <a:spLocks/>
          </p:cNvSpPr>
          <p:nvPr/>
        </p:nvSpPr>
        <p:spPr>
          <a:xfrm>
            <a:off x="760210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47459712-7E4A-4969-9C52-6EC76EF805AA}"/>
              </a:ext>
            </a:extLst>
          </p:cNvPr>
          <p:cNvSpPr>
            <a:spLocks/>
          </p:cNvSpPr>
          <p:nvPr/>
        </p:nvSpPr>
        <p:spPr>
          <a:xfrm>
            <a:off x="7688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2C6F13DD-4435-4A89-A87C-4B995D035EEC}"/>
              </a:ext>
            </a:extLst>
          </p:cNvPr>
          <p:cNvSpPr>
            <a:spLocks/>
          </p:cNvSpPr>
          <p:nvPr/>
        </p:nvSpPr>
        <p:spPr>
          <a:xfrm>
            <a:off x="77089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2D146B03-0457-4C2F-AB7B-8F0CD22F4711}"/>
              </a:ext>
            </a:extLst>
          </p:cNvPr>
          <p:cNvSpPr>
            <a:spLocks/>
          </p:cNvSpPr>
          <p:nvPr/>
        </p:nvSpPr>
        <p:spPr>
          <a:xfrm>
            <a:off x="76498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640546C5-F270-46D0-8771-C9F7E36C81F4}"/>
              </a:ext>
            </a:extLst>
          </p:cNvPr>
          <p:cNvSpPr>
            <a:spLocks/>
          </p:cNvSpPr>
          <p:nvPr/>
        </p:nvSpPr>
        <p:spPr>
          <a:xfrm>
            <a:off x="767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5DCD2654-BABB-4B61-8561-A7E1041936CA}"/>
              </a:ext>
            </a:extLst>
          </p:cNvPr>
          <p:cNvSpPr>
            <a:spLocks/>
          </p:cNvSpPr>
          <p:nvPr/>
        </p:nvSpPr>
        <p:spPr>
          <a:xfrm>
            <a:off x="76935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0D5F2759-A879-415D-B03E-3490C4FF8DC6}"/>
              </a:ext>
            </a:extLst>
          </p:cNvPr>
          <p:cNvSpPr>
            <a:spLocks/>
          </p:cNvSpPr>
          <p:nvPr/>
        </p:nvSpPr>
        <p:spPr>
          <a:xfrm>
            <a:off x="7622079" y="18405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BF0BCE99-1E60-4909-A397-BEED71366852}"/>
              </a:ext>
            </a:extLst>
          </p:cNvPr>
          <p:cNvSpPr>
            <a:spLocks/>
          </p:cNvSpPr>
          <p:nvPr/>
        </p:nvSpPr>
        <p:spPr>
          <a:xfrm>
            <a:off x="76680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B1D34C8-B7CE-4DF2-9479-66D6D9A51B64}"/>
              </a:ext>
            </a:extLst>
          </p:cNvPr>
          <p:cNvSpPr>
            <a:spLocks/>
          </p:cNvSpPr>
          <p:nvPr/>
        </p:nvSpPr>
        <p:spPr>
          <a:xfrm>
            <a:off x="77173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64760A8F-EB5F-4D32-B4B7-DB7FCC102348}"/>
              </a:ext>
            </a:extLst>
          </p:cNvPr>
          <p:cNvSpPr>
            <a:spLocks/>
          </p:cNvSpPr>
          <p:nvPr/>
        </p:nvSpPr>
        <p:spPr>
          <a:xfrm>
            <a:off x="76244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8ED52E09-B245-495B-BA09-0C4312035542}"/>
              </a:ext>
            </a:extLst>
          </p:cNvPr>
          <p:cNvSpPr>
            <a:spLocks/>
          </p:cNvSpPr>
          <p:nvPr/>
        </p:nvSpPr>
        <p:spPr>
          <a:xfrm>
            <a:off x="7656715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816AB274-8E57-4A3A-AF24-5CEDCA9525E8}"/>
              </a:ext>
            </a:extLst>
          </p:cNvPr>
          <p:cNvSpPr>
            <a:spLocks/>
          </p:cNvSpPr>
          <p:nvPr/>
        </p:nvSpPr>
        <p:spPr>
          <a:xfrm>
            <a:off x="763310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E09099CE-A64A-451A-B6B7-944D960B90D0}"/>
              </a:ext>
            </a:extLst>
          </p:cNvPr>
          <p:cNvSpPr>
            <a:spLocks/>
          </p:cNvSpPr>
          <p:nvPr/>
        </p:nvSpPr>
        <p:spPr>
          <a:xfrm>
            <a:off x="7662648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C4D4681B-D09A-441D-AC8F-54851687A4C7}"/>
              </a:ext>
            </a:extLst>
          </p:cNvPr>
          <p:cNvSpPr>
            <a:spLocks/>
          </p:cNvSpPr>
          <p:nvPr/>
        </p:nvSpPr>
        <p:spPr>
          <a:xfrm>
            <a:off x="7687568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1295E920-3A9B-46E0-810B-9FF3CBADFBEE}"/>
              </a:ext>
            </a:extLst>
          </p:cNvPr>
          <p:cNvSpPr>
            <a:spLocks/>
          </p:cNvSpPr>
          <p:nvPr/>
        </p:nvSpPr>
        <p:spPr>
          <a:xfrm>
            <a:off x="76753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4DB1F27D-8E54-45E4-8F2F-D664BC3A298E}"/>
              </a:ext>
            </a:extLst>
          </p:cNvPr>
          <p:cNvSpPr>
            <a:spLocks/>
          </p:cNvSpPr>
          <p:nvPr/>
        </p:nvSpPr>
        <p:spPr>
          <a:xfrm>
            <a:off x="764551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75146D83-47AB-4ECD-8057-F3E9F63F8C7A}"/>
              </a:ext>
            </a:extLst>
          </p:cNvPr>
          <p:cNvSpPr>
            <a:spLocks/>
          </p:cNvSpPr>
          <p:nvPr/>
        </p:nvSpPr>
        <p:spPr>
          <a:xfrm>
            <a:off x="76584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12361862-F5C0-4449-9645-591B29153C45}"/>
              </a:ext>
            </a:extLst>
          </p:cNvPr>
          <p:cNvSpPr>
            <a:spLocks/>
          </p:cNvSpPr>
          <p:nvPr/>
        </p:nvSpPr>
        <p:spPr>
          <a:xfrm>
            <a:off x="7611681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7AFFC355-6CD2-4FB6-A1BF-BA1B2515E49A}"/>
              </a:ext>
            </a:extLst>
          </p:cNvPr>
          <p:cNvSpPr>
            <a:spLocks/>
          </p:cNvSpPr>
          <p:nvPr/>
        </p:nvSpPr>
        <p:spPr>
          <a:xfrm>
            <a:off x="770509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A9FF9DBE-8045-4E79-8053-FE56DF4B3C08}"/>
              </a:ext>
            </a:extLst>
          </p:cNvPr>
          <p:cNvSpPr>
            <a:spLocks/>
          </p:cNvSpPr>
          <p:nvPr/>
        </p:nvSpPr>
        <p:spPr>
          <a:xfrm>
            <a:off x="7605456" y="32404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DE6E22C6-901B-478A-BF99-7232A182BCEF}"/>
              </a:ext>
            </a:extLst>
          </p:cNvPr>
          <p:cNvSpPr>
            <a:spLocks/>
          </p:cNvSpPr>
          <p:nvPr/>
        </p:nvSpPr>
        <p:spPr>
          <a:xfrm>
            <a:off x="76609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37393848-F911-4A68-85D9-7BDB20D0C23E}"/>
              </a:ext>
            </a:extLst>
          </p:cNvPr>
          <p:cNvSpPr>
            <a:spLocks/>
          </p:cNvSpPr>
          <p:nvPr/>
        </p:nvSpPr>
        <p:spPr>
          <a:xfrm>
            <a:off x="7634115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A0C4A580-0865-4DB9-8DE8-8F9C25F8F1D4}"/>
              </a:ext>
            </a:extLst>
          </p:cNvPr>
          <p:cNvSpPr>
            <a:spLocks/>
          </p:cNvSpPr>
          <p:nvPr/>
        </p:nvSpPr>
        <p:spPr>
          <a:xfrm>
            <a:off x="764077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4AC025E7-31ED-40DE-AC28-8230F50DE2C9}"/>
              </a:ext>
            </a:extLst>
          </p:cNvPr>
          <p:cNvSpPr>
            <a:spLocks/>
          </p:cNvSpPr>
          <p:nvPr/>
        </p:nvSpPr>
        <p:spPr>
          <a:xfrm>
            <a:off x="766471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683463DA-4C74-4C41-B1CD-6B4DF83A61A5}"/>
              </a:ext>
            </a:extLst>
          </p:cNvPr>
          <p:cNvSpPr>
            <a:spLocks/>
          </p:cNvSpPr>
          <p:nvPr/>
        </p:nvSpPr>
        <p:spPr>
          <a:xfrm>
            <a:off x="76048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030450FD-4883-46A9-92D0-6E2FDD55610B}"/>
              </a:ext>
            </a:extLst>
          </p:cNvPr>
          <p:cNvSpPr>
            <a:spLocks/>
          </p:cNvSpPr>
          <p:nvPr/>
        </p:nvSpPr>
        <p:spPr>
          <a:xfrm>
            <a:off x="77170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B4B9EA92-ABEC-49B9-BB84-2ECB34E59655}"/>
              </a:ext>
            </a:extLst>
          </p:cNvPr>
          <p:cNvSpPr>
            <a:spLocks/>
          </p:cNvSpPr>
          <p:nvPr/>
        </p:nvSpPr>
        <p:spPr>
          <a:xfrm>
            <a:off x="768652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F5A0613B-ABC5-4634-904C-6A857CC29D88}"/>
              </a:ext>
            </a:extLst>
          </p:cNvPr>
          <p:cNvSpPr>
            <a:spLocks/>
          </p:cNvSpPr>
          <p:nvPr/>
        </p:nvSpPr>
        <p:spPr>
          <a:xfrm>
            <a:off x="76829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583C04D4-460A-45DC-9747-C3D66DB33271}"/>
              </a:ext>
            </a:extLst>
          </p:cNvPr>
          <p:cNvSpPr>
            <a:spLocks/>
          </p:cNvSpPr>
          <p:nvPr/>
        </p:nvSpPr>
        <p:spPr>
          <a:xfrm>
            <a:off x="771611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72D7D6C8-3BE3-4A5F-BD30-FEF5497041CD}"/>
              </a:ext>
            </a:extLst>
          </p:cNvPr>
          <p:cNvSpPr>
            <a:spLocks/>
          </p:cNvSpPr>
          <p:nvPr/>
        </p:nvSpPr>
        <p:spPr>
          <a:xfrm>
            <a:off x="76688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BDFF695A-B5E5-484A-B1C6-B7D05F1D931C}"/>
              </a:ext>
            </a:extLst>
          </p:cNvPr>
          <p:cNvSpPr>
            <a:spLocks/>
          </p:cNvSpPr>
          <p:nvPr/>
        </p:nvSpPr>
        <p:spPr>
          <a:xfrm>
            <a:off x="76911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CE9A7EEC-0953-4670-B217-952213013844}"/>
              </a:ext>
            </a:extLst>
          </p:cNvPr>
          <p:cNvSpPr>
            <a:spLocks/>
          </p:cNvSpPr>
          <p:nvPr/>
        </p:nvSpPr>
        <p:spPr>
          <a:xfrm>
            <a:off x="76384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B0F8B0DB-9607-4D4D-B320-D298F9F3DBAE}"/>
              </a:ext>
            </a:extLst>
          </p:cNvPr>
          <p:cNvSpPr>
            <a:spLocks/>
          </p:cNvSpPr>
          <p:nvPr/>
        </p:nvSpPr>
        <p:spPr>
          <a:xfrm>
            <a:off x="76207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E7F6DC17-8244-4BCC-A8AA-5726C6085693}"/>
              </a:ext>
            </a:extLst>
          </p:cNvPr>
          <p:cNvSpPr>
            <a:spLocks/>
          </p:cNvSpPr>
          <p:nvPr/>
        </p:nvSpPr>
        <p:spPr>
          <a:xfrm>
            <a:off x="76669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6927DAE8-3924-401F-9B1E-737570D1EA2A}"/>
              </a:ext>
            </a:extLst>
          </p:cNvPr>
          <p:cNvSpPr>
            <a:spLocks/>
          </p:cNvSpPr>
          <p:nvPr/>
        </p:nvSpPr>
        <p:spPr>
          <a:xfrm>
            <a:off x="760009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9C4E5719-E31C-4AA3-BCB4-EA407AF67645}"/>
              </a:ext>
            </a:extLst>
          </p:cNvPr>
          <p:cNvSpPr>
            <a:spLocks/>
          </p:cNvSpPr>
          <p:nvPr/>
        </p:nvSpPr>
        <p:spPr>
          <a:xfrm>
            <a:off x="76423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ADC5F6A2-6057-46F4-9D8D-18813502C648}"/>
              </a:ext>
            </a:extLst>
          </p:cNvPr>
          <p:cNvSpPr>
            <a:spLocks/>
          </p:cNvSpPr>
          <p:nvPr/>
        </p:nvSpPr>
        <p:spPr>
          <a:xfrm>
            <a:off x="7649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9ECEA84C-F6F7-492B-8A60-1C2B190596D3}"/>
              </a:ext>
            </a:extLst>
          </p:cNvPr>
          <p:cNvSpPr>
            <a:spLocks/>
          </p:cNvSpPr>
          <p:nvPr/>
        </p:nvSpPr>
        <p:spPr>
          <a:xfrm>
            <a:off x="76793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E0F3F07C-1D80-4305-B23D-A0ABDAD7C358}"/>
              </a:ext>
            </a:extLst>
          </p:cNvPr>
          <p:cNvSpPr>
            <a:spLocks/>
          </p:cNvSpPr>
          <p:nvPr/>
        </p:nvSpPr>
        <p:spPr>
          <a:xfrm>
            <a:off x="77021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EE80BD72-E503-403E-878C-DD5CE12690BA}"/>
              </a:ext>
            </a:extLst>
          </p:cNvPr>
          <p:cNvSpPr>
            <a:spLocks/>
          </p:cNvSpPr>
          <p:nvPr/>
        </p:nvSpPr>
        <p:spPr>
          <a:xfrm>
            <a:off x="7663660" y="1765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59546F94-B246-46A9-8F6C-A3CA022C461E}"/>
              </a:ext>
            </a:extLst>
          </p:cNvPr>
          <p:cNvSpPr>
            <a:spLocks/>
          </p:cNvSpPr>
          <p:nvPr/>
        </p:nvSpPr>
        <p:spPr>
          <a:xfrm>
            <a:off x="7698113" y="18700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FEA76E44-71EA-449A-B3E7-442CA683E143}"/>
              </a:ext>
            </a:extLst>
          </p:cNvPr>
          <p:cNvSpPr>
            <a:spLocks/>
          </p:cNvSpPr>
          <p:nvPr/>
        </p:nvSpPr>
        <p:spPr>
          <a:xfrm>
            <a:off x="760057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69D64BE4-B466-4BFB-B90D-A48A2D89A5A0}"/>
              </a:ext>
            </a:extLst>
          </p:cNvPr>
          <p:cNvSpPr>
            <a:spLocks/>
          </p:cNvSpPr>
          <p:nvPr/>
        </p:nvSpPr>
        <p:spPr>
          <a:xfrm>
            <a:off x="76025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A9028C81-3738-4238-ABEF-6274A1F52737}"/>
              </a:ext>
            </a:extLst>
          </p:cNvPr>
          <p:cNvSpPr>
            <a:spLocks/>
          </p:cNvSpPr>
          <p:nvPr/>
        </p:nvSpPr>
        <p:spPr>
          <a:xfrm>
            <a:off x="76290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B4711858-6290-455D-82EC-C082323BB813}"/>
              </a:ext>
            </a:extLst>
          </p:cNvPr>
          <p:cNvSpPr>
            <a:spLocks/>
          </p:cNvSpPr>
          <p:nvPr/>
        </p:nvSpPr>
        <p:spPr>
          <a:xfrm>
            <a:off x="766436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0A86288-DEDD-4BC6-8457-1125D412D4D0}"/>
              </a:ext>
            </a:extLst>
          </p:cNvPr>
          <p:cNvSpPr>
            <a:spLocks/>
          </p:cNvSpPr>
          <p:nvPr/>
        </p:nvSpPr>
        <p:spPr>
          <a:xfrm>
            <a:off x="76232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9EAE873A-39DA-4FC8-B6C8-8AF7E42C952E}"/>
              </a:ext>
            </a:extLst>
          </p:cNvPr>
          <p:cNvSpPr>
            <a:spLocks/>
          </p:cNvSpPr>
          <p:nvPr/>
        </p:nvSpPr>
        <p:spPr>
          <a:xfrm>
            <a:off x="7654168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7D6A8F45-A5DC-474E-A288-E101D4791CF2}"/>
              </a:ext>
            </a:extLst>
          </p:cNvPr>
          <p:cNvSpPr>
            <a:spLocks/>
          </p:cNvSpPr>
          <p:nvPr/>
        </p:nvSpPr>
        <p:spPr>
          <a:xfrm>
            <a:off x="76697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F59779AD-1326-40FD-84B4-B918389D8F61}"/>
              </a:ext>
            </a:extLst>
          </p:cNvPr>
          <p:cNvSpPr>
            <a:spLocks/>
          </p:cNvSpPr>
          <p:nvPr/>
        </p:nvSpPr>
        <p:spPr>
          <a:xfrm>
            <a:off x="76706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E223981B-988A-40F6-B953-31D9A1901AD3}"/>
              </a:ext>
            </a:extLst>
          </p:cNvPr>
          <p:cNvSpPr>
            <a:spLocks/>
          </p:cNvSpPr>
          <p:nvPr/>
        </p:nvSpPr>
        <p:spPr>
          <a:xfrm>
            <a:off x="763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170E3692-11F8-4AB0-909F-9A0F3FF95A78}"/>
              </a:ext>
            </a:extLst>
          </p:cNvPr>
          <p:cNvSpPr>
            <a:spLocks/>
          </p:cNvSpPr>
          <p:nvPr/>
        </p:nvSpPr>
        <p:spPr>
          <a:xfrm>
            <a:off x="76867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ADDF1A96-356D-4833-AB37-E3380DA772C5}"/>
              </a:ext>
            </a:extLst>
          </p:cNvPr>
          <p:cNvSpPr>
            <a:spLocks/>
          </p:cNvSpPr>
          <p:nvPr/>
        </p:nvSpPr>
        <p:spPr>
          <a:xfrm>
            <a:off x="7674787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16E60CBB-6EFF-44DC-9F5F-8B36617EF9C2}"/>
              </a:ext>
            </a:extLst>
          </p:cNvPr>
          <p:cNvSpPr>
            <a:spLocks/>
          </p:cNvSpPr>
          <p:nvPr/>
        </p:nvSpPr>
        <p:spPr>
          <a:xfrm>
            <a:off x="7689995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72AC9164-4ABF-4CCB-A47C-3BDBFF9694F9}"/>
              </a:ext>
            </a:extLst>
          </p:cNvPr>
          <p:cNvSpPr>
            <a:spLocks/>
          </p:cNvSpPr>
          <p:nvPr/>
        </p:nvSpPr>
        <p:spPr>
          <a:xfrm>
            <a:off x="76402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64117202-909E-4415-9139-74D351D52AF2}"/>
              </a:ext>
            </a:extLst>
          </p:cNvPr>
          <p:cNvSpPr>
            <a:spLocks/>
          </p:cNvSpPr>
          <p:nvPr/>
        </p:nvSpPr>
        <p:spPr>
          <a:xfrm>
            <a:off x="767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9AA26102-3481-46B8-B218-276195FB5BA9}"/>
              </a:ext>
            </a:extLst>
          </p:cNvPr>
          <p:cNvSpPr>
            <a:spLocks/>
          </p:cNvSpPr>
          <p:nvPr/>
        </p:nvSpPr>
        <p:spPr>
          <a:xfrm>
            <a:off x="7704425" y="29961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C0E6AF0D-DFEF-4B54-BE17-E186264F614A}"/>
              </a:ext>
            </a:extLst>
          </p:cNvPr>
          <p:cNvSpPr>
            <a:spLocks/>
          </p:cNvSpPr>
          <p:nvPr/>
        </p:nvSpPr>
        <p:spPr>
          <a:xfrm>
            <a:off x="76580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7F667B0E-722C-4F27-8DDE-210090EB5BAF}"/>
              </a:ext>
            </a:extLst>
          </p:cNvPr>
          <p:cNvSpPr>
            <a:spLocks/>
          </p:cNvSpPr>
          <p:nvPr/>
        </p:nvSpPr>
        <p:spPr>
          <a:xfrm>
            <a:off x="7604287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5C2EBFFB-FE6A-4D2D-B6F8-E951DE49192C}"/>
              </a:ext>
            </a:extLst>
          </p:cNvPr>
          <p:cNvSpPr>
            <a:spLocks/>
          </p:cNvSpPr>
          <p:nvPr/>
        </p:nvSpPr>
        <p:spPr>
          <a:xfrm>
            <a:off x="76841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149E33A6-9651-4CCF-A501-9344463126C2}"/>
              </a:ext>
            </a:extLst>
          </p:cNvPr>
          <p:cNvSpPr>
            <a:spLocks/>
          </p:cNvSpPr>
          <p:nvPr/>
        </p:nvSpPr>
        <p:spPr>
          <a:xfrm>
            <a:off x="7628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F6C448EB-F997-4988-A342-33DEFA7F2312}"/>
              </a:ext>
            </a:extLst>
          </p:cNvPr>
          <p:cNvSpPr>
            <a:spLocks/>
          </p:cNvSpPr>
          <p:nvPr/>
        </p:nvSpPr>
        <p:spPr>
          <a:xfrm>
            <a:off x="771104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C1D614BF-24A9-4F8A-A13A-BBE92068D79D}"/>
              </a:ext>
            </a:extLst>
          </p:cNvPr>
          <p:cNvSpPr>
            <a:spLocks/>
          </p:cNvSpPr>
          <p:nvPr/>
        </p:nvSpPr>
        <p:spPr>
          <a:xfrm>
            <a:off x="7637882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42C0E032-017B-42B3-BF15-D9A676AC2B23}"/>
              </a:ext>
            </a:extLst>
          </p:cNvPr>
          <p:cNvSpPr>
            <a:spLocks/>
          </p:cNvSpPr>
          <p:nvPr/>
        </p:nvSpPr>
        <p:spPr>
          <a:xfrm>
            <a:off x="759843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2905CD7B-EC02-454A-A44D-5C10F06FEAB2}"/>
              </a:ext>
            </a:extLst>
          </p:cNvPr>
          <p:cNvSpPr>
            <a:spLocks/>
          </p:cNvSpPr>
          <p:nvPr/>
        </p:nvSpPr>
        <p:spPr>
          <a:xfrm>
            <a:off x="76963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4CA461E2-56CB-4A43-BA05-255E5E28B851}"/>
              </a:ext>
            </a:extLst>
          </p:cNvPr>
          <p:cNvSpPr>
            <a:spLocks/>
          </p:cNvSpPr>
          <p:nvPr/>
        </p:nvSpPr>
        <p:spPr>
          <a:xfrm>
            <a:off x="765877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06126074-A5E9-476A-85D8-060612B35D1A}"/>
              </a:ext>
            </a:extLst>
          </p:cNvPr>
          <p:cNvSpPr>
            <a:spLocks/>
          </p:cNvSpPr>
          <p:nvPr/>
        </p:nvSpPr>
        <p:spPr>
          <a:xfrm>
            <a:off x="7696188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9F7E3311-C8D2-4E9C-8C04-E4A914CAC717}"/>
              </a:ext>
            </a:extLst>
          </p:cNvPr>
          <p:cNvSpPr>
            <a:spLocks/>
          </p:cNvSpPr>
          <p:nvPr/>
        </p:nvSpPr>
        <p:spPr>
          <a:xfrm>
            <a:off x="76203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E3542D90-115E-46F3-85F6-FF215F6ABFCD}"/>
              </a:ext>
            </a:extLst>
          </p:cNvPr>
          <p:cNvSpPr>
            <a:spLocks/>
          </p:cNvSpPr>
          <p:nvPr/>
        </p:nvSpPr>
        <p:spPr>
          <a:xfrm>
            <a:off x="763425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02CB9ED3-99B0-498B-B778-4311F84D0CB1}"/>
              </a:ext>
            </a:extLst>
          </p:cNvPr>
          <p:cNvSpPr>
            <a:spLocks/>
          </p:cNvSpPr>
          <p:nvPr/>
        </p:nvSpPr>
        <p:spPr>
          <a:xfrm>
            <a:off x="7607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030F6438-D9DA-4972-83AF-5E080437AB0D}"/>
              </a:ext>
            </a:extLst>
          </p:cNvPr>
          <p:cNvSpPr>
            <a:spLocks/>
          </p:cNvSpPr>
          <p:nvPr/>
        </p:nvSpPr>
        <p:spPr>
          <a:xfrm>
            <a:off x="76602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89F08300-4363-4E40-B6C4-63A0E61B85F0}"/>
              </a:ext>
            </a:extLst>
          </p:cNvPr>
          <p:cNvSpPr>
            <a:spLocks/>
          </p:cNvSpPr>
          <p:nvPr/>
        </p:nvSpPr>
        <p:spPr>
          <a:xfrm>
            <a:off x="770086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EDEDCBC5-DA2F-43A9-A68C-0B8033360013}"/>
              </a:ext>
            </a:extLst>
          </p:cNvPr>
          <p:cNvSpPr>
            <a:spLocks/>
          </p:cNvSpPr>
          <p:nvPr/>
        </p:nvSpPr>
        <p:spPr>
          <a:xfrm>
            <a:off x="7676220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F4872D8D-3B31-4D0B-8BA7-C15756D6FD06}"/>
              </a:ext>
            </a:extLst>
          </p:cNvPr>
          <p:cNvSpPr>
            <a:spLocks/>
          </p:cNvSpPr>
          <p:nvPr/>
        </p:nvSpPr>
        <p:spPr>
          <a:xfrm>
            <a:off x="761367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F75F78B4-CBF0-4B59-8CBA-C1AF3C55887A}"/>
              </a:ext>
            </a:extLst>
          </p:cNvPr>
          <p:cNvSpPr>
            <a:spLocks/>
          </p:cNvSpPr>
          <p:nvPr/>
        </p:nvSpPr>
        <p:spPr>
          <a:xfrm>
            <a:off x="76073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9ED38A9F-9279-4BC8-91DC-72EC893F97ED}"/>
              </a:ext>
            </a:extLst>
          </p:cNvPr>
          <p:cNvSpPr>
            <a:spLocks/>
          </p:cNvSpPr>
          <p:nvPr/>
        </p:nvSpPr>
        <p:spPr>
          <a:xfrm>
            <a:off x="765489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B7B238FD-860C-4098-A472-D5CDA4559CEC}"/>
              </a:ext>
            </a:extLst>
          </p:cNvPr>
          <p:cNvSpPr>
            <a:spLocks/>
          </p:cNvSpPr>
          <p:nvPr/>
        </p:nvSpPr>
        <p:spPr>
          <a:xfrm>
            <a:off x="76344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C0C2500B-CBC5-41A9-97AB-B90FEE6C61C4}"/>
              </a:ext>
            </a:extLst>
          </p:cNvPr>
          <p:cNvSpPr>
            <a:spLocks/>
          </p:cNvSpPr>
          <p:nvPr/>
        </p:nvSpPr>
        <p:spPr>
          <a:xfrm>
            <a:off x="7646276" y="2496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48E0E1C0-9662-4A0F-A48A-7A8D5634914D}"/>
              </a:ext>
            </a:extLst>
          </p:cNvPr>
          <p:cNvSpPr>
            <a:spLocks/>
          </p:cNvSpPr>
          <p:nvPr/>
        </p:nvSpPr>
        <p:spPr>
          <a:xfrm>
            <a:off x="76867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10683145-A8F6-4C92-813D-DA8A3B4BC4B2}"/>
              </a:ext>
            </a:extLst>
          </p:cNvPr>
          <p:cNvSpPr>
            <a:spLocks/>
          </p:cNvSpPr>
          <p:nvPr/>
        </p:nvSpPr>
        <p:spPr>
          <a:xfrm>
            <a:off x="76356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B93ADEF6-2FB9-46B0-A93E-7BAFFBDFE5F1}"/>
              </a:ext>
            </a:extLst>
          </p:cNvPr>
          <p:cNvSpPr>
            <a:spLocks/>
          </p:cNvSpPr>
          <p:nvPr/>
        </p:nvSpPr>
        <p:spPr>
          <a:xfrm>
            <a:off x="76401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5FEA2A52-D74E-4825-93B9-C24498F50958}"/>
              </a:ext>
            </a:extLst>
          </p:cNvPr>
          <p:cNvSpPr>
            <a:spLocks/>
          </p:cNvSpPr>
          <p:nvPr/>
        </p:nvSpPr>
        <p:spPr>
          <a:xfrm>
            <a:off x="76830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31AADB5E-F5EA-44AD-B8F6-A232725C5874}"/>
              </a:ext>
            </a:extLst>
          </p:cNvPr>
          <p:cNvSpPr>
            <a:spLocks/>
          </p:cNvSpPr>
          <p:nvPr/>
        </p:nvSpPr>
        <p:spPr>
          <a:xfrm>
            <a:off x="762454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91C4B9F1-0200-4536-ADE2-88EE889F2486}"/>
              </a:ext>
            </a:extLst>
          </p:cNvPr>
          <p:cNvSpPr>
            <a:spLocks/>
          </p:cNvSpPr>
          <p:nvPr/>
        </p:nvSpPr>
        <p:spPr>
          <a:xfrm>
            <a:off x="7630111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146A0277-F5CA-42BD-9487-EEB3F09780C4}"/>
              </a:ext>
            </a:extLst>
          </p:cNvPr>
          <p:cNvSpPr>
            <a:spLocks/>
          </p:cNvSpPr>
          <p:nvPr/>
        </p:nvSpPr>
        <p:spPr>
          <a:xfrm>
            <a:off x="76289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FBF6F872-9B74-4507-8A26-D91BDDEC469B}"/>
              </a:ext>
            </a:extLst>
          </p:cNvPr>
          <p:cNvSpPr>
            <a:spLocks/>
          </p:cNvSpPr>
          <p:nvPr/>
        </p:nvSpPr>
        <p:spPr>
          <a:xfrm>
            <a:off x="769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577DB805-BC83-42FB-8A09-A2F4C8BEF3C0}"/>
              </a:ext>
            </a:extLst>
          </p:cNvPr>
          <p:cNvSpPr>
            <a:spLocks/>
          </p:cNvSpPr>
          <p:nvPr/>
        </p:nvSpPr>
        <p:spPr>
          <a:xfrm>
            <a:off x="7608316" y="17862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2DE962F2-02BF-49FA-A80F-17C71C745BDD}"/>
              </a:ext>
            </a:extLst>
          </p:cNvPr>
          <p:cNvSpPr>
            <a:spLocks/>
          </p:cNvSpPr>
          <p:nvPr/>
        </p:nvSpPr>
        <p:spPr>
          <a:xfrm>
            <a:off x="7602583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2E6ED494-444B-4282-B488-2CBBBF690072}"/>
              </a:ext>
            </a:extLst>
          </p:cNvPr>
          <p:cNvSpPr>
            <a:spLocks/>
          </p:cNvSpPr>
          <p:nvPr/>
        </p:nvSpPr>
        <p:spPr>
          <a:xfrm>
            <a:off x="77166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D335B188-2D9F-4E06-A19F-2727177A4F9F}"/>
              </a:ext>
            </a:extLst>
          </p:cNvPr>
          <p:cNvSpPr>
            <a:spLocks/>
          </p:cNvSpPr>
          <p:nvPr/>
        </p:nvSpPr>
        <p:spPr>
          <a:xfrm>
            <a:off x="770352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93DE4BA4-6B61-4A01-A517-48E3A78E3CA7}"/>
              </a:ext>
            </a:extLst>
          </p:cNvPr>
          <p:cNvSpPr>
            <a:spLocks/>
          </p:cNvSpPr>
          <p:nvPr/>
        </p:nvSpPr>
        <p:spPr>
          <a:xfrm>
            <a:off x="76346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DFA45DE8-6045-450F-A44F-43054273BD55}"/>
              </a:ext>
            </a:extLst>
          </p:cNvPr>
          <p:cNvSpPr>
            <a:spLocks/>
          </p:cNvSpPr>
          <p:nvPr/>
        </p:nvSpPr>
        <p:spPr>
          <a:xfrm>
            <a:off x="7653385" y="175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8778F3E4-019A-4C65-9BF4-91D2462E2255}"/>
              </a:ext>
            </a:extLst>
          </p:cNvPr>
          <p:cNvSpPr>
            <a:spLocks/>
          </p:cNvSpPr>
          <p:nvPr/>
        </p:nvSpPr>
        <p:spPr>
          <a:xfrm>
            <a:off x="767421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03F74D86-7E10-4A03-B2B2-347FE74AF29A}"/>
              </a:ext>
            </a:extLst>
          </p:cNvPr>
          <p:cNvSpPr>
            <a:spLocks/>
          </p:cNvSpPr>
          <p:nvPr/>
        </p:nvSpPr>
        <p:spPr>
          <a:xfrm>
            <a:off x="76040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DDEB2A05-4DC9-4608-B8D8-066D4474A7DA}"/>
              </a:ext>
            </a:extLst>
          </p:cNvPr>
          <p:cNvSpPr>
            <a:spLocks/>
          </p:cNvSpPr>
          <p:nvPr/>
        </p:nvSpPr>
        <p:spPr>
          <a:xfrm>
            <a:off x="7606804" y="2245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CCB1BCD2-6C97-496F-A710-02543E6791AB}"/>
              </a:ext>
            </a:extLst>
          </p:cNvPr>
          <p:cNvSpPr>
            <a:spLocks/>
          </p:cNvSpPr>
          <p:nvPr/>
        </p:nvSpPr>
        <p:spPr>
          <a:xfrm>
            <a:off x="770640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857DB3B7-E623-4B4E-BD51-E1C80CF1A209}"/>
              </a:ext>
            </a:extLst>
          </p:cNvPr>
          <p:cNvSpPr>
            <a:spLocks/>
          </p:cNvSpPr>
          <p:nvPr/>
        </p:nvSpPr>
        <p:spPr>
          <a:xfrm>
            <a:off x="76437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A9FF825A-4B05-4B85-A2A8-29698489DE63}"/>
              </a:ext>
            </a:extLst>
          </p:cNvPr>
          <p:cNvSpPr>
            <a:spLocks/>
          </p:cNvSpPr>
          <p:nvPr/>
        </p:nvSpPr>
        <p:spPr>
          <a:xfrm>
            <a:off x="76817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9D1E1C36-A90A-46C3-AF21-EDD3E3AA14D5}"/>
              </a:ext>
            </a:extLst>
          </p:cNvPr>
          <p:cNvSpPr>
            <a:spLocks/>
          </p:cNvSpPr>
          <p:nvPr/>
        </p:nvSpPr>
        <p:spPr>
          <a:xfrm>
            <a:off x="76574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670D779A-7867-4BA7-B762-8530D3B81840}"/>
              </a:ext>
            </a:extLst>
          </p:cNvPr>
          <p:cNvSpPr>
            <a:spLocks/>
          </p:cNvSpPr>
          <p:nvPr/>
        </p:nvSpPr>
        <p:spPr>
          <a:xfrm>
            <a:off x="77132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A64B2185-ECCF-43E2-966D-3F3454BB8415}"/>
              </a:ext>
            </a:extLst>
          </p:cNvPr>
          <p:cNvSpPr>
            <a:spLocks/>
          </p:cNvSpPr>
          <p:nvPr/>
        </p:nvSpPr>
        <p:spPr>
          <a:xfrm>
            <a:off x="760839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EFE3BBAC-38DE-4C4E-A13E-C3EF7F205E56}"/>
              </a:ext>
            </a:extLst>
          </p:cNvPr>
          <p:cNvSpPr>
            <a:spLocks/>
          </p:cNvSpPr>
          <p:nvPr/>
        </p:nvSpPr>
        <p:spPr>
          <a:xfrm>
            <a:off x="76333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58929218-8CEC-4112-B331-A871F0996323}"/>
              </a:ext>
            </a:extLst>
          </p:cNvPr>
          <p:cNvSpPr>
            <a:spLocks/>
          </p:cNvSpPr>
          <p:nvPr/>
        </p:nvSpPr>
        <p:spPr>
          <a:xfrm>
            <a:off x="77007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F00111F7-B9D5-4860-8BA9-140AAAF87AB6}"/>
              </a:ext>
            </a:extLst>
          </p:cNvPr>
          <p:cNvSpPr>
            <a:spLocks/>
          </p:cNvSpPr>
          <p:nvPr/>
        </p:nvSpPr>
        <p:spPr>
          <a:xfrm>
            <a:off x="7687637" y="2324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93153759-31C7-4AC7-BF8A-F3C8A9C3EDE5}"/>
              </a:ext>
            </a:extLst>
          </p:cNvPr>
          <p:cNvSpPr>
            <a:spLocks/>
          </p:cNvSpPr>
          <p:nvPr/>
        </p:nvSpPr>
        <p:spPr>
          <a:xfrm>
            <a:off x="7639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39DA104B-0B57-482D-A070-3ADAED5863DA}"/>
              </a:ext>
            </a:extLst>
          </p:cNvPr>
          <p:cNvSpPr>
            <a:spLocks/>
          </p:cNvSpPr>
          <p:nvPr/>
        </p:nvSpPr>
        <p:spPr>
          <a:xfrm>
            <a:off x="764729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B2570823-BF81-4C76-959A-70C71FEFF665}"/>
              </a:ext>
            </a:extLst>
          </p:cNvPr>
          <p:cNvSpPr>
            <a:spLocks/>
          </p:cNvSpPr>
          <p:nvPr/>
        </p:nvSpPr>
        <p:spPr>
          <a:xfrm>
            <a:off x="76663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8836D6A7-3FE1-4DEA-B754-824E2DCCA752}"/>
              </a:ext>
            </a:extLst>
          </p:cNvPr>
          <p:cNvSpPr>
            <a:spLocks/>
          </p:cNvSpPr>
          <p:nvPr/>
        </p:nvSpPr>
        <p:spPr>
          <a:xfrm>
            <a:off x="767560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DA4F36FE-D049-4500-9389-1C722EE0C3E8}"/>
              </a:ext>
            </a:extLst>
          </p:cNvPr>
          <p:cNvSpPr>
            <a:spLocks/>
          </p:cNvSpPr>
          <p:nvPr/>
        </p:nvSpPr>
        <p:spPr>
          <a:xfrm>
            <a:off x="7634138" y="21048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F1DCA577-C9D3-44A3-B285-9B4B1DE92686}"/>
              </a:ext>
            </a:extLst>
          </p:cNvPr>
          <p:cNvSpPr>
            <a:spLocks/>
          </p:cNvSpPr>
          <p:nvPr/>
        </p:nvSpPr>
        <p:spPr>
          <a:xfrm>
            <a:off x="763153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E9ED6D17-0B7E-4294-8B43-0BAAFA46D85C}"/>
              </a:ext>
            </a:extLst>
          </p:cNvPr>
          <p:cNvSpPr>
            <a:spLocks/>
          </p:cNvSpPr>
          <p:nvPr/>
        </p:nvSpPr>
        <p:spPr>
          <a:xfrm>
            <a:off x="766347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69CA8943-DD7A-4A68-B01E-091A0204BA81}"/>
              </a:ext>
            </a:extLst>
          </p:cNvPr>
          <p:cNvSpPr>
            <a:spLocks/>
          </p:cNvSpPr>
          <p:nvPr/>
        </p:nvSpPr>
        <p:spPr>
          <a:xfrm>
            <a:off x="76689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BA8A0136-86A9-4056-8970-10486ABD379C}"/>
              </a:ext>
            </a:extLst>
          </p:cNvPr>
          <p:cNvSpPr>
            <a:spLocks/>
          </p:cNvSpPr>
          <p:nvPr/>
        </p:nvSpPr>
        <p:spPr>
          <a:xfrm>
            <a:off x="760417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E70EC071-DB53-4332-B501-23A81850E054}"/>
              </a:ext>
            </a:extLst>
          </p:cNvPr>
          <p:cNvSpPr>
            <a:spLocks/>
          </p:cNvSpPr>
          <p:nvPr/>
        </p:nvSpPr>
        <p:spPr>
          <a:xfrm>
            <a:off x="76081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34ECD734-A1FA-447F-A386-9A9946E7AEE8}"/>
              </a:ext>
            </a:extLst>
          </p:cNvPr>
          <p:cNvSpPr>
            <a:spLocks/>
          </p:cNvSpPr>
          <p:nvPr/>
        </p:nvSpPr>
        <p:spPr>
          <a:xfrm>
            <a:off x="763358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CFEE02D5-7BEC-49EA-AFCD-17832FF016B3}"/>
              </a:ext>
            </a:extLst>
          </p:cNvPr>
          <p:cNvSpPr>
            <a:spLocks/>
          </p:cNvSpPr>
          <p:nvPr/>
        </p:nvSpPr>
        <p:spPr>
          <a:xfrm>
            <a:off x="759878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7F98730B-5C0E-4D37-A49A-0027B8D19A90}"/>
              </a:ext>
            </a:extLst>
          </p:cNvPr>
          <p:cNvSpPr>
            <a:spLocks/>
          </p:cNvSpPr>
          <p:nvPr/>
        </p:nvSpPr>
        <p:spPr>
          <a:xfrm>
            <a:off x="76962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B5E7C410-66D6-4C9C-ADAD-F37A073BFCE4}"/>
              </a:ext>
            </a:extLst>
          </p:cNvPr>
          <p:cNvSpPr>
            <a:spLocks/>
          </p:cNvSpPr>
          <p:nvPr/>
        </p:nvSpPr>
        <p:spPr>
          <a:xfrm>
            <a:off x="768335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656F9743-0B87-41BE-A129-ADA557081C78}"/>
              </a:ext>
            </a:extLst>
          </p:cNvPr>
          <p:cNvSpPr>
            <a:spLocks/>
          </p:cNvSpPr>
          <p:nvPr/>
        </p:nvSpPr>
        <p:spPr>
          <a:xfrm>
            <a:off x="762794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ADCE1669-956E-473A-A9CE-7B0AAC4284E4}"/>
              </a:ext>
            </a:extLst>
          </p:cNvPr>
          <p:cNvSpPr>
            <a:spLocks/>
          </p:cNvSpPr>
          <p:nvPr/>
        </p:nvSpPr>
        <p:spPr>
          <a:xfrm>
            <a:off x="77023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F4E3108B-C565-44E5-891D-935AE3535F5B}"/>
              </a:ext>
            </a:extLst>
          </p:cNvPr>
          <p:cNvSpPr>
            <a:spLocks/>
          </p:cNvSpPr>
          <p:nvPr/>
        </p:nvSpPr>
        <p:spPr>
          <a:xfrm>
            <a:off x="75997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7CABDAF8-62FF-4AF7-90C0-F2BA79C4CFAD}"/>
              </a:ext>
            </a:extLst>
          </p:cNvPr>
          <p:cNvSpPr>
            <a:spLocks/>
          </p:cNvSpPr>
          <p:nvPr/>
        </p:nvSpPr>
        <p:spPr>
          <a:xfrm>
            <a:off x="7649368" y="21754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F55DF35E-AD47-4352-B2D2-D140EFBD6252}"/>
              </a:ext>
            </a:extLst>
          </p:cNvPr>
          <p:cNvSpPr>
            <a:spLocks/>
          </p:cNvSpPr>
          <p:nvPr/>
        </p:nvSpPr>
        <p:spPr>
          <a:xfrm>
            <a:off x="76277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D297A95D-6DA7-4AB7-B327-EAB5903BA974}"/>
              </a:ext>
            </a:extLst>
          </p:cNvPr>
          <p:cNvSpPr>
            <a:spLocks/>
          </p:cNvSpPr>
          <p:nvPr/>
        </p:nvSpPr>
        <p:spPr>
          <a:xfrm>
            <a:off x="76498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A1C5C7F5-8A5E-4D0F-BF5E-9AD8FB2D0BA0}"/>
              </a:ext>
            </a:extLst>
          </p:cNvPr>
          <p:cNvSpPr>
            <a:spLocks/>
          </p:cNvSpPr>
          <p:nvPr/>
        </p:nvSpPr>
        <p:spPr>
          <a:xfrm>
            <a:off x="76384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1FCA4D64-E5C4-488B-9A33-24142C58B813}"/>
              </a:ext>
            </a:extLst>
          </p:cNvPr>
          <p:cNvSpPr>
            <a:spLocks/>
          </p:cNvSpPr>
          <p:nvPr/>
        </p:nvSpPr>
        <p:spPr>
          <a:xfrm>
            <a:off x="765412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D060B1D5-A015-4CD5-9F3D-DE6F4B97CBDD}"/>
              </a:ext>
            </a:extLst>
          </p:cNvPr>
          <p:cNvSpPr>
            <a:spLocks/>
          </p:cNvSpPr>
          <p:nvPr/>
        </p:nvSpPr>
        <p:spPr>
          <a:xfrm>
            <a:off x="765713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0864937D-A87F-41E8-8E3A-D257F21EEDF6}"/>
              </a:ext>
            </a:extLst>
          </p:cNvPr>
          <p:cNvSpPr>
            <a:spLocks/>
          </p:cNvSpPr>
          <p:nvPr/>
        </p:nvSpPr>
        <p:spPr>
          <a:xfrm>
            <a:off x="76473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88E65448-F824-45B5-BDBB-1C7A871CD118}"/>
              </a:ext>
            </a:extLst>
          </p:cNvPr>
          <p:cNvSpPr>
            <a:spLocks/>
          </p:cNvSpPr>
          <p:nvPr/>
        </p:nvSpPr>
        <p:spPr>
          <a:xfrm>
            <a:off x="76282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60E16481-E535-4CA0-8E6F-ED6E2E1E57BE}"/>
              </a:ext>
            </a:extLst>
          </p:cNvPr>
          <p:cNvSpPr>
            <a:spLocks/>
          </p:cNvSpPr>
          <p:nvPr/>
        </p:nvSpPr>
        <p:spPr>
          <a:xfrm>
            <a:off x="7714983" y="26755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CB5A2F4E-0148-477D-AA02-633199BBF4E4}"/>
              </a:ext>
            </a:extLst>
          </p:cNvPr>
          <p:cNvSpPr>
            <a:spLocks/>
          </p:cNvSpPr>
          <p:nvPr/>
        </p:nvSpPr>
        <p:spPr>
          <a:xfrm>
            <a:off x="7685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A8F910AA-03EC-4865-9D31-FDB280AF9440}"/>
              </a:ext>
            </a:extLst>
          </p:cNvPr>
          <p:cNvSpPr>
            <a:spLocks/>
          </p:cNvSpPr>
          <p:nvPr/>
        </p:nvSpPr>
        <p:spPr>
          <a:xfrm>
            <a:off x="760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6D523718-1BB7-43C5-929E-E6253837EABA}"/>
              </a:ext>
            </a:extLst>
          </p:cNvPr>
          <p:cNvSpPr>
            <a:spLocks/>
          </p:cNvSpPr>
          <p:nvPr/>
        </p:nvSpPr>
        <p:spPr>
          <a:xfrm>
            <a:off x="76314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8856898C-E331-4EFE-B711-CF919F1A4762}"/>
              </a:ext>
            </a:extLst>
          </p:cNvPr>
          <p:cNvSpPr>
            <a:spLocks/>
          </p:cNvSpPr>
          <p:nvPr/>
        </p:nvSpPr>
        <p:spPr>
          <a:xfrm>
            <a:off x="76630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4D952EC3-73A7-4A1D-BF8E-942B4F6729C5}"/>
              </a:ext>
            </a:extLst>
          </p:cNvPr>
          <p:cNvSpPr>
            <a:spLocks/>
          </p:cNvSpPr>
          <p:nvPr/>
        </p:nvSpPr>
        <p:spPr>
          <a:xfrm>
            <a:off x="76189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D1E2FD45-F479-4339-9F9D-52269C21B465}"/>
              </a:ext>
            </a:extLst>
          </p:cNvPr>
          <p:cNvSpPr>
            <a:spLocks/>
          </p:cNvSpPr>
          <p:nvPr/>
        </p:nvSpPr>
        <p:spPr>
          <a:xfrm>
            <a:off x="7703848" y="18292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873BA198-88F2-41A1-A216-8F892D73033E}"/>
              </a:ext>
            </a:extLst>
          </p:cNvPr>
          <p:cNvSpPr>
            <a:spLocks/>
          </p:cNvSpPr>
          <p:nvPr/>
        </p:nvSpPr>
        <p:spPr>
          <a:xfrm>
            <a:off x="7683644" y="21585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FD37AA5A-6631-47C8-B78D-B3230AF5704B}"/>
              </a:ext>
            </a:extLst>
          </p:cNvPr>
          <p:cNvSpPr>
            <a:spLocks/>
          </p:cNvSpPr>
          <p:nvPr/>
        </p:nvSpPr>
        <p:spPr>
          <a:xfrm>
            <a:off x="76844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1A75C3A-6988-4A82-9F81-D2F59201052A}"/>
              </a:ext>
            </a:extLst>
          </p:cNvPr>
          <p:cNvSpPr>
            <a:spLocks/>
          </p:cNvSpPr>
          <p:nvPr/>
        </p:nvSpPr>
        <p:spPr>
          <a:xfrm>
            <a:off x="76962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D959D66B-5A0B-4DE7-9A16-4ED185F22807}"/>
              </a:ext>
            </a:extLst>
          </p:cNvPr>
          <p:cNvSpPr>
            <a:spLocks/>
          </p:cNvSpPr>
          <p:nvPr/>
        </p:nvSpPr>
        <p:spPr>
          <a:xfrm>
            <a:off x="76330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C918D775-AE50-4C9F-A6EF-802E412976F1}"/>
              </a:ext>
            </a:extLst>
          </p:cNvPr>
          <p:cNvSpPr>
            <a:spLocks/>
          </p:cNvSpPr>
          <p:nvPr/>
        </p:nvSpPr>
        <p:spPr>
          <a:xfrm>
            <a:off x="7644901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4A4CE7F8-379D-4A7A-8882-C8A8F2F66B9C}"/>
              </a:ext>
            </a:extLst>
          </p:cNvPr>
          <p:cNvSpPr>
            <a:spLocks/>
          </p:cNvSpPr>
          <p:nvPr/>
        </p:nvSpPr>
        <p:spPr>
          <a:xfrm>
            <a:off x="76088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47706A1A-F947-40A6-9BD2-C113E7522524}"/>
              </a:ext>
            </a:extLst>
          </p:cNvPr>
          <p:cNvSpPr>
            <a:spLocks/>
          </p:cNvSpPr>
          <p:nvPr/>
        </p:nvSpPr>
        <p:spPr>
          <a:xfrm>
            <a:off x="7615916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00D94AC3-61B3-4CCF-8BF7-48DD3EF1DCC7}"/>
              </a:ext>
            </a:extLst>
          </p:cNvPr>
          <p:cNvSpPr>
            <a:spLocks/>
          </p:cNvSpPr>
          <p:nvPr/>
        </p:nvSpPr>
        <p:spPr>
          <a:xfrm>
            <a:off x="765140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F48C720E-CBE5-45CD-B1E2-FA69D57266E5}"/>
              </a:ext>
            </a:extLst>
          </p:cNvPr>
          <p:cNvSpPr>
            <a:spLocks/>
          </p:cNvSpPr>
          <p:nvPr/>
        </p:nvSpPr>
        <p:spPr>
          <a:xfrm>
            <a:off x="7657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FEF30958-3779-47B9-A0D0-49CDDCC11BD0}"/>
              </a:ext>
            </a:extLst>
          </p:cNvPr>
          <p:cNvSpPr>
            <a:spLocks/>
          </p:cNvSpPr>
          <p:nvPr/>
        </p:nvSpPr>
        <p:spPr>
          <a:xfrm>
            <a:off x="7676537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05521CC8-55D0-490F-8AB6-2DF4F897FB5F}"/>
              </a:ext>
            </a:extLst>
          </p:cNvPr>
          <p:cNvSpPr>
            <a:spLocks/>
          </p:cNvSpPr>
          <p:nvPr/>
        </p:nvSpPr>
        <p:spPr>
          <a:xfrm>
            <a:off x="76736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B9592EE7-1A14-4744-BD6A-EB44A1C71EF8}"/>
              </a:ext>
            </a:extLst>
          </p:cNvPr>
          <p:cNvSpPr>
            <a:spLocks/>
          </p:cNvSpPr>
          <p:nvPr/>
        </p:nvSpPr>
        <p:spPr>
          <a:xfrm>
            <a:off x="7713443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0A9BA67D-93FC-469A-909C-C7D4619B99DE}"/>
              </a:ext>
            </a:extLst>
          </p:cNvPr>
          <p:cNvSpPr>
            <a:spLocks/>
          </p:cNvSpPr>
          <p:nvPr/>
        </p:nvSpPr>
        <p:spPr>
          <a:xfrm>
            <a:off x="7645671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E1005866-2EFE-453F-9B71-718724074572}"/>
              </a:ext>
            </a:extLst>
          </p:cNvPr>
          <p:cNvSpPr>
            <a:spLocks/>
          </p:cNvSpPr>
          <p:nvPr/>
        </p:nvSpPr>
        <p:spPr>
          <a:xfrm>
            <a:off x="761467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3BE40360-23F3-4AA3-B7DA-94602D0459E3}"/>
              </a:ext>
            </a:extLst>
          </p:cNvPr>
          <p:cNvSpPr>
            <a:spLocks/>
          </p:cNvSpPr>
          <p:nvPr/>
        </p:nvSpPr>
        <p:spPr>
          <a:xfrm>
            <a:off x="76361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87FF71C9-034D-4F57-9EBA-358FDBD5418C}"/>
              </a:ext>
            </a:extLst>
          </p:cNvPr>
          <p:cNvSpPr>
            <a:spLocks/>
          </p:cNvSpPr>
          <p:nvPr/>
        </p:nvSpPr>
        <p:spPr>
          <a:xfrm>
            <a:off x="763080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D0FF2B16-F9CE-441B-AACC-34E961795FD0}"/>
              </a:ext>
            </a:extLst>
          </p:cNvPr>
          <p:cNvSpPr>
            <a:spLocks/>
          </p:cNvSpPr>
          <p:nvPr/>
        </p:nvSpPr>
        <p:spPr>
          <a:xfrm>
            <a:off x="761829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9D50A81F-E294-432B-94F5-B589492E8313}"/>
              </a:ext>
            </a:extLst>
          </p:cNvPr>
          <p:cNvSpPr>
            <a:spLocks/>
          </p:cNvSpPr>
          <p:nvPr/>
        </p:nvSpPr>
        <p:spPr>
          <a:xfrm>
            <a:off x="7655207" y="2842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778AA440-96AF-40CC-AA2D-27F389A8769F}"/>
              </a:ext>
            </a:extLst>
          </p:cNvPr>
          <p:cNvSpPr>
            <a:spLocks/>
          </p:cNvSpPr>
          <p:nvPr/>
        </p:nvSpPr>
        <p:spPr>
          <a:xfrm>
            <a:off x="765844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90FC624F-95FF-4D61-9DC0-03A74C5DC471}"/>
              </a:ext>
            </a:extLst>
          </p:cNvPr>
          <p:cNvSpPr>
            <a:spLocks/>
          </p:cNvSpPr>
          <p:nvPr/>
        </p:nvSpPr>
        <p:spPr>
          <a:xfrm>
            <a:off x="7695932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B42B6553-86B9-4D63-8310-F494E2F92A2F}"/>
              </a:ext>
            </a:extLst>
          </p:cNvPr>
          <p:cNvSpPr>
            <a:spLocks/>
          </p:cNvSpPr>
          <p:nvPr/>
        </p:nvSpPr>
        <p:spPr>
          <a:xfrm>
            <a:off x="76605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1C4C5338-7519-4EBA-8E49-CD8EB40CFDC4}"/>
              </a:ext>
            </a:extLst>
          </p:cNvPr>
          <p:cNvSpPr>
            <a:spLocks/>
          </p:cNvSpPr>
          <p:nvPr/>
        </p:nvSpPr>
        <p:spPr>
          <a:xfrm>
            <a:off x="77035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5378B8B9-F0ED-4D57-879B-C67C0A9C2713}"/>
              </a:ext>
            </a:extLst>
          </p:cNvPr>
          <p:cNvSpPr>
            <a:spLocks/>
          </p:cNvSpPr>
          <p:nvPr/>
        </p:nvSpPr>
        <p:spPr>
          <a:xfrm>
            <a:off x="76265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24C58360-3F74-481E-9990-5E6A84A9396E}"/>
              </a:ext>
            </a:extLst>
          </p:cNvPr>
          <p:cNvSpPr>
            <a:spLocks/>
          </p:cNvSpPr>
          <p:nvPr/>
        </p:nvSpPr>
        <p:spPr>
          <a:xfrm>
            <a:off x="763493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11411E6C-A49C-4F75-AA8D-F0DD79C103BD}"/>
              </a:ext>
            </a:extLst>
          </p:cNvPr>
          <p:cNvSpPr>
            <a:spLocks/>
          </p:cNvSpPr>
          <p:nvPr/>
        </p:nvSpPr>
        <p:spPr>
          <a:xfrm>
            <a:off x="7699767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E905F1DD-958B-4526-ACE2-DA376E457B76}"/>
              </a:ext>
            </a:extLst>
          </p:cNvPr>
          <p:cNvSpPr>
            <a:spLocks/>
          </p:cNvSpPr>
          <p:nvPr/>
        </p:nvSpPr>
        <p:spPr>
          <a:xfrm>
            <a:off x="76251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1DE9888D-6EE9-4849-A365-46030989D45A}"/>
              </a:ext>
            </a:extLst>
          </p:cNvPr>
          <p:cNvSpPr>
            <a:spLocks/>
          </p:cNvSpPr>
          <p:nvPr/>
        </p:nvSpPr>
        <p:spPr>
          <a:xfrm>
            <a:off x="7639629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F5848CEB-871C-4A22-8AAE-57A75EC90130}"/>
              </a:ext>
            </a:extLst>
          </p:cNvPr>
          <p:cNvSpPr>
            <a:spLocks/>
          </p:cNvSpPr>
          <p:nvPr/>
        </p:nvSpPr>
        <p:spPr>
          <a:xfrm>
            <a:off x="7660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7AE698EE-DA38-4A63-8AC0-10EEA842AD25}"/>
              </a:ext>
            </a:extLst>
          </p:cNvPr>
          <p:cNvSpPr>
            <a:spLocks/>
          </p:cNvSpPr>
          <p:nvPr/>
        </p:nvSpPr>
        <p:spPr>
          <a:xfrm>
            <a:off x="7684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F7A8CD54-1112-4931-B0C3-3A88C5DF1EFC}"/>
              </a:ext>
            </a:extLst>
          </p:cNvPr>
          <p:cNvSpPr>
            <a:spLocks/>
          </p:cNvSpPr>
          <p:nvPr/>
        </p:nvSpPr>
        <p:spPr>
          <a:xfrm>
            <a:off x="76623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8A898B22-D1C4-412F-BB93-55BC1F142EE0}"/>
              </a:ext>
            </a:extLst>
          </p:cNvPr>
          <p:cNvSpPr>
            <a:spLocks/>
          </p:cNvSpPr>
          <p:nvPr/>
        </p:nvSpPr>
        <p:spPr>
          <a:xfrm>
            <a:off x="81927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528FA1E0-0F82-4151-A0B2-E3A1A7A0736D}"/>
              </a:ext>
            </a:extLst>
          </p:cNvPr>
          <p:cNvSpPr>
            <a:spLocks/>
          </p:cNvSpPr>
          <p:nvPr/>
        </p:nvSpPr>
        <p:spPr>
          <a:xfrm>
            <a:off x="8201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DD2622DE-2037-4346-9209-2F1ED0806840}"/>
              </a:ext>
            </a:extLst>
          </p:cNvPr>
          <p:cNvSpPr>
            <a:spLocks/>
          </p:cNvSpPr>
          <p:nvPr/>
        </p:nvSpPr>
        <p:spPr>
          <a:xfrm>
            <a:off x="81764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F08921A1-DA48-4241-A074-AF443A3F8CA9}"/>
              </a:ext>
            </a:extLst>
          </p:cNvPr>
          <p:cNvSpPr>
            <a:spLocks/>
          </p:cNvSpPr>
          <p:nvPr/>
        </p:nvSpPr>
        <p:spPr>
          <a:xfrm>
            <a:off x="81751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6FB3B71F-C1A6-4CE2-9F0E-218D63B46F45}"/>
              </a:ext>
            </a:extLst>
          </p:cNvPr>
          <p:cNvSpPr>
            <a:spLocks/>
          </p:cNvSpPr>
          <p:nvPr/>
        </p:nvSpPr>
        <p:spPr>
          <a:xfrm>
            <a:off x="8175751" y="2530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73F6A55E-5B49-4837-91E0-510C21FA750C}"/>
              </a:ext>
            </a:extLst>
          </p:cNvPr>
          <p:cNvSpPr>
            <a:spLocks/>
          </p:cNvSpPr>
          <p:nvPr/>
        </p:nvSpPr>
        <p:spPr>
          <a:xfrm>
            <a:off x="8222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82C3414D-24A9-4F2A-86E0-47D0499F0D52}"/>
              </a:ext>
            </a:extLst>
          </p:cNvPr>
          <p:cNvSpPr>
            <a:spLocks/>
          </p:cNvSpPr>
          <p:nvPr/>
        </p:nvSpPr>
        <p:spPr>
          <a:xfrm>
            <a:off x="81872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D9BE77A7-6E79-4A69-B6DC-C5F25621EDEF}"/>
              </a:ext>
            </a:extLst>
          </p:cNvPr>
          <p:cNvSpPr>
            <a:spLocks/>
          </p:cNvSpPr>
          <p:nvPr/>
        </p:nvSpPr>
        <p:spPr>
          <a:xfrm>
            <a:off x="81976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615A9660-BA32-46F8-A253-60C0D8D52209}"/>
              </a:ext>
            </a:extLst>
          </p:cNvPr>
          <p:cNvSpPr>
            <a:spLocks/>
          </p:cNvSpPr>
          <p:nvPr/>
        </p:nvSpPr>
        <p:spPr>
          <a:xfrm>
            <a:off x="81378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9AE12653-CA20-4FE4-B882-4C73A758B635}"/>
              </a:ext>
            </a:extLst>
          </p:cNvPr>
          <p:cNvSpPr>
            <a:spLocks/>
          </p:cNvSpPr>
          <p:nvPr/>
        </p:nvSpPr>
        <p:spPr>
          <a:xfrm>
            <a:off x="824527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6D9A1843-9B4A-4CE7-BD95-EBD6F7B605D9}"/>
              </a:ext>
            </a:extLst>
          </p:cNvPr>
          <p:cNvSpPr>
            <a:spLocks/>
          </p:cNvSpPr>
          <p:nvPr/>
        </p:nvSpPr>
        <p:spPr>
          <a:xfrm>
            <a:off x="8229907" y="1870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9A216DDF-6E8A-40CD-8E9C-6EE1EC3A681A}"/>
              </a:ext>
            </a:extLst>
          </p:cNvPr>
          <p:cNvSpPr>
            <a:spLocks/>
          </p:cNvSpPr>
          <p:nvPr/>
        </p:nvSpPr>
        <p:spPr>
          <a:xfrm>
            <a:off x="8150761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2B8C1663-4E0C-406A-AE6E-CC5BAA51B9C4}"/>
              </a:ext>
            </a:extLst>
          </p:cNvPr>
          <p:cNvSpPr>
            <a:spLocks/>
          </p:cNvSpPr>
          <p:nvPr/>
        </p:nvSpPr>
        <p:spPr>
          <a:xfrm>
            <a:off x="817826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B87D70F1-FB0C-4565-945D-D1BA85F36CF4}"/>
              </a:ext>
            </a:extLst>
          </p:cNvPr>
          <p:cNvSpPr>
            <a:spLocks/>
          </p:cNvSpPr>
          <p:nvPr/>
        </p:nvSpPr>
        <p:spPr>
          <a:xfrm>
            <a:off x="8249359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F8E21D95-FB9B-4F62-8C17-33E1D162F91B}"/>
              </a:ext>
            </a:extLst>
          </p:cNvPr>
          <p:cNvSpPr>
            <a:spLocks/>
          </p:cNvSpPr>
          <p:nvPr/>
        </p:nvSpPr>
        <p:spPr>
          <a:xfrm>
            <a:off x="813436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D99CFA28-D19C-483E-9556-F7EB8EF1795F}"/>
              </a:ext>
            </a:extLst>
          </p:cNvPr>
          <p:cNvSpPr>
            <a:spLocks/>
          </p:cNvSpPr>
          <p:nvPr/>
        </p:nvSpPr>
        <p:spPr>
          <a:xfrm>
            <a:off x="819183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1AE1EA93-A83E-4BDF-8E6B-4F7E8B9EBF7E}"/>
              </a:ext>
            </a:extLst>
          </p:cNvPr>
          <p:cNvSpPr>
            <a:spLocks/>
          </p:cNvSpPr>
          <p:nvPr/>
        </p:nvSpPr>
        <p:spPr>
          <a:xfrm>
            <a:off x="81978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2696E0FB-D0AF-4BF1-8B0B-31E4A98BA049}"/>
              </a:ext>
            </a:extLst>
          </p:cNvPr>
          <p:cNvSpPr>
            <a:spLocks/>
          </p:cNvSpPr>
          <p:nvPr/>
        </p:nvSpPr>
        <p:spPr>
          <a:xfrm>
            <a:off x="819024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65106E59-E3FE-487A-931C-09F19D172F05}"/>
              </a:ext>
            </a:extLst>
          </p:cNvPr>
          <p:cNvSpPr>
            <a:spLocks/>
          </p:cNvSpPr>
          <p:nvPr/>
        </p:nvSpPr>
        <p:spPr>
          <a:xfrm>
            <a:off x="825007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02B8487D-12D7-4BF1-A175-3DBC12B2419D}"/>
              </a:ext>
            </a:extLst>
          </p:cNvPr>
          <p:cNvSpPr>
            <a:spLocks/>
          </p:cNvSpPr>
          <p:nvPr/>
        </p:nvSpPr>
        <p:spPr>
          <a:xfrm>
            <a:off x="8233234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23DFDB78-1BC8-4A0D-8E9A-A587D2CDA5D4}"/>
              </a:ext>
            </a:extLst>
          </p:cNvPr>
          <p:cNvSpPr>
            <a:spLocks/>
          </p:cNvSpPr>
          <p:nvPr/>
        </p:nvSpPr>
        <p:spPr>
          <a:xfrm>
            <a:off x="8143067" y="27738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360EFFDE-9963-408C-AA15-DF07CB1232EF}"/>
              </a:ext>
            </a:extLst>
          </p:cNvPr>
          <p:cNvSpPr>
            <a:spLocks/>
          </p:cNvSpPr>
          <p:nvPr/>
        </p:nvSpPr>
        <p:spPr>
          <a:xfrm>
            <a:off x="81564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6D229128-845C-4778-B8ED-D97121320C72}"/>
              </a:ext>
            </a:extLst>
          </p:cNvPr>
          <p:cNvSpPr>
            <a:spLocks/>
          </p:cNvSpPr>
          <p:nvPr/>
        </p:nvSpPr>
        <p:spPr>
          <a:xfrm>
            <a:off x="8169955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69635C0C-9DC2-4257-ACF8-B396C5CE814A}"/>
              </a:ext>
            </a:extLst>
          </p:cNvPr>
          <p:cNvSpPr>
            <a:spLocks/>
          </p:cNvSpPr>
          <p:nvPr/>
        </p:nvSpPr>
        <p:spPr>
          <a:xfrm>
            <a:off x="8191779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49375BA7-8626-4C24-9BFB-7B5FBB1C4E92}"/>
              </a:ext>
            </a:extLst>
          </p:cNvPr>
          <p:cNvSpPr>
            <a:spLocks/>
          </p:cNvSpPr>
          <p:nvPr/>
        </p:nvSpPr>
        <p:spPr>
          <a:xfrm>
            <a:off x="82278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E3A71F07-922B-45DA-BAE8-30364F654E34}"/>
              </a:ext>
            </a:extLst>
          </p:cNvPr>
          <p:cNvSpPr>
            <a:spLocks/>
          </p:cNvSpPr>
          <p:nvPr/>
        </p:nvSpPr>
        <p:spPr>
          <a:xfrm>
            <a:off x="82063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788A2A4D-6BE9-4A30-98B7-762915353FA9}"/>
              </a:ext>
            </a:extLst>
          </p:cNvPr>
          <p:cNvSpPr>
            <a:spLocks/>
          </p:cNvSpPr>
          <p:nvPr/>
        </p:nvSpPr>
        <p:spPr>
          <a:xfrm>
            <a:off x="823448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63382F39-816E-48C2-A34C-3423FBFDFC52}"/>
              </a:ext>
            </a:extLst>
          </p:cNvPr>
          <p:cNvSpPr>
            <a:spLocks/>
          </p:cNvSpPr>
          <p:nvPr/>
        </p:nvSpPr>
        <p:spPr>
          <a:xfrm>
            <a:off x="8158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E975FDF5-87C2-4494-A524-5008C4374456}"/>
              </a:ext>
            </a:extLst>
          </p:cNvPr>
          <p:cNvSpPr>
            <a:spLocks/>
          </p:cNvSpPr>
          <p:nvPr/>
        </p:nvSpPr>
        <p:spPr>
          <a:xfrm>
            <a:off x="819988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2A6D6893-DF94-4BA9-95BE-B96CD4FDF551}"/>
              </a:ext>
            </a:extLst>
          </p:cNvPr>
          <p:cNvSpPr>
            <a:spLocks/>
          </p:cNvSpPr>
          <p:nvPr/>
        </p:nvSpPr>
        <p:spPr>
          <a:xfrm>
            <a:off x="820054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59DBD3A9-8300-495C-AC1A-2A15AC264FB8}"/>
              </a:ext>
            </a:extLst>
          </p:cNvPr>
          <p:cNvSpPr>
            <a:spLocks/>
          </p:cNvSpPr>
          <p:nvPr/>
        </p:nvSpPr>
        <p:spPr>
          <a:xfrm>
            <a:off x="81336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3819605D-DEA1-4208-99F3-D12FBFFA7609}"/>
              </a:ext>
            </a:extLst>
          </p:cNvPr>
          <p:cNvSpPr>
            <a:spLocks/>
          </p:cNvSpPr>
          <p:nvPr/>
        </p:nvSpPr>
        <p:spPr>
          <a:xfrm>
            <a:off x="8137211" y="2985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FFB89DE0-B998-4B5D-8302-76118EDA8066}"/>
              </a:ext>
            </a:extLst>
          </p:cNvPr>
          <p:cNvSpPr>
            <a:spLocks/>
          </p:cNvSpPr>
          <p:nvPr/>
        </p:nvSpPr>
        <p:spPr>
          <a:xfrm>
            <a:off x="816810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4B91B6CC-E1A7-431E-8322-E19E367BD7B0}"/>
              </a:ext>
            </a:extLst>
          </p:cNvPr>
          <p:cNvSpPr>
            <a:spLocks/>
          </p:cNvSpPr>
          <p:nvPr/>
        </p:nvSpPr>
        <p:spPr>
          <a:xfrm>
            <a:off x="8154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207A81D7-5EB6-4380-A65B-9268F23B3374}"/>
              </a:ext>
            </a:extLst>
          </p:cNvPr>
          <p:cNvSpPr>
            <a:spLocks/>
          </p:cNvSpPr>
          <p:nvPr/>
        </p:nvSpPr>
        <p:spPr>
          <a:xfrm>
            <a:off x="81839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E7B40E60-7725-4AD3-9483-3DEFBDDBCD6E}"/>
              </a:ext>
            </a:extLst>
          </p:cNvPr>
          <p:cNvSpPr>
            <a:spLocks/>
          </p:cNvSpPr>
          <p:nvPr/>
        </p:nvSpPr>
        <p:spPr>
          <a:xfrm>
            <a:off x="81679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296C3001-76B4-4B69-8365-E93AA282A592}"/>
              </a:ext>
            </a:extLst>
          </p:cNvPr>
          <p:cNvSpPr>
            <a:spLocks/>
          </p:cNvSpPr>
          <p:nvPr/>
        </p:nvSpPr>
        <p:spPr>
          <a:xfrm>
            <a:off x="82209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99FC8478-3E28-4CC4-A305-9D93854CFDDE}"/>
              </a:ext>
            </a:extLst>
          </p:cNvPr>
          <p:cNvSpPr>
            <a:spLocks/>
          </p:cNvSpPr>
          <p:nvPr/>
        </p:nvSpPr>
        <p:spPr>
          <a:xfrm>
            <a:off x="821780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758470D6-4ED2-4A41-859A-3769A1AC7DBE}"/>
              </a:ext>
            </a:extLst>
          </p:cNvPr>
          <p:cNvSpPr>
            <a:spLocks/>
          </p:cNvSpPr>
          <p:nvPr/>
        </p:nvSpPr>
        <p:spPr>
          <a:xfrm>
            <a:off x="81310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EBACBA75-EC82-4513-AA34-EC09B3B88FC1}"/>
              </a:ext>
            </a:extLst>
          </p:cNvPr>
          <p:cNvSpPr>
            <a:spLocks/>
          </p:cNvSpPr>
          <p:nvPr/>
        </p:nvSpPr>
        <p:spPr>
          <a:xfrm>
            <a:off x="8178763" y="19142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6BB48E8D-AA81-4FB0-BB8F-E31A63082040}"/>
              </a:ext>
            </a:extLst>
          </p:cNvPr>
          <p:cNvSpPr>
            <a:spLocks/>
          </p:cNvSpPr>
          <p:nvPr/>
        </p:nvSpPr>
        <p:spPr>
          <a:xfrm>
            <a:off x="81915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5E543C1E-B51D-478E-A1CD-4B91DE6C8F0D}"/>
              </a:ext>
            </a:extLst>
          </p:cNvPr>
          <p:cNvSpPr>
            <a:spLocks/>
          </p:cNvSpPr>
          <p:nvPr/>
        </p:nvSpPr>
        <p:spPr>
          <a:xfrm>
            <a:off x="81940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7AF1DC0F-FE7C-46AC-8C68-79391365865F}"/>
              </a:ext>
            </a:extLst>
          </p:cNvPr>
          <p:cNvSpPr>
            <a:spLocks/>
          </p:cNvSpPr>
          <p:nvPr/>
        </p:nvSpPr>
        <p:spPr>
          <a:xfrm>
            <a:off x="81890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F8463CBD-1F3E-4160-B5FF-93524001E248}"/>
              </a:ext>
            </a:extLst>
          </p:cNvPr>
          <p:cNvSpPr>
            <a:spLocks/>
          </p:cNvSpPr>
          <p:nvPr/>
        </p:nvSpPr>
        <p:spPr>
          <a:xfrm>
            <a:off x="8227603" y="3314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596DC3E6-6350-46E0-9118-AE886BAAEA69}"/>
              </a:ext>
            </a:extLst>
          </p:cNvPr>
          <p:cNvSpPr>
            <a:spLocks/>
          </p:cNvSpPr>
          <p:nvPr/>
        </p:nvSpPr>
        <p:spPr>
          <a:xfrm>
            <a:off x="81417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E44C8E54-D837-4AF9-B2F1-B8180976222A}"/>
              </a:ext>
            </a:extLst>
          </p:cNvPr>
          <p:cNvSpPr>
            <a:spLocks/>
          </p:cNvSpPr>
          <p:nvPr/>
        </p:nvSpPr>
        <p:spPr>
          <a:xfrm>
            <a:off x="81409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5DB77B47-7243-4EA7-A68F-EDDA02B81C09}"/>
              </a:ext>
            </a:extLst>
          </p:cNvPr>
          <p:cNvSpPr>
            <a:spLocks/>
          </p:cNvSpPr>
          <p:nvPr/>
        </p:nvSpPr>
        <p:spPr>
          <a:xfrm>
            <a:off x="815676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96861B1E-08EF-4EDF-848B-978A01F565F2}"/>
              </a:ext>
            </a:extLst>
          </p:cNvPr>
          <p:cNvSpPr>
            <a:spLocks/>
          </p:cNvSpPr>
          <p:nvPr/>
        </p:nvSpPr>
        <p:spPr>
          <a:xfrm>
            <a:off x="820172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C391BE05-58F7-40F7-BD1D-79158B6ABA2B}"/>
              </a:ext>
            </a:extLst>
          </p:cNvPr>
          <p:cNvSpPr>
            <a:spLocks/>
          </p:cNvSpPr>
          <p:nvPr/>
        </p:nvSpPr>
        <p:spPr>
          <a:xfrm>
            <a:off x="81806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B0C55167-95D2-4872-BB2C-0C5DA1498F02}"/>
              </a:ext>
            </a:extLst>
          </p:cNvPr>
          <p:cNvSpPr>
            <a:spLocks/>
          </p:cNvSpPr>
          <p:nvPr/>
        </p:nvSpPr>
        <p:spPr>
          <a:xfrm>
            <a:off x="8229477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5472BCC6-2145-4A3F-A729-F15C4E0E175C}"/>
              </a:ext>
            </a:extLst>
          </p:cNvPr>
          <p:cNvSpPr>
            <a:spLocks/>
          </p:cNvSpPr>
          <p:nvPr/>
        </p:nvSpPr>
        <p:spPr>
          <a:xfrm>
            <a:off x="8232118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58DDB47A-FE55-4C85-AFBE-6D701F6B74C6}"/>
              </a:ext>
            </a:extLst>
          </p:cNvPr>
          <p:cNvSpPr>
            <a:spLocks/>
          </p:cNvSpPr>
          <p:nvPr/>
        </p:nvSpPr>
        <p:spPr>
          <a:xfrm>
            <a:off x="81659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496078FF-9792-4E52-8E66-A96AFF9BC93A}"/>
              </a:ext>
            </a:extLst>
          </p:cNvPr>
          <p:cNvSpPr>
            <a:spLocks/>
          </p:cNvSpPr>
          <p:nvPr/>
        </p:nvSpPr>
        <p:spPr>
          <a:xfrm>
            <a:off x="8171949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C9B6ADE8-5DAA-4EAA-B03F-ABD3A3C009A1}"/>
              </a:ext>
            </a:extLst>
          </p:cNvPr>
          <p:cNvSpPr>
            <a:spLocks/>
          </p:cNvSpPr>
          <p:nvPr/>
        </p:nvSpPr>
        <p:spPr>
          <a:xfrm>
            <a:off x="8159359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9CDAB7D5-A228-4A2F-8094-DC491510B917}"/>
              </a:ext>
            </a:extLst>
          </p:cNvPr>
          <p:cNvSpPr>
            <a:spLocks/>
          </p:cNvSpPr>
          <p:nvPr/>
        </p:nvSpPr>
        <p:spPr>
          <a:xfrm>
            <a:off x="8198132" y="3377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6EAEBE6E-7B5E-416B-B3B3-DC0D785A3BD0}"/>
              </a:ext>
            </a:extLst>
          </p:cNvPr>
          <p:cNvSpPr>
            <a:spLocks/>
          </p:cNvSpPr>
          <p:nvPr/>
        </p:nvSpPr>
        <p:spPr>
          <a:xfrm>
            <a:off x="821519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D6AF329F-4A95-488B-B8C1-7F27D069561D}"/>
              </a:ext>
            </a:extLst>
          </p:cNvPr>
          <p:cNvSpPr>
            <a:spLocks/>
          </p:cNvSpPr>
          <p:nvPr/>
        </p:nvSpPr>
        <p:spPr>
          <a:xfrm>
            <a:off x="8192966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57EF015D-931B-477B-B9E8-11B0DC9BA5DA}"/>
              </a:ext>
            </a:extLst>
          </p:cNvPr>
          <p:cNvSpPr>
            <a:spLocks/>
          </p:cNvSpPr>
          <p:nvPr/>
        </p:nvSpPr>
        <p:spPr>
          <a:xfrm>
            <a:off x="8242823" y="2798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99EBDB5A-F39E-442B-8F56-EF3B5C39914C}"/>
              </a:ext>
            </a:extLst>
          </p:cNvPr>
          <p:cNvSpPr>
            <a:spLocks/>
          </p:cNvSpPr>
          <p:nvPr/>
        </p:nvSpPr>
        <p:spPr>
          <a:xfrm>
            <a:off x="8248043" y="3418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CE06A189-D644-465F-995C-454BB96A4A26}"/>
              </a:ext>
            </a:extLst>
          </p:cNvPr>
          <p:cNvSpPr>
            <a:spLocks/>
          </p:cNvSpPr>
          <p:nvPr/>
        </p:nvSpPr>
        <p:spPr>
          <a:xfrm>
            <a:off x="820035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469A3E34-3904-45C5-8BC2-34A045D273EE}"/>
              </a:ext>
            </a:extLst>
          </p:cNvPr>
          <p:cNvSpPr>
            <a:spLocks/>
          </p:cNvSpPr>
          <p:nvPr/>
        </p:nvSpPr>
        <p:spPr>
          <a:xfrm>
            <a:off x="8188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F679A67C-C1EC-426E-A06B-1DE32DB6EF46}"/>
              </a:ext>
            </a:extLst>
          </p:cNvPr>
          <p:cNvSpPr>
            <a:spLocks/>
          </p:cNvSpPr>
          <p:nvPr/>
        </p:nvSpPr>
        <p:spPr>
          <a:xfrm>
            <a:off x="8202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C0A626CE-AC38-45A9-9C2C-BBB64FF5E181}"/>
              </a:ext>
            </a:extLst>
          </p:cNvPr>
          <p:cNvSpPr>
            <a:spLocks/>
          </p:cNvSpPr>
          <p:nvPr/>
        </p:nvSpPr>
        <p:spPr>
          <a:xfrm>
            <a:off x="8206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04EF26FF-E624-46D1-80C9-167C414E45B1}"/>
              </a:ext>
            </a:extLst>
          </p:cNvPr>
          <p:cNvSpPr>
            <a:spLocks/>
          </p:cNvSpPr>
          <p:nvPr/>
        </p:nvSpPr>
        <p:spPr>
          <a:xfrm>
            <a:off x="815555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53A20FBC-1ADF-494E-A455-1CF94BA03E3E}"/>
              </a:ext>
            </a:extLst>
          </p:cNvPr>
          <p:cNvSpPr>
            <a:spLocks/>
          </p:cNvSpPr>
          <p:nvPr/>
        </p:nvSpPr>
        <p:spPr>
          <a:xfrm>
            <a:off x="82145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DA224D3D-2B3E-4130-BF17-36D5C2FD391F}"/>
              </a:ext>
            </a:extLst>
          </p:cNvPr>
          <p:cNvSpPr>
            <a:spLocks/>
          </p:cNvSpPr>
          <p:nvPr/>
        </p:nvSpPr>
        <p:spPr>
          <a:xfrm>
            <a:off x="8237149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D8628288-0904-4EE9-ABEA-3965ACFC7BCF}"/>
              </a:ext>
            </a:extLst>
          </p:cNvPr>
          <p:cNvSpPr>
            <a:spLocks/>
          </p:cNvSpPr>
          <p:nvPr/>
        </p:nvSpPr>
        <p:spPr>
          <a:xfrm>
            <a:off x="81600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66422DA8-03DB-4C2A-AF47-39EEFFE3A23A}"/>
              </a:ext>
            </a:extLst>
          </p:cNvPr>
          <p:cNvSpPr>
            <a:spLocks/>
          </p:cNvSpPr>
          <p:nvPr/>
        </p:nvSpPr>
        <p:spPr>
          <a:xfrm>
            <a:off x="81320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5C271CB1-22C5-4DED-8119-0542A33A5B55}"/>
              </a:ext>
            </a:extLst>
          </p:cNvPr>
          <p:cNvSpPr>
            <a:spLocks/>
          </p:cNvSpPr>
          <p:nvPr/>
        </p:nvSpPr>
        <p:spPr>
          <a:xfrm>
            <a:off x="8218641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7C796D65-53FE-4F00-BF69-74A4BFFC3AA0}"/>
              </a:ext>
            </a:extLst>
          </p:cNvPr>
          <p:cNvSpPr>
            <a:spLocks/>
          </p:cNvSpPr>
          <p:nvPr/>
        </p:nvSpPr>
        <p:spPr>
          <a:xfrm>
            <a:off x="81549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F33914AC-A8A4-488B-8509-AA54E3D77109}"/>
              </a:ext>
            </a:extLst>
          </p:cNvPr>
          <p:cNvSpPr>
            <a:spLocks/>
          </p:cNvSpPr>
          <p:nvPr/>
        </p:nvSpPr>
        <p:spPr>
          <a:xfrm>
            <a:off x="817428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04DD4EA4-84DF-4D41-84A4-E19E765ADAC0}"/>
              </a:ext>
            </a:extLst>
          </p:cNvPr>
          <p:cNvSpPr>
            <a:spLocks/>
          </p:cNvSpPr>
          <p:nvPr/>
        </p:nvSpPr>
        <p:spPr>
          <a:xfrm>
            <a:off x="815865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35CEC421-C3E4-4B14-B21A-E02F638416B1}"/>
              </a:ext>
            </a:extLst>
          </p:cNvPr>
          <p:cNvSpPr>
            <a:spLocks/>
          </p:cNvSpPr>
          <p:nvPr/>
        </p:nvSpPr>
        <p:spPr>
          <a:xfrm>
            <a:off x="81458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AE841337-17CA-4281-A2E6-8C239D6D9649}"/>
              </a:ext>
            </a:extLst>
          </p:cNvPr>
          <p:cNvSpPr>
            <a:spLocks/>
          </p:cNvSpPr>
          <p:nvPr/>
        </p:nvSpPr>
        <p:spPr>
          <a:xfrm>
            <a:off x="82051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A884986F-DF74-4128-A8A4-3331A5E1A683}"/>
              </a:ext>
            </a:extLst>
          </p:cNvPr>
          <p:cNvSpPr>
            <a:spLocks/>
          </p:cNvSpPr>
          <p:nvPr/>
        </p:nvSpPr>
        <p:spPr>
          <a:xfrm>
            <a:off x="822614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A6F67E76-8089-454D-B198-2D512755DE2B}"/>
              </a:ext>
            </a:extLst>
          </p:cNvPr>
          <p:cNvSpPr>
            <a:spLocks/>
          </p:cNvSpPr>
          <p:nvPr/>
        </p:nvSpPr>
        <p:spPr>
          <a:xfrm>
            <a:off x="814602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20E03ECE-8BBC-41D0-B20D-4AC5A6552E94}"/>
              </a:ext>
            </a:extLst>
          </p:cNvPr>
          <p:cNvSpPr>
            <a:spLocks/>
          </p:cNvSpPr>
          <p:nvPr/>
        </p:nvSpPr>
        <p:spPr>
          <a:xfrm>
            <a:off x="81652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35AB9611-0199-40B1-A392-44FE64DA1C8F}"/>
              </a:ext>
            </a:extLst>
          </p:cNvPr>
          <p:cNvSpPr>
            <a:spLocks/>
          </p:cNvSpPr>
          <p:nvPr/>
        </p:nvSpPr>
        <p:spPr>
          <a:xfrm>
            <a:off x="82272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74A9DE19-B80F-43FC-8D94-604E222C0232}"/>
              </a:ext>
            </a:extLst>
          </p:cNvPr>
          <p:cNvSpPr>
            <a:spLocks/>
          </p:cNvSpPr>
          <p:nvPr/>
        </p:nvSpPr>
        <p:spPr>
          <a:xfrm>
            <a:off x="817697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49994AA7-A462-445C-BE87-4F99B6DC47FE}"/>
              </a:ext>
            </a:extLst>
          </p:cNvPr>
          <p:cNvSpPr>
            <a:spLocks/>
          </p:cNvSpPr>
          <p:nvPr/>
        </p:nvSpPr>
        <p:spPr>
          <a:xfrm>
            <a:off x="81743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BF07B4E2-AAAB-40B8-ADF7-3F8A2C1BDBC6}"/>
              </a:ext>
            </a:extLst>
          </p:cNvPr>
          <p:cNvSpPr>
            <a:spLocks/>
          </p:cNvSpPr>
          <p:nvPr/>
        </p:nvSpPr>
        <p:spPr>
          <a:xfrm>
            <a:off x="81473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84719291-5F68-44A3-80E2-52DA86DA8755}"/>
              </a:ext>
            </a:extLst>
          </p:cNvPr>
          <p:cNvSpPr>
            <a:spLocks/>
          </p:cNvSpPr>
          <p:nvPr/>
        </p:nvSpPr>
        <p:spPr>
          <a:xfrm>
            <a:off x="824915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EEB0958B-5A97-4396-93DB-FDCE697D3B57}"/>
              </a:ext>
            </a:extLst>
          </p:cNvPr>
          <p:cNvSpPr>
            <a:spLocks/>
          </p:cNvSpPr>
          <p:nvPr/>
        </p:nvSpPr>
        <p:spPr>
          <a:xfrm>
            <a:off x="8212136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FA17CF7E-3050-4F78-B792-F9AC66179648}"/>
              </a:ext>
            </a:extLst>
          </p:cNvPr>
          <p:cNvSpPr>
            <a:spLocks/>
          </p:cNvSpPr>
          <p:nvPr/>
        </p:nvSpPr>
        <p:spPr>
          <a:xfrm>
            <a:off x="81765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E6A6EFF2-4002-4221-A06D-ABCE983B3535}"/>
              </a:ext>
            </a:extLst>
          </p:cNvPr>
          <p:cNvSpPr>
            <a:spLocks/>
          </p:cNvSpPr>
          <p:nvPr/>
        </p:nvSpPr>
        <p:spPr>
          <a:xfrm>
            <a:off x="814972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83DFC4E7-EC6D-4FE8-8AB1-D5D590673F32}"/>
              </a:ext>
            </a:extLst>
          </p:cNvPr>
          <p:cNvSpPr>
            <a:spLocks/>
          </p:cNvSpPr>
          <p:nvPr/>
        </p:nvSpPr>
        <p:spPr>
          <a:xfrm>
            <a:off x="8210483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B41C798F-1179-4DE6-965C-63BD2484870B}"/>
              </a:ext>
            </a:extLst>
          </p:cNvPr>
          <p:cNvSpPr>
            <a:spLocks/>
          </p:cNvSpPr>
          <p:nvPr/>
        </p:nvSpPr>
        <p:spPr>
          <a:xfrm>
            <a:off x="81813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E6614FEE-ED02-4102-8853-65DB196AE735}"/>
              </a:ext>
            </a:extLst>
          </p:cNvPr>
          <p:cNvSpPr>
            <a:spLocks/>
          </p:cNvSpPr>
          <p:nvPr/>
        </p:nvSpPr>
        <p:spPr>
          <a:xfrm>
            <a:off x="81783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717DE78D-10A4-41C3-970C-A8243319C30B}"/>
              </a:ext>
            </a:extLst>
          </p:cNvPr>
          <p:cNvSpPr>
            <a:spLocks/>
          </p:cNvSpPr>
          <p:nvPr/>
        </p:nvSpPr>
        <p:spPr>
          <a:xfrm>
            <a:off x="81621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73737526-63B2-4D02-BE8C-D8F65973FD70}"/>
              </a:ext>
            </a:extLst>
          </p:cNvPr>
          <p:cNvSpPr>
            <a:spLocks/>
          </p:cNvSpPr>
          <p:nvPr/>
        </p:nvSpPr>
        <p:spPr>
          <a:xfrm>
            <a:off x="818581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B84A5074-A6B2-4A4B-BB19-2031B685D302}"/>
              </a:ext>
            </a:extLst>
          </p:cNvPr>
          <p:cNvSpPr>
            <a:spLocks/>
          </p:cNvSpPr>
          <p:nvPr/>
        </p:nvSpPr>
        <p:spPr>
          <a:xfrm>
            <a:off x="81747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7D5551E4-0406-475A-BDEA-1C39761AD3C8}"/>
              </a:ext>
            </a:extLst>
          </p:cNvPr>
          <p:cNvSpPr>
            <a:spLocks/>
          </p:cNvSpPr>
          <p:nvPr/>
        </p:nvSpPr>
        <p:spPr>
          <a:xfrm>
            <a:off x="8184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E839F670-8FFE-42FA-854B-7025A4A9D655}"/>
              </a:ext>
            </a:extLst>
          </p:cNvPr>
          <p:cNvSpPr>
            <a:spLocks/>
          </p:cNvSpPr>
          <p:nvPr/>
        </p:nvSpPr>
        <p:spPr>
          <a:xfrm>
            <a:off x="824425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E1A0CEAD-0FE6-49A7-A3C3-F3C0CF85CB9D}"/>
              </a:ext>
            </a:extLst>
          </p:cNvPr>
          <p:cNvSpPr>
            <a:spLocks/>
          </p:cNvSpPr>
          <p:nvPr/>
        </p:nvSpPr>
        <p:spPr>
          <a:xfrm>
            <a:off x="814060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FC0B9B9C-470F-46C9-9E5A-8D2CC2F3AFEE}"/>
              </a:ext>
            </a:extLst>
          </p:cNvPr>
          <p:cNvSpPr>
            <a:spLocks/>
          </p:cNvSpPr>
          <p:nvPr/>
        </p:nvSpPr>
        <p:spPr>
          <a:xfrm>
            <a:off x="8222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704E2251-3459-4A69-A134-C6FDE6472DA8}"/>
              </a:ext>
            </a:extLst>
          </p:cNvPr>
          <p:cNvSpPr>
            <a:spLocks/>
          </p:cNvSpPr>
          <p:nvPr/>
        </p:nvSpPr>
        <p:spPr>
          <a:xfrm>
            <a:off x="823301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BB00B513-A052-4C23-A0D1-FC4873355FA1}"/>
              </a:ext>
            </a:extLst>
          </p:cNvPr>
          <p:cNvSpPr>
            <a:spLocks/>
          </p:cNvSpPr>
          <p:nvPr/>
        </p:nvSpPr>
        <p:spPr>
          <a:xfrm>
            <a:off x="81853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5593F167-3690-441A-9A82-0DFDB4F96D85}"/>
              </a:ext>
            </a:extLst>
          </p:cNvPr>
          <p:cNvSpPr>
            <a:spLocks/>
          </p:cNvSpPr>
          <p:nvPr/>
        </p:nvSpPr>
        <p:spPr>
          <a:xfrm>
            <a:off x="823967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8066F02D-4C8D-4F3B-8B01-A1DCFF3E6282}"/>
              </a:ext>
            </a:extLst>
          </p:cNvPr>
          <p:cNvSpPr>
            <a:spLocks/>
          </p:cNvSpPr>
          <p:nvPr/>
        </p:nvSpPr>
        <p:spPr>
          <a:xfrm>
            <a:off x="8141151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17676D91-FD6E-44AA-B405-3DBFABAAA75C}"/>
              </a:ext>
            </a:extLst>
          </p:cNvPr>
          <p:cNvSpPr>
            <a:spLocks/>
          </p:cNvSpPr>
          <p:nvPr/>
        </p:nvSpPr>
        <p:spPr>
          <a:xfrm>
            <a:off x="8178993" y="2231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6426046C-4A3A-498E-92E5-5D9453907CB7}"/>
              </a:ext>
            </a:extLst>
          </p:cNvPr>
          <p:cNvSpPr>
            <a:spLocks/>
          </p:cNvSpPr>
          <p:nvPr/>
        </p:nvSpPr>
        <p:spPr>
          <a:xfrm>
            <a:off x="8160466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6781360F-4B49-448B-8CF6-883C4013C44D}"/>
              </a:ext>
            </a:extLst>
          </p:cNvPr>
          <p:cNvSpPr>
            <a:spLocks/>
          </p:cNvSpPr>
          <p:nvPr/>
        </p:nvSpPr>
        <p:spPr>
          <a:xfrm>
            <a:off x="8218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A51E7E84-03DF-40E9-B9B3-177AE8B51828}"/>
              </a:ext>
            </a:extLst>
          </p:cNvPr>
          <p:cNvSpPr>
            <a:spLocks/>
          </p:cNvSpPr>
          <p:nvPr/>
        </p:nvSpPr>
        <p:spPr>
          <a:xfrm>
            <a:off x="820090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E690557F-490F-4F54-9F47-9F4DA1C595AC}"/>
              </a:ext>
            </a:extLst>
          </p:cNvPr>
          <p:cNvSpPr>
            <a:spLocks/>
          </p:cNvSpPr>
          <p:nvPr/>
        </p:nvSpPr>
        <p:spPr>
          <a:xfrm>
            <a:off x="82397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049867E6-1832-4FB0-933F-BCB03FBE0917}"/>
              </a:ext>
            </a:extLst>
          </p:cNvPr>
          <p:cNvSpPr>
            <a:spLocks/>
          </p:cNvSpPr>
          <p:nvPr/>
        </p:nvSpPr>
        <p:spPr>
          <a:xfrm>
            <a:off x="8153847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557E296D-3F0B-48C7-B8CD-8458F1A1C928}"/>
              </a:ext>
            </a:extLst>
          </p:cNvPr>
          <p:cNvSpPr>
            <a:spLocks/>
          </p:cNvSpPr>
          <p:nvPr/>
        </p:nvSpPr>
        <p:spPr>
          <a:xfrm>
            <a:off x="816883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5592EF58-E5A8-48A1-85C7-074AD264EF1C}"/>
              </a:ext>
            </a:extLst>
          </p:cNvPr>
          <p:cNvSpPr>
            <a:spLocks/>
          </p:cNvSpPr>
          <p:nvPr/>
        </p:nvSpPr>
        <p:spPr>
          <a:xfrm>
            <a:off x="823221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674667FF-8D9D-4F92-AC54-45A61C8ADEC2}"/>
              </a:ext>
            </a:extLst>
          </p:cNvPr>
          <p:cNvSpPr>
            <a:spLocks/>
          </p:cNvSpPr>
          <p:nvPr/>
        </p:nvSpPr>
        <p:spPr>
          <a:xfrm>
            <a:off x="8242294" y="28425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C60441E4-0439-4CB7-BE99-C57D9FC25350}"/>
              </a:ext>
            </a:extLst>
          </p:cNvPr>
          <p:cNvSpPr>
            <a:spLocks/>
          </p:cNvSpPr>
          <p:nvPr/>
        </p:nvSpPr>
        <p:spPr>
          <a:xfrm>
            <a:off x="81926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F8FADD90-D7B1-4D0A-8F0D-FD59894B8D95}"/>
              </a:ext>
            </a:extLst>
          </p:cNvPr>
          <p:cNvSpPr>
            <a:spLocks/>
          </p:cNvSpPr>
          <p:nvPr/>
        </p:nvSpPr>
        <p:spPr>
          <a:xfrm>
            <a:off x="814078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6BF752F6-9E2C-4076-9F7A-BB6A4377476D}"/>
              </a:ext>
            </a:extLst>
          </p:cNvPr>
          <p:cNvSpPr>
            <a:spLocks/>
          </p:cNvSpPr>
          <p:nvPr/>
        </p:nvSpPr>
        <p:spPr>
          <a:xfrm>
            <a:off x="818131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99AC4E0F-E467-4E6D-B860-AE5749D5CE10}"/>
              </a:ext>
            </a:extLst>
          </p:cNvPr>
          <p:cNvSpPr>
            <a:spLocks/>
          </p:cNvSpPr>
          <p:nvPr/>
        </p:nvSpPr>
        <p:spPr>
          <a:xfrm>
            <a:off x="81458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16CE67E1-15F8-46FA-A1FE-D029DC02F5DA}"/>
              </a:ext>
            </a:extLst>
          </p:cNvPr>
          <p:cNvSpPr>
            <a:spLocks/>
          </p:cNvSpPr>
          <p:nvPr/>
        </p:nvSpPr>
        <p:spPr>
          <a:xfrm>
            <a:off x="8241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9C12BBA0-4EDE-4AD0-96BA-4A0A9C464430}"/>
              </a:ext>
            </a:extLst>
          </p:cNvPr>
          <p:cNvSpPr>
            <a:spLocks/>
          </p:cNvSpPr>
          <p:nvPr/>
        </p:nvSpPr>
        <p:spPr>
          <a:xfrm>
            <a:off x="813502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DD041BB5-5124-4D2E-A087-ECCFFF88A4CC}"/>
              </a:ext>
            </a:extLst>
          </p:cNvPr>
          <p:cNvSpPr>
            <a:spLocks/>
          </p:cNvSpPr>
          <p:nvPr/>
        </p:nvSpPr>
        <p:spPr>
          <a:xfrm>
            <a:off x="8168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3786EE9F-9890-4712-BE48-27C8E29AE3E9}"/>
              </a:ext>
            </a:extLst>
          </p:cNvPr>
          <p:cNvSpPr>
            <a:spLocks/>
          </p:cNvSpPr>
          <p:nvPr/>
        </p:nvSpPr>
        <p:spPr>
          <a:xfrm>
            <a:off x="82167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6ED33163-84CB-4F1F-8722-C5F591C822F9}"/>
              </a:ext>
            </a:extLst>
          </p:cNvPr>
          <p:cNvSpPr>
            <a:spLocks/>
          </p:cNvSpPr>
          <p:nvPr/>
        </p:nvSpPr>
        <p:spPr>
          <a:xfrm>
            <a:off x="8155375" y="2945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CC44FE09-9E3E-401D-8D42-FC5A600B786C}"/>
              </a:ext>
            </a:extLst>
          </p:cNvPr>
          <p:cNvSpPr>
            <a:spLocks/>
          </p:cNvSpPr>
          <p:nvPr/>
        </p:nvSpPr>
        <p:spPr>
          <a:xfrm>
            <a:off x="8132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F2991E4B-165D-46AF-8E63-82EC31D2FBFB}"/>
              </a:ext>
            </a:extLst>
          </p:cNvPr>
          <p:cNvSpPr>
            <a:spLocks/>
          </p:cNvSpPr>
          <p:nvPr/>
        </p:nvSpPr>
        <p:spPr>
          <a:xfrm>
            <a:off x="81999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2C0E441A-E7BC-4A98-9EE3-0839939931D9}"/>
              </a:ext>
            </a:extLst>
          </p:cNvPr>
          <p:cNvSpPr>
            <a:spLocks/>
          </p:cNvSpPr>
          <p:nvPr/>
        </p:nvSpPr>
        <p:spPr>
          <a:xfrm>
            <a:off x="822207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30FA6AE1-4211-4977-8949-45FA2EFAC7C9}"/>
              </a:ext>
            </a:extLst>
          </p:cNvPr>
          <p:cNvSpPr>
            <a:spLocks/>
          </p:cNvSpPr>
          <p:nvPr/>
        </p:nvSpPr>
        <p:spPr>
          <a:xfrm>
            <a:off x="8170641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9928B754-3543-4F72-8DA2-F548279FCA71}"/>
              </a:ext>
            </a:extLst>
          </p:cNvPr>
          <p:cNvSpPr>
            <a:spLocks/>
          </p:cNvSpPr>
          <p:nvPr/>
        </p:nvSpPr>
        <p:spPr>
          <a:xfrm>
            <a:off x="8184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E7CC0C22-7955-4236-BE60-9E0DA7792781}"/>
              </a:ext>
            </a:extLst>
          </p:cNvPr>
          <p:cNvSpPr>
            <a:spLocks/>
          </p:cNvSpPr>
          <p:nvPr/>
        </p:nvSpPr>
        <p:spPr>
          <a:xfrm>
            <a:off x="8143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7F32B019-844C-4B5D-A8CD-1C8CFDE0357A}"/>
              </a:ext>
            </a:extLst>
          </p:cNvPr>
          <p:cNvSpPr>
            <a:spLocks/>
          </p:cNvSpPr>
          <p:nvPr/>
        </p:nvSpPr>
        <p:spPr>
          <a:xfrm>
            <a:off x="8250190" y="2687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6C50CD65-9EE1-4FF0-91CC-796F2F3FCC0D}"/>
              </a:ext>
            </a:extLst>
          </p:cNvPr>
          <p:cNvSpPr>
            <a:spLocks/>
          </p:cNvSpPr>
          <p:nvPr/>
        </p:nvSpPr>
        <p:spPr>
          <a:xfrm>
            <a:off x="816404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726BD2CF-0E1D-49AD-8509-794511F9DEBA}"/>
              </a:ext>
            </a:extLst>
          </p:cNvPr>
          <p:cNvSpPr>
            <a:spLocks/>
          </p:cNvSpPr>
          <p:nvPr/>
        </p:nvSpPr>
        <p:spPr>
          <a:xfrm>
            <a:off x="814289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AD96A4B6-B65F-438B-9C68-0056C829F9F6}"/>
              </a:ext>
            </a:extLst>
          </p:cNvPr>
          <p:cNvSpPr>
            <a:spLocks/>
          </p:cNvSpPr>
          <p:nvPr/>
        </p:nvSpPr>
        <p:spPr>
          <a:xfrm>
            <a:off x="81393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6EA60C78-9432-486A-A32E-EC467896D68C}"/>
              </a:ext>
            </a:extLst>
          </p:cNvPr>
          <p:cNvSpPr>
            <a:spLocks/>
          </p:cNvSpPr>
          <p:nvPr/>
        </p:nvSpPr>
        <p:spPr>
          <a:xfrm>
            <a:off x="82101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B8EBDC12-C886-4E54-A213-AF237100BE82}"/>
              </a:ext>
            </a:extLst>
          </p:cNvPr>
          <p:cNvSpPr>
            <a:spLocks/>
          </p:cNvSpPr>
          <p:nvPr/>
        </p:nvSpPr>
        <p:spPr>
          <a:xfrm>
            <a:off x="8223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2AE24753-B628-429C-892B-3A23E9D1B860}"/>
              </a:ext>
            </a:extLst>
          </p:cNvPr>
          <p:cNvSpPr>
            <a:spLocks/>
          </p:cNvSpPr>
          <p:nvPr/>
        </p:nvSpPr>
        <p:spPr>
          <a:xfrm>
            <a:off x="819749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9E88A960-B783-4F4F-A497-284D60750FC3}"/>
              </a:ext>
            </a:extLst>
          </p:cNvPr>
          <p:cNvSpPr>
            <a:spLocks/>
          </p:cNvSpPr>
          <p:nvPr/>
        </p:nvSpPr>
        <p:spPr>
          <a:xfrm>
            <a:off x="8218459" y="3272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727A9CB4-FBC0-4631-9282-EEB78BC80A7E}"/>
              </a:ext>
            </a:extLst>
          </p:cNvPr>
          <p:cNvSpPr>
            <a:spLocks/>
          </p:cNvSpPr>
          <p:nvPr/>
        </p:nvSpPr>
        <p:spPr>
          <a:xfrm>
            <a:off x="81499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6D38B242-482F-4A53-8568-647AC7F95938}"/>
              </a:ext>
            </a:extLst>
          </p:cNvPr>
          <p:cNvSpPr>
            <a:spLocks/>
          </p:cNvSpPr>
          <p:nvPr/>
        </p:nvSpPr>
        <p:spPr>
          <a:xfrm>
            <a:off x="81839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270B5EC8-F86B-4960-A71A-5A637474C7C0}"/>
              </a:ext>
            </a:extLst>
          </p:cNvPr>
          <p:cNvSpPr>
            <a:spLocks/>
          </p:cNvSpPr>
          <p:nvPr/>
        </p:nvSpPr>
        <p:spPr>
          <a:xfrm>
            <a:off x="816049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FF452477-BAE7-47E5-B4CC-E205DB1BCCAB}"/>
              </a:ext>
            </a:extLst>
          </p:cNvPr>
          <p:cNvSpPr>
            <a:spLocks/>
          </p:cNvSpPr>
          <p:nvPr/>
        </p:nvSpPr>
        <p:spPr>
          <a:xfrm>
            <a:off x="8218415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977C679A-BA3A-4C0A-AFEB-07B64ADD8B6F}"/>
              </a:ext>
            </a:extLst>
          </p:cNvPr>
          <p:cNvSpPr>
            <a:spLocks/>
          </p:cNvSpPr>
          <p:nvPr/>
        </p:nvSpPr>
        <p:spPr>
          <a:xfrm>
            <a:off x="82231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2D82D8F2-DAE7-44CC-A8A8-B31B81607CAA}"/>
              </a:ext>
            </a:extLst>
          </p:cNvPr>
          <p:cNvSpPr>
            <a:spLocks/>
          </p:cNvSpPr>
          <p:nvPr/>
        </p:nvSpPr>
        <p:spPr>
          <a:xfrm>
            <a:off x="8166004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E6D03689-AFF5-4078-A318-B22176F0AC80}"/>
              </a:ext>
            </a:extLst>
          </p:cNvPr>
          <p:cNvSpPr>
            <a:spLocks/>
          </p:cNvSpPr>
          <p:nvPr/>
        </p:nvSpPr>
        <p:spPr>
          <a:xfrm>
            <a:off x="813019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2BC0BAA0-65F1-4FBB-BEE2-6A1A5D3DB85A}"/>
              </a:ext>
            </a:extLst>
          </p:cNvPr>
          <p:cNvSpPr>
            <a:spLocks/>
          </p:cNvSpPr>
          <p:nvPr/>
        </p:nvSpPr>
        <p:spPr>
          <a:xfrm>
            <a:off x="81844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D8F2F052-15CA-4CB0-BE8D-013071B33658}"/>
              </a:ext>
            </a:extLst>
          </p:cNvPr>
          <p:cNvSpPr>
            <a:spLocks/>
          </p:cNvSpPr>
          <p:nvPr/>
        </p:nvSpPr>
        <p:spPr>
          <a:xfrm>
            <a:off x="81426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C92593C2-0F60-4675-B08E-8AD8AF5163E1}"/>
              </a:ext>
            </a:extLst>
          </p:cNvPr>
          <p:cNvSpPr>
            <a:spLocks/>
          </p:cNvSpPr>
          <p:nvPr/>
        </p:nvSpPr>
        <p:spPr>
          <a:xfrm>
            <a:off x="821247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4589649E-B017-45B6-A4D8-0FADCA18D103}"/>
              </a:ext>
            </a:extLst>
          </p:cNvPr>
          <p:cNvSpPr>
            <a:spLocks/>
          </p:cNvSpPr>
          <p:nvPr/>
        </p:nvSpPr>
        <p:spPr>
          <a:xfrm>
            <a:off x="82055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53114982-7FDD-434C-9FB8-6F09B2A5DB74}"/>
              </a:ext>
            </a:extLst>
          </p:cNvPr>
          <p:cNvSpPr>
            <a:spLocks/>
          </p:cNvSpPr>
          <p:nvPr/>
        </p:nvSpPr>
        <p:spPr>
          <a:xfrm>
            <a:off x="8175587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EDF9D3E0-6EA7-459E-8E2F-C5B54FF61BFB}"/>
              </a:ext>
            </a:extLst>
          </p:cNvPr>
          <p:cNvSpPr>
            <a:spLocks/>
          </p:cNvSpPr>
          <p:nvPr/>
        </p:nvSpPr>
        <p:spPr>
          <a:xfrm>
            <a:off x="82258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255EAD88-F2C3-4D04-B95A-8F54B074E7ED}"/>
              </a:ext>
            </a:extLst>
          </p:cNvPr>
          <p:cNvSpPr>
            <a:spLocks/>
          </p:cNvSpPr>
          <p:nvPr/>
        </p:nvSpPr>
        <p:spPr>
          <a:xfrm>
            <a:off x="8135094" y="31962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775FE1CD-DBAA-44F4-A7FC-422B9AECE608}"/>
              </a:ext>
            </a:extLst>
          </p:cNvPr>
          <p:cNvSpPr>
            <a:spLocks/>
          </p:cNvSpPr>
          <p:nvPr/>
        </p:nvSpPr>
        <p:spPr>
          <a:xfrm>
            <a:off x="8167038" y="3402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7711F1C9-DBFD-437F-9925-BDEBAF4859FC}"/>
              </a:ext>
            </a:extLst>
          </p:cNvPr>
          <p:cNvSpPr>
            <a:spLocks/>
          </p:cNvSpPr>
          <p:nvPr/>
        </p:nvSpPr>
        <p:spPr>
          <a:xfrm>
            <a:off x="8197203" y="20861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A08501F1-8387-4D28-BB41-D3FBDBB0239D}"/>
              </a:ext>
            </a:extLst>
          </p:cNvPr>
          <p:cNvSpPr>
            <a:spLocks/>
          </p:cNvSpPr>
          <p:nvPr/>
        </p:nvSpPr>
        <p:spPr>
          <a:xfrm>
            <a:off x="81753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BC85C613-5A3A-4258-A328-4326C792450C}"/>
              </a:ext>
            </a:extLst>
          </p:cNvPr>
          <p:cNvSpPr>
            <a:spLocks/>
          </p:cNvSpPr>
          <p:nvPr/>
        </p:nvSpPr>
        <p:spPr>
          <a:xfrm>
            <a:off x="82444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387A2787-0642-4CC6-A6AF-7C3A25FB22CF}"/>
              </a:ext>
            </a:extLst>
          </p:cNvPr>
          <p:cNvSpPr>
            <a:spLocks/>
          </p:cNvSpPr>
          <p:nvPr/>
        </p:nvSpPr>
        <p:spPr>
          <a:xfrm>
            <a:off x="8180903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4378DB49-11BE-4FA2-B4E7-E52C154686A5}"/>
              </a:ext>
            </a:extLst>
          </p:cNvPr>
          <p:cNvSpPr>
            <a:spLocks/>
          </p:cNvSpPr>
          <p:nvPr/>
        </p:nvSpPr>
        <p:spPr>
          <a:xfrm>
            <a:off x="815249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AD6E910A-33FF-420C-B5A8-3600D58A2C26}"/>
              </a:ext>
            </a:extLst>
          </p:cNvPr>
          <p:cNvSpPr>
            <a:spLocks/>
          </p:cNvSpPr>
          <p:nvPr/>
        </p:nvSpPr>
        <p:spPr>
          <a:xfrm>
            <a:off x="8209599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B225666-EBD8-4A13-9A52-9EE176577A84}"/>
              </a:ext>
            </a:extLst>
          </p:cNvPr>
          <p:cNvSpPr>
            <a:spLocks/>
          </p:cNvSpPr>
          <p:nvPr/>
        </p:nvSpPr>
        <p:spPr>
          <a:xfrm>
            <a:off x="82312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CE08BBE4-CDAA-4A97-9806-A75788F3F920}"/>
              </a:ext>
            </a:extLst>
          </p:cNvPr>
          <p:cNvSpPr>
            <a:spLocks/>
          </p:cNvSpPr>
          <p:nvPr/>
        </p:nvSpPr>
        <p:spPr>
          <a:xfrm>
            <a:off x="818602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12A20FDD-DBE8-4120-A2F6-0101D02B2106}"/>
              </a:ext>
            </a:extLst>
          </p:cNvPr>
          <p:cNvSpPr>
            <a:spLocks/>
          </p:cNvSpPr>
          <p:nvPr/>
        </p:nvSpPr>
        <p:spPr>
          <a:xfrm>
            <a:off x="8242513" y="2970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862EE160-8745-46D7-AD2D-E64D8280996E}"/>
              </a:ext>
            </a:extLst>
          </p:cNvPr>
          <p:cNvSpPr>
            <a:spLocks/>
          </p:cNvSpPr>
          <p:nvPr/>
        </p:nvSpPr>
        <p:spPr>
          <a:xfrm>
            <a:off x="81827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2D7CCD53-D48E-4BEB-99E5-FBECE524C08B}"/>
              </a:ext>
            </a:extLst>
          </p:cNvPr>
          <p:cNvSpPr>
            <a:spLocks/>
          </p:cNvSpPr>
          <p:nvPr/>
        </p:nvSpPr>
        <p:spPr>
          <a:xfrm>
            <a:off x="81668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2B62AD2F-B529-4D8B-98D9-FEE31B9B0B18}"/>
              </a:ext>
            </a:extLst>
          </p:cNvPr>
          <p:cNvSpPr>
            <a:spLocks/>
          </p:cNvSpPr>
          <p:nvPr/>
        </p:nvSpPr>
        <p:spPr>
          <a:xfrm>
            <a:off x="822112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4DA9B499-9D0B-44B9-A828-87320BFDC2E3}"/>
              </a:ext>
            </a:extLst>
          </p:cNvPr>
          <p:cNvSpPr>
            <a:spLocks/>
          </p:cNvSpPr>
          <p:nvPr/>
        </p:nvSpPr>
        <p:spPr>
          <a:xfrm>
            <a:off x="816997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5D777AE8-9655-4615-B79E-9C3276064985}"/>
              </a:ext>
            </a:extLst>
          </p:cNvPr>
          <p:cNvSpPr>
            <a:spLocks/>
          </p:cNvSpPr>
          <p:nvPr/>
        </p:nvSpPr>
        <p:spPr>
          <a:xfrm>
            <a:off x="8157698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8E82A0A2-566D-4F4B-B013-340D43D5291C}"/>
              </a:ext>
            </a:extLst>
          </p:cNvPr>
          <p:cNvSpPr>
            <a:spLocks/>
          </p:cNvSpPr>
          <p:nvPr/>
        </p:nvSpPr>
        <p:spPr>
          <a:xfrm>
            <a:off x="821304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424992AE-5248-41C6-AB10-A5D44C473655}"/>
              </a:ext>
            </a:extLst>
          </p:cNvPr>
          <p:cNvSpPr>
            <a:spLocks/>
          </p:cNvSpPr>
          <p:nvPr/>
        </p:nvSpPr>
        <p:spPr>
          <a:xfrm>
            <a:off x="8231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3B3AE984-A21F-42B0-B0C5-AE549A2FFAD9}"/>
              </a:ext>
            </a:extLst>
          </p:cNvPr>
          <p:cNvSpPr>
            <a:spLocks/>
          </p:cNvSpPr>
          <p:nvPr/>
        </p:nvSpPr>
        <p:spPr>
          <a:xfrm>
            <a:off x="81876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5B542F24-4914-4D13-9BCB-F457B9970082}"/>
              </a:ext>
            </a:extLst>
          </p:cNvPr>
          <p:cNvSpPr>
            <a:spLocks/>
          </p:cNvSpPr>
          <p:nvPr/>
        </p:nvSpPr>
        <p:spPr>
          <a:xfrm>
            <a:off x="82136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BCB9A430-16DD-40FF-8835-A03D7954726E}"/>
              </a:ext>
            </a:extLst>
          </p:cNvPr>
          <p:cNvSpPr>
            <a:spLocks/>
          </p:cNvSpPr>
          <p:nvPr/>
        </p:nvSpPr>
        <p:spPr>
          <a:xfrm>
            <a:off x="81776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DB7B8F0B-1078-4E31-8022-F1D67FD9E7DC}"/>
              </a:ext>
            </a:extLst>
          </p:cNvPr>
          <p:cNvSpPr>
            <a:spLocks/>
          </p:cNvSpPr>
          <p:nvPr/>
        </p:nvSpPr>
        <p:spPr>
          <a:xfrm>
            <a:off x="815943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AD3887DF-D0E7-4972-BEFE-78D152474BA9}"/>
              </a:ext>
            </a:extLst>
          </p:cNvPr>
          <p:cNvSpPr>
            <a:spLocks/>
          </p:cNvSpPr>
          <p:nvPr/>
        </p:nvSpPr>
        <p:spPr>
          <a:xfrm>
            <a:off x="81920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E3F64392-8CEB-40AF-9F85-25AFBF78A12A}"/>
              </a:ext>
            </a:extLst>
          </p:cNvPr>
          <p:cNvSpPr>
            <a:spLocks/>
          </p:cNvSpPr>
          <p:nvPr/>
        </p:nvSpPr>
        <p:spPr>
          <a:xfrm>
            <a:off x="81413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80DB5D23-D2F8-4032-8A42-F441FAFDEFD5}"/>
              </a:ext>
            </a:extLst>
          </p:cNvPr>
          <p:cNvSpPr>
            <a:spLocks/>
          </p:cNvSpPr>
          <p:nvPr/>
        </p:nvSpPr>
        <p:spPr>
          <a:xfrm>
            <a:off x="8229144" y="2729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F5FB22F7-9AE2-4698-B072-E0C469D26B2E}"/>
              </a:ext>
            </a:extLst>
          </p:cNvPr>
          <p:cNvSpPr>
            <a:spLocks/>
          </p:cNvSpPr>
          <p:nvPr/>
        </p:nvSpPr>
        <p:spPr>
          <a:xfrm>
            <a:off x="819816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317FD051-D43B-4D0F-B8F1-B5B662BE1A41}"/>
              </a:ext>
            </a:extLst>
          </p:cNvPr>
          <p:cNvSpPr>
            <a:spLocks/>
          </p:cNvSpPr>
          <p:nvPr/>
        </p:nvSpPr>
        <p:spPr>
          <a:xfrm>
            <a:off x="81847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DAE845DC-8AFF-430C-ACA6-3C70073F6911}"/>
              </a:ext>
            </a:extLst>
          </p:cNvPr>
          <p:cNvSpPr>
            <a:spLocks/>
          </p:cNvSpPr>
          <p:nvPr/>
        </p:nvSpPr>
        <p:spPr>
          <a:xfrm>
            <a:off x="8227145" y="3316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6909AFCA-11B7-497C-859A-F3C3794A9E18}"/>
              </a:ext>
            </a:extLst>
          </p:cNvPr>
          <p:cNvSpPr>
            <a:spLocks/>
          </p:cNvSpPr>
          <p:nvPr/>
        </p:nvSpPr>
        <p:spPr>
          <a:xfrm>
            <a:off x="823460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2E0145BC-06AA-4303-B85E-2B264CBF3472}"/>
              </a:ext>
            </a:extLst>
          </p:cNvPr>
          <p:cNvSpPr>
            <a:spLocks/>
          </p:cNvSpPr>
          <p:nvPr/>
        </p:nvSpPr>
        <p:spPr>
          <a:xfrm>
            <a:off x="81335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F2616B54-5412-4772-AC6C-4A755379A089}"/>
              </a:ext>
            </a:extLst>
          </p:cNvPr>
          <p:cNvSpPr>
            <a:spLocks/>
          </p:cNvSpPr>
          <p:nvPr/>
        </p:nvSpPr>
        <p:spPr>
          <a:xfrm>
            <a:off x="823504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5BC5A29B-AE49-4346-A64A-979FA2E0FC6E}"/>
              </a:ext>
            </a:extLst>
          </p:cNvPr>
          <p:cNvSpPr>
            <a:spLocks/>
          </p:cNvSpPr>
          <p:nvPr/>
        </p:nvSpPr>
        <p:spPr>
          <a:xfrm>
            <a:off x="819356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87B2A3C3-F5F5-42D5-8FC0-70007B754BD0}"/>
              </a:ext>
            </a:extLst>
          </p:cNvPr>
          <p:cNvSpPr>
            <a:spLocks/>
          </p:cNvSpPr>
          <p:nvPr/>
        </p:nvSpPr>
        <p:spPr>
          <a:xfrm>
            <a:off x="8197494" y="2405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D2680BEB-46F4-4E6F-84BA-E24C6E4D563D}"/>
              </a:ext>
            </a:extLst>
          </p:cNvPr>
          <p:cNvSpPr>
            <a:spLocks/>
          </p:cNvSpPr>
          <p:nvPr/>
        </p:nvSpPr>
        <p:spPr>
          <a:xfrm>
            <a:off x="8215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5B7098AF-3A2B-4364-BC49-5D3A8E4F8052}"/>
              </a:ext>
            </a:extLst>
          </p:cNvPr>
          <p:cNvSpPr>
            <a:spLocks/>
          </p:cNvSpPr>
          <p:nvPr/>
        </p:nvSpPr>
        <p:spPr>
          <a:xfrm>
            <a:off x="8199818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A2D09A49-843B-491F-A912-AFB07FC4880F}"/>
              </a:ext>
            </a:extLst>
          </p:cNvPr>
          <p:cNvSpPr>
            <a:spLocks/>
          </p:cNvSpPr>
          <p:nvPr/>
        </p:nvSpPr>
        <p:spPr>
          <a:xfrm>
            <a:off x="84067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90F3F5F7-7910-4E3F-8FB8-ED0208C259B7}"/>
              </a:ext>
            </a:extLst>
          </p:cNvPr>
          <p:cNvSpPr>
            <a:spLocks/>
          </p:cNvSpPr>
          <p:nvPr/>
        </p:nvSpPr>
        <p:spPr>
          <a:xfrm>
            <a:off x="84496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553C5597-A581-4F5C-8A10-D53C61C81B56}"/>
              </a:ext>
            </a:extLst>
          </p:cNvPr>
          <p:cNvSpPr>
            <a:spLocks/>
          </p:cNvSpPr>
          <p:nvPr/>
        </p:nvSpPr>
        <p:spPr>
          <a:xfrm>
            <a:off x="84523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A95DF712-A1AA-44E4-A4FF-98828BA433B6}"/>
              </a:ext>
            </a:extLst>
          </p:cNvPr>
          <p:cNvSpPr>
            <a:spLocks/>
          </p:cNvSpPr>
          <p:nvPr/>
        </p:nvSpPr>
        <p:spPr>
          <a:xfrm>
            <a:off x="84330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C7E9779E-C36C-4784-B3FE-EF4A373B3F57}"/>
              </a:ext>
            </a:extLst>
          </p:cNvPr>
          <p:cNvSpPr>
            <a:spLocks/>
          </p:cNvSpPr>
          <p:nvPr/>
        </p:nvSpPr>
        <p:spPr>
          <a:xfrm>
            <a:off x="8413843" y="24377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2C0E0083-A955-41C5-9D56-8CF8EEA454AC}"/>
              </a:ext>
            </a:extLst>
          </p:cNvPr>
          <p:cNvSpPr>
            <a:spLocks/>
          </p:cNvSpPr>
          <p:nvPr/>
        </p:nvSpPr>
        <p:spPr>
          <a:xfrm>
            <a:off x="8440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0019E67-148A-439C-9465-3E2ED695976F}"/>
              </a:ext>
            </a:extLst>
          </p:cNvPr>
          <p:cNvSpPr>
            <a:spLocks/>
          </p:cNvSpPr>
          <p:nvPr/>
        </p:nvSpPr>
        <p:spPr>
          <a:xfrm>
            <a:off x="84117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79C11319-0F6A-46D6-8853-4E972D0B4C50}"/>
              </a:ext>
            </a:extLst>
          </p:cNvPr>
          <p:cNvSpPr>
            <a:spLocks/>
          </p:cNvSpPr>
          <p:nvPr/>
        </p:nvSpPr>
        <p:spPr>
          <a:xfrm>
            <a:off x="84259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9AAA4872-7EF7-4493-8770-1B9E2FD65962}"/>
              </a:ext>
            </a:extLst>
          </p:cNvPr>
          <p:cNvSpPr>
            <a:spLocks/>
          </p:cNvSpPr>
          <p:nvPr/>
        </p:nvSpPr>
        <p:spPr>
          <a:xfrm>
            <a:off x="8504757" y="2989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1C87961D-86AE-4907-8F15-CA554120DC91}"/>
              </a:ext>
            </a:extLst>
          </p:cNvPr>
          <p:cNvSpPr>
            <a:spLocks/>
          </p:cNvSpPr>
          <p:nvPr/>
        </p:nvSpPr>
        <p:spPr>
          <a:xfrm>
            <a:off x="849159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70F729B4-5DC5-4DAB-9FB8-38BDAD991343}"/>
              </a:ext>
            </a:extLst>
          </p:cNvPr>
          <p:cNvSpPr>
            <a:spLocks/>
          </p:cNvSpPr>
          <p:nvPr/>
        </p:nvSpPr>
        <p:spPr>
          <a:xfrm>
            <a:off x="8459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4B18EE6A-8C24-4DD7-AA0C-75739DE2FEB8}"/>
              </a:ext>
            </a:extLst>
          </p:cNvPr>
          <p:cNvSpPr>
            <a:spLocks/>
          </p:cNvSpPr>
          <p:nvPr/>
        </p:nvSpPr>
        <p:spPr>
          <a:xfrm>
            <a:off x="84192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21063EAA-A333-4E1C-8065-FCE80AEAF28C}"/>
              </a:ext>
            </a:extLst>
          </p:cNvPr>
          <p:cNvSpPr>
            <a:spLocks/>
          </p:cNvSpPr>
          <p:nvPr/>
        </p:nvSpPr>
        <p:spPr>
          <a:xfrm>
            <a:off x="8400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8B4FF2C9-85FE-4EAF-9918-8E6006A1218B}"/>
              </a:ext>
            </a:extLst>
          </p:cNvPr>
          <p:cNvSpPr>
            <a:spLocks/>
          </p:cNvSpPr>
          <p:nvPr/>
        </p:nvSpPr>
        <p:spPr>
          <a:xfrm>
            <a:off x="8412266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FDAFF28B-B0F8-4281-A6D6-EA102A3CD145}"/>
              </a:ext>
            </a:extLst>
          </p:cNvPr>
          <p:cNvSpPr>
            <a:spLocks/>
          </p:cNvSpPr>
          <p:nvPr/>
        </p:nvSpPr>
        <p:spPr>
          <a:xfrm>
            <a:off x="8424057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EA26200F-992D-44CC-924D-FEFCAE1C0B41}"/>
              </a:ext>
            </a:extLst>
          </p:cNvPr>
          <p:cNvSpPr>
            <a:spLocks/>
          </p:cNvSpPr>
          <p:nvPr/>
        </p:nvSpPr>
        <p:spPr>
          <a:xfrm>
            <a:off x="84204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711F7C5-8A2E-42D8-8F30-2CC6C6FAAFBA}"/>
              </a:ext>
            </a:extLst>
          </p:cNvPr>
          <p:cNvSpPr>
            <a:spLocks/>
          </p:cNvSpPr>
          <p:nvPr/>
        </p:nvSpPr>
        <p:spPr>
          <a:xfrm>
            <a:off x="839624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CC5714D4-7D78-423C-97AF-B7C06A0A5985}"/>
              </a:ext>
            </a:extLst>
          </p:cNvPr>
          <p:cNvSpPr>
            <a:spLocks/>
          </p:cNvSpPr>
          <p:nvPr/>
        </p:nvSpPr>
        <p:spPr>
          <a:xfrm>
            <a:off x="845623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EDAA904A-C064-4910-82E4-B56CB04167E9}"/>
              </a:ext>
            </a:extLst>
          </p:cNvPr>
          <p:cNvSpPr>
            <a:spLocks/>
          </p:cNvSpPr>
          <p:nvPr/>
        </p:nvSpPr>
        <p:spPr>
          <a:xfrm>
            <a:off x="84905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09479142-27AD-4DC8-87E5-2328CA4EBE70}"/>
              </a:ext>
            </a:extLst>
          </p:cNvPr>
          <p:cNvSpPr>
            <a:spLocks/>
          </p:cNvSpPr>
          <p:nvPr/>
        </p:nvSpPr>
        <p:spPr>
          <a:xfrm>
            <a:off x="840166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38C7F6D8-597A-44CE-8049-8D956F1B0FA8}"/>
              </a:ext>
            </a:extLst>
          </p:cNvPr>
          <p:cNvSpPr>
            <a:spLocks/>
          </p:cNvSpPr>
          <p:nvPr/>
        </p:nvSpPr>
        <p:spPr>
          <a:xfrm>
            <a:off x="8468123" y="29702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3E1D479C-1ED1-49C8-A67D-617DF400189C}"/>
              </a:ext>
            </a:extLst>
          </p:cNvPr>
          <p:cNvSpPr>
            <a:spLocks/>
          </p:cNvSpPr>
          <p:nvPr/>
        </p:nvSpPr>
        <p:spPr>
          <a:xfrm>
            <a:off x="847901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AD464CFC-CCA6-4A68-936D-C2631F9CB20A}"/>
              </a:ext>
            </a:extLst>
          </p:cNvPr>
          <p:cNvSpPr>
            <a:spLocks/>
          </p:cNvSpPr>
          <p:nvPr/>
        </p:nvSpPr>
        <p:spPr>
          <a:xfrm>
            <a:off x="8428386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B7B87C50-86CB-4A73-B5F6-8B39DE19F69F}"/>
              </a:ext>
            </a:extLst>
          </p:cNvPr>
          <p:cNvSpPr>
            <a:spLocks/>
          </p:cNvSpPr>
          <p:nvPr/>
        </p:nvSpPr>
        <p:spPr>
          <a:xfrm>
            <a:off x="8486667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0CCBC9C8-388E-471C-90F2-134CC8BBE24E}"/>
              </a:ext>
            </a:extLst>
          </p:cNvPr>
          <p:cNvSpPr>
            <a:spLocks/>
          </p:cNvSpPr>
          <p:nvPr/>
        </p:nvSpPr>
        <p:spPr>
          <a:xfrm>
            <a:off x="844629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8E96F4D3-7D0F-449B-BF3D-F3EFC54AA557}"/>
              </a:ext>
            </a:extLst>
          </p:cNvPr>
          <p:cNvSpPr>
            <a:spLocks/>
          </p:cNvSpPr>
          <p:nvPr/>
        </p:nvSpPr>
        <p:spPr>
          <a:xfrm>
            <a:off x="844905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3360518C-ADC9-49B8-86BD-612D53710295}"/>
              </a:ext>
            </a:extLst>
          </p:cNvPr>
          <p:cNvSpPr>
            <a:spLocks/>
          </p:cNvSpPr>
          <p:nvPr/>
        </p:nvSpPr>
        <p:spPr>
          <a:xfrm>
            <a:off x="84964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DD4744BE-4588-4C07-936E-DF839DB47A3F}"/>
              </a:ext>
            </a:extLst>
          </p:cNvPr>
          <p:cNvSpPr>
            <a:spLocks/>
          </p:cNvSpPr>
          <p:nvPr/>
        </p:nvSpPr>
        <p:spPr>
          <a:xfrm>
            <a:off x="8484757" y="30534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413EDBA4-AB9B-434C-8419-523BDD28DCAD}"/>
              </a:ext>
            </a:extLst>
          </p:cNvPr>
          <p:cNvSpPr>
            <a:spLocks/>
          </p:cNvSpPr>
          <p:nvPr/>
        </p:nvSpPr>
        <p:spPr>
          <a:xfrm>
            <a:off x="847057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01937C3C-53FD-45E6-BFBB-D05F38244463}"/>
              </a:ext>
            </a:extLst>
          </p:cNvPr>
          <p:cNvSpPr>
            <a:spLocks/>
          </p:cNvSpPr>
          <p:nvPr/>
        </p:nvSpPr>
        <p:spPr>
          <a:xfrm>
            <a:off x="84324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A7731A1B-0F1C-4F42-9607-31FE517EC40A}"/>
              </a:ext>
            </a:extLst>
          </p:cNvPr>
          <p:cNvSpPr>
            <a:spLocks/>
          </p:cNvSpPr>
          <p:nvPr/>
        </p:nvSpPr>
        <p:spPr>
          <a:xfrm>
            <a:off x="847821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7CACCB5D-43F1-47B8-8C3D-BB85877FD1B9}"/>
              </a:ext>
            </a:extLst>
          </p:cNvPr>
          <p:cNvSpPr>
            <a:spLocks/>
          </p:cNvSpPr>
          <p:nvPr/>
        </p:nvSpPr>
        <p:spPr>
          <a:xfrm>
            <a:off x="8481251" y="31894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831DFAB1-7E22-421D-823D-58E274B13379}"/>
              </a:ext>
            </a:extLst>
          </p:cNvPr>
          <p:cNvSpPr>
            <a:spLocks/>
          </p:cNvSpPr>
          <p:nvPr/>
        </p:nvSpPr>
        <p:spPr>
          <a:xfrm>
            <a:off x="843716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09C86442-FA6B-45F1-9328-45D12E0E558D}"/>
              </a:ext>
            </a:extLst>
          </p:cNvPr>
          <p:cNvSpPr>
            <a:spLocks/>
          </p:cNvSpPr>
          <p:nvPr/>
        </p:nvSpPr>
        <p:spPr>
          <a:xfrm>
            <a:off x="83932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A9028B15-4C25-4127-8278-48CFFE73DFDD}"/>
              </a:ext>
            </a:extLst>
          </p:cNvPr>
          <p:cNvSpPr>
            <a:spLocks/>
          </p:cNvSpPr>
          <p:nvPr/>
        </p:nvSpPr>
        <p:spPr>
          <a:xfrm>
            <a:off x="84234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884DEE2A-215E-4009-AC2C-6F7BDA62226D}"/>
              </a:ext>
            </a:extLst>
          </p:cNvPr>
          <p:cNvSpPr>
            <a:spLocks/>
          </p:cNvSpPr>
          <p:nvPr/>
        </p:nvSpPr>
        <p:spPr>
          <a:xfrm>
            <a:off x="840467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5CC3347F-B4AE-4F6B-91A2-38C675E6535A}"/>
              </a:ext>
            </a:extLst>
          </p:cNvPr>
          <p:cNvSpPr>
            <a:spLocks/>
          </p:cNvSpPr>
          <p:nvPr/>
        </p:nvSpPr>
        <p:spPr>
          <a:xfrm>
            <a:off x="84241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534B2D9F-24A4-4EC8-8FE5-6003C5315CA9}"/>
              </a:ext>
            </a:extLst>
          </p:cNvPr>
          <p:cNvSpPr>
            <a:spLocks/>
          </p:cNvSpPr>
          <p:nvPr/>
        </p:nvSpPr>
        <p:spPr>
          <a:xfrm>
            <a:off x="83951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E734AB7A-0239-4E46-B4DD-C7F5BBA78557}"/>
              </a:ext>
            </a:extLst>
          </p:cNvPr>
          <p:cNvSpPr>
            <a:spLocks/>
          </p:cNvSpPr>
          <p:nvPr/>
        </p:nvSpPr>
        <p:spPr>
          <a:xfrm>
            <a:off x="84929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47E5E55D-FB2B-46E7-86B6-457C585A834C}"/>
              </a:ext>
            </a:extLst>
          </p:cNvPr>
          <p:cNvSpPr>
            <a:spLocks/>
          </p:cNvSpPr>
          <p:nvPr/>
        </p:nvSpPr>
        <p:spPr>
          <a:xfrm>
            <a:off x="8470109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A8D937EB-403B-4C5A-BDBC-AEF41E895074}"/>
              </a:ext>
            </a:extLst>
          </p:cNvPr>
          <p:cNvSpPr>
            <a:spLocks/>
          </p:cNvSpPr>
          <p:nvPr/>
        </p:nvSpPr>
        <p:spPr>
          <a:xfrm>
            <a:off x="84912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4D908B54-DD08-478D-AE55-3FBD1EE41919}"/>
              </a:ext>
            </a:extLst>
          </p:cNvPr>
          <p:cNvSpPr>
            <a:spLocks/>
          </p:cNvSpPr>
          <p:nvPr/>
        </p:nvSpPr>
        <p:spPr>
          <a:xfrm>
            <a:off x="83924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85BFF60F-9C9D-47B0-A703-5B31C4C4E197}"/>
              </a:ext>
            </a:extLst>
          </p:cNvPr>
          <p:cNvSpPr>
            <a:spLocks/>
          </p:cNvSpPr>
          <p:nvPr/>
        </p:nvSpPr>
        <p:spPr>
          <a:xfrm>
            <a:off x="84809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52ED7AAD-ABF2-44D1-BC9A-BC76513A6F02}"/>
              </a:ext>
            </a:extLst>
          </p:cNvPr>
          <p:cNvSpPr>
            <a:spLocks/>
          </p:cNvSpPr>
          <p:nvPr/>
        </p:nvSpPr>
        <p:spPr>
          <a:xfrm>
            <a:off x="84870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59D84FB1-AE72-4169-AFC9-9564CD0BDADB}"/>
              </a:ext>
            </a:extLst>
          </p:cNvPr>
          <p:cNvSpPr>
            <a:spLocks/>
          </p:cNvSpPr>
          <p:nvPr/>
        </p:nvSpPr>
        <p:spPr>
          <a:xfrm>
            <a:off x="8389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86CB3A80-0A75-4A25-B20D-FF86C96F9A9B}"/>
              </a:ext>
            </a:extLst>
          </p:cNvPr>
          <p:cNvSpPr>
            <a:spLocks/>
          </p:cNvSpPr>
          <p:nvPr/>
        </p:nvSpPr>
        <p:spPr>
          <a:xfrm>
            <a:off x="843846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746E0372-3386-4FC6-8BEA-176B436D9E0C}"/>
              </a:ext>
            </a:extLst>
          </p:cNvPr>
          <p:cNvSpPr>
            <a:spLocks/>
          </p:cNvSpPr>
          <p:nvPr/>
        </p:nvSpPr>
        <p:spPr>
          <a:xfrm>
            <a:off x="846847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F664D202-5246-42F3-B728-8DD7707DEE07}"/>
              </a:ext>
            </a:extLst>
          </p:cNvPr>
          <p:cNvSpPr>
            <a:spLocks/>
          </p:cNvSpPr>
          <p:nvPr/>
        </p:nvSpPr>
        <p:spPr>
          <a:xfrm>
            <a:off x="84078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938C2DEC-636C-49E0-9EAB-5CD213511EEC}"/>
              </a:ext>
            </a:extLst>
          </p:cNvPr>
          <p:cNvSpPr>
            <a:spLocks/>
          </p:cNvSpPr>
          <p:nvPr/>
        </p:nvSpPr>
        <p:spPr>
          <a:xfrm>
            <a:off x="844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FDE92194-17C2-48F7-B8AC-CAB4CE242F2D}"/>
              </a:ext>
            </a:extLst>
          </p:cNvPr>
          <p:cNvSpPr>
            <a:spLocks/>
          </p:cNvSpPr>
          <p:nvPr/>
        </p:nvSpPr>
        <p:spPr>
          <a:xfrm>
            <a:off x="848895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DB98DCB1-FEF1-485F-B7A5-A96B70C62772}"/>
              </a:ext>
            </a:extLst>
          </p:cNvPr>
          <p:cNvSpPr>
            <a:spLocks/>
          </p:cNvSpPr>
          <p:nvPr/>
        </p:nvSpPr>
        <p:spPr>
          <a:xfrm>
            <a:off x="8433155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C7889308-C668-4583-AD9C-8C41B5E66EA0}"/>
              </a:ext>
            </a:extLst>
          </p:cNvPr>
          <p:cNvSpPr>
            <a:spLocks/>
          </p:cNvSpPr>
          <p:nvPr/>
        </p:nvSpPr>
        <p:spPr>
          <a:xfrm>
            <a:off x="839798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FEB2C082-BDA7-4339-BBAB-92F1287B288D}"/>
              </a:ext>
            </a:extLst>
          </p:cNvPr>
          <p:cNvSpPr>
            <a:spLocks/>
          </p:cNvSpPr>
          <p:nvPr/>
        </p:nvSpPr>
        <p:spPr>
          <a:xfrm>
            <a:off x="8482775" y="18037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55AA2BA7-FBC8-4652-8278-4D698187B5ED}"/>
              </a:ext>
            </a:extLst>
          </p:cNvPr>
          <p:cNvSpPr>
            <a:spLocks/>
          </p:cNvSpPr>
          <p:nvPr/>
        </p:nvSpPr>
        <p:spPr>
          <a:xfrm>
            <a:off x="8413054" y="21305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E32BB950-11AF-4B31-9C42-31D4C5452917}"/>
              </a:ext>
            </a:extLst>
          </p:cNvPr>
          <p:cNvSpPr>
            <a:spLocks/>
          </p:cNvSpPr>
          <p:nvPr/>
        </p:nvSpPr>
        <p:spPr>
          <a:xfrm>
            <a:off x="8435453" y="2619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B585EFA3-4BAA-467D-AD36-5FB5BF3DCD58}"/>
              </a:ext>
            </a:extLst>
          </p:cNvPr>
          <p:cNvSpPr>
            <a:spLocks/>
          </p:cNvSpPr>
          <p:nvPr/>
        </p:nvSpPr>
        <p:spPr>
          <a:xfrm>
            <a:off x="84475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B2BF042-8E24-4E05-80CE-C1398A5746DD}"/>
              </a:ext>
            </a:extLst>
          </p:cNvPr>
          <p:cNvSpPr>
            <a:spLocks/>
          </p:cNvSpPr>
          <p:nvPr/>
        </p:nvSpPr>
        <p:spPr>
          <a:xfrm>
            <a:off x="8384814" y="32088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12C8DBB2-39E1-4E6D-A7E4-C6AE2EB62D67}"/>
              </a:ext>
            </a:extLst>
          </p:cNvPr>
          <p:cNvSpPr>
            <a:spLocks/>
          </p:cNvSpPr>
          <p:nvPr/>
        </p:nvSpPr>
        <p:spPr>
          <a:xfrm>
            <a:off x="84853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8681622F-71D6-4394-AAF7-4F9C8080F922}"/>
              </a:ext>
            </a:extLst>
          </p:cNvPr>
          <p:cNvSpPr>
            <a:spLocks/>
          </p:cNvSpPr>
          <p:nvPr/>
        </p:nvSpPr>
        <p:spPr>
          <a:xfrm>
            <a:off x="8497886" y="3411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A4847426-D9E3-4CDA-A1B6-302B1AD83D14}"/>
              </a:ext>
            </a:extLst>
          </p:cNvPr>
          <p:cNvSpPr>
            <a:spLocks/>
          </p:cNvSpPr>
          <p:nvPr/>
        </p:nvSpPr>
        <p:spPr>
          <a:xfrm>
            <a:off x="841846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AD4D2EB9-2173-4982-84E3-0F9C7B42C2BD}"/>
              </a:ext>
            </a:extLst>
          </p:cNvPr>
          <p:cNvSpPr>
            <a:spLocks/>
          </p:cNvSpPr>
          <p:nvPr/>
        </p:nvSpPr>
        <p:spPr>
          <a:xfrm>
            <a:off x="84613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29F3881B-AD12-4902-AAD6-171D78D1CEF0}"/>
              </a:ext>
            </a:extLst>
          </p:cNvPr>
          <p:cNvSpPr>
            <a:spLocks/>
          </p:cNvSpPr>
          <p:nvPr/>
        </p:nvSpPr>
        <p:spPr>
          <a:xfrm>
            <a:off x="84251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B53ED1D8-FD71-4013-B814-8AF81B0B71A6}"/>
              </a:ext>
            </a:extLst>
          </p:cNvPr>
          <p:cNvSpPr>
            <a:spLocks/>
          </p:cNvSpPr>
          <p:nvPr/>
        </p:nvSpPr>
        <p:spPr>
          <a:xfrm>
            <a:off x="84375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0C3E2B8A-87DF-42E1-98BC-F0BF182EA14E}"/>
              </a:ext>
            </a:extLst>
          </p:cNvPr>
          <p:cNvSpPr>
            <a:spLocks/>
          </p:cNvSpPr>
          <p:nvPr/>
        </p:nvSpPr>
        <p:spPr>
          <a:xfrm>
            <a:off x="849928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23328ED2-0047-4B33-9FBD-0F680D162903}"/>
              </a:ext>
            </a:extLst>
          </p:cNvPr>
          <p:cNvSpPr>
            <a:spLocks/>
          </p:cNvSpPr>
          <p:nvPr/>
        </p:nvSpPr>
        <p:spPr>
          <a:xfrm>
            <a:off x="84438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B59C415E-1934-475D-950D-B42F83D56F93}"/>
              </a:ext>
            </a:extLst>
          </p:cNvPr>
          <p:cNvSpPr>
            <a:spLocks/>
          </p:cNvSpPr>
          <p:nvPr/>
        </p:nvSpPr>
        <p:spPr>
          <a:xfrm>
            <a:off x="849762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069AEC52-318E-41F6-AA16-7D0D31023F47}"/>
              </a:ext>
            </a:extLst>
          </p:cNvPr>
          <p:cNvSpPr>
            <a:spLocks/>
          </p:cNvSpPr>
          <p:nvPr/>
        </p:nvSpPr>
        <p:spPr>
          <a:xfrm>
            <a:off x="8436160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FDA5237F-F02D-4EC3-8180-2CDB0C662FE8}"/>
              </a:ext>
            </a:extLst>
          </p:cNvPr>
          <p:cNvSpPr>
            <a:spLocks/>
          </p:cNvSpPr>
          <p:nvPr/>
        </p:nvSpPr>
        <p:spPr>
          <a:xfrm>
            <a:off x="84768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723857FE-5886-4A01-86FA-1FEA2B9051AD}"/>
              </a:ext>
            </a:extLst>
          </p:cNvPr>
          <p:cNvSpPr>
            <a:spLocks/>
          </p:cNvSpPr>
          <p:nvPr/>
        </p:nvSpPr>
        <p:spPr>
          <a:xfrm>
            <a:off x="84602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53D28E31-F162-4083-B5DC-09AEBC5DE310}"/>
              </a:ext>
            </a:extLst>
          </p:cNvPr>
          <p:cNvSpPr>
            <a:spLocks/>
          </p:cNvSpPr>
          <p:nvPr/>
        </p:nvSpPr>
        <p:spPr>
          <a:xfrm>
            <a:off x="8455439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5C635DD7-AC58-44E0-A927-CED028AC7437}"/>
              </a:ext>
            </a:extLst>
          </p:cNvPr>
          <p:cNvSpPr>
            <a:spLocks/>
          </p:cNvSpPr>
          <p:nvPr/>
        </p:nvSpPr>
        <p:spPr>
          <a:xfrm>
            <a:off x="838898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DEF41939-068C-4F80-8125-4AA03D13F992}"/>
              </a:ext>
            </a:extLst>
          </p:cNvPr>
          <p:cNvSpPr>
            <a:spLocks/>
          </p:cNvSpPr>
          <p:nvPr/>
        </p:nvSpPr>
        <p:spPr>
          <a:xfrm>
            <a:off x="8410548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14AD8428-77BF-4682-B076-4B1EDD42ECCA}"/>
              </a:ext>
            </a:extLst>
          </p:cNvPr>
          <p:cNvSpPr>
            <a:spLocks/>
          </p:cNvSpPr>
          <p:nvPr/>
        </p:nvSpPr>
        <p:spPr>
          <a:xfrm>
            <a:off x="850371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C3BDA991-FA87-4B37-BC42-017717C49DFF}"/>
              </a:ext>
            </a:extLst>
          </p:cNvPr>
          <p:cNvSpPr>
            <a:spLocks/>
          </p:cNvSpPr>
          <p:nvPr/>
        </p:nvSpPr>
        <p:spPr>
          <a:xfrm>
            <a:off x="847430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8826C734-E206-4D08-AF54-A11FE4F502E9}"/>
              </a:ext>
            </a:extLst>
          </p:cNvPr>
          <p:cNvSpPr>
            <a:spLocks/>
          </p:cNvSpPr>
          <p:nvPr/>
        </p:nvSpPr>
        <p:spPr>
          <a:xfrm>
            <a:off x="8471443" y="29309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225F1551-33EB-4742-92AA-5DE3F621346E}"/>
              </a:ext>
            </a:extLst>
          </p:cNvPr>
          <p:cNvSpPr>
            <a:spLocks/>
          </p:cNvSpPr>
          <p:nvPr/>
        </p:nvSpPr>
        <p:spPr>
          <a:xfrm>
            <a:off x="841491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5E31D3C1-7B9C-4E0D-A2A6-002327A9EA46}"/>
              </a:ext>
            </a:extLst>
          </p:cNvPr>
          <p:cNvSpPr>
            <a:spLocks/>
          </p:cNvSpPr>
          <p:nvPr/>
        </p:nvSpPr>
        <p:spPr>
          <a:xfrm>
            <a:off x="84641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50922BF6-7D02-471C-9C53-29C3297C0336}"/>
              </a:ext>
            </a:extLst>
          </p:cNvPr>
          <p:cNvSpPr>
            <a:spLocks/>
          </p:cNvSpPr>
          <p:nvPr/>
        </p:nvSpPr>
        <p:spPr>
          <a:xfrm>
            <a:off x="84306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964AA170-68C2-43DF-A58A-C4EFBB95C311}"/>
              </a:ext>
            </a:extLst>
          </p:cNvPr>
          <p:cNvSpPr>
            <a:spLocks/>
          </p:cNvSpPr>
          <p:nvPr/>
        </p:nvSpPr>
        <p:spPr>
          <a:xfrm>
            <a:off x="838842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3035231C-72FC-4415-819F-4C5F17CEAD36}"/>
              </a:ext>
            </a:extLst>
          </p:cNvPr>
          <p:cNvSpPr>
            <a:spLocks/>
          </p:cNvSpPr>
          <p:nvPr/>
        </p:nvSpPr>
        <p:spPr>
          <a:xfrm>
            <a:off x="8401060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2EC1E69E-825D-4456-BF82-1311B3C2853D}"/>
              </a:ext>
            </a:extLst>
          </p:cNvPr>
          <p:cNvSpPr>
            <a:spLocks/>
          </p:cNvSpPr>
          <p:nvPr/>
        </p:nvSpPr>
        <p:spPr>
          <a:xfrm>
            <a:off x="847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6267CCC0-AE5F-4219-8B91-65F75C551975}"/>
              </a:ext>
            </a:extLst>
          </p:cNvPr>
          <p:cNvSpPr>
            <a:spLocks/>
          </p:cNvSpPr>
          <p:nvPr/>
        </p:nvSpPr>
        <p:spPr>
          <a:xfrm>
            <a:off x="849317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EFBA1945-C2A5-4891-B81C-FD3CE67CEE3A}"/>
              </a:ext>
            </a:extLst>
          </p:cNvPr>
          <p:cNvSpPr>
            <a:spLocks/>
          </p:cNvSpPr>
          <p:nvPr/>
        </p:nvSpPr>
        <p:spPr>
          <a:xfrm>
            <a:off x="8444519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EC49269E-6C27-4D5E-8B34-C643B58644EB}"/>
              </a:ext>
            </a:extLst>
          </p:cNvPr>
          <p:cNvSpPr>
            <a:spLocks/>
          </p:cNvSpPr>
          <p:nvPr/>
        </p:nvSpPr>
        <p:spPr>
          <a:xfrm>
            <a:off x="84566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27B33733-6D4B-4AB0-9E89-02141893A6BB}"/>
              </a:ext>
            </a:extLst>
          </p:cNvPr>
          <p:cNvSpPr>
            <a:spLocks/>
          </p:cNvSpPr>
          <p:nvPr/>
        </p:nvSpPr>
        <p:spPr>
          <a:xfrm>
            <a:off x="84246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E013DC08-FD88-4382-819A-3DC7E8D7BD6A}"/>
              </a:ext>
            </a:extLst>
          </p:cNvPr>
          <p:cNvSpPr>
            <a:spLocks/>
          </p:cNvSpPr>
          <p:nvPr/>
        </p:nvSpPr>
        <p:spPr>
          <a:xfrm>
            <a:off x="8397861" y="33254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0FE91E83-2A0B-47AB-A7B7-A5AAF0FB0D5C}"/>
              </a:ext>
            </a:extLst>
          </p:cNvPr>
          <p:cNvSpPr>
            <a:spLocks/>
          </p:cNvSpPr>
          <p:nvPr/>
        </p:nvSpPr>
        <p:spPr>
          <a:xfrm>
            <a:off x="841032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F30AF8F5-1A5F-4E5C-80EF-34BBD1B3FC94}"/>
              </a:ext>
            </a:extLst>
          </p:cNvPr>
          <p:cNvSpPr>
            <a:spLocks/>
          </p:cNvSpPr>
          <p:nvPr/>
        </p:nvSpPr>
        <p:spPr>
          <a:xfrm>
            <a:off x="83946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3333C0F0-17CC-49D1-8C96-38382ED58C2C}"/>
              </a:ext>
            </a:extLst>
          </p:cNvPr>
          <p:cNvSpPr>
            <a:spLocks/>
          </p:cNvSpPr>
          <p:nvPr/>
        </p:nvSpPr>
        <p:spPr>
          <a:xfrm>
            <a:off x="8418644" y="24299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6EC21B83-3419-4E97-9A28-667920CDAA70}"/>
              </a:ext>
            </a:extLst>
          </p:cNvPr>
          <p:cNvSpPr>
            <a:spLocks/>
          </p:cNvSpPr>
          <p:nvPr/>
        </p:nvSpPr>
        <p:spPr>
          <a:xfrm>
            <a:off x="84073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71AA29CC-2B3D-49D0-818F-928DEBDA9C05}"/>
              </a:ext>
            </a:extLst>
          </p:cNvPr>
          <p:cNvSpPr>
            <a:spLocks/>
          </p:cNvSpPr>
          <p:nvPr/>
        </p:nvSpPr>
        <p:spPr>
          <a:xfrm>
            <a:off x="842934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368D54EF-ECE3-43C7-8C2B-C99A1203DFD4}"/>
              </a:ext>
            </a:extLst>
          </p:cNvPr>
          <p:cNvSpPr>
            <a:spLocks/>
          </p:cNvSpPr>
          <p:nvPr/>
        </p:nvSpPr>
        <p:spPr>
          <a:xfrm>
            <a:off x="8474495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94333EA5-98FE-4068-905E-8CB58BB48AF4}"/>
              </a:ext>
            </a:extLst>
          </p:cNvPr>
          <p:cNvSpPr>
            <a:spLocks/>
          </p:cNvSpPr>
          <p:nvPr/>
        </p:nvSpPr>
        <p:spPr>
          <a:xfrm>
            <a:off x="84293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1CC6A9AD-4F9A-4506-9E00-182664FEE4A6}"/>
              </a:ext>
            </a:extLst>
          </p:cNvPr>
          <p:cNvSpPr>
            <a:spLocks/>
          </p:cNvSpPr>
          <p:nvPr/>
        </p:nvSpPr>
        <p:spPr>
          <a:xfrm>
            <a:off x="8483716" y="18405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1C88A6FF-FB74-4548-9C1A-C6EC1C9CB317}"/>
              </a:ext>
            </a:extLst>
          </p:cNvPr>
          <p:cNvSpPr>
            <a:spLocks/>
          </p:cNvSpPr>
          <p:nvPr/>
        </p:nvSpPr>
        <p:spPr>
          <a:xfrm>
            <a:off x="8438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4443900F-1D9E-432E-A4A5-190BA39BC2B2}"/>
              </a:ext>
            </a:extLst>
          </p:cNvPr>
          <p:cNvSpPr>
            <a:spLocks/>
          </p:cNvSpPr>
          <p:nvPr/>
        </p:nvSpPr>
        <p:spPr>
          <a:xfrm>
            <a:off x="844922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8C059BAE-0374-426B-A45E-F7AF8A08CB26}"/>
              </a:ext>
            </a:extLst>
          </p:cNvPr>
          <p:cNvSpPr>
            <a:spLocks/>
          </p:cNvSpPr>
          <p:nvPr/>
        </p:nvSpPr>
        <p:spPr>
          <a:xfrm>
            <a:off x="844852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E8B2CDF0-3B63-4AA4-BF58-92955DD8368A}"/>
              </a:ext>
            </a:extLst>
          </p:cNvPr>
          <p:cNvSpPr>
            <a:spLocks/>
          </p:cNvSpPr>
          <p:nvPr/>
        </p:nvSpPr>
        <p:spPr>
          <a:xfrm>
            <a:off x="848363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8B690837-8BAB-4FEC-8459-E7145610E24A}"/>
              </a:ext>
            </a:extLst>
          </p:cNvPr>
          <p:cNvSpPr>
            <a:spLocks/>
          </p:cNvSpPr>
          <p:nvPr/>
        </p:nvSpPr>
        <p:spPr>
          <a:xfrm>
            <a:off x="8486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6E377D01-0555-425F-9787-23855D1D1EF8}"/>
              </a:ext>
            </a:extLst>
          </p:cNvPr>
          <p:cNvSpPr>
            <a:spLocks/>
          </p:cNvSpPr>
          <p:nvPr/>
        </p:nvSpPr>
        <p:spPr>
          <a:xfrm>
            <a:off x="8478183" y="23338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911CA6B0-94CC-4A5D-B26E-55159DA9164E}"/>
              </a:ext>
            </a:extLst>
          </p:cNvPr>
          <p:cNvSpPr>
            <a:spLocks/>
          </p:cNvSpPr>
          <p:nvPr/>
        </p:nvSpPr>
        <p:spPr>
          <a:xfrm>
            <a:off x="841179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44CE1D22-F226-4ED6-912F-AB8EC1303B8D}"/>
              </a:ext>
            </a:extLst>
          </p:cNvPr>
          <p:cNvSpPr>
            <a:spLocks/>
          </p:cNvSpPr>
          <p:nvPr/>
        </p:nvSpPr>
        <p:spPr>
          <a:xfrm>
            <a:off x="83959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189849CE-C232-4183-AB43-AF9667DFFC52}"/>
              </a:ext>
            </a:extLst>
          </p:cNvPr>
          <p:cNvSpPr>
            <a:spLocks/>
          </p:cNvSpPr>
          <p:nvPr/>
        </p:nvSpPr>
        <p:spPr>
          <a:xfrm>
            <a:off x="84040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A7B98E98-A444-4076-A091-FF238BE8F7D7}"/>
              </a:ext>
            </a:extLst>
          </p:cNvPr>
          <p:cNvSpPr>
            <a:spLocks/>
          </p:cNvSpPr>
          <p:nvPr/>
        </p:nvSpPr>
        <p:spPr>
          <a:xfrm>
            <a:off x="8485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772CEDF1-3791-48EE-B8AD-A4C80E1B6275}"/>
              </a:ext>
            </a:extLst>
          </p:cNvPr>
          <p:cNvSpPr>
            <a:spLocks/>
          </p:cNvSpPr>
          <p:nvPr/>
        </p:nvSpPr>
        <p:spPr>
          <a:xfrm>
            <a:off x="844022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0C37860D-7748-42CD-BAF1-DEA21E7A5E5E}"/>
              </a:ext>
            </a:extLst>
          </p:cNvPr>
          <p:cNvSpPr>
            <a:spLocks/>
          </p:cNvSpPr>
          <p:nvPr/>
        </p:nvSpPr>
        <p:spPr>
          <a:xfrm>
            <a:off x="83889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3D86F628-3CB3-46E9-8719-0DD70FF9F6A0}"/>
              </a:ext>
            </a:extLst>
          </p:cNvPr>
          <p:cNvSpPr>
            <a:spLocks/>
          </p:cNvSpPr>
          <p:nvPr/>
        </p:nvSpPr>
        <p:spPr>
          <a:xfrm>
            <a:off x="84295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76394212-6ADB-4EA8-ABC4-89AA297C5EEB}"/>
              </a:ext>
            </a:extLst>
          </p:cNvPr>
          <p:cNvSpPr>
            <a:spLocks/>
          </p:cNvSpPr>
          <p:nvPr/>
        </p:nvSpPr>
        <p:spPr>
          <a:xfrm>
            <a:off x="8385029" y="2488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0E720C1F-4390-4422-9FF0-43D4A83655DF}"/>
              </a:ext>
            </a:extLst>
          </p:cNvPr>
          <p:cNvSpPr>
            <a:spLocks/>
          </p:cNvSpPr>
          <p:nvPr/>
        </p:nvSpPr>
        <p:spPr>
          <a:xfrm>
            <a:off x="8439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96BDF19B-54D0-46FD-A441-7DC56704C41F}"/>
              </a:ext>
            </a:extLst>
          </p:cNvPr>
          <p:cNvSpPr>
            <a:spLocks/>
          </p:cNvSpPr>
          <p:nvPr/>
        </p:nvSpPr>
        <p:spPr>
          <a:xfrm>
            <a:off x="844025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1DA5D010-7E2E-4EB7-84E3-384954C79E4A}"/>
              </a:ext>
            </a:extLst>
          </p:cNvPr>
          <p:cNvSpPr>
            <a:spLocks/>
          </p:cNvSpPr>
          <p:nvPr/>
        </p:nvSpPr>
        <p:spPr>
          <a:xfrm>
            <a:off x="8403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69E6499A-F74D-44A5-94B7-B76175B5EDCA}"/>
              </a:ext>
            </a:extLst>
          </p:cNvPr>
          <p:cNvSpPr>
            <a:spLocks/>
          </p:cNvSpPr>
          <p:nvPr/>
        </p:nvSpPr>
        <p:spPr>
          <a:xfrm>
            <a:off x="846361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1C835272-5E45-4ABF-83A0-84B93A8176DA}"/>
              </a:ext>
            </a:extLst>
          </p:cNvPr>
          <p:cNvSpPr>
            <a:spLocks/>
          </p:cNvSpPr>
          <p:nvPr/>
        </p:nvSpPr>
        <p:spPr>
          <a:xfrm>
            <a:off x="8499554" y="23733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502CB8C8-D474-44AE-AB6A-F719D92B2091}"/>
              </a:ext>
            </a:extLst>
          </p:cNvPr>
          <p:cNvSpPr>
            <a:spLocks/>
          </p:cNvSpPr>
          <p:nvPr/>
        </p:nvSpPr>
        <p:spPr>
          <a:xfrm>
            <a:off x="848953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956C3CC-BF53-456A-89F4-003C2711A422}"/>
              </a:ext>
            </a:extLst>
          </p:cNvPr>
          <p:cNvSpPr>
            <a:spLocks/>
          </p:cNvSpPr>
          <p:nvPr/>
        </p:nvSpPr>
        <p:spPr>
          <a:xfrm>
            <a:off x="8441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D274D1AB-0DC9-4951-83E9-6D1A666FBCC9}"/>
              </a:ext>
            </a:extLst>
          </p:cNvPr>
          <p:cNvSpPr>
            <a:spLocks/>
          </p:cNvSpPr>
          <p:nvPr/>
        </p:nvSpPr>
        <p:spPr>
          <a:xfrm>
            <a:off x="844678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2208E014-7492-4A60-AB31-63AE8C902BDC}"/>
              </a:ext>
            </a:extLst>
          </p:cNvPr>
          <p:cNvSpPr>
            <a:spLocks/>
          </p:cNvSpPr>
          <p:nvPr/>
        </p:nvSpPr>
        <p:spPr>
          <a:xfrm>
            <a:off x="849336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D47CCB30-75E0-46A6-8294-EDAD4E96C1C3}"/>
              </a:ext>
            </a:extLst>
          </p:cNvPr>
          <p:cNvSpPr>
            <a:spLocks/>
          </p:cNvSpPr>
          <p:nvPr/>
        </p:nvSpPr>
        <p:spPr>
          <a:xfrm>
            <a:off x="846823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F9D7E5E5-DEA0-4F62-ABF4-EAEFFE335981}"/>
              </a:ext>
            </a:extLst>
          </p:cNvPr>
          <p:cNvSpPr>
            <a:spLocks/>
          </p:cNvSpPr>
          <p:nvPr/>
        </p:nvSpPr>
        <p:spPr>
          <a:xfrm>
            <a:off x="844343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C39A4352-7A7A-48D5-937E-33EC7F89F821}"/>
              </a:ext>
            </a:extLst>
          </p:cNvPr>
          <p:cNvSpPr>
            <a:spLocks/>
          </p:cNvSpPr>
          <p:nvPr/>
        </p:nvSpPr>
        <p:spPr>
          <a:xfrm>
            <a:off x="850457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325408A1-725D-4365-B28A-A0FEA952FC1C}"/>
              </a:ext>
            </a:extLst>
          </p:cNvPr>
          <p:cNvSpPr>
            <a:spLocks/>
          </p:cNvSpPr>
          <p:nvPr/>
        </p:nvSpPr>
        <p:spPr>
          <a:xfrm>
            <a:off x="838515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A3B8B021-BA9D-4CE5-845C-4B9C560B065A}"/>
              </a:ext>
            </a:extLst>
          </p:cNvPr>
          <p:cNvSpPr>
            <a:spLocks/>
          </p:cNvSpPr>
          <p:nvPr/>
        </p:nvSpPr>
        <p:spPr>
          <a:xfrm>
            <a:off x="8456041" y="237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044277D7-AAD9-466D-8808-7807CE1C8324}"/>
              </a:ext>
            </a:extLst>
          </p:cNvPr>
          <p:cNvSpPr>
            <a:spLocks/>
          </p:cNvSpPr>
          <p:nvPr/>
        </p:nvSpPr>
        <p:spPr>
          <a:xfrm>
            <a:off x="83919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E50277CD-F14F-4BCE-B90C-71C228ACDC2F}"/>
              </a:ext>
            </a:extLst>
          </p:cNvPr>
          <p:cNvSpPr>
            <a:spLocks/>
          </p:cNvSpPr>
          <p:nvPr/>
        </p:nvSpPr>
        <p:spPr>
          <a:xfrm>
            <a:off x="8491469" y="3129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82C1ED08-4CB1-41C8-B8C8-8205395C5780}"/>
              </a:ext>
            </a:extLst>
          </p:cNvPr>
          <p:cNvSpPr>
            <a:spLocks/>
          </p:cNvSpPr>
          <p:nvPr/>
        </p:nvSpPr>
        <p:spPr>
          <a:xfrm>
            <a:off x="84589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07D2DC26-5D5A-4EDF-A7CE-3DCA2AF903D9}"/>
              </a:ext>
            </a:extLst>
          </p:cNvPr>
          <p:cNvSpPr>
            <a:spLocks/>
          </p:cNvSpPr>
          <p:nvPr/>
        </p:nvSpPr>
        <p:spPr>
          <a:xfrm>
            <a:off x="845752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A8BBBDD0-1E77-45B7-9C5A-C5A661E8E71A}"/>
              </a:ext>
            </a:extLst>
          </p:cNvPr>
          <p:cNvSpPr>
            <a:spLocks/>
          </p:cNvSpPr>
          <p:nvPr/>
        </p:nvSpPr>
        <p:spPr>
          <a:xfrm>
            <a:off x="84146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AD054372-54EA-49FA-8556-11E621F06210}"/>
              </a:ext>
            </a:extLst>
          </p:cNvPr>
          <p:cNvSpPr>
            <a:spLocks/>
          </p:cNvSpPr>
          <p:nvPr/>
        </p:nvSpPr>
        <p:spPr>
          <a:xfrm>
            <a:off x="850053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E3430C45-87EA-4F11-976C-69F8024A8DAF}"/>
              </a:ext>
            </a:extLst>
          </p:cNvPr>
          <p:cNvSpPr>
            <a:spLocks/>
          </p:cNvSpPr>
          <p:nvPr/>
        </p:nvSpPr>
        <p:spPr>
          <a:xfrm>
            <a:off x="840398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4AFBFD82-BADB-4720-854D-11C841EC1933}"/>
              </a:ext>
            </a:extLst>
          </p:cNvPr>
          <p:cNvSpPr>
            <a:spLocks/>
          </p:cNvSpPr>
          <p:nvPr/>
        </p:nvSpPr>
        <p:spPr>
          <a:xfrm>
            <a:off x="842619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399E5207-0CF9-42CC-B7E1-472969026AAB}"/>
              </a:ext>
            </a:extLst>
          </p:cNvPr>
          <p:cNvSpPr>
            <a:spLocks/>
          </p:cNvSpPr>
          <p:nvPr/>
        </p:nvSpPr>
        <p:spPr>
          <a:xfrm>
            <a:off x="843570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D82D14BC-99F8-4FD9-BA97-1CAA8EE52ED2}"/>
              </a:ext>
            </a:extLst>
          </p:cNvPr>
          <p:cNvSpPr>
            <a:spLocks/>
          </p:cNvSpPr>
          <p:nvPr/>
        </p:nvSpPr>
        <p:spPr>
          <a:xfrm>
            <a:off x="842672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5C9B04B6-7D9B-4B27-A9CF-CE5A5E11D362}"/>
              </a:ext>
            </a:extLst>
          </p:cNvPr>
          <p:cNvSpPr>
            <a:spLocks/>
          </p:cNvSpPr>
          <p:nvPr/>
        </p:nvSpPr>
        <p:spPr>
          <a:xfrm>
            <a:off x="84506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81F20E5B-9916-492F-AA46-1F6FFC35E10D}"/>
              </a:ext>
            </a:extLst>
          </p:cNvPr>
          <p:cNvSpPr>
            <a:spLocks/>
          </p:cNvSpPr>
          <p:nvPr/>
        </p:nvSpPr>
        <p:spPr>
          <a:xfrm>
            <a:off x="84325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F2C9D560-7F1E-41AC-A39E-210EFFA7B2A9}"/>
              </a:ext>
            </a:extLst>
          </p:cNvPr>
          <p:cNvSpPr>
            <a:spLocks/>
          </p:cNvSpPr>
          <p:nvPr/>
        </p:nvSpPr>
        <p:spPr>
          <a:xfrm>
            <a:off x="841260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0C93B9EB-94D1-4008-9A56-C04E2C836E28}"/>
              </a:ext>
            </a:extLst>
          </p:cNvPr>
          <p:cNvSpPr>
            <a:spLocks/>
          </p:cNvSpPr>
          <p:nvPr/>
        </p:nvSpPr>
        <p:spPr>
          <a:xfrm>
            <a:off x="84645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FD227D7B-F25A-4E28-824E-85F210B610D6}"/>
              </a:ext>
            </a:extLst>
          </p:cNvPr>
          <p:cNvSpPr>
            <a:spLocks/>
          </p:cNvSpPr>
          <p:nvPr/>
        </p:nvSpPr>
        <p:spPr>
          <a:xfrm>
            <a:off x="845298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08A7BC62-402E-47E4-A397-56C3ADA6233C}"/>
              </a:ext>
            </a:extLst>
          </p:cNvPr>
          <p:cNvSpPr>
            <a:spLocks/>
          </p:cNvSpPr>
          <p:nvPr/>
        </p:nvSpPr>
        <p:spPr>
          <a:xfrm>
            <a:off x="83953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C8A8B92E-11E5-4976-9AF9-BE9F7165F518}"/>
              </a:ext>
            </a:extLst>
          </p:cNvPr>
          <p:cNvSpPr>
            <a:spLocks/>
          </p:cNvSpPr>
          <p:nvPr/>
        </p:nvSpPr>
        <p:spPr>
          <a:xfrm>
            <a:off x="84675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1F6042FB-1C24-44EC-B781-6A98FBBF6884}"/>
              </a:ext>
            </a:extLst>
          </p:cNvPr>
          <p:cNvSpPr>
            <a:spLocks/>
          </p:cNvSpPr>
          <p:nvPr/>
        </p:nvSpPr>
        <p:spPr>
          <a:xfrm>
            <a:off x="83961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920023F4-A3F3-4A54-B93B-6A28E737F3FB}"/>
              </a:ext>
            </a:extLst>
          </p:cNvPr>
          <p:cNvSpPr>
            <a:spLocks/>
          </p:cNvSpPr>
          <p:nvPr/>
        </p:nvSpPr>
        <p:spPr>
          <a:xfrm>
            <a:off x="850213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7E6D2A00-01ED-4640-97FB-967AB05183B4}"/>
              </a:ext>
            </a:extLst>
          </p:cNvPr>
          <p:cNvSpPr>
            <a:spLocks/>
          </p:cNvSpPr>
          <p:nvPr/>
        </p:nvSpPr>
        <p:spPr>
          <a:xfrm>
            <a:off x="84374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B00EB353-21A5-4FAA-A1E5-8D4BC71A3AF4}"/>
              </a:ext>
            </a:extLst>
          </p:cNvPr>
          <p:cNvSpPr>
            <a:spLocks/>
          </p:cNvSpPr>
          <p:nvPr/>
        </p:nvSpPr>
        <p:spPr>
          <a:xfrm>
            <a:off x="8397630" y="2773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12BBCB0A-A8D1-4435-A711-36CF8BA4E583}"/>
              </a:ext>
            </a:extLst>
          </p:cNvPr>
          <p:cNvSpPr>
            <a:spLocks/>
          </p:cNvSpPr>
          <p:nvPr/>
        </p:nvSpPr>
        <p:spPr>
          <a:xfrm>
            <a:off x="847512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6BA8B78D-9D9C-46C6-AD8D-8F5129A728A2}"/>
              </a:ext>
            </a:extLst>
          </p:cNvPr>
          <p:cNvSpPr>
            <a:spLocks/>
          </p:cNvSpPr>
          <p:nvPr/>
        </p:nvSpPr>
        <p:spPr>
          <a:xfrm>
            <a:off x="84426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D54AAC03-F50D-4123-B2CD-3D968983828A}"/>
              </a:ext>
            </a:extLst>
          </p:cNvPr>
          <p:cNvSpPr>
            <a:spLocks/>
          </p:cNvSpPr>
          <p:nvPr/>
        </p:nvSpPr>
        <p:spPr>
          <a:xfrm>
            <a:off x="842690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F4C39757-ACF8-4C9A-81BC-CBED54E4A536}"/>
              </a:ext>
            </a:extLst>
          </p:cNvPr>
          <p:cNvSpPr>
            <a:spLocks/>
          </p:cNvSpPr>
          <p:nvPr/>
        </p:nvSpPr>
        <p:spPr>
          <a:xfrm>
            <a:off x="8464933" y="2184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E6FB7007-A4B2-471E-B123-22A800BE2D9D}"/>
              </a:ext>
            </a:extLst>
          </p:cNvPr>
          <p:cNvSpPr>
            <a:spLocks/>
          </p:cNvSpPr>
          <p:nvPr/>
        </p:nvSpPr>
        <p:spPr>
          <a:xfrm>
            <a:off x="841063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4848081F-CDDA-4172-A843-82C676FA9D87}"/>
              </a:ext>
            </a:extLst>
          </p:cNvPr>
          <p:cNvSpPr>
            <a:spLocks/>
          </p:cNvSpPr>
          <p:nvPr/>
        </p:nvSpPr>
        <p:spPr>
          <a:xfrm>
            <a:off x="84898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EAE12B79-BA9F-4BD1-BE44-04E7BB74DF18}"/>
              </a:ext>
            </a:extLst>
          </p:cNvPr>
          <p:cNvSpPr>
            <a:spLocks/>
          </p:cNvSpPr>
          <p:nvPr/>
        </p:nvSpPr>
        <p:spPr>
          <a:xfrm>
            <a:off x="843775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EB9BDAEF-7EDD-469A-B156-4869A68719BF}"/>
              </a:ext>
            </a:extLst>
          </p:cNvPr>
          <p:cNvSpPr>
            <a:spLocks/>
          </p:cNvSpPr>
          <p:nvPr/>
        </p:nvSpPr>
        <p:spPr>
          <a:xfrm>
            <a:off x="841529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3198195-D0C7-479E-AA97-5DCC364F97B7}"/>
              </a:ext>
            </a:extLst>
          </p:cNvPr>
          <p:cNvSpPr>
            <a:spLocks/>
          </p:cNvSpPr>
          <p:nvPr/>
        </p:nvSpPr>
        <p:spPr>
          <a:xfrm>
            <a:off x="846221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B6B646E8-A879-43EF-B24D-EB99FB15F412}"/>
              </a:ext>
            </a:extLst>
          </p:cNvPr>
          <p:cNvSpPr>
            <a:spLocks/>
          </p:cNvSpPr>
          <p:nvPr/>
        </p:nvSpPr>
        <p:spPr>
          <a:xfrm>
            <a:off x="839605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4F534117-332D-4E0E-83E7-A38F3D8BD3A0}"/>
              </a:ext>
            </a:extLst>
          </p:cNvPr>
          <p:cNvSpPr>
            <a:spLocks/>
          </p:cNvSpPr>
          <p:nvPr/>
        </p:nvSpPr>
        <p:spPr>
          <a:xfrm>
            <a:off x="8492821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4F69F4D5-2E06-44BE-9009-7F8FE6B21CAC}"/>
              </a:ext>
            </a:extLst>
          </p:cNvPr>
          <p:cNvSpPr>
            <a:spLocks/>
          </p:cNvSpPr>
          <p:nvPr/>
        </p:nvSpPr>
        <p:spPr>
          <a:xfrm>
            <a:off x="8491777" y="32650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41A35720-1DE1-4D15-AA21-A26E4DC97F55}"/>
              </a:ext>
            </a:extLst>
          </p:cNvPr>
          <p:cNvSpPr>
            <a:spLocks/>
          </p:cNvSpPr>
          <p:nvPr/>
        </p:nvSpPr>
        <p:spPr>
          <a:xfrm>
            <a:off x="84893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1CC9909B-3293-434F-AC75-175653BF5D56}"/>
              </a:ext>
            </a:extLst>
          </p:cNvPr>
          <p:cNvSpPr>
            <a:spLocks/>
          </p:cNvSpPr>
          <p:nvPr/>
        </p:nvSpPr>
        <p:spPr>
          <a:xfrm>
            <a:off x="8477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4B8E5E18-7F18-473B-9BAB-C4907032ECAE}"/>
              </a:ext>
            </a:extLst>
          </p:cNvPr>
          <p:cNvSpPr>
            <a:spLocks/>
          </p:cNvSpPr>
          <p:nvPr/>
        </p:nvSpPr>
        <p:spPr>
          <a:xfrm>
            <a:off x="845636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99421E42-8C6C-4538-8ECC-7F49580ABD3F}"/>
              </a:ext>
            </a:extLst>
          </p:cNvPr>
          <p:cNvSpPr>
            <a:spLocks/>
          </p:cNvSpPr>
          <p:nvPr/>
        </p:nvSpPr>
        <p:spPr>
          <a:xfrm>
            <a:off x="840319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743D2E67-B47A-4521-8ABE-DDAFE9346FD2}"/>
              </a:ext>
            </a:extLst>
          </p:cNvPr>
          <p:cNvSpPr>
            <a:spLocks/>
          </p:cNvSpPr>
          <p:nvPr/>
        </p:nvSpPr>
        <p:spPr>
          <a:xfrm>
            <a:off x="8407621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CE75715D-BC61-432D-A6FD-1AFA192BF58D}"/>
              </a:ext>
            </a:extLst>
          </p:cNvPr>
          <p:cNvSpPr>
            <a:spLocks/>
          </p:cNvSpPr>
          <p:nvPr/>
        </p:nvSpPr>
        <p:spPr>
          <a:xfrm>
            <a:off x="849064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64C5793E-2B17-483A-9586-2481C22628F5}"/>
              </a:ext>
            </a:extLst>
          </p:cNvPr>
          <p:cNvSpPr>
            <a:spLocks/>
          </p:cNvSpPr>
          <p:nvPr/>
        </p:nvSpPr>
        <p:spPr>
          <a:xfrm>
            <a:off x="842633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D4D8F20B-0D9B-4549-90B3-90E62D420887}"/>
              </a:ext>
            </a:extLst>
          </p:cNvPr>
          <p:cNvSpPr>
            <a:spLocks/>
          </p:cNvSpPr>
          <p:nvPr/>
        </p:nvSpPr>
        <p:spPr>
          <a:xfrm>
            <a:off x="84841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4CE56D71-DC83-4582-8FF4-019774A415F4}"/>
              </a:ext>
            </a:extLst>
          </p:cNvPr>
          <p:cNvSpPr>
            <a:spLocks/>
          </p:cNvSpPr>
          <p:nvPr/>
        </p:nvSpPr>
        <p:spPr>
          <a:xfrm>
            <a:off x="8416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01A2E695-D4F5-4FB9-8E74-66FCB6CC2CF6}"/>
              </a:ext>
            </a:extLst>
          </p:cNvPr>
          <p:cNvSpPr>
            <a:spLocks/>
          </p:cNvSpPr>
          <p:nvPr/>
        </p:nvSpPr>
        <p:spPr>
          <a:xfrm>
            <a:off x="83888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79BB5C4E-4C6F-48A1-A40D-75E375547E0B}"/>
              </a:ext>
            </a:extLst>
          </p:cNvPr>
          <p:cNvSpPr>
            <a:spLocks/>
          </p:cNvSpPr>
          <p:nvPr/>
        </p:nvSpPr>
        <p:spPr>
          <a:xfrm>
            <a:off x="8413873" y="2703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DB64D0B1-5BAE-4867-B2D2-CE94E7BB699D}"/>
              </a:ext>
            </a:extLst>
          </p:cNvPr>
          <p:cNvSpPr>
            <a:spLocks/>
          </p:cNvSpPr>
          <p:nvPr/>
        </p:nvSpPr>
        <p:spPr>
          <a:xfrm>
            <a:off x="8475051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8A3BE8E9-ADEE-4E14-ADF4-E90ED191EAB8}"/>
              </a:ext>
            </a:extLst>
          </p:cNvPr>
          <p:cNvSpPr>
            <a:spLocks/>
          </p:cNvSpPr>
          <p:nvPr/>
        </p:nvSpPr>
        <p:spPr>
          <a:xfrm>
            <a:off x="8454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BBD34CE1-8D7B-4E04-8783-8D1655677F4F}"/>
              </a:ext>
            </a:extLst>
          </p:cNvPr>
          <p:cNvSpPr>
            <a:spLocks/>
          </p:cNvSpPr>
          <p:nvPr/>
        </p:nvSpPr>
        <p:spPr>
          <a:xfrm>
            <a:off x="8457826" y="24858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24C763DE-9D41-4646-8E30-27CE3E61791E}"/>
              </a:ext>
            </a:extLst>
          </p:cNvPr>
          <p:cNvSpPr>
            <a:spLocks/>
          </p:cNvSpPr>
          <p:nvPr/>
        </p:nvSpPr>
        <p:spPr>
          <a:xfrm>
            <a:off x="8459965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3ABA8852-D33A-4DB4-B371-0A42E6278B51}"/>
              </a:ext>
            </a:extLst>
          </p:cNvPr>
          <p:cNvSpPr>
            <a:spLocks/>
          </p:cNvSpPr>
          <p:nvPr/>
        </p:nvSpPr>
        <p:spPr>
          <a:xfrm>
            <a:off x="84742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D9040362-0584-45F7-8685-BB327DEF3B20}"/>
              </a:ext>
            </a:extLst>
          </p:cNvPr>
          <p:cNvSpPr>
            <a:spLocks/>
          </p:cNvSpPr>
          <p:nvPr/>
        </p:nvSpPr>
        <p:spPr>
          <a:xfrm>
            <a:off x="8393272" y="343248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9E90606A-8971-4083-B90D-B2B86350FFBC}"/>
              </a:ext>
            </a:extLst>
          </p:cNvPr>
          <p:cNvSpPr>
            <a:spLocks/>
          </p:cNvSpPr>
          <p:nvPr/>
        </p:nvSpPr>
        <p:spPr>
          <a:xfrm>
            <a:off x="8393469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25B2A84C-3182-4141-AE4C-9AB32F1C69C3}"/>
              </a:ext>
            </a:extLst>
          </p:cNvPr>
          <p:cNvSpPr>
            <a:spLocks/>
          </p:cNvSpPr>
          <p:nvPr/>
        </p:nvSpPr>
        <p:spPr>
          <a:xfrm>
            <a:off x="84622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8426804C-9DEC-45BF-8D25-608D8003F5A8}"/>
              </a:ext>
            </a:extLst>
          </p:cNvPr>
          <p:cNvSpPr>
            <a:spLocks/>
          </p:cNvSpPr>
          <p:nvPr/>
        </p:nvSpPr>
        <p:spPr>
          <a:xfrm>
            <a:off x="83943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BFA246D6-3858-4A2F-B69A-6B9079E7A5D4}"/>
              </a:ext>
            </a:extLst>
          </p:cNvPr>
          <p:cNvSpPr>
            <a:spLocks/>
          </p:cNvSpPr>
          <p:nvPr/>
        </p:nvSpPr>
        <p:spPr>
          <a:xfrm>
            <a:off x="84077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5327E33F-9AC9-4442-8400-FE7BB18246A2}"/>
              </a:ext>
            </a:extLst>
          </p:cNvPr>
          <p:cNvSpPr>
            <a:spLocks/>
          </p:cNvSpPr>
          <p:nvPr/>
        </p:nvSpPr>
        <p:spPr>
          <a:xfrm>
            <a:off x="8443110" y="32930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5F4CAE1D-35B1-4F92-90F3-07F659491E27}"/>
              </a:ext>
            </a:extLst>
          </p:cNvPr>
          <p:cNvSpPr>
            <a:spLocks/>
          </p:cNvSpPr>
          <p:nvPr/>
        </p:nvSpPr>
        <p:spPr>
          <a:xfrm>
            <a:off x="83885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F3BDE720-4EA0-49C9-9C95-EBD62862B4AB}"/>
              </a:ext>
            </a:extLst>
          </p:cNvPr>
          <p:cNvSpPr>
            <a:spLocks/>
          </p:cNvSpPr>
          <p:nvPr/>
        </p:nvSpPr>
        <p:spPr>
          <a:xfrm>
            <a:off x="84401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BCF45D51-D247-4748-9CB7-5232651CC917}"/>
              </a:ext>
            </a:extLst>
          </p:cNvPr>
          <p:cNvSpPr>
            <a:spLocks/>
          </p:cNvSpPr>
          <p:nvPr/>
        </p:nvSpPr>
        <p:spPr>
          <a:xfrm>
            <a:off x="8666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12126114-0A0A-4F51-A6FD-031A4DB1C773}"/>
              </a:ext>
            </a:extLst>
          </p:cNvPr>
          <p:cNvSpPr>
            <a:spLocks/>
          </p:cNvSpPr>
          <p:nvPr/>
        </p:nvSpPr>
        <p:spPr>
          <a:xfrm>
            <a:off x="86378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DAB750E6-AD8B-4ECD-B210-E81CC89C3F43}"/>
              </a:ext>
            </a:extLst>
          </p:cNvPr>
          <p:cNvSpPr>
            <a:spLocks/>
          </p:cNvSpPr>
          <p:nvPr/>
        </p:nvSpPr>
        <p:spPr>
          <a:xfrm>
            <a:off x="86685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6ADE8184-C1CA-467D-B30E-5BE855F90F66}"/>
              </a:ext>
            </a:extLst>
          </p:cNvPr>
          <p:cNvSpPr>
            <a:spLocks/>
          </p:cNvSpPr>
          <p:nvPr/>
        </p:nvSpPr>
        <p:spPr>
          <a:xfrm>
            <a:off x="865411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23B3A883-3BDC-4502-95F7-EAC2E7B8FCA4}"/>
              </a:ext>
            </a:extLst>
          </p:cNvPr>
          <p:cNvSpPr>
            <a:spLocks/>
          </p:cNvSpPr>
          <p:nvPr/>
        </p:nvSpPr>
        <p:spPr>
          <a:xfrm>
            <a:off x="8672063" y="24377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6D360C53-3584-4560-9C32-1EFB354C548A}"/>
              </a:ext>
            </a:extLst>
          </p:cNvPr>
          <p:cNvSpPr>
            <a:spLocks/>
          </p:cNvSpPr>
          <p:nvPr/>
        </p:nvSpPr>
        <p:spPr>
          <a:xfrm>
            <a:off x="87289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1B6C3FC7-8853-4010-847A-2BF6D27674D9}"/>
              </a:ext>
            </a:extLst>
          </p:cNvPr>
          <p:cNvSpPr>
            <a:spLocks/>
          </p:cNvSpPr>
          <p:nvPr/>
        </p:nvSpPr>
        <p:spPr>
          <a:xfrm>
            <a:off x="86970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5D5A35CA-B006-4E24-A15E-733EF3672907}"/>
              </a:ext>
            </a:extLst>
          </p:cNvPr>
          <p:cNvSpPr>
            <a:spLocks/>
          </p:cNvSpPr>
          <p:nvPr/>
        </p:nvSpPr>
        <p:spPr>
          <a:xfrm>
            <a:off x="86403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1362E949-417A-489D-8A84-61DD111D9ADD}"/>
              </a:ext>
            </a:extLst>
          </p:cNvPr>
          <p:cNvSpPr>
            <a:spLocks/>
          </p:cNvSpPr>
          <p:nvPr/>
        </p:nvSpPr>
        <p:spPr>
          <a:xfrm>
            <a:off x="8692097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9B023E6A-24DF-4065-8532-1472A8120E10}"/>
              </a:ext>
            </a:extLst>
          </p:cNvPr>
          <p:cNvSpPr>
            <a:spLocks/>
          </p:cNvSpPr>
          <p:nvPr/>
        </p:nvSpPr>
        <p:spPr>
          <a:xfrm>
            <a:off x="86510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E903CC15-7516-480B-BFA3-E838318D6827}"/>
              </a:ext>
            </a:extLst>
          </p:cNvPr>
          <p:cNvSpPr>
            <a:spLocks/>
          </p:cNvSpPr>
          <p:nvPr/>
        </p:nvSpPr>
        <p:spPr>
          <a:xfrm>
            <a:off x="8673128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5C2B3482-AA9A-449A-AD42-21B5B0A674EB}"/>
              </a:ext>
            </a:extLst>
          </p:cNvPr>
          <p:cNvSpPr>
            <a:spLocks/>
          </p:cNvSpPr>
          <p:nvPr/>
        </p:nvSpPr>
        <p:spPr>
          <a:xfrm>
            <a:off x="86477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4E0CA3D3-11E9-4518-BA94-5CF18CBF5838}"/>
              </a:ext>
            </a:extLst>
          </p:cNvPr>
          <p:cNvSpPr>
            <a:spLocks/>
          </p:cNvSpPr>
          <p:nvPr/>
        </p:nvSpPr>
        <p:spPr>
          <a:xfrm>
            <a:off x="87390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94ECE59B-91E9-4423-A218-25D8AE804B3C}"/>
              </a:ext>
            </a:extLst>
          </p:cNvPr>
          <p:cNvSpPr>
            <a:spLocks/>
          </p:cNvSpPr>
          <p:nvPr/>
        </p:nvSpPr>
        <p:spPr>
          <a:xfrm>
            <a:off x="865420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4C8D3A83-2A7C-4355-824A-0A74053A4E37}"/>
              </a:ext>
            </a:extLst>
          </p:cNvPr>
          <p:cNvSpPr>
            <a:spLocks/>
          </p:cNvSpPr>
          <p:nvPr/>
        </p:nvSpPr>
        <p:spPr>
          <a:xfrm>
            <a:off x="865730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3499BF15-8C57-4A19-8551-49961927B872}"/>
              </a:ext>
            </a:extLst>
          </p:cNvPr>
          <p:cNvSpPr>
            <a:spLocks/>
          </p:cNvSpPr>
          <p:nvPr/>
        </p:nvSpPr>
        <p:spPr>
          <a:xfrm>
            <a:off x="868923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40B2A704-5D25-4EA9-8A59-7CDBB9E4FA4D}"/>
              </a:ext>
            </a:extLst>
          </p:cNvPr>
          <p:cNvSpPr>
            <a:spLocks/>
          </p:cNvSpPr>
          <p:nvPr/>
        </p:nvSpPr>
        <p:spPr>
          <a:xfrm>
            <a:off x="872021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814A3BBA-FB34-49BA-B680-5A91487BCF30}"/>
              </a:ext>
            </a:extLst>
          </p:cNvPr>
          <p:cNvSpPr>
            <a:spLocks/>
          </p:cNvSpPr>
          <p:nvPr/>
        </p:nvSpPr>
        <p:spPr>
          <a:xfrm>
            <a:off x="8724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B39DDB27-0888-490E-8F3F-53DD35DE1447}"/>
              </a:ext>
            </a:extLst>
          </p:cNvPr>
          <p:cNvSpPr>
            <a:spLocks/>
          </p:cNvSpPr>
          <p:nvPr/>
        </p:nvSpPr>
        <p:spPr>
          <a:xfrm>
            <a:off x="865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D6B332E4-EC93-425E-B1DC-AF1DE72A33A4}"/>
              </a:ext>
            </a:extLst>
          </p:cNvPr>
          <p:cNvSpPr>
            <a:spLocks/>
          </p:cNvSpPr>
          <p:nvPr/>
        </p:nvSpPr>
        <p:spPr>
          <a:xfrm>
            <a:off x="864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42CFA9A7-D845-4E4A-80D8-7C54572D5279}"/>
              </a:ext>
            </a:extLst>
          </p:cNvPr>
          <p:cNvSpPr>
            <a:spLocks/>
          </p:cNvSpPr>
          <p:nvPr/>
        </p:nvSpPr>
        <p:spPr>
          <a:xfrm>
            <a:off x="8705671" y="2380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FA71569B-0958-4CF2-A9F1-62BB6F921ED7}"/>
              </a:ext>
            </a:extLst>
          </p:cNvPr>
          <p:cNvSpPr>
            <a:spLocks/>
          </p:cNvSpPr>
          <p:nvPr/>
        </p:nvSpPr>
        <p:spPr>
          <a:xfrm>
            <a:off x="86970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7264ECBB-FDC3-4CA1-8EED-D0DBF51CFB63}"/>
              </a:ext>
            </a:extLst>
          </p:cNvPr>
          <p:cNvSpPr>
            <a:spLocks/>
          </p:cNvSpPr>
          <p:nvPr/>
        </p:nvSpPr>
        <p:spPr>
          <a:xfrm>
            <a:off x="8741953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3CAA58A6-0D87-4CFA-BBD1-7A16D7B9B9B4}"/>
              </a:ext>
            </a:extLst>
          </p:cNvPr>
          <p:cNvSpPr>
            <a:spLocks/>
          </p:cNvSpPr>
          <p:nvPr/>
        </p:nvSpPr>
        <p:spPr>
          <a:xfrm>
            <a:off x="8687495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3DB281FD-239A-45CD-8787-7D4038C93A4C}"/>
              </a:ext>
            </a:extLst>
          </p:cNvPr>
          <p:cNvSpPr>
            <a:spLocks/>
          </p:cNvSpPr>
          <p:nvPr/>
        </p:nvSpPr>
        <p:spPr>
          <a:xfrm>
            <a:off x="8757858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FD263578-01FE-4147-AD16-DD94CBCDEE09}"/>
              </a:ext>
            </a:extLst>
          </p:cNvPr>
          <p:cNvSpPr>
            <a:spLocks/>
          </p:cNvSpPr>
          <p:nvPr/>
        </p:nvSpPr>
        <p:spPr>
          <a:xfrm>
            <a:off x="869269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483AEFBA-FC33-4677-A011-DDDFCE2431CF}"/>
              </a:ext>
            </a:extLst>
          </p:cNvPr>
          <p:cNvSpPr>
            <a:spLocks/>
          </p:cNvSpPr>
          <p:nvPr/>
        </p:nvSpPr>
        <p:spPr>
          <a:xfrm>
            <a:off x="867662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8E119884-8883-49A8-A586-5D1A4C961897}"/>
              </a:ext>
            </a:extLst>
          </p:cNvPr>
          <p:cNvSpPr>
            <a:spLocks/>
          </p:cNvSpPr>
          <p:nvPr/>
        </p:nvSpPr>
        <p:spPr>
          <a:xfrm>
            <a:off x="8720335" y="29853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AF5F9571-16A2-403C-AE27-1540767A89CB}"/>
              </a:ext>
            </a:extLst>
          </p:cNvPr>
          <p:cNvSpPr>
            <a:spLocks/>
          </p:cNvSpPr>
          <p:nvPr/>
        </p:nvSpPr>
        <p:spPr>
          <a:xfrm>
            <a:off x="8655998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EEFFEA15-7D6F-49BF-8290-399CFE4BC1C3}"/>
              </a:ext>
            </a:extLst>
          </p:cNvPr>
          <p:cNvSpPr>
            <a:spLocks/>
          </p:cNvSpPr>
          <p:nvPr/>
        </p:nvSpPr>
        <p:spPr>
          <a:xfrm>
            <a:off x="87324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54AEBF2F-47A8-48E6-9240-DCD58E346657}"/>
              </a:ext>
            </a:extLst>
          </p:cNvPr>
          <p:cNvSpPr>
            <a:spLocks/>
          </p:cNvSpPr>
          <p:nvPr/>
        </p:nvSpPr>
        <p:spPr>
          <a:xfrm>
            <a:off x="87049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7004CF49-16F6-4BC2-883C-4E3B46F42843}"/>
              </a:ext>
            </a:extLst>
          </p:cNvPr>
          <p:cNvSpPr>
            <a:spLocks/>
          </p:cNvSpPr>
          <p:nvPr/>
        </p:nvSpPr>
        <p:spPr>
          <a:xfrm>
            <a:off x="8697720" y="2645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3CC474B4-97D5-485B-B5B8-6A3CE0E34261}"/>
              </a:ext>
            </a:extLst>
          </p:cNvPr>
          <p:cNvSpPr>
            <a:spLocks/>
          </p:cNvSpPr>
          <p:nvPr/>
        </p:nvSpPr>
        <p:spPr>
          <a:xfrm>
            <a:off x="871187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540D3C91-BDDD-4B0B-A6C7-166A3276CBFF}"/>
              </a:ext>
            </a:extLst>
          </p:cNvPr>
          <p:cNvSpPr>
            <a:spLocks/>
          </p:cNvSpPr>
          <p:nvPr/>
        </p:nvSpPr>
        <p:spPr>
          <a:xfrm>
            <a:off x="87388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B8CBD7AB-A73D-468B-9840-E8AEB1E040C8}"/>
              </a:ext>
            </a:extLst>
          </p:cNvPr>
          <p:cNvSpPr>
            <a:spLocks/>
          </p:cNvSpPr>
          <p:nvPr/>
        </p:nvSpPr>
        <p:spPr>
          <a:xfrm>
            <a:off x="86778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70DB6F37-CC48-4227-981F-35A8AFD90493}"/>
              </a:ext>
            </a:extLst>
          </p:cNvPr>
          <p:cNvSpPr>
            <a:spLocks/>
          </p:cNvSpPr>
          <p:nvPr/>
        </p:nvSpPr>
        <p:spPr>
          <a:xfrm>
            <a:off x="86651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6F9571CA-11B9-452A-A3A0-31447D4F4604}"/>
              </a:ext>
            </a:extLst>
          </p:cNvPr>
          <p:cNvSpPr>
            <a:spLocks/>
          </p:cNvSpPr>
          <p:nvPr/>
        </p:nvSpPr>
        <p:spPr>
          <a:xfrm>
            <a:off x="8728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D5D3258C-AA69-477B-B6D1-946F98D22B40}"/>
              </a:ext>
            </a:extLst>
          </p:cNvPr>
          <p:cNvSpPr>
            <a:spLocks/>
          </p:cNvSpPr>
          <p:nvPr/>
        </p:nvSpPr>
        <p:spPr>
          <a:xfrm>
            <a:off x="87015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9B3C0FBE-87DF-4F86-89B0-64F17FE17A87}"/>
              </a:ext>
            </a:extLst>
          </p:cNvPr>
          <p:cNvSpPr>
            <a:spLocks/>
          </p:cNvSpPr>
          <p:nvPr/>
        </p:nvSpPr>
        <p:spPr>
          <a:xfrm>
            <a:off x="87103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C6603C81-A26A-45EE-94CF-04BA20D146CE}"/>
              </a:ext>
            </a:extLst>
          </p:cNvPr>
          <p:cNvSpPr>
            <a:spLocks/>
          </p:cNvSpPr>
          <p:nvPr/>
        </p:nvSpPr>
        <p:spPr>
          <a:xfrm>
            <a:off x="8636807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087B9844-59EB-4456-A5A0-CFB913244B1B}"/>
              </a:ext>
            </a:extLst>
          </p:cNvPr>
          <p:cNvSpPr>
            <a:spLocks/>
          </p:cNvSpPr>
          <p:nvPr/>
        </p:nvSpPr>
        <p:spPr>
          <a:xfrm>
            <a:off x="871677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4E27FA76-A6F6-430F-A227-F78F01B47669}"/>
              </a:ext>
            </a:extLst>
          </p:cNvPr>
          <p:cNvSpPr>
            <a:spLocks/>
          </p:cNvSpPr>
          <p:nvPr/>
        </p:nvSpPr>
        <p:spPr>
          <a:xfrm>
            <a:off x="873537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BC15109A-2CAC-4E60-BF4E-4BB1D76102EA}"/>
              </a:ext>
            </a:extLst>
          </p:cNvPr>
          <p:cNvSpPr>
            <a:spLocks/>
          </p:cNvSpPr>
          <p:nvPr/>
        </p:nvSpPr>
        <p:spPr>
          <a:xfrm>
            <a:off x="86439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BFC02EA7-FD66-4DF5-B2E7-8E20F59AF642}"/>
              </a:ext>
            </a:extLst>
          </p:cNvPr>
          <p:cNvSpPr>
            <a:spLocks/>
          </p:cNvSpPr>
          <p:nvPr/>
        </p:nvSpPr>
        <p:spPr>
          <a:xfrm>
            <a:off x="86780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FB1E8E1C-FB62-44C4-8E74-1C7B4AA518D7}"/>
              </a:ext>
            </a:extLst>
          </p:cNvPr>
          <p:cNvSpPr>
            <a:spLocks/>
          </p:cNvSpPr>
          <p:nvPr/>
        </p:nvSpPr>
        <p:spPr>
          <a:xfrm>
            <a:off x="87430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A468686C-4C72-4691-B9DF-ABF4F73AD907}"/>
              </a:ext>
            </a:extLst>
          </p:cNvPr>
          <p:cNvSpPr>
            <a:spLocks/>
          </p:cNvSpPr>
          <p:nvPr/>
        </p:nvSpPr>
        <p:spPr>
          <a:xfrm>
            <a:off x="86494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1F95AE83-3D6D-4E2F-8F07-CD1FDE9FC1C5}"/>
              </a:ext>
            </a:extLst>
          </p:cNvPr>
          <p:cNvSpPr>
            <a:spLocks/>
          </p:cNvSpPr>
          <p:nvPr/>
        </p:nvSpPr>
        <p:spPr>
          <a:xfrm>
            <a:off x="868300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8E903A39-C4B5-4420-8CE5-0DD8E4D205B8}"/>
              </a:ext>
            </a:extLst>
          </p:cNvPr>
          <p:cNvSpPr>
            <a:spLocks/>
          </p:cNvSpPr>
          <p:nvPr/>
        </p:nvSpPr>
        <p:spPr>
          <a:xfrm>
            <a:off x="8689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8F2AD69D-C0DC-4424-889A-90A0481E33E7}"/>
              </a:ext>
            </a:extLst>
          </p:cNvPr>
          <p:cNvSpPr>
            <a:spLocks/>
          </p:cNvSpPr>
          <p:nvPr/>
        </p:nvSpPr>
        <p:spPr>
          <a:xfrm>
            <a:off x="870480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A6E43814-5628-4B9A-B991-9AB751C38B46}"/>
              </a:ext>
            </a:extLst>
          </p:cNvPr>
          <p:cNvSpPr>
            <a:spLocks/>
          </p:cNvSpPr>
          <p:nvPr/>
        </p:nvSpPr>
        <p:spPr>
          <a:xfrm>
            <a:off x="870297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1DF9078F-45D7-4CF0-A048-AE85C66AA69E}"/>
              </a:ext>
            </a:extLst>
          </p:cNvPr>
          <p:cNvSpPr>
            <a:spLocks/>
          </p:cNvSpPr>
          <p:nvPr/>
        </p:nvSpPr>
        <p:spPr>
          <a:xfrm>
            <a:off x="871524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816C16B7-D102-4ADE-A67F-ED8E267DADCE}"/>
              </a:ext>
            </a:extLst>
          </p:cNvPr>
          <p:cNvSpPr>
            <a:spLocks/>
          </p:cNvSpPr>
          <p:nvPr/>
        </p:nvSpPr>
        <p:spPr>
          <a:xfrm>
            <a:off x="87479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59E15A7-BB55-493D-A3A0-414F02B11DFF}"/>
              </a:ext>
            </a:extLst>
          </p:cNvPr>
          <p:cNvSpPr>
            <a:spLocks/>
          </p:cNvSpPr>
          <p:nvPr/>
        </p:nvSpPr>
        <p:spPr>
          <a:xfrm>
            <a:off x="87059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5EA1C9DF-57EC-4521-BFC2-F4BB321DCBF9}"/>
              </a:ext>
            </a:extLst>
          </p:cNvPr>
          <p:cNvSpPr>
            <a:spLocks/>
          </p:cNvSpPr>
          <p:nvPr/>
        </p:nvSpPr>
        <p:spPr>
          <a:xfrm>
            <a:off x="8665837" y="21305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DD65D7B0-548F-41E5-8654-21F087FDAC06}"/>
              </a:ext>
            </a:extLst>
          </p:cNvPr>
          <p:cNvSpPr>
            <a:spLocks/>
          </p:cNvSpPr>
          <p:nvPr/>
        </p:nvSpPr>
        <p:spPr>
          <a:xfrm>
            <a:off x="8750715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0BF383E2-7BD7-4FE5-8C7D-ECF0BCB7278C}"/>
              </a:ext>
            </a:extLst>
          </p:cNvPr>
          <p:cNvSpPr>
            <a:spLocks/>
          </p:cNvSpPr>
          <p:nvPr/>
        </p:nvSpPr>
        <p:spPr>
          <a:xfrm>
            <a:off x="86937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766452A6-A554-4198-8351-B2EF40F21A62}"/>
              </a:ext>
            </a:extLst>
          </p:cNvPr>
          <p:cNvSpPr>
            <a:spLocks/>
          </p:cNvSpPr>
          <p:nvPr/>
        </p:nvSpPr>
        <p:spPr>
          <a:xfrm>
            <a:off x="8726814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F75B684D-695E-4CE4-A7B4-4F9034B2ECC2}"/>
              </a:ext>
            </a:extLst>
          </p:cNvPr>
          <p:cNvSpPr>
            <a:spLocks/>
          </p:cNvSpPr>
          <p:nvPr/>
        </p:nvSpPr>
        <p:spPr>
          <a:xfrm>
            <a:off x="867139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99F5D3D5-4B58-4FAA-B02F-FB7EC56FE8D4}"/>
              </a:ext>
            </a:extLst>
          </p:cNvPr>
          <p:cNvSpPr>
            <a:spLocks/>
          </p:cNvSpPr>
          <p:nvPr/>
        </p:nvSpPr>
        <p:spPr>
          <a:xfrm>
            <a:off x="8686739" y="34044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04EB8808-3392-49BE-94A2-AD39688B760D}"/>
              </a:ext>
            </a:extLst>
          </p:cNvPr>
          <p:cNvSpPr>
            <a:spLocks/>
          </p:cNvSpPr>
          <p:nvPr/>
        </p:nvSpPr>
        <p:spPr>
          <a:xfrm>
            <a:off x="871590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AA4D9BDF-5B13-45D4-8897-8E97C3494CFA}"/>
              </a:ext>
            </a:extLst>
          </p:cNvPr>
          <p:cNvSpPr>
            <a:spLocks/>
          </p:cNvSpPr>
          <p:nvPr/>
        </p:nvSpPr>
        <p:spPr>
          <a:xfrm>
            <a:off x="87097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28AA2E3E-70CB-462D-975E-571744F0DC2C}"/>
              </a:ext>
            </a:extLst>
          </p:cNvPr>
          <p:cNvSpPr>
            <a:spLocks/>
          </p:cNvSpPr>
          <p:nvPr/>
        </p:nvSpPr>
        <p:spPr>
          <a:xfrm>
            <a:off x="86879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3A93727F-40B2-42C6-A420-D1F64A49EDAF}"/>
              </a:ext>
            </a:extLst>
          </p:cNvPr>
          <p:cNvSpPr>
            <a:spLocks/>
          </p:cNvSpPr>
          <p:nvPr/>
        </p:nvSpPr>
        <p:spPr>
          <a:xfrm>
            <a:off x="86769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E39D01ED-798D-40AB-8B90-1D1E5D67F507}"/>
              </a:ext>
            </a:extLst>
          </p:cNvPr>
          <p:cNvSpPr>
            <a:spLocks/>
          </p:cNvSpPr>
          <p:nvPr/>
        </p:nvSpPr>
        <p:spPr>
          <a:xfrm>
            <a:off x="87254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4F1F32AB-6019-4C3C-BF1C-F11F988D2D26}"/>
              </a:ext>
            </a:extLst>
          </p:cNvPr>
          <p:cNvSpPr>
            <a:spLocks/>
          </p:cNvSpPr>
          <p:nvPr/>
        </p:nvSpPr>
        <p:spPr>
          <a:xfrm>
            <a:off x="864560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572ACDF7-7513-4139-B0CF-E915ADF95FEF}"/>
              </a:ext>
            </a:extLst>
          </p:cNvPr>
          <p:cNvSpPr>
            <a:spLocks/>
          </p:cNvSpPr>
          <p:nvPr/>
        </p:nvSpPr>
        <p:spPr>
          <a:xfrm>
            <a:off x="8715813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50E00CD0-0CDE-4674-86FA-C06372862921}"/>
              </a:ext>
            </a:extLst>
          </p:cNvPr>
          <p:cNvSpPr>
            <a:spLocks/>
          </p:cNvSpPr>
          <p:nvPr/>
        </p:nvSpPr>
        <p:spPr>
          <a:xfrm>
            <a:off x="866340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F7E2ECE8-A386-49A1-90FE-0E55F35F12CD}"/>
              </a:ext>
            </a:extLst>
          </p:cNvPr>
          <p:cNvSpPr>
            <a:spLocks/>
          </p:cNvSpPr>
          <p:nvPr/>
        </p:nvSpPr>
        <p:spPr>
          <a:xfrm>
            <a:off x="87350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C30E0B82-5A48-4A26-A4ED-937992CE192F}"/>
              </a:ext>
            </a:extLst>
          </p:cNvPr>
          <p:cNvSpPr>
            <a:spLocks/>
          </p:cNvSpPr>
          <p:nvPr/>
        </p:nvSpPr>
        <p:spPr>
          <a:xfrm>
            <a:off x="87287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CF2BE269-F536-4B1D-BD7D-B393FADD31D4}"/>
              </a:ext>
            </a:extLst>
          </p:cNvPr>
          <p:cNvSpPr>
            <a:spLocks/>
          </p:cNvSpPr>
          <p:nvPr/>
        </p:nvSpPr>
        <p:spPr>
          <a:xfrm>
            <a:off x="87527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4D917B6B-8DC2-4958-9985-3957ED37FBB9}"/>
              </a:ext>
            </a:extLst>
          </p:cNvPr>
          <p:cNvSpPr>
            <a:spLocks/>
          </p:cNvSpPr>
          <p:nvPr/>
        </p:nvSpPr>
        <p:spPr>
          <a:xfrm>
            <a:off x="868617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6F739100-81F5-4AB9-A583-9B71F0EFDB94}"/>
              </a:ext>
            </a:extLst>
          </p:cNvPr>
          <p:cNvSpPr>
            <a:spLocks/>
          </p:cNvSpPr>
          <p:nvPr/>
        </p:nvSpPr>
        <p:spPr>
          <a:xfrm>
            <a:off x="87020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B88AE76C-6AF7-4202-B6E6-9E3D98F0264D}"/>
              </a:ext>
            </a:extLst>
          </p:cNvPr>
          <p:cNvSpPr>
            <a:spLocks/>
          </p:cNvSpPr>
          <p:nvPr/>
        </p:nvSpPr>
        <p:spPr>
          <a:xfrm>
            <a:off x="8720565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EE29E9B1-B443-4E1C-B3C5-E99002F656DD}"/>
              </a:ext>
            </a:extLst>
          </p:cNvPr>
          <p:cNvSpPr>
            <a:spLocks/>
          </p:cNvSpPr>
          <p:nvPr/>
        </p:nvSpPr>
        <p:spPr>
          <a:xfrm>
            <a:off x="872830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596A9088-E5D4-4910-A0E6-D147505A920A}"/>
              </a:ext>
            </a:extLst>
          </p:cNvPr>
          <p:cNvSpPr>
            <a:spLocks/>
          </p:cNvSpPr>
          <p:nvPr/>
        </p:nvSpPr>
        <p:spPr>
          <a:xfrm>
            <a:off x="866471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A491446C-6F41-458E-BEFB-5DDC443B254E}"/>
              </a:ext>
            </a:extLst>
          </p:cNvPr>
          <p:cNvSpPr>
            <a:spLocks/>
          </p:cNvSpPr>
          <p:nvPr/>
        </p:nvSpPr>
        <p:spPr>
          <a:xfrm>
            <a:off x="86915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AF2EA671-B811-401E-AD8E-DA8EE4D15188}"/>
              </a:ext>
            </a:extLst>
          </p:cNvPr>
          <p:cNvSpPr>
            <a:spLocks/>
          </p:cNvSpPr>
          <p:nvPr/>
        </p:nvSpPr>
        <p:spPr>
          <a:xfrm>
            <a:off x="868228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464A0C16-C62D-47E6-B3D3-9426E19865FF}"/>
              </a:ext>
            </a:extLst>
          </p:cNvPr>
          <p:cNvSpPr>
            <a:spLocks/>
          </p:cNvSpPr>
          <p:nvPr/>
        </p:nvSpPr>
        <p:spPr>
          <a:xfrm>
            <a:off x="864891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9C4C0446-AC5A-4018-A95B-18783FA730CD}"/>
              </a:ext>
            </a:extLst>
          </p:cNvPr>
          <p:cNvSpPr>
            <a:spLocks/>
          </p:cNvSpPr>
          <p:nvPr/>
        </p:nvSpPr>
        <p:spPr>
          <a:xfrm>
            <a:off x="864996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1D12AB88-0A2E-4865-8BCB-22477953529C}"/>
              </a:ext>
            </a:extLst>
          </p:cNvPr>
          <p:cNvSpPr>
            <a:spLocks/>
          </p:cNvSpPr>
          <p:nvPr/>
        </p:nvSpPr>
        <p:spPr>
          <a:xfrm>
            <a:off x="8679700" y="20861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EB4589A8-2FA3-459C-BA8F-F1E920403109}"/>
              </a:ext>
            </a:extLst>
          </p:cNvPr>
          <p:cNvSpPr>
            <a:spLocks/>
          </p:cNvSpPr>
          <p:nvPr/>
        </p:nvSpPr>
        <p:spPr>
          <a:xfrm>
            <a:off x="87487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CDBFA3AB-89D0-4BE2-8655-056C5F759215}"/>
              </a:ext>
            </a:extLst>
          </p:cNvPr>
          <p:cNvSpPr>
            <a:spLocks/>
          </p:cNvSpPr>
          <p:nvPr/>
        </p:nvSpPr>
        <p:spPr>
          <a:xfrm>
            <a:off x="8668134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3FA528AA-2A31-45D5-A5AD-29BA3E6F948C}"/>
              </a:ext>
            </a:extLst>
          </p:cNvPr>
          <p:cNvSpPr>
            <a:spLocks/>
          </p:cNvSpPr>
          <p:nvPr/>
        </p:nvSpPr>
        <p:spPr>
          <a:xfrm>
            <a:off x="8748130" y="219841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AF0067D5-D3C0-4B5F-AB7C-3389FC48BA72}"/>
              </a:ext>
            </a:extLst>
          </p:cNvPr>
          <p:cNvSpPr>
            <a:spLocks/>
          </p:cNvSpPr>
          <p:nvPr/>
        </p:nvSpPr>
        <p:spPr>
          <a:xfrm>
            <a:off x="86537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C6C6A995-AF2A-404C-A210-FABCD0E799C5}"/>
              </a:ext>
            </a:extLst>
          </p:cNvPr>
          <p:cNvSpPr>
            <a:spLocks/>
          </p:cNvSpPr>
          <p:nvPr/>
        </p:nvSpPr>
        <p:spPr>
          <a:xfrm>
            <a:off x="87382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DAA0EF0-0B92-4FC0-A714-17C0B1EF4FE5}"/>
              </a:ext>
            </a:extLst>
          </p:cNvPr>
          <p:cNvSpPr>
            <a:spLocks/>
          </p:cNvSpPr>
          <p:nvPr/>
        </p:nvSpPr>
        <p:spPr>
          <a:xfrm>
            <a:off x="8679591" y="32574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A3FF3B8D-9218-46C7-A3D2-9E35D00BC568}"/>
              </a:ext>
            </a:extLst>
          </p:cNvPr>
          <p:cNvSpPr>
            <a:spLocks/>
          </p:cNvSpPr>
          <p:nvPr/>
        </p:nvSpPr>
        <p:spPr>
          <a:xfrm>
            <a:off x="86836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479C49D9-DDD9-41DE-9175-501E134E2CE5}"/>
              </a:ext>
            </a:extLst>
          </p:cNvPr>
          <p:cNvSpPr>
            <a:spLocks/>
          </p:cNvSpPr>
          <p:nvPr/>
        </p:nvSpPr>
        <p:spPr>
          <a:xfrm>
            <a:off x="864643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7627C705-B752-4404-8A67-2FB3536FE9C6}"/>
              </a:ext>
            </a:extLst>
          </p:cNvPr>
          <p:cNvSpPr>
            <a:spLocks/>
          </p:cNvSpPr>
          <p:nvPr/>
        </p:nvSpPr>
        <p:spPr>
          <a:xfrm>
            <a:off x="870079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CDAE227A-C746-4BF0-8E82-368EFCE965A0}"/>
              </a:ext>
            </a:extLst>
          </p:cNvPr>
          <p:cNvSpPr>
            <a:spLocks/>
          </p:cNvSpPr>
          <p:nvPr/>
        </p:nvSpPr>
        <p:spPr>
          <a:xfrm>
            <a:off x="8705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8F0C1D42-D664-4B22-8AB6-75A8CB95F933}"/>
              </a:ext>
            </a:extLst>
          </p:cNvPr>
          <p:cNvSpPr>
            <a:spLocks/>
          </p:cNvSpPr>
          <p:nvPr/>
        </p:nvSpPr>
        <p:spPr>
          <a:xfrm>
            <a:off x="872208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2DB9F249-F9F3-4FCB-B431-723495C20C47}"/>
              </a:ext>
            </a:extLst>
          </p:cNvPr>
          <p:cNvSpPr>
            <a:spLocks/>
          </p:cNvSpPr>
          <p:nvPr/>
        </p:nvSpPr>
        <p:spPr>
          <a:xfrm>
            <a:off x="870047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3660CB5E-9C2F-4139-820B-CAE1A17A0299}"/>
              </a:ext>
            </a:extLst>
          </p:cNvPr>
          <p:cNvSpPr>
            <a:spLocks/>
          </p:cNvSpPr>
          <p:nvPr/>
        </p:nvSpPr>
        <p:spPr>
          <a:xfrm>
            <a:off x="87352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2901059A-5626-4D7D-B6A0-5644C1C227AA}"/>
              </a:ext>
            </a:extLst>
          </p:cNvPr>
          <p:cNvSpPr>
            <a:spLocks/>
          </p:cNvSpPr>
          <p:nvPr/>
        </p:nvSpPr>
        <p:spPr>
          <a:xfrm>
            <a:off x="8715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E87620D1-0CEB-45AD-A595-BCBDD5D07EF6}"/>
              </a:ext>
            </a:extLst>
          </p:cNvPr>
          <p:cNvSpPr>
            <a:spLocks/>
          </p:cNvSpPr>
          <p:nvPr/>
        </p:nvSpPr>
        <p:spPr>
          <a:xfrm>
            <a:off x="86814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23A4C63A-BC12-41BB-A19E-EDEEF003ABF3}"/>
              </a:ext>
            </a:extLst>
          </p:cNvPr>
          <p:cNvSpPr>
            <a:spLocks/>
          </p:cNvSpPr>
          <p:nvPr/>
        </p:nvSpPr>
        <p:spPr>
          <a:xfrm>
            <a:off x="86809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A7CA3AC3-22C9-41A9-A416-DE6F0BE6ED69}"/>
              </a:ext>
            </a:extLst>
          </p:cNvPr>
          <p:cNvSpPr>
            <a:spLocks/>
          </p:cNvSpPr>
          <p:nvPr/>
        </p:nvSpPr>
        <p:spPr>
          <a:xfrm>
            <a:off x="86982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BC3F129F-68E5-47A3-81B4-45D51CFFC558}"/>
              </a:ext>
            </a:extLst>
          </p:cNvPr>
          <p:cNvSpPr>
            <a:spLocks/>
          </p:cNvSpPr>
          <p:nvPr/>
        </p:nvSpPr>
        <p:spPr>
          <a:xfrm>
            <a:off x="871281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348FF5FA-0D4A-4B10-A10C-B48F2119BFC7}"/>
              </a:ext>
            </a:extLst>
          </p:cNvPr>
          <p:cNvSpPr>
            <a:spLocks/>
          </p:cNvSpPr>
          <p:nvPr/>
        </p:nvSpPr>
        <p:spPr>
          <a:xfrm>
            <a:off x="866249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F6103167-0F18-4C7D-8155-722B18D2A8C8}"/>
              </a:ext>
            </a:extLst>
          </p:cNvPr>
          <p:cNvSpPr>
            <a:spLocks/>
          </p:cNvSpPr>
          <p:nvPr/>
        </p:nvSpPr>
        <p:spPr>
          <a:xfrm>
            <a:off x="8707105" y="2077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888EE591-16B8-4019-9B1B-6CFED682DF41}"/>
              </a:ext>
            </a:extLst>
          </p:cNvPr>
          <p:cNvSpPr>
            <a:spLocks/>
          </p:cNvSpPr>
          <p:nvPr/>
        </p:nvSpPr>
        <p:spPr>
          <a:xfrm>
            <a:off x="872595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538E7A2E-AFD3-420E-9F5E-352CE369B31F}"/>
              </a:ext>
            </a:extLst>
          </p:cNvPr>
          <p:cNvSpPr>
            <a:spLocks/>
          </p:cNvSpPr>
          <p:nvPr/>
        </p:nvSpPr>
        <p:spPr>
          <a:xfrm>
            <a:off x="86543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AB616CFE-7E0B-4B35-AEA8-FD71415F5A1A}"/>
              </a:ext>
            </a:extLst>
          </p:cNvPr>
          <p:cNvSpPr>
            <a:spLocks/>
          </p:cNvSpPr>
          <p:nvPr/>
        </p:nvSpPr>
        <p:spPr>
          <a:xfrm>
            <a:off x="874658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6E2590C9-4F9D-4857-BFDC-9F52E929BDBF}"/>
              </a:ext>
            </a:extLst>
          </p:cNvPr>
          <p:cNvSpPr>
            <a:spLocks/>
          </p:cNvSpPr>
          <p:nvPr/>
        </p:nvSpPr>
        <p:spPr>
          <a:xfrm>
            <a:off x="87020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39F7A128-7026-40AD-937B-4E49094C8278}"/>
              </a:ext>
            </a:extLst>
          </p:cNvPr>
          <p:cNvSpPr>
            <a:spLocks/>
          </p:cNvSpPr>
          <p:nvPr/>
        </p:nvSpPr>
        <p:spPr>
          <a:xfrm>
            <a:off x="87325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F077D7E6-015E-4F15-9A45-4E753D1B78F1}"/>
              </a:ext>
            </a:extLst>
          </p:cNvPr>
          <p:cNvSpPr>
            <a:spLocks/>
          </p:cNvSpPr>
          <p:nvPr/>
        </p:nvSpPr>
        <p:spPr>
          <a:xfrm>
            <a:off x="86817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EA924A2E-4EBD-4818-9EC3-AEB08DEA15AA}"/>
              </a:ext>
            </a:extLst>
          </p:cNvPr>
          <p:cNvSpPr>
            <a:spLocks/>
          </p:cNvSpPr>
          <p:nvPr/>
        </p:nvSpPr>
        <p:spPr>
          <a:xfrm>
            <a:off x="872747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8F71A453-FBA7-4D83-972D-B6B7E6DFEC57}"/>
              </a:ext>
            </a:extLst>
          </p:cNvPr>
          <p:cNvSpPr>
            <a:spLocks/>
          </p:cNvSpPr>
          <p:nvPr/>
        </p:nvSpPr>
        <p:spPr>
          <a:xfrm>
            <a:off x="8648269" y="2488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2FA71CE5-999D-4E86-8970-88DCC9885A98}"/>
              </a:ext>
            </a:extLst>
          </p:cNvPr>
          <p:cNvSpPr>
            <a:spLocks/>
          </p:cNvSpPr>
          <p:nvPr/>
        </p:nvSpPr>
        <p:spPr>
          <a:xfrm>
            <a:off x="863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8FD8BE92-31CF-44E4-8BFF-2DCE07ACB27E}"/>
              </a:ext>
            </a:extLst>
          </p:cNvPr>
          <p:cNvSpPr>
            <a:spLocks/>
          </p:cNvSpPr>
          <p:nvPr/>
        </p:nvSpPr>
        <p:spPr>
          <a:xfrm>
            <a:off x="87383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EF51053B-D51A-4268-97C9-1D9C7FF68758}"/>
              </a:ext>
            </a:extLst>
          </p:cNvPr>
          <p:cNvSpPr>
            <a:spLocks/>
          </p:cNvSpPr>
          <p:nvPr/>
        </p:nvSpPr>
        <p:spPr>
          <a:xfrm>
            <a:off x="86446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58830D3B-6914-4E30-9349-94D186A4F11D}"/>
              </a:ext>
            </a:extLst>
          </p:cNvPr>
          <p:cNvSpPr>
            <a:spLocks/>
          </p:cNvSpPr>
          <p:nvPr/>
        </p:nvSpPr>
        <p:spPr>
          <a:xfrm>
            <a:off x="86943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E965610E-E1D8-4C3B-84D9-531933A9F759}"/>
              </a:ext>
            </a:extLst>
          </p:cNvPr>
          <p:cNvSpPr>
            <a:spLocks/>
          </p:cNvSpPr>
          <p:nvPr/>
        </p:nvSpPr>
        <p:spPr>
          <a:xfrm>
            <a:off x="8725325" y="24413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F28C21F4-CA97-427D-81E6-92C9AFB4BC8E}"/>
              </a:ext>
            </a:extLst>
          </p:cNvPr>
          <p:cNvSpPr>
            <a:spLocks/>
          </p:cNvSpPr>
          <p:nvPr/>
        </p:nvSpPr>
        <p:spPr>
          <a:xfrm>
            <a:off x="8680455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8F1C6D8C-43F6-4686-A4E1-D30AB8070015}"/>
              </a:ext>
            </a:extLst>
          </p:cNvPr>
          <p:cNvSpPr>
            <a:spLocks/>
          </p:cNvSpPr>
          <p:nvPr/>
        </p:nvSpPr>
        <p:spPr>
          <a:xfrm>
            <a:off x="873558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E1879920-84C6-461C-91B1-77B851D3F65C}"/>
              </a:ext>
            </a:extLst>
          </p:cNvPr>
          <p:cNvSpPr>
            <a:spLocks/>
          </p:cNvSpPr>
          <p:nvPr/>
        </p:nvSpPr>
        <p:spPr>
          <a:xfrm>
            <a:off x="86620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A222288A-68B1-454C-B9F5-55E299F26753}"/>
              </a:ext>
            </a:extLst>
          </p:cNvPr>
          <p:cNvSpPr>
            <a:spLocks/>
          </p:cNvSpPr>
          <p:nvPr/>
        </p:nvSpPr>
        <p:spPr>
          <a:xfrm>
            <a:off x="870385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89A9A59D-E29E-4DF8-B8C4-8CF21242AAAE}"/>
              </a:ext>
            </a:extLst>
          </p:cNvPr>
          <p:cNvSpPr>
            <a:spLocks/>
          </p:cNvSpPr>
          <p:nvPr/>
        </p:nvSpPr>
        <p:spPr>
          <a:xfrm>
            <a:off x="86372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B5AC820D-5310-484D-8C33-22BE1D0A9232}"/>
              </a:ext>
            </a:extLst>
          </p:cNvPr>
          <p:cNvSpPr>
            <a:spLocks/>
          </p:cNvSpPr>
          <p:nvPr/>
        </p:nvSpPr>
        <p:spPr>
          <a:xfrm>
            <a:off x="875756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45A285F1-7E0D-4520-A10E-EB196C1D79FA}"/>
              </a:ext>
            </a:extLst>
          </p:cNvPr>
          <p:cNvSpPr>
            <a:spLocks/>
          </p:cNvSpPr>
          <p:nvPr/>
        </p:nvSpPr>
        <p:spPr>
          <a:xfrm>
            <a:off x="873481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7BC2B94F-C330-4A67-95C6-F499BDAC04C2}"/>
              </a:ext>
            </a:extLst>
          </p:cNvPr>
          <p:cNvSpPr>
            <a:spLocks/>
          </p:cNvSpPr>
          <p:nvPr/>
        </p:nvSpPr>
        <p:spPr>
          <a:xfrm>
            <a:off x="873057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6FCA3118-C4D1-4E83-BC1F-7F0EA6AC6A4C}"/>
              </a:ext>
            </a:extLst>
          </p:cNvPr>
          <p:cNvSpPr>
            <a:spLocks/>
          </p:cNvSpPr>
          <p:nvPr/>
        </p:nvSpPr>
        <p:spPr>
          <a:xfrm>
            <a:off x="8648045" y="23466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2E02AEF7-3197-4E09-85D7-93292481E5CA}"/>
              </a:ext>
            </a:extLst>
          </p:cNvPr>
          <p:cNvSpPr>
            <a:spLocks/>
          </p:cNvSpPr>
          <p:nvPr/>
        </p:nvSpPr>
        <p:spPr>
          <a:xfrm>
            <a:off x="87503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49193D01-7043-412A-82BE-FDEF2A737A41}"/>
              </a:ext>
            </a:extLst>
          </p:cNvPr>
          <p:cNvSpPr>
            <a:spLocks/>
          </p:cNvSpPr>
          <p:nvPr/>
        </p:nvSpPr>
        <p:spPr>
          <a:xfrm>
            <a:off x="8734223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62FA9B57-7A1A-48C4-9DC6-9382F9BE9320}"/>
              </a:ext>
            </a:extLst>
          </p:cNvPr>
          <p:cNvSpPr>
            <a:spLocks/>
          </p:cNvSpPr>
          <p:nvPr/>
        </p:nvSpPr>
        <p:spPr>
          <a:xfrm>
            <a:off x="870105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9DC751E5-C74F-4A22-832A-3DC09C72F666}"/>
              </a:ext>
            </a:extLst>
          </p:cNvPr>
          <p:cNvSpPr>
            <a:spLocks/>
          </p:cNvSpPr>
          <p:nvPr/>
        </p:nvSpPr>
        <p:spPr>
          <a:xfrm>
            <a:off x="87066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A28A15A3-AB01-42A4-A643-4A65A82547E1}"/>
              </a:ext>
            </a:extLst>
          </p:cNvPr>
          <p:cNvSpPr>
            <a:spLocks/>
          </p:cNvSpPr>
          <p:nvPr/>
        </p:nvSpPr>
        <p:spPr>
          <a:xfrm>
            <a:off x="86835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801333CA-9D92-4A4B-84B4-54172F8F804F}"/>
              </a:ext>
            </a:extLst>
          </p:cNvPr>
          <p:cNvSpPr>
            <a:spLocks/>
          </p:cNvSpPr>
          <p:nvPr/>
        </p:nvSpPr>
        <p:spPr>
          <a:xfrm>
            <a:off x="871697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7683B9A8-50B2-497F-99F6-40DDF0DBCFC8}"/>
              </a:ext>
            </a:extLst>
          </p:cNvPr>
          <p:cNvSpPr>
            <a:spLocks/>
          </p:cNvSpPr>
          <p:nvPr/>
        </p:nvSpPr>
        <p:spPr>
          <a:xfrm>
            <a:off x="8643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30B4F747-68EA-4415-837D-1262B33C40C7}"/>
              </a:ext>
            </a:extLst>
          </p:cNvPr>
          <p:cNvSpPr>
            <a:spLocks/>
          </p:cNvSpPr>
          <p:nvPr/>
        </p:nvSpPr>
        <p:spPr>
          <a:xfrm>
            <a:off x="868052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19F440CA-631F-413A-98A7-4B811D484B51}"/>
              </a:ext>
            </a:extLst>
          </p:cNvPr>
          <p:cNvSpPr>
            <a:spLocks/>
          </p:cNvSpPr>
          <p:nvPr/>
        </p:nvSpPr>
        <p:spPr>
          <a:xfrm>
            <a:off x="8679101" y="33351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423EFB24-088C-4FD4-9D88-7F58E1520087}"/>
              </a:ext>
            </a:extLst>
          </p:cNvPr>
          <p:cNvSpPr>
            <a:spLocks/>
          </p:cNvSpPr>
          <p:nvPr/>
        </p:nvSpPr>
        <p:spPr>
          <a:xfrm>
            <a:off x="875521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63CC1A5-1747-4BCA-81CA-93B1E5CCCF10}"/>
              </a:ext>
            </a:extLst>
          </p:cNvPr>
          <p:cNvSpPr>
            <a:spLocks/>
          </p:cNvSpPr>
          <p:nvPr/>
        </p:nvSpPr>
        <p:spPr>
          <a:xfrm>
            <a:off x="87505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1B44D984-EEBA-4D75-97B8-89BEB2E3F58A}"/>
              </a:ext>
            </a:extLst>
          </p:cNvPr>
          <p:cNvSpPr>
            <a:spLocks/>
          </p:cNvSpPr>
          <p:nvPr/>
        </p:nvSpPr>
        <p:spPr>
          <a:xfrm>
            <a:off x="869086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BEC7949F-A313-4AE4-8BAA-6A565C66D85E}"/>
              </a:ext>
            </a:extLst>
          </p:cNvPr>
          <p:cNvSpPr>
            <a:spLocks/>
          </p:cNvSpPr>
          <p:nvPr/>
        </p:nvSpPr>
        <p:spPr>
          <a:xfrm>
            <a:off x="867198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FC806F00-CD1C-4FD3-901D-681F77B80B82}"/>
              </a:ext>
            </a:extLst>
          </p:cNvPr>
          <p:cNvSpPr>
            <a:spLocks/>
          </p:cNvSpPr>
          <p:nvPr/>
        </p:nvSpPr>
        <p:spPr>
          <a:xfrm>
            <a:off x="87250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0C1ADBA2-E833-48C9-84FB-C926716482B1}"/>
              </a:ext>
            </a:extLst>
          </p:cNvPr>
          <p:cNvSpPr>
            <a:spLocks/>
          </p:cNvSpPr>
          <p:nvPr/>
        </p:nvSpPr>
        <p:spPr>
          <a:xfrm>
            <a:off x="8732208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556F1914-790F-4185-98D1-AE7C3C266122}"/>
              </a:ext>
            </a:extLst>
          </p:cNvPr>
          <p:cNvSpPr>
            <a:spLocks/>
          </p:cNvSpPr>
          <p:nvPr/>
        </p:nvSpPr>
        <p:spPr>
          <a:xfrm>
            <a:off x="864635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4F963747-E628-466B-BA1F-5F0FDD866F3C}"/>
              </a:ext>
            </a:extLst>
          </p:cNvPr>
          <p:cNvSpPr>
            <a:spLocks/>
          </p:cNvSpPr>
          <p:nvPr/>
        </p:nvSpPr>
        <p:spPr>
          <a:xfrm>
            <a:off x="870658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5ECB79E1-E1A4-48E6-B615-52F629F0509A}"/>
              </a:ext>
            </a:extLst>
          </p:cNvPr>
          <p:cNvSpPr>
            <a:spLocks/>
          </p:cNvSpPr>
          <p:nvPr/>
        </p:nvSpPr>
        <p:spPr>
          <a:xfrm>
            <a:off x="87370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A04BB0AF-7593-40D9-A977-B90403179714}"/>
              </a:ext>
            </a:extLst>
          </p:cNvPr>
          <p:cNvSpPr>
            <a:spLocks/>
          </p:cNvSpPr>
          <p:nvPr/>
        </p:nvSpPr>
        <p:spPr>
          <a:xfrm>
            <a:off x="867374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18175560-B925-4F9C-9ED6-5FC06AA525A0}"/>
              </a:ext>
            </a:extLst>
          </p:cNvPr>
          <p:cNvSpPr>
            <a:spLocks/>
          </p:cNvSpPr>
          <p:nvPr/>
        </p:nvSpPr>
        <p:spPr>
          <a:xfrm>
            <a:off x="86754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C55B9ED5-E9AA-4CEC-8F40-EC51387BFBD6}"/>
              </a:ext>
            </a:extLst>
          </p:cNvPr>
          <p:cNvSpPr>
            <a:spLocks/>
          </p:cNvSpPr>
          <p:nvPr/>
        </p:nvSpPr>
        <p:spPr>
          <a:xfrm>
            <a:off x="8722298" y="3068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D4AF12F2-214D-424E-A110-C1E67CEE076D}"/>
              </a:ext>
            </a:extLst>
          </p:cNvPr>
          <p:cNvSpPr>
            <a:spLocks/>
          </p:cNvSpPr>
          <p:nvPr/>
        </p:nvSpPr>
        <p:spPr>
          <a:xfrm>
            <a:off x="867557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D2CEC937-5FAC-4FE1-95F1-EE6CB150BA19}"/>
              </a:ext>
            </a:extLst>
          </p:cNvPr>
          <p:cNvSpPr>
            <a:spLocks/>
          </p:cNvSpPr>
          <p:nvPr/>
        </p:nvSpPr>
        <p:spPr>
          <a:xfrm>
            <a:off x="8636630" y="33730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D135AAC2-AF7E-4397-B76C-46DFA97780DA}"/>
              </a:ext>
            </a:extLst>
          </p:cNvPr>
          <p:cNvSpPr>
            <a:spLocks/>
          </p:cNvSpPr>
          <p:nvPr/>
        </p:nvSpPr>
        <p:spPr>
          <a:xfrm>
            <a:off x="8638846" y="30488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20C26CEC-CD78-45EA-8844-49CC7FF2A9A7}"/>
              </a:ext>
            </a:extLst>
          </p:cNvPr>
          <p:cNvSpPr>
            <a:spLocks/>
          </p:cNvSpPr>
          <p:nvPr/>
        </p:nvSpPr>
        <p:spPr>
          <a:xfrm>
            <a:off x="8701776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CF4E3127-40E5-4919-ACCA-F5AA71A96D35}"/>
              </a:ext>
            </a:extLst>
          </p:cNvPr>
          <p:cNvSpPr>
            <a:spLocks/>
          </p:cNvSpPr>
          <p:nvPr/>
        </p:nvSpPr>
        <p:spPr>
          <a:xfrm>
            <a:off x="8689370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486BB9A5-3F1C-4B54-8A9A-8348D5C645AD}"/>
              </a:ext>
            </a:extLst>
          </p:cNvPr>
          <p:cNvSpPr>
            <a:spLocks/>
          </p:cNvSpPr>
          <p:nvPr/>
        </p:nvSpPr>
        <p:spPr>
          <a:xfrm>
            <a:off x="87137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793343D8-C3A1-4881-99FB-2ADDEEE40040}"/>
              </a:ext>
            </a:extLst>
          </p:cNvPr>
          <p:cNvSpPr>
            <a:spLocks/>
          </p:cNvSpPr>
          <p:nvPr/>
        </p:nvSpPr>
        <p:spPr>
          <a:xfrm>
            <a:off x="87182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840616CF-CB43-4B43-B964-29F3394AAE04}"/>
              </a:ext>
            </a:extLst>
          </p:cNvPr>
          <p:cNvSpPr>
            <a:spLocks/>
          </p:cNvSpPr>
          <p:nvPr/>
        </p:nvSpPr>
        <p:spPr>
          <a:xfrm>
            <a:off x="865053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59EB05C3-1C9F-455D-AF87-B5E67A6A8A9F}"/>
              </a:ext>
            </a:extLst>
          </p:cNvPr>
          <p:cNvSpPr>
            <a:spLocks/>
          </p:cNvSpPr>
          <p:nvPr/>
        </p:nvSpPr>
        <p:spPr>
          <a:xfrm>
            <a:off x="8736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B100EC1B-648F-4FB8-9BFA-EEE24AFF83E9}"/>
              </a:ext>
            </a:extLst>
          </p:cNvPr>
          <p:cNvSpPr>
            <a:spLocks/>
          </p:cNvSpPr>
          <p:nvPr/>
        </p:nvSpPr>
        <p:spPr>
          <a:xfrm>
            <a:off x="866178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4F2A91C7-E473-43AA-9A62-94CC04E04F65}"/>
              </a:ext>
            </a:extLst>
          </p:cNvPr>
          <p:cNvSpPr>
            <a:spLocks/>
          </p:cNvSpPr>
          <p:nvPr/>
        </p:nvSpPr>
        <p:spPr>
          <a:xfrm>
            <a:off x="8704810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5FA8EE18-C404-438B-8DAC-BAAABFD7606F}"/>
              </a:ext>
            </a:extLst>
          </p:cNvPr>
          <p:cNvSpPr>
            <a:spLocks/>
          </p:cNvSpPr>
          <p:nvPr/>
        </p:nvSpPr>
        <p:spPr>
          <a:xfrm>
            <a:off x="8730268" y="32650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01F0FDED-F0CC-4C76-8EFC-512DCF02BF82}"/>
              </a:ext>
            </a:extLst>
          </p:cNvPr>
          <p:cNvSpPr>
            <a:spLocks/>
          </p:cNvSpPr>
          <p:nvPr/>
        </p:nvSpPr>
        <p:spPr>
          <a:xfrm>
            <a:off x="86732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17724A2D-FE84-4121-8FD6-BEC5FDF63223}"/>
              </a:ext>
            </a:extLst>
          </p:cNvPr>
          <p:cNvSpPr>
            <a:spLocks/>
          </p:cNvSpPr>
          <p:nvPr/>
        </p:nvSpPr>
        <p:spPr>
          <a:xfrm>
            <a:off x="874348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3ECCB5F2-D23B-4B9B-98D0-4B3D7E826398}"/>
              </a:ext>
            </a:extLst>
          </p:cNvPr>
          <p:cNvSpPr>
            <a:spLocks/>
          </p:cNvSpPr>
          <p:nvPr/>
        </p:nvSpPr>
        <p:spPr>
          <a:xfrm>
            <a:off x="871665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9114ED03-4CB8-40FA-B53A-471439063C9D}"/>
              </a:ext>
            </a:extLst>
          </p:cNvPr>
          <p:cNvSpPr>
            <a:spLocks/>
          </p:cNvSpPr>
          <p:nvPr/>
        </p:nvSpPr>
        <p:spPr>
          <a:xfrm>
            <a:off x="86459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CFCCE95F-9CA1-45EC-A701-298F021AB230}"/>
              </a:ext>
            </a:extLst>
          </p:cNvPr>
          <p:cNvSpPr>
            <a:spLocks/>
          </p:cNvSpPr>
          <p:nvPr/>
        </p:nvSpPr>
        <p:spPr>
          <a:xfrm>
            <a:off x="8693343" y="2754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AC69B6F4-5A5A-498F-8C99-4F4C7F9A45C1}"/>
              </a:ext>
            </a:extLst>
          </p:cNvPr>
          <p:cNvSpPr>
            <a:spLocks/>
          </p:cNvSpPr>
          <p:nvPr/>
        </p:nvSpPr>
        <p:spPr>
          <a:xfrm>
            <a:off x="87185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2681">
            <a:extLst>
              <a:ext uri="{FF2B5EF4-FFF2-40B4-BE49-F238E27FC236}">
                <a16:creationId xmlns:a16="http://schemas.microsoft.com/office/drawing/2014/main" id="{6C7F9B67-F86F-449B-9C9A-50ED5A7C9916}"/>
              </a:ext>
            </a:extLst>
          </p:cNvPr>
          <p:cNvSpPr>
            <a:spLocks/>
          </p:cNvSpPr>
          <p:nvPr/>
        </p:nvSpPr>
        <p:spPr>
          <a:xfrm>
            <a:off x="87546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004D35ED-5E15-42C4-B901-8A0E035AE55E}"/>
              </a:ext>
            </a:extLst>
          </p:cNvPr>
          <p:cNvSpPr>
            <a:spLocks/>
          </p:cNvSpPr>
          <p:nvPr/>
        </p:nvSpPr>
        <p:spPr>
          <a:xfrm>
            <a:off x="874150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D516C92D-B9CC-4308-AB15-C04D6A483599}"/>
              </a:ext>
            </a:extLst>
          </p:cNvPr>
          <p:cNvSpPr>
            <a:spLocks/>
          </p:cNvSpPr>
          <p:nvPr/>
        </p:nvSpPr>
        <p:spPr>
          <a:xfrm>
            <a:off x="86766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75BAF4FC-C3C5-43FB-B5CB-80D2BD7B5276}"/>
              </a:ext>
            </a:extLst>
          </p:cNvPr>
          <p:cNvSpPr>
            <a:spLocks/>
          </p:cNvSpPr>
          <p:nvPr/>
        </p:nvSpPr>
        <p:spPr>
          <a:xfrm>
            <a:off x="86565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8E51DB91-4BC4-401B-B1F6-1C0562DB6771}"/>
              </a:ext>
            </a:extLst>
          </p:cNvPr>
          <p:cNvSpPr>
            <a:spLocks/>
          </p:cNvSpPr>
          <p:nvPr/>
        </p:nvSpPr>
        <p:spPr>
          <a:xfrm>
            <a:off x="8752853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23EEF6E8-CECF-44D0-9881-8061488ED151}"/>
              </a:ext>
            </a:extLst>
          </p:cNvPr>
          <p:cNvSpPr>
            <a:spLocks/>
          </p:cNvSpPr>
          <p:nvPr/>
        </p:nvSpPr>
        <p:spPr>
          <a:xfrm>
            <a:off x="87447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1A7F0F93-3C91-4E74-9FC8-4E35412DCD76}"/>
              </a:ext>
            </a:extLst>
          </p:cNvPr>
          <p:cNvSpPr>
            <a:spLocks/>
          </p:cNvSpPr>
          <p:nvPr/>
        </p:nvSpPr>
        <p:spPr>
          <a:xfrm>
            <a:off x="86670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5EE99DF9-7FF6-438A-BF0B-1856E86939D1}"/>
              </a:ext>
            </a:extLst>
          </p:cNvPr>
          <p:cNvSpPr>
            <a:spLocks/>
          </p:cNvSpPr>
          <p:nvPr/>
        </p:nvSpPr>
        <p:spPr>
          <a:xfrm>
            <a:off x="8716742" y="2241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4F0192FC-8FBD-48E0-BBD5-90CBF68B169E}"/>
              </a:ext>
            </a:extLst>
          </p:cNvPr>
          <p:cNvSpPr>
            <a:spLocks/>
          </p:cNvSpPr>
          <p:nvPr/>
        </p:nvSpPr>
        <p:spPr>
          <a:xfrm>
            <a:off x="8757822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ABE4E456-5DB0-44FB-80F2-59665CC81F6F}"/>
              </a:ext>
            </a:extLst>
          </p:cNvPr>
          <p:cNvSpPr>
            <a:spLocks/>
          </p:cNvSpPr>
          <p:nvPr/>
        </p:nvSpPr>
        <p:spPr>
          <a:xfrm>
            <a:off x="86809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6E363B8E-F846-4560-B9D0-058969D243EC}"/>
              </a:ext>
            </a:extLst>
          </p:cNvPr>
          <p:cNvSpPr>
            <a:spLocks/>
          </p:cNvSpPr>
          <p:nvPr/>
        </p:nvSpPr>
        <p:spPr>
          <a:xfrm>
            <a:off x="8692024" y="34035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17D87390-2274-4E63-A563-2B2CC32B6171}"/>
              </a:ext>
            </a:extLst>
          </p:cNvPr>
          <p:cNvSpPr>
            <a:spLocks/>
          </p:cNvSpPr>
          <p:nvPr/>
        </p:nvSpPr>
        <p:spPr>
          <a:xfrm>
            <a:off x="8651844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29538B10-122F-4804-995F-01E227A4FC53}"/>
              </a:ext>
            </a:extLst>
          </p:cNvPr>
          <p:cNvSpPr>
            <a:spLocks/>
          </p:cNvSpPr>
          <p:nvPr/>
        </p:nvSpPr>
        <p:spPr>
          <a:xfrm>
            <a:off x="8685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28AA5F8F-1341-44D1-B2DE-56A157BC29CC}"/>
              </a:ext>
            </a:extLst>
          </p:cNvPr>
          <p:cNvSpPr>
            <a:spLocks/>
          </p:cNvSpPr>
          <p:nvPr/>
        </p:nvSpPr>
        <p:spPr>
          <a:xfrm>
            <a:off x="86574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C9DFBE54-4A19-4C03-96B6-854C86EFCDA5}"/>
              </a:ext>
            </a:extLst>
          </p:cNvPr>
          <p:cNvSpPr>
            <a:spLocks/>
          </p:cNvSpPr>
          <p:nvPr/>
        </p:nvSpPr>
        <p:spPr>
          <a:xfrm>
            <a:off x="86599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C74AA343-0B55-44A0-A42F-814863C5E72F}"/>
              </a:ext>
            </a:extLst>
          </p:cNvPr>
          <p:cNvSpPr>
            <a:spLocks/>
          </p:cNvSpPr>
          <p:nvPr/>
        </p:nvSpPr>
        <p:spPr>
          <a:xfrm>
            <a:off x="8651231" y="3453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2697">
            <a:extLst>
              <a:ext uri="{FF2B5EF4-FFF2-40B4-BE49-F238E27FC236}">
                <a16:creationId xmlns:a16="http://schemas.microsoft.com/office/drawing/2014/main" id="{490E1660-47D4-46C3-9672-AFEFFE2AD5D5}"/>
              </a:ext>
            </a:extLst>
          </p:cNvPr>
          <p:cNvSpPr>
            <a:spLocks/>
          </p:cNvSpPr>
          <p:nvPr/>
        </p:nvSpPr>
        <p:spPr>
          <a:xfrm>
            <a:off x="86453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2D2AD4F7-8EF3-405E-ABF9-B3B9D22835B3}"/>
              </a:ext>
            </a:extLst>
          </p:cNvPr>
          <p:cNvSpPr>
            <a:spLocks/>
          </p:cNvSpPr>
          <p:nvPr/>
        </p:nvSpPr>
        <p:spPr>
          <a:xfrm>
            <a:off x="870112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2699">
            <a:extLst>
              <a:ext uri="{FF2B5EF4-FFF2-40B4-BE49-F238E27FC236}">
                <a16:creationId xmlns:a16="http://schemas.microsoft.com/office/drawing/2014/main" id="{77CAE416-B984-4354-88B8-7B6A8FE9A444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1" name="data_2700">
            <a:extLst>
              <a:ext uri="{FF2B5EF4-FFF2-40B4-BE49-F238E27FC236}">
                <a16:creationId xmlns:a16="http://schemas.microsoft.com/office/drawing/2014/main" id="{F7E24C70-FFF4-4980-A0C7-1C7B9944CFE4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2" name="text_2701">
            <a:extLst>
              <a:ext uri="{FF2B5EF4-FFF2-40B4-BE49-F238E27FC236}">
                <a16:creationId xmlns:a16="http://schemas.microsoft.com/office/drawing/2014/main" id="{01E3F8B6-394F-461E-9CAA-6A06AFC339FA}"/>
              </a:ext>
            </a:extLst>
          </p:cNvPr>
          <p:cNvSpPr>
            <a:spLocks/>
          </p:cNvSpPr>
          <p:nvPr/>
        </p:nvSpPr>
        <p:spPr>
          <a:xfrm>
            <a:off x="6526468" y="1291426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A4FB8392-765A-4B4A-BB29-7EFDC9056091}"/>
              </a:ext>
            </a:extLst>
          </p:cNvPr>
          <p:cNvSpPr>
            <a:spLocks/>
          </p:cNvSpPr>
          <p:nvPr/>
        </p:nvSpPr>
        <p:spPr>
          <a:xfrm>
            <a:off x="7005297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BD8A0870-B980-458D-94F1-CBBD478DF36E}"/>
              </a:ext>
            </a:extLst>
          </p:cNvPr>
          <p:cNvSpPr>
            <a:spLocks/>
          </p:cNvSpPr>
          <p:nvPr/>
        </p:nvSpPr>
        <p:spPr>
          <a:xfrm>
            <a:off x="7169939" y="2771896"/>
            <a:ext cx="191" cy="707315"/>
          </a:xfrm>
          <a:custGeom>
            <a:avLst/>
            <a:gdLst/>
            <a:ahLst/>
            <a:cxnLst/>
            <a:rect l="0" t="0" r="0" b="0"/>
            <a:pathLst>
              <a:path w="191" h="707315">
                <a:moveTo>
                  <a:pt x="0" y="7073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5" name="data_2704">
            <a:extLst>
              <a:ext uri="{FF2B5EF4-FFF2-40B4-BE49-F238E27FC236}">
                <a16:creationId xmlns:a16="http://schemas.microsoft.com/office/drawing/2014/main" id="{C7B59F4D-65EF-4999-8FA8-C8E9ECE53389}"/>
              </a:ext>
            </a:extLst>
          </p:cNvPr>
          <p:cNvSpPr>
            <a:spLocks/>
          </p:cNvSpPr>
          <p:nvPr/>
        </p:nvSpPr>
        <p:spPr>
          <a:xfrm>
            <a:off x="7423234" y="1710924"/>
            <a:ext cx="191" cy="1178858"/>
          </a:xfrm>
          <a:custGeom>
            <a:avLst/>
            <a:gdLst/>
            <a:ahLst/>
            <a:cxnLst/>
            <a:rect l="0" t="0" r="0" b="0"/>
            <a:pathLst>
              <a:path w="191" h="1178858">
                <a:moveTo>
                  <a:pt x="0" y="11788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2A2AC832-9431-4325-9FCA-17A72350B7AE}"/>
              </a:ext>
            </a:extLst>
          </p:cNvPr>
          <p:cNvSpPr>
            <a:spLocks/>
          </p:cNvSpPr>
          <p:nvPr/>
        </p:nvSpPr>
        <p:spPr>
          <a:xfrm>
            <a:off x="7676529" y="1710924"/>
            <a:ext cx="191" cy="685211"/>
          </a:xfrm>
          <a:custGeom>
            <a:avLst/>
            <a:gdLst/>
            <a:ahLst/>
            <a:cxnLst/>
            <a:rect l="0" t="0" r="0" b="0"/>
            <a:pathLst>
              <a:path w="191" h="685211">
                <a:moveTo>
                  <a:pt x="0" y="6852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07" name="data_2706">
            <a:extLst>
              <a:ext uri="{FF2B5EF4-FFF2-40B4-BE49-F238E27FC236}">
                <a16:creationId xmlns:a16="http://schemas.microsoft.com/office/drawing/2014/main" id="{581EDB77-73CF-4025-AE47-013BBA3B731B}"/>
              </a:ext>
            </a:extLst>
          </p:cNvPr>
          <p:cNvSpPr>
            <a:spLocks/>
          </p:cNvSpPr>
          <p:nvPr/>
        </p:nvSpPr>
        <p:spPr>
          <a:xfrm>
            <a:off x="8208449" y="2571800"/>
            <a:ext cx="191" cy="907410"/>
          </a:xfrm>
          <a:custGeom>
            <a:avLst/>
            <a:gdLst/>
            <a:ahLst/>
            <a:cxnLst/>
            <a:rect l="0" t="0" r="0" b="0"/>
            <a:pathLst>
              <a:path w="191" h="907410">
                <a:moveTo>
                  <a:pt x="0" y="90741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2BF60D62-19A2-41CE-81EF-A7278EDDCA63}"/>
              </a:ext>
            </a:extLst>
          </p:cNvPr>
          <p:cNvSpPr>
            <a:spLocks/>
          </p:cNvSpPr>
          <p:nvPr/>
        </p:nvSpPr>
        <p:spPr>
          <a:xfrm>
            <a:off x="8461744" y="1710924"/>
            <a:ext cx="191" cy="1250431"/>
          </a:xfrm>
          <a:custGeom>
            <a:avLst/>
            <a:gdLst/>
            <a:ahLst/>
            <a:cxnLst/>
            <a:rect l="0" t="0" r="0" b="0"/>
            <a:pathLst>
              <a:path w="191" h="1250431">
                <a:moveTo>
                  <a:pt x="0" y="125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9" name="data_2708">
            <a:extLst>
              <a:ext uri="{FF2B5EF4-FFF2-40B4-BE49-F238E27FC236}">
                <a16:creationId xmlns:a16="http://schemas.microsoft.com/office/drawing/2014/main" id="{D1447529-A68D-44CA-8A4C-F02531244475}"/>
              </a:ext>
            </a:extLst>
          </p:cNvPr>
          <p:cNvSpPr>
            <a:spLocks/>
          </p:cNvSpPr>
          <p:nvPr/>
        </p:nvSpPr>
        <p:spPr>
          <a:xfrm>
            <a:off x="8715039" y="1710924"/>
            <a:ext cx="191" cy="884143"/>
          </a:xfrm>
          <a:custGeom>
            <a:avLst/>
            <a:gdLst/>
            <a:ahLst/>
            <a:cxnLst/>
            <a:rect l="0" t="0" r="0" b="0"/>
            <a:pathLst>
              <a:path w="191" h="884143">
                <a:moveTo>
                  <a:pt x="0" y="88414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9356C692-A9A9-4385-9616-DCA8A6E235D7}"/>
              </a:ext>
            </a:extLst>
          </p:cNvPr>
          <p:cNvSpPr>
            <a:spLocks/>
          </p:cNvSpPr>
          <p:nvPr/>
        </p:nvSpPr>
        <p:spPr>
          <a:xfrm>
            <a:off x="7134470" y="32186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1" name="data_2710">
            <a:extLst>
              <a:ext uri="{FF2B5EF4-FFF2-40B4-BE49-F238E27FC236}">
                <a16:creationId xmlns:a16="http://schemas.microsoft.com/office/drawing/2014/main" id="{EAFC2F9E-B647-4E29-BDBD-0A5F0DCB47F7}"/>
              </a:ext>
            </a:extLst>
          </p:cNvPr>
          <p:cNvSpPr>
            <a:spLocks/>
          </p:cNvSpPr>
          <p:nvPr/>
        </p:nvSpPr>
        <p:spPr>
          <a:xfrm>
            <a:off x="738776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2" name="data_2711">
            <a:extLst>
              <a:ext uri="{FF2B5EF4-FFF2-40B4-BE49-F238E27FC236}">
                <a16:creationId xmlns:a16="http://schemas.microsoft.com/office/drawing/2014/main" id="{288F2D52-F221-43B8-B4B7-A9E0B6FF4007}"/>
              </a:ext>
            </a:extLst>
          </p:cNvPr>
          <p:cNvSpPr>
            <a:spLocks/>
          </p:cNvSpPr>
          <p:nvPr/>
        </p:nvSpPr>
        <p:spPr>
          <a:xfrm>
            <a:off x="7641061" y="16754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D2B2EC05-FAEE-4EF6-91D9-C8E1632A7A37}"/>
              </a:ext>
            </a:extLst>
          </p:cNvPr>
          <p:cNvSpPr>
            <a:spLocks/>
          </p:cNvSpPr>
          <p:nvPr/>
        </p:nvSpPr>
        <p:spPr>
          <a:xfrm>
            <a:off x="8172980" y="317849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0BDA4541-055D-40EC-AA3F-DB092852900C}"/>
              </a:ext>
            </a:extLst>
          </p:cNvPr>
          <p:cNvSpPr>
            <a:spLocks/>
          </p:cNvSpPr>
          <p:nvPr/>
        </p:nvSpPr>
        <p:spPr>
          <a:xfrm>
            <a:off x="842627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5FEF1694-BAE7-48C0-8817-43175048B60F}"/>
              </a:ext>
            </a:extLst>
          </p:cNvPr>
          <p:cNvSpPr>
            <a:spLocks/>
          </p:cNvSpPr>
          <p:nvPr/>
        </p:nvSpPr>
        <p:spPr>
          <a:xfrm>
            <a:off x="8679571" y="205986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0D9A97C8-BC17-4413-A4DF-BD5291B78B39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F463783C-6F19-465B-B510-9065559ACA70}"/>
              </a:ext>
            </a:extLst>
          </p:cNvPr>
          <p:cNvSpPr>
            <a:spLocks/>
          </p:cNvSpPr>
          <p:nvPr/>
        </p:nvSpPr>
        <p:spPr>
          <a:xfrm>
            <a:off x="147586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8" name="text_2717">
            <a:extLst>
              <a:ext uri="{FF2B5EF4-FFF2-40B4-BE49-F238E27FC236}">
                <a16:creationId xmlns:a16="http://schemas.microsoft.com/office/drawing/2014/main" id="{7FE23CF7-7D71-4FD6-BBD7-24988CCD4AB6}"/>
              </a:ext>
            </a:extLst>
          </p:cNvPr>
          <p:cNvSpPr>
            <a:spLocks/>
          </p:cNvSpPr>
          <p:nvPr/>
        </p:nvSpPr>
        <p:spPr>
          <a:xfrm>
            <a:off x="1109400" y="7099231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63BBDE94-CC5C-440F-89CE-99EB94120FEB}"/>
              </a:ext>
            </a:extLst>
          </p:cNvPr>
          <p:cNvSpPr>
            <a:spLocks/>
          </p:cNvSpPr>
          <p:nvPr/>
        </p:nvSpPr>
        <p:spPr>
          <a:xfrm>
            <a:off x="241305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20" name="text_2719">
            <a:extLst>
              <a:ext uri="{FF2B5EF4-FFF2-40B4-BE49-F238E27FC236}">
                <a16:creationId xmlns:a16="http://schemas.microsoft.com/office/drawing/2014/main" id="{EDE3DCBD-9DCF-48B9-96E0-9FBA12F300D9}"/>
              </a:ext>
            </a:extLst>
          </p:cNvPr>
          <p:cNvSpPr>
            <a:spLocks/>
          </p:cNvSpPr>
          <p:nvPr/>
        </p:nvSpPr>
        <p:spPr>
          <a:xfrm>
            <a:off x="2052957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721" name="text_2720">
            <a:extLst>
              <a:ext uri="{FF2B5EF4-FFF2-40B4-BE49-F238E27FC236}">
                <a16:creationId xmlns:a16="http://schemas.microsoft.com/office/drawing/2014/main" id="{6C77A55C-161F-4B87-8233-1CB8728CA743}"/>
              </a:ext>
            </a:extLst>
          </p:cNvPr>
          <p:cNvSpPr>
            <a:spLocks/>
          </p:cNvSpPr>
          <p:nvPr/>
        </p:nvSpPr>
        <p:spPr>
          <a:xfrm>
            <a:off x="2174280" y="7218948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722" name="text_2721">
            <a:extLst>
              <a:ext uri="{FF2B5EF4-FFF2-40B4-BE49-F238E27FC236}">
                <a16:creationId xmlns:a16="http://schemas.microsoft.com/office/drawing/2014/main" id="{91276C83-D0BE-483D-BCAE-F34B98CDBD9E}"/>
              </a:ext>
            </a:extLst>
          </p:cNvPr>
          <p:cNvSpPr>
            <a:spLocks/>
          </p:cNvSpPr>
          <p:nvPr/>
        </p:nvSpPr>
        <p:spPr>
          <a:xfrm>
            <a:off x="2240130" y="7218948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723" name="text_2722">
            <a:extLst>
              <a:ext uri="{FF2B5EF4-FFF2-40B4-BE49-F238E27FC236}">
                <a16:creationId xmlns:a16="http://schemas.microsoft.com/office/drawing/2014/main" id="{2344CFA1-7373-40F9-9F0F-059545688E6B}"/>
              </a:ext>
            </a:extLst>
          </p:cNvPr>
          <p:cNvSpPr>
            <a:spLocks/>
          </p:cNvSpPr>
          <p:nvPr/>
        </p:nvSpPr>
        <p:spPr>
          <a:xfrm>
            <a:off x="2309340" y="7218948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F0E33A1-AB67-410C-ABE1-6A86A1264FAF}"/>
              </a:ext>
            </a:extLst>
          </p:cNvPr>
          <p:cNvSpPr>
            <a:spLocks/>
          </p:cNvSpPr>
          <p:nvPr/>
        </p:nvSpPr>
        <p:spPr>
          <a:xfrm>
            <a:off x="2383093" y="7218948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725" name="text_2724">
            <a:extLst>
              <a:ext uri="{FF2B5EF4-FFF2-40B4-BE49-F238E27FC236}">
                <a16:creationId xmlns:a16="http://schemas.microsoft.com/office/drawing/2014/main" id="{FD9F48BB-5C8A-4C58-9F39-4B1CE9FF3ACE}"/>
              </a:ext>
            </a:extLst>
          </p:cNvPr>
          <p:cNvSpPr>
            <a:spLocks/>
          </p:cNvSpPr>
          <p:nvPr/>
        </p:nvSpPr>
        <p:spPr>
          <a:xfrm>
            <a:off x="2464876" y="7218948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26" name="text_2725">
            <a:extLst>
              <a:ext uri="{FF2B5EF4-FFF2-40B4-BE49-F238E27FC236}">
                <a16:creationId xmlns:a16="http://schemas.microsoft.com/office/drawing/2014/main" id="{913E7D33-CA42-4798-B38C-7CAD2B1A1DD8}"/>
              </a:ext>
            </a:extLst>
          </p:cNvPr>
          <p:cNvSpPr>
            <a:spLocks/>
          </p:cNvSpPr>
          <p:nvPr/>
        </p:nvSpPr>
        <p:spPr>
          <a:xfrm>
            <a:off x="2533884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7" name="text_2726">
            <a:extLst>
              <a:ext uri="{FF2B5EF4-FFF2-40B4-BE49-F238E27FC236}">
                <a16:creationId xmlns:a16="http://schemas.microsoft.com/office/drawing/2014/main" id="{2023FE37-A0EF-4D84-BEDC-408282591255}"/>
              </a:ext>
            </a:extLst>
          </p:cNvPr>
          <p:cNvSpPr>
            <a:spLocks/>
          </p:cNvSpPr>
          <p:nvPr/>
        </p:nvSpPr>
        <p:spPr>
          <a:xfrm>
            <a:off x="2579107" y="7267083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44A3DF84-60F8-4B57-AAD0-81710BA3628B}"/>
              </a:ext>
            </a:extLst>
          </p:cNvPr>
          <p:cNvSpPr>
            <a:spLocks/>
          </p:cNvSpPr>
          <p:nvPr/>
        </p:nvSpPr>
        <p:spPr>
          <a:xfrm>
            <a:off x="2601631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C6EC62C5-6743-477D-B65C-0137A7248D32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2C02756F-BE19-4880-A3B1-B216D46733F7}"/>
              </a:ext>
            </a:extLst>
          </p:cNvPr>
          <p:cNvSpPr>
            <a:spLocks/>
          </p:cNvSpPr>
          <p:nvPr/>
        </p:nvSpPr>
        <p:spPr>
          <a:xfrm>
            <a:off x="962933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1" name="text_2730">
            <a:extLst>
              <a:ext uri="{FF2B5EF4-FFF2-40B4-BE49-F238E27FC236}">
                <a16:creationId xmlns:a16="http://schemas.microsoft.com/office/drawing/2014/main" id="{EC21A4E7-6D87-4138-A4FA-875804F25099}"/>
              </a:ext>
            </a:extLst>
          </p:cNvPr>
          <p:cNvSpPr>
            <a:spLocks/>
          </p:cNvSpPr>
          <p:nvPr/>
        </p:nvSpPr>
        <p:spPr>
          <a:xfrm>
            <a:off x="739209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732" name="data_2731">
            <a:extLst>
              <a:ext uri="{FF2B5EF4-FFF2-40B4-BE49-F238E27FC236}">
                <a16:creationId xmlns:a16="http://schemas.microsoft.com/office/drawing/2014/main" id="{9D4EECA2-E179-44A3-B8CC-71B2AFC12D50}"/>
              </a:ext>
            </a:extLst>
          </p:cNvPr>
          <p:cNvSpPr>
            <a:spLocks/>
          </p:cNvSpPr>
          <p:nvPr/>
        </p:nvSpPr>
        <p:spPr>
          <a:xfrm>
            <a:off x="1007269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63712634-C6E3-4090-A210-4F834A2D1DE4}"/>
              </a:ext>
            </a:extLst>
          </p:cNvPr>
          <p:cNvSpPr>
            <a:spLocks/>
          </p:cNvSpPr>
          <p:nvPr/>
        </p:nvSpPr>
        <p:spPr>
          <a:xfrm>
            <a:off x="962933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4" name="text_2733">
            <a:extLst>
              <a:ext uri="{FF2B5EF4-FFF2-40B4-BE49-F238E27FC236}">
                <a16:creationId xmlns:a16="http://schemas.microsoft.com/office/drawing/2014/main" id="{1FD3B36B-6D14-42D0-9F21-4C56DCEFFB94}"/>
              </a:ext>
            </a:extLst>
          </p:cNvPr>
          <p:cNvSpPr>
            <a:spLocks/>
          </p:cNvSpPr>
          <p:nvPr/>
        </p:nvSpPr>
        <p:spPr>
          <a:xfrm>
            <a:off x="739209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F864D4EB-FB93-4407-8A87-EBE6AEC7D398}"/>
              </a:ext>
            </a:extLst>
          </p:cNvPr>
          <p:cNvSpPr>
            <a:spLocks/>
          </p:cNvSpPr>
          <p:nvPr/>
        </p:nvSpPr>
        <p:spPr>
          <a:xfrm>
            <a:off x="1007269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6" name="data_2735">
            <a:extLst>
              <a:ext uri="{FF2B5EF4-FFF2-40B4-BE49-F238E27FC236}">
                <a16:creationId xmlns:a16="http://schemas.microsoft.com/office/drawing/2014/main" id="{8F4808BE-3A1D-4221-AFEE-D820FF83B268}"/>
              </a:ext>
            </a:extLst>
          </p:cNvPr>
          <p:cNvSpPr>
            <a:spLocks/>
          </p:cNvSpPr>
          <p:nvPr/>
        </p:nvSpPr>
        <p:spPr>
          <a:xfrm>
            <a:off x="962933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7" name="text_2736">
            <a:extLst>
              <a:ext uri="{FF2B5EF4-FFF2-40B4-BE49-F238E27FC236}">
                <a16:creationId xmlns:a16="http://schemas.microsoft.com/office/drawing/2014/main" id="{DBABAEAF-2798-435C-A9A2-C80F5494E66F}"/>
              </a:ext>
            </a:extLst>
          </p:cNvPr>
          <p:cNvSpPr>
            <a:spLocks/>
          </p:cNvSpPr>
          <p:nvPr/>
        </p:nvSpPr>
        <p:spPr>
          <a:xfrm>
            <a:off x="739209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738" name="text_2737">
            <a:extLst>
              <a:ext uri="{FF2B5EF4-FFF2-40B4-BE49-F238E27FC236}">
                <a16:creationId xmlns:a16="http://schemas.microsoft.com/office/drawing/2014/main" id="{9B2A424F-72E8-485C-83DA-A36C6AF83AB4}"/>
              </a:ext>
            </a:extLst>
          </p:cNvPr>
          <p:cNvSpPr>
            <a:spLocks/>
          </p:cNvSpPr>
          <p:nvPr/>
        </p:nvSpPr>
        <p:spPr>
          <a:xfrm rot="-5400000">
            <a:off x="470001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40C38A30-CBE1-4F9B-8F77-77614EC61FA6}"/>
              </a:ext>
            </a:extLst>
          </p:cNvPr>
          <p:cNvSpPr>
            <a:spLocks/>
          </p:cNvSpPr>
          <p:nvPr/>
        </p:nvSpPr>
        <p:spPr>
          <a:xfrm>
            <a:off x="1154876" y="6333696"/>
            <a:ext cx="192124" cy="628818"/>
          </a:xfrm>
          <a:custGeom>
            <a:avLst/>
            <a:gdLst/>
            <a:ahLst/>
            <a:cxnLst/>
            <a:rect l="0" t="0" r="0" b="0"/>
            <a:pathLst>
              <a:path w="192124" h="628818">
                <a:moveTo>
                  <a:pt x="0" y="628818"/>
                </a:moveTo>
                <a:lnTo>
                  <a:pt x="192124" y="628818"/>
                </a:lnTo>
                <a:lnTo>
                  <a:pt x="192124" y="0"/>
                </a:lnTo>
                <a:lnTo>
                  <a:pt x="0" y="0"/>
                </a:lnTo>
                <a:lnTo>
                  <a:pt x="0" y="62881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0" name="data_2739">
            <a:extLst>
              <a:ext uri="{FF2B5EF4-FFF2-40B4-BE49-F238E27FC236}">
                <a16:creationId xmlns:a16="http://schemas.microsoft.com/office/drawing/2014/main" id="{6D4BB838-4385-4104-AE42-3A4F48C68E0F}"/>
              </a:ext>
            </a:extLst>
          </p:cNvPr>
          <p:cNvSpPr>
            <a:spLocks/>
          </p:cNvSpPr>
          <p:nvPr/>
        </p:nvSpPr>
        <p:spPr>
          <a:xfrm>
            <a:off x="1379803" y="6111077"/>
            <a:ext cx="192124" cy="851437"/>
          </a:xfrm>
          <a:custGeom>
            <a:avLst/>
            <a:gdLst/>
            <a:ahLst/>
            <a:cxnLst/>
            <a:rect l="0" t="0" r="0" b="0"/>
            <a:pathLst>
              <a:path w="192124" h="851437">
                <a:moveTo>
                  <a:pt x="0" y="851437"/>
                </a:moveTo>
                <a:lnTo>
                  <a:pt x="192124" y="851437"/>
                </a:lnTo>
                <a:lnTo>
                  <a:pt x="192124" y="0"/>
                </a:lnTo>
                <a:lnTo>
                  <a:pt x="0" y="0"/>
                </a:lnTo>
                <a:lnTo>
                  <a:pt x="0" y="85143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0673AF67-2774-4B42-A540-3E3245FE64B9}"/>
              </a:ext>
            </a:extLst>
          </p:cNvPr>
          <p:cNvSpPr>
            <a:spLocks/>
          </p:cNvSpPr>
          <p:nvPr/>
        </p:nvSpPr>
        <p:spPr>
          <a:xfrm>
            <a:off x="1604729" y="5943602"/>
            <a:ext cx="192124" cy="1018912"/>
          </a:xfrm>
          <a:custGeom>
            <a:avLst/>
            <a:gdLst/>
            <a:ahLst/>
            <a:cxnLst/>
            <a:rect l="0" t="0" r="0" b="0"/>
            <a:pathLst>
              <a:path w="192124" h="1018912">
                <a:moveTo>
                  <a:pt x="0" y="1018912"/>
                </a:moveTo>
                <a:lnTo>
                  <a:pt x="192124" y="1018912"/>
                </a:lnTo>
                <a:lnTo>
                  <a:pt x="192124" y="0"/>
                </a:lnTo>
                <a:lnTo>
                  <a:pt x="0" y="0"/>
                </a:lnTo>
                <a:lnTo>
                  <a:pt x="0" y="101891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C50851AB-017D-4CD0-8AE3-7553C8C9D5BF}"/>
              </a:ext>
            </a:extLst>
          </p:cNvPr>
          <p:cNvSpPr>
            <a:spLocks/>
          </p:cNvSpPr>
          <p:nvPr/>
        </p:nvSpPr>
        <p:spPr>
          <a:xfrm>
            <a:off x="2092068" y="6109019"/>
            <a:ext cx="192124" cy="853495"/>
          </a:xfrm>
          <a:custGeom>
            <a:avLst/>
            <a:gdLst/>
            <a:ahLst/>
            <a:cxnLst/>
            <a:rect l="0" t="0" r="0" b="0"/>
            <a:pathLst>
              <a:path w="192124" h="853495">
                <a:moveTo>
                  <a:pt x="0" y="853495"/>
                </a:moveTo>
                <a:lnTo>
                  <a:pt x="192124" y="853495"/>
                </a:lnTo>
                <a:lnTo>
                  <a:pt x="192124" y="0"/>
                </a:lnTo>
                <a:lnTo>
                  <a:pt x="0" y="0"/>
                </a:lnTo>
                <a:lnTo>
                  <a:pt x="0" y="8534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CB5B12FC-EA2C-4ADB-835E-6607A0796A9B}"/>
              </a:ext>
            </a:extLst>
          </p:cNvPr>
          <p:cNvSpPr>
            <a:spLocks/>
          </p:cNvSpPr>
          <p:nvPr/>
        </p:nvSpPr>
        <p:spPr>
          <a:xfrm>
            <a:off x="2316995" y="5949966"/>
            <a:ext cx="192124" cy="1012548"/>
          </a:xfrm>
          <a:custGeom>
            <a:avLst/>
            <a:gdLst/>
            <a:ahLst/>
            <a:cxnLst/>
            <a:rect l="0" t="0" r="0" b="0"/>
            <a:pathLst>
              <a:path w="192124" h="1012548">
                <a:moveTo>
                  <a:pt x="0" y="1012548"/>
                </a:moveTo>
                <a:lnTo>
                  <a:pt x="192124" y="1012548"/>
                </a:lnTo>
                <a:lnTo>
                  <a:pt x="192124" y="0"/>
                </a:lnTo>
                <a:lnTo>
                  <a:pt x="0" y="0"/>
                </a:lnTo>
                <a:lnTo>
                  <a:pt x="0" y="101254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4" name="data_2743">
            <a:extLst>
              <a:ext uri="{FF2B5EF4-FFF2-40B4-BE49-F238E27FC236}">
                <a16:creationId xmlns:a16="http://schemas.microsoft.com/office/drawing/2014/main" id="{3D973039-E00E-441B-B104-6F7FC343B146}"/>
              </a:ext>
            </a:extLst>
          </p:cNvPr>
          <p:cNvSpPr>
            <a:spLocks/>
          </p:cNvSpPr>
          <p:nvPr/>
        </p:nvSpPr>
        <p:spPr>
          <a:xfrm>
            <a:off x="2541921" y="5722691"/>
            <a:ext cx="192124" cy="1239823"/>
          </a:xfrm>
          <a:custGeom>
            <a:avLst/>
            <a:gdLst/>
            <a:ahLst/>
            <a:cxnLst/>
            <a:rect l="0" t="0" r="0" b="0"/>
            <a:pathLst>
              <a:path w="192124" h="1239823">
                <a:moveTo>
                  <a:pt x="0" y="1239823"/>
                </a:moveTo>
                <a:lnTo>
                  <a:pt x="192124" y="1239823"/>
                </a:lnTo>
                <a:lnTo>
                  <a:pt x="192124" y="0"/>
                </a:lnTo>
                <a:lnTo>
                  <a:pt x="0" y="0"/>
                </a:lnTo>
                <a:lnTo>
                  <a:pt x="0" y="12398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5" name="data_2744">
            <a:extLst>
              <a:ext uri="{FF2B5EF4-FFF2-40B4-BE49-F238E27FC236}">
                <a16:creationId xmlns:a16="http://schemas.microsoft.com/office/drawing/2014/main" id="{B0075B56-2901-4E4E-A672-86C8F81C4E9C}"/>
              </a:ext>
            </a:extLst>
          </p:cNvPr>
          <p:cNvSpPr>
            <a:spLocks/>
          </p:cNvSpPr>
          <p:nvPr/>
        </p:nvSpPr>
        <p:spPr>
          <a:xfrm>
            <a:off x="1195898" y="66880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6" name="data_2745">
            <a:extLst>
              <a:ext uri="{FF2B5EF4-FFF2-40B4-BE49-F238E27FC236}">
                <a16:creationId xmlns:a16="http://schemas.microsoft.com/office/drawing/2014/main" id="{AFEADBDE-54B9-4C98-8B1A-4A28420B590B}"/>
              </a:ext>
            </a:extLst>
          </p:cNvPr>
          <p:cNvSpPr>
            <a:spLocks/>
          </p:cNvSpPr>
          <p:nvPr/>
        </p:nvSpPr>
        <p:spPr>
          <a:xfrm>
            <a:off x="1257754" y="60050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F27513A8-81B4-4446-8E8F-4C6F2B18B5F3}"/>
              </a:ext>
            </a:extLst>
          </p:cNvPr>
          <p:cNvSpPr>
            <a:spLocks/>
          </p:cNvSpPr>
          <p:nvPr/>
        </p:nvSpPr>
        <p:spPr>
          <a:xfrm>
            <a:off x="117189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8" name="data_2747">
            <a:extLst>
              <a:ext uri="{FF2B5EF4-FFF2-40B4-BE49-F238E27FC236}">
                <a16:creationId xmlns:a16="http://schemas.microsoft.com/office/drawing/2014/main" id="{974A336C-87B3-4BDE-882A-AA3423AC1AEB}"/>
              </a:ext>
            </a:extLst>
          </p:cNvPr>
          <p:cNvSpPr>
            <a:spLocks/>
          </p:cNvSpPr>
          <p:nvPr/>
        </p:nvSpPr>
        <p:spPr>
          <a:xfrm>
            <a:off x="1224010" y="57669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FBEA80CD-5BA9-4DA0-B292-05B969C5168F}"/>
              </a:ext>
            </a:extLst>
          </p:cNvPr>
          <p:cNvSpPr>
            <a:spLocks/>
          </p:cNvSpPr>
          <p:nvPr/>
        </p:nvSpPr>
        <p:spPr>
          <a:xfrm>
            <a:off x="1183607" y="64401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0" name="data_2749">
            <a:extLst>
              <a:ext uri="{FF2B5EF4-FFF2-40B4-BE49-F238E27FC236}">
                <a16:creationId xmlns:a16="http://schemas.microsoft.com/office/drawing/2014/main" id="{9F25C367-2686-4ABE-8A29-0057EF85EF8F}"/>
              </a:ext>
            </a:extLst>
          </p:cNvPr>
          <p:cNvSpPr>
            <a:spLocks/>
          </p:cNvSpPr>
          <p:nvPr/>
        </p:nvSpPr>
        <p:spPr>
          <a:xfrm>
            <a:off x="1275959" y="61938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0AC95F48-EB3B-499C-AC0B-A7D79CF54E42}"/>
              </a:ext>
            </a:extLst>
          </p:cNvPr>
          <p:cNvSpPr>
            <a:spLocks/>
          </p:cNvSpPr>
          <p:nvPr/>
        </p:nvSpPr>
        <p:spPr>
          <a:xfrm>
            <a:off x="1242249" y="6276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2" name="data_2751">
            <a:extLst>
              <a:ext uri="{FF2B5EF4-FFF2-40B4-BE49-F238E27FC236}">
                <a16:creationId xmlns:a16="http://schemas.microsoft.com/office/drawing/2014/main" id="{24C19873-6B4A-483F-98EB-51485C28CFBB}"/>
              </a:ext>
            </a:extLst>
          </p:cNvPr>
          <p:cNvSpPr>
            <a:spLocks/>
          </p:cNvSpPr>
          <p:nvPr/>
        </p:nvSpPr>
        <p:spPr>
          <a:xfrm>
            <a:off x="1226594" y="6132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3" name="data_2752">
            <a:extLst>
              <a:ext uri="{FF2B5EF4-FFF2-40B4-BE49-F238E27FC236}">
                <a16:creationId xmlns:a16="http://schemas.microsoft.com/office/drawing/2014/main" id="{41FA400A-23C3-43D7-9BE6-CA52A48385A8}"/>
              </a:ext>
            </a:extLst>
          </p:cNvPr>
          <p:cNvSpPr>
            <a:spLocks/>
          </p:cNvSpPr>
          <p:nvPr/>
        </p:nvSpPr>
        <p:spPr>
          <a:xfrm>
            <a:off x="1179513" y="6695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4" name="data_2753">
            <a:extLst>
              <a:ext uri="{FF2B5EF4-FFF2-40B4-BE49-F238E27FC236}">
                <a16:creationId xmlns:a16="http://schemas.microsoft.com/office/drawing/2014/main" id="{BCF2478F-24BC-4532-BC39-C48D605B3F26}"/>
              </a:ext>
            </a:extLst>
          </p:cNvPr>
          <p:cNvSpPr>
            <a:spLocks/>
          </p:cNvSpPr>
          <p:nvPr/>
        </p:nvSpPr>
        <p:spPr>
          <a:xfrm>
            <a:off x="1208993" y="64586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5" name="data_2754">
            <a:extLst>
              <a:ext uri="{FF2B5EF4-FFF2-40B4-BE49-F238E27FC236}">
                <a16:creationId xmlns:a16="http://schemas.microsoft.com/office/drawing/2014/main" id="{E221657F-FD76-4351-952D-C47FD39462F0}"/>
              </a:ext>
            </a:extLst>
          </p:cNvPr>
          <p:cNvSpPr>
            <a:spLocks/>
          </p:cNvSpPr>
          <p:nvPr/>
        </p:nvSpPr>
        <p:spPr>
          <a:xfrm>
            <a:off x="1211994" y="63970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6" name="data_2755">
            <a:extLst>
              <a:ext uri="{FF2B5EF4-FFF2-40B4-BE49-F238E27FC236}">
                <a16:creationId xmlns:a16="http://schemas.microsoft.com/office/drawing/2014/main" id="{B54F97B7-8DFF-454E-A9F7-6DE3C98A6F72}"/>
              </a:ext>
            </a:extLst>
          </p:cNvPr>
          <p:cNvSpPr>
            <a:spLocks/>
          </p:cNvSpPr>
          <p:nvPr/>
        </p:nvSpPr>
        <p:spPr>
          <a:xfrm>
            <a:off x="1231411" y="61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7" name="data_2756">
            <a:extLst>
              <a:ext uri="{FF2B5EF4-FFF2-40B4-BE49-F238E27FC236}">
                <a16:creationId xmlns:a16="http://schemas.microsoft.com/office/drawing/2014/main" id="{E45C9347-CCB0-4255-881B-0D0A92F7FE8B}"/>
              </a:ext>
            </a:extLst>
          </p:cNvPr>
          <p:cNvSpPr>
            <a:spLocks/>
          </p:cNvSpPr>
          <p:nvPr/>
        </p:nvSpPr>
        <p:spPr>
          <a:xfrm>
            <a:off x="1269787" y="64494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8" name="data_2757">
            <a:extLst>
              <a:ext uri="{FF2B5EF4-FFF2-40B4-BE49-F238E27FC236}">
                <a16:creationId xmlns:a16="http://schemas.microsoft.com/office/drawing/2014/main" id="{DA8743F0-EB3C-4065-A7E5-51C7C7B4F3FC}"/>
              </a:ext>
            </a:extLst>
          </p:cNvPr>
          <p:cNvSpPr>
            <a:spLocks/>
          </p:cNvSpPr>
          <p:nvPr/>
        </p:nvSpPr>
        <p:spPr>
          <a:xfrm>
            <a:off x="1237095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9" name="data_2758">
            <a:extLst>
              <a:ext uri="{FF2B5EF4-FFF2-40B4-BE49-F238E27FC236}">
                <a16:creationId xmlns:a16="http://schemas.microsoft.com/office/drawing/2014/main" id="{8C63B78E-738F-4984-BCBD-C3C98015A48F}"/>
              </a:ext>
            </a:extLst>
          </p:cNvPr>
          <p:cNvSpPr>
            <a:spLocks/>
          </p:cNvSpPr>
          <p:nvPr/>
        </p:nvSpPr>
        <p:spPr>
          <a:xfrm>
            <a:off x="1287427" y="5803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0" name="data_2759">
            <a:extLst>
              <a:ext uri="{FF2B5EF4-FFF2-40B4-BE49-F238E27FC236}">
                <a16:creationId xmlns:a16="http://schemas.microsoft.com/office/drawing/2014/main" id="{5987FB08-79BB-426C-8705-1F5B49731464}"/>
              </a:ext>
            </a:extLst>
          </p:cNvPr>
          <p:cNvSpPr>
            <a:spLocks/>
          </p:cNvSpPr>
          <p:nvPr/>
        </p:nvSpPr>
        <p:spPr>
          <a:xfrm>
            <a:off x="118481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1" name="data_2760">
            <a:extLst>
              <a:ext uri="{FF2B5EF4-FFF2-40B4-BE49-F238E27FC236}">
                <a16:creationId xmlns:a16="http://schemas.microsoft.com/office/drawing/2014/main" id="{25BB79BE-1AC2-49A6-ACD1-5E89C927AC78}"/>
              </a:ext>
            </a:extLst>
          </p:cNvPr>
          <p:cNvSpPr>
            <a:spLocks/>
          </p:cNvSpPr>
          <p:nvPr/>
        </p:nvSpPr>
        <p:spPr>
          <a:xfrm>
            <a:off x="1174809" y="5796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2" name="data_2761">
            <a:extLst>
              <a:ext uri="{FF2B5EF4-FFF2-40B4-BE49-F238E27FC236}">
                <a16:creationId xmlns:a16="http://schemas.microsoft.com/office/drawing/2014/main" id="{D27F6C33-0CD5-41E0-8FF6-94F5292D610A}"/>
              </a:ext>
            </a:extLst>
          </p:cNvPr>
          <p:cNvSpPr>
            <a:spLocks/>
          </p:cNvSpPr>
          <p:nvPr/>
        </p:nvSpPr>
        <p:spPr>
          <a:xfrm>
            <a:off x="1259663" y="59521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3" name="data_2762">
            <a:extLst>
              <a:ext uri="{FF2B5EF4-FFF2-40B4-BE49-F238E27FC236}">
                <a16:creationId xmlns:a16="http://schemas.microsoft.com/office/drawing/2014/main" id="{2FD685B7-8A62-4222-848D-7696037F24BD}"/>
              </a:ext>
            </a:extLst>
          </p:cNvPr>
          <p:cNvSpPr>
            <a:spLocks/>
          </p:cNvSpPr>
          <p:nvPr/>
        </p:nvSpPr>
        <p:spPr>
          <a:xfrm>
            <a:off x="1279176" y="62103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4" name="data_2763">
            <a:extLst>
              <a:ext uri="{FF2B5EF4-FFF2-40B4-BE49-F238E27FC236}">
                <a16:creationId xmlns:a16="http://schemas.microsoft.com/office/drawing/2014/main" id="{4AF021E9-78E3-4EEA-BAF5-7F5EC406A6FA}"/>
              </a:ext>
            </a:extLst>
          </p:cNvPr>
          <p:cNvSpPr>
            <a:spLocks/>
          </p:cNvSpPr>
          <p:nvPr/>
        </p:nvSpPr>
        <p:spPr>
          <a:xfrm>
            <a:off x="129312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5" name="data_2764">
            <a:extLst>
              <a:ext uri="{FF2B5EF4-FFF2-40B4-BE49-F238E27FC236}">
                <a16:creationId xmlns:a16="http://schemas.microsoft.com/office/drawing/2014/main" id="{BCDCCA74-9DAB-43AA-A231-596E68A9993E}"/>
              </a:ext>
            </a:extLst>
          </p:cNvPr>
          <p:cNvSpPr>
            <a:spLocks/>
          </p:cNvSpPr>
          <p:nvPr/>
        </p:nvSpPr>
        <p:spPr>
          <a:xfrm>
            <a:off x="1283950" y="6167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6" name="data_2765">
            <a:extLst>
              <a:ext uri="{FF2B5EF4-FFF2-40B4-BE49-F238E27FC236}">
                <a16:creationId xmlns:a16="http://schemas.microsoft.com/office/drawing/2014/main" id="{F01AA4FB-6BFE-4A55-AF70-4217903BF91E}"/>
              </a:ext>
            </a:extLst>
          </p:cNvPr>
          <p:cNvSpPr>
            <a:spLocks/>
          </p:cNvSpPr>
          <p:nvPr/>
        </p:nvSpPr>
        <p:spPr>
          <a:xfrm>
            <a:off x="1234031" y="6480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7" name="data_2766">
            <a:extLst>
              <a:ext uri="{FF2B5EF4-FFF2-40B4-BE49-F238E27FC236}">
                <a16:creationId xmlns:a16="http://schemas.microsoft.com/office/drawing/2014/main" id="{FF31D58A-6855-47CB-9D0E-7E9A6CB62FE9}"/>
              </a:ext>
            </a:extLst>
          </p:cNvPr>
          <p:cNvSpPr>
            <a:spLocks/>
          </p:cNvSpPr>
          <p:nvPr/>
        </p:nvSpPr>
        <p:spPr>
          <a:xfrm>
            <a:off x="1271645" y="5726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8" name="data_2767">
            <a:extLst>
              <a:ext uri="{FF2B5EF4-FFF2-40B4-BE49-F238E27FC236}">
                <a16:creationId xmlns:a16="http://schemas.microsoft.com/office/drawing/2014/main" id="{78408AED-49AE-49F6-BA41-923A00FFFA96}"/>
              </a:ext>
            </a:extLst>
          </p:cNvPr>
          <p:cNvSpPr>
            <a:spLocks/>
          </p:cNvSpPr>
          <p:nvPr/>
        </p:nvSpPr>
        <p:spPr>
          <a:xfrm>
            <a:off x="1164952" y="5901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9" name="data_2768">
            <a:extLst>
              <a:ext uri="{FF2B5EF4-FFF2-40B4-BE49-F238E27FC236}">
                <a16:creationId xmlns:a16="http://schemas.microsoft.com/office/drawing/2014/main" id="{8012E382-FC4F-4DC2-B3F1-3EC0E379E387}"/>
              </a:ext>
            </a:extLst>
          </p:cNvPr>
          <p:cNvSpPr>
            <a:spLocks/>
          </p:cNvSpPr>
          <p:nvPr/>
        </p:nvSpPr>
        <p:spPr>
          <a:xfrm>
            <a:off x="116326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0" name="data_2769">
            <a:extLst>
              <a:ext uri="{FF2B5EF4-FFF2-40B4-BE49-F238E27FC236}">
                <a16:creationId xmlns:a16="http://schemas.microsoft.com/office/drawing/2014/main" id="{F69B7989-1925-45A7-9578-DF5E09BF9A8B}"/>
              </a:ext>
            </a:extLst>
          </p:cNvPr>
          <p:cNvSpPr>
            <a:spLocks/>
          </p:cNvSpPr>
          <p:nvPr/>
        </p:nvSpPr>
        <p:spPr>
          <a:xfrm>
            <a:off x="1265804" y="65168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1" name="data_2770">
            <a:extLst>
              <a:ext uri="{FF2B5EF4-FFF2-40B4-BE49-F238E27FC236}">
                <a16:creationId xmlns:a16="http://schemas.microsoft.com/office/drawing/2014/main" id="{2301ADA1-A7F0-4608-A305-833FC26F6D54}"/>
              </a:ext>
            </a:extLst>
          </p:cNvPr>
          <p:cNvSpPr>
            <a:spLocks/>
          </p:cNvSpPr>
          <p:nvPr/>
        </p:nvSpPr>
        <p:spPr>
          <a:xfrm>
            <a:off x="12795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2" name="data_2771">
            <a:extLst>
              <a:ext uri="{FF2B5EF4-FFF2-40B4-BE49-F238E27FC236}">
                <a16:creationId xmlns:a16="http://schemas.microsoft.com/office/drawing/2014/main" id="{5FA6FFA5-62B6-4A05-A81A-C4B4B79DC039}"/>
              </a:ext>
            </a:extLst>
          </p:cNvPr>
          <p:cNvSpPr>
            <a:spLocks/>
          </p:cNvSpPr>
          <p:nvPr/>
        </p:nvSpPr>
        <p:spPr>
          <a:xfrm>
            <a:off x="1265744" y="59122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3" name="data_2772">
            <a:extLst>
              <a:ext uri="{FF2B5EF4-FFF2-40B4-BE49-F238E27FC236}">
                <a16:creationId xmlns:a16="http://schemas.microsoft.com/office/drawing/2014/main" id="{CDEB6DD7-9C97-404C-9351-89B901492CA8}"/>
              </a:ext>
            </a:extLst>
          </p:cNvPr>
          <p:cNvSpPr>
            <a:spLocks/>
          </p:cNvSpPr>
          <p:nvPr/>
        </p:nvSpPr>
        <p:spPr>
          <a:xfrm>
            <a:off x="124632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4" name="data_2773">
            <a:extLst>
              <a:ext uri="{FF2B5EF4-FFF2-40B4-BE49-F238E27FC236}">
                <a16:creationId xmlns:a16="http://schemas.microsoft.com/office/drawing/2014/main" id="{4ABF6C15-86D8-4979-80B2-07405848A67F}"/>
              </a:ext>
            </a:extLst>
          </p:cNvPr>
          <p:cNvSpPr>
            <a:spLocks/>
          </p:cNvSpPr>
          <p:nvPr/>
        </p:nvSpPr>
        <p:spPr>
          <a:xfrm>
            <a:off x="1193844" y="66444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5" name="data_2774">
            <a:extLst>
              <a:ext uri="{FF2B5EF4-FFF2-40B4-BE49-F238E27FC236}">
                <a16:creationId xmlns:a16="http://schemas.microsoft.com/office/drawing/2014/main" id="{6AF2D3E7-7D53-4444-A005-AF93CFC1E4F5}"/>
              </a:ext>
            </a:extLst>
          </p:cNvPr>
          <p:cNvSpPr>
            <a:spLocks/>
          </p:cNvSpPr>
          <p:nvPr/>
        </p:nvSpPr>
        <p:spPr>
          <a:xfrm>
            <a:off x="1277426" y="63504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6" name="data_2775">
            <a:extLst>
              <a:ext uri="{FF2B5EF4-FFF2-40B4-BE49-F238E27FC236}">
                <a16:creationId xmlns:a16="http://schemas.microsoft.com/office/drawing/2014/main" id="{393BF2C8-D70F-42DF-96A9-4A2FBA14E458}"/>
              </a:ext>
            </a:extLst>
          </p:cNvPr>
          <p:cNvSpPr>
            <a:spLocks/>
          </p:cNvSpPr>
          <p:nvPr/>
        </p:nvSpPr>
        <p:spPr>
          <a:xfrm>
            <a:off x="1246568" y="6066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7" name="data_2776">
            <a:extLst>
              <a:ext uri="{FF2B5EF4-FFF2-40B4-BE49-F238E27FC236}">
                <a16:creationId xmlns:a16="http://schemas.microsoft.com/office/drawing/2014/main" id="{AA142E54-434A-4410-91BE-9C18090D4B24}"/>
              </a:ext>
            </a:extLst>
          </p:cNvPr>
          <p:cNvSpPr>
            <a:spLocks/>
          </p:cNvSpPr>
          <p:nvPr/>
        </p:nvSpPr>
        <p:spPr>
          <a:xfrm>
            <a:off x="1191090" y="58444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8" name="data_2777">
            <a:extLst>
              <a:ext uri="{FF2B5EF4-FFF2-40B4-BE49-F238E27FC236}">
                <a16:creationId xmlns:a16="http://schemas.microsoft.com/office/drawing/2014/main" id="{F735E9DC-5B57-4C37-842B-6547ED2CA83E}"/>
              </a:ext>
            </a:extLst>
          </p:cNvPr>
          <p:cNvSpPr>
            <a:spLocks/>
          </p:cNvSpPr>
          <p:nvPr/>
        </p:nvSpPr>
        <p:spPr>
          <a:xfrm>
            <a:off x="1261614" y="6081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9" name="data_2778">
            <a:extLst>
              <a:ext uri="{FF2B5EF4-FFF2-40B4-BE49-F238E27FC236}">
                <a16:creationId xmlns:a16="http://schemas.microsoft.com/office/drawing/2014/main" id="{8578323C-0337-4152-894A-2CBFFEA2EFBA}"/>
              </a:ext>
            </a:extLst>
          </p:cNvPr>
          <p:cNvSpPr>
            <a:spLocks/>
          </p:cNvSpPr>
          <p:nvPr/>
        </p:nvSpPr>
        <p:spPr>
          <a:xfrm>
            <a:off x="1205397" y="5995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0" name="data_2779">
            <a:extLst>
              <a:ext uri="{FF2B5EF4-FFF2-40B4-BE49-F238E27FC236}">
                <a16:creationId xmlns:a16="http://schemas.microsoft.com/office/drawing/2014/main" id="{31644850-59CC-4E1D-991B-93F93DC228D7}"/>
              </a:ext>
            </a:extLst>
          </p:cNvPr>
          <p:cNvSpPr>
            <a:spLocks/>
          </p:cNvSpPr>
          <p:nvPr/>
        </p:nvSpPr>
        <p:spPr>
          <a:xfrm>
            <a:off x="117438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1" name="data_2780">
            <a:extLst>
              <a:ext uri="{FF2B5EF4-FFF2-40B4-BE49-F238E27FC236}">
                <a16:creationId xmlns:a16="http://schemas.microsoft.com/office/drawing/2014/main" id="{003A3E32-BF45-4059-B8BC-DB92B404657D}"/>
              </a:ext>
            </a:extLst>
          </p:cNvPr>
          <p:cNvSpPr>
            <a:spLocks/>
          </p:cNvSpPr>
          <p:nvPr/>
        </p:nvSpPr>
        <p:spPr>
          <a:xfrm>
            <a:off x="1270215" y="6055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2" name="data_2781">
            <a:extLst>
              <a:ext uri="{FF2B5EF4-FFF2-40B4-BE49-F238E27FC236}">
                <a16:creationId xmlns:a16="http://schemas.microsoft.com/office/drawing/2014/main" id="{BD188BE0-7642-4765-94A6-28372506E58C}"/>
              </a:ext>
            </a:extLst>
          </p:cNvPr>
          <p:cNvSpPr>
            <a:spLocks/>
          </p:cNvSpPr>
          <p:nvPr/>
        </p:nvSpPr>
        <p:spPr>
          <a:xfrm>
            <a:off x="1229507" y="62307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3" name="data_2782">
            <a:extLst>
              <a:ext uri="{FF2B5EF4-FFF2-40B4-BE49-F238E27FC236}">
                <a16:creationId xmlns:a16="http://schemas.microsoft.com/office/drawing/2014/main" id="{5CF45CBD-4773-4E82-BFBA-E4111316E69F}"/>
              </a:ext>
            </a:extLst>
          </p:cNvPr>
          <p:cNvSpPr>
            <a:spLocks/>
          </p:cNvSpPr>
          <p:nvPr/>
        </p:nvSpPr>
        <p:spPr>
          <a:xfrm>
            <a:off x="120430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4" name="data_2783">
            <a:extLst>
              <a:ext uri="{FF2B5EF4-FFF2-40B4-BE49-F238E27FC236}">
                <a16:creationId xmlns:a16="http://schemas.microsoft.com/office/drawing/2014/main" id="{BA5523F0-C309-4C2A-A2D7-90CA35315F24}"/>
              </a:ext>
            </a:extLst>
          </p:cNvPr>
          <p:cNvSpPr>
            <a:spLocks/>
          </p:cNvSpPr>
          <p:nvPr/>
        </p:nvSpPr>
        <p:spPr>
          <a:xfrm>
            <a:off x="1170759" y="6634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5" name="data_2784">
            <a:extLst>
              <a:ext uri="{FF2B5EF4-FFF2-40B4-BE49-F238E27FC236}">
                <a16:creationId xmlns:a16="http://schemas.microsoft.com/office/drawing/2014/main" id="{903971F4-ED8C-4CBD-8E57-9877A164E221}"/>
              </a:ext>
            </a:extLst>
          </p:cNvPr>
          <p:cNvSpPr>
            <a:spLocks/>
          </p:cNvSpPr>
          <p:nvPr/>
        </p:nvSpPr>
        <p:spPr>
          <a:xfrm>
            <a:off x="1288367" y="66939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6" name="data_2785">
            <a:extLst>
              <a:ext uri="{FF2B5EF4-FFF2-40B4-BE49-F238E27FC236}">
                <a16:creationId xmlns:a16="http://schemas.microsoft.com/office/drawing/2014/main" id="{893CE854-D6E8-43B6-A6AA-096589498F87}"/>
              </a:ext>
            </a:extLst>
          </p:cNvPr>
          <p:cNvSpPr>
            <a:spLocks/>
          </p:cNvSpPr>
          <p:nvPr/>
        </p:nvSpPr>
        <p:spPr>
          <a:xfrm>
            <a:off x="1206358" y="57974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7" name="data_2786">
            <a:extLst>
              <a:ext uri="{FF2B5EF4-FFF2-40B4-BE49-F238E27FC236}">
                <a16:creationId xmlns:a16="http://schemas.microsoft.com/office/drawing/2014/main" id="{55231ABC-621D-4E73-9947-A8E5A0CC3071}"/>
              </a:ext>
            </a:extLst>
          </p:cNvPr>
          <p:cNvSpPr>
            <a:spLocks/>
          </p:cNvSpPr>
          <p:nvPr/>
        </p:nvSpPr>
        <p:spPr>
          <a:xfrm>
            <a:off x="1270659" y="58190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8" name="data_2787">
            <a:extLst>
              <a:ext uri="{FF2B5EF4-FFF2-40B4-BE49-F238E27FC236}">
                <a16:creationId xmlns:a16="http://schemas.microsoft.com/office/drawing/2014/main" id="{082A71F5-AB28-4A1C-B243-B64AD415EADE}"/>
              </a:ext>
            </a:extLst>
          </p:cNvPr>
          <p:cNvSpPr>
            <a:spLocks/>
          </p:cNvSpPr>
          <p:nvPr/>
        </p:nvSpPr>
        <p:spPr>
          <a:xfrm>
            <a:off x="1232773" y="60785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9" name="data_2788">
            <a:extLst>
              <a:ext uri="{FF2B5EF4-FFF2-40B4-BE49-F238E27FC236}">
                <a16:creationId xmlns:a16="http://schemas.microsoft.com/office/drawing/2014/main" id="{CCB4C552-FEE8-4463-A283-37B2D33260E7}"/>
              </a:ext>
            </a:extLst>
          </p:cNvPr>
          <p:cNvSpPr>
            <a:spLocks/>
          </p:cNvSpPr>
          <p:nvPr/>
        </p:nvSpPr>
        <p:spPr>
          <a:xfrm>
            <a:off x="1164650" y="5870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0" name="data_2789">
            <a:extLst>
              <a:ext uri="{FF2B5EF4-FFF2-40B4-BE49-F238E27FC236}">
                <a16:creationId xmlns:a16="http://schemas.microsoft.com/office/drawing/2014/main" id="{94A2B0F0-421B-48FF-B478-B2F0FC94D015}"/>
              </a:ext>
            </a:extLst>
          </p:cNvPr>
          <p:cNvSpPr>
            <a:spLocks/>
          </p:cNvSpPr>
          <p:nvPr/>
        </p:nvSpPr>
        <p:spPr>
          <a:xfrm>
            <a:off x="1195036" y="69172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1" name="data_2790">
            <a:extLst>
              <a:ext uri="{FF2B5EF4-FFF2-40B4-BE49-F238E27FC236}">
                <a16:creationId xmlns:a16="http://schemas.microsoft.com/office/drawing/2014/main" id="{03E61537-83FE-408C-8F8C-93798B9FC7B2}"/>
              </a:ext>
            </a:extLst>
          </p:cNvPr>
          <p:cNvSpPr>
            <a:spLocks/>
          </p:cNvSpPr>
          <p:nvPr/>
        </p:nvSpPr>
        <p:spPr>
          <a:xfrm>
            <a:off x="1171947" y="56064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2" name="data_2791">
            <a:extLst>
              <a:ext uri="{FF2B5EF4-FFF2-40B4-BE49-F238E27FC236}">
                <a16:creationId xmlns:a16="http://schemas.microsoft.com/office/drawing/2014/main" id="{ADEF96B2-0DDA-445B-A4A9-2E1735F48CE8}"/>
              </a:ext>
            </a:extLst>
          </p:cNvPr>
          <p:cNvSpPr>
            <a:spLocks/>
          </p:cNvSpPr>
          <p:nvPr/>
        </p:nvSpPr>
        <p:spPr>
          <a:xfrm>
            <a:off x="1219503" y="6202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3" name="data_2792">
            <a:extLst>
              <a:ext uri="{FF2B5EF4-FFF2-40B4-BE49-F238E27FC236}">
                <a16:creationId xmlns:a16="http://schemas.microsoft.com/office/drawing/2014/main" id="{B8766FA5-06FA-48C9-AF61-D9C4C92E673A}"/>
              </a:ext>
            </a:extLst>
          </p:cNvPr>
          <p:cNvSpPr>
            <a:spLocks/>
          </p:cNvSpPr>
          <p:nvPr/>
        </p:nvSpPr>
        <p:spPr>
          <a:xfrm>
            <a:off x="1261819" y="58702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4" name="data_2793">
            <a:extLst>
              <a:ext uri="{FF2B5EF4-FFF2-40B4-BE49-F238E27FC236}">
                <a16:creationId xmlns:a16="http://schemas.microsoft.com/office/drawing/2014/main" id="{F689FF96-F7CE-4B0A-938F-59AD2D1B4479}"/>
              </a:ext>
            </a:extLst>
          </p:cNvPr>
          <p:cNvSpPr>
            <a:spLocks/>
          </p:cNvSpPr>
          <p:nvPr/>
        </p:nvSpPr>
        <p:spPr>
          <a:xfrm>
            <a:off x="130023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5" name="data_2794">
            <a:extLst>
              <a:ext uri="{FF2B5EF4-FFF2-40B4-BE49-F238E27FC236}">
                <a16:creationId xmlns:a16="http://schemas.microsoft.com/office/drawing/2014/main" id="{B890D153-0F90-4813-BF28-FECCA3068752}"/>
              </a:ext>
            </a:extLst>
          </p:cNvPr>
          <p:cNvSpPr>
            <a:spLocks/>
          </p:cNvSpPr>
          <p:nvPr/>
        </p:nvSpPr>
        <p:spPr>
          <a:xfrm>
            <a:off x="1227574" y="68224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6" name="data_2795">
            <a:extLst>
              <a:ext uri="{FF2B5EF4-FFF2-40B4-BE49-F238E27FC236}">
                <a16:creationId xmlns:a16="http://schemas.microsoft.com/office/drawing/2014/main" id="{B08A9BBC-1650-442F-A145-B6FC0BFD58E5}"/>
              </a:ext>
            </a:extLst>
          </p:cNvPr>
          <p:cNvSpPr>
            <a:spLocks/>
          </p:cNvSpPr>
          <p:nvPr/>
        </p:nvSpPr>
        <p:spPr>
          <a:xfrm>
            <a:off x="1198169" y="64889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7" name="data_2796">
            <a:extLst>
              <a:ext uri="{FF2B5EF4-FFF2-40B4-BE49-F238E27FC236}">
                <a16:creationId xmlns:a16="http://schemas.microsoft.com/office/drawing/2014/main" id="{C37DC1D6-4C6F-4C18-9B53-64BE29A15B40}"/>
              </a:ext>
            </a:extLst>
          </p:cNvPr>
          <p:cNvSpPr>
            <a:spLocks/>
          </p:cNvSpPr>
          <p:nvPr/>
        </p:nvSpPr>
        <p:spPr>
          <a:xfrm>
            <a:off x="1210859" y="61855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8" name="data_2797">
            <a:extLst>
              <a:ext uri="{FF2B5EF4-FFF2-40B4-BE49-F238E27FC236}">
                <a16:creationId xmlns:a16="http://schemas.microsoft.com/office/drawing/2014/main" id="{B9D27B68-282D-419F-86F3-E56D67AE33E4}"/>
              </a:ext>
            </a:extLst>
          </p:cNvPr>
          <p:cNvSpPr>
            <a:spLocks/>
          </p:cNvSpPr>
          <p:nvPr/>
        </p:nvSpPr>
        <p:spPr>
          <a:xfrm>
            <a:off x="1185233" y="6634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9" name="data_2798">
            <a:extLst>
              <a:ext uri="{FF2B5EF4-FFF2-40B4-BE49-F238E27FC236}">
                <a16:creationId xmlns:a16="http://schemas.microsoft.com/office/drawing/2014/main" id="{20B6FEDE-A41F-4069-817C-BC3579CE7903}"/>
              </a:ext>
            </a:extLst>
          </p:cNvPr>
          <p:cNvSpPr>
            <a:spLocks/>
          </p:cNvSpPr>
          <p:nvPr/>
        </p:nvSpPr>
        <p:spPr>
          <a:xfrm>
            <a:off x="1182511" y="55993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0" name="data_2799">
            <a:extLst>
              <a:ext uri="{FF2B5EF4-FFF2-40B4-BE49-F238E27FC236}">
                <a16:creationId xmlns:a16="http://schemas.microsoft.com/office/drawing/2014/main" id="{6D21F236-331B-44E5-947B-92B21D737376}"/>
              </a:ext>
            </a:extLst>
          </p:cNvPr>
          <p:cNvSpPr>
            <a:spLocks/>
          </p:cNvSpPr>
          <p:nvPr/>
        </p:nvSpPr>
        <p:spPr>
          <a:xfrm>
            <a:off x="1265704" y="63783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1" name="data_2800">
            <a:extLst>
              <a:ext uri="{FF2B5EF4-FFF2-40B4-BE49-F238E27FC236}">
                <a16:creationId xmlns:a16="http://schemas.microsoft.com/office/drawing/2014/main" id="{C3B0DBD9-565B-4692-8B8E-9DEC858EA3DE}"/>
              </a:ext>
            </a:extLst>
          </p:cNvPr>
          <p:cNvSpPr>
            <a:spLocks/>
          </p:cNvSpPr>
          <p:nvPr/>
        </p:nvSpPr>
        <p:spPr>
          <a:xfrm>
            <a:off x="1293898" y="6806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2" name="data_2801">
            <a:extLst>
              <a:ext uri="{FF2B5EF4-FFF2-40B4-BE49-F238E27FC236}">
                <a16:creationId xmlns:a16="http://schemas.microsoft.com/office/drawing/2014/main" id="{8F4B4C34-0D0A-45D2-A26B-C57DA5D21EE8}"/>
              </a:ext>
            </a:extLst>
          </p:cNvPr>
          <p:cNvSpPr>
            <a:spLocks/>
          </p:cNvSpPr>
          <p:nvPr/>
        </p:nvSpPr>
        <p:spPr>
          <a:xfrm>
            <a:off x="1246744" y="6093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3" name="data_2802">
            <a:extLst>
              <a:ext uri="{FF2B5EF4-FFF2-40B4-BE49-F238E27FC236}">
                <a16:creationId xmlns:a16="http://schemas.microsoft.com/office/drawing/2014/main" id="{34003C3D-6467-4166-BAFA-F1A3AA3E614A}"/>
              </a:ext>
            </a:extLst>
          </p:cNvPr>
          <p:cNvSpPr>
            <a:spLocks/>
          </p:cNvSpPr>
          <p:nvPr/>
        </p:nvSpPr>
        <p:spPr>
          <a:xfrm>
            <a:off x="1193954" y="579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4" name="data_2803">
            <a:extLst>
              <a:ext uri="{FF2B5EF4-FFF2-40B4-BE49-F238E27FC236}">
                <a16:creationId xmlns:a16="http://schemas.microsoft.com/office/drawing/2014/main" id="{99DDC3AE-CB43-4022-8748-F8F9E8C0BB69}"/>
              </a:ext>
            </a:extLst>
          </p:cNvPr>
          <p:cNvSpPr>
            <a:spLocks/>
          </p:cNvSpPr>
          <p:nvPr/>
        </p:nvSpPr>
        <p:spPr>
          <a:xfrm>
            <a:off x="1216709" y="62581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5" name="data_2804">
            <a:extLst>
              <a:ext uri="{FF2B5EF4-FFF2-40B4-BE49-F238E27FC236}">
                <a16:creationId xmlns:a16="http://schemas.microsoft.com/office/drawing/2014/main" id="{4606B9E7-2807-4FC1-93CD-6A97193C3987}"/>
              </a:ext>
            </a:extLst>
          </p:cNvPr>
          <p:cNvSpPr>
            <a:spLocks/>
          </p:cNvSpPr>
          <p:nvPr/>
        </p:nvSpPr>
        <p:spPr>
          <a:xfrm>
            <a:off x="1241453" y="62182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6" name="data_2805">
            <a:extLst>
              <a:ext uri="{FF2B5EF4-FFF2-40B4-BE49-F238E27FC236}">
                <a16:creationId xmlns:a16="http://schemas.microsoft.com/office/drawing/2014/main" id="{92EFB97A-5984-494A-94AA-F5781A68B53A}"/>
              </a:ext>
            </a:extLst>
          </p:cNvPr>
          <p:cNvSpPr>
            <a:spLocks/>
          </p:cNvSpPr>
          <p:nvPr/>
        </p:nvSpPr>
        <p:spPr>
          <a:xfrm>
            <a:off x="129931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7" name="data_2806">
            <a:extLst>
              <a:ext uri="{FF2B5EF4-FFF2-40B4-BE49-F238E27FC236}">
                <a16:creationId xmlns:a16="http://schemas.microsoft.com/office/drawing/2014/main" id="{9D0C59B0-B2A7-4748-BE6A-3AC452480E68}"/>
              </a:ext>
            </a:extLst>
          </p:cNvPr>
          <p:cNvSpPr>
            <a:spLocks/>
          </p:cNvSpPr>
          <p:nvPr/>
        </p:nvSpPr>
        <p:spPr>
          <a:xfrm>
            <a:off x="1175665" y="5681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8" name="data_2807">
            <a:extLst>
              <a:ext uri="{FF2B5EF4-FFF2-40B4-BE49-F238E27FC236}">
                <a16:creationId xmlns:a16="http://schemas.microsoft.com/office/drawing/2014/main" id="{62099D21-B516-4906-918B-8A51D7F20F99}"/>
              </a:ext>
            </a:extLst>
          </p:cNvPr>
          <p:cNvSpPr>
            <a:spLocks/>
          </p:cNvSpPr>
          <p:nvPr/>
        </p:nvSpPr>
        <p:spPr>
          <a:xfrm>
            <a:off x="1202489" y="68017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9" name="data_2808">
            <a:extLst>
              <a:ext uri="{FF2B5EF4-FFF2-40B4-BE49-F238E27FC236}">
                <a16:creationId xmlns:a16="http://schemas.microsoft.com/office/drawing/2014/main" id="{1527BA0E-9498-4436-91E9-9E60390B0F9F}"/>
              </a:ext>
            </a:extLst>
          </p:cNvPr>
          <p:cNvSpPr>
            <a:spLocks/>
          </p:cNvSpPr>
          <p:nvPr/>
        </p:nvSpPr>
        <p:spPr>
          <a:xfrm>
            <a:off x="1195418" y="63029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0" name="data_2809">
            <a:extLst>
              <a:ext uri="{FF2B5EF4-FFF2-40B4-BE49-F238E27FC236}">
                <a16:creationId xmlns:a16="http://schemas.microsoft.com/office/drawing/2014/main" id="{B8467855-AE8F-41FA-B904-AF4BEA4512CC}"/>
              </a:ext>
            </a:extLst>
          </p:cNvPr>
          <p:cNvSpPr>
            <a:spLocks/>
          </p:cNvSpPr>
          <p:nvPr/>
        </p:nvSpPr>
        <p:spPr>
          <a:xfrm>
            <a:off x="1276000" y="64493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1" name="data_2810">
            <a:extLst>
              <a:ext uri="{FF2B5EF4-FFF2-40B4-BE49-F238E27FC236}">
                <a16:creationId xmlns:a16="http://schemas.microsoft.com/office/drawing/2014/main" id="{2987B197-5C3A-4BB5-A522-D8B60676CC0B}"/>
              </a:ext>
            </a:extLst>
          </p:cNvPr>
          <p:cNvSpPr>
            <a:spLocks/>
          </p:cNvSpPr>
          <p:nvPr/>
        </p:nvSpPr>
        <p:spPr>
          <a:xfrm>
            <a:off x="1193846" y="6081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2" name="data_2811">
            <a:extLst>
              <a:ext uri="{FF2B5EF4-FFF2-40B4-BE49-F238E27FC236}">
                <a16:creationId xmlns:a16="http://schemas.microsoft.com/office/drawing/2014/main" id="{A65FF2C0-A5CC-4D4E-BF89-DE3C116926F3}"/>
              </a:ext>
            </a:extLst>
          </p:cNvPr>
          <p:cNvSpPr>
            <a:spLocks/>
          </p:cNvSpPr>
          <p:nvPr/>
        </p:nvSpPr>
        <p:spPr>
          <a:xfrm>
            <a:off x="1169586" y="59647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3" name="data_2812">
            <a:extLst>
              <a:ext uri="{FF2B5EF4-FFF2-40B4-BE49-F238E27FC236}">
                <a16:creationId xmlns:a16="http://schemas.microsoft.com/office/drawing/2014/main" id="{27B1ABAA-A1DA-47FB-9946-780A9C13ADBC}"/>
              </a:ext>
            </a:extLst>
          </p:cNvPr>
          <p:cNvSpPr>
            <a:spLocks/>
          </p:cNvSpPr>
          <p:nvPr/>
        </p:nvSpPr>
        <p:spPr>
          <a:xfrm>
            <a:off x="1232934" y="6673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4" name="data_2813">
            <a:extLst>
              <a:ext uri="{FF2B5EF4-FFF2-40B4-BE49-F238E27FC236}">
                <a16:creationId xmlns:a16="http://schemas.microsoft.com/office/drawing/2014/main" id="{58DE17E1-EA6E-4D06-82DE-CAFEA985FBA6}"/>
              </a:ext>
            </a:extLst>
          </p:cNvPr>
          <p:cNvSpPr>
            <a:spLocks/>
          </p:cNvSpPr>
          <p:nvPr/>
        </p:nvSpPr>
        <p:spPr>
          <a:xfrm>
            <a:off x="1260965" y="58556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5" name="data_2814">
            <a:extLst>
              <a:ext uri="{FF2B5EF4-FFF2-40B4-BE49-F238E27FC236}">
                <a16:creationId xmlns:a16="http://schemas.microsoft.com/office/drawing/2014/main" id="{66571526-BBEE-44F7-83CE-FE839F0F7105}"/>
              </a:ext>
            </a:extLst>
          </p:cNvPr>
          <p:cNvSpPr>
            <a:spLocks/>
          </p:cNvSpPr>
          <p:nvPr/>
        </p:nvSpPr>
        <p:spPr>
          <a:xfrm>
            <a:off x="1301273" y="58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6" name="data_2815">
            <a:extLst>
              <a:ext uri="{FF2B5EF4-FFF2-40B4-BE49-F238E27FC236}">
                <a16:creationId xmlns:a16="http://schemas.microsoft.com/office/drawing/2014/main" id="{1200BDC2-B5B7-46D5-A493-7A9569A7E16F}"/>
              </a:ext>
            </a:extLst>
          </p:cNvPr>
          <p:cNvSpPr>
            <a:spLocks/>
          </p:cNvSpPr>
          <p:nvPr/>
        </p:nvSpPr>
        <p:spPr>
          <a:xfrm>
            <a:off x="1301958" y="61507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7" name="data_2816">
            <a:extLst>
              <a:ext uri="{FF2B5EF4-FFF2-40B4-BE49-F238E27FC236}">
                <a16:creationId xmlns:a16="http://schemas.microsoft.com/office/drawing/2014/main" id="{49DBE4CC-1611-4E39-B16F-D7F2A5BCA7C2}"/>
              </a:ext>
            </a:extLst>
          </p:cNvPr>
          <p:cNvSpPr>
            <a:spLocks/>
          </p:cNvSpPr>
          <p:nvPr/>
        </p:nvSpPr>
        <p:spPr>
          <a:xfrm>
            <a:off x="1302215" y="66810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8" name="data_2817">
            <a:extLst>
              <a:ext uri="{FF2B5EF4-FFF2-40B4-BE49-F238E27FC236}">
                <a16:creationId xmlns:a16="http://schemas.microsoft.com/office/drawing/2014/main" id="{2663BB4F-C4C3-4BC9-B8D9-A9ED17443031}"/>
              </a:ext>
            </a:extLst>
          </p:cNvPr>
          <p:cNvSpPr>
            <a:spLocks/>
          </p:cNvSpPr>
          <p:nvPr/>
        </p:nvSpPr>
        <p:spPr>
          <a:xfrm>
            <a:off x="1296826" y="6102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9" name="data_2818">
            <a:extLst>
              <a:ext uri="{FF2B5EF4-FFF2-40B4-BE49-F238E27FC236}">
                <a16:creationId xmlns:a16="http://schemas.microsoft.com/office/drawing/2014/main" id="{E732799E-0ED0-40E9-8BC3-A1EB2B112CDB}"/>
              </a:ext>
            </a:extLst>
          </p:cNvPr>
          <p:cNvSpPr>
            <a:spLocks/>
          </p:cNvSpPr>
          <p:nvPr/>
        </p:nvSpPr>
        <p:spPr>
          <a:xfrm>
            <a:off x="1215968" y="63149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0" name="data_2819">
            <a:extLst>
              <a:ext uri="{FF2B5EF4-FFF2-40B4-BE49-F238E27FC236}">
                <a16:creationId xmlns:a16="http://schemas.microsoft.com/office/drawing/2014/main" id="{66B534B4-F304-43B7-AE4D-225DA930339E}"/>
              </a:ext>
            </a:extLst>
          </p:cNvPr>
          <p:cNvSpPr>
            <a:spLocks/>
          </p:cNvSpPr>
          <p:nvPr/>
        </p:nvSpPr>
        <p:spPr>
          <a:xfrm>
            <a:off x="1292453" y="62904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1" name="data_2820">
            <a:extLst>
              <a:ext uri="{FF2B5EF4-FFF2-40B4-BE49-F238E27FC236}">
                <a16:creationId xmlns:a16="http://schemas.microsoft.com/office/drawing/2014/main" id="{871FE33C-ECE6-448D-BD42-903B285F9F37}"/>
              </a:ext>
            </a:extLst>
          </p:cNvPr>
          <p:cNvSpPr>
            <a:spLocks/>
          </p:cNvSpPr>
          <p:nvPr/>
        </p:nvSpPr>
        <p:spPr>
          <a:xfrm>
            <a:off x="1210243" y="6117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2" name="data_2821">
            <a:extLst>
              <a:ext uri="{FF2B5EF4-FFF2-40B4-BE49-F238E27FC236}">
                <a16:creationId xmlns:a16="http://schemas.microsoft.com/office/drawing/2014/main" id="{073452AF-498C-4594-A92C-DE87D9B8CB63}"/>
              </a:ext>
            </a:extLst>
          </p:cNvPr>
          <p:cNvSpPr>
            <a:spLocks/>
          </p:cNvSpPr>
          <p:nvPr/>
        </p:nvSpPr>
        <p:spPr>
          <a:xfrm>
            <a:off x="1257783" y="6753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3" name="data_2822">
            <a:extLst>
              <a:ext uri="{FF2B5EF4-FFF2-40B4-BE49-F238E27FC236}">
                <a16:creationId xmlns:a16="http://schemas.microsoft.com/office/drawing/2014/main" id="{80355B97-3AA5-4DDB-A8F7-F61E775D6877}"/>
              </a:ext>
            </a:extLst>
          </p:cNvPr>
          <p:cNvSpPr>
            <a:spLocks/>
          </p:cNvSpPr>
          <p:nvPr/>
        </p:nvSpPr>
        <p:spPr>
          <a:xfrm>
            <a:off x="1174096" y="67849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4" name="data_2823">
            <a:extLst>
              <a:ext uri="{FF2B5EF4-FFF2-40B4-BE49-F238E27FC236}">
                <a16:creationId xmlns:a16="http://schemas.microsoft.com/office/drawing/2014/main" id="{ABFB13CE-E72D-4784-A734-A3466620D6F3}"/>
              </a:ext>
            </a:extLst>
          </p:cNvPr>
          <p:cNvSpPr>
            <a:spLocks/>
          </p:cNvSpPr>
          <p:nvPr/>
        </p:nvSpPr>
        <p:spPr>
          <a:xfrm>
            <a:off x="1236504" y="6339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5" name="data_2824">
            <a:extLst>
              <a:ext uri="{FF2B5EF4-FFF2-40B4-BE49-F238E27FC236}">
                <a16:creationId xmlns:a16="http://schemas.microsoft.com/office/drawing/2014/main" id="{F8FF5792-E9F9-41D7-95A5-95674BB90008}"/>
              </a:ext>
            </a:extLst>
          </p:cNvPr>
          <p:cNvSpPr>
            <a:spLocks/>
          </p:cNvSpPr>
          <p:nvPr/>
        </p:nvSpPr>
        <p:spPr>
          <a:xfrm>
            <a:off x="1301897" y="54758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6" name="data_2825">
            <a:extLst>
              <a:ext uri="{FF2B5EF4-FFF2-40B4-BE49-F238E27FC236}">
                <a16:creationId xmlns:a16="http://schemas.microsoft.com/office/drawing/2014/main" id="{EB2ABB5A-8291-4146-B7F3-6672F3C2AD73}"/>
              </a:ext>
            </a:extLst>
          </p:cNvPr>
          <p:cNvSpPr>
            <a:spLocks/>
          </p:cNvSpPr>
          <p:nvPr/>
        </p:nvSpPr>
        <p:spPr>
          <a:xfrm>
            <a:off x="1193284" y="66612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7" name="data_2826">
            <a:extLst>
              <a:ext uri="{FF2B5EF4-FFF2-40B4-BE49-F238E27FC236}">
                <a16:creationId xmlns:a16="http://schemas.microsoft.com/office/drawing/2014/main" id="{011372BF-1959-4CC4-B113-5EAF6EE6209C}"/>
              </a:ext>
            </a:extLst>
          </p:cNvPr>
          <p:cNvSpPr>
            <a:spLocks/>
          </p:cNvSpPr>
          <p:nvPr/>
        </p:nvSpPr>
        <p:spPr>
          <a:xfrm>
            <a:off x="117064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8" name="data_2827">
            <a:extLst>
              <a:ext uri="{FF2B5EF4-FFF2-40B4-BE49-F238E27FC236}">
                <a16:creationId xmlns:a16="http://schemas.microsoft.com/office/drawing/2014/main" id="{78FEC45C-E3B8-42E0-BE83-10BBBB8D8BD7}"/>
              </a:ext>
            </a:extLst>
          </p:cNvPr>
          <p:cNvSpPr>
            <a:spLocks/>
          </p:cNvSpPr>
          <p:nvPr/>
        </p:nvSpPr>
        <p:spPr>
          <a:xfrm>
            <a:off x="1248028" y="63328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9" name="data_2828">
            <a:extLst>
              <a:ext uri="{FF2B5EF4-FFF2-40B4-BE49-F238E27FC236}">
                <a16:creationId xmlns:a16="http://schemas.microsoft.com/office/drawing/2014/main" id="{D3640346-5C14-4EEC-B9D7-1B94B44E249A}"/>
              </a:ext>
            </a:extLst>
          </p:cNvPr>
          <p:cNvSpPr>
            <a:spLocks/>
          </p:cNvSpPr>
          <p:nvPr/>
        </p:nvSpPr>
        <p:spPr>
          <a:xfrm>
            <a:off x="1280093" y="62072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0" name="data_2829">
            <a:extLst>
              <a:ext uri="{FF2B5EF4-FFF2-40B4-BE49-F238E27FC236}">
                <a16:creationId xmlns:a16="http://schemas.microsoft.com/office/drawing/2014/main" id="{DF7DF429-DE53-42C5-BE41-778875B5A51C}"/>
              </a:ext>
            </a:extLst>
          </p:cNvPr>
          <p:cNvSpPr>
            <a:spLocks/>
          </p:cNvSpPr>
          <p:nvPr/>
        </p:nvSpPr>
        <p:spPr>
          <a:xfrm>
            <a:off x="1212926" y="6084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1" name="data_2830">
            <a:extLst>
              <a:ext uri="{FF2B5EF4-FFF2-40B4-BE49-F238E27FC236}">
                <a16:creationId xmlns:a16="http://schemas.microsoft.com/office/drawing/2014/main" id="{8CF7575A-32D4-4DD7-8D49-CD7397AAC48A}"/>
              </a:ext>
            </a:extLst>
          </p:cNvPr>
          <p:cNvSpPr>
            <a:spLocks/>
          </p:cNvSpPr>
          <p:nvPr/>
        </p:nvSpPr>
        <p:spPr>
          <a:xfrm>
            <a:off x="1180430" y="58096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2" name="data_2831">
            <a:extLst>
              <a:ext uri="{FF2B5EF4-FFF2-40B4-BE49-F238E27FC236}">
                <a16:creationId xmlns:a16="http://schemas.microsoft.com/office/drawing/2014/main" id="{6C6ECF04-D727-42D1-BF09-B49596419450}"/>
              </a:ext>
            </a:extLst>
          </p:cNvPr>
          <p:cNvSpPr>
            <a:spLocks/>
          </p:cNvSpPr>
          <p:nvPr/>
        </p:nvSpPr>
        <p:spPr>
          <a:xfrm>
            <a:off x="124869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3" name="data_2832">
            <a:extLst>
              <a:ext uri="{FF2B5EF4-FFF2-40B4-BE49-F238E27FC236}">
                <a16:creationId xmlns:a16="http://schemas.microsoft.com/office/drawing/2014/main" id="{FC5B9434-7466-48CF-9F2A-52ADAEBFBECE}"/>
              </a:ext>
            </a:extLst>
          </p:cNvPr>
          <p:cNvSpPr>
            <a:spLocks/>
          </p:cNvSpPr>
          <p:nvPr/>
        </p:nvSpPr>
        <p:spPr>
          <a:xfrm>
            <a:off x="1280204" y="64979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4" name="data_2833">
            <a:extLst>
              <a:ext uri="{FF2B5EF4-FFF2-40B4-BE49-F238E27FC236}">
                <a16:creationId xmlns:a16="http://schemas.microsoft.com/office/drawing/2014/main" id="{4F362541-7EF8-4A15-BE0F-EA0801EB2C4F}"/>
              </a:ext>
            </a:extLst>
          </p:cNvPr>
          <p:cNvSpPr>
            <a:spLocks/>
          </p:cNvSpPr>
          <p:nvPr/>
        </p:nvSpPr>
        <p:spPr>
          <a:xfrm>
            <a:off x="1300877" y="59683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5" name="data_2834">
            <a:extLst>
              <a:ext uri="{FF2B5EF4-FFF2-40B4-BE49-F238E27FC236}">
                <a16:creationId xmlns:a16="http://schemas.microsoft.com/office/drawing/2014/main" id="{08CD7656-74D3-4B3C-9010-E77A9C157611}"/>
              </a:ext>
            </a:extLst>
          </p:cNvPr>
          <p:cNvSpPr>
            <a:spLocks/>
          </p:cNvSpPr>
          <p:nvPr/>
        </p:nvSpPr>
        <p:spPr>
          <a:xfrm>
            <a:off x="1291472" y="5642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6" name="data_2835">
            <a:extLst>
              <a:ext uri="{FF2B5EF4-FFF2-40B4-BE49-F238E27FC236}">
                <a16:creationId xmlns:a16="http://schemas.microsoft.com/office/drawing/2014/main" id="{48F0DE5C-7F82-4690-84E0-5E0088F2318A}"/>
              </a:ext>
            </a:extLst>
          </p:cNvPr>
          <p:cNvSpPr>
            <a:spLocks/>
          </p:cNvSpPr>
          <p:nvPr/>
        </p:nvSpPr>
        <p:spPr>
          <a:xfrm>
            <a:off x="1246474" y="61453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7" name="data_2836">
            <a:extLst>
              <a:ext uri="{FF2B5EF4-FFF2-40B4-BE49-F238E27FC236}">
                <a16:creationId xmlns:a16="http://schemas.microsoft.com/office/drawing/2014/main" id="{0165C825-D4C2-49D1-89A9-AF7371047D37}"/>
              </a:ext>
            </a:extLst>
          </p:cNvPr>
          <p:cNvSpPr>
            <a:spLocks/>
          </p:cNvSpPr>
          <p:nvPr/>
        </p:nvSpPr>
        <p:spPr>
          <a:xfrm>
            <a:off x="1199524" y="6808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8" name="data_2837">
            <a:extLst>
              <a:ext uri="{FF2B5EF4-FFF2-40B4-BE49-F238E27FC236}">
                <a16:creationId xmlns:a16="http://schemas.microsoft.com/office/drawing/2014/main" id="{1FCD85F6-6A7E-46AE-9C70-956167509C40}"/>
              </a:ext>
            </a:extLst>
          </p:cNvPr>
          <p:cNvSpPr>
            <a:spLocks/>
          </p:cNvSpPr>
          <p:nvPr/>
        </p:nvSpPr>
        <p:spPr>
          <a:xfrm>
            <a:off x="1211717" y="64440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9" name="data_2838">
            <a:extLst>
              <a:ext uri="{FF2B5EF4-FFF2-40B4-BE49-F238E27FC236}">
                <a16:creationId xmlns:a16="http://schemas.microsoft.com/office/drawing/2014/main" id="{5DF61627-8D7A-40DB-A42B-BC134AEB89E6}"/>
              </a:ext>
            </a:extLst>
          </p:cNvPr>
          <p:cNvSpPr>
            <a:spLocks/>
          </p:cNvSpPr>
          <p:nvPr/>
        </p:nvSpPr>
        <p:spPr>
          <a:xfrm>
            <a:off x="1441116" y="56117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0" name="data_2839">
            <a:extLst>
              <a:ext uri="{FF2B5EF4-FFF2-40B4-BE49-F238E27FC236}">
                <a16:creationId xmlns:a16="http://schemas.microsoft.com/office/drawing/2014/main" id="{EB6AC2DB-26C5-4F2E-9EF2-36804C4E94AC}"/>
              </a:ext>
            </a:extLst>
          </p:cNvPr>
          <p:cNvSpPr>
            <a:spLocks/>
          </p:cNvSpPr>
          <p:nvPr/>
        </p:nvSpPr>
        <p:spPr>
          <a:xfrm>
            <a:off x="1528209" y="57848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1" name="data_2840">
            <a:extLst>
              <a:ext uri="{FF2B5EF4-FFF2-40B4-BE49-F238E27FC236}">
                <a16:creationId xmlns:a16="http://schemas.microsoft.com/office/drawing/2014/main" id="{044F8AE1-42EC-491F-81DD-39E4CEA333AC}"/>
              </a:ext>
            </a:extLst>
          </p:cNvPr>
          <p:cNvSpPr>
            <a:spLocks/>
          </p:cNvSpPr>
          <p:nvPr/>
        </p:nvSpPr>
        <p:spPr>
          <a:xfrm>
            <a:off x="1524327" y="5499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2" name="data_2841">
            <a:extLst>
              <a:ext uri="{FF2B5EF4-FFF2-40B4-BE49-F238E27FC236}">
                <a16:creationId xmlns:a16="http://schemas.microsoft.com/office/drawing/2014/main" id="{53BD5F0C-5EC4-42A5-9701-E3D9CBC04C3D}"/>
              </a:ext>
            </a:extLst>
          </p:cNvPr>
          <p:cNvSpPr>
            <a:spLocks/>
          </p:cNvSpPr>
          <p:nvPr/>
        </p:nvSpPr>
        <p:spPr>
          <a:xfrm>
            <a:off x="1475213" y="5535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3" name="data_2842">
            <a:extLst>
              <a:ext uri="{FF2B5EF4-FFF2-40B4-BE49-F238E27FC236}">
                <a16:creationId xmlns:a16="http://schemas.microsoft.com/office/drawing/2014/main" id="{B9415BEC-62BA-4220-840C-36AD3CD2DD9E}"/>
              </a:ext>
            </a:extLst>
          </p:cNvPr>
          <p:cNvSpPr>
            <a:spLocks/>
          </p:cNvSpPr>
          <p:nvPr/>
        </p:nvSpPr>
        <p:spPr>
          <a:xfrm>
            <a:off x="1499709" y="5446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4" name="data_2843">
            <a:extLst>
              <a:ext uri="{FF2B5EF4-FFF2-40B4-BE49-F238E27FC236}">
                <a16:creationId xmlns:a16="http://schemas.microsoft.com/office/drawing/2014/main" id="{4C28CE4E-27D3-478D-BA75-0A12EC50B5C0}"/>
              </a:ext>
            </a:extLst>
          </p:cNvPr>
          <p:cNvSpPr>
            <a:spLocks/>
          </p:cNvSpPr>
          <p:nvPr/>
        </p:nvSpPr>
        <p:spPr>
          <a:xfrm>
            <a:off x="1394453" y="6178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5" name="data_2844">
            <a:extLst>
              <a:ext uri="{FF2B5EF4-FFF2-40B4-BE49-F238E27FC236}">
                <a16:creationId xmlns:a16="http://schemas.microsoft.com/office/drawing/2014/main" id="{67BCC2FC-B012-4FAE-AE77-E61E6B02EA76}"/>
              </a:ext>
            </a:extLst>
          </p:cNvPr>
          <p:cNvSpPr>
            <a:spLocks/>
          </p:cNvSpPr>
          <p:nvPr/>
        </p:nvSpPr>
        <p:spPr>
          <a:xfrm>
            <a:off x="1430330" y="5949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6" name="data_2845">
            <a:extLst>
              <a:ext uri="{FF2B5EF4-FFF2-40B4-BE49-F238E27FC236}">
                <a16:creationId xmlns:a16="http://schemas.microsoft.com/office/drawing/2014/main" id="{0E484B43-FAF9-4A21-90C9-07D1137AC08D}"/>
              </a:ext>
            </a:extLst>
          </p:cNvPr>
          <p:cNvSpPr>
            <a:spLocks/>
          </p:cNvSpPr>
          <p:nvPr/>
        </p:nvSpPr>
        <p:spPr>
          <a:xfrm>
            <a:off x="1419466" y="6045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7" name="data_2846">
            <a:extLst>
              <a:ext uri="{FF2B5EF4-FFF2-40B4-BE49-F238E27FC236}">
                <a16:creationId xmlns:a16="http://schemas.microsoft.com/office/drawing/2014/main" id="{026B7BBC-FD14-45A3-9F54-CF004060D9F8}"/>
              </a:ext>
            </a:extLst>
          </p:cNvPr>
          <p:cNvSpPr>
            <a:spLocks/>
          </p:cNvSpPr>
          <p:nvPr/>
        </p:nvSpPr>
        <p:spPr>
          <a:xfrm>
            <a:off x="1435987" y="5657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8" name="data_2847">
            <a:extLst>
              <a:ext uri="{FF2B5EF4-FFF2-40B4-BE49-F238E27FC236}">
                <a16:creationId xmlns:a16="http://schemas.microsoft.com/office/drawing/2014/main" id="{6BD13AEA-C334-4452-9953-4F450E148953}"/>
              </a:ext>
            </a:extLst>
          </p:cNvPr>
          <p:cNvSpPr>
            <a:spLocks/>
          </p:cNvSpPr>
          <p:nvPr/>
        </p:nvSpPr>
        <p:spPr>
          <a:xfrm>
            <a:off x="1395813" y="5600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9" name="data_2848">
            <a:extLst>
              <a:ext uri="{FF2B5EF4-FFF2-40B4-BE49-F238E27FC236}">
                <a16:creationId xmlns:a16="http://schemas.microsoft.com/office/drawing/2014/main" id="{5130CF9D-BDBE-4AE7-902F-5E59B186CFF5}"/>
              </a:ext>
            </a:extLst>
          </p:cNvPr>
          <p:cNvSpPr>
            <a:spLocks/>
          </p:cNvSpPr>
          <p:nvPr/>
        </p:nvSpPr>
        <p:spPr>
          <a:xfrm>
            <a:off x="1510562" y="6072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0" name="data_2849">
            <a:extLst>
              <a:ext uri="{FF2B5EF4-FFF2-40B4-BE49-F238E27FC236}">
                <a16:creationId xmlns:a16="http://schemas.microsoft.com/office/drawing/2014/main" id="{5B709C4E-1352-4008-B173-9C555DD10007}"/>
              </a:ext>
            </a:extLst>
          </p:cNvPr>
          <p:cNvSpPr>
            <a:spLocks/>
          </p:cNvSpPr>
          <p:nvPr/>
        </p:nvSpPr>
        <p:spPr>
          <a:xfrm>
            <a:off x="1450031" y="59642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1" name="data_2850">
            <a:extLst>
              <a:ext uri="{FF2B5EF4-FFF2-40B4-BE49-F238E27FC236}">
                <a16:creationId xmlns:a16="http://schemas.microsoft.com/office/drawing/2014/main" id="{7E7DBA79-4183-4572-BC15-700DB9BEFA2B}"/>
              </a:ext>
            </a:extLst>
          </p:cNvPr>
          <p:cNvSpPr>
            <a:spLocks/>
          </p:cNvSpPr>
          <p:nvPr/>
        </p:nvSpPr>
        <p:spPr>
          <a:xfrm>
            <a:off x="1482728" y="6530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2" name="data_2851">
            <a:extLst>
              <a:ext uri="{FF2B5EF4-FFF2-40B4-BE49-F238E27FC236}">
                <a16:creationId xmlns:a16="http://schemas.microsoft.com/office/drawing/2014/main" id="{69CB904C-0024-4096-934B-DF52D544CEA3}"/>
              </a:ext>
            </a:extLst>
          </p:cNvPr>
          <p:cNvSpPr>
            <a:spLocks/>
          </p:cNvSpPr>
          <p:nvPr/>
        </p:nvSpPr>
        <p:spPr>
          <a:xfrm>
            <a:off x="1415427" y="61581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3" name="data_2852">
            <a:extLst>
              <a:ext uri="{FF2B5EF4-FFF2-40B4-BE49-F238E27FC236}">
                <a16:creationId xmlns:a16="http://schemas.microsoft.com/office/drawing/2014/main" id="{EF82AB0B-BBD4-4706-B114-926A28B2D098}"/>
              </a:ext>
            </a:extLst>
          </p:cNvPr>
          <p:cNvSpPr>
            <a:spLocks/>
          </p:cNvSpPr>
          <p:nvPr/>
        </p:nvSpPr>
        <p:spPr>
          <a:xfrm>
            <a:off x="1453376" y="5515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4" name="data_2853">
            <a:extLst>
              <a:ext uri="{FF2B5EF4-FFF2-40B4-BE49-F238E27FC236}">
                <a16:creationId xmlns:a16="http://schemas.microsoft.com/office/drawing/2014/main" id="{F87152A0-AB9C-40C4-9EA8-FEFBFFD96E5A}"/>
              </a:ext>
            </a:extLst>
          </p:cNvPr>
          <p:cNvSpPr>
            <a:spLocks/>
          </p:cNvSpPr>
          <p:nvPr/>
        </p:nvSpPr>
        <p:spPr>
          <a:xfrm>
            <a:off x="1432808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5" name="data_2854">
            <a:extLst>
              <a:ext uri="{FF2B5EF4-FFF2-40B4-BE49-F238E27FC236}">
                <a16:creationId xmlns:a16="http://schemas.microsoft.com/office/drawing/2014/main" id="{6522BC99-BF93-497E-9BC3-999C1AE88181}"/>
              </a:ext>
            </a:extLst>
          </p:cNvPr>
          <p:cNvSpPr>
            <a:spLocks/>
          </p:cNvSpPr>
          <p:nvPr/>
        </p:nvSpPr>
        <p:spPr>
          <a:xfrm>
            <a:off x="1408716" y="5505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6" name="data_2855">
            <a:extLst>
              <a:ext uri="{FF2B5EF4-FFF2-40B4-BE49-F238E27FC236}">
                <a16:creationId xmlns:a16="http://schemas.microsoft.com/office/drawing/2014/main" id="{AAA071AC-2135-4A92-AA7A-BB685DBDCDA4}"/>
              </a:ext>
            </a:extLst>
          </p:cNvPr>
          <p:cNvSpPr>
            <a:spLocks/>
          </p:cNvSpPr>
          <p:nvPr/>
        </p:nvSpPr>
        <p:spPr>
          <a:xfrm>
            <a:off x="1404711" y="54513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7" name="data_2856">
            <a:extLst>
              <a:ext uri="{FF2B5EF4-FFF2-40B4-BE49-F238E27FC236}">
                <a16:creationId xmlns:a16="http://schemas.microsoft.com/office/drawing/2014/main" id="{FBFD0375-9FC9-4EF7-B5E8-20CA61C6A31C}"/>
              </a:ext>
            </a:extLst>
          </p:cNvPr>
          <p:cNvSpPr>
            <a:spLocks/>
          </p:cNvSpPr>
          <p:nvPr/>
        </p:nvSpPr>
        <p:spPr>
          <a:xfrm>
            <a:off x="1510331" y="60509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8" name="data_2857">
            <a:extLst>
              <a:ext uri="{FF2B5EF4-FFF2-40B4-BE49-F238E27FC236}">
                <a16:creationId xmlns:a16="http://schemas.microsoft.com/office/drawing/2014/main" id="{1F55773D-C6B6-47E6-8084-1BB8749ECFCF}"/>
              </a:ext>
            </a:extLst>
          </p:cNvPr>
          <p:cNvSpPr>
            <a:spLocks/>
          </p:cNvSpPr>
          <p:nvPr/>
        </p:nvSpPr>
        <p:spPr>
          <a:xfrm>
            <a:off x="146428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9" name="data_2858">
            <a:extLst>
              <a:ext uri="{FF2B5EF4-FFF2-40B4-BE49-F238E27FC236}">
                <a16:creationId xmlns:a16="http://schemas.microsoft.com/office/drawing/2014/main" id="{9F349BFF-4C7E-4477-BDF7-DE51D156891D}"/>
              </a:ext>
            </a:extLst>
          </p:cNvPr>
          <p:cNvSpPr>
            <a:spLocks/>
          </p:cNvSpPr>
          <p:nvPr/>
        </p:nvSpPr>
        <p:spPr>
          <a:xfrm>
            <a:off x="1437357" y="61620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0" name="data_2859">
            <a:extLst>
              <a:ext uri="{FF2B5EF4-FFF2-40B4-BE49-F238E27FC236}">
                <a16:creationId xmlns:a16="http://schemas.microsoft.com/office/drawing/2014/main" id="{40DD0CED-95A7-4F05-8975-76E8585963A8}"/>
              </a:ext>
            </a:extLst>
          </p:cNvPr>
          <p:cNvSpPr>
            <a:spLocks/>
          </p:cNvSpPr>
          <p:nvPr/>
        </p:nvSpPr>
        <p:spPr>
          <a:xfrm>
            <a:off x="150994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1" name="data_2860">
            <a:extLst>
              <a:ext uri="{FF2B5EF4-FFF2-40B4-BE49-F238E27FC236}">
                <a16:creationId xmlns:a16="http://schemas.microsoft.com/office/drawing/2014/main" id="{EC9721B3-8E80-45DE-898D-ACB64ECD6FAE}"/>
              </a:ext>
            </a:extLst>
          </p:cNvPr>
          <p:cNvSpPr>
            <a:spLocks/>
          </p:cNvSpPr>
          <p:nvPr/>
        </p:nvSpPr>
        <p:spPr>
          <a:xfrm>
            <a:off x="1413238" y="54670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2" name="data_2861">
            <a:extLst>
              <a:ext uri="{FF2B5EF4-FFF2-40B4-BE49-F238E27FC236}">
                <a16:creationId xmlns:a16="http://schemas.microsoft.com/office/drawing/2014/main" id="{CEDFAE83-4153-465F-923C-15F507C63D74}"/>
              </a:ext>
            </a:extLst>
          </p:cNvPr>
          <p:cNvSpPr>
            <a:spLocks/>
          </p:cNvSpPr>
          <p:nvPr/>
        </p:nvSpPr>
        <p:spPr>
          <a:xfrm>
            <a:off x="1400755" y="5598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3" name="data_2862">
            <a:extLst>
              <a:ext uri="{FF2B5EF4-FFF2-40B4-BE49-F238E27FC236}">
                <a16:creationId xmlns:a16="http://schemas.microsoft.com/office/drawing/2014/main" id="{9AADBDD7-DFD4-44B1-A8A3-46BDB5199302}"/>
              </a:ext>
            </a:extLst>
          </p:cNvPr>
          <p:cNvSpPr>
            <a:spLocks/>
          </p:cNvSpPr>
          <p:nvPr/>
        </p:nvSpPr>
        <p:spPr>
          <a:xfrm>
            <a:off x="1439584" y="57322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4" name="data_2863">
            <a:extLst>
              <a:ext uri="{FF2B5EF4-FFF2-40B4-BE49-F238E27FC236}">
                <a16:creationId xmlns:a16="http://schemas.microsoft.com/office/drawing/2014/main" id="{D86BCAFA-B8FB-48C2-81A1-365703417752}"/>
              </a:ext>
            </a:extLst>
          </p:cNvPr>
          <p:cNvSpPr>
            <a:spLocks/>
          </p:cNvSpPr>
          <p:nvPr/>
        </p:nvSpPr>
        <p:spPr>
          <a:xfrm>
            <a:off x="1408428" y="62318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5" name="data_2864">
            <a:extLst>
              <a:ext uri="{FF2B5EF4-FFF2-40B4-BE49-F238E27FC236}">
                <a16:creationId xmlns:a16="http://schemas.microsoft.com/office/drawing/2014/main" id="{30165BC0-7671-4CB5-8135-9A2D6D6A0B2E}"/>
              </a:ext>
            </a:extLst>
          </p:cNvPr>
          <p:cNvSpPr>
            <a:spLocks/>
          </p:cNvSpPr>
          <p:nvPr/>
        </p:nvSpPr>
        <p:spPr>
          <a:xfrm>
            <a:off x="1483951" y="6812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6" name="data_2865">
            <a:extLst>
              <a:ext uri="{FF2B5EF4-FFF2-40B4-BE49-F238E27FC236}">
                <a16:creationId xmlns:a16="http://schemas.microsoft.com/office/drawing/2014/main" id="{DA419BFB-2374-4D4B-9975-165EC339028B}"/>
              </a:ext>
            </a:extLst>
          </p:cNvPr>
          <p:cNvSpPr>
            <a:spLocks/>
          </p:cNvSpPr>
          <p:nvPr/>
        </p:nvSpPr>
        <p:spPr>
          <a:xfrm>
            <a:off x="1400220" y="56244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7" name="data_2866">
            <a:extLst>
              <a:ext uri="{FF2B5EF4-FFF2-40B4-BE49-F238E27FC236}">
                <a16:creationId xmlns:a16="http://schemas.microsoft.com/office/drawing/2014/main" id="{613B6F4C-CD6B-4017-AFF6-FE5BEC76CEE0}"/>
              </a:ext>
            </a:extLst>
          </p:cNvPr>
          <p:cNvSpPr>
            <a:spLocks/>
          </p:cNvSpPr>
          <p:nvPr/>
        </p:nvSpPr>
        <p:spPr>
          <a:xfrm>
            <a:off x="144617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8" name="data_2867">
            <a:extLst>
              <a:ext uri="{FF2B5EF4-FFF2-40B4-BE49-F238E27FC236}">
                <a16:creationId xmlns:a16="http://schemas.microsoft.com/office/drawing/2014/main" id="{82D7DCAE-4A8C-4FB3-AD82-87AED26A6330}"/>
              </a:ext>
            </a:extLst>
          </p:cNvPr>
          <p:cNvSpPr>
            <a:spLocks/>
          </p:cNvSpPr>
          <p:nvPr/>
        </p:nvSpPr>
        <p:spPr>
          <a:xfrm>
            <a:off x="1452524" y="61114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9" name="data_2868">
            <a:extLst>
              <a:ext uri="{FF2B5EF4-FFF2-40B4-BE49-F238E27FC236}">
                <a16:creationId xmlns:a16="http://schemas.microsoft.com/office/drawing/2014/main" id="{DEFB8E53-2E9D-443C-B962-DC77F19E224A}"/>
              </a:ext>
            </a:extLst>
          </p:cNvPr>
          <p:cNvSpPr>
            <a:spLocks/>
          </p:cNvSpPr>
          <p:nvPr/>
        </p:nvSpPr>
        <p:spPr>
          <a:xfrm>
            <a:off x="1504177" y="68852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0" name="data_2869">
            <a:extLst>
              <a:ext uri="{FF2B5EF4-FFF2-40B4-BE49-F238E27FC236}">
                <a16:creationId xmlns:a16="http://schemas.microsoft.com/office/drawing/2014/main" id="{EADC2FA5-4DF1-4D6C-B758-54F78F00C1FD}"/>
              </a:ext>
            </a:extLst>
          </p:cNvPr>
          <p:cNvSpPr>
            <a:spLocks/>
          </p:cNvSpPr>
          <p:nvPr/>
        </p:nvSpPr>
        <p:spPr>
          <a:xfrm>
            <a:off x="1471635" y="5406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1" name="data_2870">
            <a:extLst>
              <a:ext uri="{FF2B5EF4-FFF2-40B4-BE49-F238E27FC236}">
                <a16:creationId xmlns:a16="http://schemas.microsoft.com/office/drawing/2014/main" id="{59259834-2EA0-4497-B856-C228902C2C3B}"/>
              </a:ext>
            </a:extLst>
          </p:cNvPr>
          <p:cNvSpPr>
            <a:spLocks/>
          </p:cNvSpPr>
          <p:nvPr/>
        </p:nvSpPr>
        <p:spPr>
          <a:xfrm>
            <a:off x="1430286" y="56087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2" name="data_2871">
            <a:extLst>
              <a:ext uri="{FF2B5EF4-FFF2-40B4-BE49-F238E27FC236}">
                <a16:creationId xmlns:a16="http://schemas.microsoft.com/office/drawing/2014/main" id="{1C6FE7B7-88DD-4317-AAC8-E017098249D4}"/>
              </a:ext>
            </a:extLst>
          </p:cNvPr>
          <p:cNvSpPr>
            <a:spLocks/>
          </p:cNvSpPr>
          <p:nvPr/>
        </p:nvSpPr>
        <p:spPr>
          <a:xfrm>
            <a:off x="1394891" y="55453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3" name="data_2872">
            <a:extLst>
              <a:ext uri="{FF2B5EF4-FFF2-40B4-BE49-F238E27FC236}">
                <a16:creationId xmlns:a16="http://schemas.microsoft.com/office/drawing/2014/main" id="{B61BB37A-28FC-4F4C-91A9-23658C22DD10}"/>
              </a:ext>
            </a:extLst>
          </p:cNvPr>
          <p:cNvSpPr>
            <a:spLocks/>
          </p:cNvSpPr>
          <p:nvPr/>
        </p:nvSpPr>
        <p:spPr>
          <a:xfrm>
            <a:off x="1390348" y="6650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4" name="data_2873">
            <a:extLst>
              <a:ext uri="{FF2B5EF4-FFF2-40B4-BE49-F238E27FC236}">
                <a16:creationId xmlns:a16="http://schemas.microsoft.com/office/drawing/2014/main" id="{5BD815E9-2151-4AB6-8558-5B7041A9EBE0}"/>
              </a:ext>
            </a:extLst>
          </p:cNvPr>
          <p:cNvSpPr>
            <a:spLocks/>
          </p:cNvSpPr>
          <p:nvPr/>
        </p:nvSpPr>
        <p:spPr>
          <a:xfrm>
            <a:off x="14106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5" name="data_2874">
            <a:extLst>
              <a:ext uri="{FF2B5EF4-FFF2-40B4-BE49-F238E27FC236}">
                <a16:creationId xmlns:a16="http://schemas.microsoft.com/office/drawing/2014/main" id="{AAE4E55A-4913-4FFA-AA5C-69779FE4497D}"/>
              </a:ext>
            </a:extLst>
          </p:cNvPr>
          <p:cNvSpPr>
            <a:spLocks/>
          </p:cNvSpPr>
          <p:nvPr/>
        </p:nvSpPr>
        <p:spPr>
          <a:xfrm>
            <a:off x="1426258" y="55037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6" name="data_2875">
            <a:extLst>
              <a:ext uri="{FF2B5EF4-FFF2-40B4-BE49-F238E27FC236}">
                <a16:creationId xmlns:a16="http://schemas.microsoft.com/office/drawing/2014/main" id="{556B5747-D892-42BF-879B-F318419C23BB}"/>
              </a:ext>
            </a:extLst>
          </p:cNvPr>
          <p:cNvSpPr>
            <a:spLocks/>
          </p:cNvSpPr>
          <p:nvPr/>
        </p:nvSpPr>
        <p:spPr>
          <a:xfrm>
            <a:off x="1511930" y="6270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7" name="data_2876">
            <a:extLst>
              <a:ext uri="{FF2B5EF4-FFF2-40B4-BE49-F238E27FC236}">
                <a16:creationId xmlns:a16="http://schemas.microsoft.com/office/drawing/2014/main" id="{818C10C5-64FD-4C74-A5D1-D8C03343D104}"/>
              </a:ext>
            </a:extLst>
          </p:cNvPr>
          <p:cNvSpPr>
            <a:spLocks/>
          </p:cNvSpPr>
          <p:nvPr/>
        </p:nvSpPr>
        <p:spPr>
          <a:xfrm>
            <a:off x="1411717" y="61854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8" name="data_2877">
            <a:extLst>
              <a:ext uri="{FF2B5EF4-FFF2-40B4-BE49-F238E27FC236}">
                <a16:creationId xmlns:a16="http://schemas.microsoft.com/office/drawing/2014/main" id="{FE9818EF-66E0-4BB0-85DE-E9B219EB9C44}"/>
              </a:ext>
            </a:extLst>
          </p:cNvPr>
          <p:cNvSpPr>
            <a:spLocks/>
          </p:cNvSpPr>
          <p:nvPr/>
        </p:nvSpPr>
        <p:spPr>
          <a:xfrm>
            <a:off x="1478675" y="60491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9" name="data_2878">
            <a:extLst>
              <a:ext uri="{FF2B5EF4-FFF2-40B4-BE49-F238E27FC236}">
                <a16:creationId xmlns:a16="http://schemas.microsoft.com/office/drawing/2014/main" id="{6ABC40EC-01F6-4845-BCE0-FC62E31A2149}"/>
              </a:ext>
            </a:extLst>
          </p:cNvPr>
          <p:cNvSpPr>
            <a:spLocks/>
          </p:cNvSpPr>
          <p:nvPr/>
        </p:nvSpPr>
        <p:spPr>
          <a:xfrm>
            <a:off x="1488278" y="65053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0" name="data_2879">
            <a:extLst>
              <a:ext uri="{FF2B5EF4-FFF2-40B4-BE49-F238E27FC236}">
                <a16:creationId xmlns:a16="http://schemas.microsoft.com/office/drawing/2014/main" id="{A356A3F5-F088-40D9-BC28-6CFEDF4838D5}"/>
              </a:ext>
            </a:extLst>
          </p:cNvPr>
          <p:cNvSpPr>
            <a:spLocks/>
          </p:cNvSpPr>
          <p:nvPr/>
        </p:nvSpPr>
        <p:spPr>
          <a:xfrm>
            <a:off x="1465419" y="5695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1" name="data_2880">
            <a:extLst>
              <a:ext uri="{FF2B5EF4-FFF2-40B4-BE49-F238E27FC236}">
                <a16:creationId xmlns:a16="http://schemas.microsoft.com/office/drawing/2014/main" id="{2CD263C8-29C2-4CAB-AF42-0974265B3BA7}"/>
              </a:ext>
            </a:extLst>
          </p:cNvPr>
          <p:cNvSpPr>
            <a:spLocks/>
          </p:cNvSpPr>
          <p:nvPr/>
        </p:nvSpPr>
        <p:spPr>
          <a:xfrm>
            <a:off x="1441238" y="554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2" name="data_2881">
            <a:extLst>
              <a:ext uri="{FF2B5EF4-FFF2-40B4-BE49-F238E27FC236}">
                <a16:creationId xmlns:a16="http://schemas.microsoft.com/office/drawing/2014/main" id="{511AF009-AE20-4F29-826D-2F657BB0D3F3}"/>
              </a:ext>
            </a:extLst>
          </p:cNvPr>
          <p:cNvSpPr>
            <a:spLocks/>
          </p:cNvSpPr>
          <p:nvPr/>
        </p:nvSpPr>
        <p:spPr>
          <a:xfrm>
            <a:off x="148709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3" name="data_2882">
            <a:extLst>
              <a:ext uri="{FF2B5EF4-FFF2-40B4-BE49-F238E27FC236}">
                <a16:creationId xmlns:a16="http://schemas.microsoft.com/office/drawing/2014/main" id="{7D8BE90E-4BC6-4C1A-8ECA-D8DAE82DD74C}"/>
              </a:ext>
            </a:extLst>
          </p:cNvPr>
          <p:cNvSpPr>
            <a:spLocks/>
          </p:cNvSpPr>
          <p:nvPr/>
        </p:nvSpPr>
        <p:spPr>
          <a:xfrm>
            <a:off x="1417457" y="5608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4" name="data_2883">
            <a:extLst>
              <a:ext uri="{FF2B5EF4-FFF2-40B4-BE49-F238E27FC236}">
                <a16:creationId xmlns:a16="http://schemas.microsoft.com/office/drawing/2014/main" id="{ACC64803-FED3-4040-BF4B-1C1DE2CA6FE3}"/>
              </a:ext>
            </a:extLst>
          </p:cNvPr>
          <p:cNvSpPr>
            <a:spLocks/>
          </p:cNvSpPr>
          <p:nvPr/>
        </p:nvSpPr>
        <p:spPr>
          <a:xfrm>
            <a:off x="1392754" y="57040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5" name="data_2884">
            <a:extLst>
              <a:ext uri="{FF2B5EF4-FFF2-40B4-BE49-F238E27FC236}">
                <a16:creationId xmlns:a16="http://schemas.microsoft.com/office/drawing/2014/main" id="{8EEF158D-31DC-417E-A07D-6BBE7874172F}"/>
              </a:ext>
            </a:extLst>
          </p:cNvPr>
          <p:cNvSpPr>
            <a:spLocks/>
          </p:cNvSpPr>
          <p:nvPr/>
        </p:nvSpPr>
        <p:spPr>
          <a:xfrm>
            <a:off x="1525048" y="54009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6" name="data_2885">
            <a:extLst>
              <a:ext uri="{FF2B5EF4-FFF2-40B4-BE49-F238E27FC236}">
                <a16:creationId xmlns:a16="http://schemas.microsoft.com/office/drawing/2014/main" id="{0EF9C0AD-4401-43CF-8D2C-3095B2BFCA0E}"/>
              </a:ext>
            </a:extLst>
          </p:cNvPr>
          <p:cNvSpPr>
            <a:spLocks/>
          </p:cNvSpPr>
          <p:nvPr/>
        </p:nvSpPr>
        <p:spPr>
          <a:xfrm>
            <a:off x="1486627" y="64494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7" name="data_2886">
            <a:extLst>
              <a:ext uri="{FF2B5EF4-FFF2-40B4-BE49-F238E27FC236}">
                <a16:creationId xmlns:a16="http://schemas.microsoft.com/office/drawing/2014/main" id="{21172181-3327-457D-AE4B-F52D2244D6CB}"/>
              </a:ext>
            </a:extLst>
          </p:cNvPr>
          <p:cNvSpPr>
            <a:spLocks/>
          </p:cNvSpPr>
          <p:nvPr/>
        </p:nvSpPr>
        <p:spPr>
          <a:xfrm>
            <a:off x="1429576" y="545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8" name="data_2887">
            <a:extLst>
              <a:ext uri="{FF2B5EF4-FFF2-40B4-BE49-F238E27FC236}">
                <a16:creationId xmlns:a16="http://schemas.microsoft.com/office/drawing/2014/main" id="{E0189329-5A78-414B-9BFC-F63E7AA18847}"/>
              </a:ext>
            </a:extLst>
          </p:cNvPr>
          <p:cNvSpPr>
            <a:spLocks/>
          </p:cNvSpPr>
          <p:nvPr/>
        </p:nvSpPr>
        <p:spPr>
          <a:xfrm>
            <a:off x="140973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9" name="data_2888">
            <a:extLst>
              <a:ext uri="{FF2B5EF4-FFF2-40B4-BE49-F238E27FC236}">
                <a16:creationId xmlns:a16="http://schemas.microsoft.com/office/drawing/2014/main" id="{C76F4FC2-EEE9-49B2-A6FE-B4A40594E351}"/>
              </a:ext>
            </a:extLst>
          </p:cNvPr>
          <p:cNvSpPr>
            <a:spLocks/>
          </p:cNvSpPr>
          <p:nvPr/>
        </p:nvSpPr>
        <p:spPr>
          <a:xfrm>
            <a:off x="1513100" y="66796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0" name="data_2889">
            <a:extLst>
              <a:ext uri="{FF2B5EF4-FFF2-40B4-BE49-F238E27FC236}">
                <a16:creationId xmlns:a16="http://schemas.microsoft.com/office/drawing/2014/main" id="{EF921090-F97D-44AB-8B80-FC2EC7706B3E}"/>
              </a:ext>
            </a:extLst>
          </p:cNvPr>
          <p:cNvSpPr>
            <a:spLocks/>
          </p:cNvSpPr>
          <p:nvPr/>
        </p:nvSpPr>
        <p:spPr>
          <a:xfrm>
            <a:off x="1416076" y="6265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1" name="data_2890">
            <a:extLst>
              <a:ext uri="{FF2B5EF4-FFF2-40B4-BE49-F238E27FC236}">
                <a16:creationId xmlns:a16="http://schemas.microsoft.com/office/drawing/2014/main" id="{ECD12000-E5FF-4B95-9D37-99D23DD54735}"/>
              </a:ext>
            </a:extLst>
          </p:cNvPr>
          <p:cNvSpPr>
            <a:spLocks/>
          </p:cNvSpPr>
          <p:nvPr/>
        </p:nvSpPr>
        <p:spPr>
          <a:xfrm>
            <a:off x="1481982" y="62938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2" name="data_2891">
            <a:extLst>
              <a:ext uri="{FF2B5EF4-FFF2-40B4-BE49-F238E27FC236}">
                <a16:creationId xmlns:a16="http://schemas.microsoft.com/office/drawing/2014/main" id="{1E11E672-5253-435A-968B-CD8BE47BFC84}"/>
              </a:ext>
            </a:extLst>
          </p:cNvPr>
          <p:cNvSpPr>
            <a:spLocks/>
          </p:cNvSpPr>
          <p:nvPr/>
        </p:nvSpPr>
        <p:spPr>
          <a:xfrm>
            <a:off x="140978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3" name="data_2892">
            <a:extLst>
              <a:ext uri="{FF2B5EF4-FFF2-40B4-BE49-F238E27FC236}">
                <a16:creationId xmlns:a16="http://schemas.microsoft.com/office/drawing/2014/main" id="{02ADA802-06A4-41AF-8515-3E84419727E1}"/>
              </a:ext>
            </a:extLst>
          </p:cNvPr>
          <p:cNvSpPr>
            <a:spLocks/>
          </p:cNvSpPr>
          <p:nvPr/>
        </p:nvSpPr>
        <p:spPr>
          <a:xfrm>
            <a:off x="1464944" y="5478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4" name="data_2893">
            <a:extLst>
              <a:ext uri="{FF2B5EF4-FFF2-40B4-BE49-F238E27FC236}">
                <a16:creationId xmlns:a16="http://schemas.microsoft.com/office/drawing/2014/main" id="{89286611-9C1F-42D9-9E4B-19ED73A64827}"/>
              </a:ext>
            </a:extLst>
          </p:cNvPr>
          <p:cNvSpPr>
            <a:spLocks/>
          </p:cNvSpPr>
          <p:nvPr/>
        </p:nvSpPr>
        <p:spPr>
          <a:xfrm>
            <a:off x="152050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5" name="data_2894">
            <a:extLst>
              <a:ext uri="{FF2B5EF4-FFF2-40B4-BE49-F238E27FC236}">
                <a16:creationId xmlns:a16="http://schemas.microsoft.com/office/drawing/2014/main" id="{0BBCE335-B170-45CB-A30F-906923687EEA}"/>
              </a:ext>
            </a:extLst>
          </p:cNvPr>
          <p:cNvSpPr>
            <a:spLocks/>
          </p:cNvSpPr>
          <p:nvPr/>
        </p:nvSpPr>
        <p:spPr>
          <a:xfrm>
            <a:off x="1439146" y="6439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6" name="data_2895">
            <a:extLst>
              <a:ext uri="{FF2B5EF4-FFF2-40B4-BE49-F238E27FC236}">
                <a16:creationId xmlns:a16="http://schemas.microsoft.com/office/drawing/2014/main" id="{4A7AE81A-0D3A-4BB5-8F8C-81BBCFC73BB1}"/>
              </a:ext>
            </a:extLst>
          </p:cNvPr>
          <p:cNvSpPr>
            <a:spLocks/>
          </p:cNvSpPr>
          <p:nvPr/>
        </p:nvSpPr>
        <p:spPr>
          <a:xfrm>
            <a:off x="1411546" y="54950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7" name="data_2896">
            <a:extLst>
              <a:ext uri="{FF2B5EF4-FFF2-40B4-BE49-F238E27FC236}">
                <a16:creationId xmlns:a16="http://schemas.microsoft.com/office/drawing/2014/main" id="{56DC6962-E6DE-4AF3-A2E6-0E7CF18422CE}"/>
              </a:ext>
            </a:extLst>
          </p:cNvPr>
          <p:cNvSpPr>
            <a:spLocks/>
          </p:cNvSpPr>
          <p:nvPr/>
        </p:nvSpPr>
        <p:spPr>
          <a:xfrm>
            <a:off x="1465584" y="57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8" name="data_2897">
            <a:extLst>
              <a:ext uri="{FF2B5EF4-FFF2-40B4-BE49-F238E27FC236}">
                <a16:creationId xmlns:a16="http://schemas.microsoft.com/office/drawing/2014/main" id="{7B79DDB1-10ED-446A-AE9D-2CD5839E5EBE}"/>
              </a:ext>
            </a:extLst>
          </p:cNvPr>
          <p:cNvSpPr>
            <a:spLocks/>
          </p:cNvSpPr>
          <p:nvPr/>
        </p:nvSpPr>
        <p:spPr>
          <a:xfrm>
            <a:off x="1439625" y="6172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9" name="data_2898">
            <a:extLst>
              <a:ext uri="{FF2B5EF4-FFF2-40B4-BE49-F238E27FC236}">
                <a16:creationId xmlns:a16="http://schemas.microsoft.com/office/drawing/2014/main" id="{3057E37B-9F7A-4796-B6BE-13F813378182}"/>
              </a:ext>
            </a:extLst>
          </p:cNvPr>
          <p:cNvSpPr>
            <a:spLocks/>
          </p:cNvSpPr>
          <p:nvPr/>
        </p:nvSpPr>
        <p:spPr>
          <a:xfrm>
            <a:off x="1443484" y="56577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0" name="data_2899">
            <a:extLst>
              <a:ext uri="{FF2B5EF4-FFF2-40B4-BE49-F238E27FC236}">
                <a16:creationId xmlns:a16="http://schemas.microsoft.com/office/drawing/2014/main" id="{9F3C7E9E-B9D5-43F7-83D6-7DDD7A29D2AF}"/>
              </a:ext>
            </a:extLst>
          </p:cNvPr>
          <p:cNvSpPr>
            <a:spLocks/>
          </p:cNvSpPr>
          <p:nvPr/>
        </p:nvSpPr>
        <p:spPr>
          <a:xfrm>
            <a:off x="143812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1" name="data_2900">
            <a:extLst>
              <a:ext uri="{FF2B5EF4-FFF2-40B4-BE49-F238E27FC236}">
                <a16:creationId xmlns:a16="http://schemas.microsoft.com/office/drawing/2014/main" id="{952FB80D-B2B5-4DA8-A67D-70FAE5181381}"/>
              </a:ext>
            </a:extLst>
          </p:cNvPr>
          <p:cNvSpPr>
            <a:spLocks/>
          </p:cNvSpPr>
          <p:nvPr/>
        </p:nvSpPr>
        <p:spPr>
          <a:xfrm>
            <a:off x="1512439" y="5610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2" name="data_2901">
            <a:extLst>
              <a:ext uri="{FF2B5EF4-FFF2-40B4-BE49-F238E27FC236}">
                <a16:creationId xmlns:a16="http://schemas.microsoft.com/office/drawing/2014/main" id="{F9D7936A-D166-46A7-80A1-406C89EEAAA6}"/>
              </a:ext>
            </a:extLst>
          </p:cNvPr>
          <p:cNvSpPr>
            <a:spLocks/>
          </p:cNvSpPr>
          <p:nvPr/>
        </p:nvSpPr>
        <p:spPr>
          <a:xfrm>
            <a:off x="14282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3" name="data_2902">
            <a:extLst>
              <a:ext uri="{FF2B5EF4-FFF2-40B4-BE49-F238E27FC236}">
                <a16:creationId xmlns:a16="http://schemas.microsoft.com/office/drawing/2014/main" id="{862C1C55-1802-49C5-9F0A-18C6EC773AC7}"/>
              </a:ext>
            </a:extLst>
          </p:cNvPr>
          <p:cNvSpPr>
            <a:spLocks/>
          </p:cNvSpPr>
          <p:nvPr/>
        </p:nvSpPr>
        <p:spPr>
          <a:xfrm>
            <a:off x="142607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4" name="data_2903">
            <a:extLst>
              <a:ext uri="{FF2B5EF4-FFF2-40B4-BE49-F238E27FC236}">
                <a16:creationId xmlns:a16="http://schemas.microsoft.com/office/drawing/2014/main" id="{F2A69E82-A65B-4C40-AB30-964852BA3BAE}"/>
              </a:ext>
            </a:extLst>
          </p:cNvPr>
          <p:cNvSpPr>
            <a:spLocks/>
          </p:cNvSpPr>
          <p:nvPr/>
        </p:nvSpPr>
        <p:spPr>
          <a:xfrm>
            <a:off x="1469371" y="597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5" name="data_2904">
            <a:extLst>
              <a:ext uri="{FF2B5EF4-FFF2-40B4-BE49-F238E27FC236}">
                <a16:creationId xmlns:a16="http://schemas.microsoft.com/office/drawing/2014/main" id="{9E148D30-2592-4EAE-91D0-2E67ACEC61E6}"/>
              </a:ext>
            </a:extLst>
          </p:cNvPr>
          <p:cNvSpPr>
            <a:spLocks/>
          </p:cNvSpPr>
          <p:nvPr/>
        </p:nvSpPr>
        <p:spPr>
          <a:xfrm>
            <a:off x="1415521" y="5568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6" name="data_2905">
            <a:extLst>
              <a:ext uri="{FF2B5EF4-FFF2-40B4-BE49-F238E27FC236}">
                <a16:creationId xmlns:a16="http://schemas.microsoft.com/office/drawing/2014/main" id="{AA79EE70-3D7F-4431-A74D-A4C43BD80FA1}"/>
              </a:ext>
            </a:extLst>
          </p:cNvPr>
          <p:cNvSpPr>
            <a:spLocks/>
          </p:cNvSpPr>
          <p:nvPr/>
        </p:nvSpPr>
        <p:spPr>
          <a:xfrm>
            <a:off x="1448048" y="5821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7" name="data_2906">
            <a:extLst>
              <a:ext uri="{FF2B5EF4-FFF2-40B4-BE49-F238E27FC236}">
                <a16:creationId xmlns:a16="http://schemas.microsoft.com/office/drawing/2014/main" id="{1D40611D-DD6C-4393-B67A-A1481243B4ED}"/>
              </a:ext>
            </a:extLst>
          </p:cNvPr>
          <p:cNvSpPr>
            <a:spLocks/>
          </p:cNvSpPr>
          <p:nvPr/>
        </p:nvSpPr>
        <p:spPr>
          <a:xfrm>
            <a:off x="1426138" y="58747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8" name="data_2907">
            <a:extLst>
              <a:ext uri="{FF2B5EF4-FFF2-40B4-BE49-F238E27FC236}">
                <a16:creationId xmlns:a16="http://schemas.microsoft.com/office/drawing/2014/main" id="{3ABDEAC2-E5EF-4475-841D-93C76E0FA87D}"/>
              </a:ext>
            </a:extLst>
          </p:cNvPr>
          <p:cNvSpPr>
            <a:spLocks/>
          </p:cNvSpPr>
          <p:nvPr/>
        </p:nvSpPr>
        <p:spPr>
          <a:xfrm>
            <a:off x="1478448" y="56140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9" name="data_2908">
            <a:extLst>
              <a:ext uri="{FF2B5EF4-FFF2-40B4-BE49-F238E27FC236}">
                <a16:creationId xmlns:a16="http://schemas.microsoft.com/office/drawing/2014/main" id="{2976B5CA-BED2-4EAB-97FC-98BC6F042D3A}"/>
              </a:ext>
            </a:extLst>
          </p:cNvPr>
          <p:cNvSpPr>
            <a:spLocks/>
          </p:cNvSpPr>
          <p:nvPr/>
        </p:nvSpPr>
        <p:spPr>
          <a:xfrm>
            <a:off x="1400621" y="57450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0" name="data_2909">
            <a:extLst>
              <a:ext uri="{FF2B5EF4-FFF2-40B4-BE49-F238E27FC236}">
                <a16:creationId xmlns:a16="http://schemas.microsoft.com/office/drawing/2014/main" id="{7841474E-2BBE-4CC5-8052-C2CC67310701}"/>
              </a:ext>
            </a:extLst>
          </p:cNvPr>
          <p:cNvSpPr>
            <a:spLocks/>
          </p:cNvSpPr>
          <p:nvPr/>
        </p:nvSpPr>
        <p:spPr>
          <a:xfrm>
            <a:off x="1434343" y="57514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1" name="data_2910">
            <a:extLst>
              <a:ext uri="{FF2B5EF4-FFF2-40B4-BE49-F238E27FC236}">
                <a16:creationId xmlns:a16="http://schemas.microsoft.com/office/drawing/2014/main" id="{5017C314-2ACB-45ED-B80A-E33F59B6DB2A}"/>
              </a:ext>
            </a:extLst>
          </p:cNvPr>
          <p:cNvSpPr>
            <a:spLocks/>
          </p:cNvSpPr>
          <p:nvPr/>
        </p:nvSpPr>
        <p:spPr>
          <a:xfrm>
            <a:off x="148889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2" name="data_2911">
            <a:extLst>
              <a:ext uri="{FF2B5EF4-FFF2-40B4-BE49-F238E27FC236}">
                <a16:creationId xmlns:a16="http://schemas.microsoft.com/office/drawing/2014/main" id="{89FA68FE-2652-4B3F-92EE-1101987F45FA}"/>
              </a:ext>
            </a:extLst>
          </p:cNvPr>
          <p:cNvSpPr>
            <a:spLocks/>
          </p:cNvSpPr>
          <p:nvPr/>
        </p:nvSpPr>
        <p:spPr>
          <a:xfrm>
            <a:off x="1401532" y="56974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3" name="data_2912">
            <a:extLst>
              <a:ext uri="{FF2B5EF4-FFF2-40B4-BE49-F238E27FC236}">
                <a16:creationId xmlns:a16="http://schemas.microsoft.com/office/drawing/2014/main" id="{FACBC625-F1F7-452C-B906-BE11A0D19ADC}"/>
              </a:ext>
            </a:extLst>
          </p:cNvPr>
          <p:cNvSpPr>
            <a:spLocks/>
          </p:cNvSpPr>
          <p:nvPr/>
        </p:nvSpPr>
        <p:spPr>
          <a:xfrm>
            <a:off x="1482051" y="5998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4" name="data_2913">
            <a:extLst>
              <a:ext uri="{FF2B5EF4-FFF2-40B4-BE49-F238E27FC236}">
                <a16:creationId xmlns:a16="http://schemas.microsoft.com/office/drawing/2014/main" id="{5E014D7A-50CB-417A-9ACA-35012243FAE2}"/>
              </a:ext>
            </a:extLst>
          </p:cNvPr>
          <p:cNvSpPr>
            <a:spLocks/>
          </p:cNvSpPr>
          <p:nvPr/>
        </p:nvSpPr>
        <p:spPr>
          <a:xfrm>
            <a:off x="14104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5" name="data_2914">
            <a:extLst>
              <a:ext uri="{FF2B5EF4-FFF2-40B4-BE49-F238E27FC236}">
                <a16:creationId xmlns:a16="http://schemas.microsoft.com/office/drawing/2014/main" id="{AC43B612-46F8-4B36-B1FC-1BA6F5080D12}"/>
              </a:ext>
            </a:extLst>
          </p:cNvPr>
          <p:cNvSpPr>
            <a:spLocks/>
          </p:cNvSpPr>
          <p:nvPr/>
        </p:nvSpPr>
        <p:spPr>
          <a:xfrm>
            <a:off x="1506367" y="67529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6" name="data_2915">
            <a:extLst>
              <a:ext uri="{FF2B5EF4-FFF2-40B4-BE49-F238E27FC236}">
                <a16:creationId xmlns:a16="http://schemas.microsoft.com/office/drawing/2014/main" id="{AC76E2A2-E2A6-4D08-914A-1B09A3FCE1DF}"/>
              </a:ext>
            </a:extLst>
          </p:cNvPr>
          <p:cNvSpPr>
            <a:spLocks/>
          </p:cNvSpPr>
          <p:nvPr/>
        </p:nvSpPr>
        <p:spPr>
          <a:xfrm>
            <a:off x="1454303" y="67296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7" name="data_2916">
            <a:extLst>
              <a:ext uri="{FF2B5EF4-FFF2-40B4-BE49-F238E27FC236}">
                <a16:creationId xmlns:a16="http://schemas.microsoft.com/office/drawing/2014/main" id="{765D047A-AF0A-4437-9A70-58FCA63A85BC}"/>
              </a:ext>
            </a:extLst>
          </p:cNvPr>
          <p:cNvSpPr>
            <a:spLocks/>
          </p:cNvSpPr>
          <p:nvPr/>
        </p:nvSpPr>
        <p:spPr>
          <a:xfrm>
            <a:off x="1451635" y="6715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8" name="data_2917">
            <a:extLst>
              <a:ext uri="{FF2B5EF4-FFF2-40B4-BE49-F238E27FC236}">
                <a16:creationId xmlns:a16="http://schemas.microsoft.com/office/drawing/2014/main" id="{034D915B-A1EB-41CD-AC13-A91C5D99E3FB}"/>
              </a:ext>
            </a:extLst>
          </p:cNvPr>
          <p:cNvSpPr>
            <a:spLocks/>
          </p:cNvSpPr>
          <p:nvPr/>
        </p:nvSpPr>
        <p:spPr>
          <a:xfrm>
            <a:off x="1445106" y="5520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9" name="data_2918">
            <a:extLst>
              <a:ext uri="{FF2B5EF4-FFF2-40B4-BE49-F238E27FC236}">
                <a16:creationId xmlns:a16="http://schemas.microsoft.com/office/drawing/2014/main" id="{9E06D67B-60B4-43B9-9F93-B55787C28AF7}"/>
              </a:ext>
            </a:extLst>
          </p:cNvPr>
          <p:cNvSpPr>
            <a:spLocks/>
          </p:cNvSpPr>
          <p:nvPr/>
        </p:nvSpPr>
        <p:spPr>
          <a:xfrm>
            <a:off x="1524425" y="64593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0" name="data_2919">
            <a:extLst>
              <a:ext uri="{FF2B5EF4-FFF2-40B4-BE49-F238E27FC236}">
                <a16:creationId xmlns:a16="http://schemas.microsoft.com/office/drawing/2014/main" id="{F7283518-CEC7-4385-BBA7-E1EE24F3CEA8}"/>
              </a:ext>
            </a:extLst>
          </p:cNvPr>
          <p:cNvSpPr>
            <a:spLocks/>
          </p:cNvSpPr>
          <p:nvPr/>
        </p:nvSpPr>
        <p:spPr>
          <a:xfrm>
            <a:off x="1428125" y="56061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1" name="data_2920">
            <a:extLst>
              <a:ext uri="{FF2B5EF4-FFF2-40B4-BE49-F238E27FC236}">
                <a16:creationId xmlns:a16="http://schemas.microsoft.com/office/drawing/2014/main" id="{1171718D-0603-46C6-BB04-BD7C7C18B6C3}"/>
              </a:ext>
            </a:extLst>
          </p:cNvPr>
          <p:cNvSpPr>
            <a:spLocks/>
          </p:cNvSpPr>
          <p:nvPr/>
        </p:nvSpPr>
        <p:spPr>
          <a:xfrm>
            <a:off x="1507497" y="6234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2" name="data_2921">
            <a:extLst>
              <a:ext uri="{FF2B5EF4-FFF2-40B4-BE49-F238E27FC236}">
                <a16:creationId xmlns:a16="http://schemas.microsoft.com/office/drawing/2014/main" id="{B5366EDE-B24C-4C9F-B69B-1446427E95BA}"/>
              </a:ext>
            </a:extLst>
          </p:cNvPr>
          <p:cNvSpPr>
            <a:spLocks/>
          </p:cNvSpPr>
          <p:nvPr/>
        </p:nvSpPr>
        <p:spPr>
          <a:xfrm>
            <a:off x="1437491" y="65865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3" name="data_2922">
            <a:extLst>
              <a:ext uri="{FF2B5EF4-FFF2-40B4-BE49-F238E27FC236}">
                <a16:creationId xmlns:a16="http://schemas.microsoft.com/office/drawing/2014/main" id="{7969ACDF-4C92-4816-A15D-98611BF3919B}"/>
              </a:ext>
            </a:extLst>
          </p:cNvPr>
          <p:cNvSpPr>
            <a:spLocks/>
          </p:cNvSpPr>
          <p:nvPr/>
        </p:nvSpPr>
        <p:spPr>
          <a:xfrm>
            <a:off x="1424154" y="57452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4" name="data_2923">
            <a:extLst>
              <a:ext uri="{FF2B5EF4-FFF2-40B4-BE49-F238E27FC236}">
                <a16:creationId xmlns:a16="http://schemas.microsoft.com/office/drawing/2014/main" id="{0444E510-8278-4B2F-8026-4FA5FA2E2D52}"/>
              </a:ext>
            </a:extLst>
          </p:cNvPr>
          <p:cNvSpPr>
            <a:spLocks/>
          </p:cNvSpPr>
          <p:nvPr/>
        </p:nvSpPr>
        <p:spPr>
          <a:xfrm>
            <a:off x="1527988" y="55884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5" name="data_2924">
            <a:extLst>
              <a:ext uri="{FF2B5EF4-FFF2-40B4-BE49-F238E27FC236}">
                <a16:creationId xmlns:a16="http://schemas.microsoft.com/office/drawing/2014/main" id="{44EA0B62-A154-4072-8DAC-6B3829256B3F}"/>
              </a:ext>
            </a:extLst>
          </p:cNvPr>
          <p:cNvSpPr>
            <a:spLocks/>
          </p:cNvSpPr>
          <p:nvPr/>
        </p:nvSpPr>
        <p:spPr>
          <a:xfrm>
            <a:off x="1452741" y="55759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6" name="data_2925">
            <a:extLst>
              <a:ext uri="{FF2B5EF4-FFF2-40B4-BE49-F238E27FC236}">
                <a16:creationId xmlns:a16="http://schemas.microsoft.com/office/drawing/2014/main" id="{F54FFB22-73F2-44E5-BA26-D698A888FD82}"/>
              </a:ext>
            </a:extLst>
          </p:cNvPr>
          <p:cNvSpPr>
            <a:spLocks/>
          </p:cNvSpPr>
          <p:nvPr/>
        </p:nvSpPr>
        <p:spPr>
          <a:xfrm>
            <a:off x="14554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7" name="data_2926">
            <a:extLst>
              <a:ext uri="{FF2B5EF4-FFF2-40B4-BE49-F238E27FC236}">
                <a16:creationId xmlns:a16="http://schemas.microsoft.com/office/drawing/2014/main" id="{DA0AABC6-B2E3-454D-9D93-0732C04A8607}"/>
              </a:ext>
            </a:extLst>
          </p:cNvPr>
          <p:cNvSpPr>
            <a:spLocks/>
          </p:cNvSpPr>
          <p:nvPr/>
        </p:nvSpPr>
        <p:spPr>
          <a:xfrm>
            <a:off x="1442778" y="55236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8" name="data_2927">
            <a:extLst>
              <a:ext uri="{FF2B5EF4-FFF2-40B4-BE49-F238E27FC236}">
                <a16:creationId xmlns:a16="http://schemas.microsoft.com/office/drawing/2014/main" id="{B58B9EBB-C74B-48F9-A0A3-D8B79622B37F}"/>
              </a:ext>
            </a:extLst>
          </p:cNvPr>
          <p:cNvSpPr>
            <a:spLocks/>
          </p:cNvSpPr>
          <p:nvPr/>
        </p:nvSpPr>
        <p:spPr>
          <a:xfrm>
            <a:off x="1490619" y="5813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9" name="data_2928">
            <a:extLst>
              <a:ext uri="{FF2B5EF4-FFF2-40B4-BE49-F238E27FC236}">
                <a16:creationId xmlns:a16="http://schemas.microsoft.com/office/drawing/2014/main" id="{ACB0069A-1272-4CF7-9AC3-0DBFB21B6FC0}"/>
              </a:ext>
            </a:extLst>
          </p:cNvPr>
          <p:cNvSpPr>
            <a:spLocks/>
          </p:cNvSpPr>
          <p:nvPr/>
        </p:nvSpPr>
        <p:spPr>
          <a:xfrm>
            <a:off x="1469631" y="5630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0" name="data_2929">
            <a:extLst>
              <a:ext uri="{FF2B5EF4-FFF2-40B4-BE49-F238E27FC236}">
                <a16:creationId xmlns:a16="http://schemas.microsoft.com/office/drawing/2014/main" id="{DFD3D007-81CB-49F0-BB1C-AFC680BB44DA}"/>
              </a:ext>
            </a:extLst>
          </p:cNvPr>
          <p:cNvSpPr>
            <a:spLocks/>
          </p:cNvSpPr>
          <p:nvPr/>
        </p:nvSpPr>
        <p:spPr>
          <a:xfrm>
            <a:off x="1508963" y="6185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1" name="data_2930">
            <a:extLst>
              <a:ext uri="{FF2B5EF4-FFF2-40B4-BE49-F238E27FC236}">
                <a16:creationId xmlns:a16="http://schemas.microsoft.com/office/drawing/2014/main" id="{C6424D76-4297-4AD7-AEC1-8B3A5740756E}"/>
              </a:ext>
            </a:extLst>
          </p:cNvPr>
          <p:cNvSpPr>
            <a:spLocks/>
          </p:cNvSpPr>
          <p:nvPr/>
        </p:nvSpPr>
        <p:spPr>
          <a:xfrm>
            <a:off x="1464759" y="62937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2" name="data_2931">
            <a:extLst>
              <a:ext uri="{FF2B5EF4-FFF2-40B4-BE49-F238E27FC236}">
                <a16:creationId xmlns:a16="http://schemas.microsoft.com/office/drawing/2014/main" id="{C054A00E-48AF-46C2-BF3E-40C03C568F7A}"/>
              </a:ext>
            </a:extLst>
          </p:cNvPr>
          <p:cNvSpPr>
            <a:spLocks/>
          </p:cNvSpPr>
          <p:nvPr/>
        </p:nvSpPr>
        <p:spPr>
          <a:xfrm>
            <a:off x="144160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3" name="data_2932">
            <a:extLst>
              <a:ext uri="{FF2B5EF4-FFF2-40B4-BE49-F238E27FC236}">
                <a16:creationId xmlns:a16="http://schemas.microsoft.com/office/drawing/2014/main" id="{42E873D3-AA09-4EEE-8C4F-58399D5AA434}"/>
              </a:ext>
            </a:extLst>
          </p:cNvPr>
          <p:cNvSpPr>
            <a:spLocks/>
          </p:cNvSpPr>
          <p:nvPr/>
        </p:nvSpPr>
        <p:spPr>
          <a:xfrm>
            <a:off x="1705723" y="5451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4" name="data_2933">
            <a:extLst>
              <a:ext uri="{FF2B5EF4-FFF2-40B4-BE49-F238E27FC236}">
                <a16:creationId xmlns:a16="http://schemas.microsoft.com/office/drawing/2014/main" id="{1041466B-4DF6-47DC-A9C2-8B8830E442E5}"/>
              </a:ext>
            </a:extLst>
          </p:cNvPr>
          <p:cNvSpPr>
            <a:spLocks/>
          </p:cNvSpPr>
          <p:nvPr/>
        </p:nvSpPr>
        <p:spPr>
          <a:xfrm>
            <a:off x="1629409" y="56442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5" name="data_2934">
            <a:extLst>
              <a:ext uri="{FF2B5EF4-FFF2-40B4-BE49-F238E27FC236}">
                <a16:creationId xmlns:a16="http://schemas.microsoft.com/office/drawing/2014/main" id="{207B532E-2EE2-4800-A07A-21E34DFC5654}"/>
              </a:ext>
            </a:extLst>
          </p:cNvPr>
          <p:cNvSpPr>
            <a:spLocks/>
          </p:cNvSpPr>
          <p:nvPr/>
        </p:nvSpPr>
        <p:spPr>
          <a:xfrm>
            <a:off x="1736330" y="5479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6" name="data_2935">
            <a:extLst>
              <a:ext uri="{FF2B5EF4-FFF2-40B4-BE49-F238E27FC236}">
                <a16:creationId xmlns:a16="http://schemas.microsoft.com/office/drawing/2014/main" id="{30BCB778-DCAA-4947-BD1A-73175B38A30F}"/>
              </a:ext>
            </a:extLst>
          </p:cNvPr>
          <p:cNvSpPr>
            <a:spLocks/>
          </p:cNvSpPr>
          <p:nvPr/>
        </p:nvSpPr>
        <p:spPr>
          <a:xfrm>
            <a:off x="1630533" y="5532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7" name="data_2936">
            <a:extLst>
              <a:ext uri="{FF2B5EF4-FFF2-40B4-BE49-F238E27FC236}">
                <a16:creationId xmlns:a16="http://schemas.microsoft.com/office/drawing/2014/main" id="{75B6F110-6494-4638-82BE-4CAD9250CE95}"/>
              </a:ext>
            </a:extLst>
          </p:cNvPr>
          <p:cNvSpPr>
            <a:spLocks/>
          </p:cNvSpPr>
          <p:nvPr/>
        </p:nvSpPr>
        <p:spPr>
          <a:xfrm>
            <a:off x="1696787" y="61977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8" name="data_2937">
            <a:extLst>
              <a:ext uri="{FF2B5EF4-FFF2-40B4-BE49-F238E27FC236}">
                <a16:creationId xmlns:a16="http://schemas.microsoft.com/office/drawing/2014/main" id="{67204CE5-0F03-4F15-BC13-A925AA473BF3}"/>
              </a:ext>
            </a:extLst>
          </p:cNvPr>
          <p:cNvSpPr>
            <a:spLocks/>
          </p:cNvSpPr>
          <p:nvPr/>
        </p:nvSpPr>
        <p:spPr>
          <a:xfrm>
            <a:off x="1698249" y="62339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9" name="data_2938">
            <a:extLst>
              <a:ext uri="{FF2B5EF4-FFF2-40B4-BE49-F238E27FC236}">
                <a16:creationId xmlns:a16="http://schemas.microsoft.com/office/drawing/2014/main" id="{EA8484A4-C009-438D-AC7A-671859A17D7C}"/>
              </a:ext>
            </a:extLst>
          </p:cNvPr>
          <p:cNvSpPr>
            <a:spLocks/>
          </p:cNvSpPr>
          <p:nvPr/>
        </p:nvSpPr>
        <p:spPr>
          <a:xfrm>
            <a:off x="1752741" y="54931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0" name="data_2939">
            <a:extLst>
              <a:ext uri="{FF2B5EF4-FFF2-40B4-BE49-F238E27FC236}">
                <a16:creationId xmlns:a16="http://schemas.microsoft.com/office/drawing/2014/main" id="{5368F60C-FF7C-456E-9ABE-0D03438A63C5}"/>
              </a:ext>
            </a:extLst>
          </p:cNvPr>
          <p:cNvSpPr>
            <a:spLocks/>
          </p:cNvSpPr>
          <p:nvPr/>
        </p:nvSpPr>
        <p:spPr>
          <a:xfrm>
            <a:off x="1693842" y="5705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1" name="data_2940">
            <a:extLst>
              <a:ext uri="{FF2B5EF4-FFF2-40B4-BE49-F238E27FC236}">
                <a16:creationId xmlns:a16="http://schemas.microsoft.com/office/drawing/2014/main" id="{95DCAA6E-268A-490C-BD76-1DA916823585}"/>
              </a:ext>
            </a:extLst>
          </p:cNvPr>
          <p:cNvSpPr>
            <a:spLocks/>
          </p:cNvSpPr>
          <p:nvPr/>
        </p:nvSpPr>
        <p:spPr>
          <a:xfrm>
            <a:off x="1692966" y="5654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2" name="data_2941">
            <a:extLst>
              <a:ext uri="{FF2B5EF4-FFF2-40B4-BE49-F238E27FC236}">
                <a16:creationId xmlns:a16="http://schemas.microsoft.com/office/drawing/2014/main" id="{88E60C71-0B3A-4049-8E23-0083FB540798}"/>
              </a:ext>
            </a:extLst>
          </p:cNvPr>
          <p:cNvSpPr>
            <a:spLocks/>
          </p:cNvSpPr>
          <p:nvPr/>
        </p:nvSpPr>
        <p:spPr>
          <a:xfrm>
            <a:off x="1692917" y="5573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3" name="data_2942">
            <a:extLst>
              <a:ext uri="{FF2B5EF4-FFF2-40B4-BE49-F238E27FC236}">
                <a16:creationId xmlns:a16="http://schemas.microsoft.com/office/drawing/2014/main" id="{9C9285E9-7CE5-4E86-B420-C3D3FFF20BD4}"/>
              </a:ext>
            </a:extLst>
          </p:cNvPr>
          <p:cNvSpPr>
            <a:spLocks/>
          </p:cNvSpPr>
          <p:nvPr/>
        </p:nvSpPr>
        <p:spPr>
          <a:xfrm>
            <a:off x="1661337" y="56197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4" name="data_2943">
            <a:extLst>
              <a:ext uri="{FF2B5EF4-FFF2-40B4-BE49-F238E27FC236}">
                <a16:creationId xmlns:a16="http://schemas.microsoft.com/office/drawing/2014/main" id="{43144C84-F250-4987-9144-2948085973D4}"/>
              </a:ext>
            </a:extLst>
          </p:cNvPr>
          <p:cNvSpPr>
            <a:spLocks/>
          </p:cNvSpPr>
          <p:nvPr/>
        </p:nvSpPr>
        <p:spPr>
          <a:xfrm>
            <a:off x="1621338" y="5670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5" name="data_2944">
            <a:extLst>
              <a:ext uri="{FF2B5EF4-FFF2-40B4-BE49-F238E27FC236}">
                <a16:creationId xmlns:a16="http://schemas.microsoft.com/office/drawing/2014/main" id="{F91683FB-3147-4A4F-9351-09ED60D7FA4A}"/>
              </a:ext>
            </a:extLst>
          </p:cNvPr>
          <p:cNvSpPr>
            <a:spLocks/>
          </p:cNvSpPr>
          <p:nvPr/>
        </p:nvSpPr>
        <p:spPr>
          <a:xfrm>
            <a:off x="1733773" y="61314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6" name="data_2945">
            <a:extLst>
              <a:ext uri="{FF2B5EF4-FFF2-40B4-BE49-F238E27FC236}">
                <a16:creationId xmlns:a16="http://schemas.microsoft.com/office/drawing/2014/main" id="{E73086F7-EAC0-45A7-AF20-C97426FAB148}"/>
              </a:ext>
            </a:extLst>
          </p:cNvPr>
          <p:cNvSpPr>
            <a:spLocks/>
          </p:cNvSpPr>
          <p:nvPr/>
        </p:nvSpPr>
        <p:spPr>
          <a:xfrm>
            <a:off x="1613627" y="5695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7" name="data_2946">
            <a:extLst>
              <a:ext uri="{FF2B5EF4-FFF2-40B4-BE49-F238E27FC236}">
                <a16:creationId xmlns:a16="http://schemas.microsoft.com/office/drawing/2014/main" id="{3D0D4451-AD30-4E41-8BF6-3EB2C008DFA6}"/>
              </a:ext>
            </a:extLst>
          </p:cNvPr>
          <p:cNvSpPr>
            <a:spLocks/>
          </p:cNvSpPr>
          <p:nvPr/>
        </p:nvSpPr>
        <p:spPr>
          <a:xfrm>
            <a:off x="1751763" y="55154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8" name="data_2947">
            <a:extLst>
              <a:ext uri="{FF2B5EF4-FFF2-40B4-BE49-F238E27FC236}">
                <a16:creationId xmlns:a16="http://schemas.microsoft.com/office/drawing/2014/main" id="{82815575-607C-4B22-8CD2-87BE0D24979C}"/>
              </a:ext>
            </a:extLst>
          </p:cNvPr>
          <p:cNvSpPr>
            <a:spLocks/>
          </p:cNvSpPr>
          <p:nvPr/>
        </p:nvSpPr>
        <p:spPr>
          <a:xfrm>
            <a:off x="173724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9" name="data_2948">
            <a:extLst>
              <a:ext uri="{FF2B5EF4-FFF2-40B4-BE49-F238E27FC236}">
                <a16:creationId xmlns:a16="http://schemas.microsoft.com/office/drawing/2014/main" id="{1204D2D8-CBDB-42AA-9629-049204DF7087}"/>
              </a:ext>
            </a:extLst>
          </p:cNvPr>
          <p:cNvSpPr>
            <a:spLocks/>
          </p:cNvSpPr>
          <p:nvPr/>
        </p:nvSpPr>
        <p:spPr>
          <a:xfrm>
            <a:off x="1664009" y="5506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0" name="data_2949">
            <a:extLst>
              <a:ext uri="{FF2B5EF4-FFF2-40B4-BE49-F238E27FC236}">
                <a16:creationId xmlns:a16="http://schemas.microsoft.com/office/drawing/2014/main" id="{69F7B7CC-414E-40FB-B005-3FAACD115A7F}"/>
              </a:ext>
            </a:extLst>
          </p:cNvPr>
          <p:cNvSpPr>
            <a:spLocks/>
          </p:cNvSpPr>
          <p:nvPr/>
        </p:nvSpPr>
        <p:spPr>
          <a:xfrm>
            <a:off x="1717795" y="5445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1" name="data_2950">
            <a:extLst>
              <a:ext uri="{FF2B5EF4-FFF2-40B4-BE49-F238E27FC236}">
                <a16:creationId xmlns:a16="http://schemas.microsoft.com/office/drawing/2014/main" id="{D7A44563-03C1-42D9-AE35-28DB1D70BEC0}"/>
              </a:ext>
            </a:extLst>
          </p:cNvPr>
          <p:cNvSpPr>
            <a:spLocks/>
          </p:cNvSpPr>
          <p:nvPr/>
        </p:nvSpPr>
        <p:spPr>
          <a:xfrm>
            <a:off x="1651181" y="58830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2" name="data_2951">
            <a:extLst>
              <a:ext uri="{FF2B5EF4-FFF2-40B4-BE49-F238E27FC236}">
                <a16:creationId xmlns:a16="http://schemas.microsoft.com/office/drawing/2014/main" id="{6DCF108E-F447-4CD5-8C79-34F0F50B4788}"/>
              </a:ext>
            </a:extLst>
          </p:cNvPr>
          <p:cNvSpPr>
            <a:spLocks/>
          </p:cNvSpPr>
          <p:nvPr/>
        </p:nvSpPr>
        <p:spPr>
          <a:xfrm>
            <a:off x="161877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3" name="data_2952">
            <a:extLst>
              <a:ext uri="{FF2B5EF4-FFF2-40B4-BE49-F238E27FC236}">
                <a16:creationId xmlns:a16="http://schemas.microsoft.com/office/drawing/2014/main" id="{1513DDF0-B78A-4D71-8986-E3332C21E514}"/>
              </a:ext>
            </a:extLst>
          </p:cNvPr>
          <p:cNvSpPr>
            <a:spLocks/>
          </p:cNvSpPr>
          <p:nvPr/>
        </p:nvSpPr>
        <p:spPr>
          <a:xfrm>
            <a:off x="1731593" y="63745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4" name="data_2953">
            <a:extLst>
              <a:ext uri="{FF2B5EF4-FFF2-40B4-BE49-F238E27FC236}">
                <a16:creationId xmlns:a16="http://schemas.microsoft.com/office/drawing/2014/main" id="{63B9B213-4A95-4032-B4AA-59C2E335714F}"/>
              </a:ext>
            </a:extLst>
          </p:cNvPr>
          <p:cNvSpPr>
            <a:spLocks/>
          </p:cNvSpPr>
          <p:nvPr/>
        </p:nvSpPr>
        <p:spPr>
          <a:xfrm>
            <a:off x="162903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5" name="data_2954">
            <a:extLst>
              <a:ext uri="{FF2B5EF4-FFF2-40B4-BE49-F238E27FC236}">
                <a16:creationId xmlns:a16="http://schemas.microsoft.com/office/drawing/2014/main" id="{8D534CC7-76F7-4B34-83A0-3C3101AB3AEA}"/>
              </a:ext>
            </a:extLst>
          </p:cNvPr>
          <p:cNvSpPr>
            <a:spLocks/>
          </p:cNvSpPr>
          <p:nvPr/>
        </p:nvSpPr>
        <p:spPr>
          <a:xfrm>
            <a:off x="1640746" y="54670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6" name="data_2955">
            <a:extLst>
              <a:ext uri="{FF2B5EF4-FFF2-40B4-BE49-F238E27FC236}">
                <a16:creationId xmlns:a16="http://schemas.microsoft.com/office/drawing/2014/main" id="{6E982358-4C58-4408-BB30-628A8AE8EF60}"/>
              </a:ext>
            </a:extLst>
          </p:cNvPr>
          <p:cNvSpPr>
            <a:spLocks/>
          </p:cNvSpPr>
          <p:nvPr/>
        </p:nvSpPr>
        <p:spPr>
          <a:xfrm>
            <a:off x="1643515" y="5584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7" name="data_2956">
            <a:extLst>
              <a:ext uri="{FF2B5EF4-FFF2-40B4-BE49-F238E27FC236}">
                <a16:creationId xmlns:a16="http://schemas.microsoft.com/office/drawing/2014/main" id="{3CD440D5-D367-43FD-A520-57192BD81DE5}"/>
              </a:ext>
            </a:extLst>
          </p:cNvPr>
          <p:cNvSpPr>
            <a:spLocks/>
          </p:cNvSpPr>
          <p:nvPr/>
        </p:nvSpPr>
        <p:spPr>
          <a:xfrm>
            <a:off x="1717650" y="5652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8" name="data_2957">
            <a:extLst>
              <a:ext uri="{FF2B5EF4-FFF2-40B4-BE49-F238E27FC236}">
                <a16:creationId xmlns:a16="http://schemas.microsoft.com/office/drawing/2014/main" id="{B8259825-22B6-4A2A-A73D-4AC98D15E573}"/>
              </a:ext>
            </a:extLst>
          </p:cNvPr>
          <p:cNvSpPr>
            <a:spLocks/>
          </p:cNvSpPr>
          <p:nvPr/>
        </p:nvSpPr>
        <p:spPr>
          <a:xfrm>
            <a:off x="1680554" y="60530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9" name="data_2958">
            <a:extLst>
              <a:ext uri="{FF2B5EF4-FFF2-40B4-BE49-F238E27FC236}">
                <a16:creationId xmlns:a16="http://schemas.microsoft.com/office/drawing/2014/main" id="{3EF210DF-FF20-40E8-BCD0-9867FD720FA5}"/>
              </a:ext>
            </a:extLst>
          </p:cNvPr>
          <p:cNvSpPr>
            <a:spLocks/>
          </p:cNvSpPr>
          <p:nvPr/>
        </p:nvSpPr>
        <p:spPr>
          <a:xfrm>
            <a:off x="1613349" y="55702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0" name="data_2959">
            <a:extLst>
              <a:ext uri="{FF2B5EF4-FFF2-40B4-BE49-F238E27FC236}">
                <a16:creationId xmlns:a16="http://schemas.microsoft.com/office/drawing/2014/main" id="{CB88C487-75EC-4260-B018-1518CA4F47D1}"/>
              </a:ext>
            </a:extLst>
          </p:cNvPr>
          <p:cNvSpPr>
            <a:spLocks/>
          </p:cNvSpPr>
          <p:nvPr/>
        </p:nvSpPr>
        <p:spPr>
          <a:xfrm>
            <a:off x="1631910" y="5618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1" name="data_2960">
            <a:extLst>
              <a:ext uri="{FF2B5EF4-FFF2-40B4-BE49-F238E27FC236}">
                <a16:creationId xmlns:a16="http://schemas.microsoft.com/office/drawing/2014/main" id="{EAEE46F0-5ACE-4EA8-B1C6-FD38DC4C6A8B}"/>
              </a:ext>
            </a:extLst>
          </p:cNvPr>
          <p:cNvSpPr>
            <a:spLocks/>
          </p:cNvSpPr>
          <p:nvPr/>
        </p:nvSpPr>
        <p:spPr>
          <a:xfrm>
            <a:off x="1681645" y="57949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2" name="data_2961">
            <a:extLst>
              <a:ext uri="{FF2B5EF4-FFF2-40B4-BE49-F238E27FC236}">
                <a16:creationId xmlns:a16="http://schemas.microsoft.com/office/drawing/2014/main" id="{5231F1C1-986F-41C1-8C4E-3BA052585C29}"/>
              </a:ext>
            </a:extLst>
          </p:cNvPr>
          <p:cNvSpPr>
            <a:spLocks/>
          </p:cNvSpPr>
          <p:nvPr/>
        </p:nvSpPr>
        <p:spPr>
          <a:xfrm>
            <a:off x="1731921" y="60761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3" name="data_2962">
            <a:extLst>
              <a:ext uri="{FF2B5EF4-FFF2-40B4-BE49-F238E27FC236}">
                <a16:creationId xmlns:a16="http://schemas.microsoft.com/office/drawing/2014/main" id="{0F9BAA4F-F01D-44CA-9F83-2DDDED557034}"/>
              </a:ext>
            </a:extLst>
          </p:cNvPr>
          <p:cNvSpPr>
            <a:spLocks/>
          </p:cNvSpPr>
          <p:nvPr/>
        </p:nvSpPr>
        <p:spPr>
          <a:xfrm>
            <a:off x="1667715" y="64153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4" name="data_2963">
            <a:extLst>
              <a:ext uri="{FF2B5EF4-FFF2-40B4-BE49-F238E27FC236}">
                <a16:creationId xmlns:a16="http://schemas.microsoft.com/office/drawing/2014/main" id="{33A93900-5E2F-48D8-94BF-D56080594F12}"/>
              </a:ext>
            </a:extLst>
          </p:cNvPr>
          <p:cNvSpPr>
            <a:spLocks/>
          </p:cNvSpPr>
          <p:nvPr/>
        </p:nvSpPr>
        <p:spPr>
          <a:xfrm>
            <a:off x="1669252" y="54062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5" name="data_2964">
            <a:extLst>
              <a:ext uri="{FF2B5EF4-FFF2-40B4-BE49-F238E27FC236}">
                <a16:creationId xmlns:a16="http://schemas.microsoft.com/office/drawing/2014/main" id="{2D36FE4A-9F8C-4336-8A10-023B64A4F9CC}"/>
              </a:ext>
            </a:extLst>
          </p:cNvPr>
          <p:cNvSpPr>
            <a:spLocks/>
          </p:cNvSpPr>
          <p:nvPr/>
        </p:nvSpPr>
        <p:spPr>
          <a:xfrm>
            <a:off x="1626480" y="5557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6" name="data_2965">
            <a:extLst>
              <a:ext uri="{FF2B5EF4-FFF2-40B4-BE49-F238E27FC236}">
                <a16:creationId xmlns:a16="http://schemas.microsoft.com/office/drawing/2014/main" id="{BDC4C036-E5E3-4532-8180-E2C10A52ADBB}"/>
              </a:ext>
            </a:extLst>
          </p:cNvPr>
          <p:cNvSpPr>
            <a:spLocks/>
          </p:cNvSpPr>
          <p:nvPr/>
        </p:nvSpPr>
        <p:spPr>
          <a:xfrm>
            <a:off x="1713232" y="54940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7" name="data_2966">
            <a:extLst>
              <a:ext uri="{FF2B5EF4-FFF2-40B4-BE49-F238E27FC236}">
                <a16:creationId xmlns:a16="http://schemas.microsoft.com/office/drawing/2014/main" id="{45B9EF70-BD22-427B-9A5D-5C4E80403473}"/>
              </a:ext>
            </a:extLst>
          </p:cNvPr>
          <p:cNvSpPr>
            <a:spLocks/>
          </p:cNvSpPr>
          <p:nvPr/>
        </p:nvSpPr>
        <p:spPr>
          <a:xfrm>
            <a:off x="1685085" y="55544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8" name="data_2967">
            <a:extLst>
              <a:ext uri="{FF2B5EF4-FFF2-40B4-BE49-F238E27FC236}">
                <a16:creationId xmlns:a16="http://schemas.microsoft.com/office/drawing/2014/main" id="{3ADE12EE-6217-4847-94D1-1EF1C3299C37}"/>
              </a:ext>
            </a:extLst>
          </p:cNvPr>
          <p:cNvSpPr>
            <a:spLocks/>
          </p:cNvSpPr>
          <p:nvPr/>
        </p:nvSpPr>
        <p:spPr>
          <a:xfrm>
            <a:off x="163702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9" name="data_2968">
            <a:extLst>
              <a:ext uri="{FF2B5EF4-FFF2-40B4-BE49-F238E27FC236}">
                <a16:creationId xmlns:a16="http://schemas.microsoft.com/office/drawing/2014/main" id="{0FCA5CDE-F154-4FC8-96D0-F00E9C820A7D}"/>
              </a:ext>
            </a:extLst>
          </p:cNvPr>
          <p:cNvSpPr>
            <a:spLocks/>
          </p:cNvSpPr>
          <p:nvPr/>
        </p:nvSpPr>
        <p:spPr>
          <a:xfrm>
            <a:off x="1745120" y="5501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0" name="data_2969">
            <a:extLst>
              <a:ext uri="{FF2B5EF4-FFF2-40B4-BE49-F238E27FC236}">
                <a16:creationId xmlns:a16="http://schemas.microsoft.com/office/drawing/2014/main" id="{9499E19F-CC7A-4921-A87C-9FD2B15BAD8E}"/>
              </a:ext>
            </a:extLst>
          </p:cNvPr>
          <p:cNvSpPr>
            <a:spLocks/>
          </p:cNvSpPr>
          <p:nvPr/>
        </p:nvSpPr>
        <p:spPr>
          <a:xfrm>
            <a:off x="1687325" y="60699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1" name="data_2970">
            <a:extLst>
              <a:ext uri="{FF2B5EF4-FFF2-40B4-BE49-F238E27FC236}">
                <a16:creationId xmlns:a16="http://schemas.microsoft.com/office/drawing/2014/main" id="{D3C1A6D9-AB3B-4041-9FFE-AE39353390CB}"/>
              </a:ext>
            </a:extLst>
          </p:cNvPr>
          <p:cNvSpPr>
            <a:spLocks/>
          </p:cNvSpPr>
          <p:nvPr/>
        </p:nvSpPr>
        <p:spPr>
          <a:xfrm>
            <a:off x="1645505" y="59607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2" name="data_2971">
            <a:extLst>
              <a:ext uri="{FF2B5EF4-FFF2-40B4-BE49-F238E27FC236}">
                <a16:creationId xmlns:a16="http://schemas.microsoft.com/office/drawing/2014/main" id="{7CB3D878-C582-4145-BA53-2D6E3673420A}"/>
              </a:ext>
            </a:extLst>
          </p:cNvPr>
          <p:cNvSpPr>
            <a:spLocks/>
          </p:cNvSpPr>
          <p:nvPr/>
        </p:nvSpPr>
        <p:spPr>
          <a:xfrm>
            <a:off x="1744613" y="5726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3" name="data_2972">
            <a:extLst>
              <a:ext uri="{FF2B5EF4-FFF2-40B4-BE49-F238E27FC236}">
                <a16:creationId xmlns:a16="http://schemas.microsoft.com/office/drawing/2014/main" id="{8199F519-A15D-4023-8B4A-6436A08009FF}"/>
              </a:ext>
            </a:extLst>
          </p:cNvPr>
          <p:cNvSpPr>
            <a:spLocks/>
          </p:cNvSpPr>
          <p:nvPr/>
        </p:nvSpPr>
        <p:spPr>
          <a:xfrm>
            <a:off x="1627078" y="59165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4" name="data_2973">
            <a:extLst>
              <a:ext uri="{FF2B5EF4-FFF2-40B4-BE49-F238E27FC236}">
                <a16:creationId xmlns:a16="http://schemas.microsoft.com/office/drawing/2014/main" id="{2E3AD6E5-9BCD-412A-85C6-B18CC38BFF2B}"/>
              </a:ext>
            </a:extLst>
          </p:cNvPr>
          <p:cNvSpPr>
            <a:spLocks/>
          </p:cNvSpPr>
          <p:nvPr/>
        </p:nvSpPr>
        <p:spPr>
          <a:xfrm>
            <a:off x="1613070" y="55347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5" name="data_2974">
            <a:extLst>
              <a:ext uri="{FF2B5EF4-FFF2-40B4-BE49-F238E27FC236}">
                <a16:creationId xmlns:a16="http://schemas.microsoft.com/office/drawing/2014/main" id="{0E1629DB-8C92-4159-AE17-6646E5D4DC91}"/>
              </a:ext>
            </a:extLst>
          </p:cNvPr>
          <p:cNvSpPr>
            <a:spLocks/>
          </p:cNvSpPr>
          <p:nvPr/>
        </p:nvSpPr>
        <p:spPr>
          <a:xfrm>
            <a:off x="1718158" y="553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6" name="data_2975">
            <a:extLst>
              <a:ext uri="{FF2B5EF4-FFF2-40B4-BE49-F238E27FC236}">
                <a16:creationId xmlns:a16="http://schemas.microsoft.com/office/drawing/2014/main" id="{716DB11E-E37C-4281-B097-BC72A46FE72F}"/>
              </a:ext>
            </a:extLst>
          </p:cNvPr>
          <p:cNvSpPr>
            <a:spLocks/>
          </p:cNvSpPr>
          <p:nvPr/>
        </p:nvSpPr>
        <p:spPr>
          <a:xfrm>
            <a:off x="1741057" y="61580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7" name="data_2976">
            <a:extLst>
              <a:ext uri="{FF2B5EF4-FFF2-40B4-BE49-F238E27FC236}">
                <a16:creationId xmlns:a16="http://schemas.microsoft.com/office/drawing/2014/main" id="{D3E18FB9-81C5-4D4F-96AD-11F6D433E742}"/>
              </a:ext>
            </a:extLst>
          </p:cNvPr>
          <p:cNvSpPr>
            <a:spLocks/>
          </p:cNvSpPr>
          <p:nvPr/>
        </p:nvSpPr>
        <p:spPr>
          <a:xfrm>
            <a:off x="1709875" y="56014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8" name="data_2977">
            <a:extLst>
              <a:ext uri="{FF2B5EF4-FFF2-40B4-BE49-F238E27FC236}">
                <a16:creationId xmlns:a16="http://schemas.microsoft.com/office/drawing/2014/main" id="{2746539D-982C-414E-ACC5-B7AACF792190}"/>
              </a:ext>
            </a:extLst>
          </p:cNvPr>
          <p:cNvSpPr>
            <a:spLocks/>
          </p:cNvSpPr>
          <p:nvPr/>
        </p:nvSpPr>
        <p:spPr>
          <a:xfrm>
            <a:off x="1736365" y="57018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9" name="data_2978">
            <a:extLst>
              <a:ext uri="{FF2B5EF4-FFF2-40B4-BE49-F238E27FC236}">
                <a16:creationId xmlns:a16="http://schemas.microsoft.com/office/drawing/2014/main" id="{CE642847-AB89-4DC0-9D05-02C7CE9E03FE}"/>
              </a:ext>
            </a:extLst>
          </p:cNvPr>
          <p:cNvSpPr>
            <a:spLocks/>
          </p:cNvSpPr>
          <p:nvPr/>
        </p:nvSpPr>
        <p:spPr>
          <a:xfrm>
            <a:off x="1621802" y="53990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0" name="data_2979">
            <a:extLst>
              <a:ext uri="{FF2B5EF4-FFF2-40B4-BE49-F238E27FC236}">
                <a16:creationId xmlns:a16="http://schemas.microsoft.com/office/drawing/2014/main" id="{DDABF98C-220C-4D72-A16E-AB70C71229CF}"/>
              </a:ext>
            </a:extLst>
          </p:cNvPr>
          <p:cNvSpPr>
            <a:spLocks/>
          </p:cNvSpPr>
          <p:nvPr/>
        </p:nvSpPr>
        <p:spPr>
          <a:xfrm>
            <a:off x="1723664" y="64011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1" name="data_2980">
            <a:extLst>
              <a:ext uri="{FF2B5EF4-FFF2-40B4-BE49-F238E27FC236}">
                <a16:creationId xmlns:a16="http://schemas.microsoft.com/office/drawing/2014/main" id="{136754A0-F932-449F-8A1F-1B208C1C7796}"/>
              </a:ext>
            </a:extLst>
          </p:cNvPr>
          <p:cNvSpPr>
            <a:spLocks/>
          </p:cNvSpPr>
          <p:nvPr/>
        </p:nvSpPr>
        <p:spPr>
          <a:xfrm>
            <a:off x="1624781" y="54418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2" name="data_2981">
            <a:extLst>
              <a:ext uri="{FF2B5EF4-FFF2-40B4-BE49-F238E27FC236}">
                <a16:creationId xmlns:a16="http://schemas.microsoft.com/office/drawing/2014/main" id="{8C49253A-A68A-4A1F-913F-B7F7484063DA}"/>
              </a:ext>
            </a:extLst>
          </p:cNvPr>
          <p:cNvSpPr>
            <a:spLocks/>
          </p:cNvSpPr>
          <p:nvPr/>
        </p:nvSpPr>
        <p:spPr>
          <a:xfrm>
            <a:off x="161831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3" name="data_2982">
            <a:extLst>
              <a:ext uri="{FF2B5EF4-FFF2-40B4-BE49-F238E27FC236}">
                <a16:creationId xmlns:a16="http://schemas.microsoft.com/office/drawing/2014/main" id="{5C86B3EE-A1C3-4BEC-BA0E-88028D8BCB6C}"/>
              </a:ext>
            </a:extLst>
          </p:cNvPr>
          <p:cNvSpPr>
            <a:spLocks/>
          </p:cNvSpPr>
          <p:nvPr/>
        </p:nvSpPr>
        <p:spPr>
          <a:xfrm>
            <a:off x="1675398" y="6660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4" name="data_2983">
            <a:extLst>
              <a:ext uri="{FF2B5EF4-FFF2-40B4-BE49-F238E27FC236}">
                <a16:creationId xmlns:a16="http://schemas.microsoft.com/office/drawing/2014/main" id="{E59F05A0-3499-4481-9423-098F87E62DE2}"/>
              </a:ext>
            </a:extLst>
          </p:cNvPr>
          <p:cNvSpPr>
            <a:spLocks/>
          </p:cNvSpPr>
          <p:nvPr/>
        </p:nvSpPr>
        <p:spPr>
          <a:xfrm>
            <a:off x="174706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5" name="data_2984">
            <a:extLst>
              <a:ext uri="{FF2B5EF4-FFF2-40B4-BE49-F238E27FC236}">
                <a16:creationId xmlns:a16="http://schemas.microsoft.com/office/drawing/2014/main" id="{CC0FF4F3-5389-4BA7-91B6-D15C669F80D3}"/>
              </a:ext>
            </a:extLst>
          </p:cNvPr>
          <p:cNvSpPr>
            <a:spLocks/>
          </p:cNvSpPr>
          <p:nvPr/>
        </p:nvSpPr>
        <p:spPr>
          <a:xfrm>
            <a:off x="1644625" y="6280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6" name="data_2985">
            <a:extLst>
              <a:ext uri="{FF2B5EF4-FFF2-40B4-BE49-F238E27FC236}">
                <a16:creationId xmlns:a16="http://schemas.microsoft.com/office/drawing/2014/main" id="{651DE008-AECD-464A-A643-CD5997EF8695}"/>
              </a:ext>
            </a:extLst>
          </p:cNvPr>
          <p:cNvSpPr>
            <a:spLocks/>
          </p:cNvSpPr>
          <p:nvPr/>
        </p:nvSpPr>
        <p:spPr>
          <a:xfrm>
            <a:off x="1662187" y="6506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7" name="data_2986">
            <a:extLst>
              <a:ext uri="{FF2B5EF4-FFF2-40B4-BE49-F238E27FC236}">
                <a16:creationId xmlns:a16="http://schemas.microsoft.com/office/drawing/2014/main" id="{70EE5666-D8A7-49DE-8BC4-17B7E06FF80A}"/>
              </a:ext>
            </a:extLst>
          </p:cNvPr>
          <p:cNvSpPr>
            <a:spLocks/>
          </p:cNvSpPr>
          <p:nvPr/>
        </p:nvSpPr>
        <p:spPr>
          <a:xfrm>
            <a:off x="1730237" y="54657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8" name="data_2987">
            <a:extLst>
              <a:ext uri="{FF2B5EF4-FFF2-40B4-BE49-F238E27FC236}">
                <a16:creationId xmlns:a16="http://schemas.microsoft.com/office/drawing/2014/main" id="{122E67FC-71F2-41CB-AD83-EDF45C5D2FFD}"/>
              </a:ext>
            </a:extLst>
          </p:cNvPr>
          <p:cNvSpPr>
            <a:spLocks/>
          </p:cNvSpPr>
          <p:nvPr/>
        </p:nvSpPr>
        <p:spPr>
          <a:xfrm>
            <a:off x="1622762" y="5694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9" name="data_2988">
            <a:extLst>
              <a:ext uri="{FF2B5EF4-FFF2-40B4-BE49-F238E27FC236}">
                <a16:creationId xmlns:a16="http://schemas.microsoft.com/office/drawing/2014/main" id="{2F890197-AE4A-4F52-A19E-847B5AB9392E}"/>
              </a:ext>
            </a:extLst>
          </p:cNvPr>
          <p:cNvSpPr>
            <a:spLocks/>
          </p:cNvSpPr>
          <p:nvPr/>
        </p:nvSpPr>
        <p:spPr>
          <a:xfrm>
            <a:off x="1696766" y="59477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0" name="data_2989">
            <a:extLst>
              <a:ext uri="{FF2B5EF4-FFF2-40B4-BE49-F238E27FC236}">
                <a16:creationId xmlns:a16="http://schemas.microsoft.com/office/drawing/2014/main" id="{FBBE9854-8158-42F1-A921-6DE4E92A223B}"/>
              </a:ext>
            </a:extLst>
          </p:cNvPr>
          <p:cNvSpPr>
            <a:spLocks/>
          </p:cNvSpPr>
          <p:nvPr/>
        </p:nvSpPr>
        <p:spPr>
          <a:xfrm>
            <a:off x="1699626" y="5491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1" name="data_2990">
            <a:extLst>
              <a:ext uri="{FF2B5EF4-FFF2-40B4-BE49-F238E27FC236}">
                <a16:creationId xmlns:a16="http://schemas.microsoft.com/office/drawing/2014/main" id="{21AF632B-9DA9-4F25-A394-701B0A3F4B71}"/>
              </a:ext>
            </a:extLst>
          </p:cNvPr>
          <p:cNvSpPr>
            <a:spLocks/>
          </p:cNvSpPr>
          <p:nvPr/>
        </p:nvSpPr>
        <p:spPr>
          <a:xfrm>
            <a:off x="1698135" y="56075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2" name="data_2991">
            <a:extLst>
              <a:ext uri="{FF2B5EF4-FFF2-40B4-BE49-F238E27FC236}">
                <a16:creationId xmlns:a16="http://schemas.microsoft.com/office/drawing/2014/main" id="{09CE01DC-BCDB-4B90-ABA8-D00E5B26185D}"/>
              </a:ext>
            </a:extLst>
          </p:cNvPr>
          <p:cNvSpPr>
            <a:spLocks/>
          </p:cNvSpPr>
          <p:nvPr/>
        </p:nvSpPr>
        <p:spPr>
          <a:xfrm>
            <a:off x="1709134" y="60762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3" name="data_2992">
            <a:extLst>
              <a:ext uri="{FF2B5EF4-FFF2-40B4-BE49-F238E27FC236}">
                <a16:creationId xmlns:a16="http://schemas.microsoft.com/office/drawing/2014/main" id="{07146AFD-6DAA-4F45-BCFD-24DA5E2E288E}"/>
              </a:ext>
            </a:extLst>
          </p:cNvPr>
          <p:cNvSpPr>
            <a:spLocks/>
          </p:cNvSpPr>
          <p:nvPr/>
        </p:nvSpPr>
        <p:spPr>
          <a:xfrm>
            <a:off x="1709319" y="56573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4" name="data_2993">
            <a:extLst>
              <a:ext uri="{FF2B5EF4-FFF2-40B4-BE49-F238E27FC236}">
                <a16:creationId xmlns:a16="http://schemas.microsoft.com/office/drawing/2014/main" id="{62BC228C-89E2-4D24-BCFF-EE77D6394656}"/>
              </a:ext>
            </a:extLst>
          </p:cNvPr>
          <p:cNvSpPr>
            <a:spLocks/>
          </p:cNvSpPr>
          <p:nvPr/>
        </p:nvSpPr>
        <p:spPr>
          <a:xfrm>
            <a:off x="164341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5" name="data_2994">
            <a:extLst>
              <a:ext uri="{FF2B5EF4-FFF2-40B4-BE49-F238E27FC236}">
                <a16:creationId xmlns:a16="http://schemas.microsoft.com/office/drawing/2014/main" id="{FD75A2EF-9482-43BF-AA57-6C5AFE607B57}"/>
              </a:ext>
            </a:extLst>
          </p:cNvPr>
          <p:cNvSpPr>
            <a:spLocks/>
          </p:cNvSpPr>
          <p:nvPr/>
        </p:nvSpPr>
        <p:spPr>
          <a:xfrm>
            <a:off x="1744255" y="56151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6" name="data_2995">
            <a:extLst>
              <a:ext uri="{FF2B5EF4-FFF2-40B4-BE49-F238E27FC236}">
                <a16:creationId xmlns:a16="http://schemas.microsoft.com/office/drawing/2014/main" id="{D971B305-5BCB-483C-9711-BF9B448EB3C0}"/>
              </a:ext>
            </a:extLst>
          </p:cNvPr>
          <p:cNvSpPr>
            <a:spLocks/>
          </p:cNvSpPr>
          <p:nvPr/>
        </p:nvSpPr>
        <p:spPr>
          <a:xfrm>
            <a:off x="1717594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7" name="data_2996">
            <a:extLst>
              <a:ext uri="{FF2B5EF4-FFF2-40B4-BE49-F238E27FC236}">
                <a16:creationId xmlns:a16="http://schemas.microsoft.com/office/drawing/2014/main" id="{87F205B9-8E26-4A1B-933C-8D6E70C4C446}"/>
              </a:ext>
            </a:extLst>
          </p:cNvPr>
          <p:cNvSpPr>
            <a:spLocks/>
          </p:cNvSpPr>
          <p:nvPr/>
        </p:nvSpPr>
        <p:spPr>
          <a:xfrm>
            <a:off x="1656083" y="60876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8" name="data_2997">
            <a:extLst>
              <a:ext uri="{FF2B5EF4-FFF2-40B4-BE49-F238E27FC236}">
                <a16:creationId xmlns:a16="http://schemas.microsoft.com/office/drawing/2014/main" id="{700FBD8D-5D17-4253-B55B-F5B3E92E9143}"/>
              </a:ext>
            </a:extLst>
          </p:cNvPr>
          <p:cNvSpPr>
            <a:spLocks/>
          </p:cNvSpPr>
          <p:nvPr/>
        </p:nvSpPr>
        <p:spPr>
          <a:xfrm>
            <a:off x="1671798" y="5720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9" name="data_2998">
            <a:extLst>
              <a:ext uri="{FF2B5EF4-FFF2-40B4-BE49-F238E27FC236}">
                <a16:creationId xmlns:a16="http://schemas.microsoft.com/office/drawing/2014/main" id="{458BCDB9-8FD8-42DE-8785-52449E836745}"/>
              </a:ext>
            </a:extLst>
          </p:cNvPr>
          <p:cNvSpPr>
            <a:spLocks/>
          </p:cNvSpPr>
          <p:nvPr/>
        </p:nvSpPr>
        <p:spPr>
          <a:xfrm>
            <a:off x="1624958" y="55526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0" name="data_2999">
            <a:extLst>
              <a:ext uri="{FF2B5EF4-FFF2-40B4-BE49-F238E27FC236}">
                <a16:creationId xmlns:a16="http://schemas.microsoft.com/office/drawing/2014/main" id="{C32258FC-6F8B-4417-B0CB-61875E85991A}"/>
              </a:ext>
            </a:extLst>
          </p:cNvPr>
          <p:cNvSpPr>
            <a:spLocks/>
          </p:cNvSpPr>
          <p:nvPr/>
        </p:nvSpPr>
        <p:spPr>
          <a:xfrm>
            <a:off x="1660070" y="59266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1" name="data_3000">
            <a:extLst>
              <a:ext uri="{FF2B5EF4-FFF2-40B4-BE49-F238E27FC236}">
                <a16:creationId xmlns:a16="http://schemas.microsoft.com/office/drawing/2014/main" id="{91D5D3BC-B9E6-41D0-9417-92488345C91B}"/>
              </a:ext>
            </a:extLst>
          </p:cNvPr>
          <p:cNvSpPr>
            <a:spLocks/>
          </p:cNvSpPr>
          <p:nvPr/>
        </p:nvSpPr>
        <p:spPr>
          <a:xfrm>
            <a:off x="1620778" y="5807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2" name="data_3001">
            <a:extLst>
              <a:ext uri="{FF2B5EF4-FFF2-40B4-BE49-F238E27FC236}">
                <a16:creationId xmlns:a16="http://schemas.microsoft.com/office/drawing/2014/main" id="{C5204700-F493-4B8B-996B-354772618139}"/>
              </a:ext>
            </a:extLst>
          </p:cNvPr>
          <p:cNvSpPr>
            <a:spLocks/>
          </p:cNvSpPr>
          <p:nvPr/>
        </p:nvSpPr>
        <p:spPr>
          <a:xfrm>
            <a:off x="1725557" y="5616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3" name="data_3002">
            <a:extLst>
              <a:ext uri="{FF2B5EF4-FFF2-40B4-BE49-F238E27FC236}">
                <a16:creationId xmlns:a16="http://schemas.microsoft.com/office/drawing/2014/main" id="{26513F02-5A60-4E9E-B551-7DE3473DBFBF}"/>
              </a:ext>
            </a:extLst>
          </p:cNvPr>
          <p:cNvSpPr>
            <a:spLocks/>
          </p:cNvSpPr>
          <p:nvPr/>
        </p:nvSpPr>
        <p:spPr>
          <a:xfrm>
            <a:off x="1698512" y="53799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4" name="data_3003">
            <a:extLst>
              <a:ext uri="{FF2B5EF4-FFF2-40B4-BE49-F238E27FC236}">
                <a16:creationId xmlns:a16="http://schemas.microsoft.com/office/drawing/2014/main" id="{0FADD219-D70A-4B5B-850B-9CF131638471}"/>
              </a:ext>
            </a:extLst>
          </p:cNvPr>
          <p:cNvSpPr>
            <a:spLocks/>
          </p:cNvSpPr>
          <p:nvPr/>
        </p:nvSpPr>
        <p:spPr>
          <a:xfrm>
            <a:off x="1726717" y="575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5" name="data_3004">
            <a:extLst>
              <a:ext uri="{FF2B5EF4-FFF2-40B4-BE49-F238E27FC236}">
                <a16:creationId xmlns:a16="http://schemas.microsoft.com/office/drawing/2014/main" id="{624EFB6D-C2D4-43EC-966E-D4DC2CE3B0CC}"/>
              </a:ext>
            </a:extLst>
          </p:cNvPr>
          <p:cNvSpPr>
            <a:spLocks/>
          </p:cNvSpPr>
          <p:nvPr/>
        </p:nvSpPr>
        <p:spPr>
          <a:xfrm>
            <a:off x="168833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6" name="data_3005">
            <a:extLst>
              <a:ext uri="{FF2B5EF4-FFF2-40B4-BE49-F238E27FC236}">
                <a16:creationId xmlns:a16="http://schemas.microsoft.com/office/drawing/2014/main" id="{C5E83BE2-0BFE-412B-BF64-BFA3F5F7B780}"/>
              </a:ext>
            </a:extLst>
          </p:cNvPr>
          <p:cNvSpPr>
            <a:spLocks/>
          </p:cNvSpPr>
          <p:nvPr/>
        </p:nvSpPr>
        <p:spPr>
          <a:xfrm>
            <a:off x="1623119" y="56770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7" name="data_3006">
            <a:extLst>
              <a:ext uri="{FF2B5EF4-FFF2-40B4-BE49-F238E27FC236}">
                <a16:creationId xmlns:a16="http://schemas.microsoft.com/office/drawing/2014/main" id="{E477C879-1E23-4074-B1BA-67DC96EF1228}"/>
              </a:ext>
            </a:extLst>
          </p:cNvPr>
          <p:cNvSpPr>
            <a:spLocks/>
          </p:cNvSpPr>
          <p:nvPr/>
        </p:nvSpPr>
        <p:spPr>
          <a:xfrm>
            <a:off x="1730428" y="60738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8" name="data_3007">
            <a:extLst>
              <a:ext uri="{FF2B5EF4-FFF2-40B4-BE49-F238E27FC236}">
                <a16:creationId xmlns:a16="http://schemas.microsoft.com/office/drawing/2014/main" id="{6659CB16-4434-4B0E-A389-DA7094A90C07}"/>
              </a:ext>
            </a:extLst>
          </p:cNvPr>
          <p:cNvSpPr>
            <a:spLocks/>
          </p:cNvSpPr>
          <p:nvPr/>
        </p:nvSpPr>
        <p:spPr>
          <a:xfrm>
            <a:off x="1631781" y="68036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9" name="data_3008">
            <a:extLst>
              <a:ext uri="{FF2B5EF4-FFF2-40B4-BE49-F238E27FC236}">
                <a16:creationId xmlns:a16="http://schemas.microsoft.com/office/drawing/2014/main" id="{3CE6A436-7A94-4A3C-A76B-CB1842047A11}"/>
              </a:ext>
            </a:extLst>
          </p:cNvPr>
          <p:cNvSpPr>
            <a:spLocks/>
          </p:cNvSpPr>
          <p:nvPr/>
        </p:nvSpPr>
        <p:spPr>
          <a:xfrm>
            <a:off x="1694915" y="6008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0" name="data_3009">
            <a:extLst>
              <a:ext uri="{FF2B5EF4-FFF2-40B4-BE49-F238E27FC236}">
                <a16:creationId xmlns:a16="http://schemas.microsoft.com/office/drawing/2014/main" id="{A510F78C-45FB-4E68-998E-6E848466F308}"/>
              </a:ext>
            </a:extLst>
          </p:cNvPr>
          <p:cNvSpPr>
            <a:spLocks/>
          </p:cNvSpPr>
          <p:nvPr/>
        </p:nvSpPr>
        <p:spPr>
          <a:xfrm>
            <a:off x="1669422" y="62939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1" name="data_3010">
            <a:extLst>
              <a:ext uri="{FF2B5EF4-FFF2-40B4-BE49-F238E27FC236}">
                <a16:creationId xmlns:a16="http://schemas.microsoft.com/office/drawing/2014/main" id="{D76C92A7-7876-4EE0-AF5E-36257D8296D2}"/>
              </a:ext>
            </a:extLst>
          </p:cNvPr>
          <p:cNvSpPr>
            <a:spLocks/>
          </p:cNvSpPr>
          <p:nvPr/>
        </p:nvSpPr>
        <p:spPr>
          <a:xfrm>
            <a:off x="1638710" y="67296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2" name="data_3011">
            <a:extLst>
              <a:ext uri="{FF2B5EF4-FFF2-40B4-BE49-F238E27FC236}">
                <a16:creationId xmlns:a16="http://schemas.microsoft.com/office/drawing/2014/main" id="{C91A59EA-6C61-4C3B-8DC2-FCDB81A082E6}"/>
              </a:ext>
            </a:extLst>
          </p:cNvPr>
          <p:cNvSpPr>
            <a:spLocks/>
          </p:cNvSpPr>
          <p:nvPr/>
        </p:nvSpPr>
        <p:spPr>
          <a:xfrm>
            <a:off x="1726069" y="5573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3" name="data_3012">
            <a:extLst>
              <a:ext uri="{FF2B5EF4-FFF2-40B4-BE49-F238E27FC236}">
                <a16:creationId xmlns:a16="http://schemas.microsoft.com/office/drawing/2014/main" id="{B8DD900A-C38B-4AD2-AB20-E05264E12434}"/>
              </a:ext>
            </a:extLst>
          </p:cNvPr>
          <p:cNvSpPr>
            <a:spLocks/>
          </p:cNvSpPr>
          <p:nvPr/>
        </p:nvSpPr>
        <p:spPr>
          <a:xfrm>
            <a:off x="1646218" y="54677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4" name="data_3013">
            <a:extLst>
              <a:ext uri="{FF2B5EF4-FFF2-40B4-BE49-F238E27FC236}">
                <a16:creationId xmlns:a16="http://schemas.microsoft.com/office/drawing/2014/main" id="{EABB28DA-D39A-4721-B09C-7AEC8D6B767A}"/>
              </a:ext>
            </a:extLst>
          </p:cNvPr>
          <p:cNvSpPr>
            <a:spLocks/>
          </p:cNvSpPr>
          <p:nvPr/>
        </p:nvSpPr>
        <p:spPr>
          <a:xfrm>
            <a:off x="1726840" y="55102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5" name="data_3014">
            <a:extLst>
              <a:ext uri="{FF2B5EF4-FFF2-40B4-BE49-F238E27FC236}">
                <a16:creationId xmlns:a16="http://schemas.microsoft.com/office/drawing/2014/main" id="{264C5E8A-7E31-43FA-9EC8-B8EB35D7378B}"/>
              </a:ext>
            </a:extLst>
          </p:cNvPr>
          <p:cNvSpPr>
            <a:spLocks/>
          </p:cNvSpPr>
          <p:nvPr/>
        </p:nvSpPr>
        <p:spPr>
          <a:xfrm>
            <a:off x="1668816" y="61237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6" name="data_3015">
            <a:extLst>
              <a:ext uri="{FF2B5EF4-FFF2-40B4-BE49-F238E27FC236}">
                <a16:creationId xmlns:a16="http://schemas.microsoft.com/office/drawing/2014/main" id="{F9B2195B-D351-4623-AA0B-E85100B0ED21}"/>
              </a:ext>
            </a:extLst>
          </p:cNvPr>
          <p:cNvSpPr>
            <a:spLocks/>
          </p:cNvSpPr>
          <p:nvPr/>
        </p:nvSpPr>
        <p:spPr>
          <a:xfrm>
            <a:off x="1721190" y="6583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7" name="data_3016">
            <a:extLst>
              <a:ext uri="{FF2B5EF4-FFF2-40B4-BE49-F238E27FC236}">
                <a16:creationId xmlns:a16="http://schemas.microsoft.com/office/drawing/2014/main" id="{DF1DD0DC-C2DA-4C8D-B63F-2EE13126D4E4}"/>
              </a:ext>
            </a:extLst>
          </p:cNvPr>
          <p:cNvSpPr>
            <a:spLocks/>
          </p:cNvSpPr>
          <p:nvPr/>
        </p:nvSpPr>
        <p:spPr>
          <a:xfrm>
            <a:off x="1632000" y="57814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8" name="data_3017">
            <a:extLst>
              <a:ext uri="{FF2B5EF4-FFF2-40B4-BE49-F238E27FC236}">
                <a16:creationId xmlns:a16="http://schemas.microsoft.com/office/drawing/2014/main" id="{5631F4B3-8D58-47D3-BC9F-D562F693EB14}"/>
              </a:ext>
            </a:extLst>
          </p:cNvPr>
          <p:cNvSpPr>
            <a:spLocks/>
          </p:cNvSpPr>
          <p:nvPr/>
        </p:nvSpPr>
        <p:spPr>
          <a:xfrm>
            <a:off x="1706388" y="54932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9" name="data_3018">
            <a:extLst>
              <a:ext uri="{FF2B5EF4-FFF2-40B4-BE49-F238E27FC236}">
                <a16:creationId xmlns:a16="http://schemas.microsoft.com/office/drawing/2014/main" id="{F465DDE0-11D4-4126-AAE7-82FC42E519B5}"/>
              </a:ext>
            </a:extLst>
          </p:cNvPr>
          <p:cNvSpPr>
            <a:spLocks/>
          </p:cNvSpPr>
          <p:nvPr/>
        </p:nvSpPr>
        <p:spPr>
          <a:xfrm>
            <a:off x="1634376" y="55773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0" name="data_3019">
            <a:extLst>
              <a:ext uri="{FF2B5EF4-FFF2-40B4-BE49-F238E27FC236}">
                <a16:creationId xmlns:a16="http://schemas.microsoft.com/office/drawing/2014/main" id="{3C5AEA66-6E89-41F1-8ECA-C37436D28C30}"/>
              </a:ext>
            </a:extLst>
          </p:cNvPr>
          <p:cNvSpPr>
            <a:spLocks/>
          </p:cNvSpPr>
          <p:nvPr/>
        </p:nvSpPr>
        <p:spPr>
          <a:xfrm>
            <a:off x="162475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1" name="data_3020">
            <a:extLst>
              <a:ext uri="{FF2B5EF4-FFF2-40B4-BE49-F238E27FC236}">
                <a16:creationId xmlns:a16="http://schemas.microsoft.com/office/drawing/2014/main" id="{8C6A2D78-F5AC-441A-8B22-323A08D969AC}"/>
              </a:ext>
            </a:extLst>
          </p:cNvPr>
          <p:cNvSpPr>
            <a:spLocks/>
          </p:cNvSpPr>
          <p:nvPr/>
        </p:nvSpPr>
        <p:spPr>
          <a:xfrm>
            <a:off x="1645207" y="54895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2" name="data_3021">
            <a:extLst>
              <a:ext uri="{FF2B5EF4-FFF2-40B4-BE49-F238E27FC236}">
                <a16:creationId xmlns:a16="http://schemas.microsoft.com/office/drawing/2014/main" id="{3C7E5E55-F0C9-48F2-B412-5D3E20C6FAC7}"/>
              </a:ext>
            </a:extLst>
          </p:cNvPr>
          <p:cNvSpPr>
            <a:spLocks/>
          </p:cNvSpPr>
          <p:nvPr/>
        </p:nvSpPr>
        <p:spPr>
          <a:xfrm>
            <a:off x="1656701" y="5806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3" name="data_3022">
            <a:extLst>
              <a:ext uri="{FF2B5EF4-FFF2-40B4-BE49-F238E27FC236}">
                <a16:creationId xmlns:a16="http://schemas.microsoft.com/office/drawing/2014/main" id="{B73FA1D8-659E-4862-9586-0B02928DFD60}"/>
              </a:ext>
            </a:extLst>
          </p:cNvPr>
          <p:cNvSpPr>
            <a:spLocks/>
          </p:cNvSpPr>
          <p:nvPr/>
        </p:nvSpPr>
        <p:spPr>
          <a:xfrm>
            <a:off x="1710889" y="5474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4" name="data_3023">
            <a:extLst>
              <a:ext uri="{FF2B5EF4-FFF2-40B4-BE49-F238E27FC236}">
                <a16:creationId xmlns:a16="http://schemas.microsoft.com/office/drawing/2014/main" id="{E6DE4AA0-4A56-408C-82D2-33FCD048907F}"/>
              </a:ext>
            </a:extLst>
          </p:cNvPr>
          <p:cNvSpPr>
            <a:spLocks/>
          </p:cNvSpPr>
          <p:nvPr/>
        </p:nvSpPr>
        <p:spPr>
          <a:xfrm>
            <a:off x="1670160" y="56024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5" name="data_3024">
            <a:extLst>
              <a:ext uri="{FF2B5EF4-FFF2-40B4-BE49-F238E27FC236}">
                <a16:creationId xmlns:a16="http://schemas.microsoft.com/office/drawing/2014/main" id="{07EE7CB9-AC9D-43EE-A7FA-FC4991E69583}"/>
              </a:ext>
            </a:extLst>
          </p:cNvPr>
          <p:cNvSpPr>
            <a:spLocks/>
          </p:cNvSpPr>
          <p:nvPr/>
        </p:nvSpPr>
        <p:spPr>
          <a:xfrm>
            <a:off x="1735674" y="57074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6" name="data_3025">
            <a:extLst>
              <a:ext uri="{FF2B5EF4-FFF2-40B4-BE49-F238E27FC236}">
                <a16:creationId xmlns:a16="http://schemas.microsoft.com/office/drawing/2014/main" id="{12A4B4B5-1976-4D6B-8029-D24983ED4D56}"/>
              </a:ext>
            </a:extLst>
          </p:cNvPr>
          <p:cNvSpPr>
            <a:spLocks/>
          </p:cNvSpPr>
          <p:nvPr/>
        </p:nvSpPr>
        <p:spPr>
          <a:xfrm>
            <a:off x="167810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7" name="data_3026">
            <a:extLst>
              <a:ext uri="{FF2B5EF4-FFF2-40B4-BE49-F238E27FC236}">
                <a16:creationId xmlns:a16="http://schemas.microsoft.com/office/drawing/2014/main" id="{ED85BEF8-71AE-45F7-ACF4-D2AA97AD7E09}"/>
              </a:ext>
            </a:extLst>
          </p:cNvPr>
          <p:cNvSpPr>
            <a:spLocks/>
          </p:cNvSpPr>
          <p:nvPr/>
        </p:nvSpPr>
        <p:spPr>
          <a:xfrm>
            <a:off x="21218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8" name="data_3027">
            <a:extLst>
              <a:ext uri="{FF2B5EF4-FFF2-40B4-BE49-F238E27FC236}">
                <a16:creationId xmlns:a16="http://schemas.microsoft.com/office/drawing/2014/main" id="{AAA1D5D9-B31E-4C61-BB63-D5FA1BD9A1A9}"/>
              </a:ext>
            </a:extLst>
          </p:cNvPr>
          <p:cNvSpPr>
            <a:spLocks/>
          </p:cNvSpPr>
          <p:nvPr/>
        </p:nvSpPr>
        <p:spPr>
          <a:xfrm>
            <a:off x="2104065" y="53831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9" name="data_3028">
            <a:extLst>
              <a:ext uri="{FF2B5EF4-FFF2-40B4-BE49-F238E27FC236}">
                <a16:creationId xmlns:a16="http://schemas.microsoft.com/office/drawing/2014/main" id="{21CD6EA1-60D0-4AFC-B870-A8FEA9BB0BFB}"/>
              </a:ext>
            </a:extLst>
          </p:cNvPr>
          <p:cNvSpPr>
            <a:spLocks/>
          </p:cNvSpPr>
          <p:nvPr/>
        </p:nvSpPr>
        <p:spPr>
          <a:xfrm>
            <a:off x="21209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0" name="data_3029">
            <a:extLst>
              <a:ext uri="{FF2B5EF4-FFF2-40B4-BE49-F238E27FC236}">
                <a16:creationId xmlns:a16="http://schemas.microsoft.com/office/drawing/2014/main" id="{EC034D8C-8AB9-42D8-ADD0-4AAFE27352F0}"/>
              </a:ext>
            </a:extLst>
          </p:cNvPr>
          <p:cNvSpPr>
            <a:spLocks/>
          </p:cNvSpPr>
          <p:nvPr/>
        </p:nvSpPr>
        <p:spPr>
          <a:xfrm>
            <a:off x="212358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1" name="data_3030">
            <a:extLst>
              <a:ext uri="{FF2B5EF4-FFF2-40B4-BE49-F238E27FC236}">
                <a16:creationId xmlns:a16="http://schemas.microsoft.com/office/drawing/2014/main" id="{CEA06089-4C1F-446A-8A6E-43E013E4ECC7}"/>
              </a:ext>
            </a:extLst>
          </p:cNvPr>
          <p:cNvSpPr>
            <a:spLocks/>
          </p:cNvSpPr>
          <p:nvPr/>
        </p:nvSpPr>
        <p:spPr>
          <a:xfrm>
            <a:off x="2219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2" name="data_3031">
            <a:extLst>
              <a:ext uri="{FF2B5EF4-FFF2-40B4-BE49-F238E27FC236}">
                <a16:creationId xmlns:a16="http://schemas.microsoft.com/office/drawing/2014/main" id="{A7A96B0B-D8FD-4DC5-9DF4-41F12D6AA0EE}"/>
              </a:ext>
            </a:extLst>
          </p:cNvPr>
          <p:cNvSpPr>
            <a:spLocks/>
          </p:cNvSpPr>
          <p:nvPr/>
        </p:nvSpPr>
        <p:spPr>
          <a:xfrm>
            <a:off x="2210662" y="5393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3" name="data_3032">
            <a:extLst>
              <a:ext uri="{FF2B5EF4-FFF2-40B4-BE49-F238E27FC236}">
                <a16:creationId xmlns:a16="http://schemas.microsoft.com/office/drawing/2014/main" id="{A80068FC-1398-4AC4-9E94-5EFF75EA72A7}"/>
              </a:ext>
            </a:extLst>
          </p:cNvPr>
          <p:cNvSpPr>
            <a:spLocks/>
          </p:cNvSpPr>
          <p:nvPr/>
        </p:nvSpPr>
        <p:spPr>
          <a:xfrm>
            <a:off x="2107341" y="6059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4" name="data_3033">
            <a:extLst>
              <a:ext uri="{FF2B5EF4-FFF2-40B4-BE49-F238E27FC236}">
                <a16:creationId xmlns:a16="http://schemas.microsoft.com/office/drawing/2014/main" id="{038B367A-F29E-494F-A948-36D34C48F5F4}"/>
              </a:ext>
            </a:extLst>
          </p:cNvPr>
          <p:cNvSpPr>
            <a:spLocks/>
          </p:cNvSpPr>
          <p:nvPr/>
        </p:nvSpPr>
        <p:spPr>
          <a:xfrm>
            <a:off x="2194035" y="55399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5" name="data_3034">
            <a:extLst>
              <a:ext uri="{FF2B5EF4-FFF2-40B4-BE49-F238E27FC236}">
                <a16:creationId xmlns:a16="http://schemas.microsoft.com/office/drawing/2014/main" id="{F1C45851-404E-4A84-B427-A3BE7FA52349}"/>
              </a:ext>
            </a:extLst>
          </p:cNvPr>
          <p:cNvSpPr>
            <a:spLocks/>
          </p:cNvSpPr>
          <p:nvPr/>
        </p:nvSpPr>
        <p:spPr>
          <a:xfrm>
            <a:off x="2126305" y="5962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6" name="data_3035">
            <a:extLst>
              <a:ext uri="{FF2B5EF4-FFF2-40B4-BE49-F238E27FC236}">
                <a16:creationId xmlns:a16="http://schemas.microsoft.com/office/drawing/2014/main" id="{ECFAF172-B57D-4472-AD68-03004B5C6995}"/>
              </a:ext>
            </a:extLst>
          </p:cNvPr>
          <p:cNvSpPr>
            <a:spLocks/>
          </p:cNvSpPr>
          <p:nvPr/>
        </p:nvSpPr>
        <p:spPr>
          <a:xfrm>
            <a:off x="215485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7" name="data_3036">
            <a:extLst>
              <a:ext uri="{FF2B5EF4-FFF2-40B4-BE49-F238E27FC236}">
                <a16:creationId xmlns:a16="http://schemas.microsoft.com/office/drawing/2014/main" id="{54162709-2F71-48F5-B36B-68CDA0E8E11A}"/>
              </a:ext>
            </a:extLst>
          </p:cNvPr>
          <p:cNvSpPr>
            <a:spLocks/>
          </p:cNvSpPr>
          <p:nvPr/>
        </p:nvSpPr>
        <p:spPr>
          <a:xfrm>
            <a:off x="2224395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8" name="data_3037">
            <a:extLst>
              <a:ext uri="{FF2B5EF4-FFF2-40B4-BE49-F238E27FC236}">
                <a16:creationId xmlns:a16="http://schemas.microsoft.com/office/drawing/2014/main" id="{7AFA94CE-1CAA-4E81-A812-83729B9E4D1D}"/>
              </a:ext>
            </a:extLst>
          </p:cNvPr>
          <p:cNvSpPr>
            <a:spLocks/>
          </p:cNvSpPr>
          <p:nvPr/>
        </p:nvSpPr>
        <p:spPr>
          <a:xfrm>
            <a:off x="2233792" y="55739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9" name="data_3038">
            <a:extLst>
              <a:ext uri="{FF2B5EF4-FFF2-40B4-BE49-F238E27FC236}">
                <a16:creationId xmlns:a16="http://schemas.microsoft.com/office/drawing/2014/main" id="{34F44200-33BA-4F11-B6A1-0515BF9B7469}"/>
              </a:ext>
            </a:extLst>
          </p:cNvPr>
          <p:cNvSpPr>
            <a:spLocks/>
          </p:cNvSpPr>
          <p:nvPr/>
        </p:nvSpPr>
        <p:spPr>
          <a:xfrm>
            <a:off x="2151929" y="63570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0" name="data_3039">
            <a:extLst>
              <a:ext uri="{FF2B5EF4-FFF2-40B4-BE49-F238E27FC236}">
                <a16:creationId xmlns:a16="http://schemas.microsoft.com/office/drawing/2014/main" id="{5B13C285-7D26-46B4-AC13-394C2EED5C1F}"/>
              </a:ext>
            </a:extLst>
          </p:cNvPr>
          <p:cNvSpPr>
            <a:spLocks/>
          </p:cNvSpPr>
          <p:nvPr/>
        </p:nvSpPr>
        <p:spPr>
          <a:xfrm>
            <a:off x="2205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1" name="data_3040">
            <a:extLst>
              <a:ext uri="{FF2B5EF4-FFF2-40B4-BE49-F238E27FC236}">
                <a16:creationId xmlns:a16="http://schemas.microsoft.com/office/drawing/2014/main" id="{C66D04DB-EC56-4FE0-846D-5F2DDA704986}"/>
              </a:ext>
            </a:extLst>
          </p:cNvPr>
          <p:cNvSpPr>
            <a:spLocks/>
          </p:cNvSpPr>
          <p:nvPr/>
        </p:nvSpPr>
        <p:spPr>
          <a:xfrm>
            <a:off x="2176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2" name="data_3041">
            <a:extLst>
              <a:ext uri="{FF2B5EF4-FFF2-40B4-BE49-F238E27FC236}">
                <a16:creationId xmlns:a16="http://schemas.microsoft.com/office/drawing/2014/main" id="{54394BA4-F18A-426F-80C2-DA2640A54D42}"/>
              </a:ext>
            </a:extLst>
          </p:cNvPr>
          <p:cNvSpPr>
            <a:spLocks/>
          </p:cNvSpPr>
          <p:nvPr/>
        </p:nvSpPr>
        <p:spPr>
          <a:xfrm>
            <a:off x="219860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3" name="data_3042">
            <a:extLst>
              <a:ext uri="{FF2B5EF4-FFF2-40B4-BE49-F238E27FC236}">
                <a16:creationId xmlns:a16="http://schemas.microsoft.com/office/drawing/2014/main" id="{A84106C6-2589-4928-B3AD-222D1AFD496D}"/>
              </a:ext>
            </a:extLst>
          </p:cNvPr>
          <p:cNvSpPr>
            <a:spLocks/>
          </p:cNvSpPr>
          <p:nvPr/>
        </p:nvSpPr>
        <p:spPr>
          <a:xfrm>
            <a:off x="2115207" y="6106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4" name="data_3043">
            <a:extLst>
              <a:ext uri="{FF2B5EF4-FFF2-40B4-BE49-F238E27FC236}">
                <a16:creationId xmlns:a16="http://schemas.microsoft.com/office/drawing/2014/main" id="{739D1A2F-B488-4C0E-B44E-F50FE2AD8D5E}"/>
              </a:ext>
            </a:extLst>
          </p:cNvPr>
          <p:cNvSpPr>
            <a:spLocks/>
          </p:cNvSpPr>
          <p:nvPr/>
        </p:nvSpPr>
        <p:spPr>
          <a:xfrm>
            <a:off x="223170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5" name="data_3044">
            <a:extLst>
              <a:ext uri="{FF2B5EF4-FFF2-40B4-BE49-F238E27FC236}">
                <a16:creationId xmlns:a16="http://schemas.microsoft.com/office/drawing/2014/main" id="{60D3BDE1-9779-4CF3-899C-9C6DD9C1BD3C}"/>
              </a:ext>
            </a:extLst>
          </p:cNvPr>
          <p:cNvSpPr>
            <a:spLocks/>
          </p:cNvSpPr>
          <p:nvPr/>
        </p:nvSpPr>
        <p:spPr>
          <a:xfrm>
            <a:off x="2169545" y="64950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6" name="data_3045">
            <a:extLst>
              <a:ext uri="{FF2B5EF4-FFF2-40B4-BE49-F238E27FC236}">
                <a16:creationId xmlns:a16="http://schemas.microsoft.com/office/drawing/2014/main" id="{B97EADF6-54C2-4282-BA75-895CE51B4965}"/>
              </a:ext>
            </a:extLst>
          </p:cNvPr>
          <p:cNvSpPr>
            <a:spLocks/>
          </p:cNvSpPr>
          <p:nvPr/>
        </p:nvSpPr>
        <p:spPr>
          <a:xfrm>
            <a:off x="217913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7" name="data_3046">
            <a:extLst>
              <a:ext uri="{FF2B5EF4-FFF2-40B4-BE49-F238E27FC236}">
                <a16:creationId xmlns:a16="http://schemas.microsoft.com/office/drawing/2014/main" id="{5022FC36-53B2-4134-8BEA-E432BA85F967}"/>
              </a:ext>
            </a:extLst>
          </p:cNvPr>
          <p:cNvSpPr>
            <a:spLocks/>
          </p:cNvSpPr>
          <p:nvPr/>
        </p:nvSpPr>
        <p:spPr>
          <a:xfrm>
            <a:off x="2218018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8" name="data_3047">
            <a:extLst>
              <a:ext uri="{FF2B5EF4-FFF2-40B4-BE49-F238E27FC236}">
                <a16:creationId xmlns:a16="http://schemas.microsoft.com/office/drawing/2014/main" id="{890720FA-5BEC-49FE-94E9-C228A091111F}"/>
              </a:ext>
            </a:extLst>
          </p:cNvPr>
          <p:cNvSpPr>
            <a:spLocks/>
          </p:cNvSpPr>
          <p:nvPr/>
        </p:nvSpPr>
        <p:spPr>
          <a:xfrm>
            <a:off x="21339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9" name="data_3048">
            <a:extLst>
              <a:ext uri="{FF2B5EF4-FFF2-40B4-BE49-F238E27FC236}">
                <a16:creationId xmlns:a16="http://schemas.microsoft.com/office/drawing/2014/main" id="{AA0DA50F-ECCC-46D2-A0CA-2BDE48573768}"/>
              </a:ext>
            </a:extLst>
          </p:cNvPr>
          <p:cNvSpPr>
            <a:spLocks/>
          </p:cNvSpPr>
          <p:nvPr/>
        </p:nvSpPr>
        <p:spPr>
          <a:xfrm>
            <a:off x="2146759" y="53975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0" name="data_3049">
            <a:extLst>
              <a:ext uri="{FF2B5EF4-FFF2-40B4-BE49-F238E27FC236}">
                <a16:creationId xmlns:a16="http://schemas.microsoft.com/office/drawing/2014/main" id="{DE4C4785-2344-4C9E-B28C-60B7EA4B7269}"/>
              </a:ext>
            </a:extLst>
          </p:cNvPr>
          <p:cNvSpPr>
            <a:spLocks/>
          </p:cNvSpPr>
          <p:nvPr/>
        </p:nvSpPr>
        <p:spPr>
          <a:xfrm>
            <a:off x="2192155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1" name="data_3050">
            <a:extLst>
              <a:ext uri="{FF2B5EF4-FFF2-40B4-BE49-F238E27FC236}">
                <a16:creationId xmlns:a16="http://schemas.microsoft.com/office/drawing/2014/main" id="{06340B4D-30A9-43B0-9BBA-2A8D0D84CE1F}"/>
              </a:ext>
            </a:extLst>
          </p:cNvPr>
          <p:cNvSpPr>
            <a:spLocks/>
          </p:cNvSpPr>
          <p:nvPr/>
        </p:nvSpPr>
        <p:spPr>
          <a:xfrm>
            <a:off x="210203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2" name="data_3051">
            <a:extLst>
              <a:ext uri="{FF2B5EF4-FFF2-40B4-BE49-F238E27FC236}">
                <a16:creationId xmlns:a16="http://schemas.microsoft.com/office/drawing/2014/main" id="{ADE4614A-DD6B-4493-ACF8-C7AA7BCCBE3F}"/>
              </a:ext>
            </a:extLst>
          </p:cNvPr>
          <p:cNvSpPr>
            <a:spLocks/>
          </p:cNvSpPr>
          <p:nvPr/>
        </p:nvSpPr>
        <p:spPr>
          <a:xfrm>
            <a:off x="2101809" y="64689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3" name="data_3052">
            <a:extLst>
              <a:ext uri="{FF2B5EF4-FFF2-40B4-BE49-F238E27FC236}">
                <a16:creationId xmlns:a16="http://schemas.microsoft.com/office/drawing/2014/main" id="{C3C7D269-696A-4732-94C1-DC629DE91CED}"/>
              </a:ext>
            </a:extLst>
          </p:cNvPr>
          <p:cNvSpPr>
            <a:spLocks/>
          </p:cNvSpPr>
          <p:nvPr/>
        </p:nvSpPr>
        <p:spPr>
          <a:xfrm>
            <a:off x="212904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4" name="data_3053">
            <a:extLst>
              <a:ext uri="{FF2B5EF4-FFF2-40B4-BE49-F238E27FC236}">
                <a16:creationId xmlns:a16="http://schemas.microsoft.com/office/drawing/2014/main" id="{71208D65-D9B8-44EF-A4B7-24B75D8EFA45}"/>
              </a:ext>
            </a:extLst>
          </p:cNvPr>
          <p:cNvSpPr>
            <a:spLocks/>
          </p:cNvSpPr>
          <p:nvPr/>
        </p:nvSpPr>
        <p:spPr>
          <a:xfrm>
            <a:off x="220487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5" name="data_3054">
            <a:extLst>
              <a:ext uri="{FF2B5EF4-FFF2-40B4-BE49-F238E27FC236}">
                <a16:creationId xmlns:a16="http://schemas.microsoft.com/office/drawing/2014/main" id="{9519B4C9-A240-44A7-89F4-866C28E5A83E}"/>
              </a:ext>
            </a:extLst>
          </p:cNvPr>
          <p:cNvSpPr>
            <a:spLocks/>
          </p:cNvSpPr>
          <p:nvPr/>
        </p:nvSpPr>
        <p:spPr>
          <a:xfrm>
            <a:off x="212089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6" name="data_3055">
            <a:extLst>
              <a:ext uri="{FF2B5EF4-FFF2-40B4-BE49-F238E27FC236}">
                <a16:creationId xmlns:a16="http://schemas.microsoft.com/office/drawing/2014/main" id="{687DC4F5-8088-4E90-A854-6C496D7C8136}"/>
              </a:ext>
            </a:extLst>
          </p:cNvPr>
          <p:cNvSpPr>
            <a:spLocks/>
          </p:cNvSpPr>
          <p:nvPr/>
        </p:nvSpPr>
        <p:spPr>
          <a:xfrm>
            <a:off x="2127668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7" name="data_3056">
            <a:extLst>
              <a:ext uri="{FF2B5EF4-FFF2-40B4-BE49-F238E27FC236}">
                <a16:creationId xmlns:a16="http://schemas.microsoft.com/office/drawing/2014/main" id="{1087890A-D0E8-4DC4-8B33-4BCBEC6F8235}"/>
              </a:ext>
            </a:extLst>
          </p:cNvPr>
          <p:cNvSpPr>
            <a:spLocks/>
          </p:cNvSpPr>
          <p:nvPr/>
        </p:nvSpPr>
        <p:spPr>
          <a:xfrm>
            <a:off x="2115279" y="68465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8" name="data_3057">
            <a:extLst>
              <a:ext uri="{FF2B5EF4-FFF2-40B4-BE49-F238E27FC236}">
                <a16:creationId xmlns:a16="http://schemas.microsoft.com/office/drawing/2014/main" id="{57A3DF4A-B45E-436D-A88B-16F5AF688044}"/>
              </a:ext>
            </a:extLst>
          </p:cNvPr>
          <p:cNvSpPr>
            <a:spLocks/>
          </p:cNvSpPr>
          <p:nvPr/>
        </p:nvSpPr>
        <p:spPr>
          <a:xfrm>
            <a:off x="2213070" y="63369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9" name="data_3058">
            <a:extLst>
              <a:ext uri="{FF2B5EF4-FFF2-40B4-BE49-F238E27FC236}">
                <a16:creationId xmlns:a16="http://schemas.microsoft.com/office/drawing/2014/main" id="{452D659D-2241-4414-AE45-F42CEF84D7FB}"/>
              </a:ext>
            </a:extLst>
          </p:cNvPr>
          <p:cNvSpPr>
            <a:spLocks/>
          </p:cNvSpPr>
          <p:nvPr/>
        </p:nvSpPr>
        <p:spPr>
          <a:xfrm>
            <a:off x="2224274" y="6915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0" name="data_3059">
            <a:extLst>
              <a:ext uri="{FF2B5EF4-FFF2-40B4-BE49-F238E27FC236}">
                <a16:creationId xmlns:a16="http://schemas.microsoft.com/office/drawing/2014/main" id="{CFCA9DB3-55F7-4BDE-B89F-ACE8279D5BF6}"/>
              </a:ext>
            </a:extLst>
          </p:cNvPr>
          <p:cNvSpPr>
            <a:spLocks/>
          </p:cNvSpPr>
          <p:nvPr/>
        </p:nvSpPr>
        <p:spPr>
          <a:xfrm>
            <a:off x="222939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1" name="data_3060">
            <a:extLst>
              <a:ext uri="{FF2B5EF4-FFF2-40B4-BE49-F238E27FC236}">
                <a16:creationId xmlns:a16="http://schemas.microsoft.com/office/drawing/2014/main" id="{EF4BB3FA-3E5F-4FB3-A3B5-F63E6B159BE5}"/>
              </a:ext>
            </a:extLst>
          </p:cNvPr>
          <p:cNvSpPr>
            <a:spLocks/>
          </p:cNvSpPr>
          <p:nvPr/>
        </p:nvSpPr>
        <p:spPr>
          <a:xfrm>
            <a:off x="21833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2" name="data_3061">
            <a:extLst>
              <a:ext uri="{FF2B5EF4-FFF2-40B4-BE49-F238E27FC236}">
                <a16:creationId xmlns:a16="http://schemas.microsoft.com/office/drawing/2014/main" id="{F85EB79E-DC9F-4667-9E02-AF392978F3A7}"/>
              </a:ext>
            </a:extLst>
          </p:cNvPr>
          <p:cNvSpPr>
            <a:spLocks/>
          </p:cNvSpPr>
          <p:nvPr/>
        </p:nvSpPr>
        <p:spPr>
          <a:xfrm>
            <a:off x="211847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3" name="data_3062">
            <a:extLst>
              <a:ext uri="{FF2B5EF4-FFF2-40B4-BE49-F238E27FC236}">
                <a16:creationId xmlns:a16="http://schemas.microsoft.com/office/drawing/2014/main" id="{BDF836D4-6DD0-4ED9-A6CF-E40605252D78}"/>
              </a:ext>
            </a:extLst>
          </p:cNvPr>
          <p:cNvSpPr>
            <a:spLocks/>
          </p:cNvSpPr>
          <p:nvPr/>
        </p:nvSpPr>
        <p:spPr>
          <a:xfrm>
            <a:off x="211308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4" name="data_3063">
            <a:extLst>
              <a:ext uri="{FF2B5EF4-FFF2-40B4-BE49-F238E27FC236}">
                <a16:creationId xmlns:a16="http://schemas.microsoft.com/office/drawing/2014/main" id="{0321067B-3B55-43F0-9307-8F522ED193DB}"/>
              </a:ext>
            </a:extLst>
          </p:cNvPr>
          <p:cNvSpPr>
            <a:spLocks/>
          </p:cNvSpPr>
          <p:nvPr/>
        </p:nvSpPr>
        <p:spPr>
          <a:xfrm>
            <a:off x="2167794" y="5520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5" name="data_3064">
            <a:extLst>
              <a:ext uri="{FF2B5EF4-FFF2-40B4-BE49-F238E27FC236}">
                <a16:creationId xmlns:a16="http://schemas.microsoft.com/office/drawing/2014/main" id="{C8092290-E429-4773-AF22-F8908ED12D44}"/>
              </a:ext>
            </a:extLst>
          </p:cNvPr>
          <p:cNvSpPr>
            <a:spLocks/>
          </p:cNvSpPr>
          <p:nvPr/>
        </p:nvSpPr>
        <p:spPr>
          <a:xfrm>
            <a:off x="21686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6" name="data_3065">
            <a:extLst>
              <a:ext uri="{FF2B5EF4-FFF2-40B4-BE49-F238E27FC236}">
                <a16:creationId xmlns:a16="http://schemas.microsoft.com/office/drawing/2014/main" id="{FAF1BE93-48C2-4D34-8A8A-08A89F4B9B82}"/>
              </a:ext>
            </a:extLst>
          </p:cNvPr>
          <p:cNvSpPr>
            <a:spLocks/>
          </p:cNvSpPr>
          <p:nvPr/>
        </p:nvSpPr>
        <p:spPr>
          <a:xfrm>
            <a:off x="2118629" y="62079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7" name="data_3066">
            <a:extLst>
              <a:ext uri="{FF2B5EF4-FFF2-40B4-BE49-F238E27FC236}">
                <a16:creationId xmlns:a16="http://schemas.microsoft.com/office/drawing/2014/main" id="{3151910E-DE01-4142-BB37-5A3A36D81551}"/>
              </a:ext>
            </a:extLst>
          </p:cNvPr>
          <p:cNvSpPr>
            <a:spLocks/>
          </p:cNvSpPr>
          <p:nvPr/>
        </p:nvSpPr>
        <p:spPr>
          <a:xfrm>
            <a:off x="2193426" y="67238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8" name="data_3067">
            <a:extLst>
              <a:ext uri="{FF2B5EF4-FFF2-40B4-BE49-F238E27FC236}">
                <a16:creationId xmlns:a16="http://schemas.microsoft.com/office/drawing/2014/main" id="{B53DDC91-0B95-49F2-ADC2-D262962D92E0}"/>
              </a:ext>
            </a:extLst>
          </p:cNvPr>
          <p:cNvSpPr>
            <a:spLocks/>
          </p:cNvSpPr>
          <p:nvPr/>
        </p:nvSpPr>
        <p:spPr>
          <a:xfrm>
            <a:off x="22038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9" name="data_3068">
            <a:extLst>
              <a:ext uri="{FF2B5EF4-FFF2-40B4-BE49-F238E27FC236}">
                <a16:creationId xmlns:a16="http://schemas.microsoft.com/office/drawing/2014/main" id="{2E26F194-8547-419C-80BE-CF67A8E3DBE4}"/>
              </a:ext>
            </a:extLst>
          </p:cNvPr>
          <p:cNvSpPr>
            <a:spLocks/>
          </p:cNvSpPr>
          <p:nvPr/>
        </p:nvSpPr>
        <p:spPr>
          <a:xfrm>
            <a:off x="22056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0" name="data_3069">
            <a:extLst>
              <a:ext uri="{FF2B5EF4-FFF2-40B4-BE49-F238E27FC236}">
                <a16:creationId xmlns:a16="http://schemas.microsoft.com/office/drawing/2014/main" id="{C1E0BCBE-BC6E-481D-AA85-50A5ACA64F02}"/>
              </a:ext>
            </a:extLst>
          </p:cNvPr>
          <p:cNvSpPr>
            <a:spLocks/>
          </p:cNvSpPr>
          <p:nvPr/>
        </p:nvSpPr>
        <p:spPr>
          <a:xfrm>
            <a:off x="219572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1" name="data_3070">
            <a:extLst>
              <a:ext uri="{FF2B5EF4-FFF2-40B4-BE49-F238E27FC236}">
                <a16:creationId xmlns:a16="http://schemas.microsoft.com/office/drawing/2014/main" id="{9C598FEF-E10B-4A79-9AD9-227435D3A442}"/>
              </a:ext>
            </a:extLst>
          </p:cNvPr>
          <p:cNvSpPr>
            <a:spLocks/>
          </p:cNvSpPr>
          <p:nvPr/>
        </p:nvSpPr>
        <p:spPr>
          <a:xfrm>
            <a:off x="2213322" y="59848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2" name="data_3071">
            <a:extLst>
              <a:ext uri="{FF2B5EF4-FFF2-40B4-BE49-F238E27FC236}">
                <a16:creationId xmlns:a16="http://schemas.microsoft.com/office/drawing/2014/main" id="{6499B50B-DB7A-431D-B675-BF2360FCC824}"/>
              </a:ext>
            </a:extLst>
          </p:cNvPr>
          <p:cNvSpPr>
            <a:spLocks/>
          </p:cNvSpPr>
          <p:nvPr/>
        </p:nvSpPr>
        <p:spPr>
          <a:xfrm>
            <a:off x="2143660" y="67237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3" name="data_3072">
            <a:extLst>
              <a:ext uri="{FF2B5EF4-FFF2-40B4-BE49-F238E27FC236}">
                <a16:creationId xmlns:a16="http://schemas.microsoft.com/office/drawing/2014/main" id="{E1EC69EE-3025-415A-AB03-B9D4320AC3D5}"/>
              </a:ext>
            </a:extLst>
          </p:cNvPr>
          <p:cNvSpPr>
            <a:spLocks/>
          </p:cNvSpPr>
          <p:nvPr/>
        </p:nvSpPr>
        <p:spPr>
          <a:xfrm>
            <a:off x="21489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4" name="data_3073">
            <a:extLst>
              <a:ext uri="{FF2B5EF4-FFF2-40B4-BE49-F238E27FC236}">
                <a16:creationId xmlns:a16="http://schemas.microsoft.com/office/drawing/2014/main" id="{F40A6334-3155-4127-9858-73081861EB07}"/>
              </a:ext>
            </a:extLst>
          </p:cNvPr>
          <p:cNvSpPr>
            <a:spLocks/>
          </p:cNvSpPr>
          <p:nvPr/>
        </p:nvSpPr>
        <p:spPr>
          <a:xfrm>
            <a:off x="2195130" y="68835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5" name="data_3074">
            <a:extLst>
              <a:ext uri="{FF2B5EF4-FFF2-40B4-BE49-F238E27FC236}">
                <a16:creationId xmlns:a16="http://schemas.microsoft.com/office/drawing/2014/main" id="{26B67CED-23E6-4366-8001-9BE09269F4BE}"/>
              </a:ext>
            </a:extLst>
          </p:cNvPr>
          <p:cNvSpPr>
            <a:spLocks/>
          </p:cNvSpPr>
          <p:nvPr/>
        </p:nvSpPr>
        <p:spPr>
          <a:xfrm>
            <a:off x="2100225" y="5238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6" name="data_3075">
            <a:extLst>
              <a:ext uri="{FF2B5EF4-FFF2-40B4-BE49-F238E27FC236}">
                <a16:creationId xmlns:a16="http://schemas.microsoft.com/office/drawing/2014/main" id="{97D7697C-68A3-486F-AA0D-DF0B6431D349}"/>
              </a:ext>
            </a:extLst>
          </p:cNvPr>
          <p:cNvSpPr>
            <a:spLocks/>
          </p:cNvSpPr>
          <p:nvPr/>
        </p:nvSpPr>
        <p:spPr>
          <a:xfrm>
            <a:off x="214874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7" name="data_3076">
            <a:extLst>
              <a:ext uri="{FF2B5EF4-FFF2-40B4-BE49-F238E27FC236}">
                <a16:creationId xmlns:a16="http://schemas.microsoft.com/office/drawing/2014/main" id="{3F75C361-01AB-4B5C-A1A1-25FD062B8C6E}"/>
              </a:ext>
            </a:extLst>
          </p:cNvPr>
          <p:cNvSpPr>
            <a:spLocks/>
          </p:cNvSpPr>
          <p:nvPr/>
        </p:nvSpPr>
        <p:spPr>
          <a:xfrm>
            <a:off x="215305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8" name="data_3077">
            <a:extLst>
              <a:ext uri="{FF2B5EF4-FFF2-40B4-BE49-F238E27FC236}">
                <a16:creationId xmlns:a16="http://schemas.microsoft.com/office/drawing/2014/main" id="{0BC8A70E-1BCD-4368-A213-2D31CC24E23F}"/>
              </a:ext>
            </a:extLst>
          </p:cNvPr>
          <p:cNvSpPr>
            <a:spLocks/>
          </p:cNvSpPr>
          <p:nvPr/>
        </p:nvSpPr>
        <p:spPr>
          <a:xfrm>
            <a:off x="215442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9" name="data_3078">
            <a:extLst>
              <a:ext uri="{FF2B5EF4-FFF2-40B4-BE49-F238E27FC236}">
                <a16:creationId xmlns:a16="http://schemas.microsoft.com/office/drawing/2014/main" id="{90D49640-EED8-48B4-B7BE-28ED512DA64B}"/>
              </a:ext>
            </a:extLst>
          </p:cNvPr>
          <p:cNvSpPr>
            <a:spLocks/>
          </p:cNvSpPr>
          <p:nvPr/>
        </p:nvSpPr>
        <p:spPr>
          <a:xfrm>
            <a:off x="2149370" y="57290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0" name="data_3079">
            <a:extLst>
              <a:ext uri="{FF2B5EF4-FFF2-40B4-BE49-F238E27FC236}">
                <a16:creationId xmlns:a16="http://schemas.microsoft.com/office/drawing/2014/main" id="{60F1AC57-AD02-4FC3-99D7-3A112A434B13}"/>
              </a:ext>
            </a:extLst>
          </p:cNvPr>
          <p:cNvSpPr>
            <a:spLocks/>
          </p:cNvSpPr>
          <p:nvPr/>
        </p:nvSpPr>
        <p:spPr>
          <a:xfrm>
            <a:off x="2208836" y="66921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1" name="data_3080">
            <a:extLst>
              <a:ext uri="{FF2B5EF4-FFF2-40B4-BE49-F238E27FC236}">
                <a16:creationId xmlns:a16="http://schemas.microsoft.com/office/drawing/2014/main" id="{9B163570-3ABD-4638-9382-48D1875AF44E}"/>
              </a:ext>
            </a:extLst>
          </p:cNvPr>
          <p:cNvSpPr>
            <a:spLocks/>
          </p:cNvSpPr>
          <p:nvPr/>
        </p:nvSpPr>
        <p:spPr>
          <a:xfrm>
            <a:off x="2143814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2" name="data_3081">
            <a:extLst>
              <a:ext uri="{FF2B5EF4-FFF2-40B4-BE49-F238E27FC236}">
                <a16:creationId xmlns:a16="http://schemas.microsoft.com/office/drawing/2014/main" id="{A146C6DE-4F61-4D1A-A540-29C5B5D5449E}"/>
              </a:ext>
            </a:extLst>
          </p:cNvPr>
          <p:cNvSpPr>
            <a:spLocks/>
          </p:cNvSpPr>
          <p:nvPr/>
        </p:nvSpPr>
        <p:spPr>
          <a:xfrm>
            <a:off x="221109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3" name="data_3082">
            <a:extLst>
              <a:ext uri="{FF2B5EF4-FFF2-40B4-BE49-F238E27FC236}">
                <a16:creationId xmlns:a16="http://schemas.microsoft.com/office/drawing/2014/main" id="{F99CCB20-E9ED-4A61-94D4-2D343F117399}"/>
              </a:ext>
            </a:extLst>
          </p:cNvPr>
          <p:cNvSpPr>
            <a:spLocks/>
          </p:cNvSpPr>
          <p:nvPr/>
        </p:nvSpPr>
        <p:spPr>
          <a:xfrm>
            <a:off x="218261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4" name="data_3083">
            <a:extLst>
              <a:ext uri="{FF2B5EF4-FFF2-40B4-BE49-F238E27FC236}">
                <a16:creationId xmlns:a16="http://schemas.microsoft.com/office/drawing/2014/main" id="{1BEA93B8-B823-468C-9D23-1A82DA1CD2F1}"/>
              </a:ext>
            </a:extLst>
          </p:cNvPr>
          <p:cNvSpPr>
            <a:spLocks/>
          </p:cNvSpPr>
          <p:nvPr/>
        </p:nvSpPr>
        <p:spPr>
          <a:xfrm>
            <a:off x="2198518" y="53675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5" name="data_3084">
            <a:extLst>
              <a:ext uri="{FF2B5EF4-FFF2-40B4-BE49-F238E27FC236}">
                <a16:creationId xmlns:a16="http://schemas.microsoft.com/office/drawing/2014/main" id="{024C2DE3-3222-4A8F-A33F-F07DB028D4C3}"/>
              </a:ext>
            </a:extLst>
          </p:cNvPr>
          <p:cNvSpPr>
            <a:spLocks/>
          </p:cNvSpPr>
          <p:nvPr/>
        </p:nvSpPr>
        <p:spPr>
          <a:xfrm>
            <a:off x="21806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6" name="data_3085">
            <a:extLst>
              <a:ext uri="{FF2B5EF4-FFF2-40B4-BE49-F238E27FC236}">
                <a16:creationId xmlns:a16="http://schemas.microsoft.com/office/drawing/2014/main" id="{D5271D51-1CB9-43C3-9F15-B95BAB13BFDE}"/>
              </a:ext>
            </a:extLst>
          </p:cNvPr>
          <p:cNvSpPr>
            <a:spLocks/>
          </p:cNvSpPr>
          <p:nvPr/>
        </p:nvSpPr>
        <p:spPr>
          <a:xfrm>
            <a:off x="212293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7" name="data_3086">
            <a:extLst>
              <a:ext uri="{FF2B5EF4-FFF2-40B4-BE49-F238E27FC236}">
                <a16:creationId xmlns:a16="http://schemas.microsoft.com/office/drawing/2014/main" id="{C4374EB4-40C8-4812-8A86-E6080C30610B}"/>
              </a:ext>
            </a:extLst>
          </p:cNvPr>
          <p:cNvSpPr>
            <a:spLocks/>
          </p:cNvSpPr>
          <p:nvPr/>
        </p:nvSpPr>
        <p:spPr>
          <a:xfrm>
            <a:off x="2184397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8" name="data_3087">
            <a:extLst>
              <a:ext uri="{FF2B5EF4-FFF2-40B4-BE49-F238E27FC236}">
                <a16:creationId xmlns:a16="http://schemas.microsoft.com/office/drawing/2014/main" id="{3146641D-86CD-4482-9970-1D953CF1750B}"/>
              </a:ext>
            </a:extLst>
          </p:cNvPr>
          <p:cNvSpPr>
            <a:spLocks/>
          </p:cNvSpPr>
          <p:nvPr/>
        </p:nvSpPr>
        <p:spPr>
          <a:xfrm>
            <a:off x="21399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9" name="data_3088">
            <a:extLst>
              <a:ext uri="{FF2B5EF4-FFF2-40B4-BE49-F238E27FC236}">
                <a16:creationId xmlns:a16="http://schemas.microsoft.com/office/drawing/2014/main" id="{9FED4477-6530-40ED-AE34-2B9AF15C5EB1}"/>
              </a:ext>
            </a:extLst>
          </p:cNvPr>
          <p:cNvSpPr>
            <a:spLocks/>
          </p:cNvSpPr>
          <p:nvPr/>
        </p:nvSpPr>
        <p:spPr>
          <a:xfrm>
            <a:off x="217714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0" name="data_3089">
            <a:extLst>
              <a:ext uri="{FF2B5EF4-FFF2-40B4-BE49-F238E27FC236}">
                <a16:creationId xmlns:a16="http://schemas.microsoft.com/office/drawing/2014/main" id="{1E7A9FEC-3AE8-42B8-BD11-8718EDE0BD75}"/>
              </a:ext>
            </a:extLst>
          </p:cNvPr>
          <p:cNvSpPr>
            <a:spLocks/>
          </p:cNvSpPr>
          <p:nvPr/>
        </p:nvSpPr>
        <p:spPr>
          <a:xfrm>
            <a:off x="2142609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1" name="data_3090">
            <a:extLst>
              <a:ext uri="{FF2B5EF4-FFF2-40B4-BE49-F238E27FC236}">
                <a16:creationId xmlns:a16="http://schemas.microsoft.com/office/drawing/2014/main" id="{E14CA05E-6E04-4C4F-94CA-CC5E89DE788A}"/>
              </a:ext>
            </a:extLst>
          </p:cNvPr>
          <p:cNvSpPr>
            <a:spLocks/>
          </p:cNvSpPr>
          <p:nvPr/>
        </p:nvSpPr>
        <p:spPr>
          <a:xfrm>
            <a:off x="2230814" y="65886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2" name="data_3091">
            <a:extLst>
              <a:ext uri="{FF2B5EF4-FFF2-40B4-BE49-F238E27FC236}">
                <a16:creationId xmlns:a16="http://schemas.microsoft.com/office/drawing/2014/main" id="{637DCF8A-B4FF-4A32-B65D-E1E2A4906102}"/>
              </a:ext>
            </a:extLst>
          </p:cNvPr>
          <p:cNvSpPr>
            <a:spLocks/>
          </p:cNvSpPr>
          <p:nvPr/>
        </p:nvSpPr>
        <p:spPr>
          <a:xfrm>
            <a:off x="218361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3" name="data_3092">
            <a:extLst>
              <a:ext uri="{FF2B5EF4-FFF2-40B4-BE49-F238E27FC236}">
                <a16:creationId xmlns:a16="http://schemas.microsoft.com/office/drawing/2014/main" id="{C45D77CE-2830-42AF-9197-DA81A013E020}"/>
              </a:ext>
            </a:extLst>
          </p:cNvPr>
          <p:cNvSpPr>
            <a:spLocks/>
          </p:cNvSpPr>
          <p:nvPr/>
        </p:nvSpPr>
        <p:spPr>
          <a:xfrm>
            <a:off x="215604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4" name="data_3093">
            <a:extLst>
              <a:ext uri="{FF2B5EF4-FFF2-40B4-BE49-F238E27FC236}">
                <a16:creationId xmlns:a16="http://schemas.microsoft.com/office/drawing/2014/main" id="{449CC35D-DCBD-4285-BD64-6B1F3F5DF29F}"/>
              </a:ext>
            </a:extLst>
          </p:cNvPr>
          <p:cNvSpPr>
            <a:spLocks/>
          </p:cNvSpPr>
          <p:nvPr/>
        </p:nvSpPr>
        <p:spPr>
          <a:xfrm>
            <a:off x="2146290" y="6843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5" name="data_3094">
            <a:extLst>
              <a:ext uri="{FF2B5EF4-FFF2-40B4-BE49-F238E27FC236}">
                <a16:creationId xmlns:a16="http://schemas.microsoft.com/office/drawing/2014/main" id="{5B7A7ACA-880F-4984-A812-954250D29BB9}"/>
              </a:ext>
            </a:extLst>
          </p:cNvPr>
          <p:cNvSpPr>
            <a:spLocks/>
          </p:cNvSpPr>
          <p:nvPr/>
        </p:nvSpPr>
        <p:spPr>
          <a:xfrm>
            <a:off x="214634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6" name="data_3095">
            <a:extLst>
              <a:ext uri="{FF2B5EF4-FFF2-40B4-BE49-F238E27FC236}">
                <a16:creationId xmlns:a16="http://schemas.microsoft.com/office/drawing/2014/main" id="{8EB03379-499B-4305-8308-C1C06982C3F6}"/>
              </a:ext>
            </a:extLst>
          </p:cNvPr>
          <p:cNvSpPr>
            <a:spLocks/>
          </p:cNvSpPr>
          <p:nvPr/>
        </p:nvSpPr>
        <p:spPr>
          <a:xfrm>
            <a:off x="2216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7" name="data_3096">
            <a:extLst>
              <a:ext uri="{FF2B5EF4-FFF2-40B4-BE49-F238E27FC236}">
                <a16:creationId xmlns:a16="http://schemas.microsoft.com/office/drawing/2014/main" id="{85462E82-0021-4543-813C-3ED5DDD33A74}"/>
              </a:ext>
            </a:extLst>
          </p:cNvPr>
          <p:cNvSpPr>
            <a:spLocks/>
          </p:cNvSpPr>
          <p:nvPr/>
        </p:nvSpPr>
        <p:spPr>
          <a:xfrm>
            <a:off x="21689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8" name="data_3097">
            <a:extLst>
              <a:ext uri="{FF2B5EF4-FFF2-40B4-BE49-F238E27FC236}">
                <a16:creationId xmlns:a16="http://schemas.microsoft.com/office/drawing/2014/main" id="{64B5AC3A-AECC-473F-8606-5FE599742CF7}"/>
              </a:ext>
            </a:extLst>
          </p:cNvPr>
          <p:cNvSpPr>
            <a:spLocks/>
          </p:cNvSpPr>
          <p:nvPr/>
        </p:nvSpPr>
        <p:spPr>
          <a:xfrm>
            <a:off x="2163290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9" name="data_3098">
            <a:extLst>
              <a:ext uri="{FF2B5EF4-FFF2-40B4-BE49-F238E27FC236}">
                <a16:creationId xmlns:a16="http://schemas.microsoft.com/office/drawing/2014/main" id="{89231271-E256-4A63-89FC-6ACC6E495413}"/>
              </a:ext>
            </a:extLst>
          </p:cNvPr>
          <p:cNvSpPr>
            <a:spLocks/>
          </p:cNvSpPr>
          <p:nvPr/>
        </p:nvSpPr>
        <p:spPr>
          <a:xfrm>
            <a:off x="210040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0" name="data_3099">
            <a:extLst>
              <a:ext uri="{FF2B5EF4-FFF2-40B4-BE49-F238E27FC236}">
                <a16:creationId xmlns:a16="http://schemas.microsoft.com/office/drawing/2014/main" id="{7F551DB0-3B9D-4AA2-BABC-87ADC8210462}"/>
              </a:ext>
            </a:extLst>
          </p:cNvPr>
          <p:cNvSpPr>
            <a:spLocks/>
          </p:cNvSpPr>
          <p:nvPr/>
        </p:nvSpPr>
        <p:spPr>
          <a:xfrm>
            <a:off x="2220583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1" name="data_3100">
            <a:extLst>
              <a:ext uri="{FF2B5EF4-FFF2-40B4-BE49-F238E27FC236}">
                <a16:creationId xmlns:a16="http://schemas.microsoft.com/office/drawing/2014/main" id="{3923C80B-3F90-4313-966D-8B7158A4889B}"/>
              </a:ext>
            </a:extLst>
          </p:cNvPr>
          <p:cNvSpPr>
            <a:spLocks/>
          </p:cNvSpPr>
          <p:nvPr/>
        </p:nvSpPr>
        <p:spPr>
          <a:xfrm>
            <a:off x="2127524" y="6915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2" name="data_3101">
            <a:extLst>
              <a:ext uri="{FF2B5EF4-FFF2-40B4-BE49-F238E27FC236}">
                <a16:creationId xmlns:a16="http://schemas.microsoft.com/office/drawing/2014/main" id="{4BA9A128-3557-46DF-931B-AA3FC9977145}"/>
              </a:ext>
            </a:extLst>
          </p:cNvPr>
          <p:cNvSpPr>
            <a:spLocks/>
          </p:cNvSpPr>
          <p:nvPr/>
        </p:nvSpPr>
        <p:spPr>
          <a:xfrm>
            <a:off x="213063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3" name="data_3102">
            <a:extLst>
              <a:ext uri="{FF2B5EF4-FFF2-40B4-BE49-F238E27FC236}">
                <a16:creationId xmlns:a16="http://schemas.microsoft.com/office/drawing/2014/main" id="{4260B1AC-9547-47D0-B135-976C0D064B5D}"/>
              </a:ext>
            </a:extLst>
          </p:cNvPr>
          <p:cNvSpPr>
            <a:spLocks/>
          </p:cNvSpPr>
          <p:nvPr/>
        </p:nvSpPr>
        <p:spPr>
          <a:xfrm>
            <a:off x="2210726" y="69363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4" name="data_3103">
            <a:extLst>
              <a:ext uri="{FF2B5EF4-FFF2-40B4-BE49-F238E27FC236}">
                <a16:creationId xmlns:a16="http://schemas.microsoft.com/office/drawing/2014/main" id="{9519A1D5-515B-4277-9D2E-66938AFEAF80}"/>
              </a:ext>
            </a:extLst>
          </p:cNvPr>
          <p:cNvSpPr>
            <a:spLocks/>
          </p:cNvSpPr>
          <p:nvPr/>
        </p:nvSpPr>
        <p:spPr>
          <a:xfrm>
            <a:off x="2147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5" name="data_3104">
            <a:extLst>
              <a:ext uri="{FF2B5EF4-FFF2-40B4-BE49-F238E27FC236}">
                <a16:creationId xmlns:a16="http://schemas.microsoft.com/office/drawing/2014/main" id="{AF8C5302-5507-40BE-82DC-F9FD9A1F75A0}"/>
              </a:ext>
            </a:extLst>
          </p:cNvPr>
          <p:cNvSpPr>
            <a:spLocks/>
          </p:cNvSpPr>
          <p:nvPr/>
        </p:nvSpPr>
        <p:spPr>
          <a:xfrm>
            <a:off x="222286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6" name="data_3105">
            <a:extLst>
              <a:ext uri="{FF2B5EF4-FFF2-40B4-BE49-F238E27FC236}">
                <a16:creationId xmlns:a16="http://schemas.microsoft.com/office/drawing/2014/main" id="{5EA61DA8-EDD2-470A-BACB-071E75C470A2}"/>
              </a:ext>
            </a:extLst>
          </p:cNvPr>
          <p:cNvSpPr>
            <a:spLocks/>
          </p:cNvSpPr>
          <p:nvPr/>
        </p:nvSpPr>
        <p:spPr>
          <a:xfrm>
            <a:off x="2216927" y="5624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7" name="data_3106">
            <a:extLst>
              <a:ext uri="{FF2B5EF4-FFF2-40B4-BE49-F238E27FC236}">
                <a16:creationId xmlns:a16="http://schemas.microsoft.com/office/drawing/2014/main" id="{43A09134-6E32-485C-BFBB-E168CC5068BF}"/>
              </a:ext>
            </a:extLst>
          </p:cNvPr>
          <p:cNvSpPr>
            <a:spLocks/>
          </p:cNvSpPr>
          <p:nvPr/>
        </p:nvSpPr>
        <p:spPr>
          <a:xfrm>
            <a:off x="213353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8" name="data_3107">
            <a:extLst>
              <a:ext uri="{FF2B5EF4-FFF2-40B4-BE49-F238E27FC236}">
                <a16:creationId xmlns:a16="http://schemas.microsoft.com/office/drawing/2014/main" id="{6FFB4A9B-CBBD-4427-B408-4E130259151D}"/>
              </a:ext>
            </a:extLst>
          </p:cNvPr>
          <p:cNvSpPr>
            <a:spLocks/>
          </p:cNvSpPr>
          <p:nvPr/>
        </p:nvSpPr>
        <p:spPr>
          <a:xfrm>
            <a:off x="2126756" y="67679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9" name="data_3108">
            <a:extLst>
              <a:ext uri="{FF2B5EF4-FFF2-40B4-BE49-F238E27FC236}">
                <a16:creationId xmlns:a16="http://schemas.microsoft.com/office/drawing/2014/main" id="{D9094CCC-1DA9-4164-811F-B57E27494342}"/>
              </a:ext>
            </a:extLst>
          </p:cNvPr>
          <p:cNvSpPr>
            <a:spLocks/>
          </p:cNvSpPr>
          <p:nvPr/>
        </p:nvSpPr>
        <p:spPr>
          <a:xfrm>
            <a:off x="21887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0" name="data_3109">
            <a:extLst>
              <a:ext uri="{FF2B5EF4-FFF2-40B4-BE49-F238E27FC236}">
                <a16:creationId xmlns:a16="http://schemas.microsoft.com/office/drawing/2014/main" id="{FA8ABBB4-62F3-449A-8A32-650AA3D20446}"/>
              </a:ext>
            </a:extLst>
          </p:cNvPr>
          <p:cNvSpPr>
            <a:spLocks/>
          </p:cNvSpPr>
          <p:nvPr/>
        </p:nvSpPr>
        <p:spPr>
          <a:xfrm>
            <a:off x="2150906" y="65389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1" name="data_3110">
            <a:extLst>
              <a:ext uri="{FF2B5EF4-FFF2-40B4-BE49-F238E27FC236}">
                <a16:creationId xmlns:a16="http://schemas.microsoft.com/office/drawing/2014/main" id="{4F109030-4D19-4FC7-ADF2-06AE63745CAB}"/>
              </a:ext>
            </a:extLst>
          </p:cNvPr>
          <p:cNvSpPr>
            <a:spLocks/>
          </p:cNvSpPr>
          <p:nvPr/>
        </p:nvSpPr>
        <p:spPr>
          <a:xfrm>
            <a:off x="2186012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2" name="data_3111">
            <a:extLst>
              <a:ext uri="{FF2B5EF4-FFF2-40B4-BE49-F238E27FC236}">
                <a16:creationId xmlns:a16="http://schemas.microsoft.com/office/drawing/2014/main" id="{AB14C17A-8E24-46DF-A8C6-1B6D0DCB0A62}"/>
              </a:ext>
            </a:extLst>
          </p:cNvPr>
          <p:cNvSpPr>
            <a:spLocks/>
          </p:cNvSpPr>
          <p:nvPr/>
        </p:nvSpPr>
        <p:spPr>
          <a:xfrm>
            <a:off x="2219818" y="57659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3" name="data_3112">
            <a:extLst>
              <a:ext uri="{FF2B5EF4-FFF2-40B4-BE49-F238E27FC236}">
                <a16:creationId xmlns:a16="http://schemas.microsoft.com/office/drawing/2014/main" id="{12F27344-F8CC-4920-BF96-F0FEFFA13AED}"/>
              </a:ext>
            </a:extLst>
          </p:cNvPr>
          <p:cNvSpPr>
            <a:spLocks/>
          </p:cNvSpPr>
          <p:nvPr/>
        </p:nvSpPr>
        <p:spPr>
          <a:xfrm>
            <a:off x="2103524" y="62669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4" name="data_3113">
            <a:extLst>
              <a:ext uri="{FF2B5EF4-FFF2-40B4-BE49-F238E27FC236}">
                <a16:creationId xmlns:a16="http://schemas.microsoft.com/office/drawing/2014/main" id="{9009B9D7-22CB-4C95-959C-E1AF12FEA96B}"/>
              </a:ext>
            </a:extLst>
          </p:cNvPr>
          <p:cNvSpPr>
            <a:spLocks/>
          </p:cNvSpPr>
          <p:nvPr/>
        </p:nvSpPr>
        <p:spPr>
          <a:xfrm>
            <a:off x="210655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5" name="data_3114">
            <a:extLst>
              <a:ext uri="{FF2B5EF4-FFF2-40B4-BE49-F238E27FC236}">
                <a16:creationId xmlns:a16="http://schemas.microsoft.com/office/drawing/2014/main" id="{6F135647-6DCD-4FD8-8D23-A333356F6F5F}"/>
              </a:ext>
            </a:extLst>
          </p:cNvPr>
          <p:cNvSpPr>
            <a:spLocks/>
          </p:cNvSpPr>
          <p:nvPr/>
        </p:nvSpPr>
        <p:spPr>
          <a:xfrm>
            <a:off x="21335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6" name="data_3115">
            <a:extLst>
              <a:ext uri="{FF2B5EF4-FFF2-40B4-BE49-F238E27FC236}">
                <a16:creationId xmlns:a16="http://schemas.microsoft.com/office/drawing/2014/main" id="{AA7410BF-DCDC-4FE0-96CF-708A3A2D3CB5}"/>
              </a:ext>
            </a:extLst>
          </p:cNvPr>
          <p:cNvSpPr>
            <a:spLocks/>
          </p:cNvSpPr>
          <p:nvPr/>
        </p:nvSpPr>
        <p:spPr>
          <a:xfrm>
            <a:off x="2211881" y="55062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7" name="data_3116">
            <a:extLst>
              <a:ext uri="{FF2B5EF4-FFF2-40B4-BE49-F238E27FC236}">
                <a16:creationId xmlns:a16="http://schemas.microsoft.com/office/drawing/2014/main" id="{FC42C112-A26B-4876-87CA-45E73DB589E2}"/>
              </a:ext>
            </a:extLst>
          </p:cNvPr>
          <p:cNvSpPr>
            <a:spLocks/>
          </p:cNvSpPr>
          <p:nvPr/>
        </p:nvSpPr>
        <p:spPr>
          <a:xfrm>
            <a:off x="2237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8" name="data_3117">
            <a:extLst>
              <a:ext uri="{FF2B5EF4-FFF2-40B4-BE49-F238E27FC236}">
                <a16:creationId xmlns:a16="http://schemas.microsoft.com/office/drawing/2014/main" id="{C6321BED-2130-4BFA-9B3C-FAFBAE3EC148}"/>
              </a:ext>
            </a:extLst>
          </p:cNvPr>
          <p:cNvSpPr>
            <a:spLocks/>
          </p:cNvSpPr>
          <p:nvPr/>
        </p:nvSpPr>
        <p:spPr>
          <a:xfrm>
            <a:off x="2207061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9" name="data_3118">
            <a:extLst>
              <a:ext uri="{FF2B5EF4-FFF2-40B4-BE49-F238E27FC236}">
                <a16:creationId xmlns:a16="http://schemas.microsoft.com/office/drawing/2014/main" id="{0F31599B-73C2-4E6F-ABC3-71907B18AAC9}"/>
              </a:ext>
            </a:extLst>
          </p:cNvPr>
          <p:cNvSpPr>
            <a:spLocks/>
          </p:cNvSpPr>
          <p:nvPr/>
        </p:nvSpPr>
        <p:spPr>
          <a:xfrm>
            <a:off x="213822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0" name="data_3119">
            <a:extLst>
              <a:ext uri="{FF2B5EF4-FFF2-40B4-BE49-F238E27FC236}">
                <a16:creationId xmlns:a16="http://schemas.microsoft.com/office/drawing/2014/main" id="{3973EA59-FB9E-4EE9-A101-0F6AE21C39D6}"/>
              </a:ext>
            </a:extLst>
          </p:cNvPr>
          <p:cNvSpPr>
            <a:spLocks/>
          </p:cNvSpPr>
          <p:nvPr/>
        </p:nvSpPr>
        <p:spPr>
          <a:xfrm>
            <a:off x="2138489" y="66073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1" name="data_3120">
            <a:extLst>
              <a:ext uri="{FF2B5EF4-FFF2-40B4-BE49-F238E27FC236}">
                <a16:creationId xmlns:a16="http://schemas.microsoft.com/office/drawing/2014/main" id="{EEAF2629-7B33-4CAE-83FE-EE6FCF657523}"/>
              </a:ext>
            </a:extLst>
          </p:cNvPr>
          <p:cNvSpPr>
            <a:spLocks/>
          </p:cNvSpPr>
          <p:nvPr/>
        </p:nvSpPr>
        <p:spPr>
          <a:xfrm>
            <a:off x="24031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2" name="data_3121">
            <a:extLst>
              <a:ext uri="{FF2B5EF4-FFF2-40B4-BE49-F238E27FC236}">
                <a16:creationId xmlns:a16="http://schemas.microsoft.com/office/drawing/2014/main" id="{5C81E35C-3DE0-4AA8-A09D-1BCEB814C5C1}"/>
              </a:ext>
            </a:extLst>
          </p:cNvPr>
          <p:cNvSpPr>
            <a:spLocks/>
          </p:cNvSpPr>
          <p:nvPr/>
        </p:nvSpPr>
        <p:spPr>
          <a:xfrm>
            <a:off x="2452010" y="5204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3" name="data_3122">
            <a:extLst>
              <a:ext uri="{FF2B5EF4-FFF2-40B4-BE49-F238E27FC236}">
                <a16:creationId xmlns:a16="http://schemas.microsoft.com/office/drawing/2014/main" id="{E4F62F08-4EB5-4C6F-9703-0FB35E254A59}"/>
              </a:ext>
            </a:extLst>
          </p:cNvPr>
          <p:cNvSpPr>
            <a:spLocks/>
          </p:cNvSpPr>
          <p:nvPr/>
        </p:nvSpPr>
        <p:spPr>
          <a:xfrm>
            <a:off x="244553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4" name="data_3123">
            <a:extLst>
              <a:ext uri="{FF2B5EF4-FFF2-40B4-BE49-F238E27FC236}">
                <a16:creationId xmlns:a16="http://schemas.microsoft.com/office/drawing/2014/main" id="{C93E035D-378B-423E-97EE-9B9E27789AC8}"/>
              </a:ext>
            </a:extLst>
          </p:cNvPr>
          <p:cNvSpPr>
            <a:spLocks/>
          </p:cNvSpPr>
          <p:nvPr/>
        </p:nvSpPr>
        <p:spPr>
          <a:xfrm>
            <a:off x="237949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5" name="data_3124">
            <a:extLst>
              <a:ext uri="{FF2B5EF4-FFF2-40B4-BE49-F238E27FC236}">
                <a16:creationId xmlns:a16="http://schemas.microsoft.com/office/drawing/2014/main" id="{B4C3FDE7-F515-476F-BE89-7BDDDE4E6EF6}"/>
              </a:ext>
            </a:extLst>
          </p:cNvPr>
          <p:cNvSpPr>
            <a:spLocks/>
          </p:cNvSpPr>
          <p:nvPr/>
        </p:nvSpPr>
        <p:spPr>
          <a:xfrm>
            <a:off x="235940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6" name="data_3125">
            <a:extLst>
              <a:ext uri="{FF2B5EF4-FFF2-40B4-BE49-F238E27FC236}">
                <a16:creationId xmlns:a16="http://schemas.microsoft.com/office/drawing/2014/main" id="{DE8D8794-C51B-468E-9E3A-32003FA2F72B}"/>
              </a:ext>
            </a:extLst>
          </p:cNvPr>
          <p:cNvSpPr>
            <a:spLocks/>
          </p:cNvSpPr>
          <p:nvPr/>
        </p:nvSpPr>
        <p:spPr>
          <a:xfrm>
            <a:off x="2368222" y="6092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7" name="data_3126">
            <a:extLst>
              <a:ext uri="{FF2B5EF4-FFF2-40B4-BE49-F238E27FC236}">
                <a16:creationId xmlns:a16="http://schemas.microsoft.com/office/drawing/2014/main" id="{9F320190-0C77-41DF-AA7F-3307958F5391}"/>
              </a:ext>
            </a:extLst>
          </p:cNvPr>
          <p:cNvSpPr>
            <a:spLocks/>
          </p:cNvSpPr>
          <p:nvPr/>
        </p:nvSpPr>
        <p:spPr>
          <a:xfrm>
            <a:off x="2396235" y="58758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8" name="data_3127">
            <a:extLst>
              <a:ext uri="{FF2B5EF4-FFF2-40B4-BE49-F238E27FC236}">
                <a16:creationId xmlns:a16="http://schemas.microsoft.com/office/drawing/2014/main" id="{6FC4D8CA-5208-46E2-9B15-768057FC5C6E}"/>
              </a:ext>
            </a:extLst>
          </p:cNvPr>
          <p:cNvSpPr>
            <a:spLocks/>
          </p:cNvSpPr>
          <p:nvPr/>
        </p:nvSpPr>
        <p:spPr>
          <a:xfrm>
            <a:off x="2426659" y="61356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9" name="data_3128">
            <a:extLst>
              <a:ext uri="{FF2B5EF4-FFF2-40B4-BE49-F238E27FC236}">
                <a16:creationId xmlns:a16="http://schemas.microsoft.com/office/drawing/2014/main" id="{1E92E8A9-54BD-4E27-98FE-68C96C8C0332}"/>
              </a:ext>
            </a:extLst>
          </p:cNvPr>
          <p:cNvSpPr>
            <a:spLocks/>
          </p:cNvSpPr>
          <p:nvPr/>
        </p:nvSpPr>
        <p:spPr>
          <a:xfrm>
            <a:off x="2331375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0" name="data_3129">
            <a:extLst>
              <a:ext uri="{FF2B5EF4-FFF2-40B4-BE49-F238E27FC236}">
                <a16:creationId xmlns:a16="http://schemas.microsoft.com/office/drawing/2014/main" id="{7622335A-3AE2-44BC-B2BB-F6131E39274F}"/>
              </a:ext>
            </a:extLst>
          </p:cNvPr>
          <p:cNvSpPr>
            <a:spLocks/>
          </p:cNvSpPr>
          <p:nvPr/>
        </p:nvSpPr>
        <p:spPr>
          <a:xfrm>
            <a:off x="242588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1" name="data_3130">
            <a:extLst>
              <a:ext uri="{FF2B5EF4-FFF2-40B4-BE49-F238E27FC236}">
                <a16:creationId xmlns:a16="http://schemas.microsoft.com/office/drawing/2014/main" id="{B1D2307F-DAF9-4943-BD0F-AE6FFFA88F16}"/>
              </a:ext>
            </a:extLst>
          </p:cNvPr>
          <p:cNvSpPr>
            <a:spLocks/>
          </p:cNvSpPr>
          <p:nvPr/>
        </p:nvSpPr>
        <p:spPr>
          <a:xfrm>
            <a:off x="23299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2" name="data_3131">
            <a:extLst>
              <a:ext uri="{FF2B5EF4-FFF2-40B4-BE49-F238E27FC236}">
                <a16:creationId xmlns:a16="http://schemas.microsoft.com/office/drawing/2014/main" id="{F1AA41F5-65AA-4015-9B9C-10FD1F8E9A43}"/>
              </a:ext>
            </a:extLst>
          </p:cNvPr>
          <p:cNvSpPr>
            <a:spLocks/>
          </p:cNvSpPr>
          <p:nvPr/>
        </p:nvSpPr>
        <p:spPr>
          <a:xfrm>
            <a:off x="2420813" y="52500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3" name="data_3132">
            <a:extLst>
              <a:ext uri="{FF2B5EF4-FFF2-40B4-BE49-F238E27FC236}">
                <a16:creationId xmlns:a16="http://schemas.microsoft.com/office/drawing/2014/main" id="{7EE2464C-60DB-4A95-B062-42167650A54A}"/>
              </a:ext>
            </a:extLst>
          </p:cNvPr>
          <p:cNvSpPr>
            <a:spLocks/>
          </p:cNvSpPr>
          <p:nvPr/>
        </p:nvSpPr>
        <p:spPr>
          <a:xfrm>
            <a:off x="2452799" y="61338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4" name="data_3133">
            <a:extLst>
              <a:ext uri="{FF2B5EF4-FFF2-40B4-BE49-F238E27FC236}">
                <a16:creationId xmlns:a16="http://schemas.microsoft.com/office/drawing/2014/main" id="{1637CD92-91CD-47E3-9DF3-FFA0A34FFDE9}"/>
              </a:ext>
            </a:extLst>
          </p:cNvPr>
          <p:cNvSpPr>
            <a:spLocks/>
          </p:cNvSpPr>
          <p:nvPr/>
        </p:nvSpPr>
        <p:spPr>
          <a:xfrm>
            <a:off x="2364435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5" name="data_3134">
            <a:extLst>
              <a:ext uri="{FF2B5EF4-FFF2-40B4-BE49-F238E27FC236}">
                <a16:creationId xmlns:a16="http://schemas.microsoft.com/office/drawing/2014/main" id="{4AF63382-3F9B-428B-A82E-1D33743C786C}"/>
              </a:ext>
            </a:extLst>
          </p:cNvPr>
          <p:cNvSpPr>
            <a:spLocks/>
          </p:cNvSpPr>
          <p:nvPr/>
        </p:nvSpPr>
        <p:spPr>
          <a:xfrm>
            <a:off x="23511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6" name="data_3135">
            <a:extLst>
              <a:ext uri="{FF2B5EF4-FFF2-40B4-BE49-F238E27FC236}">
                <a16:creationId xmlns:a16="http://schemas.microsoft.com/office/drawing/2014/main" id="{4067BCC8-368E-4FEA-B23E-F9EF2FC286E5}"/>
              </a:ext>
            </a:extLst>
          </p:cNvPr>
          <p:cNvSpPr>
            <a:spLocks/>
          </p:cNvSpPr>
          <p:nvPr/>
        </p:nvSpPr>
        <p:spPr>
          <a:xfrm>
            <a:off x="233479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7" name="data_3136">
            <a:extLst>
              <a:ext uri="{FF2B5EF4-FFF2-40B4-BE49-F238E27FC236}">
                <a16:creationId xmlns:a16="http://schemas.microsoft.com/office/drawing/2014/main" id="{93B97B89-D5EB-41BD-B14B-36C271FA04F7}"/>
              </a:ext>
            </a:extLst>
          </p:cNvPr>
          <p:cNvSpPr>
            <a:spLocks/>
          </p:cNvSpPr>
          <p:nvPr/>
        </p:nvSpPr>
        <p:spPr>
          <a:xfrm>
            <a:off x="2364118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8" name="data_3137">
            <a:extLst>
              <a:ext uri="{FF2B5EF4-FFF2-40B4-BE49-F238E27FC236}">
                <a16:creationId xmlns:a16="http://schemas.microsoft.com/office/drawing/2014/main" id="{699AD31A-D949-4E20-85B7-8C00EA380C1F}"/>
              </a:ext>
            </a:extLst>
          </p:cNvPr>
          <p:cNvSpPr>
            <a:spLocks/>
          </p:cNvSpPr>
          <p:nvPr/>
        </p:nvSpPr>
        <p:spPr>
          <a:xfrm>
            <a:off x="245891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9" name="data_3138">
            <a:extLst>
              <a:ext uri="{FF2B5EF4-FFF2-40B4-BE49-F238E27FC236}">
                <a16:creationId xmlns:a16="http://schemas.microsoft.com/office/drawing/2014/main" id="{21861674-847B-4BFA-BE40-05D5CDF61851}"/>
              </a:ext>
            </a:extLst>
          </p:cNvPr>
          <p:cNvSpPr>
            <a:spLocks/>
          </p:cNvSpPr>
          <p:nvPr/>
        </p:nvSpPr>
        <p:spPr>
          <a:xfrm>
            <a:off x="2365631" y="63712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0" name="data_3139">
            <a:extLst>
              <a:ext uri="{FF2B5EF4-FFF2-40B4-BE49-F238E27FC236}">
                <a16:creationId xmlns:a16="http://schemas.microsoft.com/office/drawing/2014/main" id="{050C9E9F-A890-487C-9F2A-3CE584DC877C}"/>
              </a:ext>
            </a:extLst>
          </p:cNvPr>
          <p:cNvSpPr>
            <a:spLocks/>
          </p:cNvSpPr>
          <p:nvPr/>
        </p:nvSpPr>
        <p:spPr>
          <a:xfrm>
            <a:off x="234106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1" name="data_3140">
            <a:extLst>
              <a:ext uri="{FF2B5EF4-FFF2-40B4-BE49-F238E27FC236}">
                <a16:creationId xmlns:a16="http://schemas.microsoft.com/office/drawing/2014/main" id="{AF2271B6-41EF-4634-9EAD-3B2E5E9EB9B7}"/>
              </a:ext>
            </a:extLst>
          </p:cNvPr>
          <p:cNvSpPr>
            <a:spLocks/>
          </p:cNvSpPr>
          <p:nvPr/>
        </p:nvSpPr>
        <p:spPr>
          <a:xfrm>
            <a:off x="2370873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2" name="data_3141">
            <a:extLst>
              <a:ext uri="{FF2B5EF4-FFF2-40B4-BE49-F238E27FC236}">
                <a16:creationId xmlns:a16="http://schemas.microsoft.com/office/drawing/2014/main" id="{F3963B1A-C9E0-403E-8477-48B9B7AAC156}"/>
              </a:ext>
            </a:extLst>
          </p:cNvPr>
          <p:cNvSpPr>
            <a:spLocks/>
          </p:cNvSpPr>
          <p:nvPr/>
        </p:nvSpPr>
        <p:spPr>
          <a:xfrm>
            <a:off x="2376022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3" name="data_3142">
            <a:extLst>
              <a:ext uri="{FF2B5EF4-FFF2-40B4-BE49-F238E27FC236}">
                <a16:creationId xmlns:a16="http://schemas.microsoft.com/office/drawing/2014/main" id="{0F368CD7-9248-49C8-B009-D14EB0565D7C}"/>
              </a:ext>
            </a:extLst>
          </p:cNvPr>
          <p:cNvSpPr>
            <a:spLocks/>
          </p:cNvSpPr>
          <p:nvPr/>
        </p:nvSpPr>
        <p:spPr>
          <a:xfrm>
            <a:off x="2441499" y="53975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4" name="data_3143">
            <a:extLst>
              <a:ext uri="{FF2B5EF4-FFF2-40B4-BE49-F238E27FC236}">
                <a16:creationId xmlns:a16="http://schemas.microsoft.com/office/drawing/2014/main" id="{E349905B-EBCD-4567-BB49-D0ADC268639D}"/>
              </a:ext>
            </a:extLst>
          </p:cNvPr>
          <p:cNvSpPr>
            <a:spLocks/>
          </p:cNvSpPr>
          <p:nvPr/>
        </p:nvSpPr>
        <p:spPr>
          <a:xfrm>
            <a:off x="243205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5" name="data_3144">
            <a:extLst>
              <a:ext uri="{FF2B5EF4-FFF2-40B4-BE49-F238E27FC236}">
                <a16:creationId xmlns:a16="http://schemas.microsoft.com/office/drawing/2014/main" id="{D695AAF8-1550-4A8E-8509-E1F03911EE2A}"/>
              </a:ext>
            </a:extLst>
          </p:cNvPr>
          <p:cNvSpPr>
            <a:spLocks/>
          </p:cNvSpPr>
          <p:nvPr/>
        </p:nvSpPr>
        <p:spPr>
          <a:xfrm>
            <a:off x="23281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6" name="data_3145">
            <a:extLst>
              <a:ext uri="{FF2B5EF4-FFF2-40B4-BE49-F238E27FC236}">
                <a16:creationId xmlns:a16="http://schemas.microsoft.com/office/drawing/2014/main" id="{8C7122AF-38BE-441A-A7CB-10D4EC088950}"/>
              </a:ext>
            </a:extLst>
          </p:cNvPr>
          <p:cNvSpPr>
            <a:spLocks/>
          </p:cNvSpPr>
          <p:nvPr/>
        </p:nvSpPr>
        <p:spPr>
          <a:xfrm>
            <a:off x="2451064" y="6400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7" name="data_3146">
            <a:extLst>
              <a:ext uri="{FF2B5EF4-FFF2-40B4-BE49-F238E27FC236}">
                <a16:creationId xmlns:a16="http://schemas.microsoft.com/office/drawing/2014/main" id="{6B5781AF-3EEB-455F-ADF0-9A05A46B3837}"/>
              </a:ext>
            </a:extLst>
          </p:cNvPr>
          <p:cNvSpPr>
            <a:spLocks/>
          </p:cNvSpPr>
          <p:nvPr/>
        </p:nvSpPr>
        <p:spPr>
          <a:xfrm>
            <a:off x="2369317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8" name="data_3147">
            <a:extLst>
              <a:ext uri="{FF2B5EF4-FFF2-40B4-BE49-F238E27FC236}">
                <a16:creationId xmlns:a16="http://schemas.microsoft.com/office/drawing/2014/main" id="{1B29783C-0178-450E-B10B-CC5B2284720D}"/>
              </a:ext>
            </a:extLst>
          </p:cNvPr>
          <p:cNvSpPr>
            <a:spLocks/>
          </p:cNvSpPr>
          <p:nvPr/>
        </p:nvSpPr>
        <p:spPr>
          <a:xfrm>
            <a:off x="236260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9" name="data_3148">
            <a:extLst>
              <a:ext uri="{FF2B5EF4-FFF2-40B4-BE49-F238E27FC236}">
                <a16:creationId xmlns:a16="http://schemas.microsoft.com/office/drawing/2014/main" id="{BBE7CAE3-B334-429B-B603-D7FBA9E57FE2}"/>
              </a:ext>
            </a:extLst>
          </p:cNvPr>
          <p:cNvSpPr>
            <a:spLocks/>
          </p:cNvSpPr>
          <p:nvPr/>
        </p:nvSpPr>
        <p:spPr>
          <a:xfrm>
            <a:off x="239822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0" name="data_3149">
            <a:extLst>
              <a:ext uri="{FF2B5EF4-FFF2-40B4-BE49-F238E27FC236}">
                <a16:creationId xmlns:a16="http://schemas.microsoft.com/office/drawing/2014/main" id="{C42185C1-305A-4859-A1B1-D0B016970024}"/>
              </a:ext>
            </a:extLst>
          </p:cNvPr>
          <p:cNvSpPr>
            <a:spLocks/>
          </p:cNvSpPr>
          <p:nvPr/>
        </p:nvSpPr>
        <p:spPr>
          <a:xfrm>
            <a:off x="2445909" y="6539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1" name="data_3150">
            <a:extLst>
              <a:ext uri="{FF2B5EF4-FFF2-40B4-BE49-F238E27FC236}">
                <a16:creationId xmlns:a16="http://schemas.microsoft.com/office/drawing/2014/main" id="{323D1DB9-5825-48B2-AF51-34072B7C9AB3}"/>
              </a:ext>
            </a:extLst>
          </p:cNvPr>
          <p:cNvSpPr>
            <a:spLocks/>
          </p:cNvSpPr>
          <p:nvPr/>
        </p:nvSpPr>
        <p:spPr>
          <a:xfrm>
            <a:off x="244229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2" name="data_3151">
            <a:extLst>
              <a:ext uri="{FF2B5EF4-FFF2-40B4-BE49-F238E27FC236}">
                <a16:creationId xmlns:a16="http://schemas.microsoft.com/office/drawing/2014/main" id="{9C394B98-F576-4929-8286-638558FFCF2F}"/>
              </a:ext>
            </a:extLst>
          </p:cNvPr>
          <p:cNvSpPr>
            <a:spLocks/>
          </p:cNvSpPr>
          <p:nvPr/>
        </p:nvSpPr>
        <p:spPr>
          <a:xfrm>
            <a:off x="239014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3" name="data_3152">
            <a:extLst>
              <a:ext uri="{FF2B5EF4-FFF2-40B4-BE49-F238E27FC236}">
                <a16:creationId xmlns:a16="http://schemas.microsoft.com/office/drawing/2014/main" id="{5BEB4B1B-51AE-444C-AD46-1C7ABCC4F219}"/>
              </a:ext>
            </a:extLst>
          </p:cNvPr>
          <p:cNvSpPr>
            <a:spLocks/>
          </p:cNvSpPr>
          <p:nvPr/>
        </p:nvSpPr>
        <p:spPr>
          <a:xfrm>
            <a:off x="2428447" y="6916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4" name="data_3153">
            <a:extLst>
              <a:ext uri="{FF2B5EF4-FFF2-40B4-BE49-F238E27FC236}">
                <a16:creationId xmlns:a16="http://schemas.microsoft.com/office/drawing/2014/main" id="{BB3F43D4-2B98-4743-A689-2F3F3FC2CE49}"/>
              </a:ext>
            </a:extLst>
          </p:cNvPr>
          <p:cNvSpPr>
            <a:spLocks/>
          </p:cNvSpPr>
          <p:nvPr/>
        </p:nvSpPr>
        <p:spPr>
          <a:xfrm>
            <a:off x="244717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5" name="data_3154">
            <a:extLst>
              <a:ext uri="{FF2B5EF4-FFF2-40B4-BE49-F238E27FC236}">
                <a16:creationId xmlns:a16="http://schemas.microsoft.com/office/drawing/2014/main" id="{77904B1A-7296-47B4-98E2-A5C6D963946E}"/>
              </a:ext>
            </a:extLst>
          </p:cNvPr>
          <p:cNvSpPr>
            <a:spLocks/>
          </p:cNvSpPr>
          <p:nvPr/>
        </p:nvSpPr>
        <p:spPr>
          <a:xfrm>
            <a:off x="23991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6" name="data_3155">
            <a:extLst>
              <a:ext uri="{FF2B5EF4-FFF2-40B4-BE49-F238E27FC236}">
                <a16:creationId xmlns:a16="http://schemas.microsoft.com/office/drawing/2014/main" id="{FECF0992-1F2C-4D9E-AA10-9D5B38AB721F}"/>
              </a:ext>
            </a:extLst>
          </p:cNvPr>
          <p:cNvSpPr>
            <a:spLocks/>
          </p:cNvSpPr>
          <p:nvPr/>
        </p:nvSpPr>
        <p:spPr>
          <a:xfrm>
            <a:off x="242023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7" name="data_3156">
            <a:extLst>
              <a:ext uri="{FF2B5EF4-FFF2-40B4-BE49-F238E27FC236}">
                <a16:creationId xmlns:a16="http://schemas.microsoft.com/office/drawing/2014/main" id="{D874DE15-EA8E-4E75-A250-7F53E6420599}"/>
              </a:ext>
            </a:extLst>
          </p:cNvPr>
          <p:cNvSpPr>
            <a:spLocks/>
          </p:cNvSpPr>
          <p:nvPr/>
        </p:nvSpPr>
        <p:spPr>
          <a:xfrm>
            <a:off x="24009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8" name="data_3157">
            <a:extLst>
              <a:ext uri="{FF2B5EF4-FFF2-40B4-BE49-F238E27FC236}">
                <a16:creationId xmlns:a16="http://schemas.microsoft.com/office/drawing/2014/main" id="{FF33884C-F996-4DB1-B6AF-CC3812225053}"/>
              </a:ext>
            </a:extLst>
          </p:cNvPr>
          <p:cNvSpPr>
            <a:spLocks/>
          </p:cNvSpPr>
          <p:nvPr/>
        </p:nvSpPr>
        <p:spPr>
          <a:xfrm>
            <a:off x="2420134" y="53238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9" name="data_3158">
            <a:extLst>
              <a:ext uri="{FF2B5EF4-FFF2-40B4-BE49-F238E27FC236}">
                <a16:creationId xmlns:a16="http://schemas.microsoft.com/office/drawing/2014/main" id="{E5787E61-181F-40F9-AC68-003AEE5C6189}"/>
              </a:ext>
            </a:extLst>
          </p:cNvPr>
          <p:cNvSpPr>
            <a:spLocks/>
          </p:cNvSpPr>
          <p:nvPr/>
        </p:nvSpPr>
        <p:spPr>
          <a:xfrm>
            <a:off x="236310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0" name="data_3159">
            <a:extLst>
              <a:ext uri="{FF2B5EF4-FFF2-40B4-BE49-F238E27FC236}">
                <a16:creationId xmlns:a16="http://schemas.microsoft.com/office/drawing/2014/main" id="{7674853D-D2A1-4A5F-976F-82C60C53FD93}"/>
              </a:ext>
            </a:extLst>
          </p:cNvPr>
          <p:cNvSpPr>
            <a:spLocks/>
          </p:cNvSpPr>
          <p:nvPr/>
        </p:nvSpPr>
        <p:spPr>
          <a:xfrm>
            <a:off x="243859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1" name="data_3160">
            <a:extLst>
              <a:ext uri="{FF2B5EF4-FFF2-40B4-BE49-F238E27FC236}">
                <a16:creationId xmlns:a16="http://schemas.microsoft.com/office/drawing/2014/main" id="{C838CD36-AF9C-4DCD-8CE7-832F40EFD893}"/>
              </a:ext>
            </a:extLst>
          </p:cNvPr>
          <p:cNvSpPr>
            <a:spLocks/>
          </p:cNvSpPr>
          <p:nvPr/>
        </p:nvSpPr>
        <p:spPr>
          <a:xfrm>
            <a:off x="2389655" y="5945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2" name="data_3161">
            <a:extLst>
              <a:ext uri="{FF2B5EF4-FFF2-40B4-BE49-F238E27FC236}">
                <a16:creationId xmlns:a16="http://schemas.microsoft.com/office/drawing/2014/main" id="{0B1F2EB6-73CE-47DD-AA88-650E6804A322}"/>
              </a:ext>
            </a:extLst>
          </p:cNvPr>
          <p:cNvSpPr>
            <a:spLocks/>
          </p:cNvSpPr>
          <p:nvPr/>
        </p:nvSpPr>
        <p:spPr>
          <a:xfrm>
            <a:off x="244593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3" name="data_3162">
            <a:extLst>
              <a:ext uri="{FF2B5EF4-FFF2-40B4-BE49-F238E27FC236}">
                <a16:creationId xmlns:a16="http://schemas.microsoft.com/office/drawing/2014/main" id="{CB7B9273-C31C-418E-A2B4-920BE3EB0D5F}"/>
              </a:ext>
            </a:extLst>
          </p:cNvPr>
          <p:cNvSpPr>
            <a:spLocks/>
          </p:cNvSpPr>
          <p:nvPr/>
        </p:nvSpPr>
        <p:spPr>
          <a:xfrm>
            <a:off x="24161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4" name="data_3163">
            <a:extLst>
              <a:ext uri="{FF2B5EF4-FFF2-40B4-BE49-F238E27FC236}">
                <a16:creationId xmlns:a16="http://schemas.microsoft.com/office/drawing/2014/main" id="{0543294D-ED93-47FF-8D61-038307D4208D}"/>
              </a:ext>
            </a:extLst>
          </p:cNvPr>
          <p:cNvSpPr>
            <a:spLocks/>
          </p:cNvSpPr>
          <p:nvPr/>
        </p:nvSpPr>
        <p:spPr>
          <a:xfrm>
            <a:off x="2348058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5" name="data_3164">
            <a:extLst>
              <a:ext uri="{FF2B5EF4-FFF2-40B4-BE49-F238E27FC236}">
                <a16:creationId xmlns:a16="http://schemas.microsoft.com/office/drawing/2014/main" id="{B62ACF2D-909D-460F-9CAE-347417CB7E06}"/>
              </a:ext>
            </a:extLst>
          </p:cNvPr>
          <p:cNvSpPr>
            <a:spLocks/>
          </p:cNvSpPr>
          <p:nvPr/>
        </p:nvSpPr>
        <p:spPr>
          <a:xfrm>
            <a:off x="2427655" y="56817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6" name="data_3165">
            <a:extLst>
              <a:ext uri="{FF2B5EF4-FFF2-40B4-BE49-F238E27FC236}">
                <a16:creationId xmlns:a16="http://schemas.microsoft.com/office/drawing/2014/main" id="{5E37E872-B8A4-4B2F-8D6C-FDEA580BD29D}"/>
              </a:ext>
            </a:extLst>
          </p:cNvPr>
          <p:cNvSpPr>
            <a:spLocks/>
          </p:cNvSpPr>
          <p:nvPr/>
        </p:nvSpPr>
        <p:spPr>
          <a:xfrm>
            <a:off x="2425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7" name="data_3166">
            <a:extLst>
              <a:ext uri="{FF2B5EF4-FFF2-40B4-BE49-F238E27FC236}">
                <a16:creationId xmlns:a16="http://schemas.microsoft.com/office/drawing/2014/main" id="{F567847F-7A64-4AFE-B071-3CB345B8F46C}"/>
              </a:ext>
            </a:extLst>
          </p:cNvPr>
          <p:cNvSpPr>
            <a:spLocks/>
          </p:cNvSpPr>
          <p:nvPr/>
        </p:nvSpPr>
        <p:spPr>
          <a:xfrm>
            <a:off x="23855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8" name="data_3167">
            <a:extLst>
              <a:ext uri="{FF2B5EF4-FFF2-40B4-BE49-F238E27FC236}">
                <a16:creationId xmlns:a16="http://schemas.microsoft.com/office/drawing/2014/main" id="{F35D57C1-B290-4778-8917-CDF257F2C018}"/>
              </a:ext>
            </a:extLst>
          </p:cNvPr>
          <p:cNvSpPr>
            <a:spLocks/>
          </p:cNvSpPr>
          <p:nvPr/>
        </p:nvSpPr>
        <p:spPr>
          <a:xfrm>
            <a:off x="2439962" y="6409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9" name="data_3168">
            <a:extLst>
              <a:ext uri="{FF2B5EF4-FFF2-40B4-BE49-F238E27FC236}">
                <a16:creationId xmlns:a16="http://schemas.microsoft.com/office/drawing/2014/main" id="{B607200B-C461-4190-ABBD-5E52C99A0BC1}"/>
              </a:ext>
            </a:extLst>
          </p:cNvPr>
          <p:cNvSpPr>
            <a:spLocks/>
          </p:cNvSpPr>
          <p:nvPr/>
        </p:nvSpPr>
        <p:spPr>
          <a:xfrm>
            <a:off x="2417123" y="5266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0" name="data_3169">
            <a:extLst>
              <a:ext uri="{FF2B5EF4-FFF2-40B4-BE49-F238E27FC236}">
                <a16:creationId xmlns:a16="http://schemas.microsoft.com/office/drawing/2014/main" id="{65A70946-C15D-472D-8EB0-5F62A87F6B0B}"/>
              </a:ext>
            </a:extLst>
          </p:cNvPr>
          <p:cNvSpPr>
            <a:spLocks/>
          </p:cNvSpPr>
          <p:nvPr/>
        </p:nvSpPr>
        <p:spPr>
          <a:xfrm>
            <a:off x="234843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1" name="data_3170">
            <a:extLst>
              <a:ext uri="{FF2B5EF4-FFF2-40B4-BE49-F238E27FC236}">
                <a16:creationId xmlns:a16="http://schemas.microsoft.com/office/drawing/2014/main" id="{AD16BC80-69EA-400B-A376-E31EC1EB71E5}"/>
              </a:ext>
            </a:extLst>
          </p:cNvPr>
          <p:cNvSpPr>
            <a:spLocks/>
          </p:cNvSpPr>
          <p:nvPr/>
        </p:nvSpPr>
        <p:spPr>
          <a:xfrm>
            <a:off x="2457221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2" name="data_3171">
            <a:extLst>
              <a:ext uri="{FF2B5EF4-FFF2-40B4-BE49-F238E27FC236}">
                <a16:creationId xmlns:a16="http://schemas.microsoft.com/office/drawing/2014/main" id="{4F03859B-699E-433D-B24F-81E5FE6462FA}"/>
              </a:ext>
            </a:extLst>
          </p:cNvPr>
          <p:cNvSpPr>
            <a:spLocks/>
          </p:cNvSpPr>
          <p:nvPr/>
        </p:nvSpPr>
        <p:spPr>
          <a:xfrm>
            <a:off x="2397250" y="6453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3" name="data_3172">
            <a:extLst>
              <a:ext uri="{FF2B5EF4-FFF2-40B4-BE49-F238E27FC236}">
                <a16:creationId xmlns:a16="http://schemas.microsoft.com/office/drawing/2014/main" id="{7BB8070B-9697-4302-80C4-DFA9ECFDDCC5}"/>
              </a:ext>
            </a:extLst>
          </p:cNvPr>
          <p:cNvSpPr>
            <a:spLocks/>
          </p:cNvSpPr>
          <p:nvPr/>
        </p:nvSpPr>
        <p:spPr>
          <a:xfrm>
            <a:off x="2345223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4" name="data_3173">
            <a:extLst>
              <a:ext uri="{FF2B5EF4-FFF2-40B4-BE49-F238E27FC236}">
                <a16:creationId xmlns:a16="http://schemas.microsoft.com/office/drawing/2014/main" id="{44FE70ED-92BA-4687-A5DB-325E6518B739}"/>
              </a:ext>
            </a:extLst>
          </p:cNvPr>
          <p:cNvSpPr>
            <a:spLocks/>
          </p:cNvSpPr>
          <p:nvPr/>
        </p:nvSpPr>
        <p:spPr>
          <a:xfrm>
            <a:off x="2359502" y="66921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5" name="data_3174">
            <a:extLst>
              <a:ext uri="{FF2B5EF4-FFF2-40B4-BE49-F238E27FC236}">
                <a16:creationId xmlns:a16="http://schemas.microsoft.com/office/drawing/2014/main" id="{ADB91952-39CB-4451-8B57-C9F01BC3D8A1}"/>
              </a:ext>
            </a:extLst>
          </p:cNvPr>
          <p:cNvSpPr>
            <a:spLocks/>
          </p:cNvSpPr>
          <p:nvPr/>
        </p:nvSpPr>
        <p:spPr>
          <a:xfrm>
            <a:off x="2433279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6" name="data_3175">
            <a:extLst>
              <a:ext uri="{FF2B5EF4-FFF2-40B4-BE49-F238E27FC236}">
                <a16:creationId xmlns:a16="http://schemas.microsoft.com/office/drawing/2014/main" id="{0A8516A6-33B0-46B4-B7DE-FB2A428B9312}"/>
              </a:ext>
            </a:extLst>
          </p:cNvPr>
          <p:cNvSpPr>
            <a:spLocks/>
          </p:cNvSpPr>
          <p:nvPr/>
        </p:nvSpPr>
        <p:spPr>
          <a:xfrm>
            <a:off x="246477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7" name="data_3176">
            <a:extLst>
              <a:ext uri="{FF2B5EF4-FFF2-40B4-BE49-F238E27FC236}">
                <a16:creationId xmlns:a16="http://schemas.microsoft.com/office/drawing/2014/main" id="{4915BBE5-CA45-4906-AC54-02F5B0AE9D6C}"/>
              </a:ext>
            </a:extLst>
          </p:cNvPr>
          <p:cNvSpPr>
            <a:spLocks/>
          </p:cNvSpPr>
          <p:nvPr/>
        </p:nvSpPr>
        <p:spPr>
          <a:xfrm>
            <a:off x="2422276" y="57438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8" name="data_3177">
            <a:extLst>
              <a:ext uri="{FF2B5EF4-FFF2-40B4-BE49-F238E27FC236}">
                <a16:creationId xmlns:a16="http://schemas.microsoft.com/office/drawing/2014/main" id="{F34462D6-9AE4-4580-9BE1-370C36201E63}"/>
              </a:ext>
            </a:extLst>
          </p:cNvPr>
          <p:cNvSpPr>
            <a:spLocks/>
          </p:cNvSpPr>
          <p:nvPr/>
        </p:nvSpPr>
        <p:spPr>
          <a:xfrm>
            <a:off x="241825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9" name="data_3178">
            <a:extLst>
              <a:ext uri="{FF2B5EF4-FFF2-40B4-BE49-F238E27FC236}">
                <a16:creationId xmlns:a16="http://schemas.microsoft.com/office/drawing/2014/main" id="{30F01B85-A57E-4865-9C17-93C2303CDA03}"/>
              </a:ext>
            </a:extLst>
          </p:cNvPr>
          <p:cNvSpPr>
            <a:spLocks/>
          </p:cNvSpPr>
          <p:nvPr/>
        </p:nvSpPr>
        <p:spPr>
          <a:xfrm>
            <a:off x="2392628" y="61101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0" name="data_3179">
            <a:extLst>
              <a:ext uri="{FF2B5EF4-FFF2-40B4-BE49-F238E27FC236}">
                <a16:creationId xmlns:a16="http://schemas.microsoft.com/office/drawing/2014/main" id="{935A66DF-8183-47C0-A675-7B19E31515FE}"/>
              </a:ext>
            </a:extLst>
          </p:cNvPr>
          <p:cNvSpPr>
            <a:spLocks/>
          </p:cNvSpPr>
          <p:nvPr/>
        </p:nvSpPr>
        <p:spPr>
          <a:xfrm>
            <a:off x="24042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1" name="data_3180">
            <a:extLst>
              <a:ext uri="{FF2B5EF4-FFF2-40B4-BE49-F238E27FC236}">
                <a16:creationId xmlns:a16="http://schemas.microsoft.com/office/drawing/2014/main" id="{2C929341-D179-4258-B2C6-3079230E311C}"/>
              </a:ext>
            </a:extLst>
          </p:cNvPr>
          <p:cNvSpPr>
            <a:spLocks/>
          </p:cNvSpPr>
          <p:nvPr/>
        </p:nvSpPr>
        <p:spPr>
          <a:xfrm>
            <a:off x="2381105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2" name="data_3181">
            <a:extLst>
              <a:ext uri="{FF2B5EF4-FFF2-40B4-BE49-F238E27FC236}">
                <a16:creationId xmlns:a16="http://schemas.microsoft.com/office/drawing/2014/main" id="{5DCB2352-4E91-4630-9470-1967B26D2835}"/>
              </a:ext>
            </a:extLst>
          </p:cNvPr>
          <p:cNvSpPr>
            <a:spLocks/>
          </p:cNvSpPr>
          <p:nvPr/>
        </p:nvSpPr>
        <p:spPr>
          <a:xfrm>
            <a:off x="238031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3" name="data_3182">
            <a:extLst>
              <a:ext uri="{FF2B5EF4-FFF2-40B4-BE49-F238E27FC236}">
                <a16:creationId xmlns:a16="http://schemas.microsoft.com/office/drawing/2014/main" id="{BE04BD9A-B3E2-4F98-81AB-2539BA5835D6}"/>
              </a:ext>
            </a:extLst>
          </p:cNvPr>
          <p:cNvSpPr>
            <a:spLocks/>
          </p:cNvSpPr>
          <p:nvPr/>
        </p:nvSpPr>
        <p:spPr>
          <a:xfrm>
            <a:off x="24515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4" name="data_3183">
            <a:extLst>
              <a:ext uri="{FF2B5EF4-FFF2-40B4-BE49-F238E27FC236}">
                <a16:creationId xmlns:a16="http://schemas.microsoft.com/office/drawing/2014/main" id="{89364583-ADA8-466E-90D1-8E7090109839}"/>
              </a:ext>
            </a:extLst>
          </p:cNvPr>
          <p:cNvSpPr>
            <a:spLocks/>
          </p:cNvSpPr>
          <p:nvPr/>
        </p:nvSpPr>
        <p:spPr>
          <a:xfrm>
            <a:off x="2428661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5" name="data_3184">
            <a:extLst>
              <a:ext uri="{FF2B5EF4-FFF2-40B4-BE49-F238E27FC236}">
                <a16:creationId xmlns:a16="http://schemas.microsoft.com/office/drawing/2014/main" id="{0FA49D5F-AB1B-41CD-AC0D-4E0385F313E3}"/>
              </a:ext>
            </a:extLst>
          </p:cNvPr>
          <p:cNvSpPr>
            <a:spLocks/>
          </p:cNvSpPr>
          <p:nvPr/>
        </p:nvSpPr>
        <p:spPr>
          <a:xfrm>
            <a:off x="2393250" y="6915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6" name="data_3185">
            <a:extLst>
              <a:ext uri="{FF2B5EF4-FFF2-40B4-BE49-F238E27FC236}">
                <a16:creationId xmlns:a16="http://schemas.microsoft.com/office/drawing/2014/main" id="{4E6F5C66-C1D9-41E2-80B9-280D317A159B}"/>
              </a:ext>
            </a:extLst>
          </p:cNvPr>
          <p:cNvSpPr>
            <a:spLocks/>
          </p:cNvSpPr>
          <p:nvPr/>
        </p:nvSpPr>
        <p:spPr>
          <a:xfrm>
            <a:off x="2377764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7" name="data_3186">
            <a:extLst>
              <a:ext uri="{FF2B5EF4-FFF2-40B4-BE49-F238E27FC236}">
                <a16:creationId xmlns:a16="http://schemas.microsoft.com/office/drawing/2014/main" id="{FC9DD760-3CE3-4410-BF26-C101E76FFC73}"/>
              </a:ext>
            </a:extLst>
          </p:cNvPr>
          <p:cNvSpPr>
            <a:spLocks/>
          </p:cNvSpPr>
          <p:nvPr/>
        </p:nvSpPr>
        <p:spPr>
          <a:xfrm>
            <a:off x="237947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8" name="data_3187">
            <a:extLst>
              <a:ext uri="{FF2B5EF4-FFF2-40B4-BE49-F238E27FC236}">
                <a16:creationId xmlns:a16="http://schemas.microsoft.com/office/drawing/2014/main" id="{EE2B1A0B-86E5-40F0-A35C-444B6A427633}"/>
              </a:ext>
            </a:extLst>
          </p:cNvPr>
          <p:cNvSpPr>
            <a:spLocks/>
          </p:cNvSpPr>
          <p:nvPr/>
        </p:nvSpPr>
        <p:spPr>
          <a:xfrm>
            <a:off x="2460466" y="69342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9" name="data_3188">
            <a:extLst>
              <a:ext uri="{FF2B5EF4-FFF2-40B4-BE49-F238E27FC236}">
                <a16:creationId xmlns:a16="http://schemas.microsoft.com/office/drawing/2014/main" id="{D35F8051-1A7F-463D-9A31-F12C56A91FF6}"/>
              </a:ext>
            </a:extLst>
          </p:cNvPr>
          <p:cNvSpPr>
            <a:spLocks/>
          </p:cNvSpPr>
          <p:nvPr/>
        </p:nvSpPr>
        <p:spPr>
          <a:xfrm>
            <a:off x="2419190" y="6355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0" name="data_3189">
            <a:extLst>
              <a:ext uri="{FF2B5EF4-FFF2-40B4-BE49-F238E27FC236}">
                <a16:creationId xmlns:a16="http://schemas.microsoft.com/office/drawing/2014/main" id="{BF22FA1B-9DAF-4ADE-8D30-F490594F929A}"/>
              </a:ext>
            </a:extLst>
          </p:cNvPr>
          <p:cNvSpPr>
            <a:spLocks/>
          </p:cNvSpPr>
          <p:nvPr/>
        </p:nvSpPr>
        <p:spPr>
          <a:xfrm>
            <a:off x="23642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1" name="data_3190">
            <a:extLst>
              <a:ext uri="{FF2B5EF4-FFF2-40B4-BE49-F238E27FC236}">
                <a16:creationId xmlns:a16="http://schemas.microsoft.com/office/drawing/2014/main" id="{DBAB7626-EF6F-4636-AFFC-D61EBE7BFFC6}"/>
              </a:ext>
            </a:extLst>
          </p:cNvPr>
          <p:cNvSpPr>
            <a:spLocks/>
          </p:cNvSpPr>
          <p:nvPr/>
        </p:nvSpPr>
        <p:spPr>
          <a:xfrm>
            <a:off x="2457988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2" name="data_3191">
            <a:extLst>
              <a:ext uri="{FF2B5EF4-FFF2-40B4-BE49-F238E27FC236}">
                <a16:creationId xmlns:a16="http://schemas.microsoft.com/office/drawing/2014/main" id="{0B762736-5C75-418B-8599-0AC49A2CCD69}"/>
              </a:ext>
            </a:extLst>
          </p:cNvPr>
          <p:cNvSpPr>
            <a:spLocks/>
          </p:cNvSpPr>
          <p:nvPr/>
        </p:nvSpPr>
        <p:spPr>
          <a:xfrm>
            <a:off x="2409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3" name="data_3192">
            <a:extLst>
              <a:ext uri="{FF2B5EF4-FFF2-40B4-BE49-F238E27FC236}">
                <a16:creationId xmlns:a16="http://schemas.microsoft.com/office/drawing/2014/main" id="{1C5EEFCF-028C-41C2-B7EE-B8EE1D3A7D1E}"/>
              </a:ext>
            </a:extLst>
          </p:cNvPr>
          <p:cNvSpPr>
            <a:spLocks/>
          </p:cNvSpPr>
          <p:nvPr/>
        </p:nvSpPr>
        <p:spPr>
          <a:xfrm>
            <a:off x="23570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4" name="data_3193">
            <a:extLst>
              <a:ext uri="{FF2B5EF4-FFF2-40B4-BE49-F238E27FC236}">
                <a16:creationId xmlns:a16="http://schemas.microsoft.com/office/drawing/2014/main" id="{0E793C8A-52EE-43E3-B0AC-905DC3206178}"/>
              </a:ext>
            </a:extLst>
          </p:cNvPr>
          <p:cNvSpPr>
            <a:spLocks/>
          </p:cNvSpPr>
          <p:nvPr/>
        </p:nvSpPr>
        <p:spPr>
          <a:xfrm>
            <a:off x="24197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5" name="data_3194">
            <a:extLst>
              <a:ext uri="{FF2B5EF4-FFF2-40B4-BE49-F238E27FC236}">
                <a16:creationId xmlns:a16="http://schemas.microsoft.com/office/drawing/2014/main" id="{39C5A69D-D93F-47E8-87C1-28639EDEB4E1}"/>
              </a:ext>
            </a:extLst>
          </p:cNvPr>
          <p:cNvSpPr>
            <a:spLocks/>
          </p:cNvSpPr>
          <p:nvPr/>
        </p:nvSpPr>
        <p:spPr>
          <a:xfrm>
            <a:off x="2445451" y="6455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6" name="data_3195">
            <a:extLst>
              <a:ext uri="{FF2B5EF4-FFF2-40B4-BE49-F238E27FC236}">
                <a16:creationId xmlns:a16="http://schemas.microsoft.com/office/drawing/2014/main" id="{54D1654E-A04C-4A06-8F27-E1638638A2EB}"/>
              </a:ext>
            </a:extLst>
          </p:cNvPr>
          <p:cNvSpPr>
            <a:spLocks/>
          </p:cNvSpPr>
          <p:nvPr/>
        </p:nvSpPr>
        <p:spPr>
          <a:xfrm>
            <a:off x="2365450" y="63337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7" name="data_3196">
            <a:extLst>
              <a:ext uri="{FF2B5EF4-FFF2-40B4-BE49-F238E27FC236}">
                <a16:creationId xmlns:a16="http://schemas.microsoft.com/office/drawing/2014/main" id="{7DA3A11A-2553-4FBC-A380-D55FAA6E91DE}"/>
              </a:ext>
            </a:extLst>
          </p:cNvPr>
          <p:cNvSpPr>
            <a:spLocks/>
          </p:cNvSpPr>
          <p:nvPr/>
        </p:nvSpPr>
        <p:spPr>
          <a:xfrm>
            <a:off x="2361855" y="6820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8" name="data_3197">
            <a:extLst>
              <a:ext uri="{FF2B5EF4-FFF2-40B4-BE49-F238E27FC236}">
                <a16:creationId xmlns:a16="http://schemas.microsoft.com/office/drawing/2014/main" id="{DCEC64AD-A87B-467F-9F0B-0288F21079BE}"/>
              </a:ext>
            </a:extLst>
          </p:cNvPr>
          <p:cNvSpPr>
            <a:spLocks/>
          </p:cNvSpPr>
          <p:nvPr/>
        </p:nvSpPr>
        <p:spPr>
          <a:xfrm>
            <a:off x="2417464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9" name="data_3198">
            <a:extLst>
              <a:ext uri="{FF2B5EF4-FFF2-40B4-BE49-F238E27FC236}">
                <a16:creationId xmlns:a16="http://schemas.microsoft.com/office/drawing/2014/main" id="{150F997A-836D-4C6C-AEF2-2FB4C038C7D0}"/>
              </a:ext>
            </a:extLst>
          </p:cNvPr>
          <p:cNvSpPr>
            <a:spLocks/>
          </p:cNvSpPr>
          <p:nvPr/>
        </p:nvSpPr>
        <p:spPr>
          <a:xfrm>
            <a:off x="245185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0" name="data_3199">
            <a:extLst>
              <a:ext uri="{FF2B5EF4-FFF2-40B4-BE49-F238E27FC236}">
                <a16:creationId xmlns:a16="http://schemas.microsoft.com/office/drawing/2014/main" id="{FEE194F7-0EC5-456E-8ACE-084B20AF8061}"/>
              </a:ext>
            </a:extLst>
          </p:cNvPr>
          <p:cNvSpPr>
            <a:spLocks/>
          </p:cNvSpPr>
          <p:nvPr/>
        </p:nvSpPr>
        <p:spPr>
          <a:xfrm>
            <a:off x="23334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1" name="data_3200">
            <a:extLst>
              <a:ext uri="{FF2B5EF4-FFF2-40B4-BE49-F238E27FC236}">
                <a16:creationId xmlns:a16="http://schemas.microsoft.com/office/drawing/2014/main" id="{B6E70136-A096-4374-952D-E5BD0410AC07}"/>
              </a:ext>
            </a:extLst>
          </p:cNvPr>
          <p:cNvSpPr>
            <a:spLocks/>
          </p:cNvSpPr>
          <p:nvPr/>
        </p:nvSpPr>
        <p:spPr>
          <a:xfrm>
            <a:off x="24057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2" name="data_3201">
            <a:extLst>
              <a:ext uri="{FF2B5EF4-FFF2-40B4-BE49-F238E27FC236}">
                <a16:creationId xmlns:a16="http://schemas.microsoft.com/office/drawing/2014/main" id="{6160A790-2136-4D51-A787-2141132BBBB8}"/>
              </a:ext>
            </a:extLst>
          </p:cNvPr>
          <p:cNvSpPr>
            <a:spLocks/>
          </p:cNvSpPr>
          <p:nvPr/>
        </p:nvSpPr>
        <p:spPr>
          <a:xfrm>
            <a:off x="237913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3" name="data_3202">
            <a:extLst>
              <a:ext uri="{FF2B5EF4-FFF2-40B4-BE49-F238E27FC236}">
                <a16:creationId xmlns:a16="http://schemas.microsoft.com/office/drawing/2014/main" id="{812DECAF-587B-414D-B569-E08A303B603D}"/>
              </a:ext>
            </a:extLst>
          </p:cNvPr>
          <p:cNvSpPr>
            <a:spLocks/>
          </p:cNvSpPr>
          <p:nvPr/>
        </p:nvSpPr>
        <p:spPr>
          <a:xfrm>
            <a:off x="2355469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4" name="data_3203">
            <a:extLst>
              <a:ext uri="{FF2B5EF4-FFF2-40B4-BE49-F238E27FC236}">
                <a16:creationId xmlns:a16="http://schemas.microsoft.com/office/drawing/2014/main" id="{CED23B9B-B75C-425F-9F47-027EA13E1E3A}"/>
              </a:ext>
            </a:extLst>
          </p:cNvPr>
          <p:cNvSpPr>
            <a:spLocks/>
          </p:cNvSpPr>
          <p:nvPr/>
        </p:nvSpPr>
        <p:spPr>
          <a:xfrm>
            <a:off x="2406414" y="65714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5" name="data_3204">
            <a:extLst>
              <a:ext uri="{FF2B5EF4-FFF2-40B4-BE49-F238E27FC236}">
                <a16:creationId xmlns:a16="http://schemas.microsoft.com/office/drawing/2014/main" id="{F3EE9614-9C3C-4C25-BA2A-E5F6F79C1C00}"/>
              </a:ext>
            </a:extLst>
          </p:cNvPr>
          <p:cNvSpPr>
            <a:spLocks/>
          </p:cNvSpPr>
          <p:nvPr/>
        </p:nvSpPr>
        <p:spPr>
          <a:xfrm>
            <a:off x="2399033" y="62079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6" name="data_3205">
            <a:extLst>
              <a:ext uri="{FF2B5EF4-FFF2-40B4-BE49-F238E27FC236}">
                <a16:creationId xmlns:a16="http://schemas.microsoft.com/office/drawing/2014/main" id="{46BB0505-0195-405D-87FB-77B65F3409EE}"/>
              </a:ext>
            </a:extLst>
          </p:cNvPr>
          <p:cNvSpPr>
            <a:spLocks/>
          </p:cNvSpPr>
          <p:nvPr/>
        </p:nvSpPr>
        <p:spPr>
          <a:xfrm>
            <a:off x="2353037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7" name="data_3206">
            <a:extLst>
              <a:ext uri="{FF2B5EF4-FFF2-40B4-BE49-F238E27FC236}">
                <a16:creationId xmlns:a16="http://schemas.microsoft.com/office/drawing/2014/main" id="{B872BD57-104D-4E9F-B5E0-4E31E536D73E}"/>
              </a:ext>
            </a:extLst>
          </p:cNvPr>
          <p:cNvSpPr>
            <a:spLocks/>
          </p:cNvSpPr>
          <p:nvPr/>
        </p:nvSpPr>
        <p:spPr>
          <a:xfrm>
            <a:off x="2381029" y="5883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8" name="data_3207">
            <a:extLst>
              <a:ext uri="{FF2B5EF4-FFF2-40B4-BE49-F238E27FC236}">
                <a16:creationId xmlns:a16="http://schemas.microsoft.com/office/drawing/2014/main" id="{588DFE3B-DAF8-470A-BA1C-0406E90EC200}"/>
              </a:ext>
            </a:extLst>
          </p:cNvPr>
          <p:cNvSpPr>
            <a:spLocks/>
          </p:cNvSpPr>
          <p:nvPr/>
        </p:nvSpPr>
        <p:spPr>
          <a:xfrm>
            <a:off x="232811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9" name="data_3208">
            <a:extLst>
              <a:ext uri="{FF2B5EF4-FFF2-40B4-BE49-F238E27FC236}">
                <a16:creationId xmlns:a16="http://schemas.microsoft.com/office/drawing/2014/main" id="{FCFFB417-6A7C-469D-B9F1-DFD1EE269466}"/>
              </a:ext>
            </a:extLst>
          </p:cNvPr>
          <p:cNvSpPr>
            <a:spLocks/>
          </p:cNvSpPr>
          <p:nvPr/>
        </p:nvSpPr>
        <p:spPr>
          <a:xfrm>
            <a:off x="237438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0" name="data_3209">
            <a:extLst>
              <a:ext uri="{FF2B5EF4-FFF2-40B4-BE49-F238E27FC236}">
                <a16:creationId xmlns:a16="http://schemas.microsoft.com/office/drawing/2014/main" id="{EB00BCFF-CBC1-47C3-B9AD-404CE2A3DA8C}"/>
              </a:ext>
            </a:extLst>
          </p:cNvPr>
          <p:cNvSpPr>
            <a:spLocks/>
          </p:cNvSpPr>
          <p:nvPr/>
        </p:nvSpPr>
        <p:spPr>
          <a:xfrm>
            <a:off x="2408620" y="5894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1" name="data_3210">
            <a:extLst>
              <a:ext uri="{FF2B5EF4-FFF2-40B4-BE49-F238E27FC236}">
                <a16:creationId xmlns:a16="http://schemas.microsoft.com/office/drawing/2014/main" id="{F3C0751B-B9D9-43FC-BD39-B35FE453BE46}"/>
              </a:ext>
            </a:extLst>
          </p:cNvPr>
          <p:cNvSpPr>
            <a:spLocks/>
          </p:cNvSpPr>
          <p:nvPr/>
        </p:nvSpPr>
        <p:spPr>
          <a:xfrm>
            <a:off x="235982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2" name="data_3211">
            <a:extLst>
              <a:ext uri="{FF2B5EF4-FFF2-40B4-BE49-F238E27FC236}">
                <a16:creationId xmlns:a16="http://schemas.microsoft.com/office/drawing/2014/main" id="{7E3BAFB6-E8C2-43AE-B32E-C77E8A16122C}"/>
              </a:ext>
            </a:extLst>
          </p:cNvPr>
          <p:cNvSpPr>
            <a:spLocks/>
          </p:cNvSpPr>
          <p:nvPr/>
        </p:nvSpPr>
        <p:spPr>
          <a:xfrm>
            <a:off x="2454302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3" name="data_3212">
            <a:extLst>
              <a:ext uri="{FF2B5EF4-FFF2-40B4-BE49-F238E27FC236}">
                <a16:creationId xmlns:a16="http://schemas.microsoft.com/office/drawing/2014/main" id="{18B0B47D-379B-451C-BD50-2AB40F63A5E2}"/>
              </a:ext>
            </a:extLst>
          </p:cNvPr>
          <p:cNvSpPr>
            <a:spLocks/>
          </p:cNvSpPr>
          <p:nvPr/>
        </p:nvSpPr>
        <p:spPr>
          <a:xfrm>
            <a:off x="242844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4" name="data_3213">
            <a:extLst>
              <a:ext uri="{FF2B5EF4-FFF2-40B4-BE49-F238E27FC236}">
                <a16:creationId xmlns:a16="http://schemas.microsoft.com/office/drawing/2014/main" id="{6CE8F4E8-C953-4E5E-9DA1-D5870D251221}"/>
              </a:ext>
            </a:extLst>
          </p:cNvPr>
          <p:cNvSpPr>
            <a:spLocks/>
          </p:cNvSpPr>
          <p:nvPr/>
        </p:nvSpPr>
        <p:spPr>
          <a:xfrm>
            <a:off x="2431419" y="68184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5" name="data_3214">
            <a:extLst>
              <a:ext uri="{FF2B5EF4-FFF2-40B4-BE49-F238E27FC236}">
                <a16:creationId xmlns:a16="http://schemas.microsoft.com/office/drawing/2014/main" id="{AB680835-603F-4667-8345-979C3245DF08}"/>
              </a:ext>
            </a:extLst>
          </p:cNvPr>
          <p:cNvSpPr>
            <a:spLocks/>
          </p:cNvSpPr>
          <p:nvPr/>
        </p:nvSpPr>
        <p:spPr>
          <a:xfrm>
            <a:off x="26022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6" name="data_3215">
            <a:extLst>
              <a:ext uri="{FF2B5EF4-FFF2-40B4-BE49-F238E27FC236}">
                <a16:creationId xmlns:a16="http://schemas.microsoft.com/office/drawing/2014/main" id="{B21ACE0B-F186-4C1D-A312-5ED1D6C3AE38}"/>
              </a:ext>
            </a:extLst>
          </p:cNvPr>
          <p:cNvSpPr>
            <a:spLocks/>
          </p:cNvSpPr>
          <p:nvPr/>
        </p:nvSpPr>
        <p:spPr>
          <a:xfrm>
            <a:off x="2662505" y="51898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7" name="data_3216">
            <a:extLst>
              <a:ext uri="{FF2B5EF4-FFF2-40B4-BE49-F238E27FC236}">
                <a16:creationId xmlns:a16="http://schemas.microsoft.com/office/drawing/2014/main" id="{06900901-AAC8-49EC-A4CE-9C5CBFC1DDD9}"/>
              </a:ext>
            </a:extLst>
          </p:cNvPr>
          <p:cNvSpPr>
            <a:spLocks/>
          </p:cNvSpPr>
          <p:nvPr/>
        </p:nvSpPr>
        <p:spPr>
          <a:xfrm>
            <a:off x="268449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8" name="data_3217">
            <a:extLst>
              <a:ext uri="{FF2B5EF4-FFF2-40B4-BE49-F238E27FC236}">
                <a16:creationId xmlns:a16="http://schemas.microsoft.com/office/drawing/2014/main" id="{31ADF92D-C56D-4901-B5C1-75209A41C51A}"/>
              </a:ext>
            </a:extLst>
          </p:cNvPr>
          <p:cNvSpPr>
            <a:spLocks/>
          </p:cNvSpPr>
          <p:nvPr/>
        </p:nvSpPr>
        <p:spPr>
          <a:xfrm>
            <a:off x="261154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9" name="data_3218">
            <a:extLst>
              <a:ext uri="{FF2B5EF4-FFF2-40B4-BE49-F238E27FC236}">
                <a16:creationId xmlns:a16="http://schemas.microsoft.com/office/drawing/2014/main" id="{7C15BD70-5E64-46AF-953A-716F4EB1D1CF}"/>
              </a:ext>
            </a:extLst>
          </p:cNvPr>
          <p:cNvSpPr>
            <a:spLocks/>
          </p:cNvSpPr>
          <p:nvPr/>
        </p:nvSpPr>
        <p:spPr>
          <a:xfrm>
            <a:off x="268449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0" name="data_3219">
            <a:extLst>
              <a:ext uri="{FF2B5EF4-FFF2-40B4-BE49-F238E27FC236}">
                <a16:creationId xmlns:a16="http://schemas.microsoft.com/office/drawing/2014/main" id="{23EF697B-9883-4CE2-AF7F-780309EFFBAA}"/>
              </a:ext>
            </a:extLst>
          </p:cNvPr>
          <p:cNvSpPr>
            <a:spLocks/>
          </p:cNvSpPr>
          <p:nvPr/>
        </p:nvSpPr>
        <p:spPr>
          <a:xfrm>
            <a:off x="2681655" y="5954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1" name="data_3220">
            <a:extLst>
              <a:ext uri="{FF2B5EF4-FFF2-40B4-BE49-F238E27FC236}">
                <a16:creationId xmlns:a16="http://schemas.microsoft.com/office/drawing/2014/main" id="{09B2F714-EF00-41B8-9B77-22EE8E1AAD29}"/>
              </a:ext>
            </a:extLst>
          </p:cNvPr>
          <p:cNvSpPr>
            <a:spLocks/>
          </p:cNvSpPr>
          <p:nvPr/>
        </p:nvSpPr>
        <p:spPr>
          <a:xfrm>
            <a:off x="25917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2" name="data_3221">
            <a:extLst>
              <a:ext uri="{FF2B5EF4-FFF2-40B4-BE49-F238E27FC236}">
                <a16:creationId xmlns:a16="http://schemas.microsoft.com/office/drawing/2014/main" id="{43DCAD36-177B-42F5-8581-8252C2114C17}"/>
              </a:ext>
            </a:extLst>
          </p:cNvPr>
          <p:cNvSpPr>
            <a:spLocks/>
          </p:cNvSpPr>
          <p:nvPr/>
        </p:nvSpPr>
        <p:spPr>
          <a:xfrm>
            <a:off x="262873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3" name="data_3222">
            <a:extLst>
              <a:ext uri="{FF2B5EF4-FFF2-40B4-BE49-F238E27FC236}">
                <a16:creationId xmlns:a16="http://schemas.microsoft.com/office/drawing/2014/main" id="{96D8BBC4-770D-4CAF-804E-B1109264DD4F}"/>
              </a:ext>
            </a:extLst>
          </p:cNvPr>
          <p:cNvSpPr>
            <a:spLocks/>
          </p:cNvSpPr>
          <p:nvPr/>
        </p:nvSpPr>
        <p:spPr>
          <a:xfrm>
            <a:off x="2649406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4" name="data_3223">
            <a:extLst>
              <a:ext uri="{FF2B5EF4-FFF2-40B4-BE49-F238E27FC236}">
                <a16:creationId xmlns:a16="http://schemas.microsoft.com/office/drawing/2014/main" id="{20752C71-54FF-4861-9169-F4E3AE5BA7DE}"/>
              </a:ext>
            </a:extLst>
          </p:cNvPr>
          <p:cNvSpPr>
            <a:spLocks/>
          </p:cNvSpPr>
          <p:nvPr/>
        </p:nvSpPr>
        <p:spPr>
          <a:xfrm>
            <a:off x="264530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5" name="data_3224">
            <a:extLst>
              <a:ext uri="{FF2B5EF4-FFF2-40B4-BE49-F238E27FC236}">
                <a16:creationId xmlns:a16="http://schemas.microsoft.com/office/drawing/2014/main" id="{7984A9B3-A3F6-4D18-B335-8226C59D9DDE}"/>
              </a:ext>
            </a:extLst>
          </p:cNvPr>
          <p:cNvSpPr>
            <a:spLocks/>
          </p:cNvSpPr>
          <p:nvPr/>
        </p:nvSpPr>
        <p:spPr>
          <a:xfrm>
            <a:off x="255477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6" name="data_3225">
            <a:extLst>
              <a:ext uri="{FF2B5EF4-FFF2-40B4-BE49-F238E27FC236}">
                <a16:creationId xmlns:a16="http://schemas.microsoft.com/office/drawing/2014/main" id="{1EA4914C-FBCF-4F0F-A83C-7481556EB268}"/>
              </a:ext>
            </a:extLst>
          </p:cNvPr>
          <p:cNvSpPr>
            <a:spLocks/>
          </p:cNvSpPr>
          <p:nvPr/>
        </p:nvSpPr>
        <p:spPr>
          <a:xfrm>
            <a:off x="266431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7" name="data_3226">
            <a:extLst>
              <a:ext uri="{FF2B5EF4-FFF2-40B4-BE49-F238E27FC236}">
                <a16:creationId xmlns:a16="http://schemas.microsoft.com/office/drawing/2014/main" id="{1EF0B25C-7EB9-4130-BF82-83FE858302FC}"/>
              </a:ext>
            </a:extLst>
          </p:cNvPr>
          <p:cNvSpPr>
            <a:spLocks/>
          </p:cNvSpPr>
          <p:nvPr/>
        </p:nvSpPr>
        <p:spPr>
          <a:xfrm>
            <a:off x="2628356" y="58641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8" name="data_3227">
            <a:extLst>
              <a:ext uri="{FF2B5EF4-FFF2-40B4-BE49-F238E27FC236}">
                <a16:creationId xmlns:a16="http://schemas.microsoft.com/office/drawing/2014/main" id="{DFD57C66-0AD1-4FE0-86F2-6DF72076CF63}"/>
              </a:ext>
            </a:extLst>
          </p:cNvPr>
          <p:cNvSpPr>
            <a:spLocks/>
          </p:cNvSpPr>
          <p:nvPr/>
        </p:nvSpPr>
        <p:spPr>
          <a:xfrm>
            <a:off x="265645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9" name="data_3228">
            <a:extLst>
              <a:ext uri="{FF2B5EF4-FFF2-40B4-BE49-F238E27FC236}">
                <a16:creationId xmlns:a16="http://schemas.microsoft.com/office/drawing/2014/main" id="{A5957BD4-7DAD-4156-A24F-992AA4C9B69E}"/>
              </a:ext>
            </a:extLst>
          </p:cNvPr>
          <p:cNvSpPr>
            <a:spLocks/>
          </p:cNvSpPr>
          <p:nvPr/>
        </p:nvSpPr>
        <p:spPr>
          <a:xfrm>
            <a:off x="267795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0" name="data_3229">
            <a:extLst>
              <a:ext uri="{FF2B5EF4-FFF2-40B4-BE49-F238E27FC236}">
                <a16:creationId xmlns:a16="http://schemas.microsoft.com/office/drawing/2014/main" id="{58B97AD7-C635-4748-9245-7E36DA779A16}"/>
              </a:ext>
            </a:extLst>
          </p:cNvPr>
          <p:cNvSpPr>
            <a:spLocks/>
          </p:cNvSpPr>
          <p:nvPr/>
        </p:nvSpPr>
        <p:spPr>
          <a:xfrm>
            <a:off x="262358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1" name="data_3230">
            <a:extLst>
              <a:ext uri="{FF2B5EF4-FFF2-40B4-BE49-F238E27FC236}">
                <a16:creationId xmlns:a16="http://schemas.microsoft.com/office/drawing/2014/main" id="{807C0B42-B6C2-4C61-872F-DC7D2AD5360E}"/>
              </a:ext>
            </a:extLst>
          </p:cNvPr>
          <p:cNvSpPr>
            <a:spLocks/>
          </p:cNvSpPr>
          <p:nvPr/>
        </p:nvSpPr>
        <p:spPr>
          <a:xfrm>
            <a:off x="2609213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2" name="data_3231">
            <a:extLst>
              <a:ext uri="{FF2B5EF4-FFF2-40B4-BE49-F238E27FC236}">
                <a16:creationId xmlns:a16="http://schemas.microsoft.com/office/drawing/2014/main" id="{83FEC4AB-B8E8-4DBE-9D7D-A5107D2CE472}"/>
              </a:ext>
            </a:extLst>
          </p:cNvPr>
          <p:cNvSpPr>
            <a:spLocks/>
          </p:cNvSpPr>
          <p:nvPr/>
        </p:nvSpPr>
        <p:spPr>
          <a:xfrm>
            <a:off x="25639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3" name="data_3232">
            <a:extLst>
              <a:ext uri="{FF2B5EF4-FFF2-40B4-BE49-F238E27FC236}">
                <a16:creationId xmlns:a16="http://schemas.microsoft.com/office/drawing/2014/main" id="{CEB42540-A59D-4C02-89E3-D1EECD36F873}"/>
              </a:ext>
            </a:extLst>
          </p:cNvPr>
          <p:cNvSpPr>
            <a:spLocks/>
          </p:cNvSpPr>
          <p:nvPr/>
        </p:nvSpPr>
        <p:spPr>
          <a:xfrm>
            <a:off x="2625109" y="63497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4" name="data_3233">
            <a:extLst>
              <a:ext uri="{FF2B5EF4-FFF2-40B4-BE49-F238E27FC236}">
                <a16:creationId xmlns:a16="http://schemas.microsoft.com/office/drawing/2014/main" id="{07D5F4C2-1E26-437E-9DAC-3AD37E303BC4}"/>
              </a:ext>
            </a:extLst>
          </p:cNvPr>
          <p:cNvSpPr>
            <a:spLocks/>
          </p:cNvSpPr>
          <p:nvPr/>
        </p:nvSpPr>
        <p:spPr>
          <a:xfrm>
            <a:off x="263543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5" name="data_3234">
            <a:extLst>
              <a:ext uri="{FF2B5EF4-FFF2-40B4-BE49-F238E27FC236}">
                <a16:creationId xmlns:a16="http://schemas.microsoft.com/office/drawing/2014/main" id="{954547F6-17A5-4E15-84DF-AAB9AE62F917}"/>
              </a:ext>
            </a:extLst>
          </p:cNvPr>
          <p:cNvSpPr>
            <a:spLocks/>
          </p:cNvSpPr>
          <p:nvPr/>
        </p:nvSpPr>
        <p:spPr>
          <a:xfrm>
            <a:off x="2598917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6" name="data_3235">
            <a:extLst>
              <a:ext uri="{FF2B5EF4-FFF2-40B4-BE49-F238E27FC236}">
                <a16:creationId xmlns:a16="http://schemas.microsoft.com/office/drawing/2014/main" id="{CF1C50FE-AB39-40CB-B992-DC2C6E5F016E}"/>
              </a:ext>
            </a:extLst>
          </p:cNvPr>
          <p:cNvSpPr>
            <a:spLocks/>
          </p:cNvSpPr>
          <p:nvPr/>
        </p:nvSpPr>
        <p:spPr>
          <a:xfrm>
            <a:off x="261062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7" name="data_3236">
            <a:extLst>
              <a:ext uri="{FF2B5EF4-FFF2-40B4-BE49-F238E27FC236}">
                <a16:creationId xmlns:a16="http://schemas.microsoft.com/office/drawing/2014/main" id="{D51D5825-F0CF-4A2E-BFDB-2C53282A385F}"/>
              </a:ext>
            </a:extLst>
          </p:cNvPr>
          <p:cNvSpPr>
            <a:spLocks/>
          </p:cNvSpPr>
          <p:nvPr/>
        </p:nvSpPr>
        <p:spPr>
          <a:xfrm>
            <a:off x="2678283" y="539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8" name="data_3237">
            <a:extLst>
              <a:ext uri="{FF2B5EF4-FFF2-40B4-BE49-F238E27FC236}">
                <a16:creationId xmlns:a16="http://schemas.microsoft.com/office/drawing/2014/main" id="{CF84303C-803C-4A08-8F7C-0C4BC405893E}"/>
              </a:ext>
            </a:extLst>
          </p:cNvPr>
          <p:cNvSpPr>
            <a:spLocks/>
          </p:cNvSpPr>
          <p:nvPr/>
        </p:nvSpPr>
        <p:spPr>
          <a:xfrm>
            <a:off x="257927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9" name="data_3238">
            <a:extLst>
              <a:ext uri="{FF2B5EF4-FFF2-40B4-BE49-F238E27FC236}">
                <a16:creationId xmlns:a16="http://schemas.microsoft.com/office/drawing/2014/main" id="{C0C95227-D154-4FD3-84D1-D56DA66A0FD2}"/>
              </a:ext>
            </a:extLst>
          </p:cNvPr>
          <p:cNvSpPr>
            <a:spLocks/>
          </p:cNvSpPr>
          <p:nvPr/>
        </p:nvSpPr>
        <p:spPr>
          <a:xfrm>
            <a:off x="255891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0" name="data_3239">
            <a:extLst>
              <a:ext uri="{FF2B5EF4-FFF2-40B4-BE49-F238E27FC236}">
                <a16:creationId xmlns:a16="http://schemas.microsoft.com/office/drawing/2014/main" id="{CC42427F-2813-4326-9528-8E6BD532388A}"/>
              </a:ext>
            </a:extLst>
          </p:cNvPr>
          <p:cNvSpPr>
            <a:spLocks/>
          </p:cNvSpPr>
          <p:nvPr/>
        </p:nvSpPr>
        <p:spPr>
          <a:xfrm>
            <a:off x="2607864" y="5542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1" name="data_3240">
            <a:extLst>
              <a:ext uri="{FF2B5EF4-FFF2-40B4-BE49-F238E27FC236}">
                <a16:creationId xmlns:a16="http://schemas.microsoft.com/office/drawing/2014/main" id="{A952E771-8717-4BEF-98D9-E061BC1782E4}"/>
              </a:ext>
            </a:extLst>
          </p:cNvPr>
          <p:cNvSpPr>
            <a:spLocks/>
          </p:cNvSpPr>
          <p:nvPr/>
        </p:nvSpPr>
        <p:spPr>
          <a:xfrm>
            <a:off x="260313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2" name="data_3241">
            <a:extLst>
              <a:ext uri="{FF2B5EF4-FFF2-40B4-BE49-F238E27FC236}">
                <a16:creationId xmlns:a16="http://schemas.microsoft.com/office/drawing/2014/main" id="{0FF0AD35-C699-4443-ABC6-A1D4559F2A72}"/>
              </a:ext>
            </a:extLst>
          </p:cNvPr>
          <p:cNvSpPr>
            <a:spLocks/>
          </p:cNvSpPr>
          <p:nvPr/>
        </p:nvSpPr>
        <p:spPr>
          <a:xfrm>
            <a:off x="26375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3" name="data_3242">
            <a:extLst>
              <a:ext uri="{FF2B5EF4-FFF2-40B4-BE49-F238E27FC236}">
                <a16:creationId xmlns:a16="http://schemas.microsoft.com/office/drawing/2014/main" id="{49D0A401-B1B2-4493-B54E-807741ECC04D}"/>
              </a:ext>
            </a:extLst>
          </p:cNvPr>
          <p:cNvSpPr>
            <a:spLocks/>
          </p:cNvSpPr>
          <p:nvPr/>
        </p:nvSpPr>
        <p:spPr>
          <a:xfrm>
            <a:off x="26726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4" name="data_3243">
            <a:extLst>
              <a:ext uri="{FF2B5EF4-FFF2-40B4-BE49-F238E27FC236}">
                <a16:creationId xmlns:a16="http://schemas.microsoft.com/office/drawing/2014/main" id="{0D61E3CC-EBCB-43AE-9C6B-94C4FE2E61DD}"/>
              </a:ext>
            </a:extLst>
          </p:cNvPr>
          <p:cNvSpPr>
            <a:spLocks/>
          </p:cNvSpPr>
          <p:nvPr/>
        </p:nvSpPr>
        <p:spPr>
          <a:xfrm>
            <a:off x="2600085" y="61658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5" name="data_3244">
            <a:extLst>
              <a:ext uri="{FF2B5EF4-FFF2-40B4-BE49-F238E27FC236}">
                <a16:creationId xmlns:a16="http://schemas.microsoft.com/office/drawing/2014/main" id="{122B3E9D-226F-4256-B78D-52990A7C42F2}"/>
              </a:ext>
            </a:extLst>
          </p:cNvPr>
          <p:cNvSpPr>
            <a:spLocks/>
          </p:cNvSpPr>
          <p:nvPr/>
        </p:nvSpPr>
        <p:spPr>
          <a:xfrm>
            <a:off x="256538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6" name="data_3245">
            <a:extLst>
              <a:ext uri="{FF2B5EF4-FFF2-40B4-BE49-F238E27FC236}">
                <a16:creationId xmlns:a16="http://schemas.microsoft.com/office/drawing/2014/main" id="{17D9003C-B82F-4065-995C-028F7BDA7354}"/>
              </a:ext>
            </a:extLst>
          </p:cNvPr>
          <p:cNvSpPr>
            <a:spLocks/>
          </p:cNvSpPr>
          <p:nvPr/>
        </p:nvSpPr>
        <p:spPr>
          <a:xfrm>
            <a:off x="265323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7" name="data_3246">
            <a:extLst>
              <a:ext uri="{FF2B5EF4-FFF2-40B4-BE49-F238E27FC236}">
                <a16:creationId xmlns:a16="http://schemas.microsoft.com/office/drawing/2014/main" id="{66F85973-FB23-48E6-9F2A-79FE7A5CFB26}"/>
              </a:ext>
            </a:extLst>
          </p:cNvPr>
          <p:cNvSpPr>
            <a:spLocks/>
          </p:cNvSpPr>
          <p:nvPr/>
        </p:nvSpPr>
        <p:spPr>
          <a:xfrm>
            <a:off x="2631034" y="69072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8" name="data_3247">
            <a:extLst>
              <a:ext uri="{FF2B5EF4-FFF2-40B4-BE49-F238E27FC236}">
                <a16:creationId xmlns:a16="http://schemas.microsoft.com/office/drawing/2014/main" id="{8FDC01D1-E6BC-4A2C-820B-0415978F74C6}"/>
              </a:ext>
            </a:extLst>
          </p:cNvPr>
          <p:cNvSpPr>
            <a:spLocks/>
          </p:cNvSpPr>
          <p:nvPr/>
        </p:nvSpPr>
        <p:spPr>
          <a:xfrm>
            <a:off x="264634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9" name="data_3248">
            <a:extLst>
              <a:ext uri="{FF2B5EF4-FFF2-40B4-BE49-F238E27FC236}">
                <a16:creationId xmlns:a16="http://schemas.microsoft.com/office/drawing/2014/main" id="{62EA9781-CBEC-4464-ADD6-A7E770BE6EAF}"/>
              </a:ext>
            </a:extLst>
          </p:cNvPr>
          <p:cNvSpPr>
            <a:spLocks/>
          </p:cNvSpPr>
          <p:nvPr/>
        </p:nvSpPr>
        <p:spPr>
          <a:xfrm>
            <a:off x="267066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0" name="data_3249">
            <a:extLst>
              <a:ext uri="{FF2B5EF4-FFF2-40B4-BE49-F238E27FC236}">
                <a16:creationId xmlns:a16="http://schemas.microsoft.com/office/drawing/2014/main" id="{D116233F-3079-4C7B-B596-72C64FA19483}"/>
              </a:ext>
            </a:extLst>
          </p:cNvPr>
          <p:cNvSpPr>
            <a:spLocks/>
          </p:cNvSpPr>
          <p:nvPr/>
        </p:nvSpPr>
        <p:spPr>
          <a:xfrm>
            <a:off x="2658079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1" name="data_3250">
            <a:extLst>
              <a:ext uri="{FF2B5EF4-FFF2-40B4-BE49-F238E27FC236}">
                <a16:creationId xmlns:a16="http://schemas.microsoft.com/office/drawing/2014/main" id="{707BD4C8-99BA-4CF6-A7F1-B2B21008165F}"/>
              </a:ext>
            </a:extLst>
          </p:cNvPr>
          <p:cNvSpPr>
            <a:spLocks/>
          </p:cNvSpPr>
          <p:nvPr/>
        </p:nvSpPr>
        <p:spPr>
          <a:xfrm>
            <a:off x="266044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2" name="data_3251">
            <a:extLst>
              <a:ext uri="{FF2B5EF4-FFF2-40B4-BE49-F238E27FC236}">
                <a16:creationId xmlns:a16="http://schemas.microsoft.com/office/drawing/2014/main" id="{C52C97FB-6144-4395-9E74-DA766EE11954}"/>
              </a:ext>
            </a:extLst>
          </p:cNvPr>
          <p:cNvSpPr>
            <a:spLocks/>
          </p:cNvSpPr>
          <p:nvPr/>
        </p:nvSpPr>
        <p:spPr>
          <a:xfrm>
            <a:off x="2663946" y="55203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3" name="data_3252">
            <a:extLst>
              <a:ext uri="{FF2B5EF4-FFF2-40B4-BE49-F238E27FC236}">
                <a16:creationId xmlns:a16="http://schemas.microsoft.com/office/drawing/2014/main" id="{5AE84A4F-91FD-49C2-838C-A5F3CDF7A83B}"/>
              </a:ext>
            </a:extLst>
          </p:cNvPr>
          <p:cNvSpPr>
            <a:spLocks/>
          </p:cNvSpPr>
          <p:nvPr/>
        </p:nvSpPr>
        <p:spPr>
          <a:xfrm>
            <a:off x="266780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4" name="data_3253">
            <a:extLst>
              <a:ext uri="{FF2B5EF4-FFF2-40B4-BE49-F238E27FC236}">
                <a16:creationId xmlns:a16="http://schemas.microsoft.com/office/drawing/2014/main" id="{F8FA34F7-ECAB-4115-B4E5-E5CFE0239337}"/>
              </a:ext>
            </a:extLst>
          </p:cNvPr>
          <p:cNvSpPr>
            <a:spLocks/>
          </p:cNvSpPr>
          <p:nvPr/>
        </p:nvSpPr>
        <p:spPr>
          <a:xfrm>
            <a:off x="260733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5" name="data_3254">
            <a:extLst>
              <a:ext uri="{FF2B5EF4-FFF2-40B4-BE49-F238E27FC236}">
                <a16:creationId xmlns:a16="http://schemas.microsoft.com/office/drawing/2014/main" id="{5477035C-629B-4F96-8A39-72668E2F8F25}"/>
              </a:ext>
            </a:extLst>
          </p:cNvPr>
          <p:cNvSpPr>
            <a:spLocks/>
          </p:cNvSpPr>
          <p:nvPr/>
        </p:nvSpPr>
        <p:spPr>
          <a:xfrm>
            <a:off x="26404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6" name="data_3255">
            <a:extLst>
              <a:ext uri="{FF2B5EF4-FFF2-40B4-BE49-F238E27FC236}">
                <a16:creationId xmlns:a16="http://schemas.microsoft.com/office/drawing/2014/main" id="{0838093B-2C68-42E2-895B-84E11782AB8D}"/>
              </a:ext>
            </a:extLst>
          </p:cNvPr>
          <p:cNvSpPr>
            <a:spLocks/>
          </p:cNvSpPr>
          <p:nvPr/>
        </p:nvSpPr>
        <p:spPr>
          <a:xfrm>
            <a:off x="26047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7" name="data_3256">
            <a:extLst>
              <a:ext uri="{FF2B5EF4-FFF2-40B4-BE49-F238E27FC236}">
                <a16:creationId xmlns:a16="http://schemas.microsoft.com/office/drawing/2014/main" id="{389D6A09-590D-4DC8-833A-B3B9F1322B41}"/>
              </a:ext>
            </a:extLst>
          </p:cNvPr>
          <p:cNvSpPr>
            <a:spLocks/>
          </p:cNvSpPr>
          <p:nvPr/>
        </p:nvSpPr>
        <p:spPr>
          <a:xfrm>
            <a:off x="262521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8" name="data_3257">
            <a:extLst>
              <a:ext uri="{FF2B5EF4-FFF2-40B4-BE49-F238E27FC236}">
                <a16:creationId xmlns:a16="http://schemas.microsoft.com/office/drawing/2014/main" id="{F60F9B7B-39C2-48E3-A286-EE8DFE414B5E}"/>
              </a:ext>
            </a:extLst>
          </p:cNvPr>
          <p:cNvSpPr>
            <a:spLocks/>
          </p:cNvSpPr>
          <p:nvPr/>
        </p:nvSpPr>
        <p:spPr>
          <a:xfrm>
            <a:off x="25896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9" name="data_3258">
            <a:extLst>
              <a:ext uri="{FF2B5EF4-FFF2-40B4-BE49-F238E27FC236}">
                <a16:creationId xmlns:a16="http://schemas.microsoft.com/office/drawing/2014/main" id="{D84009AD-C281-46DB-9221-6092B6525AFE}"/>
              </a:ext>
            </a:extLst>
          </p:cNvPr>
          <p:cNvSpPr>
            <a:spLocks/>
          </p:cNvSpPr>
          <p:nvPr/>
        </p:nvSpPr>
        <p:spPr>
          <a:xfrm>
            <a:off x="2644855" y="5681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0" name="data_3259">
            <a:extLst>
              <a:ext uri="{FF2B5EF4-FFF2-40B4-BE49-F238E27FC236}">
                <a16:creationId xmlns:a16="http://schemas.microsoft.com/office/drawing/2014/main" id="{24A6E0A8-2950-44EC-A4FC-237D995B5491}"/>
              </a:ext>
            </a:extLst>
          </p:cNvPr>
          <p:cNvSpPr>
            <a:spLocks/>
          </p:cNvSpPr>
          <p:nvPr/>
        </p:nvSpPr>
        <p:spPr>
          <a:xfrm>
            <a:off x="26095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1" name="data_3260">
            <a:extLst>
              <a:ext uri="{FF2B5EF4-FFF2-40B4-BE49-F238E27FC236}">
                <a16:creationId xmlns:a16="http://schemas.microsoft.com/office/drawing/2014/main" id="{E2CC496D-FD05-48F6-A3B9-5130C3931D08}"/>
              </a:ext>
            </a:extLst>
          </p:cNvPr>
          <p:cNvSpPr>
            <a:spLocks/>
          </p:cNvSpPr>
          <p:nvPr/>
        </p:nvSpPr>
        <p:spPr>
          <a:xfrm>
            <a:off x="262713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2" name="data_3261">
            <a:extLst>
              <a:ext uri="{FF2B5EF4-FFF2-40B4-BE49-F238E27FC236}">
                <a16:creationId xmlns:a16="http://schemas.microsoft.com/office/drawing/2014/main" id="{45088D4F-4375-4736-89BB-D73B90279E20}"/>
              </a:ext>
            </a:extLst>
          </p:cNvPr>
          <p:cNvSpPr>
            <a:spLocks/>
          </p:cNvSpPr>
          <p:nvPr/>
        </p:nvSpPr>
        <p:spPr>
          <a:xfrm>
            <a:off x="2615616" y="6058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3" name="data_3262">
            <a:extLst>
              <a:ext uri="{FF2B5EF4-FFF2-40B4-BE49-F238E27FC236}">
                <a16:creationId xmlns:a16="http://schemas.microsoft.com/office/drawing/2014/main" id="{C631F268-2964-435C-BC4E-38B448B5CA0C}"/>
              </a:ext>
            </a:extLst>
          </p:cNvPr>
          <p:cNvSpPr>
            <a:spLocks/>
          </p:cNvSpPr>
          <p:nvPr/>
        </p:nvSpPr>
        <p:spPr>
          <a:xfrm>
            <a:off x="267058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4" name="data_3263">
            <a:extLst>
              <a:ext uri="{FF2B5EF4-FFF2-40B4-BE49-F238E27FC236}">
                <a16:creationId xmlns:a16="http://schemas.microsoft.com/office/drawing/2014/main" id="{1B73ED80-EA89-48DC-AD2A-1B2B82BCD1C0}"/>
              </a:ext>
            </a:extLst>
          </p:cNvPr>
          <p:cNvSpPr>
            <a:spLocks/>
          </p:cNvSpPr>
          <p:nvPr/>
        </p:nvSpPr>
        <p:spPr>
          <a:xfrm>
            <a:off x="2614490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5" name="data_3264">
            <a:extLst>
              <a:ext uri="{FF2B5EF4-FFF2-40B4-BE49-F238E27FC236}">
                <a16:creationId xmlns:a16="http://schemas.microsoft.com/office/drawing/2014/main" id="{B49C587A-AE13-492D-BA72-012E7F58C431}"/>
              </a:ext>
            </a:extLst>
          </p:cNvPr>
          <p:cNvSpPr>
            <a:spLocks/>
          </p:cNvSpPr>
          <p:nvPr/>
        </p:nvSpPr>
        <p:spPr>
          <a:xfrm>
            <a:off x="2660888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6" name="data_3265">
            <a:extLst>
              <a:ext uri="{FF2B5EF4-FFF2-40B4-BE49-F238E27FC236}">
                <a16:creationId xmlns:a16="http://schemas.microsoft.com/office/drawing/2014/main" id="{04A8A5BD-A505-49E9-8578-D6793A1D88C3}"/>
              </a:ext>
            </a:extLst>
          </p:cNvPr>
          <p:cNvSpPr>
            <a:spLocks/>
          </p:cNvSpPr>
          <p:nvPr/>
        </p:nvSpPr>
        <p:spPr>
          <a:xfrm>
            <a:off x="2639233" y="6257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7" name="data_3266">
            <a:extLst>
              <a:ext uri="{FF2B5EF4-FFF2-40B4-BE49-F238E27FC236}">
                <a16:creationId xmlns:a16="http://schemas.microsoft.com/office/drawing/2014/main" id="{7BB47D11-5245-4C49-9435-8523115952F3}"/>
              </a:ext>
            </a:extLst>
          </p:cNvPr>
          <p:cNvSpPr>
            <a:spLocks/>
          </p:cNvSpPr>
          <p:nvPr/>
        </p:nvSpPr>
        <p:spPr>
          <a:xfrm>
            <a:off x="2642814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8" name="data_3267">
            <a:extLst>
              <a:ext uri="{FF2B5EF4-FFF2-40B4-BE49-F238E27FC236}">
                <a16:creationId xmlns:a16="http://schemas.microsoft.com/office/drawing/2014/main" id="{F8BFFBD7-D160-44F9-A8A1-6031146A1944}"/>
              </a:ext>
            </a:extLst>
          </p:cNvPr>
          <p:cNvSpPr>
            <a:spLocks/>
          </p:cNvSpPr>
          <p:nvPr/>
        </p:nvSpPr>
        <p:spPr>
          <a:xfrm>
            <a:off x="2591616" y="66921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9" name="data_3268">
            <a:extLst>
              <a:ext uri="{FF2B5EF4-FFF2-40B4-BE49-F238E27FC236}">
                <a16:creationId xmlns:a16="http://schemas.microsoft.com/office/drawing/2014/main" id="{391BACB0-48D6-415B-8FAA-50354C79D02C}"/>
              </a:ext>
            </a:extLst>
          </p:cNvPr>
          <p:cNvSpPr>
            <a:spLocks/>
          </p:cNvSpPr>
          <p:nvPr/>
        </p:nvSpPr>
        <p:spPr>
          <a:xfrm>
            <a:off x="2594616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0" name="data_3269">
            <a:extLst>
              <a:ext uri="{FF2B5EF4-FFF2-40B4-BE49-F238E27FC236}">
                <a16:creationId xmlns:a16="http://schemas.microsoft.com/office/drawing/2014/main" id="{5AE1397D-4778-4001-8496-E7CDE7957546}"/>
              </a:ext>
            </a:extLst>
          </p:cNvPr>
          <p:cNvSpPr>
            <a:spLocks/>
          </p:cNvSpPr>
          <p:nvPr/>
        </p:nvSpPr>
        <p:spPr>
          <a:xfrm>
            <a:off x="2671233" y="54712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1" name="data_3270">
            <a:extLst>
              <a:ext uri="{FF2B5EF4-FFF2-40B4-BE49-F238E27FC236}">
                <a16:creationId xmlns:a16="http://schemas.microsoft.com/office/drawing/2014/main" id="{6A781C55-3580-4E4E-B30E-44108384BCC1}"/>
              </a:ext>
            </a:extLst>
          </p:cNvPr>
          <p:cNvSpPr>
            <a:spLocks/>
          </p:cNvSpPr>
          <p:nvPr/>
        </p:nvSpPr>
        <p:spPr>
          <a:xfrm>
            <a:off x="2561541" y="57438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2" name="data_3271">
            <a:extLst>
              <a:ext uri="{FF2B5EF4-FFF2-40B4-BE49-F238E27FC236}">
                <a16:creationId xmlns:a16="http://schemas.microsoft.com/office/drawing/2014/main" id="{0427C5CF-9AA8-4A24-97DD-7756B47FE4DF}"/>
              </a:ext>
            </a:extLst>
          </p:cNvPr>
          <p:cNvSpPr>
            <a:spLocks/>
          </p:cNvSpPr>
          <p:nvPr/>
        </p:nvSpPr>
        <p:spPr>
          <a:xfrm>
            <a:off x="264235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3" name="data_3272">
            <a:extLst>
              <a:ext uri="{FF2B5EF4-FFF2-40B4-BE49-F238E27FC236}">
                <a16:creationId xmlns:a16="http://schemas.microsoft.com/office/drawing/2014/main" id="{A03AC5EB-3898-430F-A5EB-2C3B29FCC2B5}"/>
              </a:ext>
            </a:extLst>
          </p:cNvPr>
          <p:cNvSpPr>
            <a:spLocks/>
          </p:cNvSpPr>
          <p:nvPr/>
        </p:nvSpPr>
        <p:spPr>
          <a:xfrm>
            <a:off x="26011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4" name="data_3273">
            <a:extLst>
              <a:ext uri="{FF2B5EF4-FFF2-40B4-BE49-F238E27FC236}">
                <a16:creationId xmlns:a16="http://schemas.microsoft.com/office/drawing/2014/main" id="{05A89D83-A59E-47C7-9487-0003688548F6}"/>
              </a:ext>
            </a:extLst>
          </p:cNvPr>
          <p:cNvSpPr>
            <a:spLocks/>
          </p:cNvSpPr>
          <p:nvPr/>
        </p:nvSpPr>
        <p:spPr>
          <a:xfrm>
            <a:off x="257074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5" name="data_3274">
            <a:extLst>
              <a:ext uri="{FF2B5EF4-FFF2-40B4-BE49-F238E27FC236}">
                <a16:creationId xmlns:a16="http://schemas.microsoft.com/office/drawing/2014/main" id="{E6456E4A-B107-441A-81B7-CA11F58687E5}"/>
              </a:ext>
            </a:extLst>
          </p:cNvPr>
          <p:cNvSpPr>
            <a:spLocks/>
          </p:cNvSpPr>
          <p:nvPr/>
        </p:nvSpPr>
        <p:spPr>
          <a:xfrm>
            <a:off x="2603097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6" name="data_3275">
            <a:extLst>
              <a:ext uri="{FF2B5EF4-FFF2-40B4-BE49-F238E27FC236}">
                <a16:creationId xmlns:a16="http://schemas.microsoft.com/office/drawing/2014/main" id="{D260C8A8-46A0-46E5-B58F-6A13F6837861}"/>
              </a:ext>
            </a:extLst>
          </p:cNvPr>
          <p:cNvSpPr>
            <a:spLocks/>
          </p:cNvSpPr>
          <p:nvPr/>
        </p:nvSpPr>
        <p:spPr>
          <a:xfrm>
            <a:off x="25915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7" name="data_3276">
            <a:extLst>
              <a:ext uri="{FF2B5EF4-FFF2-40B4-BE49-F238E27FC236}">
                <a16:creationId xmlns:a16="http://schemas.microsoft.com/office/drawing/2014/main" id="{0E27453B-6EF8-4CEF-9E8E-3C6E8D7D4825}"/>
              </a:ext>
            </a:extLst>
          </p:cNvPr>
          <p:cNvSpPr>
            <a:spLocks/>
          </p:cNvSpPr>
          <p:nvPr/>
        </p:nvSpPr>
        <p:spPr>
          <a:xfrm>
            <a:off x="263299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8" name="data_3277">
            <a:extLst>
              <a:ext uri="{FF2B5EF4-FFF2-40B4-BE49-F238E27FC236}">
                <a16:creationId xmlns:a16="http://schemas.microsoft.com/office/drawing/2014/main" id="{7C56A0DA-8F5A-46CB-B93C-4FFE622C637E}"/>
              </a:ext>
            </a:extLst>
          </p:cNvPr>
          <p:cNvSpPr>
            <a:spLocks/>
          </p:cNvSpPr>
          <p:nvPr/>
        </p:nvSpPr>
        <p:spPr>
          <a:xfrm>
            <a:off x="25709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9" name="data_3278">
            <a:extLst>
              <a:ext uri="{FF2B5EF4-FFF2-40B4-BE49-F238E27FC236}">
                <a16:creationId xmlns:a16="http://schemas.microsoft.com/office/drawing/2014/main" id="{85D01B04-38D9-453C-8452-C1391C08BD91}"/>
              </a:ext>
            </a:extLst>
          </p:cNvPr>
          <p:cNvSpPr>
            <a:spLocks/>
          </p:cNvSpPr>
          <p:nvPr/>
        </p:nvSpPr>
        <p:spPr>
          <a:xfrm>
            <a:off x="2564771" y="6915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0" name="data_3279">
            <a:extLst>
              <a:ext uri="{FF2B5EF4-FFF2-40B4-BE49-F238E27FC236}">
                <a16:creationId xmlns:a16="http://schemas.microsoft.com/office/drawing/2014/main" id="{D47737D4-D973-4050-AF41-80107A238EB8}"/>
              </a:ext>
            </a:extLst>
          </p:cNvPr>
          <p:cNvSpPr>
            <a:spLocks/>
          </p:cNvSpPr>
          <p:nvPr/>
        </p:nvSpPr>
        <p:spPr>
          <a:xfrm>
            <a:off x="256116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1" name="data_3280">
            <a:extLst>
              <a:ext uri="{FF2B5EF4-FFF2-40B4-BE49-F238E27FC236}">
                <a16:creationId xmlns:a16="http://schemas.microsoft.com/office/drawing/2014/main" id="{6B7E71DC-A056-4378-8231-FB018DAC3D48}"/>
              </a:ext>
            </a:extLst>
          </p:cNvPr>
          <p:cNvSpPr>
            <a:spLocks/>
          </p:cNvSpPr>
          <p:nvPr/>
        </p:nvSpPr>
        <p:spPr>
          <a:xfrm>
            <a:off x="262041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2" name="data_3281">
            <a:extLst>
              <a:ext uri="{FF2B5EF4-FFF2-40B4-BE49-F238E27FC236}">
                <a16:creationId xmlns:a16="http://schemas.microsoft.com/office/drawing/2014/main" id="{B991F5C9-A214-4B75-93BE-34866187EAC1}"/>
              </a:ext>
            </a:extLst>
          </p:cNvPr>
          <p:cNvSpPr>
            <a:spLocks/>
          </p:cNvSpPr>
          <p:nvPr/>
        </p:nvSpPr>
        <p:spPr>
          <a:xfrm>
            <a:off x="2614370" y="6844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3" name="data_3282">
            <a:extLst>
              <a:ext uri="{FF2B5EF4-FFF2-40B4-BE49-F238E27FC236}">
                <a16:creationId xmlns:a16="http://schemas.microsoft.com/office/drawing/2014/main" id="{14A1C08C-52AE-4A05-94DD-54CD16311038}"/>
              </a:ext>
            </a:extLst>
          </p:cNvPr>
          <p:cNvSpPr>
            <a:spLocks/>
          </p:cNvSpPr>
          <p:nvPr/>
        </p:nvSpPr>
        <p:spPr>
          <a:xfrm>
            <a:off x="26630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4" name="data_3283">
            <a:extLst>
              <a:ext uri="{FF2B5EF4-FFF2-40B4-BE49-F238E27FC236}">
                <a16:creationId xmlns:a16="http://schemas.microsoft.com/office/drawing/2014/main" id="{887E3927-13DF-4AC8-A545-4F4CBF7DAA47}"/>
              </a:ext>
            </a:extLst>
          </p:cNvPr>
          <p:cNvSpPr>
            <a:spLocks/>
          </p:cNvSpPr>
          <p:nvPr/>
        </p:nvSpPr>
        <p:spPr>
          <a:xfrm>
            <a:off x="261972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5" name="data_3284">
            <a:extLst>
              <a:ext uri="{FF2B5EF4-FFF2-40B4-BE49-F238E27FC236}">
                <a16:creationId xmlns:a16="http://schemas.microsoft.com/office/drawing/2014/main" id="{FB8B073B-E1A3-40DC-B0D0-237AB28A65F2}"/>
              </a:ext>
            </a:extLst>
          </p:cNvPr>
          <p:cNvSpPr>
            <a:spLocks/>
          </p:cNvSpPr>
          <p:nvPr/>
        </p:nvSpPr>
        <p:spPr>
          <a:xfrm>
            <a:off x="25857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6" name="data_3285">
            <a:extLst>
              <a:ext uri="{FF2B5EF4-FFF2-40B4-BE49-F238E27FC236}">
                <a16:creationId xmlns:a16="http://schemas.microsoft.com/office/drawing/2014/main" id="{8191BD7B-BC0A-4516-967D-9F0B9C749593}"/>
              </a:ext>
            </a:extLst>
          </p:cNvPr>
          <p:cNvSpPr>
            <a:spLocks/>
          </p:cNvSpPr>
          <p:nvPr/>
        </p:nvSpPr>
        <p:spPr>
          <a:xfrm>
            <a:off x="26606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7" name="data_3286">
            <a:extLst>
              <a:ext uri="{FF2B5EF4-FFF2-40B4-BE49-F238E27FC236}">
                <a16:creationId xmlns:a16="http://schemas.microsoft.com/office/drawing/2014/main" id="{F5BAD944-0483-4C36-85D9-6C0DCA81DD78}"/>
              </a:ext>
            </a:extLst>
          </p:cNvPr>
          <p:cNvSpPr>
            <a:spLocks/>
          </p:cNvSpPr>
          <p:nvPr/>
        </p:nvSpPr>
        <p:spPr>
          <a:xfrm>
            <a:off x="2569848" y="6935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8" name="data_3287">
            <a:extLst>
              <a:ext uri="{FF2B5EF4-FFF2-40B4-BE49-F238E27FC236}">
                <a16:creationId xmlns:a16="http://schemas.microsoft.com/office/drawing/2014/main" id="{B1EAF002-4612-429F-AEB0-5647B67E515C}"/>
              </a:ext>
            </a:extLst>
          </p:cNvPr>
          <p:cNvSpPr>
            <a:spLocks/>
          </p:cNvSpPr>
          <p:nvPr/>
        </p:nvSpPr>
        <p:spPr>
          <a:xfrm>
            <a:off x="268013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9" name="data_3288">
            <a:extLst>
              <a:ext uri="{FF2B5EF4-FFF2-40B4-BE49-F238E27FC236}">
                <a16:creationId xmlns:a16="http://schemas.microsoft.com/office/drawing/2014/main" id="{0F3DDCD0-4BE5-4840-89AE-7253E829E74D}"/>
              </a:ext>
            </a:extLst>
          </p:cNvPr>
          <p:cNvSpPr>
            <a:spLocks/>
          </p:cNvSpPr>
          <p:nvPr/>
        </p:nvSpPr>
        <p:spPr>
          <a:xfrm>
            <a:off x="2690039" y="65125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0" name="data_3289">
            <a:extLst>
              <a:ext uri="{FF2B5EF4-FFF2-40B4-BE49-F238E27FC236}">
                <a16:creationId xmlns:a16="http://schemas.microsoft.com/office/drawing/2014/main" id="{EF398847-EFD7-46A5-82E4-2D187A7C7B50}"/>
              </a:ext>
            </a:extLst>
          </p:cNvPr>
          <p:cNvSpPr>
            <a:spLocks/>
          </p:cNvSpPr>
          <p:nvPr/>
        </p:nvSpPr>
        <p:spPr>
          <a:xfrm>
            <a:off x="2640632" y="63360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1" name="data_3290">
            <a:extLst>
              <a:ext uri="{FF2B5EF4-FFF2-40B4-BE49-F238E27FC236}">
                <a16:creationId xmlns:a16="http://schemas.microsoft.com/office/drawing/2014/main" id="{4BE8849A-136C-42C5-BE34-F5B8477B1EA3}"/>
              </a:ext>
            </a:extLst>
          </p:cNvPr>
          <p:cNvSpPr>
            <a:spLocks/>
          </p:cNvSpPr>
          <p:nvPr/>
        </p:nvSpPr>
        <p:spPr>
          <a:xfrm>
            <a:off x="2551395" y="6414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2" name="data_3291">
            <a:extLst>
              <a:ext uri="{FF2B5EF4-FFF2-40B4-BE49-F238E27FC236}">
                <a16:creationId xmlns:a16="http://schemas.microsoft.com/office/drawing/2014/main" id="{CFC03053-4AB1-4663-A486-CE0302E45F2D}"/>
              </a:ext>
            </a:extLst>
          </p:cNvPr>
          <p:cNvSpPr>
            <a:spLocks/>
          </p:cNvSpPr>
          <p:nvPr/>
        </p:nvSpPr>
        <p:spPr>
          <a:xfrm>
            <a:off x="258655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3" name="data_3292">
            <a:extLst>
              <a:ext uri="{FF2B5EF4-FFF2-40B4-BE49-F238E27FC236}">
                <a16:creationId xmlns:a16="http://schemas.microsoft.com/office/drawing/2014/main" id="{4055906A-A9A1-4E10-BA0C-BB9F4111DABB}"/>
              </a:ext>
            </a:extLst>
          </p:cNvPr>
          <p:cNvSpPr>
            <a:spLocks/>
          </p:cNvSpPr>
          <p:nvPr/>
        </p:nvSpPr>
        <p:spPr>
          <a:xfrm>
            <a:off x="267872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4" name="data_3293">
            <a:extLst>
              <a:ext uri="{FF2B5EF4-FFF2-40B4-BE49-F238E27FC236}">
                <a16:creationId xmlns:a16="http://schemas.microsoft.com/office/drawing/2014/main" id="{11FE39FB-F247-439C-B169-9D72039D4165}"/>
              </a:ext>
            </a:extLst>
          </p:cNvPr>
          <p:cNvSpPr>
            <a:spLocks/>
          </p:cNvSpPr>
          <p:nvPr/>
        </p:nvSpPr>
        <p:spPr>
          <a:xfrm>
            <a:off x="256400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5" name="data_3294">
            <a:extLst>
              <a:ext uri="{FF2B5EF4-FFF2-40B4-BE49-F238E27FC236}">
                <a16:creationId xmlns:a16="http://schemas.microsoft.com/office/drawing/2014/main" id="{C4372768-950B-4F5F-91B2-3626DA85A62D}"/>
              </a:ext>
            </a:extLst>
          </p:cNvPr>
          <p:cNvSpPr>
            <a:spLocks/>
          </p:cNvSpPr>
          <p:nvPr/>
        </p:nvSpPr>
        <p:spPr>
          <a:xfrm>
            <a:off x="26111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6" name="data_3295">
            <a:extLst>
              <a:ext uri="{FF2B5EF4-FFF2-40B4-BE49-F238E27FC236}">
                <a16:creationId xmlns:a16="http://schemas.microsoft.com/office/drawing/2014/main" id="{5EEE8DC8-13B3-4D2F-8D85-AC7612BC99AA}"/>
              </a:ext>
            </a:extLst>
          </p:cNvPr>
          <p:cNvSpPr>
            <a:spLocks/>
          </p:cNvSpPr>
          <p:nvPr/>
        </p:nvSpPr>
        <p:spPr>
          <a:xfrm>
            <a:off x="262689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7" name="data_3296">
            <a:extLst>
              <a:ext uri="{FF2B5EF4-FFF2-40B4-BE49-F238E27FC236}">
                <a16:creationId xmlns:a16="http://schemas.microsoft.com/office/drawing/2014/main" id="{395AA495-F192-4DB1-9821-06C27343049C}"/>
              </a:ext>
            </a:extLst>
          </p:cNvPr>
          <p:cNvSpPr>
            <a:spLocks/>
          </p:cNvSpPr>
          <p:nvPr/>
        </p:nvSpPr>
        <p:spPr>
          <a:xfrm>
            <a:off x="26879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8" name="data_3297">
            <a:extLst>
              <a:ext uri="{FF2B5EF4-FFF2-40B4-BE49-F238E27FC236}">
                <a16:creationId xmlns:a16="http://schemas.microsoft.com/office/drawing/2014/main" id="{E0CC486A-706B-45C0-9C2F-F4E9B442495E}"/>
              </a:ext>
            </a:extLst>
          </p:cNvPr>
          <p:cNvSpPr>
            <a:spLocks/>
          </p:cNvSpPr>
          <p:nvPr/>
        </p:nvSpPr>
        <p:spPr>
          <a:xfrm>
            <a:off x="2635620" y="6618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9" name="data_3298">
            <a:extLst>
              <a:ext uri="{FF2B5EF4-FFF2-40B4-BE49-F238E27FC236}">
                <a16:creationId xmlns:a16="http://schemas.microsoft.com/office/drawing/2014/main" id="{6C224D65-F436-449E-AAC0-B913BBDCB5A2}"/>
              </a:ext>
            </a:extLst>
          </p:cNvPr>
          <p:cNvSpPr>
            <a:spLocks/>
          </p:cNvSpPr>
          <p:nvPr/>
        </p:nvSpPr>
        <p:spPr>
          <a:xfrm>
            <a:off x="260200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0" name="data_3299">
            <a:extLst>
              <a:ext uri="{FF2B5EF4-FFF2-40B4-BE49-F238E27FC236}">
                <a16:creationId xmlns:a16="http://schemas.microsoft.com/office/drawing/2014/main" id="{83101A84-8E23-4D48-BAA5-DFB21EA224ED}"/>
              </a:ext>
            </a:extLst>
          </p:cNvPr>
          <p:cNvSpPr>
            <a:spLocks/>
          </p:cNvSpPr>
          <p:nvPr/>
        </p:nvSpPr>
        <p:spPr>
          <a:xfrm>
            <a:off x="2654315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1" name="data_3300">
            <a:extLst>
              <a:ext uri="{FF2B5EF4-FFF2-40B4-BE49-F238E27FC236}">
                <a16:creationId xmlns:a16="http://schemas.microsoft.com/office/drawing/2014/main" id="{1DE4CFC2-A5C8-4CA3-A71C-E3F30DD7AA03}"/>
              </a:ext>
            </a:extLst>
          </p:cNvPr>
          <p:cNvSpPr>
            <a:spLocks/>
          </p:cNvSpPr>
          <p:nvPr/>
        </p:nvSpPr>
        <p:spPr>
          <a:xfrm>
            <a:off x="2553235" y="6532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2" name="data_3301">
            <a:extLst>
              <a:ext uri="{FF2B5EF4-FFF2-40B4-BE49-F238E27FC236}">
                <a16:creationId xmlns:a16="http://schemas.microsoft.com/office/drawing/2014/main" id="{706E4D9E-AA84-4BFF-A647-34B2EEC206AC}"/>
              </a:ext>
            </a:extLst>
          </p:cNvPr>
          <p:cNvSpPr>
            <a:spLocks/>
          </p:cNvSpPr>
          <p:nvPr/>
        </p:nvSpPr>
        <p:spPr>
          <a:xfrm>
            <a:off x="255928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3" name="data_3302">
            <a:extLst>
              <a:ext uri="{FF2B5EF4-FFF2-40B4-BE49-F238E27FC236}">
                <a16:creationId xmlns:a16="http://schemas.microsoft.com/office/drawing/2014/main" id="{467E58F0-0EF7-4A57-87C9-7129AA1DDC82}"/>
              </a:ext>
            </a:extLst>
          </p:cNvPr>
          <p:cNvSpPr>
            <a:spLocks/>
          </p:cNvSpPr>
          <p:nvPr/>
        </p:nvSpPr>
        <p:spPr>
          <a:xfrm>
            <a:off x="26253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4" name="data_3303">
            <a:extLst>
              <a:ext uri="{FF2B5EF4-FFF2-40B4-BE49-F238E27FC236}">
                <a16:creationId xmlns:a16="http://schemas.microsoft.com/office/drawing/2014/main" id="{333F5741-B933-4975-B4B1-79D282BB5065}"/>
              </a:ext>
            </a:extLst>
          </p:cNvPr>
          <p:cNvSpPr>
            <a:spLocks/>
          </p:cNvSpPr>
          <p:nvPr/>
        </p:nvSpPr>
        <p:spPr>
          <a:xfrm>
            <a:off x="2676080" y="52501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5" name="data_3304">
            <a:extLst>
              <a:ext uri="{FF2B5EF4-FFF2-40B4-BE49-F238E27FC236}">
                <a16:creationId xmlns:a16="http://schemas.microsoft.com/office/drawing/2014/main" id="{5ABA29A8-88F6-45A4-B124-46C75399E295}"/>
              </a:ext>
            </a:extLst>
          </p:cNvPr>
          <p:cNvSpPr>
            <a:spLocks/>
          </p:cNvSpPr>
          <p:nvPr/>
        </p:nvSpPr>
        <p:spPr>
          <a:xfrm>
            <a:off x="26016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6" name="data_3305">
            <a:extLst>
              <a:ext uri="{FF2B5EF4-FFF2-40B4-BE49-F238E27FC236}">
                <a16:creationId xmlns:a16="http://schemas.microsoft.com/office/drawing/2014/main" id="{47CDB600-9BBD-48E9-9C13-1DDA358418DB}"/>
              </a:ext>
            </a:extLst>
          </p:cNvPr>
          <p:cNvSpPr>
            <a:spLocks/>
          </p:cNvSpPr>
          <p:nvPr/>
        </p:nvSpPr>
        <p:spPr>
          <a:xfrm>
            <a:off x="264079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7" name="data_3306">
            <a:extLst>
              <a:ext uri="{FF2B5EF4-FFF2-40B4-BE49-F238E27FC236}">
                <a16:creationId xmlns:a16="http://schemas.microsoft.com/office/drawing/2014/main" id="{45E8A6D0-7FA2-4D3B-AC17-67CEEB275BB4}"/>
              </a:ext>
            </a:extLst>
          </p:cNvPr>
          <p:cNvSpPr>
            <a:spLocks/>
          </p:cNvSpPr>
          <p:nvPr/>
        </p:nvSpPr>
        <p:spPr>
          <a:xfrm>
            <a:off x="26514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8" name="data_3307">
            <a:extLst>
              <a:ext uri="{FF2B5EF4-FFF2-40B4-BE49-F238E27FC236}">
                <a16:creationId xmlns:a16="http://schemas.microsoft.com/office/drawing/2014/main" id="{26D256CA-971B-4932-B3CB-F143561ABE05}"/>
              </a:ext>
            </a:extLst>
          </p:cNvPr>
          <p:cNvSpPr>
            <a:spLocks/>
          </p:cNvSpPr>
          <p:nvPr/>
        </p:nvSpPr>
        <p:spPr>
          <a:xfrm>
            <a:off x="2589307" y="67342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9" name="data_3308">
            <a:extLst>
              <a:ext uri="{FF2B5EF4-FFF2-40B4-BE49-F238E27FC236}">
                <a16:creationId xmlns:a16="http://schemas.microsoft.com/office/drawing/2014/main" id="{D65EC975-0ED8-409F-971A-AFD80088C355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0" name="data_3309">
            <a:extLst>
              <a:ext uri="{FF2B5EF4-FFF2-40B4-BE49-F238E27FC236}">
                <a16:creationId xmlns:a16="http://schemas.microsoft.com/office/drawing/2014/main" id="{98CC7C4D-C101-44CF-933C-AF2F333277BB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1" name="text_3310">
            <a:extLst>
              <a:ext uri="{FF2B5EF4-FFF2-40B4-BE49-F238E27FC236}">
                <a16:creationId xmlns:a16="http://schemas.microsoft.com/office/drawing/2014/main" id="{09C39D79-EAB7-46D4-9CE2-96BEF7649E18}"/>
              </a:ext>
            </a:extLst>
          </p:cNvPr>
          <p:cNvSpPr>
            <a:spLocks/>
          </p:cNvSpPr>
          <p:nvPr/>
        </p:nvSpPr>
        <p:spPr>
          <a:xfrm>
            <a:off x="528439" y="47747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3312" name="text_3311">
            <a:extLst>
              <a:ext uri="{FF2B5EF4-FFF2-40B4-BE49-F238E27FC236}">
                <a16:creationId xmlns:a16="http://schemas.microsoft.com/office/drawing/2014/main" id="{635F5F58-565F-4802-8189-22528DA41762}"/>
              </a:ext>
            </a:extLst>
          </p:cNvPr>
          <p:cNvSpPr>
            <a:spLocks/>
          </p:cNvSpPr>
          <p:nvPr/>
        </p:nvSpPr>
        <p:spPr>
          <a:xfrm>
            <a:off x="1007269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3313" name="data_3312">
            <a:extLst>
              <a:ext uri="{FF2B5EF4-FFF2-40B4-BE49-F238E27FC236}">
                <a16:creationId xmlns:a16="http://schemas.microsoft.com/office/drawing/2014/main" id="{1B84202A-3CEB-4DF1-8414-A2EB5EA18F12}"/>
              </a:ext>
            </a:extLst>
          </p:cNvPr>
          <p:cNvSpPr>
            <a:spLocks/>
          </p:cNvSpPr>
          <p:nvPr/>
        </p:nvSpPr>
        <p:spPr>
          <a:xfrm>
            <a:off x="1250939" y="6251878"/>
            <a:ext cx="191" cy="165609"/>
          </a:xfrm>
          <a:custGeom>
            <a:avLst/>
            <a:gdLst/>
            <a:ahLst/>
            <a:cxnLst/>
            <a:rect l="0" t="0" r="0" b="0"/>
            <a:pathLst>
              <a:path w="191" h="165609">
                <a:moveTo>
                  <a:pt x="0" y="16560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4" name="data_3313">
            <a:extLst>
              <a:ext uri="{FF2B5EF4-FFF2-40B4-BE49-F238E27FC236}">
                <a16:creationId xmlns:a16="http://schemas.microsoft.com/office/drawing/2014/main" id="{FE96E77F-89A1-4B6E-B46C-775FB9446598}"/>
              </a:ext>
            </a:extLst>
          </p:cNvPr>
          <p:cNvSpPr>
            <a:spLocks/>
          </p:cNvSpPr>
          <p:nvPr/>
        </p:nvSpPr>
        <p:spPr>
          <a:xfrm>
            <a:off x="1208765" y="64174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5" name="data_3314">
            <a:extLst>
              <a:ext uri="{FF2B5EF4-FFF2-40B4-BE49-F238E27FC236}">
                <a16:creationId xmlns:a16="http://schemas.microsoft.com/office/drawing/2014/main" id="{939584C9-EA57-49D7-BD32-7DF835E1A930}"/>
              </a:ext>
            </a:extLst>
          </p:cNvPr>
          <p:cNvSpPr>
            <a:spLocks/>
          </p:cNvSpPr>
          <p:nvPr/>
        </p:nvSpPr>
        <p:spPr>
          <a:xfrm>
            <a:off x="1208765" y="625187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6" name="data_3315">
            <a:extLst>
              <a:ext uri="{FF2B5EF4-FFF2-40B4-BE49-F238E27FC236}">
                <a16:creationId xmlns:a16="http://schemas.microsoft.com/office/drawing/2014/main" id="{B3B7F106-EEAE-49BC-9B7C-725A85BF546F}"/>
              </a:ext>
            </a:extLst>
          </p:cNvPr>
          <p:cNvSpPr>
            <a:spLocks/>
          </p:cNvSpPr>
          <p:nvPr/>
        </p:nvSpPr>
        <p:spPr>
          <a:xfrm>
            <a:off x="1475865" y="6005684"/>
            <a:ext cx="191" cy="214320"/>
          </a:xfrm>
          <a:custGeom>
            <a:avLst/>
            <a:gdLst/>
            <a:ahLst/>
            <a:cxnLst/>
            <a:rect l="0" t="0" r="0" b="0"/>
            <a:pathLst>
              <a:path w="191" h="214320">
                <a:moveTo>
                  <a:pt x="0" y="21432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7" name="data_3316">
            <a:extLst>
              <a:ext uri="{FF2B5EF4-FFF2-40B4-BE49-F238E27FC236}">
                <a16:creationId xmlns:a16="http://schemas.microsoft.com/office/drawing/2014/main" id="{78F989B2-2829-4BB8-8602-2AAC158C21B1}"/>
              </a:ext>
            </a:extLst>
          </p:cNvPr>
          <p:cNvSpPr>
            <a:spLocks/>
          </p:cNvSpPr>
          <p:nvPr/>
        </p:nvSpPr>
        <p:spPr>
          <a:xfrm>
            <a:off x="1433691" y="622000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8" name="data_3317">
            <a:extLst>
              <a:ext uri="{FF2B5EF4-FFF2-40B4-BE49-F238E27FC236}">
                <a16:creationId xmlns:a16="http://schemas.microsoft.com/office/drawing/2014/main" id="{49CD10C3-7008-4B0C-840E-E147F5EC2AE9}"/>
              </a:ext>
            </a:extLst>
          </p:cNvPr>
          <p:cNvSpPr>
            <a:spLocks/>
          </p:cNvSpPr>
          <p:nvPr/>
        </p:nvSpPr>
        <p:spPr>
          <a:xfrm>
            <a:off x="1433691" y="600568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9" name="data_3318">
            <a:extLst>
              <a:ext uri="{FF2B5EF4-FFF2-40B4-BE49-F238E27FC236}">
                <a16:creationId xmlns:a16="http://schemas.microsoft.com/office/drawing/2014/main" id="{C5BDDD3A-C7C3-41B2-88CD-A0C862E7C049}"/>
              </a:ext>
            </a:extLst>
          </p:cNvPr>
          <p:cNvSpPr>
            <a:spLocks/>
          </p:cNvSpPr>
          <p:nvPr/>
        </p:nvSpPr>
        <p:spPr>
          <a:xfrm>
            <a:off x="1700791" y="5846898"/>
            <a:ext cx="191" cy="196117"/>
          </a:xfrm>
          <a:custGeom>
            <a:avLst/>
            <a:gdLst/>
            <a:ahLst/>
            <a:cxnLst/>
            <a:rect l="0" t="0" r="0" b="0"/>
            <a:pathLst>
              <a:path w="191" h="196117">
                <a:moveTo>
                  <a:pt x="0" y="1961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0" name="data_3319">
            <a:extLst>
              <a:ext uri="{FF2B5EF4-FFF2-40B4-BE49-F238E27FC236}">
                <a16:creationId xmlns:a16="http://schemas.microsoft.com/office/drawing/2014/main" id="{48EFA8D1-8CDE-4335-8ACC-83CC48B609F5}"/>
              </a:ext>
            </a:extLst>
          </p:cNvPr>
          <p:cNvSpPr>
            <a:spLocks/>
          </p:cNvSpPr>
          <p:nvPr/>
        </p:nvSpPr>
        <p:spPr>
          <a:xfrm>
            <a:off x="1658617" y="604301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1" name="data_3320">
            <a:extLst>
              <a:ext uri="{FF2B5EF4-FFF2-40B4-BE49-F238E27FC236}">
                <a16:creationId xmlns:a16="http://schemas.microsoft.com/office/drawing/2014/main" id="{ADD2B6CE-E7F2-4E0E-98C4-C4BCFA5F176E}"/>
              </a:ext>
            </a:extLst>
          </p:cNvPr>
          <p:cNvSpPr>
            <a:spLocks/>
          </p:cNvSpPr>
          <p:nvPr/>
        </p:nvSpPr>
        <p:spPr>
          <a:xfrm>
            <a:off x="1658617" y="584689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2" name="data_3321">
            <a:extLst>
              <a:ext uri="{FF2B5EF4-FFF2-40B4-BE49-F238E27FC236}">
                <a16:creationId xmlns:a16="http://schemas.microsoft.com/office/drawing/2014/main" id="{2B7DB1EC-4C2F-408C-96BB-521C4FC165ED}"/>
              </a:ext>
            </a:extLst>
          </p:cNvPr>
          <p:cNvSpPr>
            <a:spLocks/>
          </p:cNvSpPr>
          <p:nvPr/>
        </p:nvSpPr>
        <p:spPr>
          <a:xfrm>
            <a:off x="2188131" y="5959041"/>
            <a:ext cx="191" cy="298911"/>
          </a:xfrm>
          <a:custGeom>
            <a:avLst/>
            <a:gdLst/>
            <a:ahLst/>
            <a:cxnLst/>
            <a:rect l="0" t="0" r="0" b="0"/>
            <a:pathLst>
              <a:path w="191" h="298911">
                <a:moveTo>
                  <a:pt x="0" y="29891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3" name="data_3322">
            <a:extLst>
              <a:ext uri="{FF2B5EF4-FFF2-40B4-BE49-F238E27FC236}">
                <a16:creationId xmlns:a16="http://schemas.microsoft.com/office/drawing/2014/main" id="{1D2B7CE1-C0B4-46C6-BCD7-77C6ABB82FC1}"/>
              </a:ext>
            </a:extLst>
          </p:cNvPr>
          <p:cNvSpPr>
            <a:spLocks/>
          </p:cNvSpPr>
          <p:nvPr/>
        </p:nvSpPr>
        <p:spPr>
          <a:xfrm>
            <a:off x="2145957" y="625795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4" name="data_3323">
            <a:extLst>
              <a:ext uri="{FF2B5EF4-FFF2-40B4-BE49-F238E27FC236}">
                <a16:creationId xmlns:a16="http://schemas.microsoft.com/office/drawing/2014/main" id="{784911AC-BBA6-4631-83CA-4E5B3C150054}"/>
              </a:ext>
            </a:extLst>
          </p:cNvPr>
          <p:cNvSpPr>
            <a:spLocks/>
          </p:cNvSpPr>
          <p:nvPr/>
        </p:nvSpPr>
        <p:spPr>
          <a:xfrm>
            <a:off x="2145957" y="59590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5" name="data_3324">
            <a:extLst>
              <a:ext uri="{FF2B5EF4-FFF2-40B4-BE49-F238E27FC236}">
                <a16:creationId xmlns:a16="http://schemas.microsoft.com/office/drawing/2014/main" id="{A52F18BA-13B1-4E44-B865-94E738174386}"/>
              </a:ext>
            </a:extLst>
          </p:cNvPr>
          <p:cNvSpPr>
            <a:spLocks/>
          </p:cNvSpPr>
          <p:nvPr/>
        </p:nvSpPr>
        <p:spPr>
          <a:xfrm>
            <a:off x="2413057" y="5811801"/>
            <a:ext cx="191" cy="274757"/>
          </a:xfrm>
          <a:custGeom>
            <a:avLst/>
            <a:gdLst/>
            <a:ahLst/>
            <a:cxnLst/>
            <a:rect l="0" t="0" r="0" b="0"/>
            <a:pathLst>
              <a:path w="191" h="274757">
                <a:moveTo>
                  <a:pt x="0" y="27475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6" name="data_3325">
            <a:extLst>
              <a:ext uri="{FF2B5EF4-FFF2-40B4-BE49-F238E27FC236}">
                <a16:creationId xmlns:a16="http://schemas.microsoft.com/office/drawing/2014/main" id="{CDBE47EF-6FE1-4249-8A15-BA3EC426D93C}"/>
              </a:ext>
            </a:extLst>
          </p:cNvPr>
          <p:cNvSpPr>
            <a:spLocks/>
          </p:cNvSpPr>
          <p:nvPr/>
        </p:nvSpPr>
        <p:spPr>
          <a:xfrm>
            <a:off x="2370883" y="608655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7" name="data_3326">
            <a:extLst>
              <a:ext uri="{FF2B5EF4-FFF2-40B4-BE49-F238E27FC236}">
                <a16:creationId xmlns:a16="http://schemas.microsoft.com/office/drawing/2014/main" id="{A7E3E08A-5BA5-45CE-BD80-632FAA9E465F}"/>
              </a:ext>
            </a:extLst>
          </p:cNvPr>
          <p:cNvSpPr>
            <a:spLocks/>
          </p:cNvSpPr>
          <p:nvPr/>
        </p:nvSpPr>
        <p:spPr>
          <a:xfrm>
            <a:off x="2370883" y="58118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8" name="data_3327">
            <a:extLst>
              <a:ext uri="{FF2B5EF4-FFF2-40B4-BE49-F238E27FC236}">
                <a16:creationId xmlns:a16="http://schemas.microsoft.com/office/drawing/2014/main" id="{B587D5A1-8B8B-4231-8C36-F977F6DD6920}"/>
              </a:ext>
            </a:extLst>
          </p:cNvPr>
          <p:cNvSpPr>
            <a:spLocks/>
          </p:cNvSpPr>
          <p:nvPr/>
        </p:nvSpPr>
        <p:spPr>
          <a:xfrm>
            <a:off x="2637983" y="5587679"/>
            <a:ext cx="191" cy="271522"/>
          </a:xfrm>
          <a:custGeom>
            <a:avLst/>
            <a:gdLst/>
            <a:ahLst/>
            <a:cxnLst/>
            <a:rect l="0" t="0" r="0" b="0"/>
            <a:pathLst>
              <a:path w="191" h="271522">
                <a:moveTo>
                  <a:pt x="0" y="2715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9" name="data_3328">
            <a:extLst>
              <a:ext uri="{FF2B5EF4-FFF2-40B4-BE49-F238E27FC236}">
                <a16:creationId xmlns:a16="http://schemas.microsoft.com/office/drawing/2014/main" id="{E5A97734-4E16-41AB-B025-12626A457080}"/>
              </a:ext>
            </a:extLst>
          </p:cNvPr>
          <p:cNvSpPr>
            <a:spLocks/>
          </p:cNvSpPr>
          <p:nvPr/>
        </p:nvSpPr>
        <p:spPr>
          <a:xfrm>
            <a:off x="2595809" y="58592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0" name="data_3329">
            <a:extLst>
              <a:ext uri="{FF2B5EF4-FFF2-40B4-BE49-F238E27FC236}">
                <a16:creationId xmlns:a16="http://schemas.microsoft.com/office/drawing/2014/main" id="{9BFE9549-C0FB-4004-840B-7FC54FED8327}"/>
              </a:ext>
            </a:extLst>
          </p:cNvPr>
          <p:cNvSpPr>
            <a:spLocks/>
          </p:cNvSpPr>
          <p:nvPr/>
        </p:nvSpPr>
        <p:spPr>
          <a:xfrm>
            <a:off x="2595809" y="558767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1" name="data_3330">
            <a:extLst>
              <a:ext uri="{FF2B5EF4-FFF2-40B4-BE49-F238E27FC236}">
                <a16:creationId xmlns:a16="http://schemas.microsoft.com/office/drawing/2014/main" id="{996393C7-9B71-44D1-99F8-CCC6DC753FF0}"/>
              </a:ext>
            </a:extLst>
          </p:cNvPr>
          <p:cNvSpPr>
            <a:spLocks/>
          </p:cNvSpPr>
          <p:nvPr/>
        </p:nvSpPr>
        <p:spPr>
          <a:xfrm>
            <a:off x="1171277" y="633369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2" name="data_3331">
            <a:extLst>
              <a:ext uri="{FF2B5EF4-FFF2-40B4-BE49-F238E27FC236}">
                <a16:creationId xmlns:a16="http://schemas.microsoft.com/office/drawing/2014/main" id="{94E0BEB4-B6EA-47D7-821E-2C8759BF3D58}"/>
              </a:ext>
            </a:extLst>
          </p:cNvPr>
          <p:cNvSpPr>
            <a:spLocks/>
          </p:cNvSpPr>
          <p:nvPr/>
        </p:nvSpPr>
        <p:spPr>
          <a:xfrm>
            <a:off x="1396203" y="6111077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3" name="data_3332">
            <a:extLst>
              <a:ext uri="{FF2B5EF4-FFF2-40B4-BE49-F238E27FC236}">
                <a16:creationId xmlns:a16="http://schemas.microsoft.com/office/drawing/2014/main" id="{A9030B2E-5795-4430-9339-C5A6B245E38F}"/>
              </a:ext>
            </a:extLst>
          </p:cNvPr>
          <p:cNvSpPr>
            <a:spLocks/>
          </p:cNvSpPr>
          <p:nvPr/>
        </p:nvSpPr>
        <p:spPr>
          <a:xfrm>
            <a:off x="1621129" y="594360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4" name="data_3333">
            <a:extLst>
              <a:ext uri="{FF2B5EF4-FFF2-40B4-BE49-F238E27FC236}">
                <a16:creationId xmlns:a16="http://schemas.microsoft.com/office/drawing/2014/main" id="{DB06DB40-83CE-45E7-9340-8196F85CD764}"/>
              </a:ext>
            </a:extLst>
          </p:cNvPr>
          <p:cNvSpPr>
            <a:spLocks/>
          </p:cNvSpPr>
          <p:nvPr/>
        </p:nvSpPr>
        <p:spPr>
          <a:xfrm>
            <a:off x="2108469" y="6109019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5" name="data_3334">
            <a:extLst>
              <a:ext uri="{FF2B5EF4-FFF2-40B4-BE49-F238E27FC236}">
                <a16:creationId xmlns:a16="http://schemas.microsoft.com/office/drawing/2014/main" id="{0541AAED-1432-41D6-8DE6-7E5D98BEBD10}"/>
              </a:ext>
            </a:extLst>
          </p:cNvPr>
          <p:cNvSpPr>
            <a:spLocks/>
          </p:cNvSpPr>
          <p:nvPr/>
        </p:nvSpPr>
        <p:spPr>
          <a:xfrm>
            <a:off x="2333395" y="594996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6" name="data_3335">
            <a:extLst>
              <a:ext uri="{FF2B5EF4-FFF2-40B4-BE49-F238E27FC236}">
                <a16:creationId xmlns:a16="http://schemas.microsoft.com/office/drawing/2014/main" id="{99651F72-B347-43A6-8EAC-EE6DEE95C264}"/>
              </a:ext>
            </a:extLst>
          </p:cNvPr>
          <p:cNvSpPr>
            <a:spLocks/>
          </p:cNvSpPr>
          <p:nvPr/>
        </p:nvSpPr>
        <p:spPr>
          <a:xfrm>
            <a:off x="2558321" y="5722691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7" name="data_3336">
            <a:extLst>
              <a:ext uri="{FF2B5EF4-FFF2-40B4-BE49-F238E27FC236}">
                <a16:creationId xmlns:a16="http://schemas.microsoft.com/office/drawing/2014/main" id="{FC4247C2-1903-40CE-AE8E-D71278227ABA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38" name="data_3337">
            <a:extLst>
              <a:ext uri="{FF2B5EF4-FFF2-40B4-BE49-F238E27FC236}">
                <a16:creationId xmlns:a16="http://schemas.microsoft.com/office/drawing/2014/main" id="{CA6536F0-A3AE-42F3-A626-EFFA3802A599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39" name="text_3338">
            <a:extLst>
              <a:ext uri="{FF2B5EF4-FFF2-40B4-BE49-F238E27FC236}">
                <a16:creationId xmlns:a16="http://schemas.microsoft.com/office/drawing/2014/main" id="{3DD38CE7-729C-47AC-9B35-CCDBB7F986DE}"/>
              </a:ext>
            </a:extLst>
          </p:cNvPr>
          <p:cNvSpPr>
            <a:spLocks/>
          </p:cNvSpPr>
          <p:nvPr/>
        </p:nvSpPr>
        <p:spPr>
          <a:xfrm>
            <a:off x="3925457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40" name="data_3339">
            <a:extLst>
              <a:ext uri="{FF2B5EF4-FFF2-40B4-BE49-F238E27FC236}">
                <a16:creationId xmlns:a16="http://schemas.microsoft.com/office/drawing/2014/main" id="{06EB308B-E044-4A68-A4DE-B68C4C2190F8}"/>
              </a:ext>
            </a:extLst>
          </p:cNvPr>
          <p:cNvSpPr>
            <a:spLocks/>
          </p:cNvSpPr>
          <p:nvPr/>
        </p:nvSpPr>
        <p:spPr>
          <a:xfrm>
            <a:off x="494347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1" name="text_3340">
            <a:extLst>
              <a:ext uri="{FF2B5EF4-FFF2-40B4-BE49-F238E27FC236}">
                <a16:creationId xmlns:a16="http://schemas.microsoft.com/office/drawing/2014/main" id="{983A79F3-1AD0-4ABC-B109-5A2586C06884}"/>
              </a:ext>
            </a:extLst>
          </p:cNvPr>
          <p:cNvSpPr>
            <a:spLocks/>
          </p:cNvSpPr>
          <p:nvPr/>
        </p:nvSpPr>
        <p:spPr>
          <a:xfrm>
            <a:off x="4862649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42" name="data_3341">
            <a:extLst>
              <a:ext uri="{FF2B5EF4-FFF2-40B4-BE49-F238E27FC236}">
                <a16:creationId xmlns:a16="http://schemas.microsoft.com/office/drawing/2014/main" id="{9B6F463B-A4A4-461D-B338-11F93ED4DD9A}"/>
              </a:ext>
            </a:extLst>
          </p:cNvPr>
          <p:cNvSpPr>
            <a:spLocks/>
          </p:cNvSpPr>
          <p:nvPr/>
        </p:nvSpPr>
        <p:spPr>
          <a:xfrm>
            <a:off x="588066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3" name="text_3342">
            <a:extLst>
              <a:ext uri="{FF2B5EF4-FFF2-40B4-BE49-F238E27FC236}">
                <a16:creationId xmlns:a16="http://schemas.microsoft.com/office/drawing/2014/main" id="{732478D6-5DC7-42C1-BEEE-BDCC20A56197}"/>
              </a:ext>
            </a:extLst>
          </p:cNvPr>
          <p:cNvSpPr>
            <a:spLocks/>
          </p:cNvSpPr>
          <p:nvPr/>
        </p:nvSpPr>
        <p:spPr>
          <a:xfrm>
            <a:off x="5799841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44" name="text_3343">
            <a:extLst>
              <a:ext uri="{FF2B5EF4-FFF2-40B4-BE49-F238E27FC236}">
                <a16:creationId xmlns:a16="http://schemas.microsoft.com/office/drawing/2014/main" id="{9E75FB69-0497-4F2F-8E8A-EB36ADEC9D00}"/>
              </a:ext>
            </a:extLst>
          </p:cNvPr>
          <p:cNvSpPr>
            <a:spLocks/>
          </p:cNvSpPr>
          <p:nvPr/>
        </p:nvSpPr>
        <p:spPr>
          <a:xfrm>
            <a:off x="4574806" y="7235385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3345" name="text_3344">
            <a:extLst>
              <a:ext uri="{FF2B5EF4-FFF2-40B4-BE49-F238E27FC236}">
                <a16:creationId xmlns:a16="http://schemas.microsoft.com/office/drawing/2014/main" id="{57C129EA-2A6C-41BA-8E5A-055BDB203B38}"/>
              </a:ext>
            </a:extLst>
          </p:cNvPr>
          <p:cNvSpPr>
            <a:spLocks/>
          </p:cNvSpPr>
          <p:nvPr/>
        </p:nvSpPr>
        <p:spPr>
          <a:xfrm>
            <a:off x="4355193" y="7368136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3346" name="text_3345">
            <a:extLst>
              <a:ext uri="{FF2B5EF4-FFF2-40B4-BE49-F238E27FC236}">
                <a16:creationId xmlns:a16="http://schemas.microsoft.com/office/drawing/2014/main" id="{2BC84B9B-435F-4341-AA52-E484B69076A5}"/>
              </a:ext>
            </a:extLst>
          </p:cNvPr>
          <p:cNvSpPr>
            <a:spLocks/>
          </p:cNvSpPr>
          <p:nvPr/>
        </p:nvSpPr>
        <p:spPr>
          <a:xfrm>
            <a:off x="4674612" y="7495118"/>
            <a:ext cx="54656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 / 7 / 19</a:t>
            </a:r>
          </a:p>
        </p:txBody>
      </p:sp>
      <p:sp>
        <p:nvSpPr>
          <p:cNvPr id="3347" name="data_3346">
            <a:extLst>
              <a:ext uri="{FF2B5EF4-FFF2-40B4-BE49-F238E27FC236}">
                <a16:creationId xmlns:a16="http://schemas.microsoft.com/office/drawing/2014/main" id="{FB1AEDAF-09A8-4A01-A4D1-919A66E3B20B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48" name="data_3347">
            <a:extLst>
              <a:ext uri="{FF2B5EF4-FFF2-40B4-BE49-F238E27FC236}">
                <a16:creationId xmlns:a16="http://schemas.microsoft.com/office/drawing/2014/main" id="{5CB26108-3CBA-4DEA-BBE3-D5C8EA36E4AB}"/>
              </a:ext>
            </a:extLst>
          </p:cNvPr>
          <p:cNvSpPr>
            <a:spLocks/>
          </p:cNvSpPr>
          <p:nvPr/>
        </p:nvSpPr>
        <p:spPr>
          <a:xfrm>
            <a:off x="3961947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9" name="text_3348">
            <a:extLst>
              <a:ext uri="{FF2B5EF4-FFF2-40B4-BE49-F238E27FC236}">
                <a16:creationId xmlns:a16="http://schemas.microsoft.com/office/drawing/2014/main" id="{C2395DEE-2CD7-439D-9B55-AC8C786013EE}"/>
              </a:ext>
            </a:extLst>
          </p:cNvPr>
          <p:cNvSpPr>
            <a:spLocks/>
          </p:cNvSpPr>
          <p:nvPr/>
        </p:nvSpPr>
        <p:spPr>
          <a:xfrm>
            <a:off x="3738224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50" name="data_3349">
            <a:extLst>
              <a:ext uri="{FF2B5EF4-FFF2-40B4-BE49-F238E27FC236}">
                <a16:creationId xmlns:a16="http://schemas.microsoft.com/office/drawing/2014/main" id="{8368C71E-53EA-4B98-BAFC-D8DAFC6F4DD9}"/>
              </a:ext>
            </a:extLst>
          </p:cNvPr>
          <p:cNvSpPr>
            <a:spLocks/>
          </p:cNvSpPr>
          <p:nvPr/>
        </p:nvSpPr>
        <p:spPr>
          <a:xfrm>
            <a:off x="4006283" y="6025322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1" name="data_3350">
            <a:extLst>
              <a:ext uri="{FF2B5EF4-FFF2-40B4-BE49-F238E27FC236}">
                <a16:creationId xmlns:a16="http://schemas.microsoft.com/office/drawing/2014/main" id="{0AA41E22-33B6-4AA5-B6A3-8889D631D509}"/>
              </a:ext>
            </a:extLst>
          </p:cNvPr>
          <p:cNvSpPr>
            <a:spLocks/>
          </p:cNvSpPr>
          <p:nvPr/>
        </p:nvSpPr>
        <p:spPr>
          <a:xfrm>
            <a:off x="3961947" y="602532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2" name="text_3351">
            <a:extLst>
              <a:ext uri="{FF2B5EF4-FFF2-40B4-BE49-F238E27FC236}">
                <a16:creationId xmlns:a16="http://schemas.microsoft.com/office/drawing/2014/main" id="{91EDFF5D-F050-442E-9439-300D4B1E7577}"/>
              </a:ext>
            </a:extLst>
          </p:cNvPr>
          <p:cNvSpPr>
            <a:spLocks/>
          </p:cNvSpPr>
          <p:nvPr/>
        </p:nvSpPr>
        <p:spPr>
          <a:xfrm>
            <a:off x="3738224" y="596787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53" name="data_3352">
            <a:extLst>
              <a:ext uri="{FF2B5EF4-FFF2-40B4-BE49-F238E27FC236}">
                <a16:creationId xmlns:a16="http://schemas.microsoft.com/office/drawing/2014/main" id="{B13918BF-BE6E-4407-8529-379E5D84B964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4" name="data_3353">
            <a:extLst>
              <a:ext uri="{FF2B5EF4-FFF2-40B4-BE49-F238E27FC236}">
                <a16:creationId xmlns:a16="http://schemas.microsoft.com/office/drawing/2014/main" id="{DBBFA24E-56C4-494E-BB67-46A6A4597778}"/>
              </a:ext>
            </a:extLst>
          </p:cNvPr>
          <p:cNvSpPr>
            <a:spLocks/>
          </p:cNvSpPr>
          <p:nvPr/>
        </p:nvSpPr>
        <p:spPr>
          <a:xfrm>
            <a:off x="3961947" y="50881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5" name="text_3354">
            <a:extLst>
              <a:ext uri="{FF2B5EF4-FFF2-40B4-BE49-F238E27FC236}">
                <a16:creationId xmlns:a16="http://schemas.microsoft.com/office/drawing/2014/main" id="{F4CCE7A7-D9EF-4868-8971-7EEAD1C9B7AF}"/>
              </a:ext>
            </a:extLst>
          </p:cNvPr>
          <p:cNvSpPr>
            <a:spLocks/>
          </p:cNvSpPr>
          <p:nvPr/>
        </p:nvSpPr>
        <p:spPr>
          <a:xfrm>
            <a:off x="3738224" y="50306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56" name="text_3355">
            <a:extLst>
              <a:ext uri="{FF2B5EF4-FFF2-40B4-BE49-F238E27FC236}">
                <a16:creationId xmlns:a16="http://schemas.microsoft.com/office/drawing/2014/main" id="{7F4B5F09-6E9C-4FEA-8B4E-ADF6EB6035E9}"/>
              </a:ext>
            </a:extLst>
          </p:cNvPr>
          <p:cNvSpPr>
            <a:spLocks/>
          </p:cNvSpPr>
          <p:nvPr/>
        </p:nvSpPr>
        <p:spPr>
          <a:xfrm rot="-5400000">
            <a:off x="3010694" y="59410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3357" name="data_3356">
            <a:extLst>
              <a:ext uri="{FF2B5EF4-FFF2-40B4-BE49-F238E27FC236}">
                <a16:creationId xmlns:a16="http://schemas.microsoft.com/office/drawing/2014/main" id="{992EBC5A-AB15-4A3A-9FC8-D9A0321BD85F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3358" name="data_3357">
            <a:extLst>
              <a:ext uri="{FF2B5EF4-FFF2-40B4-BE49-F238E27FC236}">
                <a16:creationId xmlns:a16="http://schemas.microsoft.com/office/drawing/2014/main" id="{CC46D4AF-0DFC-49C6-96ED-FD261E572329}"/>
              </a:ext>
            </a:extLst>
          </p:cNvPr>
          <p:cNvSpPr>
            <a:spLocks/>
          </p:cNvSpPr>
          <p:nvPr/>
        </p:nvSpPr>
        <p:spPr>
          <a:xfrm>
            <a:off x="4246478" y="551754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59" name="data_3358">
            <a:extLst>
              <a:ext uri="{FF2B5EF4-FFF2-40B4-BE49-F238E27FC236}">
                <a16:creationId xmlns:a16="http://schemas.microsoft.com/office/drawing/2014/main" id="{19DEADA3-F79C-46BA-B044-2E6176216F60}"/>
              </a:ext>
            </a:extLst>
          </p:cNvPr>
          <p:cNvSpPr>
            <a:spLocks/>
          </p:cNvSpPr>
          <p:nvPr/>
        </p:nvSpPr>
        <p:spPr>
          <a:xfrm>
            <a:off x="4970387" y="570099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0" name="data_3359">
            <a:extLst>
              <a:ext uri="{FF2B5EF4-FFF2-40B4-BE49-F238E27FC236}">
                <a16:creationId xmlns:a16="http://schemas.microsoft.com/office/drawing/2014/main" id="{1131E95F-E347-48F2-A690-0EE635C121CB}"/>
              </a:ext>
            </a:extLst>
          </p:cNvPr>
          <p:cNvSpPr>
            <a:spLocks/>
          </p:cNvSpPr>
          <p:nvPr/>
        </p:nvSpPr>
        <p:spPr>
          <a:xfrm>
            <a:off x="3974312" y="539898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1" name="data_3360">
            <a:extLst>
              <a:ext uri="{FF2B5EF4-FFF2-40B4-BE49-F238E27FC236}">
                <a16:creationId xmlns:a16="http://schemas.microsoft.com/office/drawing/2014/main" id="{BC98F83C-0025-46FE-AC3B-E04D810D794D}"/>
              </a:ext>
            </a:extLst>
          </p:cNvPr>
          <p:cNvSpPr>
            <a:spLocks/>
          </p:cNvSpPr>
          <p:nvPr/>
        </p:nvSpPr>
        <p:spPr>
          <a:xfrm>
            <a:off x="5222772" y="5436831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2" name="data_3361">
            <a:extLst>
              <a:ext uri="{FF2B5EF4-FFF2-40B4-BE49-F238E27FC236}">
                <a16:creationId xmlns:a16="http://schemas.microsoft.com/office/drawing/2014/main" id="{0D868754-F6E0-4B60-A195-BC368A281611}"/>
              </a:ext>
            </a:extLst>
          </p:cNvPr>
          <p:cNvSpPr>
            <a:spLocks/>
          </p:cNvSpPr>
          <p:nvPr/>
        </p:nvSpPr>
        <p:spPr>
          <a:xfrm>
            <a:off x="4509176" y="5342550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3" name="data_3362">
            <a:extLst>
              <a:ext uri="{FF2B5EF4-FFF2-40B4-BE49-F238E27FC236}">
                <a16:creationId xmlns:a16="http://schemas.microsoft.com/office/drawing/2014/main" id="{E6012497-8A93-468C-9572-A79F30EB31E8}"/>
              </a:ext>
            </a:extLst>
          </p:cNvPr>
          <p:cNvSpPr>
            <a:spLocks/>
          </p:cNvSpPr>
          <p:nvPr/>
        </p:nvSpPr>
        <p:spPr>
          <a:xfrm>
            <a:off x="4770343" y="6118221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4" name="data_3363">
            <a:extLst>
              <a:ext uri="{FF2B5EF4-FFF2-40B4-BE49-F238E27FC236}">
                <a16:creationId xmlns:a16="http://schemas.microsoft.com/office/drawing/2014/main" id="{7BE10884-82C6-4A0C-BB0A-73EC40D3A93D}"/>
              </a:ext>
            </a:extLst>
          </p:cNvPr>
          <p:cNvSpPr>
            <a:spLocks/>
          </p:cNvSpPr>
          <p:nvPr/>
        </p:nvSpPr>
        <p:spPr>
          <a:xfrm>
            <a:off x="4682318" y="5875318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5" name="data_3364">
            <a:extLst>
              <a:ext uri="{FF2B5EF4-FFF2-40B4-BE49-F238E27FC236}">
                <a16:creationId xmlns:a16="http://schemas.microsoft.com/office/drawing/2014/main" id="{4137388B-7A1D-46DE-BE2D-9DCB9C3B1A6B}"/>
              </a:ext>
            </a:extLst>
          </p:cNvPr>
          <p:cNvSpPr>
            <a:spLocks/>
          </p:cNvSpPr>
          <p:nvPr/>
        </p:nvSpPr>
        <p:spPr>
          <a:xfrm>
            <a:off x="4835040" y="597683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6" name="data_3365">
            <a:extLst>
              <a:ext uri="{FF2B5EF4-FFF2-40B4-BE49-F238E27FC236}">
                <a16:creationId xmlns:a16="http://schemas.microsoft.com/office/drawing/2014/main" id="{212604D2-3DE9-48E2-9D9E-8B9E80B569A9}"/>
              </a:ext>
            </a:extLst>
          </p:cNvPr>
          <p:cNvSpPr>
            <a:spLocks/>
          </p:cNvSpPr>
          <p:nvPr/>
        </p:nvSpPr>
        <p:spPr>
          <a:xfrm>
            <a:off x="4238931" y="5565524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7" name="data_3366">
            <a:extLst>
              <a:ext uri="{FF2B5EF4-FFF2-40B4-BE49-F238E27FC236}">
                <a16:creationId xmlns:a16="http://schemas.microsoft.com/office/drawing/2014/main" id="{6013ED02-4A2C-4DA5-BE77-DDCB83217542}"/>
              </a:ext>
            </a:extLst>
          </p:cNvPr>
          <p:cNvSpPr>
            <a:spLocks/>
          </p:cNvSpPr>
          <p:nvPr/>
        </p:nvSpPr>
        <p:spPr>
          <a:xfrm>
            <a:off x="4489613" y="550573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8" name="data_3367">
            <a:extLst>
              <a:ext uri="{FF2B5EF4-FFF2-40B4-BE49-F238E27FC236}">
                <a16:creationId xmlns:a16="http://schemas.microsoft.com/office/drawing/2014/main" id="{B51E8D22-EB08-47BC-8D9B-BB30617374A1}"/>
              </a:ext>
            </a:extLst>
          </p:cNvPr>
          <p:cNvSpPr>
            <a:spLocks/>
          </p:cNvSpPr>
          <p:nvPr/>
        </p:nvSpPr>
        <p:spPr>
          <a:xfrm>
            <a:off x="4554892" y="6005991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9" name="data_3368">
            <a:extLst>
              <a:ext uri="{FF2B5EF4-FFF2-40B4-BE49-F238E27FC236}">
                <a16:creationId xmlns:a16="http://schemas.microsoft.com/office/drawing/2014/main" id="{B84991BC-8D77-40A5-8E62-D12A276307ED}"/>
              </a:ext>
            </a:extLst>
          </p:cNvPr>
          <p:cNvSpPr>
            <a:spLocks/>
          </p:cNvSpPr>
          <p:nvPr/>
        </p:nvSpPr>
        <p:spPr>
          <a:xfrm>
            <a:off x="4826956" y="5891132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0" name="data_3369">
            <a:extLst>
              <a:ext uri="{FF2B5EF4-FFF2-40B4-BE49-F238E27FC236}">
                <a16:creationId xmlns:a16="http://schemas.microsoft.com/office/drawing/2014/main" id="{296F43D2-97E3-498D-9958-75A23FB7B2E2}"/>
              </a:ext>
            </a:extLst>
          </p:cNvPr>
          <p:cNvSpPr>
            <a:spLocks/>
          </p:cNvSpPr>
          <p:nvPr/>
        </p:nvSpPr>
        <p:spPr>
          <a:xfrm>
            <a:off x="4499390" y="6491078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1" name="data_3370">
            <a:extLst>
              <a:ext uri="{FF2B5EF4-FFF2-40B4-BE49-F238E27FC236}">
                <a16:creationId xmlns:a16="http://schemas.microsoft.com/office/drawing/2014/main" id="{33E453DA-3BEE-411D-A82C-051A1F57A3B0}"/>
              </a:ext>
            </a:extLst>
          </p:cNvPr>
          <p:cNvSpPr>
            <a:spLocks/>
          </p:cNvSpPr>
          <p:nvPr/>
        </p:nvSpPr>
        <p:spPr>
          <a:xfrm>
            <a:off x="3974312" y="6096684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2" name="data_3371">
            <a:extLst>
              <a:ext uri="{FF2B5EF4-FFF2-40B4-BE49-F238E27FC236}">
                <a16:creationId xmlns:a16="http://schemas.microsoft.com/office/drawing/2014/main" id="{B06F1DAC-3334-4C10-89B0-A8EFD6597381}"/>
              </a:ext>
            </a:extLst>
          </p:cNvPr>
          <p:cNvSpPr>
            <a:spLocks/>
          </p:cNvSpPr>
          <p:nvPr/>
        </p:nvSpPr>
        <p:spPr>
          <a:xfrm>
            <a:off x="5183960" y="5415998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3" name="data_3372">
            <a:extLst>
              <a:ext uri="{FF2B5EF4-FFF2-40B4-BE49-F238E27FC236}">
                <a16:creationId xmlns:a16="http://schemas.microsoft.com/office/drawing/2014/main" id="{1DCB8C4F-4355-4520-B841-63A65C55E22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4" name="data_3373">
            <a:extLst>
              <a:ext uri="{FF2B5EF4-FFF2-40B4-BE49-F238E27FC236}">
                <a16:creationId xmlns:a16="http://schemas.microsoft.com/office/drawing/2014/main" id="{6A46D2B2-FF6D-47CB-A365-C5D96B060DB8}"/>
              </a:ext>
            </a:extLst>
          </p:cNvPr>
          <p:cNvSpPr>
            <a:spLocks/>
          </p:cNvSpPr>
          <p:nvPr/>
        </p:nvSpPr>
        <p:spPr>
          <a:xfrm>
            <a:off x="5191044" y="5405016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5" name="data_3374">
            <a:extLst>
              <a:ext uri="{FF2B5EF4-FFF2-40B4-BE49-F238E27FC236}">
                <a16:creationId xmlns:a16="http://schemas.microsoft.com/office/drawing/2014/main" id="{B4C19A57-E03A-43F6-B1E1-7FFC578C0E6C}"/>
              </a:ext>
            </a:extLst>
          </p:cNvPr>
          <p:cNvSpPr>
            <a:spLocks/>
          </p:cNvSpPr>
          <p:nvPr/>
        </p:nvSpPr>
        <p:spPr>
          <a:xfrm>
            <a:off x="5026461" y="534748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6" name="data_3375">
            <a:extLst>
              <a:ext uri="{FF2B5EF4-FFF2-40B4-BE49-F238E27FC236}">
                <a16:creationId xmlns:a16="http://schemas.microsoft.com/office/drawing/2014/main" id="{8F37B961-DDFE-45F4-B8A5-8A220F5FB71C}"/>
              </a:ext>
            </a:extLst>
          </p:cNvPr>
          <p:cNvSpPr>
            <a:spLocks/>
          </p:cNvSpPr>
          <p:nvPr/>
        </p:nvSpPr>
        <p:spPr>
          <a:xfrm>
            <a:off x="4752765" y="5983086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7" name="data_3376">
            <a:extLst>
              <a:ext uri="{FF2B5EF4-FFF2-40B4-BE49-F238E27FC236}">
                <a16:creationId xmlns:a16="http://schemas.microsoft.com/office/drawing/2014/main" id="{0D7AD895-FCA9-46B4-9880-D8965F53EFC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8" name="data_3377">
            <a:extLst>
              <a:ext uri="{FF2B5EF4-FFF2-40B4-BE49-F238E27FC236}">
                <a16:creationId xmlns:a16="http://schemas.microsoft.com/office/drawing/2014/main" id="{F053ACE4-242D-47CE-95E9-F4F5638EBCF0}"/>
              </a:ext>
            </a:extLst>
          </p:cNvPr>
          <p:cNvSpPr>
            <a:spLocks/>
          </p:cNvSpPr>
          <p:nvPr/>
        </p:nvSpPr>
        <p:spPr>
          <a:xfrm>
            <a:off x="4798730" y="6100815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9" name="data_3378">
            <a:extLst>
              <a:ext uri="{FF2B5EF4-FFF2-40B4-BE49-F238E27FC236}">
                <a16:creationId xmlns:a16="http://schemas.microsoft.com/office/drawing/2014/main" id="{44367DEA-CA2E-4A61-8C9C-BB3676704F04}"/>
              </a:ext>
            </a:extLst>
          </p:cNvPr>
          <p:cNvSpPr>
            <a:spLocks/>
          </p:cNvSpPr>
          <p:nvPr/>
        </p:nvSpPr>
        <p:spPr>
          <a:xfrm>
            <a:off x="4466005" y="6930543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0" name="data_3379">
            <a:extLst>
              <a:ext uri="{FF2B5EF4-FFF2-40B4-BE49-F238E27FC236}">
                <a16:creationId xmlns:a16="http://schemas.microsoft.com/office/drawing/2014/main" id="{DF8925DD-B82B-439C-BB9E-B18432988B86}"/>
              </a:ext>
            </a:extLst>
          </p:cNvPr>
          <p:cNvSpPr>
            <a:spLocks/>
          </p:cNvSpPr>
          <p:nvPr/>
        </p:nvSpPr>
        <p:spPr>
          <a:xfrm>
            <a:off x="5265789" y="536418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1" name="data_3380">
            <a:extLst>
              <a:ext uri="{FF2B5EF4-FFF2-40B4-BE49-F238E27FC236}">
                <a16:creationId xmlns:a16="http://schemas.microsoft.com/office/drawing/2014/main" id="{0AFC1919-A86D-478A-9576-48F1827FF2C3}"/>
              </a:ext>
            </a:extLst>
          </p:cNvPr>
          <p:cNvSpPr>
            <a:spLocks/>
          </p:cNvSpPr>
          <p:nvPr/>
        </p:nvSpPr>
        <p:spPr>
          <a:xfrm>
            <a:off x="5080335" y="5503106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2" name="data_3381">
            <a:extLst>
              <a:ext uri="{FF2B5EF4-FFF2-40B4-BE49-F238E27FC236}">
                <a16:creationId xmlns:a16="http://schemas.microsoft.com/office/drawing/2014/main" id="{CB73AB52-AD2A-4998-B3A5-A97014D8BCDF}"/>
              </a:ext>
            </a:extLst>
          </p:cNvPr>
          <p:cNvSpPr>
            <a:spLocks/>
          </p:cNvSpPr>
          <p:nvPr/>
        </p:nvSpPr>
        <p:spPr>
          <a:xfrm>
            <a:off x="3974312" y="564525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3" name="data_3382">
            <a:extLst>
              <a:ext uri="{FF2B5EF4-FFF2-40B4-BE49-F238E27FC236}">
                <a16:creationId xmlns:a16="http://schemas.microsoft.com/office/drawing/2014/main" id="{892B9B39-C648-425D-B5FF-616A49A709A1}"/>
              </a:ext>
            </a:extLst>
          </p:cNvPr>
          <p:cNvSpPr>
            <a:spLocks/>
          </p:cNvSpPr>
          <p:nvPr/>
        </p:nvSpPr>
        <p:spPr>
          <a:xfrm>
            <a:off x="4427885" y="61748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4" name="data_3383">
            <a:extLst>
              <a:ext uri="{FF2B5EF4-FFF2-40B4-BE49-F238E27FC236}">
                <a16:creationId xmlns:a16="http://schemas.microsoft.com/office/drawing/2014/main" id="{E440601D-88DB-44EA-BE73-9C09606D5A6D}"/>
              </a:ext>
            </a:extLst>
          </p:cNvPr>
          <p:cNvSpPr>
            <a:spLocks/>
          </p:cNvSpPr>
          <p:nvPr/>
        </p:nvSpPr>
        <p:spPr>
          <a:xfrm>
            <a:off x="3974312" y="6789980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5" name="data_3384">
            <a:extLst>
              <a:ext uri="{FF2B5EF4-FFF2-40B4-BE49-F238E27FC236}">
                <a16:creationId xmlns:a16="http://schemas.microsoft.com/office/drawing/2014/main" id="{5E9F56CA-2FD0-4B18-A2D8-DD9F94C73A9E}"/>
              </a:ext>
            </a:extLst>
          </p:cNvPr>
          <p:cNvSpPr>
            <a:spLocks/>
          </p:cNvSpPr>
          <p:nvPr/>
        </p:nvSpPr>
        <p:spPr>
          <a:xfrm>
            <a:off x="5068807" y="553100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6" name="data_3385">
            <a:extLst>
              <a:ext uri="{FF2B5EF4-FFF2-40B4-BE49-F238E27FC236}">
                <a16:creationId xmlns:a16="http://schemas.microsoft.com/office/drawing/2014/main" id="{23231DA5-0CC2-4185-A0B2-A50AAF41A9A1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7" name="data_3386">
            <a:extLst>
              <a:ext uri="{FF2B5EF4-FFF2-40B4-BE49-F238E27FC236}">
                <a16:creationId xmlns:a16="http://schemas.microsoft.com/office/drawing/2014/main" id="{C05A26F5-321D-48BA-B06A-9C2FF7E4BC5A}"/>
              </a:ext>
            </a:extLst>
          </p:cNvPr>
          <p:cNvSpPr>
            <a:spLocks/>
          </p:cNvSpPr>
          <p:nvPr/>
        </p:nvSpPr>
        <p:spPr>
          <a:xfrm>
            <a:off x="4292622" y="604719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8" name="data_3387">
            <a:extLst>
              <a:ext uri="{FF2B5EF4-FFF2-40B4-BE49-F238E27FC236}">
                <a16:creationId xmlns:a16="http://schemas.microsoft.com/office/drawing/2014/main" id="{7980FC22-BF60-4BE8-AD3E-C436E06D5D6B}"/>
              </a:ext>
            </a:extLst>
          </p:cNvPr>
          <p:cNvSpPr>
            <a:spLocks/>
          </p:cNvSpPr>
          <p:nvPr/>
        </p:nvSpPr>
        <p:spPr>
          <a:xfrm>
            <a:off x="4604303" y="686739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9" name="data_3388">
            <a:extLst>
              <a:ext uri="{FF2B5EF4-FFF2-40B4-BE49-F238E27FC236}">
                <a16:creationId xmlns:a16="http://schemas.microsoft.com/office/drawing/2014/main" id="{4F4D3517-C10F-46FD-BB47-CAAD420F4AF4}"/>
              </a:ext>
            </a:extLst>
          </p:cNvPr>
          <p:cNvSpPr>
            <a:spLocks/>
          </p:cNvSpPr>
          <p:nvPr/>
        </p:nvSpPr>
        <p:spPr>
          <a:xfrm>
            <a:off x="4905473" y="529998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0" name="data_3389">
            <a:extLst>
              <a:ext uri="{FF2B5EF4-FFF2-40B4-BE49-F238E27FC236}">
                <a16:creationId xmlns:a16="http://schemas.microsoft.com/office/drawing/2014/main" id="{78CE9915-7E57-4B32-AB3B-043170444C5E}"/>
              </a:ext>
            </a:extLst>
          </p:cNvPr>
          <p:cNvSpPr>
            <a:spLocks/>
          </p:cNvSpPr>
          <p:nvPr/>
        </p:nvSpPr>
        <p:spPr>
          <a:xfrm>
            <a:off x="5140613" y="5514397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1" name="data_3390">
            <a:extLst>
              <a:ext uri="{FF2B5EF4-FFF2-40B4-BE49-F238E27FC236}">
                <a16:creationId xmlns:a16="http://schemas.microsoft.com/office/drawing/2014/main" id="{8BBB36C6-1B47-41DC-8C70-A1081DE91805}"/>
              </a:ext>
            </a:extLst>
          </p:cNvPr>
          <p:cNvSpPr>
            <a:spLocks/>
          </p:cNvSpPr>
          <p:nvPr/>
        </p:nvSpPr>
        <p:spPr>
          <a:xfrm>
            <a:off x="4889733" y="5447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2" name="data_3391">
            <a:extLst>
              <a:ext uri="{FF2B5EF4-FFF2-40B4-BE49-F238E27FC236}">
                <a16:creationId xmlns:a16="http://schemas.microsoft.com/office/drawing/2014/main" id="{71114BA2-D0B1-4B27-9AAF-CEBC42B1C7BD}"/>
              </a:ext>
            </a:extLst>
          </p:cNvPr>
          <p:cNvSpPr>
            <a:spLocks/>
          </p:cNvSpPr>
          <p:nvPr/>
        </p:nvSpPr>
        <p:spPr>
          <a:xfrm>
            <a:off x="4980475" y="6618932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3" name="data_3392">
            <a:extLst>
              <a:ext uri="{FF2B5EF4-FFF2-40B4-BE49-F238E27FC236}">
                <a16:creationId xmlns:a16="http://schemas.microsoft.com/office/drawing/2014/main" id="{42F70DDC-90C1-4B80-85C4-26B3E6F2E56D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4" name="data_3393">
            <a:extLst>
              <a:ext uri="{FF2B5EF4-FFF2-40B4-BE49-F238E27FC236}">
                <a16:creationId xmlns:a16="http://schemas.microsoft.com/office/drawing/2014/main" id="{6123B3DF-48F3-4DBA-9BA8-3EC87501B983}"/>
              </a:ext>
            </a:extLst>
          </p:cNvPr>
          <p:cNvSpPr>
            <a:spLocks/>
          </p:cNvSpPr>
          <p:nvPr/>
        </p:nvSpPr>
        <p:spPr>
          <a:xfrm>
            <a:off x="4917049" y="5403071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5" name="data_3394">
            <a:extLst>
              <a:ext uri="{FF2B5EF4-FFF2-40B4-BE49-F238E27FC236}">
                <a16:creationId xmlns:a16="http://schemas.microsoft.com/office/drawing/2014/main" id="{8668C980-7F63-4E22-8299-C7128D952EE5}"/>
              </a:ext>
            </a:extLst>
          </p:cNvPr>
          <p:cNvSpPr>
            <a:spLocks/>
          </p:cNvSpPr>
          <p:nvPr/>
        </p:nvSpPr>
        <p:spPr>
          <a:xfrm>
            <a:off x="4731143" y="6215855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6" name="data_3395">
            <a:extLst>
              <a:ext uri="{FF2B5EF4-FFF2-40B4-BE49-F238E27FC236}">
                <a16:creationId xmlns:a16="http://schemas.microsoft.com/office/drawing/2014/main" id="{2C389B57-E9DC-41D3-85FC-1931ECF6991D}"/>
              </a:ext>
            </a:extLst>
          </p:cNvPr>
          <p:cNvSpPr>
            <a:spLocks/>
          </p:cNvSpPr>
          <p:nvPr/>
        </p:nvSpPr>
        <p:spPr>
          <a:xfrm>
            <a:off x="3974312" y="612563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7" name="data_3396">
            <a:extLst>
              <a:ext uri="{FF2B5EF4-FFF2-40B4-BE49-F238E27FC236}">
                <a16:creationId xmlns:a16="http://schemas.microsoft.com/office/drawing/2014/main" id="{B79D768A-86FF-4A2A-BB08-58AB00AA2F90}"/>
              </a:ext>
            </a:extLst>
          </p:cNvPr>
          <p:cNvSpPr>
            <a:spLocks/>
          </p:cNvSpPr>
          <p:nvPr/>
        </p:nvSpPr>
        <p:spPr>
          <a:xfrm>
            <a:off x="4302871" y="5981179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8" name="data_3397">
            <a:extLst>
              <a:ext uri="{FF2B5EF4-FFF2-40B4-BE49-F238E27FC236}">
                <a16:creationId xmlns:a16="http://schemas.microsoft.com/office/drawing/2014/main" id="{EC0D1DF8-5C01-4700-AD56-18A74FDB3070}"/>
              </a:ext>
            </a:extLst>
          </p:cNvPr>
          <p:cNvSpPr>
            <a:spLocks/>
          </p:cNvSpPr>
          <p:nvPr/>
        </p:nvSpPr>
        <p:spPr>
          <a:xfrm>
            <a:off x="4240194" y="6464763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9" name="data_3398">
            <a:extLst>
              <a:ext uri="{FF2B5EF4-FFF2-40B4-BE49-F238E27FC236}">
                <a16:creationId xmlns:a16="http://schemas.microsoft.com/office/drawing/2014/main" id="{9FD2CF4B-1514-46F9-B371-69096D0B5D13}"/>
              </a:ext>
            </a:extLst>
          </p:cNvPr>
          <p:cNvSpPr>
            <a:spLocks/>
          </p:cNvSpPr>
          <p:nvPr/>
        </p:nvSpPr>
        <p:spPr>
          <a:xfrm>
            <a:off x="5190482" y="5606179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0" name="data_3399">
            <a:extLst>
              <a:ext uri="{FF2B5EF4-FFF2-40B4-BE49-F238E27FC236}">
                <a16:creationId xmlns:a16="http://schemas.microsoft.com/office/drawing/2014/main" id="{58C41E45-408C-4350-877D-50898E09EB5B}"/>
              </a:ext>
            </a:extLst>
          </p:cNvPr>
          <p:cNvSpPr>
            <a:spLocks/>
          </p:cNvSpPr>
          <p:nvPr/>
        </p:nvSpPr>
        <p:spPr>
          <a:xfrm>
            <a:off x="5167622" y="5442098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1" name="data_3400">
            <a:extLst>
              <a:ext uri="{FF2B5EF4-FFF2-40B4-BE49-F238E27FC236}">
                <a16:creationId xmlns:a16="http://schemas.microsoft.com/office/drawing/2014/main" id="{841E048E-6612-43D6-9E64-251551AA95E2}"/>
              </a:ext>
            </a:extLst>
          </p:cNvPr>
          <p:cNvSpPr>
            <a:spLocks/>
          </p:cNvSpPr>
          <p:nvPr/>
        </p:nvSpPr>
        <p:spPr>
          <a:xfrm>
            <a:off x="4892475" y="6930543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2" name="data_3401">
            <a:extLst>
              <a:ext uri="{FF2B5EF4-FFF2-40B4-BE49-F238E27FC236}">
                <a16:creationId xmlns:a16="http://schemas.microsoft.com/office/drawing/2014/main" id="{2CA1DB29-4F3B-4FE2-97AC-185B9B3072BA}"/>
              </a:ext>
            </a:extLst>
          </p:cNvPr>
          <p:cNvSpPr>
            <a:spLocks/>
          </p:cNvSpPr>
          <p:nvPr/>
        </p:nvSpPr>
        <p:spPr>
          <a:xfrm>
            <a:off x="5112544" y="5514550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3" name="data_3402">
            <a:extLst>
              <a:ext uri="{FF2B5EF4-FFF2-40B4-BE49-F238E27FC236}">
                <a16:creationId xmlns:a16="http://schemas.microsoft.com/office/drawing/2014/main" id="{8FD2EF22-C7BC-4094-AA82-8452031ECD82}"/>
              </a:ext>
            </a:extLst>
          </p:cNvPr>
          <p:cNvSpPr>
            <a:spLocks/>
          </p:cNvSpPr>
          <p:nvPr/>
        </p:nvSpPr>
        <p:spPr>
          <a:xfrm>
            <a:off x="4003460" y="561540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4" name="data_3403">
            <a:extLst>
              <a:ext uri="{FF2B5EF4-FFF2-40B4-BE49-F238E27FC236}">
                <a16:creationId xmlns:a16="http://schemas.microsoft.com/office/drawing/2014/main" id="{CF5F50DB-9395-4F77-AAEA-FD80FB82BCAF}"/>
              </a:ext>
            </a:extLst>
          </p:cNvPr>
          <p:cNvSpPr>
            <a:spLocks/>
          </p:cNvSpPr>
          <p:nvPr/>
        </p:nvSpPr>
        <p:spPr>
          <a:xfrm>
            <a:off x="5392950" y="5294124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5" name="data_3404">
            <a:extLst>
              <a:ext uri="{FF2B5EF4-FFF2-40B4-BE49-F238E27FC236}">
                <a16:creationId xmlns:a16="http://schemas.microsoft.com/office/drawing/2014/main" id="{C3533ADD-ADEA-44E6-A6E5-13F4D56409BF}"/>
              </a:ext>
            </a:extLst>
          </p:cNvPr>
          <p:cNvSpPr>
            <a:spLocks/>
          </p:cNvSpPr>
          <p:nvPr/>
        </p:nvSpPr>
        <p:spPr>
          <a:xfrm>
            <a:off x="4761470" y="640548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6" name="data_3405">
            <a:extLst>
              <a:ext uri="{FF2B5EF4-FFF2-40B4-BE49-F238E27FC236}">
                <a16:creationId xmlns:a16="http://schemas.microsoft.com/office/drawing/2014/main" id="{8BE3B77D-974F-43BC-9592-BE31A33488B1}"/>
              </a:ext>
            </a:extLst>
          </p:cNvPr>
          <p:cNvSpPr>
            <a:spLocks/>
          </p:cNvSpPr>
          <p:nvPr/>
        </p:nvSpPr>
        <p:spPr>
          <a:xfrm>
            <a:off x="5113347" y="5353334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7" name="data_3406">
            <a:extLst>
              <a:ext uri="{FF2B5EF4-FFF2-40B4-BE49-F238E27FC236}">
                <a16:creationId xmlns:a16="http://schemas.microsoft.com/office/drawing/2014/main" id="{61FA3DC4-6C16-4915-B26E-C8821E3EDF0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8" name="data_3407">
            <a:extLst>
              <a:ext uri="{FF2B5EF4-FFF2-40B4-BE49-F238E27FC236}">
                <a16:creationId xmlns:a16="http://schemas.microsoft.com/office/drawing/2014/main" id="{F0C3556F-47CB-45CC-A150-8F6B8E290B3B}"/>
              </a:ext>
            </a:extLst>
          </p:cNvPr>
          <p:cNvSpPr>
            <a:spLocks/>
          </p:cNvSpPr>
          <p:nvPr/>
        </p:nvSpPr>
        <p:spPr>
          <a:xfrm>
            <a:off x="4104025" y="6649506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9" name="data_3408">
            <a:extLst>
              <a:ext uri="{FF2B5EF4-FFF2-40B4-BE49-F238E27FC236}">
                <a16:creationId xmlns:a16="http://schemas.microsoft.com/office/drawing/2014/main" id="{D10330DE-8C0A-438B-B2A7-35BEEBC7FD67}"/>
              </a:ext>
            </a:extLst>
          </p:cNvPr>
          <p:cNvSpPr>
            <a:spLocks/>
          </p:cNvSpPr>
          <p:nvPr/>
        </p:nvSpPr>
        <p:spPr>
          <a:xfrm>
            <a:off x="4457463" y="6210408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0" name="data_3409">
            <a:extLst>
              <a:ext uri="{FF2B5EF4-FFF2-40B4-BE49-F238E27FC236}">
                <a16:creationId xmlns:a16="http://schemas.microsoft.com/office/drawing/2014/main" id="{43BF3203-C842-4457-9FCF-4FF28CCED415}"/>
              </a:ext>
            </a:extLst>
          </p:cNvPr>
          <p:cNvSpPr>
            <a:spLocks/>
          </p:cNvSpPr>
          <p:nvPr/>
        </p:nvSpPr>
        <p:spPr>
          <a:xfrm>
            <a:off x="4779087" y="6240600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1" name="data_3410">
            <a:extLst>
              <a:ext uri="{FF2B5EF4-FFF2-40B4-BE49-F238E27FC236}">
                <a16:creationId xmlns:a16="http://schemas.microsoft.com/office/drawing/2014/main" id="{DABA0A4D-0285-4A8A-BF3E-9AFC8D9F6D26}"/>
              </a:ext>
            </a:extLst>
          </p:cNvPr>
          <p:cNvSpPr>
            <a:spLocks/>
          </p:cNvSpPr>
          <p:nvPr/>
        </p:nvSpPr>
        <p:spPr>
          <a:xfrm>
            <a:off x="4303418" y="6930543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2" name="data_3411">
            <a:extLst>
              <a:ext uri="{FF2B5EF4-FFF2-40B4-BE49-F238E27FC236}">
                <a16:creationId xmlns:a16="http://schemas.microsoft.com/office/drawing/2014/main" id="{CFFF4CDF-35C0-4B5F-BDF7-0478FD4EAC5E}"/>
              </a:ext>
            </a:extLst>
          </p:cNvPr>
          <p:cNvSpPr>
            <a:spLocks/>
          </p:cNvSpPr>
          <p:nvPr/>
        </p:nvSpPr>
        <p:spPr>
          <a:xfrm>
            <a:off x="5400421" y="5376337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3" name="data_3412">
            <a:extLst>
              <a:ext uri="{FF2B5EF4-FFF2-40B4-BE49-F238E27FC236}">
                <a16:creationId xmlns:a16="http://schemas.microsoft.com/office/drawing/2014/main" id="{39498C14-BCFB-47D7-BC19-C0E7AC192FEE}"/>
              </a:ext>
            </a:extLst>
          </p:cNvPr>
          <p:cNvSpPr>
            <a:spLocks/>
          </p:cNvSpPr>
          <p:nvPr/>
        </p:nvSpPr>
        <p:spPr>
          <a:xfrm>
            <a:off x="4574741" y="6930543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4" name="data_3413">
            <a:extLst>
              <a:ext uri="{FF2B5EF4-FFF2-40B4-BE49-F238E27FC236}">
                <a16:creationId xmlns:a16="http://schemas.microsoft.com/office/drawing/2014/main" id="{AD23AC11-4014-4C6B-9F2D-22E79954F4C2}"/>
              </a:ext>
            </a:extLst>
          </p:cNvPr>
          <p:cNvSpPr>
            <a:spLocks/>
          </p:cNvSpPr>
          <p:nvPr/>
        </p:nvSpPr>
        <p:spPr>
          <a:xfrm>
            <a:off x="4120550" y="6394640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5" name="data_3414">
            <a:extLst>
              <a:ext uri="{FF2B5EF4-FFF2-40B4-BE49-F238E27FC236}">
                <a16:creationId xmlns:a16="http://schemas.microsoft.com/office/drawing/2014/main" id="{A0557877-BCF3-471A-8E4D-53B51B6B53E5}"/>
              </a:ext>
            </a:extLst>
          </p:cNvPr>
          <p:cNvSpPr>
            <a:spLocks/>
          </p:cNvSpPr>
          <p:nvPr/>
        </p:nvSpPr>
        <p:spPr>
          <a:xfrm>
            <a:off x="4876839" y="5393842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6" name="data_3415">
            <a:extLst>
              <a:ext uri="{FF2B5EF4-FFF2-40B4-BE49-F238E27FC236}">
                <a16:creationId xmlns:a16="http://schemas.microsoft.com/office/drawing/2014/main" id="{1489B0EB-1F9A-452B-9B4E-BD1856F0AEBF}"/>
              </a:ext>
            </a:extLst>
          </p:cNvPr>
          <p:cNvSpPr>
            <a:spLocks/>
          </p:cNvSpPr>
          <p:nvPr/>
        </p:nvSpPr>
        <p:spPr>
          <a:xfrm>
            <a:off x="5191910" y="5710522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7" name="data_3416">
            <a:extLst>
              <a:ext uri="{FF2B5EF4-FFF2-40B4-BE49-F238E27FC236}">
                <a16:creationId xmlns:a16="http://schemas.microsoft.com/office/drawing/2014/main" id="{4E596B47-78DC-4AE4-B09B-48D718C9D24B}"/>
              </a:ext>
            </a:extLst>
          </p:cNvPr>
          <p:cNvSpPr>
            <a:spLocks/>
          </p:cNvSpPr>
          <p:nvPr/>
        </p:nvSpPr>
        <p:spPr>
          <a:xfrm>
            <a:off x="4702103" y="6111454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8" name="data_3417">
            <a:extLst>
              <a:ext uri="{FF2B5EF4-FFF2-40B4-BE49-F238E27FC236}">
                <a16:creationId xmlns:a16="http://schemas.microsoft.com/office/drawing/2014/main" id="{8A552D8E-F18F-468A-B99F-53746C1E0F14}"/>
              </a:ext>
            </a:extLst>
          </p:cNvPr>
          <p:cNvSpPr>
            <a:spLocks/>
          </p:cNvSpPr>
          <p:nvPr/>
        </p:nvSpPr>
        <p:spPr>
          <a:xfrm>
            <a:off x="4744470" y="556629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9" name="data_3418">
            <a:extLst>
              <a:ext uri="{FF2B5EF4-FFF2-40B4-BE49-F238E27FC236}">
                <a16:creationId xmlns:a16="http://schemas.microsoft.com/office/drawing/2014/main" id="{A7A959E7-AE02-4514-9183-B08DB3B8FEB8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0" name="data_3419">
            <a:extLst>
              <a:ext uri="{FF2B5EF4-FFF2-40B4-BE49-F238E27FC236}">
                <a16:creationId xmlns:a16="http://schemas.microsoft.com/office/drawing/2014/main" id="{6C8A619B-AE04-4243-909C-94F9FC69DCD7}"/>
              </a:ext>
            </a:extLst>
          </p:cNvPr>
          <p:cNvSpPr>
            <a:spLocks/>
          </p:cNvSpPr>
          <p:nvPr/>
        </p:nvSpPr>
        <p:spPr>
          <a:xfrm>
            <a:off x="5313157" y="5516100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1" name="data_3420">
            <a:extLst>
              <a:ext uri="{FF2B5EF4-FFF2-40B4-BE49-F238E27FC236}">
                <a16:creationId xmlns:a16="http://schemas.microsoft.com/office/drawing/2014/main" id="{85AE7CF9-949C-4D62-A40C-D512EDFB93C8}"/>
              </a:ext>
            </a:extLst>
          </p:cNvPr>
          <p:cNvSpPr>
            <a:spLocks/>
          </p:cNvSpPr>
          <p:nvPr/>
        </p:nvSpPr>
        <p:spPr>
          <a:xfrm>
            <a:off x="4125971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2" name="data_3421">
            <a:extLst>
              <a:ext uri="{FF2B5EF4-FFF2-40B4-BE49-F238E27FC236}">
                <a16:creationId xmlns:a16="http://schemas.microsoft.com/office/drawing/2014/main" id="{A1BD3ACF-8BE2-49C3-B8EF-B2237307F410}"/>
              </a:ext>
            </a:extLst>
          </p:cNvPr>
          <p:cNvSpPr>
            <a:spLocks/>
          </p:cNvSpPr>
          <p:nvPr/>
        </p:nvSpPr>
        <p:spPr>
          <a:xfrm>
            <a:off x="4654701" y="6930543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3" name="data_3422">
            <a:extLst>
              <a:ext uri="{FF2B5EF4-FFF2-40B4-BE49-F238E27FC236}">
                <a16:creationId xmlns:a16="http://schemas.microsoft.com/office/drawing/2014/main" id="{2518207C-4D1E-4A65-8F67-E1C29539385B}"/>
              </a:ext>
            </a:extLst>
          </p:cNvPr>
          <p:cNvSpPr>
            <a:spLocks/>
          </p:cNvSpPr>
          <p:nvPr/>
        </p:nvSpPr>
        <p:spPr>
          <a:xfrm>
            <a:off x="4499431" y="5902853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4" name="data_3423">
            <a:extLst>
              <a:ext uri="{FF2B5EF4-FFF2-40B4-BE49-F238E27FC236}">
                <a16:creationId xmlns:a16="http://schemas.microsoft.com/office/drawing/2014/main" id="{CCE0A7F0-D130-4335-A42A-045699788EBC}"/>
              </a:ext>
            </a:extLst>
          </p:cNvPr>
          <p:cNvSpPr>
            <a:spLocks/>
          </p:cNvSpPr>
          <p:nvPr/>
        </p:nvSpPr>
        <p:spPr>
          <a:xfrm>
            <a:off x="4889630" y="5471817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5" name="data_3424">
            <a:extLst>
              <a:ext uri="{FF2B5EF4-FFF2-40B4-BE49-F238E27FC236}">
                <a16:creationId xmlns:a16="http://schemas.microsoft.com/office/drawing/2014/main" id="{F32FD92A-09D8-48BE-A3F8-D204BB8D04DC}"/>
              </a:ext>
            </a:extLst>
          </p:cNvPr>
          <p:cNvSpPr>
            <a:spLocks/>
          </p:cNvSpPr>
          <p:nvPr/>
        </p:nvSpPr>
        <p:spPr>
          <a:xfrm>
            <a:off x="5013173" y="5740009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6" name="data_3425">
            <a:extLst>
              <a:ext uri="{FF2B5EF4-FFF2-40B4-BE49-F238E27FC236}">
                <a16:creationId xmlns:a16="http://schemas.microsoft.com/office/drawing/2014/main" id="{FD5F09AA-D9B0-4280-A008-39738126E2BC}"/>
              </a:ext>
            </a:extLst>
          </p:cNvPr>
          <p:cNvSpPr>
            <a:spLocks/>
          </p:cNvSpPr>
          <p:nvPr/>
        </p:nvSpPr>
        <p:spPr>
          <a:xfrm>
            <a:off x="4262214" y="579633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7" name="data_3426">
            <a:extLst>
              <a:ext uri="{FF2B5EF4-FFF2-40B4-BE49-F238E27FC236}">
                <a16:creationId xmlns:a16="http://schemas.microsoft.com/office/drawing/2014/main" id="{32498B7C-FB81-4338-9CE2-27BAFEBAFE6F}"/>
              </a:ext>
            </a:extLst>
          </p:cNvPr>
          <p:cNvSpPr>
            <a:spLocks/>
          </p:cNvSpPr>
          <p:nvPr/>
        </p:nvSpPr>
        <p:spPr>
          <a:xfrm>
            <a:off x="5128809" y="551992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8" name="data_3427">
            <a:extLst>
              <a:ext uri="{FF2B5EF4-FFF2-40B4-BE49-F238E27FC236}">
                <a16:creationId xmlns:a16="http://schemas.microsoft.com/office/drawing/2014/main" id="{478F8DF9-4962-4D8D-B4E3-8B8EC5BA790A}"/>
              </a:ext>
            </a:extLst>
          </p:cNvPr>
          <p:cNvSpPr>
            <a:spLocks/>
          </p:cNvSpPr>
          <p:nvPr/>
        </p:nvSpPr>
        <p:spPr>
          <a:xfrm>
            <a:off x="5144956" y="5658822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9" name="data_3428">
            <a:extLst>
              <a:ext uri="{FF2B5EF4-FFF2-40B4-BE49-F238E27FC236}">
                <a16:creationId xmlns:a16="http://schemas.microsoft.com/office/drawing/2014/main" id="{0935B88F-9EB8-4601-875C-6182BEBA2AA9}"/>
              </a:ext>
            </a:extLst>
          </p:cNvPr>
          <p:cNvSpPr>
            <a:spLocks/>
          </p:cNvSpPr>
          <p:nvPr/>
        </p:nvSpPr>
        <p:spPr>
          <a:xfrm>
            <a:off x="4815944" y="5665621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0" name="data_3429">
            <a:extLst>
              <a:ext uri="{FF2B5EF4-FFF2-40B4-BE49-F238E27FC236}">
                <a16:creationId xmlns:a16="http://schemas.microsoft.com/office/drawing/2014/main" id="{13A6E2DC-DC01-46F2-AD18-620E5FB1CA88}"/>
              </a:ext>
            </a:extLst>
          </p:cNvPr>
          <p:cNvSpPr>
            <a:spLocks/>
          </p:cNvSpPr>
          <p:nvPr/>
        </p:nvSpPr>
        <p:spPr>
          <a:xfrm>
            <a:off x="4253839" y="6930543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1" name="data_3430">
            <a:extLst>
              <a:ext uri="{FF2B5EF4-FFF2-40B4-BE49-F238E27FC236}">
                <a16:creationId xmlns:a16="http://schemas.microsoft.com/office/drawing/2014/main" id="{EA4E02DA-647E-48F2-8798-7081F0409582}"/>
              </a:ext>
            </a:extLst>
          </p:cNvPr>
          <p:cNvSpPr>
            <a:spLocks/>
          </p:cNvSpPr>
          <p:nvPr/>
        </p:nvSpPr>
        <p:spPr>
          <a:xfrm>
            <a:off x="4867343" y="5608393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2" name="data_3431">
            <a:extLst>
              <a:ext uri="{FF2B5EF4-FFF2-40B4-BE49-F238E27FC236}">
                <a16:creationId xmlns:a16="http://schemas.microsoft.com/office/drawing/2014/main" id="{5DABD615-8C1E-434A-846A-F2985BE720AD}"/>
              </a:ext>
            </a:extLst>
          </p:cNvPr>
          <p:cNvSpPr>
            <a:spLocks/>
          </p:cNvSpPr>
          <p:nvPr/>
        </p:nvSpPr>
        <p:spPr>
          <a:xfrm>
            <a:off x="4641948" y="5927140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3" name="data_3432">
            <a:extLst>
              <a:ext uri="{FF2B5EF4-FFF2-40B4-BE49-F238E27FC236}">
                <a16:creationId xmlns:a16="http://schemas.microsoft.com/office/drawing/2014/main" id="{633FA2E1-47A8-4FAC-8BFF-6EFB2889416E}"/>
              </a:ext>
            </a:extLst>
          </p:cNvPr>
          <p:cNvSpPr>
            <a:spLocks/>
          </p:cNvSpPr>
          <p:nvPr/>
        </p:nvSpPr>
        <p:spPr>
          <a:xfrm>
            <a:off x="4667918" y="6930543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4" name="data_3433">
            <a:extLst>
              <a:ext uri="{FF2B5EF4-FFF2-40B4-BE49-F238E27FC236}">
                <a16:creationId xmlns:a16="http://schemas.microsoft.com/office/drawing/2014/main" id="{BF5742C1-5A6B-4740-B77B-26FAB8820345}"/>
              </a:ext>
            </a:extLst>
          </p:cNvPr>
          <p:cNvSpPr>
            <a:spLocks/>
          </p:cNvSpPr>
          <p:nvPr/>
        </p:nvSpPr>
        <p:spPr>
          <a:xfrm>
            <a:off x="4851373" y="672719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5" name="data_3434">
            <a:extLst>
              <a:ext uri="{FF2B5EF4-FFF2-40B4-BE49-F238E27FC236}">
                <a16:creationId xmlns:a16="http://schemas.microsoft.com/office/drawing/2014/main" id="{F9426772-7F35-4BCD-8674-3C07D9795EF3}"/>
              </a:ext>
            </a:extLst>
          </p:cNvPr>
          <p:cNvSpPr>
            <a:spLocks/>
          </p:cNvSpPr>
          <p:nvPr/>
        </p:nvSpPr>
        <p:spPr>
          <a:xfrm>
            <a:off x="4176802" y="6702556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6" name="data_3435">
            <a:extLst>
              <a:ext uri="{FF2B5EF4-FFF2-40B4-BE49-F238E27FC236}">
                <a16:creationId xmlns:a16="http://schemas.microsoft.com/office/drawing/2014/main" id="{D4132DC1-0969-4999-AF1A-D298673FE2D8}"/>
              </a:ext>
            </a:extLst>
          </p:cNvPr>
          <p:cNvSpPr>
            <a:spLocks/>
          </p:cNvSpPr>
          <p:nvPr/>
        </p:nvSpPr>
        <p:spPr>
          <a:xfrm>
            <a:off x="4143699" y="6687183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7" name="data_3436">
            <a:extLst>
              <a:ext uri="{FF2B5EF4-FFF2-40B4-BE49-F238E27FC236}">
                <a16:creationId xmlns:a16="http://schemas.microsoft.com/office/drawing/2014/main" id="{19919852-06BC-403A-8D68-F500E236D900}"/>
              </a:ext>
            </a:extLst>
          </p:cNvPr>
          <p:cNvSpPr>
            <a:spLocks/>
          </p:cNvSpPr>
          <p:nvPr/>
        </p:nvSpPr>
        <p:spPr>
          <a:xfrm>
            <a:off x="4615460" y="5420377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8" name="data_3437">
            <a:extLst>
              <a:ext uri="{FF2B5EF4-FFF2-40B4-BE49-F238E27FC236}">
                <a16:creationId xmlns:a16="http://schemas.microsoft.com/office/drawing/2014/main" id="{F0BE1146-E85A-40BE-A4D1-1AF3BB28573A}"/>
              </a:ext>
            </a:extLst>
          </p:cNvPr>
          <p:cNvSpPr>
            <a:spLocks/>
          </p:cNvSpPr>
          <p:nvPr/>
        </p:nvSpPr>
        <p:spPr>
          <a:xfrm>
            <a:off x="5531410" y="641594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9" name="data_3438">
            <a:extLst>
              <a:ext uri="{FF2B5EF4-FFF2-40B4-BE49-F238E27FC236}">
                <a16:creationId xmlns:a16="http://schemas.microsoft.com/office/drawing/2014/main" id="{4B856917-0D1F-449C-AD8D-64E80FD5DF55}"/>
              </a:ext>
            </a:extLst>
          </p:cNvPr>
          <p:cNvSpPr>
            <a:spLocks/>
          </p:cNvSpPr>
          <p:nvPr/>
        </p:nvSpPr>
        <p:spPr>
          <a:xfrm>
            <a:off x="4274826" y="5511560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0" name="data_3439">
            <a:extLst>
              <a:ext uri="{FF2B5EF4-FFF2-40B4-BE49-F238E27FC236}">
                <a16:creationId xmlns:a16="http://schemas.microsoft.com/office/drawing/2014/main" id="{C3F4FD7C-B7BC-4D58-9AF7-0E49479DDF50}"/>
              </a:ext>
            </a:extLst>
          </p:cNvPr>
          <p:cNvSpPr>
            <a:spLocks/>
          </p:cNvSpPr>
          <p:nvPr/>
        </p:nvSpPr>
        <p:spPr>
          <a:xfrm>
            <a:off x="3974312" y="6177711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1" name="data_3440">
            <a:extLst>
              <a:ext uri="{FF2B5EF4-FFF2-40B4-BE49-F238E27FC236}">
                <a16:creationId xmlns:a16="http://schemas.microsoft.com/office/drawing/2014/main" id="{459474BA-6EA3-4338-9FD5-0BD596EB8B8F}"/>
              </a:ext>
            </a:extLst>
          </p:cNvPr>
          <p:cNvSpPr>
            <a:spLocks/>
          </p:cNvSpPr>
          <p:nvPr/>
        </p:nvSpPr>
        <p:spPr>
          <a:xfrm>
            <a:off x="4622960" y="6550844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2" name="data_3441">
            <a:extLst>
              <a:ext uri="{FF2B5EF4-FFF2-40B4-BE49-F238E27FC236}">
                <a16:creationId xmlns:a16="http://schemas.microsoft.com/office/drawing/2014/main" id="{41F45115-EAAF-44F8-A391-799A694C5248}"/>
              </a:ext>
            </a:extLst>
          </p:cNvPr>
          <p:cNvSpPr>
            <a:spLocks/>
          </p:cNvSpPr>
          <p:nvPr/>
        </p:nvSpPr>
        <p:spPr>
          <a:xfrm>
            <a:off x="4756055" y="5659022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3" name="data_3442">
            <a:extLst>
              <a:ext uri="{FF2B5EF4-FFF2-40B4-BE49-F238E27FC236}">
                <a16:creationId xmlns:a16="http://schemas.microsoft.com/office/drawing/2014/main" id="{AC1A8042-57B7-4449-A827-A7EB1E6AE902}"/>
              </a:ext>
            </a:extLst>
          </p:cNvPr>
          <p:cNvSpPr>
            <a:spLocks/>
          </p:cNvSpPr>
          <p:nvPr/>
        </p:nvSpPr>
        <p:spPr>
          <a:xfrm>
            <a:off x="4886328" y="5492867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4" name="data_3443">
            <a:extLst>
              <a:ext uri="{FF2B5EF4-FFF2-40B4-BE49-F238E27FC236}">
                <a16:creationId xmlns:a16="http://schemas.microsoft.com/office/drawing/2014/main" id="{2D7280E9-138F-4685-8C8C-AE083078744D}"/>
              </a:ext>
            </a:extLst>
          </p:cNvPr>
          <p:cNvSpPr>
            <a:spLocks/>
          </p:cNvSpPr>
          <p:nvPr/>
        </p:nvSpPr>
        <p:spPr>
          <a:xfrm>
            <a:off x="5177593" y="5479556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5" name="data_3444">
            <a:extLst>
              <a:ext uri="{FF2B5EF4-FFF2-40B4-BE49-F238E27FC236}">
                <a16:creationId xmlns:a16="http://schemas.microsoft.com/office/drawing/2014/main" id="{935C7B47-BDA7-4DA4-8A2B-CC43F396FA20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6" name="data_3445">
            <a:extLst>
              <a:ext uri="{FF2B5EF4-FFF2-40B4-BE49-F238E27FC236}">
                <a16:creationId xmlns:a16="http://schemas.microsoft.com/office/drawing/2014/main" id="{9BD1D116-8857-4984-87B6-5AC98509C8FC}"/>
              </a:ext>
            </a:extLst>
          </p:cNvPr>
          <p:cNvSpPr>
            <a:spLocks/>
          </p:cNvSpPr>
          <p:nvPr/>
        </p:nvSpPr>
        <p:spPr>
          <a:xfrm>
            <a:off x="4447925" y="542410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7" name="data_3446">
            <a:extLst>
              <a:ext uri="{FF2B5EF4-FFF2-40B4-BE49-F238E27FC236}">
                <a16:creationId xmlns:a16="http://schemas.microsoft.com/office/drawing/2014/main" id="{9BE4BC49-E6B7-4E78-A68B-A09532BBBCD3}"/>
              </a:ext>
            </a:extLst>
          </p:cNvPr>
          <p:cNvSpPr>
            <a:spLocks/>
          </p:cNvSpPr>
          <p:nvPr/>
        </p:nvSpPr>
        <p:spPr>
          <a:xfrm>
            <a:off x="5009364" y="57314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8" name="data_3447">
            <a:extLst>
              <a:ext uri="{FF2B5EF4-FFF2-40B4-BE49-F238E27FC236}">
                <a16:creationId xmlns:a16="http://schemas.microsoft.com/office/drawing/2014/main" id="{B365BB37-268A-4E9B-9804-D7BCC3E7F27F}"/>
              </a:ext>
            </a:extLst>
          </p:cNvPr>
          <p:cNvSpPr>
            <a:spLocks/>
          </p:cNvSpPr>
          <p:nvPr/>
        </p:nvSpPr>
        <p:spPr>
          <a:xfrm>
            <a:off x="5354725" y="55376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9" name="data_3448">
            <a:extLst>
              <a:ext uri="{FF2B5EF4-FFF2-40B4-BE49-F238E27FC236}">
                <a16:creationId xmlns:a16="http://schemas.microsoft.com/office/drawing/2014/main" id="{341EAA17-5B57-435F-9A70-72D8E39CBA1E}"/>
              </a:ext>
            </a:extLst>
          </p:cNvPr>
          <p:cNvSpPr>
            <a:spLocks/>
          </p:cNvSpPr>
          <p:nvPr/>
        </p:nvSpPr>
        <p:spPr>
          <a:xfrm>
            <a:off x="4821734" y="6125181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0" name="data_3449">
            <a:extLst>
              <a:ext uri="{FF2B5EF4-FFF2-40B4-BE49-F238E27FC236}">
                <a16:creationId xmlns:a16="http://schemas.microsoft.com/office/drawing/2014/main" id="{1C0380CA-3F01-4022-B86E-89CC0B07ED0C}"/>
              </a:ext>
            </a:extLst>
          </p:cNvPr>
          <p:cNvSpPr>
            <a:spLocks/>
          </p:cNvSpPr>
          <p:nvPr/>
        </p:nvSpPr>
        <p:spPr>
          <a:xfrm>
            <a:off x="4118340" y="624045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1" name="data_3450">
            <a:extLst>
              <a:ext uri="{FF2B5EF4-FFF2-40B4-BE49-F238E27FC236}">
                <a16:creationId xmlns:a16="http://schemas.microsoft.com/office/drawing/2014/main" id="{F8F6BAFF-BC17-4AFD-817F-2837C48734B2}"/>
              </a:ext>
            </a:extLst>
          </p:cNvPr>
          <p:cNvSpPr>
            <a:spLocks/>
          </p:cNvSpPr>
          <p:nvPr/>
        </p:nvSpPr>
        <p:spPr>
          <a:xfrm>
            <a:off x="4505111" y="6930543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2" name="data_3451">
            <a:extLst>
              <a:ext uri="{FF2B5EF4-FFF2-40B4-BE49-F238E27FC236}">
                <a16:creationId xmlns:a16="http://schemas.microsoft.com/office/drawing/2014/main" id="{4AB8A68C-46D8-4686-953F-96EF69ED9BFC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3" name="data_3452">
            <a:extLst>
              <a:ext uri="{FF2B5EF4-FFF2-40B4-BE49-F238E27FC236}">
                <a16:creationId xmlns:a16="http://schemas.microsoft.com/office/drawing/2014/main" id="{42F9256F-08B1-4EEC-82C6-7DD616042F13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4" name="text_3453">
            <a:extLst>
              <a:ext uri="{FF2B5EF4-FFF2-40B4-BE49-F238E27FC236}">
                <a16:creationId xmlns:a16="http://schemas.microsoft.com/office/drawing/2014/main" id="{DD011EA9-B765-4DB4-8951-F94D4EA864A2}"/>
              </a:ext>
            </a:extLst>
          </p:cNvPr>
          <p:cNvSpPr>
            <a:spLocks/>
          </p:cNvSpPr>
          <p:nvPr/>
        </p:nvSpPr>
        <p:spPr>
          <a:xfrm>
            <a:off x="3527453" y="4774729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455" name="text_3454">
            <a:extLst>
              <a:ext uri="{FF2B5EF4-FFF2-40B4-BE49-F238E27FC236}">
                <a16:creationId xmlns:a16="http://schemas.microsoft.com/office/drawing/2014/main" id="{9DACB340-16E5-4877-9C88-1A177852DF35}"/>
              </a:ext>
            </a:extLst>
          </p:cNvPr>
          <p:cNvSpPr>
            <a:spLocks/>
          </p:cNvSpPr>
          <p:nvPr/>
        </p:nvSpPr>
        <p:spPr>
          <a:xfrm>
            <a:off x="4006283" y="4797303"/>
            <a:ext cx="1333023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 · Dice</a:t>
            </a:r>
          </a:p>
        </p:txBody>
      </p:sp>
      <p:sp>
        <p:nvSpPr>
          <p:cNvPr id="3456" name="data_3455">
            <a:extLst>
              <a:ext uri="{FF2B5EF4-FFF2-40B4-BE49-F238E27FC236}">
                <a16:creationId xmlns:a16="http://schemas.microsoft.com/office/drawing/2014/main" id="{29CEC7CF-6F91-44EE-9E28-71A01B060364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7" name="data_3456">
            <a:extLst>
              <a:ext uri="{FF2B5EF4-FFF2-40B4-BE49-F238E27FC236}">
                <a16:creationId xmlns:a16="http://schemas.microsoft.com/office/drawing/2014/main" id="{351C042F-BF7B-464F-9A31-E5627E0AE13C}"/>
              </a:ext>
            </a:extLst>
          </p:cNvPr>
          <p:cNvSpPr>
            <a:spLocks/>
          </p:cNvSpPr>
          <p:nvPr/>
        </p:nvSpPr>
        <p:spPr>
          <a:xfrm>
            <a:off x="5989252" y="69551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3458" name="data_3457">
            <a:extLst>
              <a:ext uri="{FF2B5EF4-FFF2-40B4-BE49-F238E27FC236}">
                <a16:creationId xmlns:a16="http://schemas.microsoft.com/office/drawing/2014/main" id="{9EF0E342-1D47-4A1B-ADD2-F090D3A088C3}"/>
              </a:ext>
            </a:extLst>
          </p:cNvPr>
          <p:cNvSpPr>
            <a:spLocks/>
          </p:cNvSpPr>
          <p:nvPr/>
        </p:nvSpPr>
        <p:spPr>
          <a:xfrm>
            <a:off x="5989252" y="6947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3459" name="data_3458">
            <a:extLst>
              <a:ext uri="{FF2B5EF4-FFF2-40B4-BE49-F238E27FC236}">
                <a16:creationId xmlns:a16="http://schemas.microsoft.com/office/drawing/2014/main" id="{69256DA5-0409-4564-8099-F8175FBDE01E}"/>
              </a:ext>
            </a:extLst>
          </p:cNvPr>
          <p:cNvSpPr>
            <a:spLocks/>
          </p:cNvSpPr>
          <p:nvPr/>
        </p:nvSpPr>
        <p:spPr>
          <a:xfrm>
            <a:off x="5989252" y="6940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3460" name="data_3459">
            <a:extLst>
              <a:ext uri="{FF2B5EF4-FFF2-40B4-BE49-F238E27FC236}">
                <a16:creationId xmlns:a16="http://schemas.microsoft.com/office/drawing/2014/main" id="{368F3692-05E4-4252-95C4-EDAE150B0752}"/>
              </a:ext>
            </a:extLst>
          </p:cNvPr>
          <p:cNvSpPr>
            <a:spLocks/>
          </p:cNvSpPr>
          <p:nvPr/>
        </p:nvSpPr>
        <p:spPr>
          <a:xfrm>
            <a:off x="5989252" y="69332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3461" name="data_3460">
            <a:extLst>
              <a:ext uri="{FF2B5EF4-FFF2-40B4-BE49-F238E27FC236}">
                <a16:creationId xmlns:a16="http://schemas.microsoft.com/office/drawing/2014/main" id="{6DC785B5-A68B-4428-8FF7-D5AF77E31665}"/>
              </a:ext>
            </a:extLst>
          </p:cNvPr>
          <p:cNvSpPr>
            <a:spLocks/>
          </p:cNvSpPr>
          <p:nvPr/>
        </p:nvSpPr>
        <p:spPr>
          <a:xfrm>
            <a:off x="5989252" y="69259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3462" name="data_3461">
            <a:extLst>
              <a:ext uri="{FF2B5EF4-FFF2-40B4-BE49-F238E27FC236}">
                <a16:creationId xmlns:a16="http://schemas.microsoft.com/office/drawing/2014/main" id="{9D96A08A-DA99-45C7-8638-1C09F76F7D5C}"/>
              </a:ext>
            </a:extLst>
          </p:cNvPr>
          <p:cNvSpPr>
            <a:spLocks/>
          </p:cNvSpPr>
          <p:nvPr/>
        </p:nvSpPr>
        <p:spPr>
          <a:xfrm>
            <a:off x="5989252" y="69185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3463" name="data_3462">
            <a:extLst>
              <a:ext uri="{FF2B5EF4-FFF2-40B4-BE49-F238E27FC236}">
                <a16:creationId xmlns:a16="http://schemas.microsoft.com/office/drawing/2014/main" id="{2A7E03B8-4D95-4985-9354-D84C819E9366}"/>
              </a:ext>
            </a:extLst>
          </p:cNvPr>
          <p:cNvSpPr>
            <a:spLocks/>
          </p:cNvSpPr>
          <p:nvPr/>
        </p:nvSpPr>
        <p:spPr>
          <a:xfrm>
            <a:off x="5989252" y="6911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3464" name="data_3463">
            <a:extLst>
              <a:ext uri="{FF2B5EF4-FFF2-40B4-BE49-F238E27FC236}">
                <a16:creationId xmlns:a16="http://schemas.microsoft.com/office/drawing/2014/main" id="{455BD2EC-E5F1-4957-BEEB-172C90375BB0}"/>
              </a:ext>
            </a:extLst>
          </p:cNvPr>
          <p:cNvSpPr>
            <a:spLocks/>
          </p:cNvSpPr>
          <p:nvPr/>
        </p:nvSpPr>
        <p:spPr>
          <a:xfrm>
            <a:off x="5989252" y="6903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3465" name="data_3464">
            <a:extLst>
              <a:ext uri="{FF2B5EF4-FFF2-40B4-BE49-F238E27FC236}">
                <a16:creationId xmlns:a16="http://schemas.microsoft.com/office/drawing/2014/main" id="{BA80EAEE-3A2E-4F51-AE5E-5DF16BE0DFA4}"/>
              </a:ext>
            </a:extLst>
          </p:cNvPr>
          <p:cNvSpPr>
            <a:spLocks/>
          </p:cNvSpPr>
          <p:nvPr/>
        </p:nvSpPr>
        <p:spPr>
          <a:xfrm>
            <a:off x="5989252" y="68966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3466" name="data_3465">
            <a:extLst>
              <a:ext uri="{FF2B5EF4-FFF2-40B4-BE49-F238E27FC236}">
                <a16:creationId xmlns:a16="http://schemas.microsoft.com/office/drawing/2014/main" id="{A6D6170C-F88E-4FED-AC6B-F50F90FE60E6}"/>
              </a:ext>
            </a:extLst>
          </p:cNvPr>
          <p:cNvSpPr>
            <a:spLocks/>
          </p:cNvSpPr>
          <p:nvPr/>
        </p:nvSpPr>
        <p:spPr>
          <a:xfrm>
            <a:off x="5989252" y="68892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3467" name="data_3466">
            <a:extLst>
              <a:ext uri="{FF2B5EF4-FFF2-40B4-BE49-F238E27FC236}">
                <a16:creationId xmlns:a16="http://schemas.microsoft.com/office/drawing/2014/main" id="{EF79013D-E08E-407E-ADD9-BBA3C1FF4C21}"/>
              </a:ext>
            </a:extLst>
          </p:cNvPr>
          <p:cNvSpPr>
            <a:spLocks/>
          </p:cNvSpPr>
          <p:nvPr/>
        </p:nvSpPr>
        <p:spPr>
          <a:xfrm>
            <a:off x="5989252" y="68819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3468" name="data_3467">
            <a:extLst>
              <a:ext uri="{FF2B5EF4-FFF2-40B4-BE49-F238E27FC236}">
                <a16:creationId xmlns:a16="http://schemas.microsoft.com/office/drawing/2014/main" id="{7F799090-D872-4D0D-AFB2-B506403D1C1B}"/>
              </a:ext>
            </a:extLst>
          </p:cNvPr>
          <p:cNvSpPr>
            <a:spLocks/>
          </p:cNvSpPr>
          <p:nvPr/>
        </p:nvSpPr>
        <p:spPr>
          <a:xfrm>
            <a:off x="5989252" y="6874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3469" name="data_3468">
            <a:extLst>
              <a:ext uri="{FF2B5EF4-FFF2-40B4-BE49-F238E27FC236}">
                <a16:creationId xmlns:a16="http://schemas.microsoft.com/office/drawing/2014/main" id="{1315E6FB-22C5-4638-8002-BA58C0767812}"/>
              </a:ext>
            </a:extLst>
          </p:cNvPr>
          <p:cNvSpPr>
            <a:spLocks/>
          </p:cNvSpPr>
          <p:nvPr/>
        </p:nvSpPr>
        <p:spPr>
          <a:xfrm>
            <a:off x="5989252" y="6867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3470" name="data_3469">
            <a:extLst>
              <a:ext uri="{FF2B5EF4-FFF2-40B4-BE49-F238E27FC236}">
                <a16:creationId xmlns:a16="http://schemas.microsoft.com/office/drawing/2014/main" id="{2D7FE3B2-92CA-49EC-86E1-2BAFBD59E916}"/>
              </a:ext>
            </a:extLst>
          </p:cNvPr>
          <p:cNvSpPr>
            <a:spLocks/>
          </p:cNvSpPr>
          <p:nvPr/>
        </p:nvSpPr>
        <p:spPr>
          <a:xfrm>
            <a:off x="5989252" y="68600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3471" name="data_3470">
            <a:extLst>
              <a:ext uri="{FF2B5EF4-FFF2-40B4-BE49-F238E27FC236}">
                <a16:creationId xmlns:a16="http://schemas.microsoft.com/office/drawing/2014/main" id="{531D105A-6AA0-4D92-926B-4034165162C3}"/>
              </a:ext>
            </a:extLst>
          </p:cNvPr>
          <p:cNvSpPr>
            <a:spLocks/>
          </p:cNvSpPr>
          <p:nvPr/>
        </p:nvSpPr>
        <p:spPr>
          <a:xfrm>
            <a:off x="5989252" y="68526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3472" name="data_3471">
            <a:extLst>
              <a:ext uri="{FF2B5EF4-FFF2-40B4-BE49-F238E27FC236}">
                <a16:creationId xmlns:a16="http://schemas.microsoft.com/office/drawing/2014/main" id="{5E5AD226-DA22-490A-9C93-B4C6ED16E815}"/>
              </a:ext>
            </a:extLst>
          </p:cNvPr>
          <p:cNvSpPr>
            <a:spLocks/>
          </p:cNvSpPr>
          <p:nvPr/>
        </p:nvSpPr>
        <p:spPr>
          <a:xfrm>
            <a:off x="5989252" y="68453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3473" name="data_3472">
            <a:extLst>
              <a:ext uri="{FF2B5EF4-FFF2-40B4-BE49-F238E27FC236}">
                <a16:creationId xmlns:a16="http://schemas.microsoft.com/office/drawing/2014/main" id="{0FCDAD49-94EB-49D8-BE23-99A4D31BA297}"/>
              </a:ext>
            </a:extLst>
          </p:cNvPr>
          <p:cNvSpPr>
            <a:spLocks/>
          </p:cNvSpPr>
          <p:nvPr/>
        </p:nvSpPr>
        <p:spPr>
          <a:xfrm>
            <a:off x="5989252" y="68380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3474" name="data_3473">
            <a:extLst>
              <a:ext uri="{FF2B5EF4-FFF2-40B4-BE49-F238E27FC236}">
                <a16:creationId xmlns:a16="http://schemas.microsoft.com/office/drawing/2014/main" id="{82BDBFF5-91AE-4785-98DF-0347C6DF356C}"/>
              </a:ext>
            </a:extLst>
          </p:cNvPr>
          <p:cNvSpPr>
            <a:spLocks/>
          </p:cNvSpPr>
          <p:nvPr/>
        </p:nvSpPr>
        <p:spPr>
          <a:xfrm>
            <a:off x="5989252" y="6830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3475" name="data_3474">
            <a:extLst>
              <a:ext uri="{FF2B5EF4-FFF2-40B4-BE49-F238E27FC236}">
                <a16:creationId xmlns:a16="http://schemas.microsoft.com/office/drawing/2014/main" id="{94EBDB24-7A0A-4FD1-8F03-5D00B104E5F7}"/>
              </a:ext>
            </a:extLst>
          </p:cNvPr>
          <p:cNvSpPr>
            <a:spLocks/>
          </p:cNvSpPr>
          <p:nvPr/>
        </p:nvSpPr>
        <p:spPr>
          <a:xfrm>
            <a:off x="5989252" y="6823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3476" name="data_3475">
            <a:extLst>
              <a:ext uri="{FF2B5EF4-FFF2-40B4-BE49-F238E27FC236}">
                <a16:creationId xmlns:a16="http://schemas.microsoft.com/office/drawing/2014/main" id="{4EA5CAA4-C4DF-4235-A6E9-B5F097DB51D4}"/>
              </a:ext>
            </a:extLst>
          </p:cNvPr>
          <p:cNvSpPr>
            <a:spLocks/>
          </p:cNvSpPr>
          <p:nvPr/>
        </p:nvSpPr>
        <p:spPr>
          <a:xfrm>
            <a:off x="5989252" y="68160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3477" name="data_3476">
            <a:extLst>
              <a:ext uri="{FF2B5EF4-FFF2-40B4-BE49-F238E27FC236}">
                <a16:creationId xmlns:a16="http://schemas.microsoft.com/office/drawing/2014/main" id="{12E98BA7-6961-4DD1-81CD-FABA7F2B6A51}"/>
              </a:ext>
            </a:extLst>
          </p:cNvPr>
          <p:cNvSpPr>
            <a:spLocks/>
          </p:cNvSpPr>
          <p:nvPr/>
        </p:nvSpPr>
        <p:spPr>
          <a:xfrm>
            <a:off x="5989252" y="68087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3478" name="data_3477">
            <a:extLst>
              <a:ext uri="{FF2B5EF4-FFF2-40B4-BE49-F238E27FC236}">
                <a16:creationId xmlns:a16="http://schemas.microsoft.com/office/drawing/2014/main" id="{1B768E9F-A96D-4B77-8B15-8A6F06FD89B0}"/>
              </a:ext>
            </a:extLst>
          </p:cNvPr>
          <p:cNvSpPr>
            <a:spLocks/>
          </p:cNvSpPr>
          <p:nvPr/>
        </p:nvSpPr>
        <p:spPr>
          <a:xfrm>
            <a:off x="5989252" y="68014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3479" name="data_3478">
            <a:extLst>
              <a:ext uri="{FF2B5EF4-FFF2-40B4-BE49-F238E27FC236}">
                <a16:creationId xmlns:a16="http://schemas.microsoft.com/office/drawing/2014/main" id="{BF46A2D3-CCD2-4236-ABC5-DD14661B0597}"/>
              </a:ext>
            </a:extLst>
          </p:cNvPr>
          <p:cNvSpPr>
            <a:spLocks/>
          </p:cNvSpPr>
          <p:nvPr/>
        </p:nvSpPr>
        <p:spPr>
          <a:xfrm>
            <a:off x="5989252" y="6794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3480" name="data_3479">
            <a:extLst>
              <a:ext uri="{FF2B5EF4-FFF2-40B4-BE49-F238E27FC236}">
                <a16:creationId xmlns:a16="http://schemas.microsoft.com/office/drawing/2014/main" id="{8FAE3F48-3C18-45D3-98DE-9E7A8E51FE02}"/>
              </a:ext>
            </a:extLst>
          </p:cNvPr>
          <p:cNvSpPr>
            <a:spLocks/>
          </p:cNvSpPr>
          <p:nvPr/>
        </p:nvSpPr>
        <p:spPr>
          <a:xfrm>
            <a:off x="5989252" y="6786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3481" name="data_3480">
            <a:extLst>
              <a:ext uri="{FF2B5EF4-FFF2-40B4-BE49-F238E27FC236}">
                <a16:creationId xmlns:a16="http://schemas.microsoft.com/office/drawing/2014/main" id="{3E2B2F86-A8ED-485C-9286-A03E66398FCB}"/>
              </a:ext>
            </a:extLst>
          </p:cNvPr>
          <p:cNvSpPr>
            <a:spLocks/>
          </p:cNvSpPr>
          <p:nvPr/>
        </p:nvSpPr>
        <p:spPr>
          <a:xfrm>
            <a:off x="5989252" y="67794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3482" name="data_3481">
            <a:extLst>
              <a:ext uri="{FF2B5EF4-FFF2-40B4-BE49-F238E27FC236}">
                <a16:creationId xmlns:a16="http://schemas.microsoft.com/office/drawing/2014/main" id="{2D6FCE3F-F046-4F03-9957-226FA37D533A}"/>
              </a:ext>
            </a:extLst>
          </p:cNvPr>
          <p:cNvSpPr>
            <a:spLocks/>
          </p:cNvSpPr>
          <p:nvPr/>
        </p:nvSpPr>
        <p:spPr>
          <a:xfrm>
            <a:off x="5989252" y="67721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3483" name="data_3482">
            <a:extLst>
              <a:ext uri="{FF2B5EF4-FFF2-40B4-BE49-F238E27FC236}">
                <a16:creationId xmlns:a16="http://schemas.microsoft.com/office/drawing/2014/main" id="{EAEABEC9-F151-4FBE-B7FF-35DE43B46F2B}"/>
              </a:ext>
            </a:extLst>
          </p:cNvPr>
          <p:cNvSpPr>
            <a:spLocks/>
          </p:cNvSpPr>
          <p:nvPr/>
        </p:nvSpPr>
        <p:spPr>
          <a:xfrm>
            <a:off x="5989252" y="67648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3484" name="data_3483">
            <a:extLst>
              <a:ext uri="{FF2B5EF4-FFF2-40B4-BE49-F238E27FC236}">
                <a16:creationId xmlns:a16="http://schemas.microsoft.com/office/drawing/2014/main" id="{D8DFD9DA-5525-4953-BEB1-27B26D26207D}"/>
              </a:ext>
            </a:extLst>
          </p:cNvPr>
          <p:cNvSpPr>
            <a:spLocks/>
          </p:cNvSpPr>
          <p:nvPr/>
        </p:nvSpPr>
        <p:spPr>
          <a:xfrm>
            <a:off x="5989252" y="6757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3485" name="data_3484">
            <a:extLst>
              <a:ext uri="{FF2B5EF4-FFF2-40B4-BE49-F238E27FC236}">
                <a16:creationId xmlns:a16="http://schemas.microsoft.com/office/drawing/2014/main" id="{452603FC-6DBF-4725-A38C-89384A9FF5ED}"/>
              </a:ext>
            </a:extLst>
          </p:cNvPr>
          <p:cNvSpPr>
            <a:spLocks/>
          </p:cNvSpPr>
          <p:nvPr/>
        </p:nvSpPr>
        <p:spPr>
          <a:xfrm>
            <a:off x="5989252" y="6750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3486" name="data_3485">
            <a:extLst>
              <a:ext uri="{FF2B5EF4-FFF2-40B4-BE49-F238E27FC236}">
                <a16:creationId xmlns:a16="http://schemas.microsoft.com/office/drawing/2014/main" id="{185DB5B0-123D-40F8-B22E-0628F02379FE}"/>
              </a:ext>
            </a:extLst>
          </p:cNvPr>
          <p:cNvSpPr>
            <a:spLocks/>
          </p:cNvSpPr>
          <p:nvPr/>
        </p:nvSpPr>
        <p:spPr>
          <a:xfrm>
            <a:off x="5989252" y="67428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3487" name="data_3486">
            <a:extLst>
              <a:ext uri="{FF2B5EF4-FFF2-40B4-BE49-F238E27FC236}">
                <a16:creationId xmlns:a16="http://schemas.microsoft.com/office/drawing/2014/main" id="{BA322BA0-5A41-4EAB-B2BD-6E61BB4A12D1}"/>
              </a:ext>
            </a:extLst>
          </p:cNvPr>
          <p:cNvSpPr>
            <a:spLocks/>
          </p:cNvSpPr>
          <p:nvPr/>
        </p:nvSpPr>
        <p:spPr>
          <a:xfrm>
            <a:off x="5989252" y="67355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3488" name="data_3487">
            <a:extLst>
              <a:ext uri="{FF2B5EF4-FFF2-40B4-BE49-F238E27FC236}">
                <a16:creationId xmlns:a16="http://schemas.microsoft.com/office/drawing/2014/main" id="{E5FB2BF3-7CEF-4D4F-9461-99E7A7B1DA28}"/>
              </a:ext>
            </a:extLst>
          </p:cNvPr>
          <p:cNvSpPr>
            <a:spLocks/>
          </p:cNvSpPr>
          <p:nvPr/>
        </p:nvSpPr>
        <p:spPr>
          <a:xfrm>
            <a:off x="5989252" y="67282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3489" name="data_3488">
            <a:extLst>
              <a:ext uri="{FF2B5EF4-FFF2-40B4-BE49-F238E27FC236}">
                <a16:creationId xmlns:a16="http://schemas.microsoft.com/office/drawing/2014/main" id="{A3590235-09F4-4251-94AE-F651F0E304F1}"/>
              </a:ext>
            </a:extLst>
          </p:cNvPr>
          <p:cNvSpPr>
            <a:spLocks/>
          </p:cNvSpPr>
          <p:nvPr/>
        </p:nvSpPr>
        <p:spPr>
          <a:xfrm>
            <a:off x="5989252" y="67208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3490" name="data_3489">
            <a:extLst>
              <a:ext uri="{FF2B5EF4-FFF2-40B4-BE49-F238E27FC236}">
                <a16:creationId xmlns:a16="http://schemas.microsoft.com/office/drawing/2014/main" id="{6633F88F-B28E-4E6B-B8C5-9F92D930C908}"/>
              </a:ext>
            </a:extLst>
          </p:cNvPr>
          <p:cNvSpPr>
            <a:spLocks/>
          </p:cNvSpPr>
          <p:nvPr/>
        </p:nvSpPr>
        <p:spPr>
          <a:xfrm>
            <a:off x="5989252" y="6713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3491" name="data_3490">
            <a:extLst>
              <a:ext uri="{FF2B5EF4-FFF2-40B4-BE49-F238E27FC236}">
                <a16:creationId xmlns:a16="http://schemas.microsoft.com/office/drawing/2014/main" id="{F881CA82-6053-4FC9-B694-F5139615858C}"/>
              </a:ext>
            </a:extLst>
          </p:cNvPr>
          <p:cNvSpPr>
            <a:spLocks/>
          </p:cNvSpPr>
          <p:nvPr/>
        </p:nvSpPr>
        <p:spPr>
          <a:xfrm>
            <a:off x="5989252" y="6706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3492" name="data_3491">
            <a:extLst>
              <a:ext uri="{FF2B5EF4-FFF2-40B4-BE49-F238E27FC236}">
                <a16:creationId xmlns:a16="http://schemas.microsoft.com/office/drawing/2014/main" id="{6590B728-5221-47FD-85BB-8A42364D7237}"/>
              </a:ext>
            </a:extLst>
          </p:cNvPr>
          <p:cNvSpPr>
            <a:spLocks/>
          </p:cNvSpPr>
          <p:nvPr/>
        </p:nvSpPr>
        <p:spPr>
          <a:xfrm>
            <a:off x="5989252" y="66989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3493" name="data_3492">
            <a:extLst>
              <a:ext uri="{FF2B5EF4-FFF2-40B4-BE49-F238E27FC236}">
                <a16:creationId xmlns:a16="http://schemas.microsoft.com/office/drawing/2014/main" id="{778FBDFB-0C86-498B-A96D-52DBCBD68D88}"/>
              </a:ext>
            </a:extLst>
          </p:cNvPr>
          <p:cNvSpPr>
            <a:spLocks/>
          </p:cNvSpPr>
          <p:nvPr/>
        </p:nvSpPr>
        <p:spPr>
          <a:xfrm>
            <a:off x="5989252" y="66916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3494" name="data_3493">
            <a:extLst>
              <a:ext uri="{FF2B5EF4-FFF2-40B4-BE49-F238E27FC236}">
                <a16:creationId xmlns:a16="http://schemas.microsoft.com/office/drawing/2014/main" id="{7F07EAA3-FAED-4EB2-9B75-825B353960F5}"/>
              </a:ext>
            </a:extLst>
          </p:cNvPr>
          <p:cNvSpPr>
            <a:spLocks/>
          </p:cNvSpPr>
          <p:nvPr/>
        </p:nvSpPr>
        <p:spPr>
          <a:xfrm>
            <a:off x="5989252" y="66842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3495" name="data_3494">
            <a:extLst>
              <a:ext uri="{FF2B5EF4-FFF2-40B4-BE49-F238E27FC236}">
                <a16:creationId xmlns:a16="http://schemas.microsoft.com/office/drawing/2014/main" id="{777E5FA4-1540-4765-ADAA-FCAD405AABD2}"/>
              </a:ext>
            </a:extLst>
          </p:cNvPr>
          <p:cNvSpPr>
            <a:spLocks/>
          </p:cNvSpPr>
          <p:nvPr/>
        </p:nvSpPr>
        <p:spPr>
          <a:xfrm>
            <a:off x="5989252" y="6676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3496" name="data_3495">
            <a:extLst>
              <a:ext uri="{FF2B5EF4-FFF2-40B4-BE49-F238E27FC236}">
                <a16:creationId xmlns:a16="http://schemas.microsoft.com/office/drawing/2014/main" id="{F21C5FD4-7EA8-4531-ACC5-BF3CE4DE1CB9}"/>
              </a:ext>
            </a:extLst>
          </p:cNvPr>
          <p:cNvSpPr>
            <a:spLocks/>
          </p:cNvSpPr>
          <p:nvPr/>
        </p:nvSpPr>
        <p:spPr>
          <a:xfrm>
            <a:off x="5989252" y="6669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3497" name="data_3496">
            <a:extLst>
              <a:ext uri="{FF2B5EF4-FFF2-40B4-BE49-F238E27FC236}">
                <a16:creationId xmlns:a16="http://schemas.microsoft.com/office/drawing/2014/main" id="{EC70ECB4-5E9D-47FB-BEED-B668F0C1CB52}"/>
              </a:ext>
            </a:extLst>
          </p:cNvPr>
          <p:cNvSpPr>
            <a:spLocks/>
          </p:cNvSpPr>
          <p:nvPr/>
        </p:nvSpPr>
        <p:spPr>
          <a:xfrm>
            <a:off x="5989252" y="66623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3498" name="data_3497">
            <a:extLst>
              <a:ext uri="{FF2B5EF4-FFF2-40B4-BE49-F238E27FC236}">
                <a16:creationId xmlns:a16="http://schemas.microsoft.com/office/drawing/2014/main" id="{99458D87-8034-4740-9DC0-C91ECF43E894}"/>
              </a:ext>
            </a:extLst>
          </p:cNvPr>
          <p:cNvSpPr>
            <a:spLocks/>
          </p:cNvSpPr>
          <p:nvPr/>
        </p:nvSpPr>
        <p:spPr>
          <a:xfrm>
            <a:off x="5989252" y="66549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3499" name="data_3498">
            <a:extLst>
              <a:ext uri="{FF2B5EF4-FFF2-40B4-BE49-F238E27FC236}">
                <a16:creationId xmlns:a16="http://schemas.microsoft.com/office/drawing/2014/main" id="{1B619CBB-04F0-433A-B618-B6F6A97565E5}"/>
              </a:ext>
            </a:extLst>
          </p:cNvPr>
          <p:cNvSpPr>
            <a:spLocks/>
          </p:cNvSpPr>
          <p:nvPr/>
        </p:nvSpPr>
        <p:spPr>
          <a:xfrm>
            <a:off x="5989252" y="66476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3500" name="data_3499">
            <a:extLst>
              <a:ext uri="{FF2B5EF4-FFF2-40B4-BE49-F238E27FC236}">
                <a16:creationId xmlns:a16="http://schemas.microsoft.com/office/drawing/2014/main" id="{B0EDA9CB-9A82-4321-BCF5-E6DDF90BBEA7}"/>
              </a:ext>
            </a:extLst>
          </p:cNvPr>
          <p:cNvSpPr>
            <a:spLocks/>
          </p:cNvSpPr>
          <p:nvPr/>
        </p:nvSpPr>
        <p:spPr>
          <a:xfrm>
            <a:off x="5989252" y="6640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3501" name="data_3500">
            <a:extLst>
              <a:ext uri="{FF2B5EF4-FFF2-40B4-BE49-F238E27FC236}">
                <a16:creationId xmlns:a16="http://schemas.microsoft.com/office/drawing/2014/main" id="{28FD2A66-3437-43AC-BCD8-0408B6379F06}"/>
              </a:ext>
            </a:extLst>
          </p:cNvPr>
          <p:cNvSpPr>
            <a:spLocks/>
          </p:cNvSpPr>
          <p:nvPr/>
        </p:nvSpPr>
        <p:spPr>
          <a:xfrm>
            <a:off x="5989252" y="6633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3502" name="data_3501">
            <a:extLst>
              <a:ext uri="{FF2B5EF4-FFF2-40B4-BE49-F238E27FC236}">
                <a16:creationId xmlns:a16="http://schemas.microsoft.com/office/drawing/2014/main" id="{A4D76EC9-77D9-468E-BAC7-E76947E699F8}"/>
              </a:ext>
            </a:extLst>
          </p:cNvPr>
          <p:cNvSpPr>
            <a:spLocks/>
          </p:cNvSpPr>
          <p:nvPr/>
        </p:nvSpPr>
        <p:spPr>
          <a:xfrm>
            <a:off x="5989252" y="66257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3503" name="data_3502">
            <a:extLst>
              <a:ext uri="{FF2B5EF4-FFF2-40B4-BE49-F238E27FC236}">
                <a16:creationId xmlns:a16="http://schemas.microsoft.com/office/drawing/2014/main" id="{BB90E730-8285-4695-AD9B-F503B9181F5C}"/>
              </a:ext>
            </a:extLst>
          </p:cNvPr>
          <p:cNvSpPr>
            <a:spLocks/>
          </p:cNvSpPr>
          <p:nvPr/>
        </p:nvSpPr>
        <p:spPr>
          <a:xfrm>
            <a:off x="5989252" y="66183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3504" name="data_3503">
            <a:extLst>
              <a:ext uri="{FF2B5EF4-FFF2-40B4-BE49-F238E27FC236}">
                <a16:creationId xmlns:a16="http://schemas.microsoft.com/office/drawing/2014/main" id="{9825CBC0-D65B-4EA6-B7AD-E983CADC3778}"/>
              </a:ext>
            </a:extLst>
          </p:cNvPr>
          <p:cNvSpPr>
            <a:spLocks/>
          </p:cNvSpPr>
          <p:nvPr/>
        </p:nvSpPr>
        <p:spPr>
          <a:xfrm>
            <a:off x="5989252" y="66110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3505" name="data_3504">
            <a:extLst>
              <a:ext uri="{FF2B5EF4-FFF2-40B4-BE49-F238E27FC236}">
                <a16:creationId xmlns:a16="http://schemas.microsoft.com/office/drawing/2014/main" id="{AE7C2B19-AFFF-4AAD-B032-BC0FDD5B52BA}"/>
              </a:ext>
            </a:extLst>
          </p:cNvPr>
          <p:cNvSpPr>
            <a:spLocks/>
          </p:cNvSpPr>
          <p:nvPr/>
        </p:nvSpPr>
        <p:spPr>
          <a:xfrm>
            <a:off x="5989252" y="6603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3506" name="data_3505">
            <a:extLst>
              <a:ext uri="{FF2B5EF4-FFF2-40B4-BE49-F238E27FC236}">
                <a16:creationId xmlns:a16="http://schemas.microsoft.com/office/drawing/2014/main" id="{0CFA559C-1CB4-423E-901F-7E213C835470}"/>
              </a:ext>
            </a:extLst>
          </p:cNvPr>
          <p:cNvSpPr>
            <a:spLocks/>
          </p:cNvSpPr>
          <p:nvPr/>
        </p:nvSpPr>
        <p:spPr>
          <a:xfrm>
            <a:off x="5989252" y="6596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3507" name="data_3506">
            <a:extLst>
              <a:ext uri="{FF2B5EF4-FFF2-40B4-BE49-F238E27FC236}">
                <a16:creationId xmlns:a16="http://schemas.microsoft.com/office/drawing/2014/main" id="{B6290D4C-0205-467C-BBA1-50C2733A5CFA}"/>
              </a:ext>
            </a:extLst>
          </p:cNvPr>
          <p:cNvSpPr>
            <a:spLocks/>
          </p:cNvSpPr>
          <p:nvPr/>
        </p:nvSpPr>
        <p:spPr>
          <a:xfrm>
            <a:off x="5989252" y="65891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3508" name="data_3507">
            <a:extLst>
              <a:ext uri="{FF2B5EF4-FFF2-40B4-BE49-F238E27FC236}">
                <a16:creationId xmlns:a16="http://schemas.microsoft.com/office/drawing/2014/main" id="{7F1EDB8A-265E-4DEC-8C90-CB9D9847F6D3}"/>
              </a:ext>
            </a:extLst>
          </p:cNvPr>
          <p:cNvSpPr>
            <a:spLocks/>
          </p:cNvSpPr>
          <p:nvPr/>
        </p:nvSpPr>
        <p:spPr>
          <a:xfrm>
            <a:off x="5989252" y="65817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3509" name="data_3508">
            <a:extLst>
              <a:ext uri="{FF2B5EF4-FFF2-40B4-BE49-F238E27FC236}">
                <a16:creationId xmlns:a16="http://schemas.microsoft.com/office/drawing/2014/main" id="{8BBB88E8-D490-48A4-8D63-F56CEF110CE0}"/>
              </a:ext>
            </a:extLst>
          </p:cNvPr>
          <p:cNvSpPr>
            <a:spLocks/>
          </p:cNvSpPr>
          <p:nvPr/>
        </p:nvSpPr>
        <p:spPr>
          <a:xfrm>
            <a:off x="5989252" y="65744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3510" name="data_3509">
            <a:extLst>
              <a:ext uri="{FF2B5EF4-FFF2-40B4-BE49-F238E27FC236}">
                <a16:creationId xmlns:a16="http://schemas.microsoft.com/office/drawing/2014/main" id="{744288D1-EC7C-40BF-8AA0-A33380BC63B6}"/>
              </a:ext>
            </a:extLst>
          </p:cNvPr>
          <p:cNvSpPr>
            <a:spLocks/>
          </p:cNvSpPr>
          <p:nvPr/>
        </p:nvSpPr>
        <p:spPr>
          <a:xfrm>
            <a:off x="5989252" y="65671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3511" name="data_3510">
            <a:extLst>
              <a:ext uri="{FF2B5EF4-FFF2-40B4-BE49-F238E27FC236}">
                <a16:creationId xmlns:a16="http://schemas.microsoft.com/office/drawing/2014/main" id="{64DAE34B-0434-45D4-BFE7-4C5D50F0A794}"/>
              </a:ext>
            </a:extLst>
          </p:cNvPr>
          <p:cNvSpPr>
            <a:spLocks/>
          </p:cNvSpPr>
          <p:nvPr/>
        </p:nvSpPr>
        <p:spPr>
          <a:xfrm>
            <a:off x="5989252" y="6559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3512" name="data_3511">
            <a:extLst>
              <a:ext uri="{FF2B5EF4-FFF2-40B4-BE49-F238E27FC236}">
                <a16:creationId xmlns:a16="http://schemas.microsoft.com/office/drawing/2014/main" id="{3D15FECD-0AB6-4B0C-9304-D05AF20B4C7E}"/>
              </a:ext>
            </a:extLst>
          </p:cNvPr>
          <p:cNvSpPr>
            <a:spLocks/>
          </p:cNvSpPr>
          <p:nvPr/>
        </p:nvSpPr>
        <p:spPr>
          <a:xfrm>
            <a:off x="5989252" y="6552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3513" name="data_3512">
            <a:extLst>
              <a:ext uri="{FF2B5EF4-FFF2-40B4-BE49-F238E27FC236}">
                <a16:creationId xmlns:a16="http://schemas.microsoft.com/office/drawing/2014/main" id="{F45C5406-4ED4-45F4-BE37-7FF0CBB3E389}"/>
              </a:ext>
            </a:extLst>
          </p:cNvPr>
          <p:cNvSpPr>
            <a:spLocks/>
          </p:cNvSpPr>
          <p:nvPr/>
        </p:nvSpPr>
        <p:spPr>
          <a:xfrm>
            <a:off x="5989252" y="65451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3514" name="data_3513">
            <a:extLst>
              <a:ext uri="{FF2B5EF4-FFF2-40B4-BE49-F238E27FC236}">
                <a16:creationId xmlns:a16="http://schemas.microsoft.com/office/drawing/2014/main" id="{DB9635DD-0DDE-444F-9323-688D9C3EE0EE}"/>
              </a:ext>
            </a:extLst>
          </p:cNvPr>
          <p:cNvSpPr>
            <a:spLocks/>
          </p:cNvSpPr>
          <p:nvPr/>
        </p:nvSpPr>
        <p:spPr>
          <a:xfrm>
            <a:off x="5989252" y="65378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3515" name="data_3514">
            <a:extLst>
              <a:ext uri="{FF2B5EF4-FFF2-40B4-BE49-F238E27FC236}">
                <a16:creationId xmlns:a16="http://schemas.microsoft.com/office/drawing/2014/main" id="{AA64CA89-A442-4D51-9AE0-8774F72BFA50}"/>
              </a:ext>
            </a:extLst>
          </p:cNvPr>
          <p:cNvSpPr>
            <a:spLocks/>
          </p:cNvSpPr>
          <p:nvPr/>
        </p:nvSpPr>
        <p:spPr>
          <a:xfrm>
            <a:off x="5989252" y="65305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3516" name="data_3515">
            <a:extLst>
              <a:ext uri="{FF2B5EF4-FFF2-40B4-BE49-F238E27FC236}">
                <a16:creationId xmlns:a16="http://schemas.microsoft.com/office/drawing/2014/main" id="{3FE3571E-6589-4402-86DD-231B2BDD423C}"/>
              </a:ext>
            </a:extLst>
          </p:cNvPr>
          <p:cNvSpPr>
            <a:spLocks/>
          </p:cNvSpPr>
          <p:nvPr/>
        </p:nvSpPr>
        <p:spPr>
          <a:xfrm>
            <a:off x="5989252" y="6523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3517" name="data_3516">
            <a:extLst>
              <a:ext uri="{FF2B5EF4-FFF2-40B4-BE49-F238E27FC236}">
                <a16:creationId xmlns:a16="http://schemas.microsoft.com/office/drawing/2014/main" id="{9958D45D-0D49-486C-9ED7-3F15F235E920}"/>
              </a:ext>
            </a:extLst>
          </p:cNvPr>
          <p:cNvSpPr>
            <a:spLocks/>
          </p:cNvSpPr>
          <p:nvPr/>
        </p:nvSpPr>
        <p:spPr>
          <a:xfrm>
            <a:off x="5989252" y="6515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3518" name="data_3517">
            <a:extLst>
              <a:ext uri="{FF2B5EF4-FFF2-40B4-BE49-F238E27FC236}">
                <a16:creationId xmlns:a16="http://schemas.microsoft.com/office/drawing/2014/main" id="{3E56D162-E598-41E3-9C56-8205CD6382E4}"/>
              </a:ext>
            </a:extLst>
          </p:cNvPr>
          <p:cNvSpPr>
            <a:spLocks/>
          </p:cNvSpPr>
          <p:nvPr/>
        </p:nvSpPr>
        <p:spPr>
          <a:xfrm>
            <a:off x="5989252" y="65085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3519" name="data_3518">
            <a:extLst>
              <a:ext uri="{FF2B5EF4-FFF2-40B4-BE49-F238E27FC236}">
                <a16:creationId xmlns:a16="http://schemas.microsoft.com/office/drawing/2014/main" id="{12C826F2-745B-4E85-A47F-7D8493D5368B}"/>
              </a:ext>
            </a:extLst>
          </p:cNvPr>
          <p:cNvSpPr>
            <a:spLocks/>
          </p:cNvSpPr>
          <p:nvPr/>
        </p:nvSpPr>
        <p:spPr>
          <a:xfrm>
            <a:off x="5989252" y="65012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3520" name="data_3519">
            <a:extLst>
              <a:ext uri="{FF2B5EF4-FFF2-40B4-BE49-F238E27FC236}">
                <a16:creationId xmlns:a16="http://schemas.microsoft.com/office/drawing/2014/main" id="{F5C2EE86-7D65-4F18-96BB-A92F06E46949}"/>
              </a:ext>
            </a:extLst>
          </p:cNvPr>
          <p:cNvSpPr>
            <a:spLocks/>
          </p:cNvSpPr>
          <p:nvPr/>
        </p:nvSpPr>
        <p:spPr>
          <a:xfrm>
            <a:off x="5989252" y="64939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3521" name="data_3520">
            <a:extLst>
              <a:ext uri="{FF2B5EF4-FFF2-40B4-BE49-F238E27FC236}">
                <a16:creationId xmlns:a16="http://schemas.microsoft.com/office/drawing/2014/main" id="{704B0323-496C-41C5-8B76-C89B094993FA}"/>
              </a:ext>
            </a:extLst>
          </p:cNvPr>
          <p:cNvSpPr>
            <a:spLocks/>
          </p:cNvSpPr>
          <p:nvPr/>
        </p:nvSpPr>
        <p:spPr>
          <a:xfrm>
            <a:off x="5989252" y="6486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3522" name="data_3521">
            <a:extLst>
              <a:ext uri="{FF2B5EF4-FFF2-40B4-BE49-F238E27FC236}">
                <a16:creationId xmlns:a16="http://schemas.microsoft.com/office/drawing/2014/main" id="{30F57292-82C2-44C8-BEE4-9E2CCE3983C3}"/>
              </a:ext>
            </a:extLst>
          </p:cNvPr>
          <p:cNvSpPr>
            <a:spLocks/>
          </p:cNvSpPr>
          <p:nvPr/>
        </p:nvSpPr>
        <p:spPr>
          <a:xfrm>
            <a:off x="5989252" y="6479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3523" name="data_3522">
            <a:extLst>
              <a:ext uri="{FF2B5EF4-FFF2-40B4-BE49-F238E27FC236}">
                <a16:creationId xmlns:a16="http://schemas.microsoft.com/office/drawing/2014/main" id="{CBD1C035-3956-47D4-A544-07D27D0A858B}"/>
              </a:ext>
            </a:extLst>
          </p:cNvPr>
          <p:cNvSpPr>
            <a:spLocks/>
          </p:cNvSpPr>
          <p:nvPr/>
        </p:nvSpPr>
        <p:spPr>
          <a:xfrm>
            <a:off x="5989252" y="64719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3524" name="data_3523">
            <a:extLst>
              <a:ext uri="{FF2B5EF4-FFF2-40B4-BE49-F238E27FC236}">
                <a16:creationId xmlns:a16="http://schemas.microsoft.com/office/drawing/2014/main" id="{3173C2E9-31BD-472A-8DFF-3019FBE14A03}"/>
              </a:ext>
            </a:extLst>
          </p:cNvPr>
          <p:cNvSpPr>
            <a:spLocks/>
          </p:cNvSpPr>
          <p:nvPr/>
        </p:nvSpPr>
        <p:spPr>
          <a:xfrm>
            <a:off x="5989252" y="64646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3525" name="data_3524">
            <a:extLst>
              <a:ext uri="{FF2B5EF4-FFF2-40B4-BE49-F238E27FC236}">
                <a16:creationId xmlns:a16="http://schemas.microsoft.com/office/drawing/2014/main" id="{64075706-F5C8-44E0-816F-CD3B4693B7FF}"/>
              </a:ext>
            </a:extLst>
          </p:cNvPr>
          <p:cNvSpPr>
            <a:spLocks/>
          </p:cNvSpPr>
          <p:nvPr/>
        </p:nvSpPr>
        <p:spPr>
          <a:xfrm>
            <a:off x="5989252" y="64573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3526" name="data_3525">
            <a:extLst>
              <a:ext uri="{FF2B5EF4-FFF2-40B4-BE49-F238E27FC236}">
                <a16:creationId xmlns:a16="http://schemas.microsoft.com/office/drawing/2014/main" id="{655DD95E-A5B6-4EFE-83CE-3977B1234899}"/>
              </a:ext>
            </a:extLst>
          </p:cNvPr>
          <p:cNvSpPr>
            <a:spLocks/>
          </p:cNvSpPr>
          <p:nvPr/>
        </p:nvSpPr>
        <p:spPr>
          <a:xfrm>
            <a:off x="5989252" y="64499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3527" name="data_3526">
            <a:extLst>
              <a:ext uri="{FF2B5EF4-FFF2-40B4-BE49-F238E27FC236}">
                <a16:creationId xmlns:a16="http://schemas.microsoft.com/office/drawing/2014/main" id="{6AA109FC-73C4-4064-A4C6-78047C8A7790}"/>
              </a:ext>
            </a:extLst>
          </p:cNvPr>
          <p:cNvSpPr>
            <a:spLocks/>
          </p:cNvSpPr>
          <p:nvPr/>
        </p:nvSpPr>
        <p:spPr>
          <a:xfrm>
            <a:off x="5989252" y="6442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3528" name="data_3527">
            <a:extLst>
              <a:ext uri="{FF2B5EF4-FFF2-40B4-BE49-F238E27FC236}">
                <a16:creationId xmlns:a16="http://schemas.microsoft.com/office/drawing/2014/main" id="{7EAEF178-9E7F-4A8B-8F81-48726992D830}"/>
              </a:ext>
            </a:extLst>
          </p:cNvPr>
          <p:cNvSpPr>
            <a:spLocks/>
          </p:cNvSpPr>
          <p:nvPr/>
        </p:nvSpPr>
        <p:spPr>
          <a:xfrm>
            <a:off x="5989252" y="6435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3529" name="data_3528">
            <a:extLst>
              <a:ext uri="{FF2B5EF4-FFF2-40B4-BE49-F238E27FC236}">
                <a16:creationId xmlns:a16="http://schemas.microsoft.com/office/drawing/2014/main" id="{0ED5B4D4-60AB-4B2A-A516-012CDF75089A}"/>
              </a:ext>
            </a:extLst>
          </p:cNvPr>
          <p:cNvSpPr>
            <a:spLocks/>
          </p:cNvSpPr>
          <p:nvPr/>
        </p:nvSpPr>
        <p:spPr>
          <a:xfrm>
            <a:off x="5989252" y="64280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3530" name="data_3529">
            <a:extLst>
              <a:ext uri="{FF2B5EF4-FFF2-40B4-BE49-F238E27FC236}">
                <a16:creationId xmlns:a16="http://schemas.microsoft.com/office/drawing/2014/main" id="{0F585585-3615-4B51-85EF-BAFD44E32798}"/>
              </a:ext>
            </a:extLst>
          </p:cNvPr>
          <p:cNvSpPr>
            <a:spLocks/>
          </p:cNvSpPr>
          <p:nvPr/>
        </p:nvSpPr>
        <p:spPr>
          <a:xfrm>
            <a:off x="5989252" y="64207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3531" name="data_3530">
            <a:extLst>
              <a:ext uri="{FF2B5EF4-FFF2-40B4-BE49-F238E27FC236}">
                <a16:creationId xmlns:a16="http://schemas.microsoft.com/office/drawing/2014/main" id="{E2A1A8B6-3162-482F-A4BE-E181BBBB50C2}"/>
              </a:ext>
            </a:extLst>
          </p:cNvPr>
          <p:cNvSpPr>
            <a:spLocks/>
          </p:cNvSpPr>
          <p:nvPr/>
        </p:nvSpPr>
        <p:spPr>
          <a:xfrm>
            <a:off x="5989252" y="64133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3532" name="data_3531">
            <a:extLst>
              <a:ext uri="{FF2B5EF4-FFF2-40B4-BE49-F238E27FC236}">
                <a16:creationId xmlns:a16="http://schemas.microsoft.com/office/drawing/2014/main" id="{E61B5247-7724-44AD-A2F1-18C1BA80B90D}"/>
              </a:ext>
            </a:extLst>
          </p:cNvPr>
          <p:cNvSpPr>
            <a:spLocks/>
          </p:cNvSpPr>
          <p:nvPr/>
        </p:nvSpPr>
        <p:spPr>
          <a:xfrm>
            <a:off x="5989252" y="6406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3533" name="data_3532">
            <a:extLst>
              <a:ext uri="{FF2B5EF4-FFF2-40B4-BE49-F238E27FC236}">
                <a16:creationId xmlns:a16="http://schemas.microsoft.com/office/drawing/2014/main" id="{BB6C7D92-5432-4585-A19F-888482D44924}"/>
              </a:ext>
            </a:extLst>
          </p:cNvPr>
          <p:cNvSpPr>
            <a:spLocks/>
          </p:cNvSpPr>
          <p:nvPr/>
        </p:nvSpPr>
        <p:spPr>
          <a:xfrm>
            <a:off x="5989252" y="6398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3534" name="data_3533">
            <a:extLst>
              <a:ext uri="{FF2B5EF4-FFF2-40B4-BE49-F238E27FC236}">
                <a16:creationId xmlns:a16="http://schemas.microsoft.com/office/drawing/2014/main" id="{F15195A0-6714-4D14-8A68-49D1EE45140C}"/>
              </a:ext>
            </a:extLst>
          </p:cNvPr>
          <p:cNvSpPr>
            <a:spLocks/>
          </p:cNvSpPr>
          <p:nvPr/>
        </p:nvSpPr>
        <p:spPr>
          <a:xfrm>
            <a:off x="5989252" y="63914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3535" name="data_3534">
            <a:extLst>
              <a:ext uri="{FF2B5EF4-FFF2-40B4-BE49-F238E27FC236}">
                <a16:creationId xmlns:a16="http://schemas.microsoft.com/office/drawing/2014/main" id="{6BC08737-C6A7-4DA0-80AD-209BC4CC05AF}"/>
              </a:ext>
            </a:extLst>
          </p:cNvPr>
          <p:cNvSpPr>
            <a:spLocks/>
          </p:cNvSpPr>
          <p:nvPr/>
        </p:nvSpPr>
        <p:spPr>
          <a:xfrm>
            <a:off x="5989252" y="63840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3536" name="data_3535">
            <a:extLst>
              <a:ext uri="{FF2B5EF4-FFF2-40B4-BE49-F238E27FC236}">
                <a16:creationId xmlns:a16="http://schemas.microsoft.com/office/drawing/2014/main" id="{FDBC75AD-2530-4E48-A84E-876C6F1E20AE}"/>
              </a:ext>
            </a:extLst>
          </p:cNvPr>
          <p:cNvSpPr>
            <a:spLocks/>
          </p:cNvSpPr>
          <p:nvPr/>
        </p:nvSpPr>
        <p:spPr>
          <a:xfrm>
            <a:off x="5989252" y="63767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3537" name="data_3536">
            <a:extLst>
              <a:ext uri="{FF2B5EF4-FFF2-40B4-BE49-F238E27FC236}">
                <a16:creationId xmlns:a16="http://schemas.microsoft.com/office/drawing/2014/main" id="{62627745-4E7D-4B44-92CC-FE490E9C0E88}"/>
              </a:ext>
            </a:extLst>
          </p:cNvPr>
          <p:cNvSpPr>
            <a:spLocks/>
          </p:cNvSpPr>
          <p:nvPr/>
        </p:nvSpPr>
        <p:spPr>
          <a:xfrm>
            <a:off x="5989252" y="6369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3538" name="data_3537">
            <a:extLst>
              <a:ext uri="{FF2B5EF4-FFF2-40B4-BE49-F238E27FC236}">
                <a16:creationId xmlns:a16="http://schemas.microsoft.com/office/drawing/2014/main" id="{18F6ECD9-8DD7-4EBE-8D2E-6C6AF5C2DE93}"/>
              </a:ext>
            </a:extLst>
          </p:cNvPr>
          <p:cNvSpPr>
            <a:spLocks/>
          </p:cNvSpPr>
          <p:nvPr/>
        </p:nvSpPr>
        <p:spPr>
          <a:xfrm>
            <a:off x="5989252" y="6362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3539" name="data_3538">
            <a:extLst>
              <a:ext uri="{FF2B5EF4-FFF2-40B4-BE49-F238E27FC236}">
                <a16:creationId xmlns:a16="http://schemas.microsoft.com/office/drawing/2014/main" id="{FAD0F3D9-9CBF-41A8-BE6D-920402A6AC14}"/>
              </a:ext>
            </a:extLst>
          </p:cNvPr>
          <p:cNvSpPr>
            <a:spLocks/>
          </p:cNvSpPr>
          <p:nvPr/>
        </p:nvSpPr>
        <p:spPr>
          <a:xfrm>
            <a:off x="5989252" y="63548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3540" name="data_3539">
            <a:extLst>
              <a:ext uri="{FF2B5EF4-FFF2-40B4-BE49-F238E27FC236}">
                <a16:creationId xmlns:a16="http://schemas.microsoft.com/office/drawing/2014/main" id="{1FF94CE3-A5E3-45AB-980E-334140B397D1}"/>
              </a:ext>
            </a:extLst>
          </p:cNvPr>
          <p:cNvSpPr>
            <a:spLocks/>
          </p:cNvSpPr>
          <p:nvPr/>
        </p:nvSpPr>
        <p:spPr>
          <a:xfrm>
            <a:off x="5989252" y="63474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3541" name="data_3540">
            <a:extLst>
              <a:ext uri="{FF2B5EF4-FFF2-40B4-BE49-F238E27FC236}">
                <a16:creationId xmlns:a16="http://schemas.microsoft.com/office/drawing/2014/main" id="{D09418EA-229F-4ADA-93A2-0953FF52D0B8}"/>
              </a:ext>
            </a:extLst>
          </p:cNvPr>
          <p:cNvSpPr>
            <a:spLocks/>
          </p:cNvSpPr>
          <p:nvPr/>
        </p:nvSpPr>
        <p:spPr>
          <a:xfrm>
            <a:off x="5989252" y="63401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3542" name="data_3541">
            <a:extLst>
              <a:ext uri="{FF2B5EF4-FFF2-40B4-BE49-F238E27FC236}">
                <a16:creationId xmlns:a16="http://schemas.microsoft.com/office/drawing/2014/main" id="{ED442EDE-F676-45A8-A57D-C8AE9FA64719}"/>
              </a:ext>
            </a:extLst>
          </p:cNvPr>
          <p:cNvSpPr>
            <a:spLocks/>
          </p:cNvSpPr>
          <p:nvPr/>
        </p:nvSpPr>
        <p:spPr>
          <a:xfrm>
            <a:off x="5989252" y="63328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3543" name="data_3542">
            <a:extLst>
              <a:ext uri="{FF2B5EF4-FFF2-40B4-BE49-F238E27FC236}">
                <a16:creationId xmlns:a16="http://schemas.microsoft.com/office/drawing/2014/main" id="{59EFA8AC-887A-41E0-87CF-116A7798E917}"/>
              </a:ext>
            </a:extLst>
          </p:cNvPr>
          <p:cNvSpPr>
            <a:spLocks/>
          </p:cNvSpPr>
          <p:nvPr/>
        </p:nvSpPr>
        <p:spPr>
          <a:xfrm>
            <a:off x="5989252" y="6325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3544" name="data_3543">
            <a:extLst>
              <a:ext uri="{FF2B5EF4-FFF2-40B4-BE49-F238E27FC236}">
                <a16:creationId xmlns:a16="http://schemas.microsoft.com/office/drawing/2014/main" id="{41B122EC-25ED-4EFC-ABFF-A7CAD7B5130D}"/>
              </a:ext>
            </a:extLst>
          </p:cNvPr>
          <p:cNvSpPr>
            <a:spLocks/>
          </p:cNvSpPr>
          <p:nvPr/>
        </p:nvSpPr>
        <p:spPr>
          <a:xfrm>
            <a:off x="5989252" y="6318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3545" name="data_3544">
            <a:extLst>
              <a:ext uri="{FF2B5EF4-FFF2-40B4-BE49-F238E27FC236}">
                <a16:creationId xmlns:a16="http://schemas.microsoft.com/office/drawing/2014/main" id="{7F1544E0-787B-41AE-940F-A55FBCC8B3C6}"/>
              </a:ext>
            </a:extLst>
          </p:cNvPr>
          <p:cNvSpPr>
            <a:spLocks/>
          </p:cNvSpPr>
          <p:nvPr/>
        </p:nvSpPr>
        <p:spPr>
          <a:xfrm>
            <a:off x="5989252" y="63108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3546" name="data_3545">
            <a:extLst>
              <a:ext uri="{FF2B5EF4-FFF2-40B4-BE49-F238E27FC236}">
                <a16:creationId xmlns:a16="http://schemas.microsoft.com/office/drawing/2014/main" id="{63A73DEC-D02B-4A80-B916-808FCA78179C}"/>
              </a:ext>
            </a:extLst>
          </p:cNvPr>
          <p:cNvSpPr>
            <a:spLocks/>
          </p:cNvSpPr>
          <p:nvPr/>
        </p:nvSpPr>
        <p:spPr>
          <a:xfrm>
            <a:off x="5989252" y="63035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3547" name="data_3546">
            <a:extLst>
              <a:ext uri="{FF2B5EF4-FFF2-40B4-BE49-F238E27FC236}">
                <a16:creationId xmlns:a16="http://schemas.microsoft.com/office/drawing/2014/main" id="{C8778833-09BA-4270-8D13-B045274E77D0}"/>
              </a:ext>
            </a:extLst>
          </p:cNvPr>
          <p:cNvSpPr>
            <a:spLocks/>
          </p:cNvSpPr>
          <p:nvPr/>
        </p:nvSpPr>
        <p:spPr>
          <a:xfrm>
            <a:off x="5989252" y="62962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3548" name="data_3547">
            <a:extLst>
              <a:ext uri="{FF2B5EF4-FFF2-40B4-BE49-F238E27FC236}">
                <a16:creationId xmlns:a16="http://schemas.microsoft.com/office/drawing/2014/main" id="{AA39FB7C-BCE6-4F76-9FE6-2206F906FAAC}"/>
              </a:ext>
            </a:extLst>
          </p:cNvPr>
          <p:cNvSpPr>
            <a:spLocks/>
          </p:cNvSpPr>
          <p:nvPr/>
        </p:nvSpPr>
        <p:spPr>
          <a:xfrm>
            <a:off x="5989252" y="6288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3549" name="data_3548">
            <a:extLst>
              <a:ext uri="{FF2B5EF4-FFF2-40B4-BE49-F238E27FC236}">
                <a16:creationId xmlns:a16="http://schemas.microsoft.com/office/drawing/2014/main" id="{583A73AC-89E6-4179-AA20-621BF702A192}"/>
              </a:ext>
            </a:extLst>
          </p:cNvPr>
          <p:cNvSpPr>
            <a:spLocks/>
          </p:cNvSpPr>
          <p:nvPr/>
        </p:nvSpPr>
        <p:spPr>
          <a:xfrm>
            <a:off x="5989252" y="6281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3550" name="data_3549">
            <a:extLst>
              <a:ext uri="{FF2B5EF4-FFF2-40B4-BE49-F238E27FC236}">
                <a16:creationId xmlns:a16="http://schemas.microsoft.com/office/drawing/2014/main" id="{6CC3F269-2B9A-46E7-9559-8AED85966A6A}"/>
              </a:ext>
            </a:extLst>
          </p:cNvPr>
          <p:cNvSpPr>
            <a:spLocks/>
          </p:cNvSpPr>
          <p:nvPr/>
        </p:nvSpPr>
        <p:spPr>
          <a:xfrm>
            <a:off x="5989252" y="62742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3551" name="data_3550">
            <a:extLst>
              <a:ext uri="{FF2B5EF4-FFF2-40B4-BE49-F238E27FC236}">
                <a16:creationId xmlns:a16="http://schemas.microsoft.com/office/drawing/2014/main" id="{1E8AD8FC-1951-4543-91DE-F44D4BEA5C15}"/>
              </a:ext>
            </a:extLst>
          </p:cNvPr>
          <p:cNvSpPr>
            <a:spLocks/>
          </p:cNvSpPr>
          <p:nvPr/>
        </p:nvSpPr>
        <p:spPr>
          <a:xfrm>
            <a:off x="5989252" y="62669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3552" name="data_3551">
            <a:extLst>
              <a:ext uri="{FF2B5EF4-FFF2-40B4-BE49-F238E27FC236}">
                <a16:creationId xmlns:a16="http://schemas.microsoft.com/office/drawing/2014/main" id="{45354249-3BD3-4822-99D8-22E040B32A8E}"/>
              </a:ext>
            </a:extLst>
          </p:cNvPr>
          <p:cNvSpPr>
            <a:spLocks/>
          </p:cNvSpPr>
          <p:nvPr/>
        </p:nvSpPr>
        <p:spPr>
          <a:xfrm>
            <a:off x="5989252" y="62596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3553" name="data_3552">
            <a:extLst>
              <a:ext uri="{FF2B5EF4-FFF2-40B4-BE49-F238E27FC236}">
                <a16:creationId xmlns:a16="http://schemas.microsoft.com/office/drawing/2014/main" id="{06793C32-5B34-43C8-8EE0-465A28D79D48}"/>
              </a:ext>
            </a:extLst>
          </p:cNvPr>
          <p:cNvSpPr>
            <a:spLocks/>
          </p:cNvSpPr>
          <p:nvPr/>
        </p:nvSpPr>
        <p:spPr>
          <a:xfrm>
            <a:off x="5989252" y="6252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3554" name="data_3553">
            <a:extLst>
              <a:ext uri="{FF2B5EF4-FFF2-40B4-BE49-F238E27FC236}">
                <a16:creationId xmlns:a16="http://schemas.microsoft.com/office/drawing/2014/main" id="{2FF09D44-1247-4312-B1F8-4018F5F2F48D}"/>
              </a:ext>
            </a:extLst>
          </p:cNvPr>
          <p:cNvSpPr>
            <a:spLocks/>
          </p:cNvSpPr>
          <p:nvPr/>
        </p:nvSpPr>
        <p:spPr>
          <a:xfrm>
            <a:off x="5989252" y="6244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3555" name="data_3554">
            <a:extLst>
              <a:ext uri="{FF2B5EF4-FFF2-40B4-BE49-F238E27FC236}">
                <a16:creationId xmlns:a16="http://schemas.microsoft.com/office/drawing/2014/main" id="{A25DE9B9-7646-4128-ABA3-FF5F0E83D9D8}"/>
              </a:ext>
            </a:extLst>
          </p:cNvPr>
          <p:cNvSpPr>
            <a:spLocks/>
          </p:cNvSpPr>
          <p:nvPr/>
        </p:nvSpPr>
        <p:spPr>
          <a:xfrm>
            <a:off x="5989252" y="62376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3556" name="data_3555">
            <a:extLst>
              <a:ext uri="{FF2B5EF4-FFF2-40B4-BE49-F238E27FC236}">
                <a16:creationId xmlns:a16="http://schemas.microsoft.com/office/drawing/2014/main" id="{AE5FFE48-8C68-446B-9C14-E4E598E1DD32}"/>
              </a:ext>
            </a:extLst>
          </p:cNvPr>
          <p:cNvSpPr>
            <a:spLocks/>
          </p:cNvSpPr>
          <p:nvPr/>
        </p:nvSpPr>
        <p:spPr>
          <a:xfrm>
            <a:off x="5989252" y="62303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3557" name="data_3556">
            <a:extLst>
              <a:ext uri="{FF2B5EF4-FFF2-40B4-BE49-F238E27FC236}">
                <a16:creationId xmlns:a16="http://schemas.microsoft.com/office/drawing/2014/main" id="{87FB3945-1D79-4B5F-B897-CDD00973F8C0}"/>
              </a:ext>
            </a:extLst>
          </p:cNvPr>
          <p:cNvSpPr>
            <a:spLocks/>
          </p:cNvSpPr>
          <p:nvPr/>
        </p:nvSpPr>
        <p:spPr>
          <a:xfrm>
            <a:off x="5989252" y="62230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3558" name="data_3557">
            <a:extLst>
              <a:ext uri="{FF2B5EF4-FFF2-40B4-BE49-F238E27FC236}">
                <a16:creationId xmlns:a16="http://schemas.microsoft.com/office/drawing/2014/main" id="{721647EA-74FA-479B-9335-84F3AE469072}"/>
              </a:ext>
            </a:extLst>
          </p:cNvPr>
          <p:cNvSpPr>
            <a:spLocks/>
          </p:cNvSpPr>
          <p:nvPr/>
        </p:nvSpPr>
        <p:spPr>
          <a:xfrm>
            <a:off x="5989252" y="62156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3559" name="data_3558">
            <a:extLst>
              <a:ext uri="{FF2B5EF4-FFF2-40B4-BE49-F238E27FC236}">
                <a16:creationId xmlns:a16="http://schemas.microsoft.com/office/drawing/2014/main" id="{FAB61DC0-7509-40A4-8E92-BB6A37D879DE}"/>
              </a:ext>
            </a:extLst>
          </p:cNvPr>
          <p:cNvSpPr>
            <a:spLocks/>
          </p:cNvSpPr>
          <p:nvPr/>
        </p:nvSpPr>
        <p:spPr>
          <a:xfrm>
            <a:off x="5989252" y="6208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3560" name="data_3559">
            <a:extLst>
              <a:ext uri="{FF2B5EF4-FFF2-40B4-BE49-F238E27FC236}">
                <a16:creationId xmlns:a16="http://schemas.microsoft.com/office/drawing/2014/main" id="{692E9DD8-4FC7-4C6E-8710-03249A25F715}"/>
              </a:ext>
            </a:extLst>
          </p:cNvPr>
          <p:cNvSpPr>
            <a:spLocks/>
          </p:cNvSpPr>
          <p:nvPr/>
        </p:nvSpPr>
        <p:spPr>
          <a:xfrm>
            <a:off x="5989252" y="6201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3561" name="data_3560">
            <a:extLst>
              <a:ext uri="{FF2B5EF4-FFF2-40B4-BE49-F238E27FC236}">
                <a16:creationId xmlns:a16="http://schemas.microsoft.com/office/drawing/2014/main" id="{C2D0C527-98C3-4773-A9AB-05E71A5D2AAC}"/>
              </a:ext>
            </a:extLst>
          </p:cNvPr>
          <p:cNvSpPr>
            <a:spLocks/>
          </p:cNvSpPr>
          <p:nvPr/>
        </p:nvSpPr>
        <p:spPr>
          <a:xfrm>
            <a:off x="5989252" y="61937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3562" name="data_3561">
            <a:extLst>
              <a:ext uri="{FF2B5EF4-FFF2-40B4-BE49-F238E27FC236}">
                <a16:creationId xmlns:a16="http://schemas.microsoft.com/office/drawing/2014/main" id="{302F84A1-F653-44E4-BD25-E37B2EB1DF85}"/>
              </a:ext>
            </a:extLst>
          </p:cNvPr>
          <p:cNvSpPr>
            <a:spLocks/>
          </p:cNvSpPr>
          <p:nvPr/>
        </p:nvSpPr>
        <p:spPr>
          <a:xfrm>
            <a:off x="5989252" y="61864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3563" name="data_3562">
            <a:extLst>
              <a:ext uri="{FF2B5EF4-FFF2-40B4-BE49-F238E27FC236}">
                <a16:creationId xmlns:a16="http://schemas.microsoft.com/office/drawing/2014/main" id="{008838C4-CED0-4E1F-9DC3-2547BB00695D}"/>
              </a:ext>
            </a:extLst>
          </p:cNvPr>
          <p:cNvSpPr>
            <a:spLocks/>
          </p:cNvSpPr>
          <p:nvPr/>
        </p:nvSpPr>
        <p:spPr>
          <a:xfrm>
            <a:off x="5989252" y="61790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3564" name="data_3563">
            <a:extLst>
              <a:ext uri="{FF2B5EF4-FFF2-40B4-BE49-F238E27FC236}">
                <a16:creationId xmlns:a16="http://schemas.microsoft.com/office/drawing/2014/main" id="{EE137C19-C534-4E8A-80BE-831D7CDB1301}"/>
              </a:ext>
            </a:extLst>
          </p:cNvPr>
          <p:cNvSpPr>
            <a:spLocks/>
          </p:cNvSpPr>
          <p:nvPr/>
        </p:nvSpPr>
        <p:spPr>
          <a:xfrm>
            <a:off x="5989252" y="6171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3565" name="data_3564">
            <a:extLst>
              <a:ext uri="{FF2B5EF4-FFF2-40B4-BE49-F238E27FC236}">
                <a16:creationId xmlns:a16="http://schemas.microsoft.com/office/drawing/2014/main" id="{51B73698-6951-4A55-8DC5-CDE9709F629F}"/>
              </a:ext>
            </a:extLst>
          </p:cNvPr>
          <p:cNvSpPr>
            <a:spLocks/>
          </p:cNvSpPr>
          <p:nvPr/>
        </p:nvSpPr>
        <p:spPr>
          <a:xfrm>
            <a:off x="5989252" y="6164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3566" name="data_3565">
            <a:extLst>
              <a:ext uri="{FF2B5EF4-FFF2-40B4-BE49-F238E27FC236}">
                <a16:creationId xmlns:a16="http://schemas.microsoft.com/office/drawing/2014/main" id="{6C4B62DC-BD3B-4D6A-A47C-2554004C9106}"/>
              </a:ext>
            </a:extLst>
          </p:cNvPr>
          <p:cNvSpPr>
            <a:spLocks/>
          </p:cNvSpPr>
          <p:nvPr/>
        </p:nvSpPr>
        <p:spPr>
          <a:xfrm>
            <a:off x="5989252" y="61571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3567" name="data_3566">
            <a:extLst>
              <a:ext uri="{FF2B5EF4-FFF2-40B4-BE49-F238E27FC236}">
                <a16:creationId xmlns:a16="http://schemas.microsoft.com/office/drawing/2014/main" id="{F4BA4370-ECE5-43C6-A6FF-93750A7F8E15}"/>
              </a:ext>
            </a:extLst>
          </p:cNvPr>
          <p:cNvSpPr>
            <a:spLocks/>
          </p:cNvSpPr>
          <p:nvPr/>
        </p:nvSpPr>
        <p:spPr>
          <a:xfrm>
            <a:off x="5989252" y="61497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3568" name="data_3567">
            <a:extLst>
              <a:ext uri="{FF2B5EF4-FFF2-40B4-BE49-F238E27FC236}">
                <a16:creationId xmlns:a16="http://schemas.microsoft.com/office/drawing/2014/main" id="{684BBF12-16F8-44AB-88D3-AE78159BDBB0}"/>
              </a:ext>
            </a:extLst>
          </p:cNvPr>
          <p:cNvSpPr>
            <a:spLocks/>
          </p:cNvSpPr>
          <p:nvPr/>
        </p:nvSpPr>
        <p:spPr>
          <a:xfrm>
            <a:off x="5989252" y="61424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3569" name="data_3568">
            <a:extLst>
              <a:ext uri="{FF2B5EF4-FFF2-40B4-BE49-F238E27FC236}">
                <a16:creationId xmlns:a16="http://schemas.microsoft.com/office/drawing/2014/main" id="{A9798633-C344-4C05-A359-BA040669E31B}"/>
              </a:ext>
            </a:extLst>
          </p:cNvPr>
          <p:cNvSpPr>
            <a:spLocks/>
          </p:cNvSpPr>
          <p:nvPr/>
        </p:nvSpPr>
        <p:spPr>
          <a:xfrm>
            <a:off x="5989252" y="6135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3570" name="data_3569">
            <a:extLst>
              <a:ext uri="{FF2B5EF4-FFF2-40B4-BE49-F238E27FC236}">
                <a16:creationId xmlns:a16="http://schemas.microsoft.com/office/drawing/2014/main" id="{9F876387-0F2E-4FD7-8661-8C38FE9B837D}"/>
              </a:ext>
            </a:extLst>
          </p:cNvPr>
          <p:cNvSpPr>
            <a:spLocks/>
          </p:cNvSpPr>
          <p:nvPr/>
        </p:nvSpPr>
        <p:spPr>
          <a:xfrm>
            <a:off x="5989252" y="6127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3571" name="data_3570">
            <a:extLst>
              <a:ext uri="{FF2B5EF4-FFF2-40B4-BE49-F238E27FC236}">
                <a16:creationId xmlns:a16="http://schemas.microsoft.com/office/drawing/2014/main" id="{7BD0938D-604A-40A3-A2A5-78146BDC4B34}"/>
              </a:ext>
            </a:extLst>
          </p:cNvPr>
          <p:cNvSpPr>
            <a:spLocks/>
          </p:cNvSpPr>
          <p:nvPr/>
        </p:nvSpPr>
        <p:spPr>
          <a:xfrm>
            <a:off x="5989252" y="61205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3572" name="data_3571">
            <a:extLst>
              <a:ext uri="{FF2B5EF4-FFF2-40B4-BE49-F238E27FC236}">
                <a16:creationId xmlns:a16="http://schemas.microsoft.com/office/drawing/2014/main" id="{CEA82DDF-06B4-45F8-827E-9354E8C7650D}"/>
              </a:ext>
            </a:extLst>
          </p:cNvPr>
          <p:cNvSpPr>
            <a:spLocks/>
          </p:cNvSpPr>
          <p:nvPr/>
        </p:nvSpPr>
        <p:spPr>
          <a:xfrm>
            <a:off x="5989252" y="61131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3573" name="data_3572">
            <a:extLst>
              <a:ext uri="{FF2B5EF4-FFF2-40B4-BE49-F238E27FC236}">
                <a16:creationId xmlns:a16="http://schemas.microsoft.com/office/drawing/2014/main" id="{29B9A990-0C81-4835-A329-399DA9577D03}"/>
              </a:ext>
            </a:extLst>
          </p:cNvPr>
          <p:cNvSpPr>
            <a:spLocks/>
          </p:cNvSpPr>
          <p:nvPr/>
        </p:nvSpPr>
        <p:spPr>
          <a:xfrm>
            <a:off x="5989252" y="61058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3574" name="data_3573">
            <a:extLst>
              <a:ext uri="{FF2B5EF4-FFF2-40B4-BE49-F238E27FC236}">
                <a16:creationId xmlns:a16="http://schemas.microsoft.com/office/drawing/2014/main" id="{03C1E21E-638B-47A7-BE48-1A8B41602B88}"/>
              </a:ext>
            </a:extLst>
          </p:cNvPr>
          <p:cNvSpPr>
            <a:spLocks/>
          </p:cNvSpPr>
          <p:nvPr/>
        </p:nvSpPr>
        <p:spPr>
          <a:xfrm>
            <a:off x="5989252" y="60985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3575" name="data_3574">
            <a:extLst>
              <a:ext uri="{FF2B5EF4-FFF2-40B4-BE49-F238E27FC236}">
                <a16:creationId xmlns:a16="http://schemas.microsoft.com/office/drawing/2014/main" id="{EE226E0F-8DDD-482B-B5F9-138010FEA681}"/>
              </a:ext>
            </a:extLst>
          </p:cNvPr>
          <p:cNvSpPr>
            <a:spLocks/>
          </p:cNvSpPr>
          <p:nvPr/>
        </p:nvSpPr>
        <p:spPr>
          <a:xfrm>
            <a:off x="5989252" y="60912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3576" name="data_3575">
            <a:extLst>
              <a:ext uri="{FF2B5EF4-FFF2-40B4-BE49-F238E27FC236}">
                <a16:creationId xmlns:a16="http://schemas.microsoft.com/office/drawing/2014/main" id="{1BD858FF-8753-42FD-8A64-1907202A65F2}"/>
              </a:ext>
            </a:extLst>
          </p:cNvPr>
          <p:cNvSpPr>
            <a:spLocks/>
          </p:cNvSpPr>
          <p:nvPr/>
        </p:nvSpPr>
        <p:spPr>
          <a:xfrm>
            <a:off x="5989252" y="60838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3577" name="data_3576">
            <a:extLst>
              <a:ext uri="{FF2B5EF4-FFF2-40B4-BE49-F238E27FC236}">
                <a16:creationId xmlns:a16="http://schemas.microsoft.com/office/drawing/2014/main" id="{C6BD58FF-88B7-4B69-A2AF-4083C74AE885}"/>
              </a:ext>
            </a:extLst>
          </p:cNvPr>
          <p:cNvSpPr>
            <a:spLocks/>
          </p:cNvSpPr>
          <p:nvPr/>
        </p:nvSpPr>
        <p:spPr>
          <a:xfrm>
            <a:off x="5989252" y="60765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3578" name="data_3577">
            <a:extLst>
              <a:ext uri="{FF2B5EF4-FFF2-40B4-BE49-F238E27FC236}">
                <a16:creationId xmlns:a16="http://schemas.microsoft.com/office/drawing/2014/main" id="{04B22945-739B-4094-8CBF-461639C1354E}"/>
              </a:ext>
            </a:extLst>
          </p:cNvPr>
          <p:cNvSpPr>
            <a:spLocks/>
          </p:cNvSpPr>
          <p:nvPr/>
        </p:nvSpPr>
        <p:spPr>
          <a:xfrm>
            <a:off x="5989252" y="60692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3579" name="data_3578">
            <a:extLst>
              <a:ext uri="{FF2B5EF4-FFF2-40B4-BE49-F238E27FC236}">
                <a16:creationId xmlns:a16="http://schemas.microsoft.com/office/drawing/2014/main" id="{BE10ECE2-E3AD-48A4-927E-CB1D3338C6A8}"/>
              </a:ext>
            </a:extLst>
          </p:cNvPr>
          <p:cNvSpPr>
            <a:spLocks/>
          </p:cNvSpPr>
          <p:nvPr/>
        </p:nvSpPr>
        <p:spPr>
          <a:xfrm>
            <a:off x="5989252" y="60619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3580" name="data_3579">
            <a:extLst>
              <a:ext uri="{FF2B5EF4-FFF2-40B4-BE49-F238E27FC236}">
                <a16:creationId xmlns:a16="http://schemas.microsoft.com/office/drawing/2014/main" id="{ECC98779-88F0-4DD3-ACE7-A6ECE5C83E69}"/>
              </a:ext>
            </a:extLst>
          </p:cNvPr>
          <p:cNvSpPr>
            <a:spLocks/>
          </p:cNvSpPr>
          <p:nvPr/>
        </p:nvSpPr>
        <p:spPr>
          <a:xfrm>
            <a:off x="5989252" y="60546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3581" name="data_3580">
            <a:extLst>
              <a:ext uri="{FF2B5EF4-FFF2-40B4-BE49-F238E27FC236}">
                <a16:creationId xmlns:a16="http://schemas.microsoft.com/office/drawing/2014/main" id="{E725EF53-D0BB-4AC9-8790-C4044C26306D}"/>
              </a:ext>
            </a:extLst>
          </p:cNvPr>
          <p:cNvSpPr>
            <a:spLocks/>
          </p:cNvSpPr>
          <p:nvPr/>
        </p:nvSpPr>
        <p:spPr>
          <a:xfrm>
            <a:off x="5989252" y="60472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3582" name="data_3581">
            <a:extLst>
              <a:ext uri="{FF2B5EF4-FFF2-40B4-BE49-F238E27FC236}">
                <a16:creationId xmlns:a16="http://schemas.microsoft.com/office/drawing/2014/main" id="{2E29F9BE-E2F0-4AE8-AD23-F8DA18B6E2D5}"/>
              </a:ext>
            </a:extLst>
          </p:cNvPr>
          <p:cNvSpPr>
            <a:spLocks/>
          </p:cNvSpPr>
          <p:nvPr/>
        </p:nvSpPr>
        <p:spPr>
          <a:xfrm>
            <a:off x="5989252" y="60399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3" name="data_3582">
            <a:extLst>
              <a:ext uri="{FF2B5EF4-FFF2-40B4-BE49-F238E27FC236}">
                <a16:creationId xmlns:a16="http://schemas.microsoft.com/office/drawing/2014/main" id="{1435E963-1369-4ED3-9A0E-6E902BDEA08C}"/>
              </a:ext>
            </a:extLst>
          </p:cNvPr>
          <p:cNvSpPr>
            <a:spLocks/>
          </p:cNvSpPr>
          <p:nvPr/>
        </p:nvSpPr>
        <p:spPr>
          <a:xfrm>
            <a:off x="5989252" y="60326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4" name="data_3583">
            <a:extLst>
              <a:ext uri="{FF2B5EF4-FFF2-40B4-BE49-F238E27FC236}">
                <a16:creationId xmlns:a16="http://schemas.microsoft.com/office/drawing/2014/main" id="{33A47E9B-2AD7-4242-AB60-2B675F56A7A3}"/>
              </a:ext>
            </a:extLst>
          </p:cNvPr>
          <p:cNvSpPr>
            <a:spLocks/>
          </p:cNvSpPr>
          <p:nvPr/>
        </p:nvSpPr>
        <p:spPr>
          <a:xfrm>
            <a:off x="5989252" y="60253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3585" name="data_3584">
            <a:extLst>
              <a:ext uri="{FF2B5EF4-FFF2-40B4-BE49-F238E27FC236}">
                <a16:creationId xmlns:a16="http://schemas.microsoft.com/office/drawing/2014/main" id="{27324CD7-8906-465E-9A24-B66F3686ADFE}"/>
              </a:ext>
            </a:extLst>
          </p:cNvPr>
          <p:cNvSpPr>
            <a:spLocks/>
          </p:cNvSpPr>
          <p:nvPr/>
        </p:nvSpPr>
        <p:spPr>
          <a:xfrm>
            <a:off x="5989252" y="60180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3586" name="data_3585">
            <a:extLst>
              <a:ext uri="{FF2B5EF4-FFF2-40B4-BE49-F238E27FC236}">
                <a16:creationId xmlns:a16="http://schemas.microsoft.com/office/drawing/2014/main" id="{859D9702-A4C0-498E-B1AD-ED8905BD7A9F}"/>
              </a:ext>
            </a:extLst>
          </p:cNvPr>
          <p:cNvSpPr>
            <a:spLocks/>
          </p:cNvSpPr>
          <p:nvPr/>
        </p:nvSpPr>
        <p:spPr>
          <a:xfrm>
            <a:off x="5989252" y="60106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3587" name="data_3586">
            <a:extLst>
              <a:ext uri="{FF2B5EF4-FFF2-40B4-BE49-F238E27FC236}">
                <a16:creationId xmlns:a16="http://schemas.microsoft.com/office/drawing/2014/main" id="{99890129-EB09-4FFE-A4A1-67A4AF732237}"/>
              </a:ext>
            </a:extLst>
          </p:cNvPr>
          <p:cNvSpPr>
            <a:spLocks/>
          </p:cNvSpPr>
          <p:nvPr/>
        </p:nvSpPr>
        <p:spPr>
          <a:xfrm>
            <a:off x="5989252" y="60033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3588" name="data_3587">
            <a:extLst>
              <a:ext uri="{FF2B5EF4-FFF2-40B4-BE49-F238E27FC236}">
                <a16:creationId xmlns:a16="http://schemas.microsoft.com/office/drawing/2014/main" id="{9436A6C1-FA53-4A33-88C5-33A933F58CE8}"/>
              </a:ext>
            </a:extLst>
          </p:cNvPr>
          <p:cNvSpPr>
            <a:spLocks/>
          </p:cNvSpPr>
          <p:nvPr/>
        </p:nvSpPr>
        <p:spPr>
          <a:xfrm>
            <a:off x="5989252" y="59960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3589" name="data_3588">
            <a:extLst>
              <a:ext uri="{FF2B5EF4-FFF2-40B4-BE49-F238E27FC236}">
                <a16:creationId xmlns:a16="http://schemas.microsoft.com/office/drawing/2014/main" id="{845900BE-C3D1-4FCA-AD18-CD87FEF49789}"/>
              </a:ext>
            </a:extLst>
          </p:cNvPr>
          <p:cNvSpPr>
            <a:spLocks/>
          </p:cNvSpPr>
          <p:nvPr/>
        </p:nvSpPr>
        <p:spPr>
          <a:xfrm>
            <a:off x="5989252" y="59887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3590" name="data_3589">
            <a:extLst>
              <a:ext uri="{FF2B5EF4-FFF2-40B4-BE49-F238E27FC236}">
                <a16:creationId xmlns:a16="http://schemas.microsoft.com/office/drawing/2014/main" id="{AC3C80EC-0831-4A34-AB77-99235D524ECF}"/>
              </a:ext>
            </a:extLst>
          </p:cNvPr>
          <p:cNvSpPr>
            <a:spLocks/>
          </p:cNvSpPr>
          <p:nvPr/>
        </p:nvSpPr>
        <p:spPr>
          <a:xfrm>
            <a:off x="5989252" y="59813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3591" name="data_3590">
            <a:extLst>
              <a:ext uri="{FF2B5EF4-FFF2-40B4-BE49-F238E27FC236}">
                <a16:creationId xmlns:a16="http://schemas.microsoft.com/office/drawing/2014/main" id="{BE19612F-BDAE-4FEF-9E24-9717642CF0B3}"/>
              </a:ext>
            </a:extLst>
          </p:cNvPr>
          <p:cNvSpPr>
            <a:spLocks/>
          </p:cNvSpPr>
          <p:nvPr/>
        </p:nvSpPr>
        <p:spPr>
          <a:xfrm>
            <a:off x="5989252" y="59740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3592" name="data_3591">
            <a:extLst>
              <a:ext uri="{FF2B5EF4-FFF2-40B4-BE49-F238E27FC236}">
                <a16:creationId xmlns:a16="http://schemas.microsoft.com/office/drawing/2014/main" id="{4AFF7EB8-A07D-4224-B6B7-F30F13AD4F32}"/>
              </a:ext>
            </a:extLst>
          </p:cNvPr>
          <p:cNvSpPr>
            <a:spLocks/>
          </p:cNvSpPr>
          <p:nvPr/>
        </p:nvSpPr>
        <p:spPr>
          <a:xfrm>
            <a:off x="5989252" y="59667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3593" name="data_3592">
            <a:extLst>
              <a:ext uri="{FF2B5EF4-FFF2-40B4-BE49-F238E27FC236}">
                <a16:creationId xmlns:a16="http://schemas.microsoft.com/office/drawing/2014/main" id="{58EFF108-DB94-436A-8A5B-2A630556EE0C}"/>
              </a:ext>
            </a:extLst>
          </p:cNvPr>
          <p:cNvSpPr>
            <a:spLocks/>
          </p:cNvSpPr>
          <p:nvPr/>
        </p:nvSpPr>
        <p:spPr>
          <a:xfrm>
            <a:off x="5989252" y="59594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3594" name="data_3593">
            <a:extLst>
              <a:ext uri="{FF2B5EF4-FFF2-40B4-BE49-F238E27FC236}">
                <a16:creationId xmlns:a16="http://schemas.microsoft.com/office/drawing/2014/main" id="{B00456BA-14B2-4AD0-B8AD-C6E4F5576B1E}"/>
              </a:ext>
            </a:extLst>
          </p:cNvPr>
          <p:cNvSpPr>
            <a:spLocks/>
          </p:cNvSpPr>
          <p:nvPr/>
        </p:nvSpPr>
        <p:spPr>
          <a:xfrm>
            <a:off x="5989252" y="59521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3595" name="data_3594">
            <a:extLst>
              <a:ext uri="{FF2B5EF4-FFF2-40B4-BE49-F238E27FC236}">
                <a16:creationId xmlns:a16="http://schemas.microsoft.com/office/drawing/2014/main" id="{BA466765-5B52-42A5-8CBD-38F7C2021EB6}"/>
              </a:ext>
            </a:extLst>
          </p:cNvPr>
          <p:cNvSpPr>
            <a:spLocks/>
          </p:cNvSpPr>
          <p:nvPr/>
        </p:nvSpPr>
        <p:spPr>
          <a:xfrm>
            <a:off x="5989252" y="59447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3596" name="data_3595">
            <a:extLst>
              <a:ext uri="{FF2B5EF4-FFF2-40B4-BE49-F238E27FC236}">
                <a16:creationId xmlns:a16="http://schemas.microsoft.com/office/drawing/2014/main" id="{93886C73-3CBA-40FE-B131-A8EEF2B38857}"/>
              </a:ext>
            </a:extLst>
          </p:cNvPr>
          <p:cNvSpPr>
            <a:spLocks/>
          </p:cNvSpPr>
          <p:nvPr/>
        </p:nvSpPr>
        <p:spPr>
          <a:xfrm>
            <a:off x="5989252" y="59374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3597" name="data_3596">
            <a:extLst>
              <a:ext uri="{FF2B5EF4-FFF2-40B4-BE49-F238E27FC236}">
                <a16:creationId xmlns:a16="http://schemas.microsoft.com/office/drawing/2014/main" id="{68451BC1-C646-438A-9195-781149E9BF60}"/>
              </a:ext>
            </a:extLst>
          </p:cNvPr>
          <p:cNvSpPr>
            <a:spLocks/>
          </p:cNvSpPr>
          <p:nvPr/>
        </p:nvSpPr>
        <p:spPr>
          <a:xfrm>
            <a:off x="5989252" y="59301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3598" name="data_3597">
            <a:extLst>
              <a:ext uri="{FF2B5EF4-FFF2-40B4-BE49-F238E27FC236}">
                <a16:creationId xmlns:a16="http://schemas.microsoft.com/office/drawing/2014/main" id="{BDBBDACB-846C-4395-9A33-F67B5FC6B08D}"/>
              </a:ext>
            </a:extLst>
          </p:cNvPr>
          <p:cNvSpPr>
            <a:spLocks/>
          </p:cNvSpPr>
          <p:nvPr/>
        </p:nvSpPr>
        <p:spPr>
          <a:xfrm>
            <a:off x="5989252" y="59228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3599" name="data_3598">
            <a:extLst>
              <a:ext uri="{FF2B5EF4-FFF2-40B4-BE49-F238E27FC236}">
                <a16:creationId xmlns:a16="http://schemas.microsoft.com/office/drawing/2014/main" id="{C507A532-C05B-46EE-88AD-1C5280C1E325}"/>
              </a:ext>
            </a:extLst>
          </p:cNvPr>
          <p:cNvSpPr>
            <a:spLocks/>
          </p:cNvSpPr>
          <p:nvPr/>
        </p:nvSpPr>
        <p:spPr>
          <a:xfrm>
            <a:off x="5989252" y="59154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0" name="data_3599">
            <a:extLst>
              <a:ext uri="{FF2B5EF4-FFF2-40B4-BE49-F238E27FC236}">
                <a16:creationId xmlns:a16="http://schemas.microsoft.com/office/drawing/2014/main" id="{404FC118-7104-4EA0-BAB7-A4C6BF3272B1}"/>
              </a:ext>
            </a:extLst>
          </p:cNvPr>
          <p:cNvSpPr>
            <a:spLocks/>
          </p:cNvSpPr>
          <p:nvPr/>
        </p:nvSpPr>
        <p:spPr>
          <a:xfrm>
            <a:off x="5989252" y="59081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1" name="data_3600">
            <a:extLst>
              <a:ext uri="{FF2B5EF4-FFF2-40B4-BE49-F238E27FC236}">
                <a16:creationId xmlns:a16="http://schemas.microsoft.com/office/drawing/2014/main" id="{531495FC-9B74-4FBD-89F2-E46C3EF9E145}"/>
              </a:ext>
            </a:extLst>
          </p:cNvPr>
          <p:cNvSpPr>
            <a:spLocks/>
          </p:cNvSpPr>
          <p:nvPr/>
        </p:nvSpPr>
        <p:spPr>
          <a:xfrm>
            <a:off x="5989252" y="59008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3602" name="data_3601">
            <a:extLst>
              <a:ext uri="{FF2B5EF4-FFF2-40B4-BE49-F238E27FC236}">
                <a16:creationId xmlns:a16="http://schemas.microsoft.com/office/drawing/2014/main" id="{F1C63E1F-934D-42E6-9BA9-2722B5FFA5C2}"/>
              </a:ext>
            </a:extLst>
          </p:cNvPr>
          <p:cNvSpPr>
            <a:spLocks/>
          </p:cNvSpPr>
          <p:nvPr/>
        </p:nvSpPr>
        <p:spPr>
          <a:xfrm>
            <a:off x="5989252" y="58935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3603" name="data_3602">
            <a:extLst>
              <a:ext uri="{FF2B5EF4-FFF2-40B4-BE49-F238E27FC236}">
                <a16:creationId xmlns:a16="http://schemas.microsoft.com/office/drawing/2014/main" id="{063799B4-3939-4B0C-92AF-7E113742D241}"/>
              </a:ext>
            </a:extLst>
          </p:cNvPr>
          <p:cNvSpPr>
            <a:spLocks/>
          </p:cNvSpPr>
          <p:nvPr/>
        </p:nvSpPr>
        <p:spPr>
          <a:xfrm>
            <a:off x="5989252" y="58862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3604" name="data_3603">
            <a:extLst>
              <a:ext uri="{FF2B5EF4-FFF2-40B4-BE49-F238E27FC236}">
                <a16:creationId xmlns:a16="http://schemas.microsoft.com/office/drawing/2014/main" id="{A76BDE77-4D86-4360-8943-7EA003B59A17}"/>
              </a:ext>
            </a:extLst>
          </p:cNvPr>
          <p:cNvSpPr>
            <a:spLocks/>
          </p:cNvSpPr>
          <p:nvPr/>
        </p:nvSpPr>
        <p:spPr>
          <a:xfrm>
            <a:off x="5989252" y="58788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3605" name="data_3604">
            <a:extLst>
              <a:ext uri="{FF2B5EF4-FFF2-40B4-BE49-F238E27FC236}">
                <a16:creationId xmlns:a16="http://schemas.microsoft.com/office/drawing/2014/main" id="{D82720BA-9E6F-44CE-BA8E-4D7AFE3EF6D9}"/>
              </a:ext>
            </a:extLst>
          </p:cNvPr>
          <p:cNvSpPr>
            <a:spLocks/>
          </p:cNvSpPr>
          <p:nvPr/>
        </p:nvSpPr>
        <p:spPr>
          <a:xfrm>
            <a:off x="5989252" y="58715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3606" name="data_3605">
            <a:extLst>
              <a:ext uri="{FF2B5EF4-FFF2-40B4-BE49-F238E27FC236}">
                <a16:creationId xmlns:a16="http://schemas.microsoft.com/office/drawing/2014/main" id="{77179152-7EB1-439E-97F3-527D6A0A78A6}"/>
              </a:ext>
            </a:extLst>
          </p:cNvPr>
          <p:cNvSpPr>
            <a:spLocks/>
          </p:cNvSpPr>
          <p:nvPr/>
        </p:nvSpPr>
        <p:spPr>
          <a:xfrm>
            <a:off x="5989252" y="58642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3607" name="data_3606">
            <a:extLst>
              <a:ext uri="{FF2B5EF4-FFF2-40B4-BE49-F238E27FC236}">
                <a16:creationId xmlns:a16="http://schemas.microsoft.com/office/drawing/2014/main" id="{9BD9B391-7E4A-4C86-BE16-2E7B725199F3}"/>
              </a:ext>
            </a:extLst>
          </p:cNvPr>
          <p:cNvSpPr>
            <a:spLocks/>
          </p:cNvSpPr>
          <p:nvPr/>
        </p:nvSpPr>
        <p:spPr>
          <a:xfrm>
            <a:off x="5989252" y="58569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3608" name="data_3607">
            <a:extLst>
              <a:ext uri="{FF2B5EF4-FFF2-40B4-BE49-F238E27FC236}">
                <a16:creationId xmlns:a16="http://schemas.microsoft.com/office/drawing/2014/main" id="{AC92BD71-76B8-4455-9BD4-D18E044977AC}"/>
              </a:ext>
            </a:extLst>
          </p:cNvPr>
          <p:cNvSpPr>
            <a:spLocks/>
          </p:cNvSpPr>
          <p:nvPr/>
        </p:nvSpPr>
        <p:spPr>
          <a:xfrm>
            <a:off x="5989252" y="58495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3609" name="data_3608">
            <a:extLst>
              <a:ext uri="{FF2B5EF4-FFF2-40B4-BE49-F238E27FC236}">
                <a16:creationId xmlns:a16="http://schemas.microsoft.com/office/drawing/2014/main" id="{BA7842FC-1C2D-478A-8626-38E975DBE4C6}"/>
              </a:ext>
            </a:extLst>
          </p:cNvPr>
          <p:cNvSpPr>
            <a:spLocks/>
          </p:cNvSpPr>
          <p:nvPr/>
        </p:nvSpPr>
        <p:spPr>
          <a:xfrm>
            <a:off x="5989252" y="58422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3610" name="data_3609">
            <a:extLst>
              <a:ext uri="{FF2B5EF4-FFF2-40B4-BE49-F238E27FC236}">
                <a16:creationId xmlns:a16="http://schemas.microsoft.com/office/drawing/2014/main" id="{4CD7C486-3A73-42CE-9C72-63851B8B2AEC}"/>
              </a:ext>
            </a:extLst>
          </p:cNvPr>
          <p:cNvSpPr>
            <a:spLocks/>
          </p:cNvSpPr>
          <p:nvPr/>
        </p:nvSpPr>
        <p:spPr>
          <a:xfrm>
            <a:off x="5989252" y="58349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3611" name="data_3610">
            <a:extLst>
              <a:ext uri="{FF2B5EF4-FFF2-40B4-BE49-F238E27FC236}">
                <a16:creationId xmlns:a16="http://schemas.microsoft.com/office/drawing/2014/main" id="{E27D6C0D-CF6B-4805-B9A4-359561812195}"/>
              </a:ext>
            </a:extLst>
          </p:cNvPr>
          <p:cNvSpPr>
            <a:spLocks/>
          </p:cNvSpPr>
          <p:nvPr/>
        </p:nvSpPr>
        <p:spPr>
          <a:xfrm>
            <a:off x="5989252" y="58276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3612" name="data_3611">
            <a:extLst>
              <a:ext uri="{FF2B5EF4-FFF2-40B4-BE49-F238E27FC236}">
                <a16:creationId xmlns:a16="http://schemas.microsoft.com/office/drawing/2014/main" id="{6BB144C8-C3A1-4C05-8AB9-D86B9E5B31AE}"/>
              </a:ext>
            </a:extLst>
          </p:cNvPr>
          <p:cNvSpPr>
            <a:spLocks/>
          </p:cNvSpPr>
          <p:nvPr/>
        </p:nvSpPr>
        <p:spPr>
          <a:xfrm>
            <a:off x="5989252" y="58203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3613" name="data_3612">
            <a:extLst>
              <a:ext uri="{FF2B5EF4-FFF2-40B4-BE49-F238E27FC236}">
                <a16:creationId xmlns:a16="http://schemas.microsoft.com/office/drawing/2014/main" id="{CDEE69FC-6CB6-498F-AEBA-7BA4781C8C2F}"/>
              </a:ext>
            </a:extLst>
          </p:cNvPr>
          <p:cNvSpPr>
            <a:spLocks/>
          </p:cNvSpPr>
          <p:nvPr/>
        </p:nvSpPr>
        <p:spPr>
          <a:xfrm>
            <a:off x="5989252" y="58129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3614" name="data_3613">
            <a:extLst>
              <a:ext uri="{FF2B5EF4-FFF2-40B4-BE49-F238E27FC236}">
                <a16:creationId xmlns:a16="http://schemas.microsoft.com/office/drawing/2014/main" id="{6EBD687E-7C01-4D4A-A4B0-797B7E18D8A1}"/>
              </a:ext>
            </a:extLst>
          </p:cNvPr>
          <p:cNvSpPr>
            <a:spLocks/>
          </p:cNvSpPr>
          <p:nvPr/>
        </p:nvSpPr>
        <p:spPr>
          <a:xfrm>
            <a:off x="5989252" y="58056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3615" name="data_3614">
            <a:extLst>
              <a:ext uri="{FF2B5EF4-FFF2-40B4-BE49-F238E27FC236}">
                <a16:creationId xmlns:a16="http://schemas.microsoft.com/office/drawing/2014/main" id="{55C70B08-3828-4405-96C4-C9151050763F}"/>
              </a:ext>
            </a:extLst>
          </p:cNvPr>
          <p:cNvSpPr>
            <a:spLocks/>
          </p:cNvSpPr>
          <p:nvPr/>
        </p:nvSpPr>
        <p:spPr>
          <a:xfrm>
            <a:off x="5989252" y="57983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3616" name="data_3615">
            <a:extLst>
              <a:ext uri="{FF2B5EF4-FFF2-40B4-BE49-F238E27FC236}">
                <a16:creationId xmlns:a16="http://schemas.microsoft.com/office/drawing/2014/main" id="{F02E6D22-1894-49F5-8950-C81BD09F4E5E}"/>
              </a:ext>
            </a:extLst>
          </p:cNvPr>
          <p:cNvSpPr>
            <a:spLocks/>
          </p:cNvSpPr>
          <p:nvPr/>
        </p:nvSpPr>
        <p:spPr>
          <a:xfrm>
            <a:off x="5989252" y="57910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3617" name="data_3616">
            <a:extLst>
              <a:ext uri="{FF2B5EF4-FFF2-40B4-BE49-F238E27FC236}">
                <a16:creationId xmlns:a16="http://schemas.microsoft.com/office/drawing/2014/main" id="{8A9C911A-2110-459E-A414-4EDABB6C7A0B}"/>
              </a:ext>
            </a:extLst>
          </p:cNvPr>
          <p:cNvSpPr>
            <a:spLocks/>
          </p:cNvSpPr>
          <p:nvPr/>
        </p:nvSpPr>
        <p:spPr>
          <a:xfrm>
            <a:off x="5989252" y="57837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3618" name="data_3617">
            <a:extLst>
              <a:ext uri="{FF2B5EF4-FFF2-40B4-BE49-F238E27FC236}">
                <a16:creationId xmlns:a16="http://schemas.microsoft.com/office/drawing/2014/main" id="{17B3980F-2A9A-45CC-A9EB-DEBCB003F4E7}"/>
              </a:ext>
            </a:extLst>
          </p:cNvPr>
          <p:cNvSpPr>
            <a:spLocks/>
          </p:cNvSpPr>
          <p:nvPr/>
        </p:nvSpPr>
        <p:spPr>
          <a:xfrm>
            <a:off x="5989252" y="57763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3619" name="data_3618">
            <a:extLst>
              <a:ext uri="{FF2B5EF4-FFF2-40B4-BE49-F238E27FC236}">
                <a16:creationId xmlns:a16="http://schemas.microsoft.com/office/drawing/2014/main" id="{AEF896C8-294A-42AC-941E-A859787F1D5A}"/>
              </a:ext>
            </a:extLst>
          </p:cNvPr>
          <p:cNvSpPr>
            <a:spLocks/>
          </p:cNvSpPr>
          <p:nvPr/>
        </p:nvSpPr>
        <p:spPr>
          <a:xfrm>
            <a:off x="5989252" y="57690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3620" name="data_3619">
            <a:extLst>
              <a:ext uri="{FF2B5EF4-FFF2-40B4-BE49-F238E27FC236}">
                <a16:creationId xmlns:a16="http://schemas.microsoft.com/office/drawing/2014/main" id="{2C99E5E9-BE9A-494B-A6F4-8FDCC5AC06C7}"/>
              </a:ext>
            </a:extLst>
          </p:cNvPr>
          <p:cNvSpPr>
            <a:spLocks/>
          </p:cNvSpPr>
          <p:nvPr/>
        </p:nvSpPr>
        <p:spPr>
          <a:xfrm>
            <a:off x="5989252" y="57617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3621" name="data_3620">
            <a:extLst>
              <a:ext uri="{FF2B5EF4-FFF2-40B4-BE49-F238E27FC236}">
                <a16:creationId xmlns:a16="http://schemas.microsoft.com/office/drawing/2014/main" id="{EE1B94CB-4CD8-4F9F-9C23-B664A7B42C38}"/>
              </a:ext>
            </a:extLst>
          </p:cNvPr>
          <p:cNvSpPr>
            <a:spLocks/>
          </p:cNvSpPr>
          <p:nvPr/>
        </p:nvSpPr>
        <p:spPr>
          <a:xfrm>
            <a:off x="5989252" y="57544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3622" name="data_3621">
            <a:extLst>
              <a:ext uri="{FF2B5EF4-FFF2-40B4-BE49-F238E27FC236}">
                <a16:creationId xmlns:a16="http://schemas.microsoft.com/office/drawing/2014/main" id="{CA47738F-39F7-4265-B47D-7398A70EE449}"/>
              </a:ext>
            </a:extLst>
          </p:cNvPr>
          <p:cNvSpPr>
            <a:spLocks/>
          </p:cNvSpPr>
          <p:nvPr/>
        </p:nvSpPr>
        <p:spPr>
          <a:xfrm>
            <a:off x="5989252" y="57470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3623" name="data_3622">
            <a:extLst>
              <a:ext uri="{FF2B5EF4-FFF2-40B4-BE49-F238E27FC236}">
                <a16:creationId xmlns:a16="http://schemas.microsoft.com/office/drawing/2014/main" id="{ADA4A2CC-EF3E-4C67-AD75-2E343703C93E}"/>
              </a:ext>
            </a:extLst>
          </p:cNvPr>
          <p:cNvSpPr>
            <a:spLocks/>
          </p:cNvSpPr>
          <p:nvPr/>
        </p:nvSpPr>
        <p:spPr>
          <a:xfrm>
            <a:off x="5989252" y="57397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3624" name="data_3623">
            <a:extLst>
              <a:ext uri="{FF2B5EF4-FFF2-40B4-BE49-F238E27FC236}">
                <a16:creationId xmlns:a16="http://schemas.microsoft.com/office/drawing/2014/main" id="{F8F230C6-B221-42F8-9B55-CACC6B675899}"/>
              </a:ext>
            </a:extLst>
          </p:cNvPr>
          <p:cNvSpPr>
            <a:spLocks/>
          </p:cNvSpPr>
          <p:nvPr/>
        </p:nvSpPr>
        <p:spPr>
          <a:xfrm>
            <a:off x="5989252" y="57324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3625" name="data_3624">
            <a:extLst>
              <a:ext uri="{FF2B5EF4-FFF2-40B4-BE49-F238E27FC236}">
                <a16:creationId xmlns:a16="http://schemas.microsoft.com/office/drawing/2014/main" id="{6401FD17-6AD4-437D-86C9-0140CB58D6BA}"/>
              </a:ext>
            </a:extLst>
          </p:cNvPr>
          <p:cNvSpPr>
            <a:spLocks/>
          </p:cNvSpPr>
          <p:nvPr/>
        </p:nvSpPr>
        <p:spPr>
          <a:xfrm>
            <a:off x="5989252" y="57251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3626" name="data_3625">
            <a:extLst>
              <a:ext uri="{FF2B5EF4-FFF2-40B4-BE49-F238E27FC236}">
                <a16:creationId xmlns:a16="http://schemas.microsoft.com/office/drawing/2014/main" id="{FDAE9CC0-0DCD-4A46-A4C2-FECD170FDE3F}"/>
              </a:ext>
            </a:extLst>
          </p:cNvPr>
          <p:cNvSpPr>
            <a:spLocks/>
          </p:cNvSpPr>
          <p:nvPr/>
        </p:nvSpPr>
        <p:spPr>
          <a:xfrm>
            <a:off x="5989252" y="57178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3627" name="data_3626">
            <a:extLst>
              <a:ext uri="{FF2B5EF4-FFF2-40B4-BE49-F238E27FC236}">
                <a16:creationId xmlns:a16="http://schemas.microsoft.com/office/drawing/2014/main" id="{9DBC757E-E581-4377-ADEF-356D5A6C9360}"/>
              </a:ext>
            </a:extLst>
          </p:cNvPr>
          <p:cNvSpPr>
            <a:spLocks/>
          </p:cNvSpPr>
          <p:nvPr/>
        </p:nvSpPr>
        <p:spPr>
          <a:xfrm>
            <a:off x="5989252" y="57104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3628" name="data_3627">
            <a:extLst>
              <a:ext uri="{FF2B5EF4-FFF2-40B4-BE49-F238E27FC236}">
                <a16:creationId xmlns:a16="http://schemas.microsoft.com/office/drawing/2014/main" id="{42DE60AA-B204-42CC-AC5E-089F1F07FCEA}"/>
              </a:ext>
            </a:extLst>
          </p:cNvPr>
          <p:cNvSpPr>
            <a:spLocks/>
          </p:cNvSpPr>
          <p:nvPr/>
        </p:nvSpPr>
        <p:spPr>
          <a:xfrm>
            <a:off x="5989252" y="57031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3629" name="data_3628">
            <a:extLst>
              <a:ext uri="{FF2B5EF4-FFF2-40B4-BE49-F238E27FC236}">
                <a16:creationId xmlns:a16="http://schemas.microsoft.com/office/drawing/2014/main" id="{61A353D0-DCC3-41E1-81E5-642EAC246BDC}"/>
              </a:ext>
            </a:extLst>
          </p:cNvPr>
          <p:cNvSpPr>
            <a:spLocks/>
          </p:cNvSpPr>
          <p:nvPr/>
        </p:nvSpPr>
        <p:spPr>
          <a:xfrm>
            <a:off x="5989252" y="56958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3630" name="data_3629">
            <a:extLst>
              <a:ext uri="{FF2B5EF4-FFF2-40B4-BE49-F238E27FC236}">
                <a16:creationId xmlns:a16="http://schemas.microsoft.com/office/drawing/2014/main" id="{8B790155-C7BF-4635-B4A8-0CAA8C6D8D61}"/>
              </a:ext>
            </a:extLst>
          </p:cNvPr>
          <p:cNvSpPr>
            <a:spLocks/>
          </p:cNvSpPr>
          <p:nvPr/>
        </p:nvSpPr>
        <p:spPr>
          <a:xfrm>
            <a:off x="5989252" y="56885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3631" name="data_3630">
            <a:extLst>
              <a:ext uri="{FF2B5EF4-FFF2-40B4-BE49-F238E27FC236}">
                <a16:creationId xmlns:a16="http://schemas.microsoft.com/office/drawing/2014/main" id="{052C134A-D653-428E-BD8C-78E7F80D2D81}"/>
              </a:ext>
            </a:extLst>
          </p:cNvPr>
          <p:cNvSpPr>
            <a:spLocks/>
          </p:cNvSpPr>
          <p:nvPr/>
        </p:nvSpPr>
        <p:spPr>
          <a:xfrm>
            <a:off x="5989252" y="56811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3632" name="data_3631">
            <a:extLst>
              <a:ext uri="{FF2B5EF4-FFF2-40B4-BE49-F238E27FC236}">
                <a16:creationId xmlns:a16="http://schemas.microsoft.com/office/drawing/2014/main" id="{C3FF928E-1D0B-4B2F-82EA-5296DD4FC5A0}"/>
              </a:ext>
            </a:extLst>
          </p:cNvPr>
          <p:cNvSpPr>
            <a:spLocks/>
          </p:cNvSpPr>
          <p:nvPr/>
        </p:nvSpPr>
        <p:spPr>
          <a:xfrm>
            <a:off x="5989252" y="56738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3633" name="data_3632">
            <a:extLst>
              <a:ext uri="{FF2B5EF4-FFF2-40B4-BE49-F238E27FC236}">
                <a16:creationId xmlns:a16="http://schemas.microsoft.com/office/drawing/2014/main" id="{41F15709-A3C3-40EA-A6EA-2B01734B85E6}"/>
              </a:ext>
            </a:extLst>
          </p:cNvPr>
          <p:cNvSpPr>
            <a:spLocks/>
          </p:cNvSpPr>
          <p:nvPr/>
        </p:nvSpPr>
        <p:spPr>
          <a:xfrm>
            <a:off x="5989252" y="56665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3634" name="data_3633">
            <a:extLst>
              <a:ext uri="{FF2B5EF4-FFF2-40B4-BE49-F238E27FC236}">
                <a16:creationId xmlns:a16="http://schemas.microsoft.com/office/drawing/2014/main" id="{5996CCDD-C5B4-44C9-96E1-3D24AA6DAC78}"/>
              </a:ext>
            </a:extLst>
          </p:cNvPr>
          <p:cNvSpPr>
            <a:spLocks/>
          </p:cNvSpPr>
          <p:nvPr/>
        </p:nvSpPr>
        <p:spPr>
          <a:xfrm>
            <a:off x="5989252" y="56592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3635" name="data_3634">
            <a:extLst>
              <a:ext uri="{FF2B5EF4-FFF2-40B4-BE49-F238E27FC236}">
                <a16:creationId xmlns:a16="http://schemas.microsoft.com/office/drawing/2014/main" id="{B72AA88D-BD81-40C3-B25B-092F2B20DF4D}"/>
              </a:ext>
            </a:extLst>
          </p:cNvPr>
          <p:cNvSpPr>
            <a:spLocks/>
          </p:cNvSpPr>
          <p:nvPr/>
        </p:nvSpPr>
        <p:spPr>
          <a:xfrm>
            <a:off x="5989252" y="56519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3636" name="data_3635">
            <a:extLst>
              <a:ext uri="{FF2B5EF4-FFF2-40B4-BE49-F238E27FC236}">
                <a16:creationId xmlns:a16="http://schemas.microsoft.com/office/drawing/2014/main" id="{ACF92F72-6F7E-49F4-BD92-521E3979506E}"/>
              </a:ext>
            </a:extLst>
          </p:cNvPr>
          <p:cNvSpPr>
            <a:spLocks/>
          </p:cNvSpPr>
          <p:nvPr/>
        </p:nvSpPr>
        <p:spPr>
          <a:xfrm>
            <a:off x="5989252" y="56445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3637" name="data_3636">
            <a:extLst>
              <a:ext uri="{FF2B5EF4-FFF2-40B4-BE49-F238E27FC236}">
                <a16:creationId xmlns:a16="http://schemas.microsoft.com/office/drawing/2014/main" id="{121EC852-2E7B-4048-99BF-2918A78067D5}"/>
              </a:ext>
            </a:extLst>
          </p:cNvPr>
          <p:cNvSpPr>
            <a:spLocks/>
          </p:cNvSpPr>
          <p:nvPr/>
        </p:nvSpPr>
        <p:spPr>
          <a:xfrm>
            <a:off x="5989252" y="56372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3638" name="data_3637">
            <a:extLst>
              <a:ext uri="{FF2B5EF4-FFF2-40B4-BE49-F238E27FC236}">
                <a16:creationId xmlns:a16="http://schemas.microsoft.com/office/drawing/2014/main" id="{EAD9B522-4B1B-4913-8FE0-31E8BD12D479}"/>
              </a:ext>
            </a:extLst>
          </p:cNvPr>
          <p:cNvSpPr>
            <a:spLocks/>
          </p:cNvSpPr>
          <p:nvPr/>
        </p:nvSpPr>
        <p:spPr>
          <a:xfrm>
            <a:off x="5989252" y="56299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3639" name="data_3638">
            <a:extLst>
              <a:ext uri="{FF2B5EF4-FFF2-40B4-BE49-F238E27FC236}">
                <a16:creationId xmlns:a16="http://schemas.microsoft.com/office/drawing/2014/main" id="{989709CE-5E24-4AFA-886B-0473C4DDF733}"/>
              </a:ext>
            </a:extLst>
          </p:cNvPr>
          <p:cNvSpPr>
            <a:spLocks/>
          </p:cNvSpPr>
          <p:nvPr/>
        </p:nvSpPr>
        <p:spPr>
          <a:xfrm>
            <a:off x="5989252" y="56226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3640" name="data_3639">
            <a:extLst>
              <a:ext uri="{FF2B5EF4-FFF2-40B4-BE49-F238E27FC236}">
                <a16:creationId xmlns:a16="http://schemas.microsoft.com/office/drawing/2014/main" id="{57D1F304-2127-44E3-A049-690C873ADA49}"/>
              </a:ext>
            </a:extLst>
          </p:cNvPr>
          <p:cNvSpPr>
            <a:spLocks/>
          </p:cNvSpPr>
          <p:nvPr/>
        </p:nvSpPr>
        <p:spPr>
          <a:xfrm>
            <a:off x="5989252" y="56153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3641" name="data_3640">
            <a:extLst>
              <a:ext uri="{FF2B5EF4-FFF2-40B4-BE49-F238E27FC236}">
                <a16:creationId xmlns:a16="http://schemas.microsoft.com/office/drawing/2014/main" id="{E7B7DBB3-600C-48C1-970C-B9021B232CFB}"/>
              </a:ext>
            </a:extLst>
          </p:cNvPr>
          <p:cNvSpPr>
            <a:spLocks/>
          </p:cNvSpPr>
          <p:nvPr/>
        </p:nvSpPr>
        <p:spPr>
          <a:xfrm>
            <a:off x="5989252" y="56079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3642" name="data_3641">
            <a:extLst>
              <a:ext uri="{FF2B5EF4-FFF2-40B4-BE49-F238E27FC236}">
                <a16:creationId xmlns:a16="http://schemas.microsoft.com/office/drawing/2014/main" id="{20449CF0-C1D6-4911-8059-4D1285349F8E}"/>
              </a:ext>
            </a:extLst>
          </p:cNvPr>
          <p:cNvSpPr>
            <a:spLocks/>
          </p:cNvSpPr>
          <p:nvPr/>
        </p:nvSpPr>
        <p:spPr>
          <a:xfrm>
            <a:off x="5989252" y="56006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3643" name="data_3642">
            <a:extLst>
              <a:ext uri="{FF2B5EF4-FFF2-40B4-BE49-F238E27FC236}">
                <a16:creationId xmlns:a16="http://schemas.microsoft.com/office/drawing/2014/main" id="{9F3C0B5F-ED53-4962-998E-B0EE30D6E28B}"/>
              </a:ext>
            </a:extLst>
          </p:cNvPr>
          <p:cNvSpPr>
            <a:spLocks/>
          </p:cNvSpPr>
          <p:nvPr/>
        </p:nvSpPr>
        <p:spPr>
          <a:xfrm>
            <a:off x="5989252" y="55933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3644" name="data_3643">
            <a:extLst>
              <a:ext uri="{FF2B5EF4-FFF2-40B4-BE49-F238E27FC236}">
                <a16:creationId xmlns:a16="http://schemas.microsoft.com/office/drawing/2014/main" id="{2E5D7D8D-B867-4EEB-B37B-B59942FD9806}"/>
              </a:ext>
            </a:extLst>
          </p:cNvPr>
          <p:cNvSpPr>
            <a:spLocks/>
          </p:cNvSpPr>
          <p:nvPr/>
        </p:nvSpPr>
        <p:spPr>
          <a:xfrm>
            <a:off x="5989252" y="55860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3645" name="data_3644">
            <a:extLst>
              <a:ext uri="{FF2B5EF4-FFF2-40B4-BE49-F238E27FC236}">
                <a16:creationId xmlns:a16="http://schemas.microsoft.com/office/drawing/2014/main" id="{9477EA7B-B06C-4823-A7E2-437C3743BFFA}"/>
              </a:ext>
            </a:extLst>
          </p:cNvPr>
          <p:cNvSpPr>
            <a:spLocks/>
          </p:cNvSpPr>
          <p:nvPr/>
        </p:nvSpPr>
        <p:spPr>
          <a:xfrm>
            <a:off x="5989252" y="55786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3646" name="data_3645">
            <a:extLst>
              <a:ext uri="{FF2B5EF4-FFF2-40B4-BE49-F238E27FC236}">
                <a16:creationId xmlns:a16="http://schemas.microsoft.com/office/drawing/2014/main" id="{BCC6E682-A680-4479-A305-0F92A817B5E1}"/>
              </a:ext>
            </a:extLst>
          </p:cNvPr>
          <p:cNvSpPr>
            <a:spLocks/>
          </p:cNvSpPr>
          <p:nvPr/>
        </p:nvSpPr>
        <p:spPr>
          <a:xfrm>
            <a:off x="5989252" y="55713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3647" name="data_3646">
            <a:extLst>
              <a:ext uri="{FF2B5EF4-FFF2-40B4-BE49-F238E27FC236}">
                <a16:creationId xmlns:a16="http://schemas.microsoft.com/office/drawing/2014/main" id="{950A989C-0F12-40F4-BD19-329C1399BA5D}"/>
              </a:ext>
            </a:extLst>
          </p:cNvPr>
          <p:cNvSpPr>
            <a:spLocks/>
          </p:cNvSpPr>
          <p:nvPr/>
        </p:nvSpPr>
        <p:spPr>
          <a:xfrm>
            <a:off x="5989252" y="55640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3648" name="data_3647">
            <a:extLst>
              <a:ext uri="{FF2B5EF4-FFF2-40B4-BE49-F238E27FC236}">
                <a16:creationId xmlns:a16="http://schemas.microsoft.com/office/drawing/2014/main" id="{42E00322-4987-4C85-815F-B43D18A41184}"/>
              </a:ext>
            </a:extLst>
          </p:cNvPr>
          <p:cNvSpPr>
            <a:spLocks/>
          </p:cNvSpPr>
          <p:nvPr/>
        </p:nvSpPr>
        <p:spPr>
          <a:xfrm>
            <a:off x="5989252" y="55567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3649" name="data_3648">
            <a:extLst>
              <a:ext uri="{FF2B5EF4-FFF2-40B4-BE49-F238E27FC236}">
                <a16:creationId xmlns:a16="http://schemas.microsoft.com/office/drawing/2014/main" id="{05565C64-CDC6-4176-9612-7D84B284DC9D}"/>
              </a:ext>
            </a:extLst>
          </p:cNvPr>
          <p:cNvSpPr>
            <a:spLocks/>
          </p:cNvSpPr>
          <p:nvPr/>
        </p:nvSpPr>
        <p:spPr>
          <a:xfrm>
            <a:off x="5989252" y="55494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3650" name="data_3649">
            <a:extLst>
              <a:ext uri="{FF2B5EF4-FFF2-40B4-BE49-F238E27FC236}">
                <a16:creationId xmlns:a16="http://schemas.microsoft.com/office/drawing/2014/main" id="{838DDBF3-D2FD-4642-A334-23D65878DC4E}"/>
              </a:ext>
            </a:extLst>
          </p:cNvPr>
          <p:cNvSpPr>
            <a:spLocks/>
          </p:cNvSpPr>
          <p:nvPr/>
        </p:nvSpPr>
        <p:spPr>
          <a:xfrm>
            <a:off x="5989252" y="55420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3651" name="data_3650">
            <a:extLst>
              <a:ext uri="{FF2B5EF4-FFF2-40B4-BE49-F238E27FC236}">
                <a16:creationId xmlns:a16="http://schemas.microsoft.com/office/drawing/2014/main" id="{52ABEB3C-F8CB-40EA-830A-B960AA6C9D4E}"/>
              </a:ext>
            </a:extLst>
          </p:cNvPr>
          <p:cNvSpPr>
            <a:spLocks/>
          </p:cNvSpPr>
          <p:nvPr/>
        </p:nvSpPr>
        <p:spPr>
          <a:xfrm>
            <a:off x="5989252" y="55347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3652" name="data_3651">
            <a:extLst>
              <a:ext uri="{FF2B5EF4-FFF2-40B4-BE49-F238E27FC236}">
                <a16:creationId xmlns:a16="http://schemas.microsoft.com/office/drawing/2014/main" id="{7DDA54A2-B0D3-46C7-9609-DC94D9587FB9}"/>
              </a:ext>
            </a:extLst>
          </p:cNvPr>
          <p:cNvSpPr>
            <a:spLocks/>
          </p:cNvSpPr>
          <p:nvPr/>
        </p:nvSpPr>
        <p:spPr>
          <a:xfrm>
            <a:off x="5989252" y="55274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3653" name="data_3652">
            <a:extLst>
              <a:ext uri="{FF2B5EF4-FFF2-40B4-BE49-F238E27FC236}">
                <a16:creationId xmlns:a16="http://schemas.microsoft.com/office/drawing/2014/main" id="{23F372D2-879A-4A9E-8116-4B7D560267C4}"/>
              </a:ext>
            </a:extLst>
          </p:cNvPr>
          <p:cNvSpPr>
            <a:spLocks/>
          </p:cNvSpPr>
          <p:nvPr/>
        </p:nvSpPr>
        <p:spPr>
          <a:xfrm>
            <a:off x="5989252" y="55201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3654" name="data_3653">
            <a:extLst>
              <a:ext uri="{FF2B5EF4-FFF2-40B4-BE49-F238E27FC236}">
                <a16:creationId xmlns:a16="http://schemas.microsoft.com/office/drawing/2014/main" id="{F659DB0C-6003-4772-853C-B5BBCC19FCCF}"/>
              </a:ext>
            </a:extLst>
          </p:cNvPr>
          <p:cNvSpPr>
            <a:spLocks/>
          </p:cNvSpPr>
          <p:nvPr/>
        </p:nvSpPr>
        <p:spPr>
          <a:xfrm>
            <a:off x="5989252" y="55127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3655" name="data_3654">
            <a:extLst>
              <a:ext uri="{FF2B5EF4-FFF2-40B4-BE49-F238E27FC236}">
                <a16:creationId xmlns:a16="http://schemas.microsoft.com/office/drawing/2014/main" id="{F2033653-0973-4781-8C5A-36D31BBEF47C}"/>
              </a:ext>
            </a:extLst>
          </p:cNvPr>
          <p:cNvSpPr>
            <a:spLocks/>
          </p:cNvSpPr>
          <p:nvPr/>
        </p:nvSpPr>
        <p:spPr>
          <a:xfrm>
            <a:off x="5989252" y="55054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3656" name="data_3655">
            <a:extLst>
              <a:ext uri="{FF2B5EF4-FFF2-40B4-BE49-F238E27FC236}">
                <a16:creationId xmlns:a16="http://schemas.microsoft.com/office/drawing/2014/main" id="{43935194-3B7F-461B-B062-1412BE4772B7}"/>
              </a:ext>
            </a:extLst>
          </p:cNvPr>
          <p:cNvSpPr>
            <a:spLocks/>
          </p:cNvSpPr>
          <p:nvPr/>
        </p:nvSpPr>
        <p:spPr>
          <a:xfrm>
            <a:off x="5989252" y="54981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3657" name="data_3656">
            <a:extLst>
              <a:ext uri="{FF2B5EF4-FFF2-40B4-BE49-F238E27FC236}">
                <a16:creationId xmlns:a16="http://schemas.microsoft.com/office/drawing/2014/main" id="{180DE6D4-E241-46FB-8E0C-A7C18ACBBE17}"/>
              </a:ext>
            </a:extLst>
          </p:cNvPr>
          <p:cNvSpPr>
            <a:spLocks/>
          </p:cNvSpPr>
          <p:nvPr/>
        </p:nvSpPr>
        <p:spPr>
          <a:xfrm>
            <a:off x="5989252" y="54908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3658" name="data_3657">
            <a:extLst>
              <a:ext uri="{FF2B5EF4-FFF2-40B4-BE49-F238E27FC236}">
                <a16:creationId xmlns:a16="http://schemas.microsoft.com/office/drawing/2014/main" id="{87BED7FC-3332-4FD9-9043-AE6CE93FFD4B}"/>
              </a:ext>
            </a:extLst>
          </p:cNvPr>
          <p:cNvSpPr>
            <a:spLocks/>
          </p:cNvSpPr>
          <p:nvPr/>
        </p:nvSpPr>
        <p:spPr>
          <a:xfrm>
            <a:off x="5989252" y="54835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3659" name="data_3658">
            <a:extLst>
              <a:ext uri="{FF2B5EF4-FFF2-40B4-BE49-F238E27FC236}">
                <a16:creationId xmlns:a16="http://schemas.microsoft.com/office/drawing/2014/main" id="{4538D832-9EE7-49F5-BD5A-26B4BF49C7FD}"/>
              </a:ext>
            </a:extLst>
          </p:cNvPr>
          <p:cNvSpPr>
            <a:spLocks/>
          </p:cNvSpPr>
          <p:nvPr/>
        </p:nvSpPr>
        <p:spPr>
          <a:xfrm>
            <a:off x="5989252" y="54761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3660" name="data_3659">
            <a:extLst>
              <a:ext uri="{FF2B5EF4-FFF2-40B4-BE49-F238E27FC236}">
                <a16:creationId xmlns:a16="http://schemas.microsoft.com/office/drawing/2014/main" id="{EE4B2D39-801E-46D2-87E3-478D94B9DCF8}"/>
              </a:ext>
            </a:extLst>
          </p:cNvPr>
          <p:cNvSpPr>
            <a:spLocks/>
          </p:cNvSpPr>
          <p:nvPr/>
        </p:nvSpPr>
        <p:spPr>
          <a:xfrm>
            <a:off x="5989252" y="54688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3661" name="data_3660">
            <a:extLst>
              <a:ext uri="{FF2B5EF4-FFF2-40B4-BE49-F238E27FC236}">
                <a16:creationId xmlns:a16="http://schemas.microsoft.com/office/drawing/2014/main" id="{F376A2B0-B247-42AA-99B1-1830D0FAAE87}"/>
              </a:ext>
            </a:extLst>
          </p:cNvPr>
          <p:cNvSpPr>
            <a:spLocks/>
          </p:cNvSpPr>
          <p:nvPr/>
        </p:nvSpPr>
        <p:spPr>
          <a:xfrm>
            <a:off x="5989252" y="54615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3662" name="data_3661">
            <a:extLst>
              <a:ext uri="{FF2B5EF4-FFF2-40B4-BE49-F238E27FC236}">
                <a16:creationId xmlns:a16="http://schemas.microsoft.com/office/drawing/2014/main" id="{A9DFBA63-ABC2-4693-9FC0-A83BB87AAD3C}"/>
              </a:ext>
            </a:extLst>
          </p:cNvPr>
          <p:cNvSpPr>
            <a:spLocks/>
          </p:cNvSpPr>
          <p:nvPr/>
        </p:nvSpPr>
        <p:spPr>
          <a:xfrm>
            <a:off x="5989252" y="54542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3663" name="data_3662">
            <a:extLst>
              <a:ext uri="{FF2B5EF4-FFF2-40B4-BE49-F238E27FC236}">
                <a16:creationId xmlns:a16="http://schemas.microsoft.com/office/drawing/2014/main" id="{C34DF27A-E084-4DFB-98BF-E6349DF632F7}"/>
              </a:ext>
            </a:extLst>
          </p:cNvPr>
          <p:cNvSpPr>
            <a:spLocks/>
          </p:cNvSpPr>
          <p:nvPr/>
        </p:nvSpPr>
        <p:spPr>
          <a:xfrm>
            <a:off x="5989252" y="54468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3664" name="data_3663">
            <a:extLst>
              <a:ext uri="{FF2B5EF4-FFF2-40B4-BE49-F238E27FC236}">
                <a16:creationId xmlns:a16="http://schemas.microsoft.com/office/drawing/2014/main" id="{32A22E51-B61E-48FB-A613-A7F53C053328}"/>
              </a:ext>
            </a:extLst>
          </p:cNvPr>
          <p:cNvSpPr>
            <a:spLocks/>
          </p:cNvSpPr>
          <p:nvPr/>
        </p:nvSpPr>
        <p:spPr>
          <a:xfrm>
            <a:off x="5989252" y="54395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3665" name="data_3664">
            <a:extLst>
              <a:ext uri="{FF2B5EF4-FFF2-40B4-BE49-F238E27FC236}">
                <a16:creationId xmlns:a16="http://schemas.microsoft.com/office/drawing/2014/main" id="{FA4C9975-4B56-4395-9464-62556E312B24}"/>
              </a:ext>
            </a:extLst>
          </p:cNvPr>
          <p:cNvSpPr>
            <a:spLocks/>
          </p:cNvSpPr>
          <p:nvPr/>
        </p:nvSpPr>
        <p:spPr>
          <a:xfrm>
            <a:off x="5989252" y="54322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3666" name="data_3665">
            <a:extLst>
              <a:ext uri="{FF2B5EF4-FFF2-40B4-BE49-F238E27FC236}">
                <a16:creationId xmlns:a16="http://schemas.microsoft.com/office/drawing/2014/main" id="{57D7999F-AC6E-48F3-A4D5-CD5EC59B97F9}"/>
              </a:ext>
            </a:extLst>
          </p:cNvPr>
          <p:cNvSpPr>
            <a:spLocks/>
          </p:cNvSpPr>
          <p:nvPr/>
        </p:nvSpPr>
        <p:spPr>
          <a:xfrm>
            <a:off x="5989252" y="54249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3667" name="data_3666">
            <a:extLst>
              <a:ext uri="{FF2B5EF4-FFF2-40B4-BE49-F238E27FC236}">
                <a16:creationId xmlns:a16="http://schemas.microsoft.com/office/drawing/2014/main" id="{BD97D16C-8E44-4152-BE35-77423899E448}"/>
              </a:ext>
            </a:extLst>
          </p:cNvPr>
          <p:cNvSpPr>
            <a:spLocks/>
          </p:cNvSpPr>
          <p:nvPr/>
        </p:nvSpPr>
        <p:spPr>
          <a:xfrm>
            <a:off x="5989252" y="54176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3668" name="data_3667">
            <a:extLst>
              <a:ext uri="{FF2B5EF4-FFF2-40B4-BE49-F238E27FC236}">
                <a16:creationId xmlns:a16="http://schemas.microsoft.com/office/drawing/2014/main" id="{CA2DD251-3DAA-4EE1-947D-A71F4F7F41B0}"/>
              </a:ext>
            </a:extLst>
          </p:cNvPr>
          <p:cNvSpPr>
            <a:spLocks/>
          </p:cNvSpPr>
          <p:nvPr/>
        </p:nvSpPr>
        <p:spPr>
          <a:xfrm>
            <a:off x="5989252" y="54102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3669" name="data_3668">
            <a:extLst>
              <a:ext uri="{FF2B5EF4-FFF2-40B4-BE49-F238E27FC236}">
                <a16:creationId xmlns:a16="http://schemas.microsoft.com/office/drawing/2014/main" id="{9E20E834-49BA-4876-8FAF-AEB6340A912E}"/>
              </a:ext>
            </a:extLst>
          </p:cNvPr>
          <p:cNvSpPr>
            <a:spLocks/>
          </p:cNvSpPr>
          <p:nvPr/>
        </p:nvSpPr>
        <p:spPr>
          <a:xfrm>
            <a:off x="5989252" y="54029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3670" name="data_3669">
            <a:extLst>
              <a:ext uri="{FF2B5EF4-FFF2-40B4-BE49-F238E27FC236}">
                <a16:creationId xmlns:a16="http://schemas.microsoft.com/office/drawing/2014/main" id="{30389101-B20F-482B-AD5C-259FF8E37BC6}"/>
              </a:ext>
            </a:extLst>
          </p:cNvPr>
          <p:cNvSpPr>
            <a:spLocks/>
          </p:cNvSpPr>
          <p:nvPr/>
        </p:nvSpPr>
        <p:spPr>
          <a:xfrm>
            <a:off x="5989252" y="53956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3671" name="data_3670">
            <a:extLst>
              <a:ext uri="{FF2B5EF4-FFF2-40B4-BE49-F238E27FC236}">
                <a16:creationId xmlns:a16="http://schemas.microsoft.com/office/drawing/2014/main" id="{522DF3A0-2819-4327-8E60-387B438453B0}"/>
              </a:ext>
            </a:extLst>
          </p:cNvPr>
          <p:cNvSpPr>
            <a:spLocks/>
          </p:cNvSpPr>
          <p:nvPr/>
        </p:nvSpPr>
        <p:spPr>
          <a:xfrm>
            <a:off x="5989252" y="53883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3672" name="data_3671">
            <a:extLst>
              <a:ext uri="{FF2B5EF4-FFF2-40B4-BE49-F238E27FC236}">
                <a16:creationId xmlns:a16="http://schemas.microsoft.com/office/drawing/2014/main" id="{FBA906F8-D78A-4C2A-89E6-AE457BE9FD2E}"/>
              </a:ext>
            </a:extLst>
          </p:cNvPr>
          <p:cNvSpPr>
            <a:spLocks/>
          </p:cNvSpPr>
          <p:nvPr/>
        </p:nvSpPr>
        <p:spPr>
          <a:xfrm>
            <a:off x="5989252" y="53810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3673" name="data_3672">
            <a:extLst>
              <a:ext uri="{FF2B5EF4-FFF2-40B4-BE49-F238E27FC236}">
                <a16:creationId xmlns:a16="http://schemas.microsoft.com/office/drawing/2014/main" id="{71A49503-080D-4F06-A2CF-A0EF54C5044B}"/>
              </a:ext>
            </a:extLst>
          </p:cNvPr>
          <p:cNvSpPr>
            <a:spLocks/>
          </p:cNvSpPr>
          <p:nvPr/>
        </p:nvSpPr>
        <p:spPr>
          <a:xfrm>
            <a:off x="5989252" y="53736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3674" name="data_3673">
            <a:extLst>
              <a:ext uri="{FF2B5EF4-FFF2-40B4-BE49-F238E27FC236}">
                <a16:creationId xmlns:a16="http://schemas.microsoft.com/office/drawing/2014/main" id="{84629B3D-C1CB-4AE3-8A16-4A5CA205CECA}"/>
              </a:ext>
            </a:extLst>
          </p:cNvPr>
          <p:cNvSpPr>
            <a:spLocks/>
          </p:cNvSpPr>
          <p:nvPr/>
        </p:nvSpPr>
        <p:spPr>
          <a:xfrm>
            <a:off x="5989252" y="53663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3675" name="data_3674">
            <a:extLst>
              <a:ext uri="{FF2B5EF4-FFF2-40B4-BE49-F238E27FC236}">
                <a16:creationId xmlns:a16="http://schemas.microsoft.com/office/drawing/2014/main" id="{31C68CFC-13F5-42F2-A995-7A57F4F2C121}"/>
              </a:ext>
            </a:extLst>
          </p:cNvPr>
          <p:cNvSpPr>
            <a:spLocks/>
          </p:cNvSpPr>
          <p:nvPr/>
        </p:nvSpPr>
        <p:spPr>
          <a:xfrm>
            <a:off x="5989252" y="53590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3676" name="data_3675">
            <a:extLst>
              <a:ext uri="{FF2B5EF4-FFF2-40B4-BE49-F238E27FC236}">
                <a16:creationId xmlns:a16="http://schemas.microsoft.com/office/drawing/2014/main" id="{C921E0AB-4DFC-4C06-893E-9F0FB736EA58}"/>
              </a:ext>
            </a:extLst>
          </p:cNvPr>
          <p:cNvSpPr>
            <a:spLocks/>
          </p:cNvSpPr>
          <p:nvPr/>
        </p:nvSpPr>
        <p:spPr>
          <a:xfrm>
            <a:off x="5989252" y="53517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3677" name="data_3676">
            <a:extLst>
              <a:ext uri="{FF2B5EF4-FFF2-40B4-BE49-F238E27FC236}">
                <a16:creationId xmlns:a16="http://schemas.microsoft.com/office/drawing/2014/main" id="{5457E2D9-39C0-4468-BC2C-88572B2ED842}"/>
              </a:ext>
            </a:extLst>
          </p:cNvPr>
          <p:cNvSpPr>
            <a:spLocks/>
          </p:cNvSpPr>
          <p:nvPr/>
        </p:nvSpPr>
        <p:spPr>
          <a:xfrm>
            <a:off x="5989252" y="53443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3678" name="data_3677">
            <a:extLst>
              <a:ext uri="{FF2B5EF4-FFF2-40B4-BE49-F238E27FC236}">
                <a16:creationId xmlns:a16="http://schemas.microsoft.com/office/drawing/2014/main" id="{0ED96E1E-0B3C-4E6D-B2B0-24FBCD1FF5E5}"/>
              </a:ext>
            </a:extLst>
          </p:cNvPr>
          <p:cNvSpPr>
            <a:spLocks/>
          </p:cNvSpPr>
          <p:nvPr/>
        </p:nvSpPr>
        <p:spPr>
          <a:xfrm>
            <a:off x="5989252" y="53370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3679" name="data_3678">
            <a:extLst>
              <a:ext uri="{FF2B5EF4-FFF2-40B4-BE49-F238E27FC236}">
                <a16:creationId xmlns:a16="http://schemas.microsoft.com/office/drawing/2014/main" id="{F937DD2A-CD80-4148-964A-F39C22C5AE28}"/>
              </a:ext>
            </a:extLst>
          </p:cNvPr>
          <p:cNvSpPr>
            <a:spLocks/>
          </p:cNvSpPr>
          <p:nvPr/>
        </p:nvSpPr>
        <p:spPr>
          <a:xfrm>
            <a:off x="5989252" y="53297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3680" name="data_3679">
            <a:extLst>
              <a:ext uri="{FF2B5EF4-FFF2-40B4-BE49-F238E27FC236}">
                <a16:creationId xmlns:a16="http://schemas.microsoft.com/office/drawing/2014/main" id="{4CDD9F9F-99FC-4215-9E8A-760BC266E8C3}"/>
              </a:ext>
            </a:extLst>
          </p:cNvPr>
          <p:cNvSpPr>
            <a:spLocks/>
          </p:cNvSpPr>
          <p:nvPr/>
        </p:nvSpPr>
        <p:spPr>
          <a:xfrm>
            <a:off x="5989252" y="53224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3681" name="data_3680">
            <a:extLst>
              <a:ext uri="{FF2B5EF4-FFF2-40B4-BE49-F238E27FC236}">
                <a16:creationId xmlns:a16="http://schemas.microsoft.com/office/drawing/2014/main" id="{04209311-0A19-44A6-A71B-35F0F3BB52EA}"/>
              </a:ext>
            </a:extLst>
          </p:cNvPr>
          <p:cNvSpPr>
            <a:spLocks/>
          </p:cNvSpPr>
          <p:nvPr/>
        </p:nvSpPr>
        <p:spPr>
          <a:xfrm>
            <a:off x="5989252" y="53151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3682" name="data_3681">
            <a:extLst>
              <a:ext uri="{FF2B5EF4-FFF2-40B4-BE49-F238E27FC236}">
                <a16:creationId xmlns:a16="http://schemas.microsoft.com/office/drawing/2014/main" id="{A95E8CB5-81ED-4A8A-8A1F-ACC878205A16}"/>
              </a:ext>
            </a:extLst>
          </p:cNvPr>
          <p:cNvSpPr>
            <a:spLocks/>
          </p:cNvSpPr>
          <p:nvPr/>
        </p:nvSpPr>
        <p:spPr>
          <a:xfrm>
            <a:off x="5989252" y="53077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3683" name="data_3682">
            <a:extLst>
              <a:ext uri="{FF2B5EF4-FFF2-40B4-BE49-F238E27FC236}">
                <a16:creationId xmlns:a16="http://schemas.microsoft.com/office/drawing/2014/main" id="{3BDEE8FA-4526-41E4-8CAF-4FF1F3072179}"/>
              </a:ext>
            </a:extLst>
          </p:cNvPr>
          <p:cNvSpPr>
            <a:spLocks/>
          </p:cNvSpPr>
          <p:nvPr/>
        </p:nvSpPr>
        <p:spPr>
          <a:xfrm>
            <a:off x="5989252" y="53004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3684" name="data_3683">
            <a:extLst>
              <a:ext uri="{FF2B5EF4-FFF2-40B4-BE49-F238E27FC236}">
                <a16:creationId xmlns:a16="http://schemas.microsoft.com/office/drawing/2014/main" id="{B1BD9FAD-A6ED-444B-8A6B-50DEAA7B426E}"/>
              </a:ext>
            </a:extLst>
          </p:cNvPr>
          <p:cNvSpPr>
            <a:spLocks/>
          </p:cNvSpPr>
          <p:nvPr/>
        </p:nvSpPr>
        <p:spPr>
          <a:xfrm>
            <a:off x="5989252" y="52931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3685" name="data_3684">
            <a:extLst>
              <a:ext uri="{FF2B5EF4-FFF2-40B4-BE49-F238E27FC236}">
                <a16:creationId xmlns:a16="http://schemas.microsoft.com/office/drawing/2014/main" id="{B35E484B-1C6F-4C57-9C45-D4AC362C49A3}"/>
              </a:ext>
            </a:extLst>
          </p:cNvPr>
          <p:cNvSpPr>
            <a:spLocks/>
          </p:cNvSpPr>
          <p:nvPr/>
        </p:nvSpPr>
        <p:spPr>
          <a:xfrm>
            <a:off x="5989252" y="52858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3686" name="data_3685">
            <a:extLst>
              <a:ext uri="{FF2B5EF4-FFF2-40B4-BE49-F238E27FC236}">
                <a16:creationId xmlns:a16="http://schemas.microsoft.com/office/drawing/2014/main" id="{0B072B7B-754A-4ADB-B82E-A260D28ECEFD}"/>
              </a:ext>
            </a:extLst>
          </p:cNvPr>
          <p:cNvSpPr>
            <a:spLocks/>
          </p:cNvSpPr>
          <p:nvPr/>
        </p:nvSpPr>
        <p:spPr>
          <a:xfrm>
            <a:off x="5989252" y="52784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3687" name="data_3686">
            <a:extLst>
              <a:ext uri="{FF2B5EF4-FFF2-40B4-BE49-F238E27FC236}">
                <a16:creationId xmlns:a16="http://schemas.microsoft.com/office/drawing/2014/main" id="{453CA86A-3D8F-47DB-8A88-845D3FE70370}"/>
              </a:ext>
            </a:extLst>
          </p:cNvPr>
          <p:cNvSpPr>
            <a:spLocks/>
          </p:cNvSpPr>
          <p:nvPr/>
        </p:nvSpPr>
        <p:spPr>
          <a:xfrm>
            <a:off x="5989252" y="52711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3688" name="data_3687">
            <a:extLst>
              <a:ext uri="{FF2B5EF4-FFF2-40B4-BE49-F238E27FC236}">
                <a16:creationId xmlns:a16="http://schemas.microsoft.com/office/drawing/2014/main" id="{E51552B6-F267-44C5-B9F4-0E810CFA5918}"/>
              </a:ext>
            </a:extLst>
          </p:cNvPr>
          <p:cNvSpPr>
            <a:spLocks/>
          </p:cNvSpPr>
          <p:nvPr/>
        </p:nvSpPr>
        <p:spPr>
          <a:xfrm>
            <a:off x="5989252" y="52638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3689" name="data_3688">
            <a:extLst>
              <a:ext uri="{FF2B5EF4-FFF2-40B4-BE49-F238E27FC236}">
                <a16:creationId xmlns:a16="http://schemas.microsoft.com/office/drawing/2014/main" id="{BA09BBDC-A374-4E0C-8F50-371863C9E50A}"/>
              </a:ext>
            </a:extLst>
          </p:cNvPr>
          <p:cNvSpPr>
            <a:spLocks/>
          </p:cNvSpPr>
          <p:nvPr/>
        </p:nvSpPr>
        <p:spPr>
          <a:xfrm>
            <a:off x="5989252" y="52565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3690" name="data_3689">
            <a:extLst>
              <a:ext uri="{FF2B5EF4-FFF2-40B4-BE49-F238E27FC236}">
                <a16:creationId xmlns:a16="http://schemas.microsoft.com/office/drawing/2014/main" id="{403CC471-5EDE-4217-8D49-FE65EAC4F65B}"/>
              </a:ext>
            </a:extLst>
          </p:cNvPr>
          <p:cNvSpPr>
            <a:spLocks/>
          </p:cNvSpPr>
          <p:nvPr/>
        </p:nvSpPr>
        <p:spPr>
          <a:xfrm>
            <a:off x="5989252" y="52492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3691" name="data_3690">
            <a:extLst>
              <a:ext uri="{FF2B5EF4-FFF2-40B4-BE49-F238E27FC236}">
                <a16:creationId xmlns:a16="http://schemas.microsoft.com/office/drawing/2014/main" id="{B838BC64-B3F3-44D5-B807-495EF8BA090C}"/>
              </a:ext>
            </a:extLst>
          </p:cNvPr>
          <p:cNvSpPr>
            <a:spLocks/>
          </p:cNvSpPr>
          <p:nvPr/>
        </p:nvSpPr>
        <p:spPr>
          <a:xfrm>
            <a:off x="5989252" y="52418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3692" name="data_3691">
            <a:extLst>
              <a:ext uri="{FF2B5EF4-FFF2-40B4-BE49-F238E27FC236}">
                <a16:creationId xmlns:a16="http://schemas.microsoft.com/office/drawing/2014/main" id="{A6BFDD0D-8CA2-4547-AA6B-63D08A5EDA77}"/>
              </a:ext>
            </a:extLst>
          </p:cNvPr>
          <p:cNvSpPr>
            <a:spLocks/>
          </p:cNvSpPr>
          <p:nvPr/>
        </p:nvSpPr>
        <p:spPr>
          <a:xfrm>
            <a:off x="5989252" y="52345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3693" name="data_3692">
            <a:extLst>
              <a:ext uri="{FF2B5EF4-FFF2-40B4-BE49-F238E27FC236}">
                <a16:creationId xmlns:a16="http://schemas.microsoft.com/office/drawing/2014/main" id="{5DBB9DD1-62D3-40D2-8BCA-400972BB15CC}"/>
              </a:ext>
            </a:extLst>
          </p:cNvPr>
          <p:cNvSpPr>
            <a:spLocks/>
          </p:cNvSpPr>
          <p:nvPr/>
        </p:nvSpPr>
        <p:spPr>
          <a:xfrm>
            <a:off x="5989252" y="52272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3694" name="data_3693">
            <a:extLst>
              <a:ext uri="{FF2B5EF4-FFF2-40B4-BE49-F238E27FC236}">
                <a16:creationId xmlns:a16="http://schemas.microsoft.com/office/drawing/2014/main" id="{112B6269-C8CE-4396-99C8-EF377061D792}"/>
              </a:ext>
            </a:extLst>
          </p:cNvPr>
          <p:cNvSpPr>
            <a:spLocks/>
          </p:cNvSpPr>
          <p:nvPr/>
        </p:nvSpPr>
        <p:spPr>
          <a:xfrm>
            <a:off x="5989252" y="521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3695" name="data_3694">
            <a:extLst>
              <a:ext uri="{FF2B5EF4-FFF2-40B4-BE49-F238E27FC236}">
                <a16:creationId xmlns:a16="http://schemas.microsoft.com/office/drawing/2014/main" id="{CD5C2CE5-675F-4544-B564-D2DAAEACDB1E}"/>
              </a:ext>
            </a:extLst>
          </p:cNvPr>
          <p:cNvSpPr>
            <a:spLocks/>
          </p:cNvSpPr>
          <p:nvPr/>
        </p:nvSpPr>
        <p:spPr>
          <a:xfrm>
            <a:off x="5989252" y="52126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3696" name="data_3695">
            <a:extLst>
              <a:ext uri="{FF2B5EF4-FFF2-40B4-BE49-F238E27FC236}">
                <a16:creationId xmlns:a16="http://schemas.microsoft.com/office/drawing/2014/main" id="{746A46C6-656A-4785-8F3A-03B376C6CB53}"/>
              </a:ext>
            </a:extLst>
          </p:cNvPr>
          <p:cNvSpPr>
            <a:spLocks/>
          </p:cNvSpPr>
          <p:nvPr/>
        </p:nvSpPr>
        <p:spPr>
          <a:xfrm>
            <a:off x="5989252" y="52052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3697" name="data_3696">
            <a:extLst>
              <a:ext uri="{FF2B5EF4-FFF2-40B4-BE49-F238E27FC236}">
                <a16:creationId xmlns:a16="http://schemas.microsoft.com/office/drawing/2014/main" id="{5AE8EFC7-350C-4325-AA11-F94A4D07BC37}"/>
              </a:ext>
            </a:extLst>
          </p:cNvPr>
          <p:cNvSpPr>
            <a:spLocks/>
          </p:cNvSpPr>
          <p:nvPr/>
        </p:nvSpPr>
        <p:spPr>
          <a:xfrm>
            <a:off x="5989252" y="51979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3698" name="data_3697">
            <a:extLst>
              <a:ext uri="{FF2B5EF4-FFF2-40B4-BE49-F238E27FC236}">
                <a16:creationId xmlns:a16="http://schemas.microsoft.com/office/drawing/2014/main" id="{1D83F4D2-7E79-4B87-89CA-108D8A2F1871}"/>
              </a:ext>
            </a:extLst>
          </p:cNvPr>
          <p:cNvSpPr>
            <a:spLocks/>
          </p:cNvSpPr>
          <p:nvPr/>
        </p:nvSpPr>
        <p:spPr>
          <a:xfrm>
            <a:off x="5989252" y="51906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3699" name="data_3698">
            <a:extLst>
              <a:ext uri="{FF2B5EF4-FFF2-40B4-BE49-F238E27FC236}">
                <a16:creationId xmlns:a16="http://schemas.microsoft.com/office/drawing/2014/main" id="{77E1932E-6388-4BA0-A5ED-7C75287D34A8}"/>
              </a:ext>
            </a:extLst>
          </p:cNvPr>
          <p:cNvSpPr>
            <a:spLocks/>
          </p:cNvSpPr>
          <p:nvPr/>
        </p:nvSpPr>
        <p:spPr>
          <a:xfrm>
            <a:off x="5989252" y="518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3700" name="data_3699">
            <a:extLst>
              <a:ext uri="{FF2B5EF4-FFF2-40B4-BE49-F238E27FC236}">
                <a16:creationId xmlns:a16="http://schemas.microsoft.com/office/drawing/2014/main" id="{61689117-7FD5-4300-AAF3-E2379DDEAAC4}"/>
              </a:ext>
            </a:extLst>
          </p:cNvPr>
          <p:cNvSpPr>
            <a:spLocks/>
          </p:cNvSpPr>
          <p:nvPr/>
        </p:nvSpPr>
        <p:spPr>
          <a:xfrm>
            <a:off x="5989252" y="51759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3701" name="data_3700">
            <a:extLst>
              <a:ext uri="{FF2B5EF4-FFF2-40B4-BE49-F238E27FC236}">
                <a16:creationId xmlns:a16="http://schemas.microsoft.com/office/drawing/2014/main" id="{8E02B101-E641-4C0C-A9D3-658641D9F8F3}"/>
              </a:ext>
            </a:extLst>
          </p:cNvPr>
          <p:cNvSpPr>
            <a:spLocks/>
          </p:cNvSpPr>
          <p:nvPr/>
        </p:nvSpPr>
        <p:spPr>
          <a:xfrm>
            <a:off x="5989252" y="51686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3702" name="data_3701">
            <a:extLst>
              <a:ext uri="{FF2B5EF4-FFF2-40B4-BE49-F238E27FC236}">
                <a16:creationId xmlns:a16="http://schemas.microsoft.com/office/drawing/2014/main" id="{80B4C9AF-19E7-40D5-ADAF-DC9942005AD8}"/>
              </a:ext>
            </a:extLst>
          </p:cNvPr>
          <p:cNvSpPr>
            <a:spLocks/>
          </p:cNvSpPr>
          <p:nvPr/>
        </p:nvSpPr>
        <p:spPr>
          <a:xfrm>
            <a:off x="5989252" y="51613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3703" name="data_3702">
            <a:extLst>
              <a:ext uri="{FF2B5EF4-FFF2-40B4-BE49-F238E27FC236}">
                <a16:creationId xmlns:a16="http://schemas.microsoft.com/office/drawing/2014/main" id="{9BC00794-2A48-4493-9E6C-ED73F1EA9434}"/>
              </a:ext>
            </a:extLst>
          </p:cNvPr>
          <p:cNvSpPr>
            <a:spLocks/>
          </p:cNvSpPr>
          <p:nvPr/>
        </p:nvSpPr>
        <p:spPr>
          <a:xfrm>
            <a:off x="5989252" y="51540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3704" name="data_3703">
            <a:extLst>
              <a:ext uri="{FF2B5EF4-FFF2-40B4-BE49-F238E27FC236}">
                <a16:creationId xmlns:a16="http://schemas.microsoft.com/office/drawing/2014/main" id="{118DF6DD-81C4-4DF8-930E-9AE1A7A06E99}"/>
              </a:ext>
            </a:extLst>
          </p:cNvPr>
          <p:cNvSpPr>
            <a:spLocks/>
          </p:cNvSpPr>
          <p:nvPr/>
        </p:nvSpPr>
        <p:spPr>
          <a:xfrm>
            <a:off x="5989252" y="51467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3705" name="data_3704">
            <a:extLst>
              <a:ext uri="{FF2B5EF4-FFF2-40B4-BE49-F238E27FC236}">
                <a16:creationId xmlns:a16="http://schemas.microsoft.com/office/drawing/2014/main" id="{6F3F513E-A521-4A28-AED4-DBA92C283902}"/>
              </a:ext>
            </a:extLst>
          </p:cNvPr>
          <p:cNvSpPr>
            <a:spLocks/>
          </p:cNvSpPr>
          <p:nvPr/>
        </p:nvSpPr>
        <p:spPr>
          <a:xfrm>
            <a:off x="5989252" y="513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3706" name="data_3705">
            <a:extLst>
              <a:ext uri="{FF2B5EF4-FFF2-40B4-BE49-F238E27FC236}">
                <a16:creationId xmlns:a16="http://schemas.microsoft.com/office/drawing/2014/main" id="{D14A6137-8FE2-455A-BD9C-05E1AE7E6630}"/>
              </a:ext>
            </a:extLst>
          </p:cNvPr>
          <p:cNvSpPr>
            <a:spLocks/>
          </p:cNvSpPr>
          <p:nvPr/>
        </p:nvSpPr>
        <p:spPr>
          <a:xfrm>
            <a:off x="5989252" y="51320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3707" name="data_3706">
            <a:extLst>
              <a:ext uri="{FF2B5EF4-FFF2-40B4-BE49-F238E27FC236}">
                <a16:creationId xmlns:a16="http://schemas.microsoft.com/office/drawing/2014/main" id="{6D09A5B3-7646-4BCD-A990-1DC8A9AB75FF}"/>
              </a:ext>
            </a:extLst>
          </p:cNvPr>
          <p:cNvSpPr>
            <a:spLocks/>
          </p:cNvSpPr>
          <p:nvPr/>
        </p:nvSpPr>
        <p:spPr>
          <a:xfrm>
            <a:off x="5989252" y="51247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3708" name="data_3707">
            <a:extLst>
              <a:ext uri="{FF2B5EF4-FFF2-40B4-BE49-F238E27FC236}">
                <a16:creationId xmlns:a16="http://schemas.microsoft.com/office/drawing/2014/main" id="{CECAD6DF-D1EB-486C-895C-005656632CEC}"/>
              </a:ext>
            </a:extLst>
          </p:cNvPr>
          <p:cNvSpPr>
            <a:spLocks/>
          </p:cNvSpPr>
          <p:nvPr/>
        </p:nvSpPr>
        <p:spPr>
          <a:xfrm>
            <a:off x="5989252" y="51174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3709" name="data_3708">
            <a:extLst>
              <a:ext uri="{FF2B5EF4-FFF2-40B4-BE49-F238E27FC236}">
                <a16:creationId xmlns:a16="http://schemas.microsoft.com/office/drawing/2014/main" id="{BA462F90-F2E4-44B9-A6AE-C0D004BB8272}"/>
              </a:ext>
            </a:extLst>
          </p:cNvPr>
          <p:cNvSpPr>
            <a:spLocks/>
          </p:cNvSpPr>
          <p:nvPr/>
        </p:nvSpPr>
        <p:spPr>
          <a:xfrm>
            <a:off x="5989252" y="51100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3710" name="data_3709">
            <a:extLst>
              <a:ext uri="{FF2B5EF4-FFF2-40B4-BE49-F238E27FC236}">
                <a16:creationId xmlns:a16="http://schemas.microsoft.com/office/drawing/2014/main" id="{A12F2609-CC98-46F5-A885-A2F14513B100}"/>
              </a:ext>
            </a:extLst>
          </p:cNvPr>
          <p:cNvSpPr>
            <a:spLocks/>
          </p:cNvSpPr>
          <p:nvPr/>
        </p:nvSpPr>
        <p:spPr>
          <a:xfrm>
            <a:off x="5989252" y="510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3711" name="data_3710">
            <a:extLst>
              <a:ext uri="{FF2B5EF4-FFF2-40B4-BE49-F238E27FC236}">
                <a16:creationId xmlns:a16="http://schemas.microsoft.com/office/drawing/2014/main" id="{0B876C32-FEEB-4F99-8F45-6621CC5668F9}"/>
              </a:ext>
            </a:extLst>
          </p:cNvPr>
          <p:cNvSpPr>
            <a:spLocks/>
          </p:cNvSpPr>
          <p:nvPr/>
        </p:nvSpPr>
        <p:spPr>
          <a:xfrm>
            <a:off x="5989252" y="50954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3712" name="data_3711">
            <a:extLst>
              <a:ext uri="{FF2B5EF4-FFF2-40B4-BE49-F238E27FC236}">
                <a16:creationId xmlns:a16="http://schemas.microsoft.com/office/drawing/2014/main" id="{49E70389-2C4C-4BC9-A533-2CBD7147B45F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3713" name="data_3712">
            <a:extLst>
              <a:ext uri="{FF2B5EF4-FFF2-40B4-BE49-F238E27FC236}">
                <a16:creationId xmlns:a16="http://schemas.microsoft.com/office/drawing/2014/main" id="{EE2E08E9-07DA-441E-9CCF-39CFDC0B4F7C}"/>
              </a:ext>
            </a:extLst>
          </p:cNvPr>
          <p:cNvSpPr>
            <a:spLocks/>
          </p:cNvSpPr>
          <p:nvPr/>
        </p:nvSpPr>
        <p:spPr>
          <a:xfrm>
            <a:off x="6079739" y="6962514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4" name="text_3713">
            <a:extLst>
              <a:ext uri="{FF2B5EF4-FFF2-40B4-BE49-F238E27FC236}">
                <a16:creationId xmlns:a16="http://schemas.microsoft.com/office/drawing/2014/main" id="{9C3C37A8-3C68-4867-AA21-7D832037B84F}"/>
              </a:ext>
            </a:extLst>
          </p:cNvPr>
          <p:cNvSpPr>
            <a:spLocks/>
          </p:cNvSpPr>
          <p:nvPr/>
        </p:nvSpPr>
        <p:spPr>
          <a:xfrm>
            <a:off x="6177279" y="6905862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715" name="data_3714">
            <a:extLst>
              <a:ext uri="{FF2B5EF4-FFF2-40B4-BE49-F238E27FC236}">
                <a16:creationId xmlns:a16="http://schemas.microsoft.com/office/drawing/2014/main" id="{2ABDE090-9955-481C-BC1A-0A2356FC2382}"/>
              </a:ext>
            </a:extLst>
          </p:cNvPr>
          <p:cNvSpPr>
            <a:spLocks/>
          </p:cNvSpPr>
          <p:nvPr/>
        </p:nvSpPr>
        <p:spPr>
          <a:xfrm>
            <a:off x="6079739" y="6337719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6" name="text_3715">
            <a:extLst>
              <a:ext uri="{FF2B5EF4-FFF2-40B4-BE49-F238E27FC236}">
                <a16:creationId xmlns:a16="http://schemas.microsoft.com/office/drawing/2014/main" id="{ED962CDD-45E7-4D74-9E3C-C4BC34DE50BB}"/>
              </a:ext>
            </a:extLst>
          </p:cNvPr>
          <p:cNvSpPr>
            <a:spLocks/>
          </p:cNvSpPr>
          <p:nvPr/>
        </p:nvSpPr>
        <p:spPr>
          <a:xfrm>
            <a:off x="6177279" y="628106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17" name="data_3716">
            <a:extLst>
              <a:ext uri="{FF2B5EF4-FFF2-40B4-BE49-F238E27FC236}">
                <a16:creationId xmlns:a16="http://schemas.microsoft.com/office/drawing/2014/main" id="{A02ED049-94CC-4D08-A06D-2523F02DDB0C}"/>
              </a:ext>
            </a:extLst>
          </p:cNvPr>
          <p:cNvSpPr>
            <a:spLocks/>
          </p:cNvSpPr>
          <p:nvPr/>
        </p:nvSpPr>
        <p:spPr>
          <a:xfrm>
            <a:off x="6079739" y="5712925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8" name="text_3717">
            <a:extLst>
              <a:ext uri="{FF2B5EF4-FFF2-40B4-BE49-F238E27FC236}">
                <a16:creationId xmlns:a16="http://schemas.microsoft.com/office/drawing/2014/main" id="{FA8120F4-90ED-4C7E-A0C2-C12F98AD986A}"/>
              </a:ext>
            </a:extLst>
          </p:cNvPr>
          <p:cNvSpPr>
            <a:spLocks/>
          </p:cNvSpPr>
          <p:nvPr/>
        </p:nvSpPr>
        <p:spPr>
          <a:xfrm>
            <a:off x="6177279" y="5656273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719" name="data_3718">
            <a:extLst>
              <a:ext uri="{FF2B5EF4-FFF2-40B4-BE49-F238E27FC236}">
                <a16:creationId xmlns:a16="http://schemas.microsoft.com/office/drawing/2014/main" id="{0DFBF401-C3E8-46E3-A1C5-8E6B1DAE3D81}"/>
              </a:ext>
            </a:extLst>
          </p:cNvPr>
          <p:cNvSpPr>
            <a:spLocks/>
          </p:cNvSpPr>
          <p:nvPr/>
        </p:nvSpPr>
        <p:spPr>
          <a:xfrm>
            <a:off x="6079739" y="5088130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20" name="text_3719">
            <a:extLst>
              <a:ext uri="{FF2B5EF4-FFF2-40B4-BE49-F238E27FC236}">
                <a16:creationId xmlns:a16="http://schemas.microsoft.com/office/drawing/2014/main" id="{893B10E4-1B88-458E-8755-23253E4477F7}"/>
              </a:ext>
            </a:extLst>
          </p:cNvPr>
          <p:cNvSpPr>
            <a:spLocks/>
          </p:cNvSpPr>
          <p:nvPr/>
        </p:nvSpPr>
        <p:spPr>
          <a:xfrm>
            <a:off x="6177279" y="503147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721" name="text_3720">
            <a:extLst>
              <a:ext uri="{FF2B5EF4-FFF2-40B4-BE49-F238E27FC236}">
                <a16:creationId xmlns:a16="http://schemas.microsoft.com/office/drawing/2014/main" id="{A889EE5D-C0AB-4965-9001-61E6E83A0A56}"/>
              </a:ext>
            </a:extLst>
          </p:cNvPr>
          <p:cNvSpPr>
            <a:spLocks/>
          </p:cNvSpPr>
          <p:nvPr/>
        </p:nvSpPr>
        <p:spPr>
          <a:xfrm rot="-5400000">
            <a:off x="6009664" y="5944409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3722" name="data_3721">
            <a:extLst>
              <a:ext uri="{FF2B5EF4-FFF2-40B4-BE49-F238E27FC236}">
                <a16:creationId xmlns:a16="http://schemas.microsoft.com/office/drawing/2014/main" id="{43D12A1D-3458-473B-82BF-21F4C3E048DF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723" name="data_3722">
            <a:extLst>
              <a:ext uri="{FF2B5EF4-FFF2-40B4-BE49-F238E27FC236}">
                <a16:creationId xmlns:a16="http://schemas.microsoft.com/office/drawing/2014/main" id="{A15F34AA-C5A4-4754-8738-648D840E5FF0}"/>
              </a:ext>
            </a:extLst>
          </p:cNvPr>
          <p:cNvSpPr>
            <a:spLocks/>
          </p:cNvSpPr>
          <p:nvPr/>
        </p:nvSpPr>
        <p:spPr>
          <a:xfrm>
            <a:off x="742323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4" name="text_3723">
            <a:extLst>
              <a:ext uri="{FF2B5EF4-FFF2-40B4-BE49-F238E27FC236}">
                <a16:creationId xmlns:a16="http://schemas.microsoft.com/office/drawing/2014/main" id="{C5344302-CF60-4D8F-9A23-398004334552}"/>
              </a:ext>
            </a:extLst>
          </p:cNvPr>
          <p:cNvSpPr>
            <a:spLocks/>
          </p:cNvSpPr>
          <p:nvPr/>
        </p:nvSpPr>
        <p:spPr>
          <a:xfrm>
            <a:off x="706313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5" name="text_3724">
            <a:extLst>
              <a:ext uri="{FF2B5EF4-FFF2-40B4-BE49-F238E27FC236}">
                <a16:creationId xmlns:a16="http://schemas.microsoft.com/office/drawing/2014/main" id="{9B3200B9-C5D9-474E-AF2C-577DFF6812D5}"/>
              </a:ext>
            </a:extLst>
          </p:cNvPr>
          <p:cNvSpPr>
            <a:spLocks/>
          </p:cNvSpPr>
          <p:nvPr/>
        </p:nvSpPr>
        <p:spPr>
          <a:xfrm>
            <a:off x="7187181" y="7226153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3726" name="data_3725">
            <a:extLst>
              <a:ext uri="{FF2B5EF4-FFF2-40B4-BE49-F238E27FC236}">
                <a16:creationId xmlns:a16="http://schemas.microsoft.com/office/drawing/2014/main" id="{5243E74F-D75A-4A8D-9600-4BC3F337337A}"/>
              </a:ext>
            </a:extLst>
          </p:cNvPr>
          <p:cNvSpPr>
            <a:spLocks/>
          </p:cNvSpPr>
          <p:nvPr/>
        </p:nvSpPr>
        <p:spPr>
          <a:xfrm>
            <a:off x="846174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7" name="text_3726">
            <a:extLst>
              <a:ext uri="{FF2B5EF4-FFF2-40B4-BE49-F238E27FC236}">
                <a16:creationId xmlns:a16="http://schemas.microsoft.com/office/drawing/2014/main" id="{FD0E0D6C-6EF8-49E2-A2AC-6C1822D54240}"/>
              </a:ext>
            </a:extLst>
          </p:cNvPr>
          <p:cNvSpPr>
            <a:spLocks/>
          </p:cNvSpPr>
          <p:nvPr/>
        </p:nvSpPr>
        <p:spPr>
          <a:xfrm>
            <a:off x="810164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8" name="text_3727">
            <a:extLst>
              <a:ext uri="{FF2B5EF4-FFF2-40B4-BE49-F238E27FC236}">
                <a16:creationId xmlns:a16="http://schemas.microsoft.com/office/drawing/2014/main" id="{7C16736C-2051-4B91-BA8A-CA29AC1B54D6}"/>
              </a:ext>
            </a:extLst>
          </p:cNvPr>
          <p:cNvSpPr>
            <a:spLocks/>
          </p:cNvSpPr>
          <p:nvPr/>
        </p:nvSpPr>
        <p:spPr>
          <a:xfrm>
            <a:off x="8320839" y="7226153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729" name="data_3728">
            <a:extLst>
              <a:ext uri="{FF2B5EF4-FFF2-40B4-BE49-F238E27FC236}">
                <a16:creationId xmlns:a16="http://schemas.microsoft.com/office/drawing/2014/main" id="{C150A242-9F44-4D2F-961B-D67AF1DA7D85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0" name="data_3729">
            <a:extLst>
              <a:ext uri="{FF2B5EF4-FFF2-40B4-BE49-F238E27FC236}">
                <a16:creationId xmlns:a16="http://schemas.microsoft.com/office/drawing/2014/main" id="{260A5046-190B-4629-98D1-2EE8A6DAF02B}"/>
              </a:ext>
            </a:extLst>
          </p:cNvPr>
          <p:cNvSpPr>
            <a:spLocks/>
          </p:cNvSpPr>
          <p:nvPr/>
        </p:nvSpPr>
        <p:spPr>
          <a:xfrm>
            <a:off x="6960961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1" name="text_3730">
            <a:extLst>
              <a:ext uri="{FF2B5EF4-FFF2-40B4-BE49-F238E27FC236}">
                <a16:creationId xmlns:a16="http://schemas.microsoft.com/office/drawing/2014/main" id="{D23EA749-51C4-4626-B599-F61E8D00E83A}"/>
              </a:ext>
            </a:extLst>
          </p:cNvPr>
          <p:cNvSpPr>
            <a:spLocks/>
          </p:cNvSpPr>
          <p:nvPr/>
        </p:nvSpPr>
        <p:spPr>
          <a:xfrm>
            <a:off x="6737238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732" name="data_3731">
            <a:extLst>
              <a:ext uri="{FF2B5EF4-FFF2-40B4-BE49-F238E27FC236}">
                <a16:creationId xmlns:a16="http://schemas.microsoft.com/office/drawing/2014/main" id="{F109C65A-9968-49CF-B65A-B160E7D4AAB1}"/>
              </a:ext>
            </a:extLst>
          </p:cNvPr>
          <p:cNvSpPr>
            <a:spLocks/>
          </p:cNvSpPr>
          <p:nvPr/>
        </p:nvSpPr>
        <p:spPr>
          <a:xfrm>
            <a:off x="7005297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3" name="data_3732">
            <a:extLst>
              <a:ext uri="{FF2B5EF4-FFF2-40B4-BE49-F238E27FC236}">
                <a16:creationId xmlns:a16="http://schemas.microsoft.com/office/drawing/2014/main" id="{282F1021-28A0-44AC-8308-5831992418F7}"/>
              </a:ext>
            </a:extLst>
          </p:cNvPr>
          <p:cNvSpPr>
            <a:spLocks/>
          </p:cNvSpPr>
          <p:nvPr/>
        </p:nvSpPr>
        <p:spPr>
          <a:xfrm>
            <a:off x="6960961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4" name="text_3733">
            <a:extLst>
              <a:ext uri="{FF2B5EF4-FFF2-40B4-BE49-F238E27FC236}">
                <a16:creationId xmlns:a16="http://schemas.microsoft.com/office/drawing/2014/main" id="{F2D1045F-E21F-46A8-B964-24877DBADCF6}"/>
              </a:ext>
            </a:extLst>
          </p:cNvPr>
          <p:cNvSpPr>
            <a:spLocks/>
          </p:cNvSpPr>
          <p:nvPr/>
        </p:nvSpPr>
        <p:spPr>
          <a:xfrm>
            <a:off x="6737238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735" name="data_3734">
            <a:extLst>
              <a:ext uri="{FF2B5EF4-FFF2-40B4-BE49-F238E27FC236}">
                <a16:creationId xmlns:a16="http://schemas.microsoft.com/office/drawing/2014/main" id="{447B65C8-3BA1-4EB7-A9A2-3B16DD60C1DF}"/>
              </a:ext>
            </a:extLst>
          </p:cNvPr>
          <p:cNvSpPr>
            <a:spLocks/>
          </p:cNvSpPr>
          <p:nvPr/>
        </p:nvSpPr>
        <p:spPr>
          <a:xfrm>
            <a:off x="7005297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6" name="data_3735">
            <a:extLst>
              <a:ext uri="{FF2B5EF4-FFF2-40B4-BE49-F238E27FC236}">
                <a16:creationId xmlns:a16="http://schemas.microsoft.com/office/drawing/2014/main" id="{167E5577-A50B-4834-A809-3713C6F2AFF2}"/>
              </a:ext>
            </a:extLst>
          </p:cNvPr>
          <p:cNvSpPr>
            <a:spLocks/>
          </p:cNvSpPr>
          <p:nvPr/>
        </p:nvSpPr>
        <p:spPr>
          <a:xfrm>
            <a:off x="6960961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7" name="text_3736">
            <a:extLst>
              <a:ext uri="{FF2B5EF4-FFF2-40B4-BE49-F238E27FC236}">
                <a16:creationId xmlns:a16="http://schemas.microsoft.com/office/drawing/2014/main" id="{A669DF54-6513-4D86-B22F-13C141C19E75}"/>
              </a:ext>
            </a:extLst>
          </p:cNvPr>
          <p:cNvSpPr>
            <a:spLocks/>
          </p:cNvSpPr>
          <p:nvPr/>
        </p:nvSpPr>
        <p:spPr>
          <a:xfrm>
            <a:off x="6737238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738" name="text_3737">
            <a:extLst>
              <a:ext uri="{FF2B5EF4-FFF2-40B4-BE49-F238E27FC236}">
                <a16:creationId xmlns:a16="http://schemas.microsoft.com/office/drawing/2014/main" id="{0126B74A-AFDF-4632-9C3C-F44BA263C56A}"/>
              </a:ext>
            </a:extLst>
          </p:cNvPr>
          <p:cNvSpPr>
            <a:spLocks/>
          </p:cNvSpPr>
          <p:nvPr/>
        </p:nvSpPr>
        <p:spPr>
          <a:xfrm rot="-5400000">
            <a:off x="6468030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39" name="data_3738">
            <a:extLst>
              <a:ext uri="{FF2B5EF4-FFF2-40B4-BE49-F238E27FC236}">
                <a16:creationId xmlns:a16="http://schemas.microsoft.com/office/drawing/2014/main" id="{1EA28DB6-EA8A-43FA-AFAD-7436D993F28A}"/>
              </a:ext>
            </a:extLst>
          </p:cNvPr>
          <p:cNvSpPr>
            <a:spLocks/>
          </p:cNvSpPr>
          <p:nvPr/>
        </p:nvSpPr>
        <p:spPr>
          <a:xfrm>
            <a:off x="70762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882" y="1757235"/>
                </a:lnTo>
                <a:lnTo>
                  <a:pt x="3463" y="1746183"/>
                </a:lnTo>
                <a:lnTo>
                  <a:pt x="7552" y="1735131"/>
                </a:lnTo>
                <a:lnTo>
                  <a:pt x="12859" y="1724080"/>
                </a:lnTo>
                <a:lnTo>
                  <a:pt x="19027" y="1713028"/>
                </a:lnTo>
                <a:lnTo>
                  <a:pt x="25673" y="1701976"/>
                </a:lnTo>
                <a:lnTo>
                  <a:pt x="32425" y="1690924"/>
                </a:lnTo>
                <a:lnTo>
                  <a:pt x="38958" y="1679872"/>
                </a:lnTo>
                <a:lnTo>
                  <a:pt x="45013" y="1668821"/>
                </a:lnTo>
                <a:lnTo>
                  <a:pt x="50412" y="1657769"/>
                </a:lnTo>
                <a:lnTo>
                  <a:pt x="55054" y="1646717"/>
                </a:lnTo>
                <a:lnTo>
                  <a:pt x="58910" y="1635665"/>
                </a:lnTo>
                <a:lnTo>
                  <a:pt x="62008" y="1624613"/>
                </a:lnTo>
                <a:lnTo>
                  <a:pt x="64413" y="1613562"/>
                </a:lnTo>
                <a:lnTo>
                  <a:pt x="66215" y="1602510"/>
                </a:lnTo>
                <a:lnTo>
                  <a:pt x="67512" y="1591458"/>
                </a:lnTo>
                <a:lnTo>
                  <a:pt x="68403" y="1580406"/>
                </a:lnTo>
                <a:lnTo>
                  <a:pt x="68975" y="1569354"/>
                </a:lnTo>
                <a:lnTo>
                  <a:pt x="69308" y="1558303"/>
                </a:lnTo>
                <a:lnTo>
                  <a:pt x="69468" y="1547251"/>
                </a:lnTo>
                <a:lnTo>
                  <a:pt x="69510" y="1536199"/>
                </a:lnTo>
                <a:lnTo>
                  <a:pt x="69479" y="1525147"/>
                </a:lnTo>
                <a:lnTo>
                  <a:pt x="69413" y="1514096"/>
                </a:lnTo>
                <a:lnTo>
                  <a:pt x="69343" y="1503044"/>
                </a:lnTo>
                <a:lnTo>
                  <a:pt x="69297" y="1491992"/>
                </a:lnTo>
                <a:lnTo>
                  <a:pt x="69300" y="1480940"/>
                </a:lnTo>
                <a:lnTo>
                  <a:pt x="69377" y="1469888"/>
                </a:lnTo>
                <a:lnTo>
                  <a:pt x="69546" y="1458837"/>
                </a:lnTo>
                <a:lnTo>
                  <a:pt x="69825" y="1447785"/>
                </a:lnTo>
                <a:lnTo>
                  <a:pt x="70223" y="1436733"/>
                </a:lnTo>
                <a:lnTo>
                  <a:pt x="70743" y="1425681"/>
                </a:lnTo>
                <a:lnTo>
                  <a:pt x="71374" y="1414629"/>
                </a:lnTo>
                <a:lnTo>
                  <a:pt x="72098" y="1403578"/>
                </a:lnTo>
                <a:lnTo>
                  <a:pt x="72882" y="1392526"/>
                </a:lnTo>
                <a:lnTo>
                  <a:pt x="73682" y="1381474"/>
                </a:lnTo>
                <a:lnTo>
                  <a:pt x="74449" y="1370422"/>
                </a:lnTo>
                <a:lnTo>
                  <a:pt x="75131" y="1359370"/>
                </a:lnTo>
                <a:lnTo>
                  <a:pt x="75676" y="1348319"/>
                </a:lnTo>
                <a:lnTo>
                  <a:pt x="76038" y="1337267"/>
                </a:lnTo>
                <a:lnTo>
                  <a:pt x="76184" y="1326215"/>
                </a:lnTo>
                <a:lnTo>
                  <a:pt x="76092" y="1315163"/>
                </a:lnTo>
                <a:lnTo>
                  <a:pt x="75758" y="1304111"/>
                </a:lnTo>
                <a:lnTo>
                  <a:pt x="75189" y="1293060"/>
                </a:lnTo>
                <a:lnTo>
                  <a:pt x="74411" y="1282008"/>
                </a:lnTo>
                <a:lnTo>
                  <a:pt x="73462" y="1270956"/>
                </a:lnTo>
                <a:lnTo>
                  <a:pt x="72391" y="1259904"/>
                </a:lnTo>
                <a:lnTo>
                  <a:pt x="71258" y="1248853"/>
                </a:lnTo>
                <a:lnTo>
                  <a:pt x="70129" y="1237801"/>
                </a:lnTo>
                <a:lnTo>
                  <a:pt x="69071" y="1226749"/>
                </a:lnTo>
                <a:lnTo>
                  <a:pt x="68153" y="1215697"/>
                </a:lnTo>
                <a:lnTo>
                  <a:pt x="67436" y="1204645"/>
                </a:lnTo>
                <a:lnTo>
                  <a:pt x="66968" y="1193594"/>
                </a:lnTo>
                <a:lnTo>
                  <a:pt x="66785" y="1182542"/>
                </a:lnTo>
                <a:lnTo>
                  <a:pt x="66903" y="1171490"/>
                </a:lnTo>
                <a:lnTo>
                  <a:pt x="67316" y="1160438"/>
                </a:lnTo>
                <a:lnTo>
                  <a:pt x="68003" y="1149386"/>
                </a:lnTo>
                <a:lnTo>
                  <a:pt x="68923" y="1138335"/>
                </a:lnTo>
                <a:lnTo>
                  <a:pt x="70025" y="1127283"/>
                </a:lnTo>
                <a:lnTo>
                  <a:pt x="71253" y="1116231"/>
                </a:lnTo>
                <a:lnTo>
                  <a:pt x="72550" y="1105179"/>
                </a:lnTo>
                <a:lnTo>
                  <a:pt x="73863" y="1094127"/>
                </a:lnTo>
                <a:lnTo>
                  <a:pt x="75148" y="1083076"/>
                </a:lnTo>
                <a:lnTo>
                  <a:pt x="76368" y="1072024"/>
                </a:lnTo>
                <a:lnTo>
                  <a:pt x="77497" y="1060972"/>
                </a:lnTo>
                <a:lnTo>
                  <a:pt x="78514" y="1049920"/>
                </a:lnTo>
                <a:lnTo>
                  <a:pt x="79405" y="1038868"/>
                </a:lnTo>
                <a:lnTo>
                  <a:pt x="80161" y="1027817"/>
                </a:lnTo>
                <a:lnTo>
                  <a:pt x="80774" y="1016765"/>
                </a:lnTo>
                <a:lnTo>
                  <a:pt x="81239" y="1005713"/>
                </a:lnTo>
                <a:lnTo>
                  <a:pt x="81556" y="994661"/>
                </a:lnTo>
                <a:lnTo>
                  <a:pt x="81730" y="983609"/>
                </a:lnTo>
                <a:lnTo>
                  <a:pt x="81768" y="972558"/>
                </a:lnTo>
                <a:lnTo>
                  <a:pt x="81686" y="961506"/>
                </a:lnTo>
                <a:lnTo>
                  <a:pt x="81507" y="950454"/>
                </a:lnTo>
                <a:lnTo>
                  <a:pt x="81256" y="939402"/>
                </a:lnTo>
                <a:lnTo>
                  <a:pt x="80965" y="928351"/>
                </a:lnTo>
                <a:lnTo>
                  <a:pt x="80666" y="917299"/>
                </a:lnTo>
                <a:lnTo>
                  <a:pt x="80390" y="906247"/>
                </a:lnTo>
                <a:lnTo>
                  <a:pt x="80162" y="895195"/>
                </a:lnTo>
                <a:lnTo>
                  <a:pt x="80005" y="884143"/>
                </a:lnTo>
                <a:lnTo>
                  <a:pt x="79928" y="873092"/>
                </a:lnTo>
                <a:lnTo>
                  <a:pt x="79937" y="862040"/>
                </a:lnTo>
                <a:lnTo>
                  <a:pt x="80026" y="850988"/>
                </a:lnTo>
                <a:lnTo>
                  <a:pt x="80187" y="839936"/>
                </a:lnTo>
                <a:lnTo>
                  <a:pt x="80403" y="828884"/>
                </a:lnTo>
                <a:lnTo>
                  <a:pt x="80661" y="817833"/>
                </a:lnTo>
                <a:lnTo>
                  <a:pt x="80947" y="806781"/>
                </a:lnTo>
                <a:lnTo>
                  <a:pt x="81250" y="795729"/>
                </a:lnTo>
                <a:lnTo>
                  <a:pt x="81563" y="784677"/>
                </a:lnTo>
                <a:lnTo>
                  <a:pt x="81882" y="773625"/>
                </a:lnTo>
                <a:lnTo>
                  <a:pt x="82209" y="762574"/>
                </a:lnTo>
                <a:lnTo>
                  <a:pt x="82542" y="751522"/>
                </a:lnTo>
                <a:lnTo>
                  <a:pt x="82881" y="740470"/>
                </a:lnTo>
                <a:lnTo>
                  <a:pt x="83223" y="729418"/>
                </a:lnTo>
                <a:lnTo>
                  <a:pt x="83561" y="718366"/>
                </a:lnTo>
                <a:lnTo>
                  <a:pt x="83886" y="707315"/>
                </a:lnTo>
                <a:lnTo>
                  <a:pt x="84183" y="696263"/>
                </a:lnTo>
                <a:lnTo>
                  <a:pt x="84439" y="685211"/>
                </a:lnTo>
                <a:lnTo>
                  <a:pt x="84642" y="674159"/>
                </a:lnTo>
                <a:lnTo>
                  <a:pt x="84783" y="663108"/>
                </a:lnTo>
                <a:lnTo>
                  <a:pt x="84860" y="652056"/>
                </a:lnTo>
                <a:lnTo>
                  <a:pt x="84875" y="641004"/>
                </a:lnTo>
                <a:lnTo>
                  <a:pt x="84838" y="629952"/>
                </a:lnTo>
                <a:lnTo>
                  <a:pt x="84765" y="618900"/>
                </a:lnTo>
                <a:lnTo>
                  <a:pt x="84671" y="607849"/>
                </a:lnTo>
                <a:lnTo>
                  <a:pt x="84573" y="596797"/>
                </a:lnTo>
                <a:lnTo>
                  <a:pt x="84488" y="585745"/>
                </a:lnTo>
                <a:lnTo>
                  <a:pt x="84426" y="574693"/>
                </a:lnTo>
                <a:lnTo>
                  <a:pt x="84392" y="563641"/>
                </a:lnTo>
                <a:lnTo>
                  <a:pt x="84387" y="552590"/>
                </a:lnTo>
                <a:lnTo>
                  <a:pt x="84408" y="541538"/>
                </a:lnTo>
                <a:lnTo>
                  <a:pt x="84449" y="530486"/>
                </a:lnTo>
                <a:lnTo>
                  <a:pt x="84506" y="519434"/>
                </a:lnTo>
                <a:lnTo>
                  <a:pt x="84577" y="508382"/>
                </a:lnTo>
                <a:lnTo>
                  <a:pt x="84661" y="497331"/>
                </a:lnTo>
                <a:lnTo>
                  <a:pt x="84765" y="486279"/>
                </a:lnTo>
                <a:lnTo>
                  <a:pt x="84895" y="475227"/>
                </a:lnTo>
                <a:lnTo>
                  <a:pt x="85061" y="464175"/>
                </a:lnTo>
                <a:lnTo>
                  <a:pt x="85272" y="453123"/>
                </a:lnTo>
                <a:lnTo>
                  <a:pt x="85537" y="442072"/>
                </a:lnTo>
                <a:lnTo>
                  <a:pt x="85859" y="431020"/>
                </a:lnTo>
                <a:lnTo>
                  <a:pt x="86238" y="419968"/>
                </a:lnTo>
                <a:lnTo>
                  <a:pt x="86671" y="408916"/>
                </a:lnTo>
                <a:lnTo>
                  <a:pt x="87149" y="397865"/>
                </a:lnTo>
                <a:lnTo>
                  <a:pt x="87661" y="386813"/>
                </a:lnTo>
                <a:lnTo>
                  <a:pt x="88196" y="375761"/>
                </a:lnTo>
                <a:lnTo>
                  <a:pt x="88741" y="364709"/>
                </a:lnTo>
                <a:lnTo>
                  <a:pt x="89283" y="353657"/>
                </a:lnTo>
                <a:lnTo>
                  <a:pt x="89812" y="342606"/>
                </a:lnTo>
                <a:lnTo>
                  <a:pt x="90320" y="331554"/>
                </a:lnTo>
                <a:lnTo>
                  <a:pt x="90799" y="320502"/>
                </a:lnTo>
                <a:lnTo>
                  <a:pt x="91243" y="309450"/>
                </a:lnTo>
                <a:lnTo>
                  <a:pt x="91647" y="298398"/>
                </a:lnTo>
                <a:lnTo>
                  <a:pt x="92009" y="287347"/>
                </a:lnTo>
                <a:lnTo>
                  <a:pt x="92326" y="276295"/>
                </a:lnTo>
                <a:lnTo>
                  <a:pt x="92595" y="265243"/>
                </a:lnTo>
                <a:lnTo>
                  <a:pt x="92815" y="254191"/>
                </a:lnTo>
                <a:lnTo>
                  <a:pt x="92984" y="243139"/>
                </a:lnTo>
                <a:lnTo>
                  <a:pt x="93096" y="232088"/>
                </a:lnTo>
                <a:lnTo>
                  <a:pt x="93146" y="221036"/>
                </a:lnTo>
                <a:lnTo>
                  <a:pt x="93123" y="209984"/>
                </a:lnTo>
                <a:lnTo>
                  <a:pt x="93013" y="198932"/>
                </a:lnTo>
                <a:lnTo>
                  <a:pt x="92795" y="187880"/>
                </a:lnTo>
                <a:lnTo>
                  <a:pt x="92443" y="176829"/>
                </a:lnTo>
                <a:lnTo>
                  <a:pt x="91926" y="165777"/>
                </a:lnTo>
                <a:lnTo>
                  <a:pt x="91210" y="154725"/>
                </a:lnTo>
                <a:lnTo>
                  <a:pt x="90258" y="143673"/>
                </a:lnTo>
                <a:lnTo>
                  <a:pt x="89039" y="132622"/>
                </a:lnTo>
                <a:lnTo>
                  <a:pt x="87531" y="121570"/>
                </a:lnTo>
                <a:lnTo>
                  <a:pt x="85727" y="110518"/>
                </a:lnTo>
                <a:lnTo>
                  <a:pt x="83642" y="99466"/>
                </a:lnTo>
                <a:lnTo>
                  <a:pt x="81317" y="88414"/>
                </a:lnTo>
                <a:lnTo>
                  <a:pt x="78823" y="77363"/>
                </a:lnTo>
                <a:lnTo>
                  <a:pt x="76259" y="66311"/>
                </a:lnTo>
                <a:lnTo>
                  <a:pt x="73748" y="55259"/>
                </a:lnTo>
                <a:lnTo>
                  <a:pt x="71427" y="44207"/>
                </a:lnTo>
                <a:lnTo>
                  <a:pt x="69436" y="33155"/>
                </a:lnTo>
                <a:lnTo>
                  <a:pt x="67906" y="22104"/>
                </a:lnTo>
                <a:lnTo>
                  <a:pt x="66942" y="11052"/>
                </a:lnTo>
                <a:lnTo>
                  <a:pt x="66613" y="0"/>
                </a:lnTo>
                <a:lnTo>
                  <a:pt x="120825" y="0"/>
                </a:lnTo>
                <a:lnTo>
                  <a:pt x="120825" y="0"/>
                </a:lnTo>
                <a:lnTo>
                  <a:pt x="120496" y="11052"/>
                </a:lnTo>
                <a:lnTo>
                  <a:pt x="119532" y="22104"/>
                </a:lnTo>
                <a:lnTo>
                  <a:pt x="118002" y="33155"/>
                </a:lnTo>
                <a:lnTo>
                  <a:pt x="116012" y="44207"/>
                </a:lnTo>
                <a:lnTo>
                  <a:pt x="113690" y="55259"/>
                </a:lnTo>
                <a:lnTo>
                  <a:pt x="111179" y="66311"/>
                </a:lnTo>
                <a:lnTo>
                  <a:pt x="108615" y="77363"/>
                </a:lnTo>
                <a:lnTo>
                  <a:pt x="106121" y="88414"/>
                </a:lnTo>
                <a:lnTo>
                  <a:pt x="103797" y="99466"/>
                </a:lnTo>
                <a:lnTo>
                  <a:pt x="101712" y="110518"/>
                </a:lnTo>
                <a:lnTo>
                  <a:pt x="99908" y="121570"/>
                </a:lnTo>
                <a:lnTo>
                  <a:pt x="98400" y="132622"/>
                </a:lnTo>
                <a:lnTo>
                  <a:pt x="97181" y="143673"/>
                </a:lnTo>
                <a:lnTo>
                  <a:pt x="96229" y="154725"/>
                </a:lnTo>
                <a:lnTo>
                  <a:pt x="95512" y="165777"/>
                </a:lnTo>
                <a:lnTo>
                  <a:pt x="94995" y="176829"/>
                </a:lnTo>
                <a:lnTo>
                  <a:pt x="94644" y="187880"/>
                </a:lnTo>
                <a:lnTo>
                  <a:pt x="94426" y="198932"/>
                </a:lnTo>
                <a:lnTo>
                  <a:pt x="94315" y="209984"/>
                </a:lnTo>
                <a:lnTo>
                  <a:pt x="94292" y="221036"/>
                </a:lnTo>
                <a:lnTo>
                  <a:pt x="94342" y="232088"/>
                </a:lnTo>
                <a:lnTo>
                  <a:pt x="94455" y="243139"/>
                </a:lnTo>
                <a:lnTo>
                  <a:pt x="94623" y="254191"/>
                </a:lnTo>
                <a:lnTo>
                  <a:pt x="94843" y="265243"/>
                </a:lnTo>
                <a:lnTo>
                  <a:pt x="95113" y="276295"/>
                </a:lnTo>
                <a:lnTo>
                  <a:pt x="95430" y="287347"/>
                </a:lnTo>
                <a:lnTo>
                  <a:pt x="95791" y="298398"/>
                </a:lnTo>
                <a:lnTo>
                  <a:pt x="96196" y="309450"/>
                </a:lnTo>
                <a:lnTo>
                  <a:pt x="96640" y="320502"/>
                </a:lnTo>
                <a:lnTo>
                  <a:pt x="97118" y="331554"/>
                </a:lnTo>
                <a:lnTo>
                  <a:pt x="97626" y="342606"/>
                </a:lnTo>
                <a:lnTo>
                  <a:pt x="98156" y="353657"/>
                </a:lnTo>
                <a:lnTo>
                  <a:pt x="98698" y="364709"/>
                </a:lnTo>
                <a:lnTo>
                  <a:pt x="99242" y="375761"/>
                </a:lnTo>
                <a:lnTo>
                  <a:pt x="99777" y="386813"/>
                </a:lnTo>
                <a:lnTo>
                  <a:pt x="100289" y="397865"/>
                </a:lnTo>
                <a:lnTo>
                  <a:pt x="100767" y="408916"/>
                </a:lnTo>
                <a:lnTo>
                  <a:pt x="101200" y="419968"/>
                </a:lnTo>
                <a:lnTo>
                  <a:pt x="101579" y="431020"/>
                </a:lnTo>
                <a:lnTo>
                  <a:pt x="101902" y="442072"/>
                </a:lnTo>
                <a:lnTo>
                  <a:pt x="102166" y="453123"/>
                </a:lnTo>
                <a:lnTo>
                  <a:pt x="102378" y="464175"/>
                </a:lnTo>
                <a:lnTo>
                  <a:pt x="102544" y="475227"/>
                </a:lnTo>
                <a:lnTo>
                  <a:pt x="102674" y="486279"/>
                </a:lnTo>
                <a:lnTo>
                  <a:pt x="102777" y="497331"/>
                </a:lnTo>
                <a:lnTo>
                  <a:pt x="102862" y="508382"/>
                </a:lnTo>
                <a:lnTo>
                  <a:pt x="102932" y="519434"/>
                </a:lnTo>
                <a:lnTo>
                  <a:pt x="102989" y="530486"/>
                </a:lnTo>
                <a:lnTo>
                  <a:pt x="103031" y="541538"/>
                </a:lnTo>
                <a:lnTo>
                  <a:pt x="103051" y="552590"/>
                </a:lnTo>
                <a:lnTo>
                  <a:pt x="103046" y="563641"/>
                </a:lnTo>
                <a:lnTo>
                  <a:pt x="103012" y="574693"/>
                </a:lnTo>
                <a:lnTo>
                  <a:pt x="102950" y="585745"/>
                </a:lnTo>
                <a:lnTo>
                  <a:pt x="102865" y="596797"/>
                </a:lnTo>
                <a:lnTo>
                  <a:pt x="102768" y="607849"/>
                </a:lnTo>
                <a:lnTo>
                  <a:pt x="102674" y="618900"/>
                </a:lnTo>
                <a:lnTo>
                  <a:pt x="102600" y="629952"/>
                </a:lnTo>
                <a:lnTo>
                  <a:pt x="102563" y="641004"/>
                </a:lnTo>
                <a:lnTo>
                  <a:pt x="102579" y="652056"/>
                </a:lnTo>
                <a:lnTo>
                  <a:pt x="102655" y="663108"/>
                </a:lnTo>
                <a:lnTo>
                  <a:pt x="102797" y="674159"/>
                </a:lnTo>
                <a:lnTo>
                  <a:pt x="103000" y="685211"/>
                </a:lnTo>
                <a:lnTo>
                  <a:pt x="103256" y="696263"/>
                </a:lnTo>
                <a:lnTo>
                  <a:pt x="103553" y="707315"/>
                </a:lnTo>
                <a:lnTo>
                  <a:pt x="103877" y="718366"/>
                </a:lnTo>
                <a:lnTo>
                  <a:pt x="104215" y="729418"/>
                </a:lnTo>
                <a:lnTo>
                  <a:pt x="104557" y="740470"/>
                </a:lnTo>
                <a:lnTo>
                  <a:pt x="104897" y="751522"/>
                </a:lnTo>
                <a:lnTo>
                  <a:pt x="105230" y="762574"/>
                </a:lnTo>
                <a:lnTo>
                  <a:pt x="105556" y="773625"/>
                </a:lnTo>
                <a:lnTo>
                  <a:pt x="105876" y="784677"/>
                </a:lnTo>
                <a:lnTo>
                  <a:pt x="106189" y="795729"/>
                </a:lnTo>
                <a:lnTo>
                  <a:pt x="106491" y="806781"/>
                </a:lnTo>
                <a:lnTo>
                  <a:pt x="106777" y="817833"/>
                </a:lnTo>
                <a:lnTo>
                  <a:pt x="107035" y="828884"/>
                </a:lnTo>
                <a:lnTo>
                  <a:pt x="107252" y="839936"/>
                </a:lnTo>
                <a:lnTo>
                  <a:pt x="107412" y="850988"/>
                </a:lnTo>
                <a:lnTo>
                  <a:pt x="107501" y="862040"/>
                </a:lnTo>
                <a:lnTo>
                  <a:pt x="107510" y="873092"/>
                </a:lnTo>
                <a:lnTo>
                  <a:pt x="107434" y="884143"/>
                </a:lnTo>
                <a:lnTo>
                  <a:pt x="107276" y="895195"/>
                </a:lnTo>
                <a:lnTo>
                  <a:pt x="107049" y="906247"/>
                </a:lnTo>
                <a:lnTo>
                  <a:pt x="106773" y="917299"/>
                </a:lnTo>
                <a:lnTo>
                  <a:pt x="106474" y="928351"/>
                </a:lnTo>
                <a:lnTo>
                  <a:pt x="106183" y="939402"/>
                </a:lnTo>
                <a:lnTo>
                  <a:pt x="105932" y="950454"/>
                </a:lnTo>
                <a:lnTo>
                  <a:pt x="105752" y="961506"/>
                </a:lnTo>
                <a:lnTo>
                  <a:pt x="105671" y="972558"/>
                </a:lnTo>
                <a:lnTo>
                  <a:pt x="105709" y="983609"/>
                </a:lnTo>
                <a:lnTo>
                  <a:pt x="105882" y="994661"/>
                </a:lnTo>
                <a:lnTo>
                  <a:pt x="106199" y="1005713"/>
                </a:lnTo>
                <a:lnTo>
                  <a:pt x="106665" y="1016765"/>
                </a:lnTo>
                <a:lnTo>
                  <a:pt x="107277" y="1027817"/>
                </a:lnTo>
                <a:lnTo>
                  <a:pt x="108033" y="1038868"/>
                </a:lnTo>
                <a:lnTo>
                  <a:pt x="108924" y="1049920"/>
                </a:lnTo>
                <a:lnTo>
                  <a:pt x="109942" y="1060972"/>
                </a:lnTo>
                <a:lnTo>
                  <a:pt x="111070" y="1072024"/>
                </a:lnTo>
                <a:lnTo>
                  <a:pt x="112291" y="1083076"/>
                </a:lnTo>
                <a:lnTo>
                  <a:pt x="113575" y="1094127"/>
                </a:lnTo>
                <a:lnTo>
                  <a:pt x="114888" y="1105179"/>
                </a:lnTo>
                <a:lnTo>
                  <a:pt x="116185" y="1116231"/>
                </a:lnTo>
                <a:lnTo>
                  <a:pt x="117413" y="1127283"/>
                </a:lnTo>
                <a:lnTo>
                  <a:pt x="118515" y="1138335"/>
                </a:lnTo>
                <a:lnTo>
                  <a:pt x="119435" y="1149386"/>
                </a:lnTo>
                <a:lnTo>
                  <a:pt x="120122" y="1160438"/>
                </a:lnTo>
                <a:lnTo>
                  <a:pt x="120536" y="1171490"/>
                </a:lnTo>
                <a:lnTo>
                  <a:pt x="120653" y="1182542"/>
                </a:lnTo>
                <a:lnTo>
                  <a:pt x="120470" y="1193594"/>
                </a:lnTo>
                <a:lnTo>
                  <a:pt x="120003" y="1204645"/>
                </a:lnTo>
                <a:lnTo>
                  <a:pt x="119285" y="1215697"/>
                </a:lnTo>
                <a:lnTo>
                  <a:pt x="118367" y="1226749"/>
                </a:lnTo>
                <a:lnTo>
                  <a:pt x="117310" y="1237801"/>
                </a:lnTo>
                <a:lnTo>
                  <a:pt x="116180" y="1248853"/>
                </a:lnTo>
                <a:lnTo>
                  <a:pt x="115047" y="1259904"/>
                </a:lnTo>
                <a:lnTo>
                  <a:pt x="113977" y="1270956"/>
                </a:lnTo>
                <a:lnTo>
                  <a:pt x="113027" y="1282008"/>
                </a:lnTo>
                <a:lnTo>
                  <a:pt x="112249" y="1293060"/>
                </a:lnTo>
                <a:lnTo>
                  <a:pt x="111681" y="1304111"/>
                </a:lnTo>
                <a:lnTo>
                  <a:pt x="111346" y="1315163"/>
                </a:lnTo>
                <a:lnTo>
                  <a:pt x="111254" y="1326215"/>
                </a:lnTo>
                <a:lnTo>
                  <a:pt x="111400" y="1337267"/>
                </a:lnTo>
                <a:lnTo>
                  <a:pt x="111763" y="1348319"/>
                </a:lnTo>
                <a:lnTo>
                  <a:pt x="112307" y="1359370"/>
                </a:lnTo>
                <a:lnTo>
                  <a:pt x="112989" y="1370422"/>
                </a:lnTo>
                <a:lnTo>
                  <a:pt x="113756" y="1381474"/>
                </a:lnTo>
                <a:lnTo>
                  <a:pt x="114557" y="1392526"/>
                </a:lnTo>
                <a:lnTo>
                  <a:pt x="115340" y="1403578"/>
                </a:lnTo>
                <a:lnTo>
                  <a:pt x="116064" y="1414629"/>
                </a:lnTo>
                <a:lnTo>
                  <a:pt x="116696" y="1425681"/>
                </a:lnTo>
                <a:lnTo>
                  <a:pt x="117215" y="1436733"/>
                </a:lnTo>
                <a:lnTo>
                  <a:pt x="117613" y="1447785"/>
                </a:lnTo>
                <a:lnTo>
                  <a:pt x="117892" y="1458837"/>
                </a:lnTo>
                <a:lnTo>
                  <a:pt x="118062" y="1469888"/>
                </a:lnTo>
                <a:lnTo>
                  <a:pt x="118138" y="1480940"/>
                </a:lnTo>
                <a:lnTo>
                  <a:pt x="118142" y="1491992"/>
                </a:lnTo>
                <a:lnTo>
                  <a:pt x="118096" y="1503044"/>
                </a:lnTo>
                <a:lnTo>
                  <a:pt x="118025" y="1514096"/>
                </a:lnTo>
                <a:lnTo>
                  <a:pt x="117959" y="1525147"/>
                </a:lnTo>
                <a:lnTo>
                  <a:pt x="117928" y="1536199"/>
                </a:lnTo>
                <a:lnTo>
                  <a:pt x="117970" y="1547251"/>
                </a:lnTo>
                <a:lnTo>
                  <a:pt x="118130" y="1558303"/>
                </a:lnTo>
                <a:lnTo>
                  <a:pt x="118463" y="1569354"/>
                </a:lnTo>
                <a:lnTo>
                  <a:pt x="119036" y="1580406"/>
                </a:lnTo>
                <a:lnTo>
                  <a:pt x="119926" y="1591458"/>
                </a:lnTo>
                <a:lnTo>
                  <a:pt x="121223" y="1602510"/>
                </a:lnTo>
                <a:lnTo>
                  <a:pt x="123025" y="1613562"/>
                </a:lnTo>
                <a:lnTo>
                  <a:pt x="125431" y="1624613"/>
                </a:lnTo>
                <a:lnTo>
                  <a:pt x="128528" y="1635665"/>
                </a:lnTo>
                <a:lnTo>
                  <a:pt x="132385" y="1646717"/>
                </a:lnTo>
                <a:lnTo>
                  <a:pt x="137027" y="1657769"/>
                </a:lnTo>
                <a:lnTo>
                  <a:pt x="142425" y="1668821"/>
                </a:lnTo>
                <a:lnTo>
                  <a:pt x="148480" y="1679872"/>
                </a:lnTo>
                <a:lnTo>
                  <a:pt x="155013" y="1690924"/>
                </a:lnTo>
                <a:lnTo>
                  <a:pt x="161766" y="1701976"/>
                </a:lnTo>
                <a:lnTo>
                  <a:pt x="168411" y="1713028"/>
                </a:lnTo>
                <a:lnTo>
                  <a:pt x="174580" y="1724080"/>
                </a:lnTo>
                <a:lnTo>
                  <a:pt x="179887" y="1735131"/>
                </a:lnTo>
                <a:lnTo>
                  <a:pt x="183976" y="1746183"/>
                </a:lnTo>
                <a:lnTo>
                  <a:pt x="186556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0" name="data_3739">
            <a:extLst>
              <a:ext uri="{FF2B5EF4-FFF2-40B4-BE49-F238E27FC236}">
                <a16:creationId xmlns:a16="http://schemas.microsoft.com/office/drawing/2014/main" id="{402B5ADF-2C82-4EC2-97FC-44C895923D57}"/>
              </a:ext>
            </a:extLst>
          </p:cNvPr>
          <p:cNvSpPr>
            <a:spLocks/>
          </p:cNvSpPr>
          <p:nvPr/>
        </p:nvSpPr>
        <p:spPr>
          <a:xfrm>
            <a:off x="732951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3059" y="1768287"/>
                </a:moveTo>
                <a:lnTo>
                  <a:pt x="44380" y="1768287"/>
                </a:lnTo>
                <a:lnTo>
                  <a:pt x="44936" y="1757235"/>
                </a:lnTo>
                <a:lnTo>
                  <a:pt x="46568" y="1746183"/>
                </a:lnTo>
                <a:lnTo>
                  <a:pt x="49164" y="1735131"/>
                </a:lnTo>
                <a:lnTo>
                  <a:pt x="52554" y="1724080"/>
                </a:lnTo>
                <a:lnTo>
                  <a:pt x="56525" y="1713028"/>
                </a:lnTo>
                <a:lnTo>
                  <a:pt x="60845" y="1701976"/>
                </a:lnTo>
                <a:lnTo>
                  <a:pt x="65284" y="1690924"/>
                </a:lnTo>
                <a:lnTo>
                  <a:pt x="69632" y="1679872"/>
                </a:lnTo>
                <a:lnTo>
                  <a:pt x="73717" y="1668821"/>
                </a:lnTo>
                <a:lnTo>
                  <a:pt x="77411" y="1657769"/>
                </a:lnTo>
                <a:lnTo>
                  <a:pt x="80633" y="1646717"/>
                </a:lnTo>
                <a:lnTo>
                  <a:pt x="83351" y="1635665"/>
                </a:lnTo>
                <a:lnTo>
                  <a:pt x="85567" y="1624613"/>
                </a:lnTo>
                <a:lnTo>
                  <a:pt x="87316" y="1613562"/>
                </a:lnTo>
                <a:lnTo>
                  <a:pt x="88652" y="1602510"/>
                </a:lnTo>
                <a:lnTo>
                  <a:pt x="89640" y="1591458"/>
                </a:lnTo>
                <a:lnTo>
                  <a:pt x="90345" y="1580406"/>
                </a:lnTo>
                <a:lnTo>
                  <a:pt x="90832" y="1569354"/>
                </a:lnTo>
                <a:lnTo>
                  <a:pt x="91157" y="1558303"/>
                </a:lnTo>
                <a:lnTo>
                  <a:pt x="91365" y="1547251"/>
                </a:lnTo>
                <a:lnTo>
                  <a:pt x="91494" y="1536199"/>
                </a:lnTo>
                <a:lnTo>
                  <a:pt x="91570" y="1525147"/>
                </a:lnTo>
                <a:lnTo>
                  <a:pt x="91611" y="1514096"/>
                </a:lnTo>
                <a:lnTo>
                  <a:pt x="91630" y="1503044"/>
                </a:lnTo>
                <a:lnTo>
                  <a:pt x="91631" y="1491992"/>
                </a:lnTo>
                <a:lnTo>
                  <a:pt x="91616" y="1480940"/>
                </a:lnTo>
                <a:lnTo>
                  <a:pt x="91583" y="1469888"/>
                </a:lnTo>
                <a:lnTo>
                  <a:pt x="91530" y="1458837"/>
                </a:lnTo>
                <a:lnTo>
                  <a:pt x="91451" y="1447785"/>
                </a:lnTo>
                <a:lnTo>
                  <a:pt x="91344" y="1436733"/>
                </a:lnTo>
                <a:lnTo>
                  <a:pt x="91206" y="1425681"/>
                </a:lnTo>
                <a:lnTo>
                  <a:pt x="91039" y="1414629"/>
                </a:lnTo>
                <a:lnTo>
                  <a:pt x="90845" y="1403578"/>
                </a:lnTo>
                <a:lnTo>
                  <a:pt x="90630" y="1392526"/>
                </a:lnTo>
                <a:lnTo>
                  <a:pt x="90403" y="1381474"/>
                </a:lnTo>
                <a:lnTo>
                  <a:pt x="90173" y="1370422"/>
                </a:lnTo>
                <a:lnTo>
                  <a:pt x="89950" y="1359370"/>
                </a:lnTo>
                <a:lnTo>
                  <a:pt x="89742" y="1348319"/>
                </a:lnTo>
                <a:lnTo>
                  <a:pt x="89554" y="1337267"/>
                </a:lnTo>
                <a:lnTo>
                  <a:pt x="89389" y="1326215"/>
                </a:lnTo>
                <a:lnTo>
                  <a:pt x="89244" y="1315163"/>
                </a:lnTo>
                <a:lnTo>
                  <a:pt x="89113" y="1304111"/>
                </a:lnTo>
                <a:lnTo>
                  <a:pt x="88987" y="1293060"/>
                </a:lnTo>
                <a:lnTo>
                  <a:pt x="88855" y="1282008"/>
                </a:lnTo>
                <a:lnTo>
                  <a:pt x="88710" y="1270956"/>
                </a:lnTo>
                <a:lnTo>
                  <a:pt x="88546" y="1259904"/>
                </a:lnTo>
                <a:lnTo>
                  <a:pt x="88362" y="1248853"/>
                </a:lnTo>
                <a:lnTo>
                  <a:pt x="88162" y="1237801"/>
                </a:lnTo>
                <a:lnTo>
                  <a:pt x="87957" y="1226749"/>
                </a:lnTo>
                <a:lnTo>
                  <a:pt x="87762" y="1215697"/>
                </a:lnTo>
                <a:lnTo>
                  <a:pt x="87596" y="1204645"/>
                </a:lnTo>
                <a:lnTo>
                  <a:pt x="87476" y="1193594"/>
                </a:lnTo>
                <a:lnTo>
                  <a:pt x="87419" y="1182542"/>
                </a:lnTo>
                <a:lnTo>
                  <a:pt x="87438" y="1171490"/>
                </a:lnTo>
                <a:lnTo>
                  <a:pt x="87537" y="1160438"/>
                </a:lnTo>
                <a:lnTo>
                  <a:pt x="87715" y="1149386"/>
                </a:lnTo>
                <a:lnTo>
                  <a:pt x="87965" y="1138335"/>
                </a:lnTo>
                <a:lnTo>
                  <a:pt x="88271" y="1127283"/>
                </a:lnTo>
                <a:lnTo>
                  <a:pt x="88613" y="1116231"/>
                </a:lnTo>
                <a:lnTo>
                  <a:pt x="88968" y="1105179"/>
                </a:lnTo>
                <a:lnTo>
                  <a:pt x="89313" y="1094127"/>
                </a:lnTo>
                <a:lnTo>
                  <a:pt x="89622" y="1083076"/>
                </a:lnTo>
                <a:lnTo>
                  <a:pt x="89873" y="1072024"/>
                </a:lnTo>
                <a:lnTo>
                  <a:pt x="90044" y="1060972"/>
                </a:lnTo>
                <a:lnTo>
                  <a:pt x="90115" y="1049920"/>
                </a:lnTo>
                <a:lnTo>
                  <a:pt x="90070" y="1038868"/>
                </a:lnTo>
                <a:lnTo>
                  <a:pt x="89895" y="1027817"/>
                </a:lnTo>
                <a:lnTo>
                  <a:pt x="89579" y="1016765"/>
                </a:lnTo>
                <a:lnTo>
                  <a:pt x="89117" y="1005713"/>
                </a:lnTo>
                <a:lnTo>
                  <a:pt x="88509" y="994661"/>
                </a:lnTo>
                <a:lnTo>
                  <a:pt x="87763" y="983609"/>
                </a:lnTo>
                <a:lnTo>
                  <a:pt x="86898" y="972558"/>
                </a:lnTo>
                <a:lnTo>
                  <a:pt x="85940" y="961506"/>
                </a:lnTo>
                <a:lnTo>
                  <a:pt x="84928" y="950454"/>
                </a:lnTo>
                <a:lnTo>
                  <a:pt x="83906" y="939402"/>
                </a:lnTo>
                <a:lnTo>
                  <a:pt x="82925" y="928351"/>
                </a:lnTo>
                <a:lnTo>
                  <a:pt x="82036" y="917299"/>
                </a:lnTo>
                <a:lnTo>
                  <a:pt x="81288" y="906247"/>
                </a:lnTo>
                <a:lnTo>
                  <a:pt x="80720" y="895195"/>
                </a:lnTo>
                <a:lnTo>
                  <a:pt x="80360" y="884143"/>
                </a:lnTo>
                <a:lnTo>
                  <a:pt x="80222" y="873092"/>
                </a:lnTo>
                <a:lnTo>
                  <a:pt x="80305" y="862040"/>
                </a:lnTo>
                <a:lnTo>
                  <a:pt x="80591" y="850988"/>
                </a:lnTo>
                <a:lnTo>
                  <a:pt x="81053" y="839936"/>
                </a:lnTo>
                <a:lnTo>
                  <a:pt x="81654" y="828884"/>
                </a:lnTo>
                <a:lnTo>
                  <a:pt x="82356" y="817833"/>
                </a:lnTo>
                <a:lnTo>
                  <a:pt x="83116" y="806781"/>
                </a:lnTo>
                <a:lnTo>
                  <a:pt x="83900" y="795729"/>
                </a:lnTo>
                <a:lnTo>
                  <a:pt x="84677" y="784677"/>
                </a:lnTo>
                <a:lnTo>
                  <a:pt x="85420" y="773625"/>
                </a:lnTo>
                <a:lnTo>
                  <a:pt x="86113" y="762574"/>
                </a:lnTo>
                <a:lnTo>
                  <a:pt x="86740" y="751522"/>
                </a:lnTo>
                <a:lnTo>
                  <a:pt x="87291" y="740470"/>
                </a:lnTo>
                <a:lnTo>
                  <a:pt x="87759" y="729418"/>
                </a:lnTo>
                <a:lnTo>
                  <a:pt x="88137" y="718366"/>
                </a:lnTo>
                <a:lnTo>
                  <a:pt x="88420" y="707315"/>
                </a:lnTo>
                <a:lnTo>
                  <a:pt x="88606" y="696263"/>
                </a:lnTo>
                <a:lnTo>
                  <a:pt x="88695" y="685211"/>
                </a:lnTo>
                <a:lnTo>
                  <a:pt x="88692" y="674159"/>
                </a:lnTo>
                <a:lnTo>
                  <a:pt x="88608" y="663108"/>
                </a:lnTo>
                <a:lnTo>
                  <a:pt x="88458" y="652056"/>
                </a:lnTo>
                <a:lnTo>
                  <a:pt x="88263" y="641004"/>
                </a:lnTo>
                <a:lnTo>
                  <a:pt x="88049" y="629952"/>
                </a:lnTo>
                <a:lnTo>
                  <a:pt x="87843" y="618900"/>
                </a:lnTo>
                <a:lnTo>
                  <a:pt x="87670" y="607849"/>
                </a:lnTo>
                <a:lnTo>
                  <a:pt x="87554" y="596797"/>
                </a:lnTo>
                <a:lnTo>
                  <a:pt x="87512" y="585745"/>
                </a:lnTo>
                <a:lnTo>
                  <a:pt x="87553" y="574693"/>
                </a:lnTo>
                <a:lnTo>
                  <a:pt x="87680" y="563641"/>
                </a:lnTo>
                <a:lnTo>
                  <a:pt x="87885" y="552590"/>
                </a:lnTo>
                <a:lnTo>
                  <a:pt x="88156" y="541538"/>
                </a:lnTo>
                <a:lnTo>
                  <a:pt x="88475" y="530486"/>
                </a:lnTo>
                <a:lnTo>
                  <a:pt x="88821" y="519434"/>
                </a:lnTo>
                <a:lnTo>
                  <a:pt x="89174" y="508382"/>
                </a:lnTo>
                <a:lnTo>
                  <a:pt x="89516" y="497331"/>
                </a:lnTo>
                <a:lnTo>
                  <a:pt x="89833" y="486279"/>
                </a:lnTo>
                <a:lnTo>
                  <a:pt x="90116" y="475227"/>
                </a:lnTo>
                <a:lnTo>
                  <a:pt x="90362" y="464175"/>
                </a:lnTo>
                <a:lnTo>
                  <a:pt x="90573" y="453123"/>
                </a:lnTo>
                <a:lnTo>
                  <a:pt x="90753" y="442072"/>
                </a:lnTo>
                <a:lnTo>
                  <a:pt x="90910" y="431020"/>
                </a:lnTo>
                <a:lnTo>
                  <a:pt x="91053" y="419968"/>
                </a:lnTo>
                <a:lnTo>
                  <a:pt x="91192" y="408916"/>
                </a:lnTo>
                <a:lnTo>
                  <a:pt x="91333" y="397865"/>
                </a:lnTo>
                <a:lnTo>
                  <a:pt x="91481" y="386813"/>
                </a:lnTo>
                <a:lnTo>
                  <a:pt x="91640" y="375761"/>
                </a:lnTo>
                <a:lnTo>
                  <a:pt x="91810" y="364709"/>
                </a:lnTo>
                <a:lnTo>
                  <a:pt x="91989" y="353657"/>
                </a:lnTo>
                <a:lnTo>
                  <a:pt x="92172" y="342606"/>
                </a:lnTo>
                <a:lnTo>
                  <a:pt x="92353" y="331554"/>
                </a:lnTo>
                <a:lnTo>
                  <a:pt x="92528" y="320502"/>
                </a:lnTo>
                <a:lnTo>
                  <a:pt x="92687" y="309450"/>
                </a:lnTo>
                <a:lnTo>
                  <a:pt x="92823" y="298398"/>
                </a:lnTo>
                <a:lnTo>
                  <a:pt x="92927" y="287347"/>
                </a:lnTo>
                <a:lnTo>
                  <a:pt x="92991" y="276295"/>
                </a:lnTo>
                <a:lnTo>
                  <a:pt x="93001" y="265243"/>
                </a:lnTo>
                <a:lnTo>
                  <a:pt x="92942" y="254191"/>
                </a:lnTo>
                <a:lnTo>
                  <a:pt x="92794" y="243139"/>
                </a:lnTo>
                <a:lnTo>
                  <a:pt x="92527" y="232088"/>
                </a:lnTo>
                <a:lnTo>
                  <a:pt x="92103" y="221036"/>
                </a:lnTo>
                <a:lnTo>
                  <a:pt x="91471" y="209984"/>
                </a:lnTo>
                <a:lnTo>
                  <a:pt x="90565" y="198932"/>
                </a:lnTo>
                <a:lnTo>
                  <a:pt x="89306" y="187880"/>
                </a:lnTo>
                <a:lnTo>
                  <a:pt x="87599" y="176829"/>
                </a:lnTo>
                <a:lnTo>
                  <a:pt x="85338" y="165777"/>
                </a:lnTo>
                <a:lnTo>
                  <a:pt x="82414" y="154725"/>
                </a:lnTo>
                <a:lnTo>
                  <a:pt x="78723" y="143673"/>
                </a:lnTo>
                <a:lnTo>
                  <a:pt x="74181" y="132622"/>
                </a:lnTo>
                <a:lnTo>
                  <a:pt x="68739" y="121570"/>
                </a:lnTo>
                <a:lnTo>
                  <a:pt x="62401" y="110518"/>
                </a:lnTo>
                <a:lnTo>
                  <a:pt x="55240" y="99466"/>
                </a:lnTo>
                <a:lnTo>
                  <a:pt x="47409" y="88414"/>
                </a:lnTo>
                <a:lnTo>
                  <a:pt x="39145" y="77363"/>
                </a:lnTo>
                <a:lnTo>
                  <a:pt x="30765" y="66311"/>
                </a:lnTo>
                <a:lnTo>
                  <a:pt x="22652" y="55259"/>
                </a:lnTo>
                <a:lnTo>
                  <a:pt x="15223" y="44207"/>
                </a:lnTo>
                <a:lnTo>
                  <a:pt x="8900" y="33155"/>
                </a:lnTo>
                <a:lnTo>
                  <a:pt x="4068" y="22104"/>
                </a:lnTo>
                <a:lnTo>
                  <a:pt x="1034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4" y="11052"/>
                </a:lnTo>
                <a:lnTo>
                  <a:pt x="183371" y="22104"/>
                </a:lnTo>
                <a:lnTo>
                  <a:pt x="178538" y="33155"/>
                </a:lnTo>
                <a:lnTo>
                  <a:pt x="172215" y="44207"/>
                </a:lnTo>
                <a:lnTo>
                  <a:pt x="164786" y="55259"/>
                </a:lnTo>
                <a:lnTo>
                  <a:pt x="156673" y="66311"/>
                </a:lnTo>
                <a:lnTo>
                  <a:pt x="148294" y="77363"/>
                </a:lnTo>
                <a:lnTo>
                  <a:pt x="140030" y="88414"/>
                </a:lnTo>
                <a:lnTo>
                  <a:pt x="132198" y="99466"/>
                </a:lnTo>
                <a:lnTo>
                  <a:pt x="125037" y="110518"/>
                </a:lnTo>
                <a:lnTo>
                  <a:pt x="118700" y="121570"/>
                </a:lnTo>
                <a:lnTo>
                  <a:pt x="113258" y="132622"/>
                </a:lnTo>
                <a:lnTo>
                  <a:pt x="108715" y="143673"/>
                </a:lnTo>
                <a:lnTo>
                  <a:pt x="105024" y="154725"/>
                </a:lnTo>
                <a:lnTo>
                  <a:pt x="102100" y="165777"/>
                </a:lnTo>
                <a:lnTo>
                  <a:pt x="99839" y="176829"/>
                </a:lnTo>
                <a:lnTo>
                  <a:pt x="98132" y="187880"/>
                </a:lnTo>
                <a:lnTo>
                  <a:pt x="96873" y="198932"/>
                </a:lnTo>
                <a:lnTo>
                  <a:pt x="95968" y="209984"/>
                </a:lnTo>
                <a:lnTo>
                  <a:pt x="95335" y="221036"/>
                </a:lnTo>
                <a:lnTo>
                  <a:pt x="94911" y="232088"/>
                </a:lnTo>
                <a:lnTo>
                  <a:pt x="94644" y="243139"/>
                </a:lnTo>
                <a:lnTo>
                  <a:pt x="94496" y="254191"/>
                </a:lnTo>
                <a:lnTo>
                  <a:pt x="94437" y="265243"/>
                </a:lnTo>
                <a:lnTo>
                  <a:pt x="94448" y="276295"/>
                </a:lnTo>
                <a:lnTo>
                  <a:pt x="94511" y="287347"/>
                </a:lnTo>
                <a:lnTo>
                  <a:pt x="94616" y="298398"/>
                </a:lnTo>
                <a:lnTo>
                  <a:pt x="94752" y="309450"/>
                </a:lnTo>
                <a:lnTo>
                  <a:pt x="94911" y="320502"/>
                </a:lnTo>
                <a:lnTo>
                  <a:pt x="95085" y="331554"/>
                </a:lnTo>
                <a:lnTo>
                  <a:pt x="95267" y="342606"/>
                </a:lnTo>
                <a:lnTo>
                  <a:pt x="95450" y="353657"/>
                </a:lnTo>
                <a:lnTo>
                  <a:pt x="95628" y="364709"/>
                </a:lnTo>
                <a:lnTo>
                  <a:pt x="95798" y="375761"/>
                </a:lnTo>
                <a:lnTo>
                  <a:pt x="95957" y="386813"/>
                </a:lnTo>
                <a:lnTo>
                  <a:pt x="96106" y="397865"/>
                </a:lnTo>
                <a:lnTo>
                  <a:pt x="96247" y="408916"/>
                </a:lnTo>
                <a:lnTo>
                  <a:pt x="96385" y="419968"/>
                </a:lnTo>
                <a:lnTo>
                  <a:pt x="96528" y="431020"/>
                </a:lnTo>
                <a:lnTo>
                  <a:pt x="96686" y="442072"/>
                </a:lnTo>
                <a:lnTo>
                  <a:pt x="96866" y="453123"/>
                </a:lnTo>
                <a:lnTo>
                  <a:pt x="97076" y="464175"/>
                </a:lnTo>
                <a:lnTo>
                  <a:pt x="97322" y="475227"/>
                </a:lnTo>
                <a:lnTo>
                  <a:pt x="97606" y="486279"/>
                </a:lnTo>
                <a:lnTo>
                  <a:pt x="97923" y="497331"/>
                </a:lnTo>
                <a:lnTo>
                  <a:pt x="98265" y="508382"/>
                </a:lnTo>
                <a:lnTo>
                  <a:pt x="98617" y="519434"/>
                </a:lnTo>
                <a:lnTo>
                  <a:pt x="98963" y="530486"/>
                </a:lnTo>
                <a:lnTo>
                  <a:pt x="99282" y="541538"/>
                </a:lnTo>
                <a:lnTo>
                  <a:pt x="99553" y="552590"/>
                </a:lnTo>
                <a:lnTo>
                  <a:pt x="99759" y="563641"/>
                </a:lnTo>
                <a:lnTo>
                  <a:pt x="99885" y="574693"/>
                </a:lnTo>
                <a:lnTo>
                  <a:pt x="99927" y="585745"/>
                </a:lnTo>
                <a:lnTo>
                  <a:pt x="99884" y="596797"/>
                </a:lnTo>
                <a:lnTo>
                  <a:pt x="99768" y="607849"/>
                </a:lnTo>
                <a:lnTo>
                  <a:pt x="99595" y="618900"/>
                </a:lnTo>
                <a:lnTo>
                  <a:pt x="99389" y="629952"/>
                </a:lnTo>
                <a:lnTo>
                  <a:pt x="99175" y="641004"/>
                </a:lnTo>
                <a:lnTo>
                  <a:pt x="98980" y="652056"/>
                </a:lnTo>
                <a:lnTo>
                  <a:pt x="98830" y="663108"/>
                </a:lnTo>
                <a:lnTo>
                  <a:pt x="98746" y="674159"/>
                </a:lnTo>
                <a:lnTo>
                  <a:pt x="98743" y="685211"/>
                </a:lnTo>
                <a:lnTo>
                  <a:pt x="98832" y="696263"/>
                </a:lnTo>
                <a:lnTo>
                  <a:pt x="99018" y="707315"/>
                </a:lnTo>
                <a:lnTo>
                  <a:pt x="99301" y="718366"/>
                </a:lnTo>
                <a:lnTo>
                  <a:pt x="99679" y="729418"/>
                </a:lnTo>
                <a:lnTo>
                  <a:pt x="100147" y="740470"/>
                </a:lnTo>
                <a:lnTo>
                  <a:pt x="100699" y="751522"/>
                </a:lnTo>
                <a:lnTo>
                  <a:pt x="101326" y="762574"/>
                </a:lnTo>
                <a:lnTo>
                  <a:pt x="102018" y="773625"/>
                </a:lnTo>
                <a:lnTo>
                  <a:pt x="102762" y="784677"/>
                </a:lnTo>
                <a:lnTo>
                  <a:pt x="103538" y="795729"/>
                </a:lnTo>
                <a:lnTo>
                  <a:pt x="104322" y="806781"/>
                </a:lnTo>
                <a:lnTo>
                  <a:pt x="105083" y="817833"/>
                </a:lnTo>
                <a:lnTo>
                  <a:pt x="105784" y="828884"/>
                </a:lnTo>
                <a:lnTo>
                  <a:pt x="106386" y="839936"/>
                </a:lnTo>
                <a:lnTo>
                  <a:pt x="106848" y="850988"/>
                </a:lnTo>
                <a:lnTo>
                  <a:pt x="107134" y="862040"/>
                </a:lnTo>
                <a:lnTo>
                  <a:pt x="107216" y="873092"/>
                </a:lnTo>
                <a:lnTo>
                  <a:pt x="107078" y="884143"/>
                </a:lnTo>
                <a:lnTo>
                  <a:pt x="106719" y="895195"/>
                </a:lnTo>
                <a:lnTo>
                  <a:pt x="106150" y="906247"/>
                </a:lnTo>
                <a:lnTo>
                  <a:pt x="105402" y="917299"/>
                </a:lnTo>
                <a:lnTo>
                  <a:pt x="104513" y="928351"/>
                </a:lnTo>
                <a:lnTo>
                  <a:pt x="103532" y="939402"/>
                </a:lnTo>
                <a:lnTo>
                  <a:pt x="102510" y="950454"/>
                </a:lnTo>
                <a:lnTo>
                  <a:pt x="101498" y="961506"/>
                </a:lnTo>
                <a:lnTo>
                  <a:pt x="100541" y="972558"/>
                </a:lnTo>
                <a:lnTo>
                  <a:pt x="99675" y="983609"/>
                </a:lnTo>
                <a:lnTo>
                  <a:pt x="98930" y="994661"/>
                </a:lnTo>
                <a:lnTo>
                  <a:pt x="98321" y="1005713"/>
                </a:lnTo>
                <a:lnTo>
                  <a:pt x="97859" y="1016765"/>
                </a:lnTo>
                <a:lnTo>
                  <a:pt x="97543" y="1027817"/>
                </a:lnTo>
                <a:lnTo>
                  <a:pt x="97368" y="1038868"/>
                </a:lnTo>
                <a:lnTo>
                  <a:pt x="97323" y="1049920"/>
                </a:lnTo>
                <a:lnTo>
                  <a:pt x="97394" y="1060972"/>
                </a:lnTo>
                <a:lnTo>
                  <a:pt x="97565" y="1072024"/>
                </a:lnTo>
                <a:lnTo>
                  <a:pt x="97816" y="1083076"/>
                </a:lnTo>
                <a:lnTo>
                  <a:pt x="98125" y="1094127"/>
                </a:lnTo>
                <a:lnTo>
                  <a:pt x="98470" y="1105179"/>
                </a:lnTo>
                <a:lnTo>
                  <a:pt x="98826" y="1116231"/>
                </a:lnTo>
                <a:lnTo>
                  <a:pt x="99168" y="1127283"/>
                </a:lnTo>
                <a:lnTo>
                  <a:pt x="99473" y="1138335"/>
                </a:lnTo>
                <a:lnTo>
                  <a:pt x="99723" y="1149386"/>
                </a:lnTo>
                <a:lnTo>
                  <a:pt x="99902" y="1160438"/>
                </a:lnTo>
                <a:lnTo>
                  <a:pt x="100001" y="1171490"/>
                </a:lnTo>
                <a:lnTo>
                  <a:pt x="100019" y="1182542"/>
                </a:lnTo>
                <a:lnTo>
                  <a:pt x="99962" y="1193594"/>
                </a:lnTo>
                <a:lnTo>
                  <a:pt x="99843" y="1204645"/>
                </a:lnTo>
                <a:lnTo>
                  <a:pt x="99676" y="1215697"/>
                </a:lnTo>
                <a:lnTo>
                  <a:pt x="99481" y="1226749"/>
                </a:lnTo>
                <a:lnTo>
                  <a:pt x="99277" y="1237801"/>
                </a:lnTo>
                <a:lnTo>
                  <a:pt x="99077" y="1248853"/>
                </a:lnTo>
                <a:lnTo>
                  <a:pt x="98892" y="1259904"/>
                </a:lnTo>
                <a:lnTo>
                  <a:pt x="98728" y="1270956"/>
                </a:lnTo>
                <a:lnTo>
                  <a:pt x="98583" y="1282008"/>
                </a:lnTo>
                <a:lnTo>
                  <a:pt x="98452" y="1293060"/>
                </a:lnTo>
                <a:lnTo>
                  <a:pt x="98326" y="1304111"/>
                </a:lnTo>
                <a:lnTo>
                  <a:pt x="98194" y="1315163"/>
                </a:lnTo>
                <a:lnTo>
                  <a:pt x="98049" y="1326215"/>
                </a:lnTo>
                <a:lnTo>
                  <a:pt x="97884" y="1337267"/>
                </a:lnTo>
                <a:lnTo>
                  <a:pt x="97697" y="1348319"/>
                </a:lnTo>
                <a:lnTo>
                  <a:pt x="97489" y="1359370"/>
                </a:lnTo>
                <a:lnTo>
                  <a:pt x="97265" y="1370422"/>
                </a:lnTo>
                <a:lnTo>
                  <a:pt x="97035" y="1381474"/>
                </a:lnTo>
                <a:lnTo>
                  <a:pt x="96808" y="1392526"/>
                </a:lnTo>
                <a:lnTo>
                  <a:pt x="96593" y="1403578"/>
                </a:lnTo>
                <a:lnTo>
                  <a:pt x="96399" y="1414629"/>
                </a:lnTo>
                <a:lnTo>
                  <a:pt x="96232" y="1425681"/>
                </a:lnTo>
                <a:lnTo>
                  <a:pt x="96095" y="1436733"/>
                </a:lnTo>
                <a:lnTo>
                  <a:pt x="95988" y="1447785"/>
                </a:lnTo>
                <a:lnTo>
                  <a:pt x="95909" y="1458837"/>
                </a:lnTo>
                <a:lnTo>
                  <a:pt x="95855" y="1469888"/>
                </a:lnTo>
                <a:lnTo>
                  <a:pt x="95822" y="1480940"/>
                </a:lnTo>
                <a:lnTo>
                  <a:pt x="95807" y="1491992"/>
                </a:lnTo>
                <a:lnTo>
                  <a:pt x="95809" y="1503044"/>
                </a:lnTo>
                <a:lnTo>
                  <a:pt x="95827" y="1514096"/>
                </a:lnTo>
                <a:lnTo>
                  <a:pt x="95869" y="1525147"/>
                </a:lnTo>
                <a:lnTo>
                  <a:pt x="95945" y="1536199"/>
                </a:lnTo>
                <a:lnTo>
                  <a:pt x="96073" y="1547251"/>
                </a:lnTo>
                <a:lnTo>
                  <a:pt x="96282" y="1558303"/>
                </a:lnTo>
                <a:lnTo>
                  <a:pt x="96606" y="1569354"/>
                </a:lnTo>
                <a:lnTo>
                  <a:pt x="97093" y="1580406"/>
                </a:lnTo>
                <a:lnTo>
                  <a:pt x="97799" y="1591458"/>
                </a:lnTo>
                <a:lnTo>
                  <a:pt x="98786" y="1602510"/>
                </a:lnTo>
                <a:lnTo>
                  <a:pt x="100122" y="1613562"/>
                </a:lnTo>
                <a:lnTo>
                  <a:pt x="101872" y="1624613"/>
                </a:lnTo>
                <a:lnTo>
                  <a:pt x="104088" y="1635665"/>
                </a:lnTo>
                <a:lnTo>
                  <a:pt x="106805" y="1646717"/>
                </a:lnTo>
                <a:lnTo>
                  <a:pt x="110028" y="1657769"/>
                </a:lnTo>
                <a:lnTo>
                  <a:pt x="113721" y="1668821"/>
                </a:lnTo>
                <a:lnTo>
                  <a:pt x="117806" y="1679872"/>
                </a:lnTo>
                <a:lnTo>
                  <a:pt x="122155" y="1690924"/>
                </a:lnTo>
                <a:lnTo>
                  <a:pt x="126593" y="1701976"/>
                </a:lnTo>
                <a:lnTo>
                  <a:pt x="130914" y="1713028"/>
                </a:lnTo>
                <a:lnTo>
                  <a:pt x="134885" y="1724080"/>
                </a:lnTo>
                <a:lnTo>
                  <a:pt x="138275" y="1735131"/>
                </a:lnTo>
                <a:lnTo>
                  <a:pt x="140870" y="1746183"/>
                </a:lnTo>
                <a:lnTo>
                  <a:pt x="142502" y="1757235"/>
                </a:lnTo>
                <a:lnTo>
                  <a:pt x="143059" y="1768287"/>
                </a:lnTo>
                <a:lnTo>
                  <a:pt x="143059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1" name="data_3740">
            <a:extLst>
              <a:ext uri="{FF2B5EF4-FFF2-40B4-BE49-F238E27FC236}">
                <a16:creationId xmlns:a16="http://schemas.microsoft.com/office/drawing/2014/main" id="{24F0F220-BD8B-48D6-B052-1C1115E497C5}"/>
              </a:ext>
            </a:extLst>
          </p:cNvPr>
          <p:cNvSpPr>
            <a:spLocks/>
          </p:cNvSpPr>
          <p:nvPr/>
        </p:nvSpPr>
        <p:spPr>
          <a:xfrm>
            <a:off x="758281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8430" y="1768287"/>
                </a:moveTo>
                <a:lnTo>
                  <a:pt x="69008" y="1768287"/>
                </a:lnTo>
                <a:lnTo>
                  <a:pt x="69283" y="1757235"/>
                </a:lnTo>
                <a:lnTo>
                  <a:pt x="70090" y="1746183"/>
                </a:lnTo>
                <a:lnTo>
                  <a:pt x="71373" y="1735131"/>
                </a:lnTo>
                <a:lnTo>
                  <a:pt x="73051" y="1724080"/>
                </a:lnTo>
                <a:lnTo>
                  <a:pt x="75020" y="1713028"/>
                </a:lnTo>
                <a:lnTo>
                  <a:pt x="77165" y="1701976"/>
                </a:lnTo>
                <a:lnTo>
                  <a:pt x="79373" y="1690924"/>
                </a:lnTo>
                <a:lnTo>
                  <a:pt x="81541" y="1679872"/>
                </a:lnTo>
                <a:lnTo>
                  <a:pt x="83581" y="1668821"/>
                </a:lnTo>
                <a:lnTo>
                  <a:pt x="85430" y="1657769"/>
                </a:lnTo>
                <a:lnTo>
                  <a:pt x="87045" y="1646717"/>
                </a:lnTo>
                <a:lnTo>
                  <a:pt x="88409" y="1635665"/>
                </a:lnTo>
                <a:lnTo>
                  <a:pt x="89521" y="1624613"/>
                </a:lnTo>
                <a:lnTo>
                  <a:pt x="90397" y="1613562"/>
                </a:lnTo>
                <a:lnTo>
                  <a:pt x="91064" y="1602510"/>
                </a:lnTo>
                <a:lnTo>
                  <a:pt x="91555" y="1591458"/>
                </a:lnTo>
                <a:lnTo>
                  <a:pt x="91902" y="1580406"/>
                </a:lnTo>
                <a:lnTo>
                  <a:pt x="92139" y="1569354"/>
                </a:lnTo>
                <a:lnTo>
                  <a:pt x="92294" y="1558303"/>
                </a:lnTo>
                <a:lnTo>
                  <a:pt x="92391" y="1547251"/>
                </a:lnTo>
                <a:lnTo>
                  <a:pt x="92450" y="1536199"/>
                </a:lnTo>
                <a:lnTo>
                  <a:pt x="92485" y="1525147"/>
                </a:lnTo>
                <a:lnTo>
                  <a:pt x="92505" y="1514096"/>
                </a:lnTo>
                <a:lnTo>
                  <a:pt x="92517" y="1503044"/>
                </a:lnTo>
                <a:lnTo>
                  <a:pt x="92525" y="1491992"/>
                </a:lnTo>
                <a:lnTo>
                  <a:pt x="92531" y="1480940"/>
                </a:lnTo>
                <a:lnTo>
                  <a:pt x="92539" y="1469888"/>
                </a:lnTo>
                <a:lnTo>
                  <a:pt x="92549" y="1458837"/>
                </a:lnTo>
                <a:lnTo>
                  <a:pt x="92564" y="1447785"/>
                </a:lnTo>
                <a:lnTo>
                  <a:pt x="92586" y="1436733"/>
                </a:lnTo>
                <a:lnTo>
                  <a:pt x="92615" y="1425681"/>
                </a:lnTo>
                <a:lnTo>
                  <a:pt x="92653" y="1414629"/>
                </a:lnTo>
                <a:lnTo>
                  <a:pt x="92699" y="1403578"/>
                </a:lnTo>
                <a:lnTo>
                  <a:pt x="92753" y="1392526"/>
                </a:lnTo>
                <a:lnTo>
                  <a:pt x="92813" y="1381474"/>
                </a:lnTo>
                <a:lnTo>
                  <a:pt x="92874" y="1370422"/>
                </a:lnTo>
                <a:lnTo>
                  <a:pt x="92933" y="1359370"/>
                </a:lnTo>
                <a:lnTo>
                  <a:pt x="92984" y="1348319"/>
                </a:lnTo>
                <a:lnTo>
                  <a:pt x="93022" y="1337267"/>
                </a:lnTo>
                <a:lnTo>
                  <a:pt x="93043" y="1326215"/>
                </a:lnTo>
                <a:lnTo>
                  <a:pt x="93042" y="1315163"/>
                </a:lnTo>
                <a:lnTo>
                  <a:pt x="93015" y="1304111"/>
                </a:lnTo>
                <a:lnTo>
                  <a:pt x="92962" y="1293060"/>
                </a:lnTo>
                <a:lnTo>
                  <a:pt x="92883" y="1282008"/>
                </a:lnTo>
                <a:lnTo>
                  <a:pt x="92780" y="1270956"/>
                </a:lnTo>
                <a:lnTo>
                  <a:pt x="92659" y="1259904"/>
                </a:lnTo>
                <a:lnTo>
                  <a:pt x="92526" y="1248853"/>
                </a:lnTo>
                <a:lnTo>
                  <a:pt x="92388" y="1237801"/>
                </a:lnTo>
                <a:lnTo>
                  <a:pt x="92254" y="1226749"/>
                </a:lnTo>
                <a:lnTo>
                  <a:pt x="92134" y="1215697"/>
                </a:lnTo>
                <a:lnTo>
                  <a:pt x="92036" y="1204645"/>
                </a:lnTo>
                <a:lnTo>
                  <a:pt x="91966" y="1193594"/>
                </a:lnTo>
                <a:lnTo>
                  <a:pt x="91929" y="1182542"/>
                </a:lnTo>
                <a:lnTo>
                  <a:pt x="91926" y="1171490"/>
                </a:lnTo>
                <a:lnTo>
                  <a:pt x="91957" y="1160438"/>
                </a:lnTo>
                <a:lnTo>
                  <a:pt x="92017" y="1149386"/>
                </a:lnTo>
                <a:lnTo>
                  <a:pt x="92100" y="1138335"/>
                </a:lnTo>
                <a:lnTo>
                  <a:pt x="92196" y="1127283"/>
                </a:lnTo>
                <a:lnTo>
                  <a:pt x="92296" y="1116231"/>
                </a:lnTo>
                <a:lnTo>
                  <a:pt x="92390" y="1105179"/>
                </a:lnTo>
                <a:lnTo>
                  <a:pt x="92468" y="1094127"/>
                </a:lnTo>
                <a:lnTo>
                  <a:pt x="92520" y="1083076"/>
                </a:lnTo>
                <a:lnTo>
                  <a:pt x="92540" y="1072024"/>
                </a:lnTo>
                <a:lnTo>
                  <a:pt x="92522" y="1060972"/>
                </a:lnTo>
                <a:lnTo>
                  <a:pt x="92462" y="1049920"/>
                </a:lnTo>
                <a:lnTo>
                  <a:pt x="92357" y="1038868"/>
                </a:lnTo>
                <a:lnTo>
                  <a:pt x="92209" y="1027817"/>
                </a:lnTo>
                <a:lnTo>
                  <a:pt x="92016" y="1016765"/>
                </a:lnTo>
                <a:lnTo>
                  <a:pt x="91783" y="1005713"/>
                </a:lnTo>
                <a:lnTo>
                  <a:pt x="91514" y="994661"/>
                </a:lnTo>
                <a:lnTo>
                  <a:pt x="91214" y="983609"/>
                </a:lnTo>
                <a:lnTo>
                  <a:pt x="90891" y="972558"/>
                </a:lnTo>
                <a:lnTo>
                  <a:pt x="90555" y="961506"/>
                </a:lnTo>
                <a:lnTo>
                  <a:pt x="90218" y="950454"/>
                </a:lnTo>
                <a:lnTo>
                  <a:pt x="89893" y="939402"/>
                </a:lnTo>
                <a:lnTo>
                  <a:pt x="89595" y="928351"/>
                </a:lnTo>
                <a:lnTo>
                  <a:pt x="89339" y="917299"/>
                </a:lnTo>
                <a:lnTo>
                  <a:pt x="89137" y="906247"/>
                </a:lnTo>
                <a:lnTo>
                  <a:pt x="89002" y="895195"/>
                </a:lnTo>
                <a:lnTo>
                  <a:pt x="88939" y="884143"/>
                </a:lnTo>
                <a:lnTo>
                  <a:pt x="88953" y="873092"/>
                </a:lnTo>
                <a:lnTo>
                  <a:pt x="89042" y="862040"/>
                </a:lnTo>
                <a:lnTo>
                  <a:pt x="89199" y="850988"/>
                </a:lnTo>
                <a:lnTo>
                  <a:pt x="89413" y="839936"/>
                </a:lnTo>
                <a:lnTo>
                  <a:pt x="89669" y="828884"/>
                </a:lnTo>
                <a:lnTo>
                  <a:pt x="89951" y="817833"/>
                </a:lnTo>
                <a:lnTo>
                  <a:pt x="90242" y="806781"/>
                </a:lnTo>
                <a:lnTo>
                  <a:pt x="90524" y="795729"/>
                </a:lnTo>
                <a:lnTo>
                  <a:pt x="90783" y="784677"/>
                </a:lnTo>
                <a:lnTo>
                  <a:pt x="91004" y="773625"/>
                </a:lnTo>
                <a:lnTo>
                  <a:pt x="91176" y="762574"/>
                </a:lnTo>
                <a:lnTo>
                  <a:pt x="91291" y="751522"/>
                </a:lnTo>
                <a:lnTo>
                  <a:pt x="91340" y="740470"/>
                </a:lnTo>
                <a:lnTo>
                  <a:pt x="91320" y="729418"/>
                </a:lnTo>
                <a:lnTo>
                  <a:pt x="91226" y="718366"/>
                </a:lnTo>
                <a:lnTo>
                  <a:pt x="91059" y="707315"/>
                </a:lnTo>
                <a:lnTo>
                  <a:pt x="90821" y="696263"/>
                </a:lnTo>
                <a:lnTo>
                  <a:pt x="90517" y="685211"/>
                </a:lnTo>
                <a:lnTo>
                  <a:pt x="90155" y="674159"/>
                </a:lnTo>
                <a:lnTo>
                  <a:pt x="89748" y="663108"/>
                </a:lnTo>
                <a:lnTo>
                  <a:pt x="89312" y="652056"/>
                </a:lnTo>
                <a:lnTo>
                  <a:pt x="88864" y="641004"/>
                </a:lnTo>
                <a:lnTo>
                  <a:pt x="88425" y="629952"/>
                </a:lnTo>
                <a:lnTo>
                  <a:pt x="88013" y="618900"/>
                </a:lnTo>
                <a:lnTo>
                  <a:pt x="87644" y="607849"/>
                </a:lnTo>
                <a:lnTo>
                  <a:pt x="87331" y="596797"/>
                </a:lnTo>
                <a:lnTo>
                  <a:pt x="87082" y="585745"/>
                </a:lnTo>
                <a:lnTo>
                  <a:pt x="86897" y="574693"/>
                </a:lnTo>
                <a:lnTo>
                  <a:pt x="86775" y="563641"/>
                </a:lnTo>
                <a:lnTo>
                  <a:pt x="86708" y="552590"/>
                </a:lnTo>
                <a:lnTo>
                  <a:pt x="86687" y="541538"/>
                </a:lnTo>
                <a:lnTo>
                  <a:pt x="86701" y="530486"/>
                </a:lnTo>
                <a:lnTo>
                  <a:pt x="86744" y="519434"/>
                </a:lnTo>
                <a:lnTo>
                  <a:pt x="86808" y="508382"/>
                </a:lnTo>
                <a:lnTo>
                  <a:pt x="86893" y="497331"/>
                </a:lnTo>
                <a:lnTo>
                  <a:pt x="86998" y="486279"/>
                </a:lnTo>
                <a:lnTo>
                  <a:pt x="87128" y="475227"/>
                </a:lnTo>
                <a:lnTo>
                  <a:pt x="87287" y="464175"/>
                </a:lnTo>
                <a:lnTo>
                  <a:pt x="87479" y="453123"/>
                </a:lnTo>
                <a:lnTo>
                  <a:pt x="87705" y="442072"/>
                </a:lnTo>
                <a:lnTo>
                  <a:pt x="87963" y="431020"/>
                </a:lnTo>
                <a:lnTo>
                  <a:pt x="88248" y="419968"/>
                </a:lnTo>
                <a:lnTo>
                  <a:pt x="88552" y="408916"/>
                </a:lnTo>
                <a:lnTo>
                  <a:pt x="88863" y="397865"/>
                </a:lnTo>
                <a:lnTo>
                  <a:pt x="89169" y="386813"/>
                </a:lnTo>
                <a:lnTo>
                  <a:pt x="89458" y="375761"/>
                </a:lnTo>
                <a:lnTo>
                  <a:pt x="89720" y="364709"/>
                </a:lnTo>
                <a:lnTo>
                  <a:pt x="89948" y="353657"/>
                </a:lnTo>
                <a:lnTo>
                  <a:pt x="90139" y="342606"/>
                </a:lnTo>
                <a:lnTo>
                  <a:pt x="90293" y="331554"/>
                </a:lnTo>
                <a:lnTo>
                  <a:pt x="90415" y="320502"/>
                </a:lnTo>
                <a:lnTo>
                  <a:pt x="90509" y="309450"/>
                </a:lnTo>
                <a:lnTo>
                  <a:pt x="90582" y="298398"/>
                </a:lnTo>
                <a:lnTo>
                  <a:pt x="90638" y="287347"/>
                </a:lnTo>
                <a:lnTo>
                  <a:pt x="90680" y="276295"/>
                </a:lnTo>
                <a:lnTo>
                  <a:pt x="90704" y="265243"/>
                </a:lnTo>
                <a:lnTo>
                  <a:pt x="90699" y="254191"/>
                </a:lnTo>
                <a:lnTo>
                  <a:pt x="90648" y="243139"/>
                </a:lnTo>
                <a:lnTo>
                  <a:pt x="90518" y="232088"/>
                </a:lnTo>
                <a:lnTo>
                  <a:pt x="90266" y="221036"/>
                </a:lnTo>
                <a:lnTo>
                  <a:pt x="89836" y="209984"/>
                </a:lnTo>
                <a:lnTo>
                  <a:pt x="89152" y="198932"/>
                </a:lnTo>
                <a:lnTo>
                  <a:pt x="88125" y="187880"/>
                </a:lnTo>
                <a:lnTo>
                  <a:pt x="86651" y="176829"/>
                </a:lnTo>
                <a:lnTo>
                  <a:pt x="84613" y="165777"/>
                </a:lnTo>
                <a:lnTo>
                  <a:pt x="81895" y="154725"/>
                </a:lnTo>
                <a:lnTo>
                  <a:pt x="78386" y="143673"/>
                </a:lnTo>
                <a:lnTo>
                  <a:pt x="73996" y="132622"/>
                </a:lnTo>
                <a:lnTo>
                  <a:pt x="68674" y="121570"/>
                </a:lnTo>
                <a:lnTo>
                  <a:pt x="62423" y="110518"/>
                </a:lnTo>
                <a:lnTo>
                  <a:pt x="55318" y="99466"/>
                </a:lnTo>
                <a:lnTo>
                  <a:pt x="47516" y="88414"/>
                </a:lnTo>
                <a:lnTo>
                  <a:pt x="39258" y="77363"/>
                </a:lnTo>
                <a:lnTo>
                  <a:pt x="30869" y="66311"/>
                </a:lnTo>
                <a:lnTo>
                  <a:pt x="22736" y="55259"/>
                </a:lnTo>
                <a:lnTo>
                  <a:pt x="15283" y="44207"/>
                </a:lnTo>
                <a:lnTo>
                  <a:pt x="8937" y="33155"/>
                </a:lnTo>
                <a:lnTo>
                  <a:pt x="4085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0" y="11052"/>
                </a:lnTo>
                <a:lnTo>
                  <a:pt x="183354" y="22104"/>
                </a:lnTo>
                <a:lnTo>
                  <a:pt x="178502" y="33155"/>
                </a:lnTo>
                <a:lnTo>
                  <a:pt x="172155" y="44207"/>
                </a:lnTo>
                <a:lnTo>
                  <a:pt x="164702" y="55259"/>
                </a:lnTo>
                <a:lnTo>
                  <a:pt x="156569" y="66311"/>
                </a:lnTo>
                <a:lnTo>
                  <a:pt x="148180" y="77363"/>
                </a:lnTo>
                <a:lnTo>
                  <a:pt x="139923" y="88414"/>
                </a:lnTo>
                <a:lnTo>
                  <a:pt x="132120" y="99466"/>
                </a:lnTo>
                <a:lnTo>
                  <a:pt x="125015" y="110518"/>
                </a:lnTo>
                <a:lnTo>
                  <a:pt x="118764" y="121570"/>
                </a:lnTo>
                <a:lnTo>
                  <a:pt x="113442" y="132622"/>
                </a:lnTo>
                <a:lnTo>
                  <a:pt x="109052" y="143673"/>
                </a:lnTo>
                <a:lnTo>
                  <a:pt x="105543" y="154725"/>
                </a:lnTo>
                <a:lnTo>
                  <a:pt x="102825" y="165777"/>
                </a:lnTo>
                <a:lnTo>
                  <a:pt x="100788" y="176829"/>
                </a:lnTo>
                <a:lnTo>
                  <a:pt x="99313" y="187880"/>
                </a:lnTo>
                <a:lnTo>
                  <a:pt x="98286" y="198932"/>
                </a:lnTo>
                <a:lnTo>
                  <a:pt x="97602" y="209984"/>
                </a:lnTo>
                <a:lnTo>
                  <a:pt x="97172" y="221036"/>
                </a:lnTo>
                <a:lnTo>
                  <a:pt x="96921" y="232088"/>
                </a:lnTo>
                <a:lnTo>
                  <a:pt x="96791" y="243139"/>
                </a:lnTo>
                <a:lnTo>
                  <a:pt x="96739" y="254191"/>
                </a:lnTo>
                <a:lnTo>
                  <a:pt x="96735" y="265243"/>
                </a:lnTo>
                <a:lnTo>
                  <a:pt x="96759" y="276295"/>
                </a:lnTo>
                <a:lnTo>
                  <a:pt x="96800" y="287347"/>
                </a:lnTo>
                <a:lnTo>
                  <a:pt x="96857" y="298398"/>
                </a:lnTo>
                <a:lnTo>
                  <a:pt x="96930" y="309450"/>
                </a:lnTo>
                <a:lnTo>
                  <a:pt x="97024" y="320502"/>
                </a:lnTo>
                <a:lnTo>
                  <a:pt x="97145" y="331554"/>
                </a:lnTo>
                <a:lnTo>
                  <a:pt x="97300" y="342606"/>
                </a:lnTo>
                <a:lnTo>
                  <a:pt x="97491" y="353657"/>
                </a:lnTo>
                <a:lnTo>
                  <a:pt x="97719" y="364709"/>
                </a:lnTo>
                <a:lnTo>
                  <a:pt x="97981" y="375761"/>
                </a:lnTo>
                <a:lnTo>
                  <a:pt x="98270" y="386813"/>
                </a:lnTo>
                <a:lnTo>
                  <a:pt x="98576" y="397865"/>
                </a:lnTo>
                <a:lnTo>
                  <a:pt x="98887" y="408916"/>
                </a:lnTo>
                <a:lnTo>
                  <a:pt x="99190" y="419968"/>
                </a:lnTo>
                <a:lnTo>
                  <a:pt x="99476" y="431020"/>
                </a:lnTo>
                <a:lnTo>
                  <a:pt x="99734" y="442072"/>
                </a:lnTo>
                <a:lnTo>
                  <a:pt x="99959" y="453123"/>
                </a:lnTo>
                <a:lnTo>
                  <a:pt x="100151" y="464175"/>
                </a:lnTo>
                <a:lnTo>
                  <a:pt x="100310" y="475227"/>
                </a:lnTo>
                <a:lnTo>
                  <a:pt x="100440" y="486279"/>
                </a:lnTo>
                <a:lnTo>
                  <a:pt x="100546" y="497331"/>
                </a:lnTo>
                <a:lnTo>
                  <a:pt x="100630" y="508382"/>
                </a:lnTo>
                <a:lnTo>
                  <a:pt x="100695" y="519434"/>
                </a:lnTo>
                <a:lnTo>
                  <a:pt x="100737" y="530486"/>
                </a:lnTo>
                <a:lnTo>
                  <a:pt x="100752" y="541538"/>
                </a:lnTo>
                <a:lnTo>
                  <a:pt x="100730" y="552590"/>
                </a:lnTo>
                <a:lnTo>
                  <a:pt x="100663" y="563641"/>
                </a:lnTo>
                <a:lnTo>
                  <a:pt x="100541" y="574693"/>
                </a:lnTo>
                <a:lnTo>
                  <a:pt x="100357" y="585745"/>
                </a:lnTo>
                <a:lnTo>
                  <a:pt x="100107" y="596797"/>
                </a:lnTo>
                <a:lnTo>
                  <a:pt x="99794" y="607849"/>
                </a:lnTo>
                <a:lnTo>
                  <a:pt x="99425" y="618900"/>
                </a:lnTo>
                <a:lnTo>
                  <a:pt x="99013" y="629952"/>
                </a:lnTo>
                <a:lnTo>
                  <a:pt x="98574" y="641004"/>
                </a:lnTo>
                <a:lnTo>
                  <a:pt x="98127" y="652056"/>
                </a:lnTo>
                <a:lnTo>
                  <a:pt x="97691" y="663108"/>
                </a:lnTo>
                <a:lnTo>
                  <a:pt x="97284" y="674159"/>
                </a:lnTo>
                <a:lnTo>
                  <a:pt x="96922" y="685211"/>
                </a:lnTo>
                <a:lnTo>
                  <a:pt x="96617" y="696263"/>
                </a:lnTo>
                <a:lnTo>
                  <a:pt x="96379" y="707315"/>
                </a:lnTo>
                <a:lnTo>
                  <a:pt x="96212" y="718366"/>
                </a:lnTo>
                <a:lnTo>
                  <a:pt x="96119" y="729418"/>
                </a:lnTo>
                <a:lnTo>
                  <a:pt x="96098" y="740470"/>
                </a:lnTo>
                <a:lnTo>
                  <a:pt x="96148" y="751522"/>
                </a:lnTo>
                <a:lnTo>
                  <a:pt x="96262" y="762574"/>
                </a:lnTo>
                <a:lnTo>
                  <a:pt x="96434" y="773625"/>
                </a:lnTo>
                <a:lnTo>
                  <a:pt x="96656" y="784677"/>
                </a:lnTo>
                <a:lnTo>
                  <a:pt x="96914" y="795729"/>
                </a:lnTo>
                <a:lnTo>
                  <a:pt x="97197" y="806781"/>
                </a:lnTo>
                <a:lnTo>
                  <a:pt x="97488" y="817833"/>
                </a:lnTo>
                <a:lnTo>
                  <a:pt x="97770" y="828884"/>
                </a:lnTo>
                <a:lnTo>
                  <a:pt x="98026" y="839936"/>
                </a:lnTo>
                <a:lnTo>
                  <a:pt x="98240" y="850988"/>
                </a:lnTo>
                <a:lnTo>
                  <a:pt x="98396" y="862040"/>
                </a:lnTo>
                <a:lnTo>
                  <a:pt x="98485" y="873092"/>
                </a:lnTo>
                <a:lnTo>
                  <a:pt x="98499" y="884143"/>
                </a:lnTo>
                <a:lnTo>
                  <a:pt x="98437" y="895195"/>
                </a:lnTo>
                <a:lnTo>
                  <a:pt x="98301" y="906247"/>
                </a:lnTo>
                <a:lnTo>
                  <a:pt x="98099" y="917299"/>
                </a:lnTo>
                <a:lnTo>
                  <a:pt x="97843" y="928351"/>
                </a:lnTo>
                <a:lnTo>
                  <a:pt x="97545" y="939402"/>
                </a:lnTo>
                <a:lnTo>
                  <a:pt x="97221" y="950454"/>
                </a:lnTo>
                <a:lnTo>
                  <a:pt x="96884" y="961506"/>
                </a:lnTo>
                <a:lnTo>
                  <a:pt x="96548" y="972558"/>
                </a:lnTo>
                <a:lnTo>
                  <a:pt x="96225" y="983609"/>
                </a:lnTo>
                <a:lnTo>
                  <a:pt x="95924" y="994661"/>
                </a:lnTo>
                <a:lnTo>
                  <a:pt x="95655" y="1005713"/>
                </a:lnTo>
                <a:lnTo>
                  <a:pt x="95422" y="1016765"/>
                </a:lnTo>
                <a:lnTo>
                  <a:pt x="95230" y="1027817"/>
                </a:lnTo>
                <a:lnTo>
                  <a:pt x="95081" y="1038868"/>
                </a:lnTo>
                <a:lnTo>
                  <a:pt x="94977" y="1049920"/>
                </a:lnTo>
                <a:lnTo>
                  <a:pt x="94916" y="1060972"/>
                </a:lnTo>
                <a:lnTo>
                  <a:pt x="94898" y="1072024"/>
                </a:lnTo>
                <a:lnTo>
                  <a:pt x="94918" y="1083076"/>
                </a:lnTo>
                <a:lnTo>
                  <a:pt x="94970" y="1094127"/>
                </a:lnTo>
                <a:lnTo>
                  <a:pt x="95048" y="1105179"/>
                </a:lnTo>
                <a:lnTo>
                  <a:pt x="95142" y="1116231"/>
                </a:lnTo>
                <a:lnTo>
                  <a:pt x="95242" y="1127283"/>
                </a:lnTo>
                <a:lnTo>
                  <a:pt x="95339" y="1138335"/>
                </a:lnTo>
                <a:lnTo>
                  <a:pt x="95421" y="1149386"/>
                </a:lnTo>
                <a:lnTo>
                  <a:pt x="95481" y="1160438"/>
                </a:lnTo>
                <a:lnTo>
                  <a:pt x="95512" y="1171490"/>
                </a:lnTo>
                <a:lnTo>
                  <a:pt x="95510" y="1182542"/>
                </a:lnTo>
                <a:lnTo>
                  <a:pt x="95473" y="1193594"/>
                </a:lnTo>
                <a:lnTo>
                  <a:pt x="95403" y="1204645"/>
                </a:lnTo>
                <a:lnTo>
                  <a:pt x="95304" y="1215697"/>
                </a:lnTo>
                <a:lnTo>
                  <a:pt x="95184" y="1226749"/>
                </a:lnTo>
                <a:lnTo>
                  <a:pt x="95051" y="1237801"/>
                </a:lnTo>
                <a:lnTo>
                  <a:pt x="94913" y="1248853"/>
                </a:lnTo>
                <a:lnTo>
                  <a:pt x="94779" y="1259904"/>
                </a:lnTo>
                <a:lnTo>
                  <a:pt x="94658" y="1270956"/>
                </a:lnTo>
                <a:lnTo>
                  <a:pt x="94556" y="1282008"/>
                </a:lnTo>
                <a:lnTo>
                  <a:pt x="94476" y="1293060"/>
                </a:lnTo>
                <a:lnTo>
                  <a:pt x="94423" y="1304111"/>
                </a:lnTo>
                <a:lnTo>
                  <a:pt x="94397" y="1315163"/>
                </a:lnTo>
                <a:lnTo>
                  <a:pt x="94395" y="1326215"/>
                </a:lnTo>
                <a:lnTo>
                  <a:pt x="94416" y="1337267"/>
                </a:lnTo>
                <a:lnTo>
                  <a:pt x="94454" y="1348319"/>
                </a:lnTo>
                <a:lnTo>
                  <a:pt x="94506" y="1359370"/>
                </a:lnTo>
                <a:lnTo>
                  <a:pt x="94564" y="1370422"/>
                </a:lnTo>
                <a:lnTo>
                  <a:pt x="94626" y="1381474"/>
                </a:lnTo>
                <a:lnTo>
                  <a:pt x="94685" y="1392526"/>
                </a:lnTo>
                <a:lnTo>
                  <a:pt x="94739" y="1403578"/>
                </a:lnTo>
                <a:lnTo>
                  <a:pt x="94786" y="1414629"/>
                </a:lnTo>
                <a:lnTo>
                  <a:pt x="94824" y="1425681"/>
                </a:lnTo>
                <a:lnTo>
                  <a:pt x="94853" y="1436733"/>
                </a:lnTo>
                <a:lnTo>
                  <a:pt x="94874" y="1447785"/>
                </a:lnTo>
                <a:lnTo>
                  <a:pt x="94889" y="1458837"/>
                </a:lnTo>
                <a:lnTo>
                  <a:pt x="94900" y="1469888"/>
                </a:lnTo>
                <a:lnTo>
                  <a:pt x="94907" y="1480940"/>
                </a:lnTo>
                <a:lnTo>
                  <a:pt x="94914" y="1491992"/>
                </a:lnTo>
                <a:lnTo>
                  <a:pt x="94922" y="1503044"/>
                </a:lnTo>
                <a:lnTo>
                  <a:pt x="94934" y="1514096"/>
                </a:lnTo>
                <a:lnTo>
                  <a:pt x="94953" y="1525147"/>
                </a:lnTo>
                <a:lnTo>
                  <a:pt x="94988" y="1536199"/>
                </a:lnTo>
                <a:lnTo>
                  <a:pt x="95047" y="1547251"/>
                </a:lnTo>
                <a:lnTo>
                  <a:pt x="95145" y="1558303"/>
                </a:lnTo>
                <a:lnTo>
                  <a:pt x="95300" y="1569354"/>
                </a:lnTo>
                <a:lnTo>
                  <a:pt x="95536" y="1580406"/>
                </a:lnTo>
                <a:lnTo>
                  <a:pt x="95884" y="1591458"/>
                </a:lnTo>
                <a:lnTo>
                  <a:pt x="96374" y="1602510"/>
                </a:lnTo>
                <a:lnTo>
                  <a:pt x="97041" y="1613562"/>
                </a:lnTo>
                <a:lnTo>
                  <a:pt x="97918" y="1624613"/>
                </a:lnTo>
                <a:lnTo>
                  <a:pt x="99030" y="1635665"/>
                </a:lnTo>
                <a:lnTo>
                  <a:pt x="100393" y="1646717"/>
                </a:lnTo>
                <a:lnTo>
                  <a:pt x="102009" y="1657769"/>
                </a:lnTo>
                <a:lnTo>
                  <a:pt x="103857" y="1668821"/>
                </a:lnTo>
                <a:lnTo>
                  <a:pt x="105898" y="1679872"/>
                </a:lnTo>
                <a:lnTo>
                  <a:pt x="108065" y="1690924"/>
                </a:lnTo>
                <a:lnTo>
                  <a:pt x="110273" y="1701976"/>
                </a:lnTo>
                <a:lnTo>
                  <a:pt x="112419" y="1713028"/>
                </a:lnTo>
                <a:lnTo>
                  <a:pt x="114387" y="1724080"/>
                </a:lnTo>
                <a:lnTo>
                  <a:pt x="116065" y="1735131"/>
                </a:lnTo>
                <a:lnTo>
                  <a:pt x="117349" y="1746183"/>
                </a:lnTo>
                <a:lnTo>
                  <a:pt x="118155" y="1757235"/>
                </a:lnTo>
                <a:lnTo>
                  <a:pt x="118430" y="1768287"/>
                </a:lnTo>
                <a:lnTo>
                  <a:pt x="118430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2" name="data_3741">
            <a:extLst>
              <a:ext uri="{FF2B5EF4-FFF2-40B4-BE49-F238E27FC236}">
                <a16:creationId xmlns:a16="http://schemas.microsoft.com/office/drawing/2014/main" id="{78E49190-DD72-4345-B28D-FC9307AFD9C1}"/>
              </a:ext>
            </a:extLst>
          </p:cNvPr>
          <p:cNvSpPr>
            <a:spLocks/>
          </p:cNvSpPr>
          <p:nvPr/>
        </p:nvSpPr>
        <p:spPr>
          <a:xfrm>
            <a:off x="811473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55927" y="1768287"/>
                </a:moveTo>
                <a:lnTo>
                  <a:pt x="31511" y="1768287"/>
                </a:lnTo>
                <a:lnTo>
                  <a:pt x="32146" y="1757235"/>
                </a:lnTo>
                <a:lnTo>
                  <a:pt x="34009" y="1746183"/>
                </a:lnTo>
                <a:lnTo>
                  <a:pt x="36974" y="1735131"/>
                </a:lnTo>
                <a:lnTo>
                  <a:pt x="40848" y="1724080"/>
                </a:lnTo>
                <a:lnTo>
                  <a:pt x="45392" y="1713028"/>
                </a:lnTo>
                <a:lnTo>
                  <a:pt x="50342" y="1701976"/>
                </a:lnTo>
                <a:lnTo>
                  <a:pt x="55437" y="1690924"/>
                </a:lnTo>
                <a:lnTo>
                  <a:pt x="60437" y="1679872"/>
                </a:lnTo>
                <a:lnTo>
                  <a:pt x="65147" y="1668821"/>
                </a:lnTo>
                <a:lnTo>
                  <a:pt x="69417" y="1657769"/>
                </a:lnTo>
                <a:lnTo>
                  <a:pt x="73156" y="1646717"/>
                </a:lnTo>
                <a:lnTo>
                  <a:pt x="76323" y="1635665"/>
                </a:lnTo>
                <a:lnTo>
                  <a:pt x="78918" y="1624613"/>
                </a:lnTo>
                <a:lnTo>
                  <a:pt x="80981" y="1613562"/>
                </a:lnTo>
                <a:lnTo>
                  <a:pt x="82570" y="1602510"/>
                </a:lnTo>
                <a:lnTo>
                  <a:pt x="83759" y="1591458"/>
                </a:lnTo>
                <a:lnTo>
                  <a:pt x="84623" y="1580406"/>
                </a:lnTo>
                <a:lnTo>
                  <a:pt x="85237" y="1569354"/>
                </a:lnTo>
                <a:lnTo>
                  <a:pt x="85667" y="1558303"/>
                </a:lnTo>
                <a:lnTo>
                  <a:pt x="85968" y="1547251"/>
                </a:lnTo>
                <a:lnTo>
                  <a:pt x="86188" y="1536199"/>
                </a:lnTo>
                <a:lnTo>
                  <a:pt x="86361" y="1525147"/>
                </a:lnTo>
                <a:lnTo>
                  <a:pt x="86513" y="1514096"/>
                </a:lnTo>
                <a:lnTo>
                  <a:pt x="86661" y="1503044"/>
                </a:lnTo>
                <a:lnTo>
                  <a:pt x="86817" y="1491992"/>
                </a:lnTo>
                <a:lnTo>
                  <a:pt x="86985" y="1480940"/>
                </a:lnTo>
                <a:lnTo>
                  <a:pt x="87163" y="1469888"/>
                </a:lnTo>
                <a:lnTo>
                  <a:pt x="87348" y="1458837"/>
                </a:lnTo>
                <a:lnTo>
                  <a:pt x="87531" y="1447785"/>
                </a:lnTo>
                <a:lnTo>
                  <a:pt x="87705" y="1436733"/>
                </a:lnTo>
                <a:lnTo>
                  <a:pt x="87860" y="1425681"/>
                </a:lnTo>
                <a:lnTo>
                  <a:pt x="87987" y="1414629"/>
                </a:lnTo>
                <a:lnTo>
                  <a:pt x="88079" y="1403578"/>
                </a:lnTo>
                <a:lnTo>
                  <a:pt x="88134" y="1392526"/>
                </a:lnTo>
                <a:lnTo>
                  <a:pt x="88151" y="1381474"/>
                </a:lnTo>
                <a:lnTo>
                  <a:pt x="88133" y="1370422"/>
                </a:lnTo>
                <a:lnTo>
                  <a:pt x="88088" y="1359370"/>
                </a:lnTo>
                <a:lnTo>
                  <a:pt x="88025" y="1348319"/>
                </a:lnTo>
                <a:lnTo>
                  <a:pt x="87954" y="1337267"/>
                </a:lnTo>
                <a:lnTo>
                  <a:pt x="87887" y="1326215"/>
                </a:lnTo>
                <a:lnTo>
                  <a:pt x="87834" y="1315163"/>
                </a:lnTo>
                <a:lnTo>
                  <a:pt x="87801" y="1304111"/>
                </a:lnTo>
                <a:lnTo>
                  <a:pt x="87795" y="1293060"/>
                </a:lnTo>
                <a:lnTo>
                  <a:pt x="87815" y="1282008"/>
                </a:lnTo>
                <a:lnTo>
                  <a:pt x="87859" y="1270956"/>
                </a:lnTo>
                <a:lnTo>
                  <a:pt x="87921" y="1259904"/>
                </a:lnTo>
                <a:lnTo>
                  <a:pt x="87995" y="1248853"/>
                </a:lnTo>
                <a:lnTo>
                  <a:pt x="88072" y="1237801"/>
                </a:lnTo>
                <a:lnTo>
                  <a:pt x="88145" y="1226749"/>
                </a:lnTo>
                <a:lnTo>
                  <a:pt x="88209" y="1215697"/>
                </a:lnTo>
                <a:lnTo>
                  <a:pt x="88262" y="1204645"/>
                </a:lnTo>
                <a:lnTo>
                  <a:pt x="88304" y="1193594"/>
                </a:lnTo>
                <a:lnTo>
                  <a:pt x="88339" y="1182542"/>
                </a:lnTo>
                <a:lnTo>
                  <a:pt x="88373" y="1171490"/>
                </a:lnTo>
                <a:lnTo>
                  <a:pt x="88415" y="1160438"/>
                </a:lnTo>
                <a:lnTo>
                  <a:pt x="88474" y="1149386"/>
                </a:lnTo>
                <a:lnTo>
                  <a:pt x="88559" y="1138335"/>
                </a:lnTo>
                <a:lnTo>
                  <a:pt x="88676" y="1127283"/>
                </a:lnTo>
                <a:lnTo>
                  <a:pt x="88829" y="1116231"/>
                </a:lnTo>
                <a:lnTo>
                  <a:pt x="89019" y="1105179"/>
                </a:lnTo>
                <a:lnTo>
                  <a:pt x="89240" y="1094127"/>
                </a:lnTo>
                <a:lnTo>
                  <a:pt x="89485" y="1083076"/>
                </a:lnTo>
                <a:lnTo>
                  <a:pt x="89740" y="1072024"/>
                </a:lnTo>
                <a:lnTo>
                  <a:pt x="89989" y="1060972"/>
                </a:lnTo>
                <a:lnTo>
                  <a:pt x="90213" y="1049920"/>
                </a:lnTo>
                <a:lnTo>
                  <a:pt x="90393" y="1038868"/>
                </a:lnTo>
                <a:lnTo>
                  <a:pt x="90510" y="1027817"/>
                </a:lnTo>
                <a:lnTo>
                  <a:pt x="90547" y="1016765"/>
                </a:lnTo>
                <a:lnTo>
                  <a:pt x="90494" y="1005713"/>
                </a:lnTo>
                <a:lnTo>
                  <a:pt x="90343" y="994661"/>
                </a:lnTo>
                <a:lnTo>
                  <a:pt x="90096" y="983609"/>
                </a:lnTo>
                <a:lnTo>
                  <a:pt x="89761" y="972558"/>
                </a:lnTo>
                <a:lnTo>
                  <a:pt x="89355" y="961506"/>
                </a:lnTo>
                <a:lnTo>
                  <a:pt x="88901" y="950454"/>
                </a:lnTo>
                <a:lnTo>
                  <a:pt x="88427" y="939402"/>
                </a:lnTo>
                <a:lnTo>
                  <a:pt x="87967" y="928351"/>
                </a:lnTo>
                <a:lnTo>
                  <a:pt x="87550" y="917299"/>
                </a:lnTo>
                <a:lnTo>
                  <a:pt x="87205" y="906247"/>
                </a:lnTo>
                <a:lnTo>
                  <a:pt x="86956" y="895195"/>
                </a:lnTo>
                <a:lnTo>
                  <a:pt x="86818" y="884143"/>
                </a:lnTo>
                <a:lnTo>
                  <a:pt x="86795" y="873092"/>
                </a:lnTo>
                <a:lnTo>
                  <a:pt x="86885" y="862040"/>
                </a:lnTo>
                <a:lnTo>
                  <a:pt x="87075" y="850988"/>
                </a:lnTo>
                <a:lnTo>
                  <a:pt x="87345" y="839936"/>
                </a:lnTo>
                <a:lnTo>
                  <a:pt x="87673" y="828884"/>
                </a:lnTo>
                <a:lnTo>
                  <a:pt x="88033" y="817833"/>
                </a:lnTo>
                <a:lnTo>
                  <a:pt x="88401" y="806781"/>
                </a:lnTo>
                <a:lnTo>
                  <a:pt x="88759" y="795729"/>
                </a:lnTo>
                <a:lnTo>
                  <a:pt x="89089" y="784677"/>
                </a:lnTo>
                <a:lnTo>
                  <a:pt x="89382" y="773625"/>
                </a:lnTo>
                <a:lnTo>
                  <a:pt x="89634" y="762574"/>
                </a:lnTo>
                <a:lnTo>
                  <a:pt x="89843" y="751522"/>
                </a:lnTo>
                <a:lnTo>
                  <a:pt x="90012" y="740470"/>
                </a:lnTo>
                <a:lnTo>
                  <a:pt x="90144" y="729418"/>
                </a:lnTo>
                <a:lnTo>
                  <a:pt x="90244" y="718366"/>
                </a:lnTo>
                <a:lnTo>
                  <a:pt x="90315" y="707315"/>
                </a:lnTo>
                <a:lnTo>
                  <a:pt x="90362" y="696263"/>
                </a:lnTo>
                <a:lnTo>
                  <a:pt x="90386" y="685211"/>
                </a:lnTo>
                <a:lnTo>
                  <a:pt x="90390" y="674159"/>
                </a:lnTo>
                <a:lnTo>
                  <a:pt x="90376" y="663108"/>
                </a:lnTo>
                <a:lnTo>
                  <a:pt x="90346" y="652056"/>
                </a:lnTo>
                <a:lnTo>
                  <a:pt x="90302" y="641004"/>
                </a:lnTo>
                <a:lnTo>
                  <a:pt x="90247" y="629952"/>
                </a:lnTo>
                <a:lnTo>
                  <a:pt x="90183" y="618900"/>
                </a:lnTo>
                <a:lnTo>
                  <a:pt x="90112" y="607849"/>
                </a:lnTo>
                <a:lnTo>
                  <a:pt x="90034" y="596797"/>
                </a:lnTo>
                <a:lnTo>
                  <a:pt x="89945" y="585745"/>
                </a:lnTo>
                <a:lnTo>
                  <a:pt x="89844" y="574693"/>
                </a:lnTo>
                <a:lnTo>
                  <a:pt x="89726" y="563641"/>
                </a:lnTo>
                <a:lnTo>
                  <a:pt x="89586" y="552590"/>
                </a:lnTo>
                <a:lnTo>
                  <a:pt x="89421" y="541538"/>
                </a:lnTo>
                <a:lnTo>
                  <a:pt x="89232" y="530486"/>
                </a:lnTo>
                <a:lnTo>
                  <a:pt x="89020" y="519434"/>
                </a:lnTo>
                <a:lnTo>
                  <a:pt x="88795" y="508382"/>
                </a:lnTo>
                <a:lnTo>
                  <a:pt x="88568" y="497331"/>
                </a:lnTo>
                <a:lnTo>
                  <a:pt x="88354" y="486279"/>
                </a:lnTo>
                <a:lnTo>
                  <a:pt x="88170" y="475227"/>
                </a:lnTo>
                <a:lnTo>
                  <a:pt x="88033" y="464175"/>
                </a:lnTo>
                <a:lnTo>
                  <a:pt x="87956" y="453123"/>
                </a:lnTo>
                <a:lnTo>
                  <a:pt x="87948" y="442072"/>
                </a:lnTo>
                <a:lnTo>
                  <a:pt x="88010" y="431020"/>
                </a:lnTo>
                <a:lnTo>
                  <a:pt x="88139" y="419968"/>
                </a:lnTo>
                <a:lnTo>
                  <a:pt x="88323" y="408916"/>
                </a:lnTo>
                <a:lnTo>
                  <a:pt x="88543" y="397865"/>
                </a:lnTo>
                <a:lnTo>
                  <a:pt x="88780" y="386813"/>
                </a:lnTo>
                <a:lnTo>
                  <a:pt x="89011" y="375761"/>
                </a:lnTo>
                <a:lnTo>
                  <a:pt x="89215" y="364709"/>
                </a:lnTo>
                <a:lnTo>
                  <a:pt x="89375" y="353657"/>
                </a:lnTo>
                <a:lnTo>
                  <a:pt x="89477" y="342606"/>
                </a:lnTo>
                <a:lnTo>
                  <a:pt x="89515" y="331554"/>
                </a:lnTo>
                <a:lnTo>
                  <a:pt x="89488" y="320502"/>
                </a:lnTo>
                <a:lnTo>
                  <a:pt x="89401" y="309450"/>
                </a:lnTo>
                <a:lnTo>
                  <a:pt x="89262" y="298398"/>
                </a:lnTo>
                <a:lnTo>
                  <a:pt x="89082" y="287347"/>
                </a:lnTo>
                <a:lnTo>
                  <a:pt x="88871" y="276295"/>
                </a:lnTo>
                <a:lnTo>
                  <a:pt x="88636" y="265243"/>
                </a:lnTo>
                <a:lnTo>
                  <a:pt x="88381" y="254191"/>
                </a:lnTo>
                <a:lnTo>
                  <a:pt x="88099" y="243139"/>
                </a:lnTo>
                <a:lnTo>
                  <a:pt x="87774" y="232088"/>
                </a:lnTo>
                <a:lnTo>
                  <a:pt x="87374" y="221036"/>
                </a:lnTo>
                <a:lnTo>
                  <a:pt x="86850" y="209984"/>
                </a:lnTo>
                <a:lnTo>
                  <a:pt x="86136" y="198932"/>
                </a:lnTo>
                <a:lnTo>
                  <a:pt x="85144" y="187880"/>
                </a:lnTo>
                <a:lnTo>
                  <a:pt x="83768" y="176829"/>
                </a:lnTo>
                <a:lnTo>
                  <a:pt x="81887" y="165777"/>
                </a:lnTo>
                <a:lnTo>
                  <a:pt x="79377" y="154725"/>
                </a:lnTo>
                <a:lnTo>
                  <a:pt x="76113" y="143673"/>
                </a:lnTo>
                <a:lnTo>
                  <a:pt x="71995" y="132622"/>
                </a:lnTo>
                <a:lnTo>
                  <a:pt x="66957" y="121570"/>
                </a:lnTo>
                <a:lnTo>
                  <a:pt x="60991" y="110518"/>
                </a:lnTo>
                <a:lnTo>
                  <a:pt x="54158" y="99466"/>
                </a:lnTo>
                <a:lnTo>
                  <a:pt x="46607" y="88414"/>
                </a:lnTo>
                <a:lnTo>
                  <a:pt x="38573" y="77363"/>
                </a:lnTo>
                <a:lnTo>
                  <a:pt x="30376" y="66311"/>
                </a:lnTo>
                <a:lnTo>
                  <a:pt x="22402" y="55259"/>
                </a:lnTo>
                <a:lnTo>
                  <a:pt x="15074" y="44207"/>
                </a:lnTo>
                <a:lnTo>
                  <a:pt x="8822" y="33155"/>
                </a:lnTo>
                <a:lnTo>
                  <a:pt x="4034" y="22104"/>
                </a:lnTo>
                <a:lnTo>
                  <a:pt x="1026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12" y="11052"/>
                </a:lnTo>
                <a:lnTo>
                  <a:pt x="183404" y="22104"/>
                </a:lnTo>
                <a:lnTo>
                  <a:pt x="178617" y="33155"/>
                </a:lnTo>
                <a:lnTo>
                  <a:pt x="172364" y="44207"/>
                </a:lnTo>
                <a:lnTo>
                  <a:pt x="165037" y="55259"/>
                </a:lnTo>
                <a:lnTo>
                  <a:pt x="157062" y="66311"/>
                </a:lnTo>
                <a:lnTo>
                  <a:pt x="148865" y="77363"/>
                </a:lnTo>
                <a:lnTo>
                  <a:pt x="140831" y="88414"/>
                </a:lnTo>
                <a:lnTo>
                  <a:pt x="133280" y="99466"/>
                </a:lnTo>
                <a:lnTo>
                  <a:pt x="126448" y="110518"/>
                </a:lnTo>
                <a:lnTo>
                  <a:pt x="120481" y="121570"/>
                </a:lnTo>
                <a:lnTo>
                  <a:pt x="115443" y="132622"/>
                </a:lnTo>
                <a:lnTo>
                  <a:pt x="111325" y="143673"/>
                </a:lnTo>
                <a:lnTo>
                  <a:pt x="108062" y="154725"/>
                </a:lnTo>
                <a:lnTo>
                  <a:pt x="105551" y="165777"/>
                </a:lnTo>
                <a:lnTo>
                  <a:pt x="103671" y="176829"/>
                </a:lnTo>
                <a:lnTo>
                  <a:pt x="102295" y="187880"/>
                </a:lnTo>
                <a:lnTo>
                  <a:pt x="101302" y="198932"/>
                </a:lnTo>
                <a:lnTo>
                  <a:pt x="100588" y="209984"/>
                </a:lnTo>
                <a:lnTo>
                  <a:pt x="100065" y="221036"/>
                </a:lnTo>
                <a:lnTo>
                  <a:pt x="99664" y="232088"/>
                </a:lnTo>
                <a:lnTo>
                  <a:pt x="99339" y="243139"/>
                </a:lnTo>
                <a:lnTo>
                  <a:pt x="99058" y="254191"/>
                </a:lnTo>
                <a:lnTo>
                  <a:pt x="98802" y="265243"/>
                </a:lnTo>
                <a:lnTo>
                  <a:pt x="98568" y="276295"/>
                </a:lnTo>
                <a:lnTo>
                  <a:pt x="98356" y="287347"/>
                </a:lnTo>
                <a:lnTo>
                  <a:pt x="98176" y="298398"/>
                </a:lnTo>
                <a:lnTo>
                  <a:pt x="98037" y="309450"/>
                </a:lnTo>
                <a:lnTo>
                  <a:pt x="97950" y="320502"/>
                </a:lnTo>
                <a:lnTo>
                  <a:pt x="97923" y="331554"/>
                </a:lnTo>
                <a:lnTo>
                  <a:pt x="97962" y="342606"/>
                </a:lnTo>
                <a:lnTo>
                  <a:pt x="98064" y="353657"/>
                </a:lnTo>
                <a:lnTo>
                  <a:pt x="98223" y="364709"/>
                </a:lnTo>
                <a:lnTo>
                  <a:pt x="98427" y="375761"/>
                </a:lnTo>
                <a:lnTo>
                  <a:pt x="98658" y="386813"/>
                </a:lnTo>
                <a:lnTo>
                  <a:pt x="98895" y="397865"/>
                </a:lnTo>
                <a:lnTo>
                  <a:pt x="99116" y="408916"/>
                </a:lnTo>
                <a:lnTo>
                  <a:pt x="99299" y="419968"/>
                </a:lnTo>
                <a:lnTo>
                  <a:pt x="99428" y="431020"/>
                </a:lnTo>
                <a:lnTo>
                  <a:pt x="99491" y="442072"/>
                </a:lnTo>
                <a:lnTo>
                  <a:pt x="99482" y="453123"/>
                </a:lnTo>
                <a:lnTo>
                  <a:pt x="99405" y="464175"/>
                </a:lnTo>
                <a:lnTo>
                  <a:pt x="99268" y="475227"/>
                </a:lnTo>
                <a:lnTo>
                  <a:pt x="99085" y="486279"/>
                </a:lnTo>
                <a:lnTo>
                  <a:pt x="98871" y="497331"/>
                </a:lnTo>
                <a:lnTo>
                  <a:pt x="98643" y="508382"/>
                </a:lnTo>
                <a:lnTo>
                  <a:pt x="98418" y="519434"/>
                </a:lnTo>
                <a:lnTo>
                  <a:pt x="98207" y="530486"/>
                </a:lnTo>
                <a:lnTo>
                  <a:pt x="98017" y="541538"/>
                </a:lnTo>
                <a:lnTo>
                  <a:pt x="97852" y="552590"/>
                </a:lnTo>
                <a:lnTo>
                  <a:pt x="97712" y="563641"/>
                </a:lnTo>
                <a:lnTo>
                  <a:pt x="97594" y="574693"/>
                </a:lnTo>
                <a:lnTo>
                  <a:pt x="97493" y="585745"/>
                </a:lnTo>
                <a:lnTo>
                  <a:pt x="97405" y="596797"/>
                </a:lnTo>
                <a:lnTo>
                  <a:pt x="97326" y="607849"/>
                </a:lnTo>
                <a:lnTo>
                  <a:pt x="97255" y="618900"/>
                </a:lnTo>
                <a:lnTo>
                  <a:pt x="97191" y="629952"/>
                </a:lnTo>
                <a:lnTo>
                  <a:pt x="97137" y="641004"/>
                </a:lnTo>
                <a:lnTo>
                  <a:pt x="97093" y="652056"/>
                </a:lnTo>
                <a:lnTo>
                  <a:pt x="97062" y="663108"/>
                </a:lnTo>
                <a:lnTo>
                  <a:pt x="97048" y="674159"/>
                </a:lnTo>
                <a:lnTo>
                  <a:pt x="97052" y="685211"/>
                </a:lnTo>
                <a:lnTo>
                  <a:pt x="97076" y="696263"/>
                </a:lnTo>
                <a:lnTo>
                  <a:pt x="97123" y="707315"/>
                </a:lnTo>
                <a:lnTo>
                  <a:pt x="97195" y="718366"/>
                </a:lnTo>
                <a:lnTo>
                  <a:pt x="97295" y="729418"/>
                </a:lnTo>
                <a:lnTo>
                  <a:pt x="97427" y="740470"/>
                </a:lnTo>
                <a:lnTo>
                  <a:pt x="97595" y="751522"/>
                </a:lnTo>
                <a:lnTo>
                  <a:pt x="97804" y="762574"/>
                </a:lnTo>
                <a:lnTo>
                  <a:pt x="98056" y="773625"/>
                </a:lnTo>
                <a:lnTo>
                  <a:pt x="98349" y="784677"/>
                </a:lnTo>
                <a:lnTo>
                  <a:pt x="98680" y="795729"/>
                </a:lnTo>
                <a:lnTo>
                  <a:pt x="99037" y="806781"/>
                </a:lnTo>
                <a:lnTo>
                  <a:pt x="99406" y="817833"/>
                </a:lnTo>
                <a:lnTo>
                  <a:pt x="99766" y="828884"/>
                </a:lnTo>
                <a:lnTo>
                  <a:pt x="100093" y="839936"/>
                </a:lnTo>
                <a:lnTo>
                  <a:pt x="100364" y="850988"/>
                </a:lnTo>
                <a:lnTo>
                  <a:pt x="100553" y="862040"/>
                </a:lnTo>
                <a:lnTo>
                  <a:pt x="100643" y="873092"/>
                </a:lnTo>
                <a:lnTo>
                  <a:pt x="100621" y="884143"/>
                </a:lnTo>
                <a:lnTo>
                  <a:pt x="100482" y="895195"/>
                </a:lnTo>
                <a:lnTo>
                  <a:pt x="100233" y="906247"/>
                </a:lnTo>
                <a:lnTo>
                  <a:pt x="99889" y="917299"/>
                </a:lnTo>
                <a:lnTo>
                  <a:pt x="99472" y="928351"/>
                </a:lnTo>
                <a:lnTo>
                  <a:pt x="99011" y="939402"/>
                </a:lnTo>
                <a:lnTo>
                  <a:pt x="98538" y="950454"/>
                </a:lnTo>
                <a:lnTo>
                  <a:pt x="98084" y="961506"/>
                </a:lnTo>
                <a:lnTo>
                  <a:pt x="97678" y="972558"/>
                </a:lnTo>
                <a:lnTo>
                  <a:pt x="97343" y="983609"/>
                </a:lnTo>
                <a:lnTo>
                  <a:pt x="97095" y="994661"/>
                </a:lnTo>
                <a:lnTo>
                  <a:pt x="96945" y="1005713"/>
                </a:lnTo>
                <a:lnTo>
                  <a:pt x="96891" y="1016765"/>
                </a:lnTo>
                <a:lnTo>
                  <a:pt x="96929" y="1027817"/>
                </a:lnTo>
                <a:lnTo>
                  <a:pt x="97046" y="1038868"/>
                </a:lnTo>
                <a:lnTo>
                  <a:pt x="97226" y="1049920"/>
                </a:lnTo>
                <a:lnTo>
                  <a:pt x="97450" y="1060972"/>
                </a:lnTo>
                <a:lnTo>
                  <a:pt x="97699" y="1072024"/>
                </a:lnTo>
                <a:lnTo>
                  <a:pt x="97954" y="1083076"/>
                </a:lnTo>
                <a:lnTo>
                  <a:pt x="98198" y="1094127"/>
                </a:lnTo>
                <a:lnTo>
                  <a:pt x="98420" y="1105179"/>
                </a:lnTo>
                <a:lnTo>
                  <a:pt x="98609" y="1116231"/>
                </a:lnTo>
                <a:lnTo>
                  <a:pt x="98763" y="1127283"/>
                </a:lnTo>
                <a:lnTo>
                  <a:pt x="98880" y="1138335"/>
                </a:lnTo>
                <a:lnTo>
                  <a:pt x="98964" y="1149386"/>
                </a:lnTo>
                <a:lnTo>
                  <a:pt x="99024" y="1160438"/>
                </a:lnTo>
                <a:lnTo>
                  <a:pt x="99066" y="1171490"/>
                </a:lnTo>
                <a:lnTo>
                  <a:pt x="99100" y="1182542"/>
                </a:lnTo>
                <a:lnTo>
                  <a:pt x="99134" y="1193594"/>
                </a:lnTo>
                <a:lnTo>
                  <a:pt x="99176" y="1204645"/>
                </a:lnTo>
                <a:lnTo>
                  <a:pt x="99229" y="1215697"/>
                </a:lnTo>
                <a:lnTo>
                  <a:pt x="99293" y="1226749"/>
                </a:lnTo>
                <a:lnTo>
                  <a:pt x="99367" y="1237801"/>
                </a:lnTo>
                <a:lnTo>
                  <a:pt x="99444" y="1248853"/>
                </a:lnTo>
                <a:lnTo>
                  <a:pt x="99517" y="1259904"/>
                </a:lnTo>
                <a:lnTo>
                  <a:pt x="99580" y="1270956"/>
                </a:lnTo>
                <a:lnTo>
                  <a:pt x="99624" y="1282008"/>
                </a:lnTo>
                <a:lnTo>
                  <a:pt x="99644" y="1293060"/>
                </a:lnTo>
                <a:lnTo>
                  <a:pt x="99637" y="1304111"/>
                </a:lnTo>
                <a:lnTo>
                  <a:pt x="99605" y="1315163"/>
                </a:lnTo>
                <a:lnTo>
                  <a:pt x="99551" y="1326215"/>
                </a:lnTo>
                <a:lnTo>
                  <a:pt x="99484" y="1337267"/>
                </a:lnTo>
                <a:lnTo>
                  <a:pt x="99413" y="1348319"/>
                </a:lnTo>
                <a:lnTo>
                  <a:pt x="99350" y="1359370"/>
                </a:lnTo>
                <a:lnTo>
                  <a:pt x="99305" y="1370422"/>
                </a:lnTo>
                <a:lnTo>
                  <a:pt x="99287" y="1381474"/>
                </a:lnTo>
                <a:lnTo>
                  <a:pt x="99304" y="1392526"/>
                </a:lnTo>
                <a:lnTo>
                  <a:pt x="99359" y="1403578"/>
                </a:lnTo>
                <a:lnTo>
                  <a:pt x="99452" y="1414629"/>
                </a:lnTo>
                <a:lnTo>
                  <a:pt x="99579" y="1425681"/>
                </a:lnTo>
                <a:lnTo>
                  <a:pt x="99733" y="1436733"/>
                </a:lnTo>
                <a:lnTo>
                  <a:pt x="99907" y="1447785"/>
                </a:lnTo>
                <a:lnTo>
                  <a:pt x="100091" y="1458837"/>
                </a:lnTo>
                <a:lnTo>
                  <a:pt x="100275" y="1469888"/>
                </a:lnTo>
                <a:lnTo>
                  <a:pt x="100454" y="1480940"/>
                </a:lnTo>
                <a:lnTo>
                  <a:pt x="100621" y="1491992"/>
                </a:lnTo>
                <a:lnTo>
                  <a:pt x="100777" y="1503044"/>
                </a:lnTo>
                <a:lnTo>
                  <a:pt x="100926" y="1514096"/>
                </a:lnTo>
                <a:lnTo>
                  <a:pt x="101078" y="1525147"/>
                </a:lnTo>
                <a:lnTo>
                  <a:pt x="101251" y="1536199"/>
                </a:lnTo>
                <a:lnTo>
                  <a:pt x="101470" y="1547251"/>
                </a:lnTo>
                <a:lnTo>
                  <a:pt x="101772" y="1558303"/>
                </a:lnTo>
                <a:lnTo>
                  <a:pt x="102201" y="1569354"/>
                </a:lnTo>
                <a:lnTo>
                  <a:pt x="102815" y="1580406"/>
                </a:lnTo>
                <a:lnTo>
                  <a:pt x="103680" y="1591458"/>
                </a:lnTo>
                <a:lnTo>
                  <a:pt x="104868" y="1602510"/>
                </a:lnTo>
                <a:lnTo>
                  <a:pt x="106457" y="1613562"/>
                </a:lnTo>
                <a:lnTo>
                  <a:pt x="108520" y="1624613"/>
                </a:lnTo>
                <a:lnTo>
                  <a:pt x="111116" y="1635665"/>
                </a:lnTo>
                <a:lnTo>
                  <a:pt x="114282" y="1646717"/>
                </a:lnTo>
                <a:lnTo>
                  <a:pt x="118021" y="1657769"/>
                </a:lnTo>
                <a:lnTo>
                  <a:pt x="122292" y="1668821"/>
                </a:lnTo>
                <a:lnTo>
                  <a:pt x="127001" y="1679872"/>
                </a:lnTo>
                <a:lnTo>
                  <a:pt x="132002" y="1690924"/>
                </a:lnTo>
                <a:lnTo>
                  <a:pt x="137096" y="1701976"/>
                </a:lnTo>
                <a:lnTo>
                  <a:pt x="142046" y="1713028"/>
                </a:lnTo>
                <a:lnTo>
                  <a:pt x="146590" y="1724080"/>
                </a:lnTo>
                <a:lnTo>
                  <a:pt x="150465" y="1735131"/>
                </a:lnTo>
                <a:lnTo>
                  <a:pt x="153430" y="1746183"/>
                </a:lnTo>
                <a:lnTo>
                  <a:pt x="155292" y="1757235"/>
                </a:lnTo>
                <a:lnTo>
                  <a:pt x="155927" y="1768287"/>
                </a:lnTo>
                <a:lnTo>
                  <a:pt x="155927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3" name="data_3742">
            <a:extLst>
              <a:ext uri="{FF2B5EF4-FFF2-40B4-BE49-F238E27FC236}">
                <a16:creationId xmlns:a16="http://schemas.microsoft.com/office/drawing/2014/main" id="{EF76E2AE-F8A4-4240-9C7C-F13169EFF1E9}"/>
              </a:ext>
            </a:extLst>
          </p:cNvPr>
          <p:cNvSpPr>
            <a:spLocks/>
          </p:cNvSpPr>
          <p:nvPr/>
        </p:nvSpPr>
        <p:spPr>
          <a:xfrm>
            <a:off x="836802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8660" y="1768287"/>
                </a:moveTo>
                <a:lnTo>
                  <a:pt x="48779" y="1768287"/>
                </a:lnTo>
                <a:lnTo>
                  <a:pt x="49253" y="1757235"/>
                </a:lnTo>
                <a:lnTo>
                  <a:pt x="50645" y="1746183"/>
                </a:lnTo>
                <a:lnTo>
                  <a:pt x="52862" y="1735131"/>
                </a:lnTo>
                <a:lnTo>
                  <a:pt x="55765" y="1724080"/>
                </a:lnTo>
                <a:lnTo>
                  <a:pt x="59176" y="1713028"/>
                </a:lnTo>
                <a:lnTo>
                  <a:pt x="62901" y="1701976"/>
                </a:lnTo>
                <a:lnTo>
                  <a:pt x="66749" y="1690924"/>
                </a:lnTo>
                <a:lnTo>
                  <a:pt x="70543" y="1679872"/>
                </a:lnTo>
                <a:lnTo>
                  <a:pt x="74137" y="1668821"/>
                </a:lnTo>
                <a:lnTo>
                  <a:pt x="77418" y="1657769"/>
                </a:lnTo>
                <a:lnTo>
                  <a:pt x="80318" y="1646717"/>
                </a:lnTo>
                <a:lnTo>
                  <a:pt x="82801" y="1635665"/>
                </a:lnTo>
                <a:lnTo>
                  <a:pt x="84866" y="1624613"/>
                </a:lnTo>
                <a:lnTo>
                  <a:pt x="86537" y="1613562"/>
                </a:lnTo>
                <a:lnTo>
                  <a:pt x="87853" y="1602510"/>
                </a:lnTo>
                <a:lnTo>
                  <a:pt x="88864" y="1591458"/>
                </a:lnTo>
                <a:lnTo>
                  <a:pt x="89621" y="1580406"/>
                </a:lnTo>
                <a:lnTo>
                  <a:pt x="90174" y="1569354"/>
                </a:lnTo>
                <a:lnTo>
                  <a:pt x="90567" y="1558303"/>
                </a:lnTo>
                <a:lnTo>
                  <a:pt x="90837" y="1547251"/>
                </a:lnTo>
                <a:lnTo>
                  <a:pt x="91015" y="1536199"/>
                </a:lnTo>
                <a:lnTo>
                  <a:pt x="91122" y="1525147"/>
                </a:lnTo>
                <a:lnTo>
                  <a:pt x="91178" y="1514096"/>
                </a:lnTo>
                <a:lnTo>
                  <a:pt x="91194" y="1503044"/>
                </a:lnTo>
                <a:lnTo>
                  <a:pt x="91180" y="1491992"/>
                </a:lnTo>
                <a:lnTo>
                  <a:pt x="91144" y="1480940"/>
                </a:lnTo>
                <a:lnTo>
                  <a:pt x="91090" y="1469888"/>
                </a:lnTo>
                <a:lnTo>
                  <a:pt x="91021" y="1458837"/>
                </a:lnTo>
                <a:lnTo>
                  <a:pt x="90941" y="1447785"/>
                </a:lnTo>
                <a:lnTo>
                  <a:pt x="90852" y="1436733"/>
                </a:lnTo>
                <a:lnTo>
                  <a:pt x="90754" y="1425681"/>
                </a:lnTo>
                <a:lnTo>
                  <a:pt x="90651" y="1414629"/>
                </a:lnTo>
                <a:lnTo>
                  <a:pt x="90543" y="1403578"/>
                </a:lnTo>
                <a:lnTo>
                  <a:pt x="90434" y="1392526"/>
                </a:lnTo>
                <a:lnTo>
                  <a:pt x="90326" y="1381474"/>
                </a:lnTo>
                <a:lnTo>
                  <a:pt x="90223" y="1370422"/>
                </a:lnTo>
                <a:lnTo>
                  <a:pt x="90130" y="1359370"/>
                </a:lnTo>
                <a:lnTo>
                  <a:pt x="90050" y="1348319"/>
                </a:lnTo>
                <a:lnTo>
                  <a:pt x="89987" y="1337267"/>
                </a:lnTo>
                <a:lnTo>
                  <a:pt x="89945" y="1326215"/>
                </a:lnTo>
                <a:lnTo>
                  <a:pt x="89924" y="1315163"/>
                </a:lnTo>
                <a:lnTo>
                  <a:pt x="89926" y="1304111"/>
                </a:lnTo>
                <a:lnTo>
                  <a:pt x="89949" y="1293060"/>
                </a:lnTo>
                <a:lnTo>
                  <a:pt x="89991" y="1282008"/>
                </a:lnTo>
                <a:lnTo>
                  <a:pt x="90049" y="1270956"/>
                </a:lnTo>
                <a:lnTo>
                  <a:pt x="90120" y="1259904"/>
                </a:lnTo>
                <a:lnTo>
                  <a:pt x="90201" y="1248853"/>
                </a:lnTo>
                <a:lnTo>
                  <a:pt x="90292" y="1237801"/>
                </a:lnTo>
                <a:lnTo>
                  <a:pt x="90393" y="1226749"/>
                </a:lnTo>
                <a:lnTo>
                  <a:pt x="90503" y="1215697"/>
                </a:lnTo>
                <a:lnTo>
                  <a:pt x="90626" y="1204645"/>
                </a:lnTo>
                <a:lnTo>
                  <a:pt x="90764" y="1193594"/>
                </a:lnTo>
                <a:lnTo>
                  <a:pt x="90918" y="1182542"/>
                </a:lnTo>
                <a:lnTo>
                  <a:pt x="91090" y="1171490"/>
                </a:lnTo>
                <a:lnTo>
                  <a:pt x="91278" y="1160438"/>
                </a:lnTo>
                <a:lnTo>
                  <a:pt x="91481" y="1149386"/>
                </a:lnTo>
                <a:lnTo>
                  <a:pt x="91694" y="1138335"/>
                </a:lnTo>
                <a:lnTo>
                  <a:pt x="91910" y="1127283"/>
                </a:lnTo>
                <a:lnTo>
                  <a:pt x="92121" y="1116231"/>
                </a:lnTo>
                <a:lnTo>
                  <a:pt x="92319" y="1105179"/>
                </a:lnTo>
                <a:lnTo>
                  <a:pt x="92493" y="1094127"/>
                </a:lnTo>
                <a:lnTo>
                  <a:pt x="92635" y="1083076"/>
                </a:lnTo>
                <a:lnTo>
                  <a:pt x="92734" y="1072024"/>
                </a:lnTo>
                <a:lnTo>
                  <a:pt x="92782" y="1060972"/>
                </a:lnTo>
                <a:lnTo>
                  <a:pt x="92770" y="1049920"/>
                </a:lnTo>
                <a:lnTo>
                  <a:pt x="92691" y="1038868"/>
                </a:lnTo>
                <a:lnTo>
                  <a:pt x="92539" y="1027817"/>
                </a:lnTo>
                <a:lnTo>
                  <a:pt x="92311" y="1016765"/>
                </a:lnTo>
                <a:lnTo>
                  <a:pt x="92007" y="1005713"/>
                </a:lnTo>
                <a:lnTo>
                  <a:pt x="91629" y="994661"/>
                </a:lnTo>
                <a:lnTo>
                  <a:pt x="91185" y="983609"/>
                </a:lnTo>
                <a:lnTo>
                  <a:pt x="90688" y="972558"/>
                </a:lnTo>
                <a:lnTo>
                  <a:pt x="90156" y="961506"/>
                </a:lnTo>
                <a:lnTo>
                  <a:pt x="89611" y="950454"/>
                </a:lnTo>
                <a:lnTo>
                  <a:pt x="89080" y="939402"/>
                </a:lnTo>
                <a:lnTo>
                  <a:pt x="88591" y="928351"/>
                </a:lnTo>
                <a:lnTo>
                  <a:pt x="88171" y="917299"/>
                </a:lnTo>
                <a:lnTo>
                  <a:pt x="87846" y="906247"/>
                </a:lnTo>
                <a:lnTo>
                  <a:pt x="87634" y="895195"/>
                </a:lnTo>
                <a:lnTo>
                  <a:pt x="87548" y="884143"/>
                </a:lnTo>
                <a:lnTo>
                  <a:pt x="87591" y="873092"/>
                </a:lnTo>
                <a:lnTo>
                  <a:pt x="87756" y="862040"/>
                </a:lnTo>
                <a:lnTo>
                  <a:pt x="88030" y="850988"/>
                </a:lnTo>
                <a:lnTo>
                  <a:pt x="88389" y="839936"/>
                </a:lnTo>
                <a:lnTo>
                  <a:pt x="88808" y="828884"/>
                </a:lnTo>
                <a:lnTo>
                  <a:pt x="89257" y="817833"/>
                </a:lnTo>
                <a:lnTo>
                  <a:pt x="89706" y="806781"/>
                </a:lnTo>
                <a:lnTo>
                  <a:pt x="90129" y="795729"/>
                </a:lnTo>
                <a:lnTo>
                  <a:pt x="90503" y="784677"/>
                </a:lnTo>
                <a:lnTo>
                  <a:pt x="90811" y="773625"/>
                </a:lnTo>
                <a:lnTo>
                  <a:pt x="91039" y="762574"/>
                </a:lnTo>
                <a:lnTo>
                  <a:pt x="91182" y="751522"/>
                </a:lnTo>
                <a:lnTo>
                  <a:pt x="91236" y="740470"/>
                </a:lnTo>
                <a:lnTo>
                  <a:pt x="91204" y="729418"/>
                </a:lnTo>
                <a:lnTo>
                  <a:pt x="91089" y="718366"/>
                </a:lnTo>
                <a:lnTo>
                  <a:pt x="90897" y="707315"/>
                </a:lnTo>
                <a:lnTo>
                  <a:pt x="90638" y="696263"/>
                </a:lnTo>
                <a:lnTo>
                  <a:pt x="90321" y="685211"/>
                </a:lnTo>
                <a:lnTo>
                  <a:pt x="89961" y="674159"/>
                </a:lnTo>
                <a:lnTo>
                  <a:pt x="89572" y="663108"/>
                </a:lnTo>
                <a:lnTo>
                  <a:pt x="89171" y="652056"/>
                </a:lnTo>
                <a:lnTo>
                  <a:pt x="88776" y="641004"/>
                </a:lnTo>
                <a:lnTo>
                  <a:pt x="88407" y="629952"/>
                </a:lnTo>
                <a:lnTo>
                  <a:pt x="88080" y="618900"/>
                </a:lnTo>
                <a:lnTo>
                  <a:pt x="87812" y="607849"/>
                </a:lnTo>
                <a:lnTo>
                  <a:pt x="87615" y="596797"/>
                </a:lnTo>
                <a:lnTo>
                  <a:pt x="87497" y="585745"/>
                </a:lnTo>
                <a:lnTo>
                  <a:pt x="87460" y="574693"/>
                </a:lnTo>
                <a:lnTo>
                  <a:pt x="87500" y="563641"/>
                </a:lnTo>
                <a:lnTo>
                  <a:pt x="87610" y="552590"/>
                </a:lnTo>
                <a:lnTo>
                  <a:pt x="87779" y="541538"/>
                </a:lnTo>
                <a:lnTo>
                  <a:pt x="87993" y="530486"/>
                </a:lnTo>
                <a:lnTo>
                  <a:pt x="88239" y="519434"/>
                </a:lnTo>
                <a:lnTo>
                  <a:pt x="88505" y="508382"/>
                </a:lnTo>
                <a:lnTo>
                  <a:pt x="88781" y="497331"/>
                </a:lnTo>
                <a:lnTo>
                  <a:pt x="89059" y="486279"/>
                </a:lnTo>
                <a:lnTo>
                  <a:pt x="89334" y="475227"/>
                </a:lnTo>
                <a:lnTo>
                  <a:pt x="89605" y="464175"/>
                </a:lnTo>
                <a:lnTo>
                  <a:pt x="89868" y="453123"/>
                </a:lnTo>
                <a:lnTo>
                  <a:pt x="90125" y="442072"/>
                </a:lnTo>
                <a:lnTo>
                  <a:pt x="90373" y="431020"/>
                </a:lnTo>
                <a:lnTo>
                  <a:pt x="90610" y="419968"/>
                </a:lnTo>
                <a:lnTo>
                  <a:pt x="90834" y="408916"/>
                </a:lnTo>
                <a:lnTo>
                  <a:pt x="91041" y="397865"/>
                </a:lnTo>
                <a:lnTo>
                  <a:pt x="91227" y="386813"/>
                </a:lnTo>
                <a:lnTo>
                  <a:pt x="91387" y="375761"/>
                </a:lnTo>
                <a:lnTo>
                  <a:pt x="91519" y="364709"/>
                </a:lnTo>
                <a:lnTo>
                  <a:pt x="91622" y="353657"/>
                </a:lnTo>
                <a:lnTo>
                  <a:pt x="91695" y="342606"/>
                </a:lnTo>
                <a:lnTo>
                  <a:pt x="91741" y="331554"/>
                </a:lnTo>
                <a:lnTo>
                  <a:pt x="91763" y="320502"/>
                </a:lnTo>
                <a:lnTo>
                  <a:pt x="91767" y="309450"/>
                </a:lnTo>
                <a:lnTo>
                  <a:pt x="91756" y="298398"/>
                </a:lnTo>
                <a:lnTo>
                  <a:pt x="91734" y="287347"/>
                </a:lnTo>
                <a:lnTo>
                  <a:pt x="91702" y="276295"/>
                </a:lnTo>
                <a:lnTo>
                  <a:pt x="91655" y="265243"/>
                </a:lnTo>
                <a:lnTo>
                  <a:pt x="91585" y="254191"/>
                </a:lnTo>
                <a:lnTo>
                  <a:pt x="91472" y="243139"/>
                </a:lnTo>
                <a:lnTo>
                  <a:pt x="91287" y="232088"/>
                </a:lnTo>
                <a:lnTo>
                  <a:pt x="90987" y="221036"/>
                </a:lnTo>
                <a:lnTo>
                  <a:pt x="90513" y="209984"/>
                </a:lnTo>
                <a:lnTo>
                  <a:pt x="89792" y="198932"/>
                </a:lnTo>
                <a:lnTo>
                  <a:pt x="88731" y="187880"/>
                </a:lnTo>
                <a:lnTo>
                  <a:pt x="87224" y="176829"/>
                </a:lnTo>
                <a:lnTo>
                  <a:pt x="85152" y="165777"/>
                </a:lnTo>
                <a:lnTo>
                  <a:pt x="82394" y="154725"/>
                </a:lnTo>
                <a:lnTo>
                  <a:pt x="78840" y="143673"/>
                </a:lnTo>
                <a:lnTo>
                  <a:pt x="74398" y="132622"/>
                </a:lnTo>
                <a:lnTo>
                  <a:pt x="69019" y="121570"/>
                </a:lnTo>
                <a:lnTo>
                  <a:pt x="62707" y="110518"/>
                </a:lnTo>
                <a:lnTo>
                  <a:pt x="55542" y="99466"/>
                </a:lnTo>
                <a:lnTo>
                  <a:pt x="47683" y="88414"/>
                </a:lnTo>
                <a:lnTo>
                  <a:pt x="39375" y="77363"/>
                </a:lnTo>
                <a:lnTo>
                  <a:pt x="30945" y="66311"/>
                </a:lnTo>
                <a:lnTo>
                  <a:pt x="22781" y="55259"/>
                </a:lnTo>
                <a:lnTo>
                  <a:pt x="15307" y="44207"/>
                </a:lnTo>
                <a:lnTo>
                  <a:pt x="8948" y="33155"/>
                </a:lnTo>
                <a:lnTo>
                  <a:pt x="4089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0" y="22104"/>
                </a:lnTo>
                <a:lnTo>
                  <a:pt x="178491" y="33155"/>
                </a:lnTo>
                <a:lnTo>
                  <a:pt x="172131" y="44207"/>
                </a:lnTo>
                <a:lnTo>
                  <a:pt x="164657" y="55259"/>
                </a:lnTo>
                <a:lnTo>
                  <a:pt x="156493" y="66311"/>
                </a:lnTo>
                <a:lnTo>
                  <a:pt x="148063" y="77363"/>
                </a:lnTo>
                <a:lnTo>
                  <a:pt x="139756" y="88414"/>
                </a:lnTo>
                <a:lnTo>
                  <a:pt x="131896" y="99466"/>
                </a:lnTo>
                <a:lnTo>
                  <a:pt x="124731" y="110518"/>
                </a:lnTo>
                <a:lnTo>
                  <a:pt x="118420" y="121570"/>
                </a:lnTo>
                <a:lnTo>
                  <a:pt x="113040" y="132622"/>
                </a:lnTo>
                <a:lnTo>
                  <a:pt x="108599" y="143673"/>
                </a:lnTo>
                <a:lnTo>
                  <a:pt x="105044" y="154725"/>
                </a:lnTo>
                <a:lnTo>
                  <a:pt x="102287" y="165777"/>
                </a:lnTo>
                <a:lnTo>
                  <a:pt x="100215" y="176829"/>
                </a:lnTo>
                <a:lnTo>
                  <a:pt x="98707" y="187880"/>
                </a:lnTo>
                <a:lnTo>
                  <a:pt x="97646" y="198932"/>
                </a:lnTo>
                <a:lnTo>
                  <a:pt x="96925" y="209984"/>
                </a:lnTo>
                <a:lnTo>
                  <a:pt x="96452" y="221036"/>
                </a:lnTo>
                <a:lnTo>
                  <a:pt x="96152" y="232088"/>
                </a:lnTo>
                <a:lnTo>
                  <a:pt x="95966" y="243139"/>
                </a:lnTo>
                <a:lnTo>
                  <a:pt x="95853" y="254191"/>
                </a:lnTo>
                <a:lnTo>
                  <a:pt x="95783" y="265243"/>
                </a:lnTo>
                <a:lnTo>
                  <a:pt x="95737" y="276295"/>
                </a:lnTo>
                <a:lnTo>
                  <a:pt x="95705" y="287347"/>
                </a:lnTo>
                <a:lnTo>
                  <a:pt x="95683" y="298398"/>
                </a:lnTo>
                <a:lnTo>
                  <a:pt x="95672" y="309450"/>
                </a:lnTo>
                <a:lnTo>
                  <a:pt x="95675" y="320502"/>
                </a:lnTo>
                <a:lnTo>
                  <a:pt x="95698" y="331554"/>
                </a:lnTo>
                <a:lnTo>
                  <a:pt x="95743" y="342606"/>
                </a:lnTo>
                <a:lnTo>
                  <a:pt x="95817" y="353657"/>
                </a:lnTo>
                <a:lnTo>
                  <a:pt x="95919" y="364709"/>
                </a:lnTo>
                <a:lnTo>
                  <a:pt x="96051" y="375761"/>
                </a:lnTo>
                <a:lnTo>
                  <a:pt x="96212" y="386813"/>
                </a:lnTo>
                <a:lnTo>
                  <a:pt x="96397" y="397865"/>
                </a:lnTo>
                <a:lnTo>
                  <a:pt x="96604" y="408916"/>
                </a:lnTo>
                <a:lnTo>
                  <a:pt x="96828" y="419968"/>
                </a:lnTo>
                <a:lnTo>
                  <a:pt x="97066" y="431020"/>
                </a:lnTo>
                <a:lnTo>
                  <a:pt x="97314" y="442072"/>
                </a:lnTo>
                <a:lnTo>
                  <a:pt x="97570" y="453123"/>
                </a:lnTo>
                <a:lnTo>
                  <a:pt x="97834" y="464175"/>
                </a:lnTo>
                <a:lnTo>
                  <a:pt x="98104" y="475227"/>
                </a:lnTo>
                <a:lnTo>
                  <a:pt x="98380" y="486279"/>
                </a:lnTo>
                <a:lnTo>
                  <a:pt x="98658" y="497331"/>
                </a:lnTo>
                <a:lnTo>
                  <a:pt x="98933" y="508382"/>
                </a:lnTo>
                <a:lnTo>
                  <a:pt x="99199" y="519434"/>
                </a:lnTo>
                <a:lnTo>
                  <a:pt x="99446" y="530486"/>
                </a:lnTo>
                <a:lnTo>
                  <a:pt x="99660" y="541538"/>
                </a:lnTo>
                <a:lnTo>
                  <a:pt x="99828" y="552590"/>
                </a:lnTo>
                <a:lnTo>
                  <a:pt x="99938" y="563641"/>
                </a:lnTo>
                <a:lnTo>
                  <a:pt x="99978" y="574693"/>
                </a:lnTo>
                <a:lnTo>
                  <a:pt x="99941" y="585745"/>
                </a:lnTo>
                <a:lnTo>
                  <a:pt x="99823" y="596797"/>
                </a:lnTo>
                <a:lnTo>
                  <a:pt x="99626" y="607849"/>
                </a:lnTo>
                <a:lnTo>
                  <a:pt x="99358" y="618900"/>
                </a:lnTo>
                <a:lnTo>
                  <a:pt x="99032" y="629952"/>
                </a:lnTo>
                <a:lnTo>
                  <a:pt x="98662" y="641004"/>
                </a:lnTo>
                <a:lnTo>
                  <a:pt x="98267" y="652056"/>
                </a:lnTo>
                <a:lnTo>
                  <a:pt x="97866" y="663108"/>
                </a:lnTo>
                <a:lnTo>
                  <a:pt x="97477" y="674159"/>
                </a:lnTo>
                <a:lnTo>
                  <a:pt x="97117" y="685211"/>
                </a:lnTo>
                <a:lnTo>
                  <a:pt x="96801" y="696263"/>
                </a:lnTo>
                <a:lnTo>
                  <a:pt x="96542" y="707315"/>
                </a:lnTo>
                <a:lnTo>
                  <a:pt x="96350" y="718366"/>
                </a:lnTo>
                <a:lnTo>
                  <a:pt x="96234" y="729418"/>
                </a:lnTo>
                <a:lnTo>
                  <a:pt x="96202" y="740470"/>
                </a:lnTo>
                <a:lnTo>
                  <a:pt x="96256" y="751522"/>
                </a:lnTo>
                <a:lnTo>
                  <a:pt x="96399" y="762574"/>
                </a:lnTo>
                <a:lnTo>
                  <a:pt x="96628" y="773625"/>
                </a:lnTo>
                <a:lnTo>
                  <a:pt x="96935" y="784677"/>
                </a:lnTo>
                <a:lnTo>
                  <a:pt x="97309" y="795729"/>
                </a:lnTo>
                <a:lnTo>
                  <a:pt x="97732" y="806781"/>
                </a:lnTo>
                <a:lnTo>
                  <a:pt x="98181" y="817833"/>
                </a:lnTo>
                <a:lnTo>
                  <a:pt x="98630" y="828884"/>
                </a:lnTo>
                <a:lnTo>
                  <a:pt x="99049" y="839936"/>
                </a:lnTo>
                <a:lnTo>
                  <a:pt x="99409" y="850988"/>
                </a:lnTo>
                <a:lnTo>
                  <a:pt x="99682" y="862040"/>
                </a:lnTo>
                <a:lnTo>
                  <a:pt x="99848" y="873092"/>
                </a:lnTo>
                <a:lnTo>
                  <a:pt x="99890" y="884143"/>
                </a:lnTo>
                <a:lnTo>
                  <a:pt x="99804" y="895195"/>
                </a:lnTo>
                <a:lnTo>
                  <a:pt x="99593" y="906247"/>
                </a:lnTo>
                <a:lnTo>
                  <a:pt x="99267" y="917299"/>
                </a:lnTo>
                <a:lnTo>
                  <a:pt x="98847" y="928351"/>
                </a:lnTo>
                <a:lnTo>
                  <a:pt x="98358" y="939402"/>
                </a:lnTo>
                <a:lnTo>
                  <a:pt x="97827" y="950454"/>
                </a:lnTo>
                <a:lnTo>
                  <a:pt x="97282" y="961506"/>
                </a:lnTo>
                <a:lnTo>
                  <a:pt x="96750" y="972558"/>
                </a:lnTo>
                <a:lnTo>
                  <a:pt x="96253" y="983609"/>
                </a:lnTo>
                <a:lnTo>
                  <a:pt x="95810" y="994661"/>
                </a:lnTo>
                <a:lnTo>
                  <a:pt x="95432" y="1005713"/>
                </a:lnTo>
                <a:lnTo>
                  <a:pt x="95127" y="1016765"/>
                </a:lnTo>
                <a:lnTo>
                  <a:pt x="94899" y="1027817"/>
                </a:lnTo>
                <a:lnTo>
                  <a:pt x="94748" y="1038868"/>
                </a:lnTo>
                <a:lnTo>
                  <a:pt x="94669" y="1049920"/>
                </a:lnTo>
                <a:lnTo>
                  <a:pt x="94657" y="1060972"/>
                </a:lnTo>
                <a:lnTo>
                  <a:pt x="94704" y="1072024"/>
                </a:lnTo>
                <a:lnTo>
                  <a:pt x="94804" y="1083076"/>
                </a:lnTo>
                <a:lnTo>
                  <a:pt x="94945" y="1094127"/>
                </a:lnTo>
                <a:lnTo>
                  <a:pt x="95120" y="1105179"/>
                </a:lnTo>
                <a:lnTo>
                  <a:pt x="95317" y="1116231"/>
                </a:lnTo>
                <a:lnTo>
                  <a:pt x="95529" y="1127283"/>
                </a:lnTo>
                <a:lnTo>
                  <a:pt x="95745" y="1138335"/>
                </a:lnTo>
                <a:lnTo>
                  <a:pt x="95957" y="1149386"/>
                </a:lnTo>
                <a:lnTo>
                  <a:pt x="96160" y="1160438"/>
                </a:lnTo>
                <a:lnTo>
                  <a:pt x="96349" y="1171490"/>
                </a:lnTo>
                <a:lnTo>
                  <a:pt x="96520" y="1182542"/>
                </a:lnTo>
                <a:lnTo>
                  <a:pt x="96675" y="1193594"/>
                </a:lnTo>
                <a:lnTo>
                  <a:pt x="96812" y="1204645"/>
                </a:lnTo>
                <a:lnTo>
                  <a:pt x="96935" y="1215697"/>
                </a:lnTo>
                <a:lnTo>
                  <a:pt x="97046" y="1226749"/>
                </a:lnTo>
                <a:lnTo>
                  <a:pt x="97146" y="1237801"/>
                </a:lnTo>
                <a:lnTo>
                  <a:pt x="97237" y="1248853"/>
                </a:lnTo>
                <a:lnTo>
                  <a:pt x="97318" y="1259904"/>
                </a:lnTo>
                <a:lnTo>
                  <a:pt x="97389" y="1270956"/>
                </a:lnTo>
                <a:lnTo>
                  <a:pt x="97447" y="1282008"/>
                </a:lnTo>
                <a:lnTo>
                  <a:pt x="97489" y="1293060"/>
                </a:lnTo>
                <a:lnTo>
                  <a:pt x="97512" y="1304111"/>
                </a:lnTo>
                <a:lnTo>
                  <a:pt x="97514" y="1315163"/>
                </a:lnTo>
                <a:lnTo>
                  <a:pt x="97494" y="1326215"/>
                </a:lnTo>
                <a:lnTo>
                  <a:pt x="97451" y="1337267"/>
                </a:lnTo>
                <a:lnTo>
                  <a:pt x="97389" y="1348319"/>
                </a:lnTo>
                <a:lnTo>
                  <a:pt x="97309" y="1359370"/>
                </a:lnTo>
                <a:lnTo>
                  <a:pt x="97215" y="1370422"/>
                </a:lnTo>
                <a:lnTo>
                  <a:pt x="97112" y="1381474"/>
                </a:lnTo>
                <a:lnTo>
                  <a:pt x="97004" y="1392526"/>
                </a:lnTo>
                <a:lnTo>
                  <a:pt x="96895" y="1403578"/>
                </a:lnTo>
                <a:lnTo>
                  <a:pt x="96787" y="1414629"/>
                </a:lnTo>
                <a:lnTo>
                  <a:pt x="96684" y="1425681"/>
                </a:lnTo>
                <a:lnTo>
                  <a:pt x="96587" y="1436733"/>
                </a:lnTo>
                <a:lnTo>
                  <a:pt x="96497" y="1447785"/>
                </a:lnTo>
                <a:lnTo>
                  <a:pt x="96417" y="1458837"/>
                </a:lnTo>
                <a:lnTo>
                  <a:pt x="96349" y="1469888"/>
                </a:lnTo>
                <a:lnTo>
                  <a:pt x="96294" y="1480940"/>
                </a:lnTo>
                <a:lnTo>
                  <a:pt x="96258" y="1491992"/>
                </a:lnTo>
                <a:lnTo>
                  <a:pt x="96245" y="1503044"/>
                </a:lnTo>
                <a:lnTo>
                  <a:pt x="96261" y="1514096"/>
                </a:lnTo>
                <a:lnTo>
                  <a:pt x="96316" y="1525147"/>
                </a:lnTo>
                <a:lnTo>
                  <a:pt x="96424" y="1536199"/>
                </a:lnTo>
                <a:lnTo>
                  <a:pt x="96601" y="1547251"/>
                </a:lnTo>
                <a:lnTo>
                  <a:pt x="96871" y="1558303"/>
                </a:lnTo>
                <a:lnTo>
                  <a:pt x="97264" y="1569354"/>
                </a:lnTo>
                <a:lnTo>
                  <a:pt x="97817" y="1580406"/>
                </a:lnTo>
                <a:lnTo>
                  <a:pt x="98575" y="1591458"/>
                </a:lnTo>
                <a:lnTo>
                  <a:pt x="99585" y="1602510"/>
                </a:lnTo>
                <a:lnTo>
                  <a:pt x="100902" y="1613562"/>
                </a:lnTo>
                <a:lnTo>
                  <a:pt x="102572" y="1624613"/>
                </a:lnTo>
                <a:lnTo>
                  <a:pt x="104638" y="1635665"/>
                </a:lnTo>
                <a:lnTo>
                  <a:pt x="107121" y="1646717"/>
                </a:lnTo>
                <a:lnTo>
                  <a:pt x="110020" y="1657769"/>
                </a:lnTo>
                <a:lnTo>
                  <a:pt x="113302" y="1668821"/>
                </a:lnTo>
                <a:lnTo>
                  <a:pt x="116895" y="1679872"/>
                </a:lnTo>
                <a:lnTo>
                  <a:pt x="120689" y="1690924"/>
                </a:lnTo>
                <a:lnTo>
                  <a:pt x="124537" y="1701976"/>
                </a:lnTo>
                <a:lnTo>
                  <a:pt x="128263" y="1713028"/>
                </a:lnTo>
                <a:lnTo>
                  <a:pt x="131674" y="1724080"/>
                </a:lnTo>
                <a:lnTo>
                  <a:pt x="134576" y="1735131"/>
                </a:lnTo>
                <a:lnTo>
                  <a:pt x="136793" y="1746183"/>
                </a:lnTo>
                <a:lnTo>
                  <a:pt x="138185" y="1757235"/>
                </a:lnTo>
                <a:lnTo>
                  <a:pt x="138660" y="1768287"/>
                </a:lnTo>
                <a:lnTo>
                  <a:pt x="138660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4" name="data_3743">
            <a:extLst>
              <a:ext uri="{FF2B5EF4-FFF2-40B4-BE49-F238E27FC236}">
                <a16:creationId xmlns:a16="http://schemas.microsoft.com/office/drawing/2014/main" id="{8164F486-69D8-4603-B76E-484EBCCD01F3}"/>
              </a:ext>
            </a:extLst>
          </p:cNvPr>
          <p:cNvSpPr>
            <a:spLocks/>
          </p:cNvSpPr>
          <p:nvPr/>
        </p:nvSpPr>
        <p:spPr>
          <a:xfrm>
            <a:off x="86213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20098" y="1768287"/>
                </a:moveTo>
                <a:lnTo>
                  <a:pt x="67340" y="1768287"/>
                </a:lnTo>
                <a:lnTo>
                  <a:pt x="67590" y="1757235"/>
                </a:lnTo>
                <a:lnTo>
                  <a:pt x="68321" y="1746183"/>
                </a:lnTo>
                <a:lnTo>
                  <a:pt x="69488" y="1735131"/>
                </a:lnTo>
                <a:lnTo>
                  <a:pt x="71016" y="1724080"/>
                </a:lnTo>
                <a:lnTo>
                  <a:pt x="72813" y="1713028"/>
                </a:lnTo>
                <a:lnTo>
                  <a:pt x="74779" y="1701976"/>
                </a:lnTo>
                <a:lnTo>
                  <a:pt x="76813" y="1690924"/>
                </a:lnTo>
                <a:lnTo>
                  <a:pt x="78820" y="1679872"/>
                </a:lnTo>
                <a:lnTo>
                  <a:pt x="80724" y="1668821"/>
                </a:lnTo>
                <a:lnTo>
                  <a:pt x="82466" y="1657769"/>
                </a:lnTo>
                <a:lnTo>
                  <a:pt x="84007" y="1646717"/>
                </a:lnTo>
                <a:lnTo>
                  <a:pt x="85327" y="1635665"/>
                </a:lnTo>
                <a:lnTo>
                  <a:pt x="86427" y="1624613"/>
                </a:lnTo>
                <a:lnTo>
                  <a:pt x="87319" y="1613562"/>
                </a:lnTo>
                <a:lnTo>
                  <a:pt x="88026" y="1602510"/>
                </a:lnTo>
                <a:lnTo>
                  <a:pt x="88576" y="1591458"/>
                </a:lnTo>
                <a:lnTo>
                  <a:pt x="88999" y="1580406"/>
                </a:lnTo>
                <a:lnTo>
                  <a:pt x="89326" y="1569354"/>
                </a:lnTo>
                <a:lnTo>
                  <a:pt x="89584" y="1558303"/>
                </a:lnTo>
                <a:lnTo>
                  <a:pt x="89794" y="1547251"/>
                </a:lnTo>
                <a:lnTo>
                  <a:pt x="89976" y="1536199"/>
                </a:lnTo>
                <a:lnTo>
                  <a:pt x="90141" y="1525147"/>
                </a:lnTo>
                <a:lnTo>
                  <a:pt x="90296" y="1514096"/>
                </a:lnTo>
                <a:lnTo>
                  <a:pt x="90446" y="1503044"/>
                </a:lnTo>
                <a:lnTo>
                  <a:pt x="90589" y="1491992"/>
                </a:lnTo>
                <a:lnTo>
                  <a:pt x="90722" y="1480940"/>
                </a:lnTo>
                <a:lnTo>
                  <a:pt x="90841" y="1469888"/>
                </a:lnTo>
                <a:lnTo>
                  <a:pt x="90941" y="1458837"/>
                </a:lnTo>
                <a:lnTo>
                  <a:pt x="91018" y="1447785"/>
                </a:lnTo>
                <a:lnTo>
                  <a:pt x="91068" y="1436733"/>
                </a:lnTo>
                <a:lnTo>
                  <a:pt x="91090" y="1425681"/>
                </a:lnTo>
                <a:lnTo>
                  <a:pt x="91085" y="1414629"/>
                </a:lnTo>
                <a:lnTo>
                  <a:pt x="91060" y="1403578"/>
                </a:lnTo>
                <a:lnTo>
                  <a:pt x="91019" y="1392526"/>
                </a:lnTo>
                <a:lnTo>
                  <a:pt x="90971" y="1381474"/>
                </a:lnTo>
                <a:lnTo>
                  <a:pt x="90927" y="1370422"/>
                </a:lnTo>
                <a:lnTo>
                  <a:pt x="90896" y="1359370"/>
                </a:lnTo>
                <a:lnTo>
                  <a:pt x="90886" y="1348319"/>
                </a:lnTo>
                <a:lnTo>
                  <a:pt x="90902" y="1337267"/>
                </a:lnTo>
                <a:lnTo>
                  <a:pt x="90949" y="1326215"/>
                </a:lnTo>
                <a:lnTo>
                  <a:pt x="91027" y="1315163"/>
                </a:lnTo>
                <a:lnTo>
                  <a:pt x="91132" y="1304111"/>
                </a:lnTo>
                <a:lnTo>
                  <a:pt x="91259" y="1293060"/>
                </a:lnTo>
                <a:lnTo>
                  <a:pt x="91401" y="1282008"/>
                </a:lnTo>
                <a:lnTo>
                  <a:pt x="91550" y="1270956"/>
                </a:lnTo>
                <a:lnTo>
                  <a:pt x="91698" y="1259904"/>
                </a:lnTo>
                <a:lnTo>
                  <a:pt x="91837" y="1248853"/>
                </a:lnTo>
                <a:lnTo>
                  <a:pt x="91963" y="1237801"/>
                </a:lnTo>
                <a:lnTo>
                  <a:pt x="92070" y="1226749"/>
                </a:lnTo>
                <a:lnTo>
                  <a:pt x="92158" y="1215697"/>
                </a:lnTo>
                <a:lnTo>
                  <a:pt x="92227" y="1204645"/>
                </a:lnTo>
                <a:lnTo>
                  <a:pt x="92278" y="1193594"/>
                </a:lnTo>
                <a:lnTo>
                  <a:pt x="92313" y="1182542"/>
                </a:lnTo>
                <a:lnTo>
                  <a:pt x="92334" y="1171490"/>
                </a:lnTo>
                <a:lnTo>
                  <a:pt x="92343" y="1160438"/>
                </a:lnTo>
                <a:lnTo>
                  <a:pt x="92342" y="1149386"/>
                </a:lnTo>
                <a:lnTo>
                  <a:pt x="92333" y="1138335"/>
                </a:lnTo>
                <a:lnTo>
                  <a:pt x="92316" y="1127283"/>
                </a:lnTo>
                <a:lnTo>
                  <a:pt x="92292" y="1116231"/>
                </a:lnTo>
                <a:lnTo>
                  <a:pt x="92261" y="1105179"/>
                </a:lnTo>
                <a:lnTo>
                  <a:pt x="92222" y="1094127"/>
                </a:lnTo>
                <a:lnTo>
                  <a:pt x="92175" y="1083076"/>
                </a:lnTo>
                <a:lnTo>
                  <a:pt x="92120" y="1072024"/>
                </a:lnTo>
                <a:lnTo>
                  <a:pt x="92056" y="1060972"/>
                </a:lnTo>
                <a:lnTo>
                  <a:pt x="91982" y="1049920"/>
                </a:lnTo>
                <a:lnTo>
                  <a:pt x="91899" y="1038868"/>
                </a:lnTo>
                <a:lnTo>
                  <a:pt x="91804" y="1027817"/>
                </a:lnTo>
                <a:lnTo>
                  <a:pt x="91698" y="1016765"/>
                </a:lnTo>
                <a:lnTo>
                  <a:pt x="91580" y="1005713"/>
                </a:lnTo>
                <a:lnTo>
                  <a:pt x="91452" y="994661"/>
                </a:lnTo>
                <a:lnTo>
                  <a:pt x="91316" y="983609"/>
                </a:lnTo>
                <a:lnTo>
                  <a:pt x="91175" y="972558"/>
                </a:lnTo>
                <a:lnTo>
                  <a:pt x="91034" y="961506"/>
                </a:lnTo>
                <a:lnTo>
                  <a:pt x="90901" y="950454"/>
                </a:lnTo>
                <a:lnTo>
                  <a:pt x="90783" y="939402"/>
                </a:lnTo>
                <a:lnTo>
                  <a:pt x="90687" y="928351"/>
                </a:lnTo>
                <a:lnTo>
                  <a:pt x="90622" y="917299"/>
                </a:lnTo>
                <a:lnTo>
                  <a:pt x="90595" y="906247"/>
                </a:lnTo>
                <a:lnTo>
                  <a:pt x="90609" y="895195"/>
                </a:lnTo>
                <a:lnTo>
                  <a:pt x="90669" y="884143"/>
                </a:lnTo>
                <a:lnTo>
                  <a:pt x="90772" y="873092"/>
                </a:lnTo>
                <a:lnTo>
                  <a:pt x="90914" y="862040"/>
                </a:lnTo>
                <a:lnTo>
                  <a:pt x="91088" y="850988"/>
                </a:lnTo>
                <a:lnTo>
                  <a:pt x="91285" y="839936"/>
                </a:lnTo>
                <a:lnTo>
                  <a:pt x="91493" y="828884"/>
                </a:lnTo>
                <a:lnTo>
                  <a:pt x="91700" y="817833"/>
                </a:lnTo>
                <a:lnTo>
                  <a:pt x="91894" y="806781"/>
                </a:lnTo>
                <a:lnTo>
                  <a:pt x="92064" y="795729"/>
                </a:lnTo>
                <a:lnTo>
                  <a:pt x="92201" y="784677"/>
                </a:lnTo>
                <a:lnTo>
                  <a:pt x="92300" y="773625"/>
                </a:lnTo>
                <a:lnTo>
                  <a:pt x="92355" y="762574"/>
                </a:lnTo>
                <a:lnTo>
                  <a:pt x="92366" y="751522"/>
                </a:lnTo>
                <a:lnTo>
                  <a:pt x="92333" y="740470"/>
                </a:lnTo>
                <a:lnTo>
                  <a:pt x="92258" y="729418"/>
                </a:lnTo>
                <a:lnTo>
                  <a:pt x="92145" y="718366"/>
                </a:lnTo>
                <a:lnTo>
                  <a:pt x="92000" y="707315"/>
                </a:lnTo>
                <a:lnTo>
                  <a:pt x="91828" y="696263"/>
                </a:lnTo>
                <a:lnTo>
                  <a:pt x="91635" y="685211"/>
                </a:lnTo>
                <a:lnTo>
                  <a:pt x="91427" y="674159"/>
                </a:lnTo>
                <a:lnTo>
                  <a:pt x="91214" y="663108"/>
                </a:lnTo>
                <a:lnTo>
                  <a:pt x="91000" y="652056"/>
                </a:lnTo>
                <a:lnTo>
                  <a:pt x="90795" y="641004"/>
                </a:lnTo>
                <a:lnTo>
                  <a:pt x="90605" y="629952"/>
                </a:lnTo>
                <a:lnTo>
                  <a:pt x="90435" y="618900"/>
                </a:lnTo>
                <a:lnTo>
                  <a:pt x="90292" y="607849"/>
                </a:lnTo>
                <a:lnTo>
                  <a:pt x="90178" y="596797"/>
                </a:lnTo>
                <a:lnTo>
                  <a:pt x="90095" y="585745"/>
                </a:lnTo>
                <a:lnTo>
                  <a:pt x="90042" y="574693"/>
                </a:lnTo>
                <a:lnTo>
                  <a:pt x="90018" y="563641"/>
                </a:lnTo>
                <a:lnTo>
                  <a:pt x="90018" y="552590"/>
                </a:lnTo>
                <a:lnTo>
                  <a:pt x="90039" y="541538"/>
                </a:lnTo>
                <a:lnTo>
                  <a:pt x="90075" y="530486"/>
                </a:lnTo>
                <a:lnTo>
                  <a:pt x="90121" y="519434"/>
                </a:lnTo>
                <a:lnTo>
                  <a:pt x="90176" y="508382"/>
                </a:lnTo>
                <a:lnTo>
                  <a:pt x="90236" y="497331"/>
                </a:lnTo>
                <a:lnTo>
                  <a:pt x="90302" y="486279"/>
                </a:lnTo>
                <a:lnTo>
                  <a:pt x="90373" y="475227"/>
                </a:lnTo>
                <a:lnTo>
                  <a:pt x="90451" y="464175"/>
                </a:lnTo>
                <a:lnTo>
                  <a:pt x="90538" y="453123"/>
                </a:lnTo>
                <a:lnTo>
                  <a:pt x="90635" y="442072"/>
                </a:lnTo>
                <a:lnTo>
                  <a:pt x="90745" y="431020"/>
                </a:lnTo>
                <a:lnTo>
                  <a:pt x="90866" y="419968"/>
                </a:lnTo>
                <a:lnTo>
                  <a:pt x="90998" y="408916"/>
                </a:lnTo>
                <a:lnTo>
                  <a:pt x="91140" y="397865"/>
                </a:lnTo>
                <a:lnTo>
                  <a:pt x="91288" y="386813"/>
                </a:lnTo>
                <a:lnTo>
                  <a:pt x="91439" y="375761"/>
                </a:lnTo>
                <a:lnTo>
                  <a:pt x="91589" y="364709"/>
                </a:lnTo>
                <a:lnTo>
                  <a:pt x="91735" y="353657"/>
                </a:lnTo>
                <a:lnTo>
                  <a:pt x="91872" y="342606"/>
                </a:lnTo>
                <a:lnTo>
                  <a:pt x="91997" y="331554"/>
                </a:lnTo>
                <a:lnTo>
                  <a:pt x="92107" y="320502"/>
                </a:lnTo>
                <a:lnTo>
                  <a:pt x="92199" y="309450"/>
                </a:lnTo>
                <a:lnTo>
                  <a:pt x="92271" y="298398"/>
                </a:lnTo>
                <a:lnTo>
                  <a:pt x="92320" y="287347"/>
                </a:lnTo>
                <a:lnTo>
                  <a:pt x="92341" y="276295"/>
                </a:lnTo>
                <a:lnTo>
                  <a:pt x="92327" y="265243"/>
                </a:lnTo>
                <a:lnTo>
                  <a:pt x="92266" y="254191"/>
                </a:lnTo>
                <a:lnTo>
                  <a:pt x="92140" y="243139"/>
                </a:lnTo>
                <a:lnTo>
                  <a:pt x="91922" y="232088"/>
                </a:lnTo>
                <a:lnTo>
                  <a:pt x="91570" y="221036"/>
                </a:lnTo>
                <a:lnTo>
                  <a:pt x="91030" y="209984"/>
                </a:lnTo>
                <a:lnTo>
                  <a:pt x="90231" y="198932"/>
                </a:lnTo>
                <a:lnTo>
                  <a:pt x="89085" y="187880"/>
                </a:lnTo>
                <a:lnTo>
                  <a:pt x="87489" y="176829"/>
                </a:lnTo>
                <a:lnTo>
                  <a:pt x="85329" y="165777"/>
                </a:lnTo>
                <a:lnTo>
                  <a:pt x="82487" y="154725"/>
                </a:lnTo>
                <a:lnTo>
                  <a:pt x="78855" y="143673"/>
                </a:lnTo>
                <a:lnTo>
                  <a:pt x="74346" y="132622"/>
                </a:lnTo>
                <a:lnTo>
                  <a:pt x="68911" y="121570"/>
                </a:lnTo>
                <a:lnTo>
                  <a:pt x="62559" y="110518"/>
                </a:lnTo>
                <a:lnTo>
                  <a:pt x="55368" y="99466"/>
                </a:lnTo>
                <a:lnTo>
                  <a:pt x="47500" y="88414"/>
                </a:lnTo>
                <a:lnTo>
                  <a:pt x="39200" y="77363"/>
                </a:lnTo>
                <a:lnTo>
                  <a:pt x="30791" y="66311"/>
                </a:lnTo>
                <a:lnTo>
                  <a:pt x="22657" y="55259"/>
                </a:lnTo>
                <a:lnTo>
                  <a:pt x="15217" y="44207"/>
                </a:lnTo>
                <a:lnTo>
                  <a:pt x="8892" y="33155"/>
                </a:lnTo>
                <a:lnTo>
                  <a:pt x="4062" y="22104"/>
                </a:lnTo>
                <a:lnTo>
                  <a:pt x="1033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6" y="11052"/>
                </a:lnTo>
                <a:lnTo>
                  <a:pt x="183376" y="22104"/>
                </a:lnTo>
                <a:lnTo>
                  <a:pt x="178546" y="33155"/>
                </a:lnTo>
                <a:lnTo>
                  <a:pt x="172221" y="44207"/>
                </a:lnTo>
                <a:lnTo>
                  <a:pt x="164782" y="55259"/>
                </a:lnTo>
                <a:lnTo>
                  <a:pt x="156648" y="66311"/>
                </a:lnTo>
                <a:lnTo>
                  <a:pt x="148238" y="77363"/>
                </a:lnTo>
                <a:lnTo>
                  <a:pt x="139938" y="88414"/>
                </a:lnTo>
                <a:lnTo>
                  <a:pt x="132070" y="99466"/>
                </a:lnTo>
                <a:lnTo>
                  <a:pt x="124880" y="110518"/>
                </a:lnTo>
                <a:lnTo>
                  <a:pt x="118528" y="121570"/>
                </a:lnTo>
                <a:lnTo>
                  <a:pt x="113093" y="132622"/>
                </a:lnTo>
                <a:lnTo>
                  <a:pt x="108583" y="143673"/>
                </a:lnTo>
                <a:lnTo>
                  <a:pt x="104951" y="154725"/>
                </a:lnTo>
                <a:lnTo>
                  <a:pt x="102109" y="165777"/>
                </a:lnTo>
                <a:lnTo>
                  <a:pt x="99949" y="176829"/>
                </a:lnTo>
                <a:lnTo>
                  <a:pt x="98353" y="187880"/>
                </a:lnTo>
                <a:lnTo>
                  <a:pt x="97207" y="198932"/>
                </a:lnTo>
                <a:lnTo>
                  <a:pt x="96408" y="209984"/>
                </a:lnTo>
                <a:lnTo>
                  <a:pt x="95869" y="221036"/>
                </a:lnTo>
                <a:lnTo>
                  <a:pt x="95517" y="232088"/>
                </a:lnTo>
                <a:lnTo>
                  <a:pt x="95298" y="243139"/>
                </a:lnTo>
                <a:lnTo>
                  <a:pt x="95172" y="254191"/>
                </a:lnTo>
                <a:lnTo>
                  <a:pt x="95112" y="265243"/>
                </a:lnTo>
                <a:lnTo>
                  <a:pt x="95098" y="276295"/>
                </a:lnTo>
                <a:lnTo>
                  <a:pt x="95119" y="287347"/>
                </a:lnTo>
                <a:lnTo>
                  <a:pt x="95167" y="298398"/>
                </a:lnTo>
                <a:lnTo>
                  <a:pt x="95239" y="309450"/>
                </a:lnTo>
                <a:lnTo>
                  <a:pt x="95331" y="320502"/>
                </a:lnTo>
                <a:lnTo>
                  <a:pt x="95441" y="331554"/>
                </a:lnTo>
                <a:lnTo>
                  <a:pt x="95566" y="342606"/>
                </a:lnTo>
                <a:lnTo>
                  <a:pt x="95703" y="353657"/>
                </a:lnTo>
                <a:lnTo>
                  <a:pt x="95849" y="364709"/>
                </a:lnTo>
                <a:lnTo>
                  <a:pt x="95999" y="375761"/>
                </a:lnTo>
                <a:lnTo>
                  <a:pt x="96151" y="386813"/>
                </a:lnTo>
                <a:lnTo>
                  <a:pt x="96299" y="397865"/>
                </a:lnTo>
                <a:lnTo>
                  <a:pt x="96440" y="408916"/>
                </a:lnTo>
                <a:lnTo>
                  <a:pt x="96573" y="419968"/>
                </a:lnTo>
                <a:lnTo>
                  <a:pt x="96694" y="431020"/>
                </a:lnTo>
                <a:lnTo>
                  <a:pt x="96803" y="442072"/>
                </a:lnTo>
                <a:lnTo>
                  <a:pt x="96900" y="453123"/>
                </a:lnTo>
                <a:lnTo>
                  <a:pt x="96987" y="464175"/>
                </a:lnTo>
                <a:lnTo>
                  <a:pt x="97066" y="475227"/>
                </a:lnTo>
                <a:lnTo>
                  <a:pt x="97137" y="486279"/>
                </a:lnTo>
                <a:lnTo>
                  <a:pt x="97202" y="497331"/>
                </a:lnTo>
                <a:lnTo>
                  <a:pt x="97262" y="508382"/>
                </a:lnTo>
                <a:lnTo>
                  <a:pt x="97317" y="519434"/>
                </a:lnTo>
                <a:lnTo>
                  <a:pt x="97364" y="530486"/>
                </a:lnTo>
                <a:lnTo>
                  <a:pt x="97399" y="541538"/>
                </a:lnTo>
                <a:lnTo>
                  <a:pt x="97420" y="552590"/>
                </a:lnTo>
                <a:lnTo>
                  <a:pt x="97420" y="563641"/>
                </a:lnTo>
                <a:lnTo>
                  <a:pt x="97396" y="574693"/>
                </a:lnTo>
                <a:lnTo>
                  <a:pt x="97344" y="585745"/>
                </a:lnTo>
                <a:lnTo>
                  <a:pt x="97260" y="596797"/>
                </a:lnTo>
                <a:lnTo>
                  <a:pt x="97147" y="607849"/>
                </a:lnTo>
                <a:lnTo>
                  <a:pt x="97003" y="618900"/>
                </a:lnTo>
                <a:lnTo>
                  <a:pt x="96834" y="629952"/>
                </a:lnTo>
                <a:lnTo>
                  <a:pt x="96643" y="641004"/>
                </a:lnTo>
                <a:lnTo>
                  <a:pt x="96438" y="652056"/>
                </a:lnTo>
                <a:lnTo>
                  <a:pt x="96225" y="663108"/>
                </a:lnTo>
                <a:lnTo>
                  <a:pt x="96011" y="674159"/>
                </a:lnTo>
                <a:lnTo>
                  <a:pt x="95804" y="685211"/>
                </a:lnTo>
                <a:lnTo>
                  <a:pt x="95611" y="696263"/>
                </a:lnTo>
                <a:lnTo>
                  <a:pt x="95438" y="707315"/>
                </a:lnTo>
                <a:lnTo>
                  <a:pt x="95293" y="718366"/>
                </a:lnTo>
                <a:lnTo>
                  <a:pt x="95181" y="729418"/>
                </a:lnTo>
                <a:lnTo>
                  <a:pt x="95106" y="740470"/>
                </a:lnTo>
                <a:lnTo>
                  <a:pt x="95072" y="751522"/>
                </a:lnTo>
                <a:lnTo>
                  <a:pt x="95083" y="762574"/>
                </a:lnTo>
                <a:lnTo>
                  <a:pt x="95139" y="773625"/>
                </a:lnTo>
                <a:lnTo>
                  <a:pt x="95237" y="784677"/>
                </a:lnTo>
                <a:lnTo>
                  <a:pt x="95375" y="795729"/>
                </a:lnTo>
                <a:lnTo>
                  <a:pt x="95545" y="806781"/>
                </a:lnTo>
                <a:lnTo>
                  <a:pt x="95738" y="817833"/>
                </a:lnTo>
                <a:lnTo>
                  <a:pt x="95945" y="828884"/>
                </a:lnTo>
                <a:lnTo>
                  <a:pt x="96153" y="839936"/>
                </a:lnTo>
                <a:lnTo>
                  <a:pt x="96350" y="850988"/>
                </a:lnTo>
                <a:lnTo>
                  <a:pt x="96524" y="862040"/>
                </a:lnTo>
                <a:lnTo>
                  <a:pt x="96667" y="873092"/>
                </a:lnTo>
                <a:lnTo>
                  <a:pt x="96770" y="884143"/>
                </a:lnTo>
                <a:lnTo>
                  <a:pt x="96829" y="895195"/>
                </a:lnTo>
                <a:lnTo>
                  <a:pt x="96844" y="906247"/>
                </a:lnTo>
                <a:lnTo>
                  <a:pt x="96816" y="917299"/>
                </a:lnTo>
                <a:lnTo>
                  <a:pt x="96751" y="928351"/>
                </a:lnTo>
                <a:lnTo>
                  <a:pt x="96656" y="939402"/>
                </a:lnTo>
                <a:lnTo>
                  <a:pt x="96537" y="950454"/>
                </a:lnTo>
                <a:lnTo>
                  <a:pt x="96404" y="961506"/>
                </a:lnTo>
                <a:lnTo>
                  <a:pt x="96264" y="972558"/>
                </a:lnTo>
                <a:lnTo>
                  <a:pt x="96123" y="983609"/>
                </a:lnTo>
                <a:lnTo>
                  <a:pt x="95987" y="994661"/>
                </a:lnTo>
                <a:lnTo>
                  <a:pt x="95858" y="1005713"/>
                </a:lnTo>
                <a:lnTo>
                  <a:pt x="95741" y="1016765"/>
                </a:lnTo>
                <a:lnTo>
                  <a:pt x="95635" y="1027817"/>
                </a:lnTo>
                <a:lnTo>
                  <a:pt x="95540" y="1038868"/>
                </a:lnTo>
                <a:lnTo>
                  <a:pt x="95456" y="1049920"/>
                </a:lnTo>
                <a:lnTo>
                  <a:pt x="95383" y="1060972"/>
                </a:lnTo>
                <a:lnTo>
                  <a:pt x="95319" y="1072024"/>
                </a:lnTo>
                <a:lnTo>
                  <a:pt x="95264" y="1083076"/>
                </a:lnTo>
                <a:lnTo>
                  <a:pt x="95217" y="1094127"/>
                </a:lnTo>
                <a:lnTo>
                  <a:pt x="95178" y="1105179"/>
                </a:lnTo>
                <a:lnTo>
                  <a:pt x="95146" y="1116231"/>
                </a:lnTo>
                <a:lnTo>
                  <a:pt x="95122" y="1127283"/>
                </a:lnTo>
                <a:lnTo>
                  <a:pt x="95105" y="1138335"/>
                </a:lnTo>
                <a:lnTo>
                  <a:pt x="95096" y="1149386"/>
                </a:lnTo>
                <a:lnTo>
                  <a:pt x="95096" y="1160438"/>
                </a:lnTo>
                <a:lnTo>
                  <a:pt x="95105" y="1171490"/>
                </a:lnTo>
                <a:lnTo>
                  <a:pt x="95126" y="1182542"/>
                </a:lnTo>
                <a:lnTo>
                  <a:pt x="95160" y="1193594"/>
                </a:lnTo>
                <a:lnTo>
                  <a:pt x="95211" y="1204645"/>
                </a:lnTo>
                <a:lnTo>
                  <a:pt x="95280" y="1215697"/>
                </a:lnTo>
                <a:lnTo>
                  <a:pt x="95368" y="1226749"/>
                </a:lnTo>
                <a:lnTo>
                  <a:pt x="95476" y="1237801"/>
                </a:lnTo>
                <a:lnTo>
                  <a:pt x="95601" y="1248853"/>
                </a:lnTo>
                <a:lnTo>
                  <a:pt x="95740" y="1259904"/>
                </a:lnTo>
                <a:lnTo>
                  <a:pt x="95888" y="1270956"/>
                </a:lnTo>
                <a:lnTo>
                  <a:pt x="96037" y="1282008"/>
                </a:lnTo>
                <a:lnTo>
                  <a:pt x="96179" y="1293060"/>
                </a:lnTo>
                <a:lnTo>
                  <a:pt x="96307" y="1304111"/>
                </a:lnTo>
                <a:lnTo>
                  <a:pt x="96412" y="1315163"/>
                </a:lnTo>
                <a:lnTo>
                  <a:pt x="96489" y="1326215"/>
                </a:lnTo>
                <a:lnTo>
                  <a:pt x="96536" y="1337267"/>
                </a:lnTo>
                <a:lnTo>
                  <a:pt x="96553" y="1348319"/>
                </a:lnTo>
                <a:lnTo>
                  <a:pt x="96542" y="1359370"/>
                </a:lnTo>
                <a:lnTo>
                  <a:pt x="96511" y="1370422"/>
                </a:lnTo>
                <a:lnTo>
                  <a:pt x="96467" y="1381474"/>
                </a:lnTo>
                <a:lnTo>
                  <a:pt x="96420" y="1392526"/>
                </a:lnTo>
                <a:lnTo>
                  <a:pt x="96379" y="1403578"/>
                </a:lnTo>
                <a:lnTo>
                  <a:pt x="96353" y="1414629"/>
                </a:lnTo>
                <a:lnTo>
                  <a:pt x="96349" y="1425681"/>
                </a:lnTo>
                <a:lnTo>
                  <a:pt x="96371" y="1436733"/>
                </a:lnTo>
                <a:lnTo>
                  <a:pt x="96421" y="1447785"/>
                </a:lnTo>
                <a:lnTo>
                  <a:pt x="96497" y="1458837"/>
                </a:lnTo>
                <a:lnTo>
                  <a:pt x="96597" y="1469888"/>
                </a:lnTo>
                <a:lnTo>
                  <a:pt x="96716" y="1480940"/>
                </a:lnTo>
                <a:lnTo>
                  <a:pt x="96850" y="1491992"/>
                </a:lnTo>
                <a:lnTo>
                  <a:pt x="96993" y="1503044"/>
                </a:lnTo>
                <a:lnTo>
                  <a:pt x="97142" y="1514096"/>
                </a:lnTo>
                <a:lnTo>
                  <a:pt x="97298" y="1525147"/>
                </a:lnTo>
                <a:lnTo>
                  <a:pt x="97462" y="1536199"/>
                </a:lnTo>
                <a:lnTo>
                  <a:pt x="97644" y="1547251"/>
                </a:lnTo>
                <a:lnTo>
                  <a:pt x="97855" y="1558303"/>
                </a:lnTo>
                <a:lnTo>
                  <a:pt x="98112" y="1569354"/>
                </a:lnTo>
                <a:lnTo>
                  <a:pt x="98439" y="1580406"/>
                </a:lnTo>
                <a:lnTo>
                  <a:pt x="98863" y="1591458"/>
                </a:lnTo>
                <a:lnTo>
                  <a:pt x="99412" y="1602510"/>
                </a:lnTo>
                <a:lnTo>
                  <a:pt x="100119" y="1613562"/>
                </a:lnTo>
                <a:lnTo>
                  <a:pt x="101011" y="1624613"/>
                </a:lnTo>
                <a:lnTo>
                  <a:pt x="102111" y="1635665"/>
                </a:lnTo>
                <a:lnTo>
                  <a:pt x="103432" y="1646717"/>
                </a:lnTo>
                <a:lnTo>
                  <a:pt x="104972" y="1657769"/>
                </a:lnTo>
                <a:lnTo>
                  <a:pt x="106714" y="1668821"/>
                </a:lnTo>
                <a:lnTo>
                  <a:pt x="108618" y="1679872"/>
                </a:lnTo>
                <a:lnTo>
                  <a:pt x="110626" y="1690924"/>
                </a:lnTo>
                <a:lnTo>
                  <a:pt x="112659" y="1701976"/>
                </a:lnTo>
                <a:lnTo>
                  <a:pt x="114625" y="1713028"/>
                </a:lnTo>
                <a:lnTo>
                  <a:pt x="116423" y="1724080"/>
                </a:lnTo>
                <a:lnTo>
                  <a:pt x="117951" y="1735131"/>
                </a:lnTo>
                <a:lnTo>
                  <a:pt x="119117" y="1746183"/>
                </a:lnTo>
                <a:lnTo>
                  <a:pt x="119849" y="1757235"/>
                </a:lnTo>
                <a:lnTo>
                  <a:pt x="120098" y="1768287"/>
                </a:lnTo>
                <a:lnTo>
                  <a:pt x="120098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5" name="data_3744">
            <a:extLst>
              <a:ext uri="{FF2B5EF4-FFF2-40B4-BE49-F238E27FC236}">
                <a16:creationId xmlns:a16="http://schemas.microsoft.com/office/drawing/2014/main" id="{237B819E-1E66-46D2-8E89-E4784287AB50}"/>
              </a:ext>
            </a:extLst>
          </p:cNvPr>
          <p:cNvSpPr>
            <a:spLocks/>
          </p:cNvSpPr>
          <p:nvPr/>
        </p:nvSpPr>
        <p:spPr>
          <a:xfrm>
            <a:off x="720663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3745">
            <a:extLst>
              <a:ext uri="{FF2B5EF4-FFF2-40B4-BE49-F238E27FC236}">
                <a16:creationId xmlns:a16="http://schemas.microsoft.com/office/drawing/2014/main" id="{75B80129-5EE6-42CE-9357-A944291ADCE5}"/>
              </a:ext>
            </a:extLst>
          </p:cNvPr>
          <p:cNvSpPr>
            <a:spLocks/>
          </p:cNvSpPr>
          <p:nvPr/>
        </p:nvSpPr>
        <p:spPr>
          <a:xfrm>
            <a:off x="7173870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3746">
            <a:extLst>
              <a:ext uri="{FF2B5EF4-FFF2-40B4-BE49-F238E27FC236}">
                <a16:creationId xmlns:a16="http://schemas.microsoft.com/office/drawing/2014/main" id="{1C41CEAA-F260-4F2E-897B-08171283153E}"/>
              </a:ext>
            </a:extLst>
          </p:cNvPr>
          <p:cNvSpPr>
            <a:spLocks/>
          </p:cNvSpPr>
          <p:nvPr/>
        </p:nvSpPr>
        <p:spPr>
          <a:xfrm>
            <a:off x="709603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3747">
            <a:extLst>
              <a:ext uri="{FF2B5EF4-FFF2-40B4-BE49-F238E27FC236}">
                <a16:creationId xmlns:a16="http://schemas.microsoft.com/office/drawing/2014/main" id="{D3390C00-8D7C-4C0E-9F9B-D7D6F9626B05}"/>
              </a:ext>
            </a:extLst>
          </p:cNvPr>
          <p:cNvSpPr>
            <a:spLocks/>
          </p:cNvSpPr>
          <p:nvPr/>
        </p:nvSpPr>
        <p:spPr>
          <a:xfrm>
            <a:off x="7130990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3748">
            <a:extLst>
              <a:ext uri="{FF2B5EF4-FFF2-40B4-BE49-F238E27FC236}">
                <a16:creationId xmlns:a16="http://schemas.microsoft.com/office/drawing/2014/main" id="{BFA07101-093E-48DC-BE79-ACD45635B7EB}"/>
              </a:ext>
            </a:extLst>
          </p:cNvPr>
          <p:cNvSpPr>
            <a:spLocks/>
          </p:cNvSpPr>
          <p:nvPr/>
        </p:nvSpPr>
        <p:spPr>
          <a:xfrm>
            <a:off x="712319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3749">
            <a:extLst>
              <a:ext uri="{FF2B5EF4-FFF2-40B4-BE49-F238E27FC236}">
                <a16:creationId xmlns:a16="http://schemas.microsoft.com/office/drawing/2014/main" id="{F83AD2FD-ECB2-4A82-AA8F-5B5FEC39E0B2}"/>
              </a:ext>
            </a:extLst>
          </p:cNvPr>
          <p:cNvSpPr>
            <a:spLocks/>
          </p:cNvSpPr>
          <p:nvPr/>
        </p:nvSpPr>
        <p:spPr>
          <a:xfrm>
            <a:off x="7116190" y="56367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3750">
            <a:extLst>
              <a:ext uri="{FF2B5EF4-FFF2-40B4-BE49-F238E27FC236}">
                <a16:creationId xmlns:a16="http://schemas.microsoft.com/office/drawing/2014/main" id="{CD4A2D50-D8DB-4D75-8555-61BA13D11214}"/>
              </a:ext>
            </a:extLst>
          </p:cNvPr>
          <p:cNvSpPr>
            <a:spLocks/>
          </p:cNvSpPr>
          <p:nvPr/>
        </p:nvSpPr>
        <p:spPr>
          <a:xfrm>
            <a:off x="7161996" y="6424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3751">
            <a:extLst>
              <a:ext uri="{FF2B5EF4-FFF2-40B4-BE49-F238E27FC236}">
                <a16:creationId xmlns:a16="http://schemas.microsoft.com/office/drawing/2014/main" id="{EEDFF623-C12D-40B8-9C91-B083E4AAC72A}"/>
              </a:ext>
            </a:extLst>
          </p:cNvPr>
          <p:cNvSpPr>
            <a:spLocks/>
          </p:cNvSpPr>
          <p:nvPr/>
        </p:nvSpPr>
        <p:spPr>
          <a:xfrm>
            <a:off x="7125613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3752">
            <a:extLst>
              <a:ext uri="{FF2B5EF4-FFF2-40B4-BE49-F238E27FC236}">
                <a16:creationId xmlns:a16="http://schemas.microsoft.com/office/drawing/2014/main" id="{D4C3110E-0E4E-4890-B73F-747CF6621073}"/>
              </a:ext>
            </a:extLst>
          </p:cNvPr>
          <p:cNvSpPr>
            <a:spLocks/>
          </p:cNvSpPr>
          <p:nvPr/>
        </p:nvSpPr>
        <p:spPr>
          <a:xfrm>
            <a:off x="7194704" y="66727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3753">
            <a:extLst>
              <a:ext uri="{FF2B5EF4-FFF2-40B4-BE49-F238E27FC236}">
                <a16:creationId xmlns:a16="http://schemas.microsoft.com/office/drawing/2014/main" id="{11AC48ED-4BB1-4EA6-8C79-0CEE0BEA6586}"/>
              </a:ext>
            </a:extLst>
          </p:cNvPr>
          <p:cNvSpPr>
            <a:spLocks/>
          </p:cNvSpPr>
          <p:nvPr/>
        </p:nvSpPr>
        <p:spPr>
          <a:xfrm>
            <a:off x="7146081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3754">
            <a:extLst>
              <a:ext uri="{FF2B5EF4-FFF2-40B4-BE49-F238E27FC236}">
                <a16:creationId xmlns:a16="http://schemas.microsoft.com/office/drawing/2014/main" id="{60813D54-3199-48C1-8CBB-027E08C53413}"/>
              </a:ext>
            </a:extLst>
          </p:cNvPr>
          <p:cNvSpPr>
            <a:spLocks/>
          </p:cNvSpPr>
          <p:nvPr/>
        </p:nvSpPr>
        <p:spPr>
          <a:xfrm>
            <a:off x="712539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3755">
            <a:extLst>
              <a:ext uri="{FF2B5EF4-FFF2-40B4-BE49-F238E27FC236}">
                <a16:creationId xmlns:a16="http://schemas.microsoft.com/office/drawing/2014/main" id="{25DAAECF-A6BF-49C3-9F3D-DF786609027F}"/>
              </a:ext>
            </a:extLst>
          </p:cNvPr>
          <p:cNvSpPr>
            <a:spLocks/>
          </p:cNvSpPr>
          <p:nvPr/>
        </p:nvSpPr>
        <p:spPr>
          <a:xfrm>
            <a:off x="7198433" y="60185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3756">
            <a:extLst>
              <a:ext uri="{FF2B5EF4-FFF2-40B4-BE49-F238E27FC236}">
                <a16:creationId xmlns:a16="http://schemas.microsoft.com/office/drawing/2014/main" id="{3AEAEC2F-1283-4632-B32C-71CD5B235F0B}"/>
              </a:ext>
            </a:extLst>
          </p:cNvPr>
          <p:cNvSpPr>
            <a:spLocks/>
          </p:cNvSpPr>
          <p:nvPr/>
        </p:nvSpPr>
        <p:spPr>
          <a:xfrm>
            <a:off x="7188829" y="67197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3757">
            <a:extLst>
              <a:ext uri="{FF2B5EF4-FFF2-40B4-BE49-F238E27FC236}">
                <a16:creationId xmlns:a16="http://schemas.microsoft.com/office/drawing/2014/main" id="{C215AE9B-CAFC-45D3-B7D4-6B201D9BF644}"/>
              </a:ext>
            </a:extLst>
          </p:cNvPr>
          <p:cNvSpPr>
            <a:spLocks/>
          </p:cNvSpPr>
          <p:nvPr/>
        </p:nvSpPr>
        <p:spPr>
          <a:xfrm>
            <a:off x="720504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3758">
            <a:extLst>
              <a:ext uri="{FF2B5EF4-FFF2-40B4-BE49-F238E27FC236}">
                <a16:creationId xmlns:a16="http://schemas.microsoft.com/office/drawing/2014/main" id="{6FC2C391-0CBA-4F9D-BEB3-54779AA6AFC0}"/>
              </a:ext>
            </a:extLst>
          </p:cNvPr>
          <p:cNvSpPr>
            <a:spLocks/>
          </p:cNvSpPr>
          <p:nvPr/>
        </p:nvSpPr>
        <p:spPr>
          <a:xfrm>
            <a:off x="713778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3759">
            <a:extLst>
              <a:ext uri="{FF2B5EF4-FFF2-40B4-BE49-F238E27FC236}">
                <a16:creationId xmlns:a16="http://schemas.microsoft.com/office/drawing/2014/main" id="{43DEECD2-D323-480D-9743-294F65B54BF1}"/>
              </a:ext>
            </a:extLst>
          </p:cNvPr>
          <p:cNvSpPr>
            <a:spLocks/>
          </p:cNvSpPr>
          <p:nvPr/>
        </p:nvSpPr>
        <p:spPr>
          <a:xfrm>
            <a:off x="717554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3760">
            <a:extLst>
              <a:ext uri="{FF2B5EF4-FFF2-40B4-BE49-F238E27FC236}">
                <a16:creationId xmlns:a16="http://schemas.microsoft.com/office/drawing/2014/main" id="{0AA9ACF4-7FE9-48A0-8D21-4E0589BE5F5D}"/>
              </a:ext>
            </a:extLst>
          </p:cNvPr>
          <p:cNvSpPr>
            <a:spLocks/>
          </p:cNvSpPr>
          <p:nvPr/>
        </p:nvSpPr>
        <p:spPr>
          <a:xfrm>
            <a:off x="7125899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3761">
            <a:extLst>
              <a:ext uri="{FF2B5EF4-FFF2-40B4-BE49-F238E27FC236}">
                <a16:creationId xmlns:a16="http://schemas.microsoft.com/office/drawing/2014/main" id="{4B829586-07A3-41AB-84FC-152EDAD6B600}"/>
              </a:ext>
            </a:extLst>
          </p:cNvPr>
          <p:cNvSpPr>
            <a:spLocks/>
          </p:cNvSpPr>
          <p:nvPr/>
        </p:nvSpPr>
        <p:spPr>
          <a:xfrm>
            <a:off x="7212768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3762">
            <a:extLst>
              <a:ext uri="{FF2B5EF4-FFF2-40B4-BE49-F238E27FC236}">
                <a16:creationId xmlns:a16="http://schemas.microsoft.com/office/drawing/2014/main" id="{1506FB31-2B29-4AD5-B15A-86128A5ED8A7}"/>
              </a:ext>
            </a:extLst>
          </p:cNvPr>
          <p:cNvSpPr>
            <a:spLocks/>
          </p:cNvSpPr>
          <p:nvPr/>
        </p:nvSpPr>
        <p:spPr>
          <a:xfrm>
            <a:off x="7180388" y="64496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3763">
            <a:extLst>
              <a:ext uri="{FF2B5EF4-FFF2-40B4-BE49-F238E27FC236}">
                <a16:creationId xmlns:a16="http://schemas.microsoft.com/office/drawing/2014/main" id="{5C0C3382-148D-4FB5-A54B-8B6ED6E810E6}"/>
              </a:ext>
            </a:extLst>
          </p:cNvPr>
          <p:cNvSpPr>
            <a:spLocks/>
          </p:cNvSpPr>
          <p:nvPr/>
        </p:nvSpPr>
        <p:spPr>
          <a:xfrm>
            <a:off x="72127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3764">
            <a:extLst>
              <a:ext uri="{FF2B5EF4-FFF2-40B4-BE49-F238E27FC236}">
                <a16:creationId xmlns:a16="http://schemas.microsoft.com/office/drawing/2014/main" id="{A4C2B752-5936-4064-BCA0-BE764CF7C213}"/>
              </a:ext>
            </a:extLst>
          </p:cNvPr>
          <p:cNvSpPr>
            <a:spLocks/>
          </p:cNvSpPr>
          <p:nvPr/>
        </p:nvSpPr>
        <p:spPr>
          <a:xfrm>
            <a:off x="710667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3765">
            <a:extLst>
              <a:ext uri="{FF2B5EF4-FFF2-40B4-BE49-F238E27FC236}">
                <a16:creationId xmlns:a16="http://schemas.microsoft.com/office/drawing/2014/main" id="{BEE0DBCB-8BBA-4063-8E6A-C1DD24868F13}"/>
              </a:ext>
            </a:extLst>
          </p:cNvPr>
          <p:cNvSpPr>
            <a:spLocks/>
          </p:cNvSpPr>
          <p:nvPr/>
        </p:nvSpPr>
        <p:spPr>
          <a:xfrm>
            <a:off x="7118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3766">
            <a:extLst>
              <a:ext uri="{FF2B5EF4-FFF2-40B4-BE49-F238E27FC236}">
                <a16:creationId xmlns:a16="http://schemas.microsoft.com/office/drawing/2014/main" id="{E267815C-82DF-4A0E-9106-DA7DDC92E2A6}"/>
              </a:ext>
            </a:extLst>
          </p:cNvPr>
          <p:cNvSpPr>
            <a:spLocks/>
          </p:cNvSpPr>
          <p:nvPr/>
        </p:nvSpPr>
        <p:spPr>
          <a:xfrm>
            <a:off x="717496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3767">
            <a:extLst>
              <a:ext uri="{FF2B5EF4-FFF2-40B4-BE49-F238E27FC236}">
                <a16:creationId xmlns:a16="http://schemas.microsoft.com/office/drawing/2014/main" id="{9268B839-6D91-4B46-AFA3-412BC2A79B6E}"/>
              </a:ext>
            </a:extLst>
          </p:cNvPr>
          <p:cNvSpPr>
            <a:spLocks/>
          </p:cNvSpPr>
          <p:nvPr/>
        </p:nvSpPr>
        <p:spPr>
          <a:xfrm>
            <a:off x="7134526" y="5530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3768">
            <a:extLst>
              <a:ext uri="{FF2B5EF4-FFF2-40B4-BE49-F238E27FC236}">
                <a16:creationId xmlns:a16="http://schemas.microsoft.com/office/drawing/2014/main" id="{759F5767-77CD-46B2-A2E6-54F9D6F80239}"/>
              </a:ext>
            </a:extLst>
          </p:cNvPr>
          <p:cNvSpPr>
            <a:spLocks/>
          </p:cNvSpPr>
          <p:nvPr/>
        </p:nvSpPr>
        <p:spPr>
          <a:xfrm>
            <a:off x="718560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3769">
            <a:extLst>
              <a:ext uri="{FF2B5EF4-FFF2-40B4-BE49-F238E27FC236}">
                <a16:creationId xmlns:a16="http://schemas.microsoft.com/office/drawing/2014/main" id="{AB51913F-EC30-4723-8CC0-7E72C3A82646}"/>
              </a:ext>
            </a:extLst>
          </p:cNvPr>
          <p:cNvSpPr>
            <a:spLocks/>
          </p:cNvSpPr>
          <p:nvPr/>
        </p:nvSpPr>
        <p:spPr>
          <a:xfrm>
            <a:off x="7096253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3770">
            <a:extLst>
              <a:ext uri="{FF2B5EF4-FFF2-40B4-BE49-F238E27FC236}">
                <a16:creationId xmlns:a16="http://schemas.microsoft.com/office/drawing/2014/main" id="{1E6128D7-3D7D-4387-BCB6-80C812F11959}"/>
              </a:ext>
            </a:extLst>
          </p:cNvPr>
          <p:cNvSpPr>
            <a:spLocks/>
          </p:cNvSpPr>
          <p:nvPr/>
        </p:nvSpPr>
        <p:spPr>
          <a:xfrm>
            <a:off x="710815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3771">
            <a:extLst>
              <a:ext uri="{FF2B5EF4-FFF2-40B4-BE49-F238E27FC236}">
                <a16:creationId xmlns:a16="http://schemas.microsoft.com/office/drawing/2014/main" id="{372AE77F-DC59-42FE-A9D2-704239BC53FA}"/>
              </a:ext>
            </a:extLst>
          </p:cNvPr>
          <p:cNvSpPr>
            <a:spLocks/>
          </p:cNvSpPr>
          <p:nvPr/>
        </p:nvSpPr>
        <p:spPr>
          <a:xfrm>
            <a:off x="7133891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3772">
            <a:extLst>
              <a:ext uri="{FF2B5EF4-FFF2-40B4-BE49-F238E27FC236}">
                <a16:creationId xmlns:a16="http://schemas.microsoft.com/office/drawing/2014/main" id="{5417465B-49E2-4D21-BF7E-F7B1682C4D24}"/>
              </a:ext>
            </a:extLst>
          </p:cNvPr>
          <p:cNvSpPr>
            <a:spLocks/>
          </p:cNvSpPr>
          <p:nvPr/>
        </p:nvSpPr>
        <p:spPr>
          <a:xfrm>
            <a:off x="710713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3773">
            <a:extLst>
              <a:ext uri="{FF2B5EF4-FFF2-40B4-BE49-F238E27FC236}">
                <a16:creationId xmlns:a16="http://schemas.microsoft.com/office/drawing/2014/main" id="{AC3641BE-9723-4E86-844A-C2B0BACD6F9C}"/>
              </a:ext>
            </a:extLst>
          </p:cNvPr>
          <p:cNvSpPr>
            <a:spLocks/>
          </p:cNvSpPr>
          <p:nvPr/>
        </p:nvSpPr>
        <p:spPr>
          <a:xfrm>
            <a:off x="7206883" y="68678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3774">
            <a:extLst>
              <a:ext uri="{FF2B5EF4-FFF2-40B4-BE49-F238E27FC236}">
                <a16:creationId xmlns:a16="http://schemas.microsoft.com/office/drawing/2014/main" id="{0CB1E60B-D9AD-4C9A-A08C-2A03A021A668}"/>
              </a:ext>
            </a:extLst>
          </p:cNvPr>
          <p:cNvSpPr>
            <a:spLocks/>
          </p:cNvSpPr>
          <p:nvPr/>
        </p:nvSpPr>
        <p:spPr>
          <a:xfrm>
            <a:off x="7202580" y="68184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3775">
            <a:extLst>
              <a:ext uri="{FF2B5EF4-FFF2-40B4-BE49-F238E27FC236}">
                <a16:creationId xmlns:a16="http://schemas.microsoft.com/office/drawing/2014/main" id="{3397E413-236E-4E33-8E18-F11C45B3861E}"/>
              </a:ext>
            </a:extLst>
          </p:cNvPr>
          <p:cNvSpPr>
            <a:spLocks/>
          </p:cNvSpPr>
          <p:nvPr/>
        </p:nvSpPr>
        <p:spPr>
          <a:xfrm>
            <a:off x="7175146" y="65658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3776">
            <a:extLst>
              <a:ext uri="{FF2B5EF4-FFF2-40B4-BE49-F238E27FC236}">
                <a16:creationId xmlns:a16="http://schemas.microsoft.com/office/drawing/2014/main" id="{AA33275C-9EBD-4607-92BE-9EC4B2781BC7}"/>
              </a:ext>
            </a:extLst>
          </p:cNvPr>
          <p:cNvSpPr>
            <a:spLocks/>
          </p:cNvSpPr>
          <p:nvPr/>
        </p:nvSpPr>
        <p:spPr>
          <a:xfrm>
            <a:off x="718252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3777">
            <a:extLst>
              <a:ext uri="{FF2B5EF4-FFF2-40B4-BE49-F238E27FC236}">
                <a16:creationId xmlns:a16="http://schemas.microsoft.com/office/drawing/2014/main" id="{74C139DE-AEF6-478B-AC5F-CF46B286E7E0}"/>
              </a:ext>
            </a:extLst>
          </p:cNvPr>
          <p:cNvSpPr>
            <a:spLocks/>
          </p:cNvSpPr>
          <p:nvPr/>
        </p:nvSpPr>
        <p:spPr>
          <a:xfrm>
            <a:off x="715828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3778">
            <a:extLst>
              <a:ext uri="{FF2B5EF4-FFF2-40B4-BE49-F238E27FC236}">
                <a16:creationId xmlns:a16="http://schemas.microsoft.com/office/drawing/2014/main" id="{E3C78EE7-922B-4813-BAB7-FD464EA8C344}"/>
              </a:ext>
            </a:extLst>
          </p:cNvPr>
          <p:cNvSpPr>
            <a:spLocks/>
          </p:cNvSpPr>
          <p:nvPr/>
        </p:nvSpPr>
        <p:spPr>
          <a:xfrm>
            <a:off x="712247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3779">
            <a:extLst>
              <a:ext uri="{FF2B5EF4-FFF2-40B4-BE49-F238E27FC236}">
                <a16:creationId xmlns:a16="http://schemas.microsoft.com/office/drawing/2014/main" id="{4FD99462-B11B-4B7D-B515-425711F59D0B}"/>
              </a:ext>
            </a:extLst>
          </p:cNvPr>
          <p:cNvSpPr>
            <a:spLocks/>
          </p:cNvSpPr>
          <p:nvPr/>
        </p:nvSpPr>
        <p:spPr>
          <a:xfrm>
            <a:off x="710381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3780">
            <a:extLst>
              <a:ext uri="{FF2B5EF4-FFF2-40B4-BE49-F238E27FC236}">
                <a16:creationId xmlns:a16="http://schemas.microsoft.com/office/drawing/2014/main" id="{4D07E52D-E465-4198-8059-7D7E72AD5F2F}"/>
              </a:ext>
            </a:extLst>
          </p:cNvPr>
          <p:cNvSpPr>
            <a:spLocks/>
          </p:cNvSpPr>
          <p:nvPr/>
        </p:nvSpPr>
        <p:spPr>
          <a:xfrm>
            <a:off x="7211252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3781">
            <a:extLst>
              <a:ext uri="{FF2B5EF4-FFF2-40B4-BE49-F238E27FC236}">
                <a16:creationId xmlns:a16="http://schemas.microsoft.com/office/drawing/2014/main" id="{E0143CEC-1E3F-4C33-8DF7-173A1D9D5EB4}"/>
              </a:ext>
            </a:extLst>
          </p:cNvPr>
          <p:cNvSpPr>
            <a:spLocks/>
          </p:cNvSpPr>
          <p:nvPr/>
        </p:nvSpPr>
        <p:spPr>
          <a:xfrm>
            <a:off x="712080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3782">
            <a:extLst>
              <a:ext uri="{FF2B5EF4-FFF2-40B4-BE49-F238E27FC236}">
                <a16:creationId xmlns:a16="http://schemas.microsoft.com/office/drawing/2014/main" id="{2E1D97FA-267F-4A5B-A5D0-1E7A4F32DE1D}"/>
              </a:ext>
            </a:extLst>
          </p:cNvPr>
          <p:cNvSpPr>
            <a:spLocks/>
          </p:cNvSpPr>
          <p:nvPr/>
        </p:nvSpPr>
        <p:spPr>
          <a:xfrm>
            <a:off x="719002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3783">
            <a:extLst>
              <a:ext uri="{FF2B5EF4-FFF2-40B4-BE49-F238E27FC236}">
                <a16:creationId xmlns:a16="http://schemas.microsoft.com/office/drawing/2014/main" id="{393C4AFD-2DC6-4830-ADF1-20EB2A03F19C}"/>
              </a:ext>
            </a:extLst>
          </p:cNvPr>
          <p:cNvSpPr>
            <a:spLocks/>
          </p:cNvSpPr>
          <p:nvPr/>
        </p:nvSpPr>
        <p:spPr>
          <a:xfrm>
            <a:off x="7115788" y="65518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3784">
            <a:extLst>
              <a:ext uri="{FF2B5EF4-FFF2-40B4-BE49-F238E27FC236}">
                <a16:creationId xmlns:a16="http://schemas.microsoft.com/office/drawing/2014/main" id="{8B18AAA9-DE0E-49F8-88B0-1F00A0B2A924}"/>
              </a:ext>
            </a:extLst>
          </p:cNvPr>
          <p:cNvSpPr>
            <a:spLocks/>
          </p:cNvSpPr>
          <p:nvPr/>
        </p:nvSpPr>
        <p:spPr>
          <a:xfrm>
            <a:off x="7203184" y="67887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3785">
            <a:extLst>
              <a:ext uri="{FF2B5EF4-FFF2-40B4-BE49-F238E27FC236}">
                <a16:creationId xmlns:a16="http://schemas.microsoft.com/office/drawing/2014/main" id="{535421EF-84F7-46AE-A241-D921154E9013}"/>
              </a:ext>
            </a:extLst>
          </p:cNvPr>
          <p:cNvSpPr>
            <a:spLocks/>
          </p:cNvSpPr>
          <p:nvPr/>
        </p:nvSpPr>
        <p:spPr>
          <a:xfrm>
            <a:off x="7182200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3786">
            <a:extLst>
              <a:ext uri="{FF2B5EF4-FFF2-40B4-BE49-F238E27FC236}">
                <a16:creationId xmlns:a16="http://schemas.microsoft.com/office/drawing/2014/main" id="{29DDF608-B405-49DE-98B6-C30FE159EC33}"/>
              </a:ext>
            </a:extLst>
          </p:cNvPr>
          <p:cNvSpPr>
            <a:spLocks/>
          </p:cNvSpPr>
          <p:nvPr/>
        </p:nvSpPr>
        <p:spPr>
          <a:xfrm>
            <a:off x="7188142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3787">
            <a:extLst>
              <a:ext uri="{FF2B5EF4-FFF2-40B4-BE49-F238E27FC236}">
                <a16:creationId xmlns:a16="http://schemas.microsoft.com/office/drawing/2014/main" id="{B341C5FF-A633-4F3D-9AD0-64D750CFEBD0}"/>
              </a:ext>
            </a:extLst>
          </p:cNvPr>
          <p:cNvSpPr>
            <a:spLocks/>
          </p:cNvSpPr>
          <p:nvPr/>
        </p:nvSpPr>
        <p:spPr>
          <a:xfrm>
            <a:off x="716922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3788">
            <a:extLst>
              <a:ext uri="{FF2B5EF4-FFF2-40B4-BE49-F238E27FC236}">
                <a16:creationId xmlns:a16="http://schemas.microsoft.com/office/drawing/2014/main" id="{847B79D6-76DF-4AE8-8CF8-9B84303EAE17}"/>
              </a:ext>
            </a:extLst>
          </p:cNvPr>
          <p:cNvSpPr>
            <a:spLocks/>
          </p:cNvSpPr>
          <p:nvPr/>
        </p:nvSpPr>
        <p:spPr>
          <a:xfrm>
            <a:off x="7126595" y="63017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3789">
            <a:extLst>
              <a:ext uri="{FF2B5EF4-FFF2-40B4-BE49-F238E27FC236}">
                <a16:creationId xmlns:a16="http://schemas.microsoft.com/office/drawing/2014/main" id="{1E36D114-5420-423F-A3E7-0DBA30202066}"/>
              </a:ext>
            </a:extLst>
          </p:cNvPr>
          <p:cNvSpPr>
            <a:spLocks/>
          </p:cNvSpPr>
          <p:nvPr/>
        </p:nvSpPr>
        <p:spPr>
          <a:xfrm>
            <a:off x="714045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3790">
            <a:extLst>
              <a:ext uri="{FF2B5EF4-FFF2-40B4-BE49-F238E27FC236}">
                <a16:creationId xmlns:a16="http://schemas.microsoft.com/office/drawing/2014/main" id="{5BE6BCF6-6422-4171-B456-782D0A2857EB}"/>
              </a:ext>
            </a:extLst>
          </p:cNvPr>
          <p:cNvSpPr>
            <a:spLocks/>
          </p:cNvSpPr>
          <p:nvPr/>
        </p:nvSpPr>
        <p:spPr>
          <a:xfrm>
            <a:off x="716669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3791">
            <a:extLst>
              <a:ext uri="{FF2B5EF4-FFF2-40B4-BE49-F238E27FC236}">
                <a16:creationId xmlns:a16="http://schemas.microsoft.com/office/drawing/2014/main" id="{4F082B38-6B7F-4890-BC4C-FDDE85AA1995}"/>
              </a:ext>
            </a:extLst>
          </p:cNvPr>
          <p:cNvSpPr>
            <a:spLocks/>
          </p:cNvSpPr>
          <p:nvPr/>
        </p:nvSpPr>
        <p:spPr>
          <a:xfrm>
            <a:off x="7129408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3792">
            <a:extLst>
              <a:ext uri="{FF2B5EF4-FFF2-40B4-BE49-F238E27FC236}">
                <a16:creationId xmlns:a16="http://schemas.microsoft.com/office/drawing/2014/main" id="{201C3027-E44B-487F-AA78-1F2A91D204A6}"/>
              </a:ext>
            </a:extLst>
          </p:cNvPr>
          <p:cNvSpPr>
            <a:spLocks/>
          </p:cNvSpPr>
          <p:nvPr/>
        </p:nvSpPr>
        <p:spPr>
          <a:xfrm>
            <a:off x="7198679" y="63290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3793">
            <a:extLst>
              <a:ext uri="{FF2B5EF4-FFF2-40B4-BE49-F238E27FC236}">
                <a16:creationId xmlns:a16="http://schemas.microsoft.com/office/drawing/2014/main" id="{F04054ED-1A10-4D8D-818F-0254FCEC405F}"/>
              </a:ext>
            </a:extLst>
          </p:cNvPr>
          <p:cNvSpPr>
            <a:spLocks/>
          </p:cNvSpPr>
          <p:nvPr/>
        </p:nvSpPr>
        <p:spPr>
          <a:xfrm>
            <a:off x="714861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3794">
            <a:extLst>
              <a:ext uri="{FF2B5EF4-FFF2-40B4-BE49-F238E27FC236}">
                <a16:creationId xmlns:a16="http://schemas.microsoft.com/office/drawing/2014/main" id="{270070A5-EA40-4E02-AC84-FC3FC8BF696E}"/>
              </a:ext>
            </a:extLst>
          </p:cNvPr>
          <p:cNvSpPr>
            <a:spLocks/>
          </p:cNvSpPr>
          <p:nvPr/>
        </p:nvSpPr>
        <p:spPr>
          <a:xfrm>
            <a:off x="715974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3795">
            <a:extLst>
              <a:ext uri="{FF2B5EF4-FFF2-40B4-BE49-F238E27FC236}">
                <a16:creationId xmlns:a16="http://schemas.microsoft.com/office/drawing/2014/main" id="{3407194E-1BB6-4339-86ED-07285B318EF6}"/>
              </a:ext>
            </a:extLst>
          </p:cNvPr>
          <p:cNvSpPr>
            <a:spLocks/>
          </p:cNvSpPr>
          <p:nvPr/>
        </p:nvSpPr>
        <p:spPr>
          <a:xfrm>
            <a:off x="7092765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3796">
            <a:extLst>
              <a:ext uri="{FF2B5EF4-FFF2-40B4-BE49-F238E27FC236}">
                <a16:creationId xmlns:a16="http://schemas.microsoft.com/office/drawing/2014/main" id="{89627A23-0BE1-4940-94C6-F5F475B6778D}"/>
              </a:ext>
            </a:extLst>
          </p:cNvPr>
          <p:cNvSpPr>
            <a:spLocks/>
          </p:cNvSpPr>
          <p:nvPr/>
        </p:nvSpPr>
        <p:spPr>
          <a:xfrm>
            <a:off x="713151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3797">
            <a:extLst>
              <a:ext uri="{FF2B5EF4-FFF2-40B4-BE49-F238E27FC236}">
                <a16:creationId xmlns:a16="http://schemas.microsoft.com/office/drawing/2014/main" id="{92E28982-DC4B-47B7-88D2-0F218C8E360C}"/>
              </a:ext>
            </a:extLst>
          </p:cNvPr>
          <p:cNvSpPr>
            <a:spLocks/>
          </p:cNvSpPr>
          <p:nvPr/>
        </p:nvSpPr>
        <p:spPr>
          <a:xfrm>
            <a:off x="7140436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3798">
            <a:extLst>
              <a:ext uri="{FF2B5EF4-FFF2-40B4-BE49-F238E27FC236}">
                <a16:creationId xmlns:a16="http://schemas.microsoft.com/office/drawing/2014/main" id="{CFAF63B2-3583-4D44-926E-457450D04729}"/>
              </a:ext>
            </a:extLst>
          </p:cNvPr>
          <p:cNvSpPr>
            <a:spLocks/>
          </p:cNvSpPr>
          <p:nvPr/>
        </p:nvSpPr>
        <p:spPr>
          <a:xfrm>
            <a:off x="711626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3799">
            <a:extLst>
              <a:ext uri="{FF2B5EF4-FFF2-40B4-BE49-F238E27FC236}">
                <a16:creationId xmlns:a16="http://schemas.microsoft.com/office/drawing/2014/main" id="{AF2A35B0-DF0C-43BD-B94F-361EDEA614C1}"/>
              </a:ext>
            </a:extLst>
          </p:cNvPr>
          <p:cNvSpPr>
            <a:spLocks/>
          </p:cNvSpPr>
          <p:nvPr/>
        </p:nvSpPr>
        <p:spPr>
          <a:xfrm>
            <a:off x="711065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3800">
            <a:extLst>
              <a:ext uri="{FF2B5EF4-FFF2-40B4-BE49-F238E27FC236}">
                <a16:creationId xmlns:a16="http://schemas.microsoft.com/office/drawing/2014/main" id="{018FEA26-3CA8-4671-8F78-FAFAC03F7262}"/>
              </a:ext>
            </a:extLst>
          </p:cNvPr>
          <p:cNvSpPr>
            <a:spLocks/>
          </p:cNvSpPr>
          <p:nvPr/>
        </p:nvSpPr>
        <p:spPr>
          <a:xfrm>
            <a:off x="7209922" y="66232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3801">
            <a:extLst>
              <a:ext uri="{FF2B5EF4-FFF2-40B4-BE49-F238E27FC236}">
                <a16:creationId xmlns:a16="http://schemas.microsoft.com/office/drawing/2014/main" id="{C7616403-E39E-49E7-9BBA-E63F1AC5D159}"/>
              </a:ext>
            </a:extLst>
          </p:cNvPr>
          <p:cNvSpPr>
            <a:spLocks/>
          </p:cNvSpPr>
          <p:nvPr/>
        </p:nvSpPr>
        <p:spPr>
          <a:xfrm>
            <a:off x="7101051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3802">
            <a:extLst>
              <a:ext uri="{FF2B5EF4-FFF2-40B4-BE49-F238E27FC236}">
                <a16:creationId xmlns:a16="http://schemas.microsoft.com/office/drawing/2014/main" id="{B1136AAB-5B9C-4237-AC80-AC91FB94F309}"/>
              </a:ext>
            </a:extLst>
          </p:cNvPr>
          <p:cNvSpPr>
            <a:spLocks/>
          </p:cNvSpPr>
          <p:nvPr/>
        </p:nvSpPr>
        <p:spPr>
          <a:xfrm>
            <a:off x="7102351" y="57069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3803">
            <a:extLst>
              <a:ext uri="{FF2B5EF4-FFF2-40B4-BE49-F238E27FC236}">
                <a16:creationId xmlns:a16="http://schemas.microsoft.com/office/drawing/2014/main" id="{4D604AB8-80A3-47FE-9B7B-92A139A26C64}"/>
              </a:ext>
            </a:extLst>
          </p:cNvPr>
          <p:cNvSpPr>
            <a:spLocks/>
          </p:cNvSpPr>
          <p:nvPr/>
        </p:nvSpPr>
        <p:spPr>
          <a:xfrm>
            <a:off x="718504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3804">
            <a:extLst>
              <a:ext uri="{FF2B5EF4-FFF2-40B4-BE49-F238E27FC236}">
                <a16:creationId xmlns:a16="http://schemas.microsoft.com/office/drawing/2014/main" id="{E94D2255-F577-4696-8FCA-95E66919EE67}"/>
              </a:ext>
            </a:extLst>
          </p:cNvPr>
          <p:cNvSpPr>
            <a:spLocks/>
          </p:cNvSpPr>
          <p:nvPr/>
        </p:nvSpPr>
        <p:spPr>
          <a:xfrm>
            <a:off x="7100764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3805">
            <a:extLst>
              <a:ext uri="{FF2B5EF4-FFF2-40B4-BE49-F238E27FC236}">
                <a16:creationId xmlns:a16="http://schemas.microsoft.com/office/drawing/2014/main" id="{7D06C3B8-FC51-44E8-9279-411696D03DCB}"/>
              </a:ext>
            </a:extLst>
          </p:cNvPr>
          <p:cNvSpPr>
            <a:spLocks/>
          </p:cNvSpPr>
          <p:nvPr/>
        </p:nvSpPr>
        <p:spPr>
          <a:xfrm>
            <a:off x="717496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3806">
            <a:extLst>
              <a:ext uri="{FF2B5EF4-FFF2-40B4-BE49-F238E27FC236}">
                <a16:creationId xmlns:a16="http://schemas.microsoft.com/office/drawing/2014/main" id="{5301C241-6D03-47F5-BB70-9EB31B26D4E7}"/>
              </a:ext>
            </a:extLst>
          </p:cNvPr>
          <p:cNvSpPr>
            <a:spLocks/>
          </p:cNvSpPr>
          <p:nvPr/>
        </p:nvSpPr>
        <p:spPr>
          <a:xfrm>
            <a:off x="709585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3807">
            <a:extLst>
              <a:ext uri="{FF2B5EF4-FFF2-40B4-BE49-F238E27FC236}">
                <a16:creationId xmlns:a16="http://schemas.microsoft.com/office/drawing/2014/main" id="{C32D8F55-207B-49B9-96D8-AA7528C7852B}"/>
              </a:ext>
            </a:extLst>
          </p:cNvPr>
          <p:cNvSpPr>
            <a:spLocks/>
          </p:cNvSpPr>
          <p:nvPr/>
        </p:nvSpPr>
        <p:spPr>
          <a:xfrm>
            <a:off x="7168499" y="68342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3808">
            <a:extLst>
              <a:ext uri="{FF2B5EF4-FFF2-40B4-BE49-F238E27FC236}">
                <a16:creationId xmlns:a16="http://schemas.microsoft.com/office/drawing/2014/main" id="{D45D2372-2FAB-4281-B021-DED9476DAA12}"/>
              </a:ext>
            </a:extLst>
          </p:cNvPr>
          <p:cNvSpPr>
            <a:spLocks/>
          </p:cNvSpPr>
          <p:nvPr/>
        </p:nvSpPr>
        <p:spPr>
          <a:xfrm>
            <a:off x="7163122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3809">
            <a:extLst>
              <a:ext uri="{FF2B5EF4-FFF2-40B4-BE49-F238E27FC236}">
                <a16:creationId xmlns:a16="http://schemas.microsoft.com/office/drawing/2014/main" id="{A720B69F-E549-43E8-8FC4-E80FEBBA7D23}"/>
              </a:ext>
            </a:extLst>
          </p:cNvPr>
          <p:cNvSpPr>
            <a:spLocks/>
          </p:cNvSpPr>
          <p:nvPr/>
        </p:nvSpPr>
        <p:spPr>
          <a:xfrm>
            <a:off x="71884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3810">
            <a:extLst>
              <a:ext uri="{FF2B5EF4-FFF2-40B4-BE49-F238E27FC236}">
                <a16:creationId xmlns:a16="http://schemas.microsoft.com/office/drawing/2014/main" id="{015C0BD6-3600-48B4-BB47-2E10937F0397}"/>
              </a:ext>
            </a:extLst>
          </p:cNvPr>
          <p:cNvSpPr>
            <a:spLocks/>
          </p:cNvSpPr>
          <p:nvPr/>
        </p:nvSpPr>
        <p:spPr>
          <a:xfrm>
            <a:off x="715117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3811">
            <a:extLst>
              <a:ext uri="{FF2B5EF4-FFF2-40B4-BE49-F238E27FC236}">
                <a16:creationId xmlns:a16="http://schemas.microsoft.com/office/drawing/2014/main" id="{223AFC84-450A-4AB5-9BAB-66CF382A57F6}"/>
              </a:ext>
            </a:extLst>
          </p:cNvPr>
          <p:cNvSpPr>
            <a:spLocks/>
          </p:cNvSpPr>
          <p:nvPr/>
        </p:nvSpPr>
        <p:spPr>
          <a:xfrm>
            <a:off x="7111564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3812">
            <a:extLst>
              <a:ext uri="{FF2B5EF4-FFF2-40B4-BE49-F238E27FC236}">
                <a16:creationId xmlns:a16="http://schemas.microsoft.com/office/drawing/2014/main" id="{57EA1EF0-0D4B-4601-BC83-78A7F15728CE}"/>
              </a:ext>
            </a:extLst>
          </p:cNvPr>
          <p:cNvSpPr>
            <a:spLocks/>
          </p:cNvSpPr>
          <p:nvPr/>
        </p:nvSpPr>
        <p:spPr>
          <a:xfrm>
            <a:off x="7204089" y="6767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3813">
            <a:extLst>
              <a:ext uri="{FF2B5EF4-FFF2-40B4-BE49-F238E27FC236}">
                <a16:creationId xmlns:a16="http://schemas.microsoft.com/office/drawing/2014/main" id="{AA93DE1C-7EF2-4194-8196-A6FE7AAFFDA1}"/>
              </a:ext>
            </a:extLst>
          </p:cNvPr>
          <p:cNvSpPr>
            <a:spLocks/>
          </p:cNvSpPr>
          <p:nvPr/>
        </p:nvSpPr>
        <p:spPr>
          <a:xfrm>
            <a:off x="7098481" y="59802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3814">
            <a:extLst>
              <a:ext uri="{FF2B5EF4-FFF2-40B4-BE49-F238E27FC236}">
                <a16:creationId xmlns:a16="http://schemas.microsoft.com/office/drawing/2014/main" id="{A3B8283D-BD50-4BDE-A755-BB8F243B0172}"/>
              </a:ext>
            </a:extLst>
          </p:cNvPr>
          <p:cNvSpPr>
            <a:spLocks/>
          </p:cNvSpPr>
          <p:nvPr/>
        </p:nvSpPr>
        <p:spPr>
          <a:xfrm>
            <a:off x="718866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3815">
            <a:extLst>
              <a:ext uri="{FF2B5EF4-FFF2-40B4-BE49-F238E27FC236}">
                <a16:creationId xmlns:a16="http://schemas.microsoft.com/office/drawing/2014/main" id="{CADE8565-FF3A-4C4F-BB01-0279D977AE0B}"/>
              </a:ext>
            </a:extLst>
          </p:cNvPr>
          <p:cNvSpPr>
            <a:spLocks/>
          </p:cNvSpPr>
          <p:nvPr/>
        </p:nvSpPr>
        <p:spPr>
          <a:xfrm>
            <a:off x="7094522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3816">
            <a:extLst>
              <a:ext uri="{FF2B5EF4-FFF2-40B4-BE49-F238E27FC236}">
                <a16:creationId xmlns:a16="http://schemas.microsoft.com/office/drawing/2014/main" id="{72B98929-6356-4CE7-A90D-46C83EFA7B01}"/>
              </a:ext>
            </a:extLst>
          </p:cNvPr>
          <p:cNvSpPr>
            <a:spLocks/>
          </p:cNvSpPr>
          <p:nvPr/>
        </p:nvSpPr>
        <p:spPr>
          <a:xfrm>
            <a:off x="716239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3817">
            <a:extLst>
              <a:ext uri="{FF2B5EF4-FFF2-40B4-BE49-F238E27FC236}">
                <a16:creationId xmlns:a16="http://schemas.microsoft.com/office/drawing/2014/main" id="{DB87F316-0FCC-45CE-8E40-5979D9142EB6}"/>
              </a:ext>
            </a:extLst>
          </p:cNvPr>
          <p:cNvSpPr>
            <a:spLocks/>
          </p:cNvSpPr>
          <p:nvPr/>
        </p:nvSpPr>
        <p:spPr>
          <a:xfrm>
            <a:off x="70974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3818">
            <a:extLst>
              <a:ext uri="{FF2B5EF4-FFF2-40B4-BE49-F238E27FC236}">
                <a16:creationId xmlns:a16="http://schemas.microsoft.com/office/drawing/2014/main" id="{34C59835-3836-4951-8D36-74E55D386F6C}"/>
              </a:ext>
            </a:extLst>
          </p:cNvPr>
          <p:cNvSpPr>
            <a:spLocks/>
          </p:cNvSpPr>
          <p:nvPr/>
        </p:nvSpPr>
        <p:spPr>
          <a:xfrm>
            <a:off x="7189093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3819">
            <a:extLst>
              <a:ext uri="{FF2B5EF4-FFF2-40B4-BE49-F238E27FC236}">
                <a16:creationId xmlns:a16="http://schemas.microsoft.com/office/drawing/2014/main" id="{5CA9B0C1-152F-4E50-B70B-3E24595EB24A}"/>
              </a:ext>
            </a:extLst>
          </p:cNvPr>
          <p:cNvSpPr>
            <a:spLocks/>
          </p:cNvSpPr>
          <p:nvPr/>
        </p:nvSpPr>
        <p:spPr>
          <a:xfrm>
            <a:off x="7195410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3820">
            <a:extLst>
              <a:ext uri="{FF2B5EF4-FFF2-40B4-BE49-F238E27FC236}">
                <a16:creationId xmlns:a16="http://schemas.microsoft.com/office/drawing/2014/main" id="{A09640C8-62EE-4FD1-B286-FB03D2B27BF4}"/>
              </a:ext>
            </a:extLst>
          </p:cNvPr>
          <p:cNvSpPr>
            <a:spLocks/>
          </p:cNvSpPr>
          <p:nvPr/>
        </p:nvSpPr>
        <p:spPr>
          <a:xfrm>
            <a:off x="7170269" y="67840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3821">
            <a:extLst>
              <a:ext uri="{FF2B5EF4-FFF2-40B4-BE49-F238E27FC236}">
                <a16:creationId xmlns:a16="http://schemas.microsoft.com/office/drawing/2014/main" id="{DBB05B61-E94E-4187-A381-850363F8EEA4}"/>
              </a:ext>
            </a:extLst>
          </p:cNvPr>
          <p:cNvSpPr>
            <a:spLocks/>
          </p:cNvSpPr>
          <p:nvPr/>
        </p:nvSpPr>
        <p:spPr>
          <a:xfrm>
            <a:off x="712355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3822">
            <a:extLst>
              <a:ext uri="{FF2B5EF4-FFF2-40B4-BE49-F238E27FC236}">
                <a16:creationId xmlns:a16="http://schemas.microsoft.com/office/drawing/2014/main" id="{7662DECC-5BF4-4D5E-A965-41744401DBB3}"/>
              </a:ext>
            </a:extLst>
          </p:cNvPr>
          <p:cNvSpPr>
            <a:spLocks/>
          </p:cNvSpPr>
          <p:nvPr/>
        </p:nvSpPr>
        <p:spPr>
          <a:xfrm>
            <a:off x="720909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3823">
            <a:extLst>
              <a:ext uri="{FF2B5EF4-FFF2-40B4-BE49-F238E27FC236}">
                <a16:creationId xmlns:a16="http://schemas.microsoft.com/office/drawing/2014/main" id="{ACE8F064-614C-4159-83FC-91BABAF9D996}"/>
              </a:ext>
            </a:extLst>
          </p:cNvPr>
          <p:cNvSpPr>
            <a:spLocks/>
          </p:cNvSpPr>
          <p:nvPr/>
        </p:nvSpPr>
        <p:spPr>
          <a:xfrm>
            <a:off x="7185218" y="66692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3824">
            <a:extLst>
              <a:ext uri="{FF2B5EF4-FFF2-40B4-BE49-F238E27FC236}">
                <a16:creationId xmlns:a16="http://schemas.microsoft.com/office/drawing/2014/main" id="{2902EF14-C40F-47F4-904F-B4ADCBE135C8}"/>
              </a:ext>
            </a:extLst>
          </p:cNvPr>
          <p:cNvSpPr>
            <a:spLocks/>
          </p:cNvSpPr>
          <p:nvPr/>
        </p:nvSpPr>
        <p:spPr>
          <a:xfrm>
            <a:off x="715087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3825">
            <a:extLst>
              <a:ext uri="{FF2B5EF4-FFF2-40B4-BE49-F238E27FC236}">
                <a16:creationId xmlns:a16="http://schemas.microsoft.com/office/drawing/2014/main" id="{5F765AB9-8893-4634-BA28-10A33407AE5B}"/>
              </a:ext>
            </a:extLst>
          </p:cNvPr>
          <p:cNvSpPr>
            <a:spLocks/>
          </p:cNvSpPr>
          <p:nvPr/>
        </p:nvSpPr>
        <p:spPr>
          <a:xfrm>
            <a:off x="7209037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3826">
            <a:extLst>
              <a:ext uri="{FF2B5EF4-FFF2-40B4-BE49-F238E27FC236}">
                <a16:creationId xmlns:a16="http://schemas.microsoft.com/office/drawing/2014/main" id="{6C018E3C-5154-48CC-BAF1-A1C0377BCF2C}"/>
              </a:ext>
            </a:extLst>
          </p:cNvPr>
          <p:cNvSpPr>
            <a:spLocks/>
          </p:cNvSpPr>
          <p:nvPr/>
        </p:nvSpPr>
        <p:spPr>
          <a:xfrm>
            <a:off x="715965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3827">
            <a:extLst>
              <a:ext uri="{FF2B5EF4-FFF2-40B4-BE49-F238E27FC236}">
                <a16:creationId xmlns:a16="http://schemas.microsoft.com/office/drawing/2014/main" id="{A806B07F-F482-4884-BF04-E3F450E8A393}"/>
              </a:ext>
            </a:extLst>
          </p:cNvPr>
          <p:cNvSpPr>
            <a:spLocks/>
          </p:cNvSpPr>
          <p:nvPr/>
        </p:nvSpPr>
        <p:spPr>
          <a:xfrm>
            <a:off x="7138642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3828">
            <a:extLst>
              <a:ext uri="{FF2B5EF4-FFF2-40B4-BE49-F238E27FC236}">
                <a16:creationId xmlns:a16="http://schemas.microsoft.com/office/drawing/2014/main" id="{BA40A67D-2D90-4844-9F19-471984439E37}"/>
              </a:ext>
            </a:extLst>
          </p:cNvPr>
          <p:cNvSpPr>
            <a:spLocks/>
          </p:cNvSpPr>
          <p:nvPr/>
        </p:nvSpPr>
        <p:spPr>
          <a:xfrm>
            <a:off x="716304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3829">
            <a:extLst>
              <a:ext uri="{FF2B5EF4-FFF2-40B4-BE49-F238E27FC236}">
                <a16:creationId xmlns:a16="http://schemas.microsoft.com/office/drawing/2014/main" id="{9A5DFF60-5E4F-481C-9B95-4DA3D0BE4568}"/>
              </a:ext>
            </a:extLst>
          </p:cNvPr>
          <p:cNvSpPr>
            <a:spLocks/>
          </p:cNvSpPr>
          <p:nvPr/>
        </p:nvSpPr>
        <p:spPr>
          <a:xfrm>
            <a:off x="7106716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3830">
            <a:extLst>
              <a:ext uri="{FF2B5EF4-FFF2-40B4-BE49-F238E27FC236}">
                <a16:creationId xmlns:a16="http://schemas.microsoft.com/office/drawing/2014/main" id="{59D86D9D-5A48-40C1-AD02-267509D74280}"/>
              </a:ext>
            </a:extLst>
          </p:cNvPr>
          <p:cNvSpPr>
            <a:spLocks/>
          </p:cNvSpPr>
          <p:nvPr/>
        </p:nvSpPr>
        <p:spPr>
          <a:xfrm>
            <a:off x="7122376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3831">
            <a:extLst>
              <a:ext uri="{FF2B5EF4-FFF2-40B4-BE49-F238E27FC236}">
                <a16:creationId xmlns:a16="http://schemas.microsoft.com/office/drawing/2014/main" id="{6DF58397-8EE2-4EC0-A691-2CF32A457E11}"/>
              </a:ext>
            </a:extLst>
          </p:cNvPr>
          <p:cNvSpPr>
            <a:spLocks/>
          </p:cNvSpPr>
          <p:nvPr/>
        </p:nvSpPr>
        <p:spPr>
          <a:xfrm>
            <a:off x="7209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3832">
            <a:extLst>
              <a:ext uri="{FF2B5EF4-FFF2-40B4-BE49-F238E27FC236}">
                <a16:creationId xmlns:a16="http://schemas.microsoft.com/office/drawing/2014/main" id="{EBA38DD6-E68E-4593-BA45-1CC51C8045FA}"/>
              </a:ext>
            </a:extLst>
          </p:cNvPr>
          <p:cNvSpPr>
            <a:spLocks/>
          </p:cNvSpPr>
          <p:nvPr/>
        </p:nvSpPr>
        <p:spPr>
          <a:xfrm>
            <a:off x="712089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3833">
            <a:extLst>
              <a:ext uri="{FF2B5EF4-FFF2-40B4-BE49-F238E27FC236}">
                <a16:creationId xmlns:a16="http://schemas.microsoft.com/office/drawing/2014/main" id="{C988D18C-B6CB-49B7-ADC3-0BFDF5EC3F96}"/>
              </a:ext>
            </a:extLst>
          </p:cNvPr>
          <p:cNvSpPr>
            <a:spLocks/>
          </p:cNvSpPr>
          <p:nvPr/>
        </p:nvSpPr>
        <p:spPr>
          <a:xfrm>
            <a:off x="715441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3834">
            <a:extLst>
              <a:ext uri="{FF2B5EF4-FFF2-40B4-BE49-F238E27FC236}">
                <a16:creationId xmlns:a16="http://schemas.microsoft.com/office/drawing/2014/main" id="{7CE636D4-5BC8-43D9-B81F-FAF540F32C63}"/>
              </a:ext>
            </a:extLst>
          </p:cNvPr>
          <p:cNvSpPr>
            <a:spLocks/>
          </p:cNvSpPr>
          <p:nvPr/>
        </p:nvSpPr>
        <p:spPr>
          <a:xfrm>
            <a:off x="71810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3835">
            <a:extLst>
              <a:ext uri="{FF2B5EF4-FFF2-40B4-BE49-F238E27FC236}">
                <a16:creationId xmlns:a16="http://schemas.microsoft.com/office/drawing/2014/main" id="{390238F0-F036-46E8-A9E9-60A323E1C5E2}"/>
              </a:ext>
            </a:extLst>
          </p:cNvPr>
          <p:cNvSpPr>
            <a:spLocks/>
          </p:cNvSpPr>
          <p:nvPr/>
        </p:nvSpPr>
        <p:spPr>
          <a:xfrm>
            <a:off x="7140324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3836">
            <a:extLst>
              <a:ext uri="{FF2B5EF4-FFF2-40B4-BE49-F238E27FC236}">
                <a16:creationId xmlns:a16="http://schemas.microsoft.com/office/drawing/2014/main" id="{B9B54C8D-2FA5-4B8B-9FAD-15530266F831}"/>
              </a:ext>
            </a:extLst>
          </p:cNvPr>
          <p:cNvSpPr>
            <a:spLocks/>
          </p:cNvSpPr>
          <p:nvPr/>
        </p:nvSpPr>
        <p:spPr>
          <a:xfrm>
            <a:off x="7157183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3837">
            <a:extLst>
              <a:ext uri="{FF2B5EF4-FFF2-40B4-BE49-F238E27FC236}">
                <a16:creationId xmlns:a16="http://schemas.microsoft.com/office/drawing/2014/main" id="{757915F3-FEAD-42DC-86A2-1A61C8BDEB72}"/>
              </a:ext>
            </a:extLst>
          </p:cNvPr>
          <p:cNvSpPr>
            <a:spLocks/>
          </p:cNvSpPr>
          <p:nvPr/>
        </p:nvSpPr>
        <p:spPr>
          <a:xfrm>
            <a:off x="7168014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3838">
            <a:extLst>
              <a:ext uri="{FF2B5EF4-FFF2-40B4-BE49-F238E27FC236}">
                <a16:creationId xmlns:a16="http://schemas.microsoft.com/office/drawing/2014/main" id="{68146BAB-2E8F-4A59-B97E-4C9ED77639B6}"/>
              </a:ext>
            </a:extLst>
          </p:cNvPr>
          <p:cNvSpPr>
            <a:spLocks/>
          </p:cNvSpPr>
          <p:nvPr/>
        </p:nvSpPr>
        <p:spPr>
          <a:xfrm>
            <a:off x="73570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3839">
            <a:extLst>
              <a:ext uri="{FF2B5EF4-FFF2-40B4-BE49-F238E27FC236}">
                <a16:creationId xmlns:a16="http://schemas.microsoft.com/office/drawing/2014/main" id="{33511FF3-114E-478B-A34D-301486B09F6C}"/>
              </a:ext>
            </a:extLst>
          </p:cNvPr>
          <p:cNvSpPr>
            <a:spLocks/>
          </p:cNvSpPr>
          <p:nvPr/>
        </p:nvSpPr>
        <p:spPr>
          <a:xfrm>
            <a:off x="7422922" y="55554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3840">
            <a:extLst>
              <a:ext uri="{FF2B5EF4-FFF2-40B4-BE49-F238E27FC236}">
                <a16:creationId xmlns:a16="http://schemas.microsoft.com/office/drawing/2014/main" id="{45A36C0B-4E02-43F0-806B-A1C54778D26E}"/>
              </a:ext>
            </a:extLst>
          </p:cNvPr>
          <p:cNvSpPr>
            <a:spLocks/>
          </p:cNvSpPr>
          <p:nvPr/>
        </p:nvSpPr>
        <p:spPr>
          <a:xfrm>
            <a:off x="741369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3841">
            <a:extLst>
              <a:ext uri="{FF2B5EF4-FFF2-40B4-BE49-F238E27FC236}">
                <a16:creationId xmlns:a16="http://schemas.microsoft.com/office/drawing/2014/main" id="{F871F905-C4F5-4392-B858-745ABE15A912}"/>
              </a:ext>
            </a:extLst>
          </p:cNvPr>
          <p:cNvSpPr>
            <a:spLocks/>
          </p:cNvSpPr>
          <p:nvPr/>
        </p:nvSpPr>
        <p:spPr>
          <a:xfrm>
            <a:off x="741521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3842">
            <a:extLst>
              <a:ext uri="{FF2B5EF4-FFF2-40B4-BE49-F238E27FC236}">
                <a16:creationId xmlns:a16="http://schemas.microsoft.com/office/drawing/2014/main" id="{8432E419-9B04-4112-9420-9922BFE348D9}"/>
              </a:ext>
            </a:extLst>
          </p:cNvPr>
          <p:cNvSpPr>
            <a:spLocks/>
          </p:cNvSpPr>
          <p:nvPr/>
        </p:nvSpPr>
        <p:spPr>
          <a:xfrm>
            <a:off x="739262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3843">
            <a:extLst>
              <a:ext uri="{FF2B5EF4-FFF2-40B4-BE49-F238E27FC236}">
                <a16:creationId xmlns:a16="http://schemas.microsoft.com/office/drawing/2014/main" id="{A24C1760-F35B-4E02-A252-F26B5F94D6B7}"/>
              </a:ext>
            </a:extLst>
          </p:cNvPr>
          <p:cNvSpPr>
            <a:spLocks/>
          </p:cNvSpPr>
          <p:nvPr/>
        </p:nvSpPr>
        <p:spPr>
          <a:xfrm>
            <a:off x="7426115" y="591968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3844">
            <a:extLst>
              <a:ext uri="{FF2B5EF4-FFF2-40B4-BE49-F238E27FC236}">
                <a16:creationId xmlns:a16="http://schemas.microsoft.com/office/drawing/2014/main" id="{BF59B79D-8450-41A9-8F7D-02CFF927E16F}"/>
              </a:ext>
            </a:extLst>
          </p:cNvPr>
          <p:cNvSpPr>
            <a:spLocks/>
          </p:cNvSpPr>
          <p:nvPr/>
        </p:nvSpPr>
        <p:spPr>
          <a:xfrm>
            <a:off x="735541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3845">
            <a:extLst>
              <a:ext uri="{FF2B5EF4-FFF2-40B4-BE49-F238E27FC236}">
                <a16:creationId xmlns:a16="http://schemas.microsoft.com/office/drawing/2014/main" id="{1CE16FBA-00FB-403E-BAE5-E12FA7A34E2D}"/>
              </a:ext>
            </a:extLst>
          </p:cNvPr>
          <p:cNvSpPr>
            <a:spLocks/>
          </p:cNvSpPr>
          <p:nvPr/>
        </p:nvSpPr>
        <p:spPr>
          <a:xfrm>
            <a:off x="7391806" y="62079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3846">
            <a:extLst>
              <a:ext uri="{FF2B5EF4-FFF2-40B4-BE49-F238E27FC236}">
                <a16:creationId xmlns:a16="http://schemas.microsoft.com/office/drawing/2014/main" id="{0329F80A-7FEC-4391-BC84-FEA74E7A5621}"/>
              </a:ext>
            </a:extLst>
          </p:cNvPr>
          <p:cNvSpPr>
            <a:spLocks/>
          </p:cNvSpPr>
          <p:nvPr/>
        </p:nvSpPr>
        <p:spPr>
          <a:xfrm>
            <a:off x="74591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3847">
            <a:extLst>
              <a:ext uri="{FF2B5EF4-FFF2-40B4-BE49-F238E27FC236}">
                <a16:creationId xmlns:a16="http://schemas.microsoft.com/office/drawing/2014/main" id="{2030DC47-6F81-4844-BAAF-09F34753A5B5}"/>
              </a:ext>
            </a:extLst>
          </p:cNvPr>
          <p:cNvSpPr>
            <a:spLocks/>
          </p:cNvSpPr>
          <p:nvPr/>
        </p:nvSpPr>
        <p:spPr>
          <a:xfrm>
            <a:off x="739138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3848">
            <a:extLst>
              <a:ext uri="{FF2B5EF4-FFF2-40B4-BE49-F238E27FC236}">
                <a16:creationId xmlns:a16="http://schemas.microsoft.com/office/drawing/2014/main" id="{5F9C82FD-E09F-4F2E-A7A8-C471E5376D25}"/>
              </a:ext>
            </a:extLst>
          </p:cNvPr>
          <p:cNvSpPr>
            <a:spLocks/>
          </p:cNvSpPr>
          <p:nvPr/>
        </p:nvSpPr>
        <p:spPr>
          <a:xfrm>
            <a:off x="739944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3849">
            <a:extLst>
              <a:ext uri="{FF2B5EF4-FFF2-40B4-BE49-F238E27FC236}">
                <a16:creationId xmlns:a16="http://schemas.microsoft.com/office/drawing/2014/main" id="{98423C7D-F38F-40FB-BEB9-4874A396C6BD}"/>
              </a:ext>
            </a:extLst>
          </p:cNvPr>
          <p:cNvSpPr>
            <a:spLocks/>
          </p:cNvSpPr>
          <p:nvPr/>
        </p:nvSpPr>
        <p:spPr>
          <a:xfrm>
            <a:off x="7353061" y="57290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3850">
            <a:extLst>
              <a:ext uri="{FF2B5EF4-FFF2-40B4-BE49-F238E27FC236}">
                <a16:creationId xmlns:a16="http://schemas.microsoft.com/office/drawing/2014/main" id="{25D2B01F-6E82-4729-970D-5B1048C5BE96}"/>
              </a:ext>
            </a:extLst>
          </p:cNvPr>
          <p:cNvSpPr>
            <a:spLocks/>
          </p:cNvSpPr>
          <p:nvPr/>
        </p:nvSpPr>
        <p:spPr>
          <a:xfrm>
            <a:off x="73686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3851">
            <a:extLst>
              <a:ext uri="{FF2B5EF4-FFF2-40B4-BE49-F238E27FC236}">
                <a16:creationId xmlns:a16="http://schemas.microsoft.com/office/drawing/2014/main" id="{AAF698E4-9C58-448A-804E-E968D30F0421}"/>
              </a:ext>
            </a:extLst>
          </p:cNvPr>
          <p:cNvSpPr>
            <a:spLocks/>
          </p:cNvSpPr>
          <p:nvPr/>
        </p:nvSpPr>
        <p:spPr>
          <a:xfrm>
            <a:off x="7418693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3852">
            <a:extLst>
              <a:ext uri="{FF2B5EF4-FFF2-40B4-BE49-F238E27FC236}">
                <a16:creationId xmlns:a16="http://schemas.microsoft.com/office/drawing/2014/main" id="{B39D363A-9AD9-46A3-99C3-7DC7B58C1455}"/>
              </a:ext>
            </a:extLst>
          </p:cNvPr>
          <p:cNvSpPr>
            <a:spLocks/>
          </p:cNvSpPr>
          <p:nvPr/>
        </p:nvSpPr>
        <p:spPr>
          <a:xfrm>
            <a:off x="74496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3853">
            <a:extLst>
              <a:ext uri="{FF2B5EF4-FFF2-40B4-BE49-F238E27FC236}">
                <a16:creationId xmlns:a16="http://schemas.microsoft.com/office/drawing/2014/main" id="{6AF6F24E-1B85-45C7-BDF8-1695A1459FB9}"/>
              </a:ext>
            </a:extLst>
          </p:cNvPr>
          <p:cNvSpPr>
            <a:spLocks/>
          </p:cNvSpPr>
          <p:nvPr/>
        </p:nvSpPr>
        <p:spPr>
          <a:xfrm>
            <a:off x="743884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3854">
            <a:extLst>
              <a:ext uri="{FF2B5EF4-FFF2-40B4-BE49-F238E27FC236}">
                <a16:creationId xmlns:a16="http://schemas.microsoft.com/office/drawing/2014/main" id="{F1E36CCE-EF93-42B0-A154-58965C608F41}"/>
              </a:ext>
            </a:extLst>
          </p:cNvPr>
          <p:cNvSpPr>
            <a:spLocks/>
          </p:cNvSpPr>
          <p:nvPr/>
        </p:nvSpPr>
        <p:spPr>
          <a:xfrm>
            <a:off x="741206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3855">
            <a:extLst>
              <a:ext uri="{FF2B5EF4-FFF2-40B4-BE49-F238E27FC236}">
                <a16:creationId xmlns:a16="http://schemas.microsoft.com/office/drawing/2014/main" id="{0F444A72-41B2-4F75-8805-94A8F27A4022}"/>
              </a:ext>
            </a:extLst>
          </p:cNvPr>
          <p:cNvSpPr>
            <a:spLocks/>
          </p:cNvSpPr>
          <p:nvPr/>
        </p:nvSpPr>
        <p:spPr>
          <a:xfrm>
            <a:off x="73716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3856">
            <a:extLst>
              <a:ext uri="{FF2B5EF4-FFF2-40B4-BE49-F238E27FC236}">
                <a16:creationId xmlns:a16="http://schemas.microsoft.com/office/drawing/2014/main" id="{44AB8278-184D-4545-AEA6-21271B4C37D0}"/>
              </a:ext>
            </a:extLst>
          </p:cNvPr>
          <p:cNvSpPr>
            <a:spLocks/>
          </p:cNvSpPr>
          <p:nvPr/>
        </p:nvSpPr>
        <p:spPr>
          <a:xfrm>
            <a:off x="7410151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3857">
            <a:extLst>
              <a:ext uri="{FF2B5EF4-FFF2-40B4-BE49-F238E27FC236}">
                <a16:creationId xmlns:a16="http://schemas.microsoft.com/office/drawing/2014/main" id="{CB1BAB4C-8969-42CE-933A-8E18ACA44B70}"/>
              </a:ext>
            </a:extLst>
          </p:cNvPr>
          <p:cNvSpPr>
            <a:spLocks/>
          </p:cNvSpPr>
          <p:nvPr/>
        </p:nvSpPr>
        <p:spPr>
          <a:xfrm>
            <a:off x="741898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3858">
            <a:extLst>
              <a:ext uri="{FF2B5EF4-FFF2-40B4-BE49-F238E27FC236}">
                <a16:creationId xmlns:a16="http://schemas.microsoft.com/office/drawing/2014/main" id="{E8609049-C481-436A-AC18-100A2CE86E73}"/>
              </a:ext>
            </a:extLst>
          </p:cNvPr>
          <p:cNvSpPr>
            <a:spLocks/>
          </p:cNvSpPr>
          <p:nvPr/>
        </p:nvSpPr>
        <p:spPr>
          <a:xfrm>
            <a:off x="737342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3859">
            <a:extLst>
              <a:ext uri="{FF2B5EF4-FFF2-40B4-BE49-F238E27FC236}">
                <a16:creationId xmlns:a16="http://schemas.microsoft.com/office/drawing/2014/main" id="{316C28BD-DA35-461A-BECA-1B797E989C48}"/>
              </a:ext>
            </a:extLst>
          </p:cNvPr>
          <p:cNvSpPr>
            <a:spLocks/>
          </p:cNvSpPr>
          <p:nvPr/>
        </p:nvSpPr>
        <p:spPr>
          <a:xfrm>
            <a:off x="74057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3860">
            <a:extLst>
              <a:ext uri="{FF2B5EF4-FFF2-40B4-BE49-F238E27FC236}">
                <a16:creationId xmlns:a16="http://schemas.microsoft.com/office/drawing/2014/main" id="{614063DC-4AF0-456C-8BCD-105111282E13}"/>
              </a:ext>
            </a:extLst>
          </p:cNvPr>
          <p:cNvSpPr>
            <a:spLocks/>
          </p:cNvSpPr>
          <p:nvPr/>
        </p:nvSpPr>
        <p:spPr>
          <a:xfrm>
            <a:off x="73679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3861">
            <a:extLst>
              <a:ext uri="{FF2B5EF4-FFF2-40B4-BE49-F238E27FC236}">
                <a16:creationId xmlns:a16="http://schemas.microsoft.com/office/drawing/2014/main" id="{0C040065-AA72-4458-851B-A538B3C51AAA}"/>
              </a:ext>
            </a:extLst>
          </p:cNvPr>
          <p:cNvSpPr>
            <a:spLocks/>
          </p:cNvSpPr>
          <p:nvPr/>
        </p:nvSpPr>
        <p:spPr>
          <a:xfrm>
            <a:off x="741380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3862">
            <a:extLst>
              <a:ext uri="{FF2B5EF4-FFF2-40B4-BE49-F238E27FC236}">
                <a16:creationId xmlns:a16="http://schemas.microsoft.com/office/drawing/2014/main" id="{63C54C1F-126D-4A0B-A2DC-EF3FEC99724C}"/>
              </a:ext>
            </a:extLst>
          </p:cNvPr>
          <p:cNvSpPr>
            <a:spLocks/>
          </p:cNvSpPr>
          <p:nvPr/>
        </p:nvSpPr>
        <p:spPr>
          <a:xfrm>
            <a:off x="737446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3863">
            <a:extLst>
              <a:ext uri="{FF2B5EF4-FFF2-40B4-BE49-F238E27FC236}">
                <a16:creationId xmlns:a16="http://schemas.microsoft.com/office/drawing/2014/main" id="{286FAFC2-5060-43A1-9E98-AFC22AC2B396}"/>
              </a:ext>
            </a:extLst>
          </p:cNvPr>
          <p:cNvSpPr>
            <a:spLocks/>
          </p:cNvSpPr>
          <p:nvPr/>
        </p:nvSpPr>
        <p:spPr>
          <a:xfrm>
            <a:off x="735475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3864">
            <a:extLst>
              <a:ext uri="{FF2B5EF4-FFF2-40B4-BE49-F238E27FC236}">
                <a16:creationId xmlns:a16="http://schemas.microsoft.com/office/drawing/2014/main" id="{FBA5BDCD-8A26-49DB-B867-4B1D9EDACD31}"/>
              </a:ext>
            </a:extLst>
          </p:cNvPr>
          <p:cNvSpPr>
            <a:spLocks/>
          </p:cNvSpPr>
          <p:nvPr/>
        </p:nvSpPr>
        <p:spPr>
          <a:xfrm>
            <a:off x="7403374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3865">
            <a:extLst>
              <a:ext uri="{FF2B5EF4-FFF2-40B4-BE49-F238E27FC236}">
                <a16:creationId xmlns:a16="http://schemas.microsoft.com/office/drawing/2014/main" id="{39245170-CEC4-4373-B6CF-C6881FC8BEDF}"/>
              </a:ext>
            </a:extLst>
          </p:cNvPr>
          <p:cNvSpPr>
            <a:spLocks/>
          </p:cNvSpPr>
          <p:nvPr/>
        </p:nvSpPr>
        <p:spPr>
          <a:xfrm>
            <a:off x="741324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3866">
            <a:extLst>
              <a:ext uri="{FF2B5EF4-FFF2-40B4-BE49-F238E27FC236}">
                <a16:creationId xmlns:a16="http://schemas.microsoft.com/office/drawing/2014/main" id="{6E34A1E5-A228-472B-BC2D-3FD95EB6F050}"/>
              </a:ext>
            </a:extLst>
          </p:cNvPr>
          <p:cNvSpPr>
            <a:spLocks/>
          </p:cNvSpPr>
          <p:nvPr/>
        </p:nvSpPr>
        <p:spPr>
          <a:xfrm>
            <a:off x="746318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3867">
            <a:extLst>
              <a:ext uri="{FF2B5EF4-FFF2-40B4-BE49-F238E27FC236}">
                <a16:creationId xmlns:a16="http://schemas.microsoft.com/office/drawing/2014/main" id="{39163777-6FF2-4AA5-8DC4-5C968EC5D805}"/>
              </a:ext>
            </a:extLst>
          </p:cNvPr>
          <p:cNvSpPr>
            <a:spLocks/>
          </p:cNvSpPr>
          <p:nvPr/>
        </p:nvSpPr>
        <p:spPr>
          <a:xfrm>
            <a:off x="745399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3868">
            <a:extLst>
              <a:ext uri="{FF2B5EF4-FFF2-40B4-BE49-F238E27FC236}">
                <a16:creationId xmlns:a16="http://schemas.microsoft.com/office/drawing/2014/main" id="{1327D6B5-2450-4CD9-9135-1D6C2EBEFC7C}"/>
              </a:ext>
            </a:extLst>
          </p:cNvPr>
          <p:cNvSpPr>
            <a:spLocks/>
          </p:cNvSpPr>
          <p:nvPr/>
        </p:nvSpPr>
        <p:spPr>
          <a:xfrm>
            <a:off x="73919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3869">
            <a:extLst>
              <a:ext uri="{FF2B5EF4-FFF2-40B4-BE49-F238E27FC236}">
                <a16:creationId xmlns:a16="http://schemas.microsoft.com/office/drawing/2014/main" id="{9E146F3A-A8A2-45CC-8784-6CE9A96D425B}"/>
              </a:ext>
            </a:extLst>
          </p:cNvPr>
          <p:cNvSpPr>
            <a:spLocks/>
          </p:cNvSpPr>
          <p:nvPr/>
        </p:nvSpPr>
        <p:spPr>
          <a:xfrm>
            <a:off x="74008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3870">
            <a:extLst>
              <a:ext uri="{FF2B5EF4-FFF2-40B4-BE49-F238E27FC236}">
                <a16:creationId xmlns:a16="http://schemas.microsoft.com/office/drawing/2014/main" id="{362942D3-1F2C-459C-98B8-93E6D863089B}"/>
              </a:ext>
            </a:extLst>
          </p:cNvPr>
          <p:cNvSpPr>
            <a:spLocks/>
          </p:cNvSpPr>
          <p:nvPr/>
        </p:nvSpPr>
        <p:spPr>
          <a:xfrm>
            <a:off x="741904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3871">
            <a:extLst>
              <a:ext uri="{FF2B5EF4-FFF2-40B4-BE49-F238E27FC236}">
                <a16:creationId xmlns:a16="http://schemas.microsoft.com/office/drawing/2014/main" id="{CC8A69B7-DA17-4E3D-8FF5-A83B7AA34F31}"/>
              </a:ext>
            </a:extLst>
          </p:cNvPr>
          <p:cNvSpPr>
            <a:spLocks/>
          </p:cNvSpPr>
          <p:nvPr/>
        </p:nvSpPr>
        <p:spPr>
          <a:xfrm>
            <a:off x="73828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3872">
            <a:extLst>
              <a:ext uri="{FF2B5EF4-FFF2-40B4-BE49-F238E27FC236}">
                <a16:creationId xmlns:a16="http://schemas.microsoft.com/office/drawing/2014/main" id="{A7FEE6D7-7731-4D16-AAB1-BA35A7729A86}"/>
              </a:ext>
            </a:extLst>
          </p:cNvPr>
          <p:cNvSpPr>
            <a:spLocks/>
          </p:cNvSpPr>
          <p:nvPr/>
        </p:nvSpPr>
        <p:spPr>
          <a:xfrm>
            <a:off x="736183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3873">
            <a:extLst>
              <a:ext uri="{FF2B5EF4-FFF2-40B4-BE49-F238E27FC236}">
                <a16:creationId xmlns:a16="http://schemas.microsoft.com/office/drawing/2014/main" id="{69DB11EF-F791-4ECB-B668-88C00C1FC56C}"/>
              </a:ext>
            </a:extLst>
          </p:cNvPr>
          <p:cNvSpPr>
            <a:spLocks/>
          </p:cNvSpPr>
          <p:nvPr/>
        </p:nvSpPr>
        <p:spPr>
          <a:xfrm>
            <a:off x="7419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3874">
            <a:extLst>
              <a:ext uri="{FF2B5EF4-FFF2-40B4-BE49-F238E27FC236}">
                <a16:creationId xmlns:a16="http://schemas.microsoft.com/office/drawing/2014/main" id="{A7ECC9D4-2080-4D79-8CCC-3CCCF48FA211}"/>
              </a:ext>
            </a:extLst>
          </p:cNvPr>
          <p:cNvSpPr>
            <a:spLocks/>
          </p:cNvSpPr>
          <p:nvPr/>
        </p:nvSpPr>
        <p:spPr>
          <a:xfrm>
            <a:off x="743225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3875">
            <a:extLst>
              <a:ext uri="{FF2B5EF4-FFF2-40B4-BE49-F238E27FC236}">
                <a16:creationId xmlns:a16="http://schemas.microsoft.com/office/drawing/2014/main" id="{9ED6D711-1504-4F51-9BDA-5A775B08DA38}"/>
              </a:ext>
            </a:extLst>
          </p:cNvPr>
          <p:cNvSpPr>
            <a:spLocks/>
          </p:cNvSpPr>
          <p:nvPr/>
        </p:nvSpPr>
        <p:spPr>
          <a:xfrm>
            <a:off x="7413666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3876">
            <a:extLst>
              <a:ext uri="{FF2B5EF4-FFF2-40B4-BE49-F238E27FC236}">
                <a16:creationId xmlns:a16="http://schemas.microsoft.com/office/drawing/2014/main" id="{447109EC-A10F-4C74-97B5-D94C7E4DEABC}"/>
              </a:ext>
            </a:extLst>
          </p:cNvPr>
          <p:cNvSpPr>
            <a:spLocks/>
          </p:cNvSpPr>
          <p:nvPr/>
        </p:nvSpPr>
        <p:spPr>
          <a:xfrm>
            <a:off x="746618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3877">
            <a:extLst>
              <a:ext uri="{FF2B5EF4-FFF2-40B4-BE49-F238E27FC236}">
                <a16:creationId xmlns:a16="http://schemas.microsoft.com/office/drawing/2014/main" id="{1FA8224F-86AB-4C5D-A2A6-B2CA8DC6D127}"/>
              </a:ext>
            </a:extLst>
          </p:cNvPr>
          <p:cNvSpPr>
            <a:spLocks/>
          </p:cNvSpPr>
          <p:nvPr/>
        </p:nvSpPr>
        <p:spPr>
          <a:xfrm>
            <a:off x="73747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3878">
            <a:extLst>
              <a:ext uri="{FF2B5EF4-FFF2-40B4-BE49-F238E27FC236}">
                <a16:creationId xmlns:a16="http://schemas.microsoft.com/office/drawing/2014/main" id="{0549011F-E6D4-45BF-84BF-ACB91502E43F}"/>
              </a:ext>
            </a:extLst>
          </p:cNvPr>
          <p:cNvSpPr>
            <a:spLocks/>
          </p:cNvSpPr>
          <p:nvPr/>
        </p:nvSpPr>
        <p:spPr>
          <a:xfrm>
            <a:off x="7452458" y="63132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3879">
            <a:extLst>
              <a:ext uri="{FF2B5EF4-FFF2-40B4-BE49-F238E27FC236}">
                <a16:creationId xmlns:a16="http://schemas.microsoft.com/office/drawing/2014/main" id="{78A0C689-6FE2-4C32-AD79-4AB63ED2D741}"/>
              </a:ext>
            </a:extLst>
          </p:cNvPr>
          <p:cNvSpPr>
            <a:spLocks/>
          </p:cNvSpPr>
          <p:nvPr/>
        </p:nvSpPr>
        <p:spPr>
          <a:xfrm>
            <a:off x="740170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3880">
            <a:extLst>
              <a:ext uri="{FF2B5EF4-FFF2-40B4-BE49-F238E27FC236}">
                <a16:creationId xmlns:a16="http://schemas.microsoft.com/office/drawing/2014/main" id="{F98BA1BE-FEE4-42AD-ABDF-5C4BD8471030}"/>
              </a:ext>
            </a:extLst>
          </p:cNvPr>
          <p:cNvSpPr>
            <a:spLocks/>
          </p:cNvSpPr>
          <p:nvPr/>
        </p:nvSpPr>
        <p:spPr>
          <a:xfrm>
            <a:off x="73654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3881">
            <a:extLst>
              <a:ext uri="{FF2B5EF4-FFF2-40B4-BE49-F238E27FC236}">
                <a16:creationId xmlns:a16="http://schemas.microsoft.com/office/drawing/2014/main" id="{4240CA3B-225F-4834-9624-6D6293FE692E}"/>
              </a:ext>
            </a:extLst>
          </p:cNvPr>
          <p:cNvSpPr>
            <a:spLocks/>
          </p:cNvSpPr>
          <p:nvPr/>
        </p:nvSpPr>
        <p:spPr>
          <a:xfrm>
            <a:off x="740884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3882">
            <a:extLst>
              <a:ext uri="{FF2B5EF4-FFF2-40B4-BE49-F238E27FC236}">
                <a16:creationId xmlns:a16="http://schemas.microsoft.com/office/drawing/2014/main" id="{0F9A434A-29F4-4A02-9A31-2A6D32161037}"/>
              </a:ext>
            </a:extLst>
          </p:cNvPr>
          <p:cNvSpPr>
            <a:spLocks/>
          </p:cNvSpPr>
          <p:nvPr/>
        </p:nvSpPr>
        <p:spPr>
          <a:xfrm>
            <a:off x="74132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3883">
            <a:extLst>
              <a:ext uri="{FF2B5EF4-FFF2-40B4-BE49-F238E27FC236}">
                <a16:creationId xmlns:a16="http://schemas.microsoft.com/office/drawing/2014/main" id="{09BA713B-3DD9-40C6-8A13-26E211CD6595}"/>
              </a:ext>
            </a:extLst>
          </p:cNvPr>
          <p:cNvSpPr>
            <a:spLocks/>
          </p:cNvSpPr>
          <p:nvPr/>
        </p:nvSpPr>
        <p:spPr>
          <a:xfrm>
            <a:off x="73659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3884">
            <a:extLst>
              <a:ext uri="{FF2B5EF4-FFF2-40B4-BE49-F238E27FC236}">
                <a16:creationId xmlns:a16="http://schemas.microsoft.com/office/drawing/2014/main" id="{E4551111-99DB-4397-8AF0-466047B05866}"/>
              </a:ext>
            </a:extLst>
          </p:cNvPr>
          <p:cNvSpPr>
            <a:spLocks/>
          </p:cNvSpPr>
          <p:nvPr/>
        </p:nvSpPr>
        <p:spPr>
          <a:xfrm>
            <a:off x="73849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3885">
            <a:extLst>
              <a:ext uri="{FF2B5EF4-FFF2-40B4-BE49-F238E27FC236}">
                <a16:creationId xmlns:a16="http://schemas.microsoft.com/office/drawing/2014/main" id="{248FD0B8-611F-4C92-9FAC-386AC8CCB369}"/>
              </a:ext>
            </a:extLst>
          </p:cNvPr>
          <p:cNvSpPr>
            <a:spLocks/>
          </p:cNvSpPr>
          <p:nvPr/>
        </p:nvSpPr>
        <p:spPr>
          <a:xfrm>
            <a:off x="735775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3886">
            <a:extLst>
              <a:ext uri="{FF2B5EF4-FFF2-40B4-BE49-F238E27FC236}">
                <a16:creationId xmlns:a16="http://schemas.microsoft.com/office/drawing/2014/main" id="{C244479F-FF6B-43FB-B01E-3A2299B1F158}"/>
              </a:ext>
            </a:extLst>
          </p:cNvPr>
          <p:cNvSpPr>
            <a:spLocks/>
          </p:cNvSpPr>
          <p:nvPr/>
        </p:nvSpPr>
        <p:spPr>
          <a:xfrm>
            <a:off x="7410450" y="52419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3887">
            <a:extLst>
              <a:ext uri="{FF2B5EF4-FFF2-40B4-BE49-F238E27FC236}">
                <a16:creationId xmlns:a16="http://schemas.microsoft.com/office/drawing/2014/main" id="{DDA51A25-85E4-4765-AB03-B71DF4449827}"/>
              </a:ext>
            </a:extLst>
          </p:cNvPr>
          <p:cNvSpPr>
            <a:spLocks/>
          </p:cNvSpPr>
          <p:nvPr/>
        </p:nvSpPr>
        <p:spPr>
          <a:xfrm>
            <a:off x="740241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3888">
            <a:extLst>
              <a:ext uri="{FF2B5EF4-FFF2-40B4-BE49-F238E27FC236}">
                <a16:creationId xmlns:a16="http://schemas.microsoft.com/office/drawing/2014/main" id="{35383D0F-7A1C-4A3B-BD28-986A8DC02B8D}"/>
              </a:ext>
            </a:extLst>
          </p:cNvPr>
          <p:cNvSpPr>
            <a:spLocks/>
          </p:cNvSpPr>
          <p:nvPr/>
        </p:nvSpPr>
        <p:spPr>
          <a:xfrm>
            <a:off x="735793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3889">
            <a:extLst>
              <a:ext uri="{FF2B5EF4-FFF2-40B4-BE49-F238E27FC236}">
                <a16:creationId xmlns:a16="http://schemas.microsoft.com/office/drawing/2014/main" id="{2852E2C5-76B7-4F5E-A7B4-81742CE904F5}"/>
              </a:ext>
            </a:extLst>
          </p:cNvPr>
          <p:cNvSpPr>
            <a:spLocks/>
          </p:cNvSpPr>
          <p:nvPr/>
        </p:nvSpPr>
        <p:spPr>
          <a:xfrm>
            <a:off x="742816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3890">
            <a:extLst>
              <a:ext uri="{FF2B5EF4-FFF2-40B4-BE49-F238E27FC236}">
                <a16:creationId xmlns:a16="http://schemas.microsoft.com/office/drawing/2014/main" id="{5F8BAF9D-7A24-4B41-99CF-0BC2897E1076}"/>
              </a:ext>
            </a:extLst>
          </p:cNvPr>
          <p:cNvSpPr>
            <a:spLocks/>
          </p:cNvSpPr>
          <p:nvPr/>
        </p:nvSpPr>
        <p:spPr>
          <a:xfrm>
            <a:off x="74176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3891">
            <a:extLst>
              <a:ext uri="{FF2B5EF4-FFF2-40B4-BE49-F238E27FC236}">
                <a16:creationId xmlns:a16="http://schemas.microsoft.com/office/drawing/2014/main" id="{328DF716-45EF-48A3-8F4E-FF921678BD08}"/>
              </a:ext>
            </a:extLst>
          </p:cNvPr>
          <p:cNvSpPr>
            <a:spLocks/>
          </p:cNvSpPr>
          <p:nvPr/>
        </p:nvSpPr>
        <p:spPr>
          <a:xfrm>
            <a:off x="738419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3892">
            <a:extLst>
              <a:ext uri="{FF2B5EF4-FFF2-40B4-BE49-F238E27FC236}">
                <a16:creationId xmlns:a16="http://schemas.microsoft.com/office/drawing/2014/main" id="{B8266C24-24BA-4E08-BB59-A36BADA3E77E}"/>
              </a:ext>
            </a:extLst>
          </p:cNvPr>
          <p:cNvSpPr>
            <a:spLocks/>
          </p:cNvSpPr>
          <p:nvPr/>
        </p:nvSpPr>
        <p:spPr>
          <a:xfrm>
            <a:off x="74353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3893">
            <a:extLst>
              <a:ext uri="{FF2B5EF4-FFF2-40B4-BE49-F238E27FC236}">
                <a16:creationId xmlns:a16="http://schemas.microsoft.com/office/drawing/2014/main" id="{1F7EEEA3-5EB5-4BB4-9B22-1A5CE667D740}"/>
              </a:ext>
            </a:extLst>
          </p:cNvPr>
          <p:cNvSpPr>
            <a:spLocks/>
          </p:cNvSpPr>
          <p:nvPr/>
        </p:nvSpPr>
        <p:spPr>
          <a:xfrm>
            <a:off x="74225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3894">
            <a:extLst>
              <a:ext uri="{FF2B5EF4-FFF2-40B4-BE49-F238E27FC236}">
                <a16:creationId xmlns:a16="http://schemas.microsoft.com/office/drawing/2014/main" id="{11E9588B-2DE8-486C-A87E-7D06F71BF569}"/>
              </a:ext>
            </a:extLst>
          </p:cNvPr>
          <p:cNvSpPr>
            <a:spLocks/>
          </p:cNvSpPr>
          <p:nvPr/>
        </p:nvSpPr>
        <p:spPr>
          <a:xfrm>
            <a:off x="7447128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6" name="data_3895">
            <a:extLst>
              <a:ext uri="{FF2B5EF4-FFF2-40B4-BE49-F238E27FC236}">
                <a16:creationId xmlns:a16="http://schemas.microsoft.com/office/drawing/2014/main" id="{4B44D3BE-DD72-40C4-8A1D-295D0332E684}"/>
              </a:ext>
            </a:extLst>
          </p:cNvPr>
          <p:cNvSpPr>
            <a:spLocks/>
          </p:cNvSpPr>
          <p:nvPr/>
        </p:nvSpPr>
        <p:spPr>
          <a:xfrm>
            <a:off x="74019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7" name="data_3896">
            <a:extLst>
              <a:ext uri="{FF2B5EF4-FFF2-40B4-BE49-F238E27FC236}">
                <a16:creationId xmlns:a16="http://schemas.microsoft.com/office/drawing/2014/main" id="{BD0F8098-9BB9-491C-9E88-BDBA6EB816DF}"/>
              </a:ext>
            </a:extLst>
          </p:cNvPr>
          <p:cNvSpPr>
            <a:spLocks/>
          </p:cNvSpPr>
          <p:nvPr/>
        </p:nvSpPr>
        <p:spPr>
          <a:xfrm>
            <a:off x="7387491" y="59926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8" name="data_3897">
            <a:extLst>
              <a:ext uri="{FF2B5EF4-FFF2-40B4-BE49-F238E27FC236}">
                <a16:creationId xmlns:a16="http://schemas.microsoft.com/office/drawing/2014/main" id="{93B2DE4A-A797-42E2-AB25-EE4DB0B00AEB}"/>
              </a:ext>
            </a:extLst>
          </p:cNvPr>
          <p:cNvSpPr>
            <a:spLocks/>
          </p:cNvSpPr>
          <p:nvPr/>
        </p:nvSpPr>
        <p:spPr>
          <a:xfrm>
            <a:off x="73904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9" name="data_3898">
            <a:extLst>
              <a:ext uri="{FF2B5EF4-FFF2-40B4-BE49-F238E27FC236}">
                <a16:creationId xmlns:a16="http://schemas.microsoft.com/office/drawing/2014/main" id="{CEB12E18-5066-4DA7-BE91-1EDE582416B7}"/>
              </a:ext>
            </a:extLst>
          </p:cNvPr>
          <p:cNvSpPr>
            <a:spLocks/>
          </p:cNvSpPr>
          <p:nvPr/>
        </p:nvSpPr>
        <p:spPr>
          <a:xfrm>
            <a:off x="739692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0" name="data_3899">
            <a:extLst>
              <a:ext uri="{FF2B5EF4-FFF2-40B4-BE49-F238E27FC236}">
                <a16:creationId xmlns:a16="http://schemas.microsoft.com/office/drawing/2014/main" id="{7CBF30BC-A6B0-47A6-ADC7-D8F2F6D7D702}"/>
              </a:ext>
            </a:extLst>
          </p:cNvPr>
          <p:cNvSpPr>
            <a:spLocks/>
          </p:cNvSpPr>
          <p:nvPr/>
        </p:nvSpPr>
        <p:spPr>
          <a:xfrm>
            <a:off x="74198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1" name="data_3900">
            <a:extLst>
              <a:ext uri="{FF2B5EF4-FFF2-40B4-BE49-F238E27FC236}">
                <a16:creationId xmlns:a16="http://schemas.microsoft.com/office/drawing/2014/main" id="{79DCC79D-A91B-423B-A911-615F7F1E8D3F}"/>
              </a:ext>
            </a:extLst>
          </p:cNvPr>
          <p:cNvSpPr>
            <a:spLocks/>
          </p:cNvSpPr>
          <p:nvPr/>
        </p:nvSpPr>
        <p:spPr>
          <a:xfrm>
            <a:off x="74311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2" name="data_3901">
            <a:extLst>
              <a:ext uri="{FF2B5EF4-FFF2-40B4-BE49-F238E27FC236}">
                <a16:creationId xmlns:a16="http://schemas.microsoft.com/office/drawing/2014/main" id="{6C4BFF53-3730-42DA-9D99-DA0F1674CD20}"/>
              </a:ext>
            </a:extLst>
          </p:cNvPr>
          <p:cNvSpPr>
            <a:spLocks/>
          </p:cNvSpPr>
          <p:nvPr/>
        </p:nvSpPr>
        <p:spPr>
          <a:xfrm>
            <a:off x="739511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3" name="data_3902">
            <a:extLst>
              <a:ext uri="{FF2B5EF4-FFF2-40B4-BE49-F238E27FC236}">
                <a16:creationId xmlns:a16="http://schemas.microsoft.com/office/drawing/2014/main" id="{7062787D-1767-45F4-912F-96A2984DD636}"/>
              </a:ext>
            </a:extLst>
          </p:cNvPr>
          <p:cNvSpPr>
            <a:spLocks/>
          </p:cNvSpPr>
          <p:nvPr/>
        </p:nvSpPr>
        <p:spPr>
          <a:xfrm>
            <a:off x="744963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4" name="data_3903">
            <a:extLst>
              <a:ext uri="{FF2B5EF4-FFF2-40B4-BE49-F238E27FC236}">
                <a16:creationId xmlns:a16="http://schemas.microsoft.com/office/drawing/2014/main" id="{FA24DE80-5E68-458C-A9B6-4B5B00F13566}"/>
              </a:ext>
            </a:extLst>
          </p:cNvPr>
          <p:cNvSpPr>
            <a:spLocks/>
          </p:cNvSpPr>
          <p:nvPr/>
        </p:nvSpPr>
        <p:spPr>
          <a:xfrm>
            <a:off x="742717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5" name="data_3904">
            <a:extLst>
              <a:ext uri="{FF2B5EF4-FFF2-40B4-BE49-F238E27FC236}">
                <a16:creationId xmlns:a16="http://schemas.microsoft.com/office/drawing/2014/main" id="{CA981DFE-4A54-4128-B7E3-411AFF080111}"/>
              </a:ext>
            </a:extLst>
          </p:cNvPr>
          <p:cNvSpPr>
            <a:spLocks/>
          </p:cNvSpPr>
          <p:nvPr/>
        </p:nvSpPr>
        <p:spPr>
          <a:xfrm>
            <a:off x="745731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6" name="data_3905">
            <a:extLst>
              <a:ext uri="{FF2B5EF4-FFF2-40B4-BE49-F238E27FC236}">
                <a16:creationId xmlns:a16="http://schemas.microsoft.com/office/drawing/2014/main" id="{95E5D629-D65A-4815-AB54-780D96A22AFF}"/>
              </a:ext>
            </a:extLst>
          </p:cNvPr>
          <p:cNvSpPr>
            <a:spLocks/>
          </p:cNvSpPr>
          <p:nvPr/>
        </p:nvSpPr>
        <p:spPr>
          <a:xfrm>
            <a:off x="745086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7" name="data_3906">
            <a:extLst>
              <a:ext uri="{FF2B5EF4-FFF2-40B4-BE49-F238E27FC236}">
                <a16:creationId xmlns:a16="http://schemas.microsoft.com/office/drawing/2014/main" id="{8EC2A644-8ACA-46E3-9616-6D41A4034FE6}"/>
              </a:ext>
            </a:extLst>
          </p:cNvPr>
          <p:cNvSpPr>
            <a:spLocks/>
          </p:cNvSpPr>
          <p:nvPr/>
        </p:nvSpPr>
        <p:spPr>
          <a:xfrm>
            <a:off x="7445652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8" name="data_3907">
            <a:extLst>
              <a:ext uri="{FF2B5EF4-FFF2-40B4-BE49-F238E27FC236}">
                <a16:creationId xmlns:a16="http://schemas.microsoft.com/office/drawing/2014/main" id="{E3D39AEE-74F1-4968-A141-D120E0693853}"/>
              </a:ext>
            </a:extLst>
          </p:cNvPr>
          <p:cNvSpPr>
            <a:spLocks/>
          </p:cNvSpPr>
          <p:nvPr/>
        </p:nvSpPr>
        <p:spPr>
          <a:xfrm>
            <a:off x="73502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9" name="data_3908">
            <a:extLst>
              <a:ext uri="{FF2B5EF4-FFF2-40B4-BE49-F238E27FC236}">
                <a16:creationId xmlns:a16="http://schemas.microsoft.com/office/drawing/2014/main" id="{8DED603E-AE31-40E5-BE77-9384E1991D0D}"/>
              </a:ext>
            </a:extLst>
          </p:cNvPr>
          <p:cNvSpPr>
            <a:spLocks/>
          </p:cNvSpPr>
          <p:nvPr/>
        </p:nvSpPr>
        <p:spPr>
          <a:xfrm>
            <a:off x="746508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0" name="data_3909">
            <a:extLst>
              <a:ext uri="{FF2B5EF4-FFF2-40B4-BE49-F238E27FC236}">
                <a16:creationId xmlns:a16="http://schemas.microsoft.com/office/drawing/2014/main" id="{0345033C-40D8-450E-A817-1DC5478A6FF1}"/>
              </a:ext>
            </a:extLst>
          </p:cNvPr>
          <p:cNvSpPr>
            <a:spLocks/>
          </p:cNvSpPr>
          <p:nvPr/>
        </p:nvSpPr>
        <p:spPr>
          <a:xfrm>
            <a:off x="740920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1" name="data_3910">
            <a:extLst>
              <a:ext uri="{FF2B5EF4-FFF2-40B4-BE49-F238E27FC236}">
                <a16:creationId xmlns:a16="http://schemas.microsoft.com/office/drawing/2014/main" id="{C169A8B3-890C-42B6-8624-8EA621265AF9}"/>
              </a:ext>
            </a:extLst>
          </p:cNvPr>
          <p:cNvSpPr>
            <a:spLocks/>
          </p:cNvSpPr>
          <p:nvPr/>
        </p:nvSpPr>
        <p:spPr>
          <a:xfrm>
            <a:off x="744331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2" name="data_3911">
            <a:extLst>
              <a:ext uri="{FF2B5EF4-FFF2-40B4-BE49-F238E27FC236}">
                <a16:creationId xmlns:a16="http://schemas.microsoft.com/office/drawing/2014/main" id="{2C81B85D-5592-4D9A-BCB4-510990260B8C}"/>
              </a:ext>
            </a:extLst>
          </p:cNvPr>
          <p:cNvSpPr>
            <a:spLocks/>
          </p:cNvSpPr>
          <p:nvPr/>
        </p:nvSpPr>
        <p:spPr>
          <a:xfrm>
            <a:off x="739626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3" name="data_3912">
            <a:extLst>
              <a:ext uri="{FF2B5EF4-FFF2-40B4-BE49-F238E27FC236}">
                <a16:creationId xmlns:a16="http://schemas.microsoft.com/office/drawing/2014/main" id="{B200AE3A-3672-468B-8E81-C46CB2381F9E}"/>
              </a:ext>
            </a:extLst>
          </p:cNvPr>
          <p:cNvSpPr>
            <a:spLocks/>
          </p:cNvSpPr>
          <p:nvPr/>
        </p:nvSpPr>
        <p:spPr>
          <a:xfrm>
            <a:off x="7352270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4" name="data_3913">
            <a:extLst>
              <a:ext uri="{FF2B5EF4-FFF2-40B4-BE49-F238E27FC236}">
                <a16:creationId xmlns:a16="http://schemas.microsoft.com/office/drawing/2014/main" id="{AE02EB96-46A5-4F29-969B-FC67115613C8}"/>
              </a:ext>
            </a:extLst>
          </p:cNvPr>
          <p:cNvSpPr>
            <a:spLocks/>
          </p:cNvSpPr>
          <p:nvPr/>
        </p:nvSpPr>
        <p:spPr>
          <a:xfrm>
            <a:off x="740032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5" name="data_3914">
            <a:extLst>
              <a:ext uri="{FF2B5EF4-FFF2-40B4-BE49-F238E27FC236}">
                <a16:creationId xmlns:a16="http://schemas.microsoft.com/office/drawing/2014/main" id="{24F64EA0-B08B-4F2D-B515-AEFC51C96CE2}"/>
              </a:ext>
            </a:extLst>
          </p:cNvPr>
          <p:cNvSpPr>
            <a:spLocks/>
          </p:cNvSpPr>
          <p:nvPr/>
        </p:nvSpPr>
        <p:spPr>
          <a:xfrm>
            <a:off x="736192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6" name="data_3915">
            <a:extLst>
              <a:ext uri="{FF2B5EF4-FFF2-40B4-BE49-F238E27FC236}">
                <a16:creationId xmlns:a16="http://schemas.microsoft.com/office/drawing/2014/main" id="{421BAFF9-8ACF-405B-9298-22A644F5E53D}"/>
              </a:ext>
            </a:extLst>
          </p:cNvPr>
          <p:cNvSpPr>
            <a:spLocks/>
          </p:cNvSpPr>
          <p:nvPr/>
        </p:nvSpPr>
        <p:spPr>
          <a:xfrm>
            <a:off x="738231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7" name="data_3916">
            <a:extLst>
              <a:ext uri="{FF2B5EF4-FFF2-40B4-BE49-F238E27FC236}">
                <a16:creationId xmlns:a16="http://schemas.microsoft.com/office/drawing/2014/main" id="{CEF7648A-B210-43E0-9DEB-27B0FADE7A0A}"/>
              </a:ext>
            </a:extLst>
          </p:cNvPr>
          <p:cNvSpPr>
            <a:spLocks/>
          </p:cNvSpPr>
          <p:nvPr/>
        </p:nvSpPr>
        <p:spPr>
          <a:xfrm>
            <a:off x="742396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8" name="data_3917">
            <a:extLst>
              <a:ext uri="{FF2B5EF4-FFF2-40B4-BE49-F238E27FC236}">
                <a16:creationId xmlns:a16="http://schemas.microsoft.com/office/drawing/2014/main" id="{9204E106-F947-4810-8CE7-567605FE3BBE}"/>
              </a:ext>
            </a:extLst>
          </p:cNvPr>
          <p:cNvSpPr>
            <a:spLocks/>
          </p:cNvSpPr>
          <p:nvPr/>
        </p:nvSpPr>
        <p:spPr>
          <a:xfrm>
            <a:off x="7386592" y="52943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9" name="data_3918">
            <a:extLst>
              <a:ext uri="{FF2B5EF4-FFF2-40B4-BE49-F238E27FC236}">
                <a16:creationId xmlns:a16="http://schemas.microsoft.com/office/drawing/2014/main" id="{9B057EDD-939F-48D0-90DB-74E53726843D}"/>
              </a:ext>
            </a:extLst>
          </p:cNvPr>
          <p:cNvSpPr>
            <a:spLocks/>
          </p:cNvSpPr>
          <p:nvPr/>
        </p:nvSpPr>
        <p:spPr>
          <a:xfrm>
            <a:off x="74469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0" name="data_3919">
            <a:extLst>
              <a:ext uri="{FF2B5EF4-FFF2-40B4-BE49-F238E27FC236}">
                <a16:creationId xmlns:a16="http://schemas.microsoft.com/office/drawing/2014/main" id="{1A3090C1-9B12-43CC-A7D5-8EDD053856D1}"/>
              </a:ext>
            </a:extLst>
          </p:cNvPr>
          <p:cNvSpPr>
            <a:spLocks/>
          </p:cNvSpPr>
          <p:nvPr/>
        </p:nvSpPr>
        <p:spPr>
          <a:xfrm>
            <a:off x="74616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1" name="data_3920">
            <a:extLst>
              <a:ext uri="{FF2B5EF4-FFF2-40B4-BE49-F238E27FC236}">
                <a16:creationId xmlns:a16="http://schemas.microsoft.com/office/drawing/2014/main" id="{94EE27DF-EC0F-4663-842D-0E29731BC93B}"/>
              </a:ext>
            </a:extLst>
          </p:cNvPr>
          <p:cNvSpPr>
            <a:spLocks/>
          </p:cNvSpPr>
          <p:nvPr/>
        </p:nvSpPr>
        <p:spPr>
          <a:xfrm>
            <a:off x="7409240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2" name="data_3921">
            <a:extLst>
              <a:ext uri="{FF2B5EF4-FFF2-40B4-BE49-F238E27FC236}">
                <a16:creationId xmlns:a16="http://schemas.microsoft.com/office/drawing/2014/main" id="{5414F5C4-53A3-4F04-8A04-E85298B165AB}"/>
              </a:ext>
            </a:extLst>
          </p:cNvPr>
          <p:cNvSpPr>
            <a:spLocks/>
          </p:cNvSpPr>
          <p:nvPr/>
        </p:nvSpPr>
        <p:spPr>
          <a:xfrm>
            <a:off x="739224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3" name="data_3922">
            <a:extLst>
              <a:ext uri="{FF2B5EF4-FFF2-40B4-BE49-F238E27FC236}">
                <a16:creationId xmlns:a16="http://schemas.microsoft.com/office/drawing/2014/main" id="{106F95DA-2FD0-47F3-991A-1577515D5168}"/>
              </a:ext>
            </a:extLst>
          </p:cNvPr>
          <p:cNvSpPr>
            <a:spLocks/>
          </p:cNvSpPr>
          <p:nvPr/>
        </p:nvSpPr>
        <p:spPr>
          <a:xfrm>
            <a:off x="739528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4" name="data_3923">
            <a:extLst>
              <a:ext uri="{FF2B5EF4-FFF2-40B4-BE49-F238E27FC236}">
                <a16:creationId xmlns:a16="http://schemas.microsoft.com/office/drawing/2014/main" id="{6339560D-858A-426F-8339-42FDFBD53594}"/>
              </a:ext>
            </a:extLst>
          </p:cNvPr>
          <p:cNvSpPr>
            <a:spLocks/>
          </p:cNvSpPr>
          <p:nvPr/>
        </p:nvSpPr>
        <p:spPr>
          <a:xfrm>
            <a:off x="73889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5" name="data_3924">
            <a:extLst>
              <a:ext uri="{FF2B5EF4-FFF2-40B4-BE49-F238E27FC236}">
                <a16:creationId xmlns:a16="http://schemas.microsoft.com/office/drawing/2014/main" id="{1DBCDEE9-EB12-47E2-9757-0B18CFE55ACD}"/>
              </a:ext>
            </a:extLst>
          </p:cNvPr>
          <p:cNvSpPr>
            <a:spLocks/>
          </p:cNvSpPr>
          <p:nvPr/>
        </p:nvSpPr>
        <p:spPr>
          <a:xfrm>
            <a:off x="745832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6" name="data_3925">
            <a:extLst>
              <a:ext uri="{FF2B5EF4-FFF2-40B4-BE49-F238E27FC236}">
                <a16:creationId xmlns:a16="http://schemas.microsoft.com/office/drawing/2014/main" id="{3E9DBB8D-E58C-407D-AE59-FCEAC08C72DC}"/>
              </a:ext>
            </a:extLst>
          </p:cNvPr>
          <p:cNvSpPr>
            <a:spLocks/>
          </p:cNvSpPr>
          <p:nvPr/>
        </p:nvSpPr>
        <p:spPr>
          <a:xfrm>
            <a:off x="73683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7" name="data_3926">
            <a:extLst>
              <a:ext uri="{FF2B5EF4-FFF2-40B4-BE49-F238E27FC236}">
                <a16:creationId xmlns:a16="http://schemas.microsoft.com/office/drawing/2014/main" id="{EBFA8F4A-DCBA-4850-B1FB-539FF2B30A8D}"/>
              </a:ext>
            </a:extLst>
          </p:cNvPr>
          <p:cNvSpPr>
            <a:spLocks/>
          </p:cNvSpPr>
          <p:nvPr/>
        </p:nvSpPr>
        <p:spPr>
          <a:xfrm>
            <a:off x="73881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8" name="data_3927">
            <a:extLst>
              <a:ext uri="{FF2B5EF4-FFF2-40B4-BE49-F238E27FC236}">
                <a16:creationId xmlns:a16="http://schemas.microsoft.com/office/drawing/2014/main" id="{E8788255-3791-41BC-91E6-7BE019181379}"/>
              </a:ext>
            </a:extLst>
          </p:cNvPr>
          <p:cNvSpPr>
            <a:spLocks/>
          </p:cNvSpPr>
          <p:nvPr/>
        </p:nvSpPr>
        <p:spPr>
          <a:xfrm>
            <a:off x="739493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9" name="data_3928">
            <a:extLst>
              <a:ext uri="{FF2B5EF4-FFF2-40B4-BE49-F238E27FC236}">
                <a16:creationId xmlns:a16="http://schemas.microsoft.com/office/drawing/2014/main" id="{C65A2A0C-2AD0-4232-ACC8-C7A0154E813A}"/>
              </a:ext>
            </a:extLst>
          </p:cNvPr>
          <p:cNvSpPr>
            <a:spLocks/>
          </p:cNvSpPr>
          <p:nvPr/>
        </p:nvSpPr>
        <p:spPr>
          <a:xfrm>
            <a:off x="743212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0" name="data_3929">
            <a:extLst>
              <a:ext uri="{FF2B5EF4-FFF2-40B4-BE49-F238E27FC236}">
                <a16:creationId xmlns:a16="http://schemas.microsoft.com/office/drawing/2014/main" id="{D707BF98-F143-4DEE-A02C-B1C053B15879}"/>
              </a:ext>
            </a:extLst>
          </p:cNvPr>
          <p:cNvSpPr>
            <a:spLocks/>
          </p:cNvSpPr>
          <p:nvPr/>
        </p:nvSpPr>
        <p:spPr>
          <a:xfrm>
            <a:off x="739818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1" name="data_3930">
            <a:extLst>
              <a:ext uri="{FF2B5EF4-FFF2-40B4-BE49-F238E27FC236}">
                <a16:creationId xmlns:a16="http://schemas.microsoft.com/office/drawing/2014/main" id="{B951B131-DC70-425E-AAE4-1BF5DAAAC513}"/>
              </a:ext>
            </a:extLst>
          </p:cNvPr>
          <p:cNvSpPr>
            <a:spLocks/>
          </p:cNvSpPr>
          <p:nvPr/>
        </p:nvSpPr>
        <p:spPr>
          <a:xfrm>
            <a:off x="7435819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2" name="data_3931">
            <a:extLst>
              <a:ext uri="{FF2B5EF4-FFF2-40B4-BE49-F238E27FC236}">
                <a16:creationId xmlns:a16="http://schemas.microsoft.com/office/drawing/2014/main" id="{9F2B0690-E241-4535-813D-9248EEC37E4B}"/>
              </a:ext>
            </a:extLst>
          </p:cNvPr>
          <p:cNvSpPr>
            <a:spLocks/>
          </p:cNvSpPr>
          <p:nvPr/>
        </p:nvSpPr>
        <p:spPr>
          <a:xfrm>
            <a:off x="741987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3" name="data_3932">
            <a:extLst>
              <a:ext uri="{FF2B5EF4-FFF2-40B4-BE49-F238E27FC236}">
                <a16:creationId xmlns:a16="http://schemas.microsoft.com/office/drawing/2014/main" id="{A13E14CD-660F-45DF-B02A-7170342AD2E1}"/>
              </a:ext>
            </a:extLst>
          </p:cNvPr>
          <p:cNvSpPr>
            <a:spLocks/>
          </p:cNvSpPr>
          <p:nvPr/>
        </p:nvSpPr>
        <p:spPr>
          <a:xfrm>
            <a:off x="76921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4" name="data_3933">
            <a:extLst>
              <a:ext uri="{FF2B5EF4-FFF2-40B4-BE49-F238E27FC236}">
                <a16:creationId xmlns:a16="http://schemas.microsoft.com/office/drawing/2014/main" id="{4984BADC-9F11-4B66-8669-2FE9DA7E8115}"/>
              </a:ext>
            </a:extLst>
          </p:cNvPr>
          <p:cNvSpPr>
            <a:spLocks/>
          </p:cNvSpPr>
          <p:nvPr/>
        </p:nvSpPr>
        <p:spPr>
          <a:xfrm>
            <a:off x="7692103" y="54485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5" name="data_3934">
            <a:extLst>
              <a:ext uri="{FF2B5EF4-FFF2-40B4-BE49-F238E27FC236}">
                <a16:creationId xmlns:a16="http://schemas.microsoft.com/office/drawing/2014/main" id="{381DA61F-695A-4B99-8BED-3D623B7FEF6F}"/>
              </a:ext>
            </a:extLst>
          </p:cNvPr>
          <p:cNvSpPr>
            <a:spLocks/>
          </p:cNvSpPr>
          <p:nvPr/>
        </p:nvSpPr>
        <p:spPr>
          <a:xfrm>
            <a:off x="76856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6" name="data_3935">
            <a:extLst>
              <a:ext uri="{FF2B5EF4-FFF2-40B4-BE49-F238E27FC236}">
                <a16:creationId xmlns:a16="http://schemas.microsoft.com/office/drawing/2014/main" id="{837B4651-F36C-4525-8884-DC33587AC6D3}"/>
              </a:ext>
            </a:extLst>
          </p:cNvPr>
          <p:cNvSpPr>
            <a:spLocks/>
          </p:cNvSpPr>
          <p:nvPr/>
        </p:nvSpPr>
        <p:spPr>
          <a:xfrm>
            <a:off x="76975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7" name="data_3936">
            <a:extLst>
              <a:ext uri="{FF2B5EF4-FFF2-40B4-BE49-F238E27FC236}">
                <a16:creationId xmlns:a16="http://schemas.microsoft.com/office/drawing/2014/main" id="{2DE778F7-CBC1-4B48-8052-D6FF712E977C}"/>
              </a:ext>
            </a:extLst>
          </p:cNvPr>
          <p:cNvSpPr>
            <a:spLocks/>
          </p:cNvSpPr>
          <p:nvPr/>
        </p:nvSpPr>
        <p:spPr>
          <a:xfrm>
            <a:off x="7646365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8" name="data_3937">
            <a:extLst>
              <a:ext uri="{FF2B5EF4-FFF2-40B4-BE49-F238E27FC236}">
                <a16:creationId xmlns:a16="http://schemas.microsoft.com/office/drawing/2014/main" id="{62A340BA-FAD5-402A-B2C0-E03F7DC2D014}"/>
              </a:ext>
            </a:extLst>
          </p:cNvPr>
          <p:cNvSpPr>
            <a:spLocks/>
          </p:cNvSpPr>
          <p:nvPr/>
        </p:nvSpPr>
        <p:spPr>
          <a:xfrm>
            <a:off x="7709070" y="60221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9" name="data_3938">
            <a:extLst>
              <a:ext uri="{FF2B5EF4-FFF2-40B4-BE49-F238E27FC236}">
                <a16:creationId xmlns:a16="http://schemas.microsoft.com/office/drawing/2014/main" id="{C99BD18E-2714-4DA5-AD15-87141676F9F8}"/>
              </a:ext>
            </a:extLst>
          </p:cNvPr>
          <p:cNvSpPr>
            <a:spLocks/>
          </p:cNvSpPr>
          <p:nvPr/>
        </p:nvSpPr>
        <p:spPr>
          <a:xfrm>
            <a:off x="76662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0" name="data_3939">
            <a:extLst>
              <a:ext uri="{FF2B5EF4-FFF2-40B4-BE49-F238E27FC236}">
                <a16:creationId xmlns:a16="http://schemas.microsoft.com/office/drawing/2014/main" id="{996B2AC2-4A24-4AE1-92B3-B1293C41DCEB}"/>
              </a:ext>
            </a:extLst>
          </p:cNvPr>
          <p:cNvSpPr>
            <a:spLocks/>
          </p:cNvSpPr>
          <p:nvPr/>
        </p:nvSpPr>
        <p:spPr>
          <a:xfrm>
            <a:off x="76102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1" name="data_3940">
            <a:extLst>
              <a:ext uri="{FF2B5EF4-FFF2-40B4-BE49-F238E27FC236}">
                <a16:creationId xmlns:a16="http://schemas.microsoft.com/office/drawing/2014/main" id="{A1331947-555B-4C58-91A5-D2C0BC741BCE}"/>
              </a:ext>
            </a:extLst>
          </p:cNvPr>
          <p:cNvSpPr>
            <a:spLocks/>
          </p:cNvSpPr>
          <p:nvPr/>
        </p:nvSpPr>
        <p:spPr>
          <a:xfrm>
            <a:off x="759974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2" name="data_3941">
            <a:extLst>
              <a:ext uri="{FF2B5EF4-FFF2-40B4-BE49-F238E27FC236}">
                <a16:creationId xmlns:a16="http://schemas.microsoft.com/office/drawing/2014/main" id="{BB6C238B-52DF-4668-9CC4-5DE593C3C0CA}"/>
              </a:ext>
            </a:extLst>
          </p:cNvPr>
          <p:cNvSpPr>
            <a:spLocks/>
          </p:cNvSpPr>
          <p:nvPr/>
        </p:nvSpPr>
        <p:spPr>
          <a:xfrm>
            <a:off x="76938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3" name="data_3942">
            <a:extLst>
              <a:ext uri="{FF2B5EF4-FFF2-40B4-BE49-F238E27FC236}">
                <a16:creationId xmlns:a16="http://schemas.microsoft.com/office/drawing/2014/main" id="{D77F3E5B-6F72-4EFF-832C-6DC2760E1417}"/>
              </a:ext>
            </a:extLst>
          </p:cNvPr>
          <p:cNvSpPr>
            <a:spLocks/>
          </p:cNvSpPr>
          <p:nvPr/>
        </p:nvSpPr>
        <p:spPr>
          <a:xfrm>
            <a:off x="76654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4" name="data_3943">
            <a:extLst>
              <a:ext uri="{FF2B5EF4-FFF2-40B4-BE49-F238E27FC236}">
                <a16:creationId xmlns:a16="http://schemas.microsoft.com/office/drawing/2014/main" id="{6AFFB711-8AD1-4DB1-B945-530D0B181FC7}"/>
              </a:ext>
            </a:extLst>
          </p:cNvPr>
          <p:cNvSpPr>
            <a:spLocks/>
          </p:cNvSpPr>
          <p:nvPr/>
        </p:nvSpPr>
        <p:spPr>
          <a:xfrm>
            <a:off x="762786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5" name="data_3944">
            <a:extLst>
              <a:ext uri="{FF2B5EF4-FFF2-40B4-BE49-F238E27FC236}">
                <a16:creationId xmlns:a16="http://schemas.microsoft.com/office/drawing/2014/main" id="{36E4E6BE-C195-49EA-94DF-708B1C4E4D18}"/>
              </a:ext>
            </a:extLst>
          </p:cNvPr>
          <p:cNvSpPr>
            <a:spLocks/>
          </p:cNvSpPr>
          <p:nvPr/>
        </p:nvSpPr>
        <p:spPr>
          <a:xfrm>
            <a:off x="7662268" y="5323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6" name="data_3945">
            <a:extLst>
              <a:ext uri="{FF2B5EF4-FFF2-40B4-BE49-F238E27FC236}">
                <a16:creationId xmlns:a16="http://schemas.microsoft.com/office/drawing/2014/main" id="{C4BB8F8A-6ADE-49C4-A901-5857FE0457E0}"/>
              </a:ext>
            </a:extLst>
          </p:cNvPr>
          <p:cNvSpPr>
            <a:spLocks/>
          </p:cNvSpPr>
          <p:nvPr/>
        </p:nvSpPr>
        <p:spPr>
          <a:xfrm>
            <a:off x="7667120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7" name="data_3946">
            <a:extLst>
              <a:ext uri="{FF2B5EF4-FFF2-40B4-BE49-F238E27FC236}">
                <a16:creationId xmlns:a16="http://schemas.microsoft.com/office/drawing/2014/main" id="{9F637060-61B2-4B83-BEAA-2D51422D65C0}"/>
              </a:ext>
            </a:extLst>
          </p:cNvPr>
          <p:cNvSpPr>
            <a:spLocks/>
          </p:cNvSpPr>
          <p:nvPr/>
        </p:nvSpPr>
        <p:spPr>
          <a:xfrm>
            <a:off x="76021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8" name="data_3947">
            <a:extLst>
              <a:ext uri="{FF2B5EF4-FFF2-40B4-BE49-F238E27FC236}">
                <a16:creationId xmlns:a16="http://schemas.microsoft.com/office/drawing/2014/main" id="{A33800C9-7BA2-4B53-A7E5-7896F5988B2D}"/>
              </a:ext>
            </a:extLst>
          </p:cNvPr>
          <p:cNvSpPr>
            <a:spLocks/>
          </p:cNvSpPr>
          <p:nvPr/>
        </p:nvSpPr>
        <p:spPr>
          <a:xfrm>
            <a:off x="76883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9" name="data_3948">
            <a:extLst>
              <a:ext uri="{FF2B5EF4-FFF2-40B4-BE49-F238E27FC236}">
                <a16:creationId xmlns:a16="http://schemas.microsoft.com/office/drawing/2014/main" id="{4C2CEDE2-2810-4B4C-8E1D-18E30CDBDBDC}"/>
              </a:ext>
            </a:extLst>
          </p:cNvPr>
          <p:cNvSpPr>
            <a:spLocks/>
          </p:cNvSpPr>
          <p:nvPr/>
        </p:nvSpPr>
        <p:spPr>
          <a:xfrm>
            <a:off x="77089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0" name="data_3949">
            <a:extLst>
              <a:ext uri="{FF2B5EF4-FFF2-40B4-BE49-F238E27FC236}">
                <a16:creationId xmlns:a16="http://schemas.microsoft.com/office/drawing/2014/main" id="{638C455F-8B22-415A-A0F7-1B54C98F342F}"/>
              </a:ext>
            </a:extLst>
          </p:cNvPr>
          <p:cNvSpPr>
            <a:spLocks/>
          </p:cNvSpPr>
          <p:nvPr/>
        </p:nvSpPr>
        <p:spPr>
          <a:xfrm>
            <a:off x="764981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1" name="data_3950">
            <a:extLst>
              <a:ext uri="{FF2B5EF4-FFF2-40B4-BE49-F238E27FC236}">
                <a16:creationId xmlns:a16="http://schemas.microsoft.com/office/drawing/2014/main" id="{F20C2478-737A-4226-9085-E950158B6BF3}"/>
              </a:ext>
            </a:extLst>
          </p:cNvPr>
          <p:cNvSpPr>
            <a:spLocks/>
          </p:cNvSpPr>
          <p:nvPr/>
        </p:nvSpPr>
        <p:spPr>
          <a:xfrm>
            <a:off x="7673342" y="54979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2" name="data_3951">
            <a:extLst>
              <a:ext uri="{FF2B5EF4-FFF2-40B4-BE49-F238E27FC236}">
                <a16:creationId xmlns:a16="http://schemas.microsoft.com/office/drawing/2014/main" id="{74E8C461-BB23-458A-8C7D-4117D9204784}"/>
              </a:ext>
            </a:extLst>
          </p:cNvPr>
          <p:cNvSpPr>
            <a:spLocks/>
          </p:cNvSpPr>
          <p:nvPr/>
        </p:nvSpPr>
        <p:spPr>
          <a:xfrm>
            <a:off x="769356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3" name="data_3952">
            <a:extLst>
              <a:ext uri="{FF2B5EF4-FFF2-40B4-BE49-F238E27FC236}">
                <a16:creationId xmlns:a16="http://schemas.microsoft.com/office/drawing/2014/main" id="{2DF8D585-43EF-418F-859D-C86248850308}"/>
              </a:ext>
            </a:extLst>
          </p:cNvPr>
          <p:cNvSpPr>
            <a:spLocks/>
          </p:cNvSpPr>
          <p:nvPr/>
        </p:nvSpPr>
        <p:spPr>
          <a:xfrm>
            <a:off x="7622079" y="67237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4" name="data_3953">
            <a:extLst>
              <a:ext uri="{FF2B5EF4-FFF2-40B4-BE49-F238E27FC236}">
                <a16:creationId xmlns:a16="http://schemas.microsoft.com/office/drawing/2014/main" id="{2C32DBEE-6143-4BF8-8B14-4136F52E3A37}"/>
              </a:ext>
            </a:extLst>
          </p:cNvPr>
          <p:cNvSpPr>
            <a:spLocks/>
          </p:cNvSpPr>
          <p:nvPr/>
        </p:nvSpPr>
        <p:spPr>
          <a:xfrm>
            <a:off x="766800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5" name="data_3954">
            <a:extLst>
              <a:ext uri="{FF2B5EF4-FFF2-40B4-BE49-F238E27FC236}">
                <a16:creationId xmlns:a16="http://schemas.microsoft.com/office/drawing/2014/main" id="{806412EE-3238-442C-AA42-5FA41AAE0E4A}"/>
              </a:ext>
            </a:extLst>
          </p:cNvPr>
          <p:cNvSpPr>
            <a:spLocks/>
          </p:cNvSpPr>
          <p:nvPr/>
        </p:nvSpPr>
        <p:spPr>
          <a:xfrm>
            <a:off x="77173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6" name="data_3955">
            <a:extLst>
              <a:ext uri="{FF2B5EF4-FFF2-40B4-BE49-F238E27FC236}">
                <a16:creationId xmlns:a16="http://schemas.microsoft.com/office/drawing/2014/main" id="{4D11E69F-DCE2-42AF-852F-AF0909614EA8}"/>
              </a:ext>
            </a:extLst>
          </p:cNvPr>
          <p:cNvSpPr>
            <a:spLocks/>
          </p:cNvSpPr>
          <p:nvPr/>
        </p:nvSpPr>
        <p:spPr>
          <a:xfrm>
            <a:off x="7624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7" name="data_3956">
            <a:extLst>
              <a:ext uri="{FF2B5EF4-FFF2-40B4-BE49-F238E27FC236}">
                <a16:creationId xmlns:a16="http://schemas.microsoft.com/office/drawing/2014/main" id="{C4EE34B1-A21A-4ABA-A01C-381FF7F56B36}"/>
              </a:ext>
            </a:extLst>
          </p:cNvPr>
          <p:cNvSpPr>
            <a:spLocks/>
          </p:cNvSpPr>
          <p:nvPr/>
        </p:nvSpPr>
        <p:spPr>
          <a:xfrm>
            <a:off x="76567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8" name="data_3957">
            <a:extLst>
              <a:ext uri="{FF2B5EF4-FFF2-40B4-BE49-F238E27FC236}">
                <a16:creationId xmlns:a16="http://schemas.microsoft.com/office/drawing/2014/main" id="{FAF9BC93-95E5-487B-B362-C0758C1CB5B1}"/>
              </a:ext>
            </a:extLst>
          </p:cNvPr>
          <p:cNvSpPr>
            <a:spLocks/>
          </p:cNvSpPr>
          <p:nvPr/>
        </p:nvSpPr>
        <p:spPr>
          <a:xfrm>
            <a:off x="763310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9" name="data_3958">
            <a:extLst>
              <a:ext uri="{FF2B5EF4-FFF2-40B4-BE49-F238E27FC236}">
                <a16:creationId xmlns:a16="http://schemas.microsoft.com/office/drawing/2014/main" id="{70E365A6-F3DA-4E06-AEE8-697C9EB2DB1F}"/>
              </a:ext>
            </a:extLst>
          </p:cNvPr>
          <p:cNvSpPr>
            <a:spLocks/>
          </p:cNvSpPr>
          <p:nvPr/>
        </p:nvSpPr>
        <p:spPr>
          <a:xfrm>
            <a:off x="76626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0" name="data_3959">
            <a:extLst>
              <a:ext uri="{FF2B5EF4-FFF2-40B4-BE49-F238E27FC236}">
                <a16:creationId xmlns:a16="http://schemas.microsoft.com/office/drawing/2014/main" id="{26438A0B-4DBF-4F1A-AF74-042381B208B2}"/>
              </a:ext>
            </a:extLst>
          </p:cNvPr>
          <p:cNvSpPr>
            <a:spLocks/>
          </p:cNvSpPr>
          <p:nvPr/>
        </p:nvSpPr>
        <p:spPr>
          <a:xfrm>
            <a:off x="76875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1" name="data_3960">
            <a:extLst>
              <a:ext uri="{FF2B5EF4-FFF2-40B4-BE49-F238E27FC236}">
                <a16:creationId xmlns:a16="http://schemas.microsoft.com/office/drawing/2014/main" id="{B7AF5DAA-F933-4CA7-9752-29B84DDD6846}"/>
              </a:ext>
            </a:extLst>
          </p:cNvPr>
          <p:cNvSpPr>
            <a:spLocks/>
          </p:cNvSpPr>
          <p:nvPr/>
        </p:nvSpPr>
        <p:spPr>
          <a:xfrm>
            <a:off x="76753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2" name="data_3961">
            <a:extLst>
              <a:ext uri="{FF2B5EF4-FFF2-40B4-BE49-F238E27FC236}">
                <a16:creationId xmlns:a16="http://schemas.microsoft.com/office/drawing/2014/main" id="{13A6CF47-F492-4A3B-B903-76FE6B937D6A}"/>
              </a:ext>
            </a:extLst>
          </p:cNvPr>
          <p:cNvSpPr>
            <a:spLocks/>
          </p:cNvSpPr>
          <p:nvPr/>
        </p:nvSpPr>
        <p:spPr>
          <a:xfrm>
            <a:off x="764551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3" name="data_3962">
            <a:extLst>
              <a:ext uri="{FF2B5EF4-FFF2-40B4-BE49-F238E27FC236}">
                <a16:creationId xmlns:a16="http://schemas.microsoft.com/office/drawing/2014/main" id="{E635C0C2-CD8C-422C-B06A-E2F145975C4F}"/>
              </a:ext>
            </a:extLst>
          </p:cNvPr>
          <p:cNvSpPr>
            <a:spLocks/>
          </p:cNvSpPr>
          <p:nvPr/>
        </p:nvSpPr>
        <p:spPr>
          <a:xfrm>
            <a:off x="765846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4" name="data_3963">
            <a:extLst>
              <a:ext uri="{FF2B5EF4-FFF2-40B4-BE49-F238E27FC236}">
                <a16:creationId xmlns:a16="http://schemas.microsoft.com/office/drawing/2014/main" id="{6C3F3E2E-F8BC-49F0-BCEA-3554AE81788C}"/>
              </a:ext>
            </a:extLst>
          </p:cNvPr>
          <p:cNvSpPr>
            <a:spLocks/>
          </p:cNvSpPr>
          <p:nvPr/>
        </p:nvSpPr>
        <p:spPr>
          <a:xfrm>
            <a:off x="76116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5" name="data_3964">
            <a:extLst>
              <a:ext uri="{FF2B5EF4-FFF2-40B4-BE49-F238E27FC236}">
                <a16:creationId xmlns:a16="http://schemas.microsoft.com/office/drawing/2014/main" id="{D99F3298-EBC7-4718-B21A-F1898126FD19}"/>
              </a:ext>
            </a:extLst>
          </p:cNvPr>
          <p:cNvSpPr>
            <a:spLocks/>
          </p:cNvSpPr>
          <p:nvPr/>
        </p:nvSpPr>
        <p:spPr>
          <a:xfrm>
            <a:off x="7705091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6" name="data_3965">
            <a:extLst>
              <a:ext uri="{FF2B5EF4-FFF2-40B4-BE49-F238E27FC236}">
                <a16:creationId xmlns:a16="http://schemas.microsoft.com/office/drawing/2014/main" id="{686EB929-F944-4FF9-BB7A-D7F84744ECDC}"/>
              </a:ext>
            </a:extLst>
          </p:cNvPr>
          <p:cNvSpPr>
            <a:spLocks/>
          </p:cNvSpPr>
          <p:nvPr/>
        </p:nvSpPr>
        <p:spPr>
          <a:xfrm>
            <a:off x="76054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7" name="data_3966">
            <a:extLst>
              <a:ext uri="{FF2B5EF4-FFF2-40B4-BE49-F238E27FC236}">
                <a16:creationId xmlns:a16="http://schemas.microsoft.com/office/drawing/2014/main" id="{47CFA42A-93C1-485C-8067-7672DD0B88DC}"/>
              </a:ext>
            </a:extLst>
          </p:cNvPr>
          <p:cNvSpPr>
            <a:spLocks/>
          </p:cNvSpPr>
          <p:nvPr/>
        </p:nvSpPr>
        <p:spPr>
          <a:xfrm>
            <a:off x="766091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8" name="data_3967">
            <a:extLst>
              <a:ext uri="{FF2B5EF4-FFF2-40B4-BE49-F238E27FC236}">
                <a16:creationId xmlns:a16="http://schemas.microsoft.com/office/drawing/2014/main" id="{FC4432C1-0BCA-4B3C-9D42-C29AF67EACE1}"/>
              </a:ext>
            </a:extLst>
          </p:cNvPr>
          <p:cNvSpPr>
            <a:spLocks/>
          </p:cNvSpPr>
          <p:nvPr/>
        </p:nvSpPr>
        <p:spPr>
          <a:xfrm>
            <a:off x="763411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9" name="data_3968">
            <a:extLst>
              <a:ext uri="{FF2B5EF4-FFF2-40B4-BE49-F238E27FC236}">
                <a16:creationId xmlns:a16="http://schemas.microsoft.com/office/drawing/2014/main" id="{9097A7B3-6989-4229-BC85-1F9CD86373BC}"/>
              </a:ext>
            </a:extLst>
          </p:cNvPr>
          <p:cNvSpPr>
            <a:spLocks/>
          </p:cNvSpPr>
          <p:nvPr/>
        </p:nvSpPr>
        <p:spPr>
          <a:xfrm>
            <a:off x="76407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0" name="data_3969">
            <a:extLst>
              <a:ext uri="{FF2B5EF4-FFF2-40B4-BE49-F238E27FC236}">
                <a16:creationId xmlns:a16="http://schemas.microsoft.com/office/drawing/2014/main" id="{29B1C1C8-9EED-4AD6-B41F-AD85C5BDF98E}"/>
              </a:ext>
            </a:extLst>
          </p:cNvPr>
          <p:cNvSpPr>
            <a:spLocks/>
          </p:cNvSpPr>
          <p:nvPr/>
        </p:nvSpPr>
        <p:spPr>
          <a:xfrm>
            <a:off x="766471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1" name="data_3970">
            <a:extLst>
              <a:ext uri="{FF2B5EF4-FFF2-40B4-BE49-F238E27FC236}">
                <a16:creationId xmlns:a16="http://schemas.microsoft.com/office/drawing/2014/main" id="{2510881D-F6A6-4683-8C18-2F5FFAFC1C7E}"/>
              </a:ext>
            </a:extLst>
          </p:cNvPr>
          <p:cNvSpPr>
            <a:spLocks/>
          </p:cNvSpPr>
          <p:nvPr/>
        </p:nvSpPr>
        <p:spPr>
          <a:xfrm>
            <a:off x="7604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2" name="data_3971">
            <a:extLst>
              <a:ext uri="{FF2B5EF4-FFF2-40B4-BE49-F238E27FC236}">
                <a16:creationId xmlns:a16="http://schemas.microsoft.com/office/drawing/2014/main" id="{DF9B0372-B931-4626-9004-2B9FD253EF6D}"/>
              </a:ext>
            </a:extLst>
          </p:cNvPr>
          <p:cNvSpPr>
            <a:spLocks/>
          </p:cNvSpPr>
          <p:nvPr/>
        </p:nvSpPr>
        <p:spPr>
          <a:xfrm>
            <a:off x="77170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3" name="data_3972">
            <a:extLst>
              <a:ext uri="{FF2B5EF4-FFF2-40B4-BE49-F238E27FC236}">
                <a16:creationId xmlns:a16="http://schemas.microsoft.com/office/drawing/2014/main" id="{3A591637-57E9-4514-BC2C-A0F31B73C252}"/>
              </a:ext>
            </a:extLst>
          </p:cNvPr>
          <p:cNvSpPr>
            <a:spLocks/>
          </p:cNvSpPr>
          <p:nvPr/>
        </p:nvSpPr>
        <p:spPr>
          <a:xfrm>
            <a:off x="768652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4" name="data_3973">
            <a:extLst>
              <a:ext uri="{FF2B5EF4-FFF2-40B4-BE49-F238E27FC236}">
                <a16:creationId xmlns:a16="http://schemas.microsoft.com/office/drawing/2014/main" id="{D738688C-405E-4604-BB8D-B4DB0008EAE1}"/>
              </a:ext>
            </a:extLst>
          </p:cNvPr>
          <p:cNvSpPr>
            <a:spLocks/>
          </p:cNvSpPr>
          <p:nvPr/>
        </p:nvSpPr>
        <p:spPr>
          <a:xfrm>
            <a:off x="76829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5" name="data_3974">
            <a:extLst>
              <a:ext uri="{FF2B5EF4-FFF2-40B4-BE49-F238E27FC236}">
                <a16:creationId xmlns:a16="http://schemas.microsoft.com/office/drawing/2014/main" id="{565676CA-2ABE-4454-98B7-7693D57CD3F8}"/>
              </a:ext>
            </a:extLst>
          </p:cNvPr>
          <p:cNvSpPr>
            <a:spLocks/>
          </p:cNvSpPr>
          <p:nvPr/>
        </p:nvSpPr>
        <p:spPr>
          <a:xfrm>
            <a:off x="771611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6" name="data_3975">
            <a:extLst>
              <a:ext uri="{FF2B5EF4-FFF2-40B4-BE49-F238E27FC236}">
                <a16:creationId xmlns:a16="http://schemas.microsoft.com/office/drawing/2014/main" id="{2DA7FB30-E307-4E2E-90CD-78DA0C472AF4}"/>
              </a:ext>
            </a:extLst>
          </p:cNvPr>
          <p:cNvSpPr>
            <a:spLocks/>
          </p:cNvSpPr>
          <p:nvPr/>
        </p:nvSpPr>
        <p:spPr>
          <a:xfrm>
            <a:off x="76688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7" name="data_3976">
            <a:extLst>
              <a:ext uri="{FF2B5EF4-FFF2-40B4-BE49-F238E27FC236}">
                <a16:creationId xmlns:a16="http://schemas.microsoft.com/office/drawing/2014/main" id="{B73A3DD2-4461-436F-B9BD-F3328F6AB22D}"/>
              </a:ext>
            </a:extLst>
          </p:cNvPr>
          <p:cNvSpPr>
            <a:spLocks/>
          </p:cNvSpPr>
          <p:nvPr/>
        </p:nvSpPr>
        <p:spPr>
          <a:xfrm>
            <a:off x="7691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8" name="data_3977">
            <a:extLst>
              <a:ext uri="{FF2B5EF4-FFF2-40B4-BE49-F238E27FC236}">
                <a16:creationId xmlns:a16="http://schemas.microsoft.com/office/drawing/2014/main" id="{A332E5B8-813D-4D1D-AB00-AF6753B739DC}"/>
              </a:ext>
            </a:extLst>
          </p:cNvPr>
          <p:cNvSpPr>
            <a:spLocks/>
          </p:cNvSpPr>
          <p:nvPr/>
        </p:nvSpPr>
        <p:spPr>
          <a:xfrm>
            <a:off x="76384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9" name="data_3978">
            <a:extLst>
              <a:ext uri="{FF2B5EF4-FFF2-40B4-BE49-F238E27FC236}">
                <a16:creationId xmlns:a16="http://schemas.microsoft.com/office/drawing/2014/main" id="{D5CE52CC-2AB6-4353-9C3E-F88BA52B55B5}"/>
              </a:ext>
            </a:extLst>
          </p:cNvPr>
          <p:cNvSpPr>
            <a:spLocks/>
          </p:cNvSpPr>
          <p:nvPr/>
        </p:nvSpPr>
        <p:spPr>
          <a:xfrm>
            <a:off x="762070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0" name="data_3979">
            <a:extLst>
              <a:ext uri="{FF2B5EF4-FFF2-40B4-BE49-F238E27FC236}">
                <a16:creationId xmlns:a16="http://schemas.microsoft.com/office/drawing/2014/main" id="{683FF2E7-C37F-4722-89B2-57F7A45A79DC}"/>
              </a:ext>
            </a:extLst>
          </p:cNvPr>
          <p:cNvSpPr>
            <a:spLocks/>
          </p:cNvSpPr>
          <p:nvPr/>
        </p:nvSpPr>
        <p:spPr>
          <a:xfrm>
            <a:off x="7666953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1" name="data_3980">
            <a:extLst>
              <a:ext uri="{FF2B5EF4-FFF2-40B4-BE49-F238E27FC236}">
                <a16:creationId xmlns:a16="http://schemas.microsoft.com/office/drawing/2014/main" id="{E8733AC6-EC25-4FD2-9B1B-04C13DFB056E}"/>
              </a:ext>
            </a:extLst>
          </p:cNvPr>
          <p:cNvSpPr>
            <a:spLocks/>
          </p:cNvSpPr>
          <p:nvPr/>
        </p:nvSpPr>
        <p:spPr>
          <a:xfrm>
            <a:off x="76000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2" name="data_3981">
            <a:extLst>
              <a:ext uri="{FF2B5EF4-FFF2-40B4-BE49-F238E27FC236}">
                <a16:creationId xmlns:a16="http://schemas.microsoft.com/office/drawing/2014/main" id="{ED078E65-0A60-4E0D-9E31-318CE1659248}"/>
              </a:ext>
            </a:extLst>
          </p:cNvPr>
          <p:cNvSpPr>
            <a:spLocks/>
          </p:cNvSpPr>
          <p:nvPr/>
        </p:nvSpPr>
        <p:spPr>
          <a:xfrm>
            <a:off x="764239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3" name="data_3982">
            <a:extLst>
              <a:ext uri="{FF2B5EF4-FFF2-40B4-BE49-F238E27FC236}">
                <a16:creationId xmlns:a16="http://schemas.microsoft.com/office/drawing/2014/main" id="{295768AB-7EBE-4AC1-B9BF-CF505F563386}"/>
              </a:ext>
            </a:extLst>
          </p:cNvPr>
          <p:cNvSpPr>
            <a:spLocks/>
          </p:cNvSpPr>
          <p:nvPr/>
        </p:nvSpPr>
        <p:spPr>
          <a:xfrm>
            <a:off x="76492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4" name="data_3983">
            <a:extLst>
              <a:ext uri="{FF2B5EF4-FFF2-40B4-BE49-F238E27FC236}">
                <a16:creationId xmlns:a16="http://schemas.microsoft.com/office/drawing/2014/main" id="{E5B4712B-6995-4784-8599-561F75271052}"/>
              </a:ext>
            </a:extLst>
          </p:cNvPr>
          <p:cNvSpPr>
            <a:spLocks/>
          </p:cNvSpPr>
          <p:nvPr/>
        </p:nvSpPr>
        <p:spPr>
          <a:xfrm>
            <a:off x="767932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5" name="data_3984">
            <a:extLst>
              <a:ext uri="{FF2B5EF4-FFF2-40B4-BE49-F238E27FC236}">
                <a16:creationId xmlns:a16="http://schemas.microsoft.com/office/drawing/2014/main" id="{5EA6A1EF-6719-405D-8C77-74C37FCB96EF}"/>
              </a:ext>
            </a:extLst>
          </p:cNvPr>
          <p:cNvSpPr>
            <a:spLocks/>
          </p:cNvSpPr>
          <p:nvPr/>
        </p:nvSpPr>
        <p:spPr>
          <a:xfrm>
            <a:off x="770214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6" name="data_3985">
            <a:extLst>
              <a:ext uri="{FF2B5EF4-FFF2-40B4-BE49-F238E27FC236}">
                <a16:creationId xmlns:a16="http://schemas.microsoft.com/office/drawing/2014/main" id="{0FD70902-FD45-48C1-99D5-BB51A0B27163}"/>
              </a:ext>
            </a:extLst>
          </p:cNvPr>
          <p:cNvSpPr>
            <a:spLocks/>
          </p:cNvSpPr>
          <p:nvPr/>
        </p:nvSpPr>
        <p:spPr>
          <a:xfrm>
            <a:off x="76636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7" name="data_3986">
            <a:extLst>
              <a:ext uri="{FF2B5EF4-FFF2-40B4-BE49-F238E27FC236}">
                <a16:creationId xmlns:a16="http://schemas.microsoft.com/office/drawing/2014/main" id="{0E6C5150-2C48-4654-96BE-ED4BC0936698}"/>
              </a:ext>
            </a:extLst>
          </p:cNvPr>
          <p:cNvSpPr>
            <a:spLocks/>
          </p:cNvSpPr>
          <p:nvPr/>
        </p:nvSpPr>
        <p:spPr>
          <a:xfrm>
            <a:off x="7698113" y="54291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8" name="data_3987">
            <a:extLst>
              <a:ext uri="{FF2B5EF4-FFF2-40B4-BE49-F238E27FC236}">
                <a16:creationId xmlns:a16="http://schemas.microsoft.com/office/drawing/2014/main" id="{7E025565-F867-416C-8CBF-AD55D57DD5DA}"/>
              </a:ext>
            </a:extLst>
          </p:cNvPr>
          <p:cNvSpPr>
            <a:spLocks/>
          </p:cNvSpPr>
          <p:nvPr/>
        </p:nvSpPr>
        <p:spPr>
          <a:xfrm>
            <a:off x="7600576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9" name="data_3988">
            <a:extLst>
              <a:ext uri="{FF2B5EF4-FFF2-40B4-BE49-F238E27FC236}">
                <a16:creationId xmlns:a16="http://schemas.microsoft.com/office/drawing/2014/main" id="{208C3427-1B75-40AA-BF21-56F30CE1BD64}"/>
              </a:ext>
            </a:extLst>
          </p:cNvPr>
          <p:cNvSpPr>
            <a:spLocks/>
          </p:cNvSpPr>
          <p:nvPr/>
        </p:nvSpPr>
        <p:spPr>
          <a:xfrm>
            <a:off x="760257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0" name="data_3989">
            <a:extLst>
              <a:ext uri="{FF2B5EF4-FFF2-40B4-BE49-F238E27FC236}">
                <a16:creationId xmlns:a16="http://schemas.microsoft.com/office/drawing/2014/main" id="{A7B1BE7B-C4DB-43A2-913F-5417ADC7AB8C}"/>
              </a:ext>
            </a:extLst>
          </p:cNvPr>
          <p:cNvSpPr>
            <a:spLocks/>
          </p:cNvSpPr>
          <p:nvPr/>
        </p:nvSpPr>
        <p:spPr>
          <a:xfrm>
            <a:off x="76290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1" name="data_3990">
            <a:extLst>
              <a:ext uri="{FF2B5EF4-FFF2-40B4-BE49-F238E27FC236}">
                <a16:creationId xmlns:a16="http://schemas.microsoft.com/office/drawing/2014/main" id="{A773BE17-65B8-4672-B02B-BDB5160D5CB8}"/>
              </a:ext>
            </a:extLst>
          </p:cNvPr>
          <p:cNvSpPr>
            <a:spLocks/>
          </p:cNvSpPr>
          <p:nvPr/>
        </p:nvSpPr>
        <p:spPr>
          <a:xfrm>
            <a:off x="7664365" y="59132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2" name="data_3991">
            <a:extLst>
              <a:ext uri="{FF2B5EF4-FFF2-40B4-BE49-F238E27FC236}">
                <a16:creationId xmlns:a16="http://schemas.microsoft.com/office/drawing/2014/main" id="{F0D34615-850F-4CD4-9D6A-C6D6A53B7198}"/>
              </a:ext>
            </a:extLst>
          </p:cNvPr>
          <p:cNvSpPr>
            <a:spLocks/>
          </p:cNvSpPr>
          <p:nvPr/>
        </p:nvSpPr>
        <p:spPr>
          <a:xfrm>
            <a:off x="762323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3" name="data_3992">
            <a:extLst>
              <a:ext uri="{FF2B5EF4-FFF2-40B4-BE49-F238E27FC236}">
                <a16:creationId xmlns:a16="http://schemas.microsoft.com/office/drawing/2014/main" id="{EC5AB9C4-1F7A-4D84-8D6D-D099FC735F1C}"/>
              </a:ext>
            </a:extLst>
          </p:cNvPr>
          <p:cNvSpPr>
            <a:spLocks/>
          </p:cNvSpPr>
          <p:nvPr/>
        </p:nvSpPr>
        <p:spPr>
          <a:xfrm>
            <a:off x="76541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4" name="data_3993">
            <a:extLst>
              <a:ext uri="{FF2B5EF4-FFF2-40B4-BE49-F238E27FC236}">
                <a16:creationId xmlns:a16="http://schemas.microsoft.com/office/drawing/2014/main" id="{E6E3EAFC-C29E-4941-8388-883C73B15060}"/>
              </a:ext>
            </a:extLst>
          </p:cNvPr>
          <p:cNvSpPr>
            <a:spLocks/>
          </p:cNvSpPr>
          <p:nvPr/>
        </p:nvSpPr>
        <p:spPr>
          <a:xfrm>
            <a:off x="76697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5" name="data_3994">
            <a:extLst>
              <a:ext uri="{FF2B5EF4-FFF2-40B4-BE49-F238E27FC236}">
                <a16:creationId xmlns:a16="http://schemas.microsoft.com/office/drawing/2014/main" id="{F366E0A4-22E0-4D6D-B0A9-EF7A8DB3D2BE}"/>
              </a:ext>
            </a:extLst>
          </p:cNvPr>
          <p:cNvSpPr>
            <a:spLocks/>
          </p:cNvSpPr>
          <p:nvPr/>
        </p:nvSpPr>
        <p:spPr>
          <a:xfrm>
            <a:off x="76706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6" name="data_3995">
            <a:extLst>
              <a:ext uri="{FF2B5EF4-FFF2-40B4-BE49-F238E27FC236}">
                <a16:creationId xmlns:a16="http://schemas.microsoft.com/office/drawing/2014/main" id="{55393385-082D-4876-9030-A750CB6AB4F2}"/>
              </a:ext>
            </a:extLst>
          </p:cNvPr>
          <p:cNvSpPr>
            <a:spLocks/>
          </p:cNvSpPr>
          <p:nvPr/>
        </p:nvSpPr>
        <p:spPr>
          <a:xfrm>
            <a:off x="763370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7" name="data_3996">
            <a:extLst>
              <a:ext uri="{FF2B5EF4-FFF2-40B4-BE49-F238E27FC236}">
                <a16:creationId xmlns:a16="http://schemas.microsoft.com/office/drawing/2014/main" id="{BE843754-7852-4ED0-A32D-D506F931CC25}"/>
              </a:ext>
            </a:extLst>
          </p:cNvPr>
          <p:cNvSpPr>
            <a:spLocks/>
          </p:cNvSpPr>
          <p:nvPr/>
        </p:nvSpPr>
        <p:spPr>
          <a:xfrm>
            <a:off x="7686742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8" name="data_3997">
            <a:extLst>
              <a:ext uri="{FF2B5EF4-FFF2-40B4-BE49-F238E27FC236}">
                <a16:creationId xmlns:a16="http://schemas.microsoft.com/office/drawing/2014/main" id="{9C6E03BA-255E-48A5-9254-B0D53078E604}"/>
              </a:ext>
            </a:extLst>
          </p:cNvPr>
          <p:cNvSpPr>
            <a:spLocks/>
          </p:cNvSpPr>
          <p:nvPr/>
        </p:nvSpPr>
        <p:spPr>
          <a:xfrm>
            <a:off x="767478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9" name="data_3998">
            <a:extLst>
              <a:ext uri="{FF2B5EF4-FFF2-40B4-BE49-F238E27FC236}">
                <a16:creationId xmlns:a16="http://schemas.microsoft.com/office/drawing/2014/main" id="{562C6009-4ED9-4960-A3EF-6EB81D4817FB}"/>
              </a:ext>
            </a:extLst>
          </p:cNvPr>
          <p:cNvSpPr>
            <a:spLocks/>
          </p:cNvSpPr>
          <p:nvPr/>
        </p:nvSpPr>
        <p:spPr>
          <a:xfrm>
            <a:off x="76899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0" name="data_3999">
            <a:extLst>
              <a:ext uri="{FF2B5EF4-FFF2-40B4-BE49-F238E27FC236}">
                <a16:creationId xmlns:a16="http://schemas.microsoft.com/office/drawing/2014/main" id="{09FA89E9-E008-4472-A83A-06D473A71F61}"/>
              </a:ext>
            </a:extLst>
          </p:cNvPr>
          <p:cNvSpPr>
            <a:spLocks/>
          </p:cNvSpPr>
          <p:nvPr/>
        </p:nvSpPr>
        <p:spPr>
          <a:xfrm>
            <a:off x="7640232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1" name="data_4000">
            <a:extLst>
              <a:ext uri="{FF2B5EF4-FFF2-40B4-BE49-F238E27FC236}">
                <a16:creationId xmlns:a16="http://schemas.microsoft.com/office/drawing/2014/main" id="{20EB0CCE-10CA-437C-BB22-2DB8061A879F}"/>
              </a:ext>
            </a:extLst>
          </p:cNvPr>
          <p:cNvSpPr>
            <a:spLocks/>
          </p:cNvSpPr>
          <p:nvPr/>
        </p:nvSpPr>
        <p:spPr>
          <a:xfrm>
            <a:off x="767370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2" name="data_4001">
            <a:extLst>
              <a:ext uri="{FF2B5EF4-FFF2-40B4-BE49-F238E27FC236}">
                <a16:creationId xmlns:a16="http://schemas.microsoft.com/office/drawing/2014/main" id="{AF946C90-2D35-423B-B76F-306202A7B2BC}"/>
              </a:ext>
            </a:extLst>
          </p:cNvPr>
          <p:cNvSpPr>
            <a:spLocks/>
          </p:cNvSpPr>
          <p:nvPr/>
        </p:nvSpPr>
        <p:spPr>
          <a:xfrm>
            <a:off x="77044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3" name="data_4002">
            <a:extLst>
              <a:ext uri="{FF2B5EF4-FFF2-40B4-BE49-F238E27FC236}">
                <a16:creationId xmlns:a16="http://schemas.microsoft.com/office/drawing/2014/main" id="{3B71A2FC-C80C-435C-8134-1E5F5E76F9B2}"/>
              </a:ext>
            </a:extLst>
          </p:cNvPr>
          <p:cNvSpPr>
            <a:spLocks/>
          </p:cNvSpPr>
          <p:nvPr/>
        </p:nvSpPr>
        <p:spPr>
          <a:xfrm>
            <a:off x="765809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4" name="data_4003">
            <a:extLst>
              <a:ext uri="{FF2B5EF4-FFF2-40B4-BE49-F238E27FC236}">
                <a16:creationId xmlns:a16="http://schemas.microsoft.com/office/drawing/2014/main" id="{5B509B13-4C14-4892-8818-2C329AEA1854}"/>
              </a:ext>
            </a:extLst>
          </p:cNvPr>
          <p:cNvSpPr>
            <a:spLocks/>
          </p:cNvSpPr>
          <p:nvPr/>
        </p:nvSpPr>
        <p:spPr>
          <a:xfrm>
            <a:off x="76042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5" name="data_4004">
            <a:extLst>
              <a:ext uri="{FF2B5EF4-FFF2-40B4-BE49-F238E27FC236}">
                <a16:creationId xmlns:a16="http://schemas.microsoft.com/office/drawing/2014/main" id="{F77D829D-9478-446B-A62E-E09850CAF663}"/>
              </a:ext>
            </a:extLst>
          </p:cNvPr>
          <p:cNvSpPr>
            <a:spLocks/>
          </p:cNvSpPr>
          <p:nvPr/>
        </p:nvSpPr>
        <p:spPr>
          <a:xfrm>
            <a:off x="76841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6" name="data_4005">
            <a:extLst>
              <a:ext uri="{FF2B5EF4-FFF2-40B4-BE49-F238E27FC236}">
                <a16:creationId xmlns:a16="http://schemas.microsoft.com/office/drawing/2014/main" id="{E2CBBF61-C95D-4D5E-B723-5D59933410F1}"/>
              </a:ext>
            </a:extLst>
          </p:cNvPr>
          <p:cNvSpPr>
            <a:spLocks/>
          </p:cNvSpPr>
          <p:nvPr/>
        </p:nvSpPr>
        <p:spPr>
          <a:xfrm>
            <a:off x="76283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7" name="data_4006">
            <a:extLst>
              <a:ext uri="{FF2B5EF4-FFF2-40B4-BE49-F238E27FC236}">
                <a16:creationId xmlns:a16="http://schemas.microsoft.com/office/drawing/2014/main" id="{D1DDA7A2-2D97-4FEF-AC6E-6435832430B7}"/>
              </a:ext>
            </a:extLst>
          </p:cNvPr>
          <p:cNvSpPr>
            <a:spLocks/>
          </p:cNvSpPr>
          <p:nvPr/>
        </p:nvSpPr>
        <p:spPr>
          <a:xfrm>
            <a:off x="7711049" y="61588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8" name="data_4007">
            <a:extLst>
              <a:ext uri="{FF2B5EF4-FFF2-40B4-BE49-F238E27FC236}">
                <a16:creationId xmlns:a16="http://schemas.microsoft.com/office/drawing/2014/main" id="{1EDFEF43-8BF5-4C13-B2CC-5805B1F5E7D2}"/>
              </a:ext>
            </a:extLst>
          </p:cNvPr>
          <p:cNvSpPr>
            <a:spLocks/>
          </p:cNvSpPr>
          <p:nvPr/>
        </p:nvSpPr>
        <p:spPr>
          <a:xfrm>
            <a:off x="763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9" name="data_4008">
            <a:extLst>
              <a:ext uri="{FF2B5EF4-FFF2-40B4-BE49-F238E27FC236}">
                <a16:creationId xmlns:a16="http://schemas.microsoft.com/office/drawing/2014/main" id="{566D789D-9729-4553-9291-E3167C485DD7}"/>
              </a:ext>
            </a:extLst>
          </p:cNvPr>
          <p:cNvSpPr>
            <a:spLocks/>
          </p:cNvSpPr>
          <p:nvPr/>
        </p:nvSpPr>
        <p:spPr>
          <a:xfrm>
            <a:off x="759843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0" name="data_4009">
            <a:extLst>
              <a:ext uri="{FF2B5EF4-FFF2-40B4-BE49-F238E27FC236}">
                <a16:creationId xmlns:a16="http://schemas.microsoft.com/office/drawing/2014/main" id="{C30A03E1-8195-4062-AC2F-8040692F2B54}"/>
              </a:ext>
            </a:extLst>
          </p:cNvPr>
          <p:cNvSpPr>
            <a:spLocks/>
          </p:cNvSpPr>
          <p:nvPr/>
        </p:nvSpPr>
        <p:spPr>
          <a:xfrm>
            <a:off x="769633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1" name="data_4010">
            <a:extLst>
              <a:ext uri="{FF2B5EF4-FFF2-40B4-BE49-F238E27FC236}">
                <a16:creationId xmlns:a16="http://schemas.microsoft.com/office/drawing/2014/main" id="{252EDB3C-4AF5-48D2-8E78-D5E67FDEF1FD}"/>
              </a:ext>
            </a:extLst>
          </p:cNvPr>
          <p:cNvSpPr>
            <a:spLocks/>
          </p:cNvSpPr>
          <p:nvPr/>
        </p:nvSpPr>
        <p:spPr>
          <a:xfrm>
            <a:off x="765877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2" name="data_4011">
            <a:extLst>
              <a:ext uri="{FF2B5EF4-FFF2-40B4-BE49-F238E27FC236}">
                <a16:creationId xmlns:a16="http://schemas.microsoft.com/office/drawing/2014/main" id="{96562A7D-05B0-4E9B-82A6-E8AD12E35FD9}"/>
              </a:ext>
            </a:extLst>
          </p:cNvPr>
          <p:cNvSpPr>
            <a:spLocks/>
          </p:cNvSpPr>
          <p:nvPr/>
        </p:nvSpPr>
        <p:spPr>
          <a:xfrm>
            <a:off x="7696188" y="56418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3" name="data_4012">
            <a:extLst>
              <a:ext uri="{FF2B5EF4-FFF2-40B4-BE49-F238E27FC236}">
                <a16:creationId xmlns:a16="http://schemas.microsoft.com/office/drawing/2014/main" id="{715E4F11-2679-4F3A-8106-C73F4C1966DB}"/>
              </a:ext>
            </a:extLst>
          </p:cNvPr>
          <p:cNvSpPr>
            <a:spLocks/>
          </p:cNvSpPr>
          <p:nvPr/>
        </p:nvSpPr>
        <p:spPr>
          <a:xfrm>
            <a:off x="76203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4" name="data_4013">
            <a:extLst>
              <a:ext uri="{FF2B5EF4-FFF2-40B4-BE49-F238E27FC236}">
                <a16:creationId xmlns:a16="http://schemas.microsoft.com/office/drawing/2014/main" id="{E1FCD7D7-3B7A-4825-BC2C-8F5438CDAE00}"/>
              </a:ext>
            </a:extLst>
          </p:cNvPr>
          <p:cNvSpPr>
            <a:spLocks/>
          </p:cNvSpPr>
          <p:nvPr/>
        </p:nvSpPr>
        <p:spPr>
          <a:xfrm>
            <a:off x="76342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5" name="data_4014">
            <a:extLst>
              <a:ext uri="{FF2B5EF4-FFF2-40B4-BE49-F238E27FC236}">
                <a16:creationId xmlns:a16="http://schemas.microsoft.com/office/drawing/2014/main" id="{00FBCBF5-39D5-4943-8DD2-C4EF913FD6AC}"/>
              </a:ext>
            </a:extLst>
          </p:cNvPr>
          <p:cNvSpPr>
            <a:spLocks/>
          </p:cNvSpPr>
          <p:nvPr/>
        </p:nvSpPr>
        <p:spPr>
          <a:xfrm>
            <a:off x="7607611" y="65911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6" name="data_4015">
            <a:extLst>
              <a:ext uri="{FF2B5EF4-FFF2-40B4-BE49-F238E27FC236}">
                <a16:creationId xmlns:a16="http://schemas.microsoft.com/office/drawing/2014/main" id="{63A6EA99-3147-4418-9062-C58259A6B8D7}"/>
              </a:ext>
            </a:extLst>
          </p:cNvPr>
          <p:cNvSpPr>
            <a:spLocks/>
          </p:cNvSpPr>
          <p:nvPr/>
        </p:nvSpPr>
        <p:spPr>
          <a:xfrm>
            <a:off x="76602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7" name="data_4016">
            <a:extLst>
              <a:ext uri="{FF2B5EF4-FFF2-40B4-BE49-F238E27FC236}">
                <a16:creationId xmlns:a16="http://schemas.microsoft.com/office/drawing/2014/main" id="{403A0F31-6DF7-49A5-B25C-2C428256BA34}"/>
              </a:ext>
            </a:extLst>
          </p:cNvPr>
          <p:cNvSpPr>
            <a:spLocks/>
          </p:cNvSpPr>
          <p:nvPr/>
        </p:nvSpPr>
        <p:spPr>
          <a:xfrm>
            <a:off x="770086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8" name="data_4017">
            <a:extLst>
              <a:ext uri="{FF2B5EF4-FFF2-40B4-BE49-F238E27FC236}">
                <a16:creationId xmlns:a16="http://schemas.microsoft.com/office/drawing/2014/main" id="{260958A9-0DB9-471A-863D-554017022236}"/>
              </a:ext>
            </a:extLst>
          </p:cNvPr>
          <p:cNvSpPr>
            <a:spLocks/>
          </p:cNvSpPr>
          <p:nvPr/>
        </p:nvSpPr>
        <p:spPr>
          <a:xfrm>
            <a:off x="767622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9" name="data_4018">
            <a:extLst>
              <a:ext uri="{FF2B5EF4-FFF2-40B4-BE49-F238E27FC236}">
                <a16:creationId xmlns:a16="http://schemas.microsoft.com/office/drawing/2014/main" id="{7C104BF5-398A-4068-9073-AFDE745FC082}"/>
              </a:ext>
            </a:extLst>
          </p:cNvPr>
          <p:cNvSpPr>
            <a:spLocks/>
          </p:cNvSpPr>
          <p:nvPr/>
        </p:nvSpPr>
        <p:spPr>
          <a:xfrm>
            <a:off x="761367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0" name="data_4019">
            <a:extLst>
              <a:ext uri="{FF2B5EF4-FFF2-40B4-BE49-F238E27FC236}">
                <a16:creationId xmlns:a16="http://schemas.microsoft.com/office/drawing/2014/main" id="{76351046-BC2A-426A-8582-514ADC6C3400}"/>
              </a:ext>
            </a:extLst>
          </p:cNvPr>
          <p:cNvSpPr>
            <a:spLocks/>
          </p:cNvSpPr>
          <p:nvPr/>
        </p:nvSpPr>
        <p:spPr>
          <a:xfrm>
            <a:off x="76073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1" name="data_4020">
            <a:extLst>
              <a:ext uri="{FF2B5EF4-FFF2-40B4-BE49-F238E27FC236}">
                <a16:creationId xmlns:a16="http://schemas.microsoft.com/office/drawing/2014/main" id="{65F1D2D5-3F43-429C-AA87-62D296776B50}"/>
              </a:ext>
            </a:extLst>
          </p:cNvPr>
          <p:cNvSpPr>
            <a:spLocks/>
          </p:cNvSpPr>
          <p:nvPr/>
        </p:nvSpPr>
        <p:spPr>
          <a:xfrm>
            <a:off x="76548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2" name="data_4021">
            <a:extLst>
              <a:ext uri="{FF2B5EF4-FFF2-40B4-BE49-F238E27FC236}">
                <a16:creationId xmlns:a16="http://schemas.microsoft.com/office/drawing/2014/main" id="{BF52755A-4D57-41AE-B5C2-B0B954F80BB7}"/>
              </a:ext>
            </a:extLst>
          </p:cNvPr>
          <p:cNvSpPr>
            <a:spLocks/>
          </p:cNvSpPr>
          <p:nvPr/>
        </p:nvSpPr>
        <p:spPr>
          <a:xfrm>
            <a:off x="7634422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3" name="data_4022">
            <a:extLst>
              <a:ext uri="{FF2B5EF4-FFF2-40B4-BE49-F238E27FC236}">
                <a16:creationId xmlns:a16="http://schemas.microsoft.com/office/drawing/2014/main" id="{04617C02-376D-4B1F-8CC3-183BAF1E54B7}"/>
              </a:ext>
            </a:extLst>
          </p:cNvPr>
          <p:cNvSpPr>
            <a:spLocks/>
          </p:cNvSpPr>
          <p:nvPr/>
        </p:nvSpPr>
        <p:spPr>
          <a:xfrm>
            <a:off x="76462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4" name="data_4023">
            <a:extLst>
              <a:ext uri="{FF2B5EF4-FFF2-40B4-BE49-F238E27FC236}">
                <a16:creationId xmlns:a16="http://schemas.microsoft.com/office/drawing/2014/main" id="{F7FDF8A1-9B11-4FB6-86CA-674DC0ED8A01}"/>
              </a:ext>
            </a:extLst>
          </p:cNvPr>
          <p:cNvSpPr>
            <a:spLocks/>
          </p:cNvSpPr>
          <p:nvPr/>
        </p:nvSpPr>
        <p:spPr>
          <a:xfrm>
            <a:off x="76867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5" name="data_4024">
            <a:extLst>
              <a:ext uri="{FF2B5EF4-FFF2-40B4-BE49-F238E27FC236}">
                <a16:creationId xmlns:a16="http://schemas.microsoft.com/office/drawing/2014/main" id="{91743280-B139-4F82-9C65-4A48D3C42E5C}"/>
              </a:ext>
            </a:extLst>
          </p:cNvPr>
          <p:cNvSpPr>
            <a:spLocks/>
          </p:cNvSpPr>
          <p:nvPr/>
        </p:nvSpPr>
        <p:spPr>
          <a:xfrm>
            <a:off x="76356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6" name="data_4025">
            <a:extLst>
              <a:ext uri="{FF2B5EF4-FFF2-40B4-BE49-F238E27FC236}">
                <a16:creationId xmlns:a16="http://schemas.microsoft.com/office/drawing/2014/main" id="{F7526BE4-031C-4673-9018-7C2A7F138E85}"/>
              </a:ext>
            </a:extLst>
          </p:cNvPr>
          <p:cNvSpPr>
            <a:spLocks/>
          </p:cNvSpPr>
          <p:nvPr/>
        </p:nvSpPr>
        <p:spPr>
          <a:xfrm>
            <a:off x="764019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7" name="data_4026">
            <a:extLst>
              <a:ext uri="{FF2B5EF4-FFF2-40B4-BE49-F238E27FC236}">
                <a16:creationId xmlns:a16="http://schemas.microsoft.com/office/drawing/2014/main" id="{38BCDE94-8C18-470D-9DA9-AD146380A1D3}"/>
              </a:ext>
            </a:extLst>
          </p:cNvPr>
          <p:cNvSpPr>
            <a:spLocks/>
          </p:cNvSpPr>
          <p:nvPr/>
        </p:nvSpPr>
        <p:spPr>
          <a:xfrm>
            <a:off x="819279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8" name="data_4027">
            <a:extLst>
              <a:ext uri="{FF2B5EF4-FFF2-40B4-BE49-F238E27FC236}">
                <a16:creationId xmlns:a16="http://schemas.microsoft.com/office/drawing/2014/main" id="{B5BD7FD3-F1A9-491F-9A46-E66AF84B9E11}"/>
              </a:ext>
            </a:extLst>
          </p:cNvPr>
          <p:cNvSpPr>
            <a:spLocks/>
          </p:cNvSpPr>
          <p:nvPr/>
        </p:nvSpPr>
        <p:spPr>
          <a:xfrm>
            <a:off x="8201496" y="53372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9" name="data_4028">
            <a:extLst>
              <a:ext uri="{FF2B5EF4-FFF2-40B4-BE49-F238E27FC236}">
                <a16:creationId xmlns:a16="http://schemas.microsoft.com/office/drawing/2014/main" id="{FD59E786-D10C-4763-B430-40CCE5DDC778}"/>
              </a:ext>
            </a:extLst>
          </p:cNvPr>
          <p:cNvSpPr>
            <a:spLocks/>
          </p:cNvSpPr>
          <p:nvPr/>
        </p:nvSpPr>
        <p:spPr>
          <a:xfrm>
            <a:off x="817647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0" name="data_4029">
            <a:extLst>
              <a:ext uri="{FF2B5EF4-FFF2-40B4-BE49-F238E27FC236}">
                <a16:creationId xmlns:a16="http://schemas.microsoft.com/office/drawing/2014/main" id="{9D89E78B-6763-458D-919C-7BB89FC9628F}"/>
              </a:ext>
            </a:extLst>
          </p:cNvPr>
          <p:cNvSpPr>
            <a:spLocks/>
          </p:cNvSpPr>
          <p:nvPr/>
        </p:nvSpPr>
        <p:spPr>
          <a:xfrm>
            <a:off x="817510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1" name="data_4030">
            <a:extLst>
              <a:ext uri="{FF2B5EF4-FFF2-40B4-BE49-F238E27FC236}">
                <a16:creationId xmlns:a16="http://schemas.microsoft.com/office/drawing/2014/main" id="{4E88644B-17B3-4347-9C7A-F5E0986CE3FC}"/>
              </a:ext>
            </a:extLst>
          </p:cNvPr>
          <p:cNvSpPr>
            <a:spLocks/>
          </p:cNvSpPr>
          <p:nvPr/>
        </p:nvSpPr>
        <p:spPr>
          <a:xfrm>
            <a:off x="817575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2" name="data_4031">
            <a:extLst>
              <a:ext uri="{FF2B5EF4-FFF2-40B4-BE49-F238E27FC236}">
                <a16:creationId xmlns:a16="http://schemas.microsoft.com/office/drawing/2014/main" id="{A0ED638E-CCAD-4ECF-A288-E28FEBE1F3ED}"/>
              </a:ext>
            </a:extLst>
          </p:cNvPr>
          <p:cNvSpPr>
            <a:spLocks/>
          </p:cNvSpPr>
          <p:nvPr/>
        </p:nvSpPr>
        <p:spPr>
          <a:xfrm>
            <a:off x="8222161" y="53533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3" name="data_4032">
            <a:extLst>
              <a:ext uri="{FF2B5EF4-FFF2-40B4-BE49-F238E27FC236}">
                <a16:creationId xmlns:a16="http://schemas.microsoft.com/office/drawing/2014/main" id="{B839DE28-5507-43C2-8A96-2CB333FE65B9}"/>
              </a:ext>
            </a:extLst>
          </p:cNvPr>
          <p:cNvSpPr>
            <a:spLocks/>
          </p:cNvSpPr>
          <p:nvPr/>
        </p:nvSpPr>
        <p:spPr>
          <a:xfrm>
            <a:off x="8187281" y="54712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4" name="data_4033">
            <a:extLst>
              <a:ext uri="{FF2B5EF4-FFF2-40B4-BE49-F238E27FC236}">
                <a16:creationId xmlns:a16="http://schemas.microsoft.com/office/drawing/2014/main" id="{39ADA545-8C33-4D74-AD22-4F61D5A8806D}"/>
              </a:ext>
            </a:extLst>
          </p:cNvPr>
          <p:cNvSpPr>
            <a:spLocks/>
          </p:cNvSpPr>
          <p:nvPr/>
        </p:nvSpPr>
        <p:spPr>
          <a:xfrm>
            <a:off x="81976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5" name="data_4034">
            <a:extLst>
              <a:ext uri="{FF2B5EF4-FFF2-40B4-BE49-F238E27FC236}">
                <a16:creationId xmlns:a16="http://schemas.microsoft.com/office/drawing/2014/main" id="{8A6558BA-A0AD-4FA2-BD2D-DF1F26394549}"/>
              </a:ext>
            </a:extLst>
          </p:cNvPr>
          <p:cNvSpPr>
            <a:spLocks/>
          </p:cNvSpPr>
          <p:nvPr/>
        </p:nvSpPr>
        <p:spPr>
          <a:xfrm>
            <a:off x="8137852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6" name="data_4035">
            <a:extLst>
              <a:ext uri="{FF2B5EF4-FFF2-40B4-BE49-F238E27FC236}">
                <a16:creationId xmlns:a16="http://schemas.microsoft.com/office/drawing/2014/main" id="{B41AFB46-4576-4331-BCDD-320C127A226C}"/>
              </a:ext>
            </a:extLst>
          </p:cNvPr>
          <p:cNvSpPr>
            <a:spLocks/>
          </p:cNvSpPr>
          <p:nvPr/>
        </p:nvSpPr>
        <p:spPr>
          <a:xfrm>
            <a:off x="824527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7" name="data_4036">
            <a:extLst>
              <a:ext uri="{FF2B5EF4-FFF2-40B4-BE49-F238E27FC236}">
                <a16:creationId xmlns:a16="http://schemas.microsoft.com/office/drawing/2014/main" id="{D81E1224-0D16-4267-9853-8AB312241660}"/>
              </a:ext>
            </a:extLst>
          </p:cNvPr>
          <p:cNvSpPr>
            <a:spLocks/>
          </p:cNvSpPr>
          <p:nvPr/>
        </p:nvSpPr>
        <p:spPr>
          <a:xfrm>
            <a:off x="8229907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8" name="data_4037">
            <a:extLst>
              <a:ext uri="{FF2B5EF4-FFF2-40B4-BE49-F238E27FC236}">
                <a16:creationId xmlns:a16="http://schemas.microsoft.com/office/drawing/2014/main" id="{A0EC7279-6751-49C1-8F58-20B51F891745}"/>
              </a:ext>
            </a:extLst>
          </p:cNvPr>
          <p:cNvSpPr>
            <a:spLocks/>
          </p:cNvSpPr>
          <p:nvPr/>
        </p:nvSpPr>
        <p:spPr>
          <a:xfrm>
            <a:off x="815076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9" name="data_4038">
            <a:extLst>
              <a:ext uri="{FF2B5EF4-FFF2-40B4-BE49-F238E27FC236}">
                <a16:creationId xmlns:a16="http://schemas.microsoft.com/office/drawing/2014/main" id="{5317913B-1C16-4F94-879D-0E8BB5AFC15F}"/>
              </a:ext>
            </a:extLst>
          </p:cNvPr>
          <p:cNvSpPr>
            <a:spLocks/>
          </p:cNvSpPr>
          <p:nvPr/>
        </p:nvSpPr>
        <p:spPr>
          <a:xfrm>
            <a:off x="8178267" y="62571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0" name="data_4039">
            <a:extLst>
              <a:ext uri="{FF2B5EF4-FFF2-40B4-BE49-F238E27FC236}">
                <a16:creationId xmlns:a16="http://schemas.microsoft.com/office/drawing/2014/main" id="{47C10E96-B8F8-4EB1-91ED-5A6BB1CF1BDA}"/>
              </a:ext>
            </a:extLst>
          </p:cNvPr>
          <p:cNvSpPr>
            <a:spLocks/>
          </p:cNvSpPr>
          <p:nvPr/>
        </p:nvSpPr>
        <p:spPr>
          <a:xfrm>
            <a:off x="824935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1" name="data_4040">
            <a:extLst>
              <a:ext uri="{FF2B5EF4-FFF2-40B4-BE49-F238E27FC236}">
                <a16:creationId xmlns:a16="http://schemas.microsoft.com/office/drawing/2014/main" id="{0840DDE7-275B-4509-BC1D-828A1F5035F0}"/>
              </a:ext>
            </a:extLst>
          </p:cNvPr>
          <p:cNvSpPr>
            <a:spLocks/>
          </p:cNvSpPr>
          <p:nvPr/>
        </p:nvSpPr>
        <p:spPr>
          <a:xfrm>
            <a:off x="81343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2" name="data_4041">
            <a:extLst>
              <a:ext uri="{FF2B5EF4-FFF2-40B4-BE49-F238E27FC236}">
                <a16:creationId xmlns:a16="http://schemas.microsoft.com/office/drawing/2014/main" id="{EA7DBB8F-97AE-4557-8614-679164507D5B}"/>
              </a:ext>
            </a:extLst>
          </p:cNvPr>
          <p:cNvSpPr>
            <a:spLocks/>
          </p:cNvSpPr>
          <p:nvPr/>
        </p:nvSpPr>
        <p:spPr>
          <a:xfrm>
            <a:off x="819183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3" name="data_4042">
            <a:extLst>
              <a:ext uri="{FF2B5EF4-FFF2-40B4-BE49-F238E27FC236}">
                <a16:creationId xmlns:a16="http://schemas.microsoft.com/office/drawing/2014/main" id="{DF9F1D73-945F-4103-BE18-F2A70A6B2C13}"/>
              </a:ext>
            </a:extLst>
          </p:cNvPr>
          <p:cNvSpPr>
            <a:spLocks/>
          </p:cNvSpPr>
          <p:nvPr/>
        </p:nvSpPr>
        <p:spPr>
          <a:xfrm>
            <a:off x="8197820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4" name="data_4043">
            <a:extLst>
              <a:ext uri="{FF2B5EF4-FFF2-40B4-BE49-F238E27FC236}">
                <a16:creationId xmlns:a16="http://schemas.microsoft.com/office/drawing/2014/main" id="{2A35FBFF-7DB1-4030-B371-306B671A7AD0}"/>
              </a:ext>
            </a:extLst>
          </p:cNvPr>
          <p:cNvSpPr>
            <a:spLocks/>
          </p:cNvSpPr>
          <p:nvPr/>
        </p:nvSpPr>
        <p:spPr>
          <a:xfrm>
            <a:off x="819024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5" name="data_4044">
            <a:extLst>
              <a:ext uri="{FF2B5EF4-FFF2-40B4-BE49-F238E27FC236}">
                <a16:creationId xmlns:a16="http://schemas.microsoft.com/office/drawing/2014/main" id="{CC38221B-5E44-4799-9214-03410A182FFD}"/>
              </a:ext>
            </a:extLst>
          </p:cNvPr>
          <p:cNvSpPr>
            <a:spLocks/>
          </p:cNvSpPr>
          <p:nvPr/>
        </p:nvSpPr>
        <p:spPr>
          <a:xfrm>
            <a:off x="8250071" y="63258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6" name="data_4045">
            <a:extLst>
              <a:ext uri="{FF2B5EF4-FFF2-40B4-BE49-F238E27FC236}">
                <a16:creationId xmlns:a16="http://schemas.microsoft.com/office/drawing/2014/main" id="{AE392E72-DE72-4C7F-B4C7-7BD86C2E2015}"/>
              </a:ext>
            </a:extLst>
          </p:cNvPr>
          <p:cNvSpPr>
            <a:spLocks/>
          </p:cNvSpPr>
          <p:nvPr/>
        </p:nvSpPr>
        <p:spPr>
          <a:xfrm>
            <a:off x="823323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7" name="data_4046">
            <a:extLst>
              <a:ext uri="{FF2B5EF4-FFF2-40B4-BE49-F238E27FC236}">
                <a16:creationId xmlns:a16="http://schemas.microsoft.com/office/drawing/2014/main" id="{B164B506-221C-45F8-8AB8-AAEAED337ED8}"/>
              </a:ext>
            </a:extLst>
          </p:cNvPr>
          <p:cNvSpPr>
            <a:spLocks/>
          </p:cNvSpPr>
          <p:nvPr/>
        </p:nvSpPr>
        <p:spPr>
          <a:xfrm>
            <a:off x="814306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8" name="data_4047">
            <a:extLst>
              <a:ext uri="{FF2B5EF4-FFF2-40B4-BE49-F238E27FC236}">
                <a16:creationId xmlns:a16="http://schemas.microsoft.com/office/drawing/2014/main" id="{0B389B6B-49DF-4D2F-A01D-0140749C7408}"/>
              </a:ext>
            </a:extLst>
          </p:cNvPr>
          <p:cNvSpPr>
            <a:spLocks/>
          </p:cNvSpPr>
          <p:nvPr/>
        </p:nvSpPr>
        <p:spPr>
          <a:xfrm>
            <a:off x="815642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9" name="data_4048">
            <a:extLst>
              <a:ext uri="{FF2B5EF4-FFF2-40B4-BE49-F238E27FC236}">
                <a16:creationId xmlns:a16="http://schemas.microsoft.com/office/drawing/2014/main" id="{26501964-C4F0-434F-9795-F958CE05B9B8}"/>
              </a:ext>
            </a:extLst>
          </p:cNvPr>
          <p:cNvSpPr>
            <a:spLocks/>
          </p:cNvSpPr>
          <p:nvPr/>
        </p:nvSpPr>
        <p:spPr>
          <a:xfrm>
            <a:off x="8169955" y="53975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0" name="data_4049">
            <a:extLst>
              <a:ext uri="{FF2B5EF4-FFF2-40B4-BE49-F238E27FC236}">
                <a16:creationId xmlns:a16="http://schemas.microsoft.com/office/drawing/2014/main" id="{EB368FFC-1A27-4CCB-8500-B81498ECB018}"/>
              </a:ext>
            </a:extLst>
          </p:cNvPr>
          <p:cNvSpPr>
            <a:spLocks/>
          </p:cNvSpPr>
          <p:nvPr/>
        </p:nvSpPr>
        <p:spPr>
          <a:xfrm>
            <a:off x="819177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1" name="data_4050">
            <a:extLst>
              <a:ext uri="{FF2B5EF4-FFF2-40B4-BE49-F238E27FC236}">
                <a16:creationId xmlns:a16="http://schemas.microsoft.com/office/drawing/2014/main" id="{2A7C07A7-5E1B-4694-A333-F27C69703790}"/>
              </a:ext>
            </a:extLst>
          </p:cNvPr>
          <p:cNvSpPr>
            <a:spLocks/>
          </p:cNvSpPr>
          <p:nvPr/>
        </p:nvSpPr>
        <p:spPr>
          <a:xfrm>
            <a:off x="822781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2" name="data_4051">
            <a:extLst>
              <a:ext uri="{FF2B5EF4-FFF2-40B4-BE49-F238E27FC236}">
                <a16:creationId xmlns:a16="http://schemas.microsoft.com/office/drawing/2014/main" id="{2E95A3CB-09A2-43C9-90B4-CBF386CC9770}"/>
              </a:ext>
            </a:extLst>
          </p:cNvPr>
          <p:cNvSpPr>
            <a:spLocks/>
          </p:cNvSpPr>
          <p:nvPr/>
        </p:nvSpPr>
        <p:spPr>
          <a:xfrm>
            <a:off x="8206325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3" name="data_4052">
            <a:extLst>
              <a:ext uri="{FF2B5EF4-FFF2-40B4-BE49-F238E27FC236}">
                <a16:creationId xmlns:a16="http://schemas.microsoft.com/office/drawing/2014/main" id="{8D1B58B3-CBB8-4BA5-95B5-DC2F6B3C2C07}"/>
              </a:ext>
            </a:extLst>
          </p:cNvPr>
          <p:cNvSpPr>
            <a:spLocks/>
          </p:cNvSpPr>
          <p:nvPr/>
        </p:nvSpPr>
        <p:spPr>
          <a:xfrm>
            <a:off x="823448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4" name="data_4053">
            <a:extLst>
              <a:ext uri="{FF2B5EF4-FFF2-40B4-BE49-F238E27FC236}">
                <a16:creationId xmlns:a16="http://schemas.microsoft.com/office/drawing/2014/main" id="{346CEBA5-9944-448B-A2E7-6BF44C4C97B5}"/>
              </a:ext>
            </a:extLst>
          </p:cNvPr>
          <p:cNvSpPr>
            <a:spLocks/>
          </p:cNvSpPr>
          <p:nvPr/>
        </p:nvSpPr>
        <p:spPr>
          <a:xfrm>
            <a:off x="81588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5" name="data_4054">
            <a:extLst>
              <a:ext uri="{FF2B5EF4-FFF2-40B4-BE49-F238E27FC236}">
                <a16:creationId xmlns:a16="http://schemas.microsoft.com/office/drawing/2014/main" id="{E949510F-B643-46FB-A652-01A720DC2EA1}"/>
              </a:ext>
            </a:extLst>
          </p:cNvPr>
          <p:cNvSpPr>
            <a:spLocks/>
          </p:cNvSpPr>
          <p:nvPr/>
        </p:nvSpPr>
        <p:spPr>
          <a:xfrm>
            <a:off x="8199881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6" name="data_4055">
            <a:extLst>
              <a:ext uri="{FF2B5EF4-FFF2-40B4-BE49-F238E27FC236}">
                <a16:creationId xmlns:a16="http://schemas.microsoft.com/office/drawing/2014/main" id="{565ADE8E-026C-4929-A433-8AE437876DA7}"/>
              </a:ext>
            </a:extLst>
          </p:cNvPr>
          <p:cNvSpPr>
            <a:spLocks/>
          </p:cNvSpPr>
          <p:nvPr/>
        </p:nvSpPr>
        <p:spPr>
          <a:xfrm>
            <a:off x="820054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7" name="data_4056">
            <a:extLst>
              <a:ext uri="{FF2B5EF4-FFF2-40B4-BE49-F238E27FC236}">
                <a16:creationId xmlns:a16="http://schemas.microsoft.com/office/drawing/2014/main" id="{669143D5-AE8A-4299-914F-B2A1E97BFB94}"/>
              </a:ext>
            </a:extLst>
          </p:cNvPr>
          <p:cNvSpPr>
            <a:spLocks/>
          </p:cNvSpPr>
          <p:nvPr/>
        </p:nvSpPr>
        <p:spPr>
          <a:xfrm>
            <a:off x="8133630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8" name="data_4057">
            <a:extLst>
              <a:ext uri="{FF2B5EF4-FFF2-40B4-BE49-F238E27FC236}">
                <a16:creationId xmlns:a16="http://schemas.microsoft.com/office/drawing/2014/main" id="{6A10EEE8-7258-40E3-96B7-9AF56CAAFB5C}"/>
              </a:ext>
            </a:extLst>
          </p:cNvPr>
          <p:cNvSpPr>
            <a:spLocks/>
          </p:cNvSpPr>
          <p:nvPr/>
        </p:nvSpPr>
        <p:spPr>
          <a:xfrm>
            <a:off x="8137211" y="62816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9" name="data_4058">
            <a:extLst>
              <a:ext uri="{FF2B5EF4-FFF2-40B4-BE49-F238E27FC236}">
                <a16:creationId xmlns:a16="http://schemas.microsoft.com/office/drawing/2014/main" id="{4CD3FF87-CFAB-422D-909E-234AD022ECD6}"/>
              </a:ext>
            </a:extLst>
          </p:cNvPr>
          <p:cNvSpPr>
            <a:spLocks/>
          </p:cNvSpPr>
          <p:nvPr/>
        </p:nvSpPr>
        <p:spPr>
          <a:xfrm>
            <a:off x="8168103" y="69132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0" name="data_4059">
            <a:extLst>
              <a:ext uri="{FF2B5EF4-FFF2-40B4-BE49-F238E27FC236}">
                <a16:creationId xmlns:a16="http://schemas.microsoft.com/office/drawing/2014/main" id="{9F480482-9C55-43FE-9D7D-6234894BBFF4}"/>
              </a:ext>
            </a:extLst>
          </p:cNvPr>
          <p:cNvSpPr>
            <a:spLocks/>
          </p:cNvSpPr>
          <p:nvPr/>
        </p:nvSpPr>
        <p:spPr>
          <a:xfrm>
            <a:off x="81547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1" name="data_4060">
            <a:extLst>
              <a:ext uri="{FF2B5EF4-FFF2-40B4-BE49-F238E27FC236}">
                <a16:creationId xmlns:a16="http://schemas.microsoft.com/office/drawing/2014/main" id="{88B6BDBC-696C-4208-8A8E-C141D4B23639}"/>
              </a:ext>
            </a:extLst>
          </p:cNvPr>
          <p:cNvSpPr>
            <a:spLocks/>
          </p:cNvSpPr>
          <p:nvPr/>
        </p:nvSpPr>
        <p:spPr>
          <a:xfrm>
            <a:off x="818393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2" name="data_4061">
            <a:extLst>
              <a:ext uri="{FF2B5EF4-FFF2-40B4-BE49-F238E27FC236}">
                <a16:creationId xmlns:a16="http://schemas.microsoft.com/office/drawing/2014/main" id="{94ACBD62-A709-4C19-A636-302E9022C907}"/>
              </a:ext>
            </a:extLst>
          </p:cNvPr>
          <p:cNvSpPr>
            <a:spLocks/>
          </p:cNvSpPr>
          <p:nvPr/>
        </p:nvSpPr>
        <p:spPr>
          <a:xfrm>
            <a:off x="81679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3" name="data_4062">
            <a:extLst>
              <a:ext uri="{FF2B5EF4-FFF2-40B4-BE49-F238E27FC236}">
                <a16:creationId xmlns:a16="http://schemas.microsoft.com/office/drawing/2014/main" id="{3C87C04D-34F6-4869-8CA8-62C9139DE62E}"/>
              </a:ext>
            </a:extLst>
          </p:cNvPr>
          <p:cNvSpPr>
            <a:spLocks/>
          </p:cNvSpPr>
          <p:nvPr/>
        </p:nvSpPr>
        <p:spPr>
          <a:xfrm>
            <a:off x="822094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4" name="data_4063">
            <a:extLst>
              <a:ext uri="{FF2B5EF4-FFF2-40B4-BE49-F238E27FC236}">
                <a16:creationId xmlns:a16="http://schemas.microsoft.com/office/drawing/2014/main" id="{BB8A2EA4-371E-484B-8CF3-324962D23A1B}"/>
              </a:ext>
            </a:extLst>
          </p:cNvPr>
          <p:cNvSpPr>
            <a:spLocks/>
          </p:cNvSpPr>
          <p:nvPr/>
        </p:nvSpPr>
        <p:spPr>
          <a:xfrm>
            <a:off x="821780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5" name="data_4064">
            <a:extLst>
              <a:ext uri="{FF2B5EF4-FFF2-40B4-BE49-F238E27FC236}">
                <a16:creationId xmlns:a16="http://schemas.microsoft.com/office/drawing/2014/main" id="{3950C924-632E-422F-BF55-A4A276C6EFC0}"/>
              </a:ext>
            </a:extLst>
          </p:cNvPr>
          <p:cNvSpPr>
            <a:spLocks/>
          </p:cNvSpPr>
          <p:nvPr/>
        </p:nvSpPr>
        <p:spPr>
          <a:xfrm>
            <a:off x="813108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6" name="data_4065">
            <a:extLst>
              <a:ext uri="{FF2B5EF4-FFF2-40B4-BE49-F238E27FC236}">
                <a16:creationId xmlns:a16="http://schemas.microsoft.com/office/drawing/2014/main" id="{D67F098E-735B-4FC8-AD3F-1BE0FC3B59DB}"/>
              </a:ext>
            </a:extLst>
          </p:cNvPr>
          <p:cNvSpPr>
            <a:spLocks/>
          </p:cNvSpPr>
          <p:nvPr/>
        </p:nvSpPr>
        <p:spPr>
          <a:xfrm>
            <a:off x="81787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7" name="data_4066">
            <a:extLst>
              <a:ext uri="{FF2B5EF4-FFF2-40B4-BE49-F238E27FC236}">
                <a16:creationId xmlns:a16="http://schemas.microsoft.com/office/drawing/2014/main" id="{E1E96E12-A222-4C87-B2EE-4B48A2CB4EC5}"/>
              </a:ext>
            </a:extLst>
          </p:cNvPr>
          <p:cNvSpPr>
            <a:spLocks/>
          </p:cNvSpPr>
          <p:nvPr/>
        </p:nvSpPr>
        <p:spPr>
          <a:xfrm>
            <a:off x="819157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8" name="data_4067">
            <a:extLst>
              <a:ext uri="{FF2B5EF4-FFF2-40B4-BE49-F238E27FC236}">
                <a16:creationId xmlns:a16="http://schemas.microsoft.com/office/drawing/2014/main" id="{2C2170A2-1651-41CE-BF73-E2937333384E}"/>
              </a:ext>
            </a:extLst>
          </p:cNvPr>
          <p:cNvSpPr>
            <a:spLocks/>
          </p:cNvSpPr>
          <p:nvPr/>
        </p:nvSpPr>
        <p:spPr>
          <a:xfrm>
            <a:off x="819409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9" name="data_4068">
            <a:extLst>
              <a:ext uri="{FF2B5EF4-FFF2-40B4-BE49-F238E27FC236}">
                <a16:creationId xmlns:a16="http://schemas.microsoft.com/office/drawing/2014/main" id="{A83B625E-24DB-45DF-BF20-3FE1D211465E}"/>
              </a:ext>
            </a:extLst>
          </p:cNvPr>
          <p:cNvSpPr>
            <a:spLocks/>
          </p:cNvSpPr>
          <p:nvPr/>
        </p:nvSpPr>
        <p:spPr>
          <a:xfrm>
            <a:off x="818902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0" name="data_4069">
            <a:extLst>
              <a:ext uri="{FF2B5EF4-FFF2-40B4-BE49-F238E27FC236}">
                <a16:creationId xmlns:a16="http://schemas.microsoft.com/office/drawing/2014/main" id="{2F4A18C7-9C09-4527-8D37-EBD581AC5E7A}"/>
              </a:ext>
            </a:extLst>
          </p:cNvPr>
          <p:cNvSpPr>
            <a:spLocks/>
          </p:cNvSpPr>
          <p:nvPr/>
        </p:nvSpPr>
        <p:spPr>
          <a:xfrm>
            <a:off x="822760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1" name="data_4070">
            <a:extLst>
              <a:ext uri="{FF2B5EF4-FFF2-40B4-BE49-F238E27FC236}">
                <a16:creationId xmlns:a16="http://schemas.microsoft.com/office/drawing/2014/main" id="{A16DBB7A-E668-45A1-BF15-AE84DD941652}"/>
              </a:ext>
            </a:extLst>
          </p:cNvPr>
          <p:cNvSpPr>
            <a:spLocks/>
          </p:cNvSpPr>
          <p:nvPr/>
        </p:nvSpPr>
        <p:spPr>
          <a:xfrm>
            <a:off x="8141758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2" name="data_4071">
            <a:extLst>
              <a:ext uri="{FF2B5EF4-FFF2-40B4-BE49-F238E27FC236}">
                <a16:creationId xmlns:a16="http://schemas.microsoft.com/office/drawing/2014/main" id="{9E464EA4-B3A7-44F2-8A9F-E491DD3E277A}"/>
              </a:ext>
            </a:extLst>
          </p:cNvPr>
          <p:cNvSpPr>
            <a:spLocks/>
          </p:cNvSpPr>
          <p:nvPr/>
        </p:nvSpPr>
        <p:spPr>
          <a:xfrm>
            <a:off x="814092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3" name="data_4072">
            <a:extLst>
              <a:ext uri="{FF2B5EF4-FFF2-40B4-BE49-F238E27FC236}">
                <a16:creationId xmlns:a16="http://schemas.microsoft.com/office/drawing/2014/main" id="{F4EA762F-1B46-4A4A-ABA6-252374AA13D1}"/>
              </a:ext>
            </a:extLst>
          </p:cNvPr>
          <p:cNvSpPr>
            <a:spLocks/>
          </p:cNvSpPr>
          <p:nvPr/>
        </p:nvSpPr>
        <p:spPr>
          <a:xfrm>
            <a:off x="815676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4" name="data_4073">
            <a:extLst>
              <a:ext uri="{FF2B5EF4-FFF2-40B4-BE49-F238E27FC236}">
                <a16:creationId xmlns:a16="http://schemas.microsoft.com/office/drawing/2014/main" id="{EC14105E-D9C8-43F8-945C-5EE5AB541F58}"/>
              </a:ext>
            </a:extLst>
          </p:cNvPr>
          <p:cNvSpPr>
            <a:spLocks/>
          </p:cNvSpPr>
          <p:nvPr/>
        </p:nvSpPr>
        <p:spPr>
          <a:xfrm>
            <a:off x="8201727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5" name="data_4074">
            <a:extLst>
              <a:ext uri="{FF2B5EF4-FFF2-40B4-BE49-F238E27FC236}">
                <a16:creationId xmlns:a16="http://schemas.microsoft.com/office/drawing/2014/main" id="{C1029F0D-0E76-490B-AE48-A8AF62F5B155}"/>
              </a:ext>
            </a:extLst>
          </p:cNvPr>
          <p:cNvSpPr>
            <a:spLocks/>
          </p:cNvSpPr>
          <p:nvPr/>
        </p:nvSpPr>
        <p:spPr>
          <a:xfrm>
            <a:off x="818061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6" name="data_4075">
            <a:extLst>
              <a:ext uri="{FF2B5EF4-FFF2-40B4-BE49-F238E27FC236}">
                <a16:creationId xmlns:a16="http://schemas.microsoft.com/office/drawing/2014/main" id="{1CEF41A0-DF2B-4F22-8368-B9ACBA7D32E2}"/>
              </a:ext>
            </a:extLst>
          </p:cNvPr>
          <p:cNvSpPr>
            <a:spLocks/>
          </p:cNvSpPr>
          <p:nvPr/>
        </p:nvSpPr>
        <p:spPr>
          <a:xfrm>
            <a:off x="822947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7" name="data_4076">
            <a:extLst>
              <a:ext uri="{FF2B5EF4-FFF2-40B4-BE49-F238E27FC236}">
                <a16:creationId xmlns:a16="http://schemas.microsoft.com/office/drawing/2014/main" id="{F41D852E-83F1-4F7B-BAC9-1D9D9192956F}"/>
              </a:ext>
            </a:extLst>
          </p:cNvPr>
          <p:cNvSpPr>
            <a:spLocks/>
          </p:cNvSpPr>
          <p:nvPr/>
        </p:nvSpPr>
        <p:spPr>
          <a:xfrm>
            <a:off x="823211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8" name="data_4077">
            <a:extLst>
              <a:ext uri="{FF2B5EF4-FFF2-40B4-BE49-F238E27FC236}">
                <a16:creationId xmlns:a16="http://schemas.microsoft.com/office/drawing/2014/main" id="{E94A859A-BCB3-4FDA-A1E9-259F9CC26017}"/>
              </a:ext>
            </a:extLst>
          </p:cNvPr>
          <p:cNvSpPr>
            <a:spLocks/>
          </p:cNvSpPr>
          <p:nvPr/>
        </p:nvSpPr>
        <p:spPr>
          <a:xfrm>
            <a:off x="816598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9" name="data_4078">
            <a:extLst>
              <a:ext uri="{FF2B5EF4-FFF2-40B4-BE49-F238E27FC236}">
                <a16:creationId xmlns:a16="http://schemas.microsoft.com/office/drawing/2014/main" id="{2AC859A1-2702-43E8-829A-F03C816261E3}"/>
              </a:ext>
            </a:extLst>
          </p:cNvPr>
          <p:cNvSpPr>
            <a:spLocks/>
          </p:cNvSpPr>
          <p:nvPr/>
        </p:nvSpPr>
        <p:spPr>
          <a:xfrm>
            <a:off x="81719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0" name="data_4079">
            <a:extLst>
              <a:ext uri="{FF2B5EF4-FFF2-40B4-BE49-F238E27FC236}">
                <a16:creationId xmlns:a16="http://schemas.microsoft.com/office/drawing/2014/main" id="{2B477096-509C-40D8-A3AB-60F5A8C41952}"/>
              </a:ext>
            </a:extLst>
          </p:cNvPr>
          <p:cNvSpPr>
            <a:spLocks/>
          </p:cNvSpPr>
          <p:nvPr/>
        </p:nvSpPr>
        <p:spPr>
          <a:xfrm>
            <a:off x="8159359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1" name="data_4080">
            <a:extLst>
              <a:ext uri="{FF2B5EF4-FFF2-40B4-BE49-F238E27FC236}">
                <a16:creationId xmlns:a16="http://schemas.microsoft.com/office/drawing/2014/main" id="{61B985AA-6591-4321-B29D-AFE26AB3C27E}"/>
              </a:ext>
            </a:extLst>
          </p:cNvPr>
          <p:cNvSpPr>
            <a:spLocks/>
          </p:cNvSpPr>
          <p:nvPr/>
        </p:nvSpPr>
        <p:spPr>
          <a:xfrm>
            <a:off x="8198132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2" name="data_4081">
            <a:extLst>
              <a:ext uri="{FF2B5EF4-FFF2-40B4-BE49-F238E27FC236}">
                <a16:creationId xmlns:a16="http://schemas.microsoft.com/office/drawing/2014/main" id="{95361C8D-ECFC-42CB-BD59-778F09BB9108}"/>
              </a:ext>
            </a:extLst>
          </p:cNvPr>
          <p:cNvSpPr>
            <a:spLocks/>
          </p:cNvSpPr>
          <p:nvPr/>
        </p:nvSpPr>
        <p:spPr>
          <a:xfrm>
            <a:off x="8215198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3" name="data_4082">
            <a:extLst>
              <a:ext uri="{FF2B5EF4-FFF2-40B4-BE49-F238E27FC236}">
                <a16:creationId xmlns:a16="http://schemas.microsoft.com/office/drawing/2014/main" id="{12D5AB98-0B3A-4AA2-AF69-51F74FFA133D}"/>
              </a:ext>
            </a:extLst>
          </p:cNvPr>
          <p:cNvSpPr>
            <a:spLocks/>
          </p:cNvSpPr>
          <p:nvPr/>
        </p:nvSpPr>
        <p:spPr>
          <a:xfrm>
            <a:off x="81929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4" name="data_4083">
            <a:extLst>
              <a:ext uri="{FF2B5EF4-FFF2-40B4-BE49-F238E27FC236}">
                <a16:creationId xmlns:a16="http://schemas.microsoft.com/office/drawing/2014/main" id="{3723402D-0ED0-40DD-8778-28D8F8799D25}"/>
              </a:ext>
            </a:extLst>
          </p:cNvPr>
          <p:cNvSpPr>
            <a:spLocks/>
          </p:cNvSpPr>
          <p:nvPr/>
        </p:nvSpPr>
        <p:spPr>
          <a:xfrm>
            <a:off x="824282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5" name="data_4084">
            <a:extLst>
              <a:ext uri="{FF2B5EF4-FFF2-40B4-BE49-F238E27FC236}">
                <a16:creationId xmlns:a16="http://schemas.microsoft.com/office/drawing/2014/main" id="{3CF81B4E-275B-42E9-A802-89B5C01E8A3D}"/>
              </a:ext>
            </a:extLst>
          </p:cNvPr>
          <p:cNvSpPr>
            <a:spLocks/>
          </p:cNvSpPr>
          <p:nvPr/>
        </p:nvSpPr>
        <p:spPr>
          <a:xfrm>
            <a:off x="824804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6" name="data_4085">
            <a:extLst>
              <a:ext uri="{FF2B5EF4-FFF2-40B4-BE49-F238E27FC236}">
                <a16:creationId xmlns:a16="http://schemas.microsoft.com/office/drawing/2014/main" id="{D1191CB0-D179-4E8B-AC09-960F7216B5A3}"/>
              </a:ext>
            </a:extLst>
          </p:cNvPr>
          <p:cNvSpPr>
            <a:spLocks/>
          </p:cNvSpPr>
          <p:nvPr/>
        </p:nvSpPr>
        <p:spPr>
          <a:xfrm>
            <a:off x="820035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7" name="data_4086">
            <a:extLst>
              <a:ext uri="{FF2B5EF4-FFF2-40B4-BE49-F238E27FC236}">
                <a16:creationId xmlns:a16="http://schemas.microsoft.com/office/drawing/2014/main" id="{D138935D-9691-4F89-A32C-837FDDA02C29}"/>
              </a:ext>
            </a:extLst>
          </p:cNvPr>
          <p:cNvSpPr>
            <a:spLocks/>
          </p:cNvSpPr>
          <p:nvPr/>
        </p:nvSpPr>
        <p:spPr>
          <a:xfrm>
            <a:off x="8188048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8" name="data_4087">
            <a:extLst>
              <a:ext uri="{FF2B5EF4-FFF2-40B4-BE49-F238E27FC236}">
                <a16:creationId xmlns:a16="http://schemas.microsoft.com/office/drawing/2014/main" id="{A9AD3F21-5CA3-4F52-A692-992F41887DAD}"/>
              </a:ext>
            </a:extLst>
          </p:cNvPr>
          <p:cNvSpPr>
            <a:spLocks/>
          </p:cNvSpPr>
          <p:nvPr/>
        </p:nvSpPr>
        <p:spPr>
          <a:xfrm>
            <a:off x="820206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9" name="data_4088">
            <a:extLst>
              <a:ext uri="{FF2B5EF4-FFF2-40B4-BE49-F238E27FC236}">
                <a16:creationId xmlns:a16="http://schemas.microsoft.com/office/drawing/2014/main" id="{42ACEFF8-F31D-4448-8659-F079BAE4C2C1}"/>
              </a:ext>
            </a:extLst>
          </p:cNvPr>
          <p:cNvSpPr>
            <a:spLocks/>
          </p:cNvSpPr>
          <p:nvPr/>
        </p:nvSpPr>
        <p:spPr>
          <a:xfrm>
            <a:off x="820632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0" name="data_4089">
            <a:extLst>
              <a:ext uri="{FF2B5EF4-FFF2-40B4-BE49-F238E27FC236}">
                <a16:creationId xmlns:a16="http://schemas.microsoft.com/office/drawing/2014/main" id="{2B34C54B-822A-4250-B23B-7A16D39E86C0}"/>
              </a:ext>
            </a:extLst>
          </p:cNvPr>
          <p:cNvSpPr>
            <a:spLocks/>
          </p:cNvSpPr>
          <p:nvPr/>
        </p:nvSpPr>
        <p:spPr>
          <a:xfrm>
            <a:off x="8155557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1" name="data_4090">
            <a:extLst>
              <a:ext uri="{FF2B5EF4-FFF2-40B4-BE49-F238E27FC236}">
                <a16:creationId xmlns:a16="http://schemas.microsoft.com/office/drawing/2014/main" id="{E6541F80-5BEB-4BDA-BF37-C380A427E82B}"/>
              </a:ext>
            </a:extLst>
          </p:cNvPr>
          <p:cNvSpPr>
            <a:spLocks/>
          </p:cNvSpPr>
          <p:nvPr/>
        </p:nvSpPr>
        <p:spPr>
          <a:xfrm>
            <a:off x="821456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2" name="data_4091">
            <a:extLst>
              <a:ext uri="{FF2B5EF4-FFF2-40B4-BE49-F238E27FC236}">
                <a16:creationId xmlns:a16="http://schemas.microsoft.com/office/drawing/2014/main" id="{CB5BB420-ACF2-458F-BC0C-34F3CC0C6851}"/>
              </a:ext>
            </a:extLst>
          </p:cNvPr>
          <p:cNvSpPr>
            <a:spLocks/>
          </p:cNvSpPr>
          <p:nvPr/>
        </p:nvSpPr>
        <p:spPr>
          <a:xfrm>
            <a:off x="8237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3" name="data_4092">
            <a:extLst>
              <a:ext uri="{FF2B5EF4-FFF2-40B4-BE49-F238E27FC236}">
                <a16:creationId xmlns:a16="http://schemas.microsoft.com/office/drawing/2014/main" id="{CFD2FFCE-CD7F-49BC-BB19-5C7D62444159}"/>
              </a:ext>
            </a:extLst>
          </p:cNvPr>
          <p:cNvSpPr>
            <a:spLocks/>
          </p:cNvSpPr>
          <p:nvPr/>
        </p:nvSpPr>
        <p:spPr>
          <a:xfrm>
            <a:off x="81600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4" name="data_4093">
            <a:extLst>
              <a:ext uri="{FF2B5EF4-FFF2-40B4-BE49-F238E27FC236}">
                <a16:creationId xmlns:a16="http://schemas.microsoft.com/office/drawing/2014/main" id="{88D468D4-A72D-4869-9707-EB80EDF46838}"/>
              </a:ext>
            </a:extLst>
          </p:cNvPr>
          <p:cNvSpPr>
            <a:spLocks/>
          </p:cNvSpPr>
          <p:nvPr/>
        </p:nvSpPr>
        <p:spPr>
          <a:xfrm>
            <a:off x="8132032" y="67553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5" name="data_4094">
            <a:extLst>
              <a:ext uri="{FF2B5EF4-FFF2-40B4-BE49-F238E27FC236}">
                <a16:creationId xmlns:a16="http://schemas.microsoft.com/office/drawing/2014/main" id="{92A6F3A5-E6C2-45E3-804D-8437BF56ABCC}"/>
              </a:ext>
            </a:extLst>
          </p:cNvPr>
          <p:cNvSpPr>
            <a:spLocks/>
          </p:cNvSpPr>
          <p:nvPr/>
        </p:nvSpPr>
        <p:spPr>
          <a:xfrm>
            <a:off x="82186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6" name="data_4095">
            <a:extLst>
              <a:ext uri="{FF2B5EF4-FFF2-40B4-BE49-F238E27FC236}">
                <a16:creationId xmlns:a16="http://schemas.microsoft.com/office/drawing/2014/main" id="{EB29F3B0-FD91-475A-9A65-528E78D44296}"/>
              </a:ext>
            </a:extLst>
          </p:cNvPr>
          <p:cNvSpPr>
            <a:spLocks/>
          </p:cNvSpPr>
          <p:nvPr/>
        </p:nvSpPr>
        <p:spPr>
          <a:xfrm>
            <a:off x="815498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7" name="data_4096">
            <a:extLst>
              <a:ext uri="{FF2B5EF4-FFF2-40B4-BE49-F238E27FC236}">
                <a16:creationId xmlns:a16="http://schemas.microsoft.com/office/drawing/2014/main" id="{E825475E-B919-4214-95DE-D34AB5D3F663}"/>
              </a:ext>
            </a:extLst>
          </p:cNvPr>
          <p:cNvSpPr>
            <a:spLocks/>
          </p:cNvSpPr>
          <p:nvPr/>
        </p:nvSpPr>
        <p:spPr>
          <a:xfrm>
            <a:off x="817428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8" name="data_4097">
            <a:extLst>
              <a:ext uri="{FF2B5EF4-FFF2-40B4-BE49-F238E27FC236}">
                <a16:creationId xmlns:a16="http://schemas.microsoft.com/office/drawing/2014/main" id="{3EB00FB0-50CA-4767-A523-166B91096596}"/>
              </a:ext>
            </a:extLst>
          </p:cNvPr>
          <p:cNvSpPr>
            <a:spLocks/>
          </p:cNvSpPr>
          <p:nvPr/>
        </p:nvSpPr>
        <p:spPr>
          <a:xfrm>
            <a:off x="815865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9" name="data_4098">
            <a:extLst>
              <a:ext uri="{FF2B5EF4-FFF2-40B4-BE49-F238E27FC236}">
                <a16:creationId xmlns:a16="http://schemas.microsoft.com/office/drawing/2014/main" id="{54F91E6D-BF56-4D32-8934-B3F1CE09EDC7}"/>
              </a:ext>
            </a:extLst>
          </p:cNvPr>
          <p:cNvSpPr>
            <a:spLocks/>
          </p:cNvSpPr>
          <p:nvPr/>
        </p:nvSpPr>
        <p:spPr>
          <a:xfrm>
            <a:off x="81458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0" name="data_4099">
            <a:extLst>
              <a:ext uri="{FF2B5EF4-FFF2-40B4-BE49-F238E27FC236}">
                <a16:creationId xmlns:a16="http://schemas.microsoft.com/office/drawing/2014/main" id="{18C1E38E-4B6B-4DA5-9CCE-9E2D0439B2AB}"/>
              </a:ext>
            </a:extLst>
          </p:cNvPr>
          <p:cNvSpPr>
            <a:spLocks/>
          </p:cNvSpPr>
          <p:nvPr/>
        </p:nvSpPr>
        <p:spPr>
          <a:xfrm>
            <a:off x="820512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1" name="data_4100">
            <a:extLst>
              <a:ext uri="{FF2B5EF4-FFF2-40B4-BE49-F238E27FC236}">
                <a16:creationId xmlns:a16="http://schemas.microsoft.com/office/drawing/2014/main" id="{19B7000F-769E-4429-9D0F-923133F5A75F}"/>
              </a:ext>
            </a:extLst>
          </p:cNvPr>
          <p:cNvSpPr>
            <a:spLocks/>
          </p:cNvSpPr>
          <p:nvPr/>
        </p:nvSpPr>
        <p:spPr>
          <a:xfrm>
            <a:off x="8226146" y="6797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2" name="data_4101">
            <a:extLst>
              <a:ext uri="{FF2B5EF4-FFF2-40B4-BE49-F238E27FC236}">
                <a16:creationId xmlns:a16="http://schemas.microsoft.com/office/drawing/2014/main" id="{EC57E275-9F74-4D89-81A3-7A237144A800}"/>
              </a:ext>
            </a:extLst>
          </p:cNvPr>
          <p:cNvSpPr>
            <a:spLocks/>
          </p:cNvSpPr>
          <p:nvPr/>
        </p:nvSpPr>
        <p:spPr>
          <a:xfrm>
            <a:off x="8146029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3" name="data_4102">
            <a:extLst>
              <a:ext uri="{FF2B5EF4-FFF2-40B4-BE49-F238E27FC236}">
                <a16:creationId xmlns:a16="http://schemas.microsoft.com/office/drawing/2014/main" id="{6EDE7D75-C212-4D00-B118-7C66D723E8BF}"/>
              </a:ext>
            </a:extLst>
          </p:cNvPr>
          <p:cNvSpPr>
            <a:spLocks/>
          </p:cNvSpPr>
          <p:nvPr/>
        </p:nvSpPr>
        <p:spPr>
          <a:xfrm>
            <a:off x="8165209" y="68858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4" name="data_4103">
            <a:extLst>
              <a:ext uri="{FF2B5EF4-FFF2-40B4-BE49-F238E27FC236}">
                <a16:creationId xmlns:a16="http://schemas.microsoft.com/office/drawing/2014/main" id="{8A92464D-ED15-45EA-860D-B504404312A6}"/>
              </a:ext>
            </a:extLst>
          </p:cNvPr>
          <p:cNvSpPr>
            <a:spLocks/>
          </p:cNvSpPr>
          <p:nvPr/>
        </p:nvSpPr>
        <p:spPr>
          <a:xfrm>
            <a:off x="822726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5" name="data_4104">
            <a:extLst>
              <a:ext uri="{FF2B5EF4-FFF2-40B4-BE49-F238E27FC236}">
                <a16:creationId xmlns:a16="http://schemas.microsoft.com/office/drawing/2014/main" id="{5E839F19-7E74-41BB-A5A8-C789E25A13E5}"/>
              </a:ext>
            </a:extLst>
          </p:cNvPr>
          <p:cNvSpPr>
            <a:spLocks/>
          </p:cNvSpPr>
          <p:nvPr/>
        </p:nvSpPr>
        <p:spPr>
          <a:xfrm>
            <a:off x="817697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6" name="data_4105">
            <a:extLst>
              <a:ext uri="{FF2B5EF4-FFF2-40B4-BE49-F238E27FC236}">
                <a16:creationId xmlns:a16="http://schemas.microsoft.com/office/drawing/2014/main" id="{42F048B4-648C-4BB5-ABBE-EE8B66077465}"/>
              </a:ext>
            </a:extLst>
          </p:cNvPr>
          <p:cNvSpPr>
            <a:spLocks/>
          </p:cNvSpPr>
          <p:nvPr/>
        </p:nvSpPr>
        <p:spPr>
          <a:xfrm>
            <a:off x="8174316" y="54291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7" name="data_4106">
            <a:extLst>
              <a:ext uri="{FF2B5EF4-FFF2-40B4-BE49-F238E27FC236}">
                <a16:creationId xmlns:a16="http://schemas.microsoft.com/office/drawing/2014/main" id="{0A0E560A-7902-424D-8061-F506F9C901F5}"/>
              </a:ext>
            </a:extLst>
          </p:cNvPr>
          <p:cNvSpPr>
            <a:spLocks/>
          </p:cNvSpPr>
          <p:nvPr/>
        </p:nvSpPr>
        <p:spPr>
          <a:xfrm>
            <a:off x="81473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8" name="data_4107">
            <a:extLst>
              <a:ext uri="{FF2B5EF4-FFF2-40B4-BE49-F238E27FC236}">
                <a16:creationId xmlns:a16="http://schemas.microsoft.com/office/drawing/2014/main" id="{7BBBDC41-4157-43D8-9B9D-EC643E561B95}"/>
              </a:ext>
            </a:extLst>
          </p:cNvPr>
          <p:cNvSpPr>
            <a:spLocks/>
          </p:cNvSpPr>
          <p:nvPr/>
        </p:nvSpPr>
        <p:spPr>
          <a:xfrm>
            <a:off x="8249157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9" name="data_4108">
            <a:extLst>
              <a:ext uri="{FF2B5EF4-FFF2-40B4-BE49-F238E27FC236}">
                <a16:creationId xmlns:a16="http://schemas.microsoft.com/office/drawing/2014/main" id="{890191F4-54B3-4493-B50B-34F7EDFC69FD}"/>
              </a:ext>
            </a:extLst>
          </p:cNvPr>
          <p:cNvSpPr>
            <a:spLocks/>
          </p:cNvSpPr>
          <p:nvPr/>
        </p:nvSpPr>
        <p:spPr>
          <a:xfrm>
            <a:off x="821213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0" name="data_4109">
            <a:extLst>
              <a:ext uri="{FF2B5EF4-FFF2-40B4-BE49-F238E27FC236}">
                <a16:creationId xmlns:a16="http://schemas.microsoft.com/office/drawing/2014/main" id="{F3DA0EE4-C105-4EF9-8B64-B8EFEDBB1395}"/>
              </a:ext>
            </a:extLst>
          </p:cNvPr>
          <p:cNvSpPr>
            <a:spLocks/>
          </p:cNvSpPr>
          <p:nvPr/>
        </p:nvSpPr>
        <p:spPr>
          <a:xfrm>
            <a:off x="8176591" y="6453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1" name="data_4110">
            <a:extLst>
              <a:ext uri="{FF2B5EF4-FFF2-40B4-BE49-F238E27FC236}">
                <a16:creationId xmlns:a16="http://schemas.microsoft.com/office/drawing/2014/main" id="{2964BCC8-1F82-4AF2-8307-0F1DF0A93903}"/>
              </a:ext>
            </a:extLst>
          </p:cNvPr>
          <p:cNvSpPr>
            <a:spLocks/>
          </p:cNvSpPr>
          <p:nvPr/>
        </p:nvSpPr>
        <p:spPr>
          <a:xfrm>
            <a:off x="814972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2" name="data_4111">
            <a:extLst>
              <a:ext uri="{FF2B5EF4-FFF2-40B4-BE49-F238E27FC236}">
                <a16:creationId xmlns:a16="http://schemas.microsoft.com/office/drawing/2014/main" id="{A4B5BEF0-A7F9-4B8A-AB02-7100A0EEF650}"/>
              </a:ext>
            </a:extLst>
          </p:cNvPr>
          <p:cNvSpPr>
            <a:spLocks/>
          </p:cNvSpPr>
          <p:nvPr/>
        </p:nvSpPr>
        <p:spPr>
          <a:xfrm>
            <a:off x="821048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3" name="data_4112">
            <a:extLst>
              <a:ext uri="{FF2B5EF4-FFF2-40B4-BE49-F238E27FC236}">
                <a16:creationId xmlns:a16="http://schemas.microsoft.com/office/drawing/2014/main" id="{FF5EE062-1B9A-4897-A215-BAAE58DBB74D}"/>
              </a:ext>
            </a:extLst>
          </p:cNvPr>
          <p:cNvSpPr>
            <a:spLocks/>
          </p:cNvSpPr>
          <p:nvPr/>
        </p:nvSpPr>
        <p:spPr>
          <a:xfrm>
            <a:off x="8181320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4" name="data_4113">
            <a:extLst>
              <a:ext uri="{FF2B5EF4-FFF2-40B4-BE49-F238E27FC236}">
                <a16:creationId xmlns:a16="http://schemas.microsoft.com/office/drawing/2014/main" id="{8AB43F2F-4A23-4455-99AB-0C7413EC085F}"/>
              </a:ext>
            </a:extLst>
          </p:cNvPr>
          <p:cNvSpPr>
            <a:spLocks/>
          </p:cNvSpPr>
          <p:nvPr/>
        </p:nvSpPr>
        <p:spPr>
          <a:xfrm>
            <a:off x="81783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5" name="data_4114">
            <a:extLst>
              <a:ext uri="{FF2B5EF4-FFF2-40B4-BE49-F238E27FC236}">
                <a16:creationId xmlns:a16="http://schemas.microsoft.com/office/drawing/2014/main" id="{96C4C66C-3690-4554-98EE-87425C3BC59F}"/>
              </a:ext>
            </a:extLst>
          </p:cNvPr>
          <p:cNvSpPr>
            <a:spLocks/>
          </p:cNvSpPr>
          <p:nvPr/>
        </p:nvSpPr>
        <p:spPr>
          <a:xfrm>
            <a:off x="8162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6" name="data_4115">
            <a:extLst>
              <a:ext uri="{FF2B5EF4-FFF2-40B4-BE49-F238E27FC236}">
                <a16:creationId xmlns:a16="http://schemas.microsoft.com/office/drawing/2014/main" id="{8EE015BB-C2C7-40DE-930C-B9843433975D}"/>
              </a:ext>
            </a:extLst>
          </p:cNvPr>
          <p:cNvSpPr>
            <a:spLocks/>
          </p:cNvSpPr>
          <p:nvPr/>
        </p:nvSpPr>
        <p:spPr>
          <a:xfrm>
            <a:off x="818581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7" name="data_4116">
            <a:extLst>
              <a:ext uri="{FF2B5EF4-FFF2-40B4-BE49-F238E27FC236}">
                <a16:creationId xmlns:a16="http://schemas.microsoft.com/office/drawing/2014/main" id="{0185D6A3-D799-4D24-82E8-70986132C6F0}"/>
              </a:ext>
            </a:extLst>
          </p:cNvPr>
          <p:cNvSpPr>
            <a:spLocks/>
          </p:cNvSpPr>
          <p:nvPr/>
        </p:nvSpPr>
        <p:spPr>
          <a:xfrm>
            <a:off x="817476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8" name="data_4117">
            <a:extLst>
              <a:ext uri="{FF2B5EF4-FFF2-40B4-BE49-F238E27FC236}">
                <a16:creationId xmlns:a16="http://schemas.microsoft.com/office/drawing/2014/main" id="{D9A0B4AF-1FA3-460C-8801-D03B7C2B49E8}"/>
              </a:ext>
            </a:extLst>
          </p:cNvPr>
          <p:cNvSpPr>
            <a:spLocks/>
          </p:cNvSpPr>
          <p:nvPr/>
        </p:nvSpPr>
        <p:spPr>
          <a:xfrm>
            <a:off x="818430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9" name="data_4118">
            <a:extLst>
              <a:ext uri="{FF2B5EF4-FFF2-40B4-BE49-F238E27FC236}">
                <a16:creationId xmlns:a16="http://schemas.microsoft.com/office/drawing/2014/main" id="{D5A469EC-4CF6-48DB-9438-674E71FB9A03}"/>
              </a:ext>
            </a:extLst>
          </p:cNvPr>
          <p:cNvSpPr>
            <a:spLocks/>
          </p:cNvSpPr>
          <p:nvPr/>
        </p:nvSpPr>
        <p:spPr>
          <a:xfrm>
            <a:off x="824425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0" name="data_4119">
            <a:extLst>
              <a:ext uri="{FF2B5EF4-FFF2-40B4-BE49-F238E27FC236}">
                <a16:creationId xmlns:a16="http://schemas.microsoft.com/office/drawing/2014/main" id="{82CD5674-AADB-49FB-AE89-033579877FF7}"/>
              </a:ext>
            </a:extLst>
          </p:cNvPr>
          <p:cNvSpPr>
            <a:spLocks/>
          </p:cNvSpPr>
          <p:nvPr/>
        </p:nvSpPr>
        <p:spPr>
          <a:xfrm>
            <a:off x="8140607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1" name="data_4120">
            <a:extLst>
              <a:ext uri="{FF2B5EF4-FFF2-40B4-BE49-F238E27FC236}">
                <a16:creationId xmlns:a16="http://schemas.microsoft.com/office/drawing/2014/main" id="{B89D351C-4947-4747-BF5B-954AC5C4BBD6}"/>
              </a:ext>
            </a:extLst>
          </p:cNvPr>
          <p:cNvSpPr>
            <a:spLocks/>
          </p:cNvSpPr>
          <p:nvPr/>
        </p:nvSpPr>
        <p:spPr>
          <a:xfrm>
            <a:off x="84067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2" name="data_4121">
            <a:extLst>
              <a:ext uri="{FF2B5EF4-FFF2-40B4-BE49-F238E27FC236}">
                <a16:creationId xmlns:a16="http://schemas.microsoft.com/office/drawing/2014/main" id="{0766B7C2-CD96-41B2-91E4-1AC90D0961ED}"/>
              </a:ext>
            </a:extLst>
          </p:cNvPr>
          <p:cNvSpPr>
            <a:spLocks/>
          </p:cNvSpPr>
          <p:nvPr/>
        </p:nvSpPr>
        <p:spPr>
          <a:xfrm>
            <a:off x="844961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3" name="data_4122">
            <a:extLst>
              <a:ext uri="{FF2B5EF4-FFF2-40B4-BE49-F238E27FC236}">
                <a16:creationId xmlns:a16="http://schemas.microsoft.com/office/drawing/2014/main" id="{4B8082C5-48DE-40F2-8F27-4D58CA89A292}"/>
              </a:ext>
            </a:extLst>
          </p:cNvPr>
          <p:cNvSpPr>
            <a:spLocks/>
          </p:cNvSpPr>
          <p:nvPr/>
        </p:nvSpPr>
        <p:spPr>
          <a:xfrm>
            <a:off x="84523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4" name="data_4123">
            <a:extLst>
              <a:ext uri="{FF2B5EF4-FFF2-40B4-BE49-F238E27FC236}">
                <a16:creationId xmlns:a16="http://schemas.microsoft.com/office/drawing/2014/main" id="{863EA992-96A4-44D8-82ED-E1939E5064FE}"/>
              </a:ext>
            </a:extLst>
          </p:cNvPr>
          <p:cNvSpPr>
            <a:spLocks/>
          </p:cNvSpPr>
          <p:nvPr/>
        </p:nvSpPr>
        <p:spPr>
          <a:xfrm>
            <a:off x="84330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5" name="data_4124">
            <a:extLst>
              <a:ext uri="{FF2B5EF4-FFF2-40B4-BE49-F238E27FC236}">
                <a16:creationId xmlns:a16="http://schemas.microsoft.com/office/drawing/2014/main" id="{C7A29203-40AF-4B61-8FCC-D9BF7B85C527}"/>
              </a:ext>
            </a:extLst>
          </p:cNvPr>
          <p:cNvSpPr>
            <a:spLocks/>
          </p:cNvSpPr>
          <p:nvPr/>
        </p:nvSpPr>
        <p:spPr>
          <a:xfrm>
            <a:off x="84138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6" name="data_4125">
            <a:extLst>
              <a:ext uri="{FF2B5EF4-FFF2-40B4-BE49-F238E27FC236}">
                <a16:creationId xmlns:a16="http://schemas.microsoft.com/office/drawing/2014/main" id="{30558A28-9CA4-486B-B07F-50A13A6C0468}"/>
              </a:ext>
            </a:extLst>
          </p:cNvPr>
          <p:cNvSpPr>
            <a:spLocks/>
          </p:cNvSpPr>
          <p:nvPr/>
        </p:nvSpPr>
        <p:spPr>
          <a:xfrm>
            <a:off x="844028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7" name="data_4126">
            <a:extLst>
              <a:ext uri="{FF2B5EF4-FFF2-40B4-BE49-F238E27FC236}">
                <a16:creationId xmlns:a16="http://schemas.microsoft.com/office/drawing/2014/main" id="{B150D080-DA88-4C2B-BBBB-F7F8806D0A0F}"/>
              </a:ext>
            </a:extLst>
          </p:cNvPr>
          <p:cNvSpPr>
            <a:spLocks/>
          </p:cNvSpPr>
          <p:nvPr/>
        </p:nvSpPr>
        <p:spPr>
          <a:xfrm>
            <a:off x="841179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8" name="data_4127">
            <a:extLst>
              <a:ext uri="{FF2B5EF4-FFF2-40B4-BE49-F238E27FC236}">
                <a16:creationId xmlns:a16="http://schemas.microsoft.com/office/drawing/2014/main" id="{6714B446-2C8C-429C-87F5-2D2E624E01E7}"/>
              </a:ext>
            </a:extLst>
          </p:cNvPr>
          <p:cNvSpPr>
            <a:spLocks/>
          </p:cNvSpPr>
          <p:nvPr/>
        </p:nvSpPr>
        <p:spPr>
          <a:xfrm>
            <a:off x="842591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9" name="data_4128">
            <a:extLst>
              <a:ext uri="{FF2B5EF4-FFF2-40B4-BE49-F238E27FC236}">
                <a16:creationId xmlns:a16="http://schemas.microsoft.com/office/drawing/2014/main" id="{D9C76B3D-9022-458A-9AF4-5243C0ED33D1}"/>
              </a:ext>
            </a:extLst>
          </p:cNvPr>
          <p:cNvSpPr>
            <a:spLocks/>
          </p:cNvSpPr>
          <p:nvPr/>
        </p:nvSpPr>
        <p:spPr>
          <a:xfrm>
            <a:off x="8504757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0" name="data_4129">
            <a:extLst>
              <a:ext uri="{FF2B5EF4-FFF2-40B4-BE49-F238E27FC236}">
                <a16:creationId xmlns:a16="http://schemas.microsoft.com/office/drawing/2014/main" id="{A02BBCC6-143F-4E78-8193-F282E6EFA546}"/>
              </a:ext>
            </a:extLst>
          </p:cNvPr>
          <p:cNvSpPr>
            <a:spLocks/>
          </p:cNvSpPr>
          <p:nvPr/>
        </p:nvSpPr>
        <p:spPr>
          <a:xfrm>
            <a:off x="84915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1" name="data_4130">
            <a:extLst>
              <a:ext uri="{FF2B5EF4-FFF2-40B4-BE49-F238E27FC236}">
                <a16:creationId xmlns:a16="http://schemas.microsoft.com/office/drawing/2014/main" id="{70AD9CF6-AF3A-490B-9BE3-3E0D0C02FF34}"/>
              </a:ext>
            </a:extLst>
          </p:cNvPr>
          <p:cNvSpPr>
            <a:spLocks/>
          </p:cNvSpPr>
          <p:nvPr/>
        </p:nvSpPr>
        <p:spPr>
          <a:xfrm>
            <a:off x="845934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2" name="data_4131">
            <a:extLst>
              <a:ext uri="{FF2B5EF4-FFF2-40B4-BE49-F238E27FC236}">
                <a16:creationId xmlns:a16="http://schemas.microsoft.com/office/drawing/2014/main" id="{611F3519-9AC0-4732-B6DB-5D0940F94135}"/>
              </a:ext>
            </a:extLst>
          </p:cNvPr>
          <p:cNvSpPr>
            <a:spLocks/>
          </p:cNvSpPr>
          <p:nvPr/>
        </p:nvSpPr>
        <p:spPr>
          <a:xfrm>
            <a:off x="84192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3" name="data_4132">
            <a:extLst>
              <a:ext uri="{FF2B5EF4-FFF2-40B4-BE49-F238E27FC236}">
                <a16:creationId xmlns:a16="http://schemas.microsoft.com/office/drawing/2014/main" id="{5EB76403-4BD6-434A-A163-EACA52D1B19C}"/>
              </a:ext>
            </a:extLst>
          </p:cNvPr>
          <p:cNvSpPr>
            <a:spLocks/>
          </p:cNvSpPr>
          <p:nvPr/>
        </p:nvSpPr>
        <p:spPr>
          <a:xfrm>
            <a:off x="8400957" y="64535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4" name="data_4133">
            <a:extLst>
              <a:ext uri="{FF2B5EF4-FFF2-40B4-BE49-F238E27FC236}">
                <a16:creationId xmlns:a16="http://schemas.microsoft.com/office/drawing/2014/main" id="{054C8790-E359-446A-B172-310B82999D1A}"/>
              </a:ext>
            </a:extLst>
          </p:cNvPr>
          <p:cNvSpPr>
            <a:spLocks/>
          </p:cNvSpPr>
          <p:nvPr/>
        </p:nvSpPr>
        <p:spPr>
          <a:xfrm>
            <a:off x="841226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5" name="data_4134">
            <a:extLst>
              <a:ext uri="{FF2B5EF4-FFF2-40B4-BE49-F238E27FC236}">
                <a16:creationId xmlns:a16="http://schemas.microsoft.com/office/drawing/2014/main" id="{C581C5E8-4E08-492E-9D0B-73AC6DDFFB3F}"/>
              </a:ext>
            </a:extLst>
          </p:cNvPr>
          <p:cNvSpPr>
            <a:spLocks/>
          </p:cNvSpPr>
          <p:nvPr/>
        </p:nvSpPr>
        <p:spPr>
          <a:xfrm>
            <a:off x="84240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6" name="data_4135">
            <a:extLst>
              <a:ext uri="{FF2B5EF4-FFF2-40B4-BE49-F238E27FC236}">
                <a16:creationId xmlns:a16="http://schemas.microsoft.com/office/drawing/2014/main" id="{D232C372-B8F4-409B-8C99-3C0C75F2B122}"/>
              </a:ext>
            </a:extLst>
          </p:cNvPr>
          <p:cNvSpPr>
            <a:spLocks/>
          </p:cNvSpPr>
          <p:nvPr/>
        </p:nvSpPr>
        <p:spPr>
          <a:xfrm>
            <a:off x="842041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7" name="data_4136">
            <a:extLst>
              <a:ext uri="{FF2B5EF4-FFF2-40B4-BE49-F238E27FC236}">
                <a16:creationId xmlns:a16="http://schemas.microsoft.com/office/drawing/2014/main" id="{64BE1245-1CD5-4C9F-80F6-82C55A65F593}"/>
              </a:ext>
            </a:extLst>
          </p:cNvPr>
          <p:cNvSpPr>
            <a:spLocks/>
          </p:cNvSpPr>
          <p:nvPr/>
        </p:nvSpPr>
        <p:spPr>
          <a:xfrm>
            <a:off x="83962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8" name="data_4137">
            <a:extLst>
              <a:ext uri="{FF2B5EF4-FFF2-40B4-BE49-F238E27FC236}">
                <a16:creationId xmlns:a16="http://schemas.microsoft.com/office/drawing/2014/main" id="{9C26C6E4-5C24-4DC1-B054-7BA0641C92B4}"/>
              </a:ext>
            </a:extLst>
          </p:cNvPr>
          <p:cNvSpPr>
            <a:spLocks/>
          </p:cNvSpPr>
          <p:nvPr/>
        </p:nvSpPr>
        <p:spPr>
          <a:xfrm>
            <a:off x="84562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9" name="data_4138">
            <a:extLst>
              <a:ext uri="{FF2B5EF4-FFF2-40B4-BE49-F238E27FC236}">
                <a16:creationId xmlns:a16="http://schemas.microsoft.com/office/drawing/2014/main" id="{A4228383-6243-44AB-9D37-24E017034ACD}"/>
              </a:ext>
            </a:extLst>
          </p:cNvPr>
          <p:cNvSpPr>
            <a:spLocks/>
          </p:cNvSpPr>
          <p:nvPr/>
        </p:nvSpPr>
        <p:spPr>
          <a:xfrm>
            <a:off x="8490500" y="6591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0" name="data_4139">
            <a:extLst>
              <a:ext uri="{FF2B5EF4-FFF2-40B4-BE49-F238E27FC236}">
                <a16:creationId xmlns:a16="http://schemas.microsoft.com/office/drawing/2014/main" id="{1DB8FF85-A61F-4086-B051-B0E9C9780FB6}"/>
              </a:ext>
            </a:extLst>
          </p:cNvPr>
          <p:cNvSpPr>
            <a:spLocks/>
          </p:cNvSpPr>
          <p:nvPr/>
        </p:nvSpPr>
        <p:spPr>
          <a:xfrm>
            <a:off x="8401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1" name="data_4140">
            <a:extLst>
              <a:ext uri="{FF2B5EF4-FFF2-40B4-BE49-F238E27FC236}">
                <a16:creationId xmlns:a16="http://schemas.microsoft.com/office/drawing/2014/main" id="{7775E6B2-65D7-440B-B003-52A8A88B3956}"/>
              </a:ext>
            </a:extLst>
          </p:cNvPr>
          <p:cNvSpPr>
            <a:spLocks/>
          </p:cNvSpPr>
          <p:nvPr/>
        </p:nvSpPr>
        <p:spPr>
          <a:xfrm>
            <a:off x="84681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2" name="data_4141">
            <a:extLst>
              <a:ext uri="{FF2B5EF4-FFF2-40B4-BE49-F238E27FC236}">
                <a16:creationId xmlns:a16="http://schemas.microsoft.com/office/drawing/2014/main" id="{83F06B92-1AEC-4799-B5D9-2F0C75B20D96}"/>
              </a:ext>
            </a:extLst>
          </p:cNvPr>
          <p:cNvSpPr>
            <a:spLocks/>
          </p:cNvSpPr>
          <p:nvPr/>
        </p:nvSpPr>
        <p:spPr>
          <a:xfrm>
            <a:off x="84790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3" name="data_4142">
            <a:extLst>
              <a:ext uri="{FF2B5EF4-FFF2-40B4-BE49-F238E27FC236}">
                <a16:creationId xmlns:a16="http://schemas.microsoft.com/office/drawing/2014/main" id="{375B70E8-2166-411E-9DA3-32060C1AAE01}"/>
              </a:ext>
            </a:extLst>
          </p:cNvPr>
          <p:cNvSpPr>
            <a:spLocks/>
          </p:cNvSpPr>
          <p:nvPr/>
        </p:nvSpPr>
        <p:spPr>
          <a:xfrm>
            <a:off x="8428386" y="53975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4" name="data_4143">
            <a:extLst>
              <a:ext uri="{FF2B5EF4-FFF2-40B4-BE49-F238E27FC236}">
                <a16:creationId xmlns:a16="http://schemas.microsoft.com/office/drawing/2014/main" id="{2BF0D6DE-3CF8-4358-8D4E-58CFF229C592}"/>
              </a:ext>
            </a:extLst>
          </p:cNvPr>
          <p:cNvSpPr>
            <a:spLocks/>
          </p:cNvSpPr>
          <p:nvPr/>
        </p:nvSpPr>
        <p:spPr>
          <a:xfrm>
            <a:off x="848666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5" name="data_4144">
            <a:extLst>
              <a:ext uri="{FF2B5EF4-FFF2-40B4-BE49-F238E27FC236}">
                <a16:creationId xmlns:a16="http://schemas.microsoft.com/office/drawing/2014/main" id="{BFB46F18-F652-4277-96BC-C0637A14BAC9}"/>
              </a:ext>
            </a:extLst>
          </p:cNvPr>
          <p:cNvSpPr>
            <a:spLocks/>
          </p:cNvSpPr>
          <p:nvPr/>
        </p:nvSpPr>
        <p:spPr>
          <a:xfrm>
            <a:off x="844629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6" name="data_4145">
            <a:extLst>
              <a:ext uri="{FF2B5EF4-FFF2-40B4-BE49-F238E27FC236}">
                <a16:creationId xmlns:a16="http://schemas.microsoft.com/office/drawing/2014/main" id="{EAD0899A-0621-43F3-96C7-092C991F8145}"/>
              </a:ext>
            </a:extLst>
          </p:cNvPr>
          <p:cNvSpPr>
            <a:spLocks/>
          </p:cNvSpPr>
          <p:nvPr/>
        </p:nvSpPr>
        <p:spPr>
          <a:xfrm>
            <a:off x="844905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7" name="data_4146">
            <a:extLst>
              <a:ext uri="{FF2B5EF4-FFF2-40B4-BE49-F238E27FC236}">
                <a16:creationId xmlns:a16="http://schemas.microsoft.com/office/drawing/2014/main" id="{8ACCF81A-B1A8-421D-AC54-341D3C6B4A3B}"/>
              </a:ext>
            </a:extLst>
          </p:cNvPr>
          <p:cNvSpPr>
            <a:spLocks/>
          </p:cNvSpPr>
          <p:nvPr/>
        </p:nvSpPr>
        <p:spPr>
          <a:xfrm>
            <a:off x="849646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8" name="data_4147">
            <a:extLst>
              <a:ext uri="{FF2B5EF4-FFF2-40B4-BE49-F238E27FC236}">
                <a16:creationId xmlns:a16="http://schemas.microsoft.com/office/drawing/2014/main" id="{C2D9D29E-8A3A-4B19-9A49-7FB5C45E13EA}"/>
              </a:ext>
            </a:extLst>
          </p:cNvPr>
          <p:cNvSpPr>
            <a:spLocks/>
          </p:cNvSpPr>
          <p:nvPr/>
        </p:nvSpPr>
        <p:spPr>
          <a:xfrm>
            <a:off x="84847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9" name="data_4148">
            <a:extLst>
              <a:ext uri="{FF2B5EF4-FFF2-40B4-BE49-F238E27FC236}">
                <a16:creationId xmlns:a16="http://schemas.microsoft.com/office/drawing/2014/main" id="{8BB3A6EC-59B5-4102-A013-FF707F824997}"/>
              </a:ext>
            </a:extLst>
          </p:cNvPr>
          <p:cNvSpPr>
            <a:spLocks/>
          </p:cNvSpPr>
          <p:nvPr/>
        </p:nvSpPr>
        <p:spPr>
          <a:xfrm>
            <a:off x="847057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0" name="data_4149">
            <a:extLst>
              <a:ext uri="{FF2B5EF4-FFF2-40B4-BE49-F238E27FC236}">
                <a16:creationId xmlns:a16="http://schemas.microsoft.com/office/drawing/2014/main" id="{39F81C0E-9E8D-4129-B749-760291264DA3}"/>
              </a:ext>
            </a:extLst>
          </p:cNvPr>
          <p:cNvSpPr>
            <a:spLocks/>
          </p:cNvSpPr>
          <p:nvPr/>
        </p:nvSpPr>
        <p:spPr>
          <a:xfrm>
            <a:off x="843243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1" name="data_4150">
            <a:extLst>
              <a:ext uri="{FF2B5EF4-FFF2-40B4-BE49-F238E27FC236}">
                <a16:creationId xmlns:a16="http://schemas.microsoft.com/office/drawing/2014/main" id="{EC87F408-69DF-4ABC-8714-EB07B7F71280}"/>
              </a:ext>
            </a:extLst>
          </p:cNvPr>
          <p:cNvSpPr>
            <a:spLocks/>
          </p:cNvSpPr>
          <p:nvPr/>
        </p:nvSpPr>
        <p:spPr>
          <a:xfrm>
            <a:off x="847821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2" name="data_4151">
            <a:extLst>
              <a:ext uri="{FF2B5EF4-FFF2-40B4-BE49-F238E27FC236}">
                <a16:creationId xmlns:a16="http://schemas.microsoft.com/office/drawing/2014/main" id="{62D0308B-4125-4B1C-B888-3583978A1180}"/>
              </a:ext>
            </a:extLst>
          </p:cNvPr>
          <p:cNvSpPr>
            <a:spLocks/>
          </p:cNvSpPr>
          <p:nvPr/>
        </p:nvSpPr>
        <p:spPr>
          <a:xfrm>
            <a:off x="848125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3" name="data_4152">
            <a:extLst>
              <a:ext uri="{FF2B5EF4-FFF2-40B4-BE49-F238E27FC236}">
                <a16:creationId xmlns:a16="http://schemas.microsoft.com/office/drawing/2014/main" id="{9D706B9D-1D51-4602-852E-DD7965E2A276}"/>
              </a:ext>
            </a:extLst>
          </p:cNvPr>
          <p:cNvSpPr>
            <a:spLocks/>
          </p:cNvSpPr>
          <p:nvPr/>
        </p:nvSpPr>
        <p:spPr>
          <a:xfrm>
            <a:off x="8437165" y="69026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4" name="data_4153">
            <a:extLst>
              <a:ext uri="{FF2B5EF4-FFF2-40B4-BE49-F238E27FC236}">
                <a16:creationId xmlns:a16="http://schemas.microsoft.com/office/drawing/2014/main" id="{AC418DB8-B641-41D9-BBAC-F3310AB476C9}"/>
              </a:ext>
            </a:extLst>
          </p:cNvPr>
          <p:cNvSpPr>
            <a:spLocks/>
          </p:cNvSpPr>
          <p:nvPr/>
        </p:nvSpPr>
        <p:spPr>
          <a:xfrm>
            <a:off x="83932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5" name="data_4154">
            <a:extLst>
              <a:ext uri="{FF2B5EF4-FFF2-40B4-BE49-F238E27FC236}">
                <a16:creationId xmlns:a16="http://schemas.microsoft.com/office/drawing/2014/main" id="{0735545F-44CF-4615-9627-CC790E9940CE}"/>
              </a:ext>
            </a:extLst>
          </p:cNvPr>
          <p:cNvSpPr>
            <a:spLocks/>
          </p:cNvSpPr>
          <p:nvPr/>
        </p:nvSpPr>
        <p:spPr>
          <a:xfrm>
            <a:off x="84234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6" name="data_4155">
            <a:extLst>
              <a:ext uri="{FF2B5EF4-FFF2-40B4-BE49-F238E27FC236}">
                <a16:creationId xmlns:a16="http://schemas.microsoft.com/office/drawing/2014/main" id="{DDCB89F0-71AD-4F2D-9C4D-AF2CF577F98C}"/>
              </a:ext>
            </a:extLst>
          </p:cNvPr>
          <p:cNvSpPr>
            <a:spLocks/>
          </p:cNvSpPr>
          <p:nvPr/>
        </p:nvSpPr>
        <p:spPr>
          <a:xfrm>
            <a:off x="840467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7" name="data_4156">
            <a:extLst>
              <a:ext uri="{FF2B5EF4-FFF2-40B4-BE49-F238E27FC236}">
                <a16:creationId xmlns:a16="http://schemas.microsoft.com/office/drawing/2014/main" id="{83AB0A62-155A-4D6B-A7E4-DBBB148E8C4C}"/>
              </a:ext>
            </a:extLst>
          </p:cNvPr>
          <p:cNvSpPr>
            <a:spLocks/>
          </p:cNvSpPr>
          <p:nvPr/>
        </p:nvSpPr>
        <p:spPr>
          <a:xfrm>
            <a:off x="842416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8" name="data_4157">
            <a:extLst>
              <a:ext uri="{FF2B5EF4-FFF2-40B4-BE49-F238E27FC236}">
                <a16:creationId xmlns:a16="http://schemas.microsoft.com/office/drawing/2014/main" id="{45F57125-EE44-41CB-8582-785D2C7D3653}"/>
              </a:ext>
            </a:extLst>
          </p:cNvPr>
          <p:cNvSpPr>
            <a:spLocks/>
          </p:cNvSpPr>
          <p:nvPr/>
        </p:nvSpPr>
        <p:spPr>
          <a:xfrm>
            <a:off x="839513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9" name="data_4158">
            <a:extLst>
              <a:ext uri="{FF2B5EF4-FFF2-40B4-BE49-F238E27FC236}">
                <a16:creationId xmlns:a16="http://schemas.microsoft.com/office/drawing/2014/main" id="{13323CA7-6556-4443-B831-118FE4E14452}"/>
              </a:ext>
            </a:extLst>
          </p:cNvPr>
          <p:cNvSpPr>
            <a:spLocks/>
          </p:cNvSpPr>
          <p:nvPr/>
        </p:nvSpPr>
        <p:spPr>
          <a:xfrm>
            <a:off x="849294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0" name="data_4159">
            <a:extLst>
              <a:ext uri="{FF2B5EF4-FFF2-40B4-BE49-F238E27FC236}">
                <a16:creationId xmlns:a16="http://schemas.microsoft.com/office/drawing/2014/main" id="{C0E3AD6A-35FE-45AF-AFDF-9F0158E58590}"/>
              </a:ext>
            </a:extLst>
          </p:cNvPr>
          <p:cNvSpPr>
            <a:spLocks/>
          </p:cNvSpPr>
          <p:nvPr/>
        </p:nvSpPr>
        <p:spPr>
          <a:xfrm>
            <a:off x="84701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1" name="data_4160">
            <a:extLst>
              <a:ext uri="{FF2B5EF4-FFF2-40B4-BE49-F238E27FC236}">
                <a16:creationId xmlns:a16="http://schemas.microsoft.com/office/drawing/2014/main" id="{D958C1CA-7128-4057-8404-DB83175D44F4}"/>
              </a:ext>
            </a:extLst>
          </p:cNvPr>
          <p:cNvSpPr>
            <a:spLocks/>
          </p:cNvSpPr>
          <p:nvPr/>
        </p:nvSpPr>
        <p:spPr>
          <a:xfrm>
            <a:off x="8491206" y="54712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2" name="data_4161">
            <a:extLst>
              <a:ext uri="{FF2B5EF4-FFF2-40B4-BE49-F238E27FC236}">
                <a16:creationId xmlns:a16="http://schemas.microsoft.com/office/drawing/2014/main" id="{B760A0B1-FCC7-4CEB-B02D-BD675BB1F664}"/>
              </a:ext>
            </a:extLst>
          </p:cNvPr>
          <p:cNvSpPr>
            <a:spLocks/>
          </p:cNvSpPr>
          <p:nvPr/>
        </p:nvSpPr>
        <p:spPr>
          <a:xfrm>
            <a:off x="839248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3" name="data_4162">
            <a:extLst>
              <a:ext uri="{FF2B5EF4-FFF2-40B4-BE49-F238E27FC236}">
                <a16:creationId xmlns:a16="http://schemas.microsoft.com/office/drawing/2014/main" id="{A35F320C-BA56-46E4-92C8-7B2B6F81147D}"/>
              </a:ext>
            </a:extLst>
          </p:cNvPr>
          <p:cNvSpPr>
            <a:spLocks/>
          </p:cNvSpPr>
          <p:nvPr/>
        </p:nvSpPr>
        <p:spPr>
          <a:xfrm>
            <a:off x="84809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4" name="data_4163">
            <a:extLst>
              <a:ext uri="{FF2B5EF4-FFF2-40B4-BE49-F238E27FC236}">
                <a16:creationId xmlns:a16="http://schemas.microsoft.com/office/drawing/2014/main" id="{29FC0548-4648-4CC3-9D05-AA76E58CAA1F}"/>
              </a:ext>
            </a:extLst>
          </p:cNvPr>
          <p:cNvSpPr>
            <a:spLocks/>
          </p:cNvSpPr>
          <p:nvPr/>
        </p:nvSpPr>
        <p:spPr>
          <a:xfrm>
            <a:off x="848709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5" name="data_4164">
            <a:extLst>
              <a:ext uri="{FF2B5EF4-FFF2-40B4-BE49-F238E27FC236}">
                <a16:creationId xmlns:a16="http://schemas.microsoft.com/office/drawing/2014/main" id="{0DFAEEA0-D9EA-402E-943A-F1C076667C25}"/>
              </a:ext>
            </a:extLst>
          </p:cNvPr>
          <p:cNvSpPr>
            <a:spLocks/>
          </p:cNvSpPr>
          <p:nvPr/>
        </p:nvSpPr>
        <p:spPr>
          <a:xfrm>
            <a:off x="8389781" y="56817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6" name="data_4165">
            <a:extLst>
              <a:ext uri="{FF2B5EF4-FFF2-40B4-BE49-F238E27FC236}">
                <a16:creationId xmlns:a16="http://schemas.microsoft.com/office/drawing/2014/main" id="{D6BE98C1-CE4A-4261-9109-6222650DC50F}"/>
              </a:ext>
            </a:extLst>
          </p:cNvPr>
          <p:cNvSpPr>
            <a:spLocks/>
          </p:cNvSpPr>
          <p:nvPr/>
        </p:nvSpPr>
        <p:spPr>
          <a:xfrm>
            <a:off x="84384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7" name="data_4166">
            <a:extLst>
              <a:ext uri="{FF2B5EF4-FFF2-40B4-BE49-F238E27FC236}">
                <a16:creationId xmlns:a16="http://schemas.microsoft.com/office/drawing/2014/main" id="{37350B78-AA56-4914-B298-8340FC8DBA36}"/>
              </a:ext>
            </a:extLst>
          </p:cNvPr>
          <p:cNvSpPr>
            <a:spLocks/>
          </p:cNvSpPr>
          <p:nvPr/>
        </p:nvSpPr>
        <p:spPr>
          <a:xfrm>
            <a:off x="84684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8" name="data_4167">
            <a:extLst>
              <a:ext uri="{FF2B5EF4-FFF2-40B4-BE49-F238E27FC236}">
                <a16:creationId xmlns:a16="http://schemas.microsoft.com/office/drawing/2014/main" id="{11A23F3B-C015-4347-8089-9B88A6C5D7F0}"/>
              </a:ext>
            </a:extLst>
          </p:cNvPr>
          <p:cNvSpPr>
            <a:spLocks/>
          </p:cNvSpPr>
          <p:nvPr/>
        </p:nvSpPr>
        <p:spPr>
          <a:xfrm>
            <a:off x="8407814" y="68087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9" name="data_4168">
            <a:extLst>
              <a:ext uri="{FF2B5EF4-FFF2-40B4-BE49-F238E27FC236}">
                <a16:creationId xmlns:a16="http://schemas.microsoft.com/office/drawing/2014/main" id="{6CCE2AC3-D773-4CF1-A65A-68B97D029196}"/>
              </a:ext>
            </a:extLst>
          </p:cNvPr>
          <p:cNvSpPr>
            <a:spLocks/>
          </p:cNvSpPr>
          <p:nvPr/>
        </p:nvSpPr>
        <p:spPr>
          <a:xfrm>
            <a:off x="844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0" name="data_4169">
            <a:extLst>
              <a:ext uri="{FF2B5EF4-FFF2-40B4-BE49-F238E27FC236}">
                <a16:creationId xmlns:a16="http://schemas.microsoft.com/office/drawing/2014/main" id="{1E843DFF-49F4-44DA-B913-90F62B18FA2C}"/>
              </a:ext>
            </a:extLst>
          </p:cNvPr>
          <p:cNvSpPr>
            <a:spLocks/>
          </p:cNvSpPr>
          <p:nvPr/>
        </p:nvSpPr>
        <p:spPr>
          <a:xfrm>
            <a:off x="8488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1" name="data_4170">
            <a:extLst>
              <a:ext uri="{FF2B5EF4-FFF2-40B4-BE49-F238E27FC236}">
                <a16:creationId xmlns:a16="http://schemas.microsoft.com/office/drawing/2014/main" id="{43807B3F-27EB-499D-85E9-A8854F45BE94}"/>
              </a:ext>
            </a:extLst>
          </p:cNvPr>
          <p:cNvSpPr>
            <a:spLocks/>
          </p:cNvSpPr>
          <p:nvPr/>
        </p:nvSpPr>
        <p:spPr>
          <a:xfrm>
            <a:off x="843315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2" name="data_4171">
            <a:extLst>
              <a:ext uri="{FF2B5EF4-FFF2-40B4-BE49-F238E27FC236}">
                <a16:creationId xmlns:a16="http://schemas.microsoft.com/office/drawing/2014/main" id="{D2BDEEE7-FF63-4B4B-A226-A1D81FB67B24}"/>
              </a:ext>
            </a:extLst>
          </p:cNvPr>
          <p:cNvSpPr>
            <a:spLocks/>
          </p:cNvSpPr>
          <p:nvPr/>
        </p:nvSpPr>
        <p:spPr>
          <a:xfrm>
            <a:off x="839798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3" name="data_4172">
            <a:extLst>
              <a:ext uri="{FF2B5EF4-FFF2-40B4-BE49-F238E27FC236}">
                <a16:creationId xmlns:a16="http://schemas.microsoft.com/office/drawing/2014/main" id="{C28B0957-8006-40BF-B429-0D219D228F85}"/>
              </a:ext>
            </a:extLst>
          </p:cNvPr>
          <p:cNvSpPr>
            <a:spLocks/>
          </p:cNvSpPr>
          <p:nvPr/>
        </p:nvSpPr>
        <p:spPr>
          <a:xfrm>
            <a:off x="848277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4" name="data_4173">
            <a:extLst>
              <a:ext uri="{FF2B5EF4-FFF2-40B4-BE49-F238E27FC236}">
                <a16:creationId xmlns:a16="http://schemas.microsoft.com/office/drawing/2014/main" id="{031B888A-419E-48C5-97CC-5DA6AA370B29}"/>
              </a:ext>
            </a:extLst>
          </p:cNvPr>
          <p:cNvSpPr>
            <a:spLocks/>
          </p:cNvSpPr>
          <p:nvPr/>
        </p:nvSpPr>
        <p:spPr>
          <a:xfrm>
            <a:off x="841305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5" name="data_4174">
            <a:extLst>
              <a:ext uri="{FF2B5EF4-FFF2-40B4-BE49-F238E27FC236}">
                <a16:creationId xmlns:a16="http://schemas.microsoft.com/office/drawing/2014/main" id="{FE65282C-E83D-426A-B2F5-D405AAAE4228}"/>
              </a:ext>
            </a:extLst>
          </p:cNvPr>
          <p:cNvSpPr>
            <a:spLocks/>
          </p:cNvSpPr>
          <p:nvPr/>
        </p:nvSpPr>
        <p:spPr>
          <a:xfrm>
            <a:off x="8435453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6" name="data_4175">
            <a:extLst>
              <a:ext uri="{FF2B5EF4-FFF2-40B4-BE49-F238E27FC236}">
                <a16:creationId xmlns:a16="http://schemas.microsoft.com/office/drawing/2014/main" id="{FDF9FB0F-73DC-4680-B1D6-D6CA8987E634}"/>
              </a:ext>
            </a:extLst>
          </p:cNvPr>
          <p:cNvSpPr>
            <a:spLocks/>
          </p:cNvSpPr>
          <p:nvPr/>
        </p:nvSpPr>
        <p:spPr>
          <a:xfrm>
            <a:off x="844759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7" name="data_4176">
            <a:extLst>
              <a:ext uri="{FF2B5EF4-FFF2-40B4-BE49-F238E27FC236}">
                <a16:creationId xmlns:a16="http://schemas.microsoft.com/office/drawing/2014/main" id="{C9592CEB-740A-4BDB-ABB6-D30803E5AD47}"/>
              </a:ext>
            </a:extLst>
          </p:cNvPr>
          <p:cNvSpPr>
            <a:spLocks/>
          </p:cNvSpPr>
          <p:nvPr/>
        </p:nvSpPr>
        <p:spPr>
          <a:xfrm>
            <a:off x="838481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8" name="data_4177">
            <a:extLst>
              <a:ext uri="{FF2B5EF4-FFF2-40B4-BE49-F238E27FC236}">
                <a16:creationId xmlns:a16="http://schemas.microsoft.com/office/drawing/2014/main" id="{C743D724-544B-4EAF-A225-85DE8BD9A843}"/>
              </a:ext>
            </a:extLst>
          </p:cNvPr>
          <p:cNvSpPr>
            <a:spLocks/>
          </p:cNvSpPr>
          <p:nvPr/>
        </p:nvSpPr>
        <p:spPr>
          <a:xfrm>
            <a:off x="84853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9" name="data_4178">
            <a:extLst>
              <a:ext uri="{FF2B5EF4-FFF2-40B4-BE49-F238E27FC236}">
                <a16:creationId xmlns:a16="http://schemas.microsoft.com/office/drawing/2014/main" id="{B2AFAB7B-6C20-4188-A2A2-291A95619D9B}"/>
              </a:ext>
            </a:extLst>
          </p:cNvPr>
          <p:cNvSpPr>
            <a:spLocks/>
          </p:cNvSpPr>
          <p:nvPr/>
        </p:nvSpPr>
        <p:spPr>
          <a:xfrm>
            <a:off x="849788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0" name="data_4179">
            <a:extLst>
              <a:ext uri="{FF2B5EF4-FFF2-40B4-BE49-F238E27FC236}">
                <a16:creationId xmlns:a16="http://schemas.microsoft.com/office/drawing/2014/main" id="{1A1E24F3-6D07-47E5-8AB7-8EDA59B986FB}"/>
              </a:ext>
            </a:extLst>
          </p:cNvPr>
          <p:cNvSpPr>
            <a:spLocks/>
          </p:cNvSpPr>
          <p:nvPr/>
        </p:nvSpPr>
        <p:spPr>
          <a:xfrm>
            <a:off x="84184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1" name="data_4180">
            <a:extLst>
              <a:ext uri="{FF2B5EF4-FFF2-40B4-BE49-F238E27FC236}">
                <a16:creationId xmlns:a16="http://schemas.microsoft.com/office/drawing/2014/main" id="{2ED1B5EB-58A9-4EA1-8784-1663B5893EF7}"/>
              </a:ext>
            </a:extLst>
          </p:cNvPr>
          <p:cNvSpPr>
            <a:spLocks/>
          </p:cNvSpPr>
          <p:nvPr/>
        </p:nvSpPr>
        <p:spPr>
          <a:xfrm>
            <a:off x="846135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2" name="data_4181">
            <a:extLst>
              <a:ext uri="{FF2B5EF4-FFF2-40B4-BE49-F238E27FC236}">
                <a16:creationId xmlns:a16="http://schemas.microsoft.com/office/drawing/2014/main" id="{08F730C4-54BC-4DB7-A8E2-E507034B82EB}"/>
              </a:ext>
            </a:extLst>
          </p:cNvPr>
          <p:cNvSpPr>
            <a:spLocks/>
          </p:cNvSpPr>
          <p:nvPr/>
        </p:nvSpPr>
        <p:spPr>
          <a:xfrm>
            <a:off x="842514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3" name="data_4182">
            <a:extLst>
              <a:ext uri="{FF2B5EF4-FFF2-40B4-BE49-F238E27FC236}">
                <a16:creationId xmlns:a16="http://schemas.microsoft.com/office/drawing/2014/main" id="{26D014C5-4CC6-47BA-8723-B64D11E799BA}"/>
              </a:ext>
            </a:extLst>
          </p:cNvPr>
          <p:cNvSpPr>
            <a:spLocks/>
          </p:cNvSpPr>
          <p:nvPr/>
        </p:nvSpPr>
        <p:spPr>
          <a:xfrm>
            <a:off x="843754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4" name="data_4183">
            <a:extLst>
              <a:ext uri="{FF2B5EF4-FFF2-40B4-BE49-F238E27FC236}">
                <a16:creationId xmlns:a16="http://schemas.microsoft.com/office/drawing/2014/main" id="{4AD83548-360F-45FE-A20B-44A74B3790DD}"/>
              </a:ext>
            </a:extLst>
          </p:cNvPr>
          <p:cNvSpPr>
            <a:spLocks/>
          </p:cNvSpPr>
          <p:nvPr/>
        </p:nvSpPr>
        <p:spPr>
          <a:xfrm>
            <a:off x="849928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5" name="data_4184">
            <a:extLst>
              <a:ext uri="{FF2B5EF4-FFF2-40B4-BE49-F238E27FC236}">
                <a16:creationId xmlns:a16="http://schemas.microsoft.com/office/drawing/2014/main" id="{5F6A4C4B-229B-48D4-8360-DB0C8FF2F8C7}"/>
              </a:ext>
            </a:extLst>
          </p:cNvPr>
          <p:cNvSpPr>
            <a:spLocks/>
          </p:cNvSpPr>
          <p:nvPr/>
        </p:nvSpPr>
        <p:spPr>
          <a:xfrm>
            <a:off x="844382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6" name="data_4185">
            <a:extLst>
              <a:ext uri="{FF2B5EF4-FFF2-40B4-BE49-F238E27FC236}">
                <a16:creationId xmlns:a16="http://schemas.microsoft.com/office/drawing/2014/main" id="{2A1017CD-7AE9-468B-80A4-F1610A79A815}"/>
              </a:ext>
            </a:extLst>
          </p:cNvPr>
          <p:cNvSpPr>
            <a:spLocks/>
          </p:cNvSpPr>
          <p:nvPr/>
        </p:nvSpPr>
        <p:spPr>
          <a:xfrm>
            <a:off x="84976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7" name="data_4186">
            <a:extLst>
              <a:ext uri="{FF2B5EF4-FFF2-40B4-BE49-F238E27FC236}">
                <a16:creationId xmlns:a16="http://schemas.microsoft.com/office/drawing/2014/main" id="{BCB1C8E6-76B6-4BC8-AE7E-3094DF45FD7D}"/>
              </a:ext>
            </a:extLst>
          </p:cNvPr>
          <p:cNvSpPr>
            <a:spLocks/>
          </p:cNvSpPr>
          <p:nvPr/>
        </p:nvSpPr>
        <p:spPr>
          <a:xfrm>
            <a:off x="84361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8" name="data_4187">
            <a:extLst>
              <a:ext uri="{FF2B5EF4-FFF2-40B4-BE49-F238E27FC236}">
                <a16:creationId xmlns:a16="http://schemas.microsoft.com/office/drawing/2014/main" id="{B4CA57BF-C6B3-42C4-A21C-BEAD85E46AE3}"/>
              </a:ext>
            </a:extLst>
          </p:cNvPr>
          <p:cNvSpPr>
            <a:spLocks/>
          </p:cNvSpPr>
          <p:nvPr/>
        </p:nvSpPr>
        <p:spPr>
          <a:xfrm>
            <a:off x="847682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9" name="data_4188">
            <a:extLst>
              <a:ext uri="{FF2B5EF4-FFF2-40B4-BE49-F238E27FC236}">
                <a16:creationId xmlns:a16="http://schemas.microsoft.com/office/drawing/2014/main" id="{C2ED5ADB-1B26-4129-B814-0A8DB4ECD405}"/>
              </a:ext>
            </a:extLst>
          </p:cNvPr>
          <p:cNvSpPr>
            <a:spLocks/>
          </p:cNvSpPr>
          <p:nvPr/>
        </p:nvSpPr>
        <p:spPr>
          <a:xfrm>
            <a:off x="84602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0" name="data_4189">
            <a:extLst>
              <a:ext uri="{FF2B5EF4-FFF2-40B4-BE49-F238E27FC236}">
                <a16:creationId xmlns:a16="http://schemas.microsoft.com/office/drawing/2014/main" id="{6875BB38-136E-404A-97FE-964ECD402B18}"/>
              </a:ext>
            </a:extLst>
          </p:cNvPr>
          <p:cNvSpPr>
            <a:spLocks/>
          </p:cNvSpPr>
          <p:nvPr/>
        </p:nvSpPr>
        <p:spPr>
          <a:xfrm>
            <a:off x="84554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1" name="data_4190">
            <a:extLst>
              <a:ext uri="{FF2B5EF4-FFF2-40B4-BE49-F238E27FC236}">
                <a16:creationId xmlns:a16="http://schemas.microsoft.com/office/drawing/2014/main" id="{A7EAB87A-CC1E-4AAA-89EF-5195B76FECC7}"/>
              </a:ext>
            </a:extLst>
          </p:cNvPr>
          <p:cNvSpPr>
            <a:spLocks/>
          </p:cNvSpPr>
          <p:nvPr/>
        </p:nvSpPr>
        <p:spPr>
          <a:xfrm>
            <a:off x="83889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2" name="data_4191">
            <a:extLst>
              <a:ext uri="{FF2B5EF4-FFF2-40B4-BE49-F238E27FC236}">
                <a16:creationId xmlns:a16="http://schemas.microsoft.com/office/drawing/2014/main" id="{A4FE2604-5F6B-4006-9D1C-7A4ED95D0749}"/>
              </a:ext>
            </a:extLst>
          </p:cNvPr>
          <p:cNvSpPr>
            <a:spLocks/>
          </p:cNvSpPr>
          <p:nvPr/>
        </p:nvSpPr>
        <p:spPr>
          <a:xfrm>
            <a:off x="841054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3" name="data_4192">
            <a:extLst>
              <a:ext uri="{FF2B5EF4-FFF2-40B4-BE49-F238E27FC236}">
                <a16:creationId xmlns:a16="http://schemas.microsoft.com/office/drawing/2014/main" id="{B741DA27-B44D-4C0B-80D3-A17D0F2502E4}"/>
              </a:ext>
            </a:extLst>
          </p:cNvPr>
          <p:cNvSpPr>
            <a:spLocks/>
          </p:cNvSpPr>
          <p:nvPr/>
        </p:nvSpPr>
        <p:spPr>
          <a:xfrm>
            <a:off x="850371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4" name="data_4193">
            <a:extLst>
              <a:ext uri="{FF2B5EF4-FFF2-40B4-BE49-F238E27FC236}">
                <a16:creationId xmlns:a16="http://schemas.microsoft.com/office/drawing/2014/main" id="{F5047E51-C085-4AF0-84E2-D14A5B3BB11D}"/>
              </a:ext>
            </a:extLst>
          </p:cNvPr>
          <p:cNvSpPr>
            <a:spLocks/>
          </p:cNvSpPr>
          <p:nvPr/>
        </p:nvSpPr>
        <p:spPr>
          <a:xfrm>
            <a:off x="84743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5" name="data_4194">
            <a:extLst>
              <a:ext uri="{FF2B5EF4-FFF2-40B4-BE49-F238E27FC236}">
                <a16:creationId xmlns:a16="http://schemas.microsoft.com/office/drawing/2014/main" id="{1E43771C-96A8-424D-800A-D61E74CE79FE}"/>
              </a:ext>
            </a:extLst>
          </p:cNvPr>
          <p:cNvSpPr>
            <a:spLocks/>
          </p:cNvSpPr>
          <p:nvPr/>
        </p:nvSpPr>
        <p:spPr>
          <a:xfrm>
            <a:off x="8471443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6" name="data_4195">
            <a:extLst>
              <a:ext uri="{FF2B5EF4-FFF2-40B4-BE49-F238E27FC236}">
                <a16:creationId xmlns:a16="http://schemas.microsoft.com/office/drawing/2014/main" id="{10C656B6-A379-4106-8CDF-7B440E04AF48}"/>
              </a:ext>
            </a:extLst>
          </p:cNvPr>
          <p:cNvSpPr>
            <a:spLocks/>
          </p:cNvSpPr>
          <p:nvPr/>
        </p:nvSpPr>
        <p:spPr>
          <a:xfrm>
            <a:off x="84149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7" name="data_4196">
            <a:extLst>
              <a:ext uri="{FF2B5EF4-FFF2-40B4-BE49-F238E27FC236}">
                <a16:creationId xmlns:a16="http://schemas.microsoft.com/office/drawing/2014/main" id="{6724FCDB-7C50-4DFB-8B55-325A51EF7465}"/>
              </a:ext>
            </a:extLst>
          </p:cNvPr>
          <p:cNvSpPr>
            <a:spLocks/>
          </p:cNvSpPr>
          <p:nvPr/>
        </p:nvSpPr>
        <p:spPr>
          <a:xfrm>
            <a:off x="846415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8" name="data_4197">
            <a:extLst>
              <a:ext uri="{FF2B5EF4-FFF2-40B4-BE49-F238E27FC236}">
                <a16:creationId xmlns:a16="http://schemas.microsoft.com/office/drawing/2014/main" id="{F8CF0109-859A-40F3-86CE-DD9A8F14E382}"/>
              </a:ext>
            </a:extLst>
          </p:cNvPr>
          <p:cNvSpPr>
            <a:spLocks/>
          </p:cNvSpPr>
          <p:nvPr/>
        </p:nvSpPr>
        <p:spPr>
          <a:xfrm>
            <a:off x="8430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9" name="data_4198">
            <a:extLst>
              <a:ext uri="{FF2B5EF4-FFF2-40B4-BE49-F238E27FC236}">
                <a16:creationId xmlns:a16="http://schemas.microsoft.com/office/drawing/2014/main" id="{E559BECC-EA82-4D52-816D-8EEC8CC10F61}"/>
              </a:ext>
            </a:extLst>
          </p:cNvPr>
          <p:cNvSpPr>
            <a:spLocks/>
          </p:cNvSpPr>
          <p:nvPr/>
        </p:nvSpPr>
        <p:spPr>
          <a:xfrm>
            <a:off x="838842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0" name="data_4199">
            <a:extLst>
              <a:ext uri="{FF2B5EF4-FFF2-40B4-BE49-F238E27FC236}">
                <a16:creationId xmlns:a16="http://schemas.microsoft.com/office/drawing/2014/main" id="{32211204-BE5B-48DC-9543-928C2BDCF6BE}"/>
              </a:ext>
            </a:extLst>
          </p:cNvPr>
          <p:cNvSpPr>
            <a:spLocks/>
          </p:cNvSpPr>
          <p:nvPr/>
        </p:nvSpPr>
        <p:spPr>
          <a:xfrm>
            <a:off x="84010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1" name="data_4200">
            <a:extLst>
              <a:ext uri="{FF2B5EF4-FFF2-40B4-BE49-F238E27FC236}">
                <a16:creationId xmlns:a16="http://schemas.microsoft.com/office/drawing/2014/main" id="{E81A50E8-4B8B-4A3C-AF70-B2829D33319F}"/>
              </a:ext>
            </a:extLst>
          </p:cNvPr>
          <p:cNvSpPr>
            <a:spLocks/>
          </p:cNvSpPr>
          <p:nvPr/>
        </p:nvSpPr>
        <p:spPr>
          <a:xfrm>
            <a:off x="847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2" name="data_4201">
            <a:extLst>
              <a:ext uri="{FF2B5EF4-FFF2-40B4-BE49-F238E27FC236}">
                <a16:creationId xmlns:a16="http://schemas.microsoft.com/office/drawing/2014/main" id="{2876BB22-94E7-401B-B073-8483C27D91F5}"/>
              </a:ext>
            </a:extLst>
          </p:cNvPr>
          <p:cNvSpPr>
            <a:spLocks/>
          </p:cNvSpPr>
          <p:nvPr/>
        </p:nvSpPr>
        <p:spPr>
          <a:xfrm>
            <a:off x="849317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3" name="data_4202">
            <a:extLst>
              <a:ext uri="{FF2B5EF4-FFF2-40B4-BE49-F238E27FC236}">
                <a16:creationId xmlns:a16="http://schemas.microsoft.com/office/drawing/2014/main" id="{2EFC4BA6-F8AB-4731-9FC0-33EE0D594034}"/>
              </a:ext>
            </a:extLst>
          </p:cNvPr>
          <p:cNvSpPr>
            <a:spLocks/>
          </p:cNvSpPr>
          <p:nvPr/>
        </p:nvSpPr>
        <p:spPr>
          <a:xfrm>
            <a:off x="844451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4" name="data_4203">
            <a:extLst>
              <a:ext uri="{FF2B5EF4-FFF2-40B4-BE49-F238E27FC236}">
                <a16:creationId xmlns:a16="http://schemas.microsoft.com/office/drawing/2014/main" id="{D8C45BF5-E843-4231-A923-0E68474FD651}"/>
              </a:ext>
            </a:extLst>
          </p:cNvPr>
          <p:cNvSpPr>
            <a:spLocks/>
          </p:cNvSpPr>
          <p:nvPr/>
        </p:nvSpPr>
        <p:spPr>
          <a:xfrm>
            <a:off x="8456689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5" name="data_4204">
            <a:extLst>
              <a:ext uri="{FF2B5EF4-FFF2-40B4-BE49-F238E27FC236}">
                <a16:creationId xmlns:a16="http://schemas.microsoft.com/office/drawing/2014/main" id="{D33742E2-4269-4939-911A-C17BB91D71AC}"/>
              </a:ext>
            </a:extLst>
          </p:cNvPr>
          <p:cNvSpPr>
            <a:spLocks/>
          </p:cNvSpPr>
          <p:nvPr/>
        </p:nvSpPr>
        <p:spPr>
          <a:xfrm>
            <a:off x="842463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6" name="data_4205">
            <a:extLst>
              <a:ext uri="{FF2B5EF4-FFF2-40B4-BE49-F238E27FC236}">
                <a16:creationId xmlns:a16="http://schemas.microsoft.com/office/drawing/2014/main" id="{4816189D-6A01-49A9-B01A-0794D95504BA}"/>
              </a:ext>
            </a:extLst>
          </p:cNvPr>
          <p:cNvSpPr>
            <a:spLocks/>
          </p:cNvSpPr>
          <p:nvPr/>
        </p:nvSpPr>
        <p:spPr>
          <a:xfrm>
            <a:off x="839786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7" name="data_4206">
            <a:extLst>
              <a:ext uri="{FF2B5EF4-FFF2-40B4-BE49-F238E27FC236}">
                <a16:creationId xmlns:a16="http://schemas.microsoft.com/office/drawing/2014/main" id="{D6EE9EEC-FC51-416E-BE07-479E74C9E9A0}"/>
              </a:ext>
            </a:extLst>
          </p:cNvPr>
          <p:cNvSpPr>
            <a:spLocks/>
          </p:cNvSpPr>
          <p:nvPr/>
        </p:nvSpPr>
        <p:spPr>
          <a:xfrm>
            <a:off x="8410324" y="58838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8" name="data_4207">
            <a:extLst>
              <a:ext uri="{FF2B5EF4-FFF2-40B4-BE49-F238E27FC236}">
                <a16:creationId xmlns:a16="http://schemas.microsoft.com/office/drawing/2014/main" id="{5F6F26B6-8E1F-40FF-9A1B-96598ECB142A}"/>
              </a:ext>
            </a:extLst>
          </p:cNvPr>
          <p:cNvSpPr>
            <a:spLocks/>
          </p:cNvSpPr>
          <p:nvPr/>
        </p:nvSpPr>
        <p:spPr>
          <a:xfrm>
            <a:off x="839468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9" name="data_4208">
            <a:extLst>
              <a:ext uri="{FF2B5EF4-FFF2-40B4-BE49-F238E27FC236}">
                <a16:creationId xmlns:a16="http://schemas.microsoft.com/office/drawing/2014/main" id="{712BB853-9745-44EE-8656-12740CBD0725}"/>
              </a:ext>
            </a:extLst>
          </p:cNvPr>
          <p:cNvSpPr>
            <a:spLocks/>
          </p:cNvSpPr>
          <p:nvPr/>
        </p:nvSpPr>
        <p:spPr>
          <a:xfrm>
            <a:off x="84186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0" name="data_4209">
            <a:extLst>
              <a:ext uri="{FF2B5EF4-FFF2-40B4-BE49-F238E27FC236}">
                <a16:creationId xmlns:a16="http://schemas.microsoft.com/office/drawing/2014/main" id="{CACF2C4C-CDD7-4157-A58F-7884AED9DDD8}"/>
              </a:ext>
            </a:extLst>
          </p:cNvPr>
          <p:cNvSpPr>
            <a:spLocks/>
          </p:cNvSpPr>
          <p:nvPr/>
        </p:nvSpPr>
        <p:spPr>
          <a:xfrm>
            <a:off x="84073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1" name="data_4210">
            <a:extLst>
              <a:ext uri="{FF2B5EF4-FFF2-40B4-BE49-F238E27FC236}">
                <a16:creationId xmlns:a16="http://schemas.microsoft.com/office/drawing/2014/main" id="{F471A8AC-0FA8-4C50-BAF5-9C548BC201A4}"/>
              </a:ext>
            </a:extLst>
          </p:cNvPr>
          <p:cNvSpPr>
            <a:spLocks/>
          </p:cNvSpPr>
          <p:nvPr/>
        </p:nvSpPr>
        <p:spPr>
          <a:xfrm>
            <a:off x="84293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2" name="data_4211">
            <a:extLst>
              <a:ext uri="{FF2B5EF4-FFF2-40B4-BE49-F238E27FC236}">
                <a16:creationId xmlns:a16="http://schemas.microsoft.com/office/drawing/2014/main" id="{60204D40-A98C-490E-8138-C2A029FA47BC}"/>
              </a:ext>
            </a:extLst>
          </p:cNvPr>
          <p:cNvSpPr>
            <a:spLocks/>
          </p:cNvSpPr>
          <p:nvPr/>
        </p:nvSpPr>
        <p:spPr>
          <a:xfrm>
            <a:off x="847449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3" name="data_4212">
            <a:extLst>
              <a:ext uri="{FF2B5EF4-FFF2-40B4-BE49-F238E27FC236}">
                <a16:creationId xmlns:a16="http://schemas.microsoft.com/office/drawing/2014/main" id="{A06EADFC-9EAA-4BA6-8B13-289B532485FF}"/>
              </a:ext>
            </a:extLst>
          </p:cNvPr>
          <p:cNvSpPr>
            <a:spLocks/>
          </p:cNvSpPr>
          <p:nvPr/>
        </p:nvSpPr>
        <p:spPr>
          <a:xfrm>
            <a:off x="84293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4" name="data_4213">
            <a:extLst>
              <a:ext uri="{FF2B5EF4-FFF2-40B4-BE49-F238E27FC236}">
                <a16:creationId xmlns:a16="http://schemas.microsoft.com/office/drawing/2014/main" id="{11E9D579-EB42-4776-87D0-FAFC3D389201}"/>
              </a:ext>
            </a:extLst>
          </p:cNvPr>
          <p:cNvSpPr>
            <a:spLocks/>
          </p:cNvSpPr>
          <p:nvPr/>
        </p:nvSpPr>
        <p:spPr>
          <a:xfrm>
            <a:off x="848371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5" name="data_4214">
            <a:extLst>
              <a:ext uri="{FF2B5EF4-FFF2-40B4-BE49-F238E27FC236}">
                <a16:creationId xmlns:a16="http://schemas.microsoft.com/office/drawing/2014/main" id="{6428A871-E3A7-4065-A760-543B5EDEED54}"/>
              </a:ext>
            </a:extLst>
          </p:cNvPr>
          <p:cNvSpPr>
            <a:spLocks/>
          </p:cNvSpPr>
          <p:nvPr/>
        </p:nvSpPr>
        <p:spPr>
          <a:xfrm>
            <a:off x="86668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6" name="data_4215">
            <a:extLst>
              <a:ext uri="{FF2B5EF4-FFF2-40B4-BE49-F238E27FC236}">
                <a16:creationId xmlns:a16="http://schemas.microsoft.com/office/drawing/2014/main" id="{09ACAF45-E330-4E9B-AB7E-8C74967B3C69}"/>
              </a:ext>
            </a:extLst>
          </p:cNvPr>
          <p:cNvSpPr>
            <a:spLocks/>
          </p:cNvSpPr>
          <p:nvPr/>
        </p:nvSpPr>
        <p:spPr>
          <a:xfrm>
            <a:off x="86378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7" name="data_4216">
            <a:extLst>
              <a:ext uri="{FF2B5EF4-FFF2-40B4-BE49-F238E27FC236}">
                <a16:creationId xmlns:a16="http://schemas.microsoft.com/office/drawing/2014/main" id="{85906D2E-58BA-49A0-8FE6-4646A3C1927B}"/>
              </a:ext>
            </a:extLst>
          </p:cNvPr>
          <p:cNvSpPr>
            <a:spLocks/>
          </p:cNvSpPr>
          <p:nvPr/>
        </p:nvSpPr>
        <p:spPr>
          <a:xfrm>
            <a:off x="866850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8" name="data_4217">
            <a:extLst>
              <a:ext uri="{FF2B5EF4-FFF2-40B4-BE49-F238E27FC236}">
                <a16:creationId xmlns:a16="http://schemas.microsoft.com/office/drawing/2014/main" id="{AAF806B5-0A28-4536-A96C-BEEFEFD0BBE0}"/>
              </a:ext>
            </a:extLst>
          </p:cNvPr>
          <p:cNvSpPr>
            <a:spLocks/>
          </p:cNvSpPr>
          <p:nvPr/>
        </p:nvSpPr>
        <p:spPr>
          <a:xfrm>
            <a:off x="86541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9" name="data_4218">
            <a:extLst>
              <a:ext uri="{FF2B5EF4-FFF2-40B4-BE49-F238E27FC236}">
                <a16:creationId xmlns:a16="http://schemas.microsoft.com/office/drawing/2014/main" id="{33E8540A-A895-42E7-BCC2-253A44D144B1}"/>
              </a:ext>
            </a:extLst>
          </p:cNvPr>
          <p:cNvSpPr>
            <a:spLocks/>
          </p:cNvSpPr>
          <p:nvPr/>
        </p:nvSpPr>
        <p:spPr>
          <a:xfrm>
            <a:off x="867206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0" name="data_4219">
            <a:extLst>
              <a:ext uri="{FF2B5EF4-FFF2-40B4-BE49-F238E27FC236}">
                <a16:creationId xmlns:a16="http://schemas.microsoft.com/office/drawing/2014/main" id="{70E114AB-009D-42D5-84B7-872BED082EB5}"/>
              </a:ext>
            </a:extLst>
          </p:cNvPr>
          <p:cNvSpPr>
            <a:spLocks/>
          </p:cNvSpPr>
          <p:nvPr/>
        </p:nvSpPr>
        <p:spPr>
          <a:xfrm>
            <a:off x="8728969" y="55301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1" name="data_4220">
            <a:extLst>
              <a:ext uri="{FF2B5EF4-FFF2-40B4-BE49-F238E27FC236}">
                <a16:creationId xmlns:a16="http://schemas.microsoft.com/office/drawing/2014/main" id="{89702756-611F-4232-B446-67080F40F6D5}"/>
              </a:ext>
            </a:extLst>
          </p:cNvPr>
          <p:cNvSpPr>
            <a:spLocks/>
          </p:cNvSpPr>
          <p:nvPr/>
        </p:nvSpPr>
        <p:spPr>
          <a:xfrm>
            <a:off x="869705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2" name="data_4221">
            <a:extLst>
              <a:ext uri="{FF2B5EF4-FFF2-40B4-BE49-F238E27FC236}">
                <a16:creationId xmlns:a16="http://schemas.microsoft.com/office/drawing/2014/main" id="{AF0CB9FF-EF0F-4C68-B996-056E19812667}"/>
              </a:ext>
            </a:extLst>
          </p:cNvPr>
          <p:cNvSpPr>
            <a:spLocks/>
          </p:cNvSpPr>
          <p:nvPr/>
        </p:nvSpPr>
        <p:spPr>
          <a:xfrm>
            <a:off x="864031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3" name="data_4222">
            <a:extLst>
              <a:ext uri="{FF2B5EF4-FFF2-40B4-BE49-F238E27FC236}">
                <a16:creationId xmlns:a16="http://schemas.microsoft.com/office/drawing/2014/main" id="{86BF2FFD-6BB2-4E55-99AC-FAFBAC751409}"/>
              </a:ext>
            </a:extLst>
          </p:cNvPr>
          <p:cNvSpPr>
            <a:spLocks/>
          </p:cNvSpPr>
          <p:nvPr/>
        </p:nvSpPr>
        <p:spPr>
          <a:xfrm>
            <a:off x="8692097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4" name="data_4223">
            <a:extLst>
              <a:ext uri="{FF2B5EF4-FFF2-40B4-BE49-F238E27FC236}">
                <a16:creationId xmlns:a16="http://schemas.microsoft.com/office/drawing/2014/main" id="{E2277230-9A91-4E9A-9FB2-B7771E3C511F}"/>
              </a:ext>
            </a:extLst>
          </p:cNvPr>
          <p:cNvSpPr>
            <a:spLocks/>
          </p:cNvSpPr>
          <p:nvPr/>
        </p:nvSpPr>
        <p:spPr>
          <a:xfrm>
            <a:off x="865105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5" name="data_4224">
            <a:extLst>
              <a:ext uri="{FF2B5EF4-FFF2-40B4-BE49-F238E27FC236}">
                <a16:creationId xmlns:a16="http://schemas.microsoft.com/office/drawing/2014/main" id="{5ACC655E-1823-4452-B046-723E9ABB20B2}"/>
              </a:ext>
            </a:extLst>
          </p:cNvPr>
          <p:cNvSpPr>
            <a:spLocks/>
          </p:cNvSpPr>
          <p:nvPr/>
        </p:nvSpPr>
        <p:spPr>
          <a:xfrm>
            <a:off x="86731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6" name="data_4225">
            <a:extLst>
              <a:ext uri="{FF2B5EF4-FFF2-40B4-BE49-F238E27FC236}">
                <a16:creationId xmlns:a16="http://schemas.microsoft.com/office/drawing/2014/main" id="{58F62896-D437-428B-8284-72064333E917}"/>
              </a:ext>
            </a:extLst>
          </p:cNvPr>
          <p:cNvSpPr>
            <a:spLocks/>
          </p:cNvSpPr>
          <p:nvPr/>
        </p:nvSpPr>
        <p:spPr>
          <a:xfrm>
            <a:off x="86477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7" name="data_4226">
            <a:extLst>
              <a:ext uri="{FF2B5EF4-FFF2-40B4-BE49-F238E27FC236}">
                <a16:creationId xmlns:a16="http://schemas.microsoft.com/office/drawing/2014/main" id="{50DCA5F6-35F2-421B-A949-187D07DC8CB7}"/>
              </a:ext>
            </a:extLst>
          </p:cNvPr>
          <p:cNvSpPr>
            <a:spLocks/>
          </p:cNvSpPr>
          <p:nvPr/>
        </p:nvSpPr>
        <p:spPr>
          <a:xfrm>
            <a:off x="8739083" y="58641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8" name="data_4227">
            <a:extLst>
              <a:ext uri="{FF2B5EF4-FFF2-40B4-BE49-F238E27FC236}">
                <a16:creationId xmlns:a16="http://schemas.microsoft.com/office/drawing/2014/main" id="{40AE3A2D-AC87-4EAE-81BE-DE394CF04670}"/>
              </a:ext>
            </a:extLst>
          </p:cNvPr>
          <p:cNvSpPr>
            <a:spLocks/>
          </p:cNvSpPr>
          <p:nvPr/>
        </p:nvSpPr>
        <p:spPr>
          <a:xfrm>
            <a:off x="86542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9" name="data_4228">
            <a:extLst>
              <a:ext uri="{FF2B5EF4-FFF2-40B4-BE49-F238E27FC236}">
                <a16:creationId xmlns:a16="http://schemas.microsoft.com/office/drawing/2014/main" id="{0281E617-B994-4A41-B530-04D909116CA3}"/>
              </a:ext>
            </a:extLst>
          </p:cNvPr>
          <p:cNvSpPr>
            <a:spLocks/>
          </p:cNvSpPr>
          <p:nvPr/>
        </p:nvSpPr>
        <p:spPr>
          <a:xfrm>
            <a:off x="86573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0" name="data_4229">
            <a:extLst>
              <a:ext uri="{FF2B5EF4-FFF2-40B4-BE49-F238E27FC236}">
                <a16:creationId xmlns:a16="http://schemas.microsoft.com/office/drawing/2014/main" id="{48048D74-1755-4C37-8D77-EEC621F3EE88}"/>
              </a:ext>
            </a:extLst>
          </p:cNvPr>
          <p:cNvSpPr>
            <a:spLocks/>
          </p:cNvSpPr>
          <p:nvPr/>
        </p:nvSpPr>
        <p:spPr>
          <a:xfrm>
            <a:off x="86892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1" name="data_4230">
            <a:extLst>
              <a:ext uri="{FF2B5EF4-FFF2-40B4-BE49-F238E27FC236}">
                <a16:creationId xmlns:a16="http://schemas.microsoft.com/office/drawing/2014/main" id="{4E4601A6-413C-4000-99EA-A026F4619316}"/>
              </a:ext>
            </a:extLst>
          </p:cNvPr>
          <p:cNvSpPr>
            <a:spLocks/>
          </p:cNvSpPr>
          <p:nvPr/>
        </p:nvSpPr>
        <p:spPr>
          <a:xfrm>
            <a:off x="8720214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2" name="data_4231">
            <a:extLst>
              <a:ext uri="{FF2B5EF4-FFF2-40B4-BE49-F238E27FC236}">
                <a16:creationId xmlns:a16="http://schemas.microsoft.com/office/drawing/2014/main" id="{43CC55FC-797E-4E04-9B6F-740D02B2FA12}"/>
              </a:ext>
            </a:extLst>
          </p:cNvPr>
          <p:cNvSpPr>
            <a:spLocks/>
          </p:cNvSpPr>
          <p:nvPr/>
        </p:nvSpPr>
        <p:spPr>
          <a:xfrm>
            <a:off x="87245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3" name="data_4232">
            <a:extLst>
              <a:ext uri="{FF2B5EF4-FFF2-40B4-BE49-F238E27FC236}">
                <a16:creationId xmlns:a16="http://schemas.microsoft.com/office/drawing/2014/main" id="{6E0E3A79-A812-42A0-8414-A2808013EFC1}"/>
              </a:ext>
            </a:extLst>
          </p:cNvPr>
          <p:cNvSpPr>
            <a:spLocks/>
          </p:cNvSpPr>
          <p:nvPr/>
        </p:nvSpPr>
        <p:spPr>
          <a:xfrm>
            <a:off x="8658405" y="61490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4" name="data_4233">
            <a:extLst>
              <a:ext uri="{FF2B5EF4-FFF2-40B4-BE49-F238E27FC236}">
                <a16:creationId xmlns:a16="http://schemas.microsoft.com/office/drawing/2014/main" id="{4DB2081E-70F9-4538-A36F-5403540CD243}"/>
              </a:ext>
            </a:extLst>
          </p:cNvPr>
          <p:cNvSpPr>
            <a:spLocks/>
          </p:cNvSpPr>
          <p:nvPr/>
        </p:nvSpPr>
        <p:spPr>
          <a:xfrm>
            <a:off x="864017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5" name="data_4234">
            <a:extLst>
              <a:ext uri="{FF2B5EF4-FFF2-40B4-BE49-F238E27FC236}">
                <a16:creationId xmlns:a16="http://schemas.microsoft.com/office/drawing/2014/main" id="{E15E023A-F814-4846-A734-60C713CECFFA}"/>
              </a:ext>
            </a:extLst>
          </p:cNvPr>
          <p:cNvSpPr>
            <a:spLocks/>
          </p:cNvSpPr>
          <p:nvPr/>
        </p:nvSpPr>
        <p:spPr>
          <a:xfrm>
            <a:off x="870567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6" name="data_4235">
            <a:extLst>
              <a:ext uri="{FF2B5EF4-FFF2-40B4-BE49-F238E27FC236}">
                <a16:creationId xmlns:a16="http://schemas.microsoft.com/office/drawing/2014/main" id="{DD46E594-D3DB-4428-BAF5-D2125A222627}"/>
              </a:ext>
            </a:extLst>
          </p:cNvPr>
          <p:cNvSpPr>
            <a:spLocks/>
          </p:cNvSpPr>
          <p:nvPr/>
        </p:nvSpPr>
        <p:spPr>
          <a:xfrm>
            <a:off x="869708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7" name="data_4236">
            <a:extLst>
              <a:ext uri="{FF2B5EF4-FFF2-40B4-BE49-F238E27FC236}">
                <a16:creationId xmlns:a16="http://schemas.microsoft.com/office/drawing/2014/main" id="{FCC1B730-2FE9-40E5-9788-071CA02405BC}"/>
              </a:ext>
            </a:extLst>
          </p:cNvPr>
          <p:cNvSpPr>
            <a:spLocks/>
          </p:cNvSpPr>
          <p:nvPr/>
        </p:nvSpPr>
        <p:spPr>
          <a:xfrm>
            <a:off x="8741953" y="53975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8" name="data_4237">
            <a:extLst>
              <a:ext uri="{FF2B5EF4-FFF2-40B4-BE49-F238E27FC236}">
                <a16:creationId xmlns:a16="http://schemas.microsoft.com/office/drawing/2014/main" id="{AA6849AD-74F1-46B0-AD8A-12E0DFFA2D9D}"/>
              </a:ext>
            </a:extLst>
          </p:cNvPr>
          <p:cNvSpPr>
            <a:spLocks/>
          </p:cNvSpPr>
          <p:nvPr/>
        </p:nvSpPr>
        <p:spPr>
          <a:xfrm>
            <a:off x="86874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9" name="data_4238">
            <a:extLst>
              <a:ext uri="{FF2B5EF4-FFF2-40B4-BE49-F238E27FC236}">
                <a16:creationId xmlns:a16="http://schemas.microsoft.com/office/drawing/2014/main" id="{3A6073C2-5E77-443F-8885-12F9FEC16A93}"/>
              </a:ext>
            </a:extLst>
          </p:cNvPr>
          <p:cNvSpPr>
            <a:spLocks/>
          </p:cNvSpPr>
          <p:nvPr/>
        </p:nvSpPr>
        <p:spPr>
          <a:xfrm>
            <a:off x="87578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0" name="data_4239">
            <a:extLst>
              <a:ext uri="{FF2B5EF4-FFF2-40B4-BE49-F238E27FC236}">
                <a16:creationId xmlns:a16="http://schemas.microsoft.com/office/drawing/2014/main" id="{A323E3D1-EC0D-4FCE-8234-D805DB7B5E0E}"/>
              </a:ext>
            </a:extLst>
          </p:cNvPr>
          <p:cNvSpPr>
            <a:spLocks/>
          </p:cNvSpPr>
          <p:nvPr/>
        </p:nvSpPr>
        <p:spPr>
          <a:xfrm>
            <a:off x="869269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1" name="data_4240">
            <a:extLst>
              <a:ext uri="{FF2B5EF4-FFF2-40B4-BE49-F238E27FC236}">
                <a16:creationId xmlns:a16="http://schemas.microsoft.com/office/drawing/2014/main" id="{A494BA67-7184-4B01-9FC4-76A4A019E4B0}"/>
              </a:ext>
            </a:extLst>
          </p:cNvPr>
          <p:cNvSpPr>
            <a:spLocks/>
          </p:cNvSpPr>
          <p:nvPr/>
        </p:nvSpPr>
        <p:spPr>
          <a:xfrm>
            <a:off x="86766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2" name="data_4241">
            <a:extLst>
              <a:ext uri="{FF2B5EF4-FFF2-40B4-BE49-F238E27FC236}">
                <a16:creationId xmlns:a16="http://schemas.microsoft.com/office/drawing/2014/main" id="{00BAABA5-AE1F-45EF-AAD0-098FFD84FDE0}"/>
              </a:ext>
            </a:extLst>
          </p:cNvPr>
          <p:cNvSpPr>
            <a:spLocks/>
          </p:cNvSpPr>
          <p:nvPr/>
        </p:nvSpPr>
        <p:spPr>
          <a:xfrm>
            <a:off x="872033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3" name="data_4242">
            <a:extLst>
              <a:ext uri="{FF2B5EF4-FFF2-40B4-BE49-F238E27FC236}">
                <a16:creationId xmlns:a16="http://schemas.microsoft.com/office/drawing/2014/main" id="{937C0610-D4A4-4B91-A908-BB71B5EE2FFB}"/>
              </a:ext>
            </a:extLst>
          </p:cNvPr>
          <p:cNvSpPr>
            <a:spLocks/>
          </p:cNvSpPr>
          <p:nvPr/>
        </p:nvSpPr>
        <p:spPr>
          <a:xfrm>
            <a:off x="86559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4" name="data_4243">
            <a:extLst>
              <a:ext uri="{FF2B5EF4-FFF2-40B4-BE49-F238E27FC236}">
                <a16:creationId xmlns:a16="http://schemas.microsoft.com/office/drawing/2014/main" id="{E0A00647-C0A2-4066-9664-764EAC296A84}"/>
              </a:ext>
            </a:extLst>
          </p:cNvPr>
          <p:cNvSpPr>
            <a:spLocks/>
          </p:cNvSpPr>
          <p:nvPr/>
        </p:nvSpPr>
        <p:spPr>
          <a:xfrm>
            <a:off x="873245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5" name="data_4244">
            <a:extLst>
              <a:ext uri="{FF2B5EF4-FFF2-40B4-BE49-F238E27FC236}">
                <a16:creationId xmlns:a16="http://schemas.microsoft.com/office/drawing/2014/main" id="{6C5AEB35-E540-4692-8E7E-64DEE7718089}"/>
              </a:ext>
            </a:extLst>
          </p:cNvPr>
          <p:cNvSpPr>
            <a:spLocks/>
          </p:cNvSpPr>
          <p:nvPr/>
        </p:nvSpPr>
        <p:spPr>
          <a:xfrm>
            <a:off x="8704938" y="66500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6" name="data_4245">
            <a:extLst>
              <a:ext uri="{FF2B5EF4-FFF2-40B4-BE49-F238E27FC236}">
                <a16:creationId xmlns:a16="http://schemas.microsoft.com/office/drawing/2014/main" id="{4E18BDEC-4097-4451-98D7-E7673DE6D9EC}"/>
              </a:ext>
            </a:extLst>
          </p:cNvPr>
          <p:cNvSpPr>
            <a:spLocks/>
          </p:cNvSpPr>
          <p:nvPr/>
        </p:nvSpPr>
        <p:spPr>
          <a:xfrm>
            <a:off x="8697720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7" name="data_4246">
            <a:extLst>
              <a:ext uri="{FF2B5EF4-FFF2-40B4-BE49-F238E27FC236}">
                <a16:creationId xmlns:a16="http://schemas.microsoft.com/office/drawing/2014/main" id="{9CCC3E83-4E71-4896-B9D6-93F07E383B2F}"/>
              </a:ext>
            </a:extLst>
          </p:cNvPr>
          <p:cNvSpPr>
            <a:spLocks/>
          </p:cNvSpPr>
          <p:nvPr/>
        </p:nvSpPr>
        <p:spPr>
          <a:xfrm>
            <a:off x="8711872" y="68921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8" name="data_4247">
            <a:extLst>
              <a:ext uri="{FF2B5EF4-FFF2-40B4-BE49-F238E27FC236}">
                <a16:creationId xmlns:a16="http://schemas.microsoft.com/office/drawing/2014/main" id="{D8043A83-13F9-4ACD-87FE-43514BD33233}"/>
              </a:ext>
            </a:extLst>
          </p:cNvPr>
          <p:cNvSpPr>
            <a:spLocks/>
          </p:cNvSpPr>
          <p:nvPr/>
        </p:nvSpPr>
        <p:spPr>
          <a:xfrm>
            <a:off x="873882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9" name="data_4248">
            <a:extLst>
              <a:ext uri="{FF2B5EF4-FFF2-40B4-BE49-F238E27FC236}">
                <a16:creationId xmlns:a16="http://schemas.microsoft.com/office/drawing/2014/main" id="{2F4D61FA-99A6-40D2-AF46-8E0896041074}"/>
              </a:ext>
            </a:extLst>
          </p:cNvPr>
          <p:cNvSpPr>
            <a:spLocks/>
          </p:cNvSpPr>
          <p:nvPr/>
        </p:nvSpPr>
        <p:spPr>
          <a:xfrm>
            <a:off x="867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0" name="data_4249">
            <a:extLst>
              <a:ext uri="{FF2B5EF4-FFF2-40B4-BE49-F238E27FC236}">
                <a16:creationId xmlns:a16="http://schemas.microsoft.com/office/drawing/2014/main" id="{08303B15-C097-4297-8C6D-D31C81349B26}"/>
              </a:ext>
            </a:extLst>
          </p:cNvPr>
          <p:cNvSpPr>
            <a:spLocks/>
          </p:cNvSpPr>
          <p:nvPr/>
        </p:nvSpPr>
        <p:spPr>
          <a:xfrm>
            <a:off x="866514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1" name="data_4250">
            <a:extLst>
              <a:ext uri="{FF2B5EF4-FFF2-40B4-BE49-F238E27FC236}">
                <a16:creationId xmlns:a16="http://schemas.microsoft.com/office/drawing/2014/main" id="{58F405E1-044F-4B07-A7C4-126E054475BC}"/>
              </a:ext>
            </a:extLst>
          </p:cNvPr>
          <p:cNvSpPr>
            <a:spLocks/>
          </p:cNvSpPr>
          <p:nvPr/>
        </p:nvSpPr>
        <p:spPr>
          <a:xfrm>
            <a:off x="87283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2" name="data_4251">
            <a:extLst>
              <a:ext uri="{FF2B5EF4-FFF2-40B4-BE49-F238E27FC236}">
                <a16:creationId xmlns:a16="http://schemas.microsoft.com/office/drawing/2014/main" id="{BBEB73FC-9F32-4762-ABD9-2B562805E431}"/>
              </a:ext>
            </a:extLst>
          </p:cNvPr>
          <p:cNvSpPr>
            <a:spLocks/>
          </p:cNvSpPr>
          <p:nvPr/>
        </p:nvSpPr>
        <p:spPr>
          <a:xfrm>
            <a:off x="87015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3" name="data_4252">
            <a:extLst>
              <a:ext uri="{FF2B5EF4-FFF2-40B4-BE49-F238E27FC236}">
                <a16:creationId xmlns:a16="http://schemas.microsoft.com/office/drawing/2014/main" id="{BC98A10D-7B5F-416B-A1AB-2872A839D7BF}"/>
              </a:ext>
            </a:extLst>
          </p:cNvPr>
          <p:cNvSpPr>
            <a:spLocks/>
          </p:cNvSpPr>
          <p:nvPr/>
        </p:nvSpPr>
        <p:spPr>
          <a:xfrm>
            <a:off x="871034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4" name="data_4253">
            <a:extLst>
              <a:ext uri="{FF2B5EF4-FFF2-40B4-BE49-F238E27FC236}">
                <a16:creationId xmlns:a16="http://schemas.microsoft.com/office/drawing/2014/main" id="{8460F751-5598-4373-932B-850DB9990267}"/>
              </a:ext>
            </a:extLst>
          </p:cNvPr>
          <p:cNvSpPr>
            <a:spLocks/>
          </p:cNvSpPr>
          <p:nvPr/>
        </p:nvSpPr>
        <p:spPr>
          <a:xfrm>
            <a:off x="8636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5" name="data_4254">
            <a:extLst>
              <a:ext uri="{FF2B5EF4-FFF2-40B4-BE49-F238E27FC236}">
                <a16:creationId xmlns:a16="http://schemas.microsoft.com/office/drawing/2014/main" id="{D786A352-D28C-4BF8-BF8C-E286FDC87854}"/>
              </a:ext>
            </a:extLst>
          </p:cNvPr>
          <p:cNvSpPr>
            <a:spLocks/>
          </p:cNvSpPr>
          <p:nvPr/>
        </p:nvSpPr>
        <p:spPr>
          <a:xfrm>
            <a:off x="8716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6" name="data_4255">
            <a:extLst>
              <a:ext uri="{FF2B5EF4-FFF2-40B4-BE49-F238E27FC236}">
                <a16:creationId xmlns:a16="http://schemas.microsoft.com/office/drawing/2014/main" id="{59C8C805-FE15-47A4-B30D-AE346A755614}"/>
              </a:ext>
            </a:extLst>
          </p:cNvPr>
          <p:cNvSpPr>
            <a:spLocks/>
          </p:cNvSpPr>
          <p:nvPr/>
        </p:nvSpPr>
        <p:spPr>
          <a:xfrm>
            <a:off x="87353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7" name="data_4256">
            <a:extLst>
              <a:ext uri="{FF2B5EF4-FFF2-40B4-BE49-F238E27FC236}">
                <a16:creationId xmlns:a16="http://schemas.microsoft.com/office/drawing/2014/main" id="{131AB28E-52B7-47DF-AE82-76B854648FE2}"/>
              </a:ext>
            </a:extLst>
          </p:cNvPr>
          <p:cNvSpPr>
            <a:spLocks/>
          </p:cNvSpPr>
          <p:nvPr/>
        </p:nvSpPr>
        <p:spPr>
          <a:xfrm>
            <a:off x="864398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8" name="data_4257">
            <a:extLst>
              <a:ext uri="{FF2B5EF4-FFF2-40B4-BE49-F238E27FC236}">
                <a16:creationId xmlns:a16="http://schemas.microsoft.com/office/drawing/2014/main" id="{9632771A-6C0C-4BE9-98F8-AB3C31E5246D}"/>
              </a:ext>
            </a:extLst>
          </p:cNvPr>
          <p:cNvSpPr>
            <a:spLocks/>
          </p:cNvSpPr>
          <p:nvPr/>
        </p:nvSpPr>
        <p:spPr>
          <a:xfrm>
            <a:off x="867803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9" name="data_4258">
            <a:extLst>
              <a:ext uri="{FF2B5EF4-FFF2-40B4-BE49-F238E27FC236}">
                <a16:creationId xmlns:a16="http://schemas.microsoft.com/office/drawing/2014/main" id="{208FD2D0-D450-45F9-8729-88222CFC2A6D}"/>
              </a:ext>
            </a:extLst>
          </p:cNvPr>
          <p:cNvSpPr>
            <a:spLocks/>
          </p:cNvSpPr>
          <p:nvPr/>
        </p:nvSpPr>
        <p:spPr>
          <a:xfrm>
            <a:off x="8743019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0" name="data_4259">
            <a:extLst>
              <a:ext uri="{FF2B5EF4-FFF2-40B4-BE49-F238E27FC236}">
                <a16:creationId xmlns:a16="http://schemas.microsoft.com/office/drawing/2014/main" id="{5ABACE21-5FE2-4D50-B9B6-29858D7CCE2E}"/>
              </a:ext>
            </a:extLst>
          </p:cNvPr>
          <p:cNvSpPr>
            <a:spLocks/>
          </p:cNvSpPr>
          <p:nvPr/>
        </p:nvSpPr>
        <p:spPr>
          <a:xfrm>
            <a:off x="86494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1" name="data_4260">
            <a:extLst>
              <a:ext uri="{FF2B5EF4-FFF2-40B4-BE49-F238E27FC236}">
                <a16:creationId xmlns:a16="http://schemas.microsoft.com/office/drawing/2014/main" id="{1CD4CA90-CA7E-4911-9418-372AF6302665}"/>
              </a:ext>
            </a:extLst>
          </p:cNvPr>
          <p:cNvSpPr>
            <a:spLocks/>
          </p:cNvSpPr>
          <p:nvPr/>
        </p:nvSpPr>
        <p:spPr>
          <a:xfrm>
            <a:off x="86830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2" name="data_4261">
            <a:extLst>
              <a:ext uri="{FF2B5EF4-FFF2-40B4-BE49-F238E27FC236}">
                <a16:creationId xmlns:a16="http://schemas.microsoft.com/office/drawing/2014/main" id="{59E1A79D-3B9C-4A0A-9BDD-5854E2248B9A}"/>
              </a:ext>
            </a:extLst>
          </p:cNvPr>
          <p:cNvSpPr>
            <a:spLocks/>
          </p:cNvSpPr>
          <p:nvPr/>
        </p:nvSpPr>
        <p:spPr>
          <a:xfrm>
            <a:off x="8689665" y="67407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3" name="data_4262">
            <a:extLst>
              <a:ext uri="{FF2B5EF4-FFF2-40B4-BE49-F238E27FC236}">
                <a16:creationId xmlns:a16="http://schemas.microsoft.com/office/drawing/2014/main" id="{2777A32C-7352-443B-9765-67D7B423C4C5}"/>
              </a:ext>
            </a:extLst>
          </p:cNvPr>
          <p:cNvSpPr>
            <a:spLocks/>
          </p:cNvSpPr>
          <p:nvPr/>
        </p:nvSpPr>
        <p:spPr>
          <a:xfrm>
            <a:off x="87048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4" name="data_4263">
            <a:extLst>
              <a:ext uri="{FF2B5EF4-FFF2-40B4-BE49-F238E27FC236}">
                <a16:creationId xmlns:a16="http://schemas.microsoft.com/office/drawing/2014/main" id="{D1F606B3-08D3-43E2-A590-1219E9DBDDD9}"/>
              </a:ext>
            </a:extLst>
          </p:cNvPr>
          <p:cNvSpPr>
            <a:spLocks/>
          </p:cNvSpPr>
          <p:nvPr/>
        </p:nvSpPr>
        <p:spPr>
          <a:xfrm>
            <a:off x="870297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5" name="data_4264">
            <a:extLst>
              <a:ext uri="{FF2B5EF4-FFF2-40B4-BE49-F238E27FC236}">
                <a16:creationId xmlns:a16="http://schemas.microsoft.com/office/drawing/2014/main" id="{C9DC45EF-E2CC-4668-9956-58763ECD6382}"/>
              </a:ext>
            </a:extLst>
          </p:cNvPr>
          <p:cNvSpPr>
            <a:spLocks/>
          </p:cNvSpPr>
          <p:nvPr/>
        </p:nvSpPr>
        <p:spPr>
          <a:xfrm>
            <a:off x="8715245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6" name="data_4265">
            <a:extLst>
              <a:ext uri="{FF2B5EF4-FFF2-40B4-BE49-F238E27FC236}">
                <a16:creationId xmlns:a16="http://schemas.microsoft.com/office/drawing/2014/main" id="{4F9018C5-F6B8-4BB7-BC91-E4A49B79278E}"/>
              </a:ext>
            </a:extLst>
          </p:cNvPr>
          <p:cNvSpPr>
            <a:spLocks/>
          </p:cNvSpPr>
          <p:nvPr/>
        </p:nvSpPr>
        <p:spPr>
          <a:xfrm>
            <a:off x="874799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7" name="data_4266">
            <a:extLst>
              <a:ext uri="{FF2B5EF4-FFF2-40B4-BE49-F238E27FC236}">
                <a16:creationId xmlns:a16="http://schemas.microsoft.com/office/drawing/2014/main" id="{6FEF0AA2-BE34-4763-8A31-DC254FA27755}"/>
              </a:ext>
            </a:extLst>
          </p:cNvPr>
          <p:cNvSpPr>
            <a:spLocks/>
          </p:cNvSpPr>
          <p:nvPr/>
        </p:nvSpPr>
        <p:spPr>
          <a:xfrm>
            <a:off x="8705952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8" name="data_4267">
            <a:extLst>
              <a:ext uri="{FF2B5EF4-FFF2-40B4-BE49-F238E27FC236}">
                <a16:creationId xmlns:a16="http://schemas.microsoft.com/office/drawing/2014/main" id="{357C9192-B9C9-46E1-9B94-4BE48BA73B51}"/>
              </a:ext>
            </a:extLst>
          </p:cNvPr>
          <p:cNvSpPr>
            <a:spLocks/>
          </p:cNvSpPr>
          <p:nvPr/>
        </p:nvSpPr>
        <p:spPr>
          <a:xfrm>
            <a:off x="8665837" y="6692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9" name="data_4268">
            <a:extLst>
              <a:ext uri="{FF2B5EF4-FFF2-40B4-BE49-F238E27FC236}">
                <a16:creationId xmlns:a16="http://schemas.microsoft.com/office/drawing/2014/main" id="{B11274F1-AFFE-42B9-B6C2-8B81792FE5DF}"/>
              </a:ext>
            </a:extLst>
          </p:cNvPr>
          <p:cNvSpPr>
            <a:spLocks/>
          </p:cNvSpPr>
          <p:nvPr/>
        </p:nvSpPr>
        <p:spPr>
          <a:xfrm>
            <a:off x="8750715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0" name="data_4269">
            <a:extLst>
              <a:ext uri="{FF2B5EF4-FFF2-40B4-BE49-F238E27FC236}">
                <a16:creationId xmlns:a16="http://schemas.microsoft.com/office/drawing/2014/main" id="{793EDE00-4D7C-4B54-A7BD-4958A623C3C5}"/>
              </a:ext>
            </a:extLst>
          </p:cNvPr>
          <p:cNvSpPr>
            <a:spLocks/>
          </p:cNvSpPr>
          <p:nvPr/>
        </p:nvSpPr>
        <p:spPr>
          <a:xfrm>
            <a:off x="8693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1" name="data_4270">
            <a:extLst>
              <a:ext uri="{FF2B5EF4-FFF2-40B4-BE49-F238E27FC236}">
                <a16:creationId xmlns:a16="http://schemas.microsoft.com/office/drawing/2014/main" id="{86958AFA-E4AC-46F4-9428-938873198BDB}"/>
              </a:ext>
            </a:extLst>
          </p:cNvPr>
          <p:cNvSpPr>
            <a:spLocks/>
          </p:cNvSpPr>
          <p:nvPr/>
        </p:nvSpPr>
        <p:spPr>
          <a:xfrm>
            <a:off x="872681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2" name="data_4271">
            <a:extLst>
              <a:ext uri="{FF2B5EF4-FFF2-40B4-BE49-F238E27FC236}">
                <a16:creationId xmlns:a16="http://schemas.microsoft.com/office/drawing/2014/main" id="{87780394-F9FA-4C20-A968-5A803D90D1F3}"/>
              </a:ext>
            </a:extLst>
          </p:cNvPr>
          <p:cNvSpPr>
            <a:spLocks/>
          </p:cNvSpPr>
          <p:nvPr/>
        </p:nvSpPr>
        <p:spPr>
          <a:xfrm>
            <a:off x="867139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3" name="data_4272">
            <a:extLst>
              <a:ext uri="{FF2B5EF4-FFF2-40B4-BE49-F238E27FC236}">
                <a16:creationId xmlns:a16="http://schemas.microsoft.com/office/drawing/2014/main" id="{80C075D4-10F1-4562-BE4A-8D15C3CAC552}"/>
              </a:ext>
            </a:extLst>
          </p:cNvPr>
          <p:cNvSpPr>
            <a:spLocks/>
          </p:cNvSpPr>
          <p:nvPr/>
        </p:nvSpPr>
        <p:spPr>
          <a:xfrm>
            <a:off x="8686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4" name="data_4273">
            <a:extLst>
              <a:ext uri="{FF2B5EF4-FFF2-40B4-BE49-F238E27FC236}">
                <a16:creationId xmlns:a16="http://schemas.microsoft.com/office/drawing/2014/main" id="{B05D850A-255B-4DA1-BB5B-E3F319FB90D7}"/>
              </a:ext>
            </a:extLst>
          </p:cNvPr>
          <p:cNvSpPr>
            <a:spLocks/>
          </p:cNvSpPr>
          <p:nvPr/>
        </p:nvSpPr>
        <p:spPr>
          <a:xfrm>
            <a:off x="87159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5" name="data_4274">
            <a:extLst>
              <a:ext uri="{FF2B5EF4-FFF2-40B4-BE49-F238E27FC236}">
                <a16:creationId xmlns:a16="http://schemas.microsoft.com/office/drawing/2014/main" id="{0856383F-E0A3-4219-87BA-F5C1EFDCC7D9}"/>
              </a:ext>
            </a:extLst>
          </p:cNvPr>
          <p:cNvSpPr>
            <a:spLocks/>
          </p:cNvSpPr>
          <p:nvPr/>
        </p:nvSpPr>
        <p:spPr>
          <a:xfrm>
            <a:off x="8709718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6" name="data_4275">
            <a:extLst>
              <a:ext uri="{FF2B5EF4-FFF2-40B4-BE49-F238E27FC236}">
                <a16:creationId xmlns:a16="http://schemas.microsoft.com/office/drawing/2014/main" id="{36008B7F-EF5B-4D0D-AC10-F2712939292E}"/>
              </a:ext>
            </a:extLst>
          </p:cNvPr>
          <p:cNvSpPr>
            <a:spLocks/>
          </p:cNvSpPr>
          <p:nvPr/>
        </p:nvSpPr>
        <p:spPr>
          <a:xfrm>
            <a:off x="868799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7" name="data_4276">
            <a:extLst>
              <a:ext uri="{FF2B5EF4-FFF2-40B4-BE49-F238E27FC236}">
                <a16:creationId xmlns:a16="http://schemas.microsoft.com/office/drawing/2014/main" id="{D094CC5B-A6BB-4540-A9E2-89D6890E8BD2}"/>
              </a:ext>
            </a:extLst>
          </p:cNvPr>
          <p:cNvSpPr>
            <a:spLocks/>
          </p:cNvSpPr>
          <p:nvPr/>
        </p:nvSpPr>
        <p:spPr>
          <a:xfrm>
            <a:off x="867697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8" name="data_4277">
            <a:extLst>
              <a:ext uri="{FF2B5EF4-FFF2-40B4-BE49-F238E27FC236}">
                <a16:creationId xmlns:a16="http://schemas.microsoft.com/office/drawing/2014/main" id="{5AF13B84-8E7A-4AF7-81B4-3535CD52A7C4}"/>
              </a:ext>
            </a:extLst>
          </p:cNvPr>
          <p:cNvSpPr>
            <a:spLocks/>
          </p:cNvSpPr>
          <p:nvPr/>
        </p:nvSpPr>
        <p:spPr>
          <a:xfrm>
            <a:off x="87254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9" name="data_4278">
            <a:extLst>
              <a:ext uri="{FF2B5EF4-FFF2-40B4-BE49-F238E27FC236}">
                <a16:creationId xmlns:a16="http://schemas.microsoft.com/office/drawing/2014/main" id="{D5DF3A7E-5D80-49AC-B216-7E242A8A12FF}"/>
              </a:ext>
            </a:extLst>
          </p:cNvPr>
          <p:cNvSpPr>
            <a:spLocks/>
          </p:cNvSpPr>
          <p:nvPr/>
        </p:nvSpPr>
        <p:spPr>
          <a:xfrm>
            <a:off x="864560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0" name="data_4279">
            <a:extLst>
              <a:ext uri="{FF2B5EF4-FFF2-40B4-BE49-F238E27FC236}">
                <a16:creationId xmlns:a16="http://schemas.microsoft.com/office/drawing/2014/main" id="{0A73A4BE-7706-4A11-89A7-E4BEB7460536}"/>
              </a:ext>
            </a:extLst>
          </p:cNvPr>
          <p:cNvSpPr>
            <a:spLocks/>
          </p:cNvSpPr>
          <p:nvPr/>
        </p:nvSpPr>
        <p:spPr>
          <a:xfrm>
            <a:off x="871581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1" name="data_4280">
            <a:extLst>
              <a:ext uri="{FF2B5EF4-FFF2-40B4-BE49-F238E27FC236}">
                <a16:creationId xmlns:a16="http://schemas.microsoft.com/office/drawing/2014/main" id="{2732945F-F1E6-4C03-B0B7-8340B84301D7}"/>
              </a:ext>
            </a:extLst>
          </p:cNvPr>
          <p:cNvSpPr>
            <a:spLocks/>
          </p:cNvSpPr>
          <p:nvPr/>
        </p:nvSpPr>
        <p:spPr>
          <a:xfrm>
            <a:off x="8663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2" name="data_4281">
            <a:extLst>
              <a:ext uri="{FF2B5EF4-FFF2-40B4-BE49-F238E27FC236}">
                <a16:creationId xmlns:a16="http://schemas.microsoft.com/office/drawing/2014/main" id="{6F36F837-1B48-430B-A210-F8588AE1C28B}"/>
              </a:ext>
            </a:extLst>
          </p:cNvPr>
          <p:cNvSpPr>
            <a:spLocks/>
          </p:cNvSpPr>
          <p:nvPr/>
        </p:nvSpPr>
        <p:spPr>
          <a:xfrm>
            <a:off x="8735075" y="68184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3" name="data_4282">
            <a:extLst>
              <a:ext uri="{FF2B5EF4-FFF2-40B4-BE49-F238E27FC236}">
                <a16:creationId xmlns:a16="http://schemas.microsoft.com/office/drawing/2014/main" id="{786C7216-8B23-4B96-8236-D9B6EC37E8A8}"/>
              </a:ext>
            </a:extLst>
          </p:cNvPr>
          <p:cNvSpPr>
            <a:spLocks/>
          </p:cNvSpPr>
          <p:nvPr/>
        </p:nvSpPr>
        <p:spPr>
          <a:xfrm>
            <a:off x="87287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4" name="data_4283">
            <a:extLst>
              <a:ext uri="{FF2B5EF4-FFF2-40B4-BE49-F238E27FC236}">
                <a16:creationId xmlns:a16="http://schemas.microsoft.com/office/drawing/2014/main" id="{BF400254-71D0-4D1E-8128-B3E5FA23E7D9}"/>
              </a:ext>
            </a:extLst>
          </p:cNvPr>
          <p:cNvSpPr>
            <a:spLocks/>
          </p:cNvSpPr>
          <p:nvPr/>
        </p:nvSpPr>
        <p:spPr>
          <a:xfrm>
            <a:off x="8752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5" name="data_4284">
            <a:extLst>
              <a:ext uri="{FF2B5EF4-FFF2-40B4-BE49-F238E27FC236}">
                <a16:creationId xmlns:a16="http://schemas.microsoft.com/office/drawing/2014/main" id="{073CBD21-D9D3-46F9-9D7F-4C8DF69FCA0B}"/>
              </a:ext>
            </a:extLst>
          </p:cNvPr>
          <p:cNvSpPr>
            <a:spLocks/>
          </p:cNvSpPr>
          <p:nvPr/>
        </p:nvSpPr>
        <p:spPr>
          <a:xfrm>
            <a:off x="868617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6" name="data_4285">
            <a:extLst>
              <a:ext uri="{FF2B5EF4-FFF2-40B4-BE49-F238E27FC236}">
                <a16:creationId xmlns:a16="http://schemas.microsoft.com/office/drawing/2014/main" id="{CA5E7DE0-25CE-461B-BFCA-5A45B3C28E95}"/>
              </a:ext>
            </a:extLst>
          </p:cNvPr>
          <p:cNvSpPr>
            <a:spLocks/>
          </p:cNvSpPr>
          <p:nvPr/>
        </p:nvSpPr>
        <p:spPr>
          <a:xfrm>
            <a:off x="870208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7" name="data_4286">
            <a:extLst>
              <a:ext uri="{FF2B5EF4-FFF2-40B4-BE49-F238E27FC236}">
                <a16:creationId xmlns:a16="http://schemas.microsoft.com/office/drawing/2014/main" id="{C63C1A2C-F28D-4111-89FF-630D963950BA}"/>
              </a:ext>
            </a:extLst>
          </p:cNvPr>
          <p:cNvSpPr>
            <a:spLocks/>
          </p:cNvSpPr>
          <p:nvPr/>
        </p:nvSpPr>
        <p:spPr>
          <a:xfrm>
            <a:off x="872056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8" name="data_4287">
            <a:extLst>
              <a:ext uri="{FF2B5EF4-FFF2-40B4-BE49-F238E27FC236}">
                <a16:creationId xmlns:a16="http://schemas.microsoft.com/office/drawing/2014/main" id="{E072F7E5-FE5F-41A3-8502-564986A6F526}"/>
              </a:ext>
            </a:extLst>
          </p:cNvPr>
          <p:cNvSpPr>
            <a:spLocks/>
          </p:cNvSpPr>
          <p:nvPr/>
        </p:nvSpPr>
        <p:spPr>
          <a:xfrm>
            <a:off x="872830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9" name="data_4288">
            <a:extLst>
              <a:ext uri="{FF2B5EF4-FFF2-40B4-BE49-F238E27FC236}">
                <a16:creationId xmlns:a16="http://schemas.microsoft.com/office/drawing/2014/main" id="{BF246691-2F56-4FC1-892A-480898AF07D9}"/>
              </a:ext>
            </a:extLst>
          </p:cNvPr>
          <p:cNvSpPr>
            <a:spLocks/>
          </p:cNvSpPr>
          <p:nvPr/>
        </p:nvSpPr>
        <p:spPr>
          <a:xfrm>
            <a:off x="8664712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0" name="data_4289">
            <a:extLst>
              <a:ext uri="{FF2B5EF4-FFF2-40B4-BE49-F238E27FC236}">
                <a16:creationId xmlns:a16="http://schemas.microsoft.com/office/drawing/2014/main" id="{B75B771B-BE8A-43D1-B0BD-53839EF0E856}"/>
              </a:ext>
            </a:extLst>
          </p:cNvPr>
          <p:cNvSpPr>
            <a:spLocks/>
          </p:cNvSpPr>
          <p:nvPr/>
        </p:nvSpPr>
        <p:spPr>
          <a:xfrm>
            <a:off x="8691527" y="68465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1" name="data_4290">
            <a:extLst>
              <a:ext uri="{FF2B5EF4-FFF2-40B4-BE49-F238E27FC236}">
                <a16:creationId xmlns:a16="http://schemas.microsoft.com/office/drawing/2014/main" id="{11A5C70B-A3B6-4C1F-AF88-0225AE0FC375}"/>
              </a:ext>
            </a:extLst>
          </p:cNvPr>
          <p:cNvSpPr>
            <a:spLocks/>
          </p:cNvSpPr>
          <p:nvPr/>
        </p:nvSpPr>
        <p:spPr>
          <a:xfrm>
            <a:off x="8682283" y="6532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2" name="data_4291">
            <a:extLst>
              <a:ext uri="{FF2B5EF4-FFF2-40B4-BE49-F238E27FC236}">
                <a16:creationId xmlns:a16="http://schemas.microsoft.com/office/drawing/2014/main" id="{34CC3688-5DED-4F95-A52B-AC72C48C2C11}"/>
              </a:ext>
            </a:extLst>
          </p:cNvPr>
          <p:cNvSpPr>
            <a:spLocks/>
          </p:cNvSpPr>
          <p:nvPr/>
        </p:nvSpPr>
        <p:spPr>
          <a:xfrm>
            <a:off x="864891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3" name="data_4292">
            <a:extLst>
              <a:ext uri="{FF2B5EF4-FFF2-40B4-BE49-F238E27FC236}">
                <a16:creationId xmlns:a16="http://schemas.microsoft.com/office/drawing/2014/main" id="{4138D15C-50EF-4793-8658-01195FE77D22}"/>
              </a:ext>
            </a:extLst>
          </p:cNvPr>
          <p:cNvSpPr>
            <a:spLocks/>
          </p:cNvSpPr>
          <p:nvPr/>
        </p:nvSpPr>
        <p:spPr>
          <a:xfrm>
            <a:off x="86499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4" name="data_4293">
            <a:extLst>
              <a:ext uri="{FF2B5EF4-FFF2-40B4-BE49-F238E27FC236}">
                <a16:creationId xmlns:a16="http://schemas.microsoft.com/office/drawing/2014/main" id="{B3085FC9-5CC7-456D-9693-4ED979C17C9D}"/>
              </a:ext>
            </a:extLst>
          </p:cNvPr>
          <p:cNvSpPr>
            <a:spLocks/>
          </p:cNvSpPr>
          <p:nvPr/>
        </p:nvSpPr>
        <p:spPr>
          <a:xfrm>
            <a:off x="867970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5" name="data_4294">
            <a:extLst>
              <a:ext uri="{FF2B5EF4-FFF2-40B4-BE49-F238E27FC236}">
                <a16:creationId xmlns:a16="http://schemas.microsoft.com/office/drawing/2014/main" id="{5C0D7145-151B-4C1E-9007-047BEFC6E514}"/>
              </a:ext>
            </a:extLst>
          </p:cNvPr>
          <p:cNvSpPr>
            <a:spLocks/>
          </p:cNvSpPr>
          <p:nvPr/>
        </p:nvSpPr>
        <p:spPr>
          <a:xfrm>
            <a:off x="874873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6" name="data_4295">
            <a:extLst>
              <a:ext uri="{FF2B5EF4-FFF2-40B4-BE49-F238E27FC236}">
                <a16:creationId xmlns:a16="http://schemas.microsoft.com/office/drawing/2014/main" id="{32D34716-CAEB-4C31-955B-3E28C9FC2D03}"/>
              </a:ext>
            </a:extLst>
          </p:cNvPr>
          <p:cNvSpPr>
            <a:spLocks/>
          </p:cNvSpPr>
          <p:nvPr/>
        </p:nvSpPr>
        <p:spPr>
          <a:xfrm>
            <a:off x="8668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7" name="data_4296">
            <a:extLst>
              <a:ext uri="{FF2B5EF4-FFF2-40B4-BE49-F238E27FC236}">
                <a16:creationId xmlns:a16="http://schemas.microsoft.com/office/drawing/2014/main" id="{4182AB70-8772-4768-85C3-50E6F7ABD7BF}"/>
              </a:ext>
            </a:extLst>
          </p:cNvPr>
          <p:cNvSpPr>
            <a:spLocks/>
          </p:cNvSpPr>
          <p:nvPr/>
        </p:nvSpPr>
        <p:spPr>
          <a:xfrm>
            <a:off x="87481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8" name="data_4297">
            <a:extLst>
              <a:ext uri="{FF2B5EF4-FFF2-40B4-BE49-F238E27FC236}">
                <a16:creationId xmlns:a16="http://schemas.microsoft.com/office/drawing/2014/main" id="{1924C91B-ADEE-4C6D-9C37-158E3B6EA15E}"/>
              </a:ext>
            </a:extLst>
          </p:cNvPr>
          <p:cNvSpPr>
            <a:spLocks/>
          </p:cNvSpPr>
          <p:nvPr/>
        </p:nvSpPr>
        <p:spPr>
          <a:xfrm>
            <a:off x="8653789" y="67483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9" name="data_4298">
            <a:extLst>
              <a:ext uri="{FF2B5EF4-FFF2-40B4-BE49-F238E27FC236}">
                <a16:creationId xmlns:a16="http://schemas.microsoft.com/office/drawing/2014/main" id="{49993054-3E3A-46FF-BFB7-FF9302516A1C}"/>
              </a:ext>
            </a:extLst>
          </p:cNvPr>
          <p:cNvSpPr>
            <a:spLocks/>
          </p:cNvSpPr>
          <p:nvPr/>
        </p:nvSpPr>
        <p:spPr>
          <a:xfrm>
            <a:off x="87382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0" name="data_4299">
            <a:extLst>
              <a:ext uri="{FF2B5EF4-FFF2-40B4-BE49-F238E27FC236}">
                <a16:creationId xmlns:a16="http://schemas.microsoft.com/office/drawing/2014/main" id="{0771D519-90F7-4274-B3CF-116C4BD6B9C2}"/>
              </a:ext>
            </a:extLst>
          </p:cNvPr>
          <p:cNvSpPr>
            <a:spLocks/>
          </p:cNvSpPr>
          <p:nvPr/>
        </p:nvSpPr>
        <p:spPr>
          <a:xfrm>
            <a:off x="867959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1" name="data_4300">
            <a:extLst>
              <a:ext uri="{FF2B5EF4-FFF2-40B4-BE49-F238E27FC236}">
                <a16:creationId xmlns:a16="http://schemas.microsoft.com/office/drawing/2014/main" id="{C6398EF9-C61B-4144-836B-E1093AE8EDDC}"/>
              </a:ext>
            </a:extLst>
          </p:cNvPr>
          <p:cNvSpPr>
            <a:spLocks/>
          </p:cNvSpPr>
          <p:nvPr/>
        </p:nvSpPr>
        <p:spPr>
          <a:xfrm>
            <a:off x="8683625" y="62374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2" name="data_4301">
            <a:extLst>
              <a:ext uri="{FF2B5EF4-FFF2-40B4-BE49-F238E27FC236}">
                <a16:creationId xmlns:a16="http://schemas.microsoft.com/office/drawing/2014/main" id="{CE4D7251-7EEC-4526-80CC-F684ABB6B6D2}"/>
              </a:ext>
            </a:extLst>
          </p:cNvPr>
          <p:cNvSpPr>
            <a:spLocks/>
          </p:cNvSpPr>
          <p:nvPr/>
        </p:nvSpPr>
        <p:spPr>
          <a:xfrm>
            <a:off x="86464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3" name="data_4302">
            <a:extLst>
              <a:ext uri="{FF2B5EF4-FFF2-40B4-BE49-F238E27FC236}">
                <a16:creationId xmlns:a16="http://schemas.microsoft.com/office/drawing/2014/main" id="{36923E11-4769-4604-88EC-DB0A67D0831A}"/>
              </a:ext>
            </a:extLst>
          </p:cNvPr>
          <p:cNvSpPr>
            <a:spLocks/>
          </p:cNvSpPr>
          <p:nvPr/>
        </p:nvSpPr>
        <p:spPr>
          <a:xfrm>
            <a:off x="87007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4" name="data_4303">
            <a:extLst>
              <a:ext uri="{FF2B5EF4-FFF2-40B4-BE49-F238E27FC236}">
                <a16:creationId xmlns:a16="http://schemas.microsoft.com/office/drawing/2014/main" id="{BF9636CF-3C51-4064-A04F-BDE284F5224F}"/>
              </a:ext>
            </a:extLst>
          </p:cNvPr>
          <p:cNvSpPr>
            <a:spLocks/>
          </p:cNvSpPr>
          <p:nvPr/>
        </p:nvSpPr>
        <p:spPr>
          <a:xfrm>
            <a:off x="870579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5" name="data_4304">
            <a:extLst>
              <a:ext uri="{FF2B5EF4-FFF2-40B4-BE49-F238E27FC236}">
                <a16:creationId xmlns:a16="http://schemas.microsoft.com/office/drawing/2014/main" id="{0CD0BB42-0C8B-4F72-A8E7-3220B83F25E1}"/>
              </a:ext>
            </a:extLst>
          </p:cNvPr>
          <p:cNvSpPr>
            <a:spLocks/>
          </p:cNvSpPr>
          <p:nvPr/>
        </p:nvSpPr>
        <p:spPr>
          <a:xfrm>
            <a:off x="87220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6" name="data_4305">
            <a:extLst>
              <a:ext uri="{FF2B5EF4-FFF2-40B4-BE49-F238E27FC236}">
                <a16:creationId xmlns:a16="http://schemas.microsoft.com/office/drawing/2014/main" id="{B99CC1FD-6102-4DBA-AEE8-4A7E78C2435E}"/>
              </a:ext>
            </a:extLst>
          </p:cNvPr>
          <p:cNvSpPr>
            <a:spLocks/>
          </p:cNvSpPr>
          <p:nvPr/>
        </p:nvSpPr>
        <p:spPr>
          <a:xfrm>
            <a:off x="87004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7" name="data_4306">
            <a:extLst>
              <a:ext uri="{FF2B5EF4-FFF2-40B4-BE49-F238E27FC236}">
                <a16:creationId xmlns:a16="http://schemas.microsoft.com/office/drawing/2014/main" id="{284709F7-FD45-49C1-BC02-AB9DE0FD3C3C}"/>
              </a:ext>
            </a:extLst>
          </p:cNvPr>
          <p:cNvSpPr>
            <a:spLocks/>
          </p:cNvSpPr>
          <p:nvPr/>
        </p:nvSpPr>
        <p:spPr>
          <a:xfrm>
            <a:off x="87352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8" name="data_4307">
            <a:extLst>
              <a:ext uri="{FF2B5EF4-FFF2-40B4-BE49-F238E27FC236}">
                <a16:creationId xmlns:a16="http://schemas.microsoft.com/office/drawing/2014/main" id="{4807CC50-5DD1-46CB-A5B0-334012F03938}"/>
              </a:ext>
            </a:extLst>
          </p:cNvPr>
          <p:cNvSpPr>
            <a:spLocks/>
          </p:cNvSpPr>
          <p:nvPr/>
        </p:nvSpPr>
        <p:spPr>
          <a:xfrm>
            <a:off x="871561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9" name="data_4308">
            <a:extLst>
              <a:ext uri="{FF2B5EF4-FFF2-40B4-BE49-F238E27FC236}">
                <a16:creationId xmlns:a16="http://schemas.microsoft.com/office/drawing/2014/main" id="{206263E0-D307-48E2-8303-4A30FF906EDE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0" name="data_4309">
            <a:extLst>
              <a:ext uri="{FF2B5EF4-FFF2-40B4-BE49-F238E27FC236}">
                <a16:creationId xmlns:a16="http://schemas.microsoft.com/office/drawing/2014/main" id="{426C5996-BD47-4168-ABD1-C7B0D1AEE18D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1" name="text_4310">
            <a:extLst>
              <a:ext uri="{FF2B5EF4-FFF2-40B4-BE49-F238E27FC236}">
                <a16:creationId xmlns:a16="http://schemas.microsoft.com/office/drawing/2014/main" id="{90DE51E6-A397-4309-A19C-B7A83E6D95DA}"/>
              </a:ext>
            </a:extLst>
          </p:cNvPr>
          <p:cNvSpPr>
            <a:spLocks/>
          </p:cNvSpPr>
          <p:nvPr/>
        </p:nvSpPr>
        <p:spPr>
          <a:xfrm>
            <a:off x="6526468" y="4774729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4312" name="text_4311">
            <a:extLst>
              <a:ext uri="{FF2B5EF4-FFF2-40B4-BE49-F238E27FC236}">
                <a16:creationId xmlns:a16="http://schemas.microsoft.com/office/drawing/2014/main" id="{F460E711-E16D-495E-B6E2-5DF10A687E28}"/>
              </a:ext>
            </a:extLst>
          </p:cNvPr>
          <p:cNvSpPr>
            <a:spLocks/>
          </p:cNvSpPr>
          <p:nvPr/>
        </p:nvSpPr>
        <p:spPr>
          <a:xfrm>
            <a:off x="7005297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313" name="data_4312">
            <a:extLst>
              <a:ext uri="{FF2B5EF4-FFF2-40B4-BE49-F238E27FC236}">
                <a16:creationId xmlns:a16="http://schemas.microsoft.com/office/drawing/2014/main" id="{A6B7FA50-19C6-4225-8AF3-DA91D6D0FCA6}"/>
              </a:ext>
            </a:extLst>
          </p:cNvPr>
          <p:cNvSpPr>
            <a:spLocks/>
          </p:cNvSpPr>
          <p:nvPr/>
        </p:nvSpPr>
        <p:spPr>
          <a:xfrm>
            <a:off x="7169939" y="6078371"/>
            <a:ext cx="191" cy="785905"/>
          </a:xfrm>
          <a:custGeom>
            <a:avLst/>
            <a:gdLst/>
            <a:ahLst/>
            <a:cxnLst/>
            <a:rect l="0" t="0" r="0" b="0"/>
            <a:pathLst>
              <a:path w="191" h="785905">
                <a:moveTo>
                  <a:pt x="0" y="78590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4" name="data_4313">
            <a:extLst>
              <a:ext uri="{FF2B5EF4-FFF2-40B4-BE49-F238E27FC236}">
                <a16:creationId xmlns:a16="http://schemas.microsoft.com/office/drawing/2014/main" id="{AC718FA8-BE2F-47CA-935F-EBAB5D76ECC9}"/>
              </a:ext>
            </a:extLst>
          </p:cNvPr>
          <p:cNvSpPr>
            <a:spLocks/>
          </p:cNvSpPr>
          <p:nvPr/>
        </p:nvSpPr>
        <p:spPr>
          <a:xfrm>
            <a:off x="7423234" y="5194227"/>
            <a:ext cx="191" cy="1326215"/>
          </a:xfrm>
          <a:custGeom>
            <a:avLst/>
            <a:gdLst/>
            <a:ahLst/>
            <a:cxnLst/>
            <a:rect l="0" t="0" r="0" b="0"/>
            <a:pathLst>
              <a:path w="191" h="1326215">
                <a:moveTo>
                  <a:pt x="0" y="13262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5" name="data_4314">
            <a:extLst>
              <a:ext uri="{FF2B5EF4-FFF2-40B4-BE49-F238E27FC236}">
                <a16:creationId xmlns:a16="http://schemas.microsoft.com/office/drawing/2014/main" id="{7FE747DA-651A-440B-8065-27DF4326CC01}"/>
              </a:ext>
            </a:extLst>
          </p:cNvPr>
          <p:cNvSpPr>
            <a:spLocks/>
          </p:cNvSpPr>
          <p:nvPr/>
        </p:nvSpPr>
        <p:spPr>
          <a:xfrm>
            <a:off x="7676529" y="5194227"/>
            <a:ext cx="191" cy="818473"/>
          </a:xfrm>
          <a:custGeom>
            <a:avLst/>
            <a:gdLst/>
            <a:ahLst/>
            <a:cxnLst/>
            <a:rect l="0" t="0" r="0" b="0"/>
            <a:pathLst>
              <a:path w="191" h="818473">
                <a:moveTo>
                  <a:pt x="0" y="81847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6" name="data_4315">
            <a:extLst>
              <a:ext uri="{FF2B5EF4-FFF2-40B4-BE49-F238E27FC236}">
                <a16:creationId xmlns:a16="http://schemas.microsoft.com/office/drawing/2014/main" id="{1C81154D-8909-4568-8CF4-FFB705D3E0F2}"/>
              </a:ext>
            </a:extLst>
          </p:cNvPr>
          <p:cNvSpPr>
            <a:spLocks/>
          </p:cNvSpPr>
          <p:nvPr/>
        </p:nvSpPr>
        <p:spPr>
          <a:xfrm>
            <a:off x="8208449" y="5194227"/>
            <a:ext cx="191" cy="1690074"/>
          </a:xfrm>
          <a:custGeom>
            <a:avLst/>
            <a:gdLst/>
            <a:ahLst/>
            <a:cxnLst/>
            <a:rect l="0" t="0" r="0" b="0"/>
            <a:pathLst>
              <a:path w="191" h="1690074">
                <a:moveTo>
                  <a:pt x="0" y="169007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7" name="data_4316">
            <a:extLst>
              <a:ext uri="{FF2B5EF4-FFF2-40B4-BE49-F238E27FC236}">
                <a16:creationId xmlns:a16="http://schemas.microsoft.com/office/drawing/2014/main" id="{DF5E9992-DDC9-43DD-958C-E6A1FF3EFB45}"/>
              </a:ext>
            </a:extLst>
          </p:cNvPr>
          <p:cNvSpPr>
            <a:spLocks/>
          </p:cNvSpPr>
          <p:nvPr/>
        </p:nvSpPr>
        <p:spPr>
          <a:xfrm>
            <a:off x="8461744" y="5194227"/>
            <a:ext cx="191" cy="1547251"/>
          </a:xfrm>
          <a:custGeom>
            <a:avLst/>
            <a:gdLst/>
            <a:ahLst/>
            <a:cxnLst/>
            <a:rect l="0" t="0" r="0" b="0"/>
            <a:pathLst>
              <a:path w="191" h="1547251">
                <a:moveTo>
                  <a:pt x="0" y="15472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8" name="data_4317">
            <a:extLst>
              <a:ext uri="{FF2B5EF4-FFF2-40B4-BE49-F238E27FC236}">
                <a16:creationId xmlns:a16="http://schemas.microsoft.com/office/drawing/2014/main" id="{CE5998D9-45C8-4E00-BC87-65E474E827F3}"/>
              </a:ext>
            </a:extLst>
          </p:cNvPr>
          <p:cNvSpPr>
            <a:spLocks/>
          </p:cNvSpPr>
          <p:nvPr/>
        </p:nvSpPr>
        <p:spPr>
          <a:xfrm>
            <a:off x="8715039" y="5194227"/>
            <a:ext cx="191" cy="1289376"/>
          </a:xfrm>
          <a:custGeom>
            <a:avLst/>
            <a:gdLst/>
            <a:ahLst/>
            <a:cxnLst/>
            <a:rect l="0" t="0" r="0" b="0"/>
            <a:pathLst>
              <a:path w="191" h="1289376">
                <a:moveTo>
                  <a:pt x="0" y="12893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9" name="data_4318">
            <a:extLst>
              <a:ext uri="{FF2B5EF4-FFF2-40B4-BE49-F238E27FC236}">
                <a16:creationId xmlns:a16="http://schemas.microsoft.com/office/drawing/2014/main" id="{95E32D14-B65A-423A-85F5-89FAAAFCFAF4}"/>
              </a:ext>
            </a:extLst>
          </p:cNvPr>
          <p:cNvSpPr>
            <a:spLocks/>
          </p:cNvSpPr>
          <p:nvPr/>
        </p:nvSpPr>
        <p:spPr>
          <a:xfrm>
            <a:off x="7134470" y="648943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0" name="data_4319">
            <a:extLst>
              <a:ext uri="{FF2B5EF4-FFF2-40B4-BE49-F238E27FC236}">
                <a16:creationId xmlns:a16="http://schemas.microsoft.com/office/drawing/2014/main" id="{C661D349-3354-4FFA-8C62-A253901982A5}"/>
              </a:ext>
            </a:extLst>
          </p:cNvPr>
          <p:cNvSpPr>
            <a:spLocks/>
          </p:cNvSpPr>
          <p:nvPr/>
        </p:nvSpPr>
        <p:spPr>
          <a:xfrm>
            <a:off x="7387765" y="57481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1" name="data_4320">
            <a:extLst>
              <a:ext uri="{FF2B5EF4-FFF2-40B4-BE49-F238E27FC236}">
                <a16:creationId xmlns:a16="http://schemas.microsoft.com/office/drawing/2014/main" id="{37EBED12-442B-4DB4-BB40-4EDE3FAE5719}"/>
              </a:ext>
            </a:extLst>
          </p:cNvPr>
          <p:cNvSpPr>
            <a:spLocks/>
          </p:cNvSpPr>
          <p:nvPr/>
        </p:nvSpPr>
        <p:spPr>
          <a:xfrm>
            <a:off x="764106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2" name="data_4321">
            <a:extLst>
              <a:ext uri="{FF2B5EF4-FFF2-40B4-BE49-F238E27FC236}">
                <a16:creationId xmlns:a16="http://schemas.microsoft.com/office/drawing/2014/main" id="{F51F047D-3F08-4466-A338-0DA6AE5CB5FE}"/>
              </a:ext>
            </a:extLst>
          </p:cNvPr>
          <p:cNvSpPr>
            <a:spLocks/>
          </p:cNvSpPr>
          <p:nvPr/>
        </p:nvSpPr>
        <p:spPr>
          <a:xfrm>
            <a:off x="8172980" y="580713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3" name="data_4322">
            <a:extLst>
              <a:ext uri="{FF2B5EF4-FFF2-40B4-BE49-F238E27FC236}">
                <a16:creationId xmlns:a16="http://schemas.microsoft.com/office/drawing/2014/main" id="{AF97789C-CFA3-41AE-81FF-15B2A7C80359}"/>
              </a:ext>
            </a:extLst>
          </p:cNvPr>
          <p:cNvSpPr>
            <a:spLocks/>
          </p:cNvSpPr>
          <p:nvPr/>
        </p:nvSpPr>
        <p:spPr>
          <a:xfrm>
            <a:off x="8426275" y="541663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4" name="data_4323">
            <a:extLst>
              <a:ext uri="{FF2B5EF4-FFF2-40B4-BE49-F238E27FC236}">
                <a16:creationId xmlns:a16="http://schemas.microsoft.com/office/drawing/2014/main" id="{9A37E151-0675-4D89-AD6F-8C269DA80E07}"/>
              </a:ext>
            </a:extLst>
          </p:cNvPr>
          <p:cNvSpPr>
            <a:spLocks/>
          </p:cNvSpPr>
          <p:nvPr/>
        </p:nvSpPr>
        <p:spPr>
          <a:xfrm>
            <a:off x="867957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5" name="data_4324">
            <a:extLst>
              <a:ext uri="{FF2B5EF4-FFF2-40B4-BE49-F238E27FC236}">
                <a16:creationId xmlns:a16="http://schemas.microsoft.com/office/drawing/2014/main" id="{C7D9C077-F9C0-43AA-9875-940943620351}"/>
              </a:ext>
            </a:extLst>
          </p:cNvPr>
          <p:cNvSpPr>
            <a:spLocks/>
          </p:cNvSpPr>
          <p:nvPr/>
        </p:nvSpPr>
        <p:spPr>
          <a:xfrm>
            <a:off x="2982516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4326" name="text_4325">
            <a:extLst>
              <a:ext uri="{FF2B5EF4-FFF2-40B4-BE49-F238E27FC236}">
                <a16:creationId xmlns:a16="http://schemas.microsoft.com/office/drawing/2014/main" id="{C5A268E1-FBFF-4570-ACF3-BCAB04295090}"/>
              </a:ext>
            </a:extLst>
          </p:cNvPr>
          <p:cNvSpPr>
            <a:spLocks/>
          </p:cNvSpPr>
          <p:nvPr/>
        </p:nvSpPr>
        <p:spPr>
          <a:xfrm>
            <a:off x="3252080" y="73061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4327" name="data_4326">
            <a:extLst>
              <a:ext uri="{FF2B5EF4-FFF2-40B4-BE49-F238E27FC236}">
                <a16:creationId xmlns:a16="http://schemas.microsoft.com/office/drawing/2014/main" id="{E7A4996F-C9B0-4000-AA51-100BC850C0EA}"/>
              </a:ext>
            </a:extLst>
          </p:cNvPr>
          <p:cNvSpPr>
            <a:spLocks/>
          </p:cNvSpPr>
          <p:nvPr/>
        </p:nvSpPr>
        <p:spPr>
          <a:xfrm>
            <a:off x="4192119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4328" name="text_4327">
            <a:extLst>
              <a:ext uri="{FF2B5EF4-FFF2-40B4-BE49-F238E27FC236}">
                <a16:creationId xmlns:a16="http://schemas.microsoft.com/office/drawing/2014/main" id="{48AE8747-A9B0-4D56-8B53-B012A474A86E}"/>
              </a:ext>
            </a:extLst>
          </p:cNvPr>
          <p:cNvSpPr>
            <a:spLocks/>
          </p:cNvSpPr>
          <p:nvPr/>
        </p:nvSpPr>
        <p:spPr>
          <a:xfrm>
            <a:off x="4461682" y="73061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4329" name="data_4328">
            <a:extLst>
              <a:ext uri="{FF2B5EF4-FFF2-40B4-BE49-F238E27FC236}">
                <a16:creationId xmlns:a16="http://schemas.microsoft.com/office/drawing/2014/main" id="{00A5E0F6-E665-4FF9-9F18-4AA3908CEB13}"/>
              </a:ext>
            </a:extLst>
          </p:cNvPr>
          <p:cNvSpPr>
            <a:spLocks/>
          </p:cNvSpPr>
          <p:nvPr/>
        </p:nvSpPr>
        <p:spPr>
          <a:xfrm>
            <a:off x="5844184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4330" name="text_4329">
            <a:extLst>
              <a:ext uri="{FF2B5EF4-FFF2-40B4-BE49-F238E27FC236}">
                <a16:creationId xmlns:a16="http://schemas.microsoft.com/office/drawing/2014/main" id="{18DA683B-BF99-4056-8706-DF0CF23B935F}"/>
              </a:ext>
            </a:extLst>
          </p:cNvPr>
          <p:cNvSpPr>
            <a:spLocks/>
          </p:cNvSpPr>
          <p:nvPr/>
        </p:nvSpPr>
        <p:spPr>
          <a:xfrm>
            <a:off x="6113748" y="73061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804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DFA36-D70C-4273-C31C-6B3CC27C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1" name="data_0">
            <a:extLst>
              <a:ext uri="{FF2B5EF4-FFF2-40B4-BE49-F238E27FC236}">
                <a16:creationId xmlns:a16="http://schemas.microsoft.com/office/drawing/2014/main" id="{CD974FAD-1230-E758-BA58-F55D72A50D53}"/>
              </a:ext>
            </a:extLst>
          </p:cNvPr>
          <p:cNvSpPr>
            <a:spLocks/>
          </p:cNvSpPr>
          <p:nvPr/>
        </p:nvSpPr>
        <p:spPr>
          <a:xfrm>
            <a:off x="373592" y="597693"/>
            <a:ext cx="9048750" cy="7791979"/>
          </a:xfrm>
          <a:custGeom>
            <a:avLst/>
            <a:gdLst/>
            <a:ahLst/>
            <a:cxnLst/>
            <a:rect l="0" t="0" r="0" b="0"/>
            <a:pathLst>
              <a:path w="9048750" h="7791979">
                <a:moveTo>
                  <a:pt x="0" y="7791979"/>
                </a:moveTo>
                <a:lnTo>
                  <a:pt x="9048750" y="7791979"/>
                </a:lnTo>
                <a:lnTo>
                  <a:pt x="9048750" y="0"/>
                </a:lnTo>
                <a:lnTo>
                  <a:pt x="0" y="0"/>
                </a:lnTo>
                <a:lnTo>
                  <a:pt x="0" y="779197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DD7E641A-3B55-678F-2E93-C5511478157D}"/>
              </a:ext>
            </a:extLst>
          </p:cNvPr>
          <p:cNvSpPr>
            <a:spLocks/>
          </p:cNvSpPr>
          <p:nvPr/>
        </p:nvSpPr>
        <p:spPr>
          <a:xfrm>
            <a:off x="1218944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C6940CA8-65AA-7581-B562-0BAD7C9F9FD4}"/>
              </a:ext>
            </a:extLst>
          </p:cNvPr>
          <p:cNvSpPr>
            <a:spLocks/>
          </p:cNvSpPr>
          <p:nvPr/>
        </p:nvSpPr>
        <p:spPr>
          <a:xfrm>
            <a:off x="1687540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0098DF6B-259D-8100-1041-5C1B9431EBA1}"/>
              </a:ext>
            </a:extLst>
          </p:cNvPr>
          <p:cNvSpPr>
            <a:spLocks/>
          </p:cNvSpPr>
          <p:nvPr/>
        </p:nvSpPr>
        <p:spPr>
          <a:xfrm>
            <a:off x="1321075" y="3615928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4D5B1471-2464-58CC-F66B-EC4DFCAC5B1B}"/>
              </a:ext>
            </a:extLst>
          </p:cNvPr>
          <p:cNvSpPr>
            <a:spLocks/>
          </p:cNvSpPr>
          <p:nvPr/>
        </p:nvSpPr>
        <p:spPr>
          <a:xfrm>
            <a:off x="2624732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4B0DC226-CFEE-193A-1937-BDC6503971A5}"/>
              </a:ext>
            </a:extLst>
          </p:cNvPr>
          <p:cNvSpPr>
            <a:spLocks/>
          </p:cNvSpPr>
          <p:nvPr/>
        </p:nvSpPr>
        <p:spPr>
          <a:xfrm>
            <a:off x="2264632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2AD944F5-555A-4252-3D54-813A845A93F2}"/>
              </a:ext>
            </a:extLst>
          </p:cNvPr>
          <p:cNvSpPr>
            <a:spLocks/>
          </p:cNvSpPr>
          <p:nvPr/>
        </p:nvSpPr>
        <p:spPr>
          <a:xfrm>
            <a:off x="2385955" y="3735645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CEE0A02D-1E48-780A-B01C-BD9AE86AFA9F}"/>
              </a:ext>
            </a:extLst>
          </p:cNvPr>
          <p:cNvSpPr>
            <a:spLocks/>
          </p:cNvSpPr>
          <p:nvPr/>
        </p:nvSpPr>
        <p:spPr>
          <a:xfrm>
            <a:off x="2451805" y="3735645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BFB67CE1-2063-E4F3-EE6D-C0E1F72D84FE}"/>
              </a:ext>
            </a:extLst>
          </p:cNvPr>
          <p:cNvSpPr>
            <a:spLocks/>
          </p:cNvSpPr>
          <p:nvPr/>
        </p:nvSpPr>
        <p:spPr>
          <a:xfrm>
            <a:off x="2521015" y="3735645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A1C9DE0D-B0F6-3F4C-FC67-AF3E98BEFF7A}"/>
              </a:ext>
            </a:extLst>
          </p:cNvPr>
          <p:cNvSpPr>
            <a:spLocks/>
          </p:cNvSpPr>
          <p:nvPr/>
        </p:nvSpPr>
        <p:spPr>
          <a:xfrm>
            <a:off x="2594768" y="3735645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5F65EF5D-4693-6B78-F2CD-2DA21ED5E1F9}"/>
              </a:ext>
            </a:extLst>
          </p:cNvPr>
          <p:cNvSpPr>
            <a:spLocks/>
          </p:cNvSpPr>
          <p:nvPr/>
        </p:nvSpPr>
        <p:spPr>
          <a:xfrm>
            <a:off x="2676551" y="3735645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6BF6420E-43C2-C065-C6BD-F32970F7C795}"/>
              </a:ext>
            </a:extLst>
          </p:cNvPr>
          <p:cNvSpPr>
            <a:spLocks/>
          </p:cNvSpPr>
          <p:nvPr/>
        </p:nvSpPr>
        <p:spPr>
          <a:xfrm>
            <a:off x="2745559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A2029871-CE1B-A559-DBBB-B8EF10A43FBC}"/>
              </a:ext>
            </a:extLst>
          </p:cNvPr>
          <p:cNvSpPr>
            <a:spLocks/>
          </p:cNvSpPr>
          <p:nvPr/>
        </p:nvSpPr>
        <p:spPr>
          <a:xfrm>
            <a:off x="2790782" y="3783780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2342AAB4-AB82-AB65-7979-5D79B7F3C1FB}"/>
              </a:ext>
            </a:extLst>
          </p:cNvPr>
          <p:cNvSpPr>
            <a:spLocks/>
          </p:cNvSpPr>
          <p:nvPr/>
        </p:nvSpPr>
        <p:spPr>
          <a:xfrm>
            <a:off x="2813306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62425CB3-16AC-659D-BCCF-B4D8512B9970}"/>
              </a:ext>
            </a:extLst>
          </p:cNvPr>
          <p:cNvSpPr>
            <a:spLocks/>
          </p:cNvSpPr>
          <p:nvPr/>
        </p:nvSpPr>
        <p:spPr>
          <a:xfrm>
            <a:off x="1218944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BED7E6DD-2989-DB64-8527-DBBE8F610BFD}"/>
              </a:ext>
            </a:extLst>
          </p:cNvPr>
          <p:cNvSpPr>
            <a:spLocks/>
          </p:cNvSpPr>
          <p:nvPr/>
        </p:nvSpPr>
        <p:spPr>
          <a:xfrm>
            <a:off x="1174608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54767171-C7A3-2DDC-AE77-79DC298D907A}"/>
              </a:ext>
            </a:extLst>
          </p:cNvPr>
          <p:cNvSpPr>
            <a:spLocks/>
          </p:cNvSpPr>
          <p:nvPr/>
        </p:nvSpPr>
        <p:spPr>
          <a:xfrm>
            <a:off x="950884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48767F53-FA37-0683-AA43-2978782980A6}"/>
              </a:ext>
            </a:extLst>
          </p:cNvPr>
          <p:cNvSpPr>
            <a:spLocks/>
          </p:cNvSpPr>
          <p:nvPr/>
        </p:nvSpPr>
        <p:spPr>
          <a:xfrm>
            <a:off x="1218944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8F6188DB-1902-CDDC-0D4E-0FD5FF22C6C1}"/>
              </a:ext>
            </a:extLst>
          </p:cNvPr>
          <p:cNvSpPr>
            <a:spLocks/>
          </p:cNvSpPr>
          <p:nvPr/>
        </p:nvSpPr>
        <p:spPr>
          <a:xfrm>
            <a:off x="1174608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082BCD6B-EB82-A603-DA20-0AE21620D961}"/>
              </a:ext>
            </a:extLst>
          </p:cNvPr>
          <p:cNvSpPr>
            <a:spLocks/>
          </p:cNvSpPr>
          <p:nvPr/>
        </p:nvSpPr>
        <p:spPr>
          <a:xfrm>
            <a:off x="950884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53758BB4-A0BC-9FFE-6FF7-3265AF490B23}"/>
              </a:ext>
            </a:extLst>
          </p:cNvPr>
          <p:cNvSpPr>
            <a:spLocks/>
          </p:cNvSpPr>
          <p:nvPr/>
        </p:nvSpPr>
        <p:spPr>
          <a:xfrm>
            <a:off x="1218944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B296E9CD-0A6B-CF40-F673-8AED45D322B5}"/>
              </a:ext>
            </a:extLst>
          </p:cNvPr>
          <p:cNvSpPr>
            <a:spLocks/>
          </p:cNvSpPr>
          <p:nvPr/>
        </p:nvSpPr>
        <p:spPr>
          <a:xfrm>
            <a:off x="1174608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4985C7AF-FE78-21B7-3ADC-0395791F3F7D}"/>
              </a:ext>
            </a:extLst>
          </p:cNvPr>
          <p:cNvSpPr>
            <a:spLocks/>
          </p:cNvSpPr>
          <p:nvPr/>
        </p:nvSpPr>
        <p:spPr>
          <a:xfrm>
            <a:off x="950884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99C466FD-C0C3-5805-A1B8-F5DD6BC831D2}"/>
              </a:ext>
            </a:extLst>
          </p:cNvPr>
          <p:cNvSpPr>
            <a:spLocks/>
          </p:cNvSpPr>
          <p:nvPr/>
        </p:nvSpPr>
        <p:spPr>
          <a:xfrm rot="-5400000">
            <a:off x="681676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DF22A49B-B024-2F39-80B1-D50D13678F08}"/>
              </a:ext>
            </a:extLst>
          </p:cNvPr>
          <p:cNvSpPr>
            <a:spLocks/>
          </p:cNvSpPr>
          <p:nvPr/>
        </p:nvSpPr>
        <p:spPr>
          <a:xfrm>
            <a:off x="1366551" y="3042788"/>
            <a:ext cx="192124" cy="436423"/>
          </a:xfrm>
          <a:custGeom>
            <a:avLst/>
            <a:gdLst/>
            <a:ahLst/>
            <a:cxnLst/>
            <a:rect l="0" t="0" r="0" b="0"/>
            <a:pathLst>
              <a:path w="192124" h="436423">
                <a:moveTo>
                  <a:pt x="0" y="436423"/>
                </a:moveTo>
                <a:lnTo>
                  <a:pt x="192124" y="436423"/>
                </a:lnTo>
                <a:lnTo>
                  <a:pt x="192124" y="0"/>
                </a:lnTo>
                <a:lnTo>
                  <a:pt x="0" y="0"/>
                </a:lnTo>
                <a:lnTo>
                  <a:pt x="0" y="4364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FF1D7CB7-C43A-5691-C890-8E7BB1938A53}"/>
              </a:ext>
            </a:extLst>
          </p:cNvPr>
          <p:cNvSpPr>
            <a:spLocks/>
          </p:cNvSpPr>
          <p:nvPr/>
        </p:nvSpPr>
        <p:spPr>
          <a:xfrm>
            <a:off x="1591478" y="2635956"/>
            <a:ext cx="192124" cy="843255"/>
          </a:xfrm>
          <a:custGeom>
            <a:avLst/>
            <a:gdLst/>
            <a:ahLst/>
            <a:cxnLst/>
            <a:rect l="0" t="0" r="0" b="0"/>
            <a:pathLst>
              <a:path w="192124" h="843255">
                <a:moveTo>
                  <a:pt x="0" y="843255"/>
                </a:moveTo>
                <a:lnTo>
                  <a:pt x="192124" y="843255"/>
                </a:lnTo>
                <a:lnTo>
                  <a:pt x="192124" y="0"/>
                </a:lnTo>
                <a:lnTo>
                  <a:pt x="0" y="0"/>
                </a:lnTo>
                <a:lnTo>
                  <a:pt x="0" y="84325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928E7A86-52DA-6980-FF1E-9690392D4E7A}"/>
              </a:ext>
            </a:extLst>
          </p:cNvPr>
          <p:cNvSpPr>
            <a:spLocks/>
          </p:cNvSpPr>
          <p:nvPr/>
        </p:nvSpPr>
        <p:spPr>
          <a:xfrm>
            <a:off x="1816404" y="2445650"/>
            <a:ext cx="192124" cy="1033561"/>
          </a:xfrm>
          <a:custGeom>
            <a:avLst/>
            <a:gdLst/>
            <a:ahLst/>
            <a:cxnLst/>
            <a:rect l="0" t="0" r="0" b="0"/>
            <a:pathLst>
              <a:path w="192124" h="1033561">
                <a:moveTo>
                  <a:pt x="0" y="1033561"/>
                </a:moveTo>
                <a:lnTo>
                  <a:pt x="192124" y="1033561"/>
                </a:lnTo>
                <a:lnTo>
                  <a:pt x="192124" y="0"/>
                </a:lnTo>
                <a:lnTo>
                  <a:pt x="0" y="0"/>
                </a:lnTo>
                <a:lnTo>
                  <a:pt x="0" y="103356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7E4CAEBA-F7D3-EAEA-A5AC-E0A215B9DE3D}"/>
              </a:ext>
            </a:extLst>
          </p:cNvPr>
          <p:cNvSpPr>
            <a:spLocks/>
          </p:cNvSpPr>
          <p:nvPr/>
        </p:nvSpPr>
        <p:spPr>
          <a:xfrm>
            <a:off x="2303743" y="3003536"/>
            <a:ext cx="192124" cy="475675"/>
          </a:xfrm>
          <a:custGeom>
            <a:avLst/>
            <a:gdLst/>
            <a:ahLst/>
            <a:cxnLst/>
            <a:rect l="0" t="0" r="0" b="0"/>
            <a:pathLst>
              <a:path w="192124" h="475675">
                <a:moveTo>
                  <a:pt x="0" y="475675"/>
                </a:moveTo>
                <a:lnTo>
                  <a:pt x="192124" y="475675"/>
                </a:lnTo>
                <a:lnTo>
                  <a:pt x="192124" y="0"/>
                </a:lnTo>
                <a:lnTo>
                  <a:pt x="0" y="0"/>
                </a:lnTo>
                <a:lnTo>
                  <a:pt x="0" y="4756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57278FA0-3207-F25A-33FD-5D9D9FFCB5C9}"/>
              </a:ext>
            </a:extLst>
          </p:cNvPr>
          <p:cNvSpPr>
            <a:spLocks/>
          </p:cNvSpPr>
          <p:nvPr/>
        </p:nvSpPr>
        <p:spPr>
          <a:xfrm>
            <a:off x="2528670" y="2522774"/>
            <a:ext cx="192124" cy="956436"/>
          </a:xfrm>
          <a:custGeom>
            <a:avLst/>
            <a:gdLst/>
            <a:ahLst/>
            <a:cxnLst/>
            <a:rect l="0" t="0" r="0" b="0"/>
            <a:pathLst>
              <a:path w="192124" h="956436">
                <a:moveTo>
                  <a:pt x="0" y="956436"/>
                </a:moveTo>
                <a:lnTo>
                  <a:pt x="192124" y="956436"/>
                </a:lnTo>
                <a:lnTo>
                  <a:pt x="192124" y="0"/>
                </a:lnTo>
                <a:lnTo>
                  <a:pt x="0" y="0"/>
                </a:lnTo>
                <a:lnTo>
                  <a:pt x="0" y="95643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3136AEA7-8F5C-95C2-80BE-64D97512DCE3}"/>
              </a:ext>
            </a:extLst>
          </p:cNvPr>
          <p:cNvSpPr>
            <a:spLocks/>
          </p:cNvSpPr>
          <p:nvPr/>
        </p:nvSpPr>
        <p:spPr>
          <a:xfrm>
            <a:off x="2753596" y="2306548"/>
            <a:ext cx="192124" cy="1172663"/>
          </a:xfrm>
          <a:custGeom>
            <a:avLst/>
            <a:gdLst/>
            <a:ahLst/>
            <a:cxnLst/>
            <a:rect l="0" t="0" r="0" b="0"/>
            <a:pathLst>
              <a:path w="192124" h="1172663">
                <a:moveTo>
                  <a:pt x="0" y="1172663"/>
                </a:moveTo>
                <a:lnTo>
                  <a:pt x="192124" y="1172663"/>
                </a:lnTo>
                <a:lnTo>
                  <a:pt x="192124" y="0"/>
                </a:lnTo>
                <a:lnTo>
                  <a:pt x="0" y="0"/>
                </a:lnTo>
                <a:lnTo>
                  <a:pt x="0" y="11726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A3645748-0CD1-ED40-4B58-C49223BE90B9}"/>
              </a:ext>
            </a:extLst>
          </p:cNvPr>
          <p:cNvSpPr>
            <a:spLocks/>
          </p:cNvSpPr>
          <p:nvPr/>
        </p:nvSpPr>
        <p:spPr>
          <a:xfrm>
            <a:off x="14075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5F7630AD-1FE0-CE98-FD90-CD245AA70B64}"/>
              </a:ext>
            </a:extLst>
          </p:cNvPr>
          <p:cNvSpPr>
            <a:spLocks/>
          </p:cNvSpPr>
          <p:nvPr/>
        </p:nvSpPr>
        <p:spPr>
          <a:xfrm>
            <a:off x="14694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7EF29388-F247-87FF-7A61-B55E1E8177E4}"/>
              </a:ext>
            </a:extLst>
          </p:cNvPr>
          <p:cNvSpPr>
            <a:spLocks/>
          </p:cNvSpPr>
          <p:nvPr/>
        </p:nvSpPr>
        <p:spPr>
          <a:xfrm>
            <a:off x="1383569" y="3204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BA6F2D64-5317-2E74-2124-EC0973D2298B}"/>
              </a:ext>
            </a:extLst>
          </p:cNvPr>
          <p:cNvSpPr>
            <a:spLocks/>
          </p:cNvSpPr>
          <p:nvPr/>
        </p:nvSpPr>
        <p:spPr>
          <a:xfrm>
            <a:off x="143568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F93D9B61-AC40-8C11-ED86-382A8F2C86A9}"/>
              </a:ext>
            </a:extLst>
          </p:cNvPr>
          <p:cNvSpPr>
            <a:spLocks/>
          </p:cNvSpPr>
          <p:nvPr/>
        </p:nvSpPr>
        <p:spPr>
          <a:xfrm>
            <a:off x="1395282" y="25267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EF0480D6-FC15-E081-964B-66745CC36A7F}"/>
              </a:ext>
            </a:extLst>
          </p:cNvPr>
          <p:cNvSpPr>
            <a:spLocks/>
          </p:cNvSpPr>
          <p:nvPr/>
        </p:nvSpPr>
        <p:spPr>
          <a:xfrm>
            <a:off x="14876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D6371216-F61C-9032-EB61-03B814D2F4E9}"/>
              </a:ext>
            </a:extLst>
          </p:cNvPr>
          <p:cNvSpPr>
            <a:spLocks/>
          </p:cNvSpPr>
          <p:nvPr/>
        </p:nvSpPr>
        <p:spPr>
          <a:xfrm>
            <a:off x="14539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6214C87C-798A-F64C-95D0-CC4B81021C7A}"/>
              </a:ext>
            </a:extLst>
          </p:cNvPr>
          <p:cNvSpPr>
            <a:spLocks/>
          </p:cNvSpPr>
          <p:nvPr/>
        </p:nvSpPr>
        <p:spPr>
          <a:xfrm>
            <a:off x="1438269" y="2283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886BA1EA-2A60-7DC5-DBB0-59C131A10FAE}"/>
              </a:ext>
            </a:extLst>
          </p:cNvPr>
          <p:cNvSpPr>
            <a:spLocks/>
          </p:cNvSpPr>
          <p:nvPr/>
        </p:nvSpPr>
        <p:spPr>
          <a:xfrm>
            <a:off x="1391188" y="3368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F7177798-AC03-1444-BFD3-9BC5E582D0EE}"/>
              </a:ext>
            </a:extLst>
          </p:cNvPr>
          <p:cNvSpPr>
            <a:spLocks/>
          </p:cNvSpPr>
          <p:nvPr/>
        </p:nvSpPr>
        <p:spPr>
          <a:xfrm>
            <a:off x="1420668" y="29568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83C8D894-D293-99A0-8740-2B9E2F526122}"/>
              </a:ext>
            </a:extLst>
          </p:cNvPr>
          <p:cNvSpPr>
            <a:spLocks/>
          </p:cNvSpPr>
          <p:nvPr/>
        </p:nvSpPr>
        <p:spPr>
          <a:xfrm>
            <a:off x="1423669" y="2710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ADB6983A-03FD-58D5-6A65-520921671E5E}"/>
              </a:ext>
            </a:extLst>
          </p:cNvPr>
          <p:cNvSpPr>
            <a:spLocks/>
          </p:cNvSpPr>
          <p:nvPr/>
        </p:nvSpPr>
        <p:spPr>
          <a:xfrm>
            <a:off x="1443086" y="2793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11E570DF-5A16-6257-5DAD-FFCB790BB24E}"/>
              </a:ext>
            </a:extLst>
          </p:cNvPr>
          <p:cNvSpPr>
            <a:spLocks/>
          </p:cNvSpPr>
          <p:nvPr/>
        </p:nvSpPr>
        <p:spPr>
          <a:xfrm>
            <a:off x="1481462" y="2649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B74C7144-915C-D5A3-BD62-A2077A102643}"/>
              </a:ext>
            </a:extLst>
          </p:cNvPr>
          <p:cNvSpPr>
            <a:spLocks/>
          </p:cNvSpPr>
          <p:nvPr/>
        </p:nvSpPr>
        <p:spPr>
          <a:xfrm>
            <a:off x="1448770" y="340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C65005D5-0EE2-3DD3-F9EC-8A9086BF66E1}"/>
              </a:ext>
            </a:extLst>
          </p:cNvPr>
          <p:cNvSpPr>
            <a:spLocks/>
          </p:cNvSpPr>
          <p:nvPr/>
        </p:nvSpPr>
        <p:spPr>
          <a:xfrm>
            <a:off x="1499102" y="3138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ED9B5581-162A-0734-728A-C6E2F8A18EEC}"/>
              </a:ext>
            </a:extLst>
          </p:cNvPr>
          <p:cNvSpPr>
            <a:spLocks/>
          </p:cNvSpPr>
          <p:nvPr/>
        </p:nvSpPr>
        <p:spPr>
          <a:xfrm>
            <a:off x="1396486" y="2961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58476DB9-16AA-7491-3EC5-D9A562EA56CA}"/>
              </a:ext>
            </a:extLst>
          </p:cNvPr>
          <p:cNvSpPr>
            <a:spLocks/>
          </p:cNvSpPr>
          <p:nvPr/>
        </p:nvSpPr>
        <p:spPr>
          <a:xfrm>
            <a:off x="13864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1C12B0DA-8F03-F43B-011D-705C15F007C6}"/>
              </a:ext>
            </a:extLst>
          </p:cNvPr>
          <p:cNvSpPr>
            <a:spLocks/>
          </p:cNvSpPr>
          <p:nvPr/>
        </p:nvSpPr>
        <p:spPr>
          <a:xfrm>
            <a:off x="1471338" y="29137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2B7D9553-9372-5C85-6F6F-8EB40CE8472E}"/>
              </a:ext>
            </a:extLst>
          </p:cNvPr>
          <p:cNvSpPr>
            <a:spLocks/>
          </p:cNvSpPr>
          <p:nvPr/>
        </p:nvSpPr>
        <p:spPr>
          <a:xfrm>
            <a:off x="1490851" y="26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5A607C1D-B094-956B-3DD7-899368A2A99F}"/>
              </a:ext>
            </a:extLst>
          </p:cNvPr>
          <p:cNvSpPr>
            <a:spLocks/>
          </p:cNvSpPr>
          <p:nvPr/>
        </p:nvSpPr>
        <p:spPr>
          <a:xfrm>
            <a:off x="1504798" y="2685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666D0710-5406-84B6-66E3-45932D20571D}"/>
              </a:ext>
            </a:extLst>
          </p:cNvPr>
          <p:cNvSpPr>
            <a:spLocks/>
          </p:cNvSpPr>
          <p:nvPr/>
        </p:nvSpPr>
        <p:spPr>
          <a:xfrm>
            <a:off x="1495625" y="2966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A28446FC-C30A-B277-9490-88BC81F08E41}"/>
              </a:ext>
            </a:extLst>
          </p:cNvPr>
          <p:cNvSpPr>
            <a:spLocks/>
          </p:cNvSpPr>
          <p:nvPr/>
        </p:nvSpPr>
        <p:spPr>
          <a:xfrm>
            <a:off x="14457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1DDABAD8-6DC0-03A0-A625-6594EE89310F}"/>
              </a:ext>
            </a:extLst>
          </p:cNvPr>
          <p:cNvSpPr>
            <a:spLocks/>
          </p:cNvSpPr>
          <p:nvPr/>
        </p:nvSpPr>
        <p:spPr>
          <a:xfrm>
            <a:off x="1483320" y="26080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C587CC5B-52A3-6DC5-0B30-1EDFA40FAE01}"/>
              </a:ext>
            </a:extLst>
          </p:cNvPr>
          <p:cNvSpPr>
            <a:spLocks/>
          </p:cNvSpPr>
          <p:nvPr/>
        </p:nvSpPr>
        <p:spPr>
          <a:xfrm>
            <a:off x="1376627" y="23208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6543E390-CFA0-5F60-347F-0965EF61A461}"/>
              </a:ext>
            </a:extLst>
          </p:cNvPr>
          <p:cNvSpPr>
            <a:spLocks/>
          </p:cNvSpPr>
          <p:nvPr/>
        </p:nvSpPr>
        <p:spPr>
          <a:xfrm>
            <a:off x="137493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01AEF355-53DB-9FE5-D421-0DBCA7D93355}"/>
              </a:ext>
            </a:extLst>
          </p:cNvPr>
          <p:cNvSpPr>
            <a:spLocks/>
          </p:cNvSpPr>
          <p:nvPr/>
        </p:nvSpPr>
        <p:spPr>
          <a:xfrm>
            <a:off x="14774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968079BB-F22A-6ABA-3F74-B1805C75F8C8}"/>
              </a:ext>
            </a:extLst>
          </p:cNvPr>
          <p:cNvSpPr>
            <a:spLocks/>
          </p:cNvSpPr>
          <p:nvPr/>
        </p:nvSpPr>
        <p:spPr>
          <a:xfrm>
            <a:off x="1491231" y="2964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01BE822E-7DF7-E1F1-8C44-4BF0560AD3C3}"/>
              </a:ext>
            </a:extLst>
          </p:cNvPr>
          <p:cNvSpPr>
            <a:spLocks/>
          </p:cNvSpPr>
          <p:nvPr/>
        </p:nvSpPr>
        <p:spPr>
          <a:xfrm>
            <a:off x="14774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C2736955-134A-3E18-1310-A47796ABF0B6}"/>
              </a:ext>
            </a:extLst>
          </p:cNvPr>
          <p:cNvSpPr>
            <a:spLocks/>
          </p:cNvSpPr>
          <p:nvPr/>
        </p:nvSpPr>
        <p:spPr>
          <a:xfrm>
            <a:off x="1458003" y="2316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265E177B-BA59-CD33-E550-82D7A8735953}"/>
              </a:ext>
            </a:extLst>
          </p:cNvPr>
          <p:cNvSpPr>
            <a:spLocks/>
          </p:cNvSpPr>
          <p:nvPr/>
        </p:nvSpPr>
        <p:spPr>
          <a:xfrm>
            <a:off x="1405519" y="2468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8F270898-E5FE-DD0E-9212-3B1B3E657685}"/>
              </a:ext>
            </a:extLst>
          </p:cNvPr>
          <p:cNvSpPr>
            <a:spLocks/>
          </p:cNvSpPr>
          <p:nvPr/>
        </p:nvSpPr>
        <p:spPr>
          <a:xfrm>
            <a:off x="14891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B25EEEFA-7963-F06E-AC4F-B4F924929DD8}"/>
              </a:ext>
            </a:extLst>
          </p:cNvPr>
          <p:cNvSpPr>
            <a:spLocks/>
          </p:cNvSpPr>
          <p:nvPr/>
        </p:nvSpPr>
        <p:spPr>
          <a:xfrm>
            <a:off x="1458243" y="2739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452CEFBF-F6D2-24A4-3128-01611A7AE483}"/>
              </a:ext>
            </a:extLst>
          </p:cNvPr>
          <p:cNvSpPr>
            <a:spLocks/>
          </p:cNvSpPr>
          <p:nvPr/>
        </p:nvSpPr>
        <p:spPr>
          <a:xfrm>
            <a:off x="14027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8EDE5B9F-E017-FBAD-3E34-4281EA7C80CE}"/>
              </a:ext>
            </a:extLst>
          </p:cNvPr>
          <p:cNvSpPr>
            <a:spLocks/>
          </p:cNvSpPr>
          <p:nvPr/>
        </p:nvSpPr>
        <p:spPr>
          <a:xfrm>
            <a:off x="1473289" y="2683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54CF364B-7C82-A5DB-823F-CCB1BFE5D8AA}"/>
              </a:ext>
            </a:extLst>
          </p:cNvPr>
          <p:cNvSpPr>
            <a:spLocks/>
          </p:cNvSpPr>
          <p:nvPr/>
        </p:nvSpPr>
        <p:spPr>
          <a:xfrm>
            <a:off x="14170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F28AB2C9-D979-1D0C-BE02-8FE676308AD7}"/>
              </a:ext>
            </a:extLst>
          </p:cNvPr>
          <p:cNvSpPr>
            <a:spLocks/>
          </p:cNvSpPr>
          <p:nvPr/>
        </p:nvSpPr>
        <p:spPr>
          <a:xfrm>
            <a:off x="1386064" y="2997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8BCBEC2D-58C2-41C2-520F-9A08FBAAB367}"/>
              </a:ext>
            </a:extLst>
          </p:cNvPr>
          <p:cNvSpPr>
            <a:spLocks/>
          </p:cNvSpPr>
          <p:nvPr/>
        </p:nvSpPr>
        <p:spPr>
          <a:xfrm>
            <a:off x="14818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60F20F64-3DFA-711F-45E9-9A92AA5FC4F9}"/>
              </a:ext>
            </a:extLst>
          </p:cNvPr>
          <p:cNvSpPr>
            <a:spLocks/>
          </p:cNvSpPr>
          <p:nvPr/>
        </p:nvSpPr>
        <p:spPr>
          <a:xfrm>
            <a:off x="1441182" y="2680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D3F3B1ED-3399-5BE6-6168-657EC664832F}"/>
              </a:ext>
            </a:extLst>
          </p:cNvPr>
          <p:cNvSpPr>
            <a:spLocks/>
          </p:cNvSpPr>
          <p:nvPr/>
        </p:nvSpPr>
        <p:spPr>
          <a:xfrm>
            <a:off x="141597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BAFC4D2A-41F3-B3CB-8037-95DAFA626B9D}"/>
              </a:ext>
            </a:extLst>
          </p:cNvPr>
          <p:cNvSpPr>
            <a:spLocks/>
          </p:cNvSpPr>
          <p:nvPr/>
        </p:nvSpPr>
        <p:spPr>
          <a:xfrm>
            <a:off x="1382434" y="2243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D08737C5-2013-A0D8-2B54-98D5442B61FA}"/>
              </a:ext>
            </a:extLst>
          </p:cNvPr>
          <p:cNvSpPr>
            <a:spLocks/>
          </p:cNvSpPr>
          <p:nvPr/>
        </p:nvSpPr>
        <p:spPr>
          <a:xfrm>
            <a:off x="15000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4F63B4B5-EF07-35E8-A5E0-297C415AF0CF}"/>
              </a:ext>
            </a:extLst>
          </p:cNvPr>
          <p:cNvSpPr>
            <a:spLocks/>
          </p:cNvSpPr>
          <p:nvPr/>
        </p:nvSpPr>
        <p:spPr>
          <a:xfrm>
            <a:off x="1418033" y="2369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007A749E-6166-F53E-4D35-DE7DCB398B2B}"/>
              </a:ext>
            </a:extLst>
          </p:cNvPr>
          <p:cNvSpPr>
            <a:spLocks/>
          </p:cNvSpPr>
          <p:nvPr/>
        </p:nvSpPr>
        <p:spPr>
          <a:xfrm>
            <a:off x="14823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2B252E16-30F7-ABB8-73A1-DF9DC179C9C3}"/>
              </a:ext>
            </a:extLst>
          </p:cNvPr>
          <p:cNvSpPr>
            <a:spLocks/>
          </p:cNvSpPr>
          <p:nvPr/>
        </p:nvSpPr>
        <p:spPr>
          <a:xfrm>
            <a:off x="1444448" y="3392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A4CD0C0C-273B-4500-B1E2-D6F264997DA3}"/>
              </a:ext>
            </a:extLst>
          </p:cNvPr>
          <p:cNvSpPr>
            <a:spLocks/>
          </p:cNvSpPr>
          <p:nvPr/>
        </p:nvSpPr>
        <p:spPr>
          <a:xfrm>
            <a:off x="137632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64593E2D-013D-FF25-E785-C5F2956DF94D}"/>
              </a:ext>
            </a:extLst>
          </p:cNvPr>
          <p:cNvSpPr>
            <a:spLocks/>
          </p:cNvSpPr>
          <p:nvPr/>
        </p:nvSpPr>
        <p:spPr>
          <a:xfrm>
            <a:off x="140671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F5835089-3E4D-0EB0-9CA9-410A9EAD8F67}"/>
              </a:ext>
            </a:extLst>
          </p:cNvPr>
          <p:cNvSpPr>
            <a:spLocks/>
          </p:cNvSpPr>
          <p:nvPr/>
        </p:nvSpPr>
        <p:spPr>
          <a:xfrm>
            <a:off x="1383622" y="3033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049A36E6-FAFA-4BEE-EF2B-9B8612C0DD4B}"/>
              </a:ext>
            </a:extLst>
          </p:cNvPr>
          <p:cNvSpPr>
            <a:spLocks/>
          </p:cNvSpPr>
          <p:nvPr/>
        </p:nvSpPr>
        <p:spPr>
          <a:xfrm>
            <a:off x="14311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A3FC75C9-EE03-51A7-3B12-9DDD0817334C}"/>
              </a:ext>
            </a:extLst>
          </p:cNvPr>
          <p:cNvSpPr>
            <a:spLocks/>
          </p:cNvSpPr>
          <p:nvPr/>
        </p:nvSpPr>
        <p:spPr>
          <a:xfrm>
            <a:off x="1473494" y="27694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339AA7DC-0422-4D42-1749-663B2FF147EE}"/>
              </a:ext>
            </a:extLst>
          </p:cNvPr>
          <p:cNvSpPr>
            <a:spLocks/>
          </p:cNvSpPr>
          <p:nvPr/>
        </p:nvSpPr>
        <p:spPr>
          <a:xfrm>
            <a:off x="1511905" y="24944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FB975CC8-0715-D03E-001B-BBA18E9A608E}"/>
              </a:ext>
            </a:extLst>
          </p:cNvPr>
          <p:cNvSpPr>
            <a:spLocks/>
          </p:cNvSpPr>
          <p:nvPr/>
        </p:nvSpPr>
        <p:spPr>
          <a:xfrm>
            <a:off x="1439249" y="3165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FA0CF7CE-060E-39F3-086B-7533E413BCBA}"/>
              </a:ext>
            </a:extLst>
          </p:cNvPr>
          <p:cNvSpPr>
            <a:spLocks/>
          </p:cNvSpPr>
          <p:nvPr/>
        </p:nvSpPr>
        <p:spPr>
          <a:xfrm>
            <a:off x="14098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270F4E21-9D79-BE9C-AD7F-CEC95FF82751}"/>
              </a:ext>
            </a:extLst>
          </p:cNvPr>
          <p:cNvSpPr>
            <a:spLocks/>
          </p:cNvSpPr>
          <p:nvPr/>
        </p:nvSpPr>
        <p:spPr>
          <a:xfrm>
            <a:off x="1422534" y="31731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D995EAF4-4E3E-081C-5FFF-46484C98B510}"/>
              </a:ext>
            </a:extLst>
          </p:cNvPr>
          <p:cNvSpPr>
            <a:spLocks/>
          </p:cNvSpPr>
          <p:nvPr/>
        </p:nvSpPr>
        <p:spPr>
          <a:xfrm>
            <a:off x="1396908" y="2535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0655CEF0-B235-0884-7E00-193A48EE6CF4}"/>
              </a:ext>
            </a:extLst>
          </p:cNvPr>
          <p:cNvSpPr>
            <a:spLocks/>
          </p:cNvSpPr>
          <p:nvPr/>
        </p:nvSpPr>
        <p:spPr>
          <a:xfrm>
            <a:off x="1394186" y="3353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682E504D-FB14-057C-5941-3785180D733B}"/>
              </a:ext>
            </a:extLst>
          </p:cNvPr>
          <p:cNvSpPr>
            <a:spLocks/>
          </p:cNvSpPr>
          <p:nvPr/>
        </p:nvSpPr>
        <p:spPr>
          <a:xfrm>
            <a:off x="1477379" y="2588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F975ACFF-2D3A-629D-7DAD-0A4830F73CB1}"/>
              </a:ext>
            </a:extLst>
          </p:cNvPr>
          <p:cNvSpPr>
            <a:spLocks/>
          </p:cNvSpPr>
          <p:nvPr/>
        </p:nvSpPr>
        <p:spPr>
          <a:xfrm>
            <a:off x="1505573" y="28701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6F253518-452E-2AE4-5A25-414EF3376D63}"/>
              </a:ext>
            </a:extLst>
          </p:cNvPr>
          <p:cNvSpPr>
            <a:spLocks/>
          </p:cNvSpPr>
          <p:nvPr/>
        </p:nvSpPr>
        <p:spPr>
          <a:xfrm>
            <a:off x="1458419" y="2583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73CC84FF-DA71-6AD7-5CBA-1741D038E1C5}"/>
              </a:ext>
            </a:extLst>
          </p:cNvPr>
          <p:cNvSpPr>
            <a:spLocks/>
          </p:cNvSpPr>
          <p:nvPr/>
        </p:nvSpPr>
        <p:spPr>
          <a:xfrm>
            <a:off x="1405629" y="231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78886FD1-4C49-969A-1C48-FF2777F1A856}"/>
              </a:ext>
            </a:extLst>
          </p:cNvPr>
          <p:cNvSpPr>
            <a:spLocks/>
          </p:cNvSpPr>
          <p:nvPr/>
        </p:nvSpPr>
        <p:spPr>
          <a:xfrm>
            <a:off x="1428384" y="2595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780FA8A8-981A-2428-EC52-C1B99004BB1D}"/>
              </a:ext>
            </a:extLst>
          </p:cNvPr>
          <p:cNvSpPr>
            <a:spLocks/>
          </p:cNvSpPr>
          <p:nvPr/>
        </p:nvSpPr>
        <p:spPr>
          <a:xfrm>
            <a:off x="1453128" y="2735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250BB82F-BDE3-AC55-4599-446D5CDD79DA}"/>
              </a:ext>
            </a:extLst>
          </p:cNvPr>
          <p:cNvSpPr>
            <a:spLocks/>
          </p:cNvSpPr>
          <p:nvPr/>
        </p:nvSpPr>
        <p:spPr>
          <a:xfrm>
            <a:off x="151099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67B8E458-B616-E6C6-A167-C2400E2A498E}"/>
              </a:ext>
            </a:extLst>
          </p:cNvPr>
          <p:cNvSpPr>
            <a:spLocks/>
          </p:cNvSpPr>
          <p:nvPr/>
        </p:nvSpPr>
        <p:spPr>
          <a:xfrm>
            <a:off x="13873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4B115C84-A42E-C0D4-6A86-B75D8E29FE0A}"/>
              </a:ext>
            </a:extLst>
          </p:cNvPr>
          <p:cNvSpPr>
            <a:spLocks/>
          </p:cNvSpPr>
          <p:nvPr/>
        </p:nvSpPr>
        <p:spPr>
          <a:xfrm>
            <a:off x="14141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3713D26A-1180-A8D4-38D6-E50B0248C0F8}"/>
              </a:ext>
            </a:extLst>
          </p:cNvPr>
          <p:cNvSpPr>
            <a:spLocks/>
          </p:cNvSpPr>
          <p:nvPr/>
        </p:nvSpPr>
        <p:spPr>
          <a:xfrm>
            <a:off x="1407093" y="251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4A50F98C-2E5E-BE6E-4F69-6C4969F35A39}"/>
              </a:ext>
            </a:extLst>
          </p:cNvPr>
          <p:cNvSpPr>
            <a:spLocks/>
          </p:cNvSpPr>
          <p:nvPr/>
        </p:nvSpPr>
        <p:spPr>
          <a:xfrm>
            <a:off x="1487675" y="33741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1BD441C-591F-262F-E7A4-35928975401A}"/>
              </a:ext>
            </a:extLst>
          </p:cNvPr>
          <p:cNvSpPr>
            <a:spLocks/>
          </p:cNvSpPr>
          <p:nvPr/>
        </p:nvSpPr>
        <p:spPr>
          <a:xfrm>
            <a:off x="14055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3282D817-8193-780B-67A0-D7863CB3C59D}"/>
              </a:ext>
            </a:extLst>
          </p:cNvPr>
          <p:cNvSpPr>
            <a:spLocks/>
          </p:cNvSpPr>
          <p:nvPr/>
        </p:nvSpPr>
        <p:spPr>
          <a:xfrm>
            <a:off x="13812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2A5F1FCA-8284-A02C-FBA1-F04F7250A881}"/>
              </a:ext>
            </a:extLst>
          </p:cNvPr>
          <p:cNvSpPr>
            <a:spLocks/>
          </p:cNvSpPr>
          <p:nvPr/>
        </p:nvSpPr>
        <p:spPr>
          <a:xfrm>
            <a:off x="1444609" y="2452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E3C1BFD4-134C-6553-642F-3DBB04534C50}"/>
              </a:ext>
            </a:extLst>
          </p:cNvPr>
          <p:cNvSpPr>
            <a:spLocks/>
          </p:cNvSpPr>
          <p:nvPr/>
        </p:nvSpPr>
        <p:spPr>
          <a:xfrm>
            <a:off x="14726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7D2FF826-1AF7-4CA1-4EDE-3E5BA43F3CF7}"/>
              </a:ext>
            </a:extLst>
          </p:cNvPr>
          <p:cNvSpPr>
            <a:spLocks/>
          </p:cNvSpPr>
          <p:nvPr/>
        </p:nvSpPr>
        <p:spPr>
          <a:xfrm>
            <a:off x="1512948" y="2574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A52A369C-3430-686C-783E-6251A591AB28}"/>
              </a:ext>
            </a:extLst>
          </p:cNvPr>
          <p:cNvSpPr>
            <a:spLocks/>
          </p:cNvSpPr>
          <p:nvPr/>
        </p:nvSpPr>
        <p:spPr>
          <a:xfrm>
            <a:off x="1513633" y="275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5C58CD8B-A1E5-24C6-FC05-B9D6901A5A9B}"/>
              </a:ext>
            </a:extLst>
          </p:cNvPr>
          <p:cNvSpPr>
            <a:spLocks/>
          </p:cNvSpPr>
          <p:nvPr/>
        </p:nvSpPr>
        <p:spPr>
          <a:xfrm>
            <a:off x="1513890" y="33503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48B3FEC9-7B8C-98CB-D8C3-FBD95A7C0F29}"/>
              </a:ext>
            </a:extLst>
          </p:cNvPr>
          <p:cNvSpPr>
            <a:spLocks/>
          </p:cNvSpPr>
          <p:nvPr/>
        </p:nvSpPr>
        <p:spPr>
          <a:xfrm>
            <a:off x="1508501" y="31686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25AA431F-3E26-30E8-3E17-87F88D777C0B}"/>
              </a:ext>
            </a:extLst>
          </p:cNvPr>
          <p:cNvSpPr>
            <a:spLocks/>
          </p:cNvSpPr>
          <p:nvPr/>
        </p:nvSpPr>
        <p:spPr>
          <a:xfrm>
            <a:off x="1427643" y="2995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7F02CD38-E96D-687D-ECB5-5316AFFF4488}"/>
              </a:ext>
            </a:extLst>
          </p:cNvPr>
          <p:cNvSpPr>
            <a:spLocks/>
          </p:cNvSpPr>
          <p:nvPr/>
        </p:nvSpPr>
        <p:spPr>
          <a:xfrm>
            <a:off x="1504128" y="3210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210759C5-5F1D-ADCF-3597-3B05B64C10F6}"/>
              </a:ext>
            </a:extLst>
          </p:cNvPr>
          <p:cNvSpPr>
            <a:spLocks/>
          </p:cNvSpPr>
          <p:nvPr/>
        </p:nvSpPr>
        <p:spPr>
          <a:xfrm>
            <a:off x="142191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05D3CD8F-CE19-CB95-EABA-1EEBB64BB9E4}"/>
              </a:ext>
            </a:extLst>
          </p:cNvPr>
          <p:cNvSpPr>
            <a:spLocks/>
          </p:cNvSpPr>
          <p:nvPr/>
        </p:nvSpPr>
        <p:spPr>
          <a:xfrm>
            <a:off x="1469458" y="2291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B4FF57FB-2AED-E1B9-5A6A-8DBC2626F109}"/>
              </a:ext>
            </a:extLst>
          </p:cNvPr>
          <p:cNvSpPr>
            <a:spLocks/>
          </p:cNvSpPr>
          <p:nvPr/>
        </p:nvSpPr>
        <p:spPr>
          <a:xfrm>
            <a:off x="1385771" y="3403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187617B7-2119-3900-629A-BFB01F408EC9}"/>
              </a:ext>
            </a:extLst>
          </p:cNvPr>
          <p:cNvSpPr>
            <a:spLocks/>
          </p:cNvSpPr>
          <p:nvPr/>
        </p:nvSpPr>
        <p:spPr>
          <a:xfrm>
            <a:off x="1448179" y="3460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87DF8E31-4F12-31FB-8701-8EE7582CF17A}"/>
              </a:ext>
            </a:extLst>
          </p:cNvPr>
          <p:cNvSpPr>
            <a:spLocks/>
          </p:cNvSpPr>
          <p:nvPr/>
        </p:nvSpPr>
        <p:spPr>
          <a:xfrm>
            <a:off x="1513572" y="2318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F0A6A52E-5BAF-A64D-6E0E-99D963262FFA}"/>
              </a:ext>
            </a:extLst>
          </p:cNvPr>
          <p:cNvSpPr>
            <a:spLocks/>
          </p:cNvSpPr>
          <p:nvPr/>
        </p:nvSpPr>
        <p:spPr>
          <a:xfrm>
            <a:off x="1404959" y="2634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D277CAC5-DEA5-73D4-5625-CFC2445D090E}"/>
              </a:ext>
            </a:extLst>
          </p:cNvPr>
          <p:cNvSpPr>
            <a:spLocks/>
          </p:cNvSpPr>
          <p:nvPr/>
        </p:nvSpPr>
        <p:spPr>
          <a:xfrm>
            <a:off x="1382317" y="2387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DB67F990-173D-08DE-B363-03038B2E1557}"/>
              </a:ext>
            </a:extLst>
          </p:cNvPr>
          <p:cNvSpPr>
            <a:spLocks/>
          </p:cNvSpPr>
          <p:nvPr/>
        </p:nvSpPr>
        <p:spPr>
          <a:xfrm>
            <a:off x="1459703" y="3433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D9DD40A9-8B19-8D5B-B027-BAA4A93F18DF}"/>
              </a:ext>
            </a:extLst>
          </p:cNvPr>
          <p:cNvSpPr>
            <a:spLocks/>
          </p:cNvSpPr>
          <p:nvPr/>
        </p:nvSpPr>
        <p:spPr>
          <a:xfrm>
            <a:off x="1491768" y="2123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B6146C73-1D01-7BC3-47CC-F2DBA4C3C50E}"/>
              </a:ext>
            </a:extLst>
          </p:cNvPr>
          <p:cNvSpPr>
            <a:spLocks/>
          </p:cNvSpPr>
          <p:nvPr/>
        </p:nvSpPr>
        <p:spPr>
          <a:xfrm>
            <a:off x="1424601" y="2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9BE22099-D6E3-6488-3FB2-FCD71E5D1951}"/>
              </a:ext>
            </a:extLst>
          </p:cNvPr>
          <p:cNvSpPr>
            <a:spLocks/>
          </p:cNvSpPr>
          <p:nvPr/>
        </p:nvSpPr>
        <p:spPr>
          <a:xfrm>
            <a:off x="13921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82A8D01-88F5-71E1-0FBA-CB2B6ED9C592}"/>
              </a:ext>
            </a:extLst>
          </p:cNvPr>
          <p:cNvSpPr>
            <a:spLocks/>
          </p:cNvSpPr>
          <p:nvPr/>
        </p:nvSpPr>
        <p:spPr>
          <a:xfrm>
            <a:off x="14603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FCDA68C8-716E-563F-3FEC-BFA8A56AF0D3}"/>
              </a:ext>
            </a:extLst>
          </p:cNvPr>
          <p:cNvSpPr>
            <a:spLocks/>
          </p:cNvSpPr>
          <p:nvPr/>
        </p:nvSpPr>
        <p:spPr>
          <a:xfrm>
            <a:off x="14918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5459FC26-D075-3876-3CD0-B61A0D1BDC9B}"/>
              </a:ext>
            </a:extLst>
          </p:cNvPr>
          <p:cNvSpPr>
            <a:spLocks/>
          </p:cNvSpPr>
          <p:nvPr/>
        </p:nvSpPr>
        <p:spPr>
          <a:xfrm>
            <a:off x="1512552" y="2386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5F2EFCE2-C9AD-4514-DF29-6A9CAD1499F8}"/>
              </a:ext>
            </a:extLst>
          </p:cNvPr>
          <p:cNvSpPr>
            <a:spLocks/>
          </p:cNvSpPr>
          <p:nvPr/>
        </p:nvSpPr>
        <p:spPr>
          <a:xfrm>
            <a:off x="150314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E32A6A43-FC5E-5C49-206C-D0E57F87462B}"/>
              </a:ext>
            </a:extLst>
          </p:cNvPr>
          <p:cNvSpPr>
            <a:spLocks/>
          </p:cNvSpPr>
          <p:nvPr/>
        </p:nvSpPr>
        <p:spPr>
          <a:xfrm>
            <a:off x="1458149" y="33453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2C7E8981-56DB-64B7-4A9D-C82B10B4EB96}"/>
              </a:ext>
            </a:extLst>
          </p:cNvPr>
          <p:cNvSpPr>
            <a:spLocks/>
          </p:cNvSpPr>
          <p:nvPr/>
        </p:nvSpPr>
        <p:spPr>
          <a:xfrm>
            <a:off x="14111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020E453F-C0A4-87F9-9A07-876754D030B0}"/>
              </a:ext>
            </a:extLst>
          </p:cNvPr>
          <p:cNvSpPr>
            <a:spLocks/>
          </p:cNvSpPr>
          <p:nvPr/>
        </p:nvSpPr>
        <p:spPr>
          <a:xfrm>
            <a:off x="1423392" y="3008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BC313097-ACA3-5E0C-A55F-FBA8C6F53546}"/>
              </a:ext>
            </a:extLst>
          </p:cNvPr>
          <p:cNvSpPr>
            <a:spLocks/>
          </p:cNvSpPr>
          <p:nvPr/>
        </p:nvSpPr>
        <p:spPr>
          <a:xfrm>
            <a:off x="15091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B8D7C7BD-5695-8D00-8A23-350EC86D0BA2}"/>
              </a:ext>
            </a:extLst>
          </p:cNvPr>
          <p:cNvSpPr>
            <a:spLocks/>
          </p:cNvSpPr>
          <p:nvPr/>
        </p:nvSpPr>
        <p:spPr>
          <a:xfrm>
            <a:off x="1486614" y="300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00DA98D2-6A8C-08CB-4CF4-570FD18745F6}"/>
              </a:ext>
            </a:extLst>
          </p:cNvPr>
          <p:cNvSpPr>
            <a:spLocks/>
          </p:cNvSpPr>
          <p:nvPr/>
        </p:nvSpPr>
        <p:spPr>
          <a:xfrm>
            <a:off x="14258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E5073C89-1C5E-F7FD-90C7-71E7BA657666}"/>
              </a:ext>
            </a:extLst>
          </p:cNvPr>
          <p:cNvSpPr>
            <a:spLocks/>
          </p:cNvSpPr>
          <p:nvPr/>
        </p:nvSpPr>
        <p:spPr>
          <a:xfrm>
            <a:off x="1432143" y="2702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0C16A4A5-C51F-B2D9-0932-70B11635FF52}"/>
              </a:ext>
            </a:extLst>
          </p:cNvPr>
          <p:cNvSpPr>
            <a:spLocks/>
          </p:cNvSpPr>
          <p:nvPr/>
        </p:nvSpPr>
        <p:spPr>
          <a:xfrm>
            <a:off x="1402456" y="3150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58D7992F-A786-AAC3-6E7E-535B73DAC133}"/>
              </a:ext>
            </a:extLst>
          </p:cNvPr>
          <p:cNvSpPr>
            <a:spLocks/>
          </p:cNvSpPr>
          <p:nvPr/>
        </p:nvSpPr>
        <p:spPr>
          <a:xfrm>
            <a:off x="1410321" y="2542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7A30A5BB-4A52-802B-87D0-13C93FB2F60E}"/>
              </a:ext>
            </a:extLst>
          </p:cNvPr>
          <p:cNvSpPr>
            <a:spLocks/>
          </p:cNvSpPr>
          <p:nvPr/>
        </p:nvSpPr>
        <p:spPr>
          <a:xfrm>
            <a:off x="1420956" y="2107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A21D1A5D-4CD4-6615-E008-1C373C8A145E}"/>
              </a:ext>
            </a:extLst>
          </p:cNvPr>
          <p:cNvSpPr>
            <a:spLocks/>
          </p:cNvSpPr>
          <p:nvPr/>
        </p:nvSpPr>
        <p:spPr>
          <a:xfrm>
            <a:off x="1501791" y="3446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6E41DA8E-43E3-67C8-5F7E-91C41CD0992A}"/>
              </a:ext>
            </a:extLst>
          </p:cNvPr>
          <p:cNvSpPr>
            <a:spLocks/>
          </p:cNvSpPr>
          <p:nvPr/>
        </p:nvSpPr>
        <p:spPr>
          <a:xfrm>
            <a:off x="145448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ECDB1530-AAD2-5461-A62D-C02FD8A75CFF}"/>
              </a:ext>
            </a:extLst>
          </p:cNvPr>
          <p:cNvSpPr>
            <a:spLocks/>
          </p:cNvSpPr>
          <p:nvPr/>
        </p:nvSpPr>
        <p:spPr>
          <a:xfrm>
            <a:off x="1473339" y="2895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76423A53-A88F-4627-D4E8-C0FB5072DB1C}"/>
              </a:ext>
            </a:extLst>
          </p:cNvPr>
          <p:cNvSpPr>
            <a:spLocks/>
          </p:cNvSpPr>
          <p:nvPr/>
        </p:nvSpPr>
        <p:spPr>
          <a:xfrm>
            <a:off x="1428632" y="320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700656D4-A94B-277C-65A0-0BEFB95EA4F8}"/>
              </a:ext>
            </a:extLst>
          </p:cNvPr>
          <p:cNvSpPr>
            <a:spLocks/>
          </p:cNvSpPr>
          <p:nvPr/>
        </p:nvSpPr>
        <p:spPr>
          <a:xfrm>
            <a:off x="1413116" y="3323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66A23692-805A-3EA5-4EBB-47D71F181AD1}"/>
              </a:ext>
            </a:extLst>
          </p:cNvPr>
          <p:cNvSpPr>
            <a:spLocks/>
          </p:cNvSpPr>
          <p:nvPr/>
        </p:nvSpPr>
        <p:spPr>
          <a:xfrm>
            <a:off x="1401269" y="263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734AE8C4-89AE-910A-BFE8-D7D33EC7325A}"/>
              </a:ext>
            </a:extLst>
          </p:cNvPr>
          <p:cNvSpPr>
            <a:spLocks/>
          </p:cNvSpPr>
          <p:nvPr/>
        </p:nvSpPr>
        <p:spPr>
          <a:xfrm>
            <a:off x="1417020" y="2329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B02A7178-FBCE-E700-E665-EC94219DC5BD}"/>
              </a:ext>
            </a:extLst>
          </p:cNvPr>
          <p:cNvSpPr>
            <a:spLocks/>
          </p:cNvSpPr>
          <p:nvPr/>
        </p:nvSpPr>
        <p:spPr>
          <a:xfrm>
            <a:off x="15120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2D638C3F-2E55-46B2-7F5C-CEDF323BDE5F}"/>
              </a:ext>
            </a:extLst>
          </p:cNvPr>
          <p:cNvSpPr>
            <a:spLocks/>
          </p:cNvSpPr>
          <p:nvPr/>
        </p:nvSpPr>
        <p:spPr>
          <a:xfrm>
            <a:off x="1385673" y="2774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ABCD92FD-72E6-6877-C35F-1C6A7B81ACE8}"/>
              </a:ext>
            </a:extLst>
          </p:cNvPr>
          <p:cNvSpPr>
            <a:spLocks/>
          </p:cNvSpPr>
          <p:nvPr/>
        </p:nvSpPr>
        <p:spPr>
          <a:xfrm>
            <a:off x="1407585" y="2935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066C7A43-E543-FF56-93E1-E0E02FA2BFFE}"/>
              </a:ext>
            </a:extLst>
          </p:cNvPr>
          <p:cNvSpPr>
            <a:spLocks/>
          </p:cNvSpPr>
          <p:nvPr/>
        </p:nvSpPr>
        <p:spPr>
          <a:xfrm>
            <a:off x="13970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8BD7C827-B31F-1EE7-94DA-A5BB709CECF4}"/>
              </a:ext>
            </a:extLst>
          </p:cNvPr>
          <p:cNvSpPr>
            <a:spLocks/>
          </p:cNvSpPr>
          <p:nvPr/>
        </p:nvSpPr>
        <p:spPr>
          <a:xfrm>
            <a:off x="14313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99BF66B5-82F3-64DC-B05E-856D93238FB5}"/>
              </a:ext>
            </a:extLst>
          </p:cNvPr>
          <p:cNvSpPr>
            <a:spLocks/>
          </p:cNvSpPr>
          <p:nvPr/>
        </p:nvSpPr>
        <p:spPr>
          <a:xfrm>
            <a:off x="1477514" y="2768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0FFD71EB-0F49-EE69-2677-346AF513F935}"/>
              </a:ext>
            </a:extLst>
          </p:cNvPr>
          <p:cNvSpPr>
            <a:spLocks/>
          </p:cNvSpPr>
          <p:nvPr/>
        </p:nvSpPr>
        <p:spPr>
          <a:xfrm>
            <a:off x="13826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6B666AAD-BA89-D1D3-A829-5F81242C7C42}"/>
              </a:ext>
            </a:extLst>
          </p:cNvPr>
          <p:cNvSpPr>
            <a:spLocks/>
          </p:cNvSpPr>
          <p:nvPr/>
        </p:nvSpPr>
        <p:spPr>
          <a:xfrm>
            <a:off x="13817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4B69F52A-88D5-A16E-2122-FAE4CAB4BBE0}"/>
              </a:ext>
            </a:extLst>
          </p:cNvPr>
          <p:cNvSpPr>
            <a:spLocks/>
          </p:cNvSpPr>
          <p:nvPr/>
        </p:nvSpPr>
        <p:spPr>
          <a:xfrm>
            <a:off x="1502078" y="321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F007CD68-19E4-2649-5237-87D5A354E0E6}"/>
              </a:ext>
            </a:extLst>
          </p:cNvPr>
          <p:cNvSpPr>
            <a:spLocks/>
          </p:cNvSpPr>
          <p:nvPr/>
        </p:nvSpPr>
        <p:spPr>
          <a:xfrm>
            <a:off x="14558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2CA040A3-F298-22B3-2A10-814681684E5C}"/>
              </a:ext>
            </a:extLst>
          </p:cNvPr>
          <p:cNvSpPr>
            <a:spLocks/>
          </p:cNvSpPr>
          <p:nvPr/>
        </p:nvSpPr>
        <p:spPr>
          <a:xfrm>
            <a:off x="14286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09C3CF53-1690-2042-E5C5-058176C79CB8}"/>
              </a:ext>
            </a:extLst>
          </p:cNvPr>
          <p:cNvSpPr>
            <a:spLocks/>
          </p:cNvSpPr>
          <p:nvPr/>
        </p:nvSpPr>
        <p:spPr>
          <a:xfrm>
            <a:off x="1394767" y="2170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75AE7F94-BB32-ACB6-5DEC-F4AF668FAB6E}"/>
              </a:ext>
            </a:extLst>
          </p:cNvPr>
          <p:cNvSpPr>
            <a:spLocks/>
          </p:cNvSpPr>
          <p:nvPr/>
        </p:nvSpPr>
        <p:spPr>
          <a:xfrm>
            <a:off x="1444835" y="3318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4EC1966A-BFA5-2CAE-2036-B2F4B0074034}"/>
              </a:ext>
            </a:extLst>
          </p:cNvPr>
          <p:cNvSpPr>
            <a:spLocks/>
          </p:cNvSpPr>
          <p:nvPr/>
        </p:nvSpPr>
        <p:spPr>
          <a:xfrm>
            <a:off x="1480869" y="3460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7918BE1F-2887-A9CA-8802-0B23C23841FC}"/>
              </a:ext>
            </a:extLst>
          </p:cNvPr>
          <p:cNvSpPr>
            <a:spLocks/>
          </p:cNvSpPr>
          <p:nvPr/>
        </p:nvSpPr>
        <p:spPr>
          <a:xfrm>
            <a:off x="1514608" y="34450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06E65216-A0A3-5128-A5CC-42A746F5493E}"/>
              </a:ext>
            </a:extLst>
          </p:cNvPr>
          <p:cNvSpPr>
            <a:spLocks/>
          </p:cNvSpPr>
          <p:nvPr/>
        </p:nvSpPr>
        <p:spPr>
          <a:xfrm>
            <a:off x="1452383" y="26962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1ABD8AAC-315B-9315-FB1F-D807E36F503E}"/>
              </a:ext>
            </a:extLst>
          </p:cNvPr>
          <p:cNvSpPr>
            <a:spLocks/>
          </p:cNvSpPr>
          <p:nvPr/>
        </p:nvSpPr>
        <p:spPr>
          <a:xfrm>
            <a:off x="1407544" y="3147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32C4FD4C-9713-496F-9372-750FD95F90EA}"/>
              </a:ext>
            </a:extLst>
          </p:cNvPr>
          <p:cNvSpPr>
            <a:spLocks/>
          </p:cNvSpPr>
          <p:nvPr/>
        </p:nvSpPr>
        <p:spPr>
          <a:xfrm>
            <a:off x="1494586" y="3410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E500052B-B512-C988-912B-341884C051A9}"/>
              </a:ext>
            </a:extLst>
          </p:cNvPr>
          <p:cNvSpPr>
            <a:spLocks/>
          </p:cNvSpPr>
          <p:nvPr/>
        </p:nvSpPr>
        <p:spPr>
          <a:xfrm>
            <a:off x="1385518" y="34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1429DB44-E2E8-B5C7-958B-49A8E23EABC9}"/>
              </a:ext>
            </a:extLst>
          </p:cNvPr>
          <p:cNvSpPr>
            <a:spLocks/>
          </p:cNvSpPr>
          <p:nvPr/>
        </p:nvSpPr>
        <p:spPr>
          <a:xfrm>
            <a:off x="14724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3647660F-AA6E-6D6E-6F8D-8ED5475583C6}"/>
              </a:ext>
            </a:extLst>
          </p:cNvPr>
          <p:cNvSpPr>
            <a:spLocks/>
          </p:cNvSpPr>
          <p:nvPr/>
        </p:nvSpPr>
        <p:spPr>
          <a:xfrm>
            <a:off x="1503172" y="2966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5B2ECB42-32B6-23C6-959A-C5439395E93B}"/>
              </a:ext>
            </a:extLst>
          </p:cNvPr>
          <p:cNvSpPr>
            <a:spLocks/>
          </p:cNvSpPr>
          <p:nvPr/>
        </p:nvSpPr>
        <p:spPr>
          <a:xfrm>
            <a:off x="1422389" y="2614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936F0480-7C9C-803F-5807-0DECF6C15137}"/>
              </a:ext>
            </a:extLst>
          </p:cNvPr>
          <p:cNvSpPr>
            <a:spLocks/>
          </p:cNvSpPr>
          <p:nvPr/>
        </p:nvSpPr>
        <p:spPr>
          <a:xfrm>
            <a:off x="1385279" y="2481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988ED38D-B182-058C-30A5-4F6AE552D0F8}"/>
              </a:ext>
            </a:extLst>
          </p:cNvPr>
          <p:cNvSpPr>
            <a:spLocks/>
          </p:cNvSpPr>
          <p:nvPr/>
        </p:nvSpPr>
        <p:spPr>
          <a:xfrm>
            <a:off x="1459940" y="3193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00E0779C-59E7-89F7-9F46-116091B5B5DD}"/>
              </a:ext>
            </a:extLst>
          </p:cNvPr>
          <p:cNvSpPr>
            <a:spLocks/>
          </p:cNvSpPr>
          <p:nvPr/>
        </p:nvSpPr>
        <p:spPr>
          <a:xfrm>
            <a:off x="14095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C0A41B40-CE17-3C95-60C1-AEED11A951A6}"/>
              </a:ext>
            </a:extLst>
          </p:cNvPr>
          <p:cNvSpPr>
            <a:spLocks/>
          </p:cNvSpPr>
          <p:nvPr/>
        </p:nvSpPr>
        <p:spPr>
          <a:xfrm>
            <a:off x="1375414" y="2340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CA955780-DD00-6F7F-B469-72A79DA1370A}"/>
              </a:ext>
            </a:extLst>
          </p:cNvPr>
          <p:cNvSpPr>
            <a:spLocks/>
          </p:cNvSpPr>
          <p:nvPr/>
        </p:nvSpPr>
        <p:spPr>
          <a:xfrm>
            <a:off x="1510915" y="2732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B58D6812-61AC-9919-3DBE-4A684F65515B}"/>
              </a:ext>
            </a:extLst>
          </p:cNvPr>
          <p:cNvSpPr>
            <a:spLocks/>
          </p:cNvSpPr>
          <p:nvPr/>
        </p:nvSpPr>
        <p:spPr>
          <a:xfrm>
            <a:off x="1475871" y="23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483FC349-52DC-4328-D753-14101A3B31CE}"/>
              </a:ext>
            </a:extLst>
          </p:cNvPr>
          <p:cNvSpPr>
            <a:spLocks/>
          </p:cNvSpPr>
          <p:nvPr/>
        </p:nvSpPr>
        <p:spPr>
          <a:xfrm>
            <a:off x="1508652" y="2819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B853D2F5-F87F-A978-D4AF-C914E349E03C}"/>
              </a:ext>
            </a:extLst>
          </p:cNvPr>
          <p:cNvSpPr>
            <a:spLocks/>
          </p:cNvSpPr>
          <p:nvPr/>
        </p:nvSpPr>
        <p:spPr>
          <a:xfrm>
            <a:off x="1375266" y="2680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92AFB8DD-B0BA-C11F-0D1B-BF15BF54D753}"/>
              </a:ext>
            </a:extLst>
          </p:cNvPr>
          <p:cNvSpPr>
            <a:spLocks/>
          </p:cNvSpPr>
          <p:nvPr/>
        </p:nvSpPr>
        <p:spPr>
          <a:xfrm>
            <a:off x="1484886" y="3197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6DD3B064-7EE8-3009-5995-025B5BBB9475}"/>
              </a:ext>
            </a:extLst>
          </p:cNvPr>
          <p:cNvSpPr>
            <a:spLocks/>
          </p:cNvSpPr>
          <p:nvPr/>
        </p:nvSpPr>
        <p:spPr>
          <a:xfrm>
            <a:off x="14137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7144FB89-1143-D94A-F316-A70C18E12148}"/>
              </a:ext>
            </a:extLst>
          </p:cNvPr>
          <p:cNvSpPr>
            <a:spLocks/>
          </p:cNvSpPr>
          <p:nvPr/>
        </p:nvSpPr>
        <p:spPr>
          <a:xfrm>
            <a:off x="1436226" y="2567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0F696036-74EB-3694-6433-21FD54378A17}"/>
              </a:ext>
            </a:extLst>
          </p:cNvPr>
          <p:cNvSpPr>
            <a:spLocks/>
          </p:cNvSpPr>
          <p:nvPr/>
        </p:nvSpPr>
        <p:spPr>
          <a:xfrm>
            <a:off x="145855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EF1B8B33-4992-E2A4-616C-AF24B3BAADD5}"/>
              </a:ext>
            </a:extLst>
          </p:cNvPr>
          <p:cNvSpPr>
            <a:spLocks/>
          </p:cNvSpPr>
          <p:nvPr/>
        </p:nvSpPr>
        <p:spPr>
          <a:xfrm>
            <a:off x="1507437" y="28117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B8212AD0-13D3-406D-9808-11A7D3025E66}"/>
              </a:ext>
            </a:extLst>
          </p:cNvPr>
          <p:cNvSpPr>
            <a:spLocks/>
          </p:cNvSpPr>
          <p:nvPr/>
        </p:nvSpPr>
        <p:spPr>
          <a:xfrm>
            <a:off x="13941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6F1B8BB3-4D5C-72B3-01FE-1FCE320251FD}"/>
              </a:ext>
            </a:extLst>
          </p:cNvPr>
          <p:cNvSpPr>
            <a:spLocks/>
          </p:cNvSpPr>
          <p:nvPr/>
        </p:nvSpPr>
        <p:spPr>
          <a:xfrm>
            <a:off x="1467166" y="28120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140924D4-40DF-1377-9246-25136DD46FE6}"/>
              </a:ext>
            </a:extLst>
          </p:cNvPr>
          <p:cNvSpPr>
            <a:spLocks/>
          </p:cNvSpPr>
          <p:nvPr/>
        </p:nvSpPr>
        <p:spPr>
          <a:xfrm>
            <a:off x="1441236" y="2634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B402CED0-045C-EC67-873F-ADCEA096F9ED}"/>
              </a:ext>
            </a:extLst>
          </p:cNvPr>
          <p:cNvSpPr>
            <a:spLocks/>
          </p:cNvSpPr>
          <p:nvPr/>
        </p:nvSpPr>
        <p:spPr>
          <a:xfrm>
            <a:off x="1443439" y="2603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9FAF3923-FA5A-11D6-32A5-F0B7DC50F123}"/>
              </a:ext>
            </a:extLst>
          </p:cNvPr>
          <p:cNvSpPr>
            <a:spLocks/>
          </p:cNvSpPr>
          <p:nvPr/>
        </p:nvSpPr>
        <p:spPr>
          <a:xfrm>
            <a:off x="1394823" y="3301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26BBAEE-8435-BBCF-6EC2-DEDBBDA3C720}"/>
              </a:ext>
            </a:extLst>
          </p:cNvPr>
          <p:cNvSpPr>
            <a:spLocks/>
          </p:cNvSpPr>
          <p:nvPr/>
        </p:nvSpPr>
        <p:spPr>
          <a:xfrm>
            <a:off x="1501463" y="25293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DC73DB10-48F0-97BE-E6B9-27A2D543055D}"/>
              </a:ext>
            </a:extLst>
          </p:cNvPr>
          <p:cNvSpPr>
            <a:spLocks/>
          </p:cNvSpPr>
          <p:nvPr/>
        </p:nvSpPr>
        <p:spPr>
          <a:xfrm>
            <a:off x="1421651" y="28566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5B72DF7A-59B6-6761-0B03-0C3D995DAE79}"/>
              </a:ext>
            </a:extLst>
          </p:cNvPr>
          <p:cNvSpPr>
            <a:spLocks/>
          </p:cNvSpPr>
          <p:nvPr/>
        </p:nvSpPr>
        <p:spPr>
          <a:xfrm>
            <a:off x="1508391" y="2112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06733406-6081-33A3-BE3B-44C74CD1F28A}"/>
              </a:ext>
            </a:extLst>
          </p:cNvPr>
          <p:cNvSpPr>
            <a:spLocks/>
          </p:cNvSpPr>
          <p:nvPr/>
        </p:nvSpPr>
        <p:spPr>
          <a:xfrm>
            <a:off x="1436705" y="3177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74750619-6D9C-495D-BA6C-8458E7660557}"/>
              </a:ext>
            </a:extLst>
          </p:cNvPr>
          <p:cNvSpPr>
            <a:spLocks/>
          </p:cNvSpPr>
          <p:nvPr/>
        </p:nvSpPr>
        <p:spPr>
          <a:xfrm>
            <a:off x="14364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5C8570D6-11EE-7A75-F356-B543441CBF5B}"/>
              </a:ext>
            </a:extLst>
          </p:cNvPr>
          <p:cNvSpPr>
            <a:spLocks/>
          </p:cNvSpPr>
          <p:nvPr/>
        </p:nvSpPr>
        <p:spPr>
          <a:xfrm>
            <a:off x="1467744" y="29158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65EB924D-A12A-4380-D1D4-F0E59F46EC97}"/>
              </a:ext>
            </a:extLst>
          </p:cNvPr>
          <p:cNvSpPr>
            <a:spLocks/>
          </p:cNvSpPr>
          <p:nvPr/>
        </p:nvSpPr>
        <p:spPr>
          <a:xfrm>
            <a:off x="1502930" y="284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CB7FBDB0-DB4A-BF0E-EC44-942E1DAE16A6}"/>
              </a:ext>
            </a:extLst>
          </p:cNvPr>
          <p:cNvSpPr>
            <a:spLocks/>
          </p:cNvSpPr>
          <p:nvPr/>
        </p:nvSpPr>
        <p:spPr>
          <a:xfrm>
            <a:off x="14074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177D7610-EC37-DD8A-F00F-39312A74D066}"/>
              </a:ext>
            </a:extLst>
          </p:cNvPr>
          <p:cNvSpPr>
            <a:spLocks/>
          </p:cNvSpPr>
          <p:nvPr/>
        </p:nvSpPr>
        <p:spPr>
          <a:xfrm>
            <a:off x="1464237" y="2723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5866EA8A-71F9-F18A-623A-6846F8D21DB8}"/>
              </a:ext>
            </a:extLst>
          </p:cNvPr>
          <p:cNvSpPr>
            <a:spLocks/>
          </p:cNvSpPr>
          <p:nvPr/>
        </p:nvSpPr>
        <p:spPr>
          <a:xfrm>
            <a:off x="1430335" y="2579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37F70F07-4858-CA0E-009B-35932D9CDED3}"/>
              </a:ext>
            </a:extLst>
          </p:cNvPr>
          <p:cNvSpPr>
            <a:spLocks/>
          </p:cNvSpPr>
          <p:nvPr/>
        </p:nvSpPr>
        <p:spPr>
          <a:xfrm>
            <a:off x="146329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822DAE86-F885-CD66-78CC-EAA57A1A947C}"/>
              </a:ext>
            </a:extLst>
          </p:cNvPr>
          <p:cNvSpPr>
            <a:spLocks/>
          </p:cNvSpPr>
          <p:nvPr/>
        </p:nvSpPr>
        <p:spPr>
          <a:xfrm>
            <a:off x="1501020" y="23263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E5A85407-021B-2C5E-D0EE-BEE30174E9AA}"/>
              </a:ext>
            </a:extLst>
          </p:cNvPr>
          <p:cNvSpPr>
            <a:spLocks/>
          </p:cNvSpPr>
          <p:nvPr/>
        </p:nvSpPr>
        <p:spPr>
          <a:xfrm>
            <a:off x="1399912" y="3328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D83FC786-83E2-F0B9-D99C-FAAECD1164B8}"/>
              </a:ext>
            </a:extLst>
          </p:cNvPr>
          <p:cNvSpPr>
            <a:spLocks/>
          </p:cNvSpPr>
          <p:nvPr/>
        </p:nvSpPr>
        <p:spPr>
          <a:xfrm>
            <a:off x="14380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3E0A51A9-2459-63F2-E4A4-7F40BAEDE8D2}"/>
              </a:ext>
            </a:extLst>
          </p:cNvPr>
          <p:cNvSpPr>
            <a:spLocks/>
          </p:cNvSpPr>
          <p:nvPr/>
        </p:nvSpPr>
        <p:spPr>
          <a:xfrm>
            <a:off x="13854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433EBAA3-CE7C-F2DD-5078-A8B9B009B34B}"/>
              </a:ext>
            </a:extLst>
          </p:cNvPr>
          <p:cNvSpPr>
            <a:spLocks/>
          </p:cNvSpPr>
          <p:nvPr/>
        </p:nvSpPr>
        <p:spPr>
          <a:xfrm>
            <a:off x="1458814" y="301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0DB86BB0-18C9-C2FE-756D-040848B433CD}"/>
              </a:ext>
            </a:extLst>
          </p:cNvPr>
          <p:cNvSpPr>
            <a:spLocks/>
          </p:cNvSpPr>
          <p:nvPr/>
        </p:nvSpPr>
        <p:spPr>
          <a:xfrm>
            <a:off x="142072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FB2945BD-FEBE-AE63-E0C3-EAEE6B1DE05F}"/>
              </a:ext>
            </a:extLst>
          </p:cNvPr>
          <p:cNvSpPr>
            <a:spLocks/>
          </p:cNvSpPr>
          <p:nvPr/>
        </p:nvSpPr>
        <p:spPr>
          <a:xfrm>
            <a:off x="1432903" y="2426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50BFF260-5367-4780-681C-F6F821AFB3B0}"/>
              </a:ext>
            </a:extLst>
          </p:cNvPr>
          <p:cNvSpPr>
            <a:spLocks/>
          </p:cNvSpPr>
          <p:nvPr/>
        </p:nvSpPr>
        <p:spPr>
          <a:xfrm>
            <a:off x="14207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A9B2B9D0-9B96-495F-19E8-7459749B1DD4}"/>
              </a:ext>
            </a:extLst>
          </p:cNvPr>
          <p:cNvSpPr>
            <a:spLocks/>
          </p:cNvSpPr>
          <p:nvPr/>
        </p:nvSpPr>
        <p:spPr>
          <a:xfrm>
            <a:off x="1414569" y="2824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403DABF3-C7DE-F6E5-0257-848BFD31AA16}"/>
              </a:ext>
            </a:extLst>
          </p:cNvPr>
          <p:cNvSpPr>
            <a:spLocks/>
          </p:cNvSpPr>
          <p:nvPr/>
        </p:nvSpPr>
        <p:spPr>
          <a:xfrm>
            <a:off x="1481365" y="27927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5A265EE5-6662-5785-95CE-1477526B73E7}"/>
              </a:ext>
            </a:extLst>
          </p:cNvPr>
          <p:cNvSpPr>
            <a:spLocks/>
          </p:cNvSpPr>
          <p:nvPr/>
        </p:nvSpPr>
        <p:spPr>
          <a:xfrm>
            <a:off x="1428849" y="2713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FD4D70E4-D061-AE2E-50B5-703321F43785}"/>
              </a:ext>
            </a:extLst>
          </p:cNvPr>
          <p:cNvSpPr>
            <a:spLocks/>
          </p:cNvSpPr>
          <p:nvPr/>
        </p:nvSpPr>
        <p:spPr>
          <a:xfrm>
            <a:off x="1496140" y="2159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86279B2B-9640-5EA8-701B-86F478A0A37E}"/>
              </a:ext>
            </a:extLst>
          </p:cNvPr>
          <p:cNvSpPr>
            <a:spLocks/>
          </p:cNvSpPr>
          <p:nvPr/>
        </p:nvSpPr>
        <p:spPr>
          <a:xfrm>
            <a:off x="1416856" y="2982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F1688FF7-2A8B-4E93-AAC1-FDC985739494}"/>
              </a:ext>
            </a:extLst>
          </p:cNvPr>
          <p:cNvSpPr>
            <a:spLocks/>
          </p:cNvSpPr>
          <p:nvPr/>
        </p:nvSpPr>
        <p:spPr>
          <a:xfrm>
            <a:off x="1388404" y="2702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CD8B3F44-6481-6B5C-B81D-EA6DAD5A780B}"/>
              </a:ext>
            </a:extLst>
          </p:cNvPr>
          <p:cNvSpPr>
            <a:spLocks/>
          </p:cNvSpPr>
          <p:nvPr/>
        </p:nvSpPr>
        <p:spPr>
          <a:xfrm>
            <a:off x="13800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1FE5C6FB-6A81-358D-811F-62CE7FC0BE5B}"/>
              </a:ext>
            </a:extLst>
          </p:cNvPr>
          <p:cNvSpPr>
            <a:spLocks/>
          </p:cNvSpPr>
          <p:nvPr/>
        </p:nvSpPr>
        <p:spPr>
          <a:xfrm>
            <a:off x="1473841" y="33256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1EDD8ACB-0135-1B57-36EE-75E54AC73058}"/>
              </a:ext>
            </a:extLst>
          </p:cNvPr>
          <p:cNvSpPr>
            <a:spLocks/>
          </p:cNvSpPr>
          <p:nvPr/>
        </p:nvSpPr>
        <p:spPr>
          <a:xfrm>
            <a:off x="1484917" y="25743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12835A1A-76A8-6BC1-0005-B824C4E22DF9}"/>
              </a:ext>
            </a:extLst>
          </p:cNvPr>
          <p:cNvSpPr>
            <a:spLocks/>
          </p:cNvSpPr>
          <p:nvPr/>
        </p:nvSpPr>
        <p:spPr>
          <a:xfrm>
            <a:off x="1496644" y="2921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14437624-BF0A-7483-3308-07190FCDF81B}"/>
              </a:ext>
            </a:extLst>
          </p:cNvPr>
          <p:cNvSpPr>
            <a:spLocks/>
          </p:cNvSpPr>
          <p:nvPr/>
        </p:nvSpPr>
        <p:spPr>
          <a:xfrm>
            <a:off x="14513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6A807266-5EAD-3BEA-736B-8B2BD1201A8D}"/>
              </a:ext>
            </a:extLst>
          </p:cNvPr>
          <p:cNvSpPr>
            <a:spLocks/>
          </p:cNvSpPr>
          <p:nvPr/>
        </p:nvSpPr>
        <p:spPr>
          <a:xfrm>
            <a:off x="1447908" y="2960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06721B5A-3BD1-8328-B785-302AB3CD48DC}"/>
              </a:ext>
            </a:extLst>
          </p:cNvPr>
          <p:cNvSpPr>
            <a:spLocks/>
          </p:cNvSpPr>
          <p:nvPr/>
        </p:nvSpPr>
        <p:spPr>
          <a:xfrm>
            <a:off x="1652791" y="22332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1F33E231-2836-3950-DA35-EBAA8ED41C1A}"/>
              </a:ext>
            </a:extLst>
          </p:cNvPr>
          <p:cNvSpPr>
            <a:spLocks/>
          </p:cNvSpPr>
          <p:nvPr/>
        </p:nvSpPr>
        <p:spPr>
          <a:xfrm>
            <a:off x="1739884" y="19472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03BE9FDC-63A1-E69D-C61E-5CDF428ACC98}"/>
              </a:ext>
            </a:extLst>
          </p:cNvPr>
          <p:cNvSpPr>
            <a:spLocks/>
          </p:cNvSpPr>
          <p:nvPr/>
        </p:nvSpPr>
        <p:spPr>
          <a:xfrm>
            <a:off x="1736002" y="2128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ACCB5A11-7207-1538-D8A2-2B36C364BD8A}"/>
              </a:ext>
            </a:extLst>
          </p:cNvPr>
          <p:cNvSpPr>
            <a:spLocks/>
          </p:cNvSpPr>
          <p:nvPr/>
        </p:nvSpPr>
        <p:spPr>
          <a:xfrm>
            <a:off x="1686888" y="3276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CA1DCF43-09E6-4E38-7691-54EAEE1E3BE6}"/>
              </a:ext>
            </a:extLst>
          </p:cNvPr>
          <p:cNvSpPr>
            <a:spLocks/>
          </p:cNvSpPr>
          <p:nvPr/>
        </p:nvSpPr>
        <p:spPr>
          <a:xfrm>
            <a:off x="1711384" y="223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4704EDE4-D5CA-0D9C-7145-E581035A75C9}"/>
              </a:ext>
            </a:extLst>
          </p:cNvPr>
          <p:cNvSpPr>
            <a:spLocks/>
          </p:cNvSpPr>
          <p:nvPr/>
        </p:nvSpPr>
        <p:spPr>
          <a:xfrm>
            <a:off x="1606128" y="2451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F949221B-BCED-0314-3115-F20875E620BE}"/>
              </a:ext>
            </a:extLst>
          </p:cNvPr>
          <p:cNvSpPr>
            <a:spLocks/>
          </p:cNvSpPr>
          <p:nvPr/>
        </p:nvSpPr>
        <p:spPr>
          <a:xfrm>
            <a:off x="1642005" y="2019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37746B5B-ED78-68D5-F37D-821DBC0DEB1C}"/>
              </a:ext>
            </a:extLst>
          </p:cNvPr>
          <p:cNvSpPr>
            <a:spLocks/>
          </p:cNvSpPr>
          <p:nvPr/>
        </p:nvSpPr>
        <p:spPr>
          <a:xfrm>
            <a:off x="1631141" y="2052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1BD79E37-288C-77E8-F6A8-E2CF3E8CDE3A}"/>
              </a:ext>
            </a:extLst>
          </p:cNvPr>
          <p:cNvSpPr>
            <a:spLocks/>
          </p:cNvSpPr>
          <p:nvPr/>
        </p:nvSpPr>
        <p:spPr>
          <a:xfrm>
            <a:off x="1647662" y="2496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B9A05FE9-BCDE-5491-88B0-F0CD17452E84}"/>
              </a:ext>
            </a:extLst>
          </p:cNvPr>
          <p:cNvSpPr>
            <a:spLocks/>
          </p:cNvSpPr>
          <p:nvPr/>
        </p:nvSpPr>
        <p:spPr>
          <a:xfrm>
            <a:off x="1607488" y="1963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C1D038E7-E4E8-4192-5394-716F0B005FEB}"/>
              </a:ext>
            </a:extLst>
          </p:cNvPr>
          <p:cNvSpPr>
            <a:spLocks/>
          </p:cNvSpPr>
          <p:nvPr/>
        </p:nvSpPr>
        <p:spPr>
          <a:xfrm>
            <a:off x="1722237" y="2695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A61050AA-F9BB-3E04-1280-C255BB3CDC0A}"/>
              </a:ext>
            </a:extLst>
          </p:cNvPr>
          <p:cNvSpPr>
            <a:spLocks/>
          </p:cNvSpPr>
          <p:nvPr/>
        </p:nvSpPr>
        <p:spPr>
          <a:xfrm>
            <a:off x="1661706" y="2465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9767E4E6-FB6E-6237-5409-D63571089F0D}"/>
              </a:ext>
            </a:extLst>
          </p:cNvPr>
          <p:cNvSpPr>
            <a:spLocks/>
          </p:cNvSpPr>
          <p:nvPr/>
        </p:nvSpPr>
        <p:spPr>
          <a:xfrm>
            <a:off x="1694403" y="25617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53A1E98B-D866-B1A0-17C3-006DB6652312}"/>
              </a:ext>
            </a:extLst>
          </p:cNvPr>
          <p:cNvSpPr>
            <a:spLocks/>
          </p:cNvSpPr>
          <p:nvPr/>
        </p:nvSpPr>
        <p:spPr>
          <a:xfrm>
            <a:off x="1627102" y="23101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4035607B-7C01-3814-7E07-25420BC6A32B}"/>
              </a:ext>
            </a:extLst>
          </p:cNvPr>
          <p:cNvSpPr>
            <a:spLocks/>
          </p:cNvSpPr>
          <p:nvPr/>
        </p:nvSpPr>
        <p:spPr>
          <a:xfrm>
            <a:off x="1665051" y="2045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0B5AC473-E785-BE31-E78C-64FA1F74011F}"/>
              </a:ext>
            </a:extLst>
          </p:cNvPr>
          <p:cNvSpPr>
            <a:spLocks/>
          </p:cNvSpPr>
          <p:nvPr/>
        </p:nvSpPr>
        <p:spPr>
          <a:xfrm>
            <a:off x="1644483" y="2085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54F4D991-FCD2-F6B4-D183-60B70CBBA867}"/>
              </a:ext>
            </a:extLst>
          </p:cNvPr>
          <p:cNvSpPr>
            <a:spLocks/>
          </p:cNvSpPr>
          <p:nvPr/>
        </p:nvSpPr>
        <p:spPr>
          <a:xfrm>
            <a:off x="1620391" y="25709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FB580CB5-1753-E3CC-9F05-DA553A55DBA5}"/>
              </a:ext>
            </a:extLst>
          </p:cNvPr>
          <p:cNvSpPr>
            <a:spLocks/>
          </p:cNvSpPr>
          <p:nvPr/>
        </p:nvSpPr>
        <p:spPr>
          <a:xfrm>
            <a:off x="1616386" y="25892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1AD8AEA0-DEF3-621E-40F2-E980EDA5E962}"/>
              </a:ext>
            </a:extLst>
          </p:cNvPr>
          <p:cNvSpPr>
            <a:spLocks/>
          </p:cNvSpPr>
          <p:nvPr/>
        </p:nvSpPr>
        <p:spPr>
          <a:xfrm>
            <a:off x="1722006" y="2480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2034DA0A-A869-51AC-1FA2-B525889FB739}"/>
              </a:ext>
            </a:extLst>
          </p:cNvPr>
          <p:cNvSpPr>
            <a:spLocks/>
          </p:cNvSpPr>
          <p:nvPr/>
        </p:nvSpPr>
        <p:spPr>
          <a:xfrm>
            <a:off x="1675958" y="23998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B65CD7E2-91A4-0986-9886-24649E3147B0}"/>
              </a:ext>
            </a:extLst>
          </p:cNvPr>
          <p:cNvSpPr>
            <a:spLocks/>
          </p:cNvSpPr>
          <p:nvPr/>
        </p:nvSpPr>
        <p:spPr>
          <a:xfrm>
            <a:off x="1649032" y="304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40E442F8-F6D6-F871-5A6E-70FC647063E9}"/>
              </a:ext>
            </a:extLst>
          </p:cNvPr>
          <p:cNvSpPr>
            <a:spLocks/>
          </p:cNvSpPr>
          <p:nvPr/>
        </p:nvSpPr>
        <p:spPr>
          <a:xfrm>
            <a:off x="1721615" y="26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FE925A96-B861-2518-E6F6-D35DB2865B17}"/>
              </a:ext>
            </a:extLst>
          </p:cNvPr>
          <p:cNvSpPr>
            <a:spLocks/>
          </p:cNvSpPr>
          <p:nvPr/>
        </p:nvSpPr>
        <p:spPr>
          <a:xfrm>
            <a:off x="1624913" y="2484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D232E4DA-78CE-2195-9DD6-5C0352045341}"/>
              </a:ext>
            </a:extLst>
          </p:cNvPr>
          <p:cNvSpPr>
            <a:spLocks/>
          </p:cNvSpPr>
          <p:nvPr/>
        </p:nvSpPr>
        <p:spPr>
          <a:xfrm>
            <a:off x="1612430" y="19925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B5132A79-BE21-6385-1AC1-287A08F7C6A9}"/>
              </a:ext>
            </a:extLst>
          </p:cNvPr>
          <p:cNvSpPr>
            <a:spLocks/>
          </p:cNvSpPr>
          <p:nvPr/>
        </p:nvSpPr>
        <p:spPr>
          <a:xfrm>
            <a:off x="1651259" y="3224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EEF1D5EF-BC40-645B-E5C5-D703624A56C9}"/>
              </a:ext>
            </a:extLst>
          </p:cNvPr>
          <p:cNvSpPr>
            <a:spLocks/>
          </p:cNvSpPr>
          <p:nvPr/>
        </p:nvSpPr>
        <p:spPr>
          <a:xfrm>
            <a:off x="162010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C7DAD7F9-DA8E-84FE-F951-05F6F8614C84}"/>
              </a:ext>
            </a:extLst>
          </p:cNvPr>
          <p:cNvSpPr>
            <a:spLocks/>
          </p:cNvSpPr>
          <p:nvPr/>
        </p:nvSpPr>
        <p:spPr>
          <a:xfrm>
            <a:off x="1695626" y="2861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8632D793-1DA0-E3A7-D5DD-1B2007E8FAAC}"/>
              </a:ext>
            </a:extLst>
          </p:cNvPr>
          <p:cNvSpPr>
            <a:spLocks/>
          </p:cNvSpPr>
          <p:nvPr/>
        </p:nvSpPr>
        <p:spPr>
          <a:xfrm>
            <a:off x="1611895" y="29732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8D33496B-B7DE-1978-5CBF-5DEF98F8396F}"/>
              </a:ext>
            </a:extLst>
          </p:cNvPr>
          <p:cNvSpPr>
            <a:spLocks/>
          </p:cNvSpPr>
          <p:nvPr/>
        </p:nvSpPr>
        <p:spPr>
          <a:xfrm>
            <a:off x="1657852" y="196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46B7A4C7-4ADE-BE88-29EA-7EB2A5437BB8}"/>
              </a:ext>
            </a:extLst>
          </p:cNvPr>
          <p:cNvSpPr>
            <a:spLocks/>
          </p:cNvSpPr>
          <p:nvPr/>
        </p:nvSpPr>
        <p:spPr>
          <a:xfrm>
            <a:off x="1664199" y="1968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013AB65B-B90F-A2D2-E4ED-8543DD08BA3B}"/>
              </a:ext>
            </a:extLst>
          </p:cNvPr>
          <p:cNvSpPr>
            <a:spLocks/>
          </p:cNvSpPr>
          <p:nvPr/>
        </p:nvSpPr>
        <p:spPr>
          <a:xfrm>
            <a:off x="171585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5D57B541-932F-69A2-6EAC-45C0080F4B43}"/>
              </a:ext>
            </a:extLst>
          </p:cNvPr>
          <p:cNvSpPr>
            <a:spLocks/>
          </p:cNvSpPr>
          <p:nvPr/>
        </p:nvSpPr>
        <p:spPr>
          <a:xfrm>
            <a:off x="1683310" y="2586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BFDEC697-4541-D4F6-38E1-AEA76507B23F}"/>
              </a:ext>
            </a:extLst>
          </p:cNvPr>
          <p:cNvSpPr>
            <a:spLocks/>
          </p:cNvSpPr>
          <p:nvPr/>
        </p:nvSpPr>
        <p:spPr>
          <a:xfrm>
            <a:off x="164196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4E1D67BE-A588-EA5F-8382-3DAAB1C28405}"/>
              </a:ext>
            </a:extLst>
          </p:cNvPr>
          <p:cNvSpPr>
            <a:spLocks/>
          </p:cNvSpPr>
          <p:nvPr/>
        </p:nvSpPr>
        <p:spPr>
          <a:xfrm>
            <a:off x="1606566" y="267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B1D724A5-D6E2-E58F-44EA-EB3029E9C331}"/>
              </a:ext>
            </a:extLst>
          </p:cNvPr>
          <p:cNvSpPr>
            <a:spLocks/>
          </p:cNvSpPr>
          <p:nvPr/>
        </p:nvSpPr>
        <p:spPr>
          <a:xfrm>
            <a:off x="1602023" y="2326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40CAA26A-D3ED-1B4C-5208-11AD445ADED0}"/>
              </a:ext>
            </a:extLst>
          </p:cNvPr>
          <p:cNvSpPr>
            <a:spLocks/>
          </p:cNvSpPr>
          <p:nvPr/>
        </p:nvSpPr>
        <p:spPr>
          <a:xfrm>
            <a:off x="162231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8995BD80-6D05-EC9E-D27C-5E2DB505121B}"/>
              </a:ext>
            </a:extLst>
          </p:cNvPr>
          <p:cNvSpPr>
            <a:spLocks/>
          </p:cNvSpPr>
          <p:nvPr/>
        </p:nvSpPr>
        <p:spPr>
          <a:xfrm>
            <a:off x="16379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5BD9A0C5-F483-32F2-33B7-0EF8226B4EDD}"/>
              </a:ext>
            </a:extLst>
          </p:cNvPr>
          <p:cNvSpPr>
            <a:spLocks/>
          </p:cNvSpPr>
          <p:nvPr/>
        </p:nvSpPr>
        <p:spPr>
          <a:xfrm>
            <a:off x="1723605" y="2590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5316D65A-286D-477F-F8B7-078EC41A3DFD}"/>
              </a:ext>
            </a:extLst>
          </p:cNvPr>
          <p:cNvSpPr>
            <a:spLocks/>
          </p:cNvSpPr>
          <p:nvPr/>
        </p:nvSpPr>
        <p:spPr>
          <a:xfrm>
            <a:off x="1623392" y="192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8B8392E2-3CE0-B1B0-7F3C-4E88D4C3CAE3}"/>
              </a:ext>
            </a:extLst>
          </p:cNvPr>
          <p:cNvSpPr>
            <a:spLocks/>
          </p:cNvSpPr>
          <p:nvPr/>
        </p:nvSpPr>
        <p:spPr>
          <a:xfrm>
            <a:off x="1690350" y="1983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0ED684C7-5AE9-ADD1-C95F-80143E6C13E6}"/>
              </a:ext>
            </a:extLst>
          </p:cNvPr>
          <p:cNvSpPr>
            <a:spLocks/>
          </p:cNvSpPr>
          <p:nvPr/>
        </p:nvSpPr>
        <p:spPr>
          <a:xfrm>
            <a:off x="169995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DB9685C0-D8CD-DB31-6E4D-3C34A7B5ED30}"/>
              </a:ext>
            </a:extLst>
          </p:cNvPr>
          <p:cNvSpPr>
            <a:spLocks/>
          </p:cNvSpPr>
          <p:nvPr/>
        </p:nvSpPr>
        <p:spPr>
          <a:xfrm>
            <a:off x="1677094" y="2016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41168EDF-0161-D19D-F7B8-CB3DE95E48A2}"/>
              </a:ext>
            </a:extLst>
          </p:cNvPr>
          <p:cNvSpPr>
            <a:spLocks/>
          </p:cNvSpPr>
          <p:nvPr/>
        </p:nvSpPr>
        <p:spPr>
          <a:xfrm>
            <a:off x="1652913" y="2758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E612D4F5-272B-566F-6C5B-A8AD3704EF5D}"/>
              </a:ext>
            </a:extLst>
          </p:cNvPr>
          <p:cNvSpPr>
            <a:spLocks/>
          </p:cNvSpPr>
          <p:nvPr/>
        </p:nvSpPr>
        <p:spPr>
          <a:xfrm>
            <a:off x="1698768" y="2176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7ACAFC6E-D220-C0E3-D64E-0A5983AB3298}"/>
              </a:ext>
            </a:extLst>
          </p:cNvPr>
          <p:cNvSpPr>
            <a:spLocks/>
          </p:cNvSpPr>
          <p:nvPr/>
        </p:nvSpPr>
        <p:spPr>
          <a:xfrm>
            <a:off x="1629132" y="224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84379600-880B-33F5-2548-CE9E4CADBD84}"/>
              </a:ext>
            </a:extLst>
          </p:cNvPr>
          <p:cNvSpPr>
            <a:spLocks/>
          </p:cNvSpPr>
          <p:nvPr/>
        </p:nvSpPr>
        <p:spPr>
          <a:xfrm>
            <a:off x="1604429" y="27905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D0BA1370-14F1-F1D0-EB29-8323F561382F}"/>
              </a:ext>
            </a:extLst>
          </p:cNvPr>
          <p:cNvSpPr>
            <a:spLocks/>
          </p:cNvSpPr>
          <p:nvPr/>
        </p:nvSpPr>
        <p:spPr>
          <a:xfrm>
            <a:off x="1736723" y="27485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59E98BB7-9D11-3B0B-2091-DD4C8D02DAB9}"/>
              </a:ext>
            </a:extLst>
          </p:cNvPr>
          <p:cNvSpPr>
            <a:spLocks/>
          </p:cNvSpPr>
          <p:nvPr/>
        </p:nvSpPr>
        <p:spPr>
          <a:xfrm>
            <a:off x="1698302" y="3328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4D1ACB2F-BCD7-BD28-869F-BE834DD3D5B9}"/>
              </a:ext>
            </a:extLst>
          </p:cNvPr>
          <p:cNvSpPr>
            <a:spLocks/>
          </p:cNvSpPr>
          <p:nvPr/>
        </p:nvSpPr>
        <p:spPr>
          <a:xfrm>
            <a:off x="1641251" y="2661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EDC9736B-D8C1-9068-0C62-7D6892DC6C0C}"/>
              </a:ext>
            </a:extLst>
          </p:cNvPr>
          <p:cNvSpPr>
            <a:spLocks/>
          </p:cNvSpPr>
          <p:nvPr/>
        </p:nvSpPr>
        <p:spPr>
          <a:xfrm>
            <a:off x="1621412" y="2026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B59AA5BE-3FFA-63D4-ACDC-E227370834D0}"/>
              </a:ext>
            </a:extLst>
          </p:cNvPr>
          <p:cNvSpPr>
            <a:spLocks/>
          </p:cNvSpPr>
          <p:nvPr/>
        </p:nvSpPr>
        <p:spPr>
          <a:xfrm>
            <a:off x="1724775" y="23610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AB3FE532-8C3D-6DDB-0FF8-05FD7862CB7C}"/>
              </a:ext>
            </a:extLst>
          </p:cNvPr>
          <p:cNvSpPr>
            <a:spLocks/>
          </p:cNvSpPr>
          <p:nvPr/>
        </p:nvSpPr>
        <p:spPr>
          <a:xfrm>
            <a:off x="162775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315B5F7B-6499-F195-F72A-F40ECFD65D65}"/>
              </a:ext>
            </a:extLst>
          </p:cNvPr>
          <p:cNvSpPr>
            <a:spLocks/>
          </p:cNvSpPr>
          <p:nvPr/>
        </p:nvSpPr>
        <p:spPr>
          <a:xfrm>
            <a:off x="1693657" y="2507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7DC54680-0FF5-4E02-7CE1-C0B9A9DD5F2E}"/>
              </a:ext>
            </a:extLst>
          </p:cNvPr>
          <p:cNvSpPr>
            <a:spLocks/>
          </p:cNvSpPr>
          <p:nvPr/>
        </p:nvSpPr>
        <p:spPr>
          <a:xfrm>
            <a:off x="1621464" y="2538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37999771-DEFB-E625-7FD1-B90E05F6EE0F}"/>
              </a:ext>
            </a:extLst>
          </p:cNvPr>
          <p:cNvSpPr>
            <a:spLocks/>
          </p:cNvSpPr>
          <p:nvPr/>
        </p:nvSpPr>
        <p:spPr>
          <a:xfrm>
            <a:off x="1676619" y="23711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933AC5C-C5CD-5658-BE85-AD2DFA7C483F}"/>
              </a:ext>
            </a:extLst>
          </p:cNvPr>
          <p:cNvSpPr>
            <a:spLocks/>
          </p:cNvSpPr>
          <p:nvPr/>
        </p:nvSpPr>
        <p:spPr>
          <a:xfrm>
            <a:off x="1732180" y="2462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484E358A-C2BD-9B91-E50D-379B790F38C1}"/>
              </a:ext>
            </a:extLst>
          </p:cNvPr>
          <p:cNvSpPr>
            <a:spLocks/>
          </p:cNvSpPr>
          <p:nvPr/>
        </p:nvSpPr>
        <p:spPr>
          <a:xfrm>
            <a:off x="1650821" y="3355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01EFBE36-ABE6-79B6-9476-0225A72E260A}"/>
              </a:ext>
            </a:extLst>
          </p:cNvPr>
          <p:cNvSpPr>
            <a:spLocks/>
          </p:cNvSpPr>
          <p:nvPr/>
        </p:nvSpPr>
        <p:spPr>
          <a:xfrm>
            <a:off x="1623221" y="1923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ABA5FBDB-DDCD-E1EA-F8C9-83497486032E}"/>
              </a:ext>
            </a:extLst>
          </p:cNvPr>
          <p:cNvSpPr>
            <a:spLocks/>
          </p:cNvSpPr>
          <p:nvPr/>
        </p:nvSpPr>
        <p:spPr>
          <a:xfrm>
            <a:off x="1677259" y="2181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9A96DB31-88A3-9C61-258E-62E672636534}"/>
              </a:ext>
            </a:extLst>
          </p:cNvPr>
          <p:cNvSpPr>
            <a:spLocks/>
          </p:cNvSpPr>
          <p:nvPr/>
        </p:nvSpPr>
        <p:spPr>
          <a:xfrm>
            <a:off x="1651300" y="20680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87F7FD3D-229B-2ACF-EEB6-8C1C7FEAF6FA}"/>
              </a:ext>
            </a:extLst>
          </p:cNvPr>
          <p:cNvSpPr>
            <a:spLocks/>
          </p:cNvSpPr>
          <p:nvPr/>
        </p:nvSpPr>
        <p:spPr>
          <a:xfrm>
            <a:off x="1655159" y="2459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47B6608F-2F2C-3F5F-8765-6A350531EB3B}"/>
              </a:ext>
            </a:extLst>
          </p:cNvPr>
          <p:cNvSpPr>
            <a:spLocks/>
          </p:cNvSpPr>
          <p:nvPr/>
        </p:nvSpPr>
        <p:spPr>
          <a:xfrm>
            <a:off x="1649798" y="1831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104E8C16-8710-CB54-64DA-E982E9A316BF}"/>
              </a:ext>
            </a:extLst>
          </p:cNvPr>
          <p:cNvSpPr>
            <a:spLocks/>
          </p:cNvSpPr>
          <p:nvPr/>
        </p:nvSpPr>
        <p:spPr>
          <a:xfrm>
            <a:off x="1724114" y="2436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D9AF9683-5BE6-FA52-22A3-C2C5C386E652}"/>
              </a:ext>
            </a:extLst>
          </p:cNvPr>
          <p:cNvSpPr>
            <a:spLocks/>
          </p:cNvSpPr>
          <p:nvPr/>
        </p:nvSpPr>
        <p:spPr>
          <a:xfrm>
            <a:off x="1639961" y="3138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84441470-BE41-9A13-EBC0-CECCA1E3A898}"/>
              </a:ext>
            </a:extLst>
          </p:cNvPr>
          <p:cNvSpPr>
            <a:spLocks/>
          </p:cNvSpPr>
          <p:nvPr/>
        </p:nvSpPr>
        <p:spPr>
          <a:xfrm>
            <a:off x="1637748" y="3167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100ED2C8-02C8-7E41-1371-09E1E913F3D0}"/>
              </a:ext>
            </a:extLst>
          </p:cNvPr>
          <p:cNvSpPr>
            <a:spLocks/>
          </p:cNvSpPr>
          <p:nvPr/>
        </p:nvSpPr>
        <p:spPr>
          <a:xfrm>
            <a:off x="1681046" y="2697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B53E8346-512E-7174-555D-C8951B9FC9F4}"/>
              </a:ext>
            </a:extLst>
          </p:cNvPr>
          <p:cNvSpPr>
            <a:spLocks/>
          </p:cNvSpPr>
          <p:nvPr/>
        </p:nvSpPr>
        <p:spPr>
          <a:xfrm>
            <a:off x="1627196" y="2946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53AD55A9-90AB-31A5-408B-F1BC7E0ABED4}"/>
              </a:ext>
            </a:extLst>
          </p:cNvPr>
          <p:cNvSpPr>
            <a:spLocks/>
          </p:cNvSpPr>
          <p:nvPr/>
        </p:nvSpPr>
        <p:spPr>
          <a:xfrm>
            <a:off x="165972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E116AEDF-EF5F-E7D0-0481-E9A03B03CCD1}"/>
              </a:ext>
            </a:extLst>
          </p:cNvPr>
          <p:cNvSpPr>
            <a:spLocks/>
          </p:cNvSpPr>
          <p:nvPr/>
        </p:nvSpPr>
        <p:spPr>
          <a:xfrm>
            <a:off x="1637813" y="22886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478DA5F4-C473-249A-CB37-BC74E9374E4A}"/>
              </a:ext>
            </a:extLst>
          </p:cNvPr>
          <p:cNvSpPr>
            <a:spLocks/>
          </p:cNvSpPr>
          <p:nvPr/>
        </p:nvSpPr>
        <p:spPr>
          <a:xfrm>
            <a:off x="1690123" y="2902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8AEB3672-9635-3204-3AC5-DF70FEC95826}"/>
              </a:ext>
            </a:extLst>
          </p:cNvPr>
          <p:cNvSpPr>
            <a:spLocks/>
          </p:cNvSpPr>
          <p:nvPr/>
        </p:nvSpPr>
        <p:spPr>
          <a:xfrm>
            <a:off x="1612296" y="1929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B4918123-26B2-DDD4-2C82-D6032E736D8D}"/>
              </a:ext>
            </a:extLst>
          </p:cNvPr>
          <p:cNvSpPr>
            <a:spLocks/>
          </p:cNvSpPr>
          <p:nvPr/>
        </p:nvSpPr>
        <p:spPr>
          <a:xfrm>
            <a:off x="1646018" y="2772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DA2B1B17-93CA-03F1-C17B-83450CF6F5C5}"/>
              </a:ext>
            </a:extLst>
          </p:cNvPr>
          <p:cNvSpPr>
            <a:spLocks/>
          </p:cNvSpPr>
          <p:nvPr/>
        </p:nvSpPr>
        <p:spPr>
          <a:xfrm>
            <a:off x="1700565" y="2527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B63DD4BC-5E19-2F6A-1574-7D647E34CB88}"/>
              </a:ext>
            </a:extLst>
          </p:cNvPr>
          <p:cNvSpPr>
            <a:spLocks/>
          </p:cNvSpPr>
          <p:nvPr/>
        </p:nvSpPr>
        <p:spPr>
          <a:xfrm>
            <a:off x="1613207" y="217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404C8138-D512-29E7-6C07-E0571FF76AB9}"/>
              </a:ext>
            </a:extLst>
          </p:cNvPr>
          <p:cNvSpPr>
            <a:spLocks/>
          </p:cNvSpPr>
          <p:nvPr/>
        </p:nvSpPr>
        <p:spPr>
          <a:xfrm>
            <a:off x="1693726" y="29254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E25868B2-CDC9-28BB-F16B-B33F6B38E3FF}"/>
              </a:ext>
            </a:extLst>
          </p:cNvPr>
          <p:cNvSpPr>
            <a:spLocks/>
          </p:cNvSpPr>
          <p:nvPr/>
        </p:nvSpPr>
        <p:spPr>
          <a:xfrm>
            <a:off x="1622161" y="30220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371F8E34-C7C7-88DD-F7E9-7AF9CCF92EE6}"/>
              </a:ext>
            </a:extLst>
          </p:cNvPr>
          <p:cNvSpPr>
            <a:spLocks/>
          </p:cNvSpPr>
          <p:nvPr/>
        </p:nvSpPr>
        <p:spPr>
          <a:xfrm>
            <a:off x="171804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06DBA177-DF04-3E93-671E-D65E5CFA3E96}"/>
              </a:ext>
            </a:extLst>
          </p:cNvPr>
          <p:cNvSpPr>
            <a:spLocks/>
          </p:cNvSpPr>
          <p:nvPr/>
        </p:nvSpPr>
        <p:spPr>
          <a:xfrm>
            <a:off x="1665978" y="206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0947B748-9604-1364-351D-7DD3CD110363}"/>
              </a:ext>
            </a:extLst>
          </p:cNvPr>
          <p:cNvSpPr>
            <a:spLocks/>
          </p:cNvSpPr>
          <p:nvPr/>
        </p:nvSpPr>
        <p:spPr>
          <a:xfrm>
            <a:off x="1663310" y="2252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EF44FB7F-4FCB-FB83-A4A5-742ADFF2AA88}"/>
              </a:ext>
            </a:extLst>
          </p:cNvPr>
          <p:cNvSpPr>
            <a:spLocks/>
          </p:cNvSpPr>
          <p:nvPr/>
        </p:nvSpPr>
        <p:spPr>
          <a:xfrm>
            <a:off x="1656781" y="2119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F3380676-1DE1-E0A4-9B7C-E7731F5D7BC2}"/>
              </a:ext>
            </a:extLst>
          </p:cNvPr>
          <p:cNvSpPr>
            <a:spLocks/>
          </p:cNvSpPr>
          <p:nvPr/>
        </p:nvSpPr>
        <p:spPr>
          <a:xfrm>
            <a:off x="1736100" y="1998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F61C8916-1C08-580E-2945-9841CD4B70A7}"/>
              </a:ext>
            </a:extLst>
          </p:cNvPr>
          <p:cNvSpPr>
            <a:spLocks/>
          </p:cNvSpPr>
          <p:nvPr/>
        </p:nvSpPr>
        <p:spPr>
          <a:xfrm>
            <a:off x="163980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88B85F43-030A-E9F8-CED5-AEDF3B495239}"/>
              </a:ext>
            </a:extLst>
          </p:cNvPr>
          <p:cNvSpPr>
            <a:spLocks/>
          </p:cNvSpPr>
          <p:nvPr/>
        </p:nvSpPr>
        <p:spPr>
          <a:xfrm>
            <a:off x="1719172" y="2125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C97AB1FF-D0E4-6437-1ABA-CD05146CD8DB}"/>
              </a:ext>
            </a:extLst>
          </p:cNvPr>
          <p:cNvSpPr>
            <a:spLocks/>
          </p:cNvSpPr>
          <p:nvPr/>
        </p:nvSpPr>
        <p:spPr>
          <a:xfrm>
            <a:off x="1649166" y="2220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00BC5EC9-E219-3C16-58DB-307A862C5B36}"/>
              </a:ext>
            </a:extLst>
          </p:cNvPr>
          <p:cNvSpPr>
            <a:spLocks/>
          </p:cNvSpPr>
          <p:nvPr/>
        </p:nvSpPr>
        <p:spPr>
          <a:xfrm>
            <a:off x="1635829" y="19176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AB4CAF68-1D0B-06C9-C89E-0E623F5E7634}"/>
              </a:ext>
            </a:extLst>
          </p:cNvPr>
          <p:cNvSpPr>
            <a:spLocks/>
          </p:cNvSpPr>
          <p:nvPr/>
        </p:nvSpPr>
        <p:spPr>
          <a:xfrm>
            <a:off x="1739663" y="2966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1198846B-3256-3444-3707-E5B0CFBF8C9A}"/>
              </a:ext>
            </a:extLst>
          </p:cNvPr>
          <p:cNvSpPr>
            <a:spLocks/>
          </p:cNvSpPr>
          <p:nvPr/>
        </p:nvSpPr>
        <p:spPr>
          <a:xfrm>
            <a:off x="1664416" y="2600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93B3E24A-DDC6-F9A9-8582-C47D9C62F4DB}"/>
              </a:ext>
            </a:extLst>
          </p:cNvPr>
          <p:cNvSpPr>
            <a:spLocks/>
          </p:cNvSpPr>
          <p:nvPr/>
        </p:nvSpPr>
        <p:spPr>
          <a:xfrm>
            <a:off x="1667114" y="1797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F27F16C9-A5EB-DF88-9F86-0A58F24DC106}"/>
              </a:ext>
            </a:extLst>
          </p:cNvPr>
          <p:cNvSpPr>
            <a:spLocks/>
          </p:cNvSpPr>
          <p:nvPr/>
        </p:nvSpPr>
        <p:spPr>
          <a:xfrm>
            <a:off x="1654453" y="3215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9FF45D24-D49F-1553-4474-A426B8F5B55D}"/>
              </a:ext>
            </a:extLst>
          </p:cNvPr>
          <p:cNvSpPr>
            <a:spLocks/>
          </p:cNvSpPr>
          <p:nvPr/>
        </p:nvSpPr>
        <p:spPr>
          <a:xfrm>
            <a:off x="1702294" y="19735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F3A972CD-42F5-E90F-6108-B3AD56EC51B2}"/>
              </a:ext>
            </a:extLst>
          </p:cNvPr>
          <p:cNvSpPr>
            <a:spLocks/>
          </p:cNvSpPr>
          <p:nvPr/>
        </p:nvSpPr>
        <p:spPr>
          <a:xfrm>
            <a:off x="1681306" y="2826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1820DA85-F7ED-64FB-075C-15BEB6802742}"/>
              </a:ext>
            </a:extLst>
          </p:cNvPr>
          <p:cNvSpPr>
            <a:spLocks/>
          </p:cNvSpPr>
          <p:nvPr/>
        </p:nvSpPr>
        <p:spPr>
          <a:xfrm>
            <a:off x="1720638" y="31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6092E7E7-3B9A-3ECE-835C-6098D919E91E}"/>
              </a:ext>
            </a:extLst>
          </p:cNvPr>
          <p:cNvSpPr>
            <a:spLocks/>
          </p:cNvSpPr>
          <p:nvPr/>
        </p:nvSpPr>
        <p:spPr>
          <a:xfrm>
            <a:off x="1676434" y="1825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6D2D1D01-CA24-B729-6B42-1417A6432C8E}"/>
              </a:ext>
            </a:extLst>
          </p:cNvPr>
          <p:cNvSpPr>
            <a:spLocks/>
          </p:cNvSpPr>
          <p:nvPr/>
        </p:nvSpPr>
        <p:spPr>
          <a:xfrm>
            <a:off x="1653275" y="207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178F0D7A-CD41-F8A6-0EEB-19A21D27E018}"/>
              </a:ext>
            </a:extLst>
          </p:cNvPr>
          <p:cNvSpPr>
            <a:spLocks/>
          </p:cNvSpPr>
          <p:nvPr/>
        </p:nvSpPr>
        <p:spPr>
          <a:xfrm>
            <a:off x="164282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F9F144C9-AFD1-1E1F-A40F-8FA2B6F9C3E9}"/>
              </a:ext>
            </a:extLst>
          </p:cNvPr>
          <p:cNvSpPr>
            <a:spLocks/>
          </p:cNvSpPr>
          <p:nvPr/>
        </p:nvSpPr>
        <p:spPr>
          <a:xfrm>
            <a:off x="1654564" y="27821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5A550EF5-292E-E749-CD92-735DBF803B90}"/>
              </a:ext>
            </a:extLst>
          </p:cNvPr>
          <p:cNvSpPr>
            <a:spLocks/>
          </p:cNvSpPr>
          <p:nvPr/>
        </p:nvSpPr>
        <p:spPr>
          <a:xfrm>
            <a:off x="1670302" y="2697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38B1D671-BF3E-0431-1080-160BBEE66046}"/>
              </a:ext>
            </a:extLst>
          </p:cNvPr>
          <p:cNvSpPr>
            <a:spLocks/>
          </p:cNvSpPr>
          <p:nvPr/>
        </p:nvSpPr>
        <p:spPr>
          <a:xfrm>
            <a:off x="1675024" y="281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F059C3A5-E220-2395-14C0-502D9771F458}"/>
              </a:ext>
            </a:extLst>
          </p:cNvPr>
          <p:cNvSpPr>
            <a:spLocks/>
          </p:cNvSpPr>
          <p:nvPr/>
        </p:nvSpPr>
        <p:spPr>
          <a:xfrm>
            <a:off x="17225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65E3D8CC-F9AC-7225-0844-E1464BDEF0B4}"/>
              </a:ext>
            </a:extLst>
          </p:cNvPr>
          <p:cNvSpPr>
            <a:spLocks/>
          </p:cNvSpPr>
          <p:nvPr/>
        </p:nvSpPr>
        <p:spPr>
          <a:xfrm>
            <a:off x="1731705" y="24533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F68D0BA0-A232-36AC-A109-FF16977EBAFB}"/>
              </a:ext>
            </a:extLst>
          </p:cNvPr>
          <p:cNvSpPr>
            <a:spLocks/>
          </p:cNvSpPr>
          <p:nvPr/>
        </p:nvSpPr>
        <p:spPr>
          <a:xfrm>
            <a:off x="1639133" y="1987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A99080A0-1013-A533-17FA-434E2EBC7A51}"/>
              </a:ext>
            </a:extLst>
          </p:cNvPr>
          <p:cNvSpPr>
            <a:spLocks/>
          </p:cNvSpPr>
          <p:nvPr/>
        </p:nvSpPr>
        <p:spPr>
          <a:xfrm>
            <a:off x="1622140" y="316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A939FECA-4A27-64D7-DB6B-E6E78E643378}"/>
              </a:ext>
            </a:extLst>
          </p:cNvPr>
          <p:cNvSpPr>
            <a:spLocks/>
          </p:cNvSpPr>
          <p:nvPr/>
        </p:nvSpPr>
        <p:spPr>
          <a:xfrm>
            <a:off x="17211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5C98A4A-5152-13BC-6D80-02F1162A61D6}"/>
              </a:ext>
            </a:extLst>
          </p:cNvPr>
          <p:cNvSpPr>
            <a:spLocks/>
          </p:cNvSpPr>
          <p:nvPr/>
        </p:nvSpPr>
        <p:spPr>
          <a:xfrm>
            <a:off x="16037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03F7680C-FA5E-2485-FCA4-30AFB341736A}"/>
              </a:ext>
            </a:extLst>
          </p:cNvPr>
          <p:cNvSpPr>
            <a:spLocks/>
          </p:cNvSpPr>
          <p:nvPr/>
        </p:nvSpPr>
        <p:spPr>
          <a:xfrm>
            <a:off x="1683632" y="2883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80E1BF82-D447-675A-0365-D6F0128874D9}"/>
              </a:ext>
            </a:extLst>
          </p:cNvPr>
          <p:cNvSpPr>
            <a:spLocks/>
          </p:cNvSpPr>
          <p:nvPr/>
        </p:nvSpPr>
        <p:spPr>
          <a:xfrm>
            <a:off x="1693713" y="2955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738C6F7F-9DE9-D444-B54D-739099281B92}"/>
              </a:ext>
            </a:extLst>
          </p:cNvPr>
          <p:cNvSpPr>
            <a:spLocks/>
          </p:cNvSpPr>
          <p:nvPr/>
        </p:nvSpPr>
        <p:spPr>
          <a:xfrm>
            <a:off x="1706967" y="19217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0FF0F06B-AFBB-62AA-8A2B-BCA9A5EB82B5}"/>
              </a:ext>
            </a:extLst>
          </p:cNvPr>
          <p:cNvSpPr>
            <a:spLocks/>
          </p:cNvSpPr>
          <p:nvPr/>
        </p:nvSpPr>
        <p:spPr>
          <a:xfrm>
            <a:off x="1711282" y="2274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5CEFF930-1A9E-D7A8-B416-F887D797A210}"/>
              </a:ext>
            </a:extLst>
          </p:cNvPr>
          <p:cNvSpPr>
            <a:spLocks/>
          </p:cNvSpPr>
          <p:nvPr/>
        </p:nvSpPr>
        <p:spPr>
          <a:xfrm>
            <a:off x="1689956" y="27804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9C0752EB-7FF2-7431-86AA-C9BD8F2BDE0F}"/>
              </a:ext>
            </a:extLst>
          </p:cNvPr>
          <p:cNvSpPr>
            <a:spLocks/>
          </p:cNvSpPr>
          <p:nvPr/>
        </p:nvSpPr>
        <p:spPr>
          <a:xfrm>
            <a:off x="1620856" y="2688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EBC74151-3C3E-BDDF-5651-23B1A1262230}"/>
              </a:ext>
            </a:extLst>
          </p:cNvPr>
          <p:cNvSpPr>
            <a:spLocks/>
          </p:cNvSpPr>
          <p:nvPr/>
        </p:nvSpPr>
        <p:spPr>
          <a:xfrm>
            <a:off x="1646269" y="2924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7DEE69B4-1715-A297-E277-A136CA432C3D}"/>
              </a:ext>
            </a:extLst>
          </p:cNvPr>
          <p:cNvSpPr>
            <a:spLocks/>
          </p:cNvSpPr>
          <p:nvPr/>
        </p:nvSpPr>
        <p:spPr>
          <a:xfrm>
            <a:off x="1600879" y="25355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2A5462F3-329C-0307-D393-59B09DFEC692}"/>
              </a:ext>
            </a:extLst>
          </p:cNvPr>
          <p:cNvSpPr>
            <a:spLocks/>
          </p:cNvSpPr>
          <p:nvPr/>
        </p:nvSpPr>
        <p:spPr>
          <a:xfrm>
            <a:off x="1738393" y="2413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8A10A954-8FF8-A937-D1F4-4D5752CACEFD}"/>
              </a:ext>
            </a:extLst>
          </p:cNvPr>
          <p:cNvSpPr>
            <a:spLocks/>
          </p:cNvSpPr>
          <p:nvPr/>
        </p:nvSpPr>
        <p:spPr>
          <a:xfrm>
            <a:off x="1647518" y="21423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5724E882-9B17-E30F-1079-8CD502711AB9}"/>
              </a:ext>
            </a:extLst>
          </p:cNvPr>
          <p:cNvSpPr>
            <a:spLocks/>
          </p:cNvSpPr>
          <p:nvPr/>
        </p:nvSpPr>
        <p:spPr>
          <a:xfrm>
            <a:off x="1693817" y="2479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FC76EB5F-3FB2-7F78-D0BC-A9DCC417B313}"/>
              </a:ext>
            </a:extLst>
          </p:cNvPr>
          <p:cNvSpPr>
            <a:spLocks/>
          </p:cNvSpPr>
          <p:nvPr/>
        </p:nvSpPr>
        <p:spPr>
          <a:xfrm>
            <a:off x="1613541" y="2908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795FE5D1-E515-D847-1E1B-010AEE5C06EF}"/>
              </a:ext>
            </a:extLst>
          </p:cNvPr>
          <p:cNvSpPr>
            <a:spLocks/>
          </p:cNvSpPr>
          <p:nvPr/>
        </p:nvSpPr>
        <p:spPr>
          <a:xfrm>
            <a:off x="1624256" y="3151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D7589956-C14D-1454-EF4A-7501CCB2326B}"/>
              </a:ext>
            </a:extLst>
          </p:cNvPr>
          <p:cNvSpPr>
            <a:spLocks/>
          </p:cNvSpPr>
          <p:nvPr/>
        </p:nvSpPr>
        <p:spPr>
          <a:xfrm>
            <a:off x="1727743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BE8D2732-6132-BAE6-9A14-95C334B38225}"/>
              </a:ext>
            </a:extLst>
          </p:cNvPr>
          <p:cNvSpPr>
            <a:spLocks/>
          </p:cNvSpPr>
          <p:nvPr/>
        </p:nvSpPr>
        <p:spPr>
          <a:xfrm>
            <a:off x="166199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90233958-8D66-94EF-8F22-B7C590C6FCC1}"/>
              </a:ext>
            </a:extLst>
          </p:cNvPr>
          <p:cNvSpPr>
            <a:spLocks/>
          </p:cNvSpPr>
          <p:nvPr/>
        </p:nvSpPr>
        <p:spPr>
          <a:xfrm>
            <a:off x="1607966" y="20203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7FE43647-F748-9D12-7531-E20B1DB7EB7A}"/>
              </a:ext>
            </a:extLst>
          </p:cNvPr>
          <p:cNvSpPr>
            <a:spLocks/>
          </p:cNvSpPr>
          <p:nvPr/>
        </p:nvSpPr>
        <p:spPr>
          <a:xfrm>
            <a:off x="164800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0229EA1F-5EAE-6926-0268-493640C42708}"/>
              </a:ext>
            </a:extLst>
          </p:cNvPr>
          <p:cNvSpPr>
            <a:spLocks/>
          </p:cNvSpPr>
          <p:nvPr/>
        </p:nvSpPr>
        <p:spPr>
          <a:xfrm>
            <a:off x="1619093" y="23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ADAAA4D2-18C5-80F8-C820-1DDFAAE0FE71}"/>
              </a:ext>
            </a:extLst>
          </p:cNvPr>
          <p:cNvSpPr>
            <a:spLocks/>
          </p:cNvSpPr>
          <p:nvPr/>
        </p:nvSpPr>
        <p:spPr>
          <a:xfrm>
            <a:off x="1643873" y="295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78C09DC-D501-AA77-6B14-8D24A933CA68}"/>
              </a:ext>
            </a:extLst>
          </p:cNvPr>
          <p:cNvSpPr>
            <a:spLocks/>
          </p:cNvSpPr>
          <p:nvPr/>
        </p:nvSpPr>
        <p:spPr>
          <a:xfrm>
            <a:off x="1674988" y="3095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A27069EC-A8EB-51E4-27CF-6A857DF6B703}"/>
              </a:ext>
            </a:extLst>
          </p:cNvPr>
          <p:cNvSpPr>
            <a:spLocks/>
          </p:cNvSpPr>
          <p:nvPr/>
        </p:nvSpPr>
        <p:spPr>
          <a:xfrm>
            <a:off x="1634737" y="2070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AC561BEF-C298-3B67-E9BC-AC6BBFC49A68}"/>
              </a:ext>
            </a:extLst>
          </p:cNvPr>
          <p:cNvSpPr>
            <a:spLocks/>
          </p:cNvSpPr>
          <p:nvPr/>
        </p:nvSpPr>
        <p:spPr>
          <a:xfrm>
            <a:off x="1698812" y="1906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03494FF1-6A75-26D8-21CA-80FA3EDB848C}"/>
              </a:ext>
            </a:extLst>
          </p:cNvPr>
          <p:cNvSpPr>
            <a:spLocks/>
          </p:cNvSpPr>
          <p:nvPr/>
        </p:nvSpPr>
        <p:spPr>
          <a:xfrm>
            <a:off x="1684129" y="3018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CEA75010-41FB-10F9-69DC-33CB4DCB6C25}"/>
              </a:ext>
            </a:extLst>
          </p:cNvPr>
          <p:cNvSpPr>
            <a:spLocks/>
          </p:cNvSpPr>
          <p:nvPr/>
        </p:nvSpPr>
        <p:spPr>
          <a:xfrm>
            <a:off x="16663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78EDA05D-F500-7819-2484-EB9E4751BB53}"/>
              </a:ext>
            </a:extLst>
          </p:cNvPr>
          <p:cNvSpPr>
            <a:spLocks/>
          </p:cNvSpPr>
          <p:nvPr/>
        </p:nvSpPr>
        <p:spPr>
          <a:xfrm>
            <a:off x="1700905" y="2491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7AA6D195-EA32-8FAE-A908-73CDAD753FF7}"/>
              </a:ext>
            </a:extLst>
          </p:cNvPr>
          <p:cNvSpPr>
            <a:spLocks/>
          </p:cNvSpPr>
          <p:nvPr/>
        </p:nvSpPr>
        <p:spPr>
          <a:xfrm>
            <a:off x="1689295" y="1983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833F02ED-FED3-D88C-4728-F5259A6E6A6C}"/>
              </a:ext>
            </a:extLst>
          </p:cNvPr>
          <p:cNvSpPr>
            <a:spLocks/>
          </p:cNvSpPr>
          <p:nvPr/>
        </p:nvSpPr>
        <p:spPr>
          <a:xfrm>
            <a:off x="1630654" y="2338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C00E0C70-CC74-F1B4-1019-1F0CEF2D752A}"/>
              </a:ext>
            </a:extLst>
          </p:cNvPr>
          <p:cNvSpPr>
            <a:spLocks/>
          </p:cNvSpPr>
          <p:nvPr/>
        </p:nvSpPr>
        <p:spPr>
          <a:xfrm>
            <a:off x="1693296" y="24482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B8A07D80-EA06-8A77-C292-A60615AFA8A7}"/>
              </a:ext>
            </a:extLst>
          </p:cNvPr>
          <p:cNvSpPr>
            <a:spLocks/>
          </p:cNvSpPr>
          <p:nvPr/>
        </p:nvSpPr>
        <p:spPr>
          <a:xfrm>
            <a:off x="1645960" y="20338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8B9C0329-F550-19F0-55B5-96B05295B78D}"/>
              </a:ext>
            </a:extLst>
          </p:cNvPr>
          <p:cNvSpPr>
            <a:spLocks/>
          </p:cNvSpPr>
          <p:nvPr/>
        </p:nvSpPr>
        <p:spPr>
          <a:xfrm>
            <a:off x="1701306" y="206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B80F6FF2-1188-22F6-C239-AAB0154628F8}"/>
              </a:ext>
            </a:extLst>
          </p:cNvPr>
          <p:cNvSpPr>
            <a:spLocks/>
          </p:cNvSpPr>
          <p:nvPr/>
        </p:nvSpPr>
        <p:spPr>
          <a:xfrm>
            <a:off x="1680892" y="2499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066DFC1E-FB0E-6867-4094-0B5D69767E83}"/>
              </a:ext>
            </a:extLst>
          </p:cNvPr>
          <p:cNvSpPr>
            <a:spLocks/>
          </p:cNvSpPr>
          <p:nvPr/>
        </p:nvSpPr>
        <p:spPr>
          <a:xfrm>
            <a:off x="1610495" y="22617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1A752B07-604C-6423-EF19-0B35DB62845B}"/>
              </a:ext>
            </a:extLst>
          </p:cNvPr>
          <p:cNvSpPr>
            <a:spLocks/>
          </p:cNvSpPr>
          <p:nvPr/>
        </p:nvSpPr>
        <p:spPr>
          <a:xfrm>
            <a:off x="1700704" y="2631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1FAF83BF-EB45-AEE6-41BB-B9F4FB4B1ABF}"/>
              </a:ext>
            </a:extLst>
          </p:cNvPr>
          <p:cNvSpPr>
            <a:spLocks/>
          </p:cNvSpPr>
          <p:nvPr/>
        </p:nvSpPr>
        <p:spPr>
          <a:xfrm>
            <a:off x="1711653" y="21461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AA083675-964D-EA98-C6AD-5359D741F965}"/>
              </a:ext>
            </a:extLst>
          </p:cNvPr>
          <p:cNvSpPr>
            <a:spLocks/>
          </p:cNvSpPr>
          <p:nvPr/>
        </p:nvSpPr>
        <p:spPr>
          <a:xfrm>
            <a:off x="16954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A3C1A614-5A2C-C9A4-0140-23307BDD6F54}"/>
              </a:ext>
            </a:extLst>
          </p:cNvPr>
          <p:cNvSpPr>
            <a:spLocks/>
          </p:cNvSpPr>
          <p:nvPr/>
        </p:nvSpPr>
        <p:spPr>
          <a:xfrm>
            <a:off x="1668554" y="2482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94399793-92A9-26D9-D833-5232568AABD0}"/>
              </a:ext>
            </a:extLst>
          </p:cNvPr>
          <p:cNvSpPr>
            <a:spLocks/>
          </p:cNvSpPr>
          <p:nvPr/>
        </p:nvSpPr>
        <p:spPr>
          <a:xfrm>
            <a:off x="1636792" y="2068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5E5B40A6-B934-3D87-994F-EC62691BD7F6}"/>
              </a:ext>
            </a:extLst>
          </p:cNvPr>
          <p:cNvSpPr>
            <a:spLocks/>
          </p:cNvSpPr>
          <p:nvPr/>
        </p:nvSpPr>
        <p:spPr>
          <a:xfrm>
            <a:off x="160863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E8FEA931-8C2A-FFFE-52E0-C5C973BEFEE5}"/>
              </a:ext>
            </a:extLst>
          </p:cNvPr>
          <p:cNvSpPr>
            <a:spLocks/>
          </p:cNvSpPr>
          <p:nvPr/>
        </p:nvSpPr>
        <p:spPr>
          <a:xfrm>
            <a:off x="1706129" y="24383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02B870BB-8C3C-F21B-43B0-0BA6EE225362}"/>
              </a:ext>
            </a:extLst>
          </p:cNvPr>
          <p:cNvSpPr>
            <a:spLocks/>
          </p:cNvSpPr>
          <p:nvPr/>
        </p:nvSpPr>
        <p:spPr>
          <a:xfrm>
            <a:off x="172131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A3D045CE-4DD5-3892-BF73-7432FD55CDA9}"/>
              </a:ext>
            </a:extLst>
          </p:cNvPr>
          <p:cNvSpPr>
            <a:spLocks/>
          </p:cNvSpPr>
          <p:nvPr/>
        </p:nvSpPr>
        <p:spPr>
          <a:xfrm>
            <a:off x="17039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EC522661-EE9B-0F2F-DC76-BF16F8214472}"/>
              </a:ext>
            </a:extLst>
          </p:cNvPr>
          <p:cNvSpPr>
            <a:spLocks/>
          </p:cNvSpPr>
          <p:nvPr/>
        </p:nvSpPr>
        <p:spPr>
          <a:xfrm>
            <a:off x="1637260" y="3269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1DC42789-A8E9-9F47-7845-3BC604CDCD45}"/>
              </a:ext>
            </a:extLst>
          </p:cNvPr>
          <p:cNvSpPr>
            <a:spLocks/>
          </p:cNvSpPr>
          <p:nvPr/>
        </p:nvSpPr>
        <p:spPr>
          <a:xfrm>
            <a:off x="1684551" y="2538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B6BE3B99-0039-8D61-7C21-BA584525E7C9}"/>
              </a:ext>
            </a:extLst>
          </p:cNvPr>
          <p:cNvSpPr>
            <a:spLocks/>
          </p:cNvSpPr>
          <p:nvPr/>
        </p:nvSpPr>
        <p:spPr>
          <a:xfrm>
            <a:off x="1617902" y="3231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F53DAA00-3CBD-E17C-DCF4-C2886F8BDAD1}"/>
              </a:ext>
            </a:extLst>
          </p:cNvPr>
          <p:cNvSpPr>
            <a:spLocks/>
          </p:cNvSpPr>
          <p:nvPr/>
        </p:nvSpPr>
        <p:spPr>
          <a:xfrm>
            <a:off x="1686181" y="2349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6169258B-3512-0748-239D-402570F087F2}"/>
              </a:ext>
            </a:extLst>
          </p:cNvPr>
          <p:cNvSpPr>
            <a:spLocks/>
          </p:cNvSpPr>
          <p:nvPr/>
        </p:nvSpPr>
        <p:spPr>
          <a:xfrm>
            <a:off x="1690927" y="2036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F3C0C5C5-7171-A400-F59D-6F3C1B2F4CEE}"/>
              </a:ext>
            </a:extLst>
          </p:cNvPr>
          <p:cNvSpPr>
            <a:spLocks/>
          </p:cNvSpPr>
          <p:nvPr/>
        </p:nvSpPr>
        <p:spPr>
          <a:xfrm>
            <a:off x="1660701" y="2892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5A2EA51B-2DD0-69CC-E3EC-C882F1AE8267}"/>
              </a:ext>
            </a:extLst>
          </p:cNvPr>
          <p:cNvSpPr>
            <a:spLocks/>
          </p:cNvSpPr>
          <p:nvPr/>
        </p:nvSpPr>
        <p:spPr>
          <a:xfrm>
            <a:off x="1691027" y="212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C342A885-9EAD-EEEB-4E13-9B92890132D0}"/>
              </a:ext>
            </a:extLst>
          </p:cNvPr>
          <p:cNvSpPr>
            <a:spLocks/>
          </p:cNvSpPr>
          <p:nvPr/>
        </p:nvSpPr>
        <p:spPr>
          <a:xfrm>
            <a:off x="1709401" y="29656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B590398D-17C7-CE02-CE6D-2BC621A46162}"/>
              </a:ext>
            </a:extLst>
          </p:cNvPr>
          <p:cNvSpPr>
            <a:spLocks/>
          </p:cNvSpPr>
          <p:nvPr/>
        </p:nvSpPr>
        <p:spPr>
          <a:xfrm>
            <a:off x="1720600" y="2452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118A1A6F-F248-1D29-3793-FF57EEC3484D}"/>
              </a:ext>
            </a:extLst>
          </p:cNvPr>
          <p:cNvSpPr>
            <a:spLocks/>
          </p:cNvSpPr>
          <p:nvPr/>
        </p:nvSpPr>
        <p:spPr>
          <a:xfrm>
            <a:off x="1738315" y="3103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B67464F2-71D2-E62E-60C3-E83B4E75BA40}"/>
              </a:ext>
            </a:extLst>
          </p:cNvPr>
          <p:cNvSpPr>
            <a:spLocks/>
          </p:cNvSpPr>
          <p:nvPr/>
        </p:nvSpPr>
        <p:spPr>
          <a:xfrm>
            <a:off x="1609180" y="2633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25A6624E-EA7A-E097-AA1B-1CE321796016}"/>
              </a:ext>
            </a:extLst>
          </p:cNvPr>
          <p:cNvSpPr>
            <a:spLocks/>
          </p:cNvSpPr>
          <p:nvPr/>
        </p:nvSpPr>
        <p:spPr>
          <a:xfrm>
            <a:off x="1684690" y="2261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3AE9A568-1D63-F584-B1EB-50E77CD52D7F}"/>
              </a:ext>
            </a:extLst>
          </p:cNvPr>
          <p:cNvSpPr>
            <a:spLocks/>
          </p:cNvSpPr>
          <p:nvPr/>
        </p:nvSpPr>
        <p:spPr>
          <a:xfrm>
            <a:off x="1648781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A207330F-97E9-BA87-ED21-32EE127347F1}"/>
              </a:ext>
            </a:extLst>
          </p:cNvPr>
          <p:cNvSpPr>
            <a:spLocks/>
          </p:cNvSpPr>
          <p:nvPr/>
        </p:nvSpPr>
        <p:spPr>
          <a:xfrm>
            <a:off x="1684678" y="2931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1F4572A6-1B4A-E56E-759E-4A8C999A2C18}"/>
              </a:ext>
            </a:extLst>
          </p:cNvPr>
          <p:cNvSpPr>
            <a:spLocks/>
          </p:cNvSpPr>
          <p:nvPr/>
        </p:nvSpPr>
        <p:spPr>
          <a:xfrm>
            <a:off x="1717221" y="2092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B4B311B7-491C-9949-0ACB-824899F8202B}"/>
              </a:ext>
            </a:extLst>
          </p:cNvPr>
          <p:cNvSpPr>
            <a:spLocks/>
          </p:cNvSpPr>
          <p:nvPr/>
        </p:nvSpPr>
        <p:spPr>
          <a:xfrm>
            <a:off x="1719582" y="3202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BF89DFF8-8597-5F22-C9EC-A4EDDF14C1B0}"/>
              </a:ext>
            </a:extLst>
          </p:cNvPr>
          <p:cNvSpPr>
            <a:spLocks/>
          </p:cNvSpPr>
          <p:nvPr/>
        </p:nvSpPr>
        <p:spPr>
          <a:xfrm>
            <a:off x="1616307" y="2045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5D1EAD71-3547-0E72-2219-F3552FA12F3B}"/>
              </a:ext>
            </a:extLst>
          </p:cNvPr>
          <p:cNvSpPr>
            <a:spLocks/>
          </p:cNvSpPr>
          <p:nvPr/>
        </p:nvSpPr>
        <p:spPr>
          <a:xfrm>
            <a:off x="1622209" y="2363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60EC4900-2E9A-829B-B4A6-A1CF1A9D0CD1}"/>
              </a:ext>
            </a:extLst>
          </p:cNvPr>
          <p:cNvSpPr>
            <a:spLocks/>
          </p:cNvSpPr>
          <p:nvPr/>
        </p:nvSpPr>
        <p:spPr>
          <a:xfrm>
            <a:off x="1622187" y="2040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099182E4-1D25-B15A-178C-693E6959C2C5}"/>
              </a:ext>
            </a:extLst>
          </p:cNvPr>
          <p:cNvSpPr>
            <a:spLocks/>
          </p:cNvSpPr>
          <p:nvPr/>
        </p:nvSpPr>
        <p:spPr>
          <a:xfrm>
            <a:off x="1696312" y="30308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91CB3B18-1280-F376-D80F-4C35B6E9FBF5}"/>
              </a:ext>
            </a:extLst>
          </p:cNvPr>
          <p:cNvSpPr>
            <a:spLocks/>
          </p:cNvSpPr>
          <p:nvPr/>
        </p:nvSpPr>
        <p:spPr>
          <a:xfrm>
            <a:off x="1614971" y="226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7CFF7771-D93C-24F3-1295-DBCC43590A4F}"/>
              </a:ext>
            </a:extLst>
          </p:cNvPr>
          <p:cNvSpPr>
            <a:spLocks/>
          </p:cNvSpPr>
          <p:nvPr/>
        </p:nvSpPr>
        <p:spPr>
          <a:xfrm>
            <a:off x="1697905" y="2666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4E401DDB-407B-B211-5013-D8A16855CAD1}"/>
              </a:ext>
            </a:extLst>
          </p:cNvPr>
          <p:cNvSpPr>
            <a:spLocks/>
          </p:cNvSpPr>
          <p:nvPr/>
        </p:nvSpPr>
        <p:spPr>
          <a:xfrm>
            <a:off x="1663679" y="267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3F7FFF98-DF6A-2C71-E8C3-E1D8D523B636}"/>
              </a:ext>
            </a:extLst>
          </p:cNvPr>
          <p:cNvSpPr>
            <a:spLocks/>
          </p:cNvSpPr>
          <p:nvPr/>
        </p:nvSpPr>
        <p:spPr>
          <a:xfrm>
            <a:off x="1651694" y="26747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DFC85E7C-7DB2-3B5B-936D-EAFD525910C8}"/>
              </a:ext>
            </a:extLst>
          </p:cNvPr>
          <p:cNvSpPr>
            <a:spLocks/>
          </p:cNvSpPr>
          <p:nvPr/>
        </p:nvSpPr>
        <p:spPr>
          <a:xfrm>
            <a:off x="1620846" y="2637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7194432B-375E-5623-334D-1D580F4EFE5D}"/>
              </a:ext>
            </a:extLst>
          </p:cNvPr>
          <p:cNvSpPr>
            <a:spLocks/>
          </p:cNvSpPr>
          <p:nvPr/>
        </p:nvSpPr>
        <p:spPr>
          <a:xfrm>
            <a:off x="1664560" y="2147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2075C7E6-81E9-0B45-9977-2BE076E03E60}"/>
              </a:ext>
            </a:extLst>
          </p:cNvPr>
          <p:cNvSpPr>
            <a:spLocks/>
          </p:cNvSpPr>
          <p:nvPr/>
        </p:nvSpPr>
        <p:spPr>
          <a:xfrm>
            <a:off x="1640544" y="3351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FC1EC1A4-1DD2-072C-FBE7-E8F192F7D23A}"/>
              </a:ext>
            </a:extLst>
          </p:cNvPr>
          <p:cNvSpPr>
            <a:spLocks/>
          </p:cNvSpPr>
          <p:nvPr/>
        </p:nvSpPr>
        <p:spPr>
          <a:xfrm>
            <a:off x="1728619" y="2732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397CBA76-BA71-5E46-56DA-E97012050D61}"/>
              </a:ext>
            </a:extLst>
          </p:cNvPr>
          <p:cNvSpPr>
            <a:spLocks/>
          </p:cNvSpPr>
          <p:nvPr/>
        </p:nvSpPr>
        <p:spPr>
          <a:xfrm>
            <a:off x="1711461" y="233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A8503CCE-9726-1AA3-812D-BCDA5F1D6559}"/>
              </a:ext>
            </a:extLst>
          </p:cNvPr>
          <p:cNvSpPr>
            <a:spLocks/>
          </p:cNvSpPr>
          <p:nvPr/>
        </p:nvSpPr>
        <p:spPr>
          <a:xfrm>
            <a:off x="1683251" y="2810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86F44B11-61F7-A43A-2409-1C706D6AE6BA}"/>
              </a:ext>
            </a:extLst>
          </p:cNvPr>
          <p:cNvSpPr>
            <a:spLocks/>
          </p:cNvSpPr>
          <p:nvPr/>
        </p:nvSpPr>
        <p:spPr>
          <a:xfrm>
            <a:off x="1620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D26E3416-4462-3D16-83EE-B59A1A5ACB67}"/>
              </a:ext>
            </a:extLst>
          </p:cNvPr>
          <p:cNvSpPr>
            <a:spLocks/>
          </p:cNvSpPr>
          <p:nvPr/>
        </p:nvSpPr>
        <p:spPr>
          <a:xfrm>
            <a:off x="1646142" y="3119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D289A0CE-5149-2ADF-7FA7-1FE61248CADE}"/>
              </a:ext>
            </a:extLst>
          </p:cNvPr>
          <p:cNvSpPr>
            <a:spLocks/>
          </p:cNvSpPr>
          <p:nvPr/>
        </p:nvSpPr>
        <p:spPr>
          <a:xfrm>
            <a:off x="16380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264D739C-6310-D28B-2485-9D71FFEE9E7A}"/>
              </a:ext>
            </a:extLst>
          </p:cNvPr>
          <p:cNvSpPr>
            <a:spLocks/>
          </p:cNvSpPr>
          <p:nvPr/>
        </p:nvSpPr>
        <p:spPr>
          <a:xfrm>
            <a:off x="169523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91F15C01-C86E-55B7-09FA-E1D9773BD076}"/>
              </a:ext>
            </a:extLst>
          </p:cNvPr>
          <p:cNvSpPr>
            <a:spLocks/>
          </p:cNvSpPr>
          <p:nvPr/>
        </p:nvSpPr>
        <p:spPr>
          <a:xfrm>
            <a:off x="1917398" y="19769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91E1A3DE-DD7F-D0A8-AE81-01061BEF90E3}"/>
              </a:ext>
            </a:extLst>
          </p:cNvPr>
          <p:cNvSpPr>
            <a:spLocks/>
          </p:cNvSpPr>
          <p:nvPr/>
        </p:nvSpPr>
        <p:spPr>
          <a:xfrm>
            <a:off x="1841084" y="186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6307B025-462A-4ED2-83D8-BEBF6A413A72}"/>
              </a:ext>
            </a:extLst>
          </p:cNvPr>
          <p:cNvSpPr>
            <a:spLocks/>
          </p:cNvSpPr>
          <p:nvPr/>
        </p:nvSpPr>
        <p:spPr>
          <a:xfrm>
            <a:off x="1948005" y="1968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5ACF6A61-136F-B465-8492-BF3FEE4F4AF4}"/>
              </a:ext>
            </a:extLst>
          </p:cNvPr>
          <p:cNvSpPr>
            <a:spLocks/>
          </p:cNvSpPr>
          <p:nvPr/>
        </p:nvSpPr>
        <p:spPr>
          <a:xfrm>
            <a:off x="1842208" y="3229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AEB505F8-734B-EDFE-1650-BD9FF419CDB4}"/>
              </a:ext>
            </a:extLst>
          </p:cNvPr>
          <p:cNvSpPr>
            <a:spLocks/>
          </p:cNvSpPr>
          <p:nvPr/>
        </p:nvSpPr>
        <p:spPr>
          <a:xfrm>
            <a:off x="1908462" y="2087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EC517F44-9432-4FDC-A278-0BC39BEF2493}"/>
              </a:ext>
            </a:extLst>
          </p:cNvPr>
          <p:cNvSpPr>
            <a:spLocks/>
          </p:cNvSpPr>
          <p:nvPr/>
        </p:nvSpPr>
        <p:spPr>
          <a:xfrm>
            <a:off x="1909924" y="216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9EF72383-49F5-C624-1A31-B88F4F48BE7E}"/>
              </a:ext>
            </a:extLst>
          </p:cNvPr>
          <p:cNvSpPr>
            <a:spLocks/>
          </p:cNvSpPr>
          <p:nvPr/>
        </p:nvSpPr>
        <p:spPr>
          <a:xfrm>
            <a:off x="1964416" y="1996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59151625-EA3E-FA48-49D5-AEA69B64F8A2}"/>
              </a:ext>
            </a:extLst>
          </p:cNvPr>
          <p:cNvSpPr>
            <a:spLocks/>
          </p:cNvSpPr>
          <p:nvPr/>
        </p:nvSpPr>
        <p:spPr>
          <a:xfrm>
            <a:off x="1905517" y="2049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7F4FC3C1-36BF-B7EF-E554-25B7A505E19A}"/>
              </a:ext>
            </a:extLst>
          </p:cNvPr>
          <p:cNvSpPr>
            <a:spLocks/>
          </p:cNvSpPr>
          <p:nvPr/>
        </p:nvSpPr>
        <p:spPr>
          <a:xfrm>
            <a:off x="1904641" y="27878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11185DE1-7C64-F6EE-A31E-FE4B933DF46F}"/>
              </a:ext>
            </a:extLst>
          </p:cNvPr>
          <p:cNvSpPr>
            <a:spLocks/>
          </p:cNvSpPr>
          <p:nvPr/>
        </p:nvSpPr>
        <p:spPr>
          <a:xfrm>
            <a:off x="1904592" y="2714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2CE1F0B3-2C76-19D3-1A3B-178B27EB737F}"/>
              </a:ext>
            </a:extLst>
          </p:cNvPr>
          <p:cNvSpPr>
            <a:spLocks/>
          </p:cNvSpPr>
          <p:nvPr/>
        </p:nvSpPr>
        <p:spPr>
          <a:xfrm>
            <a:off x="1873012" y="2750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8A766421-05BB-1A74-C7CF-49F9CC34250D}"/>
              </a:ext>
            </a:extLst>
          </p:cNvPr>
          <p:cNvSpPr>
            <a:spLocks/>
          </p:cNvSpPr>
          <p:nvPr/>
        </p:nvSpPr>
        <p:spPr>
          <a:xfrm>
            <a:off x="1833013" y="2009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7928EDFA-2453-FA7F-0D9A-0C110D302DF8}"/>
              </a:ext>
            </a:extLst>
          </p:cNvPr>
          <p:cNvSpPr>
            <a:spLocks/>
          </p:cNvSpPr>
          <p:nvPr/>
        </p:nvSpPr>
        <p:spPr>
          <a:xfrm>
            <a:off x="1945448" y="2222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67D00DE9-CBBC-9D78-D38E-21B1C03BC903}"/>
              </a:ext>
            </a:extLst>
          </p:cNvPr>
          <p:cNvSpPr>
            <a:spLocks/>
          </p:cNvSpPr>
          <p:nvPr/>
        </p:nvSpPr>
        <p:spPr>
          <a:xfrm>
            <a:off x="1825302" y="25864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3A762761-DF43-4C44-AEA8-B6AAFA12DE13}"/>
              </a:ext>
            </a:extLst>
          </p:cNvPr>
          <p:cNvSpPr>
            <a:spLocks/>
          </p:cNvSpPr>
          <p:nvPr/>
        </p:nvSpPr>
        <p:spPr>
          <a:xfrm>
            <a:off x="1963438" y="205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71ED7873-D9EA-93F8-BA6F-24579C798BDA}"/>
              </a:ext>
            </a:extLst>
          </p:cNvPr>
          <p:cNvSpPr>
            <a:spLocks/>
          </p:cNvSpPr>
          <p:nvPr/>
        </p:nvSpPr>
        <p:spPr>
          <a:xfrm>
            <a:off x="1948923" y="2058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BE12A727-67E2-1E87-6889-67CB249A8502}"/>
              </a:ext>
            </a:extLst>
          </p:cNvPr>
          <p:cNvSpPr>
            <a:spLocks/>
          </p:cNvSpPr>
          <p:nvPr/>
        </p:nvSpPr>
        <p:spPr>
          <a:xfrm>
            <a:off x="1875684" y="28776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63CE68D3-C568-B89C-BA9E-245EFD20CE2F}"/>
              </a:ext>
            </a:extLst>
          </p:cNvPr>
          <p:cNvSpPr>
            <a:spLocks/>
          </p:cNvSpPr>
          <p:nvPr/>
        </p:nvSpPr>
        <p:spPr>
          <a:xfrm>
            <a:off x="1929470" y="21364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DC8C690E-17CB-D367-99E1-B49D8499390B}"/>
              </a:ext>
            </a:extLst>
          </p:cNvPr>
          <p:cNvSpPr>
            <a:spLocks/>
          </p:cNvSpPr>
          <p:nvPr/>
        </p:nvSpPr>
        <p:spPr>
          <a:xfrm>
            <a:off x="1862856" y="2187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463B15D7-22BB-D69E-C022-BC6828204CD8}"/>
              </a:ext>
            </a:extLst>
          </p:cNvPr>
          <p:cNvSpPr>
            <a:spLocks/>
          </p:cNvSpPr>
          <p:nvPr/>
        </p:nvSpPr>
        <p:spPr>
          <a:xfrm>
            <a:off x="1830453" y="224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B8541F75-7329-26C3-9698-A2D96C23944B}"/>
              </a:ext>
            </a:extLst>
          </p:cNvPr>
          <p:cNvSpPr>
            <a:spLocks/>
          </p:cNvSpPr>
          <p:nvPr/>
        </p:nvSpPr>
        <p:spPr>
          <a:xfrm>
            <a:off x="1943268" y="2648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03E94CBC-A6BC-4327-16EA-F48C9401D84E}"/>
              </a:ext>
            </a:extLst>
          </p:cNvPr>
          <p:cNvSpPr>
            <a:spLocks/>
          </p:cNvSpPr>
          <p:nvPr/>
        </p:nvSpPr>
        <p:spPr>
          <a:xfrm>
            <a:off x="1840711" y="2212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D0CC1EBA-AF7C-6FD4-F7D4-562456385AB5}"/>
              </a:ext>
            </a:extLst>
          </p:cNvPr>
          <p:cNvSpPr>
            <a:spLocks/>
          </p:cNvSpPr>
          <p:nvPr/>
        </p:nvSpPr>
        <p:spPr>
          <a:xfrm>
            <a:off x="1852421" y="2419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8404EA05-878C-8286-6CE2-EE7BE295A967}"/>
              </a:ext>
            </a:extLst>
          </p:cNvPr>
          <p:cNvSpPr>
            <a:spLocks/>
          </p:cNvSpPr>
          <p:nvPr/>
        </p:nvSpPr>
        <p:spPr>
          <a:xfrm>
            <a:off x="1855190" y="198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2A88C2CB-F635-AC21-6E7C-865269D3303F}"/>
              </a:ext>
            </a:extLst>
          </p:cNvPr>
          <p:cNvSpPr>
            <a:spLocks/>
          </p:cNvSpPr>
          <p:nvPr/>
        </p:nvSpPr>
        <p:spPr>
          <a:xfrm>
            <a:off x="1929325" y="3042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8871BD8F-A1AB-A359-1384-CA74F8EB2ADE}"/>
              </a:ext>
            </a:extLst>
          </p:cNvPr>
          <p:cNvSpPr>
            <a:spLocks/>
          </p:cNvSpPr>
          <p:nvPr/>
        </p:nvSpPr>
        <p:spPr>
          <a:xfrm>
            <a:off x="189222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2E191C9F-07E8-7253-D441-456AA17831AF}"/>
              </a:ext>
            </a:extLst>
          </p:cNvPr>
          <p:cNvSpPr>
            <a:spLocks/>
          </p:cNvSpPr>
          <p:nvPr/>
        </p:nvSpPr>
        <p:spPr>
          <a:xfrm>
            <a:off x="1825024" y="2876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5F8A8DB7-FE3F-AF36-E545-33FFD49BA5FD}"/>
              </a:ext>
            </a:extLst>
          </p:cNvPr>
          <p:cNvSpPr>
            <a:spLocks/>
          </p:cNvSpPr>
          <p:nvPr/>
        </p:nvSpPr>
        <p:spPr>
          <a:xfrm>
            <a:off x="1843585" y="2900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3E67E6FE-0A9B-52CD-806F-5B730E177B79}"/>
              </a:ext>
            </a:extLst>
          </p:cNvPr>
          <p:cNvSpPr>
            <a:spLocks/>
          </p:cNvSpPr>
          <p:nvPr/>
        </p:nvSpPr>
        <p:spPr>
          <a:xfrm>
            <a:off x="1893320" y="1971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D5EBEC95-37F6-2FA0-B7DE-28242301401F}"/>
              </a:ext>
            </a:extLst>
          </p:cNvPr>
          <p:cNvSpPr>
            <a:spLocks/>
          </p:cNvSpPr>
          <p:nvPr/>
        </p:nvSpPr>
        <p:spPr>
          <a:xfrm>
            <a:off x="1943596" y="19622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97CA4F3C-9C6E-271C-81AA-A73895E43E70}"/>
              </a:ext>
            </a:extLst>
          </p:cNvPr>
          <p:cNvSpPr>
            <a:spLocks/>
          </p:cNvSpPr>
          <p:nvPr/>
        </p:nvSpPr>
        <p:spPr>
          <a:xfrm>
            <a:off x="1879390" y="27813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357846BF-018D-3A1D-5D27-D76F1851CE59}"/>
              </a:ext>
            </a:extLst>
          </p:cNvPr>
          <p:cNvSpPr>
            <a:spLocks/>
          </p:cNvSpPr>
          <p:nvPr/>
        </p:nvSpPr>
        <p:spPr>
          <a:xfrm>
            <a:off x="1880927" y="2406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86A899C4-534E-ADB8-A799-6095C153D6A1}"/>
              </a:ext>
            </a:extLst>
          </p:cNvPr>
          <p:cNvSpPr>
            <a:spLocks/>
          </p:cNvSpPr>
          <p:nvPr/>
        </p:nvSpPr>
        <p:spPr>
          <a:xfrm>
            <a:off x="18381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FF9C0159-0185-D7AB-E662-639A0D1D6F34}"/>
              </a:ext>
            </a:extLst>
          </p:cNvPr>
          <p:cNvSpPr>
            <a:spLocks/>
          </p:cNvSpPr>
          <p:nvPr/>
        </p:nvSpPr>
        <p:spPr>
          <a:xfrm>
            <a:off x="1924907" y="2891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83B27D4A-798D-EFBE-03BD-478C8944A144}"/>
              </a:ext>
            </a:extLst>
          </p:cNvPr>
          <p:cNvSpPr>
            <a:spLocks/>
          </p:cNvSpPr>
          <p:nvPr/>
        </p:nvSpPr>
        <p:spPr>
          <a:xfrm>
            <a:off x="1896760" y="1821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CFABE51E-E2D8-D27F-B100-92D1185E80DC}"/>
              </a:ext>
            </a:extLst>
          </p:cNvPr>
          <p:cNvSpPr>
            <a:spLocks/>
          </p:cNvSpPr>
          <p:nvPr/>
        </p:nvSpPr>
        <p:spPr>
          <a:xfrm>
            <a:off x="18486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7877B427-8C69-A407-26A2-D9E41DA9FF08}"/>
              </a:ext>
            </a:extLst>
          </p:cNvPr>
          <p:cNvSpPr>
            <a:spLocks/>
          </p:cNvSpPr>
          <p:nvPr/>
        </p:nvSpPr>
        <p:spPr>
          <a:xfrm>
            <a:off x="1956795" y="238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1C02D630-5788-E31B-82E0-ED461A53D9FF}"/>
              </a:ext>
            </a:extLst>
          </p:cNvPr>
          <p:cNvSpPr>
            <a:spLocks/>
          </p:cNvSpPr>
          <p:nvPr/>
        </p:nvSpPr>
        <p:spPr>
          <a:xfrm>
            <a:off x="1899000" y="2519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5A7C3FDA-2E12-398A-16A7-E2A9412A01D8}"/>
              </a:ext>
            </a:extLst>
          </p:cNvPr>
          <p:cNvSpPr>
            <a:spLocks/>
          </p:cNvSpPr>
          <p:nvPr/>
        </p:nvSpPr>
        <p:spPr>
          <a:xfrm>
            <a:off x="1857180" y="1873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D6A497C5-2943-2900-AE96-E8C99CD781E7}"/>
              </a:ext>
            </a:extLst>
          </p:cNvPr>
          <p:cNvSpPr>
            <a:spLocks/>
          </p:cNvSpPr>
          <p:nvPr/>
        </p:nvSpPr>
        <p:spPr>
          <a:xfrm>
            <a:off x="1956288" y="19837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CF466285-2C94-A1C8-067D-C1A8CA019245}"/>
              </a:ext>
            </a:extLst>
          </p:cNvPr>
          <p:cNvSpPr>
            <a:spLocks/>
          </p:cNvSpPr>
          <p:nvPr/>
        </p:nvSpPr>
        <p:spPr>
          <a:xfrm>
            <a:off x="1838753" y="2388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DAE0A5DC-15D3-1643-7F32-812FBA791AA5}"/>
              </a:ext>
            </a:extLst>
          </p:cNvPr>
          <p:cNvSpPr>
            <a:spLocks/>
          </p:cNvSpPr>
          <p:nvPr/>
        </p:nvSpPr>
        <p:spPr>
          <a:xfrm>
            <a:off x="1824745" y="20296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AE604426-DA12-7F4B-3C8D-C45F23B9BB5A}"/>
              </a:ext>
            </a:extLst>
          </p:cNvPr>
          <p:cNvSpPr>
            <a:spLocks/>
          </p:cNvSpPr>
          <p:nvPr/>
        </p:nvSpPr>
        <p:spPr>
          <a:xfrm>
            <a:off x="1929833" y="1819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254B4FC4-401C-1905-93B9-FAD79D84B44C}"/>
              </a:ext>
            </a:extLst>
          </p:cNvPr>
          <p:cNvSpPr>
            <a:spLocks/>
          </p:cNvSpPr>
          <p:nvPr/>
        </p:nvSpPr>
        <p:spPr>
          <a:xfrm>
            <a:off x="1952732" y="1956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F5E07A18-1750-E163-A9A3-85EFEFB813B7}"/>
              </a:ext>
            </a:extLst>
          </p:cNvPr>
          <p:cNvSpPr>
            <a:spLocks/>
          </p:cNvSpPr>
          <p:nvPr/>
        </p:nvSpPr>
        <p:spPr>
          <a:xfrm>
            <a:off x="1921550" y="2169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B8A1E4F9-91A8-2656-A298-01CBE5E49DC0}"/>
              </a:ext>
            </a:extLst>
          </p:cNvPr>
          <p:cNvSpPr>
            <a:spLocks/>
          </p:cNvSpPr>
          <p:nvPr/>
        </p:nvSpPr>
        <p:spPr>
          <a:xfrm>
            <a:off x="1948040" y="19080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09F15116-A72A-B588-9306-98DBBE517C03}"/>
              </a:ext>
            </a:extLst>
          </p:cNvPr>
          <p:cNvSpPr>
            <a:spLocks/>
          </p:cNvSpPr>
          <p:nvPr/>
        </p:nvSpPr>
        <p:spPr>
          <a:xfrm>
            <a:off x="1833477" y="25697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D8DCA1A5-08CE-5BD4-5E4C-5589687BD48C}"/>
              </a:ext>
            </a:extLst>
          </p:cNvPr>
          <p:cNvSpPr>
            <a:spLocks/>
          </p:cNvSpPr>
          <p:nvPr/>
        </p:nvSpPr>
        <p:spPr>
          <a:xfrm>
            <a:off x="1935339" y="20869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0A1BFEB9-5A8E-4DC5-CA09-806811BBF168}"/>
              </a:ext>
            </a:extLst>
          </p:cNvPr>
          <p:cNvSpPr>
            <a:spLocks/>
          </p:cNvSpPr>
          <p:nvPr/>
        </p:nvSpPr>
        <p:spPr>
          <a:xfrm>
            <a:off x="1836456" y="23952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46A32A6D-5F58-795A-643D-419B6E9EC7AB}"/>
              </a:ext>
            </a:extLst>
          </p:cNvPr>
          <p:cNvSpPr>
            <a:spLocks/>
          </p:cNvSpPr>
          <p:nvPr/>
        </p:nvSpPr>
        <p:spPr>
          <a:xfrm>
            <a:off x="1829990" y="20229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3F696FF3-BC5D-8C34-9B79-EE2A3D747293}"/>
              </a:ext>
            </a:extLst>
          </p:cNvPr>
          <p:cNvSpPr>
            <a:spLocks/>
          </p:cNvSpPr>
          <p:nvPr/>
        </p:nvSpPr>
        <p:spPr>
          <a:xfrm>
            <a:off x="1887073" y="21242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C803FFC8-BE4C-913E-04FA-FC6640771D80}"/>
              </a:ext>
            </a:extLst>
          </p:cNvPr>
          <p:cNvSpPr>
            <a:spLocks/>
          </p:cNvSpPr>
          <p:nvPr/>
        </p:nvSpPr>
        <p:spPr>
          <a:xfrm>
            <a:off x="1958737" y="2311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2BDD1953-08E7-A755-F492-3C7E88B01130}"/>
              </a:ext>
            </a:extLst>
          </p:cNvPr>
          <p:cNvSpPr>
            <a:spLocks/>
          </p:cNvSpPr>
          <p:nvPr/>
        </p:nvSpPr>
        <p:spPr>
          <a:xfrm>
            <a:off x="1856300" y="24465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06E8C8A1-493F-AC5C-0B58-FFD9650415A8}"/>
              </a:ext>
            </a:extLst>
          </p:cNvPr>
          <p:cNvSpPr>
            <a:spLocks/>
          </p:cNvSpPr>
          <p:nvPr/>
        </p:nvSpPr>
        <p:spPr>
          <a:xfrm>
            <a:off x="1873862" y="24675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59D979AD-69A4-4B70-2341-F146FDFCB085}"/>
              </a:ext>
            </a:extLst>
          </p:cNvPr>
          <p:cNvSpPr>
            <a:spLocks/>
          </p:cNvSpPr>
          <p:nvPr/>
        </p:nvSpPr>
        <p:spPr>
          <a:xfrm>
            <a:off x="1941912" y="2468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8D06C6E4-B353-B013-9B21-F45EDD8867C6}"/>
              </a:ext>
            </a:extLst>
          </p:cNvPr>
          <p:cNvSpPr>
            <a:spLocks/>
          </p:cNvSpPr>
          <p:nvPr/>
        </p:nvSpPr>
        <p:spPr>
          <a:xfrm>
            <a:off x="1834437" y="2457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FA281DF2-36D4-0B24-B5B2-73A4365569DB}"/>
              </a:ext>
            </a:extLst>
          </p:cNvPr>
          <p:cNvSpPr>
            <a:spLocks/>
          </p:cNvSpPr>
          <p:nvPr/>
        </p:nvSpPr>
        <p:spPr>
          <a:xfrm>
            <a:off x="1908441" y="2860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03942B43-7421-91D6-A980-7BB229DF23E9}"/>
              </a:ext>
            </a:extLst>
          </p:cNvPr>
          <p:cNvSpPr>
            <a:spLocks/>
          </p:cNvSpPr>
          <p:nvPr/>
        </p:nvSpPr>
        <p:spPr>
          <a:xfrm>
            <a:off x="1911301" y="19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1023A7E8-C37B-6112-1A88-3D47CAFB00BA}"/>
              </a:ext>
            </a:extLst>
          </p:cNvPr>
          <p:cNvSpPr>
            <a:spLocks/>
          </p:cNvSpPr>
          <p:nvPr/>
        </p:nvSpPr>
        <p:spPr>
          <a:xfrm>
            <a:off x="1909810" y="2131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3D4EAF2C-2AEF-F3EC-FCC0-5C5B655F86A8}"/>
              </a:ext>
            </a:extLst>
          </p:cNvPr>
          <p:cNvSpPr>
            <a:spLocks/>
          </p:cNvSpPr>
          <p:nvPr/>
        </p:nvSpPr>
        <p:spPr>
          <a:xfrm>
            <a:off x="1920809" y="2020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EFC66F57-CCA8-6F7E-74E3-8555396D2141}"/>
              </a:ext>
            </a:extLst>
          </p:cNvPr>
          <p:cNvSpPr>
            <a:spLocks/>
          </p:cNvSpPr>
          <p:nvPr/>
        </p:nvSpPr>
        <p:spPr>
          <a:xfrm>
            <a:off x="1920994" y="2582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2481ED3B-5A6E-465F-3DE9-2D6F9301380A}"/>
              </a:ext>
            </a:extLst>
          </p:cNvPr>
          <p:cNvSpPr>
            <a:spLocks/>
          </p:cNvSpPr>
          <p:nvPr/>
        </p:nvSpPr>
        <p:spPr>
          <a:xfrm>
            <a:off x="1855091" y="1822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0D8B887F-E47F-44D8-30D0-945E805789F1}"/>
              </a:ext>
            </a:extLst>
          </p:cNvPr>
          <p:cNvSpPr>
            <a:spLocks/>
          </p:cNvSpPr>
          <p:nvPr/>
        </p:nvSpPr>
        <p:spPr>
          <a:xfrm>
            <a:off x="1955930" y="1789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966DBF33-D2C5-69BA-3AEF-9A75AD5956AC}"/>
              </a:ext>
            </a:extLst>
          </p:cNvPr>
          <p:cNvSpPr>
            <a:spLocks/>
          </p:cNvSpPr>
          <p:nvPr/>
        </p:nvSpPr>
        <p:spPr>
          <a:xfrm>
            <a:off x="1929269" y="1909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CAD58636-2D33-5E42-14EB-81A4F465B9C0}"/>
              </a:ext>
            </a:extLst>
          </p:cNvPr>
          <p:cNvSpPr>
            <a:spLocks/>
          </p:cNvSpPr>
          <p:nvPr/>
        </p:nvSpPr>
        <p:spPr>
          <a:xfrm>
            <a:off x="1867758" y="2071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70CBEF86-21D5-4B32-70BE-BECC70B726BE}"/>
              </a:ext>
            </a:extLst>
          </p:cNvPr>
          <p:cNvSpPr>
            <a:spLocks/>
          </p:cNvSpPr>
          <p:nvPr/>
        </p:nvSpPr>
        <p:spPr>
          <a:xfrm>
            <a:off x="1883473" y="2472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90AB7FD8-B671-E0FB-527C-497A38AAE0FE}"/>
              </a:ext>
            </a:extLst>
          </p:cNvPr>
          <p:cNvSpPr>
            <a:spLocks/>
          </p:cNvSpPr>
          <p:nvPr/>
        </p:nvSpPr>
        <p:spPr>
          <a:xfrm>
            <a:off x="1836633" y="282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1348030D-B692-6F42-FC3B-82F0009E9AB5}"/>
              </a:ext>
            </a:extLst>
          </p:cNvPr>
          <p:cNvSpPr>
            <a:spLocks/>
          </p:cNvSpPr>
          <p:nvPr/>
        </p:nvSpPr>
        <p:spPr>
          <a:xfrm>
            <a:off x="1871745" y="2464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34C58912-49E7-67BF-B6B0-AC0817E89B3E}"/>
              </a:ext>
            </a:extLst>
          </p:cNvPr>
          <p:cNvSpPr>
            <a:spLocks/>
          </p:cNvSpPr>
          <p:nvPr/>
        </p:nvSpPr>
        <p:spPr>
          <a:xfrm>
            <a:off x="1832453" y="22709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83392DF6-564B-678B-BB7A-5277094405FB}"/>
              </a:ext>
            </a:extLst>
          </p:cNvPr>
          <p:cNvSpPr>
            <a:spLocks/>
          </p:cNvSpPr>
          <p:nvPr/>
        </p:nvSpPr>
        <p:spPr>
          <a:xfrm>
            <a:off x="1937232" y="2787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622F562C-4B0B-0EEB-B174-3463D39B35A2}"/>
              </a:ext>
            </a:extLst>
          </p:cNvPr>
          <p:cNvSpPr>
            <a:spLocks/>
          </p:cNvSpPr>
          <p:nvPr/>
        </p:nvSpPr>
        <p:spPr>
          <a:xfrm>
            <a:off x="1910187" y="1920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765CB4F3-A6E9-382B-6D59-5D45F11D4D7D}"/>
              </a:ext>
            </a:extLst>
          </p:cNvPr>
          <p:cNvSpPr>
            <a:spLocks/>
          </p:cNvSpPr>
          <p:nvPr/>
        </p:nvSpPr>
        <p:spPr>
          <a:xfrm>
            <a:off x="1938392" y="2575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AB9FCAD8-F136-8AA2-4A05-0A0B45CCA1D2}"/>
              </a:ext>
            </a:extLst>
          </p:cNvPr>
          <p:cNvSpPr>
            <a:spLocks/>
          </p:cNvSpPr>
          <p:nvPr/>
        </p:nvSpPr>
        <p:spPr>
          <a:xfrm>
            <a:off x="1900008" y="2396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00476FC1-829A-3003-2EB4-294FCAF6D7A0}"/>
              </a:ext>
            </a:extLst>
          </p:cNvPr>
          <p:cNvSpPr>
            <a:spLocks/>
          </p:cNvSpPr>
          <p:nvPr/>
        </p:nvSpPr>
        <p:spPr>
          <a:xfrm>
            <a:off x="1834794" y="1908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7400C61B-0287-4B06-DF01-BF06B66CF5B9}"/>
              </a:ext>
            </a:extLst>
          </p:cNvPr>
          <p:cNvSpPr>
            <a:spLocks/>
          </p:cNvSpPr>
          <p:nvPr/>
        </p:nvSpPr>
        <p:spPr>
          <a:xfrm>
            <a:off x="1942103" y="2776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6735DECB-4311-B672-0ED3-31D4BFD2052A}"/>
              </a:ext>
            </a:extLst>
          </p:cNvPr>
          <p:cNvSpPr>
            <a:spLocks/>
          </p:cNvSpPr>
          <p:nvPr/>
        </p:nvSpPr>
        <p:spPr>
          <a:xfrm>
            <a:off x="1843456" y="2433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334549A1-0B3E-BCE1-1E2B-418EFE30389A}"/>
              </a:ext>
            </a:extLst>
          </p:cNvPr>
          <p:cNvSpPr>
            <a:spLocks/>
          </p:cNvSpPr>
          <p:nvPr/>
        </p:nvSpPr>
        <p:spPr>
          <a:xfrm>
            <a:off x="190659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0F90773F-F8B6-EF18-87F3-C8D3506F49AB}"/>
              </a:ext>
            </a:extLst>
          </p:cNvPr>
          <p:cNvSpPr>
            <a:spLocks/>
          </p:cNvSpPr>
          <p:nvPr/>
        </p:nvSpPr>
        <p:spPr>
          <a:xfrm>
            <a:off x="1881097" y="1903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75FDE135-9145-5DB3-A93E-8B48C5EAAFB5}"/>
              </a:ext>
            </a:extLst>
          </p:cNvPr>
          <p:cNvSpPr>
            <a:spLocks/>
          </p:cNvSpPr>
          <p:nvPr/>
        </p:nvSpPr>
        <p:spPr>
          <a:xfrm>
            <a:off x="1850385" y="22698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2201F5C8-1499-B580-096A-1EC74ED3E9CE}"/>
              </a:ext>
            </a:extLst>
          </p:cNvPr>
          <p:cNvSpPr>
            <a:spLocks/>
          </p:cNvSpPr>
          <p:nvPr/>
        </p:nvSpPr>
        <p:spPr>
          <a:xfrm>
            <a:off x="1937744" y="2237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F168DAF6-FE1B-09BC-3694-341EEF5A0420}"/>
              </a:ext>
            </a:extLst>
          </p:cNvPr>
          <p:cNvSpPr>
            <a:spLocks/>
          </p:cNvSpPr>
          <p:nvPr/>
        </p:nvSpPr>
        <p:spPr>
          <a:xfrm>
            <a:off x="1857893" y="198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465A7100-3990-E812-AE68-4DD2BE3D23DA}"/>
              </a:ext>
            </a:extLst>
          </p:cNvPr>
          <p:cNvSpPr>
            <a:spLocks/>
          </p:cNvSpPr>
          <p:nvPr/>
        </p:nvSpPr>
        <p:spPr>
          <a:xfrm>
            <a:off x="1938515" y="25988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2B49B508-5A09-694B-702D-D38CFF5D24EC}"/>
              </a:ext>
            </a:extLst>
          </p:cNvPr>
          <p:cNvSpPr>
            <a:spLocks/>
          </p:cNvSpPr>
          <p:nvPr/>
        </p:nvSpPr>
        <p:spPr>
          <a:xfrm>
            <a:off x="1880491" y="2118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E331B10E-10E9-9F80-ABD6-4568F43D04BA}"/>
              </a:ext>
            </a:extLst>
          </p:cNvPr>
          <p:cNvSpPr>
            <a:spLocks/>
          </p:cNvSpPr>
          <p:nvPr/>
        </p:nvSpPr>
        <p:spPr>
          <a:xfrm>
            <a:off x="1932865" y="22185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601044D7-5D9E-D392-6B38-53ACD1B902CB}"/>
              </a:ext>
            </a:extLst>
          </p:cNvPr>
          <p:cNvSpPr>
            <a:spLocks/>
          </p:cNvSpPr>
          <p:nvPr/>
        </p:nvSpPr>
        <p:spPr>
          <a:xfrm>
            <a:off x="1843675" y="19157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8E0361F5-0E92-85F5-B80A-B12A02DC92F9}"/>
              </a:ext>
            </a:extLst>
          </p:cNvPr>
          <p:cNvSpPr>
            <a:spLocks/>
          </p:cNvSpPr>
          <p:nvPr/>
        </p:nvSpPr>
        <p:spPr>
          <a:xfrm>
            <a:off x="1918063" y="2917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24818331-F3B0-06C5-DEC3-B65A8D984DC8}"/>
              </a:ext>
            </a:extLst>
          </p:cNvPr>
          <p:cNvSpPr>
            <a:spLocks/>
          </p:cNvSpPr>
          <p:nvPr/>
        </p:nvSpPr>
        <p:spPr>
          <a:xfrm>
            <a:off x="1846051" y="2574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125900EF-65BF-B9E0-F4D9-29817E1F8A73}"/>
              </a:ext>
            </a:extLst>
          </p:cNvPr>
          <p:cNvSpPr>
            <a:spLocks/>
          </p:cNvSpPr>
          <p:nvPr/>
        </p:nvSpPr>
        <p:spPr>
          <a:xfrm>
            <a:off x="1836428" y="1735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7039D5D2-3C25-6EC3-098D-70826B8E8C7D}"/>
              </a:ext>
            </a:extLst>
          </p:cNvPr>
          <p:cNvSpPr>
            <a:spLocks/>
          </p:cNvSpPr>
          <p:nvPr/>
        </p:nvSpPr>
        <p:spPr>
          <a:xfrm>
            <a:off x="185688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4B7A61DF-566F-4C28-1B7E-3337C414CDDE}"/>
              </a:ext>
            </a:extLst>
          </p:cNvPr>
          <p:cNvSpPr>
            <a:spLocks/>
          </p:cNvSpPr>
          <p:nvPr/>
        </p:nvSpPr>
        <p:spPr>
          <a:xfrm>
            <a:off x="1868376" y="1958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A0C347D6-790E-6EA4-F9B6-4CB478B623BC}"/>
              </a:ext>
            </a:extLst>
          </p:cNvPr>
          <p:cNvSpPr>
            <a:spLocks/>
          </p:cNvSpPr>
          <p:nvPr/>
        </p:nvSpPr>
        <p:spPr>
          <a:xfrm>
            <a:off x="1922564" y="2942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6C55AE95-5519-ED74-D5DD-1CCAFED2C58B}"/>
              </a:ext>
            </a:extLst>
          </p:cNvPr>
          <p:cNvSpPr>
            <a:spLocks/>
          </p:cNvSpPr>
          <p:nvPr/>
        </p:nvSpPr>
        <p:spPr>
          <a:xfrm>
            <a:off x="1881835" y="3073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AD42C051-DE8E-43CA-04DF-D56335E931C6}"/>
              </a:ext>
            </a:extLst>
          </p:cNvPr>
          <p:cNvSpPr>
            <a:spLocks/>
          </p:cNvSpPr>
          <p:nvPr/>
        </p:nvSpPr>
        <p:spPr>
          <a:xfrm>
            <a:off x="1947349" y="1757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3C181323-D7FD-96FC-6161-B1DDBFEEB226}"/>
              </a:ext>
            </a:extLst>
          </p:cNvPr>
          <p:cNvSpPr>
            <a:spLocks/>
          </p:cNvSpPr>
          <p:nvPr/>
        </p:nvSpPr>
        <p:spPr>
          <a:xfrm>
            <a:off x="1889783" y="1940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9D41F887-98D4-07CC-1DE0-934A3B2D2106}"/>
              </a:ext>
            </a:extLst>
          </p:cNvPr>
          <p:cNvSpPr>
            <a:spLocks/>
          </p:cNvSpPr>
          <p:nvPr/>
        </p:nvSpPr>
        <p:spPr>
          <a:xfrm>
            <a:off x="1928969" y="1813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D7BB7608-6453-6DC2-2E09-E1E14213D48C}"/>
              </a:ext>
            </a:extLst>
          </p:cNvPr>
          <p:cNvSpPr>
            <a:spLocks/>
          </p:cNvSpPr>
          <p:nvPr/>
        </p:nvSpPr>
        <p:spPr>
          <a:xfrm>
            <a:off x="18776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45C4407A-45E7-1120-AA47-2F5F5D65B868}"/>
              </a:ext>
            </a:extLst>
          </p:cNvPr>
          <p:cNvSpPr>
            <a:spLocks/>
          </p:cNvSpPr>
          <p:nvPr/>
        </p:nvSpPr>
        <p:spPr>
          <a:xfrm>
            <a:off x="1951840" y="2688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D78C39F5-8130-F951-7152-47070D35F13C}"/>
              </a:ext>
            </a:extLst>
          </p:cNvPr>
          <p:cNvSpPr>
            <a:spLocks/>
          </p:cNvSpPr>
          <p:nvPr/>
        </p:nvSpPr>
        <p:spPr>
          <a:xfrm>
            <a:off x="1872137" y="2797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CEBCBAEC-F590-80D0-91F7-3ED678C3772C}"/>
              </a:ext>
            </a:extLst>
          </p:cNvPr>
          <p:cNvSpPr>
            <a:spLocks/>
          </p:cNvSpPr>
          <p:nvPr/>
        </p:nvSpPr>
        <p:spPr>
          <a:xfrm>
            <a:off x="1825266" y="3022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3A1DA5F3-440D-E21E-802A-04EFDDCF3489}"/>
              </a:ext>
            </a:extLst>
          </p:cNvPr>
          <p:cNvSpPr>
            <a:spLocks/>
          </p:cNvSpPr>
          <p:nvPr/>
        </p:nvSpPr>
        <p:spPr>
          <a:xfrm>
            <a:off x="1864765" y="2258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7F971AC6-CAA0-FA3A-CADD-97EFF9E852EB}"/>
              </a:ext>
            </a:extLst>
          </p:cNvPr>
          <p:cNvSpPr>
            <a:spLocks/>
          </p:cNvSpPr>
          <p:nvPr/>
        </p:nvSpPr>
        <p:spPr>
          <a:xfrm>
            <a:off x="1877972" y="1974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FD9920D6-2162-CA17-5B37-DB1720656544}"/>
              </a:ext>
            </a:extLst>
          </p:cNvPr>
          <p:cNvSpPr>
            <a:spLocks/>
          </p:cNvSpPr>
          <p:nvPr/>
        </p:nvSpPr>
        <p:spPr>
          <a:xfrm>
            <a:off x="1913783" y="1950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AFB833AD-0381-7CE9-C3E1-F37184F6C928}"/>
              </a:ext>
            </a:extLst>
          </p:cNvPr>
          <p:cNvSpPr>
            <a:spLocks/>
          </p:cNvSpPr>
          <p:nvPr/>
        </p:nvSpPr>
        <p:spPr>
          <a:xfrm>
            <a:off x="196199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69DD6CE8-4BE5-DC30-43B8-FBCA57F84DFC}"/>
              </a:ext>
            </a:extLst>
          </p:cNvPr>
          <p:cNvSpPr>
            <a:spLocks/>
          </p:cNvSpPr>
          <p:nvPr/>
        </p:nvSpPr>
        <p:spPr>
          <a:xfrm>
            <a:off x="1838772" y="221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927303CD-5DF2-1E5B-32B8-EA9B62ED5268}"/>
              </a:ext>
            </a:extLst>
          </p:cNvPr>
          <p:cNvSpPr>
            <a:spLocks/>
          </p:cNvSpPr>
          <p:nvPr/>
        </p:nvSpPr>
        <p:spPr>
          <a:xfrm>
            <a:off x="1839464" y="30371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8441ED56-9563-6344-ED71-EB9C410FF5BD}"/>
              </a:ext>
            </a:extLst>
          </p:cNvPr>
          <p:cNvSpPr>
            <a:spLocks/>
          </p:cNvSpPr>
          <p:nvPr/>
        </p:nvSpPr>
        <p:spPr>
          <a:xfrm>
            <a:off x="1953539" y="2464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99C992C1-898F-3240-5D39-AA5CC2C2085F}"/>
              </a:ext>
            </a:extLst>
          </p:cNvPr>
          <p:cNvSpPr>
            <a:spLocks/>
          </p:cNvSpPr>
          <p:nvPr/>
        </p:nvSpPr>
        <p:spPr>
          <a:xfrm>
            <a:off x="1839943" y="1911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6FBA22B3-03AB-ADC2-476D-4E03D24F05F8}"/>
              </a:ext>
            </a:extLst>
          </p:cNvPr>
          <p:cNvSpPr>
            <a:spLocks/>
          </p:cNvSpPr>
          <p:nvPr/>
        </p:nvSpPr>
        <p:spPr>
          <a:xfrm>
            <a:off x="1937983" y="2088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9529BD44-A01B-758B-CED6-F7A1061BEDE6}"/>
              </a:ext>
            </a:extLst>
          </p:cNvPr>
          <p:cNvSpPr>
            <a:spLocks/>
          </p:cNvSpPr>
          <p:nvPr/>
        </p:nvSpPr>
        <p:spPr>
          <a:xfrm>
            <a:off x="1834562" y="2834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6A0D6790-4954-DFE3-0B4D-B36E6C8E725E}"/>
              </a:ext>
            </a:extLst>
          </p:cNvPr>
          <p:cNvSpPr>
            <a:spLocks/>
          </p:cNvSpPr>
          <p:nvPr/>
        </p:nvSpPr>
        <p:spPr>
          <a:xfrm>
            <a:off x="1929981" y="25929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51A51683-3F11-B9ED-5C06-D57DB5423271}"/>
              </a:ext>
            </a:extLst>
          </p:cNvPr>
          <p:cNvSpPr>
            <a:spLocks/>
          </p:cNvSpPr>
          <p:nvPr/>
        </p:nvSpPr>
        <p:spPr>
          <a:xfrm>
            <a:off x="1856701" y="233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250DADB7-813C-FB83-3B3C-272116AFFA73}"/>
              </a:ext>
            </a:extLst>
          </p:cNvPr>
          <p:cNvSpPr>
            <a:spLocks/>
          </p:cNvSpPr>
          <p:nvPr/>
        </p:nvSpPr>
        <p:spPr>
          <a:xfrm>
            <a:off x="1928695" y="2593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D85AB6B5-8E0C-C751-D975-4C1753FFC7C3}"/>
              </a:ext>
            </a:extLst>
          </p:cNvPr>
          <p:cNvSpPr>
            <a:spLocks/>
          </p:cNvSpPr>
          <p:nvPr/>
        </p:nvSpPr>
        <p:spPr>
          <a:xfrm>
            <a:off x="1862426" y="2361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3104A048-155A-05E2-80E7-0FBD7C94F03E}"/>
              </a:ext>
            </a:extLst>
          </p:cNvPr>
          <p:cNvSpPr>
            <a:spLocks/>
          </p:cNvSpPr>
          <p:nvPr/>
        </p:nvSpPr>
        <p:spPr>
          <a:xfrm>
            <a:off x="1876620" y="213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EDC530A4-070A-79EB-A5FC-4602269F157F}"/>
              </a:ext>
            </a:extLst>
          </p:cNvPr>
          <p:cNvSpPr>
            <a:spLocks/>
          </p:cNvSpPr>
          <p:nvPr/>
        </p:nvSpPr>
        <p:spPr>
          <a:xfrm>
            <a:off x="1964584" y="24592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86A85CD8-02F6-EE82-2A3B-171B4AAC0C62}"/>
              </a:ext>
            </a:extLst>
          </p:cNvPr>
          <p:cNvSpPr>
            <a:spLocks/>
          </p:cNvSpPr>
          <p:nvPr/>
        </p:nvSpPr>
        <p:spPr>
          <a:xfrm>
            <a:off x="1888647" y="2904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7D82C51C-08EE-638B-F75D-E7EE1CECB7B9}"/>
              </a:ext>
            </a:extLst>
          </p:cNvPr>
          <p:cNvSpPr>
            <a:spLocks/>
          </p:cNvSpPr>
          <p:nvPr/>
        </p:nvSpPr>
        <p:spPr>
          <a:xfrm>
            <a:off x="1928142" y="30844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5EAF10E4-705A-D6C8-B4DC-72860F89129C}"/>
              </a:ext>
            </a:extLst>
          </p:cNvPr>
          <p:cNvSpPr>
            <a:spLocks/>
          </p:cNvSpPr>
          <p:nvPr/>
        </p:nvSpPr>
        <p:spPr>
          <a:xfrm>
            <a:off x="1901569" y="200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51077F53-BBE1-0927-8EF0-C5D4AD1A8548}"/>
              </a:ext>
            </a:extLst>
          </p:cNvPr>
          <p:cNvSpPr>
            <a:spLocks/>
          </p:cNvSpPr>
          <p:nvPr/>
        </p:nvSpPr>
        <p:spPr>
          <a:xfrm>
            <a:off x="184670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20342EE3-F034-7420-81F5-EE7BE5C384F0}"/>
              </a:ext>
            </a:extLst>
          </p:cNvPr>
          <p:cNvSpPr>
            <a:spLocks/>
          </p:cNvSpPr>
          <p:nvPr/>
        </p:nvSpPr>
        <p:spPr>
          <a:xfrm>
            <a:off x="1918916" y="2025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01F306D0-8BC0-AE97-D69F-A4AD5154624D}"/>
              </a:ext>
            </a:extLst>
          </p:cNvPr>
          <p:cNvSpPr>
            <a:spLocks/>
          </p:cNvSpPr>
          <p:nvPr/>
        </p:nvSpPr>
        <p:spPr>
          <a:xfrm>
            <a:off x="194286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DBB388E1-5F8F-E5BC-DAE6-30347326C435}"/>
              </a:ext>
            </a:extLst>
          </p:cNvPr>
          <p:cNvSpPr>
            <a:spLocks/>
          </p:cNvSpPr>
          <p:nvPr/>
        </p:nvSpPr>
        <p:spPr>
          <a:xfrm>
            <a:off x="1926882" y="2373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371CE680-1A67-D385-7399-AB24D1110CDB}"/>
              </a:ext>
            </a:extLst>
          </p:cNvPr>
          <p:cNvSpPr>
            <a:spLocks/>
          </p:cNvSpPr>
          <p:nvPr/>
        </p:nvSpPr>
        <p:spPr>
          <a:xfrm>
            <a:off x="1916730" y="2714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9BD5C273-2F78-E5D1-E409-7418B39B6B76}"/>
              </a:ext>
            </a:extLst>
          </p:cNvPr>
          <p:cNvSpPr>
            <a:spLocks/>
          </p:cNvSpPr>
          <p:nvPr/>
        </p:nvSpPr>
        <p:spPr>
          <a:xfrm>
            <a:off x="1939006" y="2484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4975ABC7-CA0E-F10D-30E0-FFBE1DF27CC0}"/>
              </a:ext>
            </a:extLst>
          </p:cNvPr>
          <p:cNvSpPr>
            <a:spLocks/>
          </p:cNvSpPr>
          <p:nvPr/>
        </p:nvSpPr>
        <p:spPr>
          <a:xfrm>
            <a:off x="1916302" y="2538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12AA3889-1D63-78B2-9915-E5184D8B01B0}"/>
              </a:ext>
            </a:extLst>
          </p:cNvPr>
          <p:cNvSpPr>
            <a:spLocks/>
          </p:cNvSpPr>
          <p:nvPr/>
        </p:nvSpPr>
        <p:spPr>
          <a:xfrm>
            <a:off x="1826026" y="1889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3EF6C938-C8F2-C53B-E098-EB5272A0EC91}"/>
              </a:ext>
            </a:extLst>
          </p:cNvPr>
          <p:cNvSpPr>
            <a:spLocks/>
          </p:cNvSpPr>
          <p:nvPr/>
        </p:nvSpPr>
        <p:spPr>
          <a:xfrm>
            <a:off x="1953314" y="1885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14FF1F5E-B6F0-907E-44EA-8CB6D89B5C06}"/>
              </a:ext>
            </a:extLst>
          </p:cNvPr>
          <p:cNvSpPr>
            <a:spLocks/>
          </p:cNvSpPr>
          <p:nvPr/>
        </p:nvSpPr>
        <p:spPr>
          <a:xfrm>
            <a:off x="186956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B64B3060-CB82-64AD-6666-FBE8A637453E}"/>
              </a:ext>
            </a:extLst>
          </p:cNvPr>
          <p:cNvSpPr>
            <a:spLocks/>
          </p:cNvSpPr>
          <p:nvPr/>
        </p:nvSpPr>
        <p:spPr>
          <a:xfrm>
            <a:off x="1912659" y="2237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DB7A92B3-6580-F165-D086-8CF7571399CB}"/>
              </a:ext>
            </a:extLst>
          </p:cNvPr>
          <p:cNvSpPr>
            <a:spLocks/>
          </p:cNvSpPr>
          <p:nvPr/>
        </p:nvSpPr>
        <p:spPr>
          <a:xfrm>
            <a:off x="1891241" y="1968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10686ABE-2902-DB8B-9B3E-3CF17B55798E}"/>
              </a:ext>
            </a:extLst>
          </p:cNvPr>
          <p:cNvSpPr>
            <a:spLocks/>
          </p:cNvSpPr>
          <p:nvPr/>
        </p:nvSpPr>
        <p:spPr>
          <a:xfrm>
            <a:off x="1885246" y="2443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D750C3D5-3651-FC3F-81CF-C5303B0602AB}"/>
              </a:ext>
            </a:extLst>
          </p:cNvPr>
          <p:cNvSpPr>
            <a:spLocks/>
          </p:cNvSpPr>
          <p:nvPr/>
        </p:nvSpPr>
        <p:spPr>
          <a:xfrm>
            <a:off x="1932282" y="2387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BC56063A-7D1F-E9F4-0DC4-AC03198D4C87}"/>
              </a:ext>
            </a:extLst>
          </p:cNvPr>
          <p:cNvSpPr>
            <a:spLocks/>
          </p:cNvSpPr>
          <p:nvPr/>
        </p:nvSpPr>
        <p:spPr>
          <a:xfrm>
            <a:off x="1898142" y="2025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BB99ED17-D419-BA54-357D-B5642A33208E}"/>
              </a:ext>
            </a:extLst>
          </p:cNvPr>
          <p:cNvSpPr>
            <a:spLocks/>
          </p:cNvSpPr>
          <p:nvPr/>
        </p:nvSpPr>
        <p:spPr>
          <a:xfrm>
            <a:off x="1840144" y="206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3D0E3A3E-C32A-B928-CB2F-82083D0A19BD}"/>
              </a:ext>
            </a:extLst>
          </p:cNvPr>
          <p:cNvSpPr>
            <a:spLocks/>
          </p:cNvSpPr>
          <p:nvPr/>
        </p:nvSpPr>
        <p:spPr>
          <a:xfrm>
            <a:off x="1935571" y="2470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27038E8F-EF5D-B095-D96C-BBD57E965922}"/>
              </a:ext>
            </a:extLst>
          </p:cNvPr>
          <p:cNvSpPr>
            <a:spLocks/>
          </p:cNvSpPr>
          <p:nvPr/>
        </p:nvSpPr>
        <p:spPr>
          <a:xfrm>
            <a:off x="1873207" y="1896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4230A5FE-28DE-6CA3-586C-C2AAF7BB1C77}"/>
              </a:ext>
            </a:extLst>
          </p:cNvPr>
          <p:cNvSpPr>
            <a:spLocks/>
          </p:cNvSpPr>
          <p:nvPr/>
        </p:nvSpPr>
        <p:spPr>
          <a:xfrm>
            <a:off x="1850307" y="231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EEF39D5E-E763-DBBC-C021-0075317876A4}"/>
              </a:ext>
            </a:extLst>
          </p:cNvPr>
          <p:cNvSpPr>
            <a:spLocks/>
          </p:cNvSpPr>
          <p:nvPr/>
        </p:nvSpPr>
        <p:spPr>
          <a:xfrm>
            <a:off x="1842023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BD6F2D74-0A49-0C27-2CF2-168040662D70}"/>
              </a:ext>
            </a:extLst>
          </p:cNvPr>
          <p:cNvSpPr>
            <a:spLocks/>
          </p:cNvSpPr>
          <p:nvPr/>
        </p:nvSpPr>
        <p:spPr>
          <a:xfrm>
            <a:off x="184883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FC620893-8F59-8172-A191-8EFDB42B1394}"/>
              </a:ext>
            </a:extLst>
          </p:cNvPr>
          <p:cNvSpPr>
            <a:spLocks/>
          </p:cNvSpPr>
          <p:nvPr/>
        </p:nvSpPr>
        <p:spPr>
          <a:xfrm>
            <a:off x="1958487" y="22725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956B06DF-8E2F-563E-2D54-5D5985F6D42B}"/>
              </a:ext>
            </a:extLst>
          </p:cNvPr>
          <p:cNvSpPr>
            <a:spLocks/>
          </p:cNvSpPr>
          <p:nvPr/>
        </p:nvSpPr>
        <p:spPr>
          <a:xfrm>
            <a:off x="1901850" y="20394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AF0FAB68-B1BC-CA2B-432E-9D489B9D4F2B}"/>
              </a:ext>
            </a:extLst>
          </p:cNvPr>
          <p:cNvSpPr>
            <a:spLocks/>
          </p:cNvSpPr>
          <p:nvPr/>
        </p:nvSpPr>
        <p:spPr>
          <a:xfrm>
            <a:off x="1844042" y="1781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6BB3C320-ED4F-F848-9082-3712D258DAEE}"/>
              </a:ext>
            </a:extLst>
          </p:cNvPr>
          <p:cNvSpPr>
            <a:spLocks/>
          </p:cNvSpPr>
          <p:nvPr/>
        </p:nvSpPr>
        <p:spPr>
          <a:xfrm>
            <a:off x="1924839" y="2532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647B80AA-895B-7A1E-899B-0279B573FE7D}"/>
              </a:ext>
            </a:extLst>
          </p:cNvPr>
          <p:cNvSpPr>
            <a:spLocks/>
          </p:cNvSpPr>
          <p:nvPr/>
        </p:nvSpPr>
        <p:spPr>
          <a:xfrm>
            <a:off x="192756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EEC4C487-ABDE-BD48-922C-84DAF9BDCB04}"/>
              </a:ext>
            </a:extLst>
          </p:cNvPr>
          <p:cNvSpPr>
            <a:spLocks/>
          </p:cNvSpPr>
          <p:nvPr/>
        </p:nvSpPr>
        <p:spPr>
          <a:xfrm>
            <a:off x="1963386" y="3322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BCDE38A1-7DEA-AA0D-85E0-287791655867}"/>
              </a:ext>
            </a:extLst>
          </p:cNvPr>
          <p:cNvSpPr>
            <a:spLocks/>
          </p:cNvSpPr>
          <p:nvPr/>
        </p:nvSpPr>
        <p:spPr>
          <a:xfrm>
            <a:off x="1830762" y="252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56D2698B-35A3-C120-D7E5-468604F00D11}"/>
              </a:ext>
            </a:extLst>
          </p:cNvPr>
          <p:cNvSpPr>
            <a:spLocks/>
          </p:cNvSpPr>
          <p:nvPr/>
        </p:nvSpPr>
        <p:spPr>
          <a:xfrm>
            <a:off x="1876600" y="22823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731E74EC-1632-D003-90AE-9335767D2132}"/>
              </a:ext>
            </a:extLst>
          </p:cNvPr>
          <p:cNvSpPr>
            <a:spLocks/>
          </p:cNvSpPr>
          <p:nvPr/>
        </p:nvSpPr>
        <p:spPr>
          <a:xfrm>
            <a:off x="1881522" y="324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E883CAA2-28B9-261F-B6EA-51E17E8F8CDD}"/>
              </a:ext>
            </a:extLst>
          </p:cNvPr>
          <p:cNvSpPr>
            <a:spLocks/>
          </p:cNvSpPr>
          <p:nvPr/>
        </p:nvSpPr>
        <p:spPr>
          <a:xfrm>
            <a:off x="1903377" y="22247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50973DBF-383E-CBBA-5F5D-E1B490D1FD68}"/>
              </a:ext>
            </a:extLst>
          </p:cNvPr>
          <p:cNvSpPr>
            <a:spLocks/>
          </p:cNvSpPr>
          <p:nvPr/>
        </p:nvSpPr>
        <p:spPr>
          <a:xfrm>
            <a:off x="1895368" y="2090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64C51598-93CD-5089-D859-A28C84D6526C}"/>
              </a:ext>
            </a:extLst>
          </p:cNvPr>
          <p:cNvSpPr>
            <a:spLocks/>
          </p:cNvSpPr>
          <p:nvPr/>
        </p:nvSpPr>
        <p:spPr>
          <a:xfrm>
            <a:off x="1861102" y="1890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6291CF6A-CC8E-7CB1-1AE1-953859958BCD}"/>
              </a:ext>
            </a:extLst>
          </p:cNvPr>
          <p:cNvSpPr>
            <a:spLocks/>
          </p:cNvSpPr>
          <p:nvPr/>
        </p:nvSpPr>
        <p:spPr>
          <a:xfrm>
            <a:off x="1935262" y="20269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9B999E9E-3649-D397-4C1D-23E0D2296C94}"/>
              </a:ext>
            </a:extLst>
          </p:cNvPr>
          <p:cNvSpPr>
            <a:spLocks/>
          </p:cNvSpPr>
          <p:nvPr/>
        </p:nvSpPr>
        <p:spPr>
          <a:xfrm>
            <a:off x="1831776" y="2942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78E4CBA4-30BF-293F-F3A9-2AD9D0EFD77F}"/>
              </a:ext>
            </a:extLst>
          </p:cNvPr>
          <p:cNvSpPr>
            <a:spLocks/>
          </p:cNvSpPr>
          <p:nvPr/>
        </p:nvSpPr>
        <p:spPr>
          <a:xfrm>
            <a:off x="1917117" y="23882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4A42B1E3-B946-11F2-7107-CCC773E95A78}"/>
              </a:ext>
            </a:extLst>
          </p:cNvPr>
          <p:cNvSpPr>
            <a:spLocks/>
          </p:cNvSpPr>
          <p:nvPr/>
        </p:nvSpPr>
        <p:spPr>
          <a:xfrm>
            <a:off x="1898469" y="3100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04933E97-7027-6980-7033-24AAD79B2B8B}"/>
              </a:ext>
            </a:extLst>
          </p:cNvPr>
          <p:cNvSpPr>
            <a:spLocks/>
          </p:cNvSpPr>
          <p:nvPr/>
        </p:nvSpPr>
        <p:spPr>
          <a:xfrm>
            <a:off x="1897201" y="2744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AC33CDCE-7400-D55E-9FBC-82445F3150C5}"/>
              </a:ext>
            </a:extLst>
          </p:cNvPr>
          <p:cNvSpPr>
            <a:spLocks/>
          </p:cNvSpPr>
          <p:nvPr/>
        </p:nvSpPr>
        <p:spPr>
          <a:xfrm>
            <a:off x="1874365" y="22981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312DC1E6-965D-7F28-BEFD-071A029747E7}"/>
              </a:ext>
            </a:extLst>
          </p:cNvPr>
          <p:cNvSpPr>
            <a:spLocks/>
          </p:cNvSpPr>
          <p:nvPr/>
        </p:nvSpPr>
        <p:spPr>
          <a:xfrm>
            <a:off x="1931228" y="1991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E93BB43F-27BA-1454-8A04-7C4A23A12601}"/>
              </a:ext>
            </a:extLst>
          </p:cNvPr>
          <p:cNvSpPr>
            <a:spLocks/>
          </p:cNvSpPr>
          <p:nvPr/>
        </p:nvSpPr>
        <p:spPr>
          <a:xfrm>
            <a:off x="1870967" y="2584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51D77D63-0565-F31B-C67B-DF9522E2CD30}"/>
              </a:ext>
            </a:extLst>
          </p:cNvPr>
          <p:cNvSpPr>
            <a:spLocks/>
          </p:cNvSpPr>
          <p:nvPr/>
        </p:nvSpPr>
        <p:spPr>
          <a:xfrm>
            <a:off x="1871578" y="2094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A8769693-902B-5ACD-BC58-7C3DBC44EB7E}"/>
              </a:ext>
            </a:extLst>
          </p:cNvPr>
          <p:cNvSpPr>
            <a:spLocks/>
          </p:cNvSpPr>
          <p:nvPr/>
        </p:nvSpPr>
        <p:spPr>
          <a:xfrm>
            <a:off x="1901258" y="32096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1C9D186C-14C8-678D-B269-0DB77B4D561D}"/>
              </a:ext>
            </a:extLst>
          </p:cNvPr>
          <p:cNvSpPr>
            <a:spLocks/>
          </p:cNvSpPr>
          <p:nvPr/>
        </p:nvSpPr>
        <p:spPr>
          <a:xfrm>
            <a:off x="1913089" y="20060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E1DC198C-C129-473E-19E3-C4906902CCD7}"/>
              </a:ext>
            </a:extLst>
          </p:cNvPr>
          <p:cNvSpPr>
            <a:spLocks/>
          </p:cNvSpPr>
          <p:nvPr/>
        </p:nvSpPr>
        <p:spPr>
          <a:xfrm>
            <a:off x="1923927" y="2388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C04BA1A-56CE-F5FA-F683-39C98BF5C4D0}"/>
              </a:ext>
            </a:extLst>
          </p:cNvPr>
          <p:cNvSpPr>
            <a:spLocks/>
          </p:cNvSpPr>
          <p:nvPr/>
        </p:nvSpPr>
        <p:spPr>
          <a:xfrm>
            <a:off x="1901978" y="200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7CA89BEC-B2FA-6783-884C-ECE6F5A9FD45}"/>
              </a:ext>
            </a:extLst>
          </p:cNvPr>
          <p:cNvSpPr>
            <a:spLocks/>
          </p:cNvSpPr>
          <p:nvPr/>
        </p:nvSpPr>
        <p:spPr>
          <a:xfrm>
            <a:off x="1846393" y="24016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3F1A579B-991E-8162-C66E-29B513665E52}"/>
              </a:ext>
            </a:extLst>
          </p:cNvPr>
          <p:cNvSpPr>
            <a:spLocks/>
          </p:cNvSpPr>
          <p:nvPr/>
        </p:nvSpPr>
        <p:spPr>
          <a:xfrm>
            <a:off x="1875784" y="2255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BAEBA1C9-8E10-1D5B-B7EA-42B1CB2BDC8E}"/>
              </a:ext>
            </a:extLst>
          </p:cNvPr>
          <p:cNvSpPr>
            <a:spLocks/>
          </p:cNvSpPr>
          <p:nvPr/>
        </p:nvSpPr>
        <p:spPr>
          <a:xfrm>
            <a:off x="1958959" y="2644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69BC7628-0D66-65CE-2A6F-100131E34872}"/>
              </a:ext>
            </a:extLst>
          </p:cNvPr>
          <p:cNvSpPr>
            <a:spLocks/>
          </p:cNvSpPr>
          <p:nvPr/>
        </p:nvSpPr>
        <p:spPr>
          <a:xfrm>
            <a:off x="1870301" y="2583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C080C8CB-7406-9AFD-714D-3987FB9E487F}"/>
              </a:ext>
            </a:extLst>
          </p:cNvPr>
          <p:cNvSpPr>
            <a:spLocks/>
          </p:cNvSpPr>
          <p:nvPr/>
        </p:nvSpPr>
        <p:spPr>
          <a:xfrm>
            <a:off x="1835374" y="25100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1C3DC920-8F1E-A8EA-062D-9DC0F0F0C29F}"/>
              </a:ext>
            </a:extLst>
          </p:cNvPr>
          <p:cNvSpPr>
            <a:spLocks/>
          </p:cNvSpPr>
          <p:nvPr/>
        </p:nvSpPr>
        <p:spPr>
          <a:xfrm>
            <a:off x="1956243" y="2241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1054A137-56AD-119B-F0FD-4B59D0A4382C}"/>
              </a:ext>
            </a:extLst>
          </p:cNvPr>
          <p:cNvSpPr>
            <a:spLocks/>
          </p:cNvSpPr>
          <p:nvPr/>
        </p:nvSpPr>
        <p:spPr>
          <a:xfrm>
            <a:off x="1898257" y="1991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C05C3827-D918-A077-1104-E542CEC801E0}"/>
              </a:ext>
            </a:extLst>
          </p:cNvPr>
          <p:cNvSpPr>
            <a:spLocks/>
          </p:cNvSpPr>
          <p:nvPr/>
        </p:nvSpPr>
        <p:spPr>
          <a:xfrm>
            <a:off x="1956159" y="3269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C3C94CCF-62C6-D747-F96A-41A50D8B9A20}"/>
              </a:ext>
            </a:extLst>
          </p:cNvPr>
          <p:cNvSpPr>
            <a:spLocks/>
          </p:cNvSpPr>
          <p:nvPr/>
        </p:nvSpPr>
        <p:spPr>
          <a:xfrm>
            <a:off x="1837774" y="2247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28FDED39-9AFD-DC27-8B5F-5933DB143644}"/>
              </a:ext>
            </a:extLst>
          </p:cNvPr>
          <p:cNvSpPr>
            <a:spLocks/>
          </p:cNvSpPr>
          <p:nvPr/>
        </p:nvSpPr>
        <p:spPr>
          <a:xfrm>
            <a:off x="1914288" y="226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42DB8BC0-98F1-4A2F-CAF8-4B513A72CD04}"/>
              </a:ext>
            </a:extLst>
          </p:cNvPr>
          <p:cNvSpPr>
            <a:spLocks/>
          </p:cNvSpPr>
          <p:nvPr/>
        </p:nvSpPr>
        <p:spPr>
          <a:xfrm>
            <a:off x="1845743" y="222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27F33B5D-876F-9A4F-0014-9261995E65FA}"/>
              </a:ext>
            </a:extLst>
          </p:cNvPr>
          <p:cNvSpPr>
            <a:spLocks/>
          </p:cNvSpPr>
          <p:nvPr/>
        </p:nvSpPr>
        <p:spPr>
          <a:xfrm>
            <a:off x="1929052" y="2320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9364A5F2-C127-FFCE-B260-E651897804E6}"/>
              </a:ext>
            </a:extLst>
          </p:cNvPr>
          <p:cNvSpPr>
            <a:spLocks/>
          </p:cNvSpPr>
          <p:nvPr/>
        </p:nvSpPr>
        <p:spPr>
          <a:xfrm>
            <a:off x="1922118" y="3451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E2E4760C-6FB8-8356-61BB-5E4155B30436}"/>
              </a:ext>
            </a:extLst>
          </p:cNvPr>
          <p:cNvSpPr>
            <a:spLocks/>
          </p:cNvSpPr>
          <p:nvPr/>
        </p:nvSpPr>
        <p:spPr>
          <a:xfrm>
            <a:off x="183947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E92B8A85-AE1B-AB5A-BF2A-42DCEB88A4A5}"/>
              </a:ext>
            </a:extLst>
          </p:cNvPr>
          <p:cNvSpPr>
            <a:spLocks/>
          </p:cNvSpPr>
          <p:nvPr/>
        </p:nvSpPr>
        <p:spPr>
          <a:xfrm>
            <a:off x="193217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53F4E2ED-BC57-F12C-195A-D276C1A08EEE}"/>
              </a:ext>
            </a:extLst>
          </p:cNvPr>
          <p:cNvSpPr>
            <a:spLocks/>
          </p:cNvSpPr>
          <p:nvPr/>
        </p:nvSpPr>
        <p:spPr>
          <a:xfrm>
            <a:off x="23335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20220869-24F9-F5F0-81EC-BB8F5BB742E1}"/>
              </a:ext>
            </a:extLst>
          </p:cNvPr>
          <p:cNvSpPr>
            <a:spLocks/>
          </p:cNvSpPr>
          <p:nvPr/>
        </p:nvSpPr>
        <p:spPr>
          <a:xfrm>
            <a:off x="23157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C0C39385-B27A-1429-687F-C63892039D4E}"/>
              </a:ext>
            </a:extLst>
          </p:cNvPr>
          <p:cNvSpPr>
            <a:spLocks/>
          </p:cNvSpPr>
          <p:nvPr/>
        </p:nvSpPr>
        <p:spPr>
          <a:xfrm>
            <a:off x="23326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1A040040-3535-B024-50A4-95A02F907CB3}"/>
              </a:ext>
            </a:extLst>
          </p:cNvPr>
          <p:cNvSpPr>
            <a:spLocks/>
          </p:cNvSpPr>
          <p:nvPr/>
        </p:nvSpPr>
        <p:spPr>
          <a:xfrm>
            <a:off x="23352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EEDE8FBD-21AD-B4F6-42A1-4A223695E79F}"/>
              </a:ext>
            </a:extLst>
          </p:cNvPr>
          <p:cNvSpPr>
            <a:spLocks/>
          </p:cNvSpPr>
          <p:nvPr/>
        </p:nvSpPr>
        <p:spPr>
          <a:xfrm>
            <a:off x="2430742" y="25573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004B1EEC-5527-BFC3-D29E-9E4F443CF9FB}"/>
              </a:ext>
            </a:extLst>
          </p:cNvPr>
          <p:cNvSpPr>
            <a:spLocks/>
          </p:cNvSpPr>
          <p:nvPr/>
        </p:nvSpPr>
        <p:spPr>
          <a:xfrm>
            <a:off x="2422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6D5C8EF4-5F5D-2BE8-1A24-C28A59763667}"/>
              </a:ext>
            </a:extLst>
          </p:cNvPr>
          <p:cNvSpPr>
            <a:spLocks/>
          </p:cNvSpPr>
          <p:nvPr/>
        </p:nvSpPr>
        <p:spPr>
          <a:xfrm>
            <a:off x="231901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D6D52E59-816E-191C-E34C-D075F35346B7}"/>
              </a:ext>
            </a:extLst>
          </p:cNvPr>
          <p:cNvSpPr>
            <a:spLocks/>
          </p:cNvSpPr>
          <p:nvPr/>
        </p:nvSpPr>
        <p:spPr>
          <a:xfrm>
            <a:off x="240571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67785F11-DA91-0CD1-26CC-F36D3F729F71}"/>
              </a:ext>
            </a:extLst>
          </p:cNvPr>
          <p:cNvSpPr>
            <a:spLocks/>
          </p:cNvSpPr>
          <p:nvPr/>
        </p:nvSpPr>
        <p:spPr>
          <a:xfrm>
            <a:off x="233798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95113E71-AA8D-7DDB-6B03-D32AAFFCA8D3}"/>
              </a:ext>
            </a:extLst>
          </p:cNvPr>
          <p:cNvSpPr>
            <a:spLocks/>
          </p:cNvSpPr>
          <p:nvPr/>
        </p:nvSpPr>
        <p:spPr>
          <a:xfrm>
            <a:off x="2366533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1A629184-10D6-462D-4F72-4E19FFC8E306}"/>
              </a:ext>
            </a:extLst>
          </p:cNvPr>
          <p:cNvSpPr>
            <a:spLocks/>
          </p:cNvSpPr>
          <p:nvPr/>
        </p:nvSpPr>
        <p:spPr>
          <a:xfrm>
            <a:off x="2436070" y="1910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D9B73F48-6D40-8931-ED3F-53C65094C292}"/>
              </a:ext>
            </a:extLst>
          </p:cNvPr>
          <p:cNvSpPr>
            <a:spLocks/>
          </p:cNvSpPr>
          <p:nvPr/>
        </p:nvSpPr>
        <p:spPr>
          <a:xfrm>
            <a:off x="2445467" y="25759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6670882B-C7A3-F17E-4371-29CA9EBDBD6B}"/>
              </a:ext>
            </a:extLst>
          </p:cNvPr>
          <p:cNvSpPr>
            <a:spLocks/>
          </p:cNvSpPr>
          <p:nvPr/>
        </p:nvSpPr>
        <p:spPr>
          <a:xfrm>
            <a:off x="2363604" y="2056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B980E1F6-DDFE-61E9-7BF3-05A6F3D7BAB9}"/>
              </a:ext>
            </a:extLst>
          </p:cNvPr>
          <p:cNvSpPr>
            <a:spLocks/>
          </p:cNvSpPr>
          <p:nvPr/>
        </p:nvSpPr>
        <p:spPr>
          <a:xfrm>
            <a:off x="2417167" y="3439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2DBC4A1C-3E29-F247-C253-904D87A12007}"/>
              </a:ext>
            </a:extLst>
          </p:cNvPr>
          <p:cNvSpPr>
            <a:spLocks/>
          </p:cNvSpPr>
          <p:nvPr/>
        </p:nvSpPr>
        <p:spPr>
          <a:xfrm>
            <a:off x="2387742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37E661A3-C691-5BF1-DD6E-71BE9EC1EB80}"/>
              </a:ext>
            </a:extLst>
          </p:cNvPr>
          <p:cNvSpPr>
            <a:spLocks/>
          </p:cNvSpPr>
          <p:nvPr/>
        </p:nvSpPr>
        <p:spPr>
          <a:xfrm>
            <a:off x="241027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517DE5D5-8E11-4C12-C180-8D3C3BD8F81D}"/>
              </a:ext>
            </a:extLst>
          </p:cNvPr>
          <p:cNvSpPr>
            <a:spLocks/>
          </p:cNvSpPr>
          <p:nvPr/>
        </p:nvSpPr>
        <p:spPr>
          <a:xfrm>
            <a:off x="232688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4096654F-2AD2-3607-9E1A-1D2590A04FA3}"/>
              </a:ext>
            </a:extLst>
          </p:cNvPr>
          <p:cNvSpPr>
            <a:spLocks/>
          </p:cNvSpPr>
          <p:nvPr/>
        </p:nvSpPr>
        <p:spPr>
          <a:xfrm>
            <a:off x="2443383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6D515DEC-20A4-D335-CF6E-3ED37B7A91FC}"/>
              </a:ext>
            </a:extLst>
          </p:cNvPr>
          <p:cNvSpPr>
            <a:spLocks/>
          </p:cNvSpPr>
          <p:nvPr/>
        </p:nvSpPr>
        <p:spPr>
          <a:xfrm>
            <a:off x="2381220" y="20906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039F9F57-4295-F2C2-A06E-9EAAC67137EB}"/>
              </a:ext>
            </a:extLst>
          </p:cNvPr>
          <p:cNvSpPr>
            <a:spLocks/>
          </p:cNvSpPr>
          <p:nvPr/>
        </p:nvSpPr>
        <p:spPr>
          <a:xfrm>
            <a:off x="2390812" y="26399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07F0CBD2-9C3F-F9ED-3F23-101FF5A188C3}"/>
              </a:ext>
            </a:extLst>
          </p:cNvPr>
          <p:cNvSpPr>
            <a:spLocks/>
          </p:cNvSpPr>
          <p:nvPr/>
        </p:nvSpPr>
        <p:spPr>
          <a:xfrm>
            <a:off x="2429693" y="2873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F077824F-CC70-70EB-4C1E-AA5FF35B0765}"/>
              </a:ext>
            </a:extLst>
          </p:cNvPr>
          <p:cNvSpPr>
            <a:spLocks/>
          </p:cNvSpPr>
          <p:nvPr/>
        </p:nvSpPr>
        <p:spPr>
          <a:xfrm>
            <a:off x="23455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B53548D9-7A05-E197-50E7-0CE4BEF616D2}"/>
              </a:ext>
            </a:extLst>
          </p:cNvPr>
          <p:cNvSpPr>
            <a:spLocks/>
          </p:cNvSpPr>
          <p:nvPr/>
        </p:nvSpPr>
        <p:spPr>
          <a:xfrm>
            <a:off x="2358434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72881516-AB4B-8CD3-715C-95B5DFE7355F}"/>
              </a:ext>
            </a:extLst>
          </p:cNvPr>
          <p:cNvSpPr>
            <a:spLocks/>
          </p:cNvSpPr>
          <p:nvPr/>
        </p:nvSpPr>
        <p:spPr>
          <a:xfrm>
            <a:off x="2403830" y="2356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8FE5413C-9F4E-F920-5961-D22CA097964C}"/>
              </a:ext>
            </a:extLst>
          </p:cNvPr>
          <p:cNvSpPr>
            <a:spLocks/>
          </p:cNvSpPr>
          <p:nvPr/>
        </p:nvSpPr>
        <p:spPr>
          <a:xfrm>
            <a:off x="231371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8A9D4245-3253-DDAC-2AB4-3ABE1E266A0F}"/>
              </a:ext>
            </a:extLst>
          </p:cNvPr>
          <p:cNvSpPr>
            <a:spLocks/>
          </p:cNvSpPr>
          <p:nvPr/>
        </p:nvSpPr>
        <p:spPr>
          <a:xfrm>
            <a:off x="23134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DB38F40E-D13A-0D1E-5591-7C0BE1EF3033}"/>
              </a:ext>
            </a:extLst>
          </p:cNvPr>
          <p:cNvSpPr>
            <a:spLocks/>
          </p:cNvSpPr>
          <p:nvPr/>
        </p:nvSpPr>
        <p:spPr>
          <a:xfrm>
            <a:off x="2340718" y="2651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246A0786-B424-F22A-BC1D-0D0F304D4BF7}"/>
              </a:ext>
            </a:extLst>
          </p:cNvPr>
          <p:cNvSpPr>
            <a:spLocks/>
          </p:cNvSpPr>
          <p:nvPr/>
        </p:nvSpPr>
        <p:spPr>
          <a:xfrm>
            <a:off x="241655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724A1C23-8D51-D63E-1305-0530A3C29E4D}"/>
              </a:ext>
            </a:extLst>
          </p:cNvPr>
          <p:cNvSpPr>
            <a:spLocks/>
          </p:cNvSpPr>
          <p:nvPr/>
        </p:nvSpPr>
        <p:spPr>
          <a:xfrm>
            <a:off x="2332574" y="3102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64133D40-624B-EF87-38C3-54BCB624B0C3}"/>
              </a:ext>
            </a:extLst>
          </p:cNvPr>
          <p:cNvSpPr>
            <a:spLocks/>
          </p:cNvSpPr>
          <p:nvPr/>
        </p:nvSpPr>
        <p:spPr>
          <a:xfrm>
            <a:off x="2339343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8447294E-DD08-8AB5-8A40-6B9021B5409E}"/>
              </a:ext>
            </a:extLst>
          </p:cNvPr>
          <p:cNvSpPr>
            <a:spLocks/>
          </p:cNvSpPr>
          <p:nvPr/>
        </p:nvSpPr>
        <p:spPr>
          <a:xfrm>
            <a:off x="23269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582D33D4-B0FD-3E5E-08C9-57084C24643D}"/>
              </a:ext>
            </a:extLst>
          </p:cNvPr>
          <p:cNvSpPr>
            <a:spLocks/>
          </p:cNvSpPr>
          <p:nvPr/>
        </p:nvSpPr>
        <p:spPr>
          <a:xfrm>
            <a:off x="2424745" y="3115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BE4C7EF2-265A-C56C-EBF8-AC9A2C9F45EF}"/>
              </a:ext>
            </a:extLst>
          </p:cNvPr>
          <p:cNvSpPr>
            <a:spLocks/>
          </p:cNvSpPr>
          <p:nvPr/>
        </p:nvSpPr>
        <p:spPr>
          <a:xfrm>
            <a:off x="24359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4D81A1D7-5607-16ED-FD30-16478E39E181}"/>
              </a:ext>
            </a:extLst>
          </p:cNvPr>
          <p:cNvSpPr>
            <a:spLocks/>
          </p:cNvSpPr>
          <p:nvPr/>
        </p:nvSpPr>
        <p:spPr>
          <a:xfrm>
            <a:off x="244107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E6F1BB61-1D79-600B-D006-CDEB4D924DB8}"/>
              </a:ext>
            </a:extLst>
          </p:cNvPr>
          <p:cNvSpPr>
            <a:spLocks/>
          </p:cNvSpPr>
          <p:nvPr/>
        </p:nvSpPr>
        <p:spPr>
          <a:xfrm>
            <a:off x="23950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1FDED5D0-D122-06C9-9588-E7DEE41C52DC}"/>
              </a:ext>
            </a:extLst>
          </p:cNvPr>
          <p:cNvSpPr>
            <a:spLocks/>
          </p:cNvSpPr>
          <p:nvPr/>
        </p:nvSpPr>
        <p:spPr>
          <a:xfrm>
            <a:off x="233014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7826CAF8-C338-42AA-811D-A2DF3A731224}"/>
              </a:ext>
            </a:extLst>
          </p:cNvPr>
          <p:cNvSpPr>
            <a:spLocks/>
          </p:cNvSpPr>
          <p:nvPr/>
        </p:nvSpPr>
        <p:spPr>
          <a:xfrm>
            <a:off x="232475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6DC555F2-E732-BE32-55F5-985F06ABCF34}"/>
              </a:ext>
            </a:extLst>
          </p:cNvPr>
          <p:cNvSpPr>
            <a:spLocks/>
          </p:cNvSpPr>
          <p:nvPr/>
        </p:nvSpPr>
        <p:spPr>
          <a:xfrm>
            <a:off x="237946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95B28C51-42AE-EB65-93DD-5C9523C0E1EE}"/>
              </a:ext>
            </a:extLst>
          </p:cNvPr>
          <p:cNvSpPr>
            <a:spLocks/>
          </p:cNvSpPr>
          <p:nvPr/>
        </p:nvSpPr>
        <p:spPr>
          <a:xfrm>
            <a:off x="23803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27DEAFBA-E063-2F5B-0CC3-961C83B3484E}"/>
              </a:ext>
            </a:extLst>
          </p:cNvPr>
          <p:cNvSpPr>
            <a:spLocks/>
          </p:cNvSpPr>
          <p:nvPr/>
        </p:nvSpPr>
        <p:spPr>
          <a:xfrm>
            <a:off x="2330304" y="1914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9ED3B71F-A75A-2C53-CED3-C5BCA054F098}"/>
              </a:ext>
            </a:extLst>
          </p:cNvPr>
          <p:cNvSpPr>
            <a:spLocks/>
          </p:cNvSpPr>
          <p:nvPr/>
        </p:nvSpPr>
        <p:spPr>
          <a:xfrm>
            <a:off x="24051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669827CD-6B32-C561-FE4B-5EE316905E56}"/>
              </a:ext>
            </a:extLst>
          </p:cNvPr>
          <p:cNvSpPr>
            <a:spLocks/>
          </p:cNvSpPr>
          <p:nvPr/>
        </p:nvSpPr>
        <p:spPr>
          <a:xfrm>
            <a:off x="241553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4E241EA2-A18D-508D-1418-48B203042C11}"/>
              </a:ext>
            </a:extLst>
          </p:cNvPr>
          <p:cNvSpPr>
            <a:spLocks/>
          </p:cNvSpPr>
          <p:nvPr/>
        </p:nvSpPr>
        <p:spPr>
          <a:xfrm>
            <a:off x="24173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35BC6DFE-D598-600F-EE8D-8B24EA6677D4}"/>
              </a:ext>
            </a:extLst>
          </p:cNvPr>
          <p:cNvSpPr>
            <a:spLocks/>
          </p:cNvSpPr>
          <p:nvPr/>
        </p:nvSpPr>
        <p:spPr>
          <a:xfrm>
            <a:off x="2407402" y="34369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27B179FE-4745-79F0-21D5-4D423C8B8DD6}"/>
              </a:ext>
            </a:extLst>
          </p:cNvPr>
          <p:cNvSpPr>
            <a:spLocks/>
          </p:cNvSpPr>
          <p:nvPr/>
        </p:nvSpPr>
        <p:spPr>
          <a:xfrm>
            <a:off x="24249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471EE633-C275-968D-D84C-525B6DEB0986}"/>
              </a:ext>
            </a:extLst>
          </p:cNvPr>
          <p:cNvSpPr>
            <a:spLocks/>
          </p:cNvSpPr>
          <p:nvPr/>
        </p:nvSpPr>
        <p:spPr>
          <a:xfrm>
            <a:off x="235533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E740E7ED-116F-295D-6814-D57E7FEAC362}"/>
              </a:ext>
            </a:extLst>
          </p:cNvPr>
          <p:cNvSpPr>
            <a:spLocks/>
          </p:cNvSpPr>
          <p:nvPr/>
        </p:nvSpPr>
        <p:spPr>
          <a:xfrm>
            <a:off x="2360641" y="29855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60889000-57AC-6E34-06BF-38D4DF61616F}"/>
              </a:ext>
            </a:extLst>
          </p:cNvPr>
          <p:cNvSpPr>
            <a:spLocks/>
          </p:cNvSpPr>
          <p:nvPr/>
        </p:nvSpPr>
        <p:spPr>
          <a:xfrm>
            <a:off x="24068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C2975F66-BEB5-1789-F01B-AAEABA83DB53}"/>
              </a:ext>
            </a:extLst>
          </p:cNvPr>
          <p:cNvSpPr>
            <a:spLocks/>
          </p:cNvSpPr>
          <p:nvPr/>
        </p:nvSpPr>
        <p:spPr>
          <a:xfrm>
            <a:off x="2311900" y="2135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008FC582-F4A2-BF67-CB71-CADC8B8B2EC0}"/>
              </a:ext>
            </a:extLst>
          </p:cNvPr>
          <p:cNvSpPr>
            <a:spLocks/>
          </p:cNvSpPr>
          <p:nvPr/>
        </p:nvSpPr>
        <p:spPr>
          <a:xfrm>
            <a:off x="2360423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F7150B1E-6A15-045E-A57E-4BFFB75C06D1}"/>
              </a:ext>
            </a:extLst>
          </p:cNvPr>
          <p:cNvSpPr>
            <a:spLocks/>
          </p:cNvSpPr>
          <p:nvPr/>
        </p:nvSpPr>
        <p:spPr>
          <a:xfrm>
            <a:off x="2364725" y="3362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E7466E7F-1A8E-3998-843B-D10B70F55140}"/>
              </a:ext>
            </a:extLst>
          </p:cNvPr>
          <p:cNvSpPr>
            <a:spLocks/>
          </p:cNvSpPr>
          <p:nvPr/>
        </p:nvSpPr>
        <p:spPr>
          <a:xfrm>
            <a:off x="236609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9D0556C9-F1C6-79A6-A7BB-EF58865559C5}"/>
              </a:ext>
            </a:extLst>
          </p:cNvPr>
          <p:cNvSpPr>
            <a:spLocks/>
          </p:cNvSpPr>
          <p:nvPr/>
        </p:nvSpPr>
        <p:spPr>
          <a:xfrm>
            <a:off x="2361045" y="34504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76AEEAFF-CD57-9E63-382A-1710D6CD568E}"/>
              </a:ext>
            </a:extLst>
          </p:cNvPr>
          <p:cNvSpPr>
            <a:spLocks/>
          </p:cNvSpPr>
          <p:nvPr/>
        </p:nvSpPr>
        <p:spPr>
          <a:xfrm>
            <a:off x="2420511" y="24223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A825D892-B44E-D498-BB9B-3BBC4CA95448}"/>
              </a:ext>
            </a:extLst>
          </p:cNvPr>
          <p:cNvSpPr>
            <a:spLocks/>
          </p:cNvSpPr>
          <p:nvPr/>
        </p:nvSpPr>
        <p:spPr>
          <a:xfrm>
            <a:off x="2355489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1C30767B-3A75-3E2C-D4DE-E1E1CC7DD16D}"/>
              </a:ext>
            </a:extLst>
          </p:cNvPr>
          <p:cNvSpPr>
            <a:spLocks/>
          </p:cNvSpPr>
          <p:nvPr/>
        </p:nvSpPr>
        <p:spPr>
          <a:xfrm>
            <a:off x="2422766" y="25134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91CDD500-EC5E-9EA0-286A-F58341B367C5}"/>
              </a:ext>
            </a:extLst>
          </p:cNvPr>
          <p:cNvSpPr>
            <a:spLocks/>
          </p:cNvSpPr>
          <p:nvPr/>
        </p:nvSpPr>
        <p:spPr>
          <a:xfrm>
            <a:off x="2394291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C6BA787F-3632-90E8-D1CE-78F5D151E2AF}"/>
              </a:ext>
            </a:extLst>
          </p:cNvPr>
          <p:cNvSpPr>
            <a:spLocks/>
          </p:cNvSpPr>
          <p:nvPr/>
        </p:nvSpPr>
        <p:spPr>
          <a:xfrm>
            <a:off x="2410193" y="28536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DAE22849-79FB-8434-E8C1-EAC09B5206D2}"/>
              </a:ext>
            </a:extLst>
          </p:cNvPr>
          <p:cNvSpPr>
            <a:spLocks/>
          </p:cNvSpPr>
          <p:nvPr/>
        </p:nvSpPr>
        <p:spPr>
          <a:xfrm>
            <a:off x="2392337" y="3426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F9A27B4A-84CB-A653-905C-47E0170257C8}"/>
              </a:ext>
            </a:extLst>
          </p:cNvPr>
          <p:cNvSpPr>
            <a:spLocks/>
          </p:cNvSpPr>
          <p:nvPr/>
        </p:nvSpPr>
        <p:spPr>
          <a:xfrm>
            <a:off x="2334609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1B84E3C3-D472-F2E7-5A42-BA17FFF2CFF9}"/>
              </a:ext>
            </a:extLst>
          </p:cNvPr>
          <p:cNvSpPr>
            <a:spLocks/>
          </p:cNvSpPr>
          <p:nvPr/>
        </p:nvSpPr>
        <p:spPr>
          <a:xfrm>
            <a:off x="2396072" y="294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31F10416-53F5-F92A-E731-D9657C1FE4C9}"/>
              </a:ext>
            </a:extLst>
          </p:cNvPr>
          <p:cNvSpPr>
            <a:spLocks/>
          </p:cNvSpPr>
          <p:nvPr/>
        </p:nvSpPr>
        <p:spPr>
          <a:xfrm>
            <a:off x="23516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05626898-8381-F80A-E9E7-4E2E1C6B9E04}"/>
              </a:ext>
            </a:extLst>
          </p:cNvPr>
          <p:cNvSpPr>
            <a:spLocks/>
          </p:cNvSpPr>
          <p:nvPr/>
        </p:nvSpPr>
        <p:spPr>
          <a:xfrm>
            <a:off x="23888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73591F68-A344-F1F4-D8AE-948D12FEFFD2}"/>
              </a:ext>
            </a:extLst>
          </p:cNvPr>
          <p:cNvSpPr>
            <a:spLocks/>
          </p:cNvSpPr>
          <p:nvPr/>
        </p:nvSpPr>
        <p:spPr>
          <a:xfrm>
            <a:off x="23542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3B9C558A-ABBD-AA13-0C1C-B2C92437CA8C}"/>
              </a:ext>
            </a:extLst>
          </p:cNvPr>
          <p:cNvSpPr>
            <a:spLocks/>
          </p:cNvSpPr>
          <p:nvPr/>
        </p:nvSpPr>
        <p:spPr>
          <a:xfrm>
            <a:off x="244248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1B4C7E54-F52A-92D9-92DF-FF0767167767}"/>
              </a:ext>
            </a:extLst>
          </p:cNvPr>
          <p:cNvSpPr>
            <a:spLocks/>
          </p:cNvSpPr>
          <p:nvPr/>
        </p:nvSpPr>
        <p:spPr>
          <a:xfrm>
            <a:off x="2395292" y="3314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29205B6A-6161-0C6E-4D6A-E14128E33FD6}"/>
              </a:ext>
            </a:extLst>
          </p:cNvPr>
          <p:cNvSpPr>
            <a:spLocks/>
          </p:cNvSpPr>
          <p:nvPr/>
        </p:nvSpPr>
        <p:spPr>
          <a:xfrm>
            <a:off x="23677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0513424D-44D2-70CD-10E9-A211F6805DEA}"/>
              </a:ext>
            </a:extLst>
          </p:cNvPr>
          <p:cNvSpPr>
            <a:spLocks/>
          </p:cNvSpPr>
          <p:nvPr/>
        </p:nvSpPr>
        <p:spPr>
          <a:xfrm>
            <a:off x="23579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48107BAF-C3F7-0D02-E71B-9092C27025CE}"/>
              </a:ext>
            </a:extLst>
          </p:cNvPr>
          <p:cNvSpPr>
            <a:spLocks/>
          </p:cNvSpPr>
          <p:nvPr/>
        </p:nvSpPr>
        <p:spPr>
          <a:xfrm>
            <a:off x="2358016" y="2451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243126D6-E978-FA2A-F763-196B75EA51AB}"/>
              </a:ext>
            </a:extLst>
          </p:cNvPr>
          <p:cNvSpPr>
            <a:spLocks/>
          </p:cNvSpPr>
          <p:nvPr/>
        </p:nvSpPr>
        <p:spPr>
          <a:xfrm>
            <a:off x="24282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83A821F3-804F-7536-C003-A8A31C99298B}"/>
              </a:ext>
            </a:extLst>
          </p:cNvPr>
          <p:cNvSpPr>
            <a:spLocks/>
          </p:cNvSpPr>
          <p:nvPr/>
        </p:nvSpPr>
        <p:spPr>
          <a:xfrm>
            <a:off x="238063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C8E04E8B-CBE0-495D-EA22-8C7A7A503801}"/>
              </a:ext>
            </a:extLst>
          </p:cNvPr>
          <p:cNvSpPr>
            <a:spLocks/>
          </p:cNvSpPr>
          <p:nvPr/>
        </p:nvSpPr>
        <p:spPr>
          <a:xfrm>
            <a:off x="2374965" y="23931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9B71942E-82AD-72C9-AE16-38FD08DEB675}"/>
              </a:ext>
            </a:extLst>
          </p:cNvPr>
          <p:cNvSpPr>
            <a:spLocks/>
          </p:cNvSpPr>
          <p:nvPr/>
        </p:nvSpPr>
        <p:spPr>
          <a:xfrm>
            <a:off x="23120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9C22DE84-8F49-0311-1E0B-016C1D4AEFED}"/>
              </a:ext>
            </a:extLst>
          </p:cNvPr>
          <p:cNvSpPr>
            <a:spLocks/>
          </p:cNvSpPr>
          <p:nvPr/>
        </p:nvSpPr>
        <p:spPr>
          <a:xfrm>
            <a:off x="2432258" y="3093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1A279152-D62C-901A-8469-55506521D75A}"/>
              </a:ext>
            </a:extLst>
          </p:cNvPr>
          <p:cNvSpPr>
            <a:spLocks/>
          </p:cNvSpPr>
          <p:nvPr/>
        </p:nvSpPr>
        <p:spPr>
          <a:xfrm>
            <a:off x="2339199" y="3032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68A21BE0-A7E3-AC29-520D-E8377E42FDF9}"/>
              </a:ext>
            </a:extLst>
          </p:cNvPr>
          <p:cNvSpPr>
            <a:spLocks/>
          </p:cNvSpPr>
          <p:nvPr/>
        </p:nvSpPr>
        <p:spPr>
          <a:xfrm>
            <a:off x="2342305" y="32405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CDF14B65-7155-D650-520D-264FB9EB59B3}"/>
              </a:ext>
            </a:extLst>
          </p:cNvPr>
          <p:cNvSpPr>
            <a:spLocks/>
          </p:cNvSpPr>
          <p:nvPr/>
        </p:nvSpPr>
        <p:spPr>
          <a:xfrm>
            <a:off x="24224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48B8CC69-92CB-6FDC-7D9A-2725AE5E4B27}"/>
              </a:ext>
            </a:extLst>
          </p:cNvPr>
          <p:cNvSpPr>
            <a:spLocks/>
          </p:cNvSpPr>
          <p:nvPr/>
        </p:nvSpPr>
        <p:spPr>
          <a:xfrm>
            <a:off x="2359167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9998431F-38BD-80EF-4A53-69597069C655}"/>
              </a:ext>
            </a:extLst>
          </p:cNvPr>
          <p:cNvSpPr>
            <a:spLocks/>
          </p:cNvSpPr>
          <p:nvPr/>
        </p:nvSpPr>
        <p:spPr>
          <a:xfrm>
            <a:off x="24345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CC0435EF-B308-8A8E-DB23-3E10B8598003}"/>
              </a:ext>
            </a:extLst>
          </p:cNvPr>
          <p:cNvSpPr>
            <a:spLocks/>
          </p:cNvSpPr>
          <p:nvPr/>
        </p:nvSpPr>
        <p:spPr>
          <a:xfrm>
            <a:off x="242860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DB0A7221-CDE1-5101-31D2-27F4D4AF4319}"/>
              </a:ext>
            </a:extLst>
          </p:cNvPr>
          <p:cNvSpPr>
            <a:spLocks/>
          </p:cNvSpPr>
          <p:nvPr/>
        </p:nvSpPr>
        <p:spPr>
          <a:xfrm>
            <a:off x="234521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118C0E13-2ECD-680F-93A7-0F689566A4AD}"/>
              </a:ext>
            </a:extLst>
          </p:cNvPr>
          <p:cNvSpPr>
            <a:spLocks/>
          </p:cNvSpPr>
          <p:nvPr/>
        </p:nvSpPr>
        <p:spPr>
          <a:xfrm>
            <a:off x="233843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407314E4-B3C9-AB3B-BD64-D503E12C700C}"/>
              </a:ext>
            </a:extLst>
          </p:cNvPr>
          <p:cNvSpPr>
            <a:spLocks/>
          </p:cNvSpPr>
          <p:nvPr/>
        </p:nvSpPr>
        <p:spPr>
          <a:xfrm>
            <a:off x="2400431" y="2501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B407714A-D5E0-30E7-6EAB-B0C9690F39D2}"/>
              </a:ext>
            </a:extLst>
          </p:cNvPr>
          <p:cNvSpPr>
            <a:spLocks/>
          </p:cNvSpPr>
          <p:nvPr/>
        </p:nvSpPr>
        <p:spPr>
          <a:xfrm>
            <a:off x="2362581" y="32404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E329DAF2-9DC2-4531-0732-CA5B6C8209D3}"/>
              </a:ext>
            </a:extLst>
          </p:cNvPr>
          <p:cNvSpPr>
            <a:spLocks/>
          </p:cNvSpPr>
          <p:nvPr/>
        </p:nvSpPr>
        <p:spPr>
          <a:xfrm>
            <a:off x="239768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EBC14245-FADD-E4E2-45A1-F7B43651A57F}"/>
              </a:ext>
            </a:extLst>
          </p:cNvPr>
          <p:cNvSpPr>
            <a:spLocks/>
          </p:cNvSpPr>
          <p:nvPr/>
        </p:nvSpPr>
        <p:spPr>
          <a:xfrm>
            <a:off x="2431493" y="3400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C0623645-264B-7B7A-CA78-7B004C1B4367}"/>
              </a:ext>
            </a:extLst>
          </p:cNvPr>
          <p:cNvSpPr>
            <a:spLocks/>
          </p:cNvSpPr>
          <p:nvPr/>
        </p:nvSpPr>
        <p:spPr>
          <a:xfrm>
            <a:off x="23151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D8B14A1B-D660-868A-549D-AF5EA8230F2D}"/>
              </a:ext>
            </a:extLst>
          </p:cNvPr>
          <p:cNvSpPr>
            <a:spLocks/>
          </p:cNvSpPr>
          <p:nvPr/>
        </p:nvSpPr>
        <p:spPr>
          <a:xfrm>
            <a:off x="23182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7BA5976E-5E74-DF59-3861-8D8C80D6DD5E}"/>
              </a:ext>
            </a:extLst>
          </p:cNvPr>
          <p:cNvSpPr>
            <a:spLocks/>
          </p:cNvSpPr>
          <p:nvPr/>
        </p:nvSpPr>
        <p:spPr>
          <a:xfrm>
            <a:off x="23451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D20E1271-6277-6B9B-DEE3-30146C8E092F}"/>
              </a:ext>
            </a:extLst>
          </p:cNvPr>
          <p:cNvSpPr>
            <a:spLocks/>
          </p:cNvSpPr>
          <p:nvPr/>
        </p:nvSpPr>
        <p:spPr>
          <a:xfrm>
            <a:off x="2423556" y="1755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58F99ED2-47CA-CFBA-A009-23BA9F053E2C}"/>
              </a:ext>
            </a:extLst>
          </p:cNvPr>
          <p:cNvSpPr>
            <a:spLocks/>
          </p:cNvSpPr>
          <p:nvPr/>
        </p:nvSpPr>
        <p:spPr>
          <a:xfrm>
            <a:off x="24492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EDDB7E8A-3237-9AE9-B662-CBD7B1C2547D}"/>
              </a:ext>
            </a:extLst>
          </p:cNvPr>
          <p:cNvSpPr>
            <a:spLocks/>
          </p:cNvSpPr>
          <p:nvPr/>
        </p:nvSpPr>
        <p:spPr>
          <a:xfrm>
            <a:off x="24187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463A6BB4-F60E-6581-5DB0-9EFAA99B4D84}"/>
              </a:ext>
            </a:extLst>
          </p:cNvPr>
          <p:cNvSpPr>
            <a:spLocks/>
          </p:cNvSpPr>
          <p:nvPr/>
        </p:nvSpPr>
        <p:spPr>
          <a:xfrm>
            <a:off x="23499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1D963BD9-4154-5C26-401E-4ED625BF0544}"/>
              </a:ext>
            </a:extLst>
          </p:cNvPr>
          <p:cNvSpPr>
            <a:spLocks/>
          </p:cNvSpPr>
          <p:nvPr/>
        </p:nvSpPr>
        <p:spPr>
          <a:xfrm>
            <a:off x="2350164" y="3166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BF1135C7-3D11-0B9B-6DB3-FB3A5B4885ED}"/>
              </a:ext>
            </a:extLst>
          </p:cNvPr>
          <p:cNvSpPr>
            <a:spLocks/>
          </p:cNvSpPr>
          <p:nvPr/>
        </p:nvSpPr>
        <p:spPr>
          <a:xfrm>
            <a:off x="23618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647203DF-B1D3-58C5-C6AB-48315E0B71BA}"/>
              </a:ext>
            </a:extLst>
          </p:cNvPr>
          <p:cNvSpPr>
            <a:spLocks/>
          </p:cNvSpPr>
          <p:nvPr/>
        </p:nvSpPr>
        <p:spPr>
          <a:xfrm>
            <a:off x="2351479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3AFB3237-0801-7EE2-612F-DEE0862B303E}"/>
              </a:ext>
            </a:extLst>
          </p:cNvPr>
          <p:cNvSpPr>
            <a:spLocks/>
          </p:cNvSpPr>
          <p:nvPr/>
        </p:nvSpPr>
        <p:spPr>
          <a:xfrm>
            <a:off x="239254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26315DBF-37B7-D9EB-CCFF-0D50C2D3095B}"/>
              </a:ext>
            </a:extLst>
          </p:cNvPr>
          <p:cNvSpPr>
            <a:spLocks/>
          </p:cNvSpPr>
          <p:nvPr/>
        </p:nvSpPr>
        <p:spPr>
          <a:xfrm>
            <a:off x="2386160" y="2245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C9959CA4-DAAB-5614-F2A2-E39086542545}"/>
              </a:ext>
            </a:extLst>
          </p:cNvPr>
          <p:cNvSpPr>
            <a:spLocks/>
          </p:cNvSpPr>
          <p:nvPr/>
        </p:nvSpPr>
        <p:spPr>
          <a:xfrm>
            <a:off x="2354439" y="32088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F8EFDCF9-8664-0D16-B561-16B51F552A73}"/>
              </a:ext>
            </a:extLst>
          </p:cNvPr>
          <p:cNvSpPr>
            <a:spLocks/>
          </p:cNvSpPr>
          <p:nvPr/>
        </p:nvSpPr>
        <p:spPr>
          <a:xfrm>
            <a:off x="2417870" y="2377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179C516F-6515-C028-5793-A55099A36FC1}"/>
              </a:ext>
            </a:extLst>
          </p:cNvPr>
          <p:cNvSpPr>
            <a:spLocks/>
          </p:cNvSpPr>
          <p:nvPr/>
        </p:nvSpPr>
        <p:spPr>
          <a:xfrm>
            <a:off x="2450878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E30B7424-3EEF-6A4F-0CB9-AB59082C445B}"/>
              </a:ext>
            </a:extLst>
          </p:cNvPr>
          <p:cNvSpPr>
            <a:spLocks/>
          </p:cNvSpPr>
          <p:nvPr/>
        </p:nvSpPr>
        <p:spPr>
          <a:xfrm>
            <a:off x="23917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BCAF3C35-0D90-EF87-8D42-C41666EE81EC}"/>
              </a:ext>
            </a:extLst>
          </p:cNvPr>
          <p:cNvSpPr>
            <a:spLocks/>
          </p:cNvSpPr>
          <p:nvPr/>
        </p:nvSpPr>
        <p:spPr>
          <a:xfrm>
            <a:off x="234998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A363B78D-48BC-B35D-04DF-6DD66935329D}"/>
              </a:ext>
            </a:extLst>
          </p:cNvPr>
          <p:cNvSpPr>
            <a:spLocks/>
          </p:cNvSpPr>
          <p:nvPr/>
        </p:nvSpPr>
        <p:spPr>
          <a:xfrm>
            <a:off x="238818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3D93B7CB-6E02-F794-BE6A-76DCE351183A}"/>
              </a:ext>
            </a:extLst>
          </p:cNvPr>
          <p:cNvSpPr>
            <a:spLocks/>
          </p:cNvSpPr>
          <p:nvPr/>
        </p:nvSpPr>
        <p:spPr>
          <a:xfrm>
            <a:off x="2352851" y="2744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05832CE8-4F0D-F306-1D16-0E516CD74333}"/>
              </a:ext>
            </a:extLst>
          </p:cNvPr>
          <p:cNvSpPr>
            <a:spLocks/>
          </p:cNvSpPr>
          <p:nvPr/>
        </p:nvSpPr>
        <p:spPr>
          <a:xfrm>
            <a:off x="240671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C00ED095-BDEF-67B9-91A2-52CB1A02895D}"/>
              </a:ext>
            </a:extLst>
          </p:cNvPr>
          <p:cNvSpPr>
            <a:spLocks/>
          </p:cNvSpPr>
          <p:nvPr/>
        </p:nvSpPr>
        <p:spPr>
          <a:xfrm>
            <a:off x="2361820" y="267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785DC264-84C0-8AFF-79AE-1AD184B440CB}"/>
              </a:ext>
            </a:extLst>
          </p:cNvPr>
          <p:cNvSpPr>
            <a:spLocks/>
          </p:cNvSpPr>
          <p:nvPr/>
        </p:nvSpPr>
        <p:spPr>
          <a:xfrm>
            <a:off x="2394336" y="2842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C98D5DB7-4ED1-A518-2C1B-09BDEC226743}"/>
              </a:ext>
            </a:extLst>
          </p:cNvPr>
          <p:cNvSpPr>
            <a:spLocks/>
          </p:cNvSpPr>
          <p:nvPr/>
        </p:nvSpPr>
        <p:spPr>
          <a:xfrm>
            <a:off x="23339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2538698E-9C36-A86D-30EE-BC89F9C5EB20}"/>
              </a:ext>
            </a:extLst>
          </p:cNvPr>
          <p:cNvSpPr>
            <a:spLocks/>
          </p:cNvSpPr>
          <p:nvPr/>
        </p:nvSpPr>
        <p:spPr>
          <a:xfrm>
            <a:off x="24056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132F367E-59D6-CB1B-1994-85ADEB20CE0C}"/>
              </a:ext>
            </a:extLst>
          </p:cNvPr>
          <p:cNvSpPr>
            <a:spLocks/>
          </p:cNvSpPr>
          <p:nvPr/>
        </p:nvSpPr>
        <p:spPr>
          <a:xfrm>
            <a:off x="2451330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6F7C4F1A-B786-804E-38BB-BCF70D067CF1}"/>
              </a:ext>
            </a:extLst>
          </p:cNvPr>
          <p:cNvSpPr>
            <a:spLocks/>
          </p:cNvSpPr>
          <p:nvPr/>
        </p:nvSpPr>
        <p:spPr>
          <a:xfrm>
            <a:off x="237849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8F7F60C0-7C3A-FF58-EF55-E5E5145F451A}"/>
              </a:ext>
            </a:extLst>
          </p:cNvPr>
          <p:cNvSpPr>
            <a:spLocks/>
          </p:cNvSpPr>
          <p:nvPr/>
        </p:nvSpPr>
        <p:spPr>
          <a:xfrm>
            <a:off x="23949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C9C6DE3A-B112-8DB3-A998-D6A99F6BFDBE}"/>
              </a:ext>
            </a:extLst>
          </p:cNvPr>
          <p:cNvSpPr>
            <a:spLocks/>
          </p:cNvSpPr>
          <p:nvPr/>
        </p:nvSpPr>
        <p:spPr>
          <a:xfrm>
            <a:off x="2353050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7629CD8F-0E4F-E28D-8BB1-8BAB09B33E04}"/>
              </a:ext>
            </a:extLst>
          </p:cNvPr>
          <p:cNvSpPr>
            <a:spLocks/>
          </p:cNvSpPr>
          <p:nvPr/>
        </p:nvSpPr>
        <p:spPr>
          <a:xfrm>
            <a:off x="23232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47046218-F31B-65F7-C94C-42D25C997B8D}"/>
              </a:ext>
            </a:extLst>
          </p:cNvPr>
          <p:cNvSpPr>
            <a:spLocks/>
          </p:cNvSpPr>
          <p:nvPr/>
        </p:nvSpPr>
        <p:spPr>
          <a:xfrm>
            <a:off x="23344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70FF8BBE-257B-56A0-EEBA-061DD935FC43}"/>
              </a:ext>
            </a:extLst>
          </p:cNvPr>
          <p:cNvSpPr>
            <a:spLocks/>
          </p:cNvSpPr>
          <p:nvPr/>
        </p:nvSpPr>
        <p:spPr>
          <a:xfrm>
            <a:off x="2372800" y="30319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5EE42538-7EE7-2930-E844-41C79612D867}"/>
              </a:ext>
            </a:extLst>
          </p:cNvPr>
          <p:cNvSpPr>
            <a:spLocks/>
          </p:cNvSpPr>
          <p:nvPr/>
        </p:nvSpPr>
        <p:spPr>
          <a:xfrm>
            <a:off x="241346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3CB80100-C02B-2BE4-709F-121B3F60B8F0}"/>
              </a:ext>
            </a:extLst>
          </p:cNvPr>
          <p:cNvSpPr>
            <a:spLocks/>
          </p:cNvSpPr>
          <p:nvPr/>
        </p:nvSpPr>
        <p:spPr>
          <a:xfrm>
            <a:off x="24170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50869F83-1881-4F84-DD5F-2604A5AF5576}"/>
              </a:ext>
            </a:extLst>
          </p:cNvPr>
          <p:cNvSpPr>
            <a:spLocks/>
          </p:cNvSpPr>
          <p:nvPr/>
        </p:nvSpPr>
        <p:spPr>
          <a:xfrm>
            <a:off x="242637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01C26325-B86A-8F3F-9A0D-52FF8EE922C9}"/>
              </a:ext>
            </a:extLst>
          </p:cNvPr>
          <p:cNvSpPr>
            <a:spLocks/>
          </p:cNvSpPr>
          <p:nvPr/>
        </p:nvSpPr>
        <p:spPr>
          <a:xfrm>
            <a:off x="2415339" y="3417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4AF66B35-497A-5404-2DFD-66892F8022FB}"/>
              </a:ext>
            </a:extLst>
          </p:cNvPr>
          <p:cNvSpPr>
            <a:spLocks/>
          </p:cNvSpPr>
          <p:nvPr/>
        </p:nvSpPr>
        <p:spPr>
          <a:xfrm>
            <a:off x="23376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1A54445D-E7C7-B891-D464-39E64A0F65B3}"/>
              </a:ext>
            </a:extLst>
          </p:cNvPr>
          <p:cNvSpPr>
            <a:spLocks/>
          </p:cNvSpPr>
          <p:nvPr/>
        </p:nvSpPr>
        <p:spPr>
          <a:xfrm>
            <a:off x="24448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9B8B9AA2-9E12-552F-B742-B030BD58051D}"/>
              </a:ext>
            </a:extLst>
          </p:cNvPr>
          <p:cNvSpPr>
            <a:spLocks/>
          </p:cNvSpPr>
          <p:nvPr/>
        </p:nvSpPr>
        <p:spPr>
          <a:xfrm>
            <a:off x="2415261" y="27856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F7D23397-4D8E-D82F-9081-51E550C6C9D0}"/>
              </a:ext>
            </a:extLst>
          </p:cNvPr>
          <p:cNvSpPr>
            <a:spLocks/>
          </p:cNvSpPr>
          <p:nvPr/>
        </p:nvSpPr>
        <p:spPr>
          <a:xfrm>
            <a:off x="23701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7C262CB6-5D34-A78C-B86F-491A3971DF58}"/>
              </a:ext>
            </a:extLst>
          </p:cNvPr>
          <p:cNvSpPr>
            <a:spLocks/>
          </p:cNvSpPr>
          <p:nvPr/>
        </p:nvSpPr>
        <p:spPr>
          <a:xfrm>
            <a:off x="23651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B62FB084-0822-B6F7-8295-4CE3987E7666}"/>
              </a:ext>
            </a:extLst>
          </p:cNvPr>
          <p:cNvSpPr>
            <a:spLocks/>
          </p:cNvSpPr>
          <p:nvPr/>
        </p:nvSpPr>
        <p:spPr>
          <a:xfrm>
            <a:off x="24219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8EACE4DB-2601-99CF-2686-565BF26AEB95}"/>
              </a:ext>
            </a:extLst>
          </p:cNvPr>
          <p:cNvSpPr>
            <a:spLocks/>
          </p:cNvSpPr>
          <p:nvPr/>
        </p:nvSpPr>
        <p:spPr>
          <a:xfrm>
            <a:off x="23164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66EED958-D074-260D-A516-13CCDB07C952}"/>
              </a:ext>
            </a:extLst>
          </p:cNvPr>
          <p:cNvSpPr>
            <a:spLocks/>
          </p:cNvSpPr>
          <p:nvPr/>
        </p:nvSpPr>
        <p:spPr>
          <a:xfrm>
            <a:off x="2418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89740B7C-CEA5-6120-1030-AA389827F902}"/>
              </a:ext>
            </a:extLst>
          </p:cNvPr>
          <p:cNvSpPr>
            <a:spLocks/>
          </p:cNvSpPr>
          <p:nvPr/>
        </p:nvSpPr>
        <p:spPr>
          <a:xfrm>
            <a:off x="2387659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694EC3CE-845E-1928-A4C5-30915B1A5C5D}"/>
              </a:ext>
            </a:extLst>
          </p:cNvPr>
          <p:cNvSpPr>
            <a:spLocks/>
          </p:cNvSpPr>
          <p:nvPr/>
        </p:nvSpPr>
        <p:spPr>
          <a:xfrm>
            <a:off x="2404294" y="33604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BCCF1594-0BFB-BD59-47D1-744BC20C30C7}"/>
              </a:ext>
            </a:extLst>
          </p:cNvPr>
          <p:cNvSpPr>
            <a:spLocks/>
          </p:cNvSpPr>
          <p:nvPr/>
        </p:nvSpPr>
        <p:spPr>
          <a:xfrm>
            <a:off x="2408994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62B890DB-7439-7D90-A2FF-B2614E9A0FD3}"/>
              </a:ext>
            </a:extLst>
          </p:cNvPr>
          <p:cNvSpPr>
            <a:spLocks/>
          </p:cNvSpPr>
          <p:nvPr/>
        </p:nvSpPr>
        <p:spPr>
          <a:xfrm>
            <a:off x="240598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8A7CDF21-75BD-9416-AE63-FF2559283CB3}"/>
              </a:ext>
            </a:extLst>
          </p:cNvPr>
          <p:cNvSpPr>
            <a:spLocks/>
          </p:cNvSpPr>
          <p:nvPr/>
        </p:nvSpPr>
        <p:spPr>
          <a:xfrm>
            <a:off x="2450095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22DB34FA-23F4-C37D-C912-D828101E1F41}"/>
              </a:ext>
            </a:extLst>
          </p:cNvPr>
          <p:cNvSpPr>
            <a:spLocks/>
          </p:cNvSpPr>
          <p:nvPr/>
        </p:nvSpPr>
        <p:spPr>
          <a:xfrm>
            <a:off x="2331639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3CE867C-CCE5-CC2D-2EF6-7F3089D3951F}"/>
              </a:ext>
            </a:extLst>
          </p:cNvPr>
          <p:cNvSpPr>
            <a:spLocks/>
          </p:cNvSpPr>
          <p:nvPr/>
        </p:nvSpPr>
        <p:spPr>
          <a:xfrm>
            <a:off x="242709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8A589386-B131-D8C3-49CF-2A29E2A40301}"/>
              </a:ext>
            </a:extLst>
          </p:cNvPr>
          <p:cNvSpPr>
            <a:spLocks/>
          </p:cNvSpPr>
          <p:nvPr/>
        </p:nvSpPr>
        <p:spPr>
          <a:xfrm>
            <a:off x="2334419" y="2415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FA64C966-6072-68C8-4FE3-559A1D88BA53}"/>
              </a:ext>
            </a:extLst>
          </p:cNvPr>
          <p:cNvSpPr>
            <a:spLocks/>
          </p:cNvSpPr>
          <p:nvPr/>
        </p:nvSpPr>
        <p:spPr>
          <a:xfrm>
            <a:off x="2369442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1D0247C7-5188-FFA7-0D39-78A11510FD93}"/>
              </a:ext>
            </a:extLst>
          </p:cNvPr>
          <p:cNvSpPr>
            <a:spLocks/>
          </p:cNvSpPr>
          <p:nvPr/>
        </p:nvSpPr>
        <p:spPr>
          <a:xfrm>
            <a:off x="23193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50A0F0DA-2104-C4EE-CE08-61233B5B883F}"/>
              </a:ext>
            </a:extLst>
          </p:cNvPr>
          <p:cNvSpPr>
            <a:spLocks/>
          </p:cNvSpPr>
          <p:nvPr/>
        </p:nvSpPr>
        <p:spPr>
          <a:xfrm>
            <a:off x="237811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CB9E2394-82DC-2487-E198-12F4ED9FF6D5}"/>
              </a:ext>
            </a:extLst>
          </p:cNvPr>
          <p:cNvSpPr>
            <a:spLocks/>
          </p:cNvSpPr>
          <p:nvPr/>
        </p:nvSpPr>
        <p:spPr>
          <a:xfrm>
            <a:off x="2387085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92DAABF1-97BD-C9AB-7562-C677A16437E8}"/>
              </a:ext>
            </a:extLst>
          </p:cNvPr>
          <p:cNvSpPr>
            <a:spLocks/>
          </p:cNvSpPr>
          <p:nvPr/>
        </p:nvSpPr>
        <p:spPr>
          <a:xfrm>
            <a:off x="23650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18C7C1F2-216A-9C94-E96A-92CBAE92FEFE}"/>
              </a:ext>
            </a:extLst>
          </p:cNvPr>
          <p:cNvSpPr>
            <a:spLocks/>
          </p:cNvSpPr>
          <p:nvPr/>
        </p:nvSpPr>
        <p:spPr>
          <a:xfrm>
            <a:off x="2319012" y="34418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9FE39358-55BD-43DB-F6B1-325406C3142E}"/>
              </a:ext>
            </a:extLst>
          </p:cNvPr>
          <p:cNvSpPr>
            <a:spLocks/>
          </p:cNvSpPr>
          <p:nvPr/>
        </p:nvSpPr>
        <p:spPr>
          <a:xfrm>
            <a:off x="23481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C702C82C-149B-E4E4-CB2D-8173A56F2CC7}"/>
              </a:ext>
            </a:extLst>
          </p:cNvPr>
          <p:cNvSpPr>
            <a:spLocks/>
          </p:cNvSpPr>
          <p:nvPr/>
        </p:nvSpPr>
        <p:spPr>
          <a:xfrm>
            <a:off x="2418867" y="3196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2A67FF50-E7CF-EF87-7C62-E556C7BA8D4C}"/>
              </a:ext>
            </a:extLst>
          </p:cNvPr>
          <p:cNvSpPr>
            <a:spLocks/>
          </p:cNvSpPr>
          <p:nvPr/>
        </p:nvSpPr>
        <p:spPr>
          <a:xfrm>
            <a:off x="2316107" y="3453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FE678DDD-E912-C271-730B-E3180CBBB9C8}"/>
              </a:ext>
            </a:extLst>
          </p:cNvPr>
          <p:cNvSpPr>
            <a:spLocks/>
          </p:cNvSpPr>
          <p:nvPr/>
        </p:nvSpPr>
        <p:spPr>
          <a:xfrm>
            <a:off x="2419722" y="2518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F433D538-19AC-87F0-DBFC-657E6B060518}"/>
              </a:ext>
            </a:extLst>
          </p:cNvPr>
          <p:cNvSpPr>
            <a:spLocks/>
          </p:cNvSpPr>
          <p:nvPr/>
        </p:nvSpPr>
        <p:spPr>
          <a:xfrm>
            <a:off x="24041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5C23B37-AF13-C186-E0F5-7196AF82CE91}"/>
              </a:ext>
            </a:extLst>
          </p:cNvPr>
          <p:cNvSpPr>
            <a:spLocks/>
          </p:cNvSpPr>
          <p:nvPr/>
        </p:nvSpPr>
        <p:spPr>
          <a:xfrm>
            <a:off x="232761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334B5527-3A2F-D35D-997C-D35631D55408}"/>
              </a:ext>
            </a:extLst>
          </p:cNvPr>
          <p:cNvSpPr>
            <a:spLocks/>
          </p:cNvSpPr>
          <p:nvPr/>
        </p:nvSpPr>
        <p:spPr>
          <a:xfrm>
            <a:off x="2337104" y="21412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E140BD44-730E-D5AA-C713-8B0E074BDE8E}"/>
              </a:ext>
            </a:extLst>
          </p:cNvPr>
          <p:cNvSpPr>
            <a:spLocks/>
          </p:cNvSpPr>
          <p:nvPr/>
        </p:nvSpPr>
        <p:spPr>
          <a:xfrm>
            <a:off x="2433705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F40B7F49-C3C1-C170-13C9-64DF042A5DD8}"/>
              </a:ext>
            </a:extLst>
          </p:cNvPr>
          <p:cNvSpPr>
            <a:spLocks/>
          </p:cNvSpPr>
          <p:nvPr/>
        </p:nvSpPr>
        <p:spPr>
          <a:xfrm>
            <a:off x="2400644" y="32846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990997FA-0988-356F-6242-DD299D63DAC2}"/>
              </a:ext>
            </a:extLst>
          </p:cNvPr>
          <p:cNvSpPr>
            <a:spLocks/>
          </p:cNvSpPr>
          <p:nvPr/>
        </p:nvSpPr>
        <p:spPr>
          <a:xfrm>
            <a:off x="23338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F367840B-1D88-B663-36BA-1D2A596976A4}"/>
              </a:ext>
            </a:extLst>
          </p:cNvPr>
          <p:cNvSpPr>
            <a:spLocks/>
          </p:cNvSpPr>
          <p:nvPr/>
        </p:nvSpPr>
        <p:spPr>
          <a:xfrm>
            <a:off x="2370277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B8A32B1F-98F6-B56D-F36D-7F8BE722470A}"/>
              </a:ext>
            </a:extLst>
          </p:cNvPr>
          <p:cNvSpPr>
            <a:spLocks/>
          </p:cNvSpPr>
          <p:nvPr/>
        </p:nvSpPr>
        <p:spPr>
          <a:xfrm>
            <a:off x="2400201" y="305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25688AAC-1DB1-15FF-8F7E-F8434FB13BD3}"/>
              </a:ext>
            </a:extLst>
          </p:cNvPr>
          <p:cNvSpPr>
            <a:spLocks/>
          </p:cNvSpPr>
          <p:nvPr/>
        </p:nvSpPr>
        <p:spPr>
          <a:xfrm>
            <a:off x="23646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375ECA3A-1C30-8E01-6547-E88C4CD24A3F}"/>
              </a:ext>
            </a:extLst>
          </p:cNvPr>
          <p:cNvSpPr>
            <a:spLocks/>
          </p:cNvSpPr>
          <p:nvPr/>
        </p:nvSpPr>
        <p:spPr>
          <a:xfrm>
            <a:off x="2393288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2DF49B1E-6891-2852-91B1-E2AB3AE11927}"/>
              </a:ext>
            </a:extLst>
          </p:cNvPr>
          <p:cNvSpPr>
            <a:spLocks/>
          </p:cNvSpPr>
          <p:nvPr/>
        </p:nvSpPr>
        <p:spPr>
          <a:xfrm>
            <a:off x="234889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22A96D80-C8E7-130A-5B7E-4096B0C4CC69}"/>
              </a:ext>
            </a:extLst>
          </p:cNvPr>
          <p:cNvSpPr>
            <a:spLocks/>
          </p:cNvSpPr>
          <p:nvPr/>
        </p:nvSpPr>
        <p:spPr>
          <a:xfrm>
            <a:off x="237758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3F5FE567-499E-5271-20AD-01F511E23B0B}"/>
              </a:ext>
            </a:extLst>
          </p:cNvPr>
          <p:cNvSpPr>
            <a:spLocks/>
          </p:cNvSpPr>
          <p:nvPr/>
        </p:nvSpPr>
        <p:spPr>
          <a:xfrm>
            <a:off x="2438866" y="2783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227295CF-EDB6-CDFC-F081-C9715F3198D5}"/>
              </a:ext>
            </a:extLst>
          </p:cNvPr>
          <p:cNvSpPr>
            <a:spLocks/>
          </p:cNvSpPr>
          <p:nvPr/>
        </p:nvSpPr>
        <p:spPr>
          <a:xfrm>
            <a:off x="235044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37A1118F-0391-B5DC-BFA9-D05162C40759}"/>
              </a:ext>
            </a:extLst>
          </p:cNvPr>
          <p:cNvSpPr>
            <a:spLocks/>
          </p:cNvSpPr>
          <p:nvPr/>
        </p:nvSpPr>
        <p:spPr>
          <a:xfrm>
            <a:off x="23845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51B6C5DB-2C6A-0B0F-A0B3-E3C11DFC09C6}"/>
              </a:ext>
            </a:extLst>
          </p:cNvPr>
          <p:cNvSpPr>
            <a:spLocks/>
          </p:cNvSpPr>
          <p:nvPr/>
        </p:nvSpPr>
        <p:spPr>
          <a:xfrm>
            <a:off x="24294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576DFA0B-46CB-4AFD-12C0-A1DFFE1827D7}"/>
              </a:ext>
            </a:extLst>
          </p:cNvPr>
          <p:cNvSpPr>
            <a:spLocks/>
          </p:cNvSpPr>
          <p:nvPr/>
        </p:nvSpPr>
        <p:spPr>
          <a:xfrm>
            <a:off x="23549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FF946EFB-A06F-C642-F5E1-5D2E01509204}"/>
              </a:ext>
            </a:extLst>
          </p:cNvPr>
          <p:cNvSpPr>
            <a:spLocks/>
          </p:cNvSpPr>
          <p:nvPr/>
        </p:nvSpPr>
        <p:spPr>
          <a:xfrm>
            <a:off x="23544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51348E71-D91A-9C0D-2FDE-C1EFA17CA7BF}"/>
              </a:ext>
            </a:extLst>
          </p:cNvPr>
          <p:cNvSpPr>
            <a:spLocks/>
          </p:cNvSpPr>
          <p:nvPr/>
        </p:nvSpPr>
        <p:spPr>
          <a:xfrm>
            <a:off x="2355621" y="2844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47D4DFA1-8E4E-54F2-5906-4B9BDFB38662}"/>
              </a:ext>
            </a:extLst>
          </p:cNvPr>
          <p:cNvSpPr>
            <a:spLocks/>
          </p:cNvSpPr>
          <p:nvPr/>
        </p:nvSpPr>
        <p:spPr>
          <a:xfrm>
            <a:off x="24247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D482B047-4B7D-9902-D794-8CA969F20793}"/>
              </a:ext>
            </a:extLst>
          </p:cNvPr>
          <p:cNvSpPr>
            <a:spLocks/>
          </p:cNvSpPr>
          <p:nvPr/>
        </p:nvSpPr>
        <p:spPr>
          <a:xfrm>
            <a:off x="241230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A4B43CCB-74C3-A4FD-3EE3-A537A1DC745C}"/>
              </a:ext>
            </a:extLst>
          </p:cNvPr>
          <p:cNvSpPr>
            <a:spLocks/>
          </p:cNvSpPr>
          <p:nvPr/>
        </p:nvSpPr>
        <p:spPr>
          <a:xfrm>
            <a:off x="2418592" y="29836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EF553AEC-64F6-CEDA-9066-2E75D060C218}"/>
              </a:ext>
            </a:extLst>
          </p:cNvPr>
          <p:cNvSpPr>
            <a:spLocks/>
          </p:cNvSpPr>
          <p:nvPr/>
        </p:nvSpPr>
        <p:spPr>
          <a:xfrm>
            <a:off x="2375603" y="2754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1C644DC4-0BF7-4744-6202-C7720A1F1A6E}"/>
              </a:ext>
            </a:extLst>
          </p:cNvPr>
          <p:cNvSpPr>
            <a:spLocks/>
          </p:cNvSpPr>
          <p:nvPr/>
        </p:nvSpPr>
        <p:spPr>
          <a:xfrm>
            <a:off x="231896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54E644A6-AAF5-2786-D3EE-DD9C5052C960}"/>
              </a:ext>
            </a:extLst>
          </p:cNvPr>
          <p:cNvSpPr>
            <a:spLocks/>
          </p:cNvSpPr>
          <p:nvPr/>
        </p:nvSpPr>
        <p:spPr>
          <a:xfrm>
            <a:off x="2317379" y="338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405FA1AF-B8E2-052E-66FB-0627B572C287}"/>
              </a:ext>
            </a:extLst>
          </p:cNvPr>
          <p:cNvSpPr>
            <a:spLocks/>
          </p:cNvSpPr>
          <p:nvPr/>
        </p:nvSpPr>
        <p:spPr>
          <a:xfrm>
            <a:off x="2387491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DAB49948-17B5-93AD-8D8A-ED810A7D67AE}"/>
              </a:ext>
            </a:extLst>
          </p:cNvPr>
          <p:cNvSpPr>
            <a:spLocks/>
          </p:cNvSpPr>
          <p:nvPr/>
        </p:nvSpPr>
        <p:spPr>
          <a:xfrm>
            <a:off x="23926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60D128E0-B2F1-EF2F-937D-48C960E85A5B}"/>
              </a:ext>
            </a:extLst>
          </p:cNvPr>
          <p:cNvSpPr>
            <a:spLocks/>
          </p:cNvSpPr>
          <p:nvPr/>
        </p:nvSpPr>
        <p:spPr>
          <a:xfrm>
            <a:off x="243714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1748D008-FF6D-1767-8C47-0E2FC17FF861}"/>
              </a:ext>
            </a:extLst>
          </p:cNvPr>
          <p:cNvSpPr>
            <a:spLocks/>
          </p:cNvSpPr>
          <p:nvPr/>
        </p:nvSpPr>
        <p:spPr>
          <a:xfrm>
            <a:off x="2339891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069EBC3E-93A4-73F1-7C11-55EB452BFB98}"/>
              </a:ext>
            </a:extLst>
          </p:cNvPr>
          <p:cNvSpPr>
            <a:spLocks/>
          </p:cNvSpPr>
          <p:nvPr/>
        </p:nvSpPr>
        <p:spPr>
          <a:xfrm>
            <a:off x="2420087" y="28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6C6D9F4F-EA1E-4491-78BD-A422BBD455A8}"/>
              </a:ext>
            </a:extLst>
          </p:cNvPr>
          <p:cNvSpPr>
            <a:spLocks/>
          </p:cNvSpPr>
          <p:nvPr/>
        </p:nvSpPr>
        <p:spPr>
          <a:xfrm>
            <a:off x="233813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74F4C9E2-26CC-2696-4B8E-2E63D48585B3}"/>
              </a:ext>
            </a:extLst>
          </p:cNvPr>
          <p:cNvSpPr>
            <a:spLocks/>
          </p:cNvSpPr>
          <p:nvPr/>
        </p:nvSpPr>
        <p:spPr>
          <a:xfrm>
            <a:off x="2346764" y="3124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5FDFA0F7-7C12-DBD6-D95B-328718D0B13F}"/>
              </a:ext>
            </a:extLst>
          </p:cNvPr>
          <p:cNvSpPr>
            <a:spLocks/>
          </p:cNvSpPr>
          <p:nvPr/>
        </p:nvSpPr>
        <p:spPr>
          <a:xfrm>
            <a:off x="26148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61A5A4A1-76F9-2991-85BA-967FECBDCBA7}"/>
              </a:ext>
            </a:extLst>
          </p:cNvPr>
          <p:cNvSpPr>
            <a:spLocks/>
          </p:cNvSpPr>
          <p:nvPr/>
        </p:nvSpPr>
        <p:spPr>
          <a:xfrm>
            <a:off x="2663685" y="2162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A947C4E3-8C58-0943-F63D-29B9497EAE2B}"/>
              </a:ext>
            </a:extLst>
          </p:cNvPr>
          <p:cNvSpPr>
            <a:spLocks/>
          </p:cNvSpPr>
          <p:nvPr/>
        </p:nvSpPr>
        <p:spPr>
          <a:xfrm>
            <a:off x="265720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D3868923-2EDF-F819-671F-31BB8438C939}"/>
              </a:ext>
            </a:extLst>
          </p:cNvPr>
          <p:cNvSpPr>
            <a:spLocks/>
          </p:cNvSpPr>
          <p:nvPr/>
        </p:nvSpPr>
        <p:spPr>
          <a:xfrm>
            <a:off x="2591165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1F7B4FF7-84C2-9F97-3364-684B0AD16C5C}"/>
              </a:ext>
            </a:extLst>
          </p:cNvPr>
          <p:cNvSpPr>
            <a:spLocks/>
          </p:cNvSpPr>
          <p:nvPr/>
        </p:nvSpPr>
        <p:spPr>
          <a:xfrm>
            <a:off x="2571081" y="24539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EAB85947-2B27-A808-2CD2-D8F6B646166C}"/>
              </a:ext>
            </a:extLst>
          </p:cNvPr>
          <p:cNvSpPr>
            <a:spLocks/>
          </p:cNvSpPr>
          <p:nvPr/>
        </p:nvSpPr>
        <p:spPr>
          <a:xfrm>
            <a:off x="257989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9F42B682-06D9-9D86-C138-C3F901E95202}"/>
              </a:ext>
            </a:extLst>
          </p:cNvPr>
          <p:cNvSpPr>
            <a:spLocks/>
          </p:cNvSpPr>
          <p:nvPr/>
        </p:nvSpPr>
        <p:spPr>
          <a:xfrm>
            <a:off x="260791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9B02F7B0-7A49-342B-3DB8-9804AE4453D2}"/>
              </a:ext>
            </a:extLst>
          </p:cNvPr>
          <p:cNvSpPr>
            <a:spLocks/>
          </p:cNvSpPr>
          <p:nvPr/>
        </p:nvSpPr>
        <p:spPr>
          <a:xfrm>
            <a:off x="263833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145A4B1D-6B7A-79F5-636E-418EB264EAEC}"/>
              </a:ext>
            </a:extLst>
          </p:cNvPr>
          <p:cNvSpPr>
            <a:spLocks/>
          </p:cNvSpPr>
          <p:nvPr/>
        </p:nvSpPr>
        <p:spPr>
          <a:xfrm>
            <a:off x="2543050" y="2989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D581EFDE-F2FC-9B9C-F6A5-1E47C5AF4E5C}"/>
              </a:ext>
            </a:extLst>
          </p:cNvPr>
          <p:cNvSpPr>
            <a:spLocks/>
          </p:cNvSpPr>
          <p:nvPr/>
        </p:nvSpPr>
        <p:spPr>
          <a:xfrm>
            <a:off x="263755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D9FC5B96-2790-C136-3F22-092F180E047E}"/>
              </a:ext>
            </a:extLst>
          </p:cNvPr>
          <p:cNvSpPr>
            <a:spLocks/>
          </p:cNvSpPr>
          <p:nvPr/>
        </p:nvSpPr>
        <p:spPr>
          <a:xfrm>
            <a:off x="2541671" y="260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484236AE-E737-8B19-E6C3-FA4C47831376}"/>
              </a:ext>
            </a:extLst>
          </p:cNvPr>
          <p:cNvSpPr>
            <a:spLocks/>
          </p:cNvSpPr>
          <p:nvPr/>
        </p:nvSpPr>
        <p:spPr>
          <a:xfrm>
            <a:off x="2632488" y="2392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C26A93CC-4142-F88A-49B1-25A748594005}"/>
              </a:ext>
            </a:extLst>
          </p:cNvPr>
          <p:cNvSpPr>
            <a:spLocks/>
          </p:cNvSpPr>
          <p:nvPr/>
        </p:nvSpPr>
        <p:spPr>
          <a:xfrm>
            <a:off x="2664474" y="2652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0127D17E-B43B-151A-2489-D62B94F4E208}"/>
              </a:ext>
            </a:extLst>
          </p:cNvPr>
          <p:cNvSpPr>
            <a:spLocks/>
          </p:cNvSpPr>
          <p:nvPr/>
        </p:nvSpPr>
        <p:spPr>
          <a:xfrm>
            <a:off x="2576110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4616455C-361C-6ED0-744B-278838FD428F}"/>
              </a:ext>
            </a:extLst>
          </p:cNvPr>
          <p:cNvSpPr>
            <a:spLocks/>
          </p:cNvSpPr>
          <p:nvPr/>
        </p:nvSpPr>
        <p:spPr>
          <a:xfrm>
            <a:off x="2562871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181640BB-1649-0CE2-2CE5-665BEE744562}"/>
              </a:ext>
            </a:extLst>
          </p:cNvPr>
          <p:cNvSpPr>
            <a:spLocks/>
          </p:cNvSpPr>
          <p:nvPr/>
        </p:nvSpPr>
        <p:spPr>
          <a:xfrm>
            <a:off x="2546470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3E906082-3C5D-0E0B-2F17-4AF80E8C417D}"/>
              </a:ext>
            </a:extLst>
          </p:cNvPr>
          <p:cNvSpPr>
            <a:spLocks/>
          </p:cNvSpPr>
          <p:nvPr/>
        </p:nvSpPr>
        <p:spPr>
          <a:xfrm>
            <a:off x="257579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914F5619-8D64-8336-5FF3-C42F6A104BFE}"/>
              </a:ext>
            </a:extLst>
          </p:cNvPr>
          <p:cNvSpPr>
            <a:spLocks/>
          </p:cNvSpPr>
          <p:nvPr/>
        </p:nvSpPr>
        <p:spPr>
          <a:xfrm>
            <a:off x="267059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7FAEC63F-6B0A-F25B-D0EE-AF99DE5D113C}"/>
              </a:ext>
            </a:extLst>
          </p:cNvPr>
          <p:cNvSpPr>
            <a:spLocks/>
          </p:cNvSpPr>
          <p:nvPr/>
        </p:nvSpPr>
        <p:spPr>
          <a:xfrm>
            <a:off x="2577306" y="1766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BF5248FC-3E41-5B29-676A-2F4F154160A2}"/>
              </a:ext>
            </a:extLst>
          </p:cNvPr>
          <p:cNvSpPr>
            <a:spLocks/>
          </p:cNvSpPr>
          <p:nvPr/>
        </p:nvSpPr>
        <p:spPr>
          <a:xfrm>
            <a:off x="2552742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AC2BAA9F-D3E7-EED8-3A6E-EF1F9F419F6C}"/>
              </a:ext>
            </a:extLst>
          </p:cNvPr>
          <p:cNvSpPr>
            <a:spLocks/>
          </p:cNvSpPr>
          <p:nvPr/>
        </p:nvSpPr>
        <p:spPr>
          <a:xfrm>
            <a:off x="2582548" y="265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A00D5AC1-55B3-ACFD-D080-5836BBB6FADB}"/>
              </a:ext>
            </a:extLst>
          </p:cNvPr>
          <p:cNvSpPr>
            <a:spLocks/>
          </p:cNvSpPr>
          <p:nvPr/>
        </p:nvSpPr>
        <p:spPr>
          <a:xfrm>
            <a:off x="2587697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F8635D38-C5F5-20B4-F927-9E94FC23D3B1}"/>
              </a:ext>
            </a:extLst>
          </p:cNvPr>
          <p:cNvSpPr>
            <a:spLocks/>
          </p:cNvSpPr>
          <p:nvPr/>
        </p:nvSpPr>
        <p:spPr>
          <a:xfrm>
            <a:off x="2653174" y="204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09FCA9D5-667A-C8DA-8AB9-EEC493539722}"/>
              </a:ext>
            </a:extLst>
          </p:cNvPr>
          <p:cNvSpPr>
            <a:spLocks/>
          </p:cNvSpPr>
          <p:nvPr/>
        </p:nvSpPr>
        <p:spPr>
          <a:xfrm>
            <a:off x="2643730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FC4BFD59-0762-8EF0-1506-7498D9FFF9EF}"/>
              </a:ext>
            </a:extLst>
          </p:cNvPr>
          <p:cNvSpPr>
            <a:spLocks/>
          </p:cNvSpPr>
          <p:nvPr/>
        </p:nvSpPr>
        <p:spPr>
          <a:xfrm>
            <a:off x="2539872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7E8A662E-39C7-E4E8-546F-10F76F2DBD8F}"/>
              </a:ext>
            </a:extLst>
          </p:cNvPr>
          <p:cNvSpPr>
            <a:spLocks/>
          </p:cNvSpPr>
          <p:nvPr/>
        </p:nvSpPr>
        <p:spPr>
          <a:xfrm>
            <a:off x="266273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F4B41085-224B-B37E-A118-592E00235870}"/>
              </a:ext>
            </a:extLst>
          </p:cNvPr>
          <p:cNvSpPr>
            <a:spLocks/>
          </p:cNvSpPr>
          <p:nvPr/>
        </p:nvSpPr>
        <p:spPr>
          <a:xfrm>
            <a:off x="2580992" y="2695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A7644AB0-C865-9040-38D9-A42A498DF101}"/>
              </a:ext>
            </a:extLst>
          </p:cNvPr>
          <p:cNvSpPr>
            <a:spLocks/>
          </p:cNvSpPr>
          <p:nvPr/>
        </p:nvSpPr>
        <p:spPr>
          <a:xfrm>
            <a:off x="2574278" y="3090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C3A16EFD-7A9B-C466-B5E3-C033BD44D51F}"/>
              </a:ext>
            </a:extLst>
          </p:cNvPr>
          <p:cNvSpPr>
            <a:spLocks/>
          </p:cNvSpPr>
          <p:nvPr/>
        </p:nvSpPr>
        <p:spPr>
          <a:xfrm>
            <a:off x="2609895" y="2956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76D53CCF-43CF-D2A3-69D8-16B2C16EDCEB}"/>
              </a:ext>
            </a:extLst>
          </p:cNvPr>
          <p:cNvSpPr>
            <a:spLocks/>
          </p:cNvSpPr>
          <p:nvPr/>
        </p:nvSpPr>
        <p:spPr>
          <a:xfrm>
            <a:off x="265758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72023D95-4312-544A-9494-6651BC7370CE}"/>
              </a:ext>
            </a:extLst>
          </p:cNvPr>
          <p:cNvSpPr>
            <a:spLocks/>
          </p:cNvSpPr>
          <p:nvPr/>
        </p:nvSpPr>
        <p:spPr>
          <a:xfrm>
            <a:off x="265397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0644C9FB-ADF3-A190-E883-9597EAAC5B33}"/>
              </a:ext>
            </a:extLst>
          </p:cNvPr>
          <p:cNvSpPr>
            <a:spLocks/>
          </p:cNvSpPr>
          <p:nvPr/>
        </p:nvSpPr>
        <p:spPr>
          <a:xfrm>
            <a:off x="2601815" y="30202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50BAA1B6-A53B-DB1A-50C7-EC9477A0881B}"/>
              </a:ext>
            </a:extLst>
          </p:cNvPr>
          <p:cNvSpPr>
            <a:spLocks/>
          </p:cNvSpPr>
          <p:nvPr/>
        </p:nvSpPr>
        <p:spPr>
          <a:xfrm>
            <a:off x="264012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48A10E71-5FA9-6190-F9E8-B2F1E0D69AAC}"/>
              </a:ext>
            </a:extLst>
          </p:cNvPr>
          <p:cNvSpPr>
            <a:spLocks/>
          </p:cNvSpPr>
          <p:nvPr/>
        </p:nvSpPr>
        <p:spPr>
          <a:xfrm>
            <a:off x="2658851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00A72F86-04C4-F7FD-7387-7E70A08AC701}"/>
              </a:ext>
            </a:extLst>
          </p:cNvPr>
          <p:cNvSpPr>
            <a:spLocks/>
          </p:cNvSpPr>
          <p:nvPr/>
        </p:nvSpPr>
        <p:spPr>
          <a:xfrm>
            <a:off x="261077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127E1F7A-D8B9-3AF2-2817-395ACB44ADB3}"/>
              </a:ext>
            </a:extLst>
          </p:cNvPr>
          <p:cNvSpPr>
            <a:spLocks/>
          </p:cNvSpPr>
          <p:nvPr/>
        </p:nvSpPr>
        <p:spPr>
          <a:xfrm>
            <a:off x="263191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BD321B12-1080-DB66-535A-B60A5DCDA196}"/>
              </a:ext>
            </a:extLst>
          </p:cNvPr>
          <p:cNvSpPr>
            <a:spLocks/>
          </p:cNvSpPr>
          <p:nvPr/>
        </p:nvSpPr>
        <p:spPr>
          <a:xfrm>
            <a:off x="261262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703E8EF3-40CC-7DD9-611C-5FD9798A5B8E}"/>
              </a:ext>
            </a:extLst>
          </p:cNvPr>
          <p:cNvSpPr>
            <a:spLocks/>
          </p:cNvSpPr>
          <p:nvPr/>
        </p:nvSpPr>
        <p:spPr>
          <a:xfrm>
            <a:off x="263180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1EF23C6B-B245-19E0-B87D-43A6A55E61C7}"/>
              </a:ext>
            </a:extLst>
          </p:cNvPr>
          <p:cNvSpPr>
            <a:spLocks/>
          </p:cNvSpPr>
          <p:nvPr/>
        </p:nvSpPr>
        <p:spPr>
          <a:xfrm>
            <a:off x="257478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F0B747F5-AEEC-F757-FF70-A621A7B00EE0}"/>
              </a:ext>
            </a:extLst>
          </p:cNvPr>
          <p:cNvSpPr>
            <a:spLocks/>
          </p:cNvSpPr>
          <p:nvPr/>
        </p:nvSpPr>
        <p:spPr>
          <a:xfrm>
            <a:off x="2650265" y="19142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966B3749-B6C6-C28C-61F6-43DE92C83848}"/>
              </a:ext>
            </a:extLst>
          </p:cNvPr>
          <p:cNvSpPr>
            <a:spLocks/>
          </p:cNvSpPr>
          <p:nvPr/>
        </p:nvSpPr>
        <p:spPr>
          <a:xfrm>
            <a:off x="2601330" y="3265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C60550E0-B132-60DA-8A51-1A3D32D67DC1}"/>
              </a:ext>
            </a:extLst>
          </p:cNvPr>
          <p:cNvSpPr>
            <a:spLocks/>
          </p:cNvSpPr>
          <p:nvPr/>
        </p:nvSpPr>
        <p:spPr>
          <a:xfrm>
            <a:off x="265761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2B785B99-BC96-B586-F5AB-AC488E85662D}"/>
              </a:ext>
            </a:extLst>
          </p:cNvPr>
          <p:cNvSpPr>
            <a:spLocks/>
          </p:cNvSpPr>
          <p:nvPr/>
        </p:nvSpPr>
        <p:spPr>
          <a:xfrm>
            <a:off x="262782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0924125E-7305-687B-1ACB-60C07078F057}"/>
              </a:ext>
            </a:extLst>
          </p:cNvPr>
          <p:cNvSpPr>
            <a:spLocks/>
          </p:cNvSpPr>
          <p:nvPr/>
        </p:nvSpPr>
        <p:spPr>
          <a:xfrm>
            <a:off x="2559733" y="20780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0B40D880-F890-841E-1D88-F4CC09DD940B}"/>
              </a:ext>
            </a:extLst>
          </p:cNvPr>
          <p:cNvSpPr>
            <a:spLocks/>
          </p:cNvSpPr>
          <p:nvPr/>
        </p:nvSpPr>
        <p:spPr>
          <a:xfrm>
            <a:off x="263933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1C5AE596-9116-59C7-F46D-DE4F8C4D7BD9}"/>
              </a:ext>
            </a:extLst>
          </p:cNvPr>
          <p:cNvSpPr>
            <a:spLocks/>
          </p:cNvSpPr>
          <p:nvPr/>
        </p:nvSpPr>
        <p:spPr>
          <a:xfrm>
            <a:off x="263672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62B90A01-C866-2919-E603-E2A4DC11B1CB}"/>
              </a:ext>
            </a:extLst>
          </p:cNvPr>
          <p:cNvSpPr>
            <a:spLocks/>
          </p:cNvSpPr>
          <p:nvPr/>
        </p:nvSpPr>
        <p:spPr>
          <a:xfrm>
            <a:off x="2597198" y="2917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A6F728EB-C109-25A9-EE23-107FF4789E48}"/>
              </a:ext>
            </a:extLst>
          </p:cNvPr>
          <p:cNvSpPr>
            <a:spLocks/>
          </p:cNvSpPr>
          <p:nvPr/>
        </p:nvSpPr>
        <p:spPr>
          <a:xfrm>
            <a:off x="2651637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C7AE4460-027D-4789-0E03-AD57DD93BBFC}"/>
              </a:ext>
            </a:extLst>
          </p:cNvPr>
          <p:cNvSpPr>
            <a:spLocks/>
          </p:cNvSpPr>
          <p:nvPr/>
        </p:nvSpPr>
        <p:spPr>
          <a:xfrm>
            <a:off x="262879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BFD7F490-0F25-78CC-8958-6BF423E1D177}"/>
              </a:ext>
            </a:extLst>
          </p:cNvPr>
          <p:cNvSpPr>
            <a:spLocks/>
          </p:cNvSpPr>
          <p:nvPr/>
        </p:nvSpPr>
        <p:spPr>
          <a:xfrm>
            <a:off x="2560111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1AB21C21-89AF-3F9A-B90C-4C99743EEBB5}"/>
              </a:ext>
            </a:extLst>
          </p:cNvPr>
          <p:cNvSpPr>
            <a:spLocks/>
          </p:cNvSpPr>
          <p:nvPr/>
        </p:nvSpPr>
        <p:spPr>
          <a:xfrm>
            <a:off x="2668896" y="29770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65DB8536-A9A1-A212-0557-B1CE4610581E}"/>
              </a:ext>
            </a:extLst>
          </p:cNvPr>
          <p:cNvSpPr>
            <a:spLocks/>
          </p:cNvSpPr>
          <p:nvPr/>
        </p:nvSpPr>
        <p:spPr>
          <a:xfrm>
            <a:off x="2608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3D01EF91-6301-D7D3-DD62-6C91348950D0}"/>
              </a:ext>
            </a:extLst>
          </p:cNvPr>
          <p:cNvSpPr>
            <a:spLocks/>
          </p:cNvSpPr>
          <p:nvPr/>
        </p:nvSpPr>
        <p:spPr>
          <a:xfrm>
            <a:off x="2556898" y="21849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738053F0-124F-8659-33DD-B36EAD17E065}"/>
              </a:ext>
            </a:extLst>
          </p:cNvPr>
          <p:cNvSpPr>
            <a:spLocks/>
          </p:cNvSpPr>
          <p:nvPr/>
        </p:nvSpPr>
        <p:spPr>
          <a:xfrm>
            <a:off x="2571177" y="2270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E5A6AB85-EE3D-D843-027F-9663D2128768}"/>
              </a:ext>
            </a:extLst>
          </p:cNvPr>
          <p:cNvSpPr>
            <a:spLocks/>
          </p:cNvSpPr>
          <p:nvPr/>
        </p:nvSpPr>
        <p:spPr>
          <a:xfrm>
            <a:off x="2644954" y="2379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39D8DDC5-2123-2B81-AEAC-73B60347347D}"/>
              </a:ext>
            </a:extLst>
          </p:cNvPr>
          <p:cNvSpPr>
            <a:spLocks/>
          </p:cNvSpPr>
          <p:nvPr/>
        </p:nvSpPr>
        <p:spPr>
          <a:xfrm>
            <a:off x="2676445" y="24110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7DE33944-1C6A-36BF-E506-3D2069CBE3A1}"/>
              </a:ext>
            </a:extLst>
          </p:cNvPr>
          <p:cNvSpPr>
            <a:spLocks/>
          </p:cNvSpPr>
          <p:nvPr/>
        </p:nvSpPr>
        <p:spPr>
          <a:xfrm>
            <a:off x="2633951" y="2703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8F4ABEA3-346B-E6C2-1026-FA2ECB0564E3}"/>
              </a:ext>
            </a:extLst>
          </p:cNvPr>
          <p:cNvSpPr>
            <a:spLocks/>
          </p:cNvSpPr>
          <p:nvPr/>
        </p:nvSpPr>
        <p:spPr>
          <a:xfrm>
            <a:off x="262993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A987FFCD-977F-9760-372F-928C0DEF46D0}"/>
              </a:ext>
            </a:extLst>
          </p:cNvPr>
          <p:cNvSpPr>
            <a:spLocks/>
          </p:cNvSpPr>
          <p:nvPr/>
        </p:nvSpPr>
        <p:spPr>
          <a:xfrm>
            <a:off x="2604303" y="3420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7A0B4058-7E7F-4F92-618D-2FE02FDB6E5F}"/>
              </a:ext>
            </a:extLst>
          </p:cNvPr>
          <p:cNvSpPr>
            <a:spLocks/>
          </p:cNvSpPr>
          <p:nvPr/>
        </p:nvSpPr>
        <p:spPr>
          <a:xfrm>
            <a:off x="2615925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BF83C178-E54F-7937-4D11-31C54C2B7C32}"/>
              </a:ext>
            </a:extLst>
          </p:cNvPr>
          <p:cNvSpPr>
            <a:spLocks/>
          </p:cNvSpPr>
          <p:nvPr/>
        </p:nvSpPr>
        <p:spPr>
          <a:xfrm>
            <a:off x="2592780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769CCB2F-C4B9-DDB3-3DBC-C715AB833BD6}"/>
              </a:ext>
            </a:extLst>
          </p:cNvPr>
          <p:cNvSpPr>
            <a:spLocks/>
          </p:cNvSpPr>
          <p:nvPr/>
        </p:nvSpPr>
        <p:spPr>
          <a:xfrm>
            <a:off x="259198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18D76959-5268-F4CD-6E64-D3A24ECA3EDE}"/>
              </a:ext>
            </a:extLst>
          </p:cNvPr>
          <p:cNvSpPr>
            <a:spLocks/>
          </p:cNvSpPr>
          <p:nvPr/>
        </p:nvSpPr>
        <p:spPr>
          <a:xfrm>
            <a:off x="26632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1BF84F70-5A4B-D2F2-1413-30BC9712F371}"/>
              </a:ext>
            </a:extLst>
          </p:cNvPr>
          <p:cNvSpPr>
            <a:spLocks/>
          </p:cNvSpPr>
          <p:nvPr/>
        </p:nvSpPr>
        <p:spPr>
          <a:xfrm>
            <a:off x="2640336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66FEA1AB-3C5E-FCDE-404C-C57A775D2172}"/>
              </a:ext>
            </a:extLst>
          </p:cNvPr>
          <p:cNvSpPr>
            <a:spLocks/>
          </p:cNvSpPr>
          <p:nvPr/>
        </p:nvSpPr>
        <p:spPr>
          <a:xfrm>
            <a:off x="2604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4CD7FAE5-821B-7A2F-844B-06DF295527D8}"/>
              </a:ext>
            </a:extLst>
          </p:cNvPr>
          <p:cNvSpPr>
            <a:spLocks/>
          </p:cNvSpPr>
          <p:nvPr/>
        </p:nvSpPr>
        <p:spPr>
          <a:xfrm>
            <a:off x="2589439" y="2647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70937EE4-7C26-C19C-0521-51B9FCF625DE}"/>
              </a:ext>
            </a:extLst>
          </p:cNvPr>
          <p:cNvSpPr>
            <a:spLocks/>
          </p:cNvSpPr>
          <p:nvPr/>
        </p:nvSpPr>
        <p:spPr>
          <a:xfrm>
            <a:off x="2591152" y="2270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4418F455-6018-CA25-B7CB-21DC2F9646A5}"/>
              </a:ext>
            </a:extLst>
          </p:cNvPr>
          <p:cNvSpPr>
            <a:spLocks/>
          </p:cNvSpPr>
          <p:nvPr/>
        </p:nvSpPr>
        <p:spPr>
          <a:xfrm>
            <a:off x="267214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93F27187-4FD1-0726-598D-456D411D180F}"/>
              </a:ext>
            </a:extLst>
          </p:cNvPr>
          <p:cNvSpPr>
            <a:spLocks/>
          </p:cNvSpPr>
          <p:nvPr/>
        </p:nvSpPr>
        <p:spPr>
          <a:xfrm>
            <a:off x="263086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706234AF-816C-7CE9-9836-8264C9A6E8EC}"/>
              </a:ext>
            </a:extLst>
          </p:cNvPr>
          <p:cNvSpPr>
            <a:spLocks/>
          </p:cNvSpPr>
          <p:nvPr/>
        </p:nvSpPr>
        <p:spPr>
          <a:xfrm>
            <a:off x="2575898" y="24394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5B83E839-37C4-5DB8-6980-40B5D0457BFE}"/>
              </a:ext>
            </a:extLst>
          </p:cNvPr>
          <p:cNvSpPr>
            <a:spLocks/>
          </p:cNvSpPr>
          <p:nvPr/>
        </p:nvSpPr>
        <p:spPr>
          <a:xfrm>
            <a:off x="266966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8EC9645E-6351-D3BC-55B9-CA2F56F968B3}"/>
              </a:ext>
            </a:extLst>
          </p:cNvPr>
          <p:cNvSpPr>
            <a:spLocks/>
          </p:cNvSpPr>
          <p:nvPr/>
        </p:nvSpPr>
        <p:spPr>
          <a:xfrm>
            <a:off x="2620721" y="1781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C227587F-7A74-5369-D240-3CCF8F01E332}"/>
              </a:ext>
            </a:extLst>
          </p:cNvPr>
          <p:cNvSpPr>
            <a:spLocks/>
          </p:cNvSpPr>
          <p:nvPr/>
        </p:nvSpPr>
        <p:spPr>
          <a:xfrm>
            <a:off x="2568678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7FF4978A-3B7C-779D-4A83-9660C129AF97}"/>
              </a:ext>
            </a:extLst>
          </p:cNvPr>
          <p:cNvSpPr>
            <a:spLocks/>
          </p:cNvSpPr>
          <p:nvPr/>
        </p:nvSpPr>
        <p:spPr>
          <a:xfrm>
            <a:off x="263139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9DCE9572-1659-9E1E-366F-4CAA00875CB9}"/>
              </a:ext>
            </a:extLst>
          </p:cNvPr>
          <p:cNvSpPr>
            <a:spLocks/>
          </p:cNvSpPr>
          <p:nvPr/>
        </p:nvSpPr>
        <p:spPr>
          <a:xfrm>
            <a:off x="2657126" y="3267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ED3A1E41-DA7D-0E04-87AD-97E0DD7B196C}"/>
              </a:ext>
            </a:extLst>
          </p:cNvPr>
          <p:cNvSpPr>
            <a:spLocks/>
          </p:cNvSpPr>
          <p:nvPr/>
        </p:nvSpPr>
        <p:spPr>
          <a:xfrm>
            <a:off x="2577125" y="24619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8ABFEDE1-C66C-D72E-406D-867F7D68DC09}"/>
              </a:ext>
            </a:extLst>
          </p:cNvPr>
          <p:cNvSpPr>
            <a:spLocks/>
          </p:cNvSpPr>
          <p:nvPr/>
        </p:nvSpPr>
        <p:spPr>
          <a:xfrm>
            <a:off x="257353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FB234BA4-AD82-58D7-2636-EDC7A071DDF1}"/>
              </a:ext>
            </a:extLst>
          </p:cNvPr>
          <p:cNvSpPr>
            <a:spLocks/>
          </p:cNvSpPr>
          <p:nvPr/>
        </p:nvSpPr>
        <p:spPr>
          <a:xfrm>
            <a:off x="2629139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D4766343-6AA4-8A9D-52D5-A1747B0CEB1B}"/>
              </a:ext>
            </a:extLst>
          </p:cNvPr>
          <p:cNvSpPr>
            <a:spLocks/>
          </p:cNvSpPr>
          <p:nvPr/>
        </p:nvSpPr>
        <p:spPr>
          <a:xfrm>
            <a:off x="2663528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37ABA4DE-29DC-AFCC-D6BA-519CADDE722F}"/>
              </a:ext>
            </a:extLst>
          </p:cNvPr>
          <p:cNvSpPr>
            <a:spLocks/>
          </p:cNvSpPr>
          <p:nvPr/>
        </p:nvSpPr>
        <p:spPr>
          <a:xfrm>
            <a:off x="2545172" y="1925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7EA29D83-843F-6BB4-5B57-166BC7B97E93}"/>
              </a:ext>
            </a:extLst>
          </p:cNvPr>
          <p:cNvSpPr>
            <a:spLocks/>
          </p:cNvSpPr>
          <p:nvPr/>
        </p:nvSpPr>
        <p:spPr>
          <a:xfrm>
            <a:off x="261742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0E31FFAC-E3BC-55B0-481B-357F30040D33}"/>
              </a:ext>
            </a:extLst>
          </p:cNvPr>
          <p:cNvSpPr>
            <a:spLocks/>
          </p:cNvSpPr>
          <p:nvPr/>
        </p:nvSpPr>
        <p:spPr>
          <a:xfrm>
            <a:off x="2590808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6A778F4F-1157-7953-965D-23516486D1D0}"/>
              </a:ext>
            </a:extLst>
          </p:cNvPr>
          <p:cNvSpPr>
            <a:spLocks/>
          </p:cNvSpPr>
          <p:nvPr/>
        </p:nvSpPr>
        <p:spPr>
          <a:xfrm>
            <a:off x="2567144" y="219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1FF21F77-6E3D-DE74-6681-A09EEFFF7D68}"/>
              </a:ext>
            </a:extLst>
          </p:cNvPr>
          <p:cNvSpPr>
            <a:spLocks/>
          </p:cNvSpPr>
          <p:nvPr/>
        </p:nvSpPr>
        <p:spPr>
          <a:xfrm>
            <a:off x="26180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E78696ED-7939-0326-A1D1-81A7D3DA6982}"/>
              </a:ext>
            </a:extLst>
          </p:cNvPr>
          <p:cNvSpPr>
            <a:spLocks/>
          </p:cNvSpPr>
          <p:nvPr/>
        </p:nvSpPr>
        <p:spPr>
          <a:xfrm>
            <a:off x="261070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FC2D025D-1FE5-5845-EA40-29AC9D7DC5B6}"/>
              </a:ext>
            </a:extLst>
          </p:cNvPr>
          <p:cNvSpPr>
            <a:spLocks/>
          </p:cNvSpPr>
          <p:nvPr/>
        </p:nvSpPr>
        <p:spPr>
          <a:xfrm>
            <a:off x="2564712" y="29262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D9C853A1-DFCC-7879-F487-74AD3FAA8E29}"/>
              </a:ext>
            </a:extLst>
          </p:cNvPr>
          <p:cNvSpPr>
            <a:spLocks/>
          </p:cNvSpPr>
          <p:nvPr/>
        </p:nvSpPr>
        <p:spPr>
          <a:xfrm>
            <a:off x="2592704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C615486F-247D-9B60-0E20-D7B698E426FB}"/>
              </a:ext>
            </a:extLst>
          </p:cNvPr>
          <p:cNvSpPr>
            <a:spLocks/>
          </p:cNvSpPr>
          <p:nvPr/>
        </p:nvSpPr>
        <p:spPr>
          <a:xfrm>
            <a:off x="253979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8CBBD5B2-E2BC-BDED-22A1-E019F0AE0C22}"/>
              </a:ext>
            </a:extLst>
          </p:cNvPr>
          <p:cNvSpPr>
            <a:spLocks/>
          </p:cNvSpPr>
          <p:nvPr/>
        </p:nvSpPr>
        <p:spPr>
          <a:xfrm>
            <a:off x="2586055" y="2719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794B2779-321F-EE20-1618-4EE283D17358}"/>
              </a:ext>
            </a:extLst>
          </p:cNvPr>
          <p:cNvSpPr>
            <a:spLocks/>
          </p:cNvSpPr>
          <p:nvPr/>
        </p:nvSpPr>
        <p:spPr>
          <a:xfrm>
            <a:off x="2620295" y="17828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E7B4579A-7E76-D473-4994-7303DD68E297}"/>
              </a:ext>
            </a:extLst>
          </p:cNvPr>
          <p:cNvSpPr>
            <a:spLocks/>
          </p:cNvSpPr>
          <p:nvPr/>
        </p:nvSpPr>
        <p:spPr>
          <a:xfrm>
            <a:off x="257150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BF214C72-B01F-84F0-9861-FF92B69CB465}"/>
              </a:ext>
            </a:extLst>
          </p:cNvPr>
          <p:cNvSpPr>
            <a:spLocks/>
          </p:cNvSpPr>
          <p:nvPr/>
        </p:nvSpPr>
        <p:spPr>
          <a:xfrm>
            <a:off x="2665977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60C81EE9-516A-1A37-8E3A-662391F28879}"/>
              </a:ext>
            </a:extLst>
          </p:cNvPr>
          <p:cNvSpPr>
            <a:spLocks/>
          </p:cNvSpPr>
          <p:nvPr/>
        </p:nvSpPr>
        <p:spPr>
          <a:xfrm>
            <a:off x="264012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54CDB24A-1BD7-8715-03C0-066F48EEEE21}"/>
              </a:ext>
            </a:extLst>
          </p:cNvPr>
          <p:cNvSpPr>
            <a:spLocks/>
          </p:cNvSpPr>
          <p:nvPr/>
        </p:nvSpPr>
        <p:spPr>
          <a:xfrm>
            <a:off x="2643094" y="184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F7001FAE-0778-43E0-B17B-7C667660EB31}"/>
              </a:ext>
            </a:extLst>
          </p:cNvPr>
          <p:cNvSpPr>
            <a:spLocks/>
          </p:cNvSpPr>
          <p:nvPr/>
        </p:nvSpPr>
        <p:spPr>
          <a:xfrm>
            <a:off x="254680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062AE0E9-1DF0-80A1-5407-C8A66791D268}"/>
              </a:ext>
            </a:extLst>
          </p:cNvPr>
          <p:cNvSpPr>
            <a:spLocks/>
          </p:cNvSpPr>
          <p:nvPr/>
        </p:nvSpPr>
        <p:spPr>
          <a:xfrm>
            <a:off x="2546825" y="2970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A321F9A1-F76D-C96E-24EE-5651FE963483}"/>
              </a:ext>
            </a:extLst>
          </p:cNvPr>
          <p:cNvSpPr>
            <a:spLocks/>
          </p:cNvSpPr>
          <p:nvPr/>
        </p:nvSpPr>
        <p:spPr>
          <a:xfrm>
            <a:off x="266079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AFB6B09D-A96A-056B-C53D-B6796D9748DA}"/>
              </a:ext>
            </a:extLst>
          </p:cNvPr>
          <p:cNvSpPr>
            <a:spLocks/>
          </p:cNvSpPr>
          <p:nvPr/>
        </p:nvSpPr>
        <p:spPr>
          <a:xfrm>
            <a:off x="255094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F2BA3916-98EA-D907-D47D-9950BE0E1909}"/>
              </a:ext>
            </a:extLst>
          </p:cNvPr>
          <p:cNvSpPr>
            <a:spLocks/>
          </p:cNvSpPr>
          <p:nvPr/>
        </p:nvSpPr>
        <p:spPr>
          <a:xfrm>
            <a:off x="2593690" y="3208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2F05BA90-50C4-7F87-56CF-71A9D439B86A}"/>
              </a:ext>
            </a:extLst>
          </p:cNvPr>
          <p:cNvSpPr>
            <a:spLocks/>
          </p:cNvSpPr>
          <p:nvPr/>
        </p:nvSpPr>
        <p:spPr>
          <a:xfrm>
            <a:off x="2572474" y="26152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A9597B5-92FA-1400-5239-1D5E1C23E54A}"/>
              </a:ext>
            </a:extLst>
          </p:cNvPr>
          <p:cNvSpPr>
            <a:spLocks/>
          </p:cNvSpPr>
          <p:nvPr/>
        </p:nvSpPr>
        <p:spPr>
          <a:xfrm>
            <a:off x="258702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AA48B588-1F63-0C2C-0D3F-CA80C609E494}"/>
              </a:ext>
            </a:extLst>
          </p:cNvPr>
          <p:cNvSpPr>
            <a:spLocks/>
          </p:cNvSpPr>
          <p:nvPr/>
        </p:nvSpPr>
        <p:spPr>
          <a:xfrm>
            <a:off x="2644897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569FC7F1-498C-1003-BA3A-853953321023}"/>
              </a:ext>
            </a:extLst>
          </p:cNvPr>
          <p:cNvSpPr>
            <a:spLocks/>
          </p:cNvSpPr>
          <p:nvPr/>
        </p:nvSpPr>
        <p:spPr>
          <a:xfrm>
            <a:off x="259189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A3D535BB-C9AB-FE6B-11DD-7CECACE2F009}"/>
              </a:ext>
            </a:extLst>
          </p:cNvPr>
          <p:cNvSpPr>
            <a:spLocks/>
          </p:cNvSpPr>
          <p:nvPr/>
        </p:nvSpPr>
        <p:spPr>
          <a:xfrm>
            <a:off x="258820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533033A2-09D7-AF81-A18E-2620885AEF6B}"/>
              </a:ext>
            </a:extLst>
          </p:cNvPr>
          <p:cNvSpPr>
            <a:spLocks/>
          </p:cNvSpPr>
          <p:nvPr/>
        </p:nvSpPr>
        <p:spPr>
          <a:xfrm>
            <a:off x="2558509" y="2121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5636AE7C-D600-97FC-9E17-86BC715075F5}"/>
              </a:ext>
            </a:extLst>
          </p:cNvPr>
          <p:cNvSpPr>
            <a:spLocks/>
          </p:cNvSpPr>
          <p:nvPr/>
        </p:nvSpPr>
        <p:spPr>
          <a:xfrm>
            <a:off x="2597825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8E83F089-25F3-C510-46BF-69B45DDDE1C6}"/>
              </a:ext>
            </a:extLst>
          </p:cNvPr>
          <p:cNvSpPr>
            <a:spLocks/>
          </p:cNvSpPr>
          <p:nvPr/>
        </p:nvSpPr>
        <p:spPr>
          <a:xfrm>
            <a:off x="266590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0599A2BF-11EF-5AFE-8163-8401970556B1}"/>
              </a:ext>
            </a:extLst>
          </p:cNvPr>
          <p:cNvSpPr>
            <a:spLocks/>
          </p:cNvSpPr>
          <p:nvPr/>
        </p:nvSpPr>
        <p:spPr>
          <a:xfrm>
            <a:off x="2676320" y="2933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BE690AB5-958B-8A35-EAAD-0CBE1A5C64D8}"/>
              </a:ext>
            </a:extLst>
          </p:cNvPr>
          <p:cNvSpPr>
            <a:spLocks/>
          </p:cNvSpPr>
          <p:nvPr/>
        </p:nvSpPr>
        <p:spPr>
          <a:xfrm>
            <a:off x="2575790" y="22236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E57300CE-651B-1766-F9DD-920BEA775B9B}"/>
              </a:ext>
            </a:extLst>
          </p:cNvPr>
          <p:cNvSpPr>
            <a:spLocks/>
          </p:cNvSpPr>
          <p:nvPr/>
        </p:nvSpPr>
        <p:spPr>
          <a:xfrm>
            <a:off x="265902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FB8F188C-B0BA-FCBE-9650-726CB1F4CEBF}"/>
              </a:ext>
            </a:extLst>
          </p:cNvPr>
          <p:cNvSpPr>
            <a:spLocks/>
          </p:cNvSpPr>
          <p:nvPr/>
        </p:nvSpPr>
        <p:spPr>
          <a:xfrm>
            <a:off x="2637277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18697C4D-1BEA-8D3B-E763-DD760126E748}"/>
              </a:ext>
            </a:extLst>
          </p:cNvPr>
          <p:cNvSpPr>
            <a:spLocks/>
          </p:cNvSpPr>
          <p:nvPr/>
        </p:nvSpPr>
        <p:spPr>
          <a:xfrm>
            <a:off x="255304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A976EB98-EB68-995A-0631-D0A71A9F92EC}"/>
              </a:ext>
            </a:extLst>
          </p:cNvPr>
          <p:cNvSpPr>
            <a:spLocks/>
          </p:cNvSpPr>
          <p:nvPr/>
        </p:nvSpPr>
        <p:spPr>
          <a:xfrm>
            <a:off x="2548665" y="22268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414179A3-34BD-6E55-5E5C-E684CBC71D68}"/>
              </a:ext>
            </a:extLst>
          </p:cNvPr>
          <p:cNvSpPr>
            <a:spLocks/>
          </p:cNvSpPr>
          <p:nvPr/>
        </p:nvSpPr>
        <p:spPr>
          <a:xfrm>
            <a:off x="2566292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46D94DED-F1B2-6A91-6C49-3A8837688986}"/>
              </a:ext>
            </a:extLst>
          </p:cNvPr>
          <p:cNvSpPr>
            <a:spLocks/>
          </p:cNvSpPr>
          <p:nvPr/>
        </p:nvSpPr>
        <p:spPr>
          <a:xfrm>
            <a:off x="2603606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DBA44755-8E34-DDFE-39F3-B62FEB1F4352}"/>
              </a:ext>
            </a:extLst>
          </p:cNvPr>
          <p:cNvSpPr>
            <a:spLocks/>
          </p:cNvSpPr>
          <p:nvPr/>
        </p:nvSpPr>
        <p:spPr>
          <a:xfrm>
            <a:off x="266536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5B7082FC-C9FC-A091-3805-C051992AD734}"/>
              </a:ext>
            </a:extLst>
          </p:cNvPr>
          <p:cNvSpPr>
            <a:spLocks/>
          </p:cNvSpPr>
          <p:nvPr/>
        </p:nvSpPr>
        <p:spPr>
          <a:xfrm>
            <a:off x="2545377" y="276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2578F2DF-54A7-BEE7-0F0A-FE88330DC558}"/>
              </a:ext>
            </a:extLst>
          </p:cNvPr>
          <p:cNvSpPr>
            <a:spLocks/>
          </p:cNvSpPr>
          <p:nvPr/>
        </p:nvSpPr>
        <p:spPr>
          <a:xfrm>
            <a:off x="255737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F450695D-60EE-D342-D560-D6E0D6A02B93}"/>
              </a:ext>
            </a:extLst>
          </p:cNvPr>
          <p:cNvSpPr>
            <a:spLocks/>
          </p:cNvSpPr>
          <p:nvPr/>
        </p:nvSpPr>
        <p:spPr>
          <a:xfrm>
            <a:off x="255568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F7562799-2AC1-2320-A4C7-59FFCE711381}"/>
              </a:ext>
            </a:extLst>
          </p:cNvPr>
          <p:cNvSpPr>
            <a:spLocks/>
          </p:cNvSpPr>
          <p:nvPr/>
        </p:nvSpPr>
        <p:spPr>
          <a:xfrm>
            <a:off x="2606035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8CCA42EE-35B0-323A-BFFD-EFC8B7FEFDBE}"/>
              </a:ext>
            </a:extLst>
          </p:cNvPr>
          <p:cNvSpPr>
            <a:spLocks/>
          </p:cNvSpPr>
          <p:nvPr/>
        </p:nvSpPr>
        <p:spPr>
          <a:xfrm>
            <a:off x="25492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28119FA4-7D08-736E-796F-460E60F66B1F}"/>
              </a:ext>
            </a:extLst>
          </p:cNvPr>
          <p:cNvSpPr>
            <a:spLocks/>
          </p:cNvSpPr>
          <p:nvPr/>
        </p:nvSpPr>
        <p:spPr>
          <a:xfrm>
            <a:off x="2609180" y="247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8A84C496-6CEC-E96D-10C4-49FBABC14FF7}"/>
              </a:ext>
            </a:extLst>
          </p:cNvPr>
          <p:cNvSpPr>
            <a:spLocks/>
          </p:cNvSpPr>
          <p:nvPr/>
        </p:nvSpPr>
        <p:spPr>
          <a:xfrm>
            <a:off x="2592008" y="1784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DE27A009-73BF-8F43-1389-42B9BD2CD797}"/>
              </a:ext>
            </a:extLst>
          </p:cNvPr>
          <p:cNvSpPr>
            <a:spLocks/>
          </p:cNvSpPr>
          <p:nvPr/>
        </p:nvSpPr>
        <p:spPr>
          <a:xfrm>
            <a:off x="2609143" y="3102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5ADA3A85-CD84-A60E-42F6-6F81F006D21E}"/>
              </a:ext>
            </a:extLst>
          </p:cNvPr>
          <p:cNvSpPr>
            <a:spLocks/>
          </p:cNvSpPr>
          <p:nvPr/>
        </p:nvSpPr>
        <p:spPr>
          <a:xfrm>
            <a:off x="262703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4696C1AB-AFD9-683A-E723-3524EFFE46CF}"/>
              </a:ext>
            </a:extLst>
          </p:cNvPr>
          <p:cNvSpPr>
            <a:spLocks/>
          </p:cNvSpPr>
          <p:nvPr/>
        </p:nvSpPr>
        <p:spPr>
          <a:xfrm>
            <a:off x="264861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360DE227-B230-3C96-7E70-BFD76BB00923}"/>
              </a:ext>
            </a:extLst>
          </p:cNvPr>
          <p:cNvSpPr>
            <a:spLocks/>
          </p:cNvSpPr>
          <p:nvPr/>
        </p:nvSpPr>
        <p:spPr>
          <a:xfrm>
            <a:off x="2625444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71AACC14-A24A-063A-AC22-3A46CD5B5CD7}"/>
              </a:ext>
            </a:extLst>
          </p:cNvPr>
          <p:cNvSpPr>
            <a:spLocks/>
          </p:cNvSpPr>
          <p:nvPr/>
        </p:nvSpPr>
        <p:spPr>
          <a:xfrm>
            <a:off x="25545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0807FC2A-5A81-3E6C-1606-E5D0EF77C880}"/>
              </a:ext>
            </a:extLst>
          </p:cNvPr>
          <p:cNvSpPr>
            <a:spLocks/>
          </p:cNvSpPr>
          <p:nvPr/>
        </p:nvSpPr>
        <p:spPr>
          <a:xfrm>
            <a:off x="266027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22FB28E5-FF90-EB37-6785-523561BF04C3}"/>
              </a:ext>
            </a:extLst>
          </p:cNvPr>
          <p:cNvSpPr>
            <a:spLocks/>
          </p:cNvSpPr>
          <p:nvPr/>
        </p:nvSpPr>
        <p:spPr>
          <a:xfrm>
            <a:off x="267585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2A4D0FA4-5FFA-5BFB-0B65-D3F517F2C51C}"/>
              </a:ext>
            </a:extLst>
          </p:cNvPr>
          <p:cNvSpPr>
            <a:spLocks/>
          </p:cNvSpPr>
          <p:nvPr/>
        </p:nvSpPr>
        <p:spPr>
          <a:xfrm>
            <a:off x="2657197" y="34509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D171957C-3056-5AD4-FD5A-8B9BB2D770FE}"/>
              </a:ext>
            </a:extLst>
          </p:cNvPr>
          <p:cNvSpPr>
            <a:spLocks/>
          </p:cNvSpPr>
          <p:nvPr/>
        </p:nvSpPr>
        <p:spPr>
          <a:xfrm>
            <a:off x="2674426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8815B1A7-9D32-58A1-0308-811705C41907}"/>
              </a:ext>
            </a:extLst>
          </p:cNvPr>
          <p:cNvSpPr>
            <a:spLocks/>
          </p:cNvSpPr>
          <p:nvPr/>
        </p:nvSpPr>
        <p:spPr>
          <a:xfrm>
            <a:off x="262877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96008132-9C36-C444-2036-62EE8CFB2B9C}"/>
              </a:ext>
            </a:extLst>
          </p:cNvPr>
          <p:cNvSpPr>
            <a:spLocks/>
          </p:cNvSpPr>
          <p:nvPr/>
        </p:nvSpPr>
        <p:spPr>
          <a:xfrm>
            <a:off x="257474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EB761CC5-D297-7308-604E-0184706452C4}"/>
              </a:ext>
            </a:extLst>
          </p:cNvPr>
          <p:cNvSpPr>
            <a:spLocks/>
          </p:cNvSpPr>
          <p:nvPr/>
        </p:nvSpPr>
        <p:spPr>
          <a:xfrm>
            <a:off x="2591319" y="272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9C6E8FC4-14C1-9C55-F89E-3EA7B0550D9F}"/>
              </a:ext>
            </a:extLst>
          </p:cNvPr>
          <p:cNvSpPr>
            <a:spLocks/>
          </p:cNvSpPr>
          <p:nvPr/>
        </p:nvSpPr>
        <p:spPr>
          <a:xfrm>
            <a:off x="255790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8AB90DFF-21DF-D87E-3B9A-47593DFA622A}"/>
              </a:ext>
            </a:extLst>
          </p:cNvPr>
          <p:cNvSpPr>
            <a:spLocks/>
          </p:cNvSpPr>
          <p:nvPr/>
        </p:nvSpPr>
        <p:spPr>
          <a:xfrm>
            <a:off x="2560075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FC4647C6-5BC3-87BC-1CBD-23AB7FDB297A}"/>
              </a:ext>
            </a:extLst>
          </p:cNvPr>
          <p:cNvSpPr>
            <a:spLocks/>
          </p:cNvSpPr>
          <p:nvPr/>
        </p:nvSpPr>
        <p:spPr>
          <a:xfrm>
            <a:off x="262531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EB1A9FC6-F1E7-3DAF-4873-16D9621F20B2}"/>
              </a:ext>
            </a:extLst>
          </p:cNvPr>
          <p:cNvSpPr>
            <a:spLocks/>
          </p:cNvSpPr>
          <p:nvPr/>
        </p:nvSpPr>
        <p:spPr>
          <a:xfrm>
            <a:off x="254258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975666CA-0D81-7D28-F9A3-16E96C4203AC}"/>
              </a:ext>
            </a:extLst>
          </p:cNvPr>
          <p:cNvSpPr>
            <a:spLocks/>
          </p:cNvSpPr>
          <p:nvPr/>
        </p:nvSpPr>
        <p:spPr>
          <a:xfrm>
            <a:off x="2627795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AF6A1166-D725-2473-F2F9-52D00E9F7DB3}"/>
              </a:ext>
            </a:extLst>
          </p:cNvPr>
          <p:cNvSpPr>
            <a:spLocks/>
          </p:cNvSpPr>
          <p:nvPr/>
        </p:nvSpPr>
        <p:spPr>
          <a:xfrm>
            <a:off x="265715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EC066980-2F35-CA34-92D5-2977E66EC1D6}"/>
              </a:ext>
            </a:extLst>
          </p:cNvPr>
          <p:cNvSpPr>
            <a:spLocks/>
          </p:cNvSpPr>
          <p:nvPr/>
        </p:nvSpPr>
        <p:spPr>
          <a:xfrm>
            <a:off x="264665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B467CE52-4E76-6B91-5272-9C58ECEEDE1B}"/>
              </a:ext>
            </a:extLst>
          </p:cNvPr>
          <p:cNvSpPr>
            <a:spLocks/>
          </p:cNvSpPr>
          <p:nvPr/>
        </p:nvSpPr>
        <p:spPr>
          <a:xfrm>
            <a:off x="2599089" y="29039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2F0B815A-630B-79B6-2130-59BDA341DA5F}"/>
              </a:ext>
            </a:extLst>
          </p:cNvPr>
          <p:cNvSpPr>
            <a:spLocks/>
          </p:cNvSpPr>
          <p:nvPr/>
        </p:nvSpPr>
        <p:spPr>
          <a:xfrm>
            <a:off x="258871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B1B17BF7-3519-D97A-3BCF-028CA8AD40D5}"/>
              </a:ext>
            </a:extLst>
          </p:cNvPr>
          <p:cNvSpPr>
            <a:spLocks/>
          </p:cNvSpPr>
          <p:nvPr/>
        </p:nvSpPr>
        <p:spPr>
          <a:xfrm>
            <a:off x="2669394" y="2911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F0BBA606-93CE-EB02-4E08-505899622851}"/>
              </a:ext>
            </a:extLst>
          </p:cNvPr>
          <p:cNvSpPr>
            <a:spLocks/>
          </p:cNvSpPr>
          <p:nvPr/>
        </p:nvSpPr>
        <p:spPr>
          <a:xfrm>
            <a:off x="2620998" y="333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3DFCD048-ACBA-B529-5C66-3139A82B196C}"/>
              </a:ext>
            </a:extLst>
          </p:cNvPr>
          <p:cNvSpPr>
            <a:spLocks/>
          </p:cNvSpPr>
          <p:nvPr/>
        </p:nvSpPr>
        <p:spPr>
          <a:xfrm>
            <a:off x="2636867" y="229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2E3AE2A9-A9FB-9D7B-9538-873E9229FFBD}"/>
              </a:ext>
            </a:extLst>
          </p:cNvPr>
          <p:cNvSpPr>
            <a:spLocks/>
          </p:cNvSpPr>
          <p:nvPr/>
        </p:nvSpPr>
        <p:spPr>
          <a:xfrm>
            <a:off x="25980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BD7FFD79-878D-C1D9-6894-00BF3074399A}"/>
              </a:ext>
            </a:extLst>
          </p:cNvPr>
          <p:cNvSpPr>
            <a:spLocks/>
          </p:cNvSpPr>
          <p:nvPr/>
        </p:nvSpPr>
        <p:spPr>
          <a:xfrm>
            <a:off x="26387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4571E2D8-A518-895C-964C-D9DFC4CC2295}"/>
              </a:ext>
            </a:extLst>
          </p:cNvPr>
          <p:cNvSpPr>
            <a:spLocks/>
          </p:cNvSpPr>
          <p:nvPr/>
        </p:nvSpPr>
        <p:spPr>
          <a:xfrm>
            <a:off x="263476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917A5519-7CA9-4B0F-0110-EF2074B78396}"/>
              </a:ext>
            </a:extLst>
          </p:cNvPr>
          <p:cNvSpPr>
            <a:spLocks/>
          </p:cNvSpPr>
          <p:nvPr/>
        </p:nvSpPr>
        <p:spPr>
          <a:xfrm>
            <a:off x="2611085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4485B5B2-D3D7-F770-87DC-B6B5166CF873}"/>
              </a:ext>
            </a:extLst>
          </p:cNvPr>
          <p:cNvSpPr>
            <a:spLocks/>
          </p:cNvSpPr>
          <p:nvPr/>
        </p:nvSpPr>
        <p:spPr>
          <a:xfrm>
            <a:off x="266987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BE64EE34-C934-E671-BE91-D3E343901494}"/>
              </a:ext>
            </a:extLst>
          </p:cNvPr>
          <p:cNvSpPr>
            <a:spLocks/>
          </p:cNvSpPr>
          <p:nvPr/>
        </p:nvSpPr>
        <p:spPr>
          <a:xfrm>
            <a:off x="2599902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11365075-3928-E20C-E4C5-A8A1B12D1187}"/>
              </a:ext>
            </a:extLst>
          </p:cNvPr>
          <p:cNvSpPr>
            <a:spLocks/>
          </p:cNvSpPr>
          <p:nvPr/>
        </p:nvSpPr>
        <p:spPr>
          <a:xfrm>
            <a:off x="2600467" y="2231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823D1A74-D23F-1838-B11A-F9026336F613}"/>
              </a:ext>
            </a:extLst>
          </p:cNvPr>
          <p:cNvSpPr>
            <a:spLocks/>
          </p:cNvSpPr>
          <p:nvPr/>
        </p:nvSpPr>
        <p:spPr>
          <a:xfrm>
            <a:off x="2638964" y="3088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EB74DF95-43D1-FD3C-593E-F398C1EE3CD6}"/>
              </a:ext>
            </a:extLst>
          </p:cNvPr>
          <p:cNvSpPr>
            <a:spLocks/>
          </p:cNvSpPr>
          <p:nvPr/>
        </p:nvSpPr>
        <p:spPr>
          <a:xfrm>
            <a:off x="2595352" y="22641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2D0C4805-49FB-7A23-7118-BF698C872876}"/>
              </a:ext>
            </a:extLst>
          </p:cNvPr>
          <p:cNvSpPr>
            <a:spLocks/>
          </p:cNvSpPr>
          <p:nvPr/>
        </p:nvSpPr>
        <p:spPr>
          <a:xfrm>
            <a:off x="2643892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1C682EDA-3FA9-90C0-0501-0FB97966271C}"/>
              </a:ext>
            </a:extLst>
          </p:cNvPr>
          <p:cNvSpPr>
            <a:spLocks/>
          </p:cNvSpPr>
          <p:nvPr/>
        </p:nvSpPr>
        <p:spPr>
          <a:xfrm>
            <a:off x="262450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AAADC925-6D52-1799-196A-29866176DD2C}"/>
              </a:ext>
            </a:extLst>
          </p:cNvPr>
          <p:cNvSpPr>
            <a:spLocks/>
          </p:cNvSpPr>
          <p:nvPr/>
        </p:nvSpPr>
        <p:spPr>
          <a:xfrm>
            <a:off x="2553059" y="29309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1CE956D0-684B-9D3E-AC39-FD5628766502}"/>
              </a:ext>
            </a:extLst>
          </p:cNvPr>
          <p:cNvSpPr>
            <a:spLocks/>
          </p:cNvSpPr>
          <p:nvPr/>
        </p:nvSpPr>
        <p:spPr>
          <a:xfrm>
            <a:off x="2560716" y="2400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1FF72781-93A1-6CB8-770C-61E29FCA832A}"/>
              </a:ext>
            </a:extLst>
          </p:cNvPr>
          <p:cNvSpPr>
            <a:spLocks/>
          </p:cNvSpPr>
          <p:nvPr/>
        </p:nvSpPr>
        <p:spPr>
          <a:xfrm>
            <a:off x="263407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983D01C9-64F5-0301-263A-0B5831AA301D}"/>
              </a:ext>
            </a:extLst>
          </p:cNvPr>
          <p:cNvSpPr>
            <a:spLocks/>
          </p:cNvSpPr>
          <p:nvPr/>
        </p:nvSpPr>
        <p:spPr>
          <a:xfrm>
            <a:off x="255944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97DEA5D8-CC2B-0640-E6BB-EC5CE3EC9DA9}"/>
              </a:ext>
            </a:extLst>
          </p:cNvPr>
          <p:cNvSpPr>
            <a:spLocks/>
          </p:cNvSpPr>
          <p:nvPr/>
        </p:nvSpPr>
        <p:spPr>
          <a:xfrm>
            <a:off x="2547414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01F11F76-1E7B-4829-A9C0-C23D2780BFDA}"/>
              </a:ext>
            </a:extLst>
          </p:cNvPr>
          <p:cNvSpPr>
            <a:spLocks/>
          </p:cNvSpPr>
          <p:nvPr/>
        </p:nvSpPr>
        <p:spPr>
          <a:xfrm>
            <a:off x="255908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60761ED3-C80D-E011-AAF7-F838F728BF52}"/>
              </a:ext>
            </a:extLst>
          </p:cNvPr>
          <p:cNvSpPr>
            <a:spLocks/>
          </p:cNvSpPr>
          <p:nvPr/>
        </p:nvSpPr>
        <p:spPr>
          <a:xfrm>
            <a:off x="2582942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B067690C-CDAF-0128-34A2-45ACDF327004}"/>
              </a:ext>
            </a:extLst>
          </p:cNvPr>
          <p:cNvSpPr>
            <a:spLocks/>
          </p:cNvSpPr>
          <p:nvPr/>
        </p:nvSpPr>
        <p:spPr>
          <a:xfrm>
            <a:off x="2596036" y="3011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9AB04E67-EA07-E3A7-8E7B-C9B266704094}"/>
              </a:ext>
            </a:extLst>
          </p:cNvPr>
          <p:cNvSpPr>
            <a:spLocks/>
          </p:cNvSpPr>
          <p:nvPr/>
        </p:nvSpPr>
        <p:spPr>
          <a:xfrm>
            <a:off x="2557213" y="2705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2AE49F52-32FD-7E0A-60E7-000702CBDA86}"/>
              </a:ext>
            </a:extLst>
          </p:cNvPr>
          <p:cNvSpPr>
            <a:spLocks/>
          </p:cNvSpPr>
          <p:nvPr/>
        </p:nvSpPr>
        <p:spPr>
          <a:xfrm>
            <a:off x="256592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33BD206C-B42D-9942-4F0F-44701165C216}"/>
              </a:ext>
            </a:extLst>
          </p:cNvPr>
          <p:cNvSpPr>
            <a:spLocks/>
          </p:cNvSpPr>
          <p:nvPr/>
        </p:nvSpPr>
        <p:spPr>
          <a:xfrm>
            <a:off x="2674825" y="2646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56676A06-0045-71C4-3704-49F030ADD29B}"/>
              </a:ext>
            </a:extLst>
          </p:cNvPr>
          <p:cNvSpPr>
            <a:spLocks/>
          </p:cNvSpPr>
          <p:nvPr/>
        </p:nvSpPr>
        <p:spPr>
          <a:xfrm>
            <a:off x="2612087" y="2754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AEF521A8-F607-08EA-3710-F52451AD6FD1}"/>
              </a:ext>
            </a:extLst>
          </p:cNvPr>
          <p:cNvSpPr>
            <a:spLocks/>
          </p:cNvSpPr>
          <p:nvPr/>
        </p:nvSpPr>
        <p:spPr>
          <a:xfrm>
            <a:off x="264925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F49E6931-CFB9-0BEB-D930-246C9EF87BCE}"/>
              </a:ext>
            </a:extLst>
          </p:cNvPr>
          <p:cNvSpPr>
            <a:spLocks/>
          </p:cNvSpPr>
          <p:nvPr/>
        </p:nvSpPr>
        <p:spPr>
          <a:xfrm>
            <a:off x="2569809" y="3084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591B0316-10BD-A76E-B272-F55E602D4E7E}"/>
              </a:ext>
            </a:extLst>
          </p:cNvPr>
          <p:cNvSpPr>
            <a:spLocks/>
          </p:cNvSpPr>
          <p:nvPr/>
        </p:nvSpPr>
        <p:spPr>
          <a:xfrm>
            <a:off x="2538837" y="33141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EFF934E7-D277-19B1-B7A5-A2118DECACEA}"/>
              </a:ext>
            </a:extLst>
          </p:cNvPr>
          <p:cNvSpPr>
            <a:spLocks/>
          </p:cNvSpPr>
          <p:nvPr/>
        </p:nvSpPr>
        <p:spPr>
          <a:xfrm>
            <a:off x="257537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806DCC3C-2D54-0B4C-266B-F9378FA7C9A1}"/>
              </a:ext>
            </a:extLst>
          </p:cNvPr>
          <p:cNvSpPr>
            <a:spLocks/>
          </p:cNvSpPr>
          <p:nvPr/>
        </p:nvSpPr>
        <p:spPr>
          <a:xfrm>
            <a:off x="265128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C6086F1-FA6F-9453-1FBB-A03445A18B6C}"/>
              </a:ext>
            </a:extLst>
          </p:cNvPr>
          <p:cNvSpPr>
            <a:spLocks/>
          </p:cNvSpPr>
          <p:nvPr/>
        </p:nvSpPr>
        <p:spPr>
          <a:xfrm>
            <a:off x="263045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DCB1F2B1-9B14-FD4A-BCFB-7E5650169223}"/>
              </a:ext>
            </a:extLst>
          </p:cNvPr>
          <p:cNvSpPr>
            <a:spLocks/>
          </p:cNvSpPr>
          <p:nvPr/>
        </p:nvSpPr>
        <p:spPr>
          <a:xfrm>
            <a:off x="2649404" y="2771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16C308EA-1B68-F72F-BB88-8B7E69808097}"/>
              </a:ext>
            </a:extLst>
          </p:cNvPr>
          <p:cNvSpPr>
            <a:spLocks/>
          </p:cNvSpPr>
          <p:nvPr/>
        </p:nvSpPr>
        <p:spPr>
          <a:xfrm>
            <a:off x="256130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D9D4D0A1-62FF-2E42-9811-0ADFC04DF9FE}"/>
              </a:ext>
            </a:extLst>
          </p:cNvPr>
          <p:cNvSpPr>
            <a:spLocks/>
          </p:cNvSpPr>
          <p:nvPr/>
        </p:nvSpPr>
        <p:spPr>
          <a:xfrm>
            <a:off x="2553471" y="3335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BB12D887-D7E0-9904-D142-5902069AD983}"/>
              </a:ext>
            </a:extLst>
          </p:cNvPr>
          <p:cNvSpPr>
            <a:spLocks/>
          </p:cNvSpPr>
          <p:nvPr/>
        </p:nvSpPr>
        <p:spPr>
          <a:xfrm>
            <a:off x="28139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332D29C8-D2CD-9410-F1FF-B9EBEBC9C69A}"/>
              </a:ext>
            </a:extLst>
          </p:cNvPr>
          <p:cNvSpPr>
            <a:spLocks/>
          </p:cNvSpPr>
          <p:nvPr/>
        </p:nvSpPr>
        <p:spPr>
          <a:xfrm>
            <a:off x="28741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D91E3E20-11BC-F92E-FB4C-1A520BC2DA0E}"/>
              </a:ext>
            </a:extLst>
          </p:cNvPr>
          <p:cNvSpPr>
            <a:spLocks/>
          </p:cNvSpPr>
          <p:nvPr/>
        </p:nvSpPr>
        <p:spPr>
          <a:xfrm>
            <a:off x="289616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5B63374E-A5E8-0404-2366-8D8A49118F41}"/>
              </a:ext>
            </a:extLst>
          </p:cNvPr>
          <p:cNvSpPr>
            <a:spLocks/>
          </p:cNvSpPr>
          <p:nvPr/>
        </p:nvSpPr>
        <p:spPr>
          <a:xfrm>
            <a:off x="2823220" y="32650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30D1DB52-4527-34C0-4BC6-ACE30EBEA5DF}"/>
              </a:ext>
            </a:extLst>
          </p:cNvPr>
          <p:cNvSpPr>
            <a:spLocks/>
          </p:cNvSpPr>
          <p:nvPr/>
        </p:nvSpPr>
        <p:spPr>
          <a:xfrm>
            <a:off x="2896167" y="24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827409FA-652F-1A16-FA74-883A8AC86CB7}"/>
              </a:ext>
            </a:extLst>
          </p:cNvPr>
          <p:cNvSpPr>
            <a:spLocks/>
          </p:cNvSpPr>
          <p:nvPr/>
        </p:nvSpPr>
        <p:spPr>
          <a:xfrm>
            <a:off x="289333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17D7C5A6-C3BA-BE51-ADCF-A3304091FF08}"/>
              </a:ext>
            </a:extLst>
          </p:cNvPr>
          <p:cNvSpPr>
            <a:spLocks/>
          </p:cNvSpPr>
          <p:nvPr/>
        </p:nvSpPr>
        <p:spPr>
          <a:xfrm>
            <a:off x="280340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B791F474-3B54-A260-9FDD-BF613A4C9E43}"/>
              </a:ext>
            </a:extLst>
          </p:cNvPr>
          <p:cNvSpPr>
            <a:spLocks/>
          </p:cNvSpPr>
          <p:nvPr/>
        </p:nvSpPr>
        <p:spPr>
          <a:xfrm>
            <a:off x="284041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C546636A-5950-3D18-BB90-CEAA94E7C6E0}"/>
              </a:ext>
            </a:extLst>
          </p:cNvPr>
          <p:cNvSpPr>
            <a:spLocks/>
          </p:cNvSpPr>
          <p:nvPr/>
        </p:nvSpPr>
        <p:spPr>
          <a:xfrm>
            <a:off x="2861081" y="31412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31F0134C-FDAE-0338-150B-EA85AEF6AC92}"/>
              </a:ext>
            </a:extLst>
          </p:cNvPr>
          <p:cNvSpPr>
            <a:spLocks/>
          </p:cNvSpPr>
          <p:nvPr/>
        </p:nvSpPr>
        <p:spPr>
          <a:xfrm>
            <a:off x="28569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F7945F31-16D4-B99C-B633-CEAD625D3509}"/>
              </a:ext>
            </a:extLst>
          </p:cNvPr>
          <p:cNvSpPr>
            <a:spLocks/>
          </p:cNvSpPr>
          <p:nvPr/>
        </p:nvSpPr>
        <p:spPr>
          <a:xfrm>
            <a:off x="2766452" y="2471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030CEB49-ED28-CCA5-94CC-A7EE388B47BB}"/>
              </a:ext>
            </a:extLst>
          </p:cNvPr>
          <p:cNvSpPr>
            <a:spLocks/>
          </p:cNvSpPr>
          <p:nvPr/>
        </p:nvSpPr>
        <p:spPr>
          <a:xfrm>
            <a:off x="287598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01135FE1-F25A-BBE7-700C-04A1B903FFB6}"/>
              </a:ext>
            </a:extLst>
          </p:cNvPr>
          <p:cNvSpPr>
            <a:spLocks/>
          </p:cNvSpPr>
          <p:nvPr/>
        </p:nvSpPr>
        <p:spPr>
          <a:xfrm>
            <a:off x="284003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12E186C8-9184-FA68-41DB-3B3D6CBE2828}"/>
              </a:ext>
            </a:extLst>
          </p:cNvPr>
          <p:cNvSpPr>
            <a:spLocks/>
          </p:cNvSpPr>
          <p:nvPr/>
        </p:nvSpPr>
        <p:spPr>
          <a:xfrm>
            <a:off x="2868134" y="2166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5EDF3906-263B-65F9-A476-726EDC62ACB2}"/>
              </a:ext>
            </a:extLst>
          </p:cNvPr>
          <p:cNvSpPr>
            <a:spLocks/>
          </p:cNvSpPr>
          <p:nvPr/>
        </p:nvSpPr>
        <p:spPr>
          <a:xfrm>
            <a:off x="2889631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570501A1-69BE-A0C3-D0A1-721B86495E4F}"/>
              </a:ext>
            </a:extLst>
          </p:cNvPr>
          <p:cNvSpPr>
            <a:spLocks/>
          </p:cNvSpPr>
          <p:nvPr/>
        </p:nvSpPr>
        <p:spPr>
          <a:xfrm>
            <a:off x="2835261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7C617E5A-FCD9-7CD0-A181-DFC98D2812CC}"/>
              </a:ext>
            </a:extLst>
          </p:cNvPr>
          <p:cNvSpPr>
            <a:spLocks/>
          </p:cNvSpPr>
          <p:nvPr/>
        </p:nvSpPr>
        <p:spPr>
          <a:xfrm>
            <a:off x="2820888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F5468A98-2F2D-B08E-C4E3-651BB13B6E52}"/>
              </a:ext>
            </a:extLst>
          </p:cNvPr>
          <p:cNvSpPr>
            <a:spLocks/>
          </p:cNvSpPr>
          <p:nvPr/>
        </p:nvSpPr>
        <p:spPr>
          <a:xfrm>
            <a:off x="277565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32230357-BBC9-F9F6-6889-22B513BBF653}"/>
              </a:ext>
            </a:extLst>
          </p:cNvPr>
          <p:cNvSpPr>
            <a:spLocks/>
          </p:cNvSpPr>
          <p:nvPr/>
        </p:nvSpPr>
        <p:spPr>
          <a:xfrm>
            <a:off x="283678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1E47A2EB-C912-88AA-E123-7D99FEC5F638}"/>
              </a:ext>
            </a:extLst>
          </p:cNvPr>
          <p:cNvSpPr>
            <a:spLocks/>
          </p:cNvSpPr>
          <p:nvPr/>
        </p:nvSpPr>
        <p:spPr>
          <a:xfrm>
            <a:off x="284711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8F784C60-F527-B2BD-3E68-EC10EAF5B24C}"/>
              </a:ext>
            </a:extLst>
          </p:cNvPr>
          <p:cNvSpPr>
            <a:spLocks/>
          </p:cNvSpPr>
          <p:nvPr/>
        </p:nvSpPr>
        <p:spPr>
          <a:xfrm>
            <a:off x="2810592" y="2380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511DCF58-8C2D-FC0B-5CB0-0F53AE646BFB}"/>
              </a:ext>
            </a:extLst>
          </p:cNvPr>
          <p:cNvSpPr>
            <a:spLocks/>
          </p:cNvSpPr>
          <p:nvPr/>
        </p:nvSpPr>
        <p:spPr>
          <a:xfrm>
            <a:off x="28223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F0D5E1E3-0481-58FD-FF5C-62730FDC88FF}"/>
              </a:ext>
            </a:extLst>
          </p:cNvPr>
          <p:cNvSpPr>
            <a:spLocks/>
          </p:cNvSpPr>
          <p:nvPr/>
        </p:nvSpPr>
        <p:spPr>
          <a:xfrm>
            <a:off x="2889958" y="2046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55E7BEDB-A4B0-7CDD-C0B2-1BBE7B00FB7C}"/>
              </a:ext>
            </a:extLst>
          </p:cNvPr>
          <p:cNvSpPr>
            <a:spLocks/>
          </p:cNvSpPr>
          <p:nvPr/>
        </p:nvSpPr>
        <p:spPr>
          <a:xfrm>
            <a:off x="2790951" y="2356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D08D868B-6F41-1041-621A-30D925CBC31D}"/>
              </a:ext>
            </a:extLst>
          </p:cNvPr>
          <p:cNvSpPr>
            <a:spLocks/>
          </p:cNvSpPr>
          <p:nvPr/>
        </p:nvSpPr>
        <p:spPr>
          <a:xfrm>
            <a:off x="2770587" y="2754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40536977-8B65-715C-05D6-8E056B3D1FB1}"/>
              </a:ext>
            </a:extLst>
          </p:cNvPr>
          <p:cNvSpPr>
            <a:spLocks/>
          </p:cNvSpPr>
          <p:nvPr/>
        </p:nvSpPr>
        <p:spPr>
          <a:xfrm>
            <a:off x="281953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5899AA08-B142-D191-54F5-1954F43B9A84}"/>
              </a:ext>
            </a:extLst>
          </p:cNvPr>
          <p:cNvSpPr>
            <a:spLocks/>
          </p:cNvSpPr>
          <p:nvPr/>
        </p:nvSpPr>
        <p:spPr>
          <a:xfrm>
            <a:off x="281480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4DDF685E-3FD6-99B5-B1C1-2BF585FEDB41}"/>
              </a:ext>
            </a:extLst>
          </p:cNvPr>
          <p:cNvSpPr>
            <a:spLocks/>
          </p:cNvSpPr>
          <p:nvPr/>
        </p:nvSpPr>
        <p:spPr>
          <a:xfrm>
            <a:off x="2849242" y="3062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B08BEF2A-483A-CC28-E1B7-A84563CEE9FB}"/>
              </a:ext>
            </a:extLst>
          </p:cNvPr>
          <p:cNvSpPr>
            <a:spLocks/>
          </p:cNvSpPr>
          <p:nvPr/>
        </p:nvSpPr>
        <p:spPr>
          <a:xfrm>
            <a:off x="2884353" y="2956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9A179B54-8034-C6E7-E0C9-F78DF8D5DC76}"/>
              </a:ext>
            </a:extLst>
          </p:cNvPr>
          <p:cNvSpPr>
            <a:spLocks/>
          </p:cNvSpPr>
          <p:nvPr/>
        </p:nvSpPr>
        <p:spPr>
          <a:xfrm>
            <a:off x="281176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1FA82E69-29C6-794F-77F0-79EF10CEC8FD}"/>
              </a:ext>
            </a:extLst>
          </p:cNvPr>
          <p:cNvSpPr>
            <a:spLocks/>
          </p:cNvSpPr>
          <p:nvPr/>
        </p:nvSpPr>
        <p:spPr>
          <a:xfrm>
            <a:off x="277705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78821023-851C-D861-E5C1-BDEFF845477C}"/>
              </a:ext>
            </a:extLst>
          </p:cNvPr>
          <p:cNvSpPr>
            <a:spLocks/>
          </p:cNvSpPr>
          <p:nvPr/>
        </p:nvSpPr>
        <p:spPr>
          <a:xfrm>
            <a:off x="2864908" y="2828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F6F37A40-6900-73C6-CF73-3FD4FB0B3514}"/>
              </a:ext>
            </a:extLst>
          </p:cNvPr>
          <p:cNvSpPr>
            <a:spLocks/>
          </p:cNvSpPr>
          <p:nvPr/>
        </p:nvSpPr>
        <p:spPr>
          <a:xfrm>
            <a:off x="284270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5AFF1953-005E-4720-E8A9-6A58F1CBE6F5}"/>
              </a:ext>
            </a:extLst>
          </p:cNvPr>
          <p:cNvSpPr>
            <a:spLocks/>
          </p:cNvSpPr>
          <p:nvPr/>
        </p:nvSpPr>
        <p:spPr>
          <a:xfrm>
            <a:off x="2858015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1FF0D066-F6DA-0FA1-7D31-DA9CD91F205C}"/>
              </a:ext>
            </a:extLst>
          </p:cNvPr>
          <p:cNvSpPr>
            <a:spLocks/>
          </p:cNvSpPr>
          <p:nvPr/>
        </p:nvSpPr>
        <p:spPr>
          <a:xfrm>
            <a:off x="288234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7778B375-6F90-7957-A93C-D1BEA01726AF}"/>
              </a:ext>
            </a:extLst>
          </p:cNvPr>
          <p:cNvSpPr>
            <a:spLocks/>
          </p:cNvSpPr>
          <p:nvPr/>
        </p:nvSpPr>
        <p:spPr>
          <a:xfrm>
            <a:off x="28697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3BB35F74-B45E-15A3-94BC-D9E5CAA78BAA}"/>
              </a:ext>
            </a:extLst>
          </p:cNvPr>
          <p:cNvSpPr>
            <a:spLocks/>
          </p:cNvSpPr>
          <p:nvPr/>
        </p:nvSpPr>
        <p:spPr>
          <a:xfrm>
            <a:off x="287212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9325B2D7-F412-D973-A95E-B8435DC2F57C}"/>
              </a:ext>
            </a:extLst>
          </p:cNvPr>
          <p:cNvSpPr>
            <a:spLocks/>
          </p:cNvSpPr>
          <p:nvPr/>
        </p:nvSpPr>
        <p:spPr>
          <a:xfrm>
            <a:off x="287562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D403274B-BD76-94DD-6B78-C2F5EEAC34D5}"/>
              </a:ext>
            </a:extLst>
          </p:cNvPr>
          <p:cNvSpPr>
            <a:spLocks/>
          </p:cNvSpPr>
          <p:nvPr/>
        </p:nvSpPr>
        <p:spPr>
          <a:xfrm>
            <a:off x="28794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3D1283D9-706E-3650-3D42-FFB44365D1BF}"/>
              </a:ext>
            </a:extLst>
          </p:cNvPr>
          <p:cNvSpPr>
            <a:spLocks/>
          </p:cNvSpPr>
          <p:nvPr/>
        </p:nvSpPr>
        <p:spPr>
          <a:xfrm>
            <a:off x="2819013" y="19142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2530FDEA-A568-226D-8566-D5DD233BE29E}"/>
              </a:ext>
            </a:extLst>
          </p:cNvPr>
          <p:cNvSpPr>
            <a:spLocks/>
          </p:cNvSpPr>
          <p:nvPr/>
        </p:nvSpPr>
        <p:spPr>
          <a:xfrm>
            <a:off x="2852142" y="24790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BC394501-441F-BE2B-9FE2-6064A61B4DC9}"/>
              </a:ext>
            </a:extLst>
          </p:cNvPr>
          <p:cNvSpPr>
            <a:spLocks/>
          </p:cNvSpPr>
          <p:nvPr/>
        </p:nvSpPr>
        <p:spPr>
          <a:xfrm>
            <a:off x="281640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CF8972B0-C729-14F6-27ED-B7E286C1D6C2}"/>
              </a:ext>
            </a:extLst>
          </p:cNvPr>
          <p:cNvSpPr>
            <a:spLocks/>
          </p:cNvSpPr>
          <p:nvPr/>
        </p:nvSpPr>
        <p:spPr>
          <a:xfrm>
            <a:off x="283689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688CE8C6-E413-5ED4-2109-93AE4BD8EE34}"/>
              </a:ext>
            </a:extLst>
          </p:cNvPr>
          <p:cNvSpPr>
            <a:spLocks/>
          </p:cNvSpPr>
          <p:nvPr/>
        </p:nvSpPr>
        <p:spPr>
          <a:xfrm>
            <a:off x="280129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7D5F6EC0-B773-39ED-7098-750289D7D6F0}"/>
              </a:ext>
            </a:extLst>
          </p:cNvPr>
          <p:cNvSpPr>
            <a:spLocks/>
          </p:cNvSpPr>
          <p:nvPr/>
        </p:nvSpPr>
        <p:spPr>
          <a:xfrm>
            <a:off x="285653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072D6FE8-85FF-BBF7-A9DE-99A8206B7593}"/>
              </a:ext>
            </a:extLst>
          </p:cNvPr>
          <p:cNvSpPr>
            <a:spLocks/>
          </p:cNvSpPr>
          <p:nvPr/>
        </p:nvSpPr>
        <p:spPr>
          <a:xfrm>
            <a:off x="282119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D4856658-ECAE-A932-F65E-0D784D800F24}"/>
              </a:ext>
            </a:extLst>
          </p:cNvPr>
          <p:cNvSpPr>
            <a:spLocks/>
          </p:cNvSpPr>
          <p:nvPr/>
        </p:nvSpPr>
        <p:spPr>
          <a:xfrm>
            <a:off x="2838805" y="2059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C212FEB8-D9B3-919D-0FE3-CD65E8153402}"/>
              </a:ext>
            </a:extLst>
          </p:cNvPr>
          <p:cNvSpPr>
            <a:spLocks/>
          </p:cNvSpPr>
          <p:nvPr/>
        </p:nvSpPr>
        <p:spPr>
          <a:xfrm>
            <a:off x="282729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FBF8E11A-E7DC-48A7-5404-48D49398CBB4}"/>
              </a:ext>
            </a:extLst>
          </p:cNvPr>
          <p:cNvSpPr>
            <a:spLocks/>
          </p:cNvSpPr>
          <p:nvPr/>
        </p:nvSpPr>
        <p:spPr>
          <a:xfrm>
            <a:off x="288226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B4C25439-D81B-BF9D-77C0-97B4E650A1A5}"/>
              </a:ext>
            </a:extLst>
          </p:cNvPr>
          <p:cNvSpPr>
            <a:spLocks/>
          </p:cNvSpPr>
          <p:nvPr/>
        </p:nvSpPr>
        <p:spPr>
          <a:xfrm>
            <a:off x="2826165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2A207493-AACD-8F39-FA43-F1C816179AEC}"/>
              </a:ext>
            </a:extLst>
          </p:cNvPr>
          <p:cNvSpPr>
            <a:spLocks/>
          </p:cNvSpPr>
          <p:nvPr/>
        </p:nvSpPr>
        <p:spPr>
          <a:xfrm>
            <a:off x="287256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6DD6BF0E-7965-8897-CB71-C9361E667734}"/>
              </a:ext>
            </a:extLst>
          </p:cNvPr>
          <p:cNvSpPr>
            <a:spLocks/>
          </p:cNvSpPr>
          <p:nvPr/>
        </p:nvSpPr>
        <p:spPr>
          <a:xfrm>
            <a:off x="28509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DB66811B-1B40-A15A-4708-27C110E15BCC}"/>
              </a:ext>
            </a:extLst>
          </p:cNvPr>
          <p:cNvSpPr>
            <a:spLocks/>
          </p:cNvSpPr>
          <p:nvPr/>
        </p:nvSpPr>
        <p:spPr>
          <a:xfrm>
            <a:off x="2854489" y="1831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62E2A238-9919-647F-642D-10B90E41B64B}"/>
              </a:ext>
            </a:extLst>
          </p:cNvPr>
          <p:cNvSpPr>
            <a:spLocks/>
          </p:cNvSpPr>
          <p:nvPr/>
        </p:nvSpPr>
        <p:spPr>
          <a:xfrm>
            <a:off x="2803291" y="2189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48174642-5A6A-BE8B-5E19-6BE144F00F17}"/>
              </a:ext>
            </a:extLst>
          </p:cNvPr>
          <p:cNvSpPr>
            <a:spLocks/>
          </p:cNvSpPr>
          <p:nvPr/>
        </p:nvSpPr>
        <p:spPr>
          <a:xfrm>
            <a:off x="2806291" y="2315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0D8D734E-63B0-ADB6-41ED-F90787956B99}"/>
              </a:ext>
            </a:extLst>
          </p:cNvPr>
          <p:cNvSpPr>
            <a:spLocks/>
          </p:cNvSpPr>
          <p:nvPr/>
        </p:nvSpPr>
        <p:spPr>
          <a:xfrm>
            <a:off x="2882908" y="2411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7F00E3E1-0E29-A4F9-C08A-4A35922971C3}"/>
              </a:ext>
            </a:extLst>
          </p:cNvPr>
          <p:cNvSpPr>
            <a:spLocks/>
          </p:cNvSpPr>
          <p:nvPr/>
        </p:nvSpPr>
        <p:spPr>
          <a:xfrm>
            <a:off x="2773216" y="2451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2E226079-0E8A-309A-B2F8-38ECC7DE137C}"/>
              </a:ext>
            </a:extLst>
          </p:cNvPr>
          <p:cNvSpPr>
            <a:spLocks/>
          </p:cNvSpPr>
          <p:nvPr/>
        </p:nvSpPr>
        <p:spPr>
          <a:xfrm>
            <a:off x="285402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DD8AEF6A-C175-8EFE-D6FC-B2C6DA115727}"/>
              </a:ext>
            </a:extLst>
          </p:cNvPr>
          <p:cNvSpPr>
            <a:spLocks/>
          </p:cNvSpPr>
          <p:nvPr/>
        </p:nvSpPr>
        <p:spPr>
          <a:xfrm>
            <a:off x="2812798" y="34145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1ACBDB79-34C9-467B-CBD4-192FAEE7F4A5}"/>
              </a:ext>
            </a:extLst>
          </p:cNvPr>
          <p:cNvSpPr>
            <a:spLocks/>
          </p:cNvSpPr>
          <p:nvPr/>
        </p:nvSpPr>
        <p:spPr>
          <a:xfrm>
            <a:off x="2782423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92CBD253-F31E-EEAF-E469-E443D68D3374}"/>
              </a:ext>
            </a:extLst>
          </p:cNvPr>
          <p:cNvSpPr>
            <a:spLocks/>
          </p:cNvSpPr>
          <p:nvPr/>
        </p:nvSpPr>
        <p:spPr>
          <a:xfrm>
            <a:off x="2814772" y="2319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56D314C3-97AF-FC4B-63B3-4CA56CD027EA}"/>
              </a:ext>
            </a:extLst>
          </p:cNvPr>
          <p:cNvSpPr>
            <a:spLocks/>
          </p:cNvSpPr>
          <p:nvPr/>
        </p:nvSpPr>
        <p:spPr>
          <a:xfrm>
            <a:off x="28031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06CB1B64-6DE4-0DD5-67A0-4548335D1FB0}"/>
              </a:ext>
            </a:extLst>
          </p:cNvPr>
          <p:cNvSpPr>
            <a:spLocks/>
          </p:cNvSpPr>
          <p:nvPr/>
        </p:nvSpPr>
        <p:spPr>
          <a:xfrm>
            <a:off x="284467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88C92919-A674-419B-11F7-393BB23E764D}"/>
              </a:ext>
            </a:extLst>
          </p:cNvPr>
          <p:cNvSpPr>
            <a:spLocks/>
          </p:cNvSpPr>
          <p:nvPr/>
        </p:nvSpPr>
        <p:spPr>
          <a:xfrm>
            <a:off x="27825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8ACEDFFE-259E-3B46-4A4E-F8C0C60DC97F}"/>
              </a:ext>
            </a:extLst>
          </p:cNvPr>
          <p:cNvSpPr>
            <a:spLocks/>
          </p:cNvSpPr>
          <p:nvPr/>
        </p:nvSpPr>
        <p:spPr>
          <a:xfrm>
            <a:off x="277644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380B525E-FE82-9A23-F445-0D5728B4BE32}"/>
              </a:ext>
            </a:extLst>
          </p:cNvPr>
          <p:cNvSpPr>
            <a:spLocks/>
          </p:cNvSpPr>
          <p:nvPr/>
        </p:nvSpPr>
        <p:spPr>
          <a:xfrm>
            <a:off x="2772844" y="241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B01C4AC3-4185-A99B-0A85-093B26643D42}"/>
              </a:ext>
            </a:extLst>
          </p:cNvPr>
          <p:cNvSpPr>
            <a:spLocks/>
          </p:cNvSpPr>
          <p:nvPr/>
        </p:nvSpPr>
        <p:spPr>
          <a:xfrm>
            <a:off x="2832092" y="25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45C25C77-42A0-8168-A137-C89004D827F5}"/>
              </a:ext>
            </a:extLst>
          </p:cNvPr>
          <p:cNvSpPr>
            <a:spLocks/>
          </p:cNvSpPr>
          <p:nvPr/>
        </p:nvSpPr>
        <p:spPr>
          <a:xfrm>
            <a:off x="282604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462C60B7-ADEF-9AEF-19F5-983FDA5C9091}"/>
              </a:ext>
            </a:extLst>
          </p:cNvPr>
          <p:cNvSpPr>
            <a:spLocks/>
          </p:cNvSpPr>
          <p:nvPr/>
        </p:nvSpPr>
        <p:spPr>
          <a:xfrm>
            <a:off x="28747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5887E673-E657-061A-4834-DDC2C7C34C5D}"/>
              </a:ext>
            </a:extLst>
          </p:cNvPr>
          <p:cNvSpPr>
            <a:spLocks/>
          </p:cNvSpPr>
          <p:nvPr/>
        </p:nvSpPr>
        <p:spPr>
          <a:xfrm>
            <a:off x="2831404" y="2037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56B8831B-33F5-A364-9555-D10DCCEE6B06}"/>
              </a:ext>
            </a:extLst>
          </p:cNvPr>
          <p:cNvSpPr>
            <a:spLocks/>
          </p:cNvSpPr>
          <p:nvPr/>
        </p:nvSpPr>
        <p:spPr>
          <a:xfrm>
            <a:off x="279746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0A78EF1E-1B03-2986-CF2B-C0E2A10C1CB6}"/>
              </a:ext>
            </a:extLst>
          </p:cNvPr>
          <p:cNvSpPr>
            <a:spLocks/>
          </p:cNvSpPr>
          <p:nvPr/>
        </p:nvSpPr>
        <p:spPr>
          <a:xfrm>
            <a:off x="2872342" y="1892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8AE2312B-5F7A-ABFD-EA67-39664F1D466A}"/>
              </a:ext>
            </a:extLst>
          </p:cNvPr>
          <p:cNvSpPr>
            <a:spLocks/>
          </p:cNvSpPr>
          <p:nvPr/>
        </p:nvSpPr>
        <p:spPr>
          <a:xfrm>
            <a:off x="2781523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3BCA91EA-E466-A4E4-9F56-135B27283BD6}"/>
              </a:ext>
            </a:extLst>
          </p:cNvPr>
          <p:cNvSpPr>
            <a:spLocks/>
          </p:cNvSpPr>
          <p:nvPr/>
        </p:nvSpPr>
        <p:spPr>
          <a:xfrm>
            <a:off x="289181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5805695A-72A9-F99B-BC8E-F5D6DB56F278}"/>
              </a:ext>
            </a:extLst>
          </p:cNvPr>
          <p:cNvSpPr>
            <a:spLocks/>
          </p:cNvSpPr>
          <p:nvPr/>
        </p:nvSpPr>
        <p:spPr>
          <a:xfrm>
            <a:off x="2901714" y="2870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9CB67537-8785-BAC2-136E-0F38B052A4F4}"/>
              </a:ext>
            </a:extLst>
          </p:cNvPr>
          <p:cNvSpPr>
            <a:spLocks/>
          </p:cNvSpPr>
          <p:nvPr/>
        </p:nvSpPr>
        <p:spPr>
          <a:xfrm>
            <a:off x="28523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1CB6F57F-502D-4C80-5141-407E9DF7CDC0}"/>
              </a:ext>
            </a:extLst>
          </p:cNvPr>
          <p:cNvSpPr>
            <a:spLocks/>
          </p:cNvSpPr>
          <p:nvPr/>
        </p:nvSpPr>
        <p:spPr>
          <a:xfrm>
            <a:off x="2763070" y="2724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999AA2DB-9916-8645-DC20-96539C2CB36B}"/>
              </a:ext>
            </a:extLst>
          </p:cNvPr>
          <p:cNvSpPr>
            <a:spLocks/>
          </p:cNvSpPr>
          <p:nvPr/>
        </p:nvSpPr>
        <p:spPr>
          <a:xfrm>
            <a:off x="2798231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B95C6728-FB7F-92AC-1078-6114A3421580}"/>
              </a:ext>
            </a:extLst>
          </p:cNvPr>
          <p:cNvSpPr>
            <a:spLocks/>
          </p:cNvSpPr>
          <p:nvPr/>
        </p:nvSpPr>
        <p:spPr>
          <a:xfrm>
            <a:off x="2890398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1F622D0D-325D-F188-76B4-A285D2D8FF4B}"/>
              </a:ext>
            </a:extLst>
          </p:cNvPr>
          <p:cNvSpPr>
            <a:spLocks/>
          </p:cNvSpPr>
          <p:nvPr/>
        </p:nvSpPr>
        <p:spPr>
          <a:xfrm>
            <a:off x="2775684" y="21722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9CC643E6-416C-D585-1174-AE2CC5640D04}"/>
              </a:ext>
            </a:extLst>
          </p:cNvPr>
          <p:cNvSpPr>
            <a:spLocks/>
          </p:cNvSpPr>
          <p:nvPr/>
        </p:nvSpPr>
        <p:spPr>
          <a:xfrm>
            <a:off x="2822801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F5C3189A-291F-EA42-BCAB-9B29EE70F85B}"/>
              </a:ext>
            </a:extLst>
          </p:cNvPr>
          <p:cNvSpPr>
            <a:spLocks/>
          </p:cNvSpPr>
          <p:nvPr/>
        </p:nvSpPr>
        <p:spPr>
          <a:xfrm>
            <a:off x="283857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2438E41-291A-64D4-698B-23A351FC1667}"/>
              </a:ext>
            </a:extLst>
          </p:cNvPr>
          <p:cNvSpPr>
            <a:spLocks/>
          </p:cNvSpPr>
          <p:nvPr/>
        </p:nvSpPr>
        <p:spPr>
          <a:xfrm>
            <a:off x="2899598" y="21984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49DDAE28-74FF-06DD-29EF-F935D170605D}"/>
              </a:ext>
            </a:extLst>
          </p:cNvPr>
          <p:cNvSpPr>
            <a:spLocks/>
          </p:cNvSpPr>
          <p:nvPr/>
        </p:nvSpPr>
        <p:spPr>
          <a:xfrm>
            <a:off x="284729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F66F7CD0-C6E7-9E38-2AC2-261F1D77BF69}"/>
              </a:ext>
            </a:extLst>
          </p:cNvPr>
          <p:cNvSpPr>
            <a:spLocks/>
          </p:cNvSpPr>
          <p:nvPr/>
        </p:nvSpPr>
        <p:spPr>
          <a:xfrm>
            <a:off x="28136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6D36A97C-A110-9499-E964-EFE1211303F9}"/>
              </a:ext>
            </a:extLst>
          </p:cNvPr>
          <p:cNvSpPr>
            <a:spLocks/>
          </p:cNvSpPr>
          <p:nvPr/>
        </p:nvSpPr>
        <p:spPr>
          <a:xfrm>
            <a:off x="2865990" y="25755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244AEE98-6C66-DAD1-2172-B56720AAB88D}"/>
              </a:ext>
            </a:extLst>
          </p:cNvPr>
          <p:cNvSpPr>
            <a:spLocks/>
          </p:cNvSpPr>
          <p:nvPr/>
        </p:nvSpPr>
        <p:spPr>
          <a:xfrm>
            <a:off x="276491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A9EBD11-569C-6436-C7B6-534C53955EE2}"/>
              </a:ext>
            </a:extLst>
          </p:cNvPr>
          <p:cNvSpPr>
            <a:spLocks/>
          </p:cNvSpPr>
          <p:nvPr/>
        </p:nvSpPr>
        <p:spPr>
          <a:xfrm>
            <a:off x="27709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32ACC19A-FDF3-87CD-779E-77F51C130B35}"/>
              </a:ext>
            </a:extLst>
          </p:cNvPr>
          <p:cNvSpPr>
            <a:spLocks/>
          </p:cNvSpPr>
          <p:nvPr/>
        </p:nvSpPr>
        <p:spPr>
          <a:xfrm>
            <a:off x="283699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5323FFEA-854E-894F-3DED-0D1365E88CDB}"/>
              </a:ext>
            </a:extLst>
          </p:cNvPr>
          <p:cNvSpPr>
            <a:spLocks/>
          </p:cNvSpPr>
          <p:nvPr/>
        </p:nvSpPr>
        <p:spPr>
          <a:xfrm>
            <a:off x="28877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0C651F9C-83E6-7AA5-76DE-AF3998FE6CB4}"/>
              </a:ext>
            </a:extLst>
          </p:cNvPr>
          <p:cNvSpPr>
            <a:spLocks/>
          </p:cNvSpPr>
          <p:nvPr/>
        </p:nvSpPr>
        <p:spPr>
          <a:xfrm>
            <a:off x="2813364" y="3027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2759FC71-4EE2-C48E-8760-DDF2DD97BBD3}"/>
              </a:ext>
            </a:extLst>
          </p:cNvPr>
          <p:cNvSpPr>
            <a:spLocks/>
          </p:cNvSpPr>
          <p:nvPr/>
        </p:nvSpPr>
        <p:spPr>
          <a:xfrm>
            <a:off x="2852469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CA8B9944-BB89-1336-D58B-17ED25ED86E5}"/>
              </a:ext>
            </a:extLst>
          </p:cNvPr>
          <p:cNvSpPr>
            <a:spLocks/>
          </p:cNvSpPr>
          <p:nvPr/>
        </p:nvSpPr>
        <p:spPr>
          <a:xfrm>
            <a:off x="28631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DC589BDD-216D-FC6F-13D8-BF5C73B705B5}"/>
              </a:ext>
            </a:extLst>
          </p:cNvPr>
          <p:cNvSpPr>
            <a:spLocks/>
          </p:cNvSpPr>
          <p:nvPr/>
        </p:nvSpPr>
        <p:spPr>
          <a:xfrm>
            <a:off x="28009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B1C7BA40-FC5E-D34E-FEC2-18ABACD38C11}"/>
              </a:ext>
            </a:extLst>
          </p:cNvPr>
          <p:cNvSpPr>
            <a:spLocks/>
          </p:cNvSpPr>
          <p:nvPr/>
        </p:nvSpPr>
        <p:spPr>
          <a:xfrm>
            <a:off x="278806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EB63D7B3-7BBB-7EBF-F10E-31191B560631}"/>
              </a:ext>
            </a:extLst>
          </p:cNvPr>
          <p:cNvSpPr>
            <a:spLocks/>
          </p:cNvSpPr>
          <p:nvPr/>
        </p:nvSpPr>
        <p:spPr>
          <a:xfrm>
            <a:off x="2781046" y="27738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C3C5DA3B-1A8A-A8A1-2D0E-3C9C3D8CF18A}"/>
              </a:ext>
            </a:extLst>
          </p:cNvPr>
          <p:cNvSpPr>
            <a:spLocks/>
          </p:cNvSpPr>
          <p:nvPr/>
        </p:nvSpPr>
        <p:spPr>
          <a:xfrm>
            <a:off x="2805302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5BF3F87F-3DD5-FAB6-A3DB-7E16CFAD95A6}"/>
              </a:ext>
            </a:extLst>
          </p:cNvPr>
          <p:cNvSpPr>
            <a:spLocks/>
          </p:cNvSpPr>
          <p:nvPr/>
        </p:nvSpPr>
        <p:spPr>
          <a:xfrm>
            <a:off x="2814421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1131972C-9D68-18A9-A8ED-ECF76F948342}"/>
              </a:ext>
            </a:extLst>
          </p:cNvPr>
          <p:cNvSpPr>
            <a:spLocks/>
          </p:cNvSpPr>
          <p:nvPr/>
        </p:nvSpPr>
        <p:spPr>
          <a:xfrm>
            <a:off x="2819989" y="3208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F2963C42-8CB9-E3BF-8FE8-F49FDF301125}"/>
              </a:ext>
            </a:extLst>
          </p:cNvPr>
          <p:cNvSpPr>
            <a:spLocks/>
          </p:cNvSpPr>
          <p:nvPr/>
        </p:nvSpPr>
        <p:spPr>
          <a:xfrm>
            <a:off x="2893828" y="22925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92F10CDE-10AC-CB40-21FE-D58BE28D563A}"/>
              </a:ext>
            </a:extLst>
          </p:cNvPr>
          <p:cNvSpPr>
            <a:spLocks/>
          </p:cNvSpPr>
          <p:nvPr/>
        </p:nvSpPr>
        <p:spPr>
          <a:xfrm>
            <a:off x="287850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4FF955E8-80B3-C0D6-6D7B-5BBE063F25D5}"/>
              </a:ext>
            </a:extLst>
          </p:cNvPr>
          <p:cNvSpPr>
            <a:spLocks/>
          </p:cNvSpPr>
          <p:nvPr/>
        </p:nvSpPr>
        <p:spPr>
          <a:xfrm>
            <a:off x="287768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E559B24C-8F26-FEF0-3FF4-A7B202606C17}"/>
              </a:ext>
            </a:extLst>
          </p:cNvPr>
          <p:cNvSpPr>
            <a:spLocks/>
          </p:cNvSpPr>
          <p:nvPr/>
        </p:nvSpPr>
        <p:spPr>
          <a:xfrm>
            <a:off x="277055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6AFF2476-AD61-F6AB-F615-DC99353D024C}"/>
              </a:ext>
            </a:extLst>
          </p:cNvPr>
          <p:cNvSpPr>
            <a:spLocks/>
          </p:cNvSpPr>
          <p:nvPr/>
        </p:nvSpPr>
        <p:spPr>
          <a:xfrm>
            <a:off x="2762332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21400619-B874-D247-0A02-EB090F913894}"/>
              </a:ext>
            </a:extLst>
          </p:cNvPr>
          <p:cNvSpPr>
            <a:spLocks/>
          </p:cNvSpPr>
          <p:nvPr/>
        </p:nvSpPr>
        <p:spPr>
          <a:xfrm>
            <a:off x="2867276" y="18898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19DEDBE0-EA7B-D1E3-C9A8-F6D92FD80BB1}"/>
              </a:ext>
            </a:extLst>
          </p:cNvPr>
          <p:cNvSpPr>
            <a:spLocks/>
          </p:cNvSpPr>
          <p:nvPr/>
        </p:nvSpPr>
        <p:spPr>
          <a:xfrm>
            <a:off x="2875988" y="2260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56F8AEC-8B1B-76C0-7698-6330CA2055A0}"/>
              </a:ext>
            </a:extLst>
          </p:cNvPr>
          <p:cNvSpPr>
            <a:spLocks/>
          </p:cNvSpPr>
          <p:nvPr/>
        </p:nvSpPr>
        <p:spPr>
          <a:xfrm>
            <a:off x="281112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2C91C330-ED0B-CC21-D3F0-771AD6B0C608}"/>
              </a:ext>
            </a:extLst>
          </p:cNvPr>
          <p:cNvSpPr>
            <a:spLocks/>
          </p:cNvSpPr>
          <p:nvPr/>
        </p:nvSpPr>
        <p:spPr>
          <a:xfrm>
            <a:off x="2900330" y="2528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4ADECE4D-6BF8-5E17-2EC9-76D937F6F6CA}"/>
              </a:ext>
            </a:extLst>
          </p:cNvPr>
          <p:cNvSpPr>
            <a:spLocks/>
          </p:cNvSpPr>
          <p:nvPr/>
        </p:nvSpPr>
        <p:spPr>
          <a:xfrm>
            <a:off x="2795170" y="22236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0709BD58-00A1-5629-77CB-07179860F064}"/>
              </a:ext>
            </a:extLst>
          </p:cNvPr>
          <p:cNvSpPr>
            <a:spLocks/>
          </p:cNvSpPr>
          <p:nvPr/>
        </p:nvSpPr>
        <p:spPr>
          <a:xfrm>
            <a:off x="28908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3DAD2476-A84E-B015-0FA0-49B733DA1E6C}"/>
              </a:ext>
            </a:extLst>
          </p:cNvPr>
          <p:cNvSpPr>
            <a:spLocks/>
          </p:cNvSpPr>
          <p:nvPr/>
        </p:nvSpPr>
        <p:spPr>
          <a:xfrm>
            <a:off x="284088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D4442D65-E778-EC84-3720-DEF05E402BB4}"/>
              </a:ext>
            </a:extLst>
          </p:cNvPr>
          <p:cNvSpPr>
            <a:spLocks/>
          </p:cNvSpPr>
          <p:nvPr/>
        </p:nvSpPr>
        <p:spPr>
          <a:xfrm>
            <a:off x="28398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143643FD-A5FA-1196-0C18-47899F2DA645}"/>
              </a:ext>
            </a:extLst>
          </p:cNvPr>
          <p:cNvSpPr>
            <a:spLocks/>
          </p:cNvSpPr>
          <p:nvPr/>
        </p:nvSpPr>
        <p:spPr>
          <a:xfrm>
            <a:off x="2793340" y="21389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DBC127C9-21E7-F579-398F-B47407E95EE1}"/>
              </a:ext>
            </a:extLst>
          </p:cNvPr>
          <p:cNvSpPr>
            <a:spLocks/>
          </p:cNvSpPr>
          <p:nvPr/>
        </p:nvSpPr>
        <p:spPr>
          <a:xfrm>
            <a:off x="2849852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EA6D62C2-AF84-7C85-0291-2C91678C6696}"/>
              </a:ext>
            </a:extLst>
          </p:cNvPr>
          <p:cNvSpPr>
            <a:spLocks/>
          </p:cNvSpPr>
          <p:nvPr/>
        </p:nvSpPr>
        <p:spPr>
          <a:xfrm>
            <a:off x="2872904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167DAB0C-C9A3-606D-CA29-124E4ABB0A7F}"/>
              </a:ext>
            </a:extLst>
          </p:cNvPr>
          <p:cNvSpPr>
            <a:spLocks/>
          </p:cNvSpPr>
          <p:nvPr/>
        </p:nvSpPr>
        <p:spPr>
          <a:xfrm>
            <a:off x="290160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25CB3340-80EB-30FB-E5A0-33057B18908A}"/>
              </a:ext>
            </a:extLst>
          </p:cNvPr>
          <p:cNvSpPr>
            <a:spLocks/>
          </p:cNvSpPr>
          <p:nvPr/>
        </p:nvSpPr>
        <p:spPr>
          <a:xfrm>
            <a:off x="2884924" y="228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A02F7313-D9CE-509F-4030-1E718EAB748A}"/>
              </a:ext>
            </a:extLst>
          </p:cNvPr>
          <p:cNvSpPr>
            <a:spLocks/>
          </p:cNvSpPr>
          <p:nvPr/>
        </p:nvSpPr>
        <p:spPr>
          <a:xfrm>
            <a:off x="277702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D48C3B45-622F-A59F-1EB4-6371DA4F8168}"/>
              </a:ext>
            </a:extLst>
          </p:cNvPr>
          <p:cNvSpPr>
            <a:spLocks/>
          </p:cNvSpPr>
          <p:nvPr/>
        </p:nvSpPr>
        <p:spPr>
          <a:xfrm>
            <a:off x="28823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98AF6FCA-363B-A42B-0F9B-61E59BB15D82}"/>
              </a:ext>
            </a:extLst>
          </p:cNvPr>
          <p:cNvSpPr>
            <a:spLocks/>
          </p:cNvSpPr>
          <p:nvPr/>
        </p:nvSpPr>
        <p:spPr>
          <a:xfrm>
            <a:off x="288398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B75CC45E-9D7E-C383-6C8E-EF2192B93DA5}"/>
              </a:ext>
            </a:extLst>
          </p:cNvPr>
          <p:cNvSpPr>
            <a:spLocks/>
          </p:cNvSpPr>
          <p:nvPr/>
        </p:nvSpPr>
        <p:spPr>
          <a:xfrm>
            <a:off x="28310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156BC7C6-528B-8D81-99BB-BF9DD9AE0D2F}"/>
              </a:ext>
            </a:extLst>
          </p:cNvPr>
          <p:cNvSpPr>
            <a:spLocks/>
          </p:cNvSpPr>
          <p:nvPr/>
        </p:nvSpPr>
        <p:spPr>
          <a:xfrm>
            <a:off x="2840087" y="24503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F2F1DCFF-710A-69D4-675B-CC5BE0B64EE6}"/>
              </a:ext>
            </a:extLst>
          </p:cNvPr>
          <p:cNvSpPr>
            <a:spLocks/>
          </p:cNvSpPr>
          <p:nvPr/>
        </p:nvSpPr>
        <p:spPr>
          <a:xfrm>
            <a:off x="282683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183A4930-50E3-9F02-4BED-5FA0105BCBD1}"/>
              </a:ext>
            </a:extLst>
          </p:cNvPr>
          <p:cNvSpPr>
            <a:spLocks/>
          </p:cNvSpPr>
          <p:nvPr/>
        </p:nvSpPr>
        <p:spPr>
          <a:xfrm>
            <a:off x="2782860" y="3141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C0B2AE29-2EAF-E354-A31A-6116D00DCD22}"/>
              </a:ext>
            </a:extLst>
          </p:cNvPr>
          <p:cNvSpPr>
            <a:spLocks/>
          </p:cNvSpPr>
          <p:nvPr/>
        </p:nvSpPr>
        <p:spPr>
          <a:xfrm>
            <a:off x="289519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84D88336-BC7E-A207-2EAC-423FBFBDA423}"/>
              </a:ext>
            </a:extLst>
          </p:cNvPr>
          <p:cNvSpPr>
            <a:spLocks/>
          </p:cNvSpPr>
          <p:nvPr/>
        </p:nvSpPr>
        <p:spPr>
          <a:xfrm>
            <a:off x="279089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50B236C1-26E8-87D3-72AE-2DB146A741B8}"/>
              </a:ext>
            </a:extLst>
          </p:cNvPr>
          <p:cNvSpPr>
            <a:spLocks/>
          </p:cNvSpPr>
          <p:nvPr/>
        </p:nvSpPr>
        <p:spPr>
          <a:xfrm>
            <a:off x="28284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DDD548EA-BF9A-5E13-BD23-C223FAEEDC4F}"/>
              </a:ext>
            </a:extLst>
          </p:cNvPr>
          <p:cNvSpPr>
            <a:spLocks/>
          </p:cNvSpPr>
          <p:nvPr/>
        </p:nvSpPr>
        <p:spPr>
          <a:xfrm>
            <a:off x="287619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54C1CA39-7111-F1E1-A7B4-B66F1E288DCC}"/>
              </a:ext>
            </a:extLst>
          </p:cNvPr>
          <p:cNvSpPr>
            <a:spLocks/>
          </p:cNvSpPr>
          <p:nvPr/>
        </p:nvSpPr>
        <p:spPr>
          <a:xfrm>
            <a:off x="280996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693752C1-CBCB-C188-98E8-8DC78645E9BF}"/>
              </a:ext>
            </a:extLst>
          </p:cNvPr>
          <p:cNvSpPr>
            <a:spLocks/>
          </p:cNvSpPr>
          <p:nvPr/>
        </p:nvSpPr>
        <p:spPr>
          <a:xfrm>
            <a:off x="289850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6357A9B8-CCD4-8EEF-BBC0-A263A827F6A5}"/>
              </a:ext>
            </a:extLst>
          </p:cNvPr>
          <p:cNvSpPr>
            <a:spLocks/>
          </p:cNvSpPr>
          <p:nvPr/>
        </p:nvSpPr>
        <p:spPr>
          <a:xfrm>
            <a:off x="2806155" y="33607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D6977965-16A4-57C9-566C-7C1EC1702176}"/>
              </a:ext>
            </a:extLst>
          </p:cNvPr>
          <p:cNvSpPr>
            <a:spLocks/>
          </p:cNvSpPr>
          <p:nvPr/>
        </p:nvSpPr>
        <p:spPr>
          <a:xfrm>
            <a:off x="279088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C8D7AB7E-DE22-9AEE-739B-3AE7B3E02075}"/>
              </a:ext>
            </a:extLst>
          </p:cNvPr>
          <p:cNvSpPr>
            <a:spLocks/>
          </p:cNvSpPr>
          <p:nvPr/>
        </p:nvSpPr>
        <p:spPr>
          <a:xfrm>
            <a:off x="282944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855789B9-F6BE-5DCC-340C-2EBF829B6C6E}"/>
              </a:ext>
            </a:extLst>
          </p:cNvPr>
          <p:cNvSpPr>
            <a:spLocks/>
          </p:cNvSpPr>
          <p:nvPr/>
        </p:nvSpPr>
        <p:spPr>
          <a:xfrm>
            <a:off x="278190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E5AE37C9-4A03-DEC6-484F-B00D97920DD1}"/>
              </a:ext>
            </a:extLst>
          </p:cNvPr>
          <p:cNvSpPr>
            <a:spLocks/>
          </p:cNvSpPr>
          <p:nvPr/>
        </p:nvSpPr>
        <p:spPr>
          <a:xfrm>
            <a:off x="2835006" y="275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028DB911-2842-A3D8-DB29-B6BC6A2F1B1E}"/>
              </a:ext>
            </a:extLst>
          </p:cNvPr>
          <p:cNvSpPr>
            <a:spLocks/>
          </p:cNvSpPr>
          <p:nvPr/>
        </p:nvSpPr>
        <p:spPr>
          <a:xfrm>
            <a:off x="278047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F6F6C2E5-050E-EDD0-E49F-E1550908D448}"/>
              </a:ext>
            </a:extLst>
          </p:cNvPr>
          <p:cNvSpPr>
            <a:spLocks/>
          </p:cNvSpPr>
          <p:nvPr/>
        </p:nvSpPr>
        <p:spPr>
          <a:xfrm>
            <a:off x="2797313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5C68C5E5-0A61-85FB-25B1-732D1B831ADF}"/>
              </a:ext>
            </a:extLst>
          </p:cNvPr>
          <p:cNvSpPr>
            <a:spLocks/>
          </p:cNvSpPr>
          <p:nvPr/>
        </p:nvSpPr>
        <p:spPr>
          <a:xfrm>
            <a:off x="277323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A557BBE1-204C-6B87-5897-BDA038A09259}"/>
              </a:ext>
            </a:extLst>
          </p:cNvPr>
          <p:cNvSpPr>
            <a:spLocks/>
          </p:cNvSpPr>
          <p:nvPr/>
        </p:nvSpPr>
        <p:spPr>
          <a:xfrm>
            <a:off x="2897640" y="3452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1B34577B-B063-9FEE-9E56-0CDD9D86FDA0}"/>
              </a:ext>
            </a:extLst>
          </p:cNvPr>
          <p:cNvSpPr>
            <a:spLocks/>
          </p:cNvSpPr>
          <p:nvPr/>
        </p:nvSpPr>
        <p:spPr>
          <a:xfrm>
            <a:off x="2811840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23CA68A7-B0C2-D8C1-DE20-0B54943C8A98}"/>
              </a:ext>
            </a:extLst>
          </p:cNvPr>
          <p:cNvSpPr>
            <a:spLocks/>
          </p:cNvSpPr>
          <p:nvPr/>
        </p:nvSpPr>
        <p:spPr>
          <a:xfrm>
            <a:off x="277023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51E8DA92-DC42-D009-EE60-33A2BC2A3A79}"/>
              </a:ext>
            </a:extLst>
          </p:cNvPr>
          <p:cNvSpPr>
            <a:spLocks/>
          </p:cNvSpPr>
          <p:nvPr/>
        </p:nvSpPr>
        <p:spPr>
          <a:xfrm>
            <a:off x="282834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657B073D-5888-4D0D-DF40-103208AB49C2}"/>
              </a:ext>
            </a:extLst>
          </p:cNvPr>
          <p:cNvSpPr>
            <a:spLocks/>
          </p:cNvSpPr>
          <p:nvPr/>
        </p:nvSpPr>
        <p:spPr>
          <a:xfrm>
            <a:off x="2808314" y="3010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2BFEF25D-FA52-00A5-D562-A552D3F961BD}"/>
              </a:ext>
            </a:extLst>
          </p:cNvPr>
          <p:cNvSpPr>
            <a:spLocks/>
          </p:cNvSpPr>
          <p:nvPr/>
        </p:nvSpPr>
        <p:spPr>
          <a:xfrm>
            <a:off x="28019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2CA48F53-693E-3995-1AE3-2D94A73CA3A9}"/>
              </a:ext>
            </a:extLst>
          </p:cNvPr>
          <p:cNvSpPr>
            <a:spLocks/>
          </p:cNvSpPr>
          <p:nvPr/>
        </p:nvSpPr>
        <p:spPr>
          <a:xfrm>
            <a:off x="2855749" y="29136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2A9C26EA-49E5-FFB8-FD8C-DB2917A837C1}"/>
              </a:ext>
            </a:extLst>
          </p:cNvPr>
          <p:cNvSpPr>
            <a:spLocks/>
          </p:cNvSpPr>
          <p:nvPr/>
        </p:nvSpPr>
        <p:spPr>
          <a:xfrm>
            <a:off x="2791736" y="29309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9E1C6094-362A-C97F-9CD0-503950403EE6}"/>
              </a:ext>
            </a:extLst>
          </p:cNvPr>
          <p:cNvSpPr>
            <a:spLocks/>
          </p:cNvSpPr>
          <p:nvPr/>
        </p:nvSpPr>
        <p:spPr>
          <a:xfrm>
            <a:off x="2853825" y="24776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FED0F731-BF2D-025D-EB03-F84BA2A15BFF}"/>
              </a:ext>
            </a:extLst>
          </p:cNvPr>
          <p:cNvSpPr>
            <a:spLocks/>
          </p:cNvSpPr>
          <p:nvPr/>
        </p:nvSpPr>
        <p:spPr>
          <a:xfrm>
            <a:off x="277226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D019C4DE-BF6A-E31B-BC97-482990663AD2}"/>
              </a:ext>
            </a:extLst>
          </p:cNvPr>
          <p:cNvSpPr>
            <a:spLocks/>
          </p:cNvSpPr>
          <p:nvPr/>
        </p:nvSpPr>
        <p:spPr>
          <a:xfrm>
            <a:off x="2876151" y="17302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685B1D88-F247-F531-091E-C254925F8B05}"/>
              </a:ext>
            </a:extLst>
          </p:cNvPr>
          <p:cNvSpPr>
            <a:spLocks/>
          </p:cNvSpPr>
          <p:nvPr/>
        </p:nvSpPr>
        <p:spPr>
          <a:xfrm>
            <a:off x="283878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75E0DEB3-08F8-B7B0-98E0-5F69FEEEF56C}"/>
              </a:ext>
            </a:extLst>
          </p:cNvPr>
          <p:cNvSpPr>
            <a:spLocks/>
          </p:cNvSpPr>
          <p:nvPr/>
        </p:nvSpPr>
        <p:spPr>
          <a:xfrm>
            <a:off x="2862572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BBD99F94-8A79-9CAC-64A5-FD4E66E3E760}"/>
              </a:ext>
            </a:extLst>
          </p:cNvPr>
          <p:cNvSpPr>
            <a:spLocks/>
          </p:cNvSpPr>
          <p:nvPr/>
        </p:nvSpPr>
        <p:spPr>
          <a:xfrm>
            <a:off x="287635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127DEB46-5E8D-EB1B-D336-0E05EDAD5116}"/>
              </a:ext>
            </a:extLst>
          </p:cNvPr>
          <p:cNvSpPr>
            <a:spLocks/>
          </p:cNvSpPr>
          <p:nvPr/>
        </p:nvSpPr>
        <p:spPr>
          <a:xfrm>
            <a:off x="2879308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729D0DCC-D296-F0C9-DD02-9C771471E1BD}"/>
              </a:ext>
            </a:extLst>
          </p:cNvPr>
          <p:cNvSpPr>
            <a:spLocks/>
          </p:cNvSpPr>
          <p:nvPr/>
        </p:nvSpPr>
        <p:spPr>
          <a:xfrm>
            <a:off x="2808509" y="2148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8C841B73-C190-7B99-14FD-8902F1839F35}"/>
              </a:ext>
            </a:extLst>
          </p:cNvPr>
          <p:cNvSpPr>
            <a:spLocks/>
          </p:cNvSpPr>
          <p:nvPr/>
        </p:nvSpPr>
        <p:spPr>
          <a:xfrm>
            <a:off x="2778055" y="3135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097F47A9-10E4-A732-C8E6-F4AC2C2760F1}"/>
              </a:ext>
            </a:extLst>
          </p:cNvPr>
          <p:cNvSpPr>
            <a:spLocks/>
          </p:cNvSpPr>
          <p:nvPr/>
        </p:nvSpPr>
        <p:spPr>
          <a:xfrm>
            <a:off x="2802188" y="2358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6C697AB5-105E-1B0E-C53B-17820CFFCE6B}"/>
              </a:ext>
            </a:extLst>
          </p:cNvPr>
          <p:cNvSpPr>
            <a:spLocks/>
          </p:cNvSpPr>
          <p:nvPr/>
        </p:nvSpPr>
        <p:spPr>
          <a:xfrm>
            <a:off x="284444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BD0CA327-7CE5-E162-3993-8C02E830F2C7}"/>
              </a:ext>
            </a:extLst>
          </p:cNvPr>
          <p:cNvSpPr>
            <a:spLocks/>
          </p:cNvSpPr>
          <p:nvPr/>
        </p:nvSpPr>
        <p:spPr>
          <a:xfrm>
            <a:off x="2851637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E4F33837-9AF3-184C-BB9B-29ABB0ADAB45}"/>
              </a:ext>
            </a:extLst>
          </p:cNvPr>
          <p:cNvSpPr>
            <a:spLocks/>
          </p:cNvSpPr>
          <p:nvPr/>
        </p:nvSpPr>
        <p:spPr>
          <a:xfrm>
            <a:off x="279227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608550E4-A866-53FF-3630-C8982547B3CE}"/>
              </a:ext>
            </a:extLst>
          </p:cNvPr>
          <p:cNvSpPr>
            <a:spLocks/>
          </p:cNvSpPr>
          <p:nvPr/>
        </p:nvSpPr>
        <p:spPr>
          <a:xfrm>
            <a:off x="2843076" y="3048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0B6951F1-3C73-02B3-C7CF-97C4644F4DD2}"/>
              </a:ext>
            </a:extLst>
          </p:cNvPr>
          <p:cNvSpPr>
            <a:spLocks/>
          </p:cNvSpPr>
          <p:nvPr/>
        </p:nvSpPr>
        <p:spPr>
          <a:xfrm>
            <a:off x="2848447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D807CAD0-4A1F-7288-842D-5CBE076DA905}"/>
              </a:ext>
            </a:extLst>
          </p:cNvPr>
          <p:cNvSpPr>
            <a:spLocks/>
          </p:cNvSpPr>
          <p:nvPr/>
        </p:nvSpPr>
        <p:spPr>
          <a:xfrm>
            <a:off x="281545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89F41AC5-AD9F-0765-5131-97483EBE3D95}"/>
              </a:ext>
            </a:extLst>
          </p:cNvPr>
          <p:cNvSpPr>
            <a:spLocks/>
          </p:cNvSpPr>
          <p:nvPr/>
        </p:nvSpPr>
        <p:spPr>
          <a:xfrm>
            <a:off x="2865789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D1099CE-8234-A9A7-FB26-3B133EA0E502}"/>
              </a:ext>
            </a:extLst>
          </p:cNvPr>
          <p:cNvSpPr>
            <a:spLocks/>
          </p:cNvSpPr>
          <p:nvPr/>
        </p:nvSpPr>
        <p:spPr>
          <a:xfrm>
            <a:off x="28426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5E947BFE-0F11-8DC6-EA84-2057F57C4198}"/>
              </a:ext>
            </a:extLst>
          </p:cNvPr>
          <p:cNvSpPr>
            <a:spLocks/>
          </p:cNvSpPr>
          <p:nvPr/>
        </p:nvSpPr>
        <p:spPr>
          <a:xfrm>
            <a:off x="278617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82F8A03C-D9B7-BB87-A273-78CFE230DE1D}"/>
              </a:ext>
            </a:extLst>
          </p:cNvPr>
          <p:cNvSpPr>
            <a:spLocks/>
          </p:cNvSpPr>
          <p:nvPr/>
        </p:nvSpPr>
        <p:spPr>
          <a:xfrm>
            <a:off x="2873913" y="2735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1042ED2B-FD12-AA37-CC39-D8DC70016ECB}"/>
              </a:ext>
            </a:extLst>
          </p:cNvPr>
          <p:cNvSpPr>
            <a:spLocks/>
          </p:cNvSpPr>
          <p:nvPr/>
        </p:nvSpPr>
        <p:spPr>
          <a:xfrm>
            <a:off x="2864564" y="24583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FAF79D7A-9312-D6C7-8311-3C23AF8D8DD9}"/>
              </a:ext>
            </a:extLst>
          </p:cNvPr>
          <p:cNvSpPr>
            <a:spLocks/>
          </p:cNvSpPr>
          <p:nvPr/>
        </p:nvSpPr>
        <p:spPr>
          <a:xfrm>
            <a:off x="29013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0CF2B11-FC45-BA6A-D112-81E13ABA5082}"/>
              </a:ext>
            </a:extLst>
          </p:cNvPr>
          <p:cNvSpPr>
            <a:spLocks/>
          </p:cNvSpPr>
          <p:nvPr/>
        </p:nvSpPr>
        <p:spPr>
          <a:xfrm>
            <a:off x="2841177" y="22334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1D243E0F-6DA5-C9D9-2AEC-847DA9D8B7B1}"/>
              </a:ext>
            </a:extLst>
          </p:cNvPr>
          <p:cNvSpPr>
            <a:spLocks/>
          </p:cNvSpPr>
          <p:nvPr/>
        </p:nvSpPr>
        <p:spPr>
          <a:xfrm>
            <a:off x="2892136" y="2400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1CAE82AC-3B20-EC3B-2ACB-7C306125EB7E}"/>
              </a:ext>
            </a:extLst>
          </p:cNvPr>
          <p:cNvSpPr>
            <a:spLocks/>
          </p:cNvSpPr>
          <p:nvPr/>
        </p:nvSpPr>
        <p:spPr>
          <a:xfrm>
            <a:off x="283299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6F1BAFCD-EAC6-A507-774C-934F2ED56D05}"/>
              </a:ext>
            </a:extLst>
          </p:cNvPr>
          <p:cNvSpPr>
            <a:spLocks/>
          </p:cNvSpPr>
          <p:nvPr/>
        </p:nvSpPr>
        <p:spPr>
          <a:xfrm>
            <a:off x="2850245" y="3084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460E8DCD-F85B-2030-76AF-85BE2A615CCC}"/>
              </a:ext>
            </a:extLst>
          </p:cNvPr>
          <p:cNvSpPr>
            <a:spLocks/>
          </p:cNvSpPr>
          <p:nvPr/>
        </p:nvSpPr>
        <p:spPr>
          <a:xfrm>
            <a:off x="2785683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469BE141-D8EE-E819-26F6-E9484AE1D113}"/>
              </a:ext>
            </a:extLst>
          </p:cNvPr>
          <p:cNvSpPr>
            <a:spLocks/>
          </p:cNvSpPr>
          <p:nvPr/>
        </p:nvSpPr>
        <p:spPr>
          <a:xfrm>
            <a:off x="288784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FA67E6DD-9E7D-0D63-DD25-F5E92D3A15F5}"/>
              </a:ext>
            </a:extLst>
          </p:cNvPr>
          <p:cNvSpPr>
            <a:spLocks/>
          </p:cNvSpPr>
          <p:nvPr/>
        </p:nvSpPr>
        <p:spPr>
          <a:xfrm>
            <a:off x="281974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88103FE6-CAD9-03E7-59BA-FA2BD6DA16DD}"/>
              </a:ext>
            </a:extLst>
          </p:cNvPr>
          <p:cNvSpPr>
            <a:spLocks/>
          </p:cNvSpPr>
          <p:nvPr/>
        </p:nvSpPr>
        <p:spPr>
          <a:xfrm>
            <a:off x="287183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2AB1DCEA-DC45-A779-CDC9-6C6F45A984D5}"/>
              </a:ext>
            </a:extLst>
          </p:cNvPr>
          <p:cNvSpPr>
            <a:spLocks/>
          </p:cNvSpPr>
          <p:nvPr/>
        </p:nvSpPr>
        <p:spPr>
          <a:xfrm>
            <a:off x="2764545" y="30181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81D1D649-160C-FF5F-1775-7B3727ADFAED}"/>
              </a:ext>
            </a:extLst>
          </p:cNvPr>
          <p:cNvSpPr>
            <a:spLocks/>
          </p:cNvSpPr>
          <p:nvPr/>
        </p:nvSpPr>
        <p:spPr>
          <a:xfrm>
            <a:off x="283526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4C84A8B8-B86A-E14D-DEE1-C3F928243DCA}"/>
              </a:ext>
            </a:extLst>
          </p:cNvPr>
          <p:cNvSpPr>
            <a:spLocks/>
          </p:cNvSpPr>
          <p:nvPr/>
        </p:nvSpPr>
        <p:spPr>
          <a:xfrm>
            <a:off x="2834344" y="3250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1A805520-B8BC-3EDF-585B-AFF9CAF5F914}"/>
              </a:ext>
            </a:extLst>
          </p:cNvPr>
          <p:cNvSpPr>
            <a:spLocks/>
          </p:cNvSpPr>
          <p:nvPr/>
        </p:nvSpPr>
        <p:spPr>
          <a:xfrm>
            <a:off x="1218944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3B816E37-49E9-B817-33F7-02A9875A7CB5}"/>
              </a:ext>
            </a:extLst>
          </p:cNvPr>
          <p:cNvSpPr>
            <a:spLocks/>
          </p:cNvSpPr>
          <p:nvPr/>
        </p:nvSpPr>
        <p:spPr>
          <a:xfrm>
            <a:off x="1218944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1521069A-0BD2-1772-11B1-F5196CD41B92}"/>
              </a:ext>
            </a:extLst>
          </p:cNvPr>
          <p:cNvSpPr>
            <a:spLocks/>
          </p:cNvSpPr>
          <p:nvPr/>
        </p:nvSpPr>
        <p:spPr>
          <a:xfrm>
            <a:off x="740114" y="1291426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C9916A8F-F6AA-9795-1474-FC39CD8E8208}"/>
              </a:ext>
            </a:extLst>
          </p:cNvPr>
          <p:cNvSpPr>
            <a:spLocks/>
          </p:cNvSpPr>
          <p:nvPr/>
        </p:nvSpPr>
        <p:spPr>
          <a:xfrm>
            <a:off x="1218944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EFED89B4-C462-C7A7-9A64-639BCE9F5902}"/>
              </a:ext>
            </a:extLst>
          </p:cNvPr>
          <p:cNvSpPr>
            <a:spLocks/>
          </p:cNvSpPr>
          <p:nvPr/>
        </p:nvSpPr>
        <p:spPr>
          <a:xfrm>
            <a:off x="1462614" y="2979805"/>
            <a:ext cx="191" cy="125080"/>
          </a:xfrm>
          <a:custGeom>
            <a:avLst/>
            <a:gdLst/>
            <a:ahLst/>
            <a:cxnLst/>
            <a:rect l="0" t="0" r="0" b="0"/>
            <a:pathLst>
              <a:path w="191" h="125080">
                <a:moveTo>
                  <a:pt x="0" y="12508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10E6C38C-9DF9-910A-7599-F4B9B960A0CE}"/>
              </a:ext>
            </a:extLst>
          </p:cNvPr>
          <p:cNvSpPr>
            <a:spLocks/>
          </p:cNvSpPr>
          <p:nvPr/>
        </p:nvSpPr>
        <p:spPr>
          <a:xfrm>
            <a:off x="1420440" y="310488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D04B67F1-9095-1655-1B77-9AD4C6F37262}"/>
              </a:ext>
            </a:extLst>
          </p:cNvPr>
          <p:cNvSpPr>
            <a:spLocks/>
          </p:cNvSpPr>
          <p:nvPr/>
        </p:nvSpPr>
        <p:spPr>
          <a:xfrm>
            <a:off x="1420440" y="297980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44F4F28D-21AA-A667-F5E2-52799C3903D3}"/>
              </a:ext>
            </a:extLst>
          </p:cNvPr>
          <p:cNvSpPr>
            <a:spLocks/>
          </p:cNvSpPr>
          <p:nvPr/>
        </p:nvSpPr>
        <p:spPr>
          <a:xfrm>
            <a:off x="1687540" y="2563771"/>
            <a:ext cx="191" cy="146415"/>
          </a:xfrm>
          <a:custGeom>
            <a:avLst/>
            <a:gdLst/>
            <a:ahLst/>
            <a:cxnLst/>
            <a:rect l="0" t="0" r="0" b="0"/>
            <a:pathLst>
              <a:path w="191" h="146415">
                <a:moveTo>
                  <a:pt x="0" y="14641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BAB6A26E-87D9-1255-6C4E-E32716BD9A99}"/>
              </a:ext>
            </a:extLst>
          </p:cNvPr>
          <p:cNvSpPr>
            <a:spLocks/>
          </p:cNvSpPr>
          <p:nvPr/>
        </p:nvSpPr>
        <p:spPr>
          <a:xfrm>
            <a:off x="1645366" y="27101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51868942-6BBC-D57C-486E-CC6E6B05D160}"/>
              </a:ext>
            </a:extLst>
          </p:cNvPr>
          <p:cNvSpPr>
            <a:spLocks/>
          </p:cNvSpPr>
          <p:nvPr/>
        </p:nvSpPr>
        <p:spPr>
          <a:xfrm>
            <a:off x="1645366" y="256377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742BE406-CFD5-4F5E-4F3F-3A6C96690D00}"/>
              </a:ext>
            </a:extLst>
          </p:cNvPr>
          <p:cNvSpPr>
            <a:spLocks/>
          </p:cNvSpPr>
          <p:nvPr/>
        </p:nvSpPr>
        <p:spPr>
          <a:xfrm>
            <a:off x="1912466" y="2376701"/>
            <a:ext cx="191" cy="139227"/>
          </a:xfrm>
          <a:custGeom>
            <a:avLst/>
            <a:gdLst/>
            <a:ahLst/>
            <a:cxnLst/>
            <a:rect l="0" t="0" r="0" b="0"/>
            <a:pathLst>
              <a:path w="191" h="139227">
                <a:moveTo>
                  <a:pt x="0" y="13922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095FD6E9-A33C-C35F-0985-34CF51B3C6D9}"/>
              </a:ext>
            </a:extLst>
          </p:cNvPr>
          <p:cNvSpPr>
            <a:spLocks/>
          </p:cNvSpPr>
          <p:nvPr/>
        </p:nvSpPr>
        <p:spPr>
          <a:xfrm>
            <a:off x="1870292" y="251592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6A86147A-D291-A2C0-C255-D57958973D30}"/>
              </a:ext>
            </a:extLst>
          </p:cNvPr>
          <p:cNvSpPr>
            <a:spLocks/>
          </p:cNvSpPr>
          <p:nvPr/>
        </p:nvSpPr>
        <p:spPr>
          <a:xfrm>
            <a:off x="1870292" y="23767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DA35AB6C-D84F-8584-1D28-ED1B55C0E93C}"/>
              </a:ext>
            </a:extLst>
          </p:cNvPr>
          <p:cNvSpPr>
            <a:spLocks/>
          </p:cNvSpPr>
          <p:nvPr/>
        </p:nvSpPr>
        <p:spPr>
          <a:xfrm>
            <a:off x="2399806" y="2915670"/>
            <a:ext cx="191" cy="171047"/>
          </a:xfrm>
          <a:custGeom>
            <a:avLst/>
            <a:gdLst/>
            <a:ahLst/>
            <a:cxnLst/>
            <a:rect l="0" t="0" r="0" b="0"/>
            <a:pathLst>
              <a:path w="191" h="171047">
                <a:moveTo>
                  <a:pt x="0" y="171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175D5D32-53D6-179C-AFB4-28CE9FAF4361}"/>
              </a:ext>
            </a:extLst>
          </p:cNvPr>
          <p:cNvSpPr>
            <a:spLocks/>
          </p:cNvSpPr>
          <p:nvPr/>
        </p:nvSpPr>
        <p:spPr>
          <a:xfrm>
            <a:off x="2357632" y="30867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1D2852F2-51FF-F5CF-2DCC-4437C423608A}"/>
              </a:ext>
            </a:extLst>
          </p:cNvPr>
          <p:cNvSpPr>
            <a:spLocks/>
          </p:cNvSpPr>
          <p:nvPr/>
        </p:nvSpPr>
        <p:spPr>
          <a:xfrm>
            <a:off x="2357632" y="291567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8E2042D2-62BE-DC31-5423-01E818942927}"/>
              </a:ext>
            </a:extLst>
          </p:cNvPr>
          <p:cNvSpPr>
            <a:spLocks/>
          </p:cNvSpPr>
          <p:nvPr/>
        </p:nvSpPr>
        <p:spPr>
          <a:xfrm>
            <a:off x="2624732" y="2437641"/>
            <a:ext cx="191" cy="171562"/>
          </a:xfrm>
          <a:custGeom>
            <a:avLst/>
            <a:gdLst/>
            <a:ahLst/>
            <a:cxnLst/>
            <a:rect l="0" t="0" r="0" b="0"/>
            <a:pathLst>
              <a:path w="191" h="171562">
                <a:moveTo>
                  <a:pt x="0" y="17156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3B93C2E1-4647-BFB1-315C-54B58C7ED710}"/>
              </a:ext>
            </a:extLst>
          </p:cNvPr>
          <p:cNvSpPr>
            <a:spLocks/>
          </p:cNvSpPr>
          <p:nvPr/>
        </p:nvSpPr>
        <p:spPr>
          <a:xfrm>
            <a:off x="2582558" y="26092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0C22474E-BA0A-B4AA-3A86-E80E9DAAF22C}"/>
              </a:ext>
            </a:extLst>
          </p:cNvPr>
          <p:cNvSpPr>
            <a:spLocks/>
          </p:cNvSpPr>
          <p:nvPr/>
        </p:nvSpPr>
        <p:spPr>
          <a:xfrm>
            <a:off x="2582558" y="24376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E299DBB7-CFCC-7AAB-C0CD-5A6D2014F8CB}"/>
              </a:ext>
            </a:extLst>
          </p:cNvPr>
          <p:cNvSpPr>
            <a:spLocks/>
          </p:cNvSpPr>
          <p:nvPr/>
        </p:nvSpPr>
        <p:spPr>
          <a:xfrm>
            <a:off x="2849658" y="2223772"/>
            <a:ext cx="191" cy="167917"/>
          </a:xfrm>
          <a:custGeom>
            <a:avLst/>
            <a:gdLst/>
            <a:ahLst/>
            <a:cxnLst/>
            <a:rect l="0" t="0" r="0" b="0"/>
            <a:pathLst>
              <a:path w="191" h="167917">
                <a:moveTo>
                  <a:pt x="0" y="1679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3CD287C7-8DB6-511B-0D13-FE606B8C3927}"/>
              </a:ext>
            </a:extLst>
          </p:cNvPr>
          <p:cNvSpPr>
            <a:spLocks/>
          </p:cNvSpPr>
          <p:nvPr/>
        </p:nvSpPr>
        <p:spPr>
          <a:xfrm>
            <a:off x="2807484" y="239168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169F83A6-5A56-1FEE-0E86-F08B2CC333D4}"/>
              </a:ext>
            </a:extLst>
          </p:cNvPr>
          <p:cNvSpPr>
            <a:spLocks/>
          </p:cNvSpPr>
          <p:nvPr/>
        </p:nvSpPr>
        <p:spPr>
          <a:xfrm>
            <a:off x="2807484" y="222377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182EF81B-B73B-E6CF-C771-3E32BBEFAF66}"/>
              </a:ext>
            </a:extLst>
          </p:cNvPr>
          <p:cNvSpPr>
            <a:spLocks/>
          </p:cNvSpPr>
          <p:nvPr/>
        </p:nvSpPr>
        <p:spPr>
          <a:xfrm>
            <a:off x="1382952" y="304278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B6126A8F-0C1A-A318-3DB7-C4864C3863E2}"/>
              </a:ext>
            </a:extLst>
          </p:cNvPr>
          <p:cNvSpPr>
            <a:spLocks/>
          </p:cNvSpPr>
          <p:nvPr/>
        </p:nvSpPr>
        <p:spPr>
          <a:xfrm>
            <a:off x="1607878" y="263595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C98F4CCC-EBBA-744F-D98D-6E3EA7F51A15}"/>
              </a:ext>
            </a:extLst>
          </p:cNvPr>
          <p:cNvSpPr>
            <a:spLocks/>
          </p:cNvSpPr>
          <p:nvPr/>
        </p:nvSpPr>
        <p:spPr>
          <a:xfrm>
            <a:off x="1832804" y="2445650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6F4C5663-49DB-E8A2-C591-2AE739AABF16}"/>
              </a:ext>
            </a:extLst>
          </p:cNvPr>
          <p:cNvSpPr>
            <a:spLocks/>
          </p:cNvSpPr>
          <p:nvPr/>
        </p:nvSpPr>
        <p:spPr>
          <a:xfrm>
            <a:off x="2320144" y="300353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E0688EC4-8D7A-EFF7-4771-3B650BC55E29}"/>
              </a:ext>
            </a:extLst>
          </p:cNvPr>
          <p:cNvSpPr>
            <a:spLocks/>
          </p:cNvSpPr>
          <p:nvPr/>
        </p:nvSpPr>
        <p:spPr>
          <a:xfrm>
            <a:off x="2545070" y="2522774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77BF4354-9945-1BDE-3DDD-1E1E36E4C604}"/>
              </a:ext>
            </a:extLst>
          </p:cNvPr>
          <p:cNvSpPr>
            <a:spLocks/>
          </p:cNvSpPr>
          <p:nvPr/>
        </p:nvSpPr>
        <p:spPr>
          <a:xfrm>
            <a:off x="2769996" y="230654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E5633D61-317B-8A9D-74FD-E84A29C84186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5E4DEBF4-ED3C-9C69-E9C0-A90CAA7D789A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B3946E82-3C80-780F-FDD0-89FA498FB98D}"/>
              </a:ext>
            </a:extLst>
          </p:cNvPr>
          <p:cNvSpPr>
            <a:spLocks/>
          </p:cNvSpPr>
          <p:nvPr/>
        </p:nvSpPr>
        <p:spPr>
          <a:xfrm>
            <a:off x="3883122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2B33DAC0-0C82-6066-9FBE-F47F73934093}"/>
              </a:ext>
            </a:extLst>
          </p:cNvPr>
          <p:cNvSpPr>
            <a:spLocks/>
          </p:cNvSpPr>
          <p:nvPr/>
        </p:nvSpPr>
        <p:spPr>
          <a:xfrm>
            <a:off x="4901140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9A766452-E365-246B-6D41-4CDFA44534E7}"/>
              </a:ext>
            </a:extLst>
          </p:cNvPr>
          <p:cNvSpPr>
            <a:spLocks/>
          </p:cNvSpPr>
          <p:nvPr/>
        </p:nvSpPr>
        <p:spPr>
          <a:xfrm>
            <a:off x="4820314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9A139D6F-033F-B17F-5638-93A9DEB65B60}"/>
              </a:ext>
            </a:extLst>
          </p:cNvPr>
          <p:cNvSpPr>
            <a:spLocks/>
          </p:cNvSpPr>
          <p:nvPr/>
        </p:nvSpPr>
        <p:spPr>
          <a:xfrm>
            <a:off x="5838332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42B8D748-0A74-2703-206A-519429FE61CF}"/>
              </a:ext>
            </a:extLst>
          </p:cNvPr>
          <p:cNvSpPr>
            <a:spLocks/>
          </p:cNvSpPr>
          <p:nvPr/>
        </p:nvSpPr>
        <p:spPr>
          <a:xfrm>
            <a:off x="5757506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75A1709A-78BC-C050-AEB9-48EC87645B82}"/>
              </a:ext>
            </a:extLst>
          </p:cNvPr>
          <p:cNvSpPr>
            <a:spLocks/>
          </p:cNvSpPr>
          <p:nvPr/>
        </p:nvSpPr>
        <p:spPr>
          <a:xfrm>
            <a:off x="4532471" y="375208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92613D6F-0E6E-0C48-9B0C-136521FEFBF2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F654145A-81B1-5B8C-7DCB-8A0A2F1F6B99}"/>
              </a:ext>
            </a:extLst>
          </p:cNvPr>
          <p:cNvSpPr>
            <a:spLocks/>
          </p:cNvSpPr>
          <p:nvPr/>
        </p:nvSpPr>
        <p:spPr>
          <a:xfrm>
            <a:off x="3919612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E816760E-ADC6-5F29-0199-DC9ACCB9FC0E}"/>
              </a:ext>
            </a:extLst>
          </p:cNvPr>
          <p:cNvSpPr>
            <a:spLocks/>
          </p:cNvSpPr>
          <p:nvPr/>
        </p:nvSpPr>
        <p:spPr>
          <a:xfrm>
            <a:off x="3695889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22BEDE2F-5A03-31A9-114D-6F714179AB99}"/>
              </a:ext>
            </a:extLst>
          </p:cNvPr>
          <p:cNvSpPr>
            <a:spLocks/>
          </p:cNvSpPr>
          <p:nvPr/>
        </p:nvSpPr>
        <p:spPr>
          <a:xfrm>
            <a:off x="3963948" y="2542019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8BE4AAAF-775C-0A67-81F3-88C908E1F3DF}"/>
              </a:ext>
            </a:extLst>
          </p:cNvPr>
          <p:cNvSpPr>
            <a:spLocks/>
          </p:cNvSpPr>
          <p:nvPr/>
        </p:nvSpPr>
        <p:spPr>
          <a:xfrm>
            <a:off x="3919612" y="254201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94A3505B-7344-7C2C-A56C-032A1949E8D5}"/>
              </a:ext>
            </a:extLst>
          </p:cNvPr>
          <p:cNvSpPr>
            <a:spLocks/>
          </p:cNvSpPr>
          <p:nvPr/>
        </p:nvSpPr>
        <p:spPr>
          <a:xfrm>
            <a:off x="3695889" y="248456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05D25BF5-D90E-5F36-F513-5A8785179A69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554F5246-43FC-ADD5-B9EB-ECF3EA7FAC78}"/>
              </a:ext>
            </a:extLst>
          </p:cNvPr>
          <p:cNvSpPr>
            <a:spLocks/>
          </p:cNvSpPr>
          <p:nvPr/>
        </p:nvSpPr>
        <p:spPr>
          <a:xfrm>
            <a:off x="3919612" y="16048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223D8487-77F1-1BEC-7A53-A4900D8C0856}"/>
              </a:ext>
            </a:extLst>
          </p:cNvPr>
          <p:cNvSpPr>
            <a:spLocks/>
          </p:cNvSpPr>
          <p:nvPr/>
        </p:nvSpPr>
        <p:spPr>
          <a:xfrm>
            <a:off x="3695889" y="15473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2" name="text_1151">
            <a:extLst>
              <a:ext uri="{FF2B5EF4-FFF2-40B4-BE49-F238E27FC236}">
                <a16:creationId xmlns:a16="http://schemas.microsoft.com/office/drawing/2014/main" id="{B583304A-E07B-83EE-344A-66C472C23E17}"/>
              </a:ext>
            </a:extLst>
          </p:cNvPr>
          <p:cNvSpPr>
            <a:spLocks/>
          </p:cNvSpPr>
          <p:nvPr/>
        </p:nvSpPr>
        <p:spPr>
          <a:xfrm rot="-5400000">
            <a:off x="2968359" y="2457780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2247E7E8-5B0C-34F6-7599-6F52A501BA3B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D9BD1CEA-0822-DC49-E0D5-030AF42CF6C5}"/>
              </a:ext>
            </a:extLst>
          </p:cNvPr>
          <p:cNvSpPr>
            <a:spLocks/>
          </p:cNvSpPr>
          <p:nvPr/>
        </p:nvSpPr>
        <p:spPr>
          <a:xfrm>
            <a:off x="3931977" y="2145272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BD9DA372-5B56-CE00-80FE-926011D1D32F}"/>
              </a:ext>
            </a:extLst>
          </p:cNvPr>
          <p:cNvSpPr>
            <a:spLocks/>
          </p:cNvSpPr>
          <p:nvPr/>
        </p:nvSpPr>
        <p:spPr>
          <a:xfrm>
            <a:off x="3931977" y="18421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062331A4-2350-1FA6-5E96-8ED1EB5EA3E5}"/>
              </a:ext>
            </a:extLst>
          </p:cNvPr>
          <p:cNvSpPr>
            <a:spLocks/>
          </p:cNvSpPr>
          <p:nvPr/>
        </p:nvSpPr>
        <p:spPr>
          <a:xfrm>
            <a:off x="4204143" y="203424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4350192D-9448-51B3-810F-777CF9810967}"/>
              </a:ext>
            </a:extLst>
          </p:cNvPr>
          <p:cNvSpPr>
            <a:spLocks/>
          </p:cNvSpPr>
          <p:nvPr/>
        </p:nvSpPr>
        <p:spPr>
          <a:xfrm>
            <a:off x="3931977" y="3251652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828726E1-0C9A-6569-5DCC-B27F661BC0B7}"/>
              </a:ext>
            </a:extLst>
          </p:cNvPr>
          <p:cNvSpPr>
            <a:spLocks/>
          </p:cNvSpPr>
          <p:nvPr/>
        </p:nvSpPr>
        <p:spPr>
          <a:xfrm>
            <a:off x="4922766" y="214525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9553571A-6BC8-7E2E-E413-CDDDAB154ABD}"/>
              </a:ext>
            </a:extLst>
          </p:cNvPr>
          <p:cNvSpPr>
            <a:spLocks/>
          </p:cNvSpPr>
          <p:nvPr/>
        </p:nvSpPr>
        <p:spPr>
          <a:xfrm>
            <a:off x="3931977" y="2376163"/>
            <a:ext cx="63942" cy="63942"/>
          </a:xfrm>
          <a:prstGeom prst="ellipse">
            <a:avLst/>
          </a:prstGeom>
          <a:solidFill>
            <a:srgbClr val="48267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E660EEEC-A1FA-B641-1029-ECD7ADA4AE0C}"/>
              </a:ext>
            </a:extLst>
          </p:cNvPr>
          <p:cNvSpPr>
            <a:spLocks/>
          </p:cNvSpPr>
          <p:nvPr/>
        </p:nvSpPr>
        <p:spPr>
          <a:xfrm>
            <a:off x="3931977" y="191872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47490123-20F9-1175-EFD8-94174B566694}"/>
              </a:ext>
            </a:extLst>
          </p:cNvPr>
          <p:cNvSpPr>
            <a:spLocks/>
          </p:cNvSpPr>
          <p:nvPr/>
        </p:nvSpPr>
        <p:spPr>
          <a:xfrm>
            <a:off x="5180437" y="1953528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3C53669F-1186-14E5-2189-23A10925B56C}"/>
              </a:ext>
            </a:extLst>
          </p:cNvPr>
          <p:cNvSpPr>
            <a:spLocks/>
          </p:cNvSpPr>
          <p:nvPr/>
        </p:nvSpPr>
        <p:spPr>
          <a:xfrm>
            <a:off x="4030461" y="242427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BD022B5F-91D2-E64A-D50E-C9DE778D7C8A}"/>
              </a:ext>
            </a:extLst>
          </p:cNvPr>
          <p:cNvSpPr>
            <a:spLocks/>
          </p:cNvSpPr>
          <p:nvPr/>
        </p:nvSpPr>
        <p:spPr>
          <a:xfrm>
            <a:off x="4466841" y="185924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F2F90067-77B0-78D5-BAD3-297DAE06DD14}"/>
              </a:ext>
            </a:extLst>
          </p:cNvPr>
          <p:cNvSpPr>
            <a:spLocks/>
          </p:cNvSpPr>
          <p:nvPr/>
        </p:nvSpPr>
        <p:spPr>
          <a:xfrm>
            <a:off x="4728008" y="2634918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C07BC802-B646-772A-F7F9-3CC84AE1E7BF}"/>
              </a:ext>
            </a:extLst>
          </p:cNvPr>
          <p:cNvSpPr>
            <a:spLocks/>
          </p:cNvSpPr>
          <p:nvPr/>
        </p:nvSpPr>
        <p:spPr>
          <a:xfrm>
            <a:off x="4639983" y="239201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77B4A0B4-F0E9-2698-732D-162A4C272EDD}"/>
              </a:ext>
            </a:extLst>
          </p:cNvPr>
          <p:cNvSpPr>
            <a:spLocks/>
          </p:cNvSpPr>
          <p:nvPr/>
        </p:nvSpPr>
        <p:spPr>
          <a:xfrm>
            <a:off x="4792705" y="249352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AC0A0099-DE02-71BC-B2ED-ECF01969A5F2}"/>
              </a:ext>
            </a:extLst>
          </p:cNvPr>
          <p:cNvSpPr>
            <a:spLocks/>
          </p:cNvSpPr>
          <p:nvPr/>
        </p:nvSpPr>
        <p:spPr>
          <a:xfrm>
            <a:off x="3993353" y="2226880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669C6E17-6D9A-EAD6-5E69-7E85CAED7248}"/>
              </a:ext>
            </a:extLst>
          </p:cNvPr>
          <p:cNvSpPr>
            <a:spLocks/>
          </p:cNvSpPr>
          <p:nvPr/>
        </p:nvSpPr>
        <p:spPr>
          <a:xfrm>
            <a:off x="4274752" y="194622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EC2CC9EA-1C93-98B9-7258-BE59FC52BA9B}"/>
              </a:ext>
            </a:extLst>
          </p:cNvPr>
          <p:cNvSpPr>
            <a:spLocks/>
          </p:cNvSpPr>
          <p:nvPr/>
        </p:nvSpPr>
        <p:spPr>
          <a:xfrm>
            <a:off x="4462157" y="198893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982348F4-A9CB-4B04-259C-8892FEF45F3B}"/>
              </a:ext>
            </a:extLst>
          </p:cNvPr>
          <p:cNvSpPr>
            <a:spLocks/>
          </p:cNvSpPr>
          <p:nvPr/>
        </p:nvSpPr>
        <p:spPr>
          <a:xfrm>
            <a:off x="3931977" y="2503305"/>
            <a:ext cx="63942" cy="63942"/>
          </a:xfrm>
          <a:prstGeom prst="ellipse">
            <a:avLst/>
          </a:prstGeom>
          <a:solidFill>
            <a:srgbClr val="375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CC8D8990-0666-7870-BB5D-F412D0548017}"/>
              </a:ext>
            </a:extLst>
          </p:cNvPr>
          <p:cNvSpPr>
            <a:spLocks/>
          </p:cNvSpPr>
          <p:nvPr/>
        </p:nvSpPr>
        <p:spPr>
          <a:xfrm>
            <a:off x="4512557" y="2522688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FB2CBC57-453B-0533-CF03-84E1A52D100B}"/>
              </a:ext>
            </a:extLst>
          </p:cNvPr>
          <p:cNvSpPr>
            <a:spLocks/>
          </p:cNvSpPr>
          <p:nvPr/>
        </p:nvSpPr>
        <p:spPr>
          <a:xfrm>
            <a:off x="4784621" y="240782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07B80387-FBCE-9DB4-2CC8-38DD6C14D0F1}"/>
              </a:ext>
            </a:extLst>
          </p:cNvPr>
          <p:cNvSpPr>
            <a:spLocks/>
          </p:cNvSpPr>
          <p:nvPr/>
        </p:nvSpPr>
        <p:spPr>
          <a:xfrm>
            <a:off x="4754613" y="2321950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8F6FAF79-815F-354E-201E-3EE226C3B4D3}"/>
              </a:ext>
            </a:extLst>
          </p:cNvPr>
          <p:cNvSpPr>
            <a:spLocks/>
          </p:cNvSpPr>
          <p:nvPr/>
        </p:nvSpPr>
        <p:spPr>
          <a:xfrm>
            <a:off x="4457055" y="3007775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00E1AB03-088D-F16A-134E-2120EE7176AB}"/>
              </a:ext>
            </a:extLst>
          </p:cNvPr>
          <p:cNvSpPr>
            <a:spLocks/>
          </p:cNvSpPr>
          <p:nvPr/>
        </p:nvSpPr>
        <p:spPr>
          <a:xfrm>
            <a:off x="3931977" y="2613381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F4676ECA-0DA2-8921-9CD4-46A1DD5A9ADC}"/>
              </a:ext>
            </a:extLst>
          </p:cNvPr>
          <p:cNvSpPr>
            <a:spLocks/>
          </p:cNvSpPr>
          <p:nvPr/>
        </p:nvSpPr>
        <p:spPr>
          <a:xfrm>
            <a:off x="4836591" y="2411255"/>
            <a:ext cx="63942" cy="63942"/>
          </a:xfrm>
          <a:prstGeom prst="ellipse">
            <a:avLst/>
          </a:prstGeom>
          <a:solidFill>
            <a:srgbClr val="4829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8520D216-FCBD-2364-0CA4-5998A02173D0}"/>
              </a:ext>
            </a:extLst>
          </p:cNvPr>
          <p:cNvSpPr>
            <a:spLocks/>
          </p:cNvSpPr>
          <p:nvPr/>
        </p:nvSpPr>
        <p:spPr>
          <a:xfrm>
            <a:off x="5141017" y="189022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4AF08D4B-DD9E-1EBA-C717-6A234ADC8821}"/>
              </a:ext>
            </a:extLst>
          </p:cNvPr>
          <p:cNvSpPr>
            <a:spLocks/>
          </p:cNvSpPr>
          <p:nvPr/>
        </p:nvSpPr>
        <p:spPr>
          <a:xfrm>
            <a:off x="3931977" y="3196338"/>
            <a:ext cx="63942" cy="63942"/>
          </a:xfrm>
          <a:prstGeom prst="ellipse">
            <a:avLst/>
          </a:prstGeom>
          <a:solidFill>
            <a:srgbClr val="443B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F31E554D-45E5-B5B4-20D0-4E0A5AFE60A4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D88E7130-2C11-0DB7-5329-65A9E6D20F1A}"/>
              </a:ext>
            </a:extLst>
          </p:cNvPr>
          <p:cNvSpPr>
            <a:spLocks/>
          </p:cNvSpPr>
          <p:nvPr/>
        </p:nvSpPr>
        <p:spPr>
          <a:xfrm>
            <a:off x="4459014" y="281073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797C177B-E5E2-58E6-DA49-B8C1585C9D15}"/>
              </a:ext>
            </a:extLst>
          </p:cNvPr>
          <p:cNvSpPr>
            <a:spLocks/>
          </p:cNvSpPr>
          <p:nvPr/>
        </p:nvSpPr>
        <p:spPr>
          <a:xfrm>
            <a:off x="3931977" y="2929740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08F0F9B5-0633-9A68-A2FD-F9FD3BC3997E}"/>
              </a:ext>
            </a:extLst>
          </p:cNvPr>
          <p:cNvSpPr>
            <a:spLocks/>
          </p:cNvSpPr>
          <p:nvPr/>
        </p:nvSpPr>
        <p:spPr>
          <a:xfrm>
            <a:off x="5145379" y="1865331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77947194-F386-86EB-E805-DD8C7977CC0B}"/>
              </a:ext>
            </a:extLst>
          </p:cNvPr>
          <p:cNvSpPr>
            <a:spLocks/>
          </p:cNvSpPr>
          <p:nvPr/>
        </p:nvSpPr>
        <p:spPr>
          <a:xfrm>
            <a:off x="4984126" y="1864182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E046CF3C-1684-C72C-B1E5-E66AB87577B8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CA6841FC-044E-8919-92BE-FEE38C294BB8}"/>
              </a:ext>
            </a:extLst>
          </p:cNvPr>
          <p:cNvSpPr>
            <a:spLocks/>
          </p:cNvSpPr>
          <p:nvPr/>
        </p:nvSpPr>
        <p:spPr>
          <a:xfrm>
            <a:off x="4697246" y="2519548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20CB19B2-47D3-C2D8-AE03-946CE119604D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9C0E018E-FE55-854B-B4FD-9C6A9B4B96E3}"/>
              </a:ext>
            </a:extLst>
          </p:cNvPr>
          <p:cNvSpPr>
            <a:spLocks/>
          </p:cNvSpPr>
          <p:nvPr/>
        </p:nvSpPr>
        <p:spPr>
          <a:xfrm>
            <a:off x="4756395" y="2617512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43064264-E58B-920E-44BA-E9714464F76A}"/>
              </a:ext>
            </a:extLst>
          </p:cNvPr>
          <p:cNvSpPr>
            <a:spLocks/>
          </p:cNvSpPr>
          <p:nvPr/>
        </p:nvSpPr>
        <p:spPr>
          <a:xfrm>
            <a:off x="3931977" y="224393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51DC24D4-0863-CF26-4151-50586560C8B1}"/>
              </a:ext>
            </a:extLst>
          </p:cNvPr>
          <p:cNvSpPr>
            <a:spLocks/>
          </p:cNvSpPr>
          <p:nvPr/>
        </p:nvSpPr>
        <p:spPr>
          <a:xfrm>
            <a:off x="4423670" y="344723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D8B15294-36BD-E576-3561-38CEDA8086E3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A31C2DBD-6E7A-7E19-292B-F00434452626}"/>
              </a:ext>
            </a:extLst>
          </p:cNvPr>
          <p:cNvSpPr>
            <a:spLocks/>
          </p:cNvSpPr>
          <p:nvPr/>
        </p:nvSpPr>
        <p:spPr>
          <a:xfrm>
            <a:off x="4759627" y="2524176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3C4A1BF3-E163-8842-5552-8194FBD00813}"/>
              </a:ext>
            </a:extLst>
          </p:cNvPr>
          <p:cNvSpPr>
            <a:spLocks/>
          </p:cNvSpPr>
          <p:nvPr/>
        </p:nvSpPr>
        <p:spPr>
          <a:xfrm>
            <a:off x="3931977" y="1821268"/>
            <a:ext cx="63942" cy="63942"/>
          </a:xfrm>
          <a:prstGeom prst="ellipse">
            <a:avLst/>
          </a:prstGeom>
          <a:solidFill>
            <a:srgbClr val="3E4C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AEDCC07B-15AA-CFEB-FC24-900AC40D51EC}"/>
              </a:ext>
            </a:extLst>
          </p:cNvPr>
          <p:cNvSpPr>
            <a:spLocks/>
          </p:cNvSpPr>
          <p:nvPr/>
        </p:nvSpPr>
        <p:spPr>
          <a:xfrm>
            <a:off x="5223454" y="1880882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17617C33-39C0-1C7E-3BA3-783B2B39BA97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0ABE901E-B256-8A2A-C4CB-5B3F9CFB1EEF}"/>
              </a:ext>
            </a:extLst>
          </p:cNvPr>
          <p:cNvSpPr>
            <a:spLocks/>
          </p:cNvSpPr>
          <p:nvPr/>
        </p:nvSpPr>
        <p:spPr>
          <a:xfrm>
            <a:off x="5089739" y="191534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13B6FCBA-E1DD-6DCB-3B71-3BBBBE8E4F86}"/>
              </a:ext>
            </a:extLst>
          </p:cNvPr>
          <p:cNvSpPr>
            <a:spLocks/>
          </p:cNvSpPr>
          <p:nvPr/>
        </p:nvSpPr>
        <p:spPr>
          <a:xfrm>
            <a:off x="3931977" y="2701746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44B0B80A-354C-21AA-E797-29FD8F7CB0B1}"/>
              </a:ext>
            </a:extLst>
          </p:cNvPr>
          <p:cNvSpPr>
            <a:spLocks/>
          </p:cNvSpPr>
          <p:nvPr/>
        </p:nvSpPr>
        <p:spPr>
          <a:xfrm>
            <a:off x="4004660" y="208546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0AC5E91C-0334-B86B-E3B1-3F65E1AB754C}"/>
              </a:ext>
            </a:extLst>
          </p:cNvPr>
          <p:cNvSpPr>
            <a:spLocks/>
          </p:cNvSpPr>
          <p:nvPr/>
        </p:nvSpPr>
        <p:spPr>
          <a:xfrm>
            <a:off x="3931977" y="2161948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12BECBE2-1FD2-1BB5-D2E8-85FA76BD9950}"/>
              </a:ext>
            </a:extLst>
          </p:cNvPr>
          <p:cNvSpPr>
            <a:spLocks/>
          </p:cNvSpPr>
          <p:nvPr/>
        </p:nvSpPr>
        <p:spPr>
          <a:xfrm>
            <a:off x="3931977" y="2736091"/>
            <a:ext cx="63942" cy="63942"/>
          </a:xfrm>
          <a:prstGeom prst="ellipse">
            <a:avLst/>
          </a:prstGeom>
          <a:solidFill>
            <a:srgbClr val="21A6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6088B70A-4A39-8E82-CBF2-136AF7F131DB}"/>
              </a:ext>
            </a:extLst>
          </p:cNvPr>
          <p:cNvSpPr>
            <a:spLocks/>
          </p:cNvSpPr>
          <p:nvPr/>
        </p:nvSpPr>
        <p:spPr>
          <a:xfrm>
            <a:off x="4385550" y="269150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48654C4D-5093-C50F-64E5-CEFCEE46D26C}"/>
              </a:ext>
            </a:extLst>
          </p:cNvPr>
          <p:cNvSpPr>
            <a:spLocks/>
          </p:cNvSpPr>
          <p:nvPr/>
        </p:nvSpPr>
        <p:spPr>
          <a:xfrm>
            <a:off x="3931977" y="3306677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C3A11373-7E86-2799-33E4-66F79036468E}"/>
              </a:ext>
            </a:extLst>
          </p:cNvPr>
          <p:cNvSpPr>
            <a:spLocks/>
          </p:cNvSpPr>
          <p:nvPr/>
        </p:nvSpPr>
        <p:spPr>
          <a:xfrm>
            <a:off x="4665567" y="2599326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9C940673-03D3-2EFA-8306-DC948970228E}"/>
              </a:ext>
            </a:extLst>
          </p:cNvPr>
          <p:cNvSpPr>
            <a:spLocks/>
          </p:cNvSpPr>
          <p:nvPr/>
        </p:nvSpPr>
        <p:spPr>
          <a:xfrm>
            <a:off x="4957047" y="192579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33EF670D-AC40-A858-B33C-79567794D85B}"/>
              </a:ext>
            </a:extLst>
          </p:cNvPr>
          <p:cNvSpPr>
            <a:spLocks/>
          </p:cNvSpPr>
          <p:nvPr/>
        </p:nvSpPr>
        <p:spPr>
          <a:xfrm>
            <a:off x="4246050" y="228080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63D20A2D-2C72-B8D4-3B5C-59AACBBAF9EE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74CD087C-CA95-10A2-961F-EE9542A83046}"/>
              </a:ext>
            </a:extLst>
          </p:cNvPr>
          <p:cNvSpPr>
            <a:spLocks/>
          </p:cNvSpPr>
          <p:nvPr/>
        </p:nvSpPr>
        <p:spPr>
          <a:xfrm>
            <a:off x="4237558" y="2436088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18113E2F-5C18-1276-8ACA-0C79D14993C6}"/>
              </a:ext>
            </a:extLst>
          </p:cNvPr>
          <p:cNvSpPr>
            <a:spLocks/>
          </p:cNvSpPr>
          <p:nvPr/>
        </p:nvSpPr>
        <p:spPr>
          <a:xfrm>
            <a:off x="4913799" y="2468573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B620F2FF-793C-FE4F-7B81-ECBC8A9FBB59}"/>
              </a:ext>
            </a:extLst>
          </p:cNvPr>
          <p:cNvSpPr>
            <a:spLocks/>
          </p:cNvSpPr>
          <p:nvPr/>
        </p:nvSpPr>
        <p:spPr>
          <a:xfrm>
            <a:off x="4046735" y="22915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F9832FFD-A64C-7ED5-9CEF-61496051750F}"/>
              </a:ext>
            </a:extLst>
          </p:cNvPr>
          <p:cNvSpPr>
            <a:spLocks/>
          </p:cNvSpPr>
          <p:nvPr/>
        </p:nvSpPr>
        <p:spPr>
          <a:xfrm>
            <a:off x="4856951" y="2388470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58BA7F8B-5097-048F-3FA8-469C4803C13C}"/>
              </a:ext>
            </a:extLst>
          </p:cNvPr>
          <p:cNvSpPr>
            <a:spLocks/>
          </p:cNvSpPr>
          <p:nvPr/>
        </p:nvSpPr>
        <p:spPr>
          <a:xfrm>
            <a:off x="4558782" y="333494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C3102ABC-F9F3-7352-5C6F-81F639B59A85}"/>
              </a:ext>
            </a:extLst>
          </p:cNvPr>
          <p:cNvSpPr>
            <a:spLocks/>
          </p:cNvSpPr>
          <p:nvPr/>
        </p:nvSpPr>
        <p:spPr>
          <a:xfrm>
            <a:off x="4863138" y="181667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8F67E05E-7196-13F5-E418-74F2F74A3933}"/>
              </a:ext>
            </a:extLst>
          </p:cNvPr>
          <p:cNvSpPr>
            <a:spLocks/>
          </p:cNvSpPr>
          <p:nvPr/>
        </p:nvSpPr>
        <p:spPr>
          <a:xfrm>
            <a:off x="5146465" y="2090819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C7EE8B36-2518-4A70-5B13-85E9E8904C80}"/>
              </a:ext>
            </a:extLst>
          </p:cNvPr>
          <p:cNvSpPr>
            <a:spLocks/>
          </p:cNvSpPr>
          <p:nvPr/>
        </p:nvSpPr>
        <p:spPr>
          <a:xfrm>
            <a:off x="4849915" y="1970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FE52B1C8-2B41-9DC5-A2FB-EA468BD439ED}"/>
              </a:ext>
            </a:extLst>
          </p:cNvPr>
          <p:cNvSpPr>
            <a:spLocks/>
          </p:cNvSpPr>
          <p:nvPr/>
        </p:nvSpPr>
        <p:spPr>
          <a:xfrm>
            <a:off x="4701079" y="2385347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3FB251A8-5CC5-A38D-346D-B807734366B1}"/>
              </a:ext>
            </a:extLst>
          </p:cNvPr>
          <p:cNvSpPr>
            <a:spLocks/>
          </p:cNvSpPr>
          <p:nvPr/>
        </p:nvSpPr>
        <p:spPr>
          <a:xfrm>
            <a:off x="3931977" y="1719546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5AB4078D-48A9-A4D7-D5F9-A95A01CF3D6D}"/>
              </a:ext>
            </a:extLst>
          </p:cNvPr>
          <p:cNvSpPr>
            <a:spLocks/>
          </p:cNvSpPr>
          <p:nvPr/>
        </p:nvSpPr>
        <p:spPr>
          <a:xfrm>
            <a:off x="3931977" y="2360319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4F567E4C-3470-D70B-F382-C70AD65347FE}"/>
              </a:ext>
            </a:extLst>
          </p:cNvPr>
          <p:cNvSpPr>
            <a:spLocks/>
          </p:cNvSpPr>
          <p:nvPr/>
        </p:nvSpPr>
        <p:spPr>
          <a:xfrm>
            <a:off x="3931977" y="3104610"/>
            <a:ext cx="63942" cy="63942"/>
          </a:xfrm>
          <a:prstGeom prst="ellipse">
            <a:avLst/>
          </a:prstGeom>
          <a:solidFill>
            <a:srgbClr val="472C7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BCD4B2EC-B67F-1C37-EABE-10BFB13E8C8C}"/>
              </a:ext>
            </a:extLst>
          </p:cNvPr>
          <p:cNvSpPr>
            <a:spLocks/>
          </p:cNvSpPr>
          <p:nvPr/>
        </p:nvSpPr>
        <p:spPr>
          <a:xfrm>
            <a:off x="4938140" y="313562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076A9E0A-F3EA-B2E3-F905-A8CC063C77A7}"/>
              </a:ext>
            </a:extLst>
          </p:cNvPr>
          <p:cNvSpPr>
            <a:spLocks/>
          </p:cNvSpPr>
          <p:nvPr/>
        </p:nvSpPr>
        <p:spPr>
          <a:xfrm>
            <a:off x="4024566" y="2637646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8C2B8717-0A7B-5806-DA3F-7B04AAA13787}"/>
              </a:ext>
            </a:extLst>
          </p:cNvPr>
          <p:cNvSpPr>
            <a:spLocks/>
          </p:cNvSpPr>
          <p:nvPr/>
        </p:nvSpPr>
        <p:spPr>
          <a:xfrm>
            <a:off x="3931977" y="290145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F87BA466-0FB1-8E6D-4A8F-98BA92ADC519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3D25109B-C2C8-EFAF-ECC5-4B1641E28E0B}"/>
              </a:ext>
            </a:extLst>
          </p:cNvPr>
          <p:cNvSpPr>
            <a:spLocks/>
          </p:cNvSpPr>
          <p:nvPr/>
        </p:nvSpPr>
        <p:spPr>
          <a:xfrm>
            <a:off x="5001871" y="2204068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32798F86-936C-C43F-3E00-2604C9F8A347}"/>
              </a:ext>
            </a:extLst>
          </p:cNvPr>
          <p:cNvSpPr>
            <a:spLocks/>
          </p:cNvSpPr>
          <p:nvPr/>
        </p:nvSpPr>
        <p:spPr>
          <a:xfrm>
            <a:off x="3931977" y="2854662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16665888-0B46-7C20-DEDB-3147577ABA3E}"/>
              </a:ext>
            </a:extLst>
          </p:cNvPr>
          <p:cNvSpPr>
            <a:spLocks/>
          </p:cNvSpPr>
          <p:nvPr/>
        </p:nvSpPr>
        <p:spPr>
          <a:xfrm>
            <a:off x="4872285" y="182310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1E46B929-B712-0041-8A20-CE423D446F79}"/>
              </a:ext>
            </a:extLst>
          </p:cNvPr>
          <p:cNvSpPr>
            <a:spLocks/>
          </p:cNvSpPr>
          <p:nvPr/>
        </p:nvSpPr>
        <p:spPr>
          <a:xfrm>
            <a:off x="4683827" y="271735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B4610539-7D2A-34B1-43F2-F34180096E59}"/>
              </a:ext>
            </a:extLst>
          </p:cNvPr>
          <p:cNvSpPr>
            <a:spLocks/>
          </p:cNvSpPr>
          <p:nvPr/>
        </p:nvSpPr>
        <p:spPr>
          <a:xfrm>
            <a:off x="4049816" y="245669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D15BB085-AF32-3F04-0FDD-62F66C0B4597}"/>
              </a:ext>
            </a:extLst>
          </p:cNvPr>
          <p:cNvSpPr>
            <a:spLocks/>
          </p:cNvSpPr>
          <p:nvPr/>
        </p:nvSpPr>
        <p:spPr>
          <a:xfrm>
            <a:off x="4242398" y="2081022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D636A607-70A0-CD89-9662-C95E21346818}"/>
              </a:ext>
            </a:extLst>
          </p:cNvPr>
          <p:cNvSpPr>
            <a:spLocks/>
          </p:cNvSpPr>
          <p:nvPr/>
        </p:nvSpPr>
        <p:spPr>
          <a:xfrm>
            <a:off x="4426139" y="2879017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EB1D04BC-7419-A915-B9A8-C47DE41D0289}"/>
              </a:ext>
            </a:extLst>
          </p:cNvPr>
          <p:cNvSpPr>
            <a:spLocks/>
          </p:cNvSpPr>
          <p:nvPr/>
        </p:nvSpPr>
        <p:spPr>
          <a:xfrm>
            <a:off x="4197859" y="2981460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B9DF8CF5-3430-B65B-8339-82058F436ADE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91717C89-6D6D-F4C3-A496-EB3D7F67B5DC}"/>
              </a:ext>
            </a:extLst>
          </p:cNvPr>
          <p:cNvSpPr>
            <a:spLocks/>
          </p:cNvSpPr>
          <p:nvPr/>
        </p:nvSpPr>
        <p:spPr>
          <a:xfrm>
            <a:off x="5172140" y="19629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3400F41A-2879-C4CD-473F-C6A2343AECB4}"/>
              </a:ext>
            </a:extLst>
          </p:cNvPr>
          <p:cNvSpPr>
            <a:spLocks/>
          </p:cNvSpPr>
          <p:nvPr/>
        </p:nvSpPr>
        <p:spPr>
          <a:xfrm>
            <a:off x="3993634" y="2165842"/>
            <a:ext cx="63942" cy="63942"/>
          </a:xfrm>
          <a:prstGeom prst="ellipse">
            <a:avLst/>
          </a:prstGeom>
          <a:solidFill>
            <a:srgbClr val="228C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5AF339D5-3F89-2FA8-27AF-86D78F4DA6BE}"/>
              </a:ext>
            </a:extLst>
          </p:cNvPr>
          <p:cNvSpPr>
            <a:spLocks/>
          </p:cNvSpPr>
          <p:nvPr/>
        </p:nvSpPr>
        <p:spPr>
          <a:xfrm>
            <a:off x="3933131" y="2025123"/>
            <a:ext cx="63942" cy="63942"/>
          </a:xfrm>
          <a:prstGeom prst="ellipse">
            <a:avLst/>
          </a:prstGeom>
          <a:solidFill>
            <a:srgbClr val="218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D3F4DE0E-803C-A66F-22CE-43A9705F5A81}"/>
              </a:ext>
            </a:extLst>
          </p:cNvPr>
          <p:cNvSpPr>
            <a:spLocks/>
          </p:cNvSpPr>
          <p:nvPr/>
        </p:nvSpPr>
        <p:spPr>
          <a:xfrm>
            <a:off x="5143255" y="1896467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2B2C391F-6049-DFBA-D679-0238D959B9C1}"/>
              </a:ext>
            </a:extLst>
          </p:cNvPr>
          <p:cNvSpPr>
            <a:spLocks/>
          </p:cNvSpPr>
          <p:nvPr/>
        </p:nvSpPr>
        <p:spPr>
          <a:xfrm>
            <a:off x="4808961" y="344723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5352DD88-E112-ACB7-3ACC-DDF1FA32C69F}"/>
              </a:ext>
            </a:extLst>
          </p:cNvPr>
          <p:cNvSpPr>
            <a:spLocks/>
          </p:cNvSpPr>
          <p:nvPr/>
        </p:nvSpPr>
        <p:spPr>
          <a:xfrm>
            <a:off x="5070209" y="203124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26DE3E35-F54F-EF7B-F8F4-71E66F6FD2C8}"/>
              </a:ext>
            </a:extLst>
          </p:cNvPr>
          <p:cNvSpPr>
            <a:spLocks/>
          </p:cNvSpPr>
          <p:nvPr/>
        </p:nvSpPr>
        <p:spPr>
          <a:xfrm>
            <a:off x="3961125" y="213209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94C86D8C-3331-9F84-2AF2-7008F7486D41}"/>
              </a:ext>
            </a:extLst>
          </p:cNvPr>
          <p:cNvSpPr>
            <a:spLocks/>
          </p:cNvSpPr>
          <p:nvPr/>
        </p:nvSpPr>
        <p:spPr>
          <a:xfrm>
            <a:off x="5350615" y="1810821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4FFDB807-15AA-CBA9-0955-ABF0643097A1}"/>
              </a:ext>
            </a:extLst>
          </p:cNvPr>
          <p:cNvSpPr>
            <a:spLocks/>
          </p:cNvSpPr>
          <p:nvPr/>
        </p:nvSpPr>
        <p:spPr>
          <a:xfrm>
            <a:off x="4719135" y="2922186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05F7983C-7DDA-E98D-C8B8-022617C7783C}"/>
              </a:ext>
            </a:extLst>
          </p:cNvPr>
          <p:cNvSpPr>
            <a:spLocks/>
          </p:cNvSpPr>
          <p:nvPr/>
        </p:nvSpPr>
        <p:spPr>
          <a:xfrm>
            <a:off x="3931977" y="253503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F5BE6DBE-B945-6420-78D3-BB0F286F417C}"/>
              </a:ext>
            </a:extLst>
          </p:cNvPr>
          <p:cNvSpPr>
            <a:spLocks/>
          </p:cNvSpPr>
          <p:nvPr/>
        </p:nvSpPr>
        <p:spPr>
          <a:xfrm>
            <a:off x="3931977" y="1683113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B3F67C6F-D7DD-4F27-D5F5-EFCB6AAE2B6C}"/>
              </a:ext>
            </a:extLst>
          </p:cNvPr>
          <p:cNvSpPr>
            <a:spLocks/>
          </p:cNvSpPr>
          <p:nvPr/>
        </p:nvSpPr>
        <p:spPr>
          <a:xfrm>
            <a:off x="3931977" y="3186318"/>
            <a:ext cx="63942" cy="63942"/>
          </a:xfrm>
          <a:prstGeom prst="ellipse">
            <a:avLst/>
          </a:prstGeom>
          <a:solidFill>
            <a:srgbClr val="22A8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88705EB5-10EE-93D1-93CB-F6410913BC40}"/>
              </a:ext>
            </a:extLst>
          </p:cNvPr>
          <p:cNvSpPr>
            <a:spLocks/>
          </p:cNvSpPr>
          <p:nvPr/>
        </p:nvSpPr>
        <p:spPr>
          <a:xfrm>
            <a:off x="5071012" y="1870031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73E4011A-B011-9A97-22B6-CBD571BC4232}"/>
              </a:ext>
            </a:extLst>
          </p:cNvPr>
          <p:cNvSpPr>
            <a:spLocks/>
          </p:cNvSpPr>
          <p:nvPr/>
        </p:nvSpPr>
        <p:spPr>
          <a:xfrm>
            <a:off x="3931977" y="2774384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AFFAD8F2-5734-F511-BB2D-E9FA7902974A}"/>
              </a:ext>
            </a:extLst>
          </p:cNvPr>
          <p:cNvSpPr>
            <a:spLocks/>
          </p:cNvSpPr>
          <p:nvPr/>
        </p:nvSpPr>
        <p:spPr>
          <a:xfrm>
            <a:off x="4055071" y="3077695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9244869F-E594-8565-2B8D-E749422055EF}"/>
              </a:ext>
            </a:extLst>
          </p:cNvPr>
          <p:cNvSpPr>
            <a:spLocks/>
          </p:cNvSpPr>
          <p:nvPr/>
        </p:nvSpPr>
        <p:spPr>
          <a:xfrm>
            <a:off x="3931977" y="1713434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18891DA7-4396-291D-A361-8308C0FE7AB7}"/>
              </a:ext>
            </a:extLst>
          </p:cNvPr>
          <p:cNvSpPr>
            <a:spLocks/>
          </p:cNvSpPr>
          <p:nvPr/>
        </p:nvSpPr>
        <p:spPr>
          <a:xfrm>
            <a:off x="4412588" y="1978265"/>
            <a:ext cx="63942" cy="63942"/>
          </a:xfrm>
          <a:prstGeom prst="ellipse">
            <a:avLst/>
          </a:prstGeom>
          <a:solidFill>
            <a:srgbClr val="218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71963697-DCA1-CCDB-659F-F5F82600948B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AB14E5AD-F652-8A21-2B64-B2425470B576}"/>
              </a:ext>
            </a:extLst>
          </p:cNvPr>
          <p:cNvSpPr>
            <a:spLocks/>
          </p:cNvSpPr>
          <p:nvPr/>
        </p:nvSpPr>
        <p:spPr>
          <a:xfrm>
            <a:off x="4415128" y="272710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9682CEFB-1E1B-4327-5C9B-DEA33BAEAC93}"/>
              </a:ext>
            </a:extLst>
          </p:cNvPr>
          <p:cNvSpPr>
            <a:spLocks/>
          </p:cNvSpPr>
          <p:nvPr/>
        </p:nvSpPr>
        <p:spPr>
          <a:xfrm>
            <a:off x="3931977" y="2637846"/>
            <a:ext cx="63942" cy="63942"/>
          </a:xfrm>
          <a:prstGeom prst="ellipse">
            <a:avLst/>
          </a:prstGeom>
          <a:solidFill>
            <a:srgbClr val="287D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CFD836BE-08B3-671F-709A-0E65665A4CAD}"/>
              </a:ext>
            </a:extLst>
          </p:cNvPr>
          <p:cNvSpPr>
            <a:spLocks/>
          </p:cNvSpPr>
          <p:nvPr/>
        </p:nvSpPr>
        <p:spPr>
          <a:xfrm>
            <a:off x="4736752" y="2757297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32556DE8-2EBC-7FC9-E6BD-205D9BC3EC0F}"/>
              </a:ext>
            </a:extLst>
          </p:cNvPr>
          <p:cNvSpPr>
            <a:spLocks/>
          </p:cNvSpPr>
          <p:nvPr/>
        </p:nvSpPr>
        <p:spPr>
          <a:xfrm>
            <a:off x="4261083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4AA8CB38-9A88-FEB6-88B2-11DFBA5696D8}"/>
              </a:ext>
            </a:extLst>
          </p:cNvPr>
          <p:cNvSpPr>
            <a:spLocks/>
          </p:cNvSpPr>
          <p:nvPr/>
        </p:nvSpPr>
        <p:spPr>
          <a:xfrm>
            <a:off x="4906455" y="237863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ACF1E4B4-D809-A1E5-B619-8474CD6FBF83}"/>
              </a:ext>
            </a:extLst>
          </p:cNvPr>
          <p:cNvSpPr>
            <a:spLocks/>
          </p:cNvSpPr>
          <p:nvPr/>
        </p:nvSpPr>
        <p:spPr>
          <a:xfrm>
            <a:off x="5367097" y="188478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A5CF178D-C76D-21B6-F69E-95DD4E8D69BA}"/>
              </a:ext>
            </a:extLst>
          </p:cNvPr>
          <p:cNvSpPr>
            <a:spLocks/>
          </p:cNvSpPr>
          <p:nvPr/>
        </p:nvSpPr>
        <p:spPr>
          <a:xfrm>
            <a:off x="3947597" y="313409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B8F2BDD4-46EB-7D0C-3429-45E6E67CFAF8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D420A540-BF2B-61F2-BA1B-FA8D2589ED02}"/>
              </a:ext>
            </a:extLst>
          </p:cNvPr>
          <p:cNvSpPr>
            <a:spLocks/>
          </p:cNvSpPr>
          <p:nvPr/>
        </p:nvSpPr>
        <p:spPr>
          <a:xfrm>
            <a:off x="4532406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F56C5349-27ED-0B2F-85B5-21A11291981F}"/>
              </a:ext>
            </a:extLst>
          </p:cNvPr>
          <p:cNvSpPr>
            <a:spLocks/>
          </p:cNvSpPr>
          <p:nvPr/>
        </p:nvSpPr>
        <p:spPr>
          <a:xfrm>
            <a:off x="4206346" y="2834696"/>
            <a:ext cx="63942" cy="63942"/>
          </a:xfrm>
          <a:prstGeom prst="ellipse">
            <a:avLst/>
          </a:prstGeom>
          <a:solidFill>
            <a:srgbClr val="28AE8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D0BD75E6-FF9E-EAE7-75FF-23BF22109572}"/>
              </a:ext>
            </a:extLst>
          </p:cNvPr>
          <p:cNvSpPr>
            <a:spLocks/>
          </p:cNvSpPr>
          <p:nvPr/>
        </p:nvSpPr>
        <p:spPr>
          <a:xfrm>
            <a:off x="4078215" y="2911337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A9C34B7-FC2E-A483-BEC7-1865E4A1B055}"/>
              </a:ext>
            </a:extLst>
          </p:cNvPr>
          <p:cNvSpPr>
            <a:spLocks/>
          </p:cNvSpPr>
          <p:nvPr/>
        </p:nvSpPr>
        <p:spPr>
          <a:xfrm>
            <a:off x="4803034" y="1815090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AA2D979E-2AE1-4623-E2CE-44CC77F54000}"/>
              </a:ext>
            </a:extLst>
          </p:cNvPr>
          <p:cNvSpPr>
            <a:spLocks/>
          </p:cNvSpPr>
          <p:nvPr/>
        </p:nvSpPr>
        <p:spPr>
          <a:xfrm>
            <a:off x="5132227" y="218871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36C7B86B-B997-A2AB-C838-CE8C6B9D1CD6}"/>
              </a:ext>
            </a:extLst>
          </p:cNvPr>
          <p:cNvSpPr>
            <a:spLocks/>
          </p:cNvSpPr>
          <p:nvPr/>
        </p:nvSpPr>
        <p:spPr>
          <a:xfrm>
            <a:off x="3931977" y="2725319"/>
            <a:ext cx="63942" cy="63942"/>
          </a:xfrm>
          <a:prstGeom prst="ellipse">
            <a:avLst/>
          </a:prstGeom>
          <a:solidFill>
            <a:srgbClr val="3859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D660C5F7-D007-5C93-2EC7-11B986416DDE}"/>
              </a:ext>
            </a:extLst>
          </p:cNvPr>
          <p:cNvSpPr>
            <a:spLocks/>
          </p:cNvSpPr>
          <p:nvPr/>
        </p:nvSpPr>
        <p:spPr>
          <a:xfrm>
            <a:off x="4659768" y="262815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72038DF3-9B0A-878C-E9E2-3808B17EF964}"/>
              </a:ext>
            </a:extLst>
          </p:cNvPr>
          <p:cNvSpPr>
            <a:spLocks/>
          </p:cNvSpPr>
          <p:nvPr/>
        </p:nvSpPr>
        <p:spPr>
          <a:xfrm>
            <a:off x="4489589" y="2877770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CABBAD0D-15DD-CE99-2E50-CE8411EDA805}"/>
              </a:ext>
            </a:extLst>
          </p:cNvPr>
          <p:cNvSpPr>
            <a:spLocks/>
          </p:cNvSpPr>
          <p:nvPr/>
        </p:nvSpPr>
        <p:spPr>
          <a:xfrm>
            <a:off x="3931977" y="2465744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C87DC175-FB63-5532-B85C-6F13E63459A4}"/>
              </a:ext>
            </a:extLst>
          </p:cNvPr>
          <p:cNvSpPr>
            <a:spLocks/>
          </p:cNvSpPr>
          <p:nvPr/>
        </p:nvSpPr>
        <p:spPr>
          <a:xfrm>
            <a:off x="3931977" y="2336795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D236A436-C174-8E37-9C5A-D8BCBC8ED4AF}"/>
              </a:ext>
            </a:extLst>
          </p:cNvPr>
          <p:cNvSpPr>
            <a:spLocks/>
          </p:cNvSpPr>
          <p:nvPr/>
        </p:nvSpPr>
        <p:spPr>
          <a:xfrm>
            <a:off x="4666468" y="2048972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DEF8208B-9B2E-7A21-3F32-FDB6D0ABF9D4}"/>
              </a:ext>
            </a:extLst>
          </p:cNvPr>
          <p:cNvSpPr>
            <a:spLocks/>
          </p:cNvSpPr>
          <p:nvPr/>
        </p:nvSpPr>
        <p:spPr>
          <a:xfrm>
            <a:off x="3931977" y="2406765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8CB6C0DD-36E3-5ED9-E7F0-329D3A424AFE}"/>
              </a:ext>
            </a:extLst>
          </p:cNvPr>
          <p:cNvSpPr>
            <a:spLocks/>
          </p:cNvSpPr>
          <p:nvPr/>
        </p:nvSpPr>
        <p:spPr>
          <a:xfrm>
            <a:off x="3931977" y="2860610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FA0EA373-C95B-A11B-6588-C1A16E82E4C9}"/>
              </a:ext>
            </a:extLst>
          </p:cNvPr>
          <p:cNvSpPr>
            <a:spLocks/>
          </p:cNvSpPr>
          <p:nvPr/>
        </p:nvSpPr>
        <p:spPr>
          <a:xfrm>
            <a:off x="4194331" y="31184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60EC6393-9415-A496-5E64-C14C8F8DC41B}"/>
              </a:ext>
            </a:extLst>
          </p:cNvPr>
          <p:cNvSpPr>
            <a:spLocks/>
          </p:cNvSpPr>
          <p:nvPr/>
        </p:nvSpPr>
        <p:spPr>
          <a:xfrm>
            <a:off x="3931977" y="1994592"/>
            <a:ext cx="63942" cy="63942"/>
          </a:xfrm>
          <a:prstGeom prst="ellipse">
            <a:avLst/>
          </a:prstGeom>
          <a:solidFill>
            <a:srgbClr val="481B6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C6EAD3D7-1588-46FA-80C2-C5AA9DCD7364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D68A25C6-9C24-9C09-84B1-37506FF098C9}"/>
              </a:ext>
            </a:extLst>
          </p:cNvPr>
          <p:cNvSpPr>
            <a:spLocks/>
          </p:cNvSpPr>
          <p:nvPr/>
        </p:nvSpPr>
        <p:spPr>
          <a:xfrm>
            <a:off x="5300034" y="1919617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767133BE-1ED4-7B33-7CEC-4D04A5D76FE3}"/>
              </a:ext>
            </a:extLst>
          </p:cNvPr>
          <p:cNvSpPr>
            <a:spLocks/>
          </p:cNvSpPr>
          <p:nvPr/>
        </p:nvSpPr>
        <p:spPr>
          <a:xfrm>
            <a:off x="4083636" y="344723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07611D77-2FE4-20CA-9501-CEA5A0AC3C04}"/>
              </a:ext>
            </a:extLst>
          </p:cNvPr>
          <p:cNvSpPr>
            <a:spLocks/>
          </p:cNvSpPr>
          <p:nvPr/>
        </p:nvSpPr>
        <p:spPr>
          <a:xfrm>
            <a:off x="3932516" y="2315519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A065390F-957E-941B-ABAC-03BC2A03B9DC}"/>
              </a:ext>
            </a:extLst>
          </p:cNvPr>
          <p:cNvSpPr>
            <a:spLocks/>
          </p:cNvSpPr>
          <p:nvPr/>
        </p:nvSpPr>
        <p:spPr>
          <a:xfrm>
            <a:off x="3949337" y="2913553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5D30A7C2-A715-4CCC-26C8-E5A29351E02E}"/>
              </a:ext>
            </a:extLst>
          </p:cNvPr>
          <p:cNvSpPr>
            <a:spLocks/>
          </p:cNvSpPr>
          <p:nvPr/>
        </p:nvSpPr>
        <p:spPr>
          <a:xfrm>
            <a:off x="4743097" y="3058865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4742D75E-389A-AF34-69EC-82703B9FA619}"/>
              </a:ext>
            </a:extLst>
          </p:cNvPr>
          <p:cNvSpPr>
            <a:spLocks/>
          </p:cNvSpPr>
          <p:nvPr/>
        </p:nvSpPr>
        <p:spPr>
          <a:xfrm>
            <a:off x="4264708" y="197254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31D25D8B-DF60-21FD-8117-748534A6DEC8}"/>
              </a:ext>
            </a:extLst>
          </p:cNvPr>
          <p:cNvSpPr>
            <a:spLocks/>
          </p:cNvSpPr>
          <p:nvPr/>
        </p:nvSpPr>
        <p:spPr>
          <a:xfrm>
            <a:off x="3986046" y="179942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FDE9E29F-ABDE-B2FC-A0EC-AA644898AEDC}"/>
              </a:ext>
            </a:extLst>
          </p:cNvPr>
          <p:cNvSpPr>
            <a:spLocks/>
          </p:cNvSpPr>
          <p:nvPr/>
        </p:nvSpPr>
        <p:spPr>
          <a:xfrm>
            <a:off x="3934386" y="297771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21F5D942-D59C-21AB-DD13-A588409E1F3F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D0AE8F79-079B-8631-EFED-49958D7F380F}"/>
              </a:ext>
            </a:extLst>
          </p:cNvPr>
          <p:cNvSpPr>
            <a:spLocks/>
          </p:cNvSpPr>
          <p:nvPr/>
        </p:nvSpPr>
        <p:spPr>
          <a:xfrm>
            <a:off x="4457096" y="241954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AD034FE9-0D79-9E07-7385-086DFEAD2BE2}"/>
              </a:ext>
            </a:extLst>
          </p:cNvPr>
          <p:cNvSpPr>
            <a:spLocks/>
          </p:cNvSpPr>
          <p:nvPr/>
        </p:nvSpPr>
        <p:spPr>
          <a:xfrm>
            <a:off x="4829340" y="1880294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9687F52A-9260-6354-BF36-4FDEAA2F095F}"/>
              </a:ext>
            </a:extLst>
          </p:cNvPr>
          <p:cNvSpPr>
            <a:spLocks/>
          </p:cNvSpPr>
          <p:nvPr/>
        </p:nvSpPr>
        <p:spPr>
          <a:xfrm>
            <a:off x="4970838" y="225670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AC0F4FCD-E192-0BB9-AD34-ABB44CF91E0C}"/>
              </a:ext>
            </a:extLst>
          </p:cNvPr>
          <p:cNvSpPr>
            <a:spLocks/>
          </p:cNvSpPr>
          <p:nvPr/>
        </p:nvSpPr>
        <p:spPr>
          <a:xfrm>
            <a:off x="4215539" y="237317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A50BB7BD-EC19-24A0-E6C2-D172C0D67731}"/>
              </a:ext>
            </a:extLst>
          </p:cNvPr>
          <p:cNvSpPr>
            <a:spLocks/>
          </p:cNvSpPr>
          <p:nvPr/>
        </p:nvSpPr>
        <p:spPr>
          <a:xfrm>
            <a:off x="3931977" y="193397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B613EB34-D9F9-3117-40E2-37B8FAA105BF}"/>
              </a:ext>
            </a:extLst>
          </p:cNvPr>
          <p:cNvSpPr>
            <a:spLocks/>
          </p:cNvSpPr>
          <p:nvPr/>
        </p:nvSpPr>
        <p:spPr>
          <a:xfrm>
            <a:off x="5120104" y="1963381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87D37F19-6192-3F3A-BA26-BC25AFB1215D}"/>
              </a:ext>
            </a:extLst>
          </p:cNvPr>
          <p:cNvSpPr>
            <a:spLocks/>
          </p:cNvSpPr>
          <p:nvPr/>
        </p:nvSpPr>
        <p:spPr>
          <a:xfrm>
            <a:off x="4705205" y="2428029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F41E14FF-0FF9-0BCC-6024-C7A3CD5E3AB8}"/>
              </a:ext>
            </a:extLst>
          </p:cNvPr>
          <p:cNvSpPr>
            <a:spLocks/>
          </p:cNvSpPr>
          <p:nvPr/>
        </p:nvSpPr>
        <p:spPr>
          <a:xfrm>
            <a:off x="5102621" y="217551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5580A965-4A6A-DEE8-6E3F-BAA306B452AA}"/>
              </a:ext>
            </a:extLst>
          </p:cNvPr>
          <p:cNvSpPr>
            <a:spLocks/>
          </p:cNvSpPr>
          <p:nvPr/>
        </p:nvSpPr>
        <p:spPr>
          <a:xfrm>
            <a:off x="4612642" y="256698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0ABC4E17-5321-B0F7-4E51-5149FACF9001}"/>
              </a:ext>
            </a:extLst>
          </p:cNvPr>
          <p:cNvSpPr>
            <a:spLocks/>
          </p:cNvSpPr>
          <p:nvPr/>
        </p:nvSpPr>
        <p:spPr>
          <a:xfrm>
            <a:off x="4760307" y="2053029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092434A8-BB07-0674-A9EE-A9EE23872F7F}"/>
              </a:ext>
            </a:extLst>
          </p:cNvPr>
          <p:cNvSpPr>
            <a:spLocks/>
          </p:cNvSpPr>
          <p:nvPr/>
        </p:nvSpPr>
        <p:spPr>
          <a:xfrm>
            <a:off x="4211504" y="344723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8A956D28-454E-58AC-6853-31AF972E7FEE}"/>
              </a:ext>
            </a:extLst>
          </p:cNvPr>
          <p:cNvSpPr>
            <a:spLocks/>
          </p:cNvSpPr>
          <p:nvPr/>
        </p:nvSpPr>
        <p:spPr>
          <a:xfrm>
            <a:off x="3931977" y="240975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EC0EC309-63E9-0D84-8F02-EE5BFDB9E812}"/>
              </a:ext>
            </a:extLst>
          </p:cNvPr>
          <p:cNvSpPr>
            <a:spLocks/>
          </p:cNvSpPr>
          <p:nvPr/>
        </p:nvSpPr>
        <p:spPr>
          <a:xfrm>
            <a:off x="4879405" y="1970820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4A86748D-A55C-6008-7FE9-A0DA978E78D0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A4928C90-EA29-CE3D-4BA5-35CE18AFE13F}"/>
              </a:ext>
            </a:extLst>
          </p:cNvPr>
          <p:cNvSpPr>
            <a:spLocks/>
          </p:cNvSpPr>
          <p:nvPr/>
        </p:nvSpPr>
        <p:spPr>
          <a:xfrm>
            <a:off x="4620666" y="2362761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77464061-3470-3905-FA93-DA1D6977FBAD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70E6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F60DDEB3-959C-67E2-3574-9FBC9DB5A5AE}"/>
              </a:ext>
            </a:extLst>
          </p:cNvPr>
          <p:cNvSpPr>
            <a:spLocks/>
          </p:cNvSpPr>
          <p:nvPr/>
        </p:nvSpPr>
        <p:spPr>
          <a:xfrm>
            <a:off x="4620399" y="344723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7C7D78DE-029C-5138-46E9-8C1AC3A0426F}"/>
              </a:ext>
            </a:extLst>
          </p:cNvPr>
          <p:cNvSpPr>
            <a:spLocks/>
          </p:cNvSpPr>
          <p:nvPr/>
        </p:nvSpPr>
        <p:spPr>
          <a:xfrm>
            <a:off x="4809038" y="3243895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E1290C7C-6ED7-045A-BD44-7293CFC0D64D}"/>
              </a:ext>
            </a:extLst>
          </p:cNvPr>
          <p:cNvSpPr>
            <a:spLocks/>
          </p:cNvSpPr>
          <p:nvPr/>
        </p:nvSpPr>
        <p:spPr>
          <a:xfrm>
            <a:off x="4841930" y="2468894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1E0C45AC-B997-7087-2061-59060615B731}"/>
              </a:ext>
            </a:extLst>
          </p:cNvPr>
          <p:cNvSpPr>
            <a:spLocks/>
          </p:cNvSpPr>
          <p:nvPr/>
        </p:nvSpPr>
        <p:spPr>
          <a:xfrm>
            <a:off x="4101364" y="3203880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97C6E24E-5CBC-504B-529C-A9AC7DB36E45}"/>
              </a:ext>
            </a:extLst>
          </p:cNvPr>
          <p:cNvSpPr>
            <a:spLocks/>
          </p:cNvSpPr>
          <p:nvPr/>
        </p:nvSpPr>
        <p:spPr>
          <a:xfrm>
            <a:off x="4920063" y="22681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DE174011-CAB8-806C-FC85-28278660428A}"/>
              </a:ext>
            </a:extLst>
          </p:cNvPr>
          <p:cNvSpPr>
            <a:spLocks/>
          </p:cNvSpPr>
          <p:nvPr/>
        </p:nvSpPr>
        <p:spPr>
          <a:xfrm>
            <a:off x="4573125" y="193707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604FB6C1-5C1E-1B7B-657E-7BD5696566EE}"/>
              </a:ext>
            </a:extLst>
          </p:cNvPr>
          <p:cNvSpPr>
            <a:spLocks/>
          </p:cNvSpPr>
          <p:nvPr/>
        </p:nvSpPr>
        <p:spPr>
          <a:xfrm>
            <a:off x="5361919" y="284390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03EFBA81-ED0F-01B4-7EB1-CA06EAADDDB2}"/>
              </a:ext>
            </a:extLst>
          </p:cNvPr>
          <p:cNvSpPr>
            <a:spLocks/>
          </p:cNvSpPr>
          <p:nvPr/>
        </p:nvSpPr>
        <p:spPr>
          <a:xfrm>
            <a:off x="4232491" y="2028257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4D3EA9CB-4362-12EC-D7BB-5682AF8C46FC}"/>
              </a:ext>
            </a:extLst>
          </p:cNvPr>
          <p:cNvSpPr>
            <a:spLocks/>
          </p:cNvSpPr>
          <p:nvPr/>
        </p:nvSpPr>
        <p:spPr>
          <a:xfrm>
            <a:off x="3931977" y="292171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9873D26E-5C9E-F7D2-5A2C-615BFE004A56}"/>
              </a:ext>
            </a:extLst>
          </p:cNvPr>
          <p:cNvSpPr>
            <a:spLocks/>
          </p:cNvSpPr>
          <p:nvPr/>
        </p:nvSpPr>
        <p:spPr>
          <a:xfrm>
            <a:off x="4510368" y="2377432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EF9D1AA2-E874-A41E-A903-187248DFDC00}"/>
              </a:ext>
            </a:extLst>
          </p:cNvPr>
          <p:cNvSpPr>
            <a:spLocks/>
          </p:cNvSpPr>
          <p:nvPr/>
        </p:nvSpPr>
        <p:spPr>
          <a:xfrm>
            <a:off x="4580625" y="3067541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6F99FD42-4F97-5186-E4FD-CBBF73F51C36}"/>
              </a:ext>
            </a:extLst>
          </p:cNvPr>
          <p:cNvSpPr>
            <a:spLocks/>
          </p:cNvSpPr>
          <p:nvPr/>
        </p:nvSpPr>
        <p:spPr>
          <a:xfrm>
            <a:off x="3931977" y="2569758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105D3455-EE87-A14B-9C99-9FF8E363F1F3}"/>
              </a:ext>
            </a:extLst>
          </p:cNvPr>
          <p:cNvSpPr>
            <a:spLocks/>
          </p:cNvSpPr>
          <p:nvPr/>
        </p:nvSpPr>
        <p:spPr>
          <a:xfrm>
            <a:off x="4713720" y="2175719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E928D2EF-96C7-4114-215C-3CF3C477AA37}"/>
              </a:ext>
            </a:extLst>
          </p:cNvPr>
          <p:cNvSpPr>
            <a:spLocks/>
          </p:cNvSpPr>
          <p:nvPr/>
        </p:nvSpPr>
        <p:spPr>
          <a:xfrm>
            <a:off x="4866354" y="199459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76EA11F6-5C50-B17C-0D9D-99999E3D5B19}"/>
              </a:ext>
            </a:extLst>
          </p:cNvPr>
          <p:cNvSpPr>
            <a:spLocks/>
          </p:cNvSpPr>
          <p:nvPr/>
        </p:nvSpPr>
        <p:spPr>
          <a:xfrm>
            <a:off x="3931977" y="2885385"/>
            <a:ext cx="63942" cy="63942"/>
          </a:xfrm>
          <a:prstGeom prst="ellipse">
            <a:avLst/>
          </a:prstGeom>
          <a:solidFill>
            <a:srgbClr val="433E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C81EB793-04E1-5262-1981-DD8F92E163DC}"/>
              </a:ext>
            </a:extLst>
          </p:cNvPr>
          <p:cNvSpPr>
            <a:spLocks/>
          </p:cNvSpPr>
          <p:nvPr/>
        </p:nvSpPr>
        <p:spPr>
          <a:xfrm>
            <a:off x="5135258" y="1996253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B679E7C2-2D25-691D-5F9A-434E99D159D9}"/>
              </a:ext>
            </a:extLst>
          </p:cNvPr>
          <p:cNvSpPr>
            <a:spLocks/>
          </p:cNvSpPr>
          <p:nvPr/>
        </p:nvSpPr>
        <p:spPr>
          <a:xfrm>
            <a:off x="4072835" y="3172880"/>
            <a:ext cx="63942" cy="63942"/>
          </a:xfrm>
          <a:prstGeom prst="ellipse">
            <a:avLst/>
          </a:prstGeom>
          <a:solidFill>
            <a:srgbClr val="1F96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9DC93BCB-0E20-F8AB-0770-D0CCFC440DCF}"/>
              </a:ext>
            </a:extLst>
          </p:cNvPr>
          <p:cNvSpPr>
            <a:spLocks/>
          </p:cNvSpPr>
          <p:nvPr/>
        </p:nvSpPr>
        <p:spPr>
          <a:xfrm>
            <a:off x="3931977" y="1946160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3C389F02-5F5F-0BE9-D75B-B5CBC9BE3A02}"/>
              </a:ext>
            </a:extLst>
          </p:cNvPr>
          <p:cNvSpPr>
            <a:spLocks/>
          </p:cNvSpPr>
          <p:nvPr/>
        </p:nvSpPr>
        <p:spPr>
          <a:xfrm>
            <a:off x="3931977" y="2282946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49C325C8-6124-14CB-5F58-AEB7A9D776AB}"/>
              </a:ext>
            </a:extLst>
          </p:cNvPr>
          <p:cNvSpPr>
            <a:spLocks/>
          </p:cNvSpPr>
          <p:nvPr/>
        </p:nvSpPr>
        <p:spPr>
          <a:xfrm>
            <a:off x="4405590" y="1940806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E21B3D2D-B998-915C-F53B-56C88CCEDC3F}"/>
              </a:ext>
            </a:extLst>
          </p:cNvPr>
          <p:cNvSpPr>
            <a:spLocks/>
          </p:cNvSpPr>
          <p:nvPr/>
        </p:nvSpPr>
        <p:spPr>
          <a:xfrm>
            <a:off x="3931977" y="2990768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BB5769EE-F98A-CEF9-A408-25B4AC16E61F}"/>
              </a:ext>
            </a:extLst>
          </p:cNvPr>
          <p:cNvSpPr>
            <a:spLocks/>
          </p:cNvSpPr>
          <p:nvPr/>
        </p:nvSpPr>
        <p:spPr>
          <a:xfrm>
            <a:off x="5029047" y="2178804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9C63C1F2-B9AE-EDDB-3571-03AFA8A6BEC9}"/>
              </a:ext>
            </a:extLst>
          </p:cNvPr>
          <p:cNvSpPr>
            <a:spLocks/>
          </p:cNvSpPr>
          <p:nvPr/>
        </p:nvSpPr>
        <p:spPr>
          <a:xfrm>
            <a:off x="3931977" y="2604466"/>
            <a:ext cx="63942" cy="63942"/>
          </a:xfrm>
          <a:prstGeom prst="ellipse">
            <a:avLst/>
          </a:prstGeom>
          <a:solidFill>
            <a:srgbClr val="1F9A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E61C8626-7AF3-36DB-4D41-74C679B6A7E5}"/>
              </a:ext>
            </a:extLst>
          </p:cNvPr>
          <p:cNvSpPr>
            <a:spLocks/>
          </p:cNvSpPr>
          <p:nvPr/>
        </p:nvSpPr>
        <p:spPr>
          <a:xfrm>
            <a:off x="4606802" y="2608735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6F185777-DDA2-50E3-9507-BE876BEEC513}"/>
              </a:ext>
            </a:extLst>
          </p:cNvPr>
          <p:cNvSpPr>
            <a:spLocks/>
          </p:cNvSpPr>
          <p:nvPr/>
        </p:nvSpPr>
        <p:spPr>
          <a:xfrm>
            <a:off x="4640869" y="261329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3BBFA118-295A-0C32-88C4-8F5A525D3D7E}"/>
              </a:ext>
            </a:extLst>
          </p:cNvPr>
          <p:cNvSpPr>
            <a:spLocks/>
          </p:cNvSpPr>
          <p:nvPr/>
        </p:nvSpPr>
        <p:spPr>
          <a:xfrm>
            <a:off x="4724684" y="2573640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0732A33A-2E4D-0566-81B0-685386367C87}"/>
              </a:ext>
            </a:extLst>
          </p:cNvPr>
          <p:cNvSpPr>
            <a:spLocks/>
          </p:cNvSpPr>
          <p:nvPr/>
        </p:nvSpPr>
        <p:spPr>
          <a:xfrm>
            <a:off x="5312390" y="2054321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6B02827B-8966-DD4B-1C6B-4130EF914DE1}"/>
              </a:ext>
            </a:extLst>
          </p:cNvPr>
          <p:cNvSpPr>
            <a:spLocks/>
          </p:cNvSpPr>
          <p:nvPr/>
        </p:nvSpPr>
        <p:spPr>
          <a:xfrm>
            <a:off x="4440214" y="3330724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7F98A4CB-298A-5A23-8AA1-0C3D16D8DAB2}"/>
              </a:ext>
            </a:extLst>
          </p:cNvPr>
          <p:cNvSpPr>
            <a:spLocks/>
          </p:cNvSpPr>
          <p:nvPr/>
        </p:nvSpPr>
        <p:spPr>
          <a:xfrm>
            <a:off x="4736631" y="2674422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8B1A8E32-6596-5C96-AB66-CCD554536BBF}"/>
              </a:ext>
            </a:extLst>
          </p:cNvPr>
          <p:cNvSpPr>
            <a:spLocks/>
          </p:cNvSpPr>
          <p:nvPr/>
        </p:nvSpPr>
        <p:spPr>
          <a:xfrm>
            <a:off x="3931977" y="2248458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5786B131-9B48-0D4B-7F2B-A12E69C37A67}"/>
              </a:ext>
            </a:extLst>
          </p:cNvPr>
          <p:cNvSpPr>
            <a:spLocks/>
          </p:cNvSpPr>
          <p:nvPr/>
        </p:nvSpPr>
        <p:spPr>
          <a:xfrm>
            <a:off x="4076005" y="2757153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287EA5FF-66D3-3F42-BDC2-0642FF734349}"/>
              </a:ext>
            </a:extLst>
          </p:cNvPr>
          <p:cNvSpPr>
            <a:spLocks/>
          </p:cNvSpPr>
          <p:nvPr/>
        </p:nvSpPr>
        <p:spPr>
          <a:xfrm>
            <a:off x="4872303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B720089F-96D9-B678-F66E-F42907BD75F8}"/>
              </a:ext>
            </a:extLst>
          </p:cNvPr>
          <p:cNvSpPr>
            <a:spLocks/>
          </p:cNvSpPr>
          <p:nvPr/>
        </p:nvSpPr>
        <p:spPr>
          <a:xfrm>
            <a:off x="4503907" y="3084966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5721A29C-D8CB-96C7-23E8-F2E351319E43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E5B32272-6DBE-B88B-3066-30009E87250D}"/>
              </a:ext>
            </a:extLst>
          </p:cNvPr>
          <p:cNvSpPr>
            <a:spLocks/>
          </p:cNvSpPr>
          <p:nvPr/>
        </p:nvSpPr>
        <p:spPr>
          <a:xfrm>
            <a:off x="4462776" y="344723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7A98F07E-120E-C74C-8F2D-CAC3104E2EAF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12ADB7F1-371B-9266-971B-9AD6C07A66E6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5" name="text_1334">
            <a:extLst>
              <a:ext uri="{FF2B5EF4-FFF2-40B4-BE49-F238E27FC236}">
                <a16:creationId xmlns:a16="http://schemas.microsoft.com/office/drawing/2014/main" id="{708E8219-FD8F-A351-B80A-AE4AC92772C4}"/>
              </a:ext>
            </a:extLst>
          </p:cNvPr>
          <p:cNvSpPr>
            <a:spLocks/>
          </p:cNvSpPr>
          <p:nvPr/>
        </p:nvSpPr>
        <p:spPr>
          <a:xfrm>
            <a:off x="3485118" y="1291426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336" name="text_1335">
            <a:extLst>
              <a:ext uri="{FF2B5EF4-FFF2-40B4-BE49-F238E27FC236}">
                <a16:creationId xmlns:a16="http://schemas.microsoft.com/office/drawing/2014/main" id="{BFA400E3-4A41-352E-0712-03CF65470516}"/>
              </a:ext>
            </a:extLst>
          </p:cNvPr>
          <p:cNvSpPr>
            <a:spLocks/>
          </p:cNvSpPr>
          <p:nvPr/>
        </p:nvSpPr>
        <p:spPr>
          <a:xfrm>
            <a:off x="3963948" y="1314000"/>
            <a:ext cx="981945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 · Dice</a:t>
            </a:r>
          </a:p>
        </p:txBody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A9EDAAE6-9AFA-28AA-D7D5-57D5AE65DA39}"/>
              </a:ext>
            </a:extLst>
          </p:cNvPr>
          <p:cNvSpPr>
            <a:spLocks/>
          </p:cNvSpPr>
          <p:nvPr/>
        </p:nvSpPr>
        <p:spPr>
          <a:xfrm>
            <a:off x="5946917" y="1604827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D0CE01D9-9135-8A32-3DA1-32FB6EF4F498}"/>
              </a:ext>
            </a:extLst>
          </p:cNvPr>
          <p:cNvSpPr>
            <a:spLocks/>
          </p:cNvSpPr>
          <p:nvPr/>
        </p:nvSpPr>
        <p:spPr>
          <a:xfrm>
            <a:off x="5946917" y="34718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B3F642F-7E59-BE0E-F542-2F64ED05F6A8}"/>
              </a:ext>
            </a:extLst>
          </p:cNvPr>
          <p:cNvSpPr>
            <a:spLocks/>
          </p:cNvSpPr>
          <p:nvPr/>
        </p:nvSpPr>
        <p:spPr>
          <a:xfrm>
            <a:off x="5946917" y="34645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2DDE0980-877C-C73A-2AEE-D6376A76F334}"/>
              </a:ext>
            </a:extLst>
          </p:cNvPr>
          <p:cNvSpPr>
            <a:spLocks/>
          </p:cNvSpPr>
          <p:nvPr/>
        </p:nvSpPr>
        <p:spPr>
          <a:xfrm>
            <a:off x="5946917" y="34572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4EEA81BA-3137-1E80-CF24-532A2857DD69}"/>
              </a:ext>
            </a:extLst>
          </p:cNvPr>
          <p:cNvSpPr>
            <a:spLocks/>
          </p:cNvSpPr>
          <p:nvPr/>
        </p:nvSpPr>
        <p:spPr>
          <a:xfrm>
            <a:off x="5946917" y="344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4B439B55-5F3D-2D72-8645-0C21D143D49C}"/>
              </a:ext>
            </a:extLst>
          </p:cNvPr>
          <p:cNvSpPr>
            <a:spLocks/>
          </p:cNvSpPr>
          <p:nvPr/>
        </p:nvSpPr>
        <p:spPr>
          <a:xfrm>
            <a:off x="5946917" y="34426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70BBF4F9-0EDC-0676-BF9C-83E28C2E248C}"/>
              </a:ext>
            </a:extLst>
          </p:cNvPr>
          <p:cNvSpPr>
            <a:spLocks/>
          </p:cNvSpPr>
          <p:nvPr/>
        </p:nvSpPr>
        <p:spPr>
          <a:xfrm>
            <a:off x="5946917" y="34352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F32FCE29-BCD1-EDB6-DF36-299C2808677B}"/>
              </a:ext>
            </a:extLst>
          </p:cNvPr>
          <p:cNvSpPr>
            <a:spLocks/>
          </p:cNvSpPr>
          <p:nvPr/>
        </p:nvSpPr>
        <p:spPr>
          <a:xfrm>
            <a:off x="5946917" y="34279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D29C6477-D2EF-B755-A7D7-C6D58B2562A8}"/>
              </a:ext>
            </a:extLst>
          </p:cNvPr>
          <p:cNvSpPr>
            <a:spLocks/>
          </p:cNvSpPr>
          <p:nvPr/>
        </p:nvSpPr>
        <p:spPr>
          <a:xfrm>
            <a:off x="5946917" y="34206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37EE7CA0-ABF1-6F05-708D-237CD33EF753}"/>
              </a:ext>
            </a:extLst>
          </p:cNvPr>
          <p:cNvSpPr>
            <a:spLocks/>
          </p:cNvSpPr>
          <p:nvPr/>
        </p:nvSpPr>
        <p:spPr>
          <a:xfrm>
            <a:off x="5946917" y="341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F40A0DED-0002-D046-198A-313C573F0F1B}"/>
              </a:ext>
            </a:extLst>
          </p:cNvPr>
          <p:cNvSpPr>
            <a:spLocks/>
          </p:cNvSpPr>
          <p:nvPr/>
        </p:nvSpPr>
        <p:spPr>
          <a:xfrm>
            <a:off x="5946917" y="34059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3B77541A-0D33-63C9-CFF2-DC457F6EC8BC}"/>
              </a:ext>
            </a:extLst>
          </p:cNvPr>
          <p:cNvSpPr>
            <a:spLocks/>
          </p:cNvSpPr>
          <p:nvPr/>
        </p:nvSpPr>
        <p:spPr>
          <a:xfrm>
            <a:off x="5946917" y="33986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75A4A96B-6F44-B0E0-7DEF-C9987FBCB3D1}"/>
              </a:ext>
            </a:extLst>
          </p:cNvPr>
          <p:cNvSpPr>
            <a:spLocks/>
          </p:cNvSpPr>
          <p:nvPr/>
        </p:nvSpPr>
        <p:spPr>
          <a:xfrm>
            <a:off x="5946917" y="33913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6AD07F00-A38F-F0FC-6077-B6A499EAA75F}"/>
              </a:ext>
            </a:extLst>
          </p:cNvPr>
          <p:cNvSpPr>
            <a:spLocks/>
          </p:cNvSpPr>
          <p:nvPr/>
        </p:nvSpPr>
        <p:spPr>
          <a:xfrm>
            <a:off x="5946917" y="33840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B95EF71D-7AE7-1060-BF6C-7AC5EE8AE1DB}"/>
              </a:ext>
            </a:extLst>
          </p:cNvPr>
          <p:cNvSpPr>
            <a:spLocks/>
          </p:cNvSpPr>
          <p:nvPr/>
        </p:nvSpPr>
        <p:spPr>
          <a:xfrm>
            <a:off x="5946917" y="33767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F79F03C5-79E3-0654-16EB-A2F105079D1C}"/>
              </a:ext>
            </a:extLst>
          </p:cNvPr>
          <p:cNvSpPr>
            <a:spLocks/>
          </p:cNvSpPr>
          <p:nvPr/>
        </p:nvSpPr>
        <p:spPr>
          <a:xfrm>
            <a:off x="5946917" y="336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5688CFFF-8D2B-DBE1-C088-1387EC1E9C8A}"/>
              </a:ext>
            </a:extLst>
          </p:cNvPr>
          <p:cNvSpPr>
            <a:spLocks/>
          </p:cNvSpPr>
          <p:nvPr/>
        </p:nvSpPr>
        <p:spPr>
          <a:xfrm>
            <a:off x="5946917" y="33620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9727A5A5-A481-10C2-34E1-0D0E1E199534}"/>
              </a:ext>
            </a:extLst>
          </p:cNvPr>
          <p:cNvSpPr>
            <a:spLocks/>
          </p:cNvSpPr>
          <p:nvPr/>
        </p:nvSpPr>
        <p:spPr>
          <a:xfrm>
            <a:off x="5946917" y="33547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0CDD8A07-96CE-B368-1636-9A07D7767E9D}"/>
              </a:ext>
            </a:extLst>
          </p:cNvPr>
          <p:cNvSpPr>
            <a:spLocks/>
          </p:cNvSpPr>
          <p:nvPr/>
        </p:nvSpPr>
        <p:spPr>
          <a:xfrm>
            <a:off x="5946917" y="33474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1C81F21A-A042-4610-9DE0-2501C86BAA05}"/>
              </a:ext>
            </a:extLst>
          </p:cNvPr>
          <p:cNvSpPr>
            <a:spLocks/>
          </p:cNvSpPr>
          <p:nvPr/>
        </p:nvSpPr>
        <p:spPr>
          <a:xfrm>
            <a:off x="5946917" y="33400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C1FA667F-93CD-EEF6-9D26-7CD2373A4FC5}"/>
              </a:ext>
            </a:extLst>
          </p:cNvPr>
          <p:cNvSpPr>
            <a:spLocks/>
          </p:cNvSpPr>
          <p:nvPr/>
        </p:nvSpPr>
        <p:spPr>
          <a:xfrm>
            <a:off x="5946917" y="333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9A2DC514-11AA-189D-7DCC-116020FE9E58}"/>
              </a:ext>
            </a:extLst>
          </p:cNvPr>
          <p:cNvSpPr>
            <a:spLocks/>
          </p:cNvSpPr>
          <p:nvPr/>
        </p:nvSpPr>
        <p:spPr>
          <a:xfrm>
            <a:off x="5946917" y="33254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49CA45F8-7EB0-4A5B-F748-79E1803A4B9C}"/>
              </a:ext>
            </a:extLst>
          </p:cNvPr>
          <p:cNvSpPr>
            <a:spLocks/>
          </p:cNvSpPr>
          <p:nvPr/>
        </p:nvSpPr>
        <p:spPr>
          <a:xfrm>
            <a:off x="5946917" y="33181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9B9179BB-1B8E-7F49-7692-7CBD701D6C5D}"/>
              </a:ext>
            </a:extLst>
          </p:cNvPr>
          <p:cNvSpPr>
            <a:spLocks/>
          </p:cNvSpPr>
          <p:nvPr/>
        </p:nvSpPr>
        <p:spPr>
          <a:xfrm>
            <a:off x="5946917" y="33108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614F83A0-1035-1E71-F361-D186C56D823A}"/>
              </a:ext>
            </a:extLst>
          </p:cNvPr>
          <p:cNvSpPr>
            <a:spLocks/>
          </p:cNvSpPr>
          <p:nvPr/>
        </p:nvSpPr>
        <p:spPr>
          <a:xfrm>
            <a:off x="5946917" y="33034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649D4259-A837-7F92-7F33-BA25390C3D9C}"/>
              </a:ext>
            </a:extLst>
          </p:cNvPr>
          <p:cNvSpPr>
            <a:spLocks/>
          </p:cNvSpPr>
          <p:nvPr/>
        </p:nvSpPr>
        <p:spPr>
          <a:xfrm>
            <a:off x="5946917" y="32961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31CB56B3-F8C1-63CE-8CF8-9C8A60E19219}"/>
              </a:ext>
            </a:extLst>
          </p:cNvPr>
          <p:cNvSpPr>
            <a:spLocks/>
          </p:cNvSpPr>
          <p:nvPr/>
        </p:nvSpPr>
        <p:spPr>
          <a:xfrm>
            <a:off x="5946917" y="32888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4E88AE28-7E35-5371-657C-53C638F3B4BC}"/>
              </a:ext>
            </a:extLst>
          </p:cNvPr>
          <p:cNvSpPr>
            <a:spLocks/>
          </p:cNvSpPr>
          <p:nvPr/>
        </p:nvSpPr>
        <p:spPr>
          <a:xfrm>
            <a:off x="5946917" y="32815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EC678E41-F131-A214-319B-2D33C4B76F8E}"/>
              </a:ext>
            </a:extLst>
          </p:cNvPr>
          <p:cNvSpPr>
            <a:spLocks/>
          </p:cNvSpPr>
          <p:nvPr/>
        </p:nvSpPr>
        <p:spPr>
          <a:xfrm>
            <a:off x="5946917" y="32742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7AC455C6-F7E1-EB9E-4D3D-4C9370F142D3}"/>
              </a:ext>
            </a:extLst>
          </p:cNvPr>
          <p:cNvSpPr>
            <a:spLocks/>
          </p:cNvSpPr>
          <p:nvPr/>
        </p:nvSpPr>
        <p:spPr>
          <a:xfrm>
            <a:off x="5946917" y="32668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51240D00-C0BD-28CB-F26A-263E4D0F20BC}"/>
              </a:ext>
            </a:extLst>
          </p:cNvPr>
          <p:cNvSpPr>
            <a:spLocks/>
          </p:cNvSpPr>
          <p:nvPr/>
        </p:nvSpPr>
        <p:spPr>
          <a:xfrm>
            <a:off x="5946917" y="32595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884337EC-CDBF-4BD1-3A5D-6722E835E478}"/>
              </a:ext>
            </a:extLst>
          </p:cNvPr>
          <p:cNvSpPr>
            <a:spLocks/>
          </p:cNvSpPr>
          <p:nvPr/>
        </p:nvSpPr>
        <p:spPr>
          <a:xfrm>
            <a:off x="5946917" y="32522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0159E714-5B56-2C5B-C463-48DCA1E4BE37}"/>
              </a:ext>
            </a:extLst>
          </p:cNvPr>
          <p:cNvSpPr>
            <a:spLocks/>
          </p:cNvSpPr>
          <p:nvPr/>
        </p:nvSpPr>
        <p:spPr>
          <a:xfrm>
            <a:off x="5946917" y="32449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81D0D210-223F-457A-A84D-02F5C877EE94}"/>
              </a:ext>
            </a:extLst>
          </p:cNvPr>
          <p:cNvSpPr>
            <a:spLocks/>
          </p:cNvSpPr>
          <p:nvPr/>
        </p:nvSpPr>
        <p:spPr>
          <a:xfrm>
            <a:off x="5946917" y="32375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8391AB11-ECC4-DD46-3B10-B916DBAB2CB6}"/>
              </a:ext>
            </a:extLst>
          </p:cNvPr>
          <p:cNvSpPr>
            <a:spLocks/>
          </p:cNvSpPr>
          <p:nvPr/>
        </p:nvSpPr>
        <p:spPr>
          <a:xfrm>
            <a:off x="5946917" y="32302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4E268C6E-69C1-B383-90CD-F09498B69A1A}"/>
              </a:ext>
            </a:extLst>
          </p:cNvPr>
          <p:cNvSpPr>
            <a:spLocks/>
          </p:cNvSpPr>
          <p:nvPr/>
        </p:nvSpPr>
        <p:spPr>
          <a:xfrm>
            <a:off x="5946917" y="32229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28A0572E-1D6D-24BB-218B-515CDFB1BAD1}"/>
              </a:ext>
            </a:extLst>
          </p:cNvPr>
          <p:cNvSpPr>
            <a:spLocks/>
          </p:cNvSpPr>
          <p:nvPr/>
        </p:nvSpPr>
        <p:spPr>
          <a:xfrm>
            <a:off x="5946917" y="32156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3C403D5C-D928-C334-D626-7E68416E4DD9}"/>
              </a:ext>
            </a:extLst>
          </p:cNvPr>
          <p:cNvSpPr>
            <a:spLocks/>
          </p:cNvSpPr>
          <p:nvPr/>
        </p:nvSpPr>
        <p:spPr>
          <a:xfrm>
            <a:off x="5946917" y="32083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311BD99A-5C91-AB06-8725-EF64F8732A2D}"/>
              </a:ext>
            </a:extLst>
          </p:cNvPr>
          <p:cNvSpPr>
            <a:spLocks/>
          </p:cNvSpPr>
          <p:nvPr/>
        </p:nvSpPr>
        <p:spPr>
          <a:xfrm>
            <a:off x="5946917" y="32009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C6DFE1B3-7F1C-43EF-11A4-BF3402352B15}"/>
              </a:ext>
            </a:extLst>
          </p:cNvPr>
          <p:cNvSpPr>
            <a:spLocks/>
          </p:cNvSpPr>
          <p:nvPr/>
        </p:nvSpPr>
        <p:spPr>
          <a:xfrm>
            <a:off x="5946917" y="31936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EEF0DC4C-5A9F-66E8-A36D-EB52A5A9E9B6}"/>
              </a:ext>
            </a:extLst>
          </p:cNvPr>
          <p:cNvSpPr>
            <a:spLocks/>
          </p:cNvSpPr>
          <p:nvPr/>
        </p:nvSpPr>
        <p:spPr>
          <a:xfrm>
            <a:off x="5946917" y="31863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3FA33926-DC22-6364-A3B6-4C558BA3215B}"/>
              </a:ext>
            </a:extLst>
          </p:cNvPr>
          <p:cNvSpPr>
            <a:spLocks/>
          </p:cNvSpPr>
          <p:nvPr/>
        </p:nvSpPr>
        <p:spPr>
          <a:xfrm>
            <a:off x="5946917" y="31790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E247667D-C153-DD30-C62A-2EE6A7096F21}"/>
              </a:ext>
            </a:extLst>
          </p:cNvPr>
          <p:cNvSpPr>
            <a:spLocks/>
          </p:cNvSpPr>
          <p:nvPr/>
        </p:nvSpPr>
        <p:spPr>
          <a:xfrm>
            <a:off x="5946917" y="31716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509E9A69-25D9-2521-E7FE-B90F5CA18B0C}"/>
              </a:ext>
            </a:extLst>
          </p:cNvPr>
          <p:cNvSpPr>
            <a:spLocks/>
          </p:cNvSpPr>
          <p:nvPr/>
        </p:nvSpPr>
        <p:spPr>
          <a:xfrm>
            <a:off x="5946917" y="31643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BC022697-C0EE-438C-C26A-289CCFF42BAF}"/>
              </a:ext>
            </a:extLst>
          </p:cNvPr>
          <p:cNvSpPr>
            <a:spLocks/>
          </p:cNvSpPr>
          <p:nvPr/>
        </p:nvSpPr>
        <p:spPr>
          <a:xfrm>
            <a:off x="5946917" y="31570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7CE94216-1C35-A506-0453-C287E8F42685}"/>
              </a:ext>
            </a:extLst>
          </p:cNvPr>
          <p:cNvSpPr>
            <a:spLocks/>
          </p:cNvSpPr>
          <p:nvPr/>
        </p:nvSpPr>
        <p:spPr>
          <a:xfrm>
            <a:off x="5946917" y="31497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A9BE79C4-2D7F-466C-7D95-36B2561006AF}"/>
              </a:ext>
            </a:extLst>
          </p:cNvPr>
          <p:cNvSpPr>
            <a:spLocks/>
          </p:cNvSpPr>
          <p:nvPr/>
        </p:nvSpPr>
        <p:spPr>
          <a:xfrm>
            <a:off x="5946917" y="31424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BE5F5681-3EC7-00E6-9A19-94291DDD38B0}"/>
              </a:ext>
            </a:extLst>
          </p:cNvPr>
          <p:cNvSpPr>
            <a:spLocks/>
          </p:cNvSpPr>
          <p:nvPr/>
        </p:nvSpPr>
        <p:spPr>
          <a:xfrm>
            <a:off x="5946917" y="31350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22F4C8B8-333B-55CF-9094-2F6AC7A3EF4E}"/>
              </a:ext>
            </a:extLst>
          </p:cNvPr>
          <p:cNvSpPr>
            <a:spLocks/>
          </p:cNvSpPr>
          <p:nvPr/>
        </p:nvSpPr>
        <p:spPr>
          <a:xfrm>
            <a:off x="5946917" y="31277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69150D7D-88E2-5D78-34E9-2DFCB30F16DC}"/>
              </a:ext>
            </a:extLst>
          </p:cNvPr>
          <p:cNvSpPr>
            <a:spLocks/>
          </p:cNvSpPr>
          <p:nvPr/>
        </p:nvSpPr>
        <p:spPr>
          <a:xfrm>
            <a:off x="5946917" y="31204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F4D9B435-D3DA-78D5-36B8-451E5088BCF1}"/>
              </a:ext>
            </a:extLst>
          </p:cNvPr>
          <p:cNvSpPr>
            <a:spLocks/>
          </p:cNvSpPr>
          <p:nvPr/>
        </p:nvSpPr>
        <p:spPr>
          <a:xfrm>
            <a:off x="5946917" y="31131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AB5EA8C6-A44D-4784-0972-A3AB1126B598}"/>
              </a:ext>
            </a:extLst>
          </p:cNvPr>
          <p:cNvSpPr>
            <a:spLocks/>
          </p:cNvSpPr>
          <p:nvPr/>
        </p:nvSpPr>
        <p:spPr>
          <a:xfrm>
            <a:off x="5946917" y="31057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BCE6FF1F-13FC-D5BA-3AB7-F188447367D5}"/>
              </a:ext>
            </a:extLst>
          </p:cNvPr>
          <p:cNvSpPr>
            <a:spLocks/>
          </p:cNvSpPr>
          <p:nvPr/>
        </p:nvSpPr>
        <p:spPr>
          <a:xfrm>
            <a:off x="5946917" y="30984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F805E641-2F21-A02E-709D-466C90C106FF}"/>
              </a:ext>
            </a:extLst>
          </p:cNvPr>
          <p:cNvSpPr>
            <a:spLocks/>
          </p:cNvSpPr>
          <p:nvPr/>
        </p:nvSpPr>
        <p:spPr>
          <a:xfrm>
            <a:off x="5946917" y="30911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D98D4201-43D6-8139-47F4-73ED5C133E4F}"/>
              </a:ext>
            </a:extLst>
          </p:cNvPr>
          <p:cNvSpPr>
            <a:spLocks/>
          </p:cNvSpPr>
          <p:nvPr/>
        </p:nvSpPr>
        <p:spPr>
          <a:xfrm>
            <a:off x="5946917" y="30838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BBD60942-ADE0-DA5E-41C3-71275A083EB3}"/>
              </a:ext>
            </a:extLst>
          </p:cNvPr>
          <p:cNvSpPr>
            <a:spLocks/>
          </p:cNvSpPr>
          <p:nvPr/>
        </p:nvSpPr>
        <p:spPr>
          <a:xfrm>
            <a:off x="5946917" y="30765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329350BD-5E5A-3495-B1DA-12E0E5DA6E40}"/>
              </a:ext>
            </a:extLst>
          </p:cNvPr>
          <p:cNvSpPr>
            <a:spLocks/>
          </p:cNvSpPr>
          <p:nvPr/>
        </p:nvSpPr>
        <p:spPr>
          <a:xfrm>
            <a:off x="5946917" y="30691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DE6E37F2-1276-9F3A-FC85-906B638E12A8}"/>
              </a:ext>
            </a:extLst>
          </p:cNvPr>
          <p:cNvSpPr>
            <a:spLocks/>
          </p:cNvSpPr>
          <p:nvPr/>
        </p:nvSpPr>
        <p:spPr>
          <a:xfrm>
            <a:off x="5946917" y="30618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714C79CC-9B5C-EE46-00ED-C55976029822}"/>
              </a:ext>
            </a:extLst>
          </p:cNvPr>
          <p:cNvSpPr>
            <a:spLocks/>
          </p:cNvSpPr>
          <p:nvPr/>
        </p:nvSpPr>
        <p:spPr>
          <a:xfrm>
            <a:off x="5946917" y="30545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31B6720C-A8A3-97C0-5AAB-E902A872076D}"/>
              </a:ext>
            </a:extLst>
          </p:cNvPr>
          <p:cNvSpPr>
            <a:spLocks/>
          </p:cNvSpPr>
          <p:nvPr/>
        </p:nvSpPr>
        <p:spPr>
          <a:xfrm>
            <a:off x="5946917" y="30472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EB866C84-1C59-E34C-1982-67D4F22A6F33}"/>
              </a:ext>
            </a:extLst>
          </p:cNvPr>
          <p:cNvSpPr>
            <a:spLocks/>
          </p:cNvSpPr>
          <p:nvPr/>
        </p:nvSpPr>
        <p:spPr>
          <a:xfrm>
            <a:off x="5946917" y="30399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62721DD2-91F7-8F1E-E395-3ABD3F8119B7}"/>
              </a:ext>
            </a:extLst>
          </p:cNvPr>
          <p:cNvSpPr>
            <a:spLocks/>
          </p:cNvSpPr>
          <p:nvPr/>
        </p:nvSpPr>
        <p:spPr>
          <a:xfrm>
            <a:off x="5946917" y="30325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FA7E733A-01A6-03D7-EF35-D23F43ED9B61}"/>
              </a:ext>
            </a:extLst>
          </p:cNvPr>
          <p:cNvSpPr>
            <a:spLocks/>
          </p:cNvSpPr>
          <p:nvPr/>
        </p:nvSpPr>
        <p:spPr>
          <a:xfrm>
            <a:off x="5946917" y="30252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CC439BF4-F575-1C32-9FC0-064C24125A30}"/>
              </a:ext>
            </a:extLst>
          </p:cNvPr>
          <p:cNvSpPr>
            <a:spLocks/>
          </p:cNvSpPr>
          <p:nvPr/>
        </p:nvSpPr>
        <p:spPr>
          <a:xfrm>
            <a:off x="5946917" y="30179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75F02041-0A7A-930F-FF1C-8873CC4F6167}"/>
              </a:ext>
            </a:extLst>
          </p:cNvPr>
          <p:cNvSpPr>
            <a:spLocks/>
          </p:cNvSpPr>
          <p:nvPr/>
        </p:nvSpPr>
        <p:spPr>
          <a:xfrm>
            <a:off x="5946917" y="30106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75102674-E2F2-70A8-65A1-B43B2B613B1E}"/>
              </a:ext>
            </a:extLst>
          </p:cNvPr>
          <p:cNvSpPr>
            <a:spLocks/>
          </p:cNvSpPr>
          <p:nvPr/>
        </p:nvSpPr>
        <p:spPr>
          <a:xfrm>
            <a:off x="5946917" y="30032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0F887C7-DD8D-889B-7648-633FF21B68E8}"/>
              </a:ext>
            </a:extLst>
          </p:cNvPr>
          <p:cNvSpPr>
            <a:spLocks/>
          </p:cNvSpPr>
          <p:nvPr/>
        </p:nvSpPr>
        <p:spPr>
          <a:xfrm>
            <a:off x="5946917" y="29959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E1732BFB-1044-ABFC-E518-3C002CF4788A}"/>
              </a:ext>
            </a:extLst>
          </p:cNvPr>
          <p:cNvSpPr>
            <a:spLocks/>
          </p:cNvSpPr>
          <p:nvPr/>
        </p:nvSpPr>
        <p:spPr>
          <a:xfrm>
            <a:off x="5946917" y="29886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25757B0C-E424-7E4E-DDD8-F75F3393BE82}"/>
              </a:ext>
            </a:extLst>
          </p:cNvPr>
          <p:cNvSpPr>
            <a:spLocks/>
          </p:cNvSpPr>
          <p:nvPr/>
        </p:nvSpPr>
        <p:spPr>
          <a:xfrm>
            <a:off x="5946917" y="29813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A4794B1A-FAF2-7D3C-0D5E-B29BBE2EEED2}"/>
              </a:ext>
            </a:extLst>
          </p:cNvPr>
          <p:cNvSpPr>
            <a:spLocks/>
          </p:cNvSpPr>
          <p:nvPr/>
        </p:nvSpPr>
        <p:spPr>
          <a:xfrm>
            <a:off x="5946917" y="29740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2E7297D8-29E6-A5BB-36DE-9E305B1B5072}"/>
              </a:ext>
            </a:extLst>
          </p:cNvPr>
          <p:cNvSpPr>
            <a:spLocks/>
          </p:cNvSpPr>
          <p:nvPr/>
        </p:nvSpPr>
        <p:spPr>
          <a:xfrm>
            <a:off x="5946917" y="29666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87CE0ECE-8554-FF65-98B9-44EEB38CAFED}"/>
              </a:ext>
            </a:extLst>
          </p:cNvPr>
          <p:cNvSpPr>
            <a:spLocks/>
          </p:cNvSpPr>
          <p:nvPr/>
        </p:nvSpPr>
        <p:spPr>
          <a:xfrm>
            <a:off x="5946917" y="29593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DB827E75-FEBA-97C7-42CD-C120B424EF73}"/>
              </a:ext>
            </a:extLst>
          </p:cNvPr>
          <p:cNvSpPr>
            <a:spLocks/>
          </p:cNvSpPr>
          <p:nvPr/>
        </p:nvSpPr>
        <p:spPr>
          <a:xfrm>
            <a:off x="5946917" y="29520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2B61B999-B750-5886-7AA8-C614D336D5F2}"/>
              </a:ext>
            </a:extLst>
          </p:cNvPr>
          <p:cNvSpPr>
            <a:spLocks/>
          </p:cNvSpPr>
          <p:nvPr/>
        </p:nvSpPr>
        <p:spPr>
          <a:xfrm>
            <a:off x="5946917" y="29447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C2CFF28D-CB57-89BD-5270-398EAD7EB5C8}"/>
              </a:ext>
            </a:extLst>
          </p:cNvPr>
          <p:cNvSpPr>
            <a:spLocks/>
          </p:cNvSpPr>
          <p:nvPr/>
        </p:nvSpPr>
        <p:spPr>
          <a:xfrm>
            <a:off x="5946917" y="29373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6584A237-74C8-67AF-6C71-5E6F92101C62}"/>
              </a:ext>
            </a:extLst>
          </p:cNvPr>
          <p:cNvSpPr>
            <a:spLocks/>
          </p:cNvSpPr>
          <p:nvPr/>
        </p:nvSpPr>
        <p:spPr>
          <a:xfrm>
            <a:off x="5946917" y="29300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6BCE6419-5475-6E8B-64BA-B19F2D4F857B}"/>
              </a:ext>
            </a:extLst>
          </p:cNvPr>
          <p:cNvSpPr>
            <a:spLocks/>
          </p:cNvSpPr>
          <p:nvPr/>
        </p:nvSpPr>
        <p:spPr>
          <a:xfrm>
            <a:off x="5946917" y="29227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2DC3E3A4-9230-92C7-9CAE-68D384ED50E5}"/>
              </a:ext>
            </a:extLst>
          </p:cNvPr>
          <p:cNvSpPr>
            <a:spLocks/>
          </p:cNvSpPr>
          <p:nvPr/>
        </p:nvSpPr>
        <p:spPr>
          <a:xfrm>
            <a:off x="5946917" y="29154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4C556FA7-ED89-43A7-743C-598D6596E498}"/>
              </a:ext>
            </a:extLst>
          </p:cNvPr>
          <p:cNvSpPr>
            <a:spLocks/>
          </p:cNvSpPr>
          <p:nvPr/>
        </p:nvSpPr>
        <p:spPr>
          <a:xfrm>
            <a:off x="5946917" y="29081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1C57555C-892B-5322-811D-8AE2E6A27C06}"/>
              </a:ext>
            </a:extLst>
          </p:cNvPr>
          <p:cNvSpPr>
            <a:spLocks/>
          </p:cNvSpPr>
          <p:nvPr/>
        </p:nvSpPr>
        <p:spPr>
          <a:xfrm>
            <a:off x="5946917" y="29007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D7ACFFC1-B8EF-7CA6-47DD-CFC3C566A88B}"/>
              </a:ext>
            </a:extLst>
          </p:cNvPr>
          <p:cNvSpPr>
            <a:spLocks/>
          </p:cNvSpPr>
          <p:nvPr/>
        </p:nvSpPr>
        <p:spPr>
          <a:xfrm>
            <a:off x="5946917" y="28934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58977007-215A-60C4-B556-47EA0D1A6A93}"/>
              </a:ext>
            </a:extLst>
          </p:cNvPr>
          <p:cNvSpPr>
            <a:spLocks/>
          </p:cNvSpPr>
          <p:nvPr/>
        </p:nvSpPr>
        <p:spPr>
          <a:xfrm>
            <a:off x="5946917" y="28861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931862AD-DF5C-5F7B-AF9D-E7FA39B979A8}"/>
              </a:ext>
            </a:extLst>
          </p:cNvPr>
          <p:cNvSpPr>
            <a:spLocks/>
          </p:cNvSpPr>
          <p:nvPr/>
        </p:nvSpPr>
        <p:spPr>
          <a:xfrm>
            <a:off x="5946917" y="28788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C60591A4-4151-17E3-F109-86CE81BCCBC2}"/>
              </a:ext>
            </a:extLst>
          </p:cNvPr>
          <p:cNvSpPr>
            <a:spLocks/>
          </p:cNvSpPr>
          <p:nvPr/>
        </p:nvSpPr>
        <p:spPr>
          <a:xfrm>
            <a:off x="5946917" y="28715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EC605749-D5F3-2E81-BB9A-83559F9E8180}"/>
              </a:ext>
            </a:extLst>
          </p:cNvPr>
          <p:cNvSpPr>
            <a:spLocks/>
          </p:cNvSpPr>
          <p:nvPr/>
        </p:nvSpPr>
        <p:spPr>
          <a:xfrm>
            <a:off x="5946917" y="28641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BBB18B02-2042-88E3-DA09-D27C402DCB5C}"/>
              </a:ext>
            </a:extLst>
          </p:cNvPr>
          <p:cNvSpPr>
            <a:spLocks/>
          </p:cNvSpPr>
          <p:nvPr/>
        </p:nvSpPr>
        <p:spPr>
          <a:xfrm>
            <a:off x="5946917" y="28568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0ED33B45-8067-F56A-EEA7-EC63DC1A1B2A}"/>
              </a:ext>
            </a:extLst>
          </p:cNvPr>
          <p:cNvSpPr>
            <a:spLocks/>
          </p:cNvSpPr>
          <p:nvPr/>
        </p:nvSpPr>
        <p:spPr>
          <a:xfrm>
            <a:off x="5946917" y="28495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148F581B-55C9-7595-1DA7-2887121DF4DC}"/>
              </a:ext>
            </a:extLst>
          </p:cNvPr>
          <p:cNvSpPr>
            <a:spLocks/>
          </p:cNvSpPr>
          <p:nvPr/>
        </p:nvSpPr>
        <p:spPr>
          <a:xfrm>
            <a:off x="5946917" y="28422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6214FD5D-ECC3-F8D1-1036-4FCA2D979D3A}"/>
              </a:ext>
            </a:extLst>
          </p:cNvPr>
          <p:cNvSpPr>
            <a:spLocks/>
          </p:cNvSpPr>
          <p:nvPr/>
        </p:nvSpPr>
        <p:spPr>
          <a:xfrm>
            <a:off x="5946917" y="28348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E3280A28-2380-029A-61DD-8465EADDE517}"/>
              </a:ext>
            </a:extLst>
          </p:cNvPr>
          <p:cNvSpPr>
            <a:spLocks/>
          </p:cNvSpPr>
          <p:nvPr/>
        </p:nvSpPr>
        <p:spPr>
          <a:xfrm>
            <a:off x="5946917" y="28275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C6CA7E99-0E2D-D0E9-3905-5D1C1E0AEF5A}"/>
              </a:ext>
            </a:extLst>
          </p:cNvPr>
          <p:cNvSpPr>
            <a:spLocks/>
          </p:cNvSpPr>
          <p:nvPr/>
        </p:nvSpPr>
        <p:spPr>
          <a:xfrm>
            <a:off x="5946917" y="28202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61C4146A-DB5E-2AB6-BEBD-A2AF138760C4}"/>
              </a:ext>
            </a:extLst>
          </p:cNvPr>
          <p:cNvSpPr>
            <a:spLocks/>
          </p:cNvSpPr>
          <p:nvPr/>
        </p:nvSpPr>
        <p:spPr>
          <a:xfrm>
            <a:off x="5946917" y="28129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9C1883FF-42AC-340D-173B-1F1D38D22947}"/>
              </a:ext>
            </a:extLst>
          </p:cNvPr>
          <p:cNvSpPr>
            <a:spLocks/>
          </p:cNvSpPr>
          <p:nvPr/>
        </p:nvSpPr>
        <p:spPr>
          <a:xfrm>
            <a:off x="5946917" y="28056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593565EF-44CD-5E78-0054-51E20AB76FE1}"/>
              </a:ext>
            </a:extLst>
          </p:cNvPr>
          <p:cNvSpPr>
            <a:spLocks/>
          </p:cNvSpPr>
          <p:nvPr/>
        </p:nvSpPr>
        <p:spPr>
          <a:xfrm>
            <a:off x="5946917" y="27982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984D06AD-97B7-40B1-12E9-1C885B6E4D40}"/>
              </a:ext>
            </a:extLst>
          </p:cNvPr>
          <p:cNvSpPr>
            <a:spLocks/>
          </p:cNvSpPr>
          <p:nvPr/>
        </p:nvSpPr>
        <p:spPr>
          <a:xfrm>
            <a:off x="5946917" y="27909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A6042896-FB2F-266A-4953-576CEE72983D}"/>
              </a:ext>
            </a:extLst>
          </p:cNvPr>
          <p:cNvSpPr>
            <a:spLocks/>
          </p:cNvSpPr>
          <p:nvPr/>
        </p:nvSpPr>
        <p:spPr>
          <a:xfrm>
            <a:off x="5946917" y="27836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21E62FAA-A99D-F190-EB18-9012D12249AA}"/>
              </a:ext>
            </a:extLst>
          </p:cNvPr>
          <p:cNvSpPr>
            <a:spLocks/>
          </p:cNvSpPr>
          <p:nvPr/>
        </p:nvSpPr>
        <p:spPr>
          <a:xfrm>
            <a:off x="5946917" y="27763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3063B1B6-71E2-ED9E-034A-F18586F8F5B0}"/>
              </a:ext>
            </a:extLst>
          </p:cNvPr>
          <p:cNvSpPr>
            <a:spLocks/>
          </p:cNvSpPr>
          <p:nvPr/>
        </p:nvSpPr>
        <p:spPr>
          <a:xfrm>
            <a:off x="5946917" y="27689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8527E11D-5EBA-4707-0694-FEDF2178FB18}"/>
              </a:ext>
            </a:extLst>
          </p:cNvPr>
          <p:cNvSpPr>
            <a:spLocks/>
          </p:cNvSpPr>
          <p:nvPr/>
        </p:nvSpPr>
        <p:spPr>
          <a:xfrm>
            <a:off x="5946917" y="27616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9221C657-0E2B-BE13-719F-308E23315B70}"/>
              </a:ext>
            </a:extLst>
          </p:cNvPr>
          <p:cNvSpPr>
            <a:spLocks/>
          </p:cNvSpPr>
          <p:nvPr/>
        </p:nvSpPr>
        <p:spPr>
          <a:xfrm>
            <a:off x="5946917" y="27543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C4E9AF49-A00F-9E40-174C-69A505D0CB7F}"/>
              </a:ext>
            </a:extLst>
          </p:cNvPr>
          <p:cNvSpPr>
            <a:spLocks/>
          </p:cNvSpPr>
          <p:nvPr/>
        </p:nvSpPr>
        <p:spPr>
          <a:xfrm>
            <a:off x="5946917" y="27470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C489CEE4-515C-0FA4-006D-C47B9E99B254}"/>
              </a:ext>
            </a:extLst>
          </p:cNvPr>
          <p:cNvSpPr>
            <a:spLocks/>
          </p:cNvSpPr>
          <p:nvPr/>
        </p:nvSpPr>
        <p:spPr>
          <a:xfrm>
            <a:off x="5946917" y="27397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881F6B9B-22DE-D709-E2F4-9CC4C4EF21CC}"/>
              </a:ext>
            </a:extLst>
          </p:cNvPr>
          <p:cNvSpPr>
            <a:spLocks/>
          </p:cNvSpPr>
          <p:nvPr/>
        </p:nvSpPr>
        <p:spPr>
          <a:xfrm>
            <a:off x="5946917" y="27323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A40CF8D4-D1D6-6003-2AB2-3E4A611CC85C}"/>
              </a:ext>
            </a:extLst>
          </p:cNvPr>
          <p:cNvSpPr>
            <a:spLocks/>
          </p:cNvSpPr>
          <p:nvPr/>
        </p:nvSpPr>
        <p:spPr>
          <a:xfrm>
            <a:off x="5946917" y="27250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A9ECE15C-36B2-55B4-7CAB-4D2EB4EB0BC0}"/>
              </a:ext>
            </a:extLst>
          </p:cNvPr>
          <p:cNvSpPr>
            <a:spLocks/>
          </p:cNvSpPr>
          <p:nvPr/>
        </p:nvSpPr>
        <p:spPr>
          <a:xfrm>
            <a:off x="5946917" y="27177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082E4EB9-FE33-B9CD-E7DB-0049B3B3CF50}"/>
              </a:ext>
            </a:extLst>
          </p:cNvPr>
          <p:cNvSpPr>
            <a:spLocks/>
          </p:cNvSpPr>
          <p:nvPr/>
        </p:nvSpPr>
        <p:spPr>
          <a:xfrm>
            <a:off x="5946917" y="27104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3F097551-FDCE-E39C-3F7F-05E4561336B3}"/>
              </a:ext>
            </a:extLst>
          </p:cNvPr>
          <p:cNvSpPr>
            <a:spLocks/>
          </p:cNvSpPr>
          <p:nvPr/>
        </p:nvSpPr>
        <p:spPr>
          <a:xfrm>
            <a:off x="5946917" y="27030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FD0162F5-55E3-DEA4-7153-65475FB82515}"/>
              </a:ext>
            </a:extLst>
          </p:cNvPr>
          <p:cNvSpPr>
            <a:spLocks/>
          </p:cNvSpPr>
          <p:nvPr/>
        </p:nvSpPr>
        <p:spPr>
          <a:xfrm>
            <a:off x="5946917" y="26957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E586948C-4380-23B0-699A-4E2226294043}"/>
              </a:ext>
            </a:extLst>
          </p:cNvPr>
          <p:cNvSpPr>
            <a:spLocks/>
          </p:cNvSpPr>
          <p:nvPr/>
        </p:nvSpPr>
        <p:spPr>
          <a:xfrm>
            <a:off x="5946917" y="26884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58DB5966-12EF-062F-538A-6A064C599CC7}"/>
              </a:ext>
            </a:extLst>
          </p:cNvPr>
          <p:cNvSpPr>
            <a:spLocks/>
          </p:cNvSpPr>
          <p:nvPr/>
        </p:nvSpPr>
        <p:spPr>
          <a:xfrm>
            <a:off x="5946917" y="26811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1EBA7074-7DA9-7F2E-F589-181AAE63CD90}"/>
              </a:ext>
            </a:extLst>
          </p:cNvPr>
          <p:cNvSpPr>
            <a:spLocks/>
          </p:cNvSpPr>
          <p:nvPr/>
        </p:nvSpPr>
        <p:spPr>
          <a:xfrm>
            <a:off x="5946917" y="26738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7027ACBC-EDE4-D798-1708-147C696DE98A}"/>
              </a:ext>
            </a:extLst>
          </p:cNvPr>
          <p:cNvSpPr>
            <a:spLocks/>
          </p:cNvSpPr>
          <p:nvPr/>
        </p:nvSpPr>
        <p:spPr>
          <a:xfrm>
            <a:off x="5946917" y="26664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FA6DDFF6-14E2-F0EB-85B3-EB5FA0C46C89}"/>
              </a:ext>
            </a:extLst>
          </p:cNvPr>
          <p:cNvSpPr>
            <a:spLocks/>
          </p:cNvSpPr>
          <p:nvPr/>
        </p:nvSpPr>
        <p:spPr>
          <a:xfrm>
            <a:off x="5946917" y="26591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6D67BF24-B32E-33DB-6277-8B2ED7C5B4AD}"/>
              </a:ext>
            </a:extLst>
          </p:cNvPr>
          <p:cNvSpPr>
            <a:spLocks/>
          </p:cNvSpPr>
          <p:nvPr/>
        </p:nvSpPr>
        <p:spPr>
          <a:xfrm>
            <a:off x="5946917" y="26518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F21EEDDF-76FA-0A64-0FD5-593B634FBDC2}"/>
              </a:ext>
            </a:extLst>
          </p:cNvPr>
          <p:cNvSpPr>
            <a:spLocks/>
          </p:cNvSpPr>
          <p:nvPr/>
        </p:nvSpPr>
        <p:spPr>
          <a:xfrm>
            <a:off x="5946917" y="26445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7FD0B877-F9B9-07A2-95B4-1145E5D6EF77}"/>
              </a:ext>
            </a:extLst>
          </p:cNvPr>
          <p:cNvSpPr>
            <a:spLocks/>
          </p:cNvSpPr>
          <p:nvPr/>
        </p:nvSpPr>
        <p:spPr>
          <a:xfrm>
            <a:off x="5946917" y="26372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34B09893-E894-AC9C-FB1F-1180DEFE6FCE}"/>
              </a:ext>
            </a:extLst>
          </p:cNvPr>
          <p:cNvSpPr>
            <a:spLocks/>
          </p:cNvSpPr>
          <p:nvPr/>
        </p:nvSpPr>
        <p:spPr>
          <a:xfrm>
            <a:off x="5946917" y="26298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33B6F4D1-2719-F228-12B0-C37FD215CE1F}"/>
              </a:ext>
            </a:extLst>
          </p:cNvPr>
          <p:cNvSpPr>
            <a:spLocks/>
          </p:cNvSpPr>
          <p:nvPr/>
        </p:nvSpPr>
        <p:spPr>
          <a:xfrm>
            <a:off x="5946917" y="26225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A7E0E8D1-43C7-1E8D-0B62-DFDC964D5C3E}"/>
              </a:ext>
            </a:extLst>
          </p:cNvPr>
          <p:cNvSpPr>
            <a:spLocks/>
          </p:cNvSpPr>
          <p:nvPr/>
        </p:nvSpPr>
        <p:spPr>
          <a:xfrm>
            <a:off x="5946917" y="26152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8E5148FE-B330-38E5-7461-8A39FDE68A3D}"/>
              </a:ext>
            </a:extLst>
          </p:cNvPr>
          <p:cNvSpPr>
            <a:spLocks/>
          </p:cNvSpPr>
          <p:nvPr/>
        </p:nvSpPr>
        <p:spPr>
          <a:xfrm>
            <a:off x="5946917" y="26079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5816597F-EF8E-9937-CC0C-4493CD6FB8DA}"/>
              </a:ext>
            </a:extLst>
          </p:cNvPr>
          <p:cNvSpPr>
            <a:spLocks/>
          </p:cNvSpPr>
          <p:nvPr/>
        </p:nvSpPr>
        <p:spPr>
          <a:xfrm>
            <a:off x="5946917" y="26005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56F3EBFE-F083-8780-2E39-E8843A7232BF}"/>
              </a:ext>
            </a:extLst>
          </p:cNvPr>
          <p:cNvSpPr>
            <a:spLocks/>
          </p:cNvSpPr>
          <p:nvPr/>
        </p:nvSpPr>
        <p:spPr>
          <a:xfrm>
            <a:off x="5946917" y="25932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12777D28-92B8-2985-695A-74B433B64A6D}"/>
              </a:ext>
            </a:extLst>
          </p:cNvPr>
          <p:cNvSpPr>
            <a:spLocks/>
          </p:cNvSpPr>
          <p:nvPr/>
        </p:nvSpPr>
        <p:spPr>
          <a:xfrm>
            <a:off x="5946917" y="25859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C1022D0-7EED-916C-74D9-8055AB5BC3C7}"/>
              </a:ext>
            </a:extLst>
          </p:cNvPr>
          <p:cNvSpPr>
            <a:spLocks/>
          </p:cNvSpPr>
          <p:nvPr/>
        </p:nvSpPr>
        <p:spPr>
          <a:xfrm>
            <a:off x="5946917" y="25786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21BFDB93-519B-FB56-2CE4-F3F0125BC4F2}"/>
              </a:ext>
            </a:extLst>
          </p:cNvPr>
          <p:cNvSpPr>
            <a:spLocks/>
          </p:cNvSpPr>
          <p:nvPr/>
        </p:nvSpPr>
        <p:spPr>
          <a:xfrm>
            <a:off x="5946917" y="25713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022043D4-E101-D7C6-5D93-8D5C715CE7AF}"/>
              </a:ext>
            </a:extLst>
          </p:cNvPr>
          <p:cNvSpPr>
            <a:spLocks/>
          </p:cNvSpPr>
          <p:nvPr/>
        </p:nvSpPr>
        <p:spPr>
          <a:xfrm>
            <a:off x="5946917" y="25639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E8A1C772-AFB6-2705-C305-4142DFF30922}"/>
              </a:ext>
            </a:extLst>
          </p:cNvPr>
          <p:cNvSpPr>
            <a:spLocks/>
          </p:cNvSpPr>
          <p:nvPr/>
        </p:nvSpPr>
        <p:spPr>
          <a:xfrm>
            <a:off x="5946917" y="25566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DE9CE805-5698-9065-313A-9E5F582F20B8}"/>
              </a:ext>
            </a:extLst>
          </p:cNvPr>
          <p:cNvSpPr>
            <a:spLocks/>
          </p:cNvSpPr>
          <p:nvPr/>
        </p:nvSpPr>
        <p:spPr>
          <a:xfrm>
            <a:off x="5946917" y="25493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490E4FE0-1777-6BF8-2E15-160562E864CC}"/>
              </a:ext>
            </a:extLst>
          </p:cNvPr>
          <p:cNvSpPr>
            <a:spLocks/>
          </p:cNvSpPr>
          <p:nvPr/>
        </p:nvSpPr>
        <p:spPr>
          <a:xfrm>
            <a:off x="5946917" y="25420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83A18344-D646-A293-C80F-2F58325BB3D6}"/>
              </a:ext>
            </a:extLst>
          </p:cNvPr>
          <p:cNvSpPr>
            <a:spLocks/>
          </p:cNvSpPr>
          <p:nvPr/>
        </p:nvSpPr>
        <p:spPr>
          <a:xfrm>
            <a:off x="5946917" y="25346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9293A9C0-B1E7-AE12-DB63-BC56FFB893BF}"/>
              </a:ext>
            </a:extLst>
          </p:cNvPr>
          <p:cNvSpPr>
            <a:spLocks/>
          </p:cNvSpPr>
          <p:nvPr/>
        </p:nvSpPr>
        <p:spPr>
          <a:xfrm>
            <a:off x="5946917" y="25273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11DD9557-566F-E99F-A989-7009817068AE}"/>
              </a:ext>
            </a:extLst>
          </p:cNvPr>
          <p:cNvSpPr>
            <a:spLocks/>
          </p:cNvSpPr>
          <p:nvPr/>
        </p:nvSpPr>
        <p:spPr>
          <a:xfrm>
            <a:off x="5946917" y="25200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B1BDBFCB-567C-7BB6-16AC-8EBFB2627EAA}"/>
              </a:ext>
            </a:extLst>
          </p:cNvPr>
          <p:cNvSpPr>
            <a:spLocks/>
          </p:cNvSpPr>
          <p:nvPr/>
        </p:nvSpPr>
        <p:spPr>
          <a:xfrm>
            <a:off x="5946917" y="25127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15E27AB0-33E2-8F64-F0B8-1C83DA2465EC}"/>
              </a:ext>
            </a:extLst>
          </p:cNvPr>
          <p:cNvSpPr>
            <a:spLocks/>
          </p:cNvSpPr>
          <p:nvPr/>
        </p:nvSpPr>
        <p:spPr>
          <a:xfrm>
            <a:off x="5946917" y="25054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0265360A-1CC0-6FC0-00C2-25B3735FC51F}"/>
              </a:ext>
            </a:extLst>
          </p:cNvPr>
          <p:cNvSpPr>
            <a:spLocks/>
          </p:cNvSpPr>
          <p:nvPr/>
        </p:nvSpPr>
        <p:spPr>
          <a:xfrm>
            <a:off x="5946917" y="24980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28DF1175-4D4C-76D6-B06C-D0A110BCB3E2}"/>
              </a:ext>
            </a:extLst>
          </p:cNvPr>
          <p:cNvSpPr>
            <a:spLocks/>
          </p:cNvSpPr>
          <p:nvPr/>
        </p:nvSpPr>
        <p:spPr>
          <a:xfrm>
            <a:off x="5946917" y="24907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DE93C253-AA8E-3B38-0F08-6E8B456B8911}"/>
              </a:ext>
            </a:extLst>
          </p:cNvPr>
          <p:cNvSpPr>
            <a:spLocks/>
          </p:cNvSpPr>
          <p:nvPr/>
        </p:nvSpPr>
        <p:spPr>
          <a:xfrm>
            <a:off x="5946917" y="24834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A3777CE0-1CE2-8789-183B-BE0ED908F569}"/>
              </a:ext>
            </a:extLst>
          </p:cNvPr>
          <p:cNvSpPr>
            <a:spLocks/>
          </p:cNvSpPr>
          <p:nvPr/>
        </p:nvSpPr>
        <p:spPr>
          <a:xfrm>
            <a:off x="5946917" y="24761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881775CF-2672-C3D6-BDF0-3B01A1357C4A}"/>
              </a:ext>
            </a:extLst>
          </p:cNvPr>
          <p:cNvSpPr>
            <a:spLocks/>
          </p:cNvSpPr>
          <p:nvPr/>
        </p:nvSpPr>
        <p:spPr>
          <a:xfrm>
            <a:off x="5946917" y="24688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C9030963-CF42-76D9-BD1F-13CF26E81BD5}"/>
              </a:ext>
            </a:extLst>
          </p:cNvPr>
          <p:cNvSpPr>
            <a:spLocks/>
          </p:cNvSpPr>
          <p:nvPr/>
        </p:nvSpPr>
        <p:spPr>
          <a:xfrm>
            <a:off x="5946917" y="24614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40ABF595-1094-9194-261F-192ECF996BE8}"/>
              </a:ext>
            </a:extLst>
          </p:cNvPr>
          <p:cNvSpPr>
            <a:spLocks/>
          </p:cNvSpPr>
          <p:nvPr/>
        </p:nvSpPr>
        <p:spPr>
          <a:xfrm>
            <a:off x="5946917" y="24541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2C11F0DE-B8E8-F3CF-9EA4-1D20F31496C1}"/>
              </a:ext>
            </a:extLst>
          </p:cNvPr>
          <p:cNvSpPr>
            <a:spLocks/>
          </p:cNvSpPr>
          <p:nvPr/>
        </p:nvSpPr>
        <p:spPr>
          <a:xfrm>
            <a:off x="5946917" y="24468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3BEA12B-7E11-81A5-0AB0-349D2BEEB75D}"/>
              </a:ext>
            </a:extLst>
          </p:cNvPr>
          <p:cNvSpPr>
            <a:spLocks/>
          </p:cNvSpPr>
          <p:nvPr/>
        </p:nvSpPr>
        <p:spPr>
          <a:xfrm>
            <a:off x="5946917" y="24395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6CF7EE44-9DC5-BD1D-46D5-7D70351D2294}"/>
              </a:ext>
            </a:extLst>
          </p:cNvPr>
          <p:cNvSpPr>
            <a:spLocks/>
          </p:cNvSpPr>
          <p:nvPr/>
        </p:nvSpPr>
        <p:spPr>
          <a:xfrm>
            <a:off x="5946917" y="24321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689EFAC2-4B43-E2D9-9060-6FAE1095C372}"/>
              </a:ext>
            </a:extLst>
          </p:cNvPr>
          <p:cNvSpPr>
            <a:spLocks/>
          </p:cNvSpPr>
          <p:nvPr/>
        </p:nvSpPr>
        <p:spPr>
          <a:xfrm>
            <a:off x="5946917" y="2424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31E5F04A-3121-2CA3-E86C-B3F4B69624A5}"/>
              </a:ext>
            </a:extLst>
          </p:cNvPr>
          <p:cNvSpPr>
            <a:spLocks/>
          </p:cNvSpPr>
          <p:nvPr/>
        </p:nvSpPr>
        <p:spPr>
          <a:xfrm>
            <a:off x="5946917" y="2417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C44F3D1B-53C4-21F6-9984-93980DBC7097}"/>
              </a:ext>
            </a:extLst>
          </p:cNvPr>
          <p:cNvSpPr>
            <a:spLocks/>
          </p:cNvSpPr>
          <p:nvPr/>
        </p:nvSpPr>
        <p:spPr>
          <a:xfrm>
            <a:off x="5946917" y="24102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567B6FAB-661B-D29C-BB2A-B18C99317144}"/>
              </a:ext>
            </a:extLst>
          </p:cNvPr>
          <p:cNvSpPr>
            <a:spLocks/>
          </p:cNvSpPr>
          <p:nvPr/>
        </p:nvSpPr>
        <p:spPr>
          <a:xfrm>
            <a:off x="5946917" y="24029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B941BB70-9BE5-8007-1742-A54F037F3C13}"/>
              </a:ext>
            </a:extLst>
          </p:cNvPr>
          <p:cNvSpPr>
            <a:spLocks/>
          </p:cNvSpPr>
          <p:nvPr/>
        </p:nvSpPr>
        <p:spPr>
          <a:xfrm>
            <a:off x="5946917" y="23955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E5EE9332-BBE3-5E46-ADB1-E82158610C69}"/>
              </a:ext>
            </a:extLst>
          </p:cNvPr>
          <p:cNvSpPr>
            <a:spLocks/>
          </p:cNvSpPr>
          <p:nvPr/>
        </p:nvSpPr>
        <p:spPr>
          <a:xfrm>
            <a:off x="5946917" y="2388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E48880F6-516E-25A3-2DF7-56816E7DCA11}"/>
              </a:ext>
            </a:extLst>
          </p:cNvPr>
          <p:cNvSpPr>
            <a:spLocks/>
          </p:cNvSpPr>
          <p:nvPr/>
        </p:nvSpPr>
        <p:spPr>
          <a:xfrm>
            <a:off x="5946917" y="2380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EA67BC71-7246-E9F1-A51F-8C4CBDDDDA88}"/>
              </a:ext>
            </a:extLst>
          </p:cNvPr>
          <p:cNvSpPr>
            <a:spLocks/>
          </p:cNvSpPr>
          <p:nvPr/>
        </p:nvSpPr>
        <p:spPr>
          <a:xfrm>
            <a:off x="5946917" y="23736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487C7253-7EA8-2852-C92D-C0A3E9A9BF22}"/>
              </a:ext>
            </a:extLst>
          </p:cNvPr>
          <p:cNvSpPr>
            <a:spLocks/>
          </p:cNvSpPr>
          <p:nvPr/>
        </p:nvSpPr>
        <p:spPr>
          <a:xfrm>
            <a:off x="5946917" y="23662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402146C5-8F91-4105-DE5D-24377282F220}"/>
              </a:ext>
            </a:extLst>
          </p:cNvPr>
          <p:cNvSpPr>
            <a:spLocks/>
          </p:cNvSpPr>
          <p:nvPr/>
        </p:nvSpPr>
        <p:spPr>
          <a:xfrm>
            <a:off x="5946917" y="23589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9992E0E2-2CA1-AFF9-8711-5F16EAC4E6B0}"/>
              </a:ext>
            </a:extLst>
          </p:cNvPr>
          <p:cNvSpPr>
            <a:spLocks/>
          </p:cNvSpPr>
          <p:nvPr/>
        </p:nvSpPr>
        <p:spPr>
          <a:xfrm>
            <a:off x="5946917" y="2351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E9CA699B-04BC-4DFC-9DBC-D74E89DF2EC9}"/>
              </a:ext>
            </a:extLst>
          </p:cNvPr>
          <p:cNvSpPr>
            <a:spLocks/>
          </p:cNvSpPr>
          <p:nvPr/>
        </p:nvSpPr>
        <p:spPr>
          <a:xfrm>
            <a:off x="5946917" y="2344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AA0701A6-8D99-C25E-391C-797D1EF4AE01}"/>
              </a:ext>
            </a:extLst>
          </p:cNvPr>
          <p:cNvSpPr>
            <a:spLocks/>
          </p:cNvSpPr>
          <p:nvPr/>
        </p:nvSpPr>
        <p:spPr>
          <a:xfrm>
            <a:off x="5946917" y="2337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0F97010B-4C42-67B4-531F-DD098FE0EFAA}"/>
              </a:ext>
            </a:extLst>
          </p:cNvPr>
          <p:cNvSpPr>
            <a:spLocks/>
          </p:cNvSpPr>
          <p:nvPr/>
        </p:nvSpPr>
        <p:spPr>
          <a:xfrm>
            <a:off x="5946917" y="2329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5232C25C-2499-411B-0747-AFA7B57686E9}"/>
              </a:ext>
            </a:extLst>
          </p:cNvPr>
          <p:cNvSpPr>
            <a:spLocks/>
          </p:cNvSpPr>
          <p:nvPr/>
        </p:nvSpPr>
        <p:spPr>
          <a:xfrm>
            <a:off x="5946917" y="2322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6D1CABD8-CAC5-7F41-BE9B-A4E5EDAE5D97}"/>
              </a:ext>
            </a:extLst>
          </p:cNvPr>
          <p:cNvSpPr>
            <a:spLocks/>
          </p:cNvSpPr>
          <p:nvPr/>
        </p:nvSpPr>
        <p:spPr>
          <a:xfrm>
            <a:off x="5946917" y="23150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EB7E6764-D211-00D5-726D-EBE2A6B5A664}"/>
              </a:ext>
            </a:extLst>
          </p:cNvPr>
          <p:cNvSpPr>
            <a:spLocks/>
          </p:cNvSpPr>
          <p:nvPr/>
        </p:nvSpPr>
        <p:spPr>
          <a:xfrm>
            <a:off x="5946917" y="2307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9A75C858-A732-3F10-20D8-028A92F97D00}"/>
              </a:ext>
            </a:extLst>
          </p:cNvPr>
          <p:cNvSpPr>
            <a:spLocks/>
          </p:cNvSpPr>
          <p:nvPr/>
        </p:nvSpPr>
        <p:spPr>
          <a:xfrm>
            <a:off x="5946917" y="2300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97AA5510-CB26-4815-21D1-BEEB2048EDD0}"/>
              </a:ext>
            </a:extLst>
          </p:cNvPr>
          <p:cNvSpPr>
            <a:spLocks/>
          </p:cNvSpPr>
          <p:nvPr/>
        </p:nvSpPr>
        <p:spPr>
          <a:xfrm>
            <a:off x="5946917" y="2293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6E67AA89-34BE-DE16-77E0-2955076A0C2F}"/>
              </a:ext>
            </a:extLst>
          </p:cNvPr>
          <p:cNvSpPr>
            <a:spLocks/>
          </p:cNvSpPr>
          <p:nvPr/>
        </p:nvSpPr>
        <p:spPr>
          <a:xfrm>
            <a:off x="5946917" y="2285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9E328428-9D48-6CB2-9E48-B76280284C9C}"/>
              </a:ext>
            </a:extLst>
          </p:cNvPr>
          <p:cNvSpPr>
            <a:spLocks/>
          </p:cNvSpPr>
          <p:nvPr/>
        </p:nvSpPr>
        <p:spPr>
          <a:xfrm>
            <a:off x="5946917" y="22784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0C205C9E-DF2C-DF79-2B5C-AF025CD976B6}"/>
              </a:ext>
            </a:extLst>
          </p:cNvPr>
          <p:cNvSpPr>
            <a:spLocks/>
          </p:cNvSpPr>
          <p:nvPr/>
        </p:nvSpPr>
        <p:spPr>
          <a:xfrm>
            <a:off x="5946917" y="2271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10DC7F62-164D-8A29-C9DA-001DC1AA589E}"/>
              </a:ext>
            </a:extLst>
          </p:cNvPr>
          <p:cNvSpPr>
            <a:spLocks/>
          </p:cNvSpPr>
          <p:nvPr/>
        </p:nvSpPr>
        <p:spPr>
          <a:xfrm>
            <a:off x="5946917" y="2263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EA07D2F1-0834-3711-BE3A-129A587B27C4}"/>
              </a:ext>
            </a:extLst>
          </p:cNvPr>
          <p:cNvSpPr>
            <a:spLocks/>
          </p:cNvSpPr>
          <p:nvPr/>
        </p:nvSpPr>
        <p:spPr>
          <a:xfrm>
            <a:off x="5946917" y="2256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505A335C-B3C4-58BF-69DA-E53BE8959880}"/>
              </a:ext>
            </a:extLst>
          </p:cNvPr>
          <p:cNvSpPr>
            <a:spLocks/>
          </p:cNvSpPr>
          <p:nvPr/>
        </p:nvSpPr>
        <p:spPr>
          <a:xfrm>
            <a:off x="5946917" y="2249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5DDD1E2F-2761-7A71-14FF-AFE80AACE62E}"/>
              </a:ext>
            </a:extLst>
          </p:cNvPr>
          <p:cNvSpPr>
            <a:spLocks/>
          </p:cNvSpPr>
          <p:nvPr/>
        </p:nvSpPr>
        <p:spPr>
          <a:xfrm>
            <a:off x="5946917" y="22418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1BF2BD9F-7F64-3BAB-717D-6CE040CC4FC0}"/>
              </a:ext>
            </a:extLst>
          </p:cNvPr>
          <p:cNvSpPr>
            <a:spLocks/>
          </p:cNvSpPr>
          <p:nvPr/>
        </p:nvSpPr>
        <p:spPr>
          <a:xfrm>
            <a:off x="5946917" y="2234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0A37872A-CEA2-CDC2-E4FF-69A3C685FFA1}"/>
              </a:ext>
            </a:extLst>
          </p:cNvPr>
          <p:cNvSpPr>
            <a:spLocks/>
          </p:cNvSpPr>
          <p:nvPr/>
        </p:nvSpPr>
        <p:spPr>
          <a:xfrm>
            <a:off x="5946917" y="2227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AD278E34-05FF-A534-5C9B-593881E2DDD0}"/>
              </a:ext>
            </a:extLst>
          </p:cNvPr>
          <p:cNvSpPr>
            <a:spLocks/>
          </p:cNvSpPr>
          <p:nvPr/>
        </p:nvSpPr>
        <p:spPr>
          <a:xfrm>
            <a:off x="5946917" y="2219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D077684E-EBE9-9CE6-8FC8-5CDAC8C94883}"/>
              </a:ext>
            </a:extLst>
          </p:cNvPr>
          <p:cNvSpPr>
            <a:spLocks/>
          </p:cNvSpPr>
          <p:nvPr/>
        </p:nvSpPr>
        <p:spPr>
          <a:xfrm>
            <a:off x="5946917" y="2212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96DDFAC9-82D6-CC85-3A71-6583817EA233}"/>
              </a:ext>
            </a:extLst>
          </p:cNvPr>
          <p:cNvSpPr>
            <a:spLocks/>
          </p:cNvSpPr>
          <p:nvPr/>
        </p:nvSpPr>
        <p:spPr>
          <a:xfrm>
            <a:off x="5946917" y="2205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CEB24E10-A9AD-CD25-062C-99B3F910D9EA}"/>
              </a:ext>
            </a:extLst>
          </p:cNvPr>
          <p:cNvSpPr>
            <a:spLocks/>
          </p:cNvSpPr>
          <p:nvPr/>
        </p:nvSpPr>
        <p:spPr>
          <a:xfrm>
            <a:off x="5946917" y="21978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82726286-44C1-DD6C-B753-6077E0E25317}"/>
              </a:ext>
            </a:extLst>
          </p:cNvPr>
          <p:cNvSpPr>
            <a:spLocks/>
          </p:cNvSpPr>
          <p:nvPr/>
        </p:nvSpPr>
        <p:spPr>
          <a:xfrm>
            <a:off x="5946917" y="2190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9EF44B50-655B-1CFD-4669-28008DD211AE}"/>
              </a:ext>
            </a:extLst>
          </p:cNvPr>
          <p:cNvSpPr>
            <a:spLocks/>
          </p:cNvSpPr>
          <p:nvPr/>
        </p:nvSpPr>
        <p:spPr>
          <a:xfrm>
            <a:off x="5946917" y="2183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381F0224-2ADC-3705-DA95-0EC1CAB407C2}"/>
              </a:ext>
            </a:extLst>
          </p:cNvPr>
          <p:cNvSpPr>
            <a:spLocks/>
          </p:cNvSpPr>
          <p:nvPr/>
        </p:nvSpPr>
        <p:spPr>
          <a:xfrm>
            <a:off x="5946917" y="2175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A67AEDFF-191A-FA40-DEA9-D0BAFFAD66AD}"/>
              </a:ext>
            </a:extLst>
          </p:cNvPr>
          <p:cNvSpPr>
            <a:spLocks/>
          </p:cNvSpPr>
          <p:nvPr/>
        </p:nvSpPr>
        <p:spPr>
          <a:xfrm>
            <a:off x="5946917" y="2168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A869D842-5B7C-20A4-3E73-592AF6350659}"/>
              </a:ext>
            </a:extLst>
          </p:cNvPr>
          <p:cNvSpPr>
            <a:spLocks/>
          </p:cNvSpPr>
          <p:nvPr/>
        </p:nvSpPr>
        <p:spPr>
          <a:xfrm>
            <a:off x="5946917" y="21612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91B13F0F-2A1B-8071-F24A-5E36C04B1F47}"/>
              </a:ext>
            </a:extLst>
          </p:cNvPr>
          <p:cNvSpPr>
            <a:spLocks/>
          </p:cNvSpPr>
          <p:nvPr/>
        </p:nvSpPr>
        <p:spPr>
          <a:xfrm>
            <a:off x="5946917" y="2153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D139BC3A-8FCC-7EAD-C658-00E85AB5756E}"/>
              </a:ext>
            </a:extLst>
          </p:cNvPr>
          <p:cNvSpPr>
            <a:spLocks/>
          </p:cNvSpPr>
          <p:nvPr/>
        </p:nvSpPr>
        <p:spPr>
          <a:xfrm>
            <a:off x="5946917" y="2146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680EB28D-EF57-67EC-0EF1-9BB555856B4A}"/>
              </a:ext>
            </a:extLst>
          </p:cNvPr>
          <p:cNvSpPr>
            <a:spLocks/>
          </p:cNvSpPr>
          <p:nvPr/>
        </p:nvSpPr>
        <p:spPr>
          <a:xfrm>
            <a:off x="5946917" y="2139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B753D9FB-2165-FD31-F69C-A85CC306B0E1}"/>
              </a:ext>
            </a:extLst>
          </p:cNvPr>
          <p:cNvSpPr>
            <a:spLocks/>
          </p:cNvSpPr>
          <p:nvPr/>
        </p:nvSpPr>
        <p:spPr>
          <a:xfrm>
            <a:off x="5946917" y="2131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92584CF9-0B0F-C869-4B59-84205FDF2C40}"/>
              </a:ext>
            </a:extLst>
          </p:cNvPr>
          <p:cNvSpPr>
            <a:spLocks/>
          </p:cNvSpPr>
          <p:nvPr/>
        </p:nvSpPr>
        <p:spPr>
          <a:xfrm>
            <a:off x="5946917" y="21246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20D4EF83-D371-1ECB-45BC-F6373F3E314B}"/>
              </a:ext>
            </a:extLst>
          </p:cNvPr>
          <p:cNvSpPr>
            <a:spLocks/>
          </p:cNvSpPr>
          <p:nvPr/>
        </p:nvSpPr>
        <p:spPr>
          <a:xfrm>
            <a:off x="5946917" y="2117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B877079B-BDB4-E8E8-E8B2-9EA26409C24F}"/>
              </a:ext>
            </a:extLst>
          </p:cNvPr>
          <p:cNvSpPr>
            <a:spLocks/>
          </p:cNvSpPr>
          <p:nvPr/>
        </p:nvSpPr>
        <p:spPr>
          <a:xfrm>
            <a:off x="5946917" y="2110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091944CE-D978-CED8-CC5D-43C9CBADFCC7}"/>
              </a:ext>
            </a:extLst>
          </p:cNvPr>
          <p:cNvSpPr>
            <a:spLocks/>
          </p:cNvSpPr>
          <p:nvPr/>
        </p:nvSpPr>
        <p:spPr>
          <a:xfrm>
            <a:off x="5946917" y="2102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78AE6569-4839-137E-92A4-8E63C0E389A6}"/>
              </a:ext>
            </a:extLst>
          </p:cNvPr>
          <p:cNvSpPr>
            <a:spLocks/>
          </p:cNvSpPr>
          <p:nvPr/>
        </p:nvSpPr>
        <p:spPr>
          <a:xfrm>
            <a:off x="5946917" y="2095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5BA32C83-4846-5145-7CC0-A9C7CB65CCBC}"/>
              </a:ext>
            </a:extLst>
          </p:cNvPr>
          <p:cNvSpPr>
            <a:spLocks/>
          </p:cNvSpPr>
          <p:nvPr/>
        </p:nvSpPr>
        <p:spPr>
          <a:xfrm>
            <a:off x="5946917" y="2088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9C06B378-B25E-C86E-B70E-B887356DA467}"/>
              </a:ext>
            </a:extLst>
          </p:cNvPr>
          <p:cNvSpPr>
            <a:spLocks/>
          </p:cNvSpPr>
          <p:nvPr/>
        </p:nvSpPr>
        <p:spPr>
          <a:xfrm>
            <a:off x="5946917" y="2080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EFCF4F99-48FE-0E38-9211-E01FBFCEE1EF}"/>
              </a:ext>
            </a:extLst>
          </p:cNvPr>
          <p:cNvSpPr>
            <a:spLocks/>
          </p:cNvSpPr>
          <p:nvPr/>
        </p:nvSpPr>
        <p:spPr>
          <a:xfrm>
            <a:off x="5946917" y="2073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DE8C604F-0F18-BA7C-3742-09A138B6E1AC}"/>
              </a:ext>
            </a:extLst>
          </p:cNvPr>
          <p:cNvSpPr>
            <a:spLocks/>
          </p:cNvSpPr>
          <p:nvPr/>
        </p:nvSpPr>
        <p:spPr>
          <a:xfrm>
            <a:off x="5946917" y="2066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B4CCE2CE-7464-8015-0BA7-ACDB2A33AEDD}"/>
              </a:ext>
            </a:extLst>
          </p:cNvPr>
          <p:cNvSpPr>
            <a:spLocks/>
          </p:cNvSpPr>
          <p:nvPr/>
        </p:nvSpPr>
        <p:spPr>
          <a:xfrm>
            <a:off x="5946917" y="2058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94216D5A-1E3B-E015-D1CF-C582E691F1F0}"/>
              </a:ext>
            </a:extLst>
          </p:cNvPr>
          <p:cNvSpPr>
            <a:spLocks/>
          </p:cNvSpPr>
          <p:nvPr/>
        </p:nvSpPr>
        <p:spPr>
          <a:xfrm>
            <a:off x="5946917" y="2051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783DE176-512F-1941-B10D-DF08CE08DE81}"/>
              </a:ext>
            </a:extLst>
          </p:cNvPr>
          <p:cNvSpPr>
            <a:spLocks/>
          </p:cNvSpPr>
          <p:nvPr/>
        </p:nvSpPr>
        <p:spPr>
          <a:xfrm>
            <a:off x="5946917" y="20441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C122C24A-E402-05A9-565B-78810E76D995}"/>
              </a:ext>
            </a:extLst>
          </p:cNvPr>
          <p:cNvSpPr>
            <a:spLocks/>
          </p:cNvSpPr>
          <p:nvPr/>
        </p:nvSpPr>
        <p:spPr>
          <a:xfrm>
            <a:off x="5946917" y="2036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72C54017-F454-8CBB-E3DD-7ADBDC3F7978}"/>
              </a:ext>
            </a:extLst>
          </p:cNvPr>
          <p:cNvSpPr>
            <a:spLocks/>
          </p:cNvSpPr>
          <p:nvPr/>
        </p:nvSpPr>
        <p:spPr>
          <a:xfrm>
            <a:off x="5946917" y="2029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13B846B4-BD59-1C43-2EA8-1AF1CCA7C10A}"/>
              </a:ext>
            </a:extLst>
          </p:cNvPr>
          <p:cNvSpPr>
            <a:spLocks/>
          </p:cNvSpPr>
          <p:nvPr/>
        </p:nvSpPr>
        <p:spPr>
          <a:xfrm>
            <a:off x="5946917" y="2022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8813C0A8-DC4B-50F2-FF1F-8E29946F2CB0}"/>
              </a:ext>
            </a:extLst>
          </p:cNvPr>
          <p:cNvSpPr>
            <a:spLocks/>
          </p:cNvSpPr>
          <p:nvPr/>
        </p:nvSpPr>
        <p:spPr>
          <a:xfrm>
            <a:off x="5946917" y="2014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D15E63B4-9EF7-2FAA-2E9F-3707BB9B6500}"/>
              </a:ext>
            </a:extLst>
          </p:cNvPr>
          <p:cNvSpPr>
            <a:spLocks/>
          </p:cNvSpPr>
          <p:nvPr/>
        </p:nvSpPr>
        <p:spPr>
          <a:xfrm>
            <a:off x="5946917" y="20075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C3EBA06D-124A-7503-7183-8E4B23720282}"/>
              </a:ext>
            </a:extLst>
          </p:cNvPr>
          <p:cNvSpPr>
            <a:spLocks/>
          </p:cNvSpPr>
          <p:nvPr/>
        </p:nvSpPr>
        <p:spPr>
          <a:xfrm>
            <a:off x="5946917" y="2000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AAC6A642-AA43-434D-DF40-FB8580687C7F}"/>
              </a:ext>
            </a:extLst>
          </p:cNvPr>
          <p:cNvSpPr>
            <a:spLocks/>
          </p:cNvSpPr>
          <p:nvPr/>
        </p:nvSpPr>
        <p:spPr>
          <a:xfrm>
            <a:off x="5946917" y="1992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6EA383DC-911E-A0C9-F9B5-6F21CE56AC87}"/>
              </a:ext>
            </a:extLst>
          </p:cNvPr>
          <p:cNvSpPr>
            <a:spLocks/>
          </p:cNvSpPr>
          <p:nvPr/>
        </p:nvSpPr>
        <p:spPr>
          <a:xfrm>
            <a:off x="5946917" y="1985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8EE123A3-1F9F-60E7-DFA4-CAD73D4A6F8D}"/>
              </a:ext>
            </a:extLst>
          </p:cNvPr>
          <p:cNvSpPr>
            <a:spLocks/>
          </p:cNvSpPr>
          <p:nvPr/>
        </p:nvSpPr>
        <p:spPr>
          <a:xfrm>
            <a:off x="5946917" y="1978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8E172E9D-3D4D-0D0D-7A30-DAF2FEC05CCF}"/>
              </a:ext>
            </a:extLst>
          </p:cNvPr>
          <p:cNvSpPr>
            <a:spLocks/>
          </p:cNvSpPr>
          <p:nvPr/>
        </p:nvSpPr>
        <p:spPr>
          <a:xfrm>
            <a:off x="5946917" y="19709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006CA623-B3A8-4138-7F12-4CF2F180701A}"/>
              </a:ext>
            </a:extLst>
          </p:cNvPr>
          <p:cNvSpPr>
            <a:spLocks/>
          </p:cNvSpPr>
          <p:nvPr/>
        </p:nvSpPr>
        <p:spPr>
          <a:xfrm>
            <a:off x="5946917" y="1963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1F86E14D-9F73-85F8-991C-21235ECCB3DA}"/>
              </a:ext>
            </a:extLst>
          </p:cNvPr>
          <p:cNvSpPr>
            <a:spLocks/>
          </p:cNvSpPr>
          <p:nvPr/>
        </p:nvSpPr>
        <p:spPr>
          <a:xfrm>
            <a:off x="5946917" y="1956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57BFEC05-E476-D463-D13F-1E6D4F629756}"/>
              </a:ext>
            </a:extLst>
          </p:cNvPr>
          <p:cNvSpPr>
            <a:spLocks/>
          </p:cNvSpPr>
          <p:nvPr/>
        </p:nvSpPr>
        <p:spPr>
          <a:xfrm>
            <a:off x="5946917" y="1948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6423406E-EFB3-E72E-5D05-1D1F2C39166B}"/>
              </a:ext>
            </a:extLst>
          </p:cNvPr>
          <p:cNvSpPr>
            <a:spLocks/>
          </p:cNvSpPr>
          <p:nvPr/>
        </p:nvSpPr>
        <p:spPr>
          <a:xfrm>
            <a:off x="5946917" y="1941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7FFF3472-B05E-F724-DB2E-802F57C4F719}"/>
              </a:ext>
            </a:extLst>
          </p:cNvPr>
          <p:cNvSpPr>
            <a:spLocks/>
          </p:cNvSpPr>
          <p:nvPr/>
        </p:nvSpPr>
        <p:spPr>
          <a:xfrm>
            <a:off x="5946917" y="1934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0D150176-665E-ED28-C25E-B8B867A460DC}"/>
              </a:ext>
            </a:extLst>
          </p:cNvPr>
          <p:cNvSpPr>
            <a:spLocks/>
          </p:cNvSpPr>
          <p:nvPr/>
        </p:nvSpPr>
        <p:spPr>
          <a:xfrm>
            <a:off x="5946917" y="19269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578F500E-96BB-C987-32C3-D32D508C54FC}"/>
              </a:ext>
            </a:extLst>
          </p:cNvPr>
          <p:cNvSpPr>
            <a:spLocks/>
          </p:cNvSpPr>
          <p:nvPr/>
        </p:nvSpPr>
        <p:spPr>
          <a:xfrm>
            <a:off x="5946917" y="1919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B5A086B-0E9B-FE18-7388-240B9B82CC6F}"/>
              </a:ext>
            </a:extLst>
          </p:cNvPr>
          <p:cNvSpPr>
            <a:spLocks/>
          </p:cNvSpPr>
          <p:nvPr/>
        </p:nvSpPr>
        <p:spPr>
          <a:xfrm>
            <a:off x="5946917" y="1912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91F78416-CEEE-C038-DC7D-D47277FE3890}"/>
              </a:ext>
            </a:extLst>
          </p:cNvPr>
          <p:cNvSpPr>
            <a:spLocks/>
          </p:cNvSpPr>
          <p:nvPr/>
        </p:nvSpPr>
        <p:spPr>
          <a:xfrm>
            <a:off x="5946917" y="1905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89B5697D-07C9-0C93-4AF0-97537B97B5A2}"/>
              </a:ext>
            </a:extLst>
          </p:cNvPr>
          <p:cNvSpPr>
            <a:spLocks/>
          </p:cNvSpPr>
          <p:nvPr/>
        </p:nvSpPr>
        <p:spPr>
          <a:xfrm>
            <a:off x="5946917" y="1897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524A17F7-B7AC-3FBB-5CFA-C55D6E730EB3}"/>
              </a:ext>
            </a:extLst>
          </p:cNvPr>
          <p:cNvSpPr>
            <a:spLocks/>
          </p:cNvSpPr>
          <p:nvPr/>
        </p:nvSpPr>
        <p:spPr>
          <a:xfrm>
            <a:off x="5946917" y="18903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BF2993BC-52CC-21EE-4CF4-3C98F71ECF4B}"/>
              </a:ext>
            </a:extLst>
          </p:cNvPr>
          <p:cNvSpPr>
            <a:spLocks/>
          </p:cNvSpPr>
          <p:nvPr/>
        </p:nvSpPr>
        <p:spPr>
          <a:xfrm>
            <a:off x="5946917" y="1883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F0EACAB0-9D04-809F-B4DC-466620CC462D}"/>
              </a:ext>
            </a:extLst>
          </p:cNvPr>
          <p:cNvSpPr>
            <a:spLocks/>
          </p:cNvSpPr>
          <p:nvPr/>
        </p:nvSpPr>
        <p:spPr>
          <a:xfrm>
            <a:off x="5946917" y="1875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D5BFEE31-E440-AB5E-4DF7-69B1E894B34B}"/>
              </a:ext>
            </a:extLst>
          </p:cNvPr>
          <p:cNvSpPr>
            <a:spLocks/>
          </p:cNvSpPr>
          <p:nvPr/>
        </p:nvSpPr>
        <p:spPr>
          <a:xfrm>
            <a:off x="5946917" y="1868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7BA0F01C-2B5E-C892-CCE0-580A0DE07478}"/>
              </a:ext>
            </a:extLst>
          </p:cNvPr>
          <p:cNvSpPr>
            <a:spLocks/>
          </p:cNvSpPr>
          <p:nvPr/>
        </p:nvSpPr>
        <p:spPr>
          <a:xfrm>
            <a:off x="5946917" y="1861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131AB915-BD0C-938A-97AB-373C3383314E}"/>
              </a:ext>
            </a:extLst>
          </p:cNvPr>
          <p:cNvSpPr>
            <a:spLocks/>
          </p:cNvSpPr>
          <p:nvPr/>
        </p:nvSpPr>
        <p:spPr>
          <a:xfrm>
            <a:off x="5946917" y="18537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32656C49-64D7-263F-CE14-2151E1DA7E3C}"/>
              </a:ext>
            </a:extLst>
          </p:cNvPr>
          <p:cNvSpPr>
            <a:spLocks/>
          </p:cNvSpPr>
          <p:nvPr/>
        </p:nvSpPr>
        <p:spPr>
          <a:xfrm>
            <a:off x="5946917" y="1846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FF732F2E-7BC0-C61E-3C3B-D6116D57994E}"/>
              </a:ext>
            </a:extLst>
          </p:cNvPr>
          <p:cNvSpPr>
            <a:spLocks/>
          </p:cNvSpPr>
          <p:nvPr/>
        </p:nvSpPr>
        <p:spPr>
          <a:xfrm>
            <a:off x="5946917" y="1839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80E61FA0-5DC5-9BAA-4055-0C03C300A660}"/>
              </a:ext>
            </a:extLst>
          </p:cNvPr>
          <p:cNvSpPr>
            <a:spLocks/>
          </p:cNvSpPr>
          <p:nvPr/>
        </p:nvSpPr>
        <p:spPr>
          <a:xfrm>
            <a:off x="5946917" y="1831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97B9B9D5-6A0A-A6EE-7C55-D4BB84AB4F06}"/>
              </a:ext>
            </a:extLst>
          </p:cNvPr>
          <p:cNvSpPr>
            <a:spLocks/>
          </p:cNvSpPr>
          <p:nvPr/>
        </p:nvSpPr>
        <p:spPr>
          <a:xfrm>
            <a:off x="5946917" y="1824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7964CB4E-8C0B-EAB0-02B3-6AFC145A0680}"/>
              </a:ext>
            </a:extLst>
          </p:cNvPr>
          <p:cNvSpPr>
            <a:spLocks/>
          </p:cNvSpPr>
          <p:nvPr/>
        </p:nvSpPr>
        <p:spPr>
          <a:xfrm>
            <a:off x="5946917" y="1817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7F26F0F6-E920-65E5-F185-44C0E03275ED}"/>
              </a:ext>
            </a:extLst>
          </p:cNvPr>
          <p:cNvSpPr>
            <a:spLocks/>
          </p:cNvSpPr>
          <p:nvPr/>
        </p:nvSpPr>
        <p:spPr>
          <a:xfrm>
            <a:off x="5946917" y="18098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4B8F5AB1-A7E5-7009-1836-B17A6BB91133}"/>
              </a:ext>
            </a:extLst>
          </p:cNvPr>
          <p:cNvSpPr>
            <a:spLocks/>
          </p:cNvSpPr>
          <p:nvPr/>
        </p:nvSpPr>
        <p:spPr>
          <a:xfrm>
            <a:off x="5946917" y="1802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1F2C62BB-C477-2031-9313-E4D788BE5A44}"/>
              </a:ext>
            </a:extLst>
          </p:cNvPr>
          <p:cNvSpPr>
            <a:spLocks/>
          </p:cNvSpPr>
          <p:nvPr/>
        </p:nvSpPr>
        <p:spPr>
          <a:xfrm>
            <a:off x="5946917" y="1795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67651204-597F-B904-9F86-2608573116E4}"/>
              </a:ext>
            </a:extLst>
          </p:cNvPr>
          <p:cNvSpPr>
            <a:spLocks/>
          </p:cNvSpPr>
          <p:nvPr/>
        </p:nvSpPr>
        <p:spPr>
          <a:xfrm>
            <a:off x="5946917" y="1787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9E3957C0-07DA-1D6D-54F8-551D33F23C46}"/>
              </a:ext>
            </a:extLst>
          </p:cNvPr>
          <p:cNvSpPr>
            <a:spLocks/>
          </p:cNvSpPr>
          <p:nvPr/>
        </p:nvSpPr>
        <p:spPr>
          <a:xfrm>
            <a:off x="5946917" y="1780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47382D59-DC57-849A-8D0D-ED52D15854BC}"/>
              </a:ext>
            </a:extLst>
          </p:cNvPr>
          <p:cNvSpPr>
            <a:spLocks/>
          </p:cNvSpPr>
          <p:nvPr/>
        </p:nvSpPr>
        <p:spPr>
          <a:xfrm>
            <a:off x="5946917" y="17732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5EF8BE32-B59E-B3B2-DA55-EC810D6A59FD}"/>
              </a:ext>
            </a:extLst>
          </p:cNvPr>
          <p:cNvSpPr>
            <a:spLocks/>
          </p:cNvSpPr>
          <p:nvPr/>
        </p:nvSpPr>
        <p:spPr>
          <a:xfrm>
            <a:off x="5946917" y="1765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E213F345-210F-ECA2-D69F-AC50780DD47C}"/>
              </a:ext>
            </a:extLst>
          </p:cNvPr>
          <p:cNvSpPr>
            <a:spLocks/>
          </p:cNvSpPr>
          <p:nvPr/>
        </p:nvSpPr>
        <p:spPr>
          <a:xfrm>
            <a:off x="5946917" y="1758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82D8CBA3-9B45-9DD1-5690-10F001A24842}"/>
              </a:ext>
            </a:extLst>
          </p:cNvPr>
          <p:cNvSpPr>
            <a:spLocks/>
          </p:cNvSpPr>
          <p:nvPr/>
        </p:nvSpPr>
        <p:spPr>
          <a:xfrm>
            <a:off x="5946917" y="1751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66494B21-63C6-62CF-9803-08AB026FBEE0}"/>
              </a:ext>
            </a:extLst>
          </p:cNvPr>
          <p:cNvSpPr>
            <a:spLocks/>
          </p:cNvSpPr>
          <p:nvPr/>
        </p:nvSpPr>
        <p:spPr>
          <a:xfrm>
            <a:off x="5946917" y="1743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466DE8A5-791C-6058-2F6A-D68FDB36F09D}"/>
              </a:ext>
            </a:extLst>
          </p:cNvPr>
          <p:cNvSpPr>
            <a:spLocks/>
          </p:cNvSpPr>
          <p:nvPr/>
        </p:nvSpPr>
        <p:spPr>
          <a:xfrm>
            <a:off x="5946917" y="17366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FFF80FF8-81A7-EFE6-5D15-C40B7E805918}"/>
              </a:ext>
            </a:extLst>
          </p:cNvPr>
          <p:cNvSpPr>
            <a:spLocks/>
          </p:cNvSpPr>
          <p:nvPr/>
        </p:nvSpPr>
        <p:spPr>
          <a:xfrm>
            <a:off x="5946917" y="1729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B5A6D71F-304A-A7E2-0C0A-25612457AECB}"/>
              </a:ext>
            </a:extLst>
          </p:cNvPr>
          <p:cNvSpPr>
            <a:spLocks/>
          </p:cNvSpPr>
          <p:nvPr/>
        </p:nvSpPr>
        <p:spPr>
          <a:xfrm>
            <a:off x="5946917" y="1721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93DDD8B0-9015-DD3E-F374-BAE401F38CC5}"/>
              </a:ext>
            </a:extLst>
          </p:cNvPr>
          <p:cNvSpPr>
            <a:spLocks/>
          </p:cNvSpPr>
          <p:nvPr/>
        </p:nvSpPr>
        <p:spPr>
          <a:xfrm>
            <a:off x="5946917" y="1714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D22A7C1A-804A-CA00-DA56-431D7062DA33}"/>
              </a:ext>
            </a:extLst>
          </p:cNvPr>
          <p:cNvSpPr>
            <a:spLocks/>
          </p:cNvSpPr>
          <p:nvPr/>
        </p:nvSpPr>
        <p:spPr>
          <a:xfrm>
            <a:off x="5946917" y="1707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B7813FA2-5242-9454-4CE4-D41FEEE68FB0}"/>
              </a:ext>
            </a:extLst>
          </p:cNvPr>
          <p:cNvSpPr>
            <a:spLocks/>
          </p:cNvSpPr>
          <p:nvPr/>
        </p:nvSpPr>
        <p:spPr>
          <a:xfrm>
            <a:off x="5946917" y="1700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F5462BE2-EAAF-3885-D92C-06905950BCCA}"/>
              </a:ext>
            </a:extLst>
          </p:cNvPr>
          <p:cNvSpPr>
            <a:spLocks/>
          </p:cNvSpPr>
          <p:nvPr/>
        </p:nvSpPr>
        <p:spPr>
          <a:xfrm>
            <a:off x="5946917" y="16926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6F3E8B99-C782-0984-30C5-04561292E6BD}"/>
              </a:ext>
            </a:extLst>
          </p:cNvPr>
          <p:cNvSpPr>
            <a:spLocks/>
          </p:cNvSpPr>
          <p:nvPr/>
        </p:nvSpPr>
        <p:spPr>
          <a:xfrm>
            <a:off x="5946917" y="1685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55F5E525-2434-E0EC-191B-D0AA27F72316}"/>
              </a:ext>
            </a:extLst>
          </p:cNvPr>
          <p:cNvSpPr>
            <a:spLocks/>
          </p:cNvSpPr>
          <p:nvPr/>
        </p:nvSpPr>
        <p:spPr>
          <a:xfrm>
            <a:off x="5946917" y="1678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3D7B5472-A67D-5F41-6577-D4B6E7FD31A0}"/>
              </a:ext>
            </a:extLst>
          </p:cNvPr>
          <p:cNvSpPr>
            <a:spLocks/>
          </p:cNvSpPr>
          <p:nvPr/>
        </p:nvSpPr>
        <p:spPr>
          <a:xfrm>
            <a:off x="5946917" y="1670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9D622D65-6B5C-F815-C133-59BB5F043496}"/>
              </a:ext>
            </a:extLst>
          </p:cNvPr>
          <p:cNvSpPr>
            <a:spLocks/>
          </p:cNvSpPr>
          <p:nvPr/>
        </p:nvSpPr>
        <p:spPr>
          <a:xfrm>
            <a:off x="5946917" y="1663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67E7DEB3-4F36-53CC-DD10-304EB60B1B76}"/>
              </a:ext>
            </a:extLst>
          </p:cNvPr>
          <p:cNvSpPr>
            <a:spLocks/>
          </p:cNvSpPr>
          <p:nvPr/>
        </p:nvSpPr>
        <p:spPr>
          <a:xfrm>
            <a:off x="5946917" y="16560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BACEE9C8-531C-88BB-4EEA-CD22B620E7B3}"/>
              </a:ext>
            </a:extLst>
          </p:cNvPr>
          <p:cNvSpPr>
            <a:spLocks/>
          </p:cNvSpPr>
          <p:nvPr/>
        </p:nvSpPr>
        <p:spPr>
          <a:xfrm>
            <a:off x="5946917" y="1648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D86F7CE3-6767-7EE0-0756-EB89D8C5529B}"/>
              </a:ext>
            </a:extLst>
          </p:cNvPr>
          <p:cNvSpPr>
            <a:spLocks/>
          </p:cNvSpPr>
          <p:nvPr/>
        </p:nvSpPr>
        <p:spPr>
          <a:xfrm>
            <a:off x="5946917" y="1641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47D352C3-B45F-F7F9-2D27-DFA88AC8FCE8}"/>
              </a:ext>
            </a:extLst>
          </p:cNvPr>
          <p:cNvSpPr>
            <a:spLocks/>
          </p:cNvSpPr>
          <p:nvPr/>
        </p:nvSpPr>
        <p:spPr>
          <a:xfrm>
            <a:off x="5946917" y="1634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397BA527-9874-A8DD-6BCD-7EAABDAF37EA}"/>
              </a:ext>
            </a:extLst>
          </p:cNvPr>
          <p:cNvSpPr>
            <a:spLocks/>
          </p:cNvSpPr>
          <p:nvPr/>
        </p:nvSpPr>
        <p:spPr>
          <a:xfrm>
            <a:off x="5946917" y="1626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5EF05CFA-3A49-E7AE-48CB-0D8E087F8F2F}"/>
              </a:ext>
            </a:extLst>
          </p:cNvPr>
          <p:cNvSpPr>
            <a:spLocks/>
          </p:cNvSpPr>
          <p:nvPr/>
        </p:nvSpPr>
        <p:spPr>
          <a:xfrm>
            <a:off x="5946917" y="16194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FCCDE3B0-20E0-9885-9664-C647A0E30A9A}"/>
              </a:ext>
            </a:extLst>
          </p:cNvPr>
          <p:cNvSpPr>
            <a:spLocks/>
          </p:cNvSpPr>
          <p:nvPr/>
        </p:nvSpPr>
        <p:spPr>
          <a:xfrm>
            <a:off x="5946917" y="1612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23CE68DB-EDC3-8CCD-C9B8-99C45E75C291}"/>
              </a:ext>
            </a:extLst>
          </p:cNvPr>
          <p:cNvSpPr>
            <a:spLocks/>
          </p:cNvSpPr>
          <p:nvPr/>
        </p:nvSpPr>
        <p:spPr>
          <a:xfrm>
            <a:off x="5946917" y="1604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E7EBDD94-17BD-01FF-2532-F098E0AEE955}"/>
              </a:ext>
            </a:extLst>
          </p:cNvPr>
          <p:cNvSpPr>
            <a:spLocks/>
          </p:cNvSpPr>
          <p:nvPr/>
        </p:nvSpPr>
        <p:spPr>
          <a:xfrm>
            <a:off x="6037404" y="347921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5" name="text_1594">
            <a:extLst>
              <a:ext uri="{FF2B5EF4-FFF2-40B4-BE49-F238E27FC236}">
                <a16:creationId xmlns:a16="http://schemas.microsoft.com/office/drawing/2014/main" id="{6905B9C8-A64C-A22C-284A-AA882144E4AB}"/>
              </a:ext>
            </a:extLst>
          </p:cNvPr>
          <p:cNvSpPr>
            <a:spLocks/>
          </p:cNvSpPr>
          <p:nvPr/>
        </p:nvSpPr>
        <p:spPr>
          <a:xfrm>
            <a:off x="6134944" y="342255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EA5EF073-F605-2E49-53E6-8C535DED4E6E}"/>
              </a:ext>
            </a:extLst>
          </p:cNvPr>
          <p:cNvSpPr>
            <a:spLocks/>
          </p:cNvSpPr>
          <p:nvPr/>
        </p:nvSpPr>
        <p:spPr>
          <a:xfrm>
            <a:off x="6037404" y="285441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7" name="text_1596">
            <a:extLst>
              <a:ext uri="{FF2B5EF4-FFF2-40B4-BE49-F238E27FC236}">
                <a16:creationId xmlns:a16="http://schemas.microsoft.com/office/drawing/2014/main" id="{DF2D068C-05C9-D4A2-54AB-BEC1F61B10B6}"/>
              </a:ext>
            </a:extLst>
          </p:cNvPr>
          <p:cNvSpPr>
            <a:spLocks/>
          </p:cNvSpPr>
          <p:nvPr/>
        </p:nvSpPr>
        <p:spPr>
          <a:xfrm>
            <a:off x="6134944" y="279776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9AC73857-D001-9AF7-412D-9513CC1195A1}"/>
              </a:ext>
            </a:extLst>
          </p:cNvPr>
          <p:cNvSpPr>
            <a:spLocks/>
          </p:cNvSpPr>
          <p:nvPr/>
        </p:nvSpPr>
        <p:spPr>
          <a:xfrm>
            <a:off x="6037404" y="222962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9" name="text_1598">
            <a:extLst>
              <a:ext uri="{FF2B5EF4-FFF2-40B4-BE49-F238E27FC236}">
                <a16:creationId xmlns:a16="http://schemas.microsoft.com/office/drawing/2014/main" id="{4342DA92-CF93-9A57-42F9-98E0B9A1C93F}"/>
              </a:ext>
            </a:extLst>
          </p:cNvPr>
          <p:cNvSpPr>
            <a:spLocks/>
          </p:cNvSpPr>
          <p:nvPr/>
        </p:nvSpPr>
        <p:spPr>
          <a:xfrm>
            <a:off x="6134944" y="2172970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BEB1DA86-F482-8A3D-37E2-6C5783A0DC3A}"/>
              </a:ext>
            </a:extLst>
          </p:cNvPr>
          <p:cNvSpPr>
            <a:spLocks/>
          </p:cNvSpPr>
          <p:nvPr/>
        </p:nvSpPr>
        <p:spPr>
          <a:xfrm>
            <a:off x="6037404" y="1604827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601" name="text_1600">
            <a:extLst>
              <a:ext uri="{FF2B5EF4-FFF2-40B4-BE49-F238E27FC236}">
                <a16:creationId xmlns:a16="http://schemas.microsoft.com/office/drawing/2014/main" id="{45186C63-C2F9-480F-5938-530C3B0123F9}"/>
              </a:ext>
            </a:extLst>
          </p:cNvPr>
          <p:cNvSpPr>
            <a:spLocks/>
          </p:cNvSpPr>
          <p:nvPr/>
        </p:nvSpPr>
        <p:spPr>
          <a:xfrm>
            <a:off x="6134944" y="1548175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02" name="text_1601">
            <a:extLst>
              <a:ext uri="{FF2B5EF4-FFF2-40B4-BE49-F238E27FC236}">
                <a16:creationId xmlns:a16="http://schemas.microsoft.com/office/drawing/2014/main" id="{9CF7F03C-76FE-9D11-F17A-78241D52789F}"/>
              </a:ext>
            </a:extLst>
          </p:cNvPr>
          <p:cNvSpPr>
            <a:spLocks/>
          </p:cNvSpPr>
          <p:nvPr/>
        </p:nvSpPr>
        <p:spPr>
          <a:xfrm rot="-5400000">
            <a:off x="5933461" y="2478039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5586875F-E893-51EF-07E6-CF9C7730D90D}"/>
              </a:ext>
            </a:extLst>
          </p:cNvPr>
          <p:cNvSpPr>
            <a:spLocks/>
          </p:cNvSpPr>
          <p:nvPr/>
        </p:nvSpPr>
        <p:spPr>
          <a:xfrm>
            <a:off x="6962962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131A32EE-B8B2-13BB-E1F7-249D17783886}"/>
              </a:ext>
            </a:extLst>
          </p:cNvPr>
          <p:cNvSpPr>
            <a:spLocks/>
          </p:cNvSpPr>
          <p:nvPr/>
        </p:nvSpPr>
        <p:spPr>
          <a:xfrm>
            <a:off x="7380899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5" name="text_1604">
            <a:extLst>
              <a:ext uri="{FF2B5EF4-FFF2-40B4-BE49-F238E27FC236}">
                <a16:creationId xmlns:a16="http://schemas.microsoft.com/office/drawing/2014/main" id="{6F59152D-328E-2BFE-9A1F-F4AB7C42520A}"/>
              </a:ext>
            </a:extLst>
          </p:cNvPr>
          <p:cNvSpPr>
            <a:spLocks/>
          </p:cNvSpPr>
          <p:nvPr/>
        </p:nvSpPr>
        <p:spPr>
          <a:xfrm>
            <a:off x="7020799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6" name="text_1605">
            <a:extLst>
              <a:ext uri="{FF2B5EF4-FFF2-40B4-BE49-F238E27FC236}">
                <a16:creationId xmlns:a16="http://schemas.microsoft.com/office/drawing/2014/main" id="{77AA239B-065F-AB6F-B127-7B9FDB89B4C0}"/>
              </a:ext>
            </a:extLst>
          </p:cNvPr>
          <p:cNvSpPr>
            <a:spLocks/>
          </p:cNvSpPr>
          <p:nvPr/>
        </p:nvSpPr>
        <p:spPr>
          <a:xfrm>
            <a:off x="7144846" y="374284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56B060C2-367B-B46A-CAD6-CB94187A5E8E}"/>
              </a:ext>
            </a:extLst>
          </p:cNvPr>
          <p:cNvSpPr>
            <a:spLocks/>
          </p:cNvSpPr>
          <p:nvPr/>
        </p:nvSpPr>
        <p:spPr>
          <a:xfrm>
            <a:off x="8419409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8" name="text_1607">
            <a:extLst>
              <a:ext uri="{FF2B5EF4-FFF2-40B4-BE49-F238E27FC236}">
                <a16:creationId xmlns:a16="http://schemas.microsoft.com/office/drawing/2014/main" id="{1738E297-1E73-EA60-C3E5-CB7DD999400D}"/>
              </a:ext>
            </a:extLst>
          </p:cNvPr>
          <p:cNvSpPr>
            <a:spLocks/>
          </p:cNvSpPr>
          <p:nvPr/>
        </p:nvSpPr>
        <p:spPr>
          <a:xfrm>
            <a:off x="8059309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9" name="text_1608">
            <a:extLst>
              <a:ext uri="{FF2B5EF4-FFF2-40B4-BE49-F238E27FC236}">
                <a16:creationId xmlns:a16="http://schemas.microsoft.com/office/drawing/2014/main" id="{007BAB52-E08F-8757-9161-B73FF273A7B8}"/>
              </a:ext>
            </a:extLst>
          </p:cNvPr>
          <p:cNvSpPr>
            <a:spLocks/>
          </p:cNvSpPr>
          <p:nvPr/>
        </p:nvSpPr>
        <p:spPr>
          <a:xfrm>
            <a:off x="8278504" y="374284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A7376848-5083-DF09-00A3-3415CAA6D8B8}"/>
              </a:ext>
            </a:extLst>
          </p:cNvPr>
          <p:cNvSpPr>
            <a:spLocks/>
          </p:cNvSpPr>
          <p:nvPr/>
        </p:nvSpPr>
        <p:spPr>
          <a:xfrm>
            <a:off x="6962962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5D96C19E-5663-5852-A775-888DEA41F63A}"/>
              </a:ext>
            </a:extLst>
          </p:cNvPr>
          <p:cNvSpPr>
            <a:spLocks/>
          </p:cNvSpPr>
          <p:nvPr/>
        </p:nvSpPr>
        <p:spPr>
          <a:xfrm>
            <a:off x="6918626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2" name="text_1611">
            <a:extLst>
              <a:ext uri="{FF2B5EF4-FFF2-40B4-BE49-F238E27FC236}">
                <a16:creationId xmlns:a16="http://schemas.microsoft.com/office/drawing/2014/main" id="{2A5BF876-0F81-A88B-8E3E-F6B03DE35662}"/>
              </a:ext>
            </a:extLst>
          </p:cNvPr>
          <p:cNvSpPr>
            <a:spLocks/>
          </p:cNvSpPr>
          <p:nvPr/>
        </p:nvSpPr>
        <p:spPr>
          <a:xfrm>
            <a:off x="6694903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AB6B0ED0-0EFE-EDA7-D9AF-37F95A5ADD7E}"/>
              </a:ext>
            </a:extLst>
          </p:cNvPr>
          <p:cNvSpPr>
            <a:spLocks/>
          </p:cNvSpPr>
          <p:nvPr/>
        </p:nvSpPr>
        <p:spPr>
          <a:xfrm>
            <a:off x="6962962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9652E055-CFCE-21B1-24B8-D2AC43656C9D}"/>
              </a:ext>
            </a:extLst>
          </p:cNvPr>
          <p:cNvSpPr>
            <a:spLocks/>
          </p:cNvSpPr>
          <p:nvPr/>
        </p:nvSpPr>
        <p:spPr>
          <a:xfrm>
            <a:off x="6918626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5" name="text_1614">
            <a:extLst>
              <a:ext uri="{FF2B5EF4-FFF2-40B4-BE49-F238E27FC236}">
                <a16:creationId xmlns:a16="http://schemas.microsoft.com/office/drawing/2014/main" id="{BF559638-065B-B080-132E-9B31FB90CD62}"/>
              </a:ext>
            </a:extLst>
          </p:cNvPr>
          <p:cNvSpPr>
            <a:spLocks/>
          </p:cNvSpPr>
          <p:nvPr/>
        </p:nvSpPr>
        <p:spPr>
          <a:xfrm>
            <a:off x="6694903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C7C65BB7-72C0-BAC6-A889-41E2867ECCA8}"/>
              </a:ext>
            </a:extLst>
          </p:cNvPr>
          <p:cNvSpPr>
            <a:spLocks/>
          </p:cNvSpPr>
          <p:nvPr/>
        </p:nvSpPr>
        <p:spPr>
          <a:xfrm>
            <a:off x="6962962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B632102E-3542-F32D-E6A2-D5AC01B17A06}"/>
              </a:ext>
            </a:extLst>
          </p:cNvPr>
          <p:cNvSpPr>
            <a:spLocks/>
          </p:cNvSpPr>
          <p:nvPr/>
        </p:nvSpPr>
        <p:spPr>
          <a:xfrm>
            <a:off x="6918626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8" name="text_1617">
            <a:extLst>
              <a:ext uri="{FF2B5EF4-FFF2-40B4-BE49-F238E27FC236}">
                <a16:creationId xmlns:a16="http://schemas.microsoft.com/office/drawing/2014/main" id="{561AD341-EC69-DBED-F9CB-11BBDA28F2CB}"/>
              </a:ext>
            </a:extLst>
          </p:cNvPr>
          <p:cNvSpPr>
            <a:spLocks/>
          </p:cNvSpPr>
          <p:nvPr/>
        </p:nvSpPr>
        <p:spPr>
          <a:xfrm>
            <a:off x="6694903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619" name="text_1618">
            <a:extLst>
              <a:ext uri="{FF2B5EF4-FFF2-40B4-BE49-F238E27FC236}">
                <a16:creationId xmlns:a16="http://schemas.microsoft.com/office/drawing/2014/main" id="{6B32C071-779E-6C49-860F-9BF0F343827F}"/>
              </a:ext>
            </a:extLst>
          </p:cNvPr>
          <p:cNvSpPr>
            <a:spLocks/>
          </p:cNvSpPr>
          <p:nvPr/>
        </p:nvSpPr>
        <p:spPr>
          <a:xfrm rot="-5400000">
            <a:off x="6459563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E2F46E2B-5846-1611-43F2-6C1C1F1ABACA}"/>
              </a:ext>
            </a:extLst>
          </p:cNvPr>
          <p:cNvSpPr>
            <a:spLocks/>
          </p:cNvSpPr>
          <p:nvPr/>
        </p:nvSpPr>
        <p:spPr>
          <a:xfrm>
            <a:off x="703388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08" y="1757235"/>
                </a:lnTo>
                <a:lnTo>
                  <a:pt x="3960" y="1746183"/>
                </a:lnTo>
                <a:lnTo>
                  <a:pt x="8647" y="1735131"/>
                </a:lnTo>
                <a:lnTo>
                  <a:pt x="14753" y="1724080"/>
                </a:lnTo>
                <a:lnTo>
                  <a:pt x="21881" y="1713028"/>
                </a:lnTo>
                <a:lnTo>
                  <a:pt x="29607" y="1701976"/>
                </a:lnTo>
                <a:lnTo>
                  <a:pt x="37510" y="1690924"/>
                </a:lnTo>
                <a:lnTo>
                  <a:pt x="45220" y="1679872"/>
                </a:lnTo>
                <a:lnTo>
                  <a:pt x="52433" y="1668821"/>
                </a:lnTo>
                <a:lnTo>
                  <a:pt x="58936" y="1657769"/>
                </a:lnTo>
                <a:lnTo>
                  <a:pt x="64600" y="1646717"/>
                </a:lnTo>
                <a:lnTo>
                  <a:pt x="69378" y="1635665"/>
                </a:lnTo>
                <a:lnTo>
                  <a:pt x="73291" y="1624613"/>
                </a:lnTo>
                <a:lnTo>
                  <a:pt x="76404" y="1613562"/>
                </a:lnTo>
                <a:lnTo>
                  <a:pt x="78814" y="1602510"/>
                </a:lnTo>
                <a:lnTo>
                  <a:pt x="80631" y="1591458"/>
                </a:lnTo>
                <a:lnTo>
                  <a:pt x="81965" y="1580406"/>
                </a:lnTo>
                <a:lnTo>
                  <a:pt x="82916" y="1569354"/>
                </a:lnTo>
                <a:lnTo>
                  <a:pt x="83572" y="1558303"/>
                </a:lnTo>
                <a:lnTo>
                  <a:pt x="84003" y="1547251"/>
                </a:lnTo>
                <a:lnTo>
                  <a:pt x="84268" y="1536199"/>
                </a:lnTo>
                <a:lnTo>
                  <a:pt x="84408" y="1525147"/>
                </a:lnTo>
                <a:lnTo>
                  <a:pt x="84458" y="1514096"/>
                </a:lnTo>
                <a:lnTo>
                  <a:pt x="84443" y="1503044"/>
                </a:lnTo>
                <a:lnTo>
                  <a:pt x="84382" y="1491992"/>
                </a:lnTo>
                <a:lnTo>
                  <a:pt x="84292" y="1480940"/>
                </a:lnTo>
                <a:lnTo>
                  <a:pt x="84187" y="1469888"/>
                </a:lnTo>
                <a:lnTo>
                  <a:pt x="84081" y="1458837"/>
                </a:lnTo>
                <a:lnTo>
                  <a:pt x="83986" y="1447785"/>
                </a:lnTo>
                <a:lnTo>
                  <a:pt x="83912" y="1436733"/>
                </a:lnTo>
                <a:lnTo>
                  <a:pt x="83867" y="1425681"/>
                </a:lnTo>
                <a:lnTo>
                  <a:pt x="83858" y="1414629"/>
                </a:lnTo>
                <a:lnTo>
                  <a:pt x="83887" y="1403578"/>
                </a:lnTo>
                <a:lnTo>
                  <a:pt x="83951" y="1392526"/>
                </a:lnTo>
                <a:lnTo>
                  <a:pt x="84045" y="1381474"/>
                </a:lnTo>
                <a:lnTo>
                  <a:pt x="84160" y="1370422"/>
                </a:lnTo>
                <a:lnTo>
                  <a:pt x="84282" y="1359370"/>
                </a:lnTo>
                <a:lnTo>
                  <a:pt x="84396" y="1348319"/>
                </a:lnTo>
                <a:lnTo>
                  <a:pt x="84486" y="1337267"/>
                </a:lnTo>
                <a:lnTo>
                  <a:pt x="84537" y="1326215"/>
                </a:lnTo>
                <a:lnTo>
                  <a:pt x="84536" y="1315163"/>
                </a:lnTo>
                <a:lnTo>
                  <a:pt x="84474" y="1304111"/>
                </a:lnTo>
                <a:lnTo>
                  <a:pt x="84345" y="1293060"/>
                </a:lnTo>
                <a:lnTo>
                  <a:pt x="84148" y="1282008"/>
                </a:lnTo>
                <a:lnTo>
                  <a:pt x="83891" y="1270956"/>
                </a:lnTo>
                <a:lnTo>
                  <a:pt x="83584" y="1259904"/>
                </a:lnTo>
                <a:lnTo>
                  <a:pt x="83244" y="1248853"/>
                </a:lnTo>
                <a:lnTo>
                  <a:pt x="82893" y="1237801"/>
                </a:lnTo>
                <a:lnTo>
                  <a:pt x="82552" y="1226749"/>
                </a:lnTo>
                <a:lnTo>
                  <a:pt x="82248" y="1215697"/>
                </a:lnTo>
                <a:lnTo>
                  <a:pt x="82003" y="1204645"/>
                </a:lnTo>
                <a:lnTo>
                  <a:pt x="81835" y="1193594"/>
                </a:lnTo>
                <a:lnTo>
                  <a:pt x="81759" y="1182542"/>
                </a:lnTo>
                <a:lnTo>
                  <a:pt x="81780" y="1171490"/>
                </a:lnTo>
                <a:lnTo>
                  <a:pt x="81898" y="1160438"/>
                </a:lnTo>
                <a:lnTo>
                  <a:pt x="82105" y="1149386"/>
                </a:lnTo>
                <a:lnTo>
                  <a:pt x="82387" y="1138335"/>
                </a:lnTo>
                <a:lnTo>
                  <a:pt x="82725" y="1127283"/>
                </a:lnTo>
                <a:lnTo>
                  <a:pt x="83102" y="1116231"/>
                </a:lnTo>
                <a:lnTo>
                  <a:pt x="83497" y="1105179"/>
                </a:lnTo>
                <a:lnTo>
                  <a:pt x="83895" y="1094127"/>
                </a:lnTo>
                <a:lnTo>
                  <a:pt x="84283" y="1083076"/>
                </a:lnTo>
                <a:lnTo>
                  <a:pt x="84650" y="1072024"/>
                </a:lnTo>
                <a:lnTo>
                  <a:pt x="84991" y="1060972"/>
                </a:lnTo>
                <a:lnTo>
                  <a:pt x="85302" y="1049920"/>
                </a:lnTo>
                <a:lnTo>
                  <a:pt x="85582" y="1038868"/>
                </a:lnTo>
                <a:lnTo>
                  <a:pt x="85829" y="1027817"/>
                </a:lnTo>
                <a:lnTo>
                  <a:pt x="86041" y="1016765"/>
                </a:lnTo>
                <a:lnTo>
                  <a:pt x="86219" y="1005713"/>
                </a:lnTo>
                <a:lnTo>
                  <a:pt x="86361" y="994661"/>
                </a:lnTo>
                <a:lnTo>
                  <a:pt x="86467" y="983609"/>
                </a:lnTo>
                <a:lnTo>
                  <a:pt x="86539" y="972558"/>
                </a:lnTo>
                <a:lnTo>
                  <a:pt x="86580" y="961506"/>
                </a:lnTo>
                <a:lnTo>
                  <a:pt x="86594" y="950454"/>
                </a:lnTo>
                <a:lnTo>
                  <a:pt x="86588" y="939402"/>
                </a:lnTo>
                <a:lnTo>
                  <a:pt x="86571" y="928351"/>
                </a:lnTo>
                <a:lnTo>
                  <a:pt x="86551" y="917299"/>
                </a:lnTo>
                <a:lnTo>
                  <a:pt x="86537" y="906247"/>
                </a:lnTo>
                <a:lnTo>
                  <a:pt x="86536" y="895195"/>
                </a:lnTo>
                <a:lnTo>
                  <a:pt x="86554" y="884143"/>
                </a:lnTo>
                <a:lnTo>
                  <a:pt x="86595" y="873092"/>
                </a:lnTo>
                <a:lnTo>
                  <a:pt x="86660" y="862040"/>
                </a:lnTo>
                <a:lnTo>
                  <a:pt x="86749" y="850988"/>
                </a:lnTo>
                <a:lnTo>
                  <a:pt x="86858" y="839936"/>
                </a:lnTo>
                <a:lnTo>
                  <a:pt x="86987" y="828884"/>
                </a:lnTo>
                <a:lnTo>
                  <a:pt x="87131" y="817833"/>
                </a:lnTo>
                <a:lnTo>
                  <a:pt x="87289" y="806781"/>
                </a:lnTo>
                <a:lnTo>
                  <a:pt x="87460" y="795729"/>
                </a:lnTo>
                <a:lnTo>
                  <a:pt x="87643" y="784677"/>
                </a:lnTo>
                <a:lnTo>
                  <a:pt x="87838" y="773625"/>
                </a:lnTo>
                <a:lnTo>
                  <a:pt x="88043" y="762574"/>
                </a:lnTo>
                <a:lnTo>
                  <a:pt x="88258" y="751522"/>
                </a:lnTo>
                <a:lnTo>
                  <a:pt x="88478" y="740470"/>
                </a:lnTo>
                <a:lnTo>
                  <a:pt x="88699" y="729418"/>
                </a:lnTo>
                <a:lnTo>
                  <a:pt x="88912" y="718366"/>
                </a:lnTo>
                <a:lnTo>
                  <a:pt x="89109" y="707315"/>
                </a:lnTo>
                <a:lnTo>
                  <a:pt x="89282" y="696263"/>
                </a:lnTo>
                <a:lnTo>
                  <a:pt x="89422" y="685211"/>
                </a:lnTo>
                <a:lnTo>
                  <a:pt x="89525" y="674159"/>
                </a:lnTo>
                <a:lnTo>
                  <a:pt x="89587" y="663108"/>
                </a:lnTo>
                <a:lnTo>
                  <a:pt x="89609" y="652056"/>
                </a:lnTo>
                <a:lnTo>
                  <a:pt x="89597" y="641004"/>
                </a:lnTo>
                <a:lnTo>
                  <a:pt x="89559" y="629952"/>
                </a:lnTo>
                <a:lnTo>
                  <a:pt x="89505" y="618900"/>
                </a:lnTo>
                <a:lnTo>
                  <a:pt x="89445" y="607849"/>
                </a:lnTo>
                <a:lnTo>
                  <a:pt x="89391" y="596797"/>
                </a:lnTo>
                <a:lnTo>
                  <a:pt x="89351" y="585745"/>
                </a:lnTo>
                <a:lnTo>
                  <a:pt x="89330" y="574693"/>
                </a:lnTo>
                <a:lnTo>
                  <a:pt x="89331" y="563641"/>
                </a:lnTo>
                <a:lnTo>
                  <a:pt x="89355" y="552590"/>
                </a:lnTo>
                <a:lnTo>
                  <a:pt x="89397" y="541538"/>
                </a:lnTo>
                <a:lnTo>
                  <a:pt x="89455" y="530486"/>
                </a:lnTo>
                <a:lnTo>
                  <a:pt x="89523" y="519434"/>
                </a:lnTo>
                <a:lnTo>
                  <a:pt x="89599" y="508382"/>
                </a:lnTo>
                <a:lnTo>
                  <a:pt x="89680" y="497331"/>
                </a:lnTo>
                <a:lnTo>
                  <a:pt x="89765" y="486279"/>
                </a:lnTo>
                <a:lnTo>
                  <a:pt x="89854" y="475227"/>
                </a:lnTo>
                <a:lnTo>
                  <a:pt x="89949" y="464175"/>
                </a:lnTo>
                <a:lnTo>
                  <a:pt x="90051" y="453123"/>
                </a:lnTo>
                <a:lnTo>
                  <a:pt x="90163" y="442072"/>
                </a:lnTo>
                <a:lnTo>
                  <a:pt x="90285" y="431020"/>
                </a:lnTo>
                <a:lnTo>
                  <a:pt x="90417" y="419968"/>
                </a:lnTo>
                <a:lnTo>
                  <a:pt x="90559" y="408916"/>
                </a:lnTo>
                <a:lnTo>
                  <a:pt x="90709" y="397865"/>
                </a:lnTo>
                <a:lnTo>
                  <a:pt x="90864" y="386813"/>
                </a:lnTo>
                <a:lnTo>
                  <a:pt x="91024" y="375761"/>
                </a:lnTo>
                <a:lnTo>
                  <a:pt x="91185" y="364709"/>
                </a:lnTo>
                <a:lnTo>
                  <a:pt x="91345" y="353657"/>
                </a:lnTo>
                <a:lnTo>
                  <a:pt x="91503" y="342606"/>
                </a:lnTo>
                <a:lnTo>
                  <a:pt x="91657" y="331554"/>
                </a:lnTo>
                <a:lnTo>
                  <a:pt x="91807" y="320502"/>
                </a:lnTo>
                <a:lnTo>
                  <a:pt x="91952" y="309450"/>
                </a:lnTo>
                <a:lnTo>
                  <a:pt x="92091" y="298398"/>
                </a:lnTo>
                <a:lnTo>
                  <a:pt x="92224" y="287347"/>
                </a:lnTo>
                <a:lnTo>
                  <a:pt x="92351" y="276295"/>
                </a:lnTo>
                <a:lnTo>
                  <a:pt x="92472" y="265243"/>
                </a:lnTo>
                <a:lnTo>
                  <a:pt x="92586" y="254191"/>
                </a:lnTo>
                <a:lnTo>
                  <a:pt x="92690" y="243139"/>
                </a:lnTo>
                <a:lnTo>
                  <a:pt x="92783" y="232088"/>
                </a:lnTo>
                <a:lnTo>
                  <a:pt x="92859" y="221036"/>
                </a:lnTo>
                <a:lnTo>
                  <a:pt x="92914" y="209984"/>
                </a:lnTo>
                <a:lnTo>
                  <a:pt x="92939" y="198932"/>
                </a:lnTo>
                <a:lnTo>
                  <a:pt x="92925" y="187880"/>
                </a:lnTo>
                <a:lnTo>
                  <a:pt x="92859" y="176829"/>
                </a:lnTo>
                <a:lnTo>
                  <a:pt x="92730" y="165777"/>
                </a:lnTo>
                <a:lnTo>
                  <a:pt x="92522" y="154725"/>
                </a:lnTo>
                <a:lnTo>
                  <a:pt x="92225" y="143673"/>
                </a:lnTo>
                <a:lnTo>
                  <a:pt x="91825" y="132622"/>
                </a:lnTo>
                <a:lnTo>
                  <a:pt x="91318" y="121570"/>
                </a:lnTo>
                <a:lnTo>
                  <a:pt x="90700" y="110518"/>
                </a:lnTo>
                <a:lnTo>
                  <a:pt x="89981" y="99466"/>
                </a:lnTo>
                <a:lnTo>
                  <a:pt x="89175" y="88414"/>
                </a:lnTo>
                <a:lnTo>
                  <a:pt x="88308" y="77363"/>
                </a:lnTo>
                <a:lnTo>
                  <a:pt x="87417" y="66311"/>
                </a:lnTo>
                <a:lnTo>
                  <a:pt x="86545" y="55259"/>
                </a:lnTo>
                <a:lnTo>
                  <a:pt x="85740" y="44207"/>
                </a:lnTo>
                <a:lnTo>
                  <a:pt x="85050" y="33155"/>
                </a:lnTo>
                <a:lnTo>
                  <a:pt x="84520" y="22104"/>
                </a:lnTo>
                <a:lnTo>
                  <a:pt x="84187" y="11052"/>
                </a:lnTo>
                <a:lnTo>
                  <a:pt x="84073" y="0"/>
                </a:lnTo>
                <a:lnTo>
                  <a:pt x="103366" y="0"/>
                </a:lnTo>
                <a:lnTo>
                  <a:pt x="103366" y="0"/>
                </a:lnTo>
                <a:lnTo>
                  <a:pt x="103252" y="11052"/>
                </a:lnTo>
                <a:lnTo>
                  <a:pt x="102918" y="22104"/>
                </a:lnTo>
                <a:lnTo>
                  <a:pt x="102389" y="33155"/>
                </a:lnTo>
                <a:lnTo>
                  <a:pt x="101699" y="44207"/>
                </a:lnTo>
                <a:lnTo>
                  <a:pt x="100893" y="55259"/>
                </a:lnTo>
                <a:lnTo>
                  <a:pt x="100021" y="66311"/>
                </a:lnTo>
                <a:lnTo>
                  <a:pt x="99130" y="77363"/>
                </a:lnTo>
                <a:lnTo>
                  <a:pt x="98264" y="88414"/>
                </a:lnTo>
                <a:lnTo>
                  <a:pt x="97458" y="99466"/>
                </a:lnTo>
                <a:lnTo>
                  <a:pt x="96738" y="110518"/>
                </a:lnTo>
                <a:lnTo>
                  <a:pt x="96121" y="121570"/>
                </a:lnTo>
                <a:lnTo>
                  <a:pt x="95613" y="132622"/>
                </a:lnTo>
                <a:lnTo>
                  <a:pt x="95214" y="143673"/>
                </a:lnTo>
                <a:lnTo>
                  <a:pt x="94916" y="154725"/>
                </a:lnTo>
                <a:lnTo>
                  <a:pt x="94709" y="165777"/>
                </a:lnTo>
                <a:lnTo>
                  <a:pt x="94579" y="176829"/>
                </a:lnTo>
                <a:lnTo>
                  <a:pt x="94514" y="187880"/>
                </a:lnTo>
                <a:lnTo>
                  <a:pt x="94499" y="198932"/>
                </a:lnTo>
                <a:lnTo>
                  <a:pt x="94524" y="209984"/>
                </a:lnTo>
                <a:lnTo>
                  <a:pt x="94579" y="221036"/>
                </a:lnTo>
                <a:lnTo>
                  <a:pt x="94656" y="232088"/>
                </a:lnTo>
                <a:lnTo>
                  <a:pt x="94748" y="243139"/>
                </a:lnTo>
                <a:lnTo>
                  <a:pt x="94853" y="254191"/>
                </a:lnTo>
                <a:lnTo>
                  <a:pt x="94966" y="265243"/>
                </a:lnTo>
                <a:lnTo>
                  <a:pt x="95087" y="276295"/>
                </a:lnTo>
                <a:lnTo>
                  <a:pt x="95214" y="287347"/>
                </a:lnTo>
                <a:lnTo>
                  <a:pt x="95348" y="298398"/>
                </a:lnTo>
                <a:lnTo>
                  <a:pt x="95487" y="309450"/>
                </a:lnTo>
                <a:lnTo>
                  <a:pt x="95631" y="320502"/>
                </a:lnTo>
                <a:lnTo>
                  <a:pt x="95781" y="331554"/>
                </a:lnTo>
                <a:lnTo>
                  <a:pt x="95935" y="342606"/>
                </a:lnTo>
                <a:lnTo>
                  <a:pt x="96093" y="353657"/>
                </a:lnTo>
                <a:lnTo>
                  <a:pt x="96253" y="364709"/>
                </a:lnTo>
                <a:lnTo>
                  <a:pt x="96414" y="375761"/>
                </a:lnTo>
                <a:lnTo>
                  <a:pt x="96574" y="386813"/>
                </a:lnTo>
                <a:lnTo>
                  <a:pt x="96730" y="397865"/>
                </a:lnTo>
                <a:lnTo>
                  <a:pt x="96880" y="408916"/>
                </a:lnTo>
                <a:lnTo>
                  <a:pt x="97021" y="419968"/>
                </a:lnTo>
                <a:lnTo>
                  <a:pt x="97154" y="431020"/>
                </a:lnTo>
                <a:lnTo>
                  <a:pt x="97275" y="442072"/>
                </a:lnTo>
                <a:lnTo>
                  <a:pt x="97387" y="453123"/>
                </a:lnTo>
                <a:lnTo>
                  <a:pt x="97490" y="464175"/>
                </a:lnTo>
                <a:lnTo>
                  <a:pt x="97584" y="475227"/>
                </a:lnTo>
                <a:lnTo>
                  <a:pt x="97674" y="486279"/>
                </a:lnTo>
                <a:lnTo>
                  <a:pt x="97758" y="497331"/>
                </a:lnTo>
                <a:lnTo>
                  <a:pt x="97839" y="508382"/>
                </a:lnTo>
                <a:lnTo>
                  <a:pt x="97915" y="519434"/>
                </a:lnTo>
                <a:lnTo>
                  <a:pt x="97984" y="530486"/>
                </a:lnTo>
                <a:lnTo>
                  <a:pt x="98041" y="541538"/>
                </a:lnTo>
                <a:lnTo>
                  <a:pt x="98084" y="552590"/>
                </a:lnTo>
                <a:lnTo>
                  <a:pt x="98107" y="563641"/>
                </a:lnTo>
                <a:lnTo>
                  <a:pt x="98108" y="574693"/>
                </a:lnTo>
                <a:lnTo>
                  <a:pt x="98088" y="585745"/>
                </a:lnTo>
                <a:lnTo>
                  <a:pt x="98047" y="596797"/>
                </a:lnTo>
                <a:lnTo>
                  <a:pt x="97993" y="607849"/>
                </a:lnTo>
                <a:lnTo>
                  <a:pt x="97934" y="618900"/>
                </a:lnTo>
                <a:lnTo>
                  <a:pt x="97879" y="629952"/>
                </a:lnTo>
                <a:lnTo>
                  <a:pt x="97841" y="641004"/>
                </a:lnTo>
                <a:lnTo>
                  <a:pt x="97829" y="652056"/>
                </a:lnTo>
                <a:lnTo>
                  <a:pt x="97852" y="663108"/>
                </a:lnTo>
                <a:lnTo>
                  <a:pt x="97914" y="674159"/>
                </a:lnTo>
                <a:lnTo>
                  <a:pt x="98016" y="685211"/>
                </a:lnTo>
                <a:lnTo>
                  <a:pt x="98157" y="696263"/>
                </a:lnTo>
                <a:lnTo>
                  <a:pt x="98329" y="707315"/>
                </a:lnTo>
                <a:lnTo>
                  <a:pt x="98527" y="718366"/>
                </a:lnTo>
                <a:lnTo>
                  <a:pt x="98740" y="729418"/>
                </a:lnTo>
                <a:lnTo>
                  <a:pt x="98960" y="740470"/>
                </a:lnTo>
                <a:lnTo>
                  <a:pt x="99180" y="751522"/>
                </a:lnTo>
                <a:lnTo>
                  <a:pt x="99395" y="762574"/>
                </a:lnTo>
                <a:lnTo>
                  <a:pt x="99601" y="773625"/>
                </a:lnTo>
                <a:lnTo>
                  <a:pt x="99795" y="784677"/>
                </a:lnTo>
                <a:lnTo>
                  <a:pt x="99978" y="795729"/>
                </a:lnTo>
                <a:lnTo>
                  <a:pt x="100149" y="806781"/>
                </a:lnTo>
                <a:lnTo>
                  <a:pt x="100307" y="817833"/>
                </a:lnTo>
                <a:lnTo>
                  <a:pt x="100452" y="828884"/>
                </a:lnTo>
                <a:lnTo>
                  <a:pt x="100580" y="839936"/>
                </a:lnTo>
                <a:lnTo>
                  <a:pt x="100690" y="850988"/>
                </a:lnTo>
                <a:lnTo>
                  <a:pt x="100778" y="862040"/>
                </a:lnTo>
                <a:lnTo>
                  <a:pt x="100843" y="873092"/>
                </a:lnTo>
                <a:lnTo>
                  <a:pt x="100884" y="884143"/>
                </a:lnTo>
                <a:lnTo>
                  <a:pt x="100903" y="895195"/>
                </a:lnTo>
                <a:lnTo>
                  <a:pt x="100902" y="906247"/>
                </a:lnTo>
                <a:lnTo>
                  <a:pt x="100887" y="917299"/>
                </a:lnTo>
                <a:lnTo>
                  <a:pt x="100867" y="928351"/>
                </a:lnTo>
                <a:lnTo>
                  <a:pt x="100850" y="939402"/>
                </a:lnTo>
                <a:lnTo>
                  <a:pt x="100844" y="950454"/>
                </a:lnTo>
                <a:lnTo>
                  <a:pt x="100858" y="961506"/>
                </a:lnTo>
                <a:lnTo>
                  <a:pt x="100899" y="972558"/>
                </a:lnTo>
                <a:lnTo>
                  <a:pt x="100971" y="983609"/>
                </a:lnTo>
                <a:lnTo>
                  <a:pt x="101077" y="994661"/>
                </a:lnTo>
                <a:lnTo>
                  <a:pt x="101220" y="1005713"/>
                </a:lnTo>
                <a:lnTo>
                  <a:pt x="101397" y="1016765"/>
                </a:lnTo>
                <a:lnTo>
                  <a:pt x="101610" y="1027817"/>
                </a:lnTo>
                <a:lnTo>
                  <a:pt x="101856" y="1038868"/>
                </a:lnTo>
                <a:lnTo>
                  <a:pt x="102136" y="1049920"/>
                </a:lnTo>
                <a:lnTo>
                  <a:pt x="102447" y="1060972"/>
                </a:lnTo>
                <a:lnTo>
                  <a:pt x="102788" y="1072024"/>
                </a:lnTo>
                <a:lnTo>
                  <a:pt x="103156" y="1083076"/>
                </a:lnTo>
                <a:lnTo>
                  <a:pt x="103543" y="1094127"/>
                </a:lnTo>
                <a:lnTo>
                  <a:pt x="103941" y="1105179"/>
                </a:lnTo>
                <a:lnTo>
                  <a:pt x="104337" y="1116231"/>
                </a:lnTo>
                <a:lnTo>
                  <a:pt x="104713" y="1127283"/>
                </a:lnTo>
                <a:lnTo>
                  <a:pt x="105052" y="1138335"/>
                </a:lnTo>
                <a:lnTo>
                  <a:pt x="105333" y="1149386"/>
                </a:lnTo>
                <a:lnTo>
                  <a:pt x="105540" y="1160438"/>
                </a:lnTo>
                <a:lnTo>
                  <a:pt x="105658" y="1171490"/>
                </a:lnTo>
                <a:lnTo>
                  <a:pt x="105680" y="1182542"/>
                </a:lnTo>
                <a:lnTo>
                  <a:pt x="105603" y="1193594"/>
                </a:lnTo>
                <a:lnTo>
                  <a:pt x="105436" y="1204645"/>
                </a:lnTo>
                <a:lnTo>
                  <a:pt x="105190" y="1215697"/>
                </a:lnTo>
                <a:lnTo>
                  <a:pt x="104886" y="1226749"/>
                </a:lnTo>
                <a:lnTo>
                  <a:pt x="104546" y="1237801"/>
                </a:lnTo>
                <a:lnTo>
                  <a:pt x="104194" y="1248853"/>
                </a:lnTo>
                <a:lnTo>
                  <a:pt x="103854" y="1259904"/>
                </a:lnTo>
                <a:lnTo>
                  <a:pt x="103547" y="1270956"/>
                </a:lnTo>
                <a:lnTo>
                  <a:pt x="103290" y="1282008"/>
                </a:lnTo>
                <a:lnTo>
                  <a:pt x="103094" y="1293060"/>
                </a:lnTo>
                <a:lnTo>
                  <a:pt x="102964" y="1304111"/>
                </a:lnTo>
                <a:lnTo>
                  <a:pt x="102902" y="1315163"/>
                </a:lnTo>
                <a:lnTo>
                  <a:pt x="102901" y="1326215"/>
                </a:lnTo>
                <a:lnTo>
                  <a:pt x="102953" y="1337267"/>
                </a:lnTo>
                <a:lnTo>
                  <a:pt x="103043" y="1348319"/>
                </a:lnTo>
                <a:lnTo>
                  <a:pt x="103157" y="1359370"/>
                </a:lnTo>
                <a:lnTo>
                  <a:pt x="103279" y="1370422"/>
                </a:lnTo>
                <a:lnTo>
                  <a:pt x="103393" y="1381474"/>
                </a:lnTo>
                <a:lnTo>
                  <a:pt x="103487" y="1392526"/>
                </a:lnTo>
                <a:lnTo>
                  <a:pt x="103552" y="1403578"/>
                </a:lnTo>
                <a:lnTo>
                  <a:pt x="103580" y="1414629"/>
                </a:lnTo>
                <a:lnTo>
                  <a:pt x="103571" y="1425681"/>
                </a:lnTo>
                <a:lnTo>
                  <a:pt x="103526" y="1436733"/>
                </a:lnTo>
                <a:lnTo>
                  <a:pt x="103452" y="1447785"/>
                </a:lnTo>
                <a:lnTo>
                  <a:pt x="103357" y="1458837"/>
                </a:lnTo>
                <a:lnTo>
                  <a:pt x="103251" y="1469888"/>
                </a:lnTo>
                <a:lnTo>
                  <a:pt x="103147" y="1480940"/>
                </a:lnTo>
                <a:lnTo>
                  <a:pt x="103057" y="1491992"/>
                </a:lnTo>
                <a:lnTo>
                  <a:pt x="102996" y="1503044"/>
                </a:lnTo>
                <a:lnTo>
                  <a:pt x="102980" y="1514096"/>
                </a:lnTo>
                <a:lnTo>
                  <a:pt x="103030" y="1525147"/>
                </a:lnTo>
                <a:lnTo>
                  <a:pt x="103171" y="1536199"/>
                </a:lnTo>
                <a:lnTo>
                  <a:pt x="103435" y="1547251"/>
                </a:lnTo>
                <a:lnTo>
                  <a:pt x="103867" y="1558303"/>
                </a:lnTo>
                <a:lnTo>
                  <a:pt x="104522" y="1569354"/>
                </a:lnTo>
                <a:lnTo>
                  <a:pt x="105473" y="1580406"/>
                </a:lnTo>
                <a:lnTo>
                  <a:pt x="106807" y="1591458"/>
                </a:lnTo>
                <a:lnTo>
                  <a:pt x="108624" y="1602510"/>
                </a:lnTo>
                <a:lnTo>
                  <a:pt x="111035" y="1613562"/>
                </a:lnTo>
                <a:lnTo>
                  <a:pt x="114148" y="1624613"/>
                </a:lnTo>
                <a:lnTo>
                  <a:pt x="118060" y="1635665"/>
                </a:lnTo>
                <a:lnTo>
                  <a:pt x="122839" y="1646717"/>
                </a:lnTo>
                <a:lnTo>
                  <a:pt x="128503" y="1657769"/>
                </a:lnTo>
                <a:lnTo>
                  <a:pt x="135005" y="1668821"/>
                </a:lnTo>
                <a:lnTo>
                  <a:pt x="142219" y="1679872"/>
                </a:lnTo>
                <a:lnTo>
                  <a:pt x="149928" y="1690924"/>
                </a:lnTo>
                <a:lnTo>
                  <a:pt x="157832" y="1701976"/>
                </a:lnTo>
                <a:lnTo>
                  <a:pt x="165557" y="1713028"/>
                </a:lnTo>
                <a:lnTo>
                  <a:pt x="172686" y="1724080"/>
                </a:lnTo>
                <a:lnTo>
                  <a:pt x="178791" y="1735131"/>
                </a:lnTo>
                <a:lnTo>
                  <a:pt x="183479" y="1746183"/>
                </a:lnTo>
                <a:lnTo>
                  <a:pt x="186430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57CF1CA8-A147-183C-5305-DE3FB0EEC20D}"/>
              </a:ext>
            </a:extLst>
          </p:cNvPr>
          <p:cNvSpPr>
            <a:spLocks/>
          </p:cNvSpPr>
          <p:nvPr/>
        </p:nvSpPr>
        <p:spPr>
          <a:xfrm>
            <a:off x="728718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3404" y="1768287"/>
                </a:moveTo>
                <a:lnTo>
                  <a:pt x="54034" y="1768287"/>
                </a:lnTo>
                <a:lnTo>
                  <a:pt x="54495" y="1757235"/>
                </a:lnTo>
                <a:lnTo>
                  <a:pt x="55843" y="1746183"/>
                </a:lnTo>
                <a:lnTo>
                  <a:pt x="57987" y="1735131"/>
                </a:lnTo>
                <a:lnTo>
                  <a:pt x="60780" y="1724080"/>
                </a:lnTo>
                <a:lnTo>
                  <a:pt x="64045" y="1713028"/>
                </a:lnTo>
                <a:lnTo>
                  <a:pt x="67587" y="1701976"/>
                </a:lnTo>
                <a:lnTo>
                  <a:pt x="71214" y="1690924"/>
                </a:lnTo>
                <a:lnTo>
                  <a:pt x="74753" y="1679872"/>
                </a:lnTo>
                <a:lnTo>
                  <a:pt x="78066" y="1668821"/>
                </a:lnTo>
                <a:lnTo>
                  <a:pt x="81050" y="1657769"/>
                </a:lnTo>
                <a:lnTo>
                  <a:pt x="83644" y="1646717"/>
                </a:lnTo>
                <a:lnTo>
                  <a:pt x="85824" y="1635665"/>
                </a:lnTo>
                <a:lnTo>
                  <a:pt x="87598" y="1624613"/>
                </a:lnTo>
                <a:lnTo>
                  <a:pt x="88997" y="1613562"/>
                </a:lnTo>
                <a:lnTo>
                  <a:pt x="90065" y="1602510"/>
                </a:lnTo>
                <a:lnTo>
                  <a:pt x="90854" y="1591458"/>
                </a:lnTo>
                <a:lnTo>
                  <a:pt x="91416" y="1580406"/>
                </a:lnTo>
                <a:lnTo>
                  <a:pt x="91800" y="1569354"/>
                </a:lnTo>
                <a:lnTo>
                  <a:pt x="92047" y="1558303"/>
                </a:lnTo>
                <a:lnTo>
                  <a:pt x="92191" y="1547251"/>
                </a:lnTo>
                <a:lnTo>
                  <a:pt x="92257" y="1536199"/>
                </a:lnTo>
                <a:lnTo>
                  <a:pt x="92264" y="1525147"/>
                </a:lnTo>
                <a:lnTo>
                  <a:pt x="92226" y="1514096"/>
                </a:lnTo>
                <a:lnTo>
                  <a:pt x="92150" y="1503044"/>
                </a:lnTo>
                <a:lnTo>
                  <a:pt x="92043" y="1491992"/>
                </a:lnTo>
                <a:lnTo>
                  <a:pt x="91907" y="1480940"/>
                </a:lnTo>
                <a:lnTo>
                  <a:pt x="91744" y="1469888"/>
                </a:lnTo>
                <a:lnTo>
                  <a:pt x="91554" y="1458837"/>
                </a:lnTo>
                <a:lnTo>
                  <a:pt x="91340" y="1447785"/>
                </a:lnTo>
                <a:lnTo>
                  <a:pt x="91102" y="1436733"/>
                </a:lnTo>
                <a:lnTo>
                  <a:pt x="90843" y="1425681"/>
                </a:lnTo>
                <a:lnTo>
                  <a:pt x="90565" y="1414629"/>
                </a:lnTo>
                <a:lnTo>
                  <a:pt x="90274" y="1403578"/>
                </a:lnTo>
                <a:lnTo>
                  <a:pt x="89976" y="1392526"/>
                </a:lnTo>
                <a:lnTo>
                  <a:pt x="89676" y="1381474"/>
                </a:lnTo>
                <a:lnTo>
                  <a:pt x="89383" y="1370422"/>
                </a:lnTo>
                <a:lnTo>
                  <a:pt x="89100" y="1359370"/>
                </a:lnTo>
                <a:lnTo>
                  <a:pt x="88832" y="1348319"/>
                </a:lnTo>
                <a:lnTo>
                  <a:pt x="88577" y="1337267"/>
                </a:lnTo>
                <a:lnTo>
                  <a:pt x="88333" y="1326215"/>
                </a:lnTo>
                <a:lnTo>
                  <a:pt x="88093" y="1315163"/>
                </a:lnTo>
                <a:lnTo>
                  <a:pt x="87848" y="1304111"/>
                </a:lnTo>
                <a:lnTo>
                  <a:pt x="87588" y="1293060"/>
                </a:lnTo>
                <a:lnTo>
                  <a:pt x="87302" y="1282008"/>
                </a:lnTo>
                <a:lnTo>
                  <a:pt x="86986" y="1270956"/>
                </a:lnTo>
                <a:lnTo>
                  <a:pt x="86636" y="1259904"/>
                </a:lnTo>
                <a:lnTo>
                  <a:pt x="86256" y="1248853"/>
                </a:lnTo>
                <a:lnTo>
                  <a:pt x="85859" y="1237801"/>
                </a:lnTo>
                <a:lnTo>
                  <a:pt x="85460" y="1226749"/>
                </a:lnTo>
                <a:lnTo>
                  <a:pt x="85080" y="1215697"/>
                </a:lnTo>
                <a:lnTo>
                  <a:pt x="84745" y="1204645"/>
                </a:lnTo>
                <a:lnTo>
                  <a:pt x="84476" y="1193594"/>
                </a:lnTo>
                <a:lnTo>
                  <a:pt x="84296" y="1182542"/>
                </a:lnTo>
                <a:lnTo>
                  <a:pt x="84218" y="1171490"/>
                </a:lnTo>
                <a:lnTo>
                  <a:pt x="84251" y="1160438"/>
                </a:lnTo>
                <a:lnTo>
                  <a:pt x="84394" y="1149386"/>
                </a:lnTo>
                <a:lnTo>
                  <a:pt x="84638" y="1138335"/>
                </a:lnTo>
                <a:lnTo>
                  <a:pt x="84970" y="1127283"/>
                </a:lnTo>
                <a:lnTo>
                  <a:pt x="85367" y="1116231"/>
                </a:lnTo>
                <a:lnTo>
                  <a:pt x="85805" y="1105179"/>
                </a:lnTo>
                <a:lnTo>
                  <a:pt x="86258" y="1094127"/>
                </a:lnTo>
                <a:lnTo>
                  <a:pt x="86698" y="1083076"/>
                </a:lnTo>
                <a:lnTo>
                  <a:pt x="87098" y="1072024"/>
                </a:lnTo>
                <a:lnTo>
                  <a:pt x="87433" y="1060972"/>
                </a:lnTo>
                <a:lnTo>
                  <a:pt x="87678" y="1049920"/>
                </a:lnTo>
                <a:lnTo>
                  <a:pt x="87811" y="1038868"/>
                </a:lnTo>
                <a:lnTo>
                  <a:pt x="87814" y="1027817"/>
                </a:lnTo>
                <a:lnTo>
                  <a:pt x="87672" y="1016765"/>
                </a:lnTo>
                <a:lnTo>
                  <a:pt x="87375" y="1005713"/>
                </a:lnTo>
                <a:lnTo>
                  <a:pt x="86923" y="994661"/>
                </a:lnTo>
                <a:lnTo>
                  <a:pt x="86323" y="983609"/>
                </a:lnTo>
                <a:lnTo>
                  <a:pt x="85596" y="972558"/>
                </a:lnTo>
                <a:lnTo>
                  <a:pt x="84771" y="961506"/>
                </a:lnTo>
                <a:lnTo>
                  <a:pt x="83892" y="950454"/>
                </a:lnTo>
                <a:lnTo>
                  <a:pt x="83009" y="939402"/>
                </a:lnTo>
                <a:lnTo>
                  <a:pt x="82178" y="928351"/>
                </a:lnTo>
                <a:lnTo>
                  <a:pt x="81454" y="917299"/>
                </a:lnTo>
                <a:lnTo>
                  <a:pt x="80888" y="906247"/>
                </a:lnTo>
                <a:lnTo>
                  <a:pt x="80518" y="895195"/>
                </a:lnTo>
                <a:lnTo>
                  <a:pt x="80370" y="884143"/>
                </a:lnTo>
                <a:lnTo>
                  <a:pt x="80447" y="873092"/>
                </a:lnTo>
                <a:lnTo>
                  <a:pt x="80737" y="862040"/>
                </a:lnTo>
                <a:lnTo>
                  <a:pt x="81209" y="850988"/>
                </a:lnTo>
                <a:lnTo>
                  <a:pt x="81820" y="839936"/>
                </a:lnTo>
                <a:lnTo>
                  <a:pt x="82519" y="828884"/>
                </a:lnTo>
                <a:lnTo>
                  <a:pt x="83251" y="817833"/>
                </a:lnTo>
                <a:lnTo>
                  <a:pt x="83965" y="806781"/>
                </a:lnTo>
                <a:lnTo>
                  <a:pt x="84620" y="795729"/>
                </a:lnTo>
                <a:lnTo>
                  <a:pt x="85181" y="784677"/>
                </a:lnTo>
                <a:lnTo>
                  <a:pt x="85628" y="773625"/>
                </a:lnTo>
                <a:lnTo>
                  <a:pt x="85948" y="762574"/>
                </a:lnTo>
                <a:lnTo>
                  <a:pt x="86139" y="751522"/>
                </a:lnTo>
                <a:lnTo>
                  <a:pt x="86204" y="740470"/>
                </a:lnTo>
                <a:lnTo>
                  <a:pt x="86150" y="729418"/>
                </a:lnTo>
                <a:lnTo>
                  <a:pt x="85985" y="718366"/>
                </a:lnTo>
                <a:lnTo>
                  <a:pt x="85718" y="707315"/>
                </a:lnTo>
                <a:lnTo>
                  <a:pt x="85359" y="696263"/>
                </a:lnTo>
                <a:lnTo>
                  <a:pt x="84919" y="685211"/>
                </a:lnTo>
                <a:lnTo>
                  <a:pt x="84412" y="674159"/>
                </a:lnTo>
                <a:lnTo>
                  <a:pt x="83857" y="663108"/>
                </a:lnTo>
                <a:lnTo>
                  <a:pt x="83278" y="652056"/>
                </a:lnTo>
                <a:lnTo>
                  <a:pt x="82704" y="641004"/>
                </a:lnTo>
                <a:lnTo>
                  <a:pt x="82168" y="629952"/>
                </a:lnTo>
                <a:lnTo>
                  <a:pt x="81704" y="618900"/>
                </a:lnTo>
                <a:lnTo>
                  <a:pt x="81344" y="607849"/>
                </a:lnTo>
                <a:lnTo>
                  <a:pt x="81115" y="596797"/>
                </a:lnTo>
                <a:lnTo>
                  <a:pt x="81034" y="585745"/>
                </a:lnTo>
                <a:lnTo>
                  <a:pt x="81110" y="574693"/>
                </a:lnTo>
                <a:lnTo>
                  <a:pt x="81336" y="563641"/>
                </a:lnTo>
                <a:lnTo>
                  <a:pt x="81698" y="552590"/>
                </a:lnTo>
                <a:lnTo>
                  <a:pt x="82169" y="541538"/>
                </a:lnTo>
                <a:lnTo>
                  <a:pt x="82717" y="530486"/>
                </a:lnTo>
                <a:lnTo>
                  <a:pt x="83309" y="519434"/>
                </a:lnTo>
                <a:lnTo>
                  <a:pt x="83909" y="508382"/>
                </a:lnTo>
                <a:lnTo>
                  <a:pt x="84488" y="497331"/>
                </a:lnTo>
                <a:lnTo>
                  <a:pt x="85025" y="486279"/>
                </a:lnTo>
                <a:lnTo>
                  <a:pt x="85504" y="475227"/>
                </a:lnTo>
                <a:lnTo>
                  <a:pt x="85919" y="464175"/>
                </a:lnTo>
                <a:lnTo>
                  <a:pt x="86269" y="453123"/>
                </a:lnTo>
                <a:lnTo>
                  <a:pt x="86561" y="442072"/>
                </a:lnTo>
                <a:lnTo>
                  <a:pt x="86804" y="431020"/>
                </a:lnTo>
                <a:lnTo>
                  <a:pt x="87008" y="419968"/>
                </a:lnTo>
                <a:lnTo>
                  <a:pt x="87181" y="408916"/>
                </a:lnTo>
                <a:lnTo>
                  <a:pt x="87330" y="397865"/>
                </a:lnTo>
                <a:lnTo>
                  <a:pt x="87459" y="386813"/>
                </a:lnTo>
                <a:lnTo>
                  <a:pt x="87569" y="375761"/>
                </a:lnTo>
                <a:lnTo>
                  <a:pt x="87658" y="364709"/>
                </a:lnTo>
                <a:lnTo>
                  <a:pt x="87725" y="353657"/>
                </a:lnTo>
                <a:lnTo>
                  <a:pt x="87767" y="342606"/>
                </a:lnTo>
                <a:lnTo>
                  <a:pt x="87784" y="331554"/>
                </a:lnTo>
                <a:lnTo>
                  <a:pt x="87777" y="320502"/>
                </a:lnTo>
                <a:lnTo>
                  <a:pt x="87750" y="309450"/>
                </a:lnTo>
                <a:lnTo>
                  <a:pt x="87709" y="298398"/>
                </a:lnTo>
                <a:lnTo>
                  <a:pt x="87662" y="287347"/>
                </a:lnTo>
                <a:lnTo>
                  <a:pt x="87613" y="276295"/>
                </a:lnTo>
                <a:lnTo>
                  <a:pt x="87566" y="265243"/>
                </a:lnTo>
                <a:lnTo>
                  <a:pt x="87519" y="254191"/>
                </a:lnTo>
                <a:lnTo>
                  <a:pt x="87460" y="243139"/>
                </a:lnTo>
                <a:lnTo>
                  <a:pt x="87366" y="232088"/>
                </a:lnTo>
                <a:lnTo>
                  <a:pt x="87200" y="221036"/>
                </a:lnTo>
                <a:lnTo>
                  <a:pt x="86906" y="209984"/>
                </a:lnTo>
                <a:lnTo>
                  <a:pt x="86413" y="198932"/>
                </a:lnTo>
                <a:lnTo>
                  <a:pt x="85627" y="187880"/>
                </a:lnTo>
                <a:lnTo>
                  <a:pt x="84438" y="176829"/>
                </a:lnTo>
                <a:lnTo>
                  <a:pt x="82723" y="165777"/>
                </a:lnTo>
                <a:lnTo>
                  <a:pt x="80353" y="154725"/>
                </a:lnTo>
                <a:lnTo>
                  <a:pt x="77201" y="143673"/>
                </a:lnTo>
                <a:lnTo>
                  <a:pt x="73163" y="132622"/>
                </a:lnTo>
                <a:lnTo>
                  <a:pt x="68170" y="121570"/>
                </a:lnTo>
                <a:lnTo>
                  <a:pt x="62208" y="110518"/>
                </a:lnTo>
                <a:lnTo>
                  <a:pt x="55337" y="99466"/>
                </a:lnTo>
                <a:lnTo>
                  <a:pt x="47703" y="88414"/>
                </a:lnTo>
                <a:lnTo>
                  <a:pt x="39546" y="77363"/>
                </a:lnTo>
                <a:lnTo>
                  <a:pt x="31190" y="66311"/>
                </a:lnTo>
                <a:lnTo>
                  <a:pt x="23034" y="55259"/>
                </a:lnTo>
                <a:lnTo>
                  <a:pt x="15518" y="44207"/>
                </a:lnTo>
                <a:lnTo>
                  <a:pt x="9090" y="33155"/>
                </a:lnTo>
                <a:lnTo>
                  <a:pt x="4160" y="22104"/>
                </a:lnTo>
                <a:lnTo>
                  <a:pt x="105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80" y="11052"/>
                </a:lnTo>
                <a:lnTo>
                  <a:pt x="183278" y="22104"/>
                </a:lnTo>
                <a:lnTo>
                  <a:pt x="178348" y="33155"/>
                </a:lnTo>
                <a:lnTo>
                  <a:pt x="171920" y="44207"/>
                </a:lnTo>
                <a:lnTo>
                  <a:pt x="164405" y="55259"/>
                </a:lnTo>
                <a:lnTo>
                  <a:pt x="156249" y="66311"/>
                </a:lnTo>
                <a:lnTo>
                  <a:pt x="147893" y="77363"/>
                </a:lnTo>
                <a:lnTo>
                  <a:pt x="139735" y="88414"/>
                </a:lnTo>
                <a:lnTo>
                  <a:pt x="132102" y="99466"/>
                </a:lnTo>
                <a:lnTo>
                  <a:pt x="125231" y="110518"/>
                </a:lnTo>
                <a:lnTo>
                  <a:pt x="119269" y="121570"/>
                </a:lnTo>
                <a:lnTo>
                  <a:pt x="114275" y="132622"/>
                </a:lnTo>
                <a:lnTo>
                  <a:pt x="110237" y="143673"/>
                </a:lnTo>
                <a:lnTo>
                  <a:pt x="107086" y="154725"/>
                </a:lnTo>
                <a:lnTo>
                  <a:pt x="104715" y="165777"/>
                </a:lnTo>
                <a:lnTo>
                  <a:pt x="103001" y="176829"/>
                </a:lnTo>
                <a:lnTo>
                  <a:pt x="101812" y="187880"/>
                </a:lnTo>
                <a:lnTo>
                  <a:pt x="101026" y="198932"/>
                </a:lnTo>
                <a:lnTo>
                  <a:pt x="100532" y="209984"/>
                </a:lnTo>
                <a:lnTo>
                  <a:pt x="100239" y="221036"/>
                </a:lnTo>
                <a:lnTo>
                  <a:pt x="100072" y="232088"/>
                </a:lnTo>
                <a:lnTo>
                  <a:pt x="99978" y="243139"/>
                </a:lnTo>
                <a:lnTo>
                  <a:pt x="99919" y="254191"/>
                </a:lnTo>
                <a:lnTo>
                  <a:pt x="99872" y="265243"/>
                </a:lnTo>
                <a:lnTo>
                  <a:pt x="99826" y="276295"/>
                </a:lnTo>
                <a:lnTo>
                  <a:pt x="99777" y="287347"/>
                </a:lnTo>
                <a:lnTo>
                  <a:pt x="99729" y="298398"/>
                </a:lnTo>
                <a:lnTo>
                  <a:pt x="99688" y="309450"/>
                </a:lnTo>
                <a:lnTo>
                  <a:pt x="99662" y="320502"/>
                </a:lnTo>
                <a:lnTo>
                  <a:pt x="99655" y="331554"/>
                </a:lnTo>
                <a:lnTo>
                  <a:pt x="99672" y="342606"/>
                </a:lnTo>
                <a:lnTo>
                  <a:pt x="99714" y="353657"/>
                </a:lnTo>
                <a:lnTo>
                  <a:pt x="99781" y="364709"/>
                </a:lnTo>
                <a:lnTo>
                  <a:pt x="99870" y="375761"/>
                </a:lnTo>
                <a:lnTo>
                  <a:pt x="99980" y="386813"/>
                </a:lnTo>
                <a:lnTo>
                  <a:pt x="100108" y="397865"/>
                </a:lnTo>
                <a:lnTo>
                  <a:pt x="100257" y="408916"/>
                </a:lnTo>
                <a:lnTo>
                  <a:pt x="100430" y="419968"/>
                </a:lnTo>
                <a:lnTo>
                  <a:pt x="100634" y="431020"/>
                </a:lnTo>
                <a:lnTo>
                  <a:pt x="100877" y="442072"/>
                </a:lnTo>
                <a:lnTo>
                  <a:pt x="101169" y="453123"/>
                </a:lnTo>
                <a:lnTo>
                  <a:pt x="101520" y="464175"/>
                </a:lnTo>
                <a:lnTo>
                  <a:pt x="101934" y="475227"/>
                </a:lnTo>
                <a:lnTo>
                  <a:pt x="102413" y="486279"/>
                </a:lnTo>
                <a:lnTo>
                  <a:pt x="102950" y="497331"/>
                </a:lnTo>
                <a:lnTo>
                  <a:pt x="103530" y="508382"/>
                </a:lnTo>
                <a:lnTo>
                  <a:pt x="104130" y="519434"/>
                </a:lnTo>
                <a:lnTo>
                  <a:pt x="104721" y="530486"/>
                </a:lnTo>
                <a:lnTo>
                  <a:pt x="105270" y="541538"/>
                </a:lnTo>
                <a:lnTo>
                  <a:pt x="105741" y="552590"/>
                </a:lnTo>
                <a:lnTo>
                  <a:pt x="106102" y="563641"/>
                </a:lnTo>
                <a:lnTo>
                  <a:pt x="106329" y="574693"/>
                </a:lnTo>
                <a:lnTo>
                  <a:pt x="106404" y="585745"/>
                </a:lnTo>
                <a:lnTo>
                  <a:pt x="106324" y="596797"/>
                </a:lnTo>
                <a:lnTo>
                  <a:pt x="106095" y="607849"/>
                </a:lnTo>
                <a:lnTo>
                  <a:pt x="105735" y="618900"/>
                </a:lnTo>
                <a:lnTo>
                  <a:pt x="105271" y="629952"/>
                </a:lnTo>
                <a:lnTo>
                  <a:pt x="104735" y="641004"/>
                </a:lnTo>
                <a:lnTo>
                  <a:pt x="104161" y="652056"/>
                </a:lnTo>
                <a:lnTo>
                  <a:pt x="103582" y="663108"/>
                </a:lnTo>
                <a:lnTo>
                  <a:pt x="103027" y="674159"/>
                </a:lnTo>
                <a:lnTo>
                  <a:pt x="102520" y="685211"/>
                </a:lnTo>
                <a:lnTo>
                  <a:pt x="102079" y="696263"/>
                </a:lnTo>
                <a:lnTo>
                  <a:pt x="101720" y="707315"/>
                </a:lnTo>
                <a:lnTo>
                  <a:pt x="101453" y="718366"/>
                </a:lnTo>
                <a:lnTo>
                  <a:pt x="101288" y="729418"/>
                </a:lnTo>
                <a:lnTo>
                  <a:pt x="101235" y="740470"/>
                </a:lnTo>
                <a:lnTo>
                  <a:pt x="101300" y="751522"/>
                </a:lnTo>
                <a:lnTo>
                  <a:pt x="101491" y="762574"/>
                </a:lnTo>
                <a:lnTo>
                  <a:pt x="101811" y="773625"/>
                </a:lnTo>
                <a:lnTo>
                  <a:pt x="102257" y="784677"/>
                </a:lnTo>
                <a:lnTo>
                  <a:pt x="102818" y="795729"/>
                </a:lnTo>
                <a:lnTo>
                  <a:pt x="103473" y="806781"/>
                </a:lnTo>
                <a:lnTo>
                  <a:pt x="104188" y="817833"/>
                </a:lnTo>
                <a:lnTo>
                  <a:pt x="104920" y="828884"/>
                </a:lnTo>
                <a:lnTo>
                  <a:pt x="105618" y="839936"/>
                </a:lnTo>
                <a:lnTo>
                  <a:pt x="106229" y="850988"/>
                </a:lnTo>
                <a:lnTo>
                  <a:pt x="106701" y="862040"/>
                </a:lnTo>
                <a:lnTo>
                  <a:pt x="106991" y="873092"/>
                </a:lnTo>
                <a:lnTo>
                  <a:pt x="107069" y="884143"/>
                </a:lnTo>
                <a:lnTo>
                  <a:pt x="106920" y="895195"/>
                </a:lnTo>
                <a:lnTo>
                  <a:pt x="106551" y="906247"/>
                </a:lnTo>
                <a:lnTo>
                  <a:pt x="105985" y="917299"/>
                </a:lnTo>
                <a:lnTo>
                  <a:pt x="105261" y="928351"/>
                </a:lnTo>
                <a:lnTo>
                  <a:pt x="104429" y="939402"/>
                </a:lnTo>
                <a:lnTo>
                  <a:pt x="103546" y="950454"/>
                </a:lnTo>
                <a:lnTo>
                  <a:pt x="102667" y="961506"/>
                </a:lnTo>
                <a:lnTo>
                  <a:pt x="101843" y="972558"/>
                </a:lnTo>
                <a:lnTo>
                  <a:pt x="101115" y="983609"/>
                </a:lnTo>
                <a:lnTo>
                  <a:pt x="100515" y="994661"/>
                </a:lnTo>
                <a:lnTo>
                  <a:pt x="100063" y="1005713"/>
                </a:lnTo>
                <a:lnTo>
                  <a:pt x="99766" y="1016765"/>
                </a:lnTo>
                <a:lnTo>
                  <a:pt x="99624" y="1027817"/>
                </a:lnTo>
                <a:lnTo>
                  <a:pt x="99627" y="1038868"/>
                </a:lnTo>
                <a:lnTo>
                  <a:pt x="99761" y="1049920"/>
                </a:lnTo>
                <a:lnTo>
                  <a:pt x="100006" y="1060972"/>
                </a:lnTo>
                <a:lnTo>
                  <a:pt x="100340" y="1072024"/>
                </a:lnTo>
                <a:lnTo>
                  <a:pt x="100740" y="1083076"/>
                </a:lnTo>
                <a:lnTo>
                  <a:pt x="101180" y="1094127"/>
                </a:lnTo>
                <a:lnTo>
                  <a:pt x="101633" y="1105179"/>
                </a:lnTo>
                <a:lnTo>
                  <a:pt x="102071" y="1116231"/>
                </a:lnTo>
                <a:lnTo>
                  <a:pt x="102469" y="1127283"/>
                </a:lnTo>
                <a:lnTo>
                  <a:pt x="102800" y="1138335"/>
                </a:lnTo>
                <a:lnTo>
                  <a:pt x="103045" y="1149386"/>
                </a:lnTo>
                <a:lnTo>
                  <a:pt x="103188" y="1160438"/>
                </a:lnTo>
                <a:lnTo>
                  <a:pt x="103220" y="1171490"/>
                </a:lnTo>
                <a:lnTo>
                  <a:pt x="103143" y="1182542"/>
                </a:lnTo>
                <a:lnTo>
                  <a:pt x="102962" y="1193594"/>
                </a:lnTo>
                <a:lnTo>
                  <a:pt x="102694" y="1204645"/>
                </a:lnTo>
                <a:lnTo>
                  <a:pt x="102358" y="1215697"/>
                </a:lnTo>
                <a:lnTo>
                  <a:pt x="101979" y="1226749"/>
                </a:lnTo>
                <a:lnTo>
                  <a:pt x="101580" y="1237801"/>
                </a:lnTo>
                <a:lnTo>
                  <a:pt x="101182" y="1248853"/>
                </a:lnTo>
                <a:lnTo>
                  <a:pt x="100803" y="1259904"/>
                </a:lnTo>
                <a:lnTo>
                  <a:pt x="100453" y="1270956"/>
                </a:lnTo>
                <a:lnTo>
                  <a:pt x="100136" y="1282008"/>
                </a:lnTo>
                <a:lnTo>
                  <a:pt x="99851" y="1293060"/>
                </a:lnTo>
                <a:lnTo>
                  <a:pt x="99590" y="1304111"/>
                </a:lnTo>
                <a:lnTo>
                  <a:pt x="99345" y="1315163"/>
                </a:lnTo>
                <a:lnTo>
                  <a:pt x="99105" y="1326215"/>
                </a:lnTo>
                <a:lnTo>
                  <a:pt x="98861" y="1337267"/>
                </a:lnTo>
                <a:lnTo>
                  <a:pt x="98607" y="1348319"/>
                </a:lnTo>
                <a:lnTo>
                  <a:pt x="98338" y="1359370"/>
                </a:lnTo>
                <a:lnTo>
                  <a:pt x="98055" y="1370422"/>
                </a:lnTo>
                <a:lnTo>
                  <a:pt x="97762" y="1381474"/>
                </a:lnTo>
                <a:lnTo>
                  <a:pt x="97463" y="1392526"/>
                </a:lnTo>
                <a:lnTo>
                  <a:pt x="97164" y="1403578"/>
                </a:lnTo>
                <a:lnTo>
                  <a:pt x="96873" y="1414629"/>
                </a:lnTo>
                <a:lnTo>
                  <a:pt x="96596" y="1425681"/>
                </a:lnTo>
                <a:lnTo>
                  <a:pt x="96336" y="1436733"/>
                </a:lnTo>
                <a:lnTo>
                  <a:pt x="96098" y="1447785"/>
                </a:lnTo>
                <a:lnTo>
                  <a:pt x="95884" y="1458837"/>
                </a:lnTo>
                <a:lnTo>
                  <a:pt x="95695" y="1469888"/>
                </a:lnTo>
                <a:lnTo>
                  <a:pt x="95532" y="1480940"/>
                </a:lnTo>
                <a:lnTo>
                  <a:pt x="95396" y="1491992"/>
                </a:lnTo>
                <a:lnTo>
                  <a:pt x="95288" y="1503044"/>
                </a:lnTo>
                <a:lnTo>
                  <a:pt x="95213" y="1514096"/>
                </a:lnTo>
                <a:lnTo>
                  <a:pt x="95174" y="1525147"/>
                </a:lnTo>
                <a:lnTo>
                  <a:pt x="95181" y="1536199"/>
                </a:lnTo>
                <a:lnTo>
                  <a:pt x="95247" y="1547251"/>
                </a:lnTo>
                <a:lnTo>
                  <a:pt x="95391" y="1558303"/>
                </a:lnTo>
                <a:lnTo>
                  <a:pt x="95638" y="1569354"/>
                </a:lnTo>
                <a:lnTo>
                  <a:pt x="96022" y="1580406"/>
                </a:lnTo>
                <a:lnTo>
                  <a:pt x="96585" y="1591458"/>
                </a:lnTo>
                <a:lnTo>
                  <a:pt x="97374" y="1602510"/>
                </a:lnTo>
                <a:lnTo>
                  <a:pt x="98442" y="1613562"/>
                </a:lnTo>
                <a:lnTo>
                  <a:pt x="99840" y="1624613"/>
                </a:lnTo>
                <a:lnTo>
                  <a:pt x="101614" y="1635665"/>
                </a:lnTo>
                <a:lnTo>
                  <a:pt x="103794" y="1646717"/>
                </a:lnTo>
                <a:lnTo>
                  <a:pt x="106388" y="1657769"/>
                </a:lnTo>
                <a:lnTo>
                  <a:pt x="109372" y="1668821"/>
                </a:lnTo>
                <a:lnTo>
                  <a:pt x="112685" y="1679872"/>
                </a:lnTo>
                <a:lnTo>
                  <a:pt x="116225" y="1690924"/>
                </a:lnTo>
                <a:lnTo>
                  <a:pt x="119852" y="1701976"/>
                </a:lnTo>
                <a:lnTo>
                  <a:pt x="123393" y="1713028"/>
                </a:lnTo>
                <a:lnTo>
                  <a:pt x="126658" y="1724080"/>
                </a:lnTo>
                <a:lnTo>
                  <a:pt x="129452" y="1735131"/>
                </a:lnTo>
                <a:lnTo>
                  <a:pt x="131595" y="1746183"/>
                </a:lnTo>
                <a:lnTo>
                  <a:pt x="132944" y="1757235"/>
                </a:lnTo>
                <a:lnTo>
                  <a:pt x="133404" y="1768287"/>
                </a:lnTo>
                <a:lnTo>
                  <a:pt x="133404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9A0D57F8-444A-520C-4629-28A97C0067C0}"/>
              </a:ext>
            </a:extLst>
          </p:cNvPr>
          <p:cNvSpPr>
            <a:spLocks/>
          </p:cNvSpPr>
          <p:nvPr/>
        </p:nvSpPr>
        <p:spPr>
          <a:xfrm>
            <a:off x="754047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08834" y="1768287"/>
                </a:moveTo>
                <a:lnTo>
                  <a:pt x="78604" y="1768287"/>
                </a:lnTo>
                <a:lnTo>
                  <a:pt x="78777" y="1757235"/>
                </a:lnTo>
                <a:lnTo>
                  <a:pt x="79284" y="1746183"/>
                </a:lnTo>
                <a:lnTo>
                  <a:pt x="80090" y="1735131"/>
                </a:lnTo>
                <a:lnTo>
                  <a:pt x="81140" y="1724080"/>
                </a:lnTo>
                <a:lnTo>
                  <a:pt x="82369" y="1713028"/>
                </a:lnTo>
                <a:lnTo>
                  <a:pt x="83702" y="1701976"/>
                </a:lnTo>
                <a:lnTo>
                  <a:pt x="85067" y="1690924"/>
                </a:lnTo>
                <a:lnTo>
                  <a:pt x="86397" y="1679872"/>
                </a:lnTo>
                <a:lnTo>
                  <a:pt x="87640" y="1668821"/>
                </a:lnTo>
                <a:lnTo>
                  <a:pt x="88753" y="1657769"/>
                </a:lnTo>
                <a:lnTo>
                  <a:pt x="89713" y="1646717"/>
                </a:lnTo>
                <a:lnTo>
                  <a:pt x="90510" y="1635665"/>
                </a:lnTo>
                <a:lnTo>
                  <a:pt x="91144" y="1624613"/>
                </a:lnTo>
                <a:lnTo>
                  <a:pt x="91630" y="1613562"/>
                </a:lnTo>
                <a:lnTo>
                  <a:pt x="91986" y="1602510"/>
                </a:lnTo>
                <a:lnTo>
                  <a:pt x="92233" y="1591458"/>
                </a:lnTo>
                <a:lnTo>
                  <a:pt x="92397" y="1580406"/>
                </a:lnTo>
                <a:lnTo>
                  <a:pt x="92501" y="1569354"/>
                </a:lnTo>
                <a:lnTo>
                  <a:pt x="92564" y="1558303"/>
                </a:lnTo>
                <a:lnTo>
                  <a:pt x="92604" y="1547251"/>
                </a:lnTo>
                <a:lnTo>
                  <a:pt x="92634" y="1536199"/>
                </a:lnTo>
                <a:lnTo>
                  <a:pt x="92663" y="1525147"/>
                </a:lnTo>
                <a:lnTo>
                  <a:pt x="92697" y="1514096"/>
                </a:lnTo>
                <a:lnTo>
                  <a:pt x="92736" y="1503044"/>
                </a:lnTo>
                <a:lnTo>
                  <a:pt x="92780" y="1491992"/>
                </a:lnTo>
                <a:lnTo>
                  <a:pt x="92825" y="1480940"/>
                </a:lnTo>
                <a:lnTo>
                  <a:pt x="92865" y="1469888"/>
                </a:lnTo>
                <a:lnTo>
                  <a:pt x="92894" y="1458837"/>
                </a:lnTo>
                <a:lnTo>
                  <a:pt x="92906" y="1447785"/>
                </a:lnTo>
                <a:lnTo>
                  <a:pt x="92894" y="1436733"/>
                </a:lnTo>
                <a:lnTo>
                  <a:pt x="92854" y="1425681"/>
                </a:lnTo>
                <a:lnTo>
                  <a:pt x="92783" y="1414629"/>
                </a:lnTo>
                <a:lnTo>
                  <a:pt x="92680" y="1403578"/>
                </a:lnTo>
                <a:lnTo>
                  <a:pt x="92544" y="1392526"/>
                </a:lnTo>
                <a:lnTo>
                  <a:pt x="92380" y="1381474"/>
                </a:lnTo>
                <a:lnTo>
                  <a:pt x="92192" y="1370422"/>
                </a:lnTo>
                <a:lnTo>
                  <a:pt x="91986" y="1359370"/>
                </a:lnTo>
                <a:lnTo>
                  <a:pt x="91771" y="1348319"/>
                </a:lnTo>
                <a:lnTo>
                  <a:pt x="91555" y="1337267"/>
                </a:lnTo>
                <a:lnTo>
                  <a:pt x="91345" y="1326215"/>
                </a:lnTo>
                <a:lnTo>
                  <a:pt x="91150" y="1315163"/>
                </a:lnTo>
                <a:lnTo>
                  <a:pt x="90975" y="1304111"/>
                </a:lnTo>
                <a:lnTo>
                  <a:pt x="90825" y="1293060"/>
                </a:lnTo>
                <a:lnTo>
                  <a:pt x="90703" y="1282008"/>
                </a:lnTo>
                <a:lnTo>
                  <a:pt x="90611" y="1270956"/>
                </a:lnTo>
                <a:lnTo>
                  <a:pt x="90547" y="1259904"/>
                </a:lnTo>
                <a:lnTo>
                  <a:pt x="90512" y="1248853"/>
                </a:lnTo>
                <a:lnTo>
                  <a:pt x="90503" y="1237801"/>
                </a:lnTo>
                <a:lnTo>
                  <a:pt x="90520" y="1226749"/>
                </a:lnTo>
                <a:lnTo>
                  <a:pt x="90562" y="1215697"/>
                </a:lnTo>
                <a:lnTo>
                  <a:pt x="90628" y="1204645"/>
                </a:lnTo>
                <a:lnTo>
                  <a:pt x="90717" y="1193594"/>
                </a:lnTo>
                <a:lnTo>
                  <a:pt x="90827" y="1182542"/>
                </a:lnTo>
                <a:lnTo>
                  <a:pt x="90957" y="1171490"/>
                </a:lnTo>
                <a:lnTo>
                  <a:pt x="91104" y="1160438"/>
                </a:lnTo>
                <a:lnTo>
                  <a:pt x="91263" y="1149386"/>
                </a:lnTo>
                <a:lnTo>
                  <a:pt x="91429" y="1138335"/>
                </a:lnTo>
                <a:lnTo>
                  <a:pt x="91592" y="1127283"/>
                </a:lnTo>
                <a:lnTo>
                  <a:pt x="91747" y="1116231"/>
                </a:lnTo>
                <a:lnTo>
                  <a:pt x="91883" y="1105179"/>
                </a:lnTo>
                <a:lnTo>
                  <a:pt x="91992" y="1094127"/>
                </a:lnTo>
                <a:lnTo>
                  <a:pt x="92067" y="1083076"/>
                </a:lnTo>
                <a:lnTo>
                  <a:pt x="92099" y="1072024"/>
                </a:lnTo>
                <a:lnTo>
                  <a:pt x="92084" y="1060972"/>
                </a:lnTo>
                <a:lnTo>
                  <a:pt x="92015" y="1049920"/>
                </a:lnTo>
                <a:lnTo>
                  <a:pt x="91890" y="1038868"/>
                </a:lnTo>
                <a:lnTo>
                  <a:pt x="91707" y="1027817"/>
                </a:lnTo>
                <a:lnTo>
                  <a:pt x="91463" y="1016765"/>
                </a:lnTo>
                <a:lnTo>
                  <a:pt x="91160" y="1005713"/>
                </a:lnTo>
                <a:lnTo>
                  <a:pt x="90800" y="994661"/>
                </a:lnTo>
                <a:lnTo>
                  <a:pt x="90389" y="983609"/>
                </a:lnTo>
                <a:lnTo>
                  <a:pt x="89936" y="972558"/>
                </a:lnTo>
                <a:lnTo>
                  <a:pt x="89454" y="961506"/>
                </a:lnTo>
                <a:lnTo>
                  <a:pt x="88958" y="950454"/>
                </a:lnTo>
                <a:lnTo>
                  <a:pt x="88470" y="939402"/>
                </a:lnTo>
                <a:lnTo>
                  <a:pt x="88011" y="928351"/>
                </a:lnTo>
                <a:lnTo>
                  <a:pt x="87603" y="917299"/>
                </a:lnTo>
                <a:lnTo>
                  <a:pt x="87267" y="906247"/>
                </a:lnTo>
                <a:lnTo>
                  <a:pt x="87020" y="895195"/>
                </a:lnTo>
                <a:lnTo>
                  <a:pt x="86874" y="884143"/>
                </a:lnTo>
                <a:lnTo>
                  <a:pt x="86833" y="873092"/>
                </a:lnTo>
                <a:lnTo>
                  <a:pt x="86894" y="862040"/>
                </a:lnTo>
                <a:lnTo>
                  <a:pt x="87046" y="850988"/>
                </a:lnTo>
                <a:lnTo>
                  <a:pt x="87271" y="839936"/>
                </a:lnTo>
                <a:lnTo>
                  <a:pt x="87549" y="828884"/>
                </a:lnTo>
                <a:lnTo>
                  <a:pt x="87854" y="817833"/>
                </a:lnTo>
                <a:lnTo>
                  <a:pt x="88160" y="806781"/>
                </a:lnTo>
                <a:lnTo>
                  <a:pt x="88443" y="795729"/>
                </a:lnTo>
                <a:lnTo>
                  <a:pt x="88683" y="784677"/>
                </a:lnTo>
                <a:lnTo>
                  <a:pt x="88860" y="773625"/>
                </a:lnTo>
                <a:lnTo>
                  <a:pt x="88962" y="762574"/>
                </a:lnTo>
                <a:lnTo>
                  <a:pt x="88979" y="751522"/>
                </a:lnTo>
                <a:lnTo>
                  <a:pt x="88906" y="740470"/>
                </a:lnTo>
                <a:lnTo>
                  <a:pt x="88741" y="729418"/>
                </a:lnTo>
                <a:lnTo>
                  <a:pt x="88486" y="718366"/>
                </a:lnTo>
                <a:lnTo>
                  <a:pt x="88149" y="707315"/>
                </a:lnTo>
                <a:lnTo>
                  <a:pt x="87740" y="696263"/>
                </a:lnTo>
                <a:lnTo>
                  <a:pt x="87273" y="685211"/>
                </a:lnTo>
                <a:lnTo>
                  <a:pt x="86769" y="674159"/>
                </a:lnTo>
                <a:lnTo>
                  <a:pt x="86250" y="663108"/>
                </a:lnTo>
                <a:lnTo>
                  <a:pt x="85744" y="652056"/>
                </a:lnTo>
                <a:lnTo>
                  <a:pt x="85277" y="641004"/>
                </a:lnTo>
                <a:lnTo>
                  <a:pt x="84878" y="629952"/>
                </a:lnTo>
                <a:lnTo>
                  <a:pt x="84571" y="618900"/>
                </a:lnTo>
                <a:lnTo>
                  <a:pt x="84374" y="607849"/>
                </a:lnTo>
                <a:lnTo>
                  <a:pt x="84299" y="596797"/>
                </a:lnTo>
                <a:lnTo>
                  <a:pt x="84349" y="585745"/>
                </a:lnTo>
                <a:lnTo>
                  <a:pt x="84516" y="574693"/>
                </a:lnTo>
                <a:lnTo>
                  <a:pt x="84785" y="563641"/>
                </a:lnTo>
                <a:lnTo>
                  <a:pt x="85134" y="552590"/>
                </a:lnTo>
                <a:lnTo>
                  <a:pt x="85538" y="541538"/>
                </a:lnTo>
                <a:lnTo>
                  <a:pt x="85968" y="530486"/>
                </a:lnTo>
                <a:lnTo>
                  <a:pt x="86399" y="519434"/>
                </a:lnTo>
                <a:lnTo>
                  <a:pt x="86807" y="508382"/>
                </a:lnTo>
                <a:lnTo>
                  <a:pt x="87178" y="497331"/>
                </a:lnTo>
                <a:lnTo>
                  <a:pt x="87500" y="486279"/>
                </a:lnTo>
                <a:lnTo>
                  <a:pt x="87769" y="475227"/>
                </a:lnTo>
                <a:lnTo>
                  <a:pt x="87986" y="464175"/>
                </a:lnTo>
                <a:lnTo>
                  <a:pt x="88156" y="453123"/>
                </a:lnTo>
                <a:lnTo>
                  <a:pt x="88284" y="442072"/>
                </a:lnTo>
                <a:lnTo>
                  <a:pt x="88377" y="431020"/>
                </a:lnTo>
                <a:lnTo>
                  <a:pt x="88440" y="419968"/>
                </a:lnTo>
                <a:lnTo>
                  <a:pt x="88477" y="408916"/>
                </a:lnTo>
                <a:lnTo>
                  <a:pt x="88490" y="397865"/>
                </a:lnTo>
                <a:lnTo>
                  <a:pt x="88480" y="386813"/>
                </a:lnTo>
                <a:lnTo>
                  <a:pt x="88448" y="375761"/>
                </a:lnTo>
                <a:lnTo>
                  <a:pt x="88396" y="364709"/>
                </a:lnTo>
                <a:lnTo>
                  <a:pt x="88327" y="353657"/>
                </a:lnTo>
                <a:lnTo>
                  <a:pt x="88244" y="342606"/>
                </a:lnTo>
                <a:lnTo>
                  <a:pt x="88155" y="331554"/>
                </a:lnTo>
                <a:lnTo>
                  <a:pt x="88066" y="320502"/>
                </a:lnTo>
                <a:lnTo>
                  <a:pt x="87987" y="309450"/>
                </a:lnTo>
                <a:lnTo>
                  <a:pt x="87925" y="298398"/>
                </a:lnTo>
                <a:lnTo>
                  <a:pt x="87885" y="287347"/>
                </a:lnTo>
                <a:lnTo>
                  <a:pt x="87868" y="276295"/>
                </a:lnTo>
                <a:lnTo>
                  <a:pt x="87872" y="265243"/>
                </a:lnTo>
                <a:lnTo>
                  <a:pt x="87883" y="254191"/>
                </a:lnTo>
                <a:lnTo>
                  <a:pt x="87881" y="243139"/>
                </a:lnTo>
                <a:lnTo>
                  <a:pt x="87832" y="232088"/>
                </a:lnTo>
                <a:lnTo>
                  <a:pt x="87690" y="221036"/>
                </a:lnTo>
                <a:lnTo>
                  <a:pt x="87395" y="209984"/>
                </a:lnTo>
                <a:lnTo>
                  <a:pt x="86869" y="198932"/>
                </a:lnTo>
                <a:lnTo>
                  <a:pt x="86020" y="187880"/>
                </a:lnTo>
                <a:lnTo>
                  <a:pt x="84739" y="176829"/>
                </a:lnTo>
                <a:lnTo>
                  <a:pt x="82908" y="165777"/>
                </a:lnTo>
                <a:lnTo>
                  <a:pt x="80407" y="154725"/>
                </a:lnTo>
                <a:lnTo>
                  <a:pt x="77118" y="143673"/>
                </a:lnTo>
                <a:lnTo>
                  <a:pt x="72948" y="132622"/>
                </a:lnTo>
                <a:lnTo>
                  <a:pt x="67838" y="121570"/>
                </a:lnTo>
                <a:lnTo>
                  <a:pt x="61785" y="110518"/>
                </a:lnTo>
                <a:lnTo>
                  <a:pt x="54858" y="99466"/>
                </a:lnTo>
                <a:lnTo>
                  <a:pt x="47206" y="88414"/>
                </a:lnTo>
                <a:lnTo>
                  <a:pt x="39068" y="77363"/>
                </a:lnTo>
                <a:lnTo>
                  <a:pt x="30767" y="66311"/>
                </a:lnTo>
                <a:lnTo>
                  <a:pt x="22692" y="55259"/>
                </a:lnTo>
                <a:lnTo>
                  <a:pt x="15271" y="44207"/>
                </a:lnTo>
                <a:lnTo>
                  <a:pt x="8938" y="33155"/>
                </a:lnTo>
                <a:lnTo>
                  <a:pt x="4088" y="22104"/>
                </a:lnTo>
                <a:lnTo>
                  <a:pt x="1040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1" y="22104"/>
                </a:lnTo>
                <a:lnTo>
                  <a:pt x="178501" y="33155"/>
                </a:lnTo>
                <a:lnTo>
                  <a:pt x="172168" y="44207"/>
                </a:lnTo>
                <a:lnTo>
                  <a:pt x="164747" y="55259"/>
                </a:lnTo>
                <a:lnTo>
                  <a:pt x="156671" y="66311"/>
                </a:lnTo>
                <a:lnTo>
                  <a:pt x="148370" y="77363"/>
                </a:lnTo>
                <a:lnTo>
                  <a:pt x="140233" y="88414"/>
                </a:lnTo>
                <a:lnTo>
                  <a:pt x="132581" y="99466"/>
                </a:lnTo>
                <a:lnTo>
                  <a:pt x="125653" y="110518"/>
                </a:lnTo>
                <a:lnTo>
                  <a:pt x="119601" y="121570"/>
                </a:lnTo>
                <a:lnTo>
                  <a:pt x="114491" y="132622"/>
                </a:lnTo>
                <a:lnTo>
                  <a:pt x="110321" y="143673"/>
                </a:lnTo>
                <a:lnTo>
                  <a:pt x="107032" y="154725"/>
                </a:lnTo>
                <a:lnTo>
                  <a:pt x="104530" y="165777"/>
                </a:lnTo>
                <a:lnTo>
                  <a:pt x="102699" y="176829"/>
                </a:lnTo>
                <a:lnTo>
                  <a:pt x="101419" y="187880"/>
                </a:lnTo>
                <a:lnTo>
                  <a:pt x="100569" y="198932"/>
                </a:lnTo>
                <a:lnTo>
                  <a:pt x="100043" y="209984"/>
                </a:lnTo>
                <a:lnTo>
                  <a:pt x="99748" y="221036"/>
                </a:lnTo>
                <a:lnTo>
                  <a:pt x="99606" y="232088"/>
                </a:lnTo>
                <a:lnTo>
                  <a:pt x="99558" y="243139"/>
                </a:lnTo>
                <a:lnTo>
                  <a:pt x="99555" y="254191"/>
                </a:lnTo>
                <a:lnTo>
                  <a:pt x="99566" y="265243"/>
                </a:lnTo>
                <a:lnTo>
                  <a:pt x="99570" y="276295"/>
                </a:lnTo>
                <a:lnTo>
                  <a:pt x="99554" y="287347"/>
                </a:lnTo>
                <a:lnTo>
                  <a:pt x="99514" y="298398"/>
                </a:lnTo>
                <a:lnTo>
                  <a:pt x="99451" y="309450"/>
                </a:lnTo>
                <a:lnTo>
                  <a:pt x="99372" y="320502"/>
                </a:lnTo>
                <a:lnTo>
                  <a:pt x="99284" y="331554"/>
                </a:lnTo>
                <a:lnTo>
                  <a:pt x="99194" y="342606"/>
                </a:lnTo>
                <a:lnTo>
                  <a:pt x="99112" y="353657"/>
                </a:lnTo>
                <a:lnTo>
                  <a:pt x="99042" y="364709"/>
                </a:lnTo>
                <a:lnTo>
                  <a:pt x="98990" y="375761"/>
                </a:lnTo>
                <a:lnTo>
                  <a:pt x="98958" y="386813"/>
                </a:lnTo>
                <a:lnTo>
                  <a:pt x="98949" y="397865"/>
                </a:lnTo>
                <a:lnTo>
                  <a:pt x="98961" y="408916"/>
                </a:lnTo>
                <a:lnTo>
                  <a:pt x="98998" y="419968"/>
                </a:lnTo>
                <a:lnTo>
                  <a:pt x="99061" y="431020"/>
                </a:lnTo>
                <a:lnTo>
                  <a:pt x="99154" y="442072"/>
                </a:lnTo>
                <a:lnTo>
                  <a:pt x="99282" y="453123"/>
                </a:lnTo>
                <a:lnTo>
                  <a:pt x="99452" y="464175"/>
                </a:lnTo>
                <a:lnTo>
                  <a:pt x="99670" y="475227"/>
                </a:lnTo>
                <a:lnTo>
                  <a:pt x="99939" y="486279"/>
                </a:lnTo>
                <a:lnTo>
                  <a:pt x="100261" y="497331"/>
                </a:lnTo>
                <a:lnTo>
                  <a:pt x="100631" y="508382"/>
                </a:lnTo>
                <a:lnTo>
                  <a:pt x="101040" y="519434"/>
                </a:lnTo>
                <a:lnTo>
                  <a:pt x="101470" y="530486"/>
                </a:lnTo>
                <a:lnTo>
                  <a:pt x="101900" y="541538"/>
                </a:lnTo>
                <a:lnTo>
                  <a:pt x="102304" y="552590"/>
                </a:lnTo>
                <a:lnTo>
                  <a:pt x="102654" y="563641"/>
                </a:lnTo>
                <a:lnTo>
                  <a:pt x="102923" y="574693"/>
                </a:lnTo>
                <a:lnTo>
                  <a:pt x="103090" y="585745"/>
                </a:lnTo>
                <a:lnTo>
                  <a:pt x="103139" y="596797"/>
                </a:lnTo>
                <a:lnTo>
                  <a:pt x="103064" y="607849"/>
                </a:lnTo>
                <a:lnTo>
                  <a:pt x="102867" y="618900"/>
                </a:lnTo>
                <a:lnTo>
                  <a:pt x="102560" y="629952"/>
                </a:lnTo>
                <a:lnTo>
                  <a:pt x="102161" y="641004"/>
                </a:lnTo>
                <a:lnTo>
                  <a:pt x="101695" y="652056"/>
                </a:lnTo>
                <a:lnTo>
                  <a:pt x="101188" y="663108"/>
                </a:lnTo>
                <a:lnTo>
                  <a:pt x="100670" y="674159"/>
                </a:lnTo>
                <a:lnTo>
                  <a:pt x="100165" y="685211"/>
                </a:lnTo>
                <a:lnTo>
                  <a:pt x="99699" y="696263"/>
                </a:lnTo>
                <a:lnTo>
                  <a:pt x="99289" y="707315"/>
                </a:lnTo>
                <a:lnTo>
                  <a:pt x="98952" y="718366"/>
                </a:lnTo>
                <a:lnTo>
                  <a:pt x="98698" y="729418"/>
                </a:lnTo>
                <a:lnTo>
                  <a:pt x="98532" y="740470"/>
                </a:lnTo>
                <a:lnTo>
                  <a:pt x="98459" y="751522"/>
                </a:lnTo>
                <a:lnTo>
                  <a:pt x="98476" y="762574"/>
                </a:lnTo>
                <a:lnTo>
                  <a:pt x="98578" y="773625"/>
                </a:lnTo>
                <a:lnTo>
                  <a:pt x="98756" y="784677"/>
                </a:lnTo>
                <a:lnTo>
                  <a:pt x="98995" y="795729"/>
                </a:lnTo>
                <a:lnTo>
                  <a:pt x="99279" y="806781"/>
                </a:lnTo>
                <a:lnTo>
                  <a:pt x="99585" y="817833"/>
                </a:lnTo>
                <a:lnTo>
                  <a:pt x="99889" y="828884"/>
                </a:lnTo>
                <a:lnTo>
                  <a:pt x="100167" y="839936"/>
                </a:lnTo>
                <a:lnTo>
                  <a:pt x="100393" y="850988"/>
                </a:lnTo>
                <a:lnTo>
                  <a:pt x="100545" y="862040"/>
                </a:lnTo>
                <a:lnTo>
                  <a:pt x="100606" y="873092"/>
                </a:lnTo>
                <a:lnTo>
                  <a:pt x="100565" y="884143"/>
                </a:lnTo>
                <a:lnTo>
                  <a:pt x="100418" y="895195"/>
                </a:lnTo>
                <a:lnTo>
                  <a:pt x="100172" y="906247"/>
                </a:lnTo>
                <a:lnTo>
                  <a:pt x="99836" y="917299"/>
                </a:lnTo>
                <a:lnTo>
                  <a:pt x="99428" y="928351"/>
                </a:lnTo>
                <a:lnTo>
                  <a:pt x="98968" y="939402"/>
                </a:lnTo>
                <a:lnTo>
                  <a:pt x="98480" y="950454"/>
                </a:lnTo>
                <a:lnTo>
                  <a:pt x="97985" y="961506"/>
                </a:lnTo>
                <a:lnTo>
                  <a:pt x="97502" y="972558"/>
                </a:lnTo>
                <a:lnTo>
                  <a:pt x="97049" y="983609"/>
                </a:lnTo>
                <a:lnTo>
                  <a:pt x="96639" y="994661"/>
                </a:lnTo>
                <a:lnTo>
                  <a:pt x="96279" y="1005713"/>
                </a:lnTo>
                <a:lnTo>
                  <a:pt x="95976" y="1016765"/>
                </a:lnTo>
                <a:lnTo>
                  <a:pt x="95732" y="1027817"/>
                </a:lnTo>
                <a:lnTo>
                  <a:pt x="95548" y="1038868"/>
                </a:lnTo>
                <a:lnTo>
                  <a:pt x="95423" y="1049920"/>
                </a:lnTo>
                <a:lnTo>
                  <a:pt x="95355" y="1060972"/>
                </a:lnTo>
                <a:lnTo>
                  <a:pt x="95339" y="1072024"/>
                </a:lnTo>
                <a:lnTo>
                  <a:pt x="95372" y="1083076"/>
                </a:lnTo>
                <a:lnTo>
                  <a:pt x="95446" y="1094127"/>
                </a:lnTo>
                <a:lnTo>
                  <a:pt x="95555" y="1105179"/>
                </a:lnTo>
                <a:lnTo>
                  <a:pt x="95692" y="1116231"/>
                </a:lnTo>
                <a:lnTo>
                  <a:pt x="95846" y="1127283"/>
                </a:lnTo>
                <a:lnTo>
                  <a:pt x="96010" y="1138335"/>
                </a:lnTo>
                <a:lnTo>
                  <a:pt x="96175" y="1149386"/>
                </a:lnTo>
                <a:lnTo>
                  <a:pt x="96334" y="1160438"/>
                </a:lnTo>
                <a:lnTo>
                  <a:pt x="96481" y="1171490"/>
                </a:lnTo>
                <a:lnTo>
                  <a:pt x="96611" y="1182542"/>
                </a:lnTo>
                <a:lnTo>
                  <a:pt x="96722" y="1193594"/>
                </a:lnTo>
                <a:lnTo>
                  <a:pt x="96811" y="1204645"/>
                </a:lnTo>
                <a:lnTo>
                  <a:pt x="96876" y="1215697"/>
                </a:lnTo>
                <a:lnTo>
                  <a:pt x="96918" y="1226749"/>
                </a:lnTo>
                <a:lnTo>
                  <a:pt x="96935" y="1237801"/>
                </a:lnTo>
                <a:lnTo>
                  <a:pt x="96927" y="1248853"/>
                </a:lnTo>
                <a:lnTo>
                  <a:pt x="96891" y="1259904"/>
                </a:lnTo>
                <a:lnTo>
                  <a:pt x="96828" y="1270956"/>
                </a:lnTo>
                <a:lnTo>
                  <a:pt x="96735" y="1282008"/>
                </a:lnTo>
                <a:lnTo>
                  <a:pt x="96613" y="1293060"/>
                </a:lnTo>
                <a:lnTo>
                  <a:pt x="96463" y="1304111"/>
                </a:lnTo>
                <a:lnTo>
                  <a:pt x="96288" y="1315163"/>
                </a:lnTo>
                <a:lnTo>
                  <a:pt x="96093" y="1326215"/>
                </a:lnTo>
                <a:lnTo>
                  <a:pt x="95884" y="1337267"/>
                </a:lnTo>
                <a:lnTo>
                  <a:pt x="95667" y="1348319"/>
                </a:lnTo>
                <a:lnTo>
                  <a:pt x="95452" y="1359370"/>
                </a:lnTo>
                <a:lnTo>
                  <a:pt x="95246" y="1370422"/>
                </a:lnTo>
                <a:lnTo>
                  <a:pt x="95058" y="1381474"/>
                </a:lnTo>
                <a:lnTo>
                  <a:pt x="94894" y="1392526"/>
                </a:lnTo>
                <a:lnTo>
                  <a:pt x="94759" y="1403578"/>
                </a:lnTo>
                <a:lnTo>
                  <a:pt x="94655" y="1414629"/>
                </a:lnTo>
                <a:lnTo>
                  <a:pt x="94584" y="1425681"/>
                </a:lnTo>
                <a:lnTo>
                  <a:pt x="94544" y="1436733"/>
                </a:lnTo>
                <a:lnTo>
                  <a:pt x="94533" y="1447785"/>
                </a:lnTo>
                <a:lnTo>
                  <a:pt x="94545" y="1458837"/>
                </a:lnTo>
                <a:lnTo>
                  <a:pt x="94574" y="1469888"/>
                </a:lnTo>
                <a:lnTo>
                  <a:pt x="94614" y="1480940"/>
                </a:lnTo>
                <a:lnTo>
                  <a:pt x="94658" y="1491992"/>
                </a:lnTo>
                <a:lnTo>
                  <a:pt x="94702" y="1503044"/>
                </a:lnTo>
                <a:lnTo>
                  <a:pt x="94742" y="1514096"/>
                </a:lnTo>
                <a:lnTo>
                  <a:pt x="94775" y="1525147"/>
                </a:lnTo>
                <a:lnTo>
                  <a:pt x="94805" y="1536199"/>
                </a:lnTo>
                <a:lnTo>
                  <a:pt x="94835" y="1547251"/>
                </a:lnTo>
                <a:lnTo>
                  <a:pt x="94875" y="1558303"/>
                </a:lnTo>
                <a:lnTo>
                  <a:pt x="94938" y="1569354"/>
                </a:lnTo>
                <a:lnTo>
                  <a:pt x="95041" y="1580406"/>
                </a:lnTo>
                <a:lnTo>
                  <a:pt x="95205" y="1591458"/>
                </a:lnTo>
                <a:lnTo>
                  <a:pt x="95453" y="1602510"/>
                </a:lnTo>
                <a:lnTo>
                  <a:pt x="95808" y="1613562"/>
                </a:lnTo>
                <a:lnTo>
                  <a:pt x="96294" y="1624613"/>
                </a:lnTo>
                <a:lnTo>
                  <a:pt x="96929" y="1635665"/>
                </a:lnTo>
                <a:lnTo>
                  <a:pt x="97725" y="1646717"/>
                </a:lnTo>
                <a:lnTo>
                  <a:pt x="98685" y="1657769"/>
                </a:lnTo>
                <a:lnTo>
                  <a:pt x="99799" y="1668821"/>
                </a:lnTo>
                <a:lnTo>
                  <a:pt x="101041" y="1679872"/>
                </a:lnTo>
                <a:lnTo>
                  <a:pt x="102372" y="1690924"/>
                </a:lnTo>
                <a:lnTo>
                  <a:pt x="103737" y="1701976"/>
                </a:lnTo>
                <a:lnTo>
                  <a:pt x="105070" y="1713028"/>
                </a:lnTo>
                <a:lnTo>
                  <a:pt x="106298" y="1724080"/>
                </a:lnTo>
                <a:lnTo>
                  <a:pt x="107349" y="1735131"/>
                </a:lnTo>
                <a:lnTo>
                  <a:pt x="108154" y="1746183"/>
                </a:lnTo>
                <a:lnTo>
                  <a:pt x="108661" y="1757235"/>
                </a:lnTo>
                <a:lnTo>
                  <a:pt x="108834" y="1768287"/>
                </a:lnTo>
                <a:lnTo>
                  <a:pt x="108834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0667C947-B7F8-CE0F-0451-D926250EE205}"/>
              </a:ext>
            </a:extLst>
          </p:cNvPr>
          <p:cNvSpPr>
            <a:spLocks/>
          </p:cNvSpPr>
          <p:nvPr/>
        </p:nvSpPr>
        <p:spPr>
          <a:xfrm>
            <a:off x="807239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20" y="1757235"/>
                </a:lnTo>
                <a:lnTo>
                  <a:pt x="4011" y="1746183"/>
                </a:lnTo>
                <a:lnTo>
                  <a:pt x="8766" y="1735131"/>
                </a:lnTo>
                <a:lnTo>
                  <a:pt x="14972" y="1724080"/>
                </a:lnTo>
                <a:lnTo>
                  <a:pt x="22237" y="1713028"/>
                </a:lnTo>
                <a:lnTo>
                  <a:pt x="30135" y="1701976"/>
                </a:lnTo>
                <a:lnTo>
                  <a:pt x="38244" y="1690924"/>
                </a:lnTo>
                <a:lnTo>
                  <a:pt x="46185" y="1679872"/>
                </a:lnTo>
                <a:lnTo>
                  <a:pt x="53646" y="1668821"/>
                </a:lnTo>
                <a:lnTo>
                  <a:pt x="60399" y="1657769"/>
                </a:lnTo>
                <a:lnTo>
                  <a:pt x="66304" y="1646717"/>
                </a:lnTo>
                <a:lnTo>
                  <a:pt x="71301" y="1635665"/>
                </a:lnTo>
                <a:lnTo>
                  <a:pt x="75403" y="1624613"/>
                </a:lnTo>
                <a:lnTo>
                  <a:pt x="78673" y="1613562"/>
                </a:lnTo>
                <a:lnTo>
                  <a:pt x="81211" y="1602510"/>
                </a:lnTo>
                <a:lnTo>
                  <a:pt x="83131" y="1591458"/>
                </a:lnTo>
                <a:lnTo>
                  <a:pt x="84557" y="1580406"/>
                </a:lnTo>
                <a:lnTo>
                  <a:pt x="85601" y="1569354"/>
                </a:lnTo>
                <a:lnTo>
                  <a:pt x="86366" y="1558303"/>
                </a:lnTo>
                <a:lnTo>
                  <a:pt x="86937" y="1547251"/>
                </a:lnTo>
                <a:lnTo>
                  <a:pt x="87381" y="1536199"/>
                </a:lnTo>
                <a:lnTo>
                  <a:pt x="87748" y="1525147"/>
                </a:lnTo>
                <a:lnTo>
                  <a:pt x="88073" y="1514096"/>
                </a:lnTo>
                <a:lnTo>
                  <a:pt x="88378" y="1503044"/>
                </a:lnTo>
                <a:lnTo>
                  <a:pt x="88674" y="1491992"/>
                </a:lnTo>
                <a:lnTo>
                  <a:pt x="88964" y="1480940"/>
                </a:lnTo>
                <a:lnTo>
                  <a:pt x="89247" y="1469888"/>
                </a:lnTo>
                <a:lnTo>
                  <a:pt x="89517" y="1458837"/>
                </a:lnTo>
                <a:lnTo>
                  <a:pt x="89767" y="1447785"/>
                </a:lnTo>
                <a:lnTo>
                  <a:pt x="89990" y="1436733"/>
                </a:lnTo>
                <a:lnTo>
                  <a:pt x="90179" y="1425681"/>
                </a:lnTo>
                <a:lnTo>
                  <a:pt x="90328" y="1414629"/>
                </a:lnTo>
                <a:lnTo>
                  <a:pt x="90433" y="1403578"/>
                </a:lnTo>
                <a:lnTo>
                  <a:pt x="90492" y="1392526"/>
                </a:lnTo>
                <a:lnTo>
                  <a:pt x="90502" y="1381474"/>
                </a:lnTo>
                <a:lnTo>
                  <a:pt x="90464" y="1370422"/>
                </a:lnTo>
                <a:lnTo>
                  <a:pt x="90379" y="1359370"/>
                </a:lnTo>
                <a:lnTo>
                  <a:pt x="90248" y="1348319"/>
                </a:lnTo>
                <a:lnTo>
                  <a:pt x="90073" y="1337267"/>
                </a:lnTo>
                <a:lnTo>
                  <a:pt x="89858" y="1326215"/>
                </a:lnTo>
                <a:lnTo>
                  <a:pt x="89606" y="1315163"/>
                </a:lnTo>
                <a:lnTo>
                  <a:pt x="89321" y="1304111"/>
                </a:lnTo>
                <a:lnTo>
                  <a:pt x="89007" y="1293060"/>
                </a:lnTo>
                <a:lnTo>
                  <a:pt x="88671" y="1282008"/>
                </a:lnTo>
                <a:lnTo>
                  <a:pt x="88318" y="1270956"/>
                </a:lnTo>
                <a:lnTo>
                  <a:pt x="87959" y="1259904"/>
                </a:lnTo>
                <a:lnTo>
                  <a:pt x="87602" y="1248853"/>
                </a:lnTo>
                <a:lnTo>
                  <a:pt x="87260" y="1237801"/>
                </a:lnTo>
                <a:lnTo>
                  <a:pt x="86944" y="1226749"/>
                </a:lnTo>
                <a:lnTo>
                  <a:pt x="86667" y="1215697"/>
                </a:lnTo>
                <a:lnTo>
                  <a:pt x="86441" y="1204645"/>
                </a:lnTo>
                <a:lnTo>
                  <a:pt x="86277" y="1193594"/>
                </a:lnTo>
                <a:lnTo>
                  <a:pt x="86179" y="1182542"/>
                </a:lnTo>
                <a:lnTo>
                  <a:pt x="86151" y="1171490"/>
                </a:lnTo>
                <a:lnTo>
                  <a:pt x="86192" y="1160438"/>
                </a:lnTo>
                <a:lnTo>
                  <a:pt x="86295" y="1149386"/>
                </a:lnTo>
                <a:lnTo>
                  <a:pt x="86450" y="1138335"/>
                </a:lnTo>
                <a:lnTo>
                  <a:pt x="86646" y="1127283"/>
                </a:lnTo>
                <a:lnTo>
                  <a:pt x="86867" y="1116231"/>
                </a:lnTo>
                <a:lnTo>
                  <a:pt x="87099" y="1105179"/>
                </a:lnTo>
                <a:lnTo>
                  <a:pt x="87326" y="1094127"/>
                </a:lnTo>
                <a:lnTo>
                  <a:pt x="87534" y="1083076"/>
                </a:lnTo>
                <a:lnTo>
                  <a:pt x="87708" y="1072024"/>
                </a:lnTo>
                <a:lnTo>
                  <a:pt x="87832" y="1060972"/>
                </a:lnTo>
                <a:lnTo>
                  <a:pt x="87893" y="1049920"/>
                </a:lnTo>
                <a:lnTo>
                  <a:pt x="87874" y="1038868"/>
                </a:lnTo>
                <a:lnTo>
                  <a:pt x="87759" y="1027817"/>
                </a:lnTo>
                <a:lnTo>
                  <a:pt x="87536" y="1016765"/>
                </a:lnTo>
                <a:lnTo>
                  <a:pt x="87191" y="1005713"/>
                </a:lnTo>
                <a:lnTo>
                  <a:pt x="86718" y="994661"/>
                </a:lnTo>
                <a:lnTo>
                  <a:pt x="86119" y="983609"/>
                </a:lnTo>
                <a:lnTo>
                  <a:pt x="85405" y="972558"/>
                </a:lnTo>
                <a:lnTo>
                  <a:pt x="84598" y="961506"/>
                </a:lnTo>
                <a:lnTo>
                  <a:pt x="83734" y="950454"/>
                </a:lnTo>
                <a:lnTo>
                  <a:pt x="82855" y="939402"/>
                </a:lnTo>
                <a:lnTo>
                  <a:pt x="82014" y="928351"/>
                </a:lnTo>
                <a:lnTo>
                  <a:pt x="81266" y="917299"/>
                </a:lnTo>
                <a:lnTo>
                  <a:pt x="80661" y="906247"/>
                </a:lnTo>
                <a:lnTo>
                  <a:pt x="80245" y="895195"/>
                </a:lnTo>
                <a:lnTo>
                  <a:pt x="80047" y="884143"/>
                </a:lnTo>
                <a:lnTo>
                  <a:pt x="80082" y="873092"/>
                </a:lnTo>
                <a:lnTo>
                  <a:pt x="80346" y="862040"/>
                </a:lnTo>
                <a:lnTo>
                  <a:pt x="80818" y="850988"/>
                </a:lnTo>
                <a:lnTo>
                  <a:pt x="81462" y="839936"/>
                </a:lnTo>
                <a:lnTo>
                  <a:pt x="82231" y="828884"/>
                </a:lnTo>
                <a:lnTo>
                  <a:pt x="83073" y="817833"/>
                </a:lnTo>
                <a:lnTo>
                  <a:pt x="83938" y="806781"/>
                </a:lnTo>
                <a:lnTo>
                  <a:pt x="84780" y="795729"/>
                </a:lnTo>
                <a:lnTo>
                  <a:pt x="85561" y="784677"/>
                </a:lnTo>
                <a:lnTo>
                  <a:pt x="86256" y="773625"/>
                </a:lnTo>
                <a:lnTo>
                  <a:pt x="86850" y="762574"/>
                </a:lnTo>
                <a:lnTo>
                  <a:pt x="87339" y="751522"/>
                </a:lnTo>
                <a:lnTo>
                  <a:pt x="87727" y="740470"/>
                </a:lnTo>
                <a:lnTo>
                  <a:pt x="88025" y="729418"/>
                </a:lnTo>
                <a:lnTo>
                  <a:pt x="88249" y="718366"/>
                </a:lnTo>
                <a:lnTo>
                  <a:pt x="88412" y="707315"/>
                </a:lnTo>
                <a:lnTo>
                  <a:pt x="88531" y="696263"/>
                </a:lnTo>
                <a:lnTo>
                  <a:pt x="88618" y="685211"/>
                </a:lnTo>
                <a:lnTo>
                  <a:pt x="88686" y="674159"/>
                </a:lnTo>
                <a:lnTo>
                  <a:pt x="88741" y="663108"/>
                </a:lnTo>
                <a:lnTo>
                  <a:pt x="88791" y="652056"/>
                </a:lnTo>
                <a:lnTo>
                  <a:pt x="88840" y="641004"/>
                </a:lnTo>
                <a:lnTo>
                  <a:pt x="88891" y="629952"/>
                </a:lnTo>
                <a:lnTo>
                  <a:pt x="88947" y="618900"/>
                </a:lnTo>
                <a:lnTo>
                  <a:pt x="89007" y="607849"/>
                </a:lnTo>
                <a:lnTo>
                  <a:pt x="89072" y="596797"/>
                </a:lnTo>
                <a:lnTo>
                  <a:pt x="89140" y="585745"/>
                </a:lnTo>
                <a:lnTo>
                  <a:pt x="89208" y="574693"/>
                </a:lnTo>
                <a:lnTo>
                  <a:pt x="89273" y="563641"/>
                </a:lnTo>
                <a:lnTo>
                  <a:pt x="89330" y="552590"/>
                </a:lnTo>
                <a:lnTo>
                  <a:pt x="89377" y="541538"/>
                </a:lnTo>
                <a:lnTo>
                  <a:pt x="89410" y="530486"/>
                </a:lnTo>
                <a:lnTo>
                  <a:pt x="89431" y="519434"/>
                </a:lnTo>
                <a:lnTo>
                  <a:pt x="89439" y="508382"/>
                </a:lnTo>
                <a:lnTo>
                  <a:pt x="89441" y="497331"/>
                </a:lnTo>
                <a:lnTo>
                  <a:pt x="89441" y="486279"/>
                </a:lnTo>
                <a:lnTo>
                  <a:pt x="89448" y="475227"/>
                </a:lnTo>
                <a:lnTo>
                  <a:pt x="89469" y="464175"/>
                </a:lnTo>
                <a:lnTo>
                  <a:pt x="89511" y="453123"/>
                </a:lnTo>
                <a:lnTo>
                  <a:pt x="89578" y="442072"/>
                </a:lnTo>
                <a:lnTo>
                  <a:pt x="89673" y="431020"/>
                </a:lnTo>
                <a:lnTo>
                  <a:pt x="89794" y="419968"/>
                </a:lnTo>
                <a:lnTo>
                  <a:pt x="89936" y="408916"/>
                </a:lnTo>
                <a:lnTo>
                  <a:pt x="90091" y="397865"/>
                </a:lnTo>
                <a:lnTo>
                  <a:pt x="90251" y="386813"/>
                </a:lnTo>
                <a:lnTo>
                  <a:pt x="90406" y="375761"/>
                </a:lnTo>
                <a:lnTo>
                  <a:pt x="90548" y="364709"/>
                </a:lnTo>
                <a:lnTo>
                  <a:pt x="90669" y="353657"/>
                </a:lnTo>
                <a:lnTo>
                  <a:pt x="90766" y="342606"/>
                </a:lnTo>
                <a:lnTo>
                  <a:pt x="90837" y="331554"/>
                </a:lnTo>
                <a:lnTo>
                  <a:pt x="90885" y="320502"/>
                </a:lnTo>
                <a:lnTo>
                  <a:pt x="90914" y="309450"/>
                </a:lnTo>
                <a:lnTo>
                  <a:pt x="90930" y="298398"/>
                </a:lnTo>
                <a:lnTo>
                  <a:pt x="90940" y="287347"/>
                </a:lnTo>
                <a:lnTo>
                  <a:pt x="90950" y="276295"/>
                </a:lnTo>
                <a:lnTo>
                  <a:pt x="90967" y="265243"/>
                </a:lnTo>
                <a:lnTo>
                  <a:pt x="90992" y="254191"/>
                </a:lnTo>
                <a:lnTo>
                  <a:pt x="91025" y="243139"/>
                </a:lnTo>
                <a:lnTo>
                  <a:pt x="91060" y="232088"/>
                </a:lnTo>
                <a:lnTo>
                  <a:pt x="91090" y="221036"/>
                </a:lnTo>
                <a:lnTo>
                  <a:pt x="91098" y="209984"/>
                </a:lnTo>
                <a:lnTo>
                  <a:pt x="91064" y="198932"/>
                </a:lnTo>
                <a:lnTo>
                  <a:pt x="90962" y="187880"/>
                </a:lnTo>
                <a:lnTo>
                  <a:pt x="90762" y="176829"/>
                </a:lnTo>
                <a:lnTo>
                  <a:pt x="90427" y="165777"/>
                </a:lnTo>
                <a:lnTo>
                  <a:pt x="89922" y="154725"/>
                </a:lnTo>
                <a:lnTo>
                  <a:pt x="89211" y="143673"/>
                </a:lnTo>
                <a:lnTo>
                  <a:pt x="88263" y="132622"/>
                </a:lnTo>
                <a:lnTo>
                  <a:pt x="87057" y="121570"/>
                </a:lnTo>
                <a:lnTo>
                  <a:pt x="85590" y="110518"/>
                </a:lnTo>
                <a:lnTo>
                  <a:pt x="83874" y="99466"/>
                </a:lnTo>
                <a:lnTo>
                  <a:pt x="81947" y="88414"/>
                </a:lnTo>
                <a:lnTo>
                  <a:pt x="79872" y="77363"/>
                </a:lnTo>
                <a:lnTo>
                  <a:pt x="77735" y="66311"/>
                </a:lnTo>
                <a:lnTo>
                  <a:pt x="75641" y="55259"/>
                </a:lnTo>
                <a:lnTo>
                  <a:pt x="73705" y="44207"/>
                </a:lnTo>
                <a:lnTo>
                  <a:pt x="72046" y="33155"/>
                </a:lnTo>
                <a:lnTo>
                  <a:pt x="70771" y="22104"/>
                </a:lnTo>
                <a:lnTo>
                  <a:pt x="69969" y="11052"/>
                </a:lnTo>
                <a:lnTo>
                  <a:pt x="69695" y="0"/>
                </a:lnTo>
                <a:lnTo>
                  <a:pt x="117744" y="0"/>
                </a:lnTo>
                <a:lnTo>
                  <a:pt x="117744" y="0"/>
                </a:lnTo>
                <a:lnTo>
                  <a:pt x="117470" y="11052"/>
                </a:lnTo>
                <a:lnTo>
                  <a:pt x="116667" y="22104"/>
                </a:lnTo>
                <a:lnTo>
                  <a:pt x="115393" y="33155"/>
                </a:lnTo>
                <a:lnTo>
                  <a:pt x="113734" y="44207"/>
                </a:lnTo>
                <a:lnTo>
                  <a:pt x="111798" y="55259"/>
                </a:lnTo>
                <a:lnTo>
                  <a:pt x="109703" y="66311"/>
                </a:lnTo>
                <a:lnTo>
                  <a:pt x="107566" y="77363"/>
                </a:lnTo>
                <a:lnTo>
                  <a:pt x="105491" y="88414"/>
                </a:lnTo>
                <a:lnTo>
                  <a:pt x="103565" y="99466"/>
                </a:lnTo>
                <a:lnTo>
                  <a:pt x="101849" y="110518"/>
                </a:lnTo>
                <a:lnTo>
                  <a:pt x="100381" y="121570"/>
                </a:lnTo>
                <a:lnTo>
                  <a:pt x="99176" y="132622"/>
                </a:lnTo>
                <a:lnTo>
                  <a:pt x="98228" y="143673"/>
                </a:lnTo>
                <a:lnTo>
                  <a:pt x="97516" y="154725"/>
                </a:lnTo>
                <a:lnTo>
                  <a:pt x="97011" y="165777"/>
                </a:lnTo>
                <a:lnTo>
                  <a:pt x="96677" y="176829"/>
                </a:lnTo>
                <a:lnTo>
                  <a:pt x="96476" y="187880"/>
                </a:lnTo>
                <a:lnTo>
                  <a:pt x="96375" y="198932"/>
                </a:lnTo>
                <a:lnTo>
                  <a:pt x="96341" y="209984"/>
                </a:lnTo>
                <a:lnTo>
                  <a:pt x="96349" y="221036"/>
                </a:lnTo>
                <a:lnTo>
                  <a:pt x="96378" y="232088"/>
                </a:lnTo>
                <a:lnTo>
                  <a:pt x="96414" y="243139"/>
                </a:lnTo>
                <a:lnTo>
                  <a:pt x="96446" y="254191"/>
                </a:lnTo>
                <a:lnTo>
                  <a:pt x="96471" y="265243"/>
                </a:lnTo>
                <a:lnTo>
                  <a:pt x="96488" y="276295"/>
                </a:lnTo>
                <a:lnTo>
                  <a:pt x="96499" y="287347"/>
                </a:lnTo>
                <a:lnTo>
                  <a:pt x="96509" y="298398"/>
                </a:lnTo>
                <a:lnTo>
                  <a:pt x="96525" y="309450"/>
                </a:lnTo>
                <a:lnTo>
                  <a:pt x="96554" y="320502"/>
                </a:lnTo>
                <a:lnTo>
                  <a:pt x="96601" y="331554"/>
                </a:lnTo>
                <a:lnTo>
                  <a:pt x="96673" y="342606"/>
                </a:lnTo>
                <a:lnTo>
                  <a:pt x="96769" y="353657"/>
                </a:lnTo>
                <a:lnTo>
                  <a:pt x="96891" y="364709"/>
                </a:lnTo>
                <a:lnTo>
                  <a:pt x="97032" y="375761"/>
                </a:lnTo>
                <a:lnTo>
                  <a:pt x="97187" y="386813"/>
                </a:lnTo>
                <a:lnTo>
                  <a:pt x="97347" y="397865"/>
                </a:lnTo>
                <a:lnTo>
                  <a:pt x="97503" y="408916"/>
                </a:lnTo>
                <a:lnTo>
                  <a:pt x="97645" y="419968"/>
                </a:lnTo>
                <a:lnTo>
                  <a:pt x="97765" y="431020"/>
                </a:lnTo>
                <a:lnTo>
                  <a:pt x="97860" y="442072"/>
                </a:lnTo>
                <a:lnTo>
                  <a:pt x="97928" y="453123"/>
                </a:lnTo>
                <a:lnTo>
                  <a:pt x="97969" y="464175"/>
                </a:lnTo>
                <a:lnTo>
                  <a:pt x="97990" y="475227"/>
                </a:lnTo>
                <a:lnTo>
                  <a:pt x="97997" y="486279"/>
                </a:lnTo>
                <a:lnTo>
                  <a:pt x="97997" y="497331"/>
                </a:lnTo>
                <a:lnTo>
                  <a:pt x="97999" y="508382"/>
                </a:lnTo>
                <a:lnTo>
                  <a:pt x="98008" y="519434"/>
                </a:lnTo>
                <a:lnTo>
                  <a:pt x="98028" y="530486"/>
                </a:lnTo>
                <a:lnTo>
                  <a:pt x="98062" y="541538"/>
                </a:lnTo>
                <a:lnTo>
                  <a:pt x="98109" y="552590"/>
                </a:lnTo>
                <a:lnTo>
                  <a:pt x="98166" y="563641"/>
                </a:lnTo>
                <a:lnTo>
                  <a:pt x="98230" y="574693"/>
                </a:lnTo>
                <a:lnTo>
                  <a:pt x="98298" y="585745"/>
                </a:lnTo>
                <a:lnTo>
                  <a:pt x="98366" y="596797"/>
                </a:lnTo>
                <a:lnTo>
                  <a:pt x="98431" y="607849"/>
                </a:lnTo>
                <a:lnTo>
                  <a:pt x="98491" y="618900"/>
                </a:lnTo>
                <a:lnTo>
                  <a:pt x="98547" y="629952"/>
                </a:lnTo>
                <a:lnTo>
                  <a:pt x="98598" y="641004"/>
                </a:lnTo>
                <a:lnTo>
                  <a:pt x="98647" y="652056"/>
                </a:lnTo>
                <a:lnTo>
                  <a:pt x="98697" y="663108"/>
                </a:lnTo>
                <a:lnTo>
                  <a:pt x="98753" y="674159"/>
                </a:lnTo>
                <a:lnTo>
                  <a:pt x="98820" y="685211"/>
                </a:lnTo>
                <a:lnTo>
                  <a:pt x="98907" y="696263"/>
                </a:lnTo>
                <a:lnTo>
                  <a:pt x="99026" y="707315"/>
                </a:lnTo>
                <a:lnTo>
                  <a:pt x="99190" y="718366"/>
                </a:lnTo>
                <a:lnTo>
                  <a:pt x="99413" y="729418"/>
                </a:lnTo>
                <a:lnTo>
                  <a:pt x="99711" y="740470"/>
                </a:lnTo>
                <a:lnTo>
                  <a:pt x="100100" y="751522"/>
                </a:lnTo>
                <a:lnTo>
                  <a:pt x="100588" y="762574"/>
                </a:lnTo>
                <a:lnTo>
                  <a:pt x="101182" y="773625"/>
                </a:lnTo>
                <a:lnTo>
                  <a:pt x="101877" y="784677"/>
                </a:lnTo>
                <a:lnTo>
                  <a:pt x="102658" y="795729"/>
                </a:lnTo>
                <a:lnTo>
                  <a:pt x="103500" y="806781"/>
                </a:lnTo>
                <a:lnTo>
                  <a:pt x="104365" y="817833"/>
                </a:lnTo>
                <a:lnTo>
                  <a:pt x="105208" y="828884"/>
                </a:lnTo>
                <a:lnTo>
                  <a:pt x="105977" y="839936"/>
                </a:lnTo>
                <a:lnTo>
                  <a:pt x="106620" y="850988"/>
                </a:lnTo>
                <a:lnTo>
                  <a:pt x="107092" y="862040"/>
                </a:lnTo>
                <a:lnTo>
                  <a:pt x="107356" y="873092"/>
                </a:lnTo>
                <a:lnTo>
                  <a:pt x="107391" y="884143"/>
                </a:lnTo>
                <a:lnTo>
                  <a:pt x="107193" y="895195"/>
                </a:lnTo>
                <a:lnTo>
                  <a:pt x="106777" y="906247"/>
                </a:lnTo>
                <a:lnTo>
                  <a:pt x="106173" y="917299"/>
                </a:lnTo>
                <a:lnTo>
                  <a:pt x="105424" y="928351"/>
                </a:lnTo>
                <a:lnTo>
                  <a:pt x="104583" y="939402"/>
                </a:lnTo>
                <a:lnTo>
                  <a:pt x="103705" y="950454"/>
                </a:lnTo>
                <a:lnTo>
                  <a:pt x="102840" y="961506"/>
                </a:lnTo>
                <a:lnTo>
                  <a:pt x="102033" y="972558"/>
                </a:lnTo>
                <a:lnTo>
                  <a:pt x="101319" y="983609"/>
                </a:lnTo>
                <a:lnTo>
                  <a:pt x="100721" y="994661"/>
                </a:lnTo>
                <a:lnTo>
                  <a:pt x="100248" y="1005713"/>
                </a:lnTo>
                <a:lnTo>
                  <a:pt x="99903" y="1016765"/>
                </a:lnTo>
                <a:lnTo>
                  <a:pt x="99679" y="1027817"/>
                </a:lnTo>
                <a:lnTo>
                  <a:pt x="99565" y="1038868"/>
                </a:lnTo>
                <a:lnTo>
                  <a:pt x="99545" y="1049920"/>
                </a:lnTo>
                <a:lnTo>
                  <a:pt x="99606" y="1060972"/>
                </a:lnTo>
                <a:lnTo>
                  <a:pt x="99731" y="1072024"/>
                </a:lnTo>
                <a:lnTo>
                  <a:pt x="99904" y="1083076"/>
                </a:lnTo>
                <a:lnTo>
                  <a:pt x="100112" y="1094127"/>
                </a:lnTo>
                <a:lnTo>
                  <a:pt x="100339" y="1105179"/>
                </a:lnTo>
                <a:lnTo>
                  <a:pt x="100571" y="1116231"/>
                </a:lnTo>
                <a:lnTo>
                  <a:pt x="100793" y="1127283"/>
                </a:lnTo>
                <a:lnTo>
                  <a:pt x="100988" y="1138335"/>
                </a:lnTo>
                <a:lnTo>
                  <a:pt x="101144" y="1149386"/>
                </a:lnTo>
                <a:lnTo>
                  <a:pt x="101247" y="1160438"/>
                </a:lnTo>
                <a:lnTo>
                  <a:pt x="101287" y="1171490"/>
                </a:lnTo>
                <a:lnTo>
                  <a:pt x="101260" y="1182542"/>
                </a:lnTo>
                <a:lnTo>
                  <a:pt x="101162" y="1193594"/>
                </a:lnTo>
                <a:lnTo>
                  <a:pt x="100997" y="1204645"/>
                </a:lnTo>
                <a:lnTo>
                  <a:pt x="100771" y="1215697"/>
                </a:lnTo>
                <a:lnTo>
                  <a:pt x="100495" y="1226749"/>
                </a:lnTo>
                <a:lnTo>
                  <a:pt x="100179" y="1237801"/>
                </a:lnTo>
                <a:lnTo>
                  <a:pt x="99836" y="1248853"/>
                </a:lnTo>
                <a:lnTo>
                  <a:pt x="99480" y="1259904"/>
                </a:lnTo>
                <a:lnTo>
                  <a:pt x="99120" y="1270956"/>
                </a:lnTo>
                <a:lnTo>
                  <a:pt x="98768" y="1282008"/>
                </a:lnTo>
                <a:lnTo>
                  <a:pt x="98431" y="1293060"/>
                </a:lnTo>
                <a:lnTo>
                  <a:pt x="98117" y="1304111"/>
                </a:lnTo>
                <a:lnTo>
                  <a:pt x="97832" y="1315163"/>
                </a:lnTo>
                <a:lnTo>
                  <a:pt x="97580" y="1326215"/>
                </a:lnTo>
                <a:lnTo>
                  <a:pt x="97365" y="1337267"/>
                </a:lnTo>
                <a:lnTo>
                  <a:pt x="97191" y="1348319"/>
                </a:lnTo>
                <a:lnTo>
                  <a:pt x="97060" y="1359370"/>
                </a:lnTo>
                <a:lnTo>
                  <a:pt x="96974" y="1370422"/>
                </a:lnTo>
                <a:lnTo>
                  <a:pt x="96936" y="1381474"/>
                </a:lnTo>
                <a:lnTo>
                  <a:pt x="96947" y="1392526"/>
                </a:lnTo>
                <a:lnTo>
                  <a:pt x="97005" y="1403578"/>
                </a:lnTo>
                <a:lnTo>
                  <a:pt x="97110" y="1414629"/>
                </a:lnTo>
                <a:lnTo>
                  <a:pt x="97260" y="1425681"/>
                </a:lnTo>
                <a:lnTo>
                  <a:pt x="97448" y="1436733"/>
                </a:lnTo>
                <a:lnTo>
                  <a:pt x="97671" y="1447785"/>
                </a:lnTo>
                <a:lnTo>
                  <a:pt x="97922" y="1458837"/>
                </a:lnTo>
                <a:lnTo>
                  <a:pt x="98192" y="1469888"/>
                </a:lnTo>
                <a:lnTo>
                  <a:pt x="98474" y="1480940"/>
                </a:lnTo>
                <a:lnTo>
                  <a:pt x="98765" y="1491992"/>
                </a:lnTo>
                <a:lnTo>
                  <a:pt x="99061" y="1503044"/>
                </a:lnTo>
                <a:lnTo>
                  <a:pt x="99365" y="1514096"/>
                </a:lnTo>
                <a:lnTo>
                  <a:pt x="99690" y="1525147"/>
                </a:lnTo>
                <a:lnTo>
                  <a:pt x="100058" y="1536199"/>
                </a:lnTo>
                <a:lnTo>
                  <a:pt x="100502" y="1547251"/>
                </a:lnTo>
                <a:lnTo>
                  <a:pt x="101072" y="1558303"/>
                </a:lnTo>
                <a:lnTo>
                  <a:pt x="101837" y="1569354"/>
                </a:lnTo>
                <a:lnTo>
                  <a:pt x="102882" y="1580406"/>
                </a:lnTo>
                <a:lnTo>
                  <a:pt x="104307" y="1591458"/>
                </a:lnTo>
                <a:lnTo>
                  <a:pt x="106228" y="1602510"/>
                </a:lnTo>
                <a:lnTo>
                  <a:pt x="108765" y="1613562"/>
                </a:lnTo>
                <a:lnTo>
                  <a:pt x="112035" y="1624613"/>
                </a:lnTo>
                <a:lnTo>
                  <a:pt x="116137" y="1635665"/>
                </a:lnTo>
                <a:lnTo>
                  <a:pt x="121135" y="1646717"/>
                </a:lnTo>
                <a:lnTo>
                  <a:pt x="127039" y="1657769"/>
                </a:lnTo>
                <a:lnTo>
                  <a:pt x="133792" y="1668821"/>
                </a:lnTo>
                <a:lnTo>
                  <a:pt x="141253" y="1679872"/>
                </a:lnTo>
                <a:lnTo>
                  <a:pt x="149194" y="1690924"/>
                </a:lnTo>
                <a:lnTo>
                  <a:pt x="157303" y="1701976"/>
                </a:lnTo>
                <a:lnTo>
                  <a:pt x="165201" y="1713028"/>
                </a:lnTo>
                <a:lnTo>
                  <a:pt x="172466" y="1724080"/>
                </a:lnTo>
                <a:lnTo>
                  <a:pt x="178672" y="1735131"/>
                </a:lnTo>
                <a:lnTo>
                  <a:pt x="183428" y="1746183"/>
                </a:lnTo>
                <a:lnTo>
                  <a:pt x="186418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1B80B017-D18E-431D-A64B-62A4AF203F27}"/>
              </a:ext>
            </a:extLst>
          </p:cNvPr>
          <p:cNvSpPr>
            <a:spLocks/>
          </p:cNvSpPr>
          <p:nvPr/>
        </p:nvSpPr>
        <p:spPr>
          <a:xfrm>
            <a:off x="832569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1763" y="1768287"/>
                </a:moveTo>
                <a:lnTo>
                  <a:pt x="45675" y="1768287"/>
                </a:lnTo>
                <a:lnTo>
                  <a:pt x="46210" y="1757235"/>
                </a:lnTo>
                <a:lnTo>
                  <a:pt x="47778" y="1746183"/>
                </a:lnTo>
                <a:lnTo>
                  <a:pt x="50267" y="1735131"/>
                </a:lnTo>
                <a:lnTo>
                  <a:pt x="53510" y="1724080"/>
                </a:lnTo>
                <a:lnTo>
                  <a:pt x="57297" y="1713028"/>
                </a:lnTo>
                <a:lnTo>
                  <a:pt x="61400" y="1701976"/>
                </a:lnTo>
                <a:lnTo>
                  <a:pt x="65596" y="1690924"/>
                </a:lnTo>
                <a:lnTo>
                  <a:pt x="69683" y="1679872"/>
                </a:lnTo>
                <a:lnTo>
                  <a:pt x="73497" y="1668821"/>
                </a:lnTo>
                <a:lnTo>
                  <a:pt x="76922" y="1657769"/>
                </a:lnTo>
                <a:lnTo>
                  <a:pt x="79886" y="1646717"/>
                </a:lnTo>
                <a:lnTo>
                  <a:pt x="82362" y="1635665"/>
                </a:lnTo>
                <a:lnTo>
                  <a:pt x="84362" y="1624613"/>
                </a:lnTo>
                <a:lnTo>
                  <a:pt x="85923" y="1613562"/>
                </a:lnTo>
                <a:lnTo>
                  <a:pt x="87100" y="1602510"/>
                </a:lnTo>
                <a:lnTo>
                  <a:pt x="87955" y="1591458"/>
                </a:lnTo>
                <a:lnTo>
                  <a:pt x="88554" y="1580406"/>
                </a:lnTo>
                <a:lnTo>
                  <a:pt x="88956" y="1569354"/>
                </a:lnTo>
                <a:lnTo>
                  <a:pt x="89213" y="1558303"/>
                </a:lnTo>
                <a:lnTo>
                  <a:pt x="89369" y="1547251"/>
                </a:lnTo>
                <a:lnTo>
                  <a:pt x="89458" y="1536199"/>
                </a:lnTo>
                <a:lnTo>
                  <a:pt x="89506" y="1525147"/>
                </a:lnTo>
                <a:lnTo>
                  <a:pt x="89529" y="1514096"/>
                </a:lnTo>
                <a:lnTo>
                  <a:pt x="89538" y="1503044"/>
                </a:lnTo>
                <a:lnTo>
                  <a:pt x="89539" y="1491992"/>
                </a:lnTo>
                <a:lnTo>
                  <a:pt x="89531" y="1480940"/>
                </a:lnTo>
                <a:lnTo>
                  <a:pt x="89511" y="1469888"/>
                </a:lnTo>
                <a:lnTo>
                  <a:pt x="89471" y="1458837"/>
                </a:lnTo>
                <a:lnTo>
                  <a:pt x="89403" y="1447785"/>
                </a:lnTo>
                <a:lnTo>
                  <a:pt x="89299" y="1436733"/>
                </a:lnTo>
                <a:lnTo>
                  <a:pt x="89152" y="1425681"/>
                </a:lnTo>
                <a:lnTo>
                  <a:pt x="88958" y="1414629"/>
                </a:lnTo>
                <a:lnTo>
                  <a:pt x="88713" y="1403578"/>
                </a:lnTo>
                <a:lnTo>
                  <a:pt x="88423" y="1392526"/>
                </a:lnTo>
                <a:lnTo>
                  <a:pt x="88092" y="1381474"/>
                </a:lnTo>
                <a:lnTo>
                  <a:pt x="87732" y="1370422"/>
                </a:lnTo>
                <a:lnTo>
                  <a:pt x="87355" y="1359370"/>
                </a:lnTo>
                <a:lnTo>
                  <a:pt x="86975" y="1348319"/>
                </a:lnTo>
                <a:lnTo>
                  <a:pt x="86605" y="1337267"/>
                </a:lnTo>
                <a:lnTo>
                  <a:pt x="86258" y="1326215"/>
                </a:lnTo>
                <a:lnTo>
                  <a:pt x="85943" y="1315163"/>
                </a:lnTo>
                <a:lnTo>
                  <a:pt x="85665" y="1304111"/>
                </a:lnTo>
                <a:lnTo>
                  <a:pt x="85428" y="1293060"/>
                </a:lnTo>
                <a:lnTo>
                  <a:pt x="85233" y="1282008"/>
                </a:lnTo>
                <a:lnTo>
                  <a:pt x="85080" y="1270956"/>
                </a:lnTo>
                <a:lnTo>
                  <a:pt x="84969" y="1259904"/>
                </a:lnTo>
                <a:lnTo>
                  <a:pt x="84902" y="1248853"/>
                </a:lnTo>
                <a:lnTo>
                  <a:pt x="84881" y="1237801"/>
                </a:lnTo>
                <a:lnTo>
                  <a:pt x="84910" y="1226749"/>
                </a:lnTo>
                <a:lnTo>
                  <a:pt x="84993" y="1215697"/>
                </a:lnTo>
                <a:lnTo>
                  <a:pt x="85136" y="1204645"/>
                </a:lnTo>
                <a:lnTo>
                  <a:pt x="85341" y="1193594"/>
                </a:lnTo>
                <a:lnTo>
                  <a:pt x="85608" y="1182542"/>
                </a:lnTo>
                <a:lnTo>
                  <a:pt x="85933" y="1171490"/>
                </a:lnTo>
                <a:lnTo>
                  <a:pt x="86307" y="1160438"/>
                </a:lnTo>
                <a:lnTo>
                  <a:pt x="86718" y="1149386"/>
                </a:lnTo>
                <a:lnTo>
                  <a:pt x="87151" y="1138335"/>
                </a:lnTo>
                <a:lnTo>
                  <a:pt x="87586" y="1127283"/>
                </a:lnTo>
                <a:lnTo>
                  <a:pt x="88005" y="1116231"/>
                </a:lnTo>
                <a:lnTo>
                  <a:pt x="88388" y="1105179"/>
                </a:lnTo>
                <a:lnTo>
                  <a:pt x="88716" y="1094127"/>
                </a:lnTo>
                <a:lnTo>
                  <a:pt x="88970" y="1083076"/>
                </a:lnTo>
                <a:lnTo>
                  <a:pt x="89132" y="1072024"/>
                </a:lnTo>
                <a:lnTo>
                  <a:pt x="89183" y="1060972"/>
                </a:lnTo>
                <a:lnTo>
                  <a:pt x="89103" y="1049920"/>
                </a:lnTo>
                <a:lnTo>
                  <a:pt x="88873" y="1038868"/>
                </a:lnTo>
                <a:lnTo>
                  <a:pt x="88476" y="1027817"/>
                </a:lnTo>
                <a:lnTo>
                  <a:pt x="87896" y="1016765"/>
                </a:lnTo>
                <a:lnTo>
                  <a:pt x="87123" y="1005713"/>
                </a:lnTo>
                <a:lnTo>
                  <a:pt x="86156" y="994661"/>
                </a:lnTo>
                <a:lnTo>
                  <a:pt x="85006" y="983609"/>
                </a:lnTo>
                <a:lnTo>
                  <a:pt x="83701" y="972558"/>
                </a:lnTo>
                <a:lnTo>
                  <a:pt x="82283" y="961506"/>
                </a:lnTo>
                <a:lnTo>
                  <a:pt x="80811" y="950454"/>
                </a:lnTo>
                <a:lnTo>
                  <a:pt x="79354" y="939402"/>
                </a:lnTo>
                <a:lnTo>
                  <a:pt x="77993" y="928351"/>
                </a:lnTo>
                <a:lnTo>
                  <a:pt x="76808" y="917299"/>
                </a:lnTo>
                <a:lnTo>
                  <a:pt x="75869" y="906247"/>
                </a:lnTo>
                <a:lnTo>
                  <a:pt x="75237" y="895195"/>
                </a:lnTo>
                <a:lnTo>
                  <a:pt x="74946" y="884143"/>
                </a:lnTo>
                <a:lnTo>
                  <a:pt x="75008" y="873092"/>
                </a:lnTo>
                <a:lnTo>
                  <a:pt x="75406" y="862040"/>
                </a:lnTo>
                <a:lnTo>
                  <a:pt x="76099" y="850988"/>
                </a:lnTo>
                <a:lnTo>
                  <a:pt x="77026" y="839936"/>
                </a:lnTo>
                <a:lnTo>
                  <a:pt x="78111" y="828884"/>
                </a:lnTo>
                <a:lnTo>
                  <a:pt x="79272" y="817833"/>
                </a:lnTo>
                <a:lnTo>
                  <a:pt x="80430" y="806781"/>
                </a:lnTo>
                <a:lnTo>
                  <a:pt x="81513" y="795729"/>
                </a:lnTo>
                <a:lnTo>
                  <a:pt x="82461" y="784677"/>
                </a:lnTo>
                <a:lnTo>
                  <a:pt x="83229" y="773625"/>
                </a:lnTo>
                <a:lnTo>
                  <a:pt x="83791" y="762574"/>
                </a:lnTo>
                <a:lnTo>
                  <a:pt x="84131" y="751522"/>
                </a:lnTo>
                <a:lnTo>
                  <a:pt x="84249" y="740470"/>
                </a:lnTo>
                <a:lnTo>
                  <a:pt x="84154" y="729418"/>
                </a:lnTo>
                <a:lnTo>
                  <a:pt x="83864" y="718366"/>
                </a:lnTo>
                <a:lnTo>
                  <a:pt x="83401" y="707315"/>
                </a:lnTo>
                <a:lnTo>
                  <a:pt x="82796" y="696263"/>
                </a:lnTo>
                <a:lnTo>
                  <a:pt x="82081" y="685211"/>
                </a:lnTo>
                <a:lnTo>
                  <a:pt x="81295" y="674159"/>
                </a:lnTo>
                <a:lnTo>
                  <a:pt x="80480" y="663108"/>
                </a:lnTo>
                <a:lnTo>
                  <a:pt x="79681" y="652056"/>
                </a:lnTo>
                <a:lnTo>
                  <a:pt x="78945" y="641004"/>
                </a:lnTo>
                <a:lnTo>
                  <a:pt x="78316" y="629952"/>
                </a:lnTo>
                <a:lnTo>
                  <a:pt x="77834" y="618900"/>
                </a:lnTo>
                <a:lnTo>
                  <a:pt x="77532" y="607849"/>
                </a:lnTo>
                <a:lnTo>
                  <a:pt x="77430" y="596797"/>
                </a:lnTo>
                <a:lnTo>
                  <a:pt x="77535" y="585745"/>
                </a:lnTo>
                <a:lnTo>
                  <a:pt x="77841" y="574693"/>
                </a:lnTo>
                <a:lnTo>
                  <a:pt x="78326" y="563641"/>
                </a:lnTo>
                <a:lnTo>
                  <a:pt x="78961" y="552590"/>
                </a:lnTo>
                <a:lnTo>
                  <a:pt x="79704" y="541538"/>
                </a:lnTo>
                <a:lnTo>
                  <a:pt x="80513" y="530486"/>
                </a:lnTo>
                <a:lnTo>
                  <a:pt x="81348" y="519434"/>
                </a:lnTo>
                <a:lnTo>
                  <a:pt x="82172" y="508382"/>
                </a:lnTo>
                <a:lnTo>
                  <a:pt x="82956" y="497331"/>
                </a:lnTo>
                <a:lnTo>
                  <a:pt x="83681" y="486279"/>
                </a:lnTo>
                <a:lnTo>
                  <a:pt x="84334" y="475227"/>
                </a:lnTo>
                <a:lnTo>
                  <a:pt x="84914" y="464175"/>
                </a:lnTo>
                <a:lnTo>
                  <a:pt x="85421" y="453123"/>
                </a:lnTo>
                <a:lnTo>
                  <a:pt x="85861" y="442072"/>
                </a:lnTo>
                <a:lnTo>
                  <a:pt x="86239" y="431020"/>
                </a:lnTo>
                <a:lnTo>
                  <a:pt x="86560" y="419968"/>
                </a:lnTo>
                <a:lnTo>
                  <a:pt x="86828" y="408916"/>
                </a:lnTo>
                <a:lnTo>
                  <a:pt x="87046" y="397865"/>
                </a:lnTo>
                <a:lnTo>
                  <a:pt x="87214" y="386813"/>
                </a:lnTo>
                <a:lnTo>
                  <a:pt x="87336" y="375761"/>
                </a:lnTo>
                <a:lnTo>
                  <a:pt x="87413" y="364709"/>
                </a:lnTo>
                <a:lnTo>
                  <a:pt x="87452" y="353657"/>
                </a:lnTo>
                <a:lnTo>
                  <a:pt x="87460" y="342606"/>
                </a:lnTo>
                <a:lnTo>
                  <a:pt x="87448" y="331554"/>
                </a:lnTo>
                <a:lnTo>
                  <a:pt x="87427" y="320502"/>
                </a:lnTo>
                <a:lnTo>
                  <a:pt x="87410" y="309450"/>
                </a:lnTo>
                <a:lnTo>
                  <a:pt x="87409" y="298398"/>
                </a:lnTo>
                <a:lnTo>
                  <a:pt x="87432" y="287347"/>
                </a:lnTo>
                <a:lnTo>
                  <a:pt x="87483" y="276295"/>
                </a:lnTo>
                <a:lnTo>
                  <a:pt x="87560" y="265243"/>
                </a:lnTo>
                <a:lnTo>
                  <a:pt x="87652" y="254191"/>
                </a:lnTo>
                <a:lnTo>
                  <a:pt x="87738" y="243139"/>
                </a:lnTo>
                <a:lnTo>
                  <a:pt x="87787" y="232088"/>
                </a:lnTo>
                <a:lnTo>
                  <a:pt x="87753" y="221036"/>
                </a:lnTo>
                <a:lnTo>
                  <a:pt x="87577" y="209984"/>
                </a:lnTo>
                <a:lnTo>
                  <a:pt x="87182" y="198932"/>
                </a:lnTo>
                <a:lnTo>
                  <a:pt x="86475" y="187880"/>
                </a:lnTo>
                <a:lnTo>
                  <a:pt x="85346" y="176829"/>
                </a:lnTo>
                <a:lnTo>
                  <a:pt x="83673" y="165777"/>
                </a:lnTo>
                <a:lnTo>
                  <a:pt x="81328" y="154725"/>
                </a:lnTo>
                <a:lnTo>
                  <a:pt x="78186" y="143673"/>
                </a:lnTo>
                <a:lnTo>
                  <a:pt x="74142" y="132622"/>
                </a:lnTo>
                <a:lnTo>
                  <a:pt x="69126" y="121570"/>
                </a:lnTo>
                <a:lnTo>
                  <a:pt x="63121" y="110518"/>
                </a:lnTo>
                <a:lnTo>
                  <a:pt x="56187" y="99466"/>
                </a:lnTo>
                <a:lnTo>
                  <a:pt x="48469" y="88414"/>
                </a:lnTo>
                <a:lnTo>
                  <a:pt x="40207" y="77363"/>
                </a:lnTo>
                <a:lnTo>
                  <a:pt x="31731" y="66311"/>
                </a:lnTo>
                <a:lnTo>
                  <a:pt x="23446" y="55259"/>
                </a:lnTo>
                <a:lnTo>
                  <a:pt x="15804" y="44207"/>
                </a:lnTo>
                <a:lnTo>
                  <a:pt x="9261" y="33155"/>
                </a:lnTo>
                <a:lnTo>
                  <a:pt x="4240" y="22104"/>
                </a:lnTo>
                <a:lnTo>
                  <a:pt x="107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59" y="11052"/>
                </a:lnTo>
                <a:lnTo>
                  <a:pt x="183199" y="22104"/>
                </a:lnTo>
                <a:lnTo>
                  <a:pt x="178177" y="33155"/>
                </a:lnTo>
                <a:lnTo>
                  <a:pt x="171635" y="44207"/>
                </a:lnTo>
                <a:lnTo>
                  <a:pt x="163992" y="55259"/>
                </a:lnTo>
                <a:lnTo>
                  <a:pt x="155707" y="66311"/>
                </a:lnTo>
                <a:lnTo>
                  <a:pt x="147232" y="77363"/>
                </a:lnTo>
                <a:lnTo>
                  <a:pt x="138969" y="88414"/>
                </a:lnTo>
                <a:lnTo>
                  <a:pt x="131251" y="99466"/>
                </a:lnTo>
                <a:lnTo>
                  <a:pt x="124317" y="110518"/>
                </a:lnTo>
                <a:lnTo>
                  <a:pt x="118313" y="121570"/>
                </a:lnTo>
                <a:lnTo>
                  <a:pt x="113296" y="132622"/>
                </a:lnTo>
                <a:lnTo>
                  <a:pt x="109252" y="143673"/>
                </a:lnTo>
                <a:lnTo>
                  <a:pt x="106111" y="154725"/>
                </a:lnTo>
                <a:lnTo>
                  <a:pt x="103766" y="165777"/>
                </a:lnTo>
                <a:lnTo>
                  <a:pt x="102093" y="176829"/>
                </a:lnTo>
                <a:lnTo>
                  <a:pt x="100964" y="187880"/>
                </a:lnTo>
                <a:lnTo>
                  <a:pt x="100256" y="198932"/>
                </a:lnTo>
                <a:lnTo>
                  <a:pt x="99861" y="209984"/>
                </a:lnTo>
                <a:lnTo>
                  <a:pt x="99685" y="221036"/>
                </a:lnTo>
                <a:lnTo>
                  <a:pt x="99651" y="232088"/>
                </a:lnTo>
                <a:lnTo>
                  <a:pt x="99700" y="243139"/>
                </a:lnTo>
                <a:lnTo>
                  <a:pt x="99787" y="254191"/>
                </a:lnTo>
                <a:lnTo>
                  <a:pt x="99878" y="265243"/>
                </a:lnTo>
                <a:lnTo>
                  <a:pt x="99955" y="276295"/>
                </a:lnTo>
                <a:lnTo>
                  <a:pt x="100006" y="287347"/>
                </a:lnTo>
                <a:lnTo>
                  <a:pt x="100029" y="298398"/>
                </a:lnTo>
                <a:lnTo>
                  <a:pt x="100028" y="309450"/>
                </a:lnTo>
                <a:lnTo>
                  <a:pt x="100011" y="320502"/>
                </a:lnTo>
                <a:lnTo>
                  <a:pt x="99990" y="331554"/>
                </a:lnTo>
                <a:lnTo>
                  <a:pt x="99978" y="342606"/>
                </a:lnTo>
                <a:lnTo>
                  <a:pt x="99986" y="353657"/>
                </a:lnTo>
                <a:lnTo>
                  <a:pt x="100025" y="364709"/>
                </a:lnTo>
                <a:lnTo>
                  <a:pt x="100103" y="375761"/>
                </a:lnTo>
                <a:lnTo>
                  <a:pt x="100224" y="386813"/>
                </a:lnTo>
                <a:lnTo>
                  <a:pt x="100393" y="397865"/>
                </a:lnTo>
                <a:lnTo>
                  <a:pt x="100610" y="408916"/>
                </a:lnTo>
                <a:lnTo>
                  <a:pt x="100879" y="419968"/>
                </a:lnTo>
                <a:lnTo>
                  <a:pt x="101200" y="431020"/>
                </a:lnTo>
                <a:lnTo>
                  <a:pt x="101578" y="442072"/>
                </a:lnTo>
                <a:lnTo>
                  <a:pt x="102017" y="453123"/>
                </a:lnTo>
                <a:lnTo>
                  <a:pt x="102524" y="464175"/>
                </a:lnTo>
                <a:lnTo>
                  <a:pt x="103104" y="475227"/>
                </a:lnTo>
                <a:lnTo>
                  <a:pt x="103758" y="486279"/>
                </a:lnTo>
                <a:lnTo>
                  <a:pt x="104482" y="497331"/>
                </a:lnTo>
                <a:lnTo>
                  <a:pt x="105266" y="508382"/>
                </a:lnTo>
                <a:lnTo>
                  <a:pt x="106090" y="519434"/>
                </a:lnTo>
                <a:lnTo>
                  <a:pt x="106925" y="530486"/>
                </a:lnTo>
                <a:lnTo>
                  <a:pt x="107735" y="541538"/>
                </a:lnTo>
                <a:lnTo>
                  <a:pt x="108478" y="552590"/>
                </a:lnTo>
                <a:lnTo>
                  <a:pt x="109112" y="563641"/>
                </a:lnTo>
                <a:lnTo>
                  <a:pt x="109598" y="574693"/>
                </a:lnTo>
                <a:lnTo>
                  <a:pt x="109904" y="585745"/>
                </a:lnTo>
                <a:lnTo>
                  <a:pt x="110009" y="596797"/>
                </a:lnTo>
                <a:lnTo>
                  <a:pt x="109907" y="607849"/>
                </a:lnTo>
                <a:lnTo>
                  <a:pt x="109604" y="618900"/>
                </a:lnTo>
                <a:lnTo>
                  <a:pt x="109122" y="629952"/>
                </a:lnTo>
                <a:lnTo>
                  <a:pt x="108493" y="641004"/>
                </a:lnTo>
                <a:lnTo>
                  <a:pt x="107757" y="652056"/>
                </a:lnTo>
                <a:lnTo>
                  <a:pt x="106958" y="663108"/>
                </a:lnTo>
                <a:lnTo>
                  <a:pt x="106143" y="674159"/>
                </a:lnTo>
                <a:lnTo>
                  <a:pt x="105357" y="685211"/>
                </a:lnTo>
                <a:lnTo>
                  <a:pt x="104643" y="696263"/>
                </a:lnTo>
                <a:lnTo>
                  <a:pt x="104037" y="707315"/>
                </a:lnTo>
                <a:lnTo>
                  <a:pt x="103575" y="718366"/>
                </a:lnTo>
                <a:lnTo>
                  <a:pt x="103284" y="729418"/>
                </a:lnTo>
                <a:lnTo>
                  <a:pt x="103189" y="740470"/>
                </a:lnTo>
                <a:lnTo>
                  <a:pt x="103307" y="751522"/>
                </a:lnTo>
                <a:lnTo>
                  <a:pt x="103648" y="762574"/>
                </a:lnTo>
                <a:lnTo>
                  <a:pt x="104209" y="773625"/>
                </a:lnTo>
                <a:lnTo>
                  <a:pt x="104978" y="784677"/>
                </a:lnTo>
                <a:lnTo>
                  <a:pt x="105926" y="795729"/>
                </a:lnTo>
                <a:lnTo>
                  <a:pt x="107008" y="806781"/>
                </a:lnTo>
                <a:lnTo>
                  <a:pt x="108166" y="817833"/>
                </a:lnTo>
                <a:lnTo>
                  <a:pt x="109328" y="828884"/>
                </a:lnTo>
                <a:lnTo>
                  <a:pt x="110412" y="839936"/>
                </a:lnTo>
                <a:lnTo>
                  <a:pt x="111339" y="850988"/>
                </a:lnTo>
                <a:lnTo>
                  <a:pt x="112033" y="862040"/>
                </a:lnTo>
                <a:lnTo>
                  <a:pt x="112431" y="873092"/>
                </a:lnTo>
                <a:lnTo>
                  <a:pt x="112493" y="884143"/>
                </a:lnTo>
                <a:lnTo>
                  <a:pt x="112202" y="895195"/>
                </a:lnTo>
                <a:lnTo>
                  <a:pt x="111569" y="906247"/>
                </a:lnTo>
                <a:lnTo>
                  <a:pt x="110631" y="917299"/>
                </a:lnTo>
                <a:lnTo>
                  <a:pt x="109445" y="928351"/>
                </a:lnTo>
                <a:lnTo>
                  <a:pt x="108084" y="939402"/>
                </a:lnTo>
                <a:lnTo>
                  <a:pt x="106628" y="950454"/>
                </a:lnTo>
                <a:lnTo>
                  <a:pt x="105155" y="961506"/>
                </a:lnTo>
                <a:lnTo>
                  <a:pt x="103737" y="972558"/>
                </a:lnTo>
                <a:lnTo>
                  <a:pt x="102432" y="983609"/>
                </a:lnTo>
                <a:lnTo>
                  <a:pt x="101283" y="994661"/>
                </a:lnTo>
                <a:lnTo>
                  <a:pt x="100316" y="1005713"/>
                </a:lnTo>
                <a:lnTo>
                  <a:pt x="99543" y="1016765"/>
                </a:lnTo>
                <a:lnTo>
                  <a:pt x="98962" y="1027817"/>
                </a:lnTo>
                <a:lnTo>
                  <a:pt x="98565" y="1038868"/>
                </a:lnTo>
                <a:lnTo>
                  <a:pt x="98336" y="1049920"/>
                </a:lnTo>
                <a:lnTo>
                  <a:pt x="98256" y="1060972"/>
                </a:lnTo>
                <a:lnTo>
                  <a:pt x="98306" y="1072024"/>
                </a:lnTo>
                <a:lnTo>
                  <a:pt x="98468" y="1083076"/>
                </a:lnTo>
                <a:lnTo>
                  <a:pt x="98722" y="1094127"/>
                </a:lnTo>
                <a:lnTo>
                  <a:pt x="99050" y="1105179"/>
                </a:lnTo>
                <a:lnTo>
                  <a:pt x="99433" y="1116231"/>
                </a:lnTo>
                <a:lnTo>
                  <a:pt x="99852" y="1127283"/>
                </a:lnTo>
                <a:lnTo>
                  <a:pt x="100288" y="1138335"/>
                </a:lnTo>
                <a:lnTo>
                  <a:pt x="100720" y="1149386"/>
                </a:lnTo>
                <a:lnTo>
                  <a:pt x="101131" y="1160438"/>
                </a:lnTo>
                <a:lnTo>
                  <a:pt x="101505" y="1171490"/>
                </a:lnTo>
                <a:lnTo>
                  <a:pt x="101830" y="1182542"/>
                </a:lnTo>
                <a:lnTo>
                  <a:pt x="102097" y="1193594"/>
                </a:lnTo>
                <a:lnTo>
                  <a:pt x="102302" y="1204645"/>
                </a:lnTo>
                <a:lnTo>
                  <a:pt x="102445" y="1215697"/>
                </a:lnTo>
                <a:lnTo>
                  <a:pt x="102529" y="1226749"/>
                </a:lnTo>
                <a:lnTo>
                  <a:pt x="102558" y="1237801"/>
                </a:lnTo>
                <a:lnTo>
                  <a:pt x="102536" y="1248853"/>
                </a:lnTo>
                <a:lnTo>
                  <a:pt x="102469" y="1259904"/>
                </a:lnTo>
                <a:lnTo>
                  <a:pt x="102359" y="1270956"/>
                </a:lnTo>
                <a:lnTo>
                  <a:pt x="102206" y="1282008"/>
                </a:lnTo>
                <a:lnTo>
                  <a:pt x="102011" y="1293060"/>
                </a:lnTo>
                <a:lnTo>
                  <a:pt x="101774" y="1304111"/>
                </a:lnTo>
                <a:lnTo>
                  <a:pt x="101496" y="1315163"/>
                </a:lnTo>
                <a:lnTo>
                  <a:pt x="101180" y="1326215"/>
                </a:lnTo>
                <a:lnTo>
                  <a:pt x="100833" y="1337267"/>
                </a:lnTo>
                <a:lnTo>
                  <a:pt x="100463" y="1348319"/>
                </a:lnTo>
                <a:lnTo>
                  <a:pt x="100083" y="1359370"/>
                </a:lnTo>
                <a:lnTo>
                  <a:pt x="99706" y="1370422"/>
                </a:lnTo>
                <a:lnTo>
                  <a:pt x="99346" y="1381474"/>
                </a:lnTo>
                <a:lnTo>
                  <a:pt x="99016" y="1392526"/>
                </a:lnTo>
                <a:lnTo>
                  <a:pt x="98725" y="1403578"/>
                </a:lnTo>
                <a:lnTo>
                  <a:pt x="98481" y="1414629"/>
                </a:lnTo>
                <a:lnTo>
                  <a:pt x="98286" y="1425681"/>
                </a:lnTo>
                <a:lnTo>
                  <a:pt x="98139" y="1436733"/>
                </a:lnTo>
                <a:lnTo>
                  <a:pt x="98035" y="1447785"/>
                </a:lnTo>
                <a:lnTo>
                  <a:pt x="97968" y="1458837"/>
                </a:lnTo>
                <a:lnTo>
                  <a:pt x="97928" y="1469888"/>
                </a:lnTo>
                <a:lnTo>
                  <a:pt x="97907" y="1480940"/>
                </a:lnTo>
                <a:lnTo>
                  <a:pt x="97899" y="1491992"/>
                </a:lnTo>
                <a:lnTo>
                  <a:pt x="97900" y="1503044"/>
                </a:lnTo>
                <a:lnTo>
                  <a:pt x="97910" y="1514096"/>
                </a:lnTo>
                <a:lnTo>
                  <a:pt x="97933" y="1525147"/>
                </a:lnTo>
                <a:lnTo>
                  <a:pt x="97980" y="1536199"/>
                </a:lnTo>
                <a:lnTo>
                  <a:pt x="98069" y="1547251"/>
                </a:lnTo>
                <a:lnTo>
                  <a:pt x="98225" y="1558303"/>
                </a:lnTo>
                <a:lnTo>
                  <a:pt x="98483" y="1569354"/>
                </a:lnTo>
                <a:lnTo>
                  <a:pt x="98885" y="1580406"/>
                </a:lnTo>
                <a:lnTo>
                  <a:pt x="99483" y="1591458"/>
                </a:lnTo>
                <a:lnTo>
                  <a:pt x="100339" y="1602510"/>
                </a:lnTo>
                <a:lnTo>
                  <a:pt x="101515" y="1613562"/>
                </a:lnTo>
                <a:lnTo>
                  <a:pt x="103076" y="1624613"/>
                </a:lnTo>
                <a:lnTo>
                  <a:pt x="105076" y="1635665"/>
                </a:lnTo>
                <a:lnTo>
                  <a:pt x="107553" y="1646717"/>
                </a:lnTo>
                <a:lnTo>
                  <a:pt x="110517" y="1657769"/>
                </a:lnTo>
                <a:lnTo>
                  <a:pt x="113941" y="1668821"/>
                </a:lnTo>
                <a:lnTo>
                  <a:pt x="117756" y="1679872"/>
                </a:lnTo>
                <a:lnTo>
                  <a:pt x="121843" y="1690924"/>
                </a:lnTo>
                <a:lnTo>
                  <a:pt x="126038" y="1701976"/>
                </a:lnTo>
                <a:lnTo>
                  <a:pt x="130141" y="1713028"/>
                </a:lnTo>
                <a:lnTo>
                  <a:pt x="133928" y="1724080"/>
                </a:lnTo>
                <a:lnTo>
                  <a:pt x="137171" y="1735131"/>
                </a:lnTo>
                <a:lnTo>
                  <a:pt x="139661" y="1746183"/>
                </a:lnTo>
                <a:lnTo>
                  <a:pt x="141228" y="1757235"/>
                </a:lnTo>
                <a:lnTo>
                  <a:pt x="141763" y="1768287"/>
                </a:lnTo>
                <a:lnTo>
                  <a:pt x="141763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2D474FBB-3E5C-3E08-72DB-A58514C0333A}"/>
              </a:ext>
            </a:extLst>
          </p:cNvPr>
          <p:cNvSpPr>
            <a:spLocks/>
          </p:cNvSpPr>
          <p:nvPr/>
        </p:nvSpPr>
        <p:spPr>
          <a:xfrm>
            <a:off x="857898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5012" y="1768287"/>
                </a:moveTo>
                <a:lnTo>
                  <a:pt x="72426" y="1768287"/>
                </a:lnTo>
                <a:lnTo>
                  <a:pt x="72638" y="1757235"/>
                </a:lnTo>
                <a:lnTo>
                  <a:pt x="73261" y="1746183"/>
                </a:lnTo>
                <a:lnTo>
                  <a:pt x="74254" y="1735131"/>
                </a:lnTo>
                <a:lnTo>
                  <a:pt x="75551" y="1724080"/>
                </a:lnTo>
                <a:lnTo>
                  <a:pt x="77074" y="1713028"/>
                </a:lnTo>
                <a:lnTo>
                  <a:pt x="78736" y="1701976"/>
                </a:lnTo>
                <a:lnTo>
                  <a:pt x="80451" y="1690924"/>
                </a:lnTo>
                <a:lnTo>
                  <a:pt x="82139" y="1679872"/>
                </a:lnTo>
                <a:lnTo>
                  <a:pt x="83734" y="1668821"/>
                </a:lnTo>
                <a:lnTo>
                  <a:pt x="85190" y="1657769"/>
                </a:lnTo>
                <a:lnTo>
                  <a:pt x="86474" y="1646717"/>
                </a:lnTo>
                <a:lnTo>
                  <a:pt x="87574" y="1635665"/>
                </a:lnTo>
                <a:lnTo>
                  <a:pt x="88490" y="1624613"/>
                </a:lnTo>
                <a:lnTo>
                  <a:pt x="89235" y="1613562"/>
                </a:lnTo>
                <a:lnTo>
                  <a:pt x="89829" y="1602510"/>
                </a:lnTo>
                <a:lnTo>
                  <a:pt x="90296" y="1591458"/>
                </a:lnTo>
                <a:lnTo>
                  <a:pt x="90663" y="1580406"/>
                </a:lnTo>
                <a:lnTo>
                  <a:pt x="90953" y="1569354"/>
                </a:lnTo>
                <a:lnTo>
                  <a:pt x="91186" y="1558303"/>
                </a:lnTo>
                <a:lnTo>
                  <a:pt x="91379" y="1547251"/>
                </a:lnTo>
                <a:lnTo>
                  <a:pt x="91543" y="1536199"/>
                </a:lnTo>
                <a:lnTo>
                  <a:pt x="91684" y="1525147"/>
                </a:lnTo>
                <a:lnTo>
                  <a:pt x="91803" y="1514096"/>
                </a:lnTo>
                <a:lnTo>
                  <a:pt x="91899" y="1503044"/>
                </a:lnTo>
                <a:lnTo>
                  <a:pt x="91966" y="1491992"/>
                </a:lnTo>
                <a:lnTo>
                  <a:pt x="91999" y="1480940"/>
                </a:lnTo>
                <a:lnTo>
                  <a:pt x="91990" y="1469888"/>
                </a:lnTo>
                <a:lnTo>
                  <a:pt x="91933" y="1458837"/>
                </a:lnTo>
                <a:lnTo>
                  <a:pt x="91825" y="1447785"/>
                </a:lnTo>
                <a:lnTo>
                  <a:pt x="91662" y="1436733"/>
                </a:lnTo>
                <a:lnTo>
                  <a:pt x="91447" y="1425681"/>
                </a:lnTo>
                <a:lnTo>
                  <a:pt x="91183" y="1414629"/>
                </a:lnTo>
                <a:lnTo>
                  <a:pt x="90879" y="1403578"/>
                </a:lnTo>
                <a:lnTo>
                  <a:pt x="90545" y="1392526"/>
                </a:lnTo>
                <a:lnTo>
                  <a:pt x="90194" y="1381474"/>
                </a:lnTo>
                <a:lnTo>
                  <a:pt x="89839" y="1370422"/>
                </a:lnTo>
                <a:lnTo>
                  <a:pt x="89495" y="1359370"/>
                </a:lnTo>
                <a:lnTo>
                  <a:pt x="89174" y="1348319"/>
                </a:lnTo>
                <a:lnTo>
                  <a:pt x="88887" y="1337267"/>
                </a:lnTo>
                <a:lnTo>
                  <a:pt x="88641" y="1326215"/>
                </a:lnTo>
                <a:lnTo>
                  <a:pt x="88440" y="1315163"/>
                </a:lnTo>
                <a:lnTo>
                  <a:pt x="88286" y="1304111"/>
                </a:lnTo>
                <a:lnTo>
                  <a:pt x="88176" y="1293060"/>
                </a:lnTo>
                <a:lnTo>
                  <a:pt x="88106" y="1282008"/>
                </a:lnTo>
                <a:lnTo>
                  <a:pt x="88071" y="1270956"/>
                </a:lnTo>
                <a:lnTo>
                  <a:pt x="88066" y="1259904"/>
                </a:lnTo>
                <a:lnTo>
                  <a:pt x="88085" y="1248853"/>
                </a:lnTo>
                <a:lnTo>
                  <a:pt x="88129" y="1237801"/>
                </a:lnTo>
                <a:lnTo>
                  <a:pt x="88195" y="1226749"/>
                </a:lnTo>
                <a:lnTo>
                  <a:pt x="88286" y="1215697"/>
                </a:lnTo>
                <a:lnTo>
                  <a:pt x="88403" y="1204645"/>
                </a:lnTo>
                <a:lnTo>
                  <a:pt x="88550" y="1193594"/>
                </a:lnTo>
                <a:lnTo>
                  <a:pt x="88727" y="1182542"/>
                </a:lnTo>
                <a:lnTo>
                  <a:pt x="88932" y="1171490"/>
                </a:lnTo>
                <a:lnTo>
                  <a:pt x="89162" y="1160438"/>
                </a:lnTo>
                <a:lnTo>
                  <a:pt x="89409" y="1149386"/>
                </a:lnTo>
                <a:lnTo>
                  <a:pt x="89662" y="1138335"/>
                </a:lnTo>
                <a:lnTo>
                  <a:pt x="89910" y="1127283"/>
                </a:lnTo>
                <a:lnTo>
                  <a:pt x="90138" y="1116231"/>
                </a:lnTo>
                <a:lnTo>
                  <a:pt x="90332" y="1105179"/>
                </a:lnTo>
                <a:lnTo>
                  <a:pt x="90480" y="1094127"/>
                </a:lnTo>
                <a:lnTo>
                  <a:pt x="90568" y="1083076"/>
                </a:lnTo>
                <a:lnTo>
                  <a:pt x="90587" y="1072024"/>
                </a:lnTo>
                <a:lnTo>
                  <a:pt x="90526" y="1060972"/>
                </a:lnTo>
                <a:lnTo>
                  <a:pt x="90378" y="1049920"/>
                </a:lnTo>
                <a:lnTo>
                  <a:pt x="90134" y="1038868"/>
                </a:lnTo>
                <a:lnTo>
                  <a:pt x="89788" y="1027817"/>
                </a:lnTo>
                <a:lnTo>
                  <a:pt x="89336" y="1016765"/>
                </a:lnTo>
                <a:lnTo>
                  <a:pt x="88775" y="1005713"/>
                </a:lnTo>
                <a:lnTo>
                  <a:pt x="88111" y="994661"/>
                </a:lnTo>
                <a:lnTo>
                  <a:pt x="87350" y="983609"/>
                </a:lnTo>
                <a:lnTo>
                  <a:pt x="86512" y="972558"/>
                </a:lnTo>
                <a:lnTo>
                  <a:pt x="85622" y="961506"/>
                </a:lnTo>
                <a:lnTo>
                  <a:pt x="84714" y="950454"/>
                </a:lnTo>
                <a:lnTo>
                  <a:pt x="83831" y="939402"/>
                </a:lnTo>
                <a:lnTo>
                  <a:pt x="83017" y="928351"/>
                </a:lnTo>
                <a:lnTo>
                  <a:pt x="82319" y="917299"/>
                </a:lnTo>
                <a:lnTo>
                  <a:pt x="81779" y="906247"/>
                </a:lnTo>
                <a:lnTo>
                  <a:pt x="81429" y="895195"/>
                </a:lnTo>
                <a:lnTo>
                  <a:pt x="81291" y="884143"/>
                </a:lnTo>
                <a:lnTo>
                  <a:pt x="81369" y="873092"/>
                </a:lnTo>
                <a:lnTo>
                  <a:pt x="81652" y="862040"/>
                </a:lnTo>
                <a:lnTo>
                  <a:pt x="82114" y="850988"/>
                </a:lnTo>
                <a:lnTo>
                  <a:pt x="82718" y="839936"/>
                </a:lnTo>
                <a:lnTo>
                  <a:pt x="83417" y="828884"/>
                </a:lnTo>
                <a:lnTo>
                  <a:pt x="84164" y="817833"/>
                </a:lnTo>
                <a:lnTo>
                  <a:pt x="84911" y="806781"/>
                </a:lnTo>
                <a:lnTo>
                  <a:pt x="85617" y="795729"/>
                </a:lnTo>
                <a:lnTo>
                  <a:pt x="86248" y="784677"/>
                </a:lnTo>
                <a:lnTo>
                  <a:pt x="86782" y="773625"/>
                </a:lnTo>
                <a:lnTo>
                  <a:pt x="87203" y="762574"/>
                </a:lnTo>
                <a:lnTo>
                  <a:pt x="87505" y="751522"/>
                </a:lnTo>
                <a:lnTo>
                  <a:pt x="87687" y="740470"/>
                </a:lnTo>
                <a:lnTo>
                  <a:pt x="87756" y="729418"/>
                </a:lnTo>
                <a:lnTo>
                  <a:pt x="87718" y="718366"/>
                </a:lnTo>
                <a:lnTo>
                  <a:pt x="87586" y="707315"/>
                </a:lnTo>
                <a:lnTo>
                  <a:pt x="87370" y="696263"/>
                </a:lnTo>
                <a:lnTo>
                  <a:pt x="87087" y="685211"/>
                </a:lnTo>
                <a:lnTo>
                  <a:pt x="86752" y="674159"/>
                </a:lnTo>
                <a:lnTo>
                  <a:pt x="86386" y="663108"/>
                </a:lnTo>
                <a:lnTo>
                  <a:pt x="86009" y="652056"/>
                </a:lnTo>
                <a:lnTo>
                  <a:pt x="85645" y="641004"/>
                </a:lnTo>
                <a:lnTo>
                  <a:pt x="85318" y="629952"/>
                </a:lnTo>
                <a:lnTo>
                  <a:pt x="85049" y="618900"/>
                </a:lnTo>
                <a:lnTo>
                  <a:pt x="84857" y="607849"/>
                </a:lnTo>
                <a:lnTo>
                  <a:pt x="84755" y="596797"/>
                </a:lnTo>
                <a:lnTo>
                  <a:pt x="84746" y="585745"/>
                </a:lnTo>
                <a:lnTo>
                  <a:pt x="84829" y="574693"/>
                </a:lnTo>
                <a:lnTo>
                  <a:pt x="84992" y="563641"/>
                </a:lnTo>
                <a:lnTo>
                  <a:pt x="85218" y="552590"/>
                </a:lnTo>
                <a:lnTo>
                  <a:pt x="85485" y="541538"/>
                </a:lnTo>
                <a:lnTo>
                  <a:pt x="85769" y="530486"/>
                </a:lnTo>
                <a:lnTo>
                  <a:pt x="86047" y="519434"/>
                </a:lnTo>
                <a:lnTo>
                  <a:pt x="86301" y="508382"/>
                </a:lnTo>
                <a:lnTo>
                  <a:pt x="86516" y="497331"/>
                </a:lnTo>
                <a:lnTo>
                  <a:pt x="86687" y="486279"/>
                </a:lnTo>
                <a:lnTo>
                  <a:pt x="86812" y="475227"/>
                </a:lnTo>
                <a:lnTo>
                  <a:pt x="86898" y="464175"/>
                </a:lnTo>
                <a:lnTo>
                  <a:pt x="86952" y="453123"/>
                </a:lnTo>
                <a:lnTo>
                  <a:pt x="86985" y="442072"/>
                </a:lnTo>
                <a:lnTo>
                  <a:pt x="87008" y="431020"/>
                </a:lnTo>
                <a:lnTo>
                  <a:pt x="87030" y="419968"/>
                </a:lnTo>
                <a:lnTo>
                  <a:pt x="87060" y="408916"/>
                </a:lnTo>
                <a:lnTo>
                  <a:pt x="87100" y="397865"/>
                </a:lnTo>
                <a:lnTo>
                  <a:pt x="87155" y="386813"/>
                </a:lnTo>
                <a:lnTo>
                  <a:pt x="87224" y="375761"/>
                </a:lnTo>
                <a:lnTo>
                  <a:pt x="87308" y="364709"/>
                </a:lnTo>
                <a:lnTo>
                  <a:pt x="87408" y="353657"/>
                </a:lnTo>
                <a:lnTo>
                  <a:pt x="87525" y="342606"/>
                </a:lnTo>
                <a:lnTo>
                  <a:pt x="87661" y="331554"/>
                </a:lnTo>
                <a:lnTo>
                  <a:pt x="87818" y="320502"/>
                </a:lnTo>
                <a:lnTo>
                  <a:pt x="87999" y="309450"/>
                </a:lnTo>
                <a:lnTo>
                  <a:pt x="88205" y="298398"/>
                </a:lnTo>
                <a:lnTo>
                  <a:pt x="88435" y="287347"/>
                </a:lnTo>
                <a:lnTo>
                  <a:pt x="88684" y="276295"/>
                </a:lnTo>
                <a:lnTo>
                  <a:pt x="88944" y="265243"/>
                </a:lnTo>
                <a:lnTo>
                  <a:pt x="89197" y="254191"/>
                </a:lnTo>
                <a:lnTo>
                  <a:pt x="89422" y="243139"/>
                </a:lnTo>
                <a:lnTo>
                  <a:pt x="89582" y="232088"/>
                </a:lnTo>
                <a:lnTo>
                  <a:pt x="89633" y="221036"/>
                </a:lnTo>
                <a:lnTo>
                  <a:pt x="89513" y="209984"/>
                </a:lnTo>
                <a:lnTo>
                  <a:pt x="89145" y="198932"/>
                </a:lnTo>
                <a:lnTo>
                  <a:pt x="88437" y="187880"/>
                </a:lnTo>
                <a:lnTo>
                  <a:pt x="87279" y="176829"/>
                </a:lnTo>
                <a:lnTo>
                  <a:pt x="85548" y="165777"/>
                </a:lnTo>
                <a:lnTo>
                  <a:pt x="83116" y="154725"/>
                </a:lnTo>
                <a:lnTo>
                  <a:pt x="79859" y="143673"/>
                </a:lnTo>
                <a:lnTo>
                  <a:pt x="75676" y="132622"/>
                </a:lnTo>
                <a:lnTo>
                  <a:pt x="70498" y="121570"/>
                </a:lnTo>
                <a:lnTo>
                  <a:pt x="64317" y="110518"/>
                </a:lnTo>
                <a:lnTo>
                  <a:pt x="57197" y="99466"/>
                </a:lnTo>
                <a:lnTo>
                  <a:pt x="49293" y="88414"/>
                </a:lnTo>
                <a:lnTo>
                  <a:pt x="40852" y="77363"/>
                </a:lnTo>
                <a:lnTo>
                  <a:pt x="32212" y="66311"/>
                </a:lnTo>
                <a:lnTo>
                  <a:pt x="23783" y="55259"/>
                </a:lnTo>
                <a:lnTo>
                  <a:pt x="16019" y="44207"/>
                </a:lnTo>
                <a:lnTo>
                  <a:pt x="9382" y="33155"/>
                </a:lnTo>
                <a:lnTo>
                  <a:pt x="4293" y="22104"/>
                </a:lnTo>
                <a:lnTo>
                  <a:pt x="1092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46" y="11052"/>
                </a:lnTo>
                <a:lnTo>
                  <a:pt x="183145" y="22104"/>
                </a:lnTo>
                <a:lnTo>
                  <a:pt x="178056" y="33155"/>
                </a:lnTo>
                <a:lnTo>
                  <a:pt x="171419" y="44207"/>
                </a:lnTo>
                <a:lnTo>
                  <a:pt x="163656" y="55259"/>
                </a:lnTo>
                <a:lnTo>
                  <a:pt x="155227" y="66311"/>
                </a:lnTo>
                <a:lnTo>
                  <a:pt x="146586" y="77363"/>
                </a:lnTo>
                <a:lnTo>
                  <a:pt x="138145" y="88414"/>
                </a:lnTo>
                <a:lnTo>
                  <a:pt x="130241" y="99466"/>
                </a:lnTo>
                <a:lnTo>
                  <a:pt x="123122" y="110518"/>
                </a:lnTo>
                <a:lnTo>
                  <a:pt x="116941" y="121570"/>
                </a:lnTo>
                <a:lnTo>
                  <a:pt x="111763" y="132622"/>
                </a:lnTo>
                <a:lnTo>
                  <a:pt x="107579" y="143673"/>
                </a:lnTo>
                <a:lnTo>
                  <a:pt x="104323" y="154725"/>
                </a:lnTo>
                <a:lnTo>
                  <a:pt x="101891" y="165777"/>
                </a:lnTo>
                <a:lnTo>
                  <a:pt x="100159" y="176829"/>
                </a:lnTo>
                <a:lnTo>
                  <a:pt x="99001" y="187880"/>
                </a:lnTo>
                <a:lnTo>
                  <a:pt x="98293" y="198932"/>
                </a:lnTo>
                <a:lnTo>
                  <a:pt x="97926" y="209984"/>
                </a:lnTo>
                <a:lnTo>
                  <a:pt x="97806" y="221036"/>
                </a:lnTo>
                <a:lnTo>
                  <a:pt x="97856" y="232088"/>
                </a:lnTo>
                <a:lnTo>
                  <a:pt x="98017" y="243139"/>
                </a:lnTo>
                <a:lnTo>
                  <a:pt x="98241" y="254191"/>
                </a:lnTo>
                <a:lnTo>
                  <a:pt x="98495" y="265243"/>
                </a:lnTo>
                <a:lnTo>
                  <a:pt x="98754" y="276295"/>
                </a:lnTo>
                <a:lnTo>
                  <a:pt x="99004" y="287347"/>
                </a:lnTo>
                <a:lnTo>
                  <a:pt x="99234" y="298398"/>
                </a:lnTo>
                <a:lnTo>
                  <a:pt x="99440" y="309450"/>
                </a:lnTo>
                <a:lnTo>
                  <a:pt x="99620" y="320502"/>
                </a:lnTo>
                <a:lnTo>
                  <a:pt x="99778" y="331554"/>
                </a:lnTo>
                <a:lnTo>
                  <a:pt x="99914" y="342606"/>
                </a:lnTo>
                <a:lnTo>
                  <a:pt x="100030" y="353657"/>
                </a:lnTo>
                <a:lnTo>
                  <a:pt x="100130" y="364709"/>
                </a:lnTo>
                <a:lnTo>
                  <a:pt x="100215" y="375761"/>
                </a:lnTo>
                <a:lnTo>
                  <a:pt x="100284" y="386813"/>
                </a:lnTo>
                <a:lnTo>
                  <a:pt x="100338" y="397865"/>
                </a:lnTo>
                <a:lnTo>
                  <a:pt x="100379" y="408916"/>
                </a:lnTo>
                <a:lnTo>
                  <a:pt x="100408" y="419968"/>
                </a:lnTo>
                <a:lnTo>
                  <a:pt x="100431" y="431020"/>
                </a:lnTo>
                <a:lnTo>
                  <a:pt x="100454" y="442072"/>
                </a:lnTo>
                <a:lnTo>
                  <a:pt x="100487" y="453123"/>
                </a:lnTo>
                <a:lnTo>
                  <a:pt x="100541" y="464175"/>
                </a:lnTo>
                <a:lnTo>
                  <a:pt x="100626" y="475227"/>
                </a:lnTo>
                <a:lnTo>
                  <a:pt x="100752" y="486279"/>
                </a:lnTo>
                <a:lnTo>
                  <a:pt x="100922" y="497331"/>
                </a:lnTo>
                <a:lnTo>
                  <a:pt x="101138" y="508382"/>
                </a:lnTo>
                <a:lnTo>
                  <a:pt x="101391" y="519434"/>
                </a:lnTo>
                <a:lnTo>
                  <a:pt x="101669" y="530486"/>
                </a:lnTo>
                <a:lnTo>
                  <a:pt x="101953" y="541538"/>
                </a:lnTo>
                <a:lnTo>
                  <a:pt x="102220" y="552590"/>
                </a:lnTo>
                <a:lnTo>
                  <a:pt x="102446" y="563641"/>
                </a:lnTo>
                <a:lnTo>
                  <a:pt x="102609" y="574693"/>
                </a:lnTo>
                <a:lnTo>
                  <a:pt x="102692" y="585745"/>
                </a:lnTo>
                <a:lnTo>
                  <a:pt x="102684" y="596797"/>
                </a:lnTo>
                <a:lnTo>
                  <a:pt x="102581" y="607849"/>
                </a:lnTo>
                <a:lnTo>
                  <a:pt x="102389" y="618900"/>
                </a:lnTo>
                <a:lnTo>
                  <a:pt x="102120" y="629952"/>
                </a:lnTo>
                <a:lnTo>
                  <a:pt x="101793" y="641004"/>
                </a:lnTo>
                <a:lnTo>
                  <a:pt x="101429" y="652056"/>
                </a:lnTo>
                <a:lnTo>
                  <a:pt x="101053" y="663108"/>
                </a:lnTo>
                <a:lnTo>
                  <a:pt x="100686" y="674159"/>
                </a:lnTo>
                <a:lnTo>
                  <a:pt x="100351" y="685211"/>
                </a:lnTo>
                <a:lnTo>
                  <a:pt x="100068" y="696263"/>
                </a:lnTo>
                <a:lnTo>
                  <a:pt x="99853" y="707315"/>
                </a:lnTo>
                <a:lnTo>
                  <a:pt x="99720" y="718366"/>
                </a:lnTo>
                <a:lnTo>
                  <a:pt x="99683" y="729418"/>
                </a:lnTo>
                <a:lnTo>
                  <a:pt x="99751" y="740470"/>
                </a:lnTo>
                <a:lnTo>
                  <a:pt x="99934" y="751522"/>
                </a:lnTo>
                <a:lnTo>
                  <a:pt x="100235" y="762574"/>
                </a:lnTo>
                <a:lnTo>
                  <a:pt x="100656" y="773625"/>
                </a:lnTo>
                <a:lnTo>
                  <a:pt x="101190" y="784677"/>
                </a:lnTo>
                <a:lnTo>
                  <a:pt x="101822" y="795729"/>
                </a:lnTo>
                <a:lnTo>
                  <a:pt x="102528" y="806781"/>
                </a:lnTo>
                <a:lnTo>
                  <a:pt x="103275" y="817833"/>
                </a:lnTo>
                <a:lnTo>
                  <a:pt x="104021" y="828884"/>
                </a:lnTo>
                <a:lnTo>
                  <a:pt x="104720" y="839936"/>
                </a:lnTo>
                <a:lnTo>
                  <a:pt x="105324" y="850988"/>
                </a:lnTo>
                <a:lnTo>
                  <a:pt x="105786" y="862040"/>
                </a:lnTo>
                <a:lnTo>
                  <a:pt x="106069" y="873092"/>
                </a:lnTo>
                <a:lnTo>
                  <a:pt x="106147" y="884143"/>
                </a:lnTo>
                <a:lnTo>
                  <a:pt x="106009" y="895195"/>
                </a:lnTo>
                <a:lnTo>
                  <a:pt x="105660" y="906247"/>
                </a:lnTo>
                <a:lnTo>
                  <a:pt x="105120" y="917299"/>
                </a:lnTo>
                <a:lnTo>
                  <a:pt x="104422" y="928351"/>
                </a:lnTo>
                <a:lnTo>
                  <a:pt x="103608" y="939402"/>
                </a:lnTo>
                <a:lnTo>
                  <a:pt x="102724" y="950454"/>
                </a:lnTo>
                <a:lnTo>
                  <a:pt x="101816" y="961506"/>
                </a:lnTo>
                <a:lnTo>
                  <a:pt x="100926" y="972558"/>
                </a:lnTo>
                <a:lnTo>
                  <a:pt x="100088" y="983609"/>
                </a:lnTo>
                <a:lnTo>
                  <a:pt x="99328" y="994661"/>
                </a:lnTo>
                <a:lnTo>
                  <a:pt x="98663" y="1005713"/>
                </a:lnTo>
                <a:lnTo>
                  <a:pt x="98103" y="1016765"/>
                </a:lnTo>
                <a:lnTo>
                  <a:pt x="97651" y="1027817"/>
                </a:lnTo>
                <a:lnTo>
                  <a:pt x="97305" y="1038868"/>
                </a:lnTo>
                <a:lnTo>
                  <a:pt x="97061" y="1049920"/>
                </a:lnTo>
                <a:lnTo>
                  <a:pt x="96912" y="1060972"/>
                </a:lnTo>
                <a:lnTo>
                  <a:pt x="96851" y="1072024"/>
                </a:lnTo>
                <a:lnTo>
                  <a:pt x="96870" y="1083076"/>
                </a:lnTo>
                <a:lnTo>
                  <a:pt x="96959" y="1094127"/>
                </a:lnTo>
                <a:lnTo>
                  <a:pt x="97106" y="1105179"/>
                </a:lnTo>
                <a:lnTo>
                  <a:pt x="97301" y="1116231"/>
                </a:lnTo>
                <a:lnTo>
                  <a:pt x="97529" y="1127283"/>
                </a:lnTo>
                <a:lnTo>
                  <a:pt x="97776" y="1138335"/>
                </a:lnTo>
                <a:lnTo>
                  <a:pt x="98030" y="1149386"/>
                </a:lnTo>
                <a:lnTo>
                  <a:pt x="98276" y="1160438"/>
                </a:lnTo>
                <a:lnTo>
                  <a:pt x="98506" y="1171490"/>
                </a:lnTo>
                <a:lnTo>
                  <a:pt x="98712" y="1182542"/>
                </a:lnTo>
                <a:lnTo>
                  <a:pt x="98888" y="1193594"/>
                </a:lnTo>
                <a:lnTo>
                  <a:pt x="99035" y="1204645"/>
                </a:lnTo>
                <a:lnTo>
                  <a:pt x="99153" y="1215697"/>
                </a:lnTo>
                <a:lnTo>
                  <a:pt x="99243" y="1226749"/>
                </a:lnTo>
                <a:lnTo>
                  <a:pt x="99310" y="1237801"/>
                </a:lnTo>
                <a:lnTo>
                  <a:pt x="99353" y="1248853"/>
                </a:lnTo>
                <a:lnTo>
                  <a:pt x="99373" y="1259904"/>
                </a:lnTo>
                <a:lnTo>
                  <a:pt x="99367" y="1270956"/>
                </a:lnTo>
                <a:lnTo>
                  <a:pt x="99332" y="1282008"/>
                </a:lnTo>
                <a:lnTo>
                  <a:pt x="99262" y="1293060"/>
                </a:lnTo>
                <a:lnTo>
                  <a:pt x="99152" y="1304111"/>
                </a:lnTo>
                <a:lnTo>
                  <a:pt x="98998" y="1315163"/>
                </a:lnTo>
                <a:lnTo>
                  <a:pt x="98798" y="1326215"/>
                </a:lnTo>
                <a:lnTo>
                  <a:pt x="98552" y="1337267"/>
                </a:lnTo>
                <a:lnTo>
                  <a:pt x="98265" y="1348319"/>
                </a:lnTo>
                <a:lnTo>
                  <a:pt x="97943" y="1359370"/>
                </a:lnTo>
                <a:lnTo>
                  <a:pt x="97599" y="1370422"/>
                </a:lnTo>
                <a:lnTo>
                  <a:pt x="97244" y="1381474"/>
                </a:lnTo>
                <a:lnTo>
                  <a:pt x="96893" y="1392526"/>
                </a:lnTo>
                <a:lnTo>
                  <a:pt x="96559" y="1403578"/>
                </a:lnTo>
                <a:lnTo>
                  <a:pt x="96255" y="1414629"/>
                </a:lnTo>
                <a:lnTo>
                  <a:pt x="95991" y="1425681"/>
                </a:lnTo>
                <a:lnTo>
                  <a:pt x="95776" y="1436733"/>
                </a:lnTo>
                <a:lnTo>
                  <a:pt x="95614" y="1447785"/>
                </a:lnTo>
                <a:lnTo>
                  <a:pt x="95505" y="1458837"/>
                </a:lnTo>
                <a:lnTo>
                  <a:pt x="95449" y="1469888"/>
                </a:lnTo>
                <a:lnTo>
                  <a:pt x="95440" y="1480940"/>
                </a:lnTo>
                <a:lnTo>
                  <a:pt x="95472" y="1491992"/>
                </a:lnTo>
                <a:lnTo>
                  <a:pt x="95540" y="1503044"/>
                </a:lnTo>
                <a:lnTo>
                  <a:pt x="95635" y="1514096"/>
                </a:lnTo>
                <a:lnTo>
                  <a:pt x="95755" y="1525147"/>
                </a:lnTo>
                <a:lnTo>
                  <a:pt x="95895" y="1536199"/>
                </a:lnTo>
                <a:lnTo>
                  <a:pt x="96059" y="1547251"/>
                </a:lnTo>
                <a:lnTo>
                  <a:pt x="96252" y="1558303"/>
                </a:lnTo>
                <a:lnTo>
                  <a:pt x="96485" y="1569354"/>
                </a:lnTo>
                <a:lnTo>
                  <a:pt x="96775" y="1580406"/>
                </a:lnTo>
                <a:lnTo>
                  <a:pt x="97142" y="1591458"/>
                </a:lnTo>
                <a:lnTo>
                  <a:pt x="97610" y="1602510"/>
                </a:lnTo>
                <a:lnTo>
                  <a:pt x="98204" y="1613562"/>
                </a:lnTo>
                <a:lnTo>
                  <a:pt x="98949" y="1624613"/>
                </a:lnTo>
                <a:lnTo>
                  <a:pt x="99864" y="1635665"/>
                </a:lnTo>
                <a:lnTo>
                  <a:pt x="100964" y="1646717"/>
                </a:lnTo>
                <a:lnTo>
                  <a:pt x="102248" y="1657769"/>
                </a:lnTo>
                <a:lnTo>
                  <a:pt x="103704" y="1668821"/>
                </a:lnTo>
                <a:lnTo>
                  <a:pt x="105300" y="1679872"/>
                </a:lnTo>
                <a:lnTo>
                  <a:pt x="106988" y="1690924"/>
                </a:lnTo>
                <a:lnTo>
                  <a:pt x="108702" y="1701976"/>
                </a:lnTo>
                <a:lnTo>
                  <a:pt x="110364" y="1713028"/>
                </a:lnTo>
                <a:lnTo>
                  <a:pt x="111887" y="1724080"/>
                </a:lnTo>
                <a:lnTo>
                  <a:pt x="113185" y="1735131"/>
                </a:lnTo>
                <a:lnTo>
                  <a:pt x="114177" y="1746183"/>
                </a:lnTo>
                <a:lnTo>
                  <a:pt x="114800" y="1757235"/>
                </a:lnTo>
                <a:lnTo>
                  <a:pt x="115012" y="1768287"/>
                </a:lnTo>
                <a:lnTo>
                  <a:pt x="115012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C9CC4580-A593-5CD6-7FB3-4336D7497FA2}"/>
              </a:ext>
            </a:extLst>
          </p:cNvPr>
          <p:cNvSpPr>
            <a:spLocks/>
          </p:cNvSpPr>
          <p:nvPr/>
        </p:nvSpPr>
        <p:spPr>
          <a:xfrm>
            <a:off x="716430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56BF6C48-983E-8E29-17AC-4924D56096F4}"/>
              </a:ext>
            </a:extLst>
          </p:cNvPr>
          <p:cNvSpPr>
            <a:spLocks/>
          </p:cNvSpPr>
          <p:nvPr/>
        </p:nvSpPr>
        <p:spPr>
          <a:xfrm>
            <a:off x="713153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172B5C01-B76F-538E-FD5B-7ECA7292A52C}"/>
              </a:ext>
            </a:extLst>
          </p:cNvPr>
          <p:cNvSpPr>
            <a:spLocks/>
          </p:cNvSpPr>
          <p:nvPr/>
        </p:nvSpPr>
        <p:spPr>
          <a:xfrm>
            <a:off x="705369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3A0E7874-523A-00AF-2B0C-AC7EC2DCEF39}"/>
              </a:ext>
            </a:extLst>
          </p:cNvPr>
          <p:cNvSpPr>
            <a:spLocks/>
          </p:cNvSpPr>
          <p:nvPr/>
        </p:nvSpPr>
        <p:spPr>
          <a:xfrm>
            <a:off x="70886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A810538A-2ACD-415E-6937-9489AC68DE52}"/>
              </a:ext>
            </a:extLst>
          </p:cNvPr>
          <p:cNvSpPr>
            <a:spLocks/>
          </p:cNvSpPr>
          <p:nvPr/>
        </p:nvSpPr>
        <p:spPr>
          <a:xfrm>
            <a:off x="708085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33EC8C54-B297-0CDF-7224-B083397452DE}"/>
              </a:ext>
            </a:extLst>
          </p:cNvPr>
          <p:cNvSpPr>
            <a:spLocks/>
          </p:cNvSpPr>
          <p:nvPr/>
        </p:nvSpPr>
        <p:spPr>
          <a:xfrm>
            <a:off x="70738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10B3B47C-80D9-1442-8734-3E9B1EA80E40}"/>
              </a:ext>
            </a:extLst>
          </p:cNvPr>
          <p:cNvSpPr>
            <a:spLocks/>
          </p:cNvSpPr>
          <p:nvPr/>
        </p:nvSpPr>
        <p:spPr>
          <a:xfrm>
            <a:off x="71196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057CE302-3999-48E5-07A3-D47F95156E97}"/>
              </a:ext>
            </a:extLst>
          </p:cNvPr>
          <p:cNvSpPr>
            <a:spLocks/>
          </p:cNvSpPr>
          <p:nvPr/>
        </p:nvSpPr>
        <p:spPr>
          <a:xfrm>
            <a:off x="7083278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DFDCCAE5-4C1F-D98A-B6C1-622E4EFE07AB}"/>
              </a:ext>
            </a:extLst>
          </p:cNvPr>
          <p:cNvSpPr>
            <a:spLocks/>
          </p:cNvSpPr>
          <p:nvPr/>
        </p:nvSpPr>
        <p:spPr>
          <a:xfrm>
            <a:off x="71523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DAF6D931-1DB4-3016-C871-0BFE9100DB12}"/>
              </a:ext>
            </a:extLst>
          </p:cNvPr>
          <p:cNvSpPr>
            <a:spLocks/>
          </p:cNvSpPr>
          <p:nvPr/>
        </p:nvSpPr>
        <p:spPr>
          <a:xfrm>
            <a:off x="710374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5C14291E-2E0B-4AEB-FB9F-F5709341E4CD}"/>
              </a:ext>
            </a:extLst>
          </p:cNvPr>
          <p:cNvSpPr>
            <a:spLocks/>
          </p:cNvSpPr>
          <p:nvPr/>
        </p:nvSpPr>
        <p:spPr>
          <a:xfrm>
            <a:off x="7083058" y="215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4BC90E6F-B174-E156-A9CF-573842412EC7}"/>
              </a:ext>
            </a:extLst>
          </p:cNvPr>
          <p:cNvSpPr>
            <a:spLocks/>
          </p:cNvSpPr>
          <p:nvPr/>
        </p:nvSpPr>
        <p:spPr>
          <a:xfrm>
            <a:off x="7156098" y="2941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2B94A73A-ABA6-C57D-2327-7EA83B5E47E4}"/>
              </a:ext>
            </a:extLst>
          </p:cNvPr>
          <p:cNvSpPr>
            <a:spLocks/>
          </p:cNvSpPr>
          <p:nvPr/>
        </p:nvSpPr>
        <p:spPr>
          <a:xfrm>
            <a:off x="7146494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F6657E31-BC57-125F-6373-F1AFAFE36DCF}"/>
              </a:ext>
            </a:extLst>
          </p:cNvPr>
          <p:cNvSpPr>
            <a:spLocks/>
          </p:cNvSpPr>
          <p:nvPr/>
        </p:nvSpPr>
        <p:spPr>
          <a:xfrm>
            <a:off x="7162709" y="3343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A6D9DCF7-CD41-B07B-C065-7A09B39B0841}"/>
              </a:ext>
            </a:extLst>
          </p:cNvPr>
          <p:cNvSpPr>
            <a:spLocks/>
          </p:cNvSpPr>
          <p:nvPr/>
        </p:nvSpPr>
        <p:spPr>
          <a:xfrm>
            <a:off x="7095454" y="3189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EAAEDA1-87EC-C225-D76B-F8ED30D56D1E}"/>
              </a:ext>
            </a:extLst>
          </p:cNvPr>
          <p:cNvSpPr>
            <a:spLocks/>
          </p:cNvSpPr>
          <p:nvPr/>
        </p:nvSpPr>
        <p:spPr>
          <a:xfrm>
            <a:off x="7133208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F0681217-F795-C36E-0EB9-7150732DEDCB}"/>
              </a:ext>
            </a:extLst>
          </p:cNvPr>
          <p:cNvSpPr>
            <a:spLocks/>
          </p:cNvSpPr>
          <p:nvPr/>
        </p:nvSpPr>
        <p:spPr>
          <a:xfrm>
            <a:off x="7083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A268BBEE-57F6-1489-F454-440FBC6EF347}"/>
              </a:ext>
            </a:extLst>
          </p:cNvPr>
          <p:cNvSpPr>
            <a:spLocks/>
          </p:cNvSpPr>
          <p:nvPr/>
        </p:nvSpPr>
        <p:spPr>
          <a:xfrm>
            <a:off x="7170433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D7479EB9-7C39-2944-00F5-3B138F0CDA16}"/>
              </a:ext>
            </a:extLst>
          </p:cNvPr>
          <p:cNvSpPr>
            <a:spLocks/>
          </p:cNvSpPr>
          <p:nvPr/>
        </p:nvSpPr>
        <p:spPr>
          <a:xfrm>
            <a:off x="7138053" y="2535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B47DF3D3-3E55-9C39-F491-69BF862B9FEB}"/>
              </a:ext>
            </a:extLst>
          </p:cNvPr>
          <p:cNvSpPr>
            <a:spLocks/>
          </p:cNvSpPr>
          <p:nvPr/>
        </p:nvSpPr>
        <p:spPr>
          <a:xfrm>
            <a:off x="7170370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302353B9-C8EF-EC84-E0FE-7C209D319135}"/>
              </a:ext>
            </a:extLst>
          </p:cNvPr>
          <p:cNvSpPr>
            <a:spLocks/>
          </p:cNvSpPr>
          <p:nvPr/>
        </p:nvSpPr>
        <p:spPr>
          <a:xfrm>
            <a:off x="7064341" y="3236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17EC09FF-680C-14C7-E62B-922A99C94B5F}"/>
              </a:ext>
            </a:extLst>
          </p:cNvPr>
          <p:cNvSpPr>
            <a:spLocks/>
          </p:cNvSpPr>
          <p:nvPr/>
        </p:nvSpPr>
        <p:spPr>
          <a:xfrm>
            <a:off x="70758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3292222D-5132-E786-E518-DEF656AD774F}"/>
              </a:ext>
            </a:extLst>
          </p:cNvPr>
          <p:cNvSpPr>
            <a:spLocks/>
          </p:cNvSpPr>
          <p:nvPr/>
        </p:nvSpPr>
        <p:spPr>
          <a:xfrm>
            <a:off x="7132629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3F5C8792-B49F-C03D-5820-F796DD0948F2}"/>
              </a:ext>
            </a:extLst>
          </p:cNvPr>
          <p:cNvSpPr>
            <a:spLocks/>
          </p:cNvSpPr>
          <p:nvPr/>
        </p:nvSpPr>
        <p:spPr>
          <a:xfrm>
            <a:off x="709219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2EBF638B-F477-297E-8E84-C37EF08BE747}"/>
              </a:ext>
            </a:extLst>
          </p:cNvPr>
          <p:cNvSpPr>
            <a:spLocks/>
          </p:cNvSpPr>
          <p:nvPr/>
        </p:nvSpPr>
        <p:spPr>
          <a:xfrm>
            <a:off x="71432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479F7ED4-713B-E61B-134F-5DC3B5836A07}"/>
              </a:ext>
            </a:extLst>
          </p:cNvPr>
          <p:cNvSpPr>
            <a:spLocks/>
          </p:cNvSpPr>
          <p:nvPr/>
        </p:nvSpPr>
        <p:spPr>
          <a:xfrm>
            <a:off x="705391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17FF2B06-11B3-65DE-C00C-779785D3A7AC}"/>
              </a:ext>
            </a:extLst>
          </p:cNvPr>
          <p:cNvSpPr>
            <a:spLocks/>
          </p:cNvSpPr>
          <p:nvPr/>
        </p:nvSpPr>
        <p:spPr>
          <a:xfrm>
            <a:off x="706582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056953BD-48F3-5AC8-88BE-8E3370C54B48}"/>
              </a:ext>
            </a:extLst>
          </p:cNvPr>
          <p:cNvSpPr>
            <a:spLocks/>
          </p:cNvSpPr>
          <p:nvPr/>
        </p:nvSpPr>
        <p:spPr>
          <a:xfrm>
            <a:off x="70915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2CBA54E1-54E6-D8DC-5D7A-6AC99BB601C5}"/>
              </a:ext>
            </a:extLst>
          </p:cNvPr>
          <p:cNvSpPr>
            <a:spLocks/>
          </p:cNvSpPr>
          <p:nvPr/>
        </p:nvSpPr>
        <p:spPr>
          <a:xfrm>
            <a:off x="7064802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F9399DE8-FC06-0BC7-CFB2-C39872D0BF72}"/>
              </a:ext>
            </a:extLst>
          </p:cNvPr>
          <p:cNvSpPr>
            <a:spLocks/>
          </p:cNvSpPr>
          <p:nvPr/>
        </p:nvSpPr>
        <p:spPr>
          <a:xfrm>
            <a:off x="7164548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A5A5A3C1-AEE9-C98D-4AB5-3DF65CDDEA82}"/>
              </a:ext>
            </a:extLst>
          </p:cNvPr>
          <p:cNvSpPr>
            <a:spLocks/>
          </p:cNvSpPr>
          <p:nvPr/>
        </p:nvSpPr>
        <p:spPr>
          <a:xfrm>
            <a:off x="716024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E207AE31-BFD9-A076-B24C-57D1C8D97D25}"/>
              </a:ext>
            </a:extLst>
          </p:cNvPr>
          <p:cNvSpPr>
            <a:spLocks/>
          </p:cNvSpPr>
          <p:nvPr/>
        </p:nvSpPr>
        <p:spPr>
          <a:xfrm>
            <a:off x="7132811" y="2966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DAAB491E-CF6C-7979-70E3-FBB8E3D0C48E}"/>
              </a:ext>
            </a:extLst>
          </p:cNvPr>
          <p:cNvSpPr>
            <a:spLocks/>
          </p:cNvSpPr>
          <p:nvPr/>
        </p:nvSpPr>
        <p:spPr>
          <a:xfrm>
            <a:off x="71401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A2217228-5B4D-1218-4A61-5C4774301BA6}"/>
              </a:ext>
            </a:extLst>
          </p:cNvPr>
          <p:cNvSpPr>
            <a:spLocks/>
          </p:cNvSpPr>
          <p:nvPr/>
        </p:nvSpPr>
        <p:spPr>
          <a:xfrm>
            <a:off x="711594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957D646D-37F2-C51D-94B8-79729A197063}"/>
              </a:ext>
            </a:extLst>
          </p:cNvPr>
          <p:cNvSpPr>
            <a:spLocks/>
          </p:cNvSpPr>
          <p:nvPr/>
        </p:nvSpPr>
        <p:spPr>
          <a:xfrm>
            <a:off x="70801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F8EE77DF-4D70-EB7B-E372-D7DE622F165C}"/>
              </a:ext>
            </a:extLst>
          </p:cNvPr>
          <p:cNvSpPr>
            <a:spLocks/>
          </p:cNvSpPr>
          <p:nvPr/>
        </p:nvSpPr>
        <p:spPr>
          <a:xfrm>
            <a:off x="706147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50CA26CF-EFEF-2A7C-942A-1E799FB6536D}"/>
              </a:ext>
            </a:extLst>
          </p:cNvPr>
          <p:cNvSpPr>
            <a:spLocks/>
          </p:cNvSpPr>
          <p:nvPr/>
        </p:nvSpPr>
        <p:spPr>
          <a:xfrm>
            <a:off x="716891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A058C4C1-9BE1-5528-6A41-23B37C638697}"/>
              </a:ext>
            </a:extLst>
          </p:cNvPr>
          <p:cNvSpPr>
            <a:spLocks/>
          </p:cNvSpPr>
          <p:nvPr/>
        </p:nvSpPr>
        <p:spPr>
          <a:xfrm>
            <a:off x="7078468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D0E51308-1443-5D5E-1BF2-B5466CE180E4}"/>
              </a:ext>
            </a:extLst>
          </p:cNvPr>
          <p:cNvSpPr>
            <a:spLocks/>
          </p:cNvSpPr>
          <p:nvPr/>
        </p:nvSpPr>
        <p:spPr>
          <a:xfrm>
            <a:off x="7147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BF0FC214-CFAC-45F9-9911-76D3A3D13D2C}"/>
              </a:ext>
            </a:extLst>
          </p:cNvPr>
          <p:cNvSpPr>
            <a:spLocks/>
          </p:cNvSpPr>
          <p:nvPr/>
        </p:nvSpPr>
        <p:spPr>
          <a:xfrm>
            <a:off x="7073453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0913406F-C99E-30B5-6C44-DD43381F2186}"/>
              </a:ext>
            </a:extLst>
          </p:cNvPr>
          <p:cNvSpPr>
            <a:spLocks/>
          </p:cNvSpPr>
          <p:nvPr/>
        </p:nvSpPr>
        <p:spPr>
          <a:xfrm>
            <a:off x="71608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408F268D-1279-7EBA-2758-69A8ED6B77BF}"/>
              </a:ext>
            </a:extLst>
          </p:cNvPr>
          <p:cNvSpPr>
            <a:spLocks/>
          </p:cNvSpPr>
          <p:nvPr/>
        </p:nvSpPr>
        <p:spPr>
          <a:xfrm>
            <a:off x="7139865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3ECDEB5D-E2B1-A67F-0083-7727AA84C32D}"/>
              </a:ext>
            </a:extLst>
          </p:cNvPr>
          <p:cNvSpPr>
            <a:spLocks/>
          </p:cNvSpPr>
          <p:nvPr/>
        </p:nvSpPr>
        <p:spPr>
          <a:xfrm>
            <a:off x="714580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D062329F-89D2-0DD1-27F7-799DA8B75DE6}"/>
              </a:ext>
            </a:extLst>
          </p:cNvPr>
          <p:cNvSpPr>
            <a:spLocks/>
          </p:cNvSpPr>
          <p:nvPr/>
        </p:nvSpPr>
        <p:spPr>
          <a:xfrm>
            <a:off x="7126891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A9A0AEFD-96FC-7368-EE50-9EFBBC5583CB}"/>
              </a:ext>
            </a:extLst>
          </p:cNvPr>
          <p:cNvSpPr>
            <a:spLocks/>
          </p:cNvSpPr>
          <p:nvPr/>
        </p:nvSpPr>
        <p:spPr>
          <a:xfrm>
            <a:off x="708426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0A9D98FE-4033-6AEB-F97A-899D0D51646C}"/>
              </a:ext>
            </a:extLst>
          </p:cNvPr>
          <p:cNvSpPr>
            <a:spLocks/>
          </p:cNvSpPr>
          <p:nvPr/>
        </p:nvSpPr>
        <p:spPr>
          <a:xfrm>
            <a:off x="70981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A8A1AC09-5DF4-E258-67F9-29EF3E10E873}"/>
              </a:ext>
            </a:extLst>
          </p:cNvPr>
          <p:cNvSpPr>
            <a:spLocks/>
          </p:cNvSpPr>
          <p:nvPr/>
        </p:nvSpPr>
        <p:spPr>
          <a:xfrm>
            <a:off x="7124363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A8883660-E217-D2EC-60A9-A5A975521400}"/>
              </a:ext>
            </a:extLst>
          </p:cNvPr>
          <p:cNvSpPr>
            <a:spLocks/>
          </p:cNvSpPr>
          <p:nvPr/>
        </p:nvSpPr>
        <p:spPr>
          <a:xfrm>
            <a:off x="70870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E270A492-565D-C771-9731-0B03A6B4DBE4}"/>
              </a:ext>
            </a:extLst>
          </p:cNvPr>
          <p:cNvSpPr>
            <a:spLocks/>
          </p:cNvSpPr>
          <p:nvPr/>
        </p:nvSpPr>
        <p:spPr>
          <a:xfrm>
            <a:off x="7156344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9E803F25-6276-D342-DF1E-A3288A6BB2EF}"/>
              </a:ext>
            </a:extLst>
          </p:cNvPr>
          <p:cNvSpPr>
            <a:spLocks/>
          </p:cNvSpPr>
          <p:nvPr/>
        </p:nvSpPr>
        <p:spPr>
          <a:xfrm>
            <a:off x="7106275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D549CF1C-E496-615C-2B8C-3269A41B56C8}"/>
              </a:ext>
            </a:extLst>
          </p:cNvPr>
          <p:cNvSpPr>
            <a:spLocks/>
          </p:cNvSpPr>
          <p:nvPr/>
        </p:nvSpPr>
        <p:spPr>
          <a:xfrm>
            <a:off x="7117410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FA93054C-5AA0-3532-51BC-D027D6D78434}"/>
              </a:ext>
            </a:extLst>
          </p:cNvPr>
          <p:cNvSpPr>
            <a:spLocks/>
          </p:cNvSpPr>
          <p:nvPr/>
        </p:nvSpPr>
        <p:spPr>
          <a:xfrm>
            <a:off x="70504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914B5829-CF4C-9C52-05B3-5010C124ECDF}"/>
              </a:ext>
            </a:extLst>
          </p:cNvPr>
          <p:cNvSpPr>
            <a:spLocks/>
          </p:cNvSpPr>
          <p:nvPr/>
        </p:nvSpPr>
        <p:spPr>
          <a:xfrm>
            <a:off x="7089181" y="3384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9FCD556F-FD9B-3CDA-A6AB-A628561A71A3}"/>
              </a:ext>
            </a:extLst>
          </p:cNvPr>
          <p:cNvSpPr>
            <a:spLocks/>
          </p:cNvSpPr>
          <p:nvPr/>
        </p:nvSpPr>
        <p:spPr>
          <a:xfrm>
            <a:off x="7098101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27600BE9-52E1-760C-8870-23CDCA35EFAF}"/>
              </a:ext>
            </a:extLst>
          </p:cNvPr>
          <p:cNvSpPr>
            <a:spLocks/>
          </p:cNvSpPr>
          <p:nvPr/>
        </p:nvSpPr>
        <p:spPr>
          <a:xfrm>
            <a:off x="70739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A7FDD678-AC5A-FC9C-2A67-AF406C9651B1}"/>
              </a:ext>
            </a:extLst>
          </p:cNvPr>
          <p:cNvSpPr>
            <a:spLocks/>
          </p:cNvSpPr>
          <p:nvPr/>
        </p:nvSpPr>
        <p:spPr>
          <a:xfrm>
            <a:off x="7068319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996DF1B0-D169-92C7-B8E0-349B1831D82A}"/>
              </a:ext>
            </a:extLst>
          </p:cNvPr>
          <p:cNvSpPr>
            <a:spLocks/>
          </p:cNvSpPr>
          <p:nvPr/>
        </p:nvSpPr>
        <p:spPr>
          <a:xfrm>
            <a:off x="7167587" y="3335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2889F27E-3DA1-8707-5E84-F706F8C2DD2E}"/>
              </a:ext>
            </a:extLst>
          </p:cNvPr>
          <p:cNvSpPr>
            <a:spLocks/>
          </p:cNvSpPr>
          <p:nvPr/>
        </p:nvSpPr>
        <p:spPr>
          <a:xfrm>
            <a:off x="7058716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53403375-26E8-B8EA-21F0-54EF1387C629}"/>
              </a:ext>
            </a:extLst>
          </p:cNvPr>
          <p:cNvSpPr>
            <a:spLocks/>
          </p:cNvSpPr>
          <p:nvPr/>
        </p:nvSpPr>
        <p:spPr>
          <a:xfrm>
            <a:off x="7060016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BB1D7C73-D5E8-80AD-B4A6-FBAC27059936}"/>
              </a:ext>
            </a:extLst>
          </p:cNvPr>
          <p:cNvSpPr>
            <a:spLocks/>
          </p:cNvSpPr>
          <p:nvPr/>
        </p:nvSpPr>
        <p:spPr>
          <a:xfrm>
            <a:off x="714271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E056E81F-E8C8-D3D3-442C-4B2D23177074}"/>
              </a:ext>
            </a:extLst>
          </p:cNvPr>
          <p:cNvSpPr>
            <a:spLocks/>
          </p:cNvSpPr>
          <p:nvPr/>
        </p:nvSpPr>
        <p:spPr>
          <a:xfrm>
            <a:off x="705842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9BE6483A-AE22-2335-7E65-1FBE7B657CC0}"/>
              </a:ext>
            </a:extLst>
          </p:cNvPr>
          <p:cNvSpPr>
            <a:spLocks/>
          </p:cNvSpPr>
          <p:nvPr/>
        </p:nvSpPr>
        <p:spPr>
          <a:xfrm>
            <a:off x="71326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439F6063-2DCE-AE3D-BF8A-707CB18D3039}"/>
              </a:ext>
            </a:extLst>
          </p:cNvPr>
          <p:cNvSpPr>
            <a:spLocks/>
          </p:cNvSpPr>
          <p:nvPr/>
        </p:nvSpPr>
        <p:spPr>
          <a:xfrm>
            <a:off x="70535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690720B0-FAE0-5861-67B5-164DBD9489E8}"/>
              </a:ext>
            </a:extLst>
          </p:cNvPr>
          <p:cNvSpPr>
            <a:spLocks/>
          </p:cNvSpPr>
          <p:nvPr/>
        </p:nvSpPr>
        <p:spPr>
          <a:xfrm>
            <a:off x="71261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156DD6BB-CDAA-9EF2-4081-D2FF08E87912}"/>
              </a:ext>
            </a:extLst>
          </p:cNvPr>
          <p:cNvSpPr>
            <a:spLocks/>
          </p:cNvSpPr>
          <p:nvPr/>
        </p:nvSpPr>
        <p:spPr>
          <a:xfrm>
            <a:off x="712078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8DD8F556-5B2A-66F4-7561-A3C8CD9CADDE}"/>
              </a:ext>
            </a:extLst>
          </p:cNvPr>
          <p:cNvSpPr>
            <a:spLocks/>
          </p:cNvSpPr>
          <p:nvPr/>
        </p:nvSpPr>
        <p:spPr>
          <a:xfrm>
            <a:off x="7146132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79B0847D-EE0A-6E5D-87EA-10494689B1C8}"/>
              </a:ext>
            </a:extLst>
          </p:cNvPr>
          <p:cNvSpPr>
            <a:spLocks/>
          </p:cNvSpPr>
          <p:nvPr/>
        </p:nvSpPr>
        <p:spPr>
          <a:xfrm>
            <a:off x="71088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6E4D8E67-F549-564E-4AF1-46BBCCF24160}"/>
              </a:ext>
            </a:extLst>
          </p:cNvPr>
          <p:cNvSpPr>
            <a:spLocks/>
          </p:cNvSpPr>
          <p:nvPr/>
        </p:nvSpPr>
        <p:spPr>
          <a:xfrm>
            <a:off x="70692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0AF10DAA-7E27-368A-52F2-004FC23989D7}"/>
              </a:ext>
            </a:extLst>
          </p:cNvPr>
          <p:cNvSpPr>
            <a:spLocks/>
          </p:cNvSpPr>
          <p:nvPr/>
        </p:nvSpPr>
        <p:spPr>
          <a:xfrm>
            <a:off x="7161754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9E9AE04D-1F33-D9D3-61AE-DE858ECECABD}"/>
              </a:ext>
            </a:extLst>
          </p:cNvPr>
          <p:cNvSpPr>
            <a:spLocks/>
          </p:cNvSpPr>
          <p:nvPr/>
        </p:nvSpPr>
        <p:spPr>
          <a:xfrm>
            <a:off x="70561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56CDA38B-C342-02EF-BE50-768EAE697EF5}"/>
              </a:ext>
            </a:extLst>
          </p:cNvPr>
          <p:cNvSpPr>
            <a:spLocks/>
          </p:cNvSpPr>
          <p:nvPr/>
        </p:nvSpPr>
        <p:spPr>
          <a:xfrm>
            <a:off x="7146327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B0ADBC7A-4518-7D30-98A3-8E368E80B363}"/>
              </a:ext>
            </a:extLst>
          </p:cNvPr>
          <p:cNvSpPr>
            <a:spLocks/>
          </p:cNvSpPr>
          <p:nvPr/>
        </p:nvSpPr>
        <p:spPr>
          <a:xfrm>
            <a:off x="705218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2AC81007-A455-BB3D-AC05-2DA53495D733}"/>
              </a:ext>
            </a:extLst>
          </p:cNvPr>
          <p:cNvSpPr>
            <a:spLocks/>
          </p:cNvSpPr>
          <p:nvPr/>
        </p:nvSpPr>
        <p:spPr>
          <a:xfrm>
            <a:off x="712006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00FB27A7-1EFF-2EE2-8EA1-3181F6398D09}"/>
              </a:ext>
            </a:extLst>
          </p:cNvPr>
          <p:cNvSpPr>
            <a:spLocks/>
          </p:cNvSpPr>
          <p:nvPr/>
        </p:nvSpPr>
        <p:spPr>
          <a:xfrm>
            <a:off x="7055114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CE0E3581-7192-1C24-1673-161C97FCC633}"/>
              </a:ext>
            </a:extLst>
          </p:cNvPr>
          <p:cNvSpPr>
            <a:spLocks/>
          </p:cNvSpPr>
          <p:nvPr/>
        </p:nvSpPr>
        <p:spPr>
          <a:xfrm>
            <a:off x="7146758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E56095B1-EEF2-33F4-AE3D-D74D83305267}"/>
              </a:ext>
            </a:extLst>
          </p:cNvPr>
          <p:cNvSpPr>
            <a:spLocks/>
          </p:cNvSpPr>
          <p:nvPr/>
        </p:nvSpPr>
        <p:spPr>
          <a:xfrm>
            <a:off x="7153075" y="33054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67B26B98-27B1-AF85-B14B-DB47CFAB2474}"/>
              </a:ext>
            </a:extLst>
          </p:cNvPr>
          <p:cNvSpPr>
            <a:spLocks/>
          </p:cNvSpPr>
          <p:nvPr/>
        </p:nvSpPr>
        <p:spPr>
          <a:xfrm>
            <a:off x="71279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6095EB20-A2CE-673A-7795-5C1F91DD9170}"/>
              </a:ext>
            </a:extLst>
          </p:cNvPr>
          <p:cNvSpPr>
            <a:spLocks/>
          </p:cNvSpPr>
          <p:nvPr/>
        </p:nvSpPr>
        <p:spPr>
          <a:xfrm>
            <a:off x="708122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D57C8E48-F5E0-B040-7A21-1A220FFD0716}"/>
              </a:ext>
            </a:extLst>
          </p:cNvPr>
          <p:cNvSpPr>
            <a:spLocks/>
          </p:cNvSpPr>
          <p:nvPr/>
        </p:nvSpPr>
        <p:spPr>
          <a:xfrm>
            <a:off x="71667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4FF6FA6E-F6E5-6F49-E49D-010BA6A8596A}"/>
              </a:ext>
            </a:extLst>
          </p:cNvPr>
          <p:cNvSpPr>
            <a:spLocks/>
          </p:cNvSpPr>
          <p:nvPr/>
        </p:nvSpPr>
        <p:spPr>
          <a:xfrm>
            <a:off x="71428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4FA464B8-465E-45CF-EA6E-CD0700CB5C17}"/>
              </a:ext>
            </a:extLst>
          </p:cNvPr>
          <p:cNvSpPr>
            <a:spLocks/>
          </p:cNvSpPr>
          <p:nvPr/>
        </p:nvSpPr>
        <p:spPr>
          <a:xfrm>
            <a:off x="710853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3A0C24BB-3F52-AD96-B8DB-8B2B1B860ECF}"/>
              </a:ext>
            </a:extLst>
          </p:cNvPr>
          <p:cNvSpPr>
            <a:spLocks/>
          </p:cNvSpPr>
          <p:nvPr/>
        </p:nvSpPr>
        <p:spPr>
          <a:xfrm>
            <a:off x="716670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3B7F8CCE-354B-792A-D60C-55E7D02CE302}"/>
              </a:ext>
            </a:extLst>
          </p:cNvPr>
          <p:cNvSpPr>
            <a:spLocks/>
          </p:cNvSpPr>
          <p:nvPr/>
        </p:nvSpPr>
        <p:spPr>
          <a:xfrm>
            <a:off x="7117321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30D4AB7F-5C97-7EBC-5615-215A2D2E38A9}"/>
              </a:ext>
            </a:extLst>
          </p:cNvPr>
          <p:cNvSpPr>
            <a:spLocks/>
          </p:cNvSpPr>
          <p:nvPr/>
        </p:nvSpPr>
        <p:spPr>
          <a:xfrm>
            <a:off x="7096307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03130797-52C2-6570-31AF-3C90BB9090AA}"/>
              </a:ext>
            </a:extLst>
          </p:cNvPr>
          <p:cNvSpPr>
            <a:spLocks/>
          </p:cNvSpPr>
          <p:nvPr/>
        </p:nvSpPr>
        <p:spPr>
          <a:xfrm>
            <a:off x="712070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8F2601A5-F6FC-4223-E5E1-963AFD1720F6}"/>
              </a:ext>
            </a:extLst>
          </p:cNvPr>
          <p:cNvSpPr>
            <a:spLocks/>
          </p:cNvSpPr>
          <p:nvPr/>
        </p:nvSpPr>
        <p:spPr>
          <a:xfrm>
            <a:off x="7064381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5A8F92CB-0270-B55D-EF24-3ECC7109B7DF}"/>
              </a:ext>
            </a:extLst>
          </p:cNvPr>
          <p:cNvSpPr>
            <a:spLocks/>
          </p:cNvSpPr>
          <p:nvPr/>
        </p:nvSpPr>
        <p:spPr>
          <a:xfrm>
            <a:off x="70800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AA0D0E6B-202D-8141-069B-8C179148AFD1}"/>
              </a:ext>
            </a:extLst>
          </p:cNvPr>
          <p:cNvSpPr>
            <a:spLocks/>
          </p:cNvSpPr>
          <p:nvPr/>
        </p:nvSpPr>
        <p:spPr>
          <a:xfrm>
            <a:off x="71668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5E776E64-EF09-E663-28E8-0094078E6BD4}"/>
              </a:ext>
            </a:extLst>
          </p:cNvPr>
          <p:cNvSpPr>
            <a:spLocks/>
          </p:cNvSpPr>
          <p:nvPr/>
        </p:nvSpPr>
        <p:spPr>
          <a:xfrm>
            <a:off x="707856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0E52B390-465D-BD30-2190-5153FC8D989E}"/>
              </a:ext>
            </a:extLst>
          </p:cNvPr>
          <p:cNvSpPr>
            <a:spLocks/>
          </p:cNvSpPr>
          <p:nvPr/>
        </p:nvSpPr>
        <p:spPr>
          <a:xfrm>
            <a:off x="7112084" y="284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AAAF9EF4-AC39-34FC-7B11-96F59D09B7BA}"/>
              </a:ext>
            </a:extLst>
          </p:cNvPr>
          <p:cNvSpPr>
            <a:spLocks/>
          </p:cNvSpPr>
          <p:nvPr/>
        </p:nvSpPr>
        <p:spPr>
          <a:xfrm>
            <a:off x="7138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AA7A8F1E-C597-0DE4-EDF2-B064B0A88C7C}"/>
              </a:ext>
            </a:extLst>
          </p:cNvPr>
          <p:cNvSpPr>
            <a:spLocks/>
          </p:cNvSpPr>
          <p:nvPr/>
        </p:nvSpPr>
        <p:spPr>
          <a:xfrm>
            <a:off x="709798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773156B0-ED8A-49F4-0824-80AB07AB6180}"/>
              </a:ext>
            </a:extLst>
          </p:cNvPr>
          <p:cNvSpPr>
            <a:spLocks/>
          </p:cNvSpPr>
          <p:nvPr/>
        </p:nvSpPr>
        <p:spPr>
          <a:xfrm>
            <a:off x="71148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20822048-3A8A-5E95-F1F0-FE775BFEDB76}"/>
              </a:ext>
            </a:extLst>
          </p:cNvPr>
          <p:cNvSpPr>
            <a:spLocks/>
          </p:cNvSpPr>
          <p:nvPr/>
        </p:nvSpPr>
        <p:spPr>
          <a:xfrm>
            <a:off x="7125679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A988D9F6-31D3-FF0C-AD72-39D9EB63D507}"/>
              </a:ext>
            </a:extLst>
          </p:cNvPr>
          <p:cNvSpPr>
            <a:spLocks/>
          </p:cNvSpPr>
          <p:nvPr/>
        </p:nvSpPr>
        <p:spPr>
          <a:xfrm>
            <a:off x="71388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BF99469F-748C-D15D-59B1-2960C2AC74DD}"/>
              </a:ext>
            </a:extLst>
          </p:cNvPr>
          <p:cNvSpPr>
            <a:spLocks/>
          </p:cNvSpPr>
          <p:nvPr/>
        </p:nvSpPr>
        <p:spPr>
          <a:xfrm>
            <a:off x="7162133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E14CAB5F-A421-EFE4-77C9-D39712C9DA46}"/>
              </a:ext>
            </a:extLst>
          </p:cNvPr>
          <p:cNvSpPr>
            <a:spLocks/>
          </p:cNvSpPr>
          <p:nvPr/>
        </p:nvSpPr>
        <p:spPr>
          <a:xfrm>
            <a:off x="7136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922D462A-826C-4095-8861-BE15B599ED05}"/>
              </a:ext>
            </a:extLst>
          </p:cNvPr>
          <p:cNvSpPr>
            <a:spLocks/>
          </p:cNvSpPr>
          <p:nvPr/>
        </p:nvSpPr>
        <p:spPr>
          <a:xfrm>
            <a:off x="709552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D53D6734-1CEF-FB60-9ADA-C45A79D11A5C}"/>
              </a:ext>
            </a:extLst>
          </p:cNvPr>
          <p:cNvSpPr>
            <a:spLocks/>
          </p:cNvSpPr>
          <p:nvPr/>
        </p:nvSpPr>
        <p:spPr>
          <a:xfrm>
            <a:off x="7108110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1B24D15B-04CC-F0B9-898A-634B82A06FB9}"/>
              </a:ext>
            </a:extLst>
          </p:cNvPr>
          <p:cNvSpPr>
            <a:spLocks/>
          </p:cNvSpPr>
          <p:nvPr/>
        </p:nvSpPr>
        <p:spPr>
          <a:xfrm>
            <a:off x="7153444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6A5AF809-170D-7472-398C-837E002C60F4}"/>
              </a:ext>
            </a:extLst>
          </p:cNvPr>
          <p:cNvSpPr>
            <a:spLocks/>
          </p:cNvSpPr>
          <p:nvPr/>
        </p:nvSpPr>
        <p:spPr>
          <a:xfrm>
            <a:off x="7065232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5F19FB4B-B59A-5339-2183-3B7CE8F362B0}"/>
              </a:ext>
            </a:extLst>
          </p:cNvPr>
          <p:cNvSpPr>
            <a:spLocks/>
          </p:cNvSpPr>
          <p:nvPr/>
        </p:nvSpPr>
        <p:spPr>
          <a:xfrm>
            <a:off x="71627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A5D110AB-FE99-6677-9C41-5683DF1940CF}"/>
              </a:ext>
            </a:extLst>
          </p:cNvPr>
          <p:cNvSpPr>
            <a:spLocks/>
          </p:cNvSpPr>
          <p:nvPr/>
        </p:nvSpPr>
        <p:spPr>
          <a:xfrm>
            <a:off x="71003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A50E2757-7118-7329-13F6-1008F19E77CD}"/>
              </a:ext>
            </a:extLst>
          </p:cNvPr>
          <p:cNvSpPr>
            <a:spLocks/>
          </p:cNvSpPr>
          <p:nvPr/>
        </p:nvSpPr>
        <p:spPr>
          <a:xfrm>
            <a:off x="715935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E2E224EC-E1B4-4D29-C1D2-EB8CE1EA4234}"/>
              </a:ext>
            </a:extLst>
          </p:cNvPr>
          <p:cNvSpPr>
            <a:spLocks/>
          </p:cNvSpPr>
          <p:nvPr/>
        </p:nvSpPr>
        <p:spPr>
          <a:xfrm>
            <a:off x="7079581" y="3086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2F055E31-D9A8-DAB6-B4EB-F09FA7E87826}"/>
              </a:ext>
            </a:extLst>
          </p:cNvPr>
          <p:cNvSpPr>
            <a:spLocks/>
          </p:cNvSpPr>
          <p:nvPr/>
        </p:nvSpPr>
        <p:spPr>
          <a:xfrm>
            <a:off x="7119509" y="3139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E6D45869-D433-A2BD-DD2A-80E22A14CF69}"/>
              </a:ext>
            </a:extLst>
          </p:cNvPr>
          <p:cNvSpPr>
            <a:spLocks/>
          </p:cNvSpPr>
          <p:nvPr/>
        </p:nvSpPr>
        <p:spPr>
          <a:xfrm>
            <a:off x="710820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B3E02E47-9F21-B6B0-EC9D-F8CB731E6CC9}"/>
              </a:ext>
            </a:extLst>
          </p:cNvPr>
          <p:cNvSpPr>
            <a:spLocks/>
          </p:cNvSpPr>
          <p:nvPr/>
        </p:nvSpPr>
        <p:spPr>
          <a:xfrm>
            <a:off x="7091155" y="22236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0E66D557-658A-C336-0590-0C2B83703F9C}"/>
              </a:ext>
            </a:extLst>
          </p:cNvPr>
          <p:cNvSpPr>
            <a:spLocks/>
          </p:cNvSpPr>
          <p:nvPr/>
        </p:nvSpPr>
        <p:spPr>
          <a:xfrm>
            <a:off x="708365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B0E7C34D-3FEE-D9F6-D00C-F690B82311AF}"/>
              </a:ext>
            </a:extLst>
          </p:cNvPr>
          <p:cNvSpPr>
            <a:spLocks/>
          </p:cNvSpPr>
          <p:nvPr/>
        </p:nvSpPr>
        <p:spPr>
          <a:xfrm>
            <a:off x="710897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881031ED-8111-7550-5995-D075DD1166CD}"/>
              </a:ext>
            </a:extLst>
          </p:cNvPr>
          <p:cNvSpPr>
            <a:spLocks/>
          </p:cNvSpPr>
          <p:nvPr/>
        </p:nvSpPr>
        <p:spPr>
          <a:xfrm>
            <a:off x="7050636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DBD54DFF-4529-EDCA-E9E0-2D84F9F73E57}"/>
              </a:ext>
            </a:extLst>
          </p:cNvPr>
          <p:cNvSpPr>
            <a:spLocks/>
          </p:cNvSpPr>
          <p:nvPr/>
        </p:nvSpPr>
        <p:spPr>
          <a:xfrm>
            <a:off x="7132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BCB6D99A-E889-71AC-5689-7C388FC43A4E}"/>
              </a:ext>
            </a:extLst>
          </p:cNvPr>
          <p:cNvSpPr>
            <a:spLocks/>
          </p:cNvSpPr>
          <p:nvPr/>
        </p:nvSpPr>
        <p:spPr>
          <a:xfrm>
            <a:off x="71380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8862ECA9-0CBF-E82B-AA66-DA961E1D06FA}"/>
              </a:ext>
            </a:extLst>
          </p:cNvPr>
          <p:cNvSpPr>
            <a:spLocks/>
          </p:cNvSpPr>
          <p:nvPr/>
        </p:nvSpPr>
        <p:spPr>
          <a:xfrm>
            <a:off x="7126317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5CCF9FA9-5C7A-D836-4058-223D7A6FA208}"/>
              </a:ext>
            </a:extLst>
          </p:cNvPr>
          <p:cNvSpPr>
            <a:spLocks/>
          </p:cNvSpPr>
          <p:nvPr/>
        </p:nvSpPr>
        <p:spPr>
          <a:xfrm>
            <a:off x="7167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908F3D9F-06F9-FE1D-9BAE-67854B2486D3}"/>
              </a:ext>
            </a:extLst>
          </p:cNvPr>
          <p:cNvSpPr>
            <a:spLocks/>
          </p:cNvSpPr>
          <p:nvPr/>
        </p:nvSpPr>
        <p:spPr>
          <a:xfrm>
            <a:off x="708849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B67C5665-4E27-9A73-6C82-EBCA46CF1042}"/>
              </a:ext>
            </a:extLst>
          </p:cNvPr>
          <p:cNvSpPr>
            <a:spLocks/>
          </p:cNvSpPr>
          <p:nvPr/>
        </p:nvSpPr>
        <p:spPr>
          <a:xfrm>
            <a:off x="7117077" y="3003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7EBE71DA-5837-9259-EB1D-C8C6E60DCF27}"/>
              </a:ext>
            </a:extLst>
          </p:cNvPr>
          <p:cNvSpPr>
            <a:spLocks/>
          </p:cNvSpPr>
          <p:nvPr/>
        </p:nvSpPr>
        <p:spPr>
          <a:xfrm>
            <a:off x="71072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A2363708-8622-5A50-C8CE-045F5691D404}"/>
              </a:ext>
            </a:extLst>
          </p:cNvPr>
          <p:cNvSpPr>
            <a:spLocks/>
          </p:cNvSpPr>
          <p:nvPr/>
        </p:nvSpPr>
        <p:spPr>
          <a:xfrm>
            <a:off x="70870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CE1CA3EF-6754-C7D6-3F98-3A18E1A7EBB7}"/>
              </a:ext>
            </a:extLst>
          </p:cNvPr>
          <p:cNvSpPr>
            <a:spLocks/>
          </p:cNvSpPr>
          <p:nvPr/>
        </p:nvSpPr>
        <p:spPr>
          <a:xfrm>
            <a:off x="7126158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161CAF75-5B54-A381-1C8B-B06DC97B2434}"/>
              </a:ext>
            </a:extLst>
          </p:cNvPr>
          <p:cNvSpPr>
            <a:spLocks/>
          </p:cNvSpPr>
          <p:nvPr/>
        </p:nvSpPr>
        <p:spPr>
          <a:xfrm>
            <a:off x="7051612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2345F337-62F8-D822-676C-EDF265C7CFB3}"/>
              </a:ext>
            </a:extLst>
          </p:cNvPr>
          <p:cNvSpPr>
            <a:spLocks/>
          </p:cNvSpPr>
          <p:nvPr/>
        </p:nvSpPr>
        <p:spPr>
          <a:xfrm>
            <a:off x="70692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00C061C2-802C-B9BF-2D22-23F984D1791E}"/>
              </a:ext>
            </a:extLst>
          </p:cNvPr>
          <p:cNvSpPr>
            <a:spLocks/>
          </p:cNvSpPr>
          <p:nvPr/>
        </p:nvSpPr>
        <p:spPr>
          <a:xfrm>
            <a:off x="70498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47A57D2C-6763-E107-FD00-07E0D3A05C43}"/>
              </a:ext>
            </a:extLst>
          </p:cNvPr>
          <p:cNvSpPr>
            <a:spLocks/>
          </p:cNvSpPr>
          <p:nvPr/>
        </p:nvSpPr>
        <p:spPr>
          <a:xfrm>
            <a:off x="7069306" y="2636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F3BFE77A-0FEB-1CFD-A9E8-259BB83E7AB7}"/>
              </a:ext>
            </a:extLst>
          </p:cNvPr>
          <p:cNvSpPr>
            <a:spLocks/>
          </p:cNvSpPr>
          <p:nvPr/>
        </p:nvSpPr>
        <p:spPr>
          <a:xfrm>
            <a:off x="71169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BBCCD9E1-C4A8-B936-65C2-B6BDBFC48228}"/>
              </a:ext>
            </a:extLst>
          </p:cNvPr>
          <p:cNvSpPr>
            <a:spLocks/>
          </p:cNvSpPr>
          <p:nvPr/>
        </p:nvSpPr>
        <p:spPr>
          <a:xfrm>
            <a:off x="715809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2C88B9F2-97F5-74B8-C4EE-F48D0BC8E85D}"/>
              </a:ext>
            </a:extLst>
          </p:cNvPr>
          <p:cNvSpPr>
            <a:spLocks/>
          </p:cNvSpPr>
          <p:nvPr/>
        </p:nvSpPr>
        <p:spPr>
          <a:xfrm>
            <a:off x="70520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5C2AC123-9DB2-DF69-37A3-C525E31AB80F}"/>
              </a:ext>
            </a:extLst>
          </p:cNvPr>
          <p:cNvSpPr>
            <a:spLocks/>
          </p:cNvSpPr>
          <p:nvPr/>
        </p:nvSpPr>
        <p:spPr>
          <a:xfrm>
            <a:off x="71231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E6387605-6BDD-6221-88ED-9BAB571FCF1C}"/>
              </a:ext>
            </a:extLst>
          </p:cNvPr>
          <p:cNvSpPr>
            <a:spLocks/>
          </p:cNvSpPr>
          <p:nvPr/>
        </p:nvSpPr>
        <p:spPr>
          <a:xfrm>
            <a:off x="70682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0469A77B-B4BB-7125-8A15-2E1A977980B6}"/>
              </a:ext>
            </a:extLst>
          </p:cNvPr>
          <p:cNvSpPr>
            <a:spLocks/>
          </p:cNvSpPr>
          <p:nvPr/>
        </p:nvSpPr>
        <p:spPr>
          <a:xfrm>
            <a:off x="7166145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1755">
            <a:extLst>
              <a:ext uri="{FF2B5EF4-FFF2-40B4-BE49-F238E27FC236}">
                <a16:creationId xmlns:a16="http://schemas.microsoft.com/office/drawing/2014/main" id="{B23C6F90-B455-8888-5B2A-CB93522ADB61}"/>
              </a:ext>
            </a:extLst>
          </p:cNvPr>
          <p:cNvSpPr>
            <a:spLocks/>
          </p:cNvSpPr>
          <p:nvPr/>
        </p:nvSpPr>
        <p:spPr>
          <a:xfrm>
            <a:off x="7094163" y="29792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277E50A6-D6C3-F56F-02E0-09F66BEF398C}"/>
              </a:ext>
            </a:extLst>
          </p:cNvPr>
          <p:cNvSpPr>
            <a:spLocks/>
          </p:cNvSpPr>
          <p:nvPr/>
        </p:nvSpPr>
        <p:spPr>
          <a:xfrm>
            <a:off x="7084939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4F1EC3F1-4190-F232-3721-F44DD82A3FA1}"/>
              </a:ext>
            </a:extLst>
          </p:cNvPr>
          <p:cNvSpPr>
            <a:spLocks/>
          </p:cNvSpPr>
          <p:nvPr/>
        </p:nvSpPr>
        <p:spPr>
          <a:xfrm>
            <a:off x="70569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CD053F39-DF9D-779D-DDCD-8C2035726A74}"/>
              </a:ext>
            </a:extLst>
          </p:cNvPr>
          <p:cNvSpPr>
            <a:spLocks/>
          </p:cNvSpPr>
          <p:nvPr/>
        </p:nvSpPr>
        <p:spPr>
          <a:xfrm>
            <a:off x="7160498" y="2496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1759">
            <a:extLst>
              <a:ext uri="{FF2B5EF4-FFF2-40B4-BE49-F238E27FC236}">
                <a16:creationId xmlns:a16="http://schemas.microsoft.com/office/drawing/2014/main" id="{D50A4621-BA69-E08D-CF32-33563972D009}"/>
              </a:ext>
            </a:extLst>
          </p:cNvPr>
          <p:cNvSpPr>
            <a:spLocks/>
          </p:cNvSpPr>
          <p:nvPr/>
        </p:nvSpPr>
        <p:spPr>
          <a:xfrm>
            <a:off x="7109088" y="272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1760">
            <a:extLst>
              <a:ext uri="{FF2B5EF4-FFF2-40B4-BE49-F238E27FC236}">
                <a16:creationId xmlns:a16="http://schemas.microsoft.com/office/drawing/2014/main" id="{1049A167-F099-2AB1-55B9-1A37C7D30B16}"/>
              </a:ext>
            </a:extLst>
          </p:cNvPr>
          <p:cNvSpPr>
            <a:spLocks/>
          </p:cNvSpPr>
          <p:nvPr/>
        </p:nvSpPr>
        <p:spPr>
          <a:xfrm>
            <a:off x="70844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1761">
            <a:extLst>
              <a:ext uri="{FF2B5EF4-FFF2-40B4-BE49-F238E27FC236}">
                <a16:creationId xmlns:a16="http://schemas.microsoft.com/office/drawing/2014/main" id="{0EA72E82-46AF-EBFF-9502-B821AA026C88}"/>
              </a:ext>
            </a:extLst>
          </p:cNvPr>
          <p:cNvSpPr>
            <a:spLocks/>
          </p:cNvSpPr>
          <p:nvPr/>
        </p:nvSpPr>
        <p:spPr>
          <a:xfrm>
            <a:off x="7133707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9F58A0C7-B8A3-9737-1CE0-BF532CE8D16F}"/>
              </a:ext>
            </a:extLst>
          </p:cNvPr>
          <p:cNvSpPr>
            <a:spLocks/>
          </p:cNvSpPr>
          <p:nvPr/>
        </p:nvSpPr>
        <p:spPr>
          <a:xfrm>
            <a:off x="706672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D20FF045-07F3-E93F-FF7E-598838FFDF26}"/>
              </a:ext>
            </a:extLst>
          </p:cNvPr>
          <p:cNvSpPr>
            <a:spLocks/>
          </p:cNvSpPr>
          <p:nvPr/>
        </p:nvSpPr>
        <p:spPr>
          <a:xfrm>
            <a:off x="71193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1764">
            <a:extLst>
              <a:ext uri="{FF2B5EF4-FFF2-40B4-BE49-F238E27FC236}">
                <a16:creationId xmlns:a16="http://schemas.microsoft.com/office/drawing/2014/main" id="{4D5BE9A7-23D4-B7FF-259F-96D51032D944}"/>
              </a:ext>
            </a:extLst>
          </p:cNvPr>
          <p:cNvSpPr>
            <a:spLocks/>
          </p:cNvSpPr>
          <p:nvPr/>
        </p:nvSpPr>
        <p:spPr>
          <a:xfrm>
            <a:off x="71169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3845BBA7-B73B-121D-D79E-5750BF95AD99}"/>
              </a:ext>
            </a:extLst>
          </p:cNvPr>
          <p:cNvSpPr>
            <a:spLocks/>
          </p:cNvSpPr>
          <p:nvPr/>
        </p:nvSpPr>
        <p:spPr>
          <a:xfrm>
            <a:off x="7112481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20CCC9AF-A0B3-C5C9-1BFE-4F0442AD8977}"/>
              </a:ext>
            </a:extLst>
          </p:cNvPr>
          <p:cNvSpPr>
            <a:spLocks/>
          </p:cNvSpPr>
          <p:nvPr/>
        </p:nvSpPr>
        <p:spPr>
          <a:xfrm>
            <a:off x="710400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1767">
            <a:extLst>
              <a:ext uri="{FF2B5EF4-FFF2-40B4-BE49-F238E27FC236}">
                <a16:creationId xmlns:a16="http://schemas.microsoft.com/office/drawing/2014/main" id="{00ABB397-1809-6A1B-6B61-8EA1153BB0B1}"/>
              </a:ext>
            </a:extLst>
          </p:cNvPr>
          <p:cNvSpPr>
            <a:spLocks/>
          </p:cNvSpPr>
          <p:nvPr/>
        </p:nvSpPr>
        <p:spPr>
          <a:xfrm>
            <a:off x="7115000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D86E4D5E-B964-A954-6600-978620E79A3F}"/>
              </a:ext>
            </a:extLst>
          </p:cNvPr>
          <p:cNvSpPr>
            <a:spLocks/>
          </p:cNvSpPr>
          <p:nvPr/>
        </p:nvSpPr>
        <p:spPr>
          <a:xfrm>
            <a:off x="71356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9EC9F0C3-B340-8C36-6944-981E796929AF}"/>
              </a:ext>
            </a:extLst>
          </p:cNvPr>
          <p:cNvSpPr>
            <a:spLocks/>
          </p:cNvSpPr>
          <p:nvPr/>
        </p:nvSpPr>
        <p:spPr>
          <a:xfrm>
            <a:off x="7124009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1770">
            <a:extLst>
              <a:ext uri="{FF2B5EF4-FFF2-40B4-BE49-F238E27FC236}">
                <a16:creationId xmlns:a16="http://schemas.microsoft.com/office/drawing/2014/main" id="{D1E2E336-289E-80EF-719B-EF6018C2EEC5}"/>
              </a:ext>
            </a:extLst>
          </p:cNvPr>
          <p:cNvSpPr>
            <a:spLocks/>
          </p:cNvSpPr>
          <p:nvPr/>
        </p:nvSpPr>
        <p:spPr>
          <a:xfrm>
            <a:off x="7090869" y="3300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1771">
            <a:extLst>
              <a:ext uri="{FF2B5EF4-FFF2-40B4-BE49-F238E27FC236}">
                <a16:creationId xmlns:a16="http://schemas.microsoft.com/office/drawing/2014/main" id="{3F525D52-74C4-A51E-DBF3-101EC9AFFE3A}"/>
              </a:ext>
            </a:extLst>
          </p:cNvPr>
          <p:cNvSpPr>
            <a:spLocks/>
          </p:cNvSpPr>
          <p:nvPr/>
        </p:nvSpPr>
        <p:spPr>
          <a:xfrm>
            <a:off x="7165869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1BC6A622-CF50-9437-76AD-4FD88D6CA5E3}"/>
              </a:ext>
            </a:extLst>
          </p:cNvPr>
          <p:cNvSpPr>
            <a:spLocks/>
          </p:cNvSpPr>
          <p:nvPr/>
        </p:nvSpPr>
        <p:spPr>
          <a:xfrm>
            <a:off x="713484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BFAF6606-3DCF-4D62-F51B-6AE37D01D169}"/>
              </a:ext>
            </a:extLst>
          </p:cNvPr>
          <p:cNvSpPr>
            <a:spLocks/>
          </p:cNvSpPr>
          <p:nvPr/>
        </p:nvSpPr>
        <p:spPr>
          <a:xfrm>
            <a:off x="707013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635EA03A-E8DF-C567-B34F-A9B87D31D8A5}"/>
              </a:ext>
            </a:extLst>
          </p:cNvPr>
          <p:cNvSpPr>
            <a:spLocks/>
          </p:cNvSpPr>
          <p:nvPr/>
        </p:nvSpPr>
        <p:spPr>
          <a:xfrm>
            <a:off x="7062796" y="3185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E1729821-1F71-7103-C759-3BA9B10E3D43}"/>
              </a:ext>
            </a:extLst>
          </p:cNvPr>
          <p:cNvSpPr>
            <a:spLocks/>
          </p:cNvSpPr>
          <p:nvPr/>
        </p:nvSpPr>
        <p:spPr>
          <a:xfrm>
            <a:off x="71368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5F5F89EB-B6F7-C50C-B6A1-923AE9133026}"/>
              </a:ext>
            </a:extLst>
          </p:cNvPr>
          <p:cNvSpPr>
            <a:spLocks/>
          </p:cNvSpPr>
          <p:nvPr/>
        </p:nvSpPr>
        <p:spPr>
          <a:xfrm>
            <a:off x="7162727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11FE196D-C771-F0C9-267E-B775DD9455FE}"/>
              </a:ext>
            </a:extLst>
          </p:cNvPr>
          <p:cNvSpPr>
            <a:spLocks/>
          </p:cNvSpPr>
          <p:nvPr/>
        </p:nvSpPr>
        <p:spPr>
          <a:xfrm>
            <a:off x="71528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9A52DE51-2EA8-9D2B-8C63-86B7E583C90C}"/>
              </a:ext>
            </a:extLst>
          </p:cNvPr>
          <p:cNvSpPr>
            <a:spLocks/>
          </p:cNvSpPr>
          <p:nvPr/>
        </p:nvSpPr>
        <p:spPr>
          <a:xfrm>
            <a:off x="7143256" y="29309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8EC30557-6ED4-5FBE-BBE7-D9CADE37D475}"/>
              </a:ext>
            </a:extLst>
          </p:cNvPr>
          <p:cNvSpPr>
            <a:spLocks/>
          </p:cNvSpPr>
          <p:nvPr/>
        </p:nvSpPr>
        <p:spPr>
          <a:xfrm>
            <a:off x="7130762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D698F3C7-1827-766C-71B9-CBD0189012DB}"/>
              </a:ext>
            </a:extLst>
          </p:cNvPr>
          <p:cNvSpPr>
            <a:spLocks/>
          </p:cNvSpPr>
          <p:nvPr/>
        </p:nvSpPr>
        <p:spPr>
          <a:xfrm>
            <a:off x="71228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A366AEA3-44DB-859A-250D-36A06BB57A56}"/>
              </a:ext>
            </a:extLst>
          </p:cNvPr>
          <p:cNvSpPr>
            <a:spLocks/>
          </p:cNvSpPr>
          <p:nvPr/>
        </p:nvSpPr>
        <p:spPr>
          <a:xfrm>
            <a:off x="7133535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CD491F49-8C89-B675-4F69-9B07821E2F46}"/>
              </a:ext>
            </a:extLst>
          </p:cNvPr>
          <p:cNvSpPr>
            <a:spLocks/>
          </p:cNvSpPr>
          <p:nvPr/>
        </p:nvSpPr>
        <p:spPr>
          <a:xfrm>
            <a:off x="7097112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D1FB1353-5445-F787-EE87-A6907AA47172}"/>
              </a:ext>
            </a:extLst>
          </p:cNvPr>
          <p:cNvSpPr>
            <a:spLocks/>
          </p:cNvSpPr>
          <p:nvPr/>
        </p:nvSpPr>
        <p:spPr>
          <a:xfrm>
            <a:off x="70922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033E59C9-6950-76F0-BAB7-5BA44F582C39}"/>
              </a:ext>
            </a:extLst>
          </p:cNvPr>
          <p:cNvSpPr>
            <a:spLocks/>
          </p:cNvSpPr>
          <p:nvPr/>
        </p:nvSpPr>
        <p:spPr>
          <a:xfrm>
            <a:off x="7104705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5DA1DBDB-7A5D-6ED3-E5B2-72B60080A86E}"/>
              </a:ext>
            </a:extLst>
          </p:cNvPr>
          <p:cNvSpPr>
            <a:spLocks/>
          </p:cNvSpPr>
          <p:nvPr/>
        </p:nvSpPr>
        <p:spPr>
          <a:xfrm>
            <a:off x="7074029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37CAAB34-C112-C8AA-DB6F-F6110087EFCC}"/>
              </a:ext>
            </a:extLst>
          </p:cNvPr>
          <p:cNvSpPr>
            <a:spLocks/>
          </p:cNvSpPr>
          <p:nvPr/>
        </p:nvSpPr>
        <p:spPr>
          <a:xfrm>
            <a:off x="707371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9984C9BE-114B-A980-F8F8-02EA8C43512F}"/>
              </a:ext>
            </a:extLst>
          </p:cNvPr>
          <p:cNvSpPr>
            <a:spLocks/>
          </p:cNvSpPr>
          <p:nvPr/>
        </p:nvSpPr>
        <p:spPr>
          <a:xfrm>
            <a:off x="7109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D4658E7C-3F7E-260C-E949-25335ADB2C9B}"/>
              </a:ext>
            </a:extLst>
          </p:cNvPr>
          <p:cNvSpPr>
            <a:spLocks/>
          </p:cNvSpPr>
          <p:nvPr/>
        </p:nvSpPr>
        <p:spPr>
          <a:xfrm>
            <a:off x="71250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E49C38ED-EE47-5169-E5B3-556B405B06D2}"/>
              </a:ext>
            </a:extLst>
          </p:cNvPr>
          <p:cNvSpPr>
            <a:spLocks/>
          </p:cNvSpPr>
          <p:nvPr/>
        </p:nvSpPr>
        <p:spPr>
          <a:xfrm>
            <a:off x="711748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3F60457F-9F67-6F9D-FB33-F1253FDBA533}"/>
              </a:ext>
            </a:extLst>
          </p:cNvPr>
          <p:cNvSpPr>
            <a:spLocks/>
          </p:cNvSpPr>
          <p:nvPr/>
        </p:nvSpPr>
        <p:spPr>
          <a:xfrm>
            <a:off x="714108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A5B93C18-F292-EFC2-67E2-4180B9E81E0C}"/>
              </a:ext>
            </a:extLst>
          </p:cNvPr>
          <p:cNvSpPr>
            <a:spLocks/>
          </p:cNvSpPr>
          <p:nvPr/>
        </p:nvSpPr>
        <p:spPr>
          <a:xfrm>
            <a:off x="70693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92150048-1F15-49B5-6126-17AB360F1544}"/>
              </a:ext>
            </a:extLst>
          </p:cNvPr>
          <p:cNvSpPr>
            <a:spLocks/>
          </p:cNvSpPr>
          <p:nvPr/>
        </p:nvSpPr>
        <p:spPr>
          <a:xfrm>
            <a:off x="707393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0BBFB315-3AF3-ADF4-3517-78DDF596D762}"/>
              </a:ext>
            </a:extLst>
          </p:cNvPr>
          <p:cNvSpPr>
            <a:spLocks/>
          </p:cNvSpPr>
          <p:nvPr/>
        </p:nvSpPr>
        <p:spPr>
          <a:xfrm>
            <a:off x="7049974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4EFDC1EF-EC57-1788-C73D-37DBE8CB98EC}"/>
              </a:ext>
            </a:extLst>
          </p:cNvPr>
          <p:cNvSpPr>
            <a:spLocks/>
          </p:cNvSpPr>
          <p:nvPr/>
        </p:nvSpPr>
        <p:spPr>
          <a:xfrm>
            <a:off x="7119487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55A8B376-13B7-1ED3-1C0D-24A1A33B1DEF}"/>
              </a:ext>
            </a:extLst>
          </p:cNvPr>
          <p:cNvSpPr>
            <a:spLocks/>
          </p:cNvSpPr>
          <p:nvPr/>
        </p:nvSpPr>
        <p:spPr>
          <a:xfrm>
            <a:off x="706366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3938ED65-C92C-1D40-4ED2-B793ED92AC46}"/>
              </a:ext>
            </a:extLst>
          </p:cNvPr>
          <p:cNvSpPr>
            <a:spLocks/>
          </p:cNvSpPr>
          <p:nvPr/>
        </p:nvSpPr>
        <p:spPr>
          <a:xfrm>
            <a:off x="715017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D10B9D82-DDFA-F113-D348-BCE36E697830}"/>
              </a:ext>
            </a:extLst>
          </p:cNvPr>
          <p:cNvSpPr>
            <a:spLocks/>
          </p:cNvSpPr>
          <p:nvPr/>
        </p:nvSpPr>
        <p:spPr>
          <a:xfrm>
            <a:off x="708793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6B23926D-33B5-6F99-61AD-AFEB70A941DD}"/>
              </a:ext>
            </a:extLst>
          </p:cNvPr>
          <p:cNvSpPr>
            <a:spLocks/>
          </p:cNvSpPr>
          <p:nvPr/>
        </p:nvSpPr>
        <p:spPr>
          <a:xfrm>
            <a:off x="71001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407F78D3-8482-9E6E-0B54-6AA4CB04ABB7}"/>
              </a:ext>
            </a:extLst>
          </p:cNvPr>
          <p:cNvSpPr>
            <a:spLocks/>
          </p:cNvSpPr>
          <p:nvPr/>
        </p:nvSpPr>
        <p:spPr>
          <a:xfrm>
            <a:off x="7063382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4BA5EF88-5CFC-DAA0-2B33-5BAB10FA31C4}"/>
              </a:ext>
            </a:extLst>
          </p:cNvPr>
          <p:cNvSpPr>
            <a:spLocks/>
          </p:cNvSpPr>
          <p:nvPr/>
        </p:nvSpPr>
        <p:spPr>
          <a:xfrm>
            <a:off x="709416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5AA3DA55-29F3-C5C8-1C20-17F9CC13B4DB}"/>
              </a:ext>
            </a:extLst>
          </p:cNvPr>
          <p:cNvSpPr>
            <a:spLocks/>
          </p:cNvSpPr>
          <p:nvPr/>
        </p:nvSpPr>
        <p:spPr>
          <a:xfrm>
            <a:off x="714479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03BAB55E-3169-6B92-5E22-BEAD4B6BCD79}"/>
              </a:ext>
            </a:extLst>
          </p:cNvPr>
          <p:cNvSpPr>
            <a:spLocks/>
          </p:cNvSpPr>
          <p:nvPr/>
        </p:nvSpPr>
        <p:spPr>
          <a:xfrm>
            <a:off x="71334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2D741FC9-4402-E68A-202E-B9982A5412AE}"/>
              </a:ext>
            </a:extLst>
          </p:cNvPr>
          <p:cNvSpPr>
            <a:spLocks/>
          </p:cNvSpPr>
          <p:nvPr/>
        </p:nvSpPr>
        <p:spPr>
          <a:xfrm>
            <a:off x="7072130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C7BE8587-850D-E761-D888-9665910327A2}"/>
              </a:ext>
            </a:extLst>
          </p:cNvPr>
          <p:cNvSpPr>
            <a:spLocks/>
          </p:cNvSpPr>
          <p:nvPr/>
        </p:nvSpPr>
        <p:spPr>
          <a:xfrm>
            <a:off x="73147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0BA2B9C9-016C-4995-D9DD-E0EBE346EBFB}"/>
              </a:ext>
            </a:extLst>
          </p:cNvPr>
          <p:cNvSpPr>
            <a:spLocks/>
          </p:cNvSpPr>
          <p:nvPr/>
        </p:nvSpPr>
        <p:spPr>
          <a:xfrm>
            <a:off x="7380587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792A5149-206F-53A6-AC37-381EFE73AC53}"/>
              </a:ext>
            </a:extLst>
          </p:cNvPr>
          <p:cNvSpPr>
            <a:spLocks/>
          </p:cNvSpPr>
          <p:nvPr/>
        </p:nvSpPr>
        <p:spPr>
          <a:xfrm>
            <a:off x="73713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22DDAEBC-676D-1287-C1D2-A1F614E8915F}"/>
              </a:ext>
            </a:extLst>
          </p:cNvPr>
          <p:cNvSpPr>
            <a:spLocks/>
          </p:cNvSpPr>
          <p:nvPr/>
        </p:nvSpPr>
        <p:spPr>
          <a:xfrm>
            <a:off x="7372882" y="32846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1F36A175-FDC9-8A50-EE36-6F9B91B02B76}"/>
              </a:ext>
            </a:extLst>
          </p:cNvPr>
          <p:cNvSpPr>
            <a:spLocks/>
          </p:cNvSpPr>
          <p:nvPr/>
        </p:nvSpPr>
        <p:spPr>
          <a:xfrm>
            <a:off x="7350290" y="20721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56C7FBEE-2102-0A78-3F9C-7250BC98007B}"/>
              </a:ext>
            </a:extLst>
          </p:cNvPr>
          <p:cNvSpPr>
            <a:spLocks/>
          </p:cNvSpPr>
          <p:nvPr/>
        </p:nvSpPr>
        <p:spPr>
          <a:xfrm>
            <a:off x="73837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B6990DE8-F65E-4C25-1A0C-13BEE8EE3AC6}"/>
              </a:ext>
            </a:extLst>
          </p:cNvPr>
          <p:cNvSpPr>
            <a:spLocks/>
          </p:cNvSpPr>
          <p:nvPr/>
        </p:nvSpPr>
        <p:spPr>
          <a:xfrm>
            <a:off x="73130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EDAE6B1F-9938-475F-280D-2091E6C2F575}"/>
              </a:ext>
            </a:extLst>
          </p:cNvPr>
          <p:cNvSpPr>
            <a:spLocks/>
          </p:cNvSpPr>
          <p:nvPr/>
        </p:nvSpPr>
        <p:spPr>
          <a:xfrm>
            <a:off x="734947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084D9845-0B09-E1F8-162D-CDA1E4F95F05}"/>
              </a:ext>
            </a:extLst>
          </p:cNvPr>
          <p:cNvSpPr>
            <a:spLocks/>
          </p:cNvSpPr>
          <p:nvPr/>
        </p:nvSpPr>
        <p:spPr>
          <a:xfrm>
            <a:off x="74168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75E5AF78-D738-B7F0-F2E2-D5207FBD1DB0}"/>
              </a:ext>
            </a:extLst>
          </p:cNvPr>
          <p:cNvSpPr>
            <a:spLocks/>
          </p:cNvSpPr>
          <p:nvPr/>
        </p:nvSpPr>
        <p:spPr>
          <a:xfrm>
            <a:off x="73490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C9588DA6-86A2-CDF6-CE0B-44C26888EBA6}"/>
              </a:ext>
            </a:extLst>
          </p:cNvPr>
          <p:cNvSpPr>
            <a:spLocks/>
          </p:cNvSpPr>
          <p:nvPr/>
        </p:nvSpPr>
        <p:spPr>
          <a:xfrm>
            <a:off x="7357111" y="243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1D4EECE6-846B-C70F-E84E-28E0D268FAC1}"/>
              </a:ext>
            </a:extLst>
          </p:cNvPr>
          <p:cNvSpPr>
            <a:spLocks/>
          </p:cNvSpPr>
          <p:nvPr/>
        </p:nvSpPr>
        <p:spPr>
          <a:xfrm>
            <a:off x="731072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87E62B9E-E0AA-E430-9474-DEE9D1530176}"/>
              </a:ext>
            </a:extLst>
          </p:cNvPr>
          <p:cNvSpPr>
            <a:spLocks/>
          </p:cNvSpPr>
          <p:nvPr/>
        </p:nvSpPr>
        <p:spPr>
          <a:xfrm>
            <a:off x="7326325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BE139FB1-34F5-0DA9-FFF0-13E1D2ED1683}"/>
              </a:ext>
            </a:extLst>
          </p:cNvPr>
          <p:cNvSpPr>
            <a:spLocks/>
          </p:cNvSpPr>
          <p:nvPr/>
        </p:nvSpPr>
        <p:spPr>
          <a:xfrm>
            <a:off x="73763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4FB74308-A799-354B-D735-6997D4BD185D}"/>
              </a:ext>
            </a:extLst>
          </p:cNvPr>
          <p:cNvSpPr>
            <a:spLocks/>
          </p:cNvSpPr>
          <p:nvPr/>
        </p:nvSpPr>
        <p:spPr>
          <a:xfrm>
            <a:off x="74073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A4C06815-2EF5-2E30-2C4C-ECAEA8F71BB9}"/>
              </a:ext>
            </a:extLst>
          </p:cNvPr>
          <p:cNvSpPr>
            <a:spLocks/>
          </p:cNvSpPr>
          <p:nvPr/>
        </p:nvSpPr>
        <p:spPr>
          <a:xfrm>
            <a:off x="73965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EF219DC9-D50A-823B-31E8-54A87A38AA0E}"/>
              </a:ext>
            </a:extLst>
          </p:cNvPr>
          <p:cNvSpPr>
            <a:spLocks/>
          </p:cNvSpPr>
          <p:nvPr/>
        </p:nvSpPr>
        <p:spPr>
          <a:xfrm>
            <a:off x="736972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EE2CCC48-129D-1224-C9CB-103913884963}"/>
              </a:ext>
            </a:extLst>
          </p:cNvPr>
          <p:cNvSpPr>
            <a:spLocks/>
          </p:cNvSpPr>
          <p:nvPr/>
        </p:nvSpPr>
        <p:spPr>
          <a:xfrm>
            <a:off x="732930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837B49AF-5C8D-F691-DAAF-C9B42808E211}"/>
              </a:ext>
            </a:extLst>
          </p:cNvPr>
          <p:cNvSpPr>
            <a:spLocks/>
          </p:cNvSpPr>
          <p:nvPr/>
        </p:nvSpPr>
        <p:spPr>
          <a:xfrm>
            <a:off x="7367816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F44503AE-42E6-31E2-845E-3CDF220E5A06}"/>
              </a:ext>
            </a:extLst>
          </p:cNvPr>
          <p:cNvSpPr>
            <a:spLocks/>
          </p:cNvSpPr>
          <p:nvPr/>
        </p:nvSpPr>
        <p:spPr>
          <a:xfrm>
            <a:off x="737664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3002053B-6372-2790-3820-2163ACFB8834}"/>
              </a:ext>
            </a:extLst>
          </p:cNvPr>
          <p:cNvSpPr>
            <a:spLocks/>
          </p:cNvSpPr>
          <p:nvPr/>
        </p:nvSpPr>
        <p:spPr>
          <a:xfrm>
            <a:off x="733109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EC2E66DF-17E8-36B8-8C75-4F71CA6EE454}"/>
              </a:ext>
            </a:extLst>
          </p:cNvPr>
          <p:cNvSpPr>
            <a:spLocks/>
          </p:cNvSpPr>
          <p:nvPr/>
        </p:nvSpPr>
        <p:spPr>
          <a:xfrm>
            <a:off x="7363373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CCB3CB88-AA6E-AC13-1C39-E91F03B254B3}"/>
              </a:ext>
            </a:extLst>
          </p:cNvPr>
          <p:cNvSpPr>
            <a:spLocks/>
          </p:cNvSpPr>
          <p:nvPr/>
        </p:nvSpPr>
        <p:spPr>
          <a:xfrm>
            <a:off x="7325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E9D94BAF-202F-6EE8-F431-7F7BC2DADC4B}"/>
              </a:ext>
            </a:extLst>
          </p:cNvPr>
          <p:cNvSpPr>
            <a:spLocks/>
          </p:cNvSpPr>
          <p:nvPr/>
        </p:nvSpPr>
        <p:spPr>
          <a:xfrm>
            <a:off x="737146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CF8101E0-C891-6184-BBE8-E27EB2CD1459}"/>
              </a:ext>
            </a:extLst>
          </p:cNvPr>
          <p:cNvSpPr>
            <a:spLocks/>
          </p:cNvSpPr>
          <p:nvPr/>
        </p:nvSpPr>
        <p:spPr>
          <a:xfrm>
            <a:off x="733212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788E4105-099D-0D88-C70A-DBF16D130331}"/>
              </a:ext>
            </a:extLst>
          </p:cNvPr>
          <p:cNvSpPr>
            <a:spLocks/>
          </p:cNvSpPr>
          <p:nvPr/>
        </p:nvSpPr>
        <p:spPr>
          <a:xfrm>
            <a:off x="731241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E8E3686C-C39B-8B1D-7ECD-37048B4C3D67}"/>
              </a:ext>
            </a:extLst>
          </p:cNvPr>
          <p:cNvSpPr>
            <a:spLocks/>
          </p:cNvSpPr>
          <p:nvPr/>
        </p:nvSpPr>
        <p:spPr>
          <a:xfrm>
            <a:off x="7361039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0CD70638-46C2-DFAB-50B2-4E7DD7311F9E}"/>
              </a:ext>
            </a:extLst>
          </p:cNvPr>
          <p:cNvSpPr>
            <a:spLocks/>
          </p:cNvSpPr>
          <p:nvPr/>
        </p:nvSpPr>
        <p:spPr>
          <a:xfrm>
            <a:off x="7370907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B9B6BFE4-B679-791C-6E33-D300E3D1DB7E}"/>
              </a:ext>
            </a:extLst>
          </p:cNvPr>
          <p:cNvSpPr>
            <a:spLocks/>
          </p:cNvSpPr>
          <p:nvPr/>
        </p:nvSpPr>
        <p:spPr>
          <a:xfrm>
            <a:off x="74208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CD64FB9A-3747-B06E-96C2-BB7E4C4DF473}"/>
              </a:ext>
            </a:extLst>
          </p:cNvPr>
          <p:cNvSpPr>
            <a:spLocks/>
          </p:cNvSpPr>
          <p:nvPr/>
        </p:nvSpPr>
        <p:spPr>
          <a:xfrm>
            <a:off x="74116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28814283-05DC-F9CF-9836-9547C0844D1F}"/>
              </a:ext>
            </a:extLst>
          </p:cNvPr>
          <p:cNvSpPr>
            <a:spLocks/>
          </p:cNvSpPr>
          <p:nvPr/>
        </p:nvSpPr>
        <p:spPr>
          <a:xfrm>
            <a:off x="734965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39D0954D-9E04-A7BE-59B5-925DA6867CF9}"/>
              </a:ext>
            </a:extLst>
          </p:cNvPr>
          <p:cNvSpPr>
            <a:spLocks/>
          </p:cNvSpPr>
          <p:nvPr/>
        </p:nvSpPr>
        <p:spPr>
          <a:xfrm>
            <a:off x="7358553" y="24510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D53BA69D-F884-24F3-2482-D6CC75DFB1C7}"/>
              </a:ext>
            </a:extLst>
          </p:cNvPr>
          <p:cNvSpPr>
            <a:spLocks/>
          </p:cNvSpPr>
          <p:nvPr/>
        </p:nvSpPr>
        <p:spPr>
          <a:xfrm>
            <a:off x="73767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B81CF9C6-E691-9165-042D-078F3323AE4F}"/>
              </a:ext>
            </a:extLst>
          </p:cNvPr>
          <p:cNvSpPr>
            <a:spLocks/>
          </p:cNvSpPr>
          <p:nvPr/>
        </p:nvSpPr>
        <p:spPr>
          <a:xfrm>
            <a:off x="7340549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00C6565B-A141-5AC0-C352-1C11352E9796}"/>
              </a:ext>
            </a:extLst>
          </p:cNvPr>
          <p:cNvSpPr>
            <a:spLocks/>
          </p:cNvSpPr>
          <p:nvPr/>
        </p:nvSpPr>
        <p:spPr>
          <a:xfrm>
            <a:off x="731949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BCB7BFB8-CD1D-8430-A4FD-C952EE97B039}"/>
              </a:ext>
            </a:extLst>
          </p:cNvPr>
          <p:cNvSpPr>
            <a:spLocks/>
          </p:cNvSpPr>
          <p:nvPr/>
        </p:nvSpPr>
        <p:spPr>
          <a:xfrm>
            <a:off x="73776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65B809E5-EA7B-0F8F-EC39-6DABF3F7C7F2}"/>
              </a:ext>
            </a:extLst>
          </p:cNvPr>
          <p:cNvSpPr>
            <a:spLocks/>
          </p:cNvSpPr>
          <p:nvPr/>
        </p:nvSpPr>
        <p:spPr>
          <a:xfrm>
            <a:off x="73899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E1D3C19C-FF73-E344-60DD-2A54DFF8BD24}"/>
              </a:ext>
            </a:extLst>
          </p:cNvPr>
          <p:cNvSpPr>
            <a:spLocks/>
          </p:cNvSpPr>
          <p:nvPr/>
        </p:nvSpPr>
        <p:spPr>
          <a:xfrm>
            <a:off x="737133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44BE6BC2-60E5-F921-6288-BAD121916D11}"/>
              </a:ext>
            </a:extLst>
          </p:cNvPr>
          <p:cNvSpPr>
            <a:spLocks/>
          </p:cNvSpPr>
          <p:nvPr/>
        </p:nvSpPr>
        <p:spPr>
          <a:xfrm>
            <a:off x="742384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3AD0AD6E-E4AC-15BE-A634-722FB5F2DE18}"/>
              </a:ext>
            </a:extLst>
          </p:cNvPr>
          <p:cNvSpPr>
            <a:spLocks/>
          </p:cNvSpPr>
          <p:nvPr/>
        </p:nvSpPr>
        <p:spPr>
          <a:xfrm>
            <a:off x="733237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D6C35605-8D3A-9B5F-5FF3-DA15DD8E0FC9}"/>
              </a:ext>
            </a:extLst>
          </p:cNvPr>
          <p:cNvSpPr>
            <a:spLocks/>
          </p:cNvSpPr>
          <p:nvPr/>
        </p:nvSpPr>
        <p:spPr>
          <a:xfrm>
            <a:off x="74101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24DE6CEC-6F1C-2452-7AAB-FB3BDE95BE47}"/>
              </a:ext>
            </a:extLst>
          </p:cNvPr>
          <p:cNvSpPr>
            <a:spLocks/>
          </p:cNvSpPr>
          <p:nvPr/>
        </p:nvSpPr>
        <p:spPr>
          <a:xfrm>
            <a:off x="735936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77155F1F-34BD-A5C6-3397-DBB0AC247B79}"/>
              </a:ext>
            </a:extLst>
          </p:cNvPr>
          <p:cNvSpPr>
            <a:spLocks/>
          </p:cNvSpPr>
          <p:nvPr/>
        </p:nvSpPr>
        <p:spPr>
          <a:xfrm>
            <a:off x="732316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539EDE2C-7652-DE6D-2CCC-6DAC11D4BBCC}"/>
              </a:ext>
            </a:extLst>
          </p:cNvPr>
          <p:cNvSpPr>
            <a:spLocks/>
          </p:cNvSpPr>
          <p:nvPr/>
        </p:nvSpPr>
        <p:spPr>
          <a:xfrm>
            <a:off x="7366509" y="22132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D4F0AC08-CFF6-938D-7089-78F8B14FA0CB}"/>
              </a:ext>
            </a:extLst>
          </p:cNvPr>
          <p:cNvSpPr>
            <a:spLocks/>
          </p:cNvSpPr>
          <p:nvPr/>
        </p:nvSpPr>
        <p:spPr>
          <a:xfrm>
            <a:off x="73709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AA4EC749-224A-B1F0-03A0-BF00F9C614BC}"/>
              </a:ext>
            </a:extLst>
          </p:cNvPr>
          <p:cNvSpPr>
            <a:spLocks/>
          </p:cNvSpPr>
          <p:nvPr/>
        </p:nvSpPr>
        <p:spPr>
          <a:xfrm>
            <a:off x="7323588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E47023B7-D9AA-202C-2B83-8A1479AC030D}"/>
              </a:ext>
            </a:extLst>
          </p:cNvPr>
          <p:cNvSpPr>
            <a:spLocks/>
          </p:cNvSpPr>
          <p:nvPr/>
        </p:nvSpPr>
        <p:spPr>
          <a:xfrm>
            <a:off x="734259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C60287A4-4D43-D3B0-BD17-CC0740FD8B76}"/>
              </a:ext>
            </a:extLst>
          </p:cNvPr>
          <p:cNvSpPr>
            <a:spLocks/>
          </p:cNvSpPr>
          <p:nvPr/>
        </p:nvSpPr>
        <p:spPr>
          <a:xfrm>
            <a:off x="731541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24BFB5FE-F596-4269-013F-67A3536FD253}"/>
              </a:ext>
            </a:extLst>
          </p:cNvPr>
          <p:cNvSpPr>
            <a:spLocks/>
          </p:cNvSpPr>
          <p:nvPr/>
        </p:nvSpPr>
        <p:spPr>
          <a:xfrm>
            <a:off x="7368115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6E6582D-674D-6F03-22DC-0909FB103648}"/>
              </a:ext>
            </a:extLst>
          </p:cNvPr>
          <p:cNvSpPr>
            <a:spLocks/>
          </p:cNvSpPr>
          <p:nvPr/>
        </p:nvSpPr>
        <p:spPr>
          <a:xfrm>
            <a:off x="736007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BAFEBAB4-2E77-D983-911A-CEC644E5B6EB}"/>
              </a:ext>
            </a:extLst>
          </p:cNvPr>
          <p:cNvSpPr>
            <a:spLocks/>
          </p:cNvSpPr>
          <p:nvPr/>
        </p:nvSpPr>
        <p:spPr>
          <a:xfrm>
            <a:off x="7315596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BB519A58-24BF-803F-E2E5-E0F0530B8D44}"/>
              </a:ext>
            </a:extLst>
          </p:cNvPr>
          <p:cNvSpPr>
            <a:spLocks/>
          </p:cNvSpPr>
          <p:nvPr/>
        </p:nvSpPr>
        <p:spPr>
          <a:xfrm>
            <a:off x="738582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11A5E0BE-E3B8-BDB4-0B97-C778EB2ED21D}"/>
              </a:ext>
            </a:extLst>
          </p:cNvPr>
          <p:cNvSpPr>
            <a:spLocks/>
          </p:cNvSpPr>
          <p:nvPr/>
        </p:nvSpPr>
        <p:spPr>
          <a:xfrm>
            <a:off x="7375271" y="23082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3C2ECF4E-DB25-2715-50FE-C4538F912F0E}"/>
              </a:ext>
            </a:extLst>
          </p:cNvPr>
          <p:cNvSpPr>
            <a:spLocks/>
          </p:cNvSpPr>
          <p:nvPr/>
        </p:nvSpPr>
        <p:spPr>
          <a:xfrm>
            <a:off x="7341857" y="18946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2E2EFC9D-37CE-7FBF-6720-0F2ADEA1389D}"/>
              </a:ext>
            </a:extLst>
          </p:cNvPr>
          <p:cNvSpPr>
            <a:spLocks/>
          </p:cNvSpPr>
          <p:nvPr/>
        </p:nvSpPr>
        <p:spPr>
          <a:xfrm>
            <a:off x="73929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C86C769C-612A-AC57-C2C7-15EDF5842247}"/>
              </a:ext>
            </a:extLst>
          </p:cNvPr>
          <p:cNvSpPr>
            <a:spLocks/>
          </p:cNvSpPr>
          <p:nvPr/>
        </p:nvSpPr>
        <p:spPr>
          <a:xfrm>
            <a:off x="738022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8B1C1202-426C-9056-82E3-B4969E487BA0}"/>
              </a:ext>
            </a:extLst>
          </p:cNvPr>
          <p:cNvSpPr>
            <a:spLocks/>
          </p:cNvSpPr>
          <p:nvPr/>
        </p:nvSpPr>
        <p:spPr>
          <a:xfrm>
            <a:off x="74047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6785C996-BE6D-2BCF-4F1F-BA4702670DA2}"/>
              </a:ext>
            </a:extLst>
          </p:cNvPr>
          <p:cNvSpPr>
            <a:spLocks/>
          </p:cNvSpPr>
          <p:nvPr/>
        </p:nvSpPr>
        <p:spPr>
          <a:xfrm>
            <a:off x="735962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D9DA0E0B-4C85-0CD5-FA99-4CB9A5900EF2}"/>
              </a:ext>
            </a:extLst>
          </p:cNvPr>
          <p:cNvSpPr>
            <a:spLocks/>
          </p:cNvSpPr>
          <p:nvPr/>
        </p:nvSpPr>
        <p:spPr>
          <a:xfrm>
            <a:off x="7345156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C9420DB5-3653-1E1A-0918-6EC66FB9491E}"/>
              </a:ext>
            </a:extLst>
          </p:cNvPr>
          <p:cNvSpPr>
            <a:spLocks/>
          </p:cNvSpPr>
          <p:nvPr/>
        </p:nvSpPr>
        <p:spPr>
          <a:xfrm>
            <a:off x="73481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64DE565D-6511-CA2E-3173-8CAC3ECB3871}"/>
              </a:ext>
            </a:extLst>
          </p:cNvPr>
          <p:cNvSpPr>
            <a:spLocks/>
          </p:cNvSpPr>
          <p:nvPr/>
        </p:nvSpPr>
        <p:spPr>
          <a:xfrm>
            <a:off x="7354591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10E1BF99-ED99-D169-656A-2217FAD5B7A9}"/>
              </a:ext>
            </a:extLst>
          </p:cNvPr>
          <p:cNvSpPr>
            <a:spLocks/>
          </p:cNvSpPr>
          <p:nvPr/>
        </p:nvSpPr>
        <p:spPr>
          <a:xfrm>
            <a:off x="73775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E71A819C-FF34-1035-2179-3E2019004112}"/>
              </a:ext>
            </a:extLst>
          </p:cNvPr>
          <p:cNvSpPr>
            <a:spLocks/>
          </p:cNvSpPr>
          <p:nvPr/>
        </p:nvSpPr>
        <p:spPr>
          <a:xfrm>
            <a:off x="738882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7EBA9097-DA71-408F-ACF0-85FF6B8CB9D2}"/>
              </a:ext>
            </a:extLst>
          </p:cNvPr>
          <p:cNvSpPr>
            <a:spLocks/>
          </p:cNvSpPr>
          <p:nvPr/>
        </p:nvSpPr>
        <p:spPr>
          <a:xfrm>
            <a:off x="73527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34C43B0D-DE08-DD35-A14C-60B1534982FB}"/>
              </a:ext>
            </a:extLst>
          </p:cNvPr>
          <p:cNvSpPr>
            <a:spLocks/>
          </p:cNvSpPr>
          <p:nvPr/>
        </p:nvSpPr>
        <p:spPr>
          <a:xfrm>
            <a:off x="740730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F8F1FF87-BB4A-6903-8869-CF416D03C9CD}"/>
              </a:ext>
            </a:extLst>
          </p:cNvPr>
          <p:cNvSpPr>
            <a:spLocks/>
          </p:cNvSpPr>
          <p:nvPr/>
        </p:nvSpPr>
        <p:spPr>
          <a:xfrm>
            <a:off x="7384835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DA6835AD-B7D9-02C6-86B3-4E45A7C217D1}"/>
              </a:ext>
            </a:extLst>
          </p:cNvPr>
          <p:cNvSpPr>
            <a:spLocks/>
          </p:cNvSpPr>
          <p:nvPr/>
        </p:nvSpPr>
        <p:spPr>
          <a:xfrm>
            <a:off x="7414976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3E0FF38F-682D-1C1B-3AB4-A48AA8305D37}"/>
              </a:ext>
            </a:extLst>
          </p:cNvPr>
          <p:cNvSpPr>
            <a:spLocks/>
          </p:cNvSpPr>
          <p:nvPr/>
        </p:nvSpPr>
        <p:spPr>
          <a:xfrm>
            <a:off x="740852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0DFC737A-AAFB-5320-579E-DDCFB3A8377C}"/>
              </a:ext>
            </a:extLst>
          </p:cNvPr>
          <p:cNvSpPr>
            <a:spLocks/>
          </p:cNvSpPr>
          <p:nvPr/>
        </p:nvSpPr>
        <p:spPr>
          <a:xfrm>
            <a:off x="74033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5E4040F4-7E8E-06AB-833E-86DA68DB8222}"/>
              </a:ext>
            </a:extLst>
          </p:cNvPr>
          <p:cNvSpPr>
            <a:spLocks/>
          </p:cNvSpPr>
          <p:nvPr/>
        </p:nvSpPr>
        <p:spPr>
          <a:xfrm>
            <a:off x="7307904" y="30404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5ED7546C-70EE-3611-C9A5-A1BB57C0091B}"/>
              </a:ext>
            </a:extLst>
          </p:cNvPr>
          <p:cNvSpPr>
            <a:spLocks/>
          </p:cNvSpPr>
          <p:nvPr/>
        </p:nvSpPr>
        <p:spPr>
          <a:xfrm>
            <a:off x="74227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2FA82451-085D-5EF8-12CF-84C6D98B162A}"/>
              </a:ext>
            </a:extLst>
          </p:cNvPr>
          <p:cNvSpPr>
            <a:spLocks/>
          </p:cNvSpPr>
          <p:nvPr/>
        </p:nvSpPr>
        <p:spPr>
          <a:xfrm>
            <a:off x="7366866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77DC0314-CBB3-4C4B-6873-98819D6F1A98}"/>
              </a:ext>
            </a:extLst>
          </p:cNvPr>
          <p:cNvSpPr>
            <a:spLocks/>
          </p:cNvSpPr>
          <p:nvPr/>
        </p:nvSpPr>
        <p:spPr>
          <a:xfrm>
            <a:off x="740098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EA7EB885-6D46-5F79-E4E4-415FF06B55A8}"/>
              </a:ext>
            </a:extLst>
          </p:cNvPr>
          <p:cNvSpPr>
            <a:spLocks/>
          </p:cNvSpPr>
          <p:nvPr/>
        </p:nvSpPr>
        <p:spPr>
          <a:xfrm>
            <a:off x="735392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6204BC30-6110-479A-63B6-CB813361100E}"/>
              </a:ext>
            </a:extLst>
          </p:cNvPr>
          <p:cNvSpPr>
            <a:spLocks/>
          </p:cNvSpPr>
          <p:nvPr/>
        </p:nvSpPr>
        <p:spPr>
          <a:xfrm>
            <a:off x="7309935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1C526922-C739-8A7E-935A-90A2522E7360}"/>
              </a:ext>
            </a:extLst>
          </p:cNvPr>
          <p:cNvSpPr>
            <a:spLocks/>
          </p:cNvSpPr>
          <p:nvPr/>
        </p:nvSpPr>
        <p:spPr>
          <a:xfrm>
            <a:off x="7357985" y="28299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8C4E9C58-8E4D-1D1E-1050-F3D53D54866D}"/>
              </a:ext>
            </a:extLst>
          </p:cNvPr>
          <p:cNvSpPr>
            <a:spLocks/>
          </p:cNvSpPr>
          <p:nvPr/>
        </p:nvSpPr>
        <p:spPr>
          <a:xfrm>
            <a:off x="731958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6301DA4A-54D0-26A9-F09C-B94F3A46E332}"/>
              </a:ext>
            </a:extLst>
          </p:cNvPr>
          <p:cNvSpPr>
            <a:spLocks/>
          </p:cNvSpPr>
          <p:nvPr/>
        </p:nvSpPr>
        <p:spPr>
          <a:xfrm>
            <a:off x="733997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7415268F-D258-B047-3850-0CD0E298A897}"/>
              </a:ext>
            </a:extLst>
          </p:cNvPr>
          <p:cNvSpPr>
            <a:spLocks/>
          </p:cNvSpPr>
          <p:nvPr/>
        </p:nvSpPr>
        <p:spPr>
          <a:xfrm>
            <a:off x="73816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ED21F18B-9EC9-34A6-3B92-B56C6E6CCBDA}"/>
              </a:ext>
            </a:extLst>
          </p:cNvPr>
          <p:cNvSpPr>
            <a:spLocks/>
          </p:cNvSpPr>
          <p:nvPr/>
        </p:nvSpPr>
        <p:spPr>
          <a:xfrm>
            <a:off x="7344257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E690F29F-C610-90C3-7D2E-F71D34CECE1C}"/>
              </a:ext>
            </a:extLst>
          </p:cNvPr>
          <p:cNvSpPr>
            <a:spLocks/>
          </p:cNvSpPr>
          <p:nvPr/>
        </p:nvSpPr>
        <p:spPr>
          <a:xfrm>
            <a:off x="740457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ACBA488A-6B71-2EFA-7DF4-1E27750135A5}"/>
              </a:ext>
            </a:extLst>
          </p:cNvPr>
          <p:cNvSpPr>
            <a:spLocks/>
          </p:cNvSpPr>
          <p:nvPr/>
        </p:nvSpPr>
        <p:spPr>
          <a:xfrm>
            <a:off x="741936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266A447F-CB69-3036-3C45-15ED35C49267}"/>
              </a:ext>
            </a:extLst>
          </p:cNvPr>
          <p:cNvSpPr>
            <a:spLocks/>
          </p:cNvSpPr>
          <p:nvPr/>
        </p:nvSpPr>
        <p:spPr>
          <a:xfrm>
            <a:off x="73669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E95A74BD-4F8C-207D-2F49-B9AECEA0D744}"/>
              </a:ext>
            </a:extLst>
          </p:cNvPr>
          <p:cNvSpPr>
            <a:spLocks/>
          </p:cNvSpPr>
          <p:nvPr/>
        </p:nvSpPr>
        <p:spPr>
          <a:xfrm>
            <a:off x="73499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026FF340-DA67-3E98-D12E-AD08E9C19D47}"/>
              </a:ext>
            </a:extLst>
          </p:cNvPr>
          <p:cNvSpPr>
            <a:spLocks/>
          </p:cNvSpPr>
          <p:nvPr/>
        </p:nvSpPr>
        <p:spPr>
          <a:xfrm>
            <a:off x="7352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B1D2BBD3-A637-F461-1A01-7E6B8E038DBF}"/>
              </a:ext>
            </a:extLst>
          </p:cNvPr>
          <p:cNvSpPr>
            <a:spLocks/>
          </p:cNvSpPr>
          <p:nvPr/>
        </p:nvSpPr>
        <p:spPr>
          <a:xfrm>
            <a:off x="73466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3AA0F9C8-E488-4EA4-DABA-918548AA3D36}"/>
              </a:ext>
            </a:extLst>
          </p:cNvPr>
          <p:cNvSpPr>
            <a:spLocks/>
          </p:cNvSpPr>
          <p:nvPr/>
        </p:nvSpPr>
        <p:spPr>
          <a:xfrm>
            <a:off x="741598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CC632D5A-3781-E7AC-49CE-E4A11AD67008}"/>
              </a:ext>
            </a:extLst>
          </p:cNvPr>
          <p:cNvSpPr>
            <a:spLocks/>
          </p:cNvSpPr>
          <p:nvPr/>
        </p:nvSpPr>
        <p:spPr>
          <a:xfrm>
            <a:off x="73260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C834BB45-57FC-29BB-0DB5-823B8A79EE96}"/>
              </a:ext>
            </a:extLst>
          </p:cNvPr>
          <p:cNvSpPr>
            <a:spLocks/>
          </p:cNvSpPr>
          <p:nvPr/>
        </p:nvSpPr>
        <p:spPr>
          <a:xfrm>
            <a:off x="7345850" y="31078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E0842384-A778-CD75-289B-9310EA7F1BA6}"/>
              </a:ext>
            </a:extLst>
          </p:cNvPr>
          <p:cNvSpPr>
            <a:spLocks/>
          </p:cNvSpPr>
          <p:nvPr/>
        </p:nvSpPr>
        <p:spPr>
          <a:xfrm>
            <a:off x="7352599" y="175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ABC7DC8D-2B46-DE40-27FC-369BC9192337}"/>
              </a:ext>
            </a:extLst>
          </p:cNvPr>
          <p:cNvSpPr>
            <a:spLocks/>
          </p:cNvSpPr>
          <p:nvPr/>
        </p:nvSpPr>
        <p:spPr>
          <a:xfrm>
            <a:off x="7389790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4B9E2770-B9A1-C1E1-A6BB-08F28E794288}"/>
              </a:ext>
            </a:extLst>
          </p:cNvPr>
          <p:cNvSpPr>
            <a:spLocks/>
          </p:cNvSpPr>
          <p:nvPr/>
        </p:nvSpPr>
        <p:spPr>
          <a:xfrm>
            <a:off x="73558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5567F4A2-863C-E62F-D1DD-35E88F563EEE}"/>
              </a:ext>
            </a:extLst>
          </p:cNvPr>
          <p:cNvSpPr>
            <a:spLocks/>
          </p:cNvSpPr>
          <p:nvPr/>
        </p:nvSpPr>
        <p:spPr>
          <a:xfrm>
            <a:off x="73934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22515DF5-4A86-76BD-47F3-F22B4C3ECF63}"/>
              </a:ext>
            </a:extLst>
          </p:cNvPr>
          <p:cNvSpPr>
            <a:spLocks/>
          </p:cNvSpPr>
          <p:nvPr/>
        </p:nvSpPr>
        <p:spPr>
          <a:xfrm>
            <a:off x="73775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EF47C682-542A-D92D-D007-72AE7A61B7A1}"/>
              </a:ext>
            </a:extLst>
          </p:cNvPr>
          <p:cNvSpPr>
            <a:spLocks/>
          </p:cNvSpPr>
          <p:nvPr/>
        </p:nvSpPr>
        <p:spPr>
          <a:xfrm>
            <a:off x="737073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5F065D8D-5DA8-CE7D-56D3-ADF2B7EF6B35}"/>
              </a:ext>
            </a:extLst>
          </p:cNvPr>
          <p:cNvSpPr>
            <a:spLocks/>
          </p:cNvSpPr>
          <p:nvPr/>
        </p:nvSpPr>
        <p:spPr>
          <a:xfrm>
            <a:off x="734378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F194F0C7-8F50-DB7C-2F3C-DF6A5944038E}"/>
              </a:ext>
            </a:extLst>
          </p:cNvPr>
          <p:cNvSpPr>
            <a:spLocks/>
          </p:cNvSpPr>
          <p:nvPr/>
        </p:nvSpPr>
        <p:spPr>
          <a:xfrm>
            <a:off x="732830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9454373A-40F1-D347-48C8-AB5C345982A4}"/>
              </a:ext>
            </a:extLst>
          </p:cNvPr>
          <p:cNvSpPr>
            <a:spLocks/>
          </p:cNvSpPr>
          <p:nvPr/>
        </p:nvSpPr>
        <p:spPr>
          <a:xfrm>
            <a:off x="73702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0FF97B39-E81E-799B-FCD5-C2ADC1D28ACF}"/>
              </a:ext>
            </a:extLst>
          </p:cNvPr>
          <p:cNvSpPr>
            <a:spLocks/>
          </p:cNvSpPr>
          <p:nvPr/>
        </p:nvSpPr>
        <p:spPr>
          <a:xfrm>
            <a:off x="732455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45E3DE11-1698-FC42-825B-25FDCA6E1D90}"/>
              </a:ext>
            </a:extLst>
          </p:cNvPr>
          <p:cNvSpPr>
            <a:spLocks/>
          </p:cNvSpPr>
          <p:nvPr/>
        </p:nvSpPr>
        <p:spPr>
          <a:xfrm>
            <a:off x="7331112" y="19358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3874D2EF-3C0B-1FB8-048B-2F70CB5E28A9}"/>
              </a:ext>
            </a:extLst>
          </p:cNvPr>
          <p:cNvSpPr>
            <a:spLocks/>
          </p:cNvSpPr>
          <p:nvPr/>
        </p:nvSpPr>
        <p:spPr>
          <a:xfrm>
            <a:off x="73342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12964787-7C17-AD1E-F136-4E03AA07519B}"/>
              </a:ext>
            </a:extLst>
          </p:cNvPr>
          <p:cNvSpPr>
            <a:spLocks/>
          </p:cNvSpPr>
          <p:nvPr/>
        </p:nvSpPr>
        <p:spPr>
          <a:xfrm>
            <a:off x="7376995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AB80A916-E655-F412-9600-FBA611B52CF2}"/>
              </a:ext>
            </a:extLst>
          </p:cNvPr>
          <p:cNvSpPr>
            <a:spLocks/>
          </p:cNvSpPr>
          <p:nvPr/>
        </p:nvSpPr>
        <p:spPr>
          <a:xfrm>
            <a:off x="741204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21B01F70-82C1-7534-A992-D5DCAB74961C}"/>
              </a:ext>
            </a:extLst>
          </p:cNvPr>
          <p:cNvSpPr>
            <a:spLocks/>
          </p:cNvSpPr>
          <p:nvPr/>
        </p:nvSpPr>
        <p:spPr>
          <a:xfrm>
            <a:off x="738728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CC5248D0-611F-4AF7-729D-4E9EEDF56249}"/>
              </a:ext>
            </a:extLst>
          </p:cNvPr>
          <p:cNvSpPr>
            <a:spLocks/>
          </p:cNvSpPr>
          <p:nvPr/>
        </p:nvSpPr>
        <p:spPr>
          <a:xfrm>
            <a:off x="7401880" y="19289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5A2A9066-B529-0072-8496-2DFA718EAE91}"/>
              </a:ext>
            </a:extLst>
          </p:cNvPr>
          <p:cNvSpPr>
            <a:spLocks/>
          </p:cNvSpPr>
          <p:nvPr/>
        </p:nvSpPr>
        <p:spPr>
          <a:xfrm>
            <a:off x="735778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AA2672EA-E5B3-0E49-FFD1-2A72FA481CF0}"/>
              </a:ext>
            </a:extLst>
          </p:cNvPr>
          <p:cNvSpPr>
            <a:spLocks/>
          </p:cNvSpPr>
          <p:nvPr/>
        </p:nvSpPr>
        <p:spPr>
          <a:xfrm>
            <a:off x="74017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F4E1BB25-DEB7-3126-8EFF-A1662244A604}"/>
              </a:ext>
            </a:extLst>
          </p:cNvPr>
          <p:cNvSpPr>
            <a:spLocks/>
          </p:cNvSpPr>
          <p:nvPr/>
        </p:nvSpPr>
        <p:spPr>
          <a:xfrm>
            <a:off x="7394210" y="2317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B00E9FC7-5E0A-2953-277C-336CB7065A24}"/>
              </a:ext>
            </a:extLst>
          </p:cNvPr>
          <p:cNvSpPr>
            <a:spLocks/>
          </p:cNvSpPr>
          <p:nvPr/>
        </p:nvSpPr>
        <p:spPr>
          <a:xfrm>
            <a:off x="734395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DFEA72F3-03D6-8DD8-15DC-B78E9CB95D2E}"/>
              </a:ext>
            </a:extLst>
          </p:cNvPr>
          <p:cNvSpPr>
            <a:spLocks/>
          </p:cNvSpPr>
          <p:nvPr/>
        </p:nvSpPr>
        <p:spPr>
          <a:xfrm>
            <a:off x="742093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4E423424-8753-9978-8D55-C445CB181406}"/>
              </a:ext>
            </a:extLst>
          </p:cNvPr>
          <p:cNvSpPr>
            <a:spLocks/>
          </p:cNvSpPr>
          <p:nvPr/>
        </p:nvSpPr>
        <p:spPr>
          <a:xfrm>
            <a:off x="730627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E9A28637-84DE-1AA2-534E-C66EF8770E73}"/>
              </a:ext>
            </a:extLst>
          </p:cNvPr>
          <p:cNvSpPr>
            <a:spLocks/>
          </p:cNvSpPr>
          <p:nvPr/>
        </p:nvSpPr>
        <p:spPr>
          <a:xfrm>
            <a:off x="736474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02E535EC-737B-6600-D3C7-8133C2D5A6FB}"/>
              </a:ext>
            </a:extLst>
          </p:cNvPr>
          <p:cNvSpPr>
            <a:spLocks/>
          </p:cNvSpPr>
          <p:nvPr/>
        </p:nvSpPr>
        <p:spPr>
          <a:xfrm>
            <a:off x="7322348" y="18896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B02FA086-6D18-EC11-E657-A63E989F770B}"/>
              </a:ext>
            </a:extLst>
          </p:cNvPr>
          <p:cNvSpPr>
            <a:spLocks/>
          </p:cNvSpPr>
          <p:nvPr/>
        </p:nvSpPr>
        <p:spPr>
          <a:xfrm>
            <a:off x="741180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3AF6D0FC-A40F-27FA-C156-4ECC7E367878}"/>
              </a:ext>
            </a:extLst>
          </p:cNvPr>
          <p:cNvSpPr>
            <a:spLocks/>
          </p:cNvSpPr>
          <p:nvPr/>
        </p:nvSpPr>
        <p:spPr>
          <a:xfrm>
            <a:off x="733848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89FDA344-8EBD-0072-5EAC-7C0726A36C98}"/>
              </a:ext>
            </a:extLst>
          </p:cNvPr>
          <p:cNvSpPr>
            <a:spLocks/>
          </p:cNvSpPr>
          <p:nvPr/>
        </p:nvSpPr>
        <p:spPr>
          <a:xfrm>
            <a:off x="73302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9E835751-DB8B-15CB-D5B5-CDAF54DAE80A}"/>
              </a:ext>
            </a:extLst>
          </p:cNvPr>
          <p:cNvSpPr>
            <a:spLocks/>
          </p:cNvSpPr>
          <p:nvPr/>
        </p:nvSpPr>
        <p:spPr>
          <a:xfrm>
            <a:off x="73854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6635835B-99B0-0C80-FFF0-221C3A8403B9}"/>
              </a:ext>
            </a:extLst>
          </p:cNvPr>
          <p:cNvSpPr>
            <a:spLocks/>
          </p:cNvSpPr>
          <p:nvPr/>
        </p:nvSpPr>
        <p:spPr>
          <a:xfrm>
            <a:off x="73581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3330FFF3-9527-544C-60DE-28C9F1184CC4}"/>
              </a:ext>
            </a:extLst>
          </p:cNvPr>
          <p:cNvSpPr>
            <a:spLocks/>
          </p:cNvSpPr>
          <p:nvPr/>
        </p:nvSpPr>
        <p:spPr>
          <a:xfrm>
            <a:off x="732111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5F8F6E5C-596C-72C5-D8FE-B875D85CCC9B}"/>
              </a:ext>
            </a:extLst>
          </p:cNvPr>
          <p:cNvSpPr>
            <a:spLocks/>
          </p:cNvSpPr>
          <p:nvPr/>
        </p:nvSpPr>
        <p:spPr>
          <a:xfrm>
            <a:off x="732218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8874A787-FD77-9E9C-AD3F-A9AA9D20FD7A}"/>
              </a:ext>
            </a:extLst>
          </p:cNvPr>
          <p:cNvSpPr>
            <a:spLocks/>
          </p:cNvSpPr>
          <p:nvPr/>
        </p:nvSpPr>
        <p:spPr>
          <a:xfrm>
            <a:off x="73460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ABEB19B0-0E07-5F44-C56D-661689339DD6}"/>
              </a:ext>
            </a:extLst>
          </p:cNvPr>
          <p:cNvSpPr>
            <a:spLocks/>
          </p:cNvSpPr>
          <p:nvPr/>
        </p:nvSpPr>
        <p:spPr>
          <a:xfrm>
            <a:off x="7369668" y="2105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C631101C-8F3E-34FE-9343-652979C0B92A}"/>
              </a:ext>
            </a:extLst>
          </p:cNvPr>
          <p:cNvSpPr>
            <a:spLocks/>
          </p:cNvSpPr>
          <p:nvPr/>
        </p:nvSpPr>
        <p:spPr>
          <a:xfrm>
            <a:off x="73311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925EB0C-8726-F6A9-41FF-9A9C2827E08D}"/>
              </a:ext>
            </a:extLst>
          </p:cNvPr>
          <p:cNvSpPr>
            <a:spLocks/>
          </p:cNvSpPr>
          <p:nvPr/>
        </p:nvSpPr>
        <p:spPr>
          <a:xfrm>
            <a:off x="7343385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F7495B4E-BEB8-BD3F-C8ED-6F5D27A4E71D}"/>
              </a:ext>
            </a:extLst>
          </p:cNvPr>
          <p:cNvSpPr>
            <a:spLocks/>
          </p:cNvSpPr>
          <p:nvPr/>
        </p:nvSpPr>
        <p:spPr>
          <a:xfrm>
            <a:off x="73197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5CD5913F-822C-E62F-8758-575799E72D4C}"/>
              </a:ext>
            </a:extLst>
          </p:cNvPr>
          <p:cNvSpPr>
            <a:spLocks/>
          </p:cNvSpPr>
          <p:nvPr/>
        </p:nvSpPr>
        <p:spPr>
          <a:xfrm>
            <a:off x="737434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2531F485-1597-F69F-B73F-89B4C376808E}"/>
              </a:ext>
            </a:extLst>
          </p:cNvPr>
          <p:cNvSpPr>
            <a:spLocks/>
          </p:cNvSpPr>
          <p:nvPr/>
        </p:nvSpPr>
        <p:spPr>
          <a:xfrm>
            <a:off x="73182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DC382EC6-6F15-8243-DEEB-A3B55AC0F9E3}"/>
              </a:ext>
            </a:extLst>
          </p:cNvPr>
          <p:cNvSpPr>
            <a:spLocks/>
          </p:cNvSpPr>
          <p:nvPr/>
        </p:nvSpPr>
        <p:spPr>
          <a:xfrm>
            <a:off x="74040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F6667B93-46A2-9AC2-6345-654A67653740}"/>
              </a:ext>
            </a:extLst>
          </p:cNvPr>
          <p:cNvSpPr>
            <a:spLocks/>
          </p:cNvSpPr>
          <p:nvPr/>
        </p:nvSpPr>
        <p:spPr>
          <a:xfrm>
            <a:off x="73622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F47BC60B-6C8F-CF9E-84EA-3A025437A954}"/>
              </a:ext>
            </a:extLst>
          </p:cNvPr>
          <p:cNvSpPr>
            <a:spLocks/>
          </p:cNvSpPr>
          <p:nvPr/>
        </p:nvSpPr>
        <p:spPr>
          <a:xfrm>
            <a:off x="739122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5B8E47B8-89BE-7D79-E8CA-35A4BBB0D4A9}"/>
              </a:ext>
            </a:extLst>
          </p:cNvPr>
          <p:cNvSpPr>
            <a:spLocks/>
          </p:cNvSpPr>
          <p:nvPr/>
        </p:nvSpPr>
        <p:spPr>
          <a:xfrm>
            <a:off x="73769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27B726E6-A9A0-9E6E-DB6D-5B47A07AFBB4}"/>
              </a:ext>
            </a:extLst>
          </p:cNvPr>
          <p:cNvSpPr>
            <a:spLocks/>
          </p:cNvSpPr>
          <p:nvPr/>
        </p:nvSpPr>
        <p:spPr>
          <a:xfrm>
            <a:off x="7331766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62838878-6CB3-508D-B18F-E812A32F1DE4}"/>
              </a:ext>
            </a:extLst>
          </p:cNvPr>
          <p:cNvSpPr>
            <a:spLocks/>
          </p:cNvSpPr>
          <p:nvPr/>
        </p:nvSpPr>
        <p:spPr>
          <a:xfrm>
            <a:off x="73077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FA7D3134-B7AE-3AB0-9473-2A6AA2B5E1BA}"/>
              </a:ext>
            </a:extLst>
          </p:cNvPr>
          <p:cNvSpPr>
            <a:spLocks/>
          </p:cNvSpPr>
          <p:nvPr/>
        </p:nvSpPr>
        <p:spPr>
          <a:xfrm>
            <a:off x="734895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7B020AE7-1119-FDE7-1255-007E44D11B48}"/>
              </a:ext>
            </a:extLst>
          </p:cNvPr>
          <p:cNvSpPr>
            <a:spLocks/>
          </p:cNvSpPr>
          <p:nvPr/>
        </p:nvSpPr>
        <p:spPr>
          <a:xfrm>
            <a:off x="7407235" y="21754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E21FF83-AEAA-0343-1D6A-C6D6F89941D2}"/>
              </a:ext>
            </a:extLst>
          </p:cNvPr>
          <p:cNvSpPr>
            <a:spLocks/>
          </p:cNvSpPr>
          <p:nvPr/>
        </p:nvSpPr>
        <p:spPr>
          <a:xfrm>
            <a:off x="730632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210BE708-7ACD-85CB-0BA5-439397360116}"/>
              </a:ext>
            </a:extLst>
          </p:cNvPr>
          <p:cNvSpPr>
            <a:spLocks/>
          </p:cNvSpPr>
          <p:nvPr/>
        </p:nvSpPr>
        <p:spPr>
          <a:xfrm>
            <a:off x="7415223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E02D6855-B16C-CD5C-76E0-832426DA4D11}"/>
              </a:ext>
            </a:extLst>
          </p:cNvPr>
          <p:cNvSpPr>
            <a:spLocks/>
          </p:cNvSpPr>
          <p:nvPr/>
        </p:nvSpPr>
        <p:spPr>
          <a:xfrm>
            <a:off x="74062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F001C588-5FAB-4705-B568-F0B45C54A098}"/>
              </a:ext>
            </a:extLst>
          </p:cNvPr>
          <p:cNvSpPr>
            <a:spLocks/>
          </p:cNvSpPr>
          <p:nvPr/>
        </p:nvSpPr>
        <p:spPr>
          <a:xfrm>
            <a:off x="737893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0CDDC6A9-F962-7015-7B0C-8D3DA152788C}"/>
              </a:ext>
            </a:extLst>
          </p:cNvPr>
          <p:cNvSpPr>
            <a:spLocks/>
          </p:cNvSpPr>
          <p:nvPr/>
        </p:nvSpPr>
        <p:spPr>
          <a:xfrm>
            <a:off x="740403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60CE51BA-0E78-2294-CA1A-E5A3A9F8B185}"/>
              </a:ext>
            </a:extLst>
          </p:cNvPr>
          <p:cNvSpPr>
            <a:spLocks/>
          </p:cNvSpPr>
          <p:nvPr/>
        </p:nvSpPr>
        <p:spPr>
          <a:xfrm>
            <a:off x="74042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7C5723D5-613A-3FB7-C696-1F4BC8D2AB88}"/>
              </a:ext>
            </a:extLst>
          </p:cNvPr>
          <p:cNvSpPr>
            <a:spLocks/>
          </p:cNvSpPr>
          <p:nvPr/>
        </p:nvSpPr>
        <p:spPr>
          <a:xfrm>
            <a:off x="73463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DC85C471-1B0C-27F6-38CD-952F02799FB7}"/>
              </a:ext>
            </a:extLst>
          </p:cNvPr>
          <p:cNvSpPr>
            <a:spLocks/>
          </p:cNvSpPr>
          <p:nvPr/>
        </p:nvSpPr>
        <p:spPr>
          <a:xfrm>
            <a:off x="7356820" y="22236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9CCB03C7-3947-1C69-57F4-779722387653}"/>
              </a:ext>
            </a:extLst>
          </p:cNvPr>
          <p:cNvSpPr>
            <a:spLocks/>
          </p:cNvSpPr>
          <p:nvPr/>
        </p:nvSpPr>
        <p:spPr>
          <a:xfrm>
            <a:off x="736591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503505D6-70CD-F0A5-E67C-754DADDC974D}"/>
              </a:ext>
            </a:extLst>
          </p:cNvPr>
          <p:cNvSpPr>
            <a:spLocks/>
          </p:cNvSpPr>
          <p:nvPr/>
        </p:nvSpPr>
        <p:spPr>
          <a:xfrm>
            <a:off x="739059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1CDB0A80-F7C4-1A77-BFBF-E8488216D4DF}"/>
              </a:ext>
            </a:extLst>
          </p:cNvPr>
          <p:cNvSpPr>
            <a:spLocks/>
          </p:cNvSpPr>
          <p:nvPr/>
        </p:nvSpPr>
        <p:spPr>
          <a:xfrm>
            <a:off x="74205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BD26202D-7AE5-DF03-DD31-A0B455531D38}"/>
              </a:ext>
            </a:extLst>
          </p:cNvPr>
          <p:cNvSpPr>
            <a:spLocks/>
          </p:cNvSpPr>
          <p:nvPr/>
        </p:nvSpPr>
        <p:spPr>
          <a:xfrm>
            <a:off x="7376120" y="24620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C06DD212-2594-EEFC-4206-6A7E99583C36}"/>
              </a:ext>
            </a:extLst>
          </p:cNvPr>
          <p:cNvSpPr>
            <a:spLocks/>
          </p:cNvSpPr>
          <p:nvPr/>
        </p:nvSpPr>
        <p:spPr>
          <a:xfrm>
            <a:off x="737463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CD774914-9220-36EE-6724-7E0E64514FA6}"/>
              </a:ext>
            </a:extLst>
          </p:cNvPr>
          <p:cNvSpPr>
            <a:spLocks/>
          </p:cNvSpPr>
          <p:nvPr/>
        </p:nvSpPr>
        <p:spPr>
          <a:xfrm>
            <a:off x="73904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F2DC7A58-839F-94DF-401C-14E392F468A3}"/>
              </a:ext>
            </a:extLst>
          </p:cNvPr>
          <p:cNvSpPr>
            <a:spLocks/>
          </p:cNvSpPr>
          <p:nvPr/>
        </p:nvSpPr>
        <p:spPr>
          <a:xfrm>
            <a:off x="7361512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CB31A59A-2B47-D122-EBAC-54072A23CFAD}"/>
              </a:ext>
            </a:extLst>
          </p:cNvPr>
          <p:cNvSpPr>
            <a:spLocks/>
          </p:cNvSpPr>
          <p:nvPr/>
        </p:nvSpPr>
        <p:spPr>
          <a:xfrm>
            <a:off x="730813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E730556D-79C7-D65C-DE49-CC0BE798AE6C}"/>
              </a:ext>
            </a:extLst>
          </p:cNvPr>
          <p:cNvSpPr>
            <a:spLocks/>
          </p:cNvSpPr>
          <p:nvPr/>
        </p:nvSpPr>
        <p:spPr>
          <a:xfrm>
            <a:off x="74062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0FE4F12B-3195-8326-054E-93199C0A1936}"/>
              </a:ext>
            </a:extLst>
          </p:cNvPr>
          <p:cNvSpPr>
            <a:spLocks/>
          </p:cNvSpPr>
          <p:nvPr/>
        </p:nvSpPr>
        <p:spPr>
          <a:xfrm>
            <a:off x="73764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D2931CCB-872A-242B-F42A-52E3EEF5A2CF}"/>
              </a:ext>
            </a:extLst>
          </p:cNvPr>
          <p:cNvSpPr>
            <a:spLocks/>
          </p:cNvSpPr>
          <p:nvPr/>
        </p:nvSpPr>
        <p:spPr>
          <a:xfrm>
            <a:off x="7327398" y="26362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8155DFE1-9152-6D58-ADD0-7835986E4C9D}"/>
              </a:ext>
            </a:extLst>
          </p:cNvPr>
          <p:cNvSpPr>
            <a:spLocks/>
          </p:cNvSpPr>
          <p:nvPr/>
        </p:nvSpPr>
        <p:spPr>
          <a:xfrm>
            <a:off x="74233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5B877D69-F5A9-1967-B0DF-3757AD6021F2}"/>
              </a:ext>
            </a:extLst>
          </p:cNvPr>
          <p:cNvSpPr>
            <a:spLocks/>
          </p:cNvSpPr>
          <p:nvPr/>
        </p:nvSpPr>
        <p:spPr>
          <a:xfrm>
            <a:off x="734595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4CE2FAFB-1159-C7B1-8DEB-2861C669CCDC}"/>
              </a:ext>
            </a:extLst>
          </p:cNvPr>
          <p:cNvSpPr>
            <a:spLocks/>
          </p:cNvSpPr>
          <p:nvPr/>
        </p:nvSpPr>
        <p:spPr>
          <a:xfrm>
            <a:off x="741478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6FE275DA-4E98-B8FA-2174-9FB8DEAB25E8}"/>
              </a:ext>
            </a:extLst>
          </p:cNvPr>
          <p:cNvSpPr>
            <a:spLocks/>
          </p:cNvSpPr>
          <p:nvPr/>
        </p:nvSpPr>
        <p:spPr>
          <a:xfrm>
            <a:off x="73149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59E5A222-489F-B131-692D-BDF95FC8C75A}"/>
              </a:ext>
            </a:extLst>
          </p:cNvPr>
          <p:cNvSpPr>
            <a:spLocks/>
          </p:cNvSpPr>
          <p:nvPr/>
        </p:nvSpPr>
        <p:spPr>
          <a:xfrm>
            <a:off x="742394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6D175F6A-7EDA-4DC7-827C-EBA8F5628A8D}"/>
              </a:ext>
            </a:extLst>
          </p:cNvPr>
          <p:cNvSpPr>
            <a:spLocks/>
          </p:cNvSpPr>
          <p:nvPr/>
        </p:nvSpPr>
        <p:spPr>
          <a:xfrm>
            <a:off x="742180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47C71262-9180-A0AA-7CE8-44A5AB5E52EE}"/>
              </a:ext>
            </a:extLst>
          </p:cNvPr>
          <p:cNvSpPr>
            <a:spLocks/>
          </p:cNvSpPr>
          <p:nvPr/>
        </p:nvSpPr>
        <p:spPr>
          <a:xfrm>
            <a:off x="7394763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D391378C-C2D6-DFD3-D000-E67071890E93}"/>
              </a:ext>
            </a:extLst>
          </p:cNvPr>
          <p:cNvSpPr>
            <a:spLocks/>
          </p:cNvSpPr>
          <p:nvPr/>
        </p:nvSpPr>
        <p:spPr>
          <a:xfrm>
            <a:off x="7365385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CB048A3C-D79F-4BEC-0633-BEFB8D30CB02}"/>
              </a:ext>
            </a:extLst>
          </p:cNvPr>
          <p:cNvSpPr>
            <a:spLocks/>
          </p:cNvSpPr>
          <p:nvPr/>
        </p:nvSpPr>
        <p:spPr>
          <a:xfrm>
            <a:off x="733104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7996BB53-B6ED-D026-A048-E877C0E898A9}"/>
              </a:ext>
            </a:extLst>
          </p:cNvPr>
          <p:cNvSpPr>
            <a:spLocks/>
          </p:cNvSpPr>
          <p:nvPr/>
        </p:nvSpPr>
        <p:spPr>
          <a:xfrm>
            <a:off x="74004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4BD3EE8F-394A-92D2-65B5-C6574EDB4F66}"/>
              </a:ext>
            </a:extLst>
          </p:cNvPr>
          <p:cNvSpPr>
            <a:spLocks/>
          </p:cNvSpPr>
          <p:nvPr/>
        </p:nvSpPr>
        <p:spPr>
          <a:xfrm>
            <a:off x="7419156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74DDDFD6-F301-D4AA-AD42-DC2F91589BDC}"/>
              </a:ext>
            </a:extLst>
          </p:cNvPr>
          <p:cNvSpPr>
            <a:spLocks/>
          </p:cNvSpPr>
          <p:nvPr/>
        </p:nvSpPr>
        <p:spPr>
          <a:xfrm>
            <a:off x="7331362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AD1127B4-F077-1F7A-C847-3228A841054A}"/>
              </a:ext>
            </a:extLst>
          </p:cNvPr>
          <p:cNvSpPr>
            <a:spLocks/>
          </p:cNvSpPr>
          <p:nvPr/>
        </p:nvSpPr>
        <p:spPr>
          <a:xfrm>
            <a:off x="7321580" y="28373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0E01AF3A-CB48-93B7-A307-F2F1B21094C9}"/>
              </a:ext>
            </a:extLst>
          </p:cNvPr>
          <p:cNvSpPr>
            <a:spLocks/>
          </p:cNvSpPr>
          <p:nvPr/>
        </p:nvSpPr>
        <p:spPr>
          <a:xfrm>
            <a:off x="73917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EF275049-59F7-674F-CE33-EAF32673EEF9}"/>
              </a:ext>
            </a:extLst>
          </p:cNvPr>
          <p:cNvSpPr>
            <a:spLocks/>
          </p:cNvSpPr>
          <p:nvPr/>
        </p:nvSpPr>
        <p:spPr>
          <a:xfrm>
            <a:off x="7306189" y="2114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0FFDA4B4-0A80-B4C0-A448-B5AC0BDC4AE8}"/>
              </a:ext>
            </a:extLst>
          </p:cNvPr>
          <p:cNvSpPr>
            <a:spLocks/>
          </p:cNvSpPr>
          <p:nvPr/>
        </p:nvSpPr>
        <p:spPr>
          <a:xfrm>
            <a:off x="734494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485F9E70-C268-CD6C-2E68-C08B5A48128D}"/>
              </a:ext>
            </a:extLst>
          </p:cNvPr>
          <p:cNvSpPr>
            <a:spLocks/>
          </p:cNvSpPr>
          <p:nvPr/>
        </p:nvSpPr>
        <p:spPr>
          <a:xfrm>
            <a:off x="734519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8DC47433-810C-F7B7-3356-7AB9A3D11EC5}"/>
              </a:ext>
            </a:extLst>
          </p:cNvPr>
          <p:cNvSpPr>
            <a:spLocks/>
          </p:cNvSpPr>
          <p:nvPr/>
        </p:nvSpPr>
        <p:spPr>
          <a:xfrm>
            <a:off x="7378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301AC46E-2D74-C958-EDA8-4EA032DED8B9}"/>
              </a:ext>
            </a:extLst>
          </p:cNvPr>
          <p:cNvSpPr>
            <a:spLocks/>
          </p:cNvSpPr>
          <p:nvPr/>
        </p:nvSpPr>
        <p:spPr>
          <a:xfrm>
            <a:off x="739582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8E2C71C6-A0AC-236B-C1D7-E140D319FAC9}"/>
              </a:ext>
            </a:extLst>
          </p:cNvPr>
          <p:cNvSpPr>
            <a:spLocks/>
          </p:cNvSpPr>
          <p:nvPr/>
        </p:nvSpPr>
        <p:spPr>
          <a:xfrm>
            <a:off x="7394854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DA6E19E4-5591-FF82-1F60-E0EF2872DBC5}"/>
              </a:ext>
            </a:extLst>
          </p:cNvPr>
          <p:cNvSpPr>
            <a:spLocks/>
          </p:cNvSpPr>
          <p:nvPr/>
        </p:nvSpPr>
        <p:spPr>
          <a:xfrm>
            <a:off x="7393588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3F19130D-2F3C-70DF-D5EE-F5A467DB5922}"/>
              </a:ext>
            </a:extLst>
          </p:cNvPr>
          <p:cNvSpPr>
            <a:spLocks/>
          </p:cNvSpPr>
          <p:nvPr/>
        </p:nvSpPr>
        <p:spPr>
          <a:xfrm>
            <a:off x="73268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F62D6ECA-D920-6D84-EDB8-796531DC1193}"/>
              </a:ext>
            </a:extLst>
          </p:cNvPr>
          <p:cNvSpPr>
            <a:spLocks/>
          </p:cNvSpPr>
          <p:nvPr/>
        </p:nvSpPr>
        <p:spPr>
          <a:xfrm>
            <a:off x="7355887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0FA2FC6A-514C-3135-D24D-BA1BB830F5C8}"/>
              </a:ext>
            </a:extLst>
          </p:cNvPr>
          <p:cNvSpPr>
            <a:spLocks/>
          </p:cNvSpPr>
          <p:nvPr/>
        </p:nvSpPr>
        <p:spPr>
          <a:xfrm>
            <a:off x="73353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EDBAC598-B7AC-4CF6-0E6C-4F9C10F9B8DE}"/>
              </a:ext>
            </a:extLst>
          </p:cNvPr>
          <p:cNvSpPr>
            <a:spLocks/>
          </p:cNvSpPr>
          <p:nvPr/>
        </p:nvSpPr>
        <p:spPr>
          <a:xfrm>
            <a:off x="735320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31728B07-A20C-F2B1-4F7A-3F422E56BCA4}"/>
              </a:ext>
            </a:extLst>
          </p:cNvPr>
          <p:cNvSpPr>
            <a:spLocks/>
          </p:cNvSpPr>
          <p:nvPr/>
        </p:nvSpPr>
        <p:spPr>
          <a:xfrm>
            <a:off x="76498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5DF9E8AB-B820-19F9-78A5-A13C02952D08}"/>
              </a:ext>
            </a:extLst>
          </p:cNvPr>
          <p:cNvSpPr>
            <a:spLocks/>
          </p:cNvSpPr>
          <p:nvPr/>
        </p:nvSpPr>
        <p:spPr>
          <a:xfrm>
            <a:off x="76497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B0B70D52-6B96-AEF3-937E-831E5E9267F2}"/>
              </a:ext>
            </a:extLst>
          </p:cNvPr>
          <p:cNvSpPr>
            <a:spLocks/>
          </p:cNvSpPr>
          <p:nvPr/>
        </p:nvSpPr>
        <p:spPr>
          <a:xfrm>
            <a:off x="7643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8180D596-D3B7-36BE-E932-D89E93B59BF0}"/>
              </a:ext>
            </a:extLst>
          </p:cNvPr>
          <p:cNvSpPr>
            <a:spLocks/>
          </p:cNvSpPr>
          <p:nvPr/>
        </p:nvSpPr>
        <p:spPr>
          <a:xfrm>
            <a:off x="7655222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FBB684A2-B67C-E083-CCCC-20C4FA8364B3}"/>
              </a:ext>
            </a:extLst>
          </p:cNvPr>
          <p:cNvSpPr>
            <a:spLocks/>
          </p:cNvSpPr>
          <p:nvPr/>
        </p:nvSpPr>
        <p:spPr>
          <a:xfrm>
            <a:off x="7604030" y="1965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F588F662-6F54-7832-6E17-26EF244F4908}"/>
              </a:ext>
            </a:extLst>
          </p:cNvPr>
          <p:cNvSpPr>
            <a:spLocks/>
          </p:cNvSpPr>
          <p:nvPr/>
        </p:nvSpPr>
        <p:spPr>
          <a:xfrm>
            <a:off x="76667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9CB8C1FE-FC6E-D993-FEE8-274465CA4EE9}"/>
              </a:ext>
            </a:extLst>
          </p:cNvPr>
          <p:cNvSpPr>
            <a:spLocks/>
          </p:cNvSpPr>
          <p:nvPr/>
        </p:nvSpPr>
        <p:spPr>
          <a:xfrm>
            <a:off x="76239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347D7411-6086-1FB2-E542-67D434BF47A7}"/>
              </a:ext>
            </a:extLst>
          </p:cNvPr>
          <p:cNvSpPr>
            <a:spLocks/>
          </p:cNvSpPr>
          <p:nvPr/>
        </p:nvSpPr>
        <p:spPr>
          <a:xfrm>
            <a:off x="75679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7BF19283-D68E-13D6-9F1D-94C386FECE97}"/>
              </a:ext>
            </a:extLst>
          </p:cNvPr>
          <p:cNvSpPr>
            <a:spLocks/>
          </p:cNvSpPr>
          <p:nvPr/>
        </p:nvSpPr>
        <p:spPr>
          <a:xfrm>
            <a:off x="7557410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F146ED12-A88E-D5A5-BF2E-0CB0574EB2C0}"/>
              </a:ext>
            </a:extLst>
          </p:cNvPr>
          <p:cNvSpPr>
            <a:spLocks/>
          </p:cNvSpPr>
          <p:nvPr/>
        </p:nvSpPr>
        <p:spPr>
          <a:xfrm>
            <a:off x="765148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C1271690-E8C2-926C-A551-202970EE9C02}"/>
              </a:ext>
            </a:extLst>
          </p:cNvPr>
          <p:cNvSpPr>
            <a:spLocks/>
          </p:cNvSpPr>
          <p:nvPr/>
        </p:nvSpPr>
        <p:spPr>
          <a:xfrm>
            <a:off x="7623113" y="25388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951545E7-F94F-98F1-42BF-CC274C889B4F}"/>
              </a:ext>
            </a:extLst>
          </p:cNvPr>
          <p:cNvSpPr>
            <a:spLocks/>
          </p:cNvSpPr>
          <p:nvPr/>
        </p:nvSpPr>
        <p:spPr>
          <a:xfrm>
            <a:off x="75855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DC49C031-0C71-4CFC-C269-89942918B0C3}"/>
              </a:ext>
            </a:extLst>
          </p:cNvPr>
          <p:cNvSpPr>
            <a:spLocks/>
          </p:cNvSpPr>
          <p:nvPr/>
        </p:nvSpPr>
        <p:spPr>
          <a:xfrm>
            <a:off x="761993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5AA163B1-94E8-1FB2-AE4A-E8451CCDE4EC}"/>
              </a:ext>
            </a:extLst>
          </p:cNvPr>
          <p:cNvSpPr>
            <a:spLocks/>
          </p:cNvSpPr>
          <p:nvPr/>
        </p:nvSpPr>
        <p:spPr>
          <a:xfrm>
            <a:off x="7624785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5C62046E-2B56-8281-8ADE-A0B211D40574}"/>
              </a:ext>
            </a:extLst>
          </p:cNvPr>
          <p:cNvSpPr>
            <a:spLocks/>
          </p:cNvSpPr>
          <p:nvPr/>
        </p:nvSpPr>
        <p:spPr>
          <a:xfrm>
            <a:off x="755977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C190675F-C1EB-ADE8-5E74-6E120023FBA4}"/>
              </a:ext>
            </a:extLst>
          </p:cNvPr>
          <p:cNvSpPr>
            <a:spLocks/>
          </p:cNvSpPr>
          <p:nvPr/>
        </p:nvSpPr>
        <p:spPr>
          <a:xfrm>
            <a:off x="76460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A7573966-9729-4CE2-BCF5-ABF7C14DBB85}"/>
              </a:ext>
            </a:extLst>
          </p:cNvPr>
          <p:cNvSpPr>
            <a:spLocks/>
          </p:cNvSpPr>
          <p:nvPr/>
        </p:nvSpPr>
        <p:spPr>
          <a:xfrm>
            <a:off x="766659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F4839EDA-C3A9-E775-80DB-2DBAB57573DE}"/>
              </a:ext>
            </a:extLst>
          </p:cNvPr>
          <p:cNvSpPr>
            <a:spLocks/>
          </p:cNvSpPr>
          <p:nvPr/>
        </p:nvSpPr>
        <p:spPr>
          <a:xfrm>
            <a:off x="76074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FBFBFE6D-E367-38C6-275A-9FB4D639B1B4}"/>
              </a:ext>
            </a:extLst>
          </p:cNvPr>
          <p:cNvSpPr>
            <a:spLocks/>
          </p:cNvSpPr>
          <p:nvPr/>
        </p:nvSpPr>
        <p:spPr>
          <a:xfrm>
            <a:off x="76310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8EFC5879-FD44-616C-4ACD-483AB7FD114F}"/>
              </a:ext>
            </a:extLst>
          </p:cNvPr>
          <p:cNvSpPr>
            <a:spLocks/>
          </p:cNvSpPr>
          <p:nvPr/>
        </p:nvSpPr>
        <p:spPr>
          <a:xfrm>
            <a:off x="765123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E57B599E-0ECA-446B-9907-A26DFA447AFA}"/>
              </a:ext>
            </a:extLst>
          </p:cNvPr>
          <p:cNvSpPr>
            <a:spLocks/>
          </p:cNvSpPr>
          <p:nvPr/>
        </p:nvSpPr>
        <p:spPr>
          <a:xfrm>
            <a:off x="7579744" y="18405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0929B9F2-8332-63C7-A442-A6FAEFB334FA}"/>
              </a:ext>
            </a:extLst>
          </p:cNvPr>
          <p:cNvSpPr>
            <a:spLocks/>
          </p:cNvSpPr>
          <p:nvPr/>
        </p:nvSpPr>
        <p:spPr>
          <a:xfrm>
            <a:off x="76256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B3E26B22-A344-6A7E-22CB-D70A33CEB413}"/>
              </a:ext>
            </a:extLst>
          </p:cNvPr>
          <p:cNvSpPr>
            <a:spLocks/>
          </p:cNvSpPr>
          <p:nvPr/>
        </p:nvSpPr>
        <p:spPr>
          <a:xfrm>
            <a:off x="76750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9A943B62-7CC3-AB42-CC69-6041E9315036}"/>
              </a:ext>
            </a:extLst>
          </p:cNvPr>
          <p:cNvSpPr>
            <a:spLocks/>
          </p:cNvSpPr>
          <p:nvPr/>
        </p:nvSpPr>
        <p:spPr>
          <a:xfrm>
            <a:off x="758207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79240B92-0887-8FBD-B7C7-1CA6F4D2E95B}"/>
              </a:ext>
            </a:extLst>
          </p:cNvPr>
          <p:cNvSpPr>
            <a:spLocks/>
          </p:cNvSpPr>
          <p:nvPr/>
        </p:nvSpPr>
        <p:spPr>
          <a:xfrm>
            <a:off x="7614380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E74ACC0A-388B-BA3B-3303-C255AD7A0BDD}"/>
              </a:ext>
            </a:extLst>
          </p:cNvPr>
          <p:cNvSpPr>
            <a:spLocks/>
          </p:cNvSpPr>
          <p:nvPr/>
        </p:nvSpPr>
        <p:spPr>
          <a:xfrm>
            <a:off x="759076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8F562D94-9F52-4C09-C2B4-55F92DFA536C}"/>
              </a:ext>
            </a:extLst>
          </p:cNvPr>
          <p:cNvSpPr>
            <a:spLocks/>
          </p:cNvSpPr>
          <p:nvPr/>
        </p:nvSpPr>
        <p:spPr>
          <a:xfrm>
            <a:off x="7620313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2605F43C-4E99-A572-8BEB-5B7349022A2D}"/>
              </a:ext>
            </a:extLst>
          </p:cNvPr>
          <p:cNvSpPr>
            <a:spLocks/>
          </p:cNvSpPr>
          <p:nvPr/>
        </p:nvSpPr>
        <p:spPr>
          <a:xfrm>
            <a:off x="7645233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931156AE-543F-7261-185F-88D5015CD718}"/>
              </a:ext>
            </a:extLst>
          </p:cNvPr>
          <p:cNvSpPr>
            <a:spLocks/>
          </p:cNvSpPr>
          <p:nvPr/>
        </p:nvSpPr>
        <p:spPr>
          <a:xfrm>
            <a:off x="76329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D45DE0B8-2326-7FD9-AA5A-4B8FD909DBF1}"/>
              </a:ext>
            </a:extLst>
          </p:cNvPr>
          <p:cNvSpPr>
            <a:spLocks/>
          </p:cNvSpPr>
          <p:nvPr/>
        </p:nvSpPr>
        <p:spPr>
          <a:xfrm>
            <a:off x="760317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F495B8E4-93A2-3135-5911-71D0478833C6}"/>
              </a:ext>
            </a:extLst>
          </p:cNvPr>
          <p:cNvSpPr>
            <a:spLocks/>
          </p:cNvSpPr>
          <p:nvPr/>
        </p:nvSpPr>
        <p:spPr>
          <a:xfrm>
            <a:off x="76161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43CDD125-ECEF-89EB-1C90-A97D868F9646}"/>
              </a:ext>
            </a:extLst>
          </p:cNvPr>
          <p:cNvSpPr>
            <a:spLocks/>
          </p:cNvSpPr>
          <p:nvPr/>
        </p:nvSpPr>
        <p:spPr>
          <a:xfrm>
            <a:off x="7569346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420566EC-88FC-50A8-1C71-3A7673276515}"/>
              </a:ext>
            </a:extLst>
          </p:cNvPr>
          <p:cNvSpPr>
            <a:spLocks/>
          </p:cNvSpPr>
          <p:nvPr/>
        </p:nvSpPr>
        <p:spPr>
          <a:xfrm>
            <a:off x="766275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F681368C-FA7E-B629-D60E-B883A6768CCB}"/>
              </a:ext>
            </a:extLst>
          </p:cNvPr>
          <p:cNvSpPr>
            <a:spLocks/>
          </p:cNvSpPr>
          <p:nvPr/>
        </p:nvSpPr>
        <p:spPr>
          <a:xfrm>
            <a:off x="7563121" y="32404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666199F3-7039-F275-ACB7-4FBCCAFFDD7E}"/>
              </a:ext>
            </a:extLst>
          </p:cNvPr>
          <p:cNvSpPr>
            <a:spLocks/>
          </p:cNvSpPr>
          <p:nvPr/>
        </p:nvSpPr>
        <p:spPr>
          <a:xfrm>
            <a:off x="761857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F1D07EA3-8726-D384-E974-4B3EA5826A07}"/>
              </a:ext>
            </a:extLst>
          </p:cNvPr>
          <p:cNvSpPr>
            <a:spLocks/>
          </p:cNvSpPr>
          <p:nvPr/>
        </p:nvSpPr>
        <p:spPr>
          <a:xfrm>
            <a:off x="7591780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4815412D-0D76-5A30-3D1E-49AE066E62BC}"/>
              </a:ext>
            </a:extLst>
          </p:cNvPr>
          <p:cNvSpPr>
            <a:spLocks/>
          </p:cNvSpPr>
          <p:nvPr/>
        </p:nvSpPr>
        <p:spPr>
          <a:xfrm>
            <a:off x="759843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93780D49-B53C-399C-736B-C6B929DB3B75}"/>
              </a:ext>
            </a:extLst>
          </p:cNvPr>
          <p:cNvSpPr>
            <a:spLocks/>
          </p:cNvSpPr>
          <p:nvPr/>
        </p:nvSpPr>
        <p:spPr>
          <a:xfrm>
            <a:off x="762238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7EBE2B13-0264-5AF6-9608-D0412B299B74}"/>
              </a:ext>
            </a:extLst>
          </p:cNvPr>
          <p:cNvSpPr>
            <a:spLocks/>
          </p:cNvSpPr>
          <p:nvPr/>
        </p:nvSpPr>
        <p:spPr>
          <a:xfrm>
            <a:off x="75624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79422E07-36F1-35DA-1C8E-57F094691454}"/>
              </a:ext>
            </a:extLst>
          </p:cNvPr>
          <p:cNvSpPr>
            <a:spLocks/>
          </p:cNvSpPr>
          <p:nvPr/>
        </p:nvSpPr>
        <p:spPr>
          <a:xfrm>
            <a:off x="76747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1CB97C48-C7BB-FDA1-2E50-5A23F60E0072}"/>
              </a:ext>
            </a:extLst>
          </p:cNvPr>
          <p:cNvSpPr>
            <a:spLocks/>
          </p:cNvSpPr>
          <p:nvPr/>
        </p:nvSpPr>
        <p:spPr>
          <a:xfrm>
            <a:off x="764419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A24ED552-F501-49D0-AD89-5592C53DD813}"/>
              </a:ext>
            </a:extLst>
          </p:cNvPr>
          <p:cNvSpPr>
            <a:spLocks/>
          </p:cNvSpPr>
          <p:nvPr/>
        </p:nvSpPr>
        <p:spPr>
          <a:xfrm>
            <a:off x="76405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18E9D7B8-0F33-7CF4-CDCD-67E743DA89C8}"/>
              </a:ext>
            </a:extLst>
          </p:cNvPr>
          <p:cNvSpPr>
            <a:spLocks/>
          </p:cNvSpPr>
          <p:nvPr/>
        </p:nvSpPr>
        <p:spPr>
          <a:xfrm>
            <a:off x="767378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E02AE19A-1F12-A7D4-4267-2EC5024B225B}"/>
              </a:ext>
            </a:extLst>
          </p:cNvPr>
          <p:cNvSpPr>
            <a:spLocks/>
          </p:cNvSpPr>
          <p:nvPr/>
        </p:nvSpPr>
        <p:spPr>
          <a:xfrm>
            <a:off x="76264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F946882D-7F94-432F-9AD5-18F7C6BB2ED3}"/>
              </a:ext>
            </a:extLst>
          </p:cNvPr>
          <p:cNvSpPr>
            <a:spLocks/>
          </p:cNvSpPr>
          <p:nvPr/>
        </p:nvSpPr>
        <p:spPr>
          <a:xfrm>
            <a:off x="764879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0F431146-376A-C0D2-A71B-D92C1A998B59}"/>
              </a:ext>
            </a:extLst>
          </p:cNvPr>
          <p:cNvSpPr>
            <a:spLocks/>
          </p:cNvSpPr>
          <p:nvPr/>
        </p:nvSpPr>
        <p:spPr>
          <a:xfrm>
            <a:off x="75961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818C824D-DA9F-40DE-2C06-95EF0ED84AD2}"/>
              </a:ext>
            </a:extLst>
          </p:cNvPr>
          <p:cNvSpPr>
            <a:spLocks/>
          </p:cNvSpPr>
          <p:nvPr/>
        </p:nvSpPr>
        <p:spPr>
          <a:xfrm>
            <a:off x="75783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4A734FE3-CB6C-520C-C557-AC58F1BA79EF}"/>
              </a:ext>
            </a:extLst>
          </p:cNvPr>
          <p:cNvSpPr>
            <a:spLocks/>
          </p:cNvSpPr>
          <p:nvPr/>
        </p:nvSpPr>
        <p:spPr>
          <a:xfrm>
            <a:off x="76246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3FBD21DC-145A-1458-D387-2CDE559CCA29}"/>
              </a:ext>
            </a:extLst>
          </p:cNvPr>
          <p:cNvSpPr>
            <a:spLocks/>
          </p:cNvSpPr>
          <p:nvPr/>
        </p:nvSpPr>
        <p:spPr>
          <a:xfrm>
            <a:off x="755776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2DB69FD8-4147-B1FA-658A-92C470A8217B}"/>
              </a:ext>
            </a:extLst>
          </p:cNvPr>
          <p:cNvSpPr>
            <a:spLocks/>
          </p:cNvSpPr>
          <p:nvPr/>
        </p:nvSpPr>
        <p:spPr>
          <a:xfrm>
            <a:off x="76000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C3BE5F78-F58C-F800-07F1-446A5B0C147D}"/>
              </a:ext>
            </a:extLst>
          </p:cNvPr>
          <p:cNvSpPr>
            <a:spLocks/>
          </p:cNvSpPr>
          <p:nvPr/>
        </p:nvSpPr>
        <p:spPr>
          <a:xfrm>
            <a:off x="76069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23D7B5C6-F89A-3725-4187-0A6947B2E1B1}"/>
              </a:ext>
            </a:extLst>
          </p:cNvPr>
          <p:cNvSpPr>
            <a:spLocks/>
          </p:cNvSpPr>
          <p:nvPr/>
        </p:nvSpPr>
        <p:spPr>
          <a:xfrm>
            <a:off x="76369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A9A5A213-FE90-559B-EA07-F48323CD1623}"/>
              </a:ext>
            </a:extLst>
          </p:cNvPr>
          <p:cNvSpPr>
            <a:spLocks/>
          </p:cNvSpPr>
          <p:nvPr/>
        </p:nvSpPr>
        <p:spPr>
          <a:xfrm>
            <a:off x="765980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740C164E-2F98-49F0-66BC-93F52340F74F}"/>
              </a:ext>
            </a:extLst>
          </p:cNvPr>
          <p:cNvSpPr>
            <a:spLocks/>
          </p:cNvSpPr>
          <p:nvPr/>
        </p:nvSpPr>
        <p:spPr>
          <a:xfrm>
            <a:off x="7621325" y="1765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1E3A87EC-5DF8-4795-79BE-3E7437F47C00}"/>
              </a:ext>
            </a:extLst>
          </p:cNvPr>
          <p:cNvSpPr>
            <a:spLocks/>
          </p:cNvSpPr>
          <p:nvPr/>
        </p:nvSpPr>
        <p:spPr>
          <a:xfrm>
            <a:off x="7655778" y="18700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FE829630-8352-796B-0BBD-C1A6FA6EEABF}"/>
              </a:ext>
            </a:extLst>
          </p:cNvPr>
          <p:cNvSpPr>
            <a:spLocks/>
          </p:cNvSpPr>
          <p:nvPr/>
        </p:nvSpPr>
        <p:spPr>
          <a:xfrm>
            <a:off x="755824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B17E06D3-F62B-26CF-C3FD-E53A155D0E10}"/>
              </a:ext>
            </a:extLst>
          </p:cNvPr>
          <p:cNvSpPr>
            <a:spLocks/>
          </p:cNvSpPr>
          <p:nvPr/>
        </p:nvSpPr>
        <p:spPr>
          <a:xfrm>
            <a:off x="75602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7FC57F6C-1B44-47D4-8213-F69C39294ECF}"/>
              </a:ext>
            </a:extLst>
          </p:cNvPr>
          <p:cNvSpPr>
            <a:spLocks/>
          </p:cNvSpPr>
          <p:nvPr/>
        </p:nvSpPr>
        <p:spPr>
          <a:xfrm>
            <a:off x="758676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EBCE074A-ABB9-1907-45CB-8E98CDB1F11A}"/>
              </a:ext>
            </a:extLst>
          </p:cNvPr>
          <p:cNvSpPr>
            <a:spLocks/>
          </p:cNvSpPr>
          <p:nvPr/>
        </p:nvSpPr>
        <p:spPr>
          <a:xfrm>
            <a:off x="7622030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AF730E12-0BC7-3761-7728-1080189BF9EB}"/>
              </a:ext>
            </a:extLst>
          </p:cNvPr>
          <p:cNvSpPr>
            <a:spLocks/>
          </p:cNvSpPr>
          <p:nvPr/>
        </p:nvSpPr>
        <p:spPr>
          <a:xfrm>
            <a:off x="75809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DC2D4C99-ABE9-65C8-100D-8405FD16EECB}"/>
              </a:ext>
            </a:extLst>
          </p:cNvPr>
          <p:cNvSpPr>
            <a:spLocks/>
          </p:cNvSpPr>
          <p:nvPr/>
        </p:nvSpPr>
        <p:spPr>
          <a:xfrm>
            <a:off x="7611833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7AF645F1-236C-F7C7-476A-F42A08586FA3}"/>
              </a:ext>
            </a:extLst>
          </p:cNvPr>
          <p:cNvSpPr>
            <a:spLocks/>
          </p:cNvSpPr>
          <p:nvPr/>
        </p:nvSpPr>
        <p:spPr>
          <a:xfrm>
            <a:off x="76274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442AEB9E-6D72-B5A1-68B3-1FB725CB729C}"/>
              </a:ext>
            </a:extLst>
          </p:cNvPr>
          <p:cNvSpPr>
            <a:spLocks/>
          </p:cNvSpPr>
          <p:nvPr/>
        </p:nvSpPr>
        <p:spPr>
          <a:xfrm>
            <a:off x="76283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939985F1-2C55-5597-2003-8537C9235906}"/>
              </a:ext>
            </a:extLst>
          </p:cNvPr>
          <p:cNvSpPr>
            <a:spLocks/>
          </p:cNvSpPr>
          <p:nvPr/>
        </p:nvSpPr>
        <p:spPr>
          <a:xfrm>
            <a:off x="75913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7DFC5C41-CFE0-D762-FD4C-17C905594185}"/>
              </a:ext>
            </a:extLst>
          </p:cNvPr>
          <p:cNvSpPr>
            <a:spLocks/>
          </p:cNvSpPr>
          <p:nvPr/>
        </p:nvSpPr>
        <p:spPr>
          <a:xfrm>
            <a:off x="76444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F88086AB-A99D-8164-12CD-BAFAE30D7FA6}"/>
              </a:ext>
            </a:extLst>
          </p:cNvPr>
          <p:cNvSpPr>
            <a:spLocks/>
          </p:cNvSpPr>
          <p:nvPr/>
        </p:nvSpPr>
        <p:spPr>
          <a:xfrm>
            <a:off x="7632452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47AA87EF-DE06-3560-71AD-832189EAA8B0}"/>
              </a:ext>
            </a:extLst>
          </p:cNvPr>
          <p:cNvSpPr>
            <a:spLocks/>
          </p:cNvSpPr>
          <p:nvPr/>
        </p:nvSpPr>
        <p:spPr>
          <a:xfrm>
            <a:off x="7647660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326904EE-3407-9606-CE43-EE162CFC4F3F}"/>
              </a:ext>
            </a:extLst>
          </p:cNvPr>
          <p:cNvSpPr>
            <a:spLocks/>
          </p:cNvSpPr>
          <p:nvPr/>
        </p:nvSpPr>
        <p:spPr>
          <a:xfrm>
            <a:off x="75978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03084BD5-EADF-2249-63E4-92165650E3B8}"/>
              </a:ext>
            </a:extLst>
          </p:cNvPr>
          <p:cNvSpPr>
            <a:spLocks/>
          </p:cNvSpPr>
          <p:nvPr/>
        </p:nvSpPr>
        <p:spPr>
          <a:xfrm>
            <a:off x="76313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B4B7C3AD-BA90-9FEE-F626-BA9D60B66C3B}"/>
              </a:ext>
            </a:extLst>
          </p:cNvPr>
          <p:cNvSpPr>
            <a:spLocks/>
          </p:cNvSpPr>
          <p:nvPr/>
        </p:nvSpPr>
        <p:spPr>
          <a:xfrm>
            <a:off x="7662090" y="29961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3BCCEE17-F1DF-A6A3-5998-A6A55011DE25}"/>
              </a:ext>
            </a:extLst>
          </p:cNvPr>
          <p:cNvSpPr>
            <a:spLocks/>
          </p:cNvSpPr>
          <p:nvPr/>
        </p:nvSpPr>
        <p:spPr>
          <a:xfrm>
            <a:off x="76157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4CB3C868-F858-8A14-C813-9C3FBB1DE301}"/>
              </a:ext>
            </a:extLst>
          </p:cNvPr>
          <p:cNvSpPr>
            <a:spLocks/>
          </p:cNvSpPr>
          <p:nvPr/>
        </p:nvSpPr>
        <p:spPr>
          <a:xfrm>
            <a:off x="7561952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8D0753D6-584C-6D86-FBF2-7516CDCE5407}"/>
              </a:ext>
            </a:extLst>
          </p:cNvPr>
          <p:cNvSpPr>
            <a:spLocks/>
          </p:cNvSpPr>
          <p:nvPr/>
        </p:nvSpPr>
        <p:spPr>
          <a:xfrm>
            <a:off x="76417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0AD82466-5404-5BB3-80DE-3DF4191F62EC}"/>
              </a:ext>
            </a:extLst>
          </p:cNvPr>
          <p:cNvSpPr>
            <a:spLocks/>
          </p:cNvSpPr>
          <p:nvPr/>
        </p:nvSpPr>
        <p:spPr>
          <a:xfrm>
            <a:off x="758599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FCC435BE-507B-183E-378E-1C187AF101BB}"/>
              </a:ext>
            </a:extLst>
          </p:cNvPr>
          <p:cNvSpPr>
            <a:spLocks/>
          </p:cNvSpPr>
          <p:nvPr/>
        </p:nvSpPr>
        <p:spPr>
          <a:xfrm>
            <a:off x="766871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27B39A1C-0FB1-AB88-EB6C-292C5C164737}"/>
              </a:ext>
            </a:extLst>
          </p:cNvPr>
          <p:cNvSpPr>
            <a:spLocks/>
          </p:cNvSpPr>
          <p:nvPr/>
        </p:nvSpPr>
        <p:spPr>
          <a:xfrm>
            <a:off x="7595547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8A17A2DE-866B-1017-885E-A272A45DBCDC}"/>
              </a:ext>
            </a:extLst>
          </p:cNvPr>
          <p:cNvSpPr>
            <a:spLocks/>
          </p:cNvSpPr>
          <p:nvPr/>
        </p:nvSpPr>
        <p:spPr>
          <a:xfrm>
            <a:off x="755610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75B40A12-99E2-3166-652F-3382D215ADEB}"/>
              </a:ext>
            </a:extLst>
          </p:cNvPr>
          <p:cNvSpPr>
            <a:spLocks/>
          </p:cNvSpPr>
          <p:nvPr/>
        </p:nvSpPr>
        <p:spPr>
          <a:xfrm>
            <a:off x="765400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621EA03E-AC7A-AC0F-487D-43879B1960AB}"/>
              </a:ext>
            </a:extLst>
          </p:cNvPr>
          <p:cNvSpPr>
            <a:spLocks/>
          </p:cNvSpPr>
          <p:nvPr/>
        </p:nvSpPr>
        <p:spPr>
          <a:xfrm>
            <a:off x="76164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28883CF8-663C-674F-32CE-BD7ABDC3F6EC}"/>
              </a:ext>
            </a:extLst>
          </p:cNvPr>
          <p:cNvSpPr>
            <a:spLocks/>
          </p:cNvSpPr>
          <p:nvPr/>
        </p:nvSpPr>
        <p:spPr>
          <a:xfrm>
            <a:off x="7653853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5DD009C4-3825-6EDA-613D-E79954B217AC}"/>
              </a:ext>
            </a:extLst>
          </p:cNvPr>
          <p:cNvSpPr>
            <a:spLocks/>
          </p:cNvSpPr>
          <p:nvPr/>
        </p:nvSpPr>
        <p:spPr>
          <a:xfrm>
            <a:off x="75780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9865CC9F-D14E-D357-F9B2-CA3AC6B47203}"/>
              </a:ext>
            </a:extLst>
          </p:cNvPr>
          <p:cNvSpPr>
            <a:spLocks/>
          </p:cNvSpPr>
          <p:nvPr/>
        </p:nvSpPr>
        <p:spPr>
          <a:xfrm>
            <a:off x="75919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2864D616-C45C-333E-0790-B865DC453905}"/>
              </a:ext>
            </a:extLst>
          </p:cNvPr>
          <p:cNvSpPr>
            <a:spLocks/>
          </p:cNvSpPr>
          <p:nvPr/>
        </p:nvSpPr>
        <p:spPr>
          <a:xfrm>
            <a:off x="75652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68AAFAC6-4C39-FF16-74A5-F702F0D13A40}"/>
              </a:ext>
            </a:extLst>
          </p:cNvPr>
          <p:cNvSpPr>
            <a:spLocks/>
          </p:cNvSpPr>
          <p:nvPr/>
        </p:nvSpPr>
        <p:spPr>
          <a:xfrm>
            <a:off x="76179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2776468B-A9E2-CCA7-4A28-EA93C601797A}"/>
              </a:ext>
            </a:extLst>
          </p:cNvPr>
          <p:cNvSpPr>
            <a:spLocks/>
          </p:cNvSpPr>
          <p:nvPr/>
        </p:nvSpPr>
        <p:spPr>
          <a:xfrm>
            <a:off x="76585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93F1A117-FCBD-1E84-1613-E27664D5D46E}"/>
              </a:ext>
            </a:extLst>
          </p:cNvPr>
          <p:cNvSpPr>
            <a:spLocks/>
          </p:cNvSpPr>
          <p:nvPr/>
        </p:nvSpPr>
        <p:spPr>
          <a:xfrm>
            <a:off x="7633885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05163773-6ECD-8175-984C-57393B3EA92E}"/>
              </a:ext>
            </a:extLst>
          </p:cNvPr>
          <p:cNvSpPr>
            <a:spLocks/>
          </p:cNvSpPr>
          <p:nvPr/>
        </p:nvSpPr>
        <p:spPr>
          <a:xfrm>
            <a:off x="757134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7CE4DDF0-A171-44DD-FC63-78A04E054353}"/>
              </a:ext>
            </a:extLst>
          </p:cNvPr>
          <p:cNvSpPr>
            <a:spLocks/>
          </p:cNvSpPr>
          <p:nvPr/>
        </p:nvSpPr>
        <p:spPr>
          <a:xfrm>
            <a:off x="75650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44460560-A7B7-0242-1266-A6CFDBA208F1}"/>
              </a:ext>
            </a:extLst>
          </p:cNvPr>
          <p:cNvSpPr>
            <a:spLocks/>
          </p:cNvSpPr>
          <p:nvPr/>
        </p:nvSpPr>
        <p:spPr>
          <a:xfrm>
            <a:off x="761256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1C4DE1CD-7249-72FA-83CF-8F687EA39148}"/>
              </a:ext>
            </a:extLst>
          </p:cNvPr>
          <p:cNvSpPr>
            <a:spLocks/>
          </p:cNvSpPr>
          <p:nvPr/>
        </p:nvSpPr>
        <p:spPr>
          <a:xfrm>
            <a:off x="75920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3E510411-6F83-C802-8B88-9FBEF5423177}"/>
              </a:ext>
            </a:extLst>
          </p:cNvPr>
          <p:cNvSpPr>
            <a:spLocks/>
          </p:cNvSpPr>
          <p:nvPr/>
        </p:nvSpPr>
        <p:spPr>
          <a:xfrm>
            <a:off x="7603941" y="2496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EAF369BC-A143-7B8E-BACB-1FFF9D05C074}"/>
              </a:ext>
            </a:extLst>
          </p:cNvPr>
          <p:cNvSpPr>
            <a:spLocks/>
          </p:cNvSpPr>
          <p:nvPr/>
        </p:nvSpPr>
        <p:spPr>
          <a:xfrm>
            <a:off x="76443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3F921BCC-D0E3-0000-5CF4-7419120DC098}"/>
              </a:ext>
            </a:extLst>
          </p:cNvPr>
          <p:cNvSpPr>
            <a:spLocks/>
          </p:cNvSpPr>
          <p:nvPr/>
        </p:nvSpPr>
        <p:spPr>
          <a:xfrm>
            <a:off x="75933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94E136E1-D944-EABB-5D55-4E6F2A56AE34}"/>
              </a:ext>
            </a:extLst>
          </p:cNvPr>
          <p:cNvSpPr>
            <a:spLocks/>
          </p:cNvSpPr>
          <p:nvPr/>
        </p:nvSpPr>
        <p:spPr>
          <a:xfrm>
            <a:off x="75978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A6FA64DF-87D5-C927-6696-0B0F3061AA7F}"/>
              </a:ext>
            </a:extLst>
          </p:cNvPr>
          <p:cNvSpPr>
            <a:spLocks/>
          </p:cNvSpPr>
          <p:nvPr/>
        </p:nvSpPr>
        <p:spPr>
          <a:xfrm>
            <a:off x="76407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66FA69DD-617D-C6FF-234D-11008CE534AE}"/>
              </a:ext>
            </a:extLst>
          </p:cNvPr>
          <p:cNvSpPr>
            <a:spLocks/>
          </p:cNvSpPr>
          <p:nvPr/>
        </p:nvSpPr>
        <p:spPr>
          <a:xfrm>
            <a:off x="758220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F4815128-DDC3-E79E-A6D9-00982011C435}"/>
              </a:ext>
            </a:extLst>
          </p:cNvPr>
          <p:cNvSpPr>
            <a:spLocks/>
          </p:cNvSpPr>
          <p:nvPr/>
        </p:nvSpPr>
        <p:spPr>
          <a:xfrm>
            <a:off x="7587776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F83D455F-15FC-01A9-473F-A11E152DFBCA}"/>
              </a:ext>
            </a:extLst>
          </p:cNvPr>
          <p:cNvSpPr>
            <a:spLocks/>
          </p:cNvSpPr>
          <p:nvPr/>
        </p:nvSpPr>
        <p:spPr>
          <a:xfrm>
            <a:off x="75866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7A44936D-D9E4-7A80-489A-5959D3DE6629}"/>
              </a:ext>
            </a:extLst>
          </p:cNvPr>
          <p:cNvSpPr>
            <a:spLocks/>
          </p:cNvSpPr>
          <p:nvPr/>
        </p:nvSpPr>
        <p:spPr>
          <a:xfrm>
            <a:off x="76510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DF9F522B-B8CD-1792-368B-AC127DA1D766}"/>
              </a:ext>
            </a:extLst>
          </p:cNvPr>
          <p:cNvSpPr>
            <a:spLocks/>
          </p:cNvSpPr>
          <p:nvPr/>
        </p:nvSpPr>
        <p:spPr>
          <a:xfrm>
            <a:off x="7565981" y="17862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B0EFA0CF-4C1F-C797-B082-77F971CB24C3}"/>
              </a:ext>
            </a:extLst>
          </p:cNvPr>
          <p:cNvSpPr>
            <a:spLocks/>
          </p:cNvSpPr>
          <p:nvPr/>
        </p:nvSpPr>
        <p:spPr>
          <a:xfrm>
            <a:off x="7560248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932DE4A7-45E9-1F1F-D2D3-98F553DF02D2}"/>
              </a:ext>
            </a:extLst>
          </p:cNvPr>
          <p:cNvSpPr>
            <a:spLocks/>
          </p:cNvSpPr>
          <p:nvPr/>
        </p:nvSpPr>
        <p:spPr>
          <a:xfrm>
            <a:off x="76743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A2BC5349-BC10-15BD-4993-11BD29AEB6AF}"/>
              </a:ext>
            </a:extLst>
          </p:cNvPr>
          <p:cNvSpPr>
            <a:spLocks/>
          </p:cNvSpPr>
          <p:nvPr/>
        </p:nvSpPr>
        <p:spPr>
          <a:xfrm>
            <a:off x="766118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B08B924C-3362-DC83-DFE1-F21340FAA22C}"/>
              </a:ext>
            </a:extLst>
          </p:cNvPr>
          <p:cNvSpPr>
            <a:spLocks/>
          </p:cNvSpPr>
          <p:nvPr/>
        </p:nvSpPr>
        <p:spPr>
          <a:xfrm>
            <a:off x="759231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8501FFA0-19E2-7CDE-B287-7E967B1FE55C}"/>
              </a:ext>
            </a:extLst>
          </p:cNvPr>
          <p:cNvSpPr>
            <a:spLocks/>
          </p:cNvSpPr>
          <p:nvPr/>
        </p:nvSpPr>
        <p:spPr>
          <a:xfrm>
            <a:off x="7611050" y="175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BA7D2D9B-4A84-94BC-0169-5237C653781E}"/>
              </a:ext>
            </a:extLst>
          </p:cNvPr>
          <p:cNvSpPr>
            <a:spLocks/>
          </p:cNvSpPr>
          <p:nvPr/>
        </p:nvSpPr>
        <p:spPr>
          <a:xfrm>
            <a:off x="763187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B70DFE39-5B43-FCFC-0230-B8BF9CF0C258}"/>
              </a:ext>
            </a:extLst>
          </p:cNvPr>
          <p:cNvSpPr>
            <a:spLocks/>
          </p:cNvSpPr>
          <p:nvPr/>
        </p:nvSpPr>
        <p:spPr>
          <a:xfrm>
            <a:off x="75616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2B34F920-A181-D73C-6070-735D718DFB9C}"/>
              </a:ext>
            </a:extLst>
          </p:cNvPr>
          <p:cNvSpPr>
            <a:spLocks/>
          </p:cNvSpPr>
          <p:nvPr/>
        </p:nvSpPr>
        <p:spPr>
          <a:xfrm>
            <a:off x="7564469" y="2245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BDD14FF5-5359-41DC-5A42-A3BDEAB782B6}"/>
              </a:ext>
            </a:extLst>
          </p:cNvPr>
          <p:cNvSpPr>
            <a:spLocks/>
          </p:cNvSpPr>
          <p:nvPr/>
        </p:nvSpPr>
        <p:spPr>
          <a:xfrm>
            <a:off x="766407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0A683D1E-B7A0-011A-271F-98B85D9E9DDC}"/>
              </a:ext>
            </a:extLst>
          </p:cNvPr>
          <p:cNvSpPr>
            <a:spLocks/>
          </p:cNvSpPr>
          <p:nvPr/>
        </p:nvSpPr>
        <p:spPr>
          <a:xfrm>
            <a:off x="760140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64B926DC-CA57-E3B2-9D2D-87FC357C2012}"/>
              </a:ext>
            </a:extLst>
          </p:cNvPr>
          <p:cNvSpPr>
            <a:spLocks/>
          </p:cNvSpPr>
          <p:nvPr/>
        </p:nvSpPr>
        <p:spPr>
          <a:xfrm>
            <a:off x="76393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E6D994BB-46E4-5973-17A4-3ED758E8A819}"/>
              </a:ext>
            </a:extLst>
          </p:cNvPr>
          <p:cNvSpPr>
            <a:spLocks/>
          </p:cNvSpPr>
          <p:nvPr/>
        </p:nvSpPr>
        <p:spPr>
          <a:xfrm>
            <a:off x="761514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9ABB1EA1-FE4F-7F9A-6F49-7E7205B3C16B}"/>
              </a:ext>
            </a:extLst>
          </p:cNvPr>
          <p:cNvSpPr>
            <a:spLocks/>
          </p:cNvSpPr>
          <p:nvPr/>
        </p:nvSpPr>
        <p:spPr>
          <a:xfrm>
            <a:off x="76709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C562DA8D-48E0-538B-13AC-46DAE4A922C0}"/>
              </a:ext>
            </a:extLst>
          </p:cNvPr>
          <p:cNvSpPr>
            <a:spLocks/>
          </p:cNvSpPr>
          <p:nvPr/>
        </p:nvSpPr>
        <p:spPr>
          <a:xfrm>
            <a:off x="75660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87AB0C0A-17B2-3DF1-5476-C6F4699ADF6E}"/>
              </a:ext>
            </a:extLst>
          </p:cNvPr>
          <p:cNvSpPr>
            <a:spLocks/>
          </p:cNvSpPr>
          <p:nvPr/>
        </p:nvSpPr>
        <p:spPr>
          <a:xfrm>
            <a:off x="759101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14215025-9814-A94B-208B-8267B72F6EDA}"/>
              </a:ext>
            </a:extLst>
          </p:cNvPr>
          <p:cNvSpPr>
            <a:spLocks/>
          </p:cNvSpPr>
          <p:nvPr/>
        </p:nvSpPr>
        <p:spPr>
          <a:xfrm>
            <a:off x="765837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89BBBB5E-4D55-2B75-1A7B-EBAC1BE4AFC6}"/>
              </a:ext>
            </a:extLst>
          </p:cNvPr>
          <p:cNvSpPr>
            <a:spLocks/>
          </p:cNvSpPr>
          <p:nvPr/>
        </p:nvSpPr>
        <p:spPr>
          <a:xfrm>
            <a:off x="7645302" y="2324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99527550-D5EA-61BD-86C3-3AC68F69F1EF}"/>
              </a:ext>
            </a:extLst>
          </p:cNvPr>
          <p:cNvSpPr>
            <a:spLocks/>
          </p:cNvSpPr>
          <p:nvPr/>
        </p:nvSpPr>
        <p:spPr>
          <a:xfrm>
            <a:off x="75974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9141F0BC-A779-EDB5-A7B5-06D5576B3320}"/>
              </a:ext>
            </a:extLst>
          </p:cNvPr>
          <p:cNvSpPr>
            <a:spLocks/>
          </p:cNvSpPr>
          <p:nvPr/>
        </p:nvSpPr>
        <p:spPr>
          <a:xfrm>
            <a:off x="760496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8D71DFE8-B995-E064-EBE1-15E2A06912CA}"/>
              </a:ext>
            </a:extLst>
          </p:cNvPr>
          <p:cNvSpPr>
            <a:spLocks/>
          </p:cNvSpPr>
          <p:nvPr/>
        </p:nvSpPr>
        <p:spPr>
          <a:xfrm>
            <a:off x="76240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EA4F5B88-C5CF-5E1D-08B4-9C820C24F60C}"/>
              </a:ext>
            </a:extLst>
          </p:cNvPr>
          <p:cNvSpPr>
            <a:spLocks/>
          </p:cNvSpPr>
          <p:nvPr/>
        </p:nvSpPr>
        <p:spPr>
          <a:xfrm>
            <a:off x="763326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BC24E488-BF8D-3719-ACF5-DB485C0D3826}"/>
              </a:ext>
            </a:extLst>
          </p:cNvPr>
          <p:cNvSpPr>
            <a:spLocks/>
          </p:cNvSpPr>
          <p:nvPr/>
        </p:nvSpPr>
        <p:spPr>
          <a:xfrm>
            <a:off x="7591803" y="21048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1B532D97-6BBF-855A-81F8-2AFA87955090}"/>
              </a:ext>
            </a:extLst>
          </p:cNvPr>
          <p:cNvSpPr>
            <a:spLocks/>
          </p:cNvSpPr>
          <p:nvPr/>
        </p:nvSpPr>
        <p:spPr>
          <a:xfrm>
            <a:off x="758920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91DF09C8-D568-FE63-DB2F-D7ED74ADE55C}"/>
              </a:ext>
            </a:extLst>
          </p:cNvPr>
          <p:cNvSpPr>
            <a:spLocks/>
          </p:cNvSpPr>
          <p:nvPr/>
        </p:nvSpPr>
        <p:spPr>
          <a:xfrm>
            <a:off x="7621141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5B16E34E-7B79-E944-BC56-6115A324CB8E}"/>
              </a:ext>
            </a:extLst>
          </p:cNvPr>
          <p:cNvSpPr>
            <a:spLocks/>
          </p:cNvSpPr>
          <p:nvPr/>
        </p:nvSpPr>
        <p:spPr>
          <a:xfrm>
            <a:off x="76265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ACD4170A-2F96-D7DD-9797-FD8B3CBEAF7D}"/>
              </a:ext>
            </a:extLst>
          </p:cNvPr>
          <p:cNvSpPr>
            <a:spLocks/>
          </p:cNvSpPr>
          <p:nvPr/>
        </p:nvSpPr>
        <p:spPr>
          <a:xfrm>
            <a:off x="756183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7F279991-06F8-B31E-4650-491E0769ADB7}"/>
              </a:ext>
            </a:extLst>
          </p:cNvPr>
          <p:cNvSpPr>
            <a:spLocks/>
          </p:cNvSpPr>
          <p:nvPr/>
        </p:nvSpPr>
        <p:spPr>
          <a:xfrm>
            <a:off x="75658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86CD0C72-1FAA-D98E-0BEE-A39F5252A907}"/>
              </a:ext>
            </a:extLst>
          </p:cNvPr>
          <p:cNvSpPr>
            <a:spLocks/>
          </p:cNvSpPr>
          <p:nvPr/>
        </p:nvSpPr>
        <p:spPr>
          <a:xfrm>
            <a:off x="759125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4328511B-C6BF-317D-66C7-6FFB0CE7F34F}"/>
              </a:ext>
            </a:extLst>
          </p:cNvPr>
          <p:cNvSpPr>
            <a:spLocks/>
          </p:cNvSpPr>
          <p:nvPr/>
        </p:nvSpPr>
        <p:spPr>
          <a:xfrm>
            <a:off x="755645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A8956CFC-5E5C-3F59-4B6B-7591C7239547}"/>
              </a:ext>
            </a:extLst>
          </p:cNvPr>
          <p:cNvSpPr>
            <a:spLocks/>
          </p:cNvSpPr>
          <p:nvPr/>
        </p:nvSpPr>
        <p:spPr>
          <a:xfrm>
            <a:off x="76539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D80F0814-10BC-52A4-D387-4BA0096145C9}"/>
              </a:ext>
            </a:extLst>
          </p:cNvPr>
          <p:cNvSpPr>
            <a:spLocks/>
          </p:cNvSpPr>
          <p:nvPr/>
        </p:nvSpPr>
        <p:spPr>
          <a:xfrm>
            <a:off x="764101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9F5EBAEC-9176-78EC-C01F-A85409F0CE56}"/>
              </a:ext>
            </a:extLst>
          </p:cNvPr>
          <p:cNvSpPr>
            <a:spLocks/>
          </p:cNvSpPr>
          <p:nvPr/>
        </p:nvSpPr>
        <p:spPr>
          <a:xfrm>
            <a:off x="7585613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3F632EDA-C5BB-A362-750A-2267704E701F}"/>
              </a:ext>
            </a:extLst>
          </p:cNvPr>
          <p:cNvSpPr>
            <a:spLocks/>
          </p:cNvSpPr>
          <p:nvPr/>
        </p:nvSpPr>
        <p:spPr>
          <a:xfrm>
            <a:off x="76600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CFA3B0C6-A44E-8BF6-27CD-3594047E2861}"/>
              </a:ext>
            </a:extLst>
          </p:cNvPr>
          <p:cNvSpPr>
            <a:spLocks/>
          </p:cNvSpPr>
          <p:nvPr/>
        </p:nvSpPr>
        <p:spPr>
          <a:xfrm>
            <a:off x="755737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CE51F41C-BB0E-B3DD-2E41-568F503C0641}"/>
              </a:ext>
            </a:extLst>
          </p:cNvPr>
          <p:cNvSpPr>
            <a:spLocks/>
          </p:cNvSpPr>
          <p:nvPr/>
        </p:nvSpPr>
        <p:spPr>
          <a:xfrm>
            <a:off x="7607033" y="21754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5F2D78D4-0DEE-19DB-B866-5B0DB8AA6BA3}"/>
              </a:ext>
            </a:extLst>
          </p:cNvPr>
          <p:cNvSpPr>
            <a:spLocks/>
          </p:cNvSpPr>
          <p:nvPr/>
        </p:nvSpPr>
        <p:spPr>
          <a:xfrm>
            <a:off x="75853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CCCC0784-F1C6-87BC-C4E0-1FB952540B76}"/>
              </a:ext>
            </a:extLst>
          </p:cNvPr>
          <p:cNvSpPr>
            <a:spLocks/>
          </p:cNvSpPr>
          <p:nvPr/>
        </p:nvSpPr>
        <p:spPr>
          <a:xfrm>
            <a:off x="76075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C8E88679-F439-F79C-0F8B-8D373E81EE03}"/>
              </a:ext>
            </a:extLst>
          </p:cNvPr>
          <p:cNvSpPr>
            <a:spLocks/>
          </p:cNvSpPr>
          <p:nvPr/>
        </p:nvSpPr>
        <p:spPr>
          <a:xfrm>
            <a:off x="759609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4346DEDD-C0D7-2E44-161C-27F427400124}"/>
              </a:ext>
            </a:extLst>
          </p:cNvPr>
          <p:cNvSpPr>
            <a:spLocks/>
          </p:cNvSpPr>
          <p:nvPr/>
        </p:nvSpPr>
        <p:spPr>
          <a:xfrm>
            <a:off x="761178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2E9D2DA9-7B08-3818-8074-C221F020D3A6}"/>
              </a:ext>
            </a:extLst>
          </p:cNvPr>
          <p:cNvSpPr>
            <a:spLocks/>
          </p:cNvSpPr>
          <p:nvPr/>
        </p:nvSpPr>
        <p:spPr>
          <a:xfrm>
            <a:off x="761479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32661AC6-12FF-F52A-B39E-B09135BA4BC2}"/>
              </a:ext>
            </a:extLst>
          </p:cNvPr>
          <p:cNvSpPr>
            <a:spLocks/>
          </p:cNvSpPr>
          <p:nvPr/>
        </p:nvSpPr>
        <p:spPr>
          <a:xfrm>
            <a:off x="760504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FB382D95-BFA9-FBE5-0B24-EC66ED9F6649}"/>
              </a:ext>
            </a:extLst>
          </p:cNvPr>
          <p:cNvSpPr>
            <a:spLocks/>
          </p:cNvSpPr>
          <p:nvPr/>
        </p:nvSpPr>
        <p:spPr>
          <a:xfrm>
            <a:off x="75859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0EB6AEC4-BEC3-E589-71F6-E2886546EC87}"/>
              </a:ext>
            </a:extLst>
          </p:cNvPr>
          <p:cNvSpPr>
            <a:spLocks/>
          </p:cNvSpPr>
          <p:nvPr/>
        </p:nvSpPr>
        <p:spPr>
          <a:xfrm>
            <a:off x="7672648" y="26755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4980905D-3CD6-1A2B-ACD5-54F8DFCC0269}"/>
              </a:ext>
            </a:extLst>
          </p:cNvPr>
          <p:cNvSpPr>
            <a:spLocks/>
          </p:cNvSpPr>
          <p:nvPr/>
        </p:nvSpPr>
        <p:spPr>
          <a:xfrm>
            <a:off x="76431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D1A04DFF-D205-398C-CF16-BE8FB4D9F994}"/>
              </a:ext>
            </a:extLst>
          </p:cNvPr>
          <p:cNvSpPr>
            <a:spLocks/>
          </p:cNvSpPr>
          <p:nvPr/>
        </p:nvSpPr>
        <p:spPr>
          <a:xfrm>
            <a:off x="75578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A7A1088F-6206-DBB1-3BED-E72DAFD01FB2}"/>
              </a:ext>
            </a:extLst>
          </p:cNvPr>
          <p:cNvSpPr>
            <a:spLocks/>
          </p:cNvSpPr>
          <p:nvPr/>
        </p:nvSpPr>
        <p:spPr>
          <a:xfrm>
            <a:off x="75891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FB104082-0A90-C1E8-233B-3C6AB4006E67}"/>
              </a:ext>
            </a:extLst>
          </p:cNvPr>
          <p:cNvSpPr>
            <a:spLocks/>
          </p:cNvSpPr>
          <p:nvPr/>
        </p:nvSpPr>
        <p:spPr>
          <a:xfrm>
            <a:off x="7620704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9AEF97C0-216C-406C-24F0-F7CA3393A83E}"/>
              </a:ext>
            </a:extLst>
          </p:cNvPr>
          <p:cNvSpPr>
            <a:spLocks/>
          </p:cNvSpPr>
          <p:nvPr/>
        </p:nvSpPr>
        <p:spPr>
          <a:xfrm>
            <a:off x="757665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1B19369C-3353-DFCA-B6F9-55439561392C}"/>
              </a:ext>
            </a:extLst>
          </p:cNvPr>
          <p:cNvSpPr>
            <a:spLocks/>
          </p:cNvSpPr>
          <p:nvPr/>
        </p:nvSpPr>
        <p:spPr>
          <a:xfrm>
            <a:off x="7661513" y="18292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9A25E96D-F383-7610-1C35-E385EE5A0C0E}"/>
              </a:ext>
            </a:extLst>
          </p:cNvPr>
          <p:cNvSpPr>
            <a:spLocks/>
          </p:cNvSpPr>
          <p:nvPr/>
        </p:nvSpPr>
        <p:spPr>
          <a:xfrm>
            <a:off x="7641309" y="21585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35394BE1-6F8C-A485-675E-C4186B8D9084}"/>
              </a:ext>
            </a:extLst>
          </p:cNvPr>
          <p:cNvSpPr>
            <a:spLocks/>
          </p:cNvSpPr>
          <p:nvPr/>
        </p:nvSpPr>
        <p:spPr>
          <a:xfrm>
            <a:off x="76421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5B883D4A-2794-2DFD-41D8-910F3E869F2A}"/>
              </a:ext>
            </a:extLst>
          </p:cNvPr>
          <p:cNvSpPr>
            <a:spLocks/>
          </p:cNvSpPr>
          <p:nvPr/>
        </p:nvSpPr>
        <p:spPr>
          <a:xfrm>
            <a:off x="765389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CA13C1F3-5881-53C0-67CA-45DB4D40514F}"/>
              </a:ext>
            </a:extLst>
          </p:cNvPr>
          <p:cNvSpPr>
            <a:spLocks/>
          </p:cNvSpPr>
          <p:nvPr/>
        </p:nvSpPr>
        <p:spPr>
          <a:xfrm>
            <a:off x="75906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A988EC8E-C64E-6ABA-98D3-AC0F1F41DE2A}"/>
              </a:ext>
            </a:extLst>
          </p:cNvPr>
          <p:cNvSpPr>
            <a:spLocks/>
          </p:cNvSpPr>
          <p:nvPr/>
        </p:nvSpPr>
        <p:spPr>
          <a:xfrm>
            <a:off x="7602566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843B4C1B-77E2-0182-B196-E4FBAA195AAC}"/>
              </a:ext>
            </a:extLst>
          </p:cNvPr>
          <p:cNvSpPr>
            <a:spLocks/>
          </p:cNvSpPr>
          <p:nvPr/>
        </p:nvSpPr>
        <p:spPr>
          <a:xfrm>
            <a:off x="756655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6990D996-8797-41FC-0BDF-E9F8B4188296}"/>
              </a:ext>
            </a:extLst>
          </p:cNvPr>
          <p:cNvSpPr>
            <a:spLocks/>
          </p:cNvSpPr>
          <p:nvPr/>
        </p:nvSpPr>
        <p:spPr>
          <a:xfrm>
            <a:off x="7573581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CDCECE40-706E-DC67-CB45-52641CCFC53E}"/>
              </a:ext>
            </a:extLst>
          </p:cNvPr>
          <p:cNvSpPr>
            <a:spLocks/>
          </p:cNvSpPr>
          <p:nvPr/>
        </p:nvSpPr>
        <p:spPr>
          <a:xfrm>
            <a:off x="760906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F4BAC614-666C-D972-982E-EAC00C9A0EBE}"/>
              </a:ext>
            </a:extLst>
          </p:cNvPr>
          <p:cNvSpPr>
            <a:spLocks/>
          </p:cNvSpPr>
          <p:nvPr/>
        </p:nvSpPr>
        <p:spPr>
          <a:xfrm>
            <a:off x="76150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4EE38582-FBC8-3A97-D63D-510A5FB43782}"/>
              </a:ext>
            </a:extLst>
          </p:cNvPr>
          <p:cNvSpPr>
            <a:spLocks/>
          </p:cNvSpPr>
          <p:nvPr/>
        </p:nvSpPr>
        <p:spPr>
          <a:xfrm>
            <a:off x="7634202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F7AA642E-F0EE-6980-767C-50317E3E4A4B}"/>
              </a:ext>
            </a:extLst>
          </p:cNvPr>
          <p:cNvSpPr>
            <a:spLocks/>
          </p:cNvSpPr>
          <p:nvPr/>
        </p:nvSpPr>
        <p:spPr>
          <a:xfrm>
            <a:off x="763133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8752E1CD-4BAF-0A8B-7509-29E39776778D}"/>
              </a:ext>
            </a:extLst>
          </p:cNvPr>
          <p:cNvSpPr>
            <a:spLocks/>
          </p:cNvSpPr>
          <p:nvPr/>
        </p:nvSpPr>
        <p:spPr>
          <a:xfrm>
            <a:off x="7671108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3E8DB68A-239C-3692-9A55-ED97532DA484}"/>
              </a:ext>
            </a:extLst>
          </p:cNvPr>
          <p:cNvSpPr>
            <a:spLocks/>
          </p:cNvSpPr>
          <p:nvPr/>
        </p:nvSpPr>
        <p:spPr>
          <a:xfrm>
            <a:off x="7603336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6C1B8276-01AE-7755-FBD2-EC0E45348F58}"/>
              </a:ext>
            </a:extLst>
          </p:cNvPr>
          <p:cNvSpPr>
            <a:spLocks/>
          </p:cNvSpPr>
          <p:nvPr/>
        </p:nvSpPr>
        <p:spPr>
          <a:xfrm>
            <a:off x="757233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1CD13D61-3CE7-A5CA-0CEE-FD65E1BDE331}"/>
              </a:ext>
            </a:extLst>
          </p:cNvPr>
          <p:cNvSpPr>
            <a:spLocks/>
          </p:cNvSpPr>
          <p:nvPr/>
        </p:nvSpPr>
        <p:spPr>
          <a:xfrm>
            <a:off x="75937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E3C3D336-522D-48B4-1050-23B15080CEDA}"/>
              </a:ext>
            </a:extLst>
          </p:cNvPr>
          <p:cNvSpPr>
            <a:spLocks/>
          </p:cNvSpPr>
          <p:nvPr/>
        </p:nvSpPr>
        <p:spPr>
          <a:xfrm>
            <a:off x="758847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B7977031-60CA-2CEE-1FCF-804C7A4EB4BA}"/>
              </a:ext>
            </a:extLst>
          </p:cNvPr>
          <p:cNvSpPr>
            <a:spLocks/>
          </p:cNvSpPr>
          <p:nvPr/>
        </p:nvSpPr>
        <p:spPr>
          <a:xfrm>
            <a:off x="757596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ED3F79E5-166F-F6EA-6945-8E6547382A47}"/>
              </a:ext>
            </a:extLst>
          </p:cNvPr>
          <p:cNvSpPr>
            <a:spLocks/>
          </p:cNvSpPr>
          <p:nvPr/>
        </p:nvSpPr>
        <p:spPr>
          <a:xfrm>
            <a:off x="7612872" y="2842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82CC0940-9DA7-53A0-48DE-50CAC8B1402D}"/>
              </a:ext>
            </a:extLst>
          </p:cNvPr>
          <p:cNvSpPr>
            <a:spLocks/>
          </p:cNvSpPr>
          <p:nvPr/>
        </p:nvSpPr>
        <p:spPr>
          <a:xfrm>
            <a:off x="76161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B5611640-0F62-B109-480E-12B088AED818}"/>
              </a:ext>
            </a:extLst>
          </p:cNvPr>
          <p:cNvSpPr>
            <a:spLocks/>
          </p:cNvSpPr>
          <p:nvPr/>
        </p:nvSpPr>
        <p:spPr>
          <a:xfrm>
            <a:off x="7653597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347700CB-A81F-4117-2046-DE4541AA2D65}"/>
              </a:ext>
            </a:extLst>
          </p:cNvPr>
          <p:cNvSpPr>
            <a:spLocks/>
          </p:cNvSpPr>
          <p:nvPr/>
        </p:nvSpPr>
        <p:spPr>
          <a:xfrm>
            <a:off x="76181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51711D41-9C4F-606A-3DC5-CF64C2526BC4}"/>
              </a:ext>
            </a:extLst>
          </p:cNvPr>
          <p:cNvSpPr>
            <a:spLocks/>
          </p:cNvSpPr>
          <p:nvPr/>
        </p:nvSpPr>
        <p:spPr>
          <a:xfrm>
            <a:off x="76612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AF015409-D533-DA99-C1BB-04E904B48439}"/>
              </a:ext>
            </a:extLst>
          </p:cNvPr>
          <p:cNvSpPr>
            <a:spLocks/>
          </p:cNvSpPr>
          <p:nvPr/>
        </p:nvSpPr>
        <p:spPr>
          <a:xfrm>
            <a:off x="75842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1DAA4E45-CB20-3F95-259B-CC384CA0555E}"/>
              </a:ext>
            </a:extLst>
          </p:cNvPr>
          <p:cNvSpPr>
            <a:spLocks/>
          </p:cNvSpPr>
          <p:nvPr/>
        </p:nvSpPr>
        <p:spPr>
          <a:xfrm>
            <a:off x="759260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99F645C0-3166-CD71-0EBA-AE5217C9A3D7}"/>
              </a:ext>
            </a:extLst>
          </p:cNvPr>
          <p:cNvSpPr>
            <a:spLocks/>
          </p:cNvSpPr>
          <p:nvPr/>
        </p:nvSpPr>
        <p:spPr>
          <a:xfrm>
            <a:off x="7657432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185E2AA5-538B-3C44-31CA-1BCDC7C60456}"/>
              </a:ext>
            </a:extLst>
          </p:cNvPr>
          <p:cNvSpPr>
            <a:spLocks/>
          </p:cNvSpPr>
          <p:nvPr/>
        </p:nvSpPr>
        <p:spPr>
          <a:xfrm>
            <a:off x="75827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F7A129FB-D99C-18A0-EAD2-25E7E4CA6E21}"/>
              </a:ext>
            </a:extLst>
          </p:cNvPr>
          <p:cNvSpPr>
            <a:spLocks/>
          </p:cNvSpPr>
          <p:nvPr/>
        </p:nvSpPr>
        <p:spPr>
          <a:xfrm>
            <a:off x="7597294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93C374B9-8726-32CD-6387-1C94511329F7}"/>
              </a:ext>
            </a:extLst>
          </p:cNvPr>
          <p:cNvSpPr>
            <a:spLocks/>
          </p:cNvSpPr>
          <p:nvPr/>
        </p:nvSpPr>
        <p:spPr>
          <a:xfrm>
            <a:off x="76184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FFF13D71-8019-077C-6FB9-917DCD8F051C}"/>
              </a:ext>
            </a:extLst>
          </p:cNvPr>
          <p:cNvSpPr>
            <a:spLocks/>
          </p:cNvSpPr>
          <p:nvPr/>
        </p:nvSpPr>
        <p:spPr>
          <a:xfrm>
            <a:off x="76421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E4DC4F87-5274-0CAC-80C4-F6F91234DF37}"/>
              </a:ext>
            </a:extLst>
          </p:cNvPr>
          <p:cNvSpPr>
            <a:spLocks/>
          </p:cNvSpPr>
          <p:nvPr/>
        </p:nvSpPr>
        <p:spPr>
          <a:xfrm>
            <a:off x="76199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B1D2EC29-44EA-F117-67A4-7F5C882EB753}"/>
              </a:ext>
            </a:extLst>
          </p:cNvPr>
          <p:cNvSpPr>
            <a:spLocks/>
          </p:cNvSpPr>
          <p:nvPr/>
        </p:nvSpPr>
        <p:spPr>
          <a:xfrm>
            <a:off x="815046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2B8A3CCA-16C1-9E6F-8D7F-DC49B52B658E}"/>
              </a:ext>
            </a:extLst>
          </p:cNvPr>
          <p:cNvSpPr>
            <a:spLocks/>
          </p:cNvSpPr>
          <p:nvPr/>
        </p:nvSpPr>
        <p:spPr>
          <a:xfrm>
            <a:off x="8159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9CB2EB4C-2B0D-D8E9-9A02-464AA0205C3E}"/>
              </a:ext>
            </a:extLst>
          </p:cNvPr>
          <p:cNvSpPr>
            <a:spLocks/>
          </p:cNvSpPr>
          <p:nvPr/>
        </p:nvSpPr>
        <p:spPr>
          <a:xfrm>
            <a:off x="81341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B37FA7B1-5766-933A-DF60-2A1B0CF1536C}"/>
              </a:ext>
            </a:extLst>
          </p:cNvPr>
          <p:cNvSpPr>
            <a:spLocks/>
          </p:cNvSpPr>
          <p:nvPr/>
        </p:nvSpPr>
        <p:spPr>
          <a:xfrm>
            <a:off x="81327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D9F23544-B902-0C64-365F-64DC32E5967C}"/>
              </a:ext>
            </a:extLst>
          </p:cNvPr>
          <p:cNvSpPr>
            <a:spLocks/>
          </p:cNvSpPr>
          <p:nvPr/>
        </p:nvSpPr>
        <p:spPr>
          <a:xfrm>
            <a:off x="8133416" y="2530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9CC191CC-A384-8300-58AC-B5E9E473D7D7}"/>
              </a:ext>
            </a:extLst>
          </p:cNvPr>
          <p:cNvSpPr>
            <a:spLocks/>
          </p:cNvSpPr>
          <p:nvPr/>
        </p:nvSpPr>
        <p:spPr>
          <a:xfrm>
            <a:off x="81798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8D3D4B75-ED21-9A81-7969-26DB0FC8A076}"/>
              </a:ext>
            </a:extLst>
          </p:cNvPr>
          <p:cNvSpPr>
            <a:spLocks/>
          </p:cNvSpPr>
          <p:nvPr/>
        </p:nvSpPr>
        <p:spPr>
          <a:xfrm>
            <a:off x="81449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A3AF359B-2702-2531-F8F9-96B771950CF6}"/>
              </a:ext>
            </a:extLst>
          </p:cNvPr>
          <p:cNvSpPr>
            <a:spLocks/>
          </p:cNvSpPr>
          <p:nvPr/>
        </p:nvSpPr>
        <p:spPr>
          <a:xfrm>
            <a:off x="81553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8EEFBC4E-918E-D4F9-A6A3-09474ECB97B7}"/>
              </a:ext>
            </a:extLst>
          </p:cNvPr>
          <p:cNvSpPr>
            <a:spLocks/>
          </p:cNvSpPr>
          <p:nvPr/>
        </p:nvSpPr>
        <p:spPr>
          <a:xfrm>
            <a:off x="809551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31CE5A82-F56B-9EF1-A3B9-D223A2FD8DFB}"/>
              </a:ext>
            </a:extLst>
          </p:cNvPr>
          <p:cNvSpPr>
            <a:spLocks/>
          </p:cNvSpPr>
          <p:nvPr/>
        </p:nvSpPr>
        <p:spPr>
          <a:xfrm>
            <a:off x="820293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3FEE6F1A-E2F0-D8C9-F672-530F6B5AFEE1}"/>
              </a:ext>
            </a:extLst>
          </p:cNvPr>
          <p:cNvSpPr>
            <a:spLocks/>
          </p:cNvSpPr>
          <p:nvPr/>
        </p:nvSpPr>
        <p:spPr>
          <a:xfrm>
            <a:off x="8187572" y="1870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C5ADAB9B-4F7A-9DB8-C60C-BAA2B9483282}"/>
              </a:ext>
            </a:extLst>
          </p:cNvPr>
          <p:cNvSpPr>
            <a:spLocks/>
          </p:cNvSpPr>
          <p:nvPr/>
        </p:nvSpPr>
        <p:spPr>
          <a:xfrm>
            <a:off x="8108426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39E277E6-E82D-2E6F-08FB-2317C1F78E40}"/>
              </a:ext>
            </a:extLst>
          </p:cNvPr>
          <p:cNvSpPr>
            <a:spLocks/>
          </p:cNvSpPr>
          <p:nvPr/>
        </p:nvSpPr>
        <p:spPr>
          <a:xfrm>
            <a:off x="813593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DFAB4850-B03C-4A6E-B730-1A6636025374}"/>
              </a:ext>
            </a:extLst>
          </p:cNvPr>
          <p:cNvSpPr>
            <a:spLocks/>
          </p:cNvSpPr>
          <p:nvPr/>
        </p:nvSpPr>
        <p:spPr>
          <a:xfrm>
            <a:off x="8207024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1F9A7228-357E-07C4-175C-FEB7E7AD80FF}"/>
              </a:ext>
            </a:extLst>
          </p:cNvPr>
          <p:cNvSpPr>
            <a:spLocks/>
          </p:cNvSpPr>
          <p:nvPr/>
        </p:nvSpPr>
        <p:spPr>
          <a:xfrm>
            <a:off x="809202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B449A891-0C02-D92A-DAE0-6F308D96EBAE}"/>
              </a:ext>
            </a:extLst>
          </p:cNvPr>
          <p:cNvSpPr>
            <a:spLocks/>
          </p:cNvSpPr>
          <p:nvPr/>
        </p:nvSpPr>
        <p:spPr>
          <a:xfrm>
            <a:off x="814949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659281C1-7471-628E-A207-CA418332476C}"/>
              </a:ext>
            </a:extLst>
          </p:cNvPr>
          <p:cNvSpPr>
            <a:spLocks/>
          </p:cNvSpPr>
          <p:nvPr/>
        </p:nvSpPr>
        <p:spPr>
          <a:xfrm>
            <a:off x="81554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8D1C2C58-76BE-48B9-EF5E-47BE24359F6D}"/>
              </a:ext>
            </a:extLst>
          </p:cNvPr>
          <p:cNvSpPr>
            <a:spLocks/>
          </p:cNvSpPr>
          <p:nvPr/>
        </p:nvSpPr>
        <p:spPr>
          <a:xfrm>
            <a:off x="814791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5BF636F4-2C40-D1F1-903A-2FF9447DFED7}"/>
              </a:ext>
            </a:extLst>
          </p:cNvPr>
          <p:cNvSpPr>
            <a:spLocks/>
          </p:cNvSpPr>
          <p:nvPr/>
        </p:nvSpPr>
        <p:spPr>
          <a:xfrm>
            <a:off x="820773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A0FB86BA-8115-20A8-F7EC-64C9EEA52CD2}"/>
              </a:ext>
            </a:extLst>
          </p:cNvPr>
          <p:cNvSpPr>
            <a:spLocks/>
          </p:cNvSpPr>
          <p:nvPr/>
        </p:nvSpPr>
        <p:spPr>
          <a:xfrm>
            <a:off x="8190899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E03312CB-E090-5DA5-F169-AE3E13305767}"/>
              </a:ext>
            </a:extLst>
          </p:cNvPr>
          <p:cNvSpPr>
            <a:spLocks/>
          </p:cNvSpPr>
          <p:nvPr/>
        </p:nvSpPr>
        <p:spPr>
          <a:xfrm>
            <a:off x="8100732" y="27738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D71110F4-6AE9-9114-C710-D4B28F0085F8}"/>
              </a:ext>
            </a:extLst>
          </p:cNvPr>
          <p:cNvSpPr>
            <a:spLocks/>
          </p:cNvSpPr>
          <p:nvPr/>
        </p:nvSpPr>
        <p:spPr>
          <a:xfrm>
            <a:off x="81140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1CBC503B-DFB7-EC8D-58CB-0126263060C7}"/>
              </a:ext>
            </a:extLst>
          </p:cNvPr>
          <p:cNvSpPr>
            <a:spLocks/>
          </p:cNvSpPr>
          <p:nvPr/>
        </p:nvSpPr>
        <p:spPr>
          <a:xfrm>
            <a:off x="8127620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7903DE67-B5B0-5F08-A1BE-08EB08873077}"/>
              </a:ext>
            </a:extLst>
          </p:cNvPr>
          <p:cNvSpPr>
            <a:spLocks/>
          </p:cNvSpPr>
          <p:nvPr/>
        </p:nvSpPr>
        <p:spPr>
          <a:xfrm>
            <a:off x="8149444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581E69B1-3802-DB97-6102-85E165EA9406}"/>
              </a:ext>
            </a:extLst>
          </p:cNvPr>
          <p:cNvSpPr>
            <a:spLocks/>
          </p:cNvSpPr>
          <p:nvPr/>
        </p:nvSpPr>
        <p:spPr>
          <a:xfrm>
            <a:off x="81854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2EA3CF84-E931-F5D5-40E5-A1A46D0F0EDA}"/>
              </a:ext>
            </a:extLst>
          </p:cNvPr>
          <p:cNvSpPr>
            <a:spLocks/>
          </p:cNvSpPr>
          <p:nvPr/>
        </p:nvSpPr>
        <p:spPr>
          <a:xfrm>
            <a:off x="81639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0BF4AB9A-D94D-7DCA-68F6-469798DE6FF9}"/>
              </a:ext>
            </a:extLst>
          </p:cNvPr>
          <p:cNvSpPr>
            <a:spLocks/>
          </p:cNvSpPr>
          <p:nvPr/>
        </p:nvSpPr>
        <p:spPr>
          <a:xfrm>
            <a:off x="819215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23511596-EB12-D57A-671B-833429703E88}"/>
              </a:ext>
            </a:extLst>
          </p:cNvPr>
          <p:cNvSpPr>
            <a:spLocks/>
          </p:cNvSpPr>
          <p:nvPr/>
        </p:nvSpPr>
        <p:spPr>
          <a:xfrm>
            <a:off x="811653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ACEA5269-0CB4-4C8C-BD1F-F31C536EF921}"/>
              </a:ext>
            </a:extLst>
          </p:cNvPr>
          <p:cNvSpPr>
            <a:spLocks/>
          </p:cNvSpPr>
          <p:nvPr/>
        </p:nvSpPr>
        <p:spPr>
          <a:xfrm>
            <a:off x="8157546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EF617E71-DACF-AA7E-6219-E82741812901}"/>
              </a:ext>
            </a:extLst>
          </p:cNvPr>
          <p:cNvSpPr>
            <a:spLocks/>
          </p:cNvSpPr>
          <p:nvPr/>
        </p:nvSpPr>
        <p:spPr>
          <a:xfrm>
            <a:off x="81582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BAFC64F6-EF5E-912E-F0D7-8A72AB99DDF9}"/>
              </a:ext>
            </a:extLst>
          </p:cNvPr>
          <p:cNvSpPr>
            <a:spLocks/>
          </p:cNvSpPr>
          <p:nvPr/>
        </p:nvSpPr>
        <p:spPr>
          <a:xfrm>
            <a:off x="80912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1D57CA4F-FCC1-F42A-E514-58FF10696777}"/>
              </a:ext>
            </a:extLst>
          </p:cNvPr>
          <p:cNvSpPr>
            <a:spLocks/>
          </p:cNvSpPr>
          <p:nvPr/>
        </p:nvSpPr>
        <p:spPr>
          <a:xfrm>
            <a:off x="8094876" y="2985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D5329612-B1E7-9EED-7D7D-606F489C6A76}"/>
              </a:ext>
            </a:extLst>
          </p:cNvPr>
          <p:cNvSpPr>
            <a:spLocks/>
          </p:cNvSpPr>
          <p:nvPr/>
        </p:nvSpPr>
        <p:spPr>
          <a:xfrm>
            <a:off x="812576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0AC45884-AAD0-E175-731E-EE0E9EA1D4B0}"/>
              </a:ext>
            </a:extLst>
          </p:cNvPr>
          <p:cNvSpPr>
            <a:spLocks/>
          </p:cNvSpPr>
          <p:nvPr/>
        </p:nvSpPr>
        <p:spPr>
          <a:xfrm>
            <a:off x="81124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6CDE9152-0341-012B-7679-0DCA8DC41E51}"/>
              </a:ext>
            </a:extLst>
          </p:cNvPr>
          <p:cNvSpPr>
            <a:spLocks/>
          </p:cNvSpPr>
          <p:nvPr/>
        </p:nvSpPr>
        <p:spPr>
          <a:xfrm>
            <a:off x="81416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F3656C8D-49E6-E273-914F-FF2D7FB1FC66}"/>
              </a:ext>
            </a:extLst>
          </p:cNvPr>
          <p:cNvSpPr>
            <a:spLocks/>
          </p:cNvSpPr>
          <p:nvPr/>
        </p:nvSpPr>
        <p:spPr>
          <a:xfrm>
            <a:off x="81256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521E58FD-9867-2CF5-91E0-2E418393F570}"/>
              </a:ext>
            </a:extLst>
          </p:cNvPr>
          <p:cNvSpPr>
            <a:spLocks/>
          </p:cNvSpPr>
          <p:nvPr/>
        </p:nvSpPr>
        <p:spPr>
          <a:xfrm>
            <a:off x="817861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08947D36-5749-2FD1-1B5C-A0F96D82F699}"/>
              </a:ext>
            </a:extLst>
          </p:cNvPr>
          <p:cNvSpPr>
            <a:spLocks/>
          </p:cNvSpPr>
          <p:nvPr/>
        </p:nvSpPr>
        <p:spPr>
          <a:xfrm>
            <a:off x="817547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8976F239-EE66-BF3A-4BC0-21DBF04BF394}"/>
              </a:ext>
            </a:extLst>
          </p:cNvPr>
          <p:cNvSpPr>
            <a:spLocks/>
          </p:cNvSpPr>
          <p:nvPr/>
        </p:nvSpPr>
        <p:spPr>
          <a:xfrm>
            <a:off x="808874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EE79F842-AB5A-6281-FA74-BB96EDA9F1F2}"/>
              </a:ext>
            </a:extLst>
          </p:cNvPr>
          <p:cNvSpPr>
            <a:spLocks/>
          </p:cNvSpPr>
          <p:nvPr/>
        </p:nvSpPr>
        <p:spPr>
          <a:xfrm>
            <a:off x="8136428" y="19142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01386D04-3A0A-F6B6-A21D-BAE1ED1C68A7}"/>
              </a:ext>
            </a:extLst>
          </p:cNvPr>
          <p:cNvSpPr>
            <a:spLocks/>
          </p:cNvSpPr>
          <p:nvPr/>
        </p:nvSpPr>
        <p:spPr>
          <a:xfrm>
            <a:off x="81492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221C2B08-3059-96C1-DEE3-53C81D6164DE}"/>
              </a:ext>
            </a:extLst>
          </p:cNvPr>
          <p:cNvSpPr>
            <a:spLocks/>
          </p:cNvSpPr>
          <p:nvPr/>
        </p:nvSpPr>
        <p:spPr>
          <a:xfrm>
            <a:off x="815175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8AB56802-DA3C-787E-4EE8-5C6F220844FD}"/>
              </a:ext>
            </a:extLst>
          </p:cNvPr>
          <p:cNvSpPr>
            <a:spLocks/>
          </p:cNvSpPr>
          <p:nvPr/>
        </p:nvSpPr>
        <p:spPr>
          <a:xfrm>
            <a:off x="81466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E0782DB7-6F62-5AE6-3CD4-D5F4FF8AD9E2}"/>
              </a:ext>
            </a:extLst>
          </p:cNvPr>
          <p:cNvSpPr>
            <a:spLocks/>
          </p:cNvSpPr>
          <p:nvPr/>
        </p:nvSpPr>
        <p:spPr>
          <a:xfrm>
            <a:off x="8185268" y="3314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90B89148-116F-96A4-4693-0200F44C8BA2}"/>
              </a:ext>
            </a:extLst>
          </p:cNvPr>
          <p:cNvSpPr>
            <a:spLocks/>
          </p:cNvSpPr>
          <p:nvPr/>
        </p:nvSpPr>
        <p:spPr>
          <a:xfrm>
            <a:off x="80994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8847273C-A82D-026F-986F-6D9D9DDD85AC}"/>
              </a:ext>
            </a:extLst>
          </p:cNvPr>
          <p:cNvSpPr>
            <a:spLocks/>
          </p:cNvSpPr>
          <p:nvPr/>
        </p:nvSpPr>
        <p:spPr>
          <a:xfrm>
            <a:off x="80985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5223379D-71F0-0DB7-875C-73A927914701}"/>
              </a:ext>
            </a:extLst>
          </p:cNvPr>
          <p:cNvSpPr>
            <a:spLocks/>
          </p:cNvSpPr>
          <p:nvPr/>
        </p:nvSpPr>
        <p:spPr>
          <a:xfrm>
            <a:off x="811443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BB252D65-2994-A90A-5A51-CCF89C6CDCE1}"/>
              </a:ext>
            </a:extLst>
          </p:cNvPr>
          <p:cNvSpPr>
            <a:spLocks/>
          </p:cNvSpPr>
          <p:nvPr/>
        </p:nvSpPr>
        <p:spPr>
          <a:xfrm>
            <a:off x="815939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B93E177B-F762-6253-0F9C-AEEF55802BA1}"/>
              </a:ext>
            </a:extLst>
          </p:cNvPr>
          <p:cNvSpPr>
            <a:spLocks/>
          </p:cNvSpPr>
          <p:nvPr/>
        </p:nvSpPr>
        <p:spPr>
          <a:xfrm>
            <a:off x="813827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8760AA74-5246-836A-BACB-D5F2A7BD88D4}"/>
              </a:ext>
            </a:extLst>
          </p:cNvPr>
          <p:cNvSpPr>
            <a:spLocks/>
          </p:cNvSpPr>
          <p:nvPr/>
        </p:nvSpPr>
        <p:spPr>
          <a:xfrm>
            <a:off x="8187142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700CFD5B-9B99-F709-2B76-A30C8E7A0665}"/>
              </a:ext>
            </a:extLst>
          </p:cNvPr>
          <p:cNvSpPr>
            <a:spLocks/>
          </p:cNvSpPr>
          <p:nvPr/>
        </p:nvSpPr>
        <p:spPr>
          <a:xfrm>
            <a:off x="8189783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01C53DC2-D74C-3EA0-22EC-64350F844AA2}"/>
              </a:ext>
            </a:extLst>
          </p:cNvPr>
          <p:cNvSpPr>
            <a:spLocks/>
          </p:cNvSpPr>
          <p:nvPr/>
        </p:nvSpPr>
        <p:spPr>
          <a:xfrm>
            <a:off x="81236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8AF9BE51-2EBD-F1B0-16F0-7352A87C417F}"/>
              </a:ext>
            </a:extLst>
          </p:cNvPr>
          <p:cNvSpPr>
            <a:spLocks/>
          </p:cNvSpPr>
          <p:nvPr/>
        </p:nvSpPr>
        <p:spPr>
          <a:xfrm>
            <a:off x="8129614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A19F1406-DFE6-E26B-BA35-0EDE16EB7197}"/>
              </a:ext>
            </a:extLst>
          </p:cNvPr>
          <p:cNvSpPr>
            <a:spLocks/>
          </p:cNvSpPr>
          <p:nvPr/>
        </p:nvSpPr>
        <p:spPr>
          <a:xfrm>
            <a:off x="8117024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AE6969AF-DFA2-701B-25AF-196A36AA42B5}"/>
              </a:ext>
            </a:extLst>
          </p:cNvPr>
          <p:cNvSpPr>
            <a:spLocks/>
          </p:cNvSpPr>
          <p:nvPr/>
        </p:nvSpPr>
        <p:spPr>
          <a:xfrm>
            <a:off x="8155797" y="3377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873EF3FB-D675-46D4-A1E0-7A7762FD670F}"/>
              </a:ext>
            </a:extLst>
          </p:cNvPr>
          <p:cNvSpPr>
            <a:spLocks/>
          </p:cNvSpPr>
          <p:nvPr/>
        </p:nvSpPr>
        <p:spPr>
          <a:xfrm>
            <a:off x="817286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4E808158-5C31-9C8A-2B9B-6ED80111D8B2}"/>
              </a:ext>
            </a:extLst>
          </p:cNvPr>
          <p:cNvSpPr>
            <a:spLocks/>
          </p:cNvSpPr>
          <p:nvPr/>
        </p:nvSpPr>
        <p:spPr>
          <a:xfrm>
            <a:off x="8150631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76FC1451-D9B8-9437-3B60-39E0E86BB340}"/>
              </a:ext>
            </a:extLst>
          </p:cNvPr>
          <p:cNvSpPr>
            <a:spLocks/>
          </p:cNvSpPr>
          <p:nvPr/>
        </p:nvSpPr>
        <p:spPr>
          <a:xfrm>
            <a:off x="8200488" y="2798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81158394-4365-BA5F-A8FC-231B64FBC197}"/>
              </a:ext>
            </a:extLst>
          </p:cNvPr>
          <p:cNvSpPr>
            <a:spLocks/>
          </p:cNvSpPr>
          <p:nvPr/>
        </p:nvSpPr>
        <p:spPr>
          <a:xfrm>
            <a:off x="8205708" y="3418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96024170-4627-EED8-F461-36FBA2588A0A}"/>
              </a:ext>
            </a:extLst>
          </p:cNvPr>
          <p:cNvSpPr>
            <a:spLocks/>
          </p:cNvSpPr>
          <p:nvPr/>
        </p:nvSpPr>
        <p:spPr>
          <a:xfrm>
            <a:off x="815801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86DA29A1-93B1-3455-9C29-049C09EC0591}"/>
              </a:ext>
            </a:extLst>
          </p:cNvPr>
          <p:cNvSpPr>
            <a:spLocks/>
          </p:cNvSpPr>
          <p:nvPr/>
        </p:nvSpPr>
        <p:spPr>
          <a:xfrm>
            <a:off x="814571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DA08DFC0-179B-DBD3-D3DF-38BE06EF554D}"/>
              </a:ext>
            </a:extLst>
          </p:cNvPr>
          <p:cNvSpPr>
            <a:spLocks/>
          </p:cNvSpPr>
          <p:nvPr/>
        </p:nvSpPr>
        <p:spPr>
          <a:xfrm>
            <a:off x="8159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49D0EE9F-4113-A976-F957-AF9D087DB656}"/>
              </a:ext>
            </a:extLst>
          </p:cNvPr>
          <p:cNvSpPr>
            <a:spLocks/>
          </p:cNvSpPr>
          <p:nvPr/>
        </p:nvSpPr>
        <p:spPr>
          <a:xfrm>
            <a:off x="81639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C2F096FC-4066-0840-9B9C-1204EAB3C867}"/>
              </a:ext>
            </a:extLst>
          </p:cNvPr>
          <p:cNvSpPr>
            <a:spLocks/>
          </p:cNvSpPr>
          <p:nvPr/>
        </p:nvSpPr>
        <p:spPr>
          <a:xfrm>
            <a:off x="81132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631DE6F7-2B4D-596B-55B8-E1E334129F4F}"/>
              </a:ext>
            </a:extLst>
          </p:cNvPr>
          <p:cNvSpPr>
            <a:spLocks/>
          </p:cNvSpPr>
          <p:nvPr/>
        </p:nvSpPr>
        <p:spPr>
          <a:xfrm>
            <a:off x="817223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309FB651-46C1-0110-864B-4890D5D711FF}"/>
              </a:ext>
            </a:extLst>
          </p:cNvPr>
          <p:cNvSpPr>
            <a:spLocks/>
          </p:cNvSpPr>
          <p:nvPr/>
        </p:nvSpPr>
        <p:spPr>
          <a:xfrm>
            <a:off x="8194814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E25F263E-5027-FE46-FFA8-93655EB1F3EF}"/>
              </a:ext>
            </a:extLst>
          </p:cNvPr>
          <p:cNvSpPr>
            <a:spLocks/>
          </p:cNvSpPr>
          <p:nvPr/>
        </p:nvSpPr>
        <p:spPr>
          <a:xfrm>
            <a:off x="81177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250B3FD6-B6CD-5D69-FFEF-63F88382E0EA}"/>
              </a:ext>
            </a:extLst>
          </p:cNvPr>
          <p:cNvSpPr>
            <a:spLocks/>
          </p:cNvSpPr>
          <p:nvPr/>
        </p:nvSpPr>
        <p:spPr>
          <a:xfrm>
            <a:off x="80896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C567033D-0A55-815B-44EF-649F266C972F}"/>
              </a:ext>
            </a:extLst>
          </p:cNvPr>
          <p:cNvSpPr>
            <a:spLocks/>
          </p:cNvSpPr>
          <p:nvPr/>
        </p:nvSpPr>
        <p:spPr>
          <a:xfrm>
            <a:off x="8176306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AE3EB0CC-C53C-61D8-8C87-69E409462998}"/>
              </a:ext>
            </a:extLst>
          </p:cNvPr>
          <p:cNvSpPr>
            <a:spLocks/>
          </p:cNvSpPr>
          <p:nvPr/>
        </p:nvSpPr>
        <p:spPr>
          <a:xfrm>
            <a:off x="81126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96A98221-CC54-E88C-98A7-78DB224AB059}"/>
              </a:ext>
            </a:extLst>
          </p:cNvPr>
          <p:cNvSpPr>
            <a:spLocks/>
          </p:cNvSpPr>
          <p:nvPr/>
        </p:nvSpPr>
        <p:spPr>
          <a:xfrm>
            <a:off x="813194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4C9288F5-91D3-10FB-1018-4FD6BE15B4C2}"/>
              </a:ext>
            </a:extLst>
          </p:cNvPr>
          <p:cNvSpPr>
            <a:spLocks/>
          </p:cNvSpPr>
          <p:nvPr/>
        </p:nvSpPr>
        <p:spPr>
          <a:xfrm>
            <a:off x="8116321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542E736E-D3B6-FDC2-870A-4731F6838DF5}"/>
              </a:ext>
            </a:extLst>
          </p:cNvPr>
          <p:cNvSpPr>
            <a:spLocks/>
          </p:cNvSpPr>
          <p:nvPr/>
        </p:nvSpPr>
        <p:spPr>
          <a:xfrm>
            <a:off x="81034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C921A60B-408F-37D3-CF26-28F61CC8199D}"/>
              </a:ext>
            </a:extLst>
          </p:cNvPr>
          <p:cNvSpPr>
            <a:spLocks/>
          </p:cNvSpPr>
          <p:nvPr/>
        </p:nvSpPr>
        <p:spPr>
          <a:xfrm>
            <a:off x="816279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15474E62-64C3-3D06-DD4E-F67B3B533A28}"/>
              </a:ext>
            </a:extLst>
          </p:cNvPr>
          <p:cNvSpPr>
            <a:spLocks/>
          </p:cNvSpPr>
          <p:nvPr/>
        </p:nvSpPr>
        <p:spPr>
          <a:xfrm>
            <a:off x="818381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2812FE00-F664-7F12-4388-CE5959293D1F}"/>
              </a:ext>
            </a:extLst>
          </p:cNvPr>
          <p:cNvSpPr>
            <a:spLocks/>
          </p:cNvSpPr>
          <p:nvPr/>
        </p:nvSpPr>
        <p:spPr>
          <a:xfrm>
            <a:off x="810369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0375BC5D-0D16-AB92-8686-E97748212211}"/>
              </a:ext>
            </a:extLst>
          </p:cNvPr>
          <p:cNvSpPr>
            <a:spLocks/>
          </p:cNvSpPr>
          <p:nvPr/>
        </p:nvSpPr>
        <p:spPr>
          <a:xfrm>
            <a:off x="81228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BEA4302A-1109-8670-C8B2-46BBC72DC4D6}"/>
              </a:ext>
            </a:extLst>
          </p:cNvPr>
          <p:cNvSpPr>
            <a:spLocks/>
          </p:cNvSpPr>
          <p:nvPr/>
        </p:nvSpPr>
        <p:spPr>
          <a:xfrm>
            <a:off x="818492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2055110E-D20D-4009-DF4B-B8E7DD7E983E}"/>
              </a:ext>
            </a:extLst>
          </p:cNvPr>
          <p:cNvSpPr>
            <a:spLocks/>
          </p:cNvSpPr>
          <p:nvPr/>
        </p:nvSpPr>
        <p:spPr>
          <a:xfrm>
            <a:off x="81346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CBB6BCC4-4A19-BEB8-8922-4FBC50A7D0A0}"/>
              </a:ext>
            </a:extLst>
          </p:cNvPr>
          <p:cNvSpPr>
            <a:spLocks/>
          </p:cNvSpPr>
          <p:nvPr/>
        </p:nvSpPr>
        <p:spPr>
          <a:xfrm>
            <a:off x="81319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60A3864C-6323-0EB1-668B-6CA758E0CDC6}"/>
              </a:ext>
            </a:extLst>
          </p:cNvPr>
          <p:cNvSpPr>
            <a:spLocks/>
          </p:cNvSpPr>
          <p:nvPr/>
        </p:nvSpPr>
        <p:spPr>
          <a:xfrm>
            <a:off x="810503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6F94B2E8-9933-DD85-30E2-A4F42BFDB56C}"/>
              </a:ext>
            </a:extLst>
          </p:cNvPr>
          <p:cNvSpPr>
            <a:spLocks/>
          </p:cNvSpPr>
          <p:nvPr/>
        </p:nvSpPr>
        <p:spPr>
          <a:xfrm>
            <a:off x="820682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E72C2252-670C-6401-57C8-FDA97B111A39}"/>
              </a:ext>
            </a:extLst>
          </p:cNvPr>
          <p:cNvSpPr>
            <a:spLocks/>
          </p:cNvSpPr>
          <p:nvPr/>
        </p:nvSpPr>
        <p:spPr>
          <a:xfrm>
            <a:off x="8169801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608968B1-B070-B563-8F5B-C9D033CF098E}"/>
              </a:ext>
            </a:extLst>
          </p:cNvPr>
          <p:cNvSpPr>
            <a:spLocks/>
          </p:cNvSpPr>
          <p:nvPr/>
        </p:nvSpPr>
        <p:spPr>
          <a:xfrm>
            <a:off x="813425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4CA15903-3946-5EA7-BB98-22F4CEE33B17}"/>
              </a:ext>
            </a:extLst>
          </p:cNvPr>
          <p:cNvSpPr>
            <a:spLocks/>
          </p:cNvSpPr>
          <p:nvPr/>
        </p:nvSpPr>
        <p:spPr>
          <a:xfrm>
            <a:off x="810738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0DDACCC6-AC6F-FF05-2D03-4FA608D7B84C}"/>
              </a:ext>
            </a:extLst>
          </p:cNvPr>
          <p:cNvSpPr>
            <a:spLocks/>
          </p:cNvSpPr>
          <p:nvPr/>
        </p:nvSpPr>
        <p:spPr>
          <a:xfrm>
            <a:off x="8168148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82835E32-8455-8A5C-15AA-5338B747AE36}"/>
              </a:ext>
            </a:extLst>
          </p:cNvPr>
          <p:cNvSpPr>
            <a:spLocks/>
          </p:cNvSpPr>
          <p:nvPr/>
        </p:nvSpPr>
        <p:spPr>
          <a:xfrm>
            <a:off x="81389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AD55CBDA-544D-81F2-624F-2F50F82934E1}"/>
              </a:ext>
            </a:extLst>
          </p:cNvPr>
          <p:cNvSpPr>
            <a:spLocks/>
          </p:cNvSpPr>
          <p:nvPr/>
        </p:nvSpPr>
        <p:spPr>
          <a:xfrm>
            <a:off x="81359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B0B15004-A1AC-8937-05BD-92F2E846C6AC}"/>
              </a:ext>
            </a:extLst>
          </p:cNvPr>
          <p:cNvSpPr>
            <a:spLocks/>
          </p:cNvSpPr>
          <p:nvPr/>
        </p:nvSpPr>
        <p:spPr>
          <a:xfrm>
            <a:off x="81198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7B63E733-879B-C8CF-56C0-A97661661129}"/>
              </a:ext>
            </a:extLst>
          </p:cNvPr>
          <p:cNvSpPr>
            <a:spLocks/>
          </p:cNvSpPr>
          <p:nvPr/>
        </p:nvSpPr>
        <p:spPr>
          <a:xfrm>
            <a:off x="814348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23D45316-5E8C-58BA-167F-C7C04D377C4F}"/>
              </a:ext>
            </a:extLst>
          </p:cNvPr>
          <p:cNvSpPr>
            <a:spLocks/>
          </p:cNvSpPr>
          <p:nvPr/>
        </p:nvSpPr>
        <p:spPr>
          <a:xfrm>
            <a:off x="81324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366EA651-A0E1-100D-0BCD-F60B8917961B}"/>
              </a:ext>
            </a:extLst>
          </p:cNvPr>
          <p:cNvSpPr>
            <a:spLocks/>
          </p:cNvSpPr>
          <p:nvPr/>
        </p:nvSpPr>
        <p:spPr>
          <a:xfrm>
            <a:off x="81419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070BE9D0-38FF-CAD1-B3CE-A6802388CB25}"/>
              </a:ext>
            </a:extLst>
          </p:cNvPr>
          <p:cNvSpPr>
            <a:spLocks/>
          </p:cNvSpPr>
          <p:nvPr/>
        </p:nvSpPr>
        <p:spPr>
          <a:xfrm>
            <a:off x="820192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9EF07235-AB48-B2B4-740C-9922342E8A61}"/>
              </a:ext>
            </a:extLst>
          </p:cNvPr>
          <p:cNvSpPr>
            <a:spLocks/>
          </p:cNvSpPr>
          <p:nvPr/>
        </p:nvSpPr>
        <p:spPr>
          <a:xfrm>
            <a:off x="809827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8707BDF0-C990-02ED-0514-31F04AAE8BF3}"/>
              </a:ext>
            </a:extLst>
          </p:cNvPr>
          <p:cNvSpPr>
            <a:spLocks/>
          </p:cNvSpPr>
          <p:nvPr/>
        </p:nvSpPr>
        <p:spPr>
          <a:xfrm>
            <a:off x="8180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B70EEC92-D76A-2205-3351-E7BD119895D5}"/>
              </a:ext>
            </a:extLst>
          </p:cNvPr>
          <p:cNvSpPr>
            <a:spLocks/>
          </p:cNvSpPr>
          <p:nvPr/>
        </p:nvSpPr>
        <p:spPr>
          <a:xfrm>
            <a:off x="819068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F03E25CD-D152-D425-1B8C-EF711A10B3BB}"/>
              </a:ext>
            </a:extLst>
          </p:cNvPr>
          <p:cNvSpPr>
            <a:spLocks/>
          </p:cNvSpPr>
          <p:nvPr/>
        </p:nvSpPr>
        <p:spPr>
          <a:xfrm>
            <a:off x="814303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F699FBD8-132B-1B1D-CAF7-F0B94D2EA6B0}"/>
              </a:ext>
            </a:extLst>
          </p:cNvPr>
          <p:cNvSpPr>
            <a:spLocks/>
          </p:cNvSpPr>
          <p:nvPr/>
        </p:nvSpPr>
        <p:spPr>
          <a:xfrm>
            <a:off x="819734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F304A6E6-F5C1-D750-C0BB-B81DA00DEBF3}"/>
              </a:ext>
            </a:extLst>
          </p:cNvPr>
          <p:cNvSpPr>
            <a:spLocks/>
          </p:cNvSpPr>
          <p:nvPr/>
        </p:nvSpPr>
        <p:spPr>
          <a:xfrm>
            <a:off x="8098816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2FCA5FF1-FF84-ED38-0643-0A90C454CA68}"/>
              </a:ext>
            </a:extLst>
          </p:cNvPr>
          <p:cNvSpPr>
            <a:spLocks/>
          </p:cNvSpPr>
          <p:nvPr/>
        </p:nvSpPr>
        <p:spPr>
          <a:xfrm>
            <a:off x="8136658" y="2231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7790FE9D-F0C3-6615-C56D-29BAF15D431B}"/>
              </a:ext>
            </a:extLst>
          </p:cNvPr>
          <p:cNvSpPr>
            <a:spLocks/>
          </p:cNvSpPr>
          <p:nvPr/>
        </p:nvSpPr>
        <p:spPr>
          <a:xfrm>
            <a:off x="8118131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81E5CB71-E5DB-976C-4F0C-B46CAB5C707C}"/>
              </a:ext>
            </a:extLst>
          </p:cNvPr>
          <p:cNvSpPr>
            <a:spLocks/>
          </p:cNvSpPr>
          <p:nvPr/>
        </p:nvSpPr>
        <p:spPr>
          <a:xfrm>
            <a:off x="8176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86D7D3E5-F017-9F43-15D1-A7F68FBFEC76}"/>
              </a:ext>
            </a:extLst>
          </p:cNvPr>
          <p:cNvSpPr>
            <a:spLocks/>
          </p:cNvSpPr>
          <p:nvPr/>
        </p:nvSpPr>
        <p:spPr>
          <a:xfrm>
            <a:off x="815856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8E42D57D-BDF4-1C7A-2C16-2BE9325DE2E1}"/>
              </a:ext>
            </a:extLst>
          </p:cNvPr>
          <p:cNvSpPr>
            <a:spLocks/>
          </p:cNvSpPr>
          <p:nvPr/>
        </p:nvSpPr>
        <p:spPr>
          <a:xfrm>
            <a:off x="819739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144E818A-5746-BADA-3EE4-531E55876CA2}"/>
              </a:ext>
            </a:extLst>
          </p:cNvPr>
          <p:cNvSpPr>
            <a:spLocks/>
          </p:cNvSpPr>
          <p:nvPr/>
        </p:nvSpPr>
        <p:spPr>
          <a:xfrm>
            <a:off x="8111512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25DF0A51-B1D9-22DF-49A9-101F3F15DBB4}"/>
              </a:ext>
            </a:extLst>
          </p:cNvPr>
          <p:cNvSpPr>
            <a:spLocks/>
          </p:cNvSpPr>
          <p:nvPr/>
        </p:nvSpPr>
        <p:spPr>
          <a:xfrm>
            <a:off x="812650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8716F93A-99C9-8DAE-AC59-26B9202048C4}"/>
              </a:ext>
            </a:extLst>
          </p:cNvPr>
          <p:cNvSpPr>
            <a:spLocks/>
          </p:cNvSpPr>
          <p:nvPr/>
        </p:nvSpPr>
        <p:spPr>
          <a:xfrm>
            <a:off x="818988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8F1951A0-BF5C-B0D4-7972-AE4C9F7D8E5B}"/>
              </a:ext>
            </a:extLst>
          </p:cNvPr>
          <p:cNvSpPr>
            <a:spLocks/>
          </p:cNvSpPr>
          <p:nvPr/>
        </p:nvSpPr>
        <p:spPr>
          <a:xfrm>
            <a:off x="8199959" y="28425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F83D299E-7B4C-9C42-373A-9AE4A275C877}"/>
              </a:ext>
            </a:extLst>
          </p:cNvPr>
          <p:cNvSpPr>
            <a:spLocks/>
          </p:cNvSpPr>
          <p:nvPr/>
        </p:nvSpPr>
        <p:spPr>
          <a:xfrm>
            <a:off x="81502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8AFD6151-1645-8211-4967-95E745FA44BB}"/>
              </a:ext>
            </a:extLst>
          </p:cNvPr>
          <p:cNvSpPr>
            <a:spLocks/>
          </p:cNvSpPr>
          <p:nvPr/>
        </p:nvSpPr>
        <p:spPr>
          <a:xfrm>
            <a:off x="809845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5E90E9E2-2818-A202-3736-1FB1CD31C966}"/>
              </a:ext>
            </a:extLst>
          </p:cNvPr>
          <p:cNvSpPr>
            <a:spLocks/>
          </p:cNvSpPr>
          <p:nvPr/>
        </p:nvSpPr>
        <p:spPr>
          <a:xfrm>
            <a:off x="813897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50C4BDE5-4D2F-F06B-9928-B824C730CCDB}"/>
              </a:ext>
            </a:extLst>
          </p:cNvPr>
          <p:cNvSpPr>
            <a:spLocks/>
          </p:cNvSpPr>
          <p:nvPr/>
        </p:nvSpPr>
        <p:spPr>
          <a:xfrm>
            <a:off x="81035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4C89A62C-3559-1070-473B-337E52A87F90}"/>
              </a:ext>
            </a:extLst>
          </p:cNvPr>
          <p:cNvSpPr>
            <a:spLocks/>
          </p:cNvSpPr>
          <p:nvPr/>
        </p:nvSpPr>
        <p:spPr>
          <a:xfrm>
            <a:off x="8199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03C8D4D3-7660-FFB3-209C-9D3672D8AFC0}"/>
              </a:ext>
            </a:extLst>
          </p:cNvPr>
          <p:cNvSpPr>
            <a:spLocks/>
          </p:cNvSpPr>
          <p:nvPr/>
        </p:nvSpPr>
        <p:spPr>
          <a:xfrm>
            <a:off x="809268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328DABC9-90A8-72E7-C4E8-B3E626DED150}"/>
              </a:ext>
            </a:extLst>
          </p:cNvPr>
          <p:cNvSpPr>
            <a:spLocks/>
          </p:cNvSpPr>
          <p:nvPr/>
        </p:nvSpPr>
        <p:spPr>
          <a:xfrm>
            <a:off x="81259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C66433B5-885B-0065-FF65-33C7B9805ED3}"/>
              </a:ext>
            </a:extLst>
          </p:cNvPr>
          <p:cNvSpPr>
            <a:spLocks/>
          </p:cNvSpPr>
          <p:nvPr/>
        </p:nvSpPr>
        <p:spPr>
          <a:xfrm>
            <a:off x="81744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BA7CA14A-34DF-39DA-B6B6-55F432CA051E}"/>
              </a:ext>
            </a:extLst>
          </p:cNvPr>
          <p:cNvSpPr>
            <a:spLocks/>
          </p:cNvSpPr>
          <p:nvPr/>
        </p:nvSpPr>
        <p:spPr>
          <a:xfrm>
            <a:off x="8113040" y="2945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0EFB2F1A-7475-CDDB-8A09-4D78FBC9B201}"/>
              </a:ext>
            </a:extLst>
          </p:cNvPr>
          <p:cNvSpPr>
            <a:spLocks/>
          </p:cNvSpPr>
          <p:nvPr/>
        </p:nvSpPr>
        <p:spPr>
          <a:xfrm>
            <a:off x="80899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1FA6E4C9-DA0D-759E-17D9-DBB4F638CACE}"/>
              </a:ext>
            </a:extLst>
          </p:cNvPr>
          <p:cNvSpPr>
            <a:spLocks/>
          </p:cNvSpPr>
          <p:nvPr/>
        </p:nvSpPr>
        <p:spPr>
          <a:xfrm>
            <a:off x="81576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868649B0-343A-29AC-D616-89E5C8AD6C60}"/>
              </a:ext>
            </a:extLst>
          </p:cNvPr>
          <p:cNvSpPr>
            <a:spLocks/>
          </p:cNvSpPr>
          <p:nvPr/>
        </p:nvSpPr>
        <p:spPr>
          <a:xfrm>
            <a:off x="817974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BDB3039A-40E0-2DB9-5229-B0A7C007334E}"/>
              </a:ext>
            </a:extLst>
          </p:cNvPr>
          <p:cNvSpPr>
            <a:spLocks/>
          </p:cNvSpPr>
          <p:nvPr/>
        </p:nvSpPr>
        <p:spPr>
          <a:xfrm>
            <a:off x="8128306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7537E43E-A372-4DE4-F733-B30DA716564B}"/>
              </a:ext>
            </a:extLst>
          </p:cNvPr>
          <p:cNvSpPr>
            <a:spLocks/>
          </p:cNvSpPr>
          <p:nvPr/>
        </p:nvSpPr>
        <p:spPr>
          <a:xfrm>
            <a:off x="81423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F46F0012-C763-B587-8F17-1A4890217345}"/>
              </a:ext>
            </a:extLst>
          </p:cNvPr>
          <p:cNvSpPr>
            <a:spLocks/>
          </p:cNvSpPr>
          <p:nvPr/>
        </p:nvSpPr>
        <p:spPr>
          <a:xfrm>
            <a:off x="81008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15DBB81B-A20A-37B2-200E-E953E00B7EC0}"/>
              </a:ext>
            </a:extLst>
          </p:cNvPr>
          <p:cNvSpPr>
            <a:spLocks/>
          </p:cNvSpPr>
          <p:nvPr/>
        </p:nvSpPr>
        <p:spPr>
          <a:xfrm>
            <a:off x="8207855" y="2687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CE94AC6F-4CAD-B123-5D81-9B3F22FAC4BA}"/>
              </a:ext>
            </a:extLst>
          </p:cNvPr>
          <p:cNvSpPr>
            <a:spLocks/>
          </p:cNvSpPr>
          <p:nvPr/>
        </p:nvSpPr>
        <p:spPr>
          <a:xfrm>
            <a:off x="812171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8C283269-179F-9CB0-18FB-551B92685961}"/>
              </a:ext>
            </a:extLst>
          </p:cNvPr>
          <p:cNvSpPr>
            <a:spLocks/>
          </p:cNvSpPr>
          <p:nvPr/>
        </p:nvSpPr>
        <p:spPr>
          <a:xfrm>
            <a:off x="81005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0FF5D60C-DC00-6779-BFAF-25CDA249E389}"/>
              </a:ext>
            </a:extLst>
          </p:cNvPr>
          <p:cNvSpPr>
            <a:spLocks/>
          </p:cNvSpPr>
          <p:nvPr/>
        </p:nvSpPr>
        <p:spPr>
          <a:xfrm>
            <a:off x="80970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D8F291BE-B9F3-E49C-358D-ACE153180139}"/>
              </a:ext>
            </a:extLst>
          </p:cNvPr>
          <p:cNvSpPr>
            <a:spLocks/>
          </p:cNvSpPr>
          <p:nvPr/>
        </p:nvSpPr>
        <p:spPr>
          <a:xfrm>
            <a:off x="8167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48522D6D-4B0E-D700-AFE3-0712912AE408}"/>
              </a:ext>
            </a:extLst>
          </p:cNvPr>
          <p:cNvSpPr>
            <a:spLocks/>
          </p:cNvSpPr>
          <p:nvPr/>
        </p:nvSpPr>
        <p:spPr>
          <a:xfrm>
            <a:off x="81812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77D961B2-BFB9-B199-40AD-EA5E940AC109}"/>
              </a:ext>
            </a:extLst>
          </p:cNvPr>
          <p:cNvSpPr>
            <a:spLocks/>
          </p:cNvSpPr>
          <p:nvPr/>
        </p:nvSpPr>
        <p:spPr>
          <a:xfrm>
            <a:off x="815515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EB4917CE-C81E-87C4-1736-25C9EE29ED81}"/>
              </a:ext>
            </a:extLst>
          </p:cNvPr>
          <p:cNvSpPr>
            <a:spLocks/>
          </p:cNvSpPr>
          <p:nvPr/>
        </p:nvSpPr>
        <p:spPr>
          <a:xfrm>
            <a:off x="8176124" y="3272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FD9FA338-1D72-9D1D-0F3E-93173B9A2849}"/>
              </a:ext>
            </a:extLst>
          </p:cNvPr>
          <p:cNvSpPr>
            <a:spLocks/>
          </p:cNvSpPr>
          <p:nvPr/>
        </p:nvSpPr>
        <p:spPr>
          <a:xfrm>
            <a:off x="810763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6009D36B-0055-B17B-49D9-D395453CC540}"/>
              </a:ext>
            </a:extLst>
          </p:cNvPr>
          <p:cNvSpPr>
            <a:spLocks/>
          </p:cNvSpPr>
          <p:nvPr/>
        </p:nvSpPr>
        <p:spPr>
          <a:xfrm>
            <a:off x="81416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C7ECA22D-371C-CBA3-76D4-69621691E6D2}"/>
              </a:ext>
            </a:extLst>
          </p:cNvPr>
          <p:cNvSpPr>
            <a:spLocks/>
          </p:cNvSpPr>
          <p:nvPr/>
        </p:nvSpPr>
        <p:spPr>
          <a:xfrm>
            <a:off x="811815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A86F2E71-9FB3-7E0B-7F8F-F14A78E56771}"/>
              </a:ext>
            </a:extLst>
          </p:cNvPr>
          <p:cNvSpPr>
            <a:spLocks/>
          </p:cNvSpPr>
          <p:nvPr/>
        </p:nvSpPr>
        <p:spPr>
          <a:xfrm>
            <a:off x="8176080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F3D014F4-4D7B-01A3-B438-6C76180B4763}"/>
              </a:ext>
            </a:extLst>
          </p:cNvPr>
          <p:cNvSpPr>
            <a:spLocks/>
          </p:cNvSpPr>
          <p:nvPr/>
        </p:nvSpPr>
        <p:spPr>
          <a:xfrm>
            <a:off x="818077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DCB0A840-55A7-F220-8814-5060FBCE5F94}"/>
              </a:ext>
            </a:extLst>
          </p:cNvPr>
          <p:cNvSpPr>
            <a:spLocks/>
          </p:cNvSpPr>
          <p:nvPr/>
        </p:nvSpPr>
        <p:spPr>
          <a:xfrm>
            <a:off x="8123669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95F94CE3-BF5D-87E6-0FE9-57BA153182F3}"/>
              </a:ext>
            </a:extLst>
          </p:cNvPr>
          <p:cNvSpPr>
            <a:spLocks/>
          </p:cNvSpPr>
          <p:nvPr/>
        </p:nvSpPr>
        <p:spPr>
          <a:xfrm>
            <a:off x="80878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3E77A4F3-2C35-B53A-F7C6-FD810E22DE9C}"/>
              </a:ext>
            </a:extLst>
          </p:cNvPr>
          <p:cNvSpPr>
            <a:spLocks/>
          </p:cNvSpPr>
          <p:nvPr/>
        </p:nvSpPr>
        <p:spPr>
          <a:xfrm>
            <a:off x="81421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35708914-7A36-E141-D144-73BD90366693}"/>
              </a:ext>
            </a:extLst>
          </p:cNvPr>
          <p:cNvSpPr>
            <a:spLocks/>
          </p:cNvSpPr>
          <p:nvPr/>
        </p:nvSpPr>
        <p:spPr>
          <a:xfrm>
            <a:off x="810027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484B67C1-4060-1079-B9CA-A7413F4A0D3D}"/>
              </a:ext>
            </a:extLst>
          </p:cNvPr>
          <p:cNvSpPr>
            <a:spLocks/>
          </p:cNvSpPr>
          <p:nvPr/>
        </p:nvSpPr>
        <p:spPr>
          <a:xfrm>
            <a:off x="817013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1C4021DC-2C74-1B1D-9E05-F44086F43295}"/>
              </a:ext>
            </a:extLst>
          </p:cNvPr>
          <p:cNvSpPr>
            <a:spLocks/>
          </p:cNvSpPr>
          <p:nvPr/>
        </p:nvSpPr>
        <p:spPr>
          <a:xfrm>
            <a:off x="81632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C8E73C6E-AE68-FA35-0863-0B634C1415AB}"/>
              </a:ext>
            </a:extLst>
          </p:cNvPr>
          <p:cNvSpPr>
            <a:spLocks/>
          </p:cNvSpPr>
          <p:nvPr/>
        </p:nvSpPr>
        <p:spPr>
          <a:xfrm>
            <a:off x="8133252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121AE8AD-82E5-ED3F-0DBE-7EB7E1111CF6}"/>
              </a:ext>
            </a:extLst>
          </p:cNvPr>
          <p:cNvSpPr>
            <a:spLocks/>
          </p:cNvSpPr>
          <p:nvPr/>
        </p:nvSpPr>
        <p:spPr>
          <a:xfrm>
            <a:off x="81835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7FACA24A-7927-ABE8-B731-5892C37989ED}"/>
              </a:ext>
            </a:extLst>
          </p:cNvPr>
          <p:cNvSpPr>
            <a:spLocks/>
          </p:cNvSpPr>
          <p:nvPr/>
        </p:nvSpPr>
        <p:spPr>
          <a:xfrm>
            <a:off x="8092759" y="31962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D2FFB4FC-61CC-0313-CBF1-7358641EFFC7}"/>
              </a:ext>
            </a:extLst>
          </p:cNvPr>
          <p:cNvSpPr>
            <a:spLocks/>
          </p:cNvSpPr>
          <p:nvPr/>
        </p:nvSpPr>
        <p:spPr>
          <a:xfrm>
            <a:off x="8124703" y="3402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5BA02F31-4373-DD5A-B74C-5AFAB37F275E}"/>
              </a:ext>
            </a:extLst>
          </p:cNvPr>
          <p:cNvSpPr>
            <a:spLocks/>
          </p:cNvSpPr>
          <p:nvPr/>
        </p:nvSpPr>
        <p:spPr>
          <a:xfrm>
            <a:off x="8154868" y="20861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2F17B1C2-67EE-B737-5B4F-0FEADCAB0C6D}"/>
              </a:ext>
            </a:extLst>
          </p:cNvPr>
          <p:cNvSpPr>
            <a:spLocks/>
          </p:cNvSpPr>
          <p:nvPr/>
        </p:nvSpPr>
        <p:spPr>
          <a:xfrm>
            <a:off x="81330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15DF7DE2-4A58-F8A9-AA1A-766E913D3BE5}"/>
              </a:ext>
            </a:extLst>
          </p:cNvPr>
          <p:cNvSpPr>
            <a:spLocks/>
          </p:cNvSpPr>
          <p:nvPr/>
        </p:nvSpPr>
        <p:spPr>
          <a:xfrm>
            <a:off x="820214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95B5AEAB-202D-CD73-9A66-6D1277391AD6}"/>
              </a:ext>
            </a:extLst>
          </p:cNvPr>
          <p:cNvSpPr>
            <a:spLocks/>
          </p:cNvSpPr>
          <p:nvPr/>
        </p:nvSpPr>
        <p:spPr>
          <a:xfrm>
            <a:off x="8138568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E40B5C8B-116D-1D33-5FBA-0F090AB84800}"/>
              </a:ext>
            </a:extLst>
          </p:cNvPr>
          <p:cNvSpPr>
            <a:spLocks/>
          </p:cNvSpPr>
          <p:nvPr/>
        </p:nvSpPr>
        <p:spPr>
          <a:xfrm>
            <a:off x="81101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1476AAD9-A3FE-F8CB-4508-DC3DEABF40BE}"/>
              </a:ext>
            </a:extLst>
          </p:cNvPr>
          <p:cNvSpPr>
            <a:spLocks/>
          </p:cNvSpPr>
          <p:nvPr/>
        </p:nvSpPr>
        <p:spPr>
          <a:xfrm>
            <a:off x="8167264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15CB5CF-50CF-7554-8A12-A998E97C47EF}"/>
              </a:ext>
            </a:extLst>
          </p:cNvPr>
          <p:cNvSpPr>
            <a:spLocks/>
          </p:cNvSpPr>
          <p:nvPr/>
        </p:nvSpPr>
        <p:spPr>
          <a:xfrm>
            <a:off x="81889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615C1138-5167-92D3-5597-FCD2112E2A18}"/>
              </a:ext>
            </a:extLst>
          </p:cNvPr>
          <p:cNvSpPr>
            <a:spLocks/>
          </p:cNvSpPr>
          <p:nvPr/>
        </p:nvSpPr>
        <p:spPr>
          <a:xfrm>
            <a:off x="814368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E112AA89-EBCD-B04D-9893-5B94274DE69D}"/>
              </a:ext>
            </a:extLst>
          </p:cNvPr>
          <p:cNvSpPr>
            <a:spLocks/>
          </p:cNvSpPr>
          <p:nvPr/>
        </p:nvSpPr>
        <p:spPr>
          <a:xfrm>
            <a:off x="8200178" y="2970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0C44131E-F33F-2DF8-4367-4784E73EA2DF}"/>
              </a:ext>
            </a:extLst>
          </p:cNvPr>
          <p:cNvSpPr>
            <a:spLocks/>
          </p:cNvSpPr>
          <p:nvPr/>
        </p:nvSpPr>
        <p:spPr>
          <a:xfrm>
            <a:off x="81403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79463938-A116-40B9-974D-271F3C847B00}"/>
              </a:ext>
            </a:extLst>
          </p:cNvPr>
          <p:cNvSpPr>
            <a:spLocks/>
          </p:cNvSpPr>
          <p:nvPr/>
        </p:nvSpPr>
        <p:spPr>
          <a:xfrm>
            <a:off x="812454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C2AB0595-FC44-4924-2B4A-17989C542A73}"/>
              </a:ext>
            </a:extLst>
          </p:cNvPr>
          <p:cNvSpPr>
            <a:spLocks/>
          </p:cNvSpPr>
          <p:nvPr/>
        </p:nvSpPr>
        <p:spPr>
          <a:xfrm>
            <a:off x="817878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B4A9C7A5-2451-41DB-EEE1-7A4469089F59}"/>
              </a:ext>
            </a:extLst>
          </p:cNvPr>
          <p:cNvSpPr>
            <a:spLocks/>
          </p:cNvSpPr>
          <p:nvPr/>
        </p:nvSpPr>
        <p:spPr>
          <a:xfrm>
            <a:off x="812764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3BE156A9-706C-4D1D-38F3-7099CE5B64E5}"/>
              </a:ext>
            </a:extLst>
          </p:cNvPr>
          <p:cNvSpPr>
            <a:spLocks/>
          </p:cNvSpPr>
          <p:nvPr/>
        </p:nvSpPr>
        <p:spPr>
          <a:xfrm>
            <a:off x="8115363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77105365-E4F6-5212-0E9C-790C571D9B16}"/>
              </a:ext>
            </a:extLst>
          </p:cNvPr>
          <p:cNvSpPr>
            <a:spLocks/>
          </p:cNvSpPr>
          <p:nvPr/>
        </p:nvSpPr>
        <p:spPr>
          <a:xfrm>
            <a:off x="817071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21A3A174-B8C3-F7F3-805C-8D5DB91A6A59}"/>
              </a:ext>
            </a:extLst>
          </p:cNvPr>
          <p:cNvSpPr>
            <a:spLocks/>
          </p:cNvSpPr>
          <p:nvPr/>
        </p:nvSpPr>
        <p:spPr>
          <a:xfrm>
            <a:off x="818949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70E73D2E-8E3B-B0AB-ABA7-81E3DEC27A21}"/>
              </a:ext>
            </a:extLst>
          </p:cNvPr>
          <p:cNvSpPr>
            <a:spLocks/>
          </p:cNvSpPr>
          <p:nvPr/>
        </p:nvSpPr>
        <p:spPr>
          <a:xfrm>
            <a:off x="814531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6ED612AD-119D-EB96-7BBA-22EEA7A6C638}"/>
              </a:ext>
            </a:extLst>
          </p:cNvPr>
          <p:cNvSpPr>
            <a:spLocks/>
          </p:cNvSpPr>
          <p:nvPr/>
        </p:nvSpPr>
        <p:spPr>
          <a:xfrm>
            <a:off x="81713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4382D0A3-E076-F68C-1F4F-266F37ACE9B0}"/>
              </a:ext>
            </a:extLst>
          </p:cNvPr>
          <p:cNvSpPr>
            <a:spLocks/>
          </p:cNvSpPr>
          <p:nvPr/>
        </p:nvSpPr>
        <p:spPr>
          <a:xfrm>
            <a:off x="81353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688E9A4E-13A6-DD80-F65B-AA7ECA0E0DF1}"/>
              </a:ext>
            </a:extLst>
          </p:cNvPr>
          <p:cNvSpPr>
            <a:spLocks/>
          </p:cNvSpPr>
          <p:nvPr/>
        </p:nvSpPr>
        <p:spPr>
          <a:xfrm>
            <a:off x="8117099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41DACA21-68D5-D522-2218-1495E6DC69BB}"/>
              </a:ext>
            </a:extLst>
          </p:cNvPr>
          <p:cNvSpPr>
            <a:spLocks/>
          </p:cNvSpPr>
          <p:nvPr/>
        </p:nvSpPr>
        <p:spPr>
          <a:xfrm>
            <a:off x="81496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774183F9-4861-6296-D57B-B1231A290842}"/>
              </a:ext>
            </a:extLst>
          </p:cNvPr>
          <p:cNvSpPr>
            <a:spLocks/>
          </p:cNvSpPr>
          <p:nvPr/>
        </p:nvSpPr>
        <p:spPr>
          <a:xfrm>
            <a:off x="80989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181FC9E9-A9AF-BCE0-0ED8-C9168E9B639C}"/>
              </a:ext>
            </a:extLst>
          </p:cNvPr>
          <p:cNvSpPr>
            <a:spLocks/>
          </p:cNvSpPr>
          <p:nvPr/>
        </p:nvSpPr>
        <p:spPr>
          <a:xfrm>
            <a:off x="8186809" y="2729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C0D9B106-5182-990D-9835-19BCA6DA9FCA}"/>
              </a:ext>
            </a:extLst>
          </p:cNvPr>
          <p:cNvSpPr>
            <a:spLocks/>
          </p:cNvSpPr>
          <p:nvPr/>
        </p:nvSpPr>
        <p:spPr>
          <a:xfrm>
            <a:off x="8155834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183B6075-604E-431A-E4B7-8D0E60754797}"/>
              </a:ext>
            </a:extLst>
          </p:cNvPr>
          <p:cNvSpPr>
            <a:spLocks/>
          </p:cNvSpPr>
          <p:nvPr/>
        </p:nvSpPr>
        <p:spPr>
          <a:xfrm>
            <a:off x="81423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463BB78E-F21B-2B5E-3DBB-2C400EA28D14}"/>
              </a:ext>
            </a:extLst>
          </p:cNvPr>
          <p:cNvSpPr>
            <a:spLocks/>
          </p:cNvSpPr>
          <p:nvPr/>
        </p:nvSpPr>
        <p:spPr>
          <a:xfrm>
            <a:off x="8184810" y="3316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06382A98-6855-0314-A050-56E920C0D159}"/>
              </a:ext>
            </a:extLst>
          </p:cNvPr>
          <p:cNvSpPr>
            <a:spLocks/>
          </p:cNvSpPr>
          <p:nvPr/>
        </p:nvSpPr>
        <p:spPr>
          <a:xfrm>
            <a:off x="819226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686E6472-3B91-EFE0-44E7-62A6F6B22B8F}"/>
              </a:ext>
            </a:extLst>
          </p:cNvPr>
          <p:cNvSpPr>
            <a:spLocks/>
          </p:cNvSpPr>
          <p:nvPr/>
        </p:nvSpPr>
        <p:spPr>
          <a:xfrm>
            <a:off x="80911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95301A21-DC24-2B97-778C-5E594D86F840}"/>
              </a:ext>
            </a:extLst>
          </p:cNvPr>
          <p:cNvSpPr>
            <a:spLocks/>
          </p:cNvSpPr>
          <p:nvPr/>
        </p:nvSpPr>
        <p:spPr>
          <a:xfrm>
            <a:off x="819270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A0AF28E1-2C1E-0804-D691-24CD9DB091F0}"/>
              </a:ext>
            </a:extLst>
          </p:cNvPr>
          <p:cNvSpPr>
            <a:spLocks/>
          </p:cNvSpPr>
          <p:nvPr/>
        </p:nvSpPr>
        <p:spPr>
          <a:xfrm>
            <a:off x="815123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1C796CED-26DA-E1D2-82CF-D569AB74DD23}"/>
              </a:ext>
            </a:extLst>
          </p:cNvPr>
          <p:cNvSpPr>
            <a:spLocks/>
          </p:cNvSpPr>
          <p:nvPr/>
        </p:nvSpPr>
        <p:spPr>
          <a:xfrm>
            <a:off x="8155159" y="2405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109A8FDA-DA1D-1A98-9BED-23695BA7574E}"/>
              </a:ext>
            </a:extLst>
          </p:cNvPr>
          <p:cNvSpPr>
            <a:spLocks/>
          </p:cNvSpPr>
          <p:nvPr/>
        </p:nvSpPr>
        <p:spPr>
          <a:xfrm>
            <a:off x="81731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B2A56E87-6629-26F6-E05D-F955CF52CB5E}"/>
              </a:ext>
            </a:extLst>
          </p:cNvPr>
          <p:cNvSpPr>
            <a:spLocks/>
          </p:cNvSpPr>
          <p:nvPr/>
        </p:nvSpPr>
        <p:spPr>
          <a:xfrm>
            <a:off x="8157483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E060D5FB-071D-1514-57AE-76E1AA866311}"/>
              </a:ext>
            </a:extLst>
          </p:cNvPr>
          <p:cNvSpPr>
            <a:spLocks/>
          </p:cNvSpPr>
          <p:nvPr/>
        </p:nvSpPr>
        <p:spPr>
          <a:xfrm>
            <a:off x="83643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32E15B20-1991-D606-6B95-D871C1DB9798}"/>
              </a:ext>
            </a:extLst>
          </p:cNvPr>
          <p:cNvSpPr>
            <a:spLocks/>
          </p:cNvSpPr>
          <p:nvPr/>
        </p:nvSpPr>
        <p:spPr>
          <a:xfrm>
            <a:off x="840728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BD5B29C2-18DC-30D7-4FB6-F3BFA45934AA}"/>
              </a:ext>
            </a:extLst>
          </p:cNvPr>
          <p:cNvSpPr>
            <a:spLocks/>
          </p:cNvSpPr>
          <p:nvPr/>
        </p:nvSpPr>
        <p:spPr>
          <a:xfrm>
            <a:off x="84099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C400B3D3-F2B5-F6C5-DA9B-4BB53A283C1C}"/>
              </a:ext>
            </a:extLst>
          </p:cNvPr>
          <p:cNvSpPr>
            <a:spLocks/>
          </p:cNvSpPr>
          <p:nvPr/>
        </p:nvSpPr>
        <p:spPr>
          <a:xfrm>
            <a:off x="839073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20344909-4CF6-3AEB-A223-9BB49CD342B4}"/>
              </a:ext>
            </a:extLst>
          </p:cNvPr>
          <p:cNvSpPr>
            <a:spLocks/>
          </p:cNvSpPr>
          <p:nvPr/>
        </p:nvSpPr>
        <p:spPr>
          <a:xfrm>
            <a:off x="8371508" y="24377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EEDA2CF6-9635-1476-1039-06A438BC03DD}"/>
              </a:ext>
            </a:extLst>
          </p:cNvPr>
          <p:cNvSpPr>
            <a:spLocks/>
          </p:cNvSpPr>
          <p:nvPr/>
        </p:nvSpPr>
        <p:spPr>
          <a:xfrm>
            <a:off x="8397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4FE28FED-9465-0BAA-ED6C-B0FEF0BB75FF}"/>
              </a:ext>
            </a:extLst>
          </p:cNvPr>
          <p:cNvSpPr>
            <a:spLocks/>
          </p:cNvSpPr>
          <p:nvPr/>
        </p:nvSpPr>
        <p:spPr>
          <a:xfrm>
            <a:off x="836945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CF8204D2-1848-CA3A-DDFF-9C6CC9F1AEB3}"/>
              </a:ext>
            </a:extLst>
          </p:cNvPr>
          <p:cNvSpPr>
            <a:spLocks/>
          </p:cNvSpPr>
          <p:nvPr/>
        </p:nvSpPr>
        <p:spPr>
          <a:xfrm>
            <a:off x="838357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D762A8F2-F2D9-3451-7254-08A64A438E64}"/>
              </a:ext>
            </a:extLst>
          </p:cNvPr>
          <p:cNvSpPr>
            <a:spLocks/>
          </p:cNvSpPr>
          <p:nvPr/>
        </p:nvSpPr>
        <p:spPr>
          <a:xfrm>
            <a:off x="8462422" y="2989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292AA784-8AC2-75DB-5D80-7D43493D8222}"/>
              </a:ext>
            </a:extLst>
          </p:cNvPr>
          <p:cNvSpPr>
            <a:spLocks/>
          </p:cNvSpPr>
          <p:nvPr/>
        </p:nvSpPr>
        <p:spPr>
          <a:xfrm>
            <a:off x="84492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3999F4FE-852F-9DBA-0AF7-671E3AE02612}"/>
              </a:ext>
            </a:extLst>
          </p:cNvPr>
          <p:cNvSpPr>
            <a:spLocks/>
          </p:cNvSpPr>
          <p:nvPr/>
        </p:nvSpPr>
        <p:spPr>
          <a:xfrm>
            <a:off x="841701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05FD485E-663A-FBA7-F80A-9E2AC4B3CF52}"/>
              </a:ext>
            </a:extLst>
          </p:cNvPr>
          <p:cNvSpPr>
            <a:spLocks/>
          </p:cNvSpPr>
          <p:nvPr/>
        </p:nvSpPr>
        <p:spPr>
          <a:xfrm>
            <a:off x="83769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2B79C123-D109-8A3B-5A78-F14EA32C7177}"/>
              </a:ext>
            </a:extLst>
          </p:cNvPr>
          <p:cNvSpPr>
            <a:spLocks/>
          </p:cNvSpPr>
          <p:nvPr/>
        </p:nvSpPr>
        <p:spPr>
          <a:xfrm>
            <a:off x="8358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B7AC40DE-02EF-990C-FCCC-1842BAC40EA3}"/>
              </a:ext>
            </a:extLst>
          </p:cNvPr>
          <p:cNvSpPr>
            <a:spLocks/>
          </p:cNvSpPr>
          <p:nvPr/>
        </p:nvSpPr>
        <p:spPr>
          <a:xfrm>
            <a:off x="8369931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2A96EC7E-5B94-7678-28BD-5F52A90C70B7}"/>
              </a:ext>
            </a:extLst>
          </p:cNvPr>
          <p:cNvSpPr>
            <a:spLocks/>
          </p:cNvSpPr>
          <p:nvPr/>
        </p:nvSpPr>
        <p:spPr>
          <a:xfrm>
            <a:off x="8381722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4818C035-F8A3-3A0F-9DF7-0C5A65D1DA95}"/>
              </a:ext>
            </a:extLst>
          </p:cNvPr>
          <p:cNvSpPr>
            <a:spLocks/>
          </p:cNvSpPr>
          <p:nvPr/>
        </p:nvSpPr>
        <p:spPr>
          <a:xfrm>
            <a:off x="83780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4D3DE86-8B64-ECE2-6978-FCF703BE0A2F}"/>
              </a:ext>
            </a:extLst>
          </p:cNvPr>
          <p:cNvSpPr>
            <a:spLocks/>
          </p:cNvSpPr>
          <p:nvPr/>
        </p:nvSpPr>
        <p:spPr>
          <a:xfrm>
            <a:off x="835390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FC08B268-DBE3-C095-57C6-3188AC70D315}"/>
              </a:ext>
            </a:extLst>
          </p:cNvPr>
          <p:cNvSpPr>
            <a:spLocks/>
          </p:cNvSpPr>
          <p:nvPr/>
        </p:nvSpPr>
        <p:spPr>
          <a:xfrm>
            <a:off x="84139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5D403826-CAA9-F4E9-6D5D-20CF095F378D}"/>
              </a:ext>
            </a:extLst>
          </p:cNvPr>
          <p:cNvSpPr>
            <a:spLocks/>
          </p:cNvSpPr>
          <p:nvPr/>
        </p:nvSpPr>
        <p:spPr>
          <a:xfrm>
            <a:off x="844816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4DD102C5-E898-1B74-80E7-0E78E1301F93}"/>
              </a:ext>
            </a:extLst>
          </p:cNvPr>
          <p:cNvSpPr>
            <a:spLocks/>
          </p:cNvSpPr>
          <p:nvPr/>
        </p:nvSpPr>
        <p:spPr>
          <a:xfrm>
            <a:off x="8359334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A1D6537E-2C9E-A4F7-CEC7-AA001B1CD77B}"/>
              </a:ext>
            </a:extLst>
          </p:cNvPr>
          <p:cNvSpPr>
            <a:spLocks/>
          </p:cNvSpPr>
          <p:nvPr/>
        </p:nvSpPr>
        <p:spPr>
          <a:xfrm>
            <a:off x="8425788" y="29702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7023B34B-D6F6-552E-70A5-2BCFB16BB243}"/>
              </a:ext>
            </a:extLst>
          </p:cNvPr>
          <p:cNvSpPr>
            <a:spLocks/>
          </p:cNvSpPr>
          <p:nvPr/>
        </p:nvSpPr>
        <p:spPr>
          <a:xfrm>
            <a:off x="843667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FF12FDC5-70DC-A344-D066-569431EA62E9}"/>
              </a:ext>
            </a:extLst>
          </p:cNvPr>
          <p:cNvSpPr>
            <a:spLocks/>
          </p:cNvSpPr>
          <p:nvPr/>
        </p:nvSpPr>
        <p:spPr>
          <a:xfrm>
            <a:off x="8386051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854365B2-21C0-C2EC-FD59-9D6F80C4FF9C}"/>
              </a:ext>
            </a:extLst>
          </p:cNvPr>
          <p:cNvSpPr>
            <a:spLocks/>
          </p:cNvSpPr>
          <p:nvPr/>
        </p:nvSpPr>
        <p:spPr>
          <a:xfrm>
            <a:off x="8444332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AA8DD0C5-79F6-B394-6DB4-2441FA661212}"/>
              </a:ext>
            </a:extLst>
          </p:cNvPr>
          <p:cNvSpPr>
            <a:spLocks/>
          </p:cNvSpPr>
          <p:nvPr/>
        </p:nvSpPr>
        <p:spPr>
          <a:xfrm>
            <a:off x="840395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EB34FC54-F87C-B08D-540E-7FA53847668C}"/>
              </a:ext>
            </a:extLst>
          </p:cNvPr>
          <p:cNvSpPr>
            <a:spLocks/>
          </p:cNvSpPr>
          <p:nvPr/>
        </p:nvSpPr>
        <p:spPr>
          <a:xfrm>
            <a:off x="840671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50741185-FF1F-B0BA-AE1A-625AA2EB283D}"/>
              </a:ext>
            </a:extLst>
          </p:cNvPr>
          <p:cNvSpPr>
            <a:spLocks/>
          </p:cNvSpPr>
          <p:nvPr/>
        </p:nvSpPr>
        <p:spPr>
          <a:xfrm>
            <a:off x="845412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F8042C99-7971-C0F9-9378-1D976A4318F1}"/>
              </a:ext>
            </a:extLst>
          </p:cNvPr>
          <p:cNvSpPr>
            <a:spLocks/>
          </p:cNvSpPr>
          <p:nvPr/>
        </p:nvSpPr>
        <p:spPr>
          <a:xfrm>
            <a:off x="8442422" y="30534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85A7B1E7-DB8C-0E3A-E711-B7581D6018B8}"/>
              </a:ext>
            </a:extLst>
          </p:cNvPr>
          <p:cNvSpPr>
            <a:spLocks/>
          </p:cNvSpPr>
          <p:nvPr/>
        </p:nvSpPr>
        <p:spPr>
          <a:xfrm>
            <a:off x="8428243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83FFA2E1-01B6-1D18-8F5F-9ED3303CE4D0}"/>
              </a:ext>
            </a:extLst>
          </p:cNvPr>
          <p:cNvSpPr>
            <a:spLocks/>
          </p:cNvSpPr>
          <p:nvPr/>
        </p:nvSpPr>
        <p:spPr>
          <a:xfrm>
            <a:off x="839009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81D2D8D0-D02C-913B-C1E6-559967F0990A}"/>
              </a:ext>
            </a:extLst>
          </p:cNvPr>
          <p:cNvSpPr>
            <a:spLocks/>
          </p:cNvSpPr>
          <p:nvPr/>
        </p:nvSpPr>
        <p:spPr>
          <a:xfrm>
            <a:off x="843588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AF881393-DB8F-46B0-625A-0B0C609952CB}"/>
              </a:ext>
            </a:extLst>
          </p:cNvPr>
          <p:cNvSpPr>
            <a:spLocks/>
          </p:cNvSpPr>
          <p:nvPr/>
        </p:nvSpPr>
        <p:spPr>
          <a:xfrm>
            <a:off x="8438916" y="31894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FA8F0BBA-9253-6650-C0BE-A8D491F9B76B}"/>
              </a:ext>
            </a:extLst>
          </p:cNvPr>
          <p:cNvSpPr>
            <a:spLocks/>
          </p:cNvSpPr>
          <p:nvPr/>
        </p:nvSpPr>
        <p:spPr>
          <a:xfrm>
            <a:off x="839483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916FDF7F-86DA-6B57-19EA-56B4B45D3ADA}"/>
              </a:ext>
            </a:extLst>
          </p:cNvPr>
          <p:cNvSpPr>
            <a:spLocks/>
          </p:cNvSpPr>
          <p:nvPr/>
        </p:nvSpPr>
        <p:spPr>
          <a:xfrm>
            <a:off x="835087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52F59DD2-7A67-8689-5D55-626698FB7EC5}"/>
              </a:ext>
            </a:extLst>
          </p:cNvPr>
          <p:cNvSpPr>
            <a:spLocks/>
          </p:cNvSpPr>
          <p:nvPr/>
        </p:nvSpPr>
        <p:spPr>
          <a:xfrm>
            <a:off x="83810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8C018B7B-B77F-82C5-243C-48C8F50B2ABE}"/>
              </a:ext>
            </a:extLst>
          </p:cNvPr>
          <p:cNvSpPr>
            <a:spLocks/>
          </p:cNvSpPr>
          <p:nvPr/>
        </p:nvSpPr>
        <p:spPr>
          <a:xfrm>
            <a:off x="83623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BBDF54FF-1D7D-6207-4681-B5F3CA7FAD37}"/>
              </a:ext>
            </a:extLst>
          </p:cNvPr>
          <p:cNvSpPr>
            <a:spLocks/>
          </p:cNvSpPr>
          <p:nvPr/>
        </p:nvSpPr>
        <p:spPr>
          <a:xfrm>
            <a:off x="838183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4888DB22-215D-6508-CB6D-97D573BE0DCC}"/>
              </a:ext>
            </a:extLst>
          </p:cNvPr>
          <p:cNvSpPr>
            <a:spLocks/>
          </p:cNvSpPr>
          <p:nvPr/>
        </p:nvSpPr>
        <p:spPr>
          <a:xfrm>
            <a:off x="83527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4D4A175C-EF3C-E436-78D0-947A8CCC7A1F}"/>
              </a:ext>
            </a:extLst>
          </p:cNvPr>
          <p:cNvSpPr>
            <a:spLocks/>
          </p:cNvSpPr>
          <p:nvPr/>
        </p:nvSpPr>
        <p:spPr>
          <a:xfrm>
            <a:off x="84506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4784F696-3007-B322-88A8-B6EABA329060}"/>
              </a:ext>
            </a:extLst>
          </p:cNvPr>
          <p:cNvSpPr>
            <a:spLocks/>
          </p:cNvSpPr>
          <p:nvPr/>
        </p:nvSpPr>
        <p:spPr>
          <a:xfrm>
            <a:off x="8427774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D73582D4-3888-4D96-2749-22A5853C4975}"/>
              </a:ext>
            </a:extLst>
          </p:cNvPr>
          <p:cNvSpPr>
            <a:spLocks/>
          </p:cNvSpPr>
          <p:nvPr/>
        </p:nvSpPr>
        <p:spPr>
          <a:xfrm>
            <a:off x="844887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44CC9BE5-D444-21DA-24C0-ED0CE26A31F8}"/>
              </a:ext>
            </a:extLst>
          </p:cNvPr>
          <p:cNvSpPr>
            <a:spLocks/>
          </p:cNvSpPr>
          <p:nvPr/>
        </p:nvSpPr>
        <p:spPr>
          <a:xfrm>
            <a:off x="835014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73D9F231-7ECF-4A0E-54C6-B5A53A329E73}"/>
              </a:ext>
            </a:extLst>
          </p:cNvPr>
          <p:cNvSpPr>
            <a:spLocks/>
          </p:cNvSpPr>
          <p:nvPr/>
        </p:nvSpPr>
        <p:spPr>
          <a:xfrm>
            <a:off x="84386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C6E94FDE-AF7D-85FB-3800-E70DF78DF5C2}"/>
              </a:ext>
            </a:extLst>
          </p:cNvPr>
          <p:cNvSpPr>
            <a:spLocks/>
          </p:cNvSpPr>
          <p:nvPr/>
        </p:nvSpPr>
        <p:spPr>
          <a:xfrm>
            <a:off x="84447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FDC2D864-AA3B-0A61-2D3C-0EB59217ED0A}"/>
              </a:ext>
            </a:extLst>
          </p:cNvPr>
          <p:cNvSpPr>
            <a:spLocks/>
          </p:cNvSpPr>
          <p:nvPr/>
        </p:nvSpPr>
        <p:spPr>
          <a:xfrm>
            <a:off x="83474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A6E27761-EEEA-CB87-3891-326A2C3BE1A7}"/>
              </a:ext>
            </a:extLst>
          </p:cNvPr>
          <p:cNvSpPr>
            <a:spLocks/>
          </p:cNvSpPr>
          <p:nvPr/>
        </p:nvSpPr>
        <p:spPr>
          <a:xfrm>
            <a:off x="83961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719ED1CD-65EE-E10A-0FF4-1A4A308BD166}"/>
              </a:ext>
            </a:extLst>
          </p:cNvPr>
          <p:cNvSpPr>
            <a:spLocks/>
          </p:cNvSpPr>
          <p:nvPr/>
        </p:nvSpPr>
        <p:spPr>
          <a:xfrm>
            <a:off x="842614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546FC975-771B-9A61-C225-3E5FDC0D95AB}"/>
              </a:ext>
            </a:extLst>
          </p:cNvPr>
          <p:cNvSpPr>
            <a:spLocks/>
          </p:cNvSpPr>
          <p:nvPr/>
        </p:nvSpPr>
        <p:spPr>
          <a:xfrm>
            <a:off x="836547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3EB2C4D8-7A99-2308-30B8-5E58BFD24B9F}"/>
              </a:ext>
            </a:extLst>
          </p:cNvPr>
          <p:cNvSpPr>
            <a:spLocks/>
          </p:cNvSpPr>
          <p:nvPr/>
        </p:nvSpPr>
        <p:spPr>
          <a:xfrm>
            <a:off x="840382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451A1830-3FF0-EF3E-E36F-3438BB74470D}"/>
              </a:ext>
            </a:extLst>
          </p:cNvPr>
          <p:cNvSpPr>
            <a:spLocks/>
          </p:cNvSpPr>
          <p:nvPr/>
        </p:nvSpPr>
        <p:spPr>
          <a:xfrm>
            <a:off x="8446624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1DC7C22F-F161-DFE5-DF77-1D0648380AC2}"/>
              </a:ext>
            </a:extLst>
          </p:cNvPr>
          <p:cNvSpPr>
            <a:spLocks/>
          </p:cNvSpPr>
          <p:nvPr/>
        </p:nvSpPr>
        <p:spPr>
          <a:xfrm>
            <a:off x="8390820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3FEFD538-0071-B404-95D2-E4441FD4C969}"/>
              </a:ext>
            </a:extLst>
          </p:cNvPr>
          <p:cNvSpPr>
            <a:spLocks/>
          </p:cNvSpPr>
          <p:nvPr/>
        </p:nvSpPr>
        <p:spPr>
          <a:xfrm>
            <a:off x="835564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EA223E46-A2CE-42F7-3D4E-D4B764447DBF}"/>
              </a:ext>
            </a:extLst>
          </p:cNvPr>
          <p:cNvSpPr>
            <a:spLocks/>
          </p:cNvSpPr>
          <p:nvPr/>
        </p:nvSpPr>
        <p:spPr>
          <a:xfrm>
            <a:off x="8440440" y="18037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CC463C21-3E8A-94D1-5A07-ACCB9CDDDB85}"/>
              </a:ext>
            </a:extLst>
          </p:cNvPr>
          <p:cNvSpPr>
            <a:spLocks/>
          </p:cNvSpPr>
          <p:nvPr/>
        </p:nvSpPr>
        <p:spPr>
          <a:xfrm>
            <a:off x="8370719" y="21305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C2C660D6-D37C-DB74-FEF5-CA91DF0E9E50}"/>
              </a:ext>
            </a:extLst>
          </p:cNvPr>
          <p:cNvSpPr>
            <a:spLocks/>
          </p:cNvSpPr>
          <p:nvPr/>
        </p:nvSpPr>
        <p:spPr>
          <a:xfrm>
            <a:off x="8393118" y="2619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97D7A6FD-CA09-DE7D-54E9-3DA7A32348A1}"/>
              </a:ext>
            </a:extLst>
          </p:cNvPr>
          <p:cNvSpPr>
            <a:spLocks/>
          </p:cNvSpPr>
          <p:nvPr/>
        </p:nvSpPr>
        <p:spPr>
          <a:xfrm>
            <a:off x="84052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5903F92-9F20-1D3B-13C4-A3D47E107CB2}"/>
              </a:ext>
            </a:extLst>
          </p:cNvPr>
          <p:cNvSpPr>
            <a:spLocks/>
          </p:cNvSpPr>
          <p:nvPr/>
        </p:nvSpPr>
        <p:spPr>
          <a:xfrm>
            <a:off x="8342479" y="32088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F8CFE1A9-CBA1-DA6E-9D55-B5595F2DB10A}"/>
              </a:ext>
            </a:extLst>
          </p:cNvPr>
          <p:cNvSpPr>
            <a:spLocks/>
          </p:cNvSpPr>
          <p:nvPr/>
        </p:nvSpPr>
        <p:spPr>
          <a:xfrm>
            <a:off x="844300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0BC5D62C-6C24-77CC-6202-48AA3D4BD5FD}"/>
              </a:ext>
            </a:extLst>
          </p:cNvPr>
          <p:cNvSpPr>
            <a:spLocks/>
          </p:cNvSpPr>
          <p:nvPr/>
        </p:nvSpPr>
        <p:spPr>
          <a:xfrm>
            <a:off x="8455551" y="3411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4EA13970-AF55-4C51-65CA-A07E4EBE5585}"/>
              </a:ext>
            </a:extLst>
          </p:cNvPr>
          <p:cNvSpPr>
            <a:spLocks/>
          </p:cNvSpPr>
          <p:nvPr/>
        </p:nvSpPr>
        <p:spPr>
          <a:xfrm>
            <a:off x="837612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5F05F5F8-0250-0DD5-536C-3B50A6976DE2}"/>
              </a:ext>
            </a:extLst>
          </p:cNvPr>
          <p:cNvSpPr>
            <a:spLocks/>
          </p:cNvSpPr>
          <p:nvPr/>
        </p:nvSpPr>
        <p:spPr>
          <a:xfrm>
            <a:off x="84190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521AD2D9-6EBF-0F3C-BD25-088C34597A44}"/>
              </a:ext>
            </a:extLst>
          </p:cNvPr>
          <p:cNvSpPr>
            <a:spLocks/>
          </p:cNvSpPr>
          <p:nvPr/>
        </p:nvSpPr>
        <p:spPr>
          <a:xfrm>
            <a:off x="83828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91F86D79-2150-1976-891D-033AFC15245E}"/>
              </a:ext>
            </a:extLst>
          </p:cNvPr>
          <p:cNvSpPr>
            <a:spLocks/>
          </p:cNvSpPr>
          <p:nvPr/>
        </p:nvSpPr>
        <p:spPr>
          <a:xfrm>
            <a:off x="83952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E5E755CF-0249-2E51-0982-04FFA627D0C6}"/>
              </a:ext>
            </a:extLst>
          </p:cNvPr>
          <p:cNvSpPr>
            <a:spLocks/>
          </p:cNvSpPr>
          <p:nvPr/>
        </p:nvSpPr>
        <p:spPr>
          <a:xfrm>
            <a:off x="8456951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E2DCFF88-D92B-6F5C-2394-321454878064}"/>
              </a:ext>
            </a:extLst>
          </p:cNvPr>
          <p:cNvSpPr>
            <a:spLocks/>
          </p:cNvSpPr>
          <p:nvPr/>
        </p:nvSpPr>
        <p:spPr>
          <a:xfrm>
            <a:off x="840148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ACF74987-F378-00A1-D801-C27CD3B162EB}"/>
              </a:ext>
            </a:extLst>
          </p:cNvPr>
          <p:cNvSpPr>
            <a:spLocks/>
          </p:cNvSpPr>
          <p:nvPr/>
        </p:nvSpPr>
        <p:spPr>
          <a:xfrm>
            <a:off x="8455293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ECB72A18-DF75-B12C-DF8D-25CFDE62AE5E}"/>
              </a:ext>
            </a:extLst>
          </p:cNvPr>
          <p:cNvSpPr>
            <a:spLocks/>
          </p:cNvSpPr>
          <p:nvPr/>
        </p:nvSpPr>
        <p:spPr>
          <a:xfrm>
            <a:off x="8393825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2331A7C2-8C5D-25D6-901B-376194487DC8}"/>
              </a:ext>
            </a:extLst>
          </p:cNvPr>
          <p:cNvSpPr>
            <a:spLocks/>
          </p:cNvSpPr>
          <p:nvPr/>
        </p:nvSpPr>
        <p:spPr>
          <a:xfrm>
            <a:off x="84344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20936AA8-B3E9-CC58-808C-D2D874A89FD3}"/>
              </a:ext>
            </a:extLst>
          </p:cNvPr>
          <p:cNvSpPr>
            <a:spLocks/>
          </p:cNvSpPr>
          <p:nvPr/>
        </p:nvSpPr>
        <p:spPr>
          <a:xfrm>
            <a:off x="84179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38B886B1-B321-3B5E-B003-A9A3120B3A13}"/>
              </a:ext>
            </a:extLst>
          </p:cNvPr>
          <p:cNvSpPr>
            <a:spLocks/>
          </p:cNvSpPr>
          <p:nvPr/>
        </p:nvSpPr>
        <p:spPr>
          <a:xfrm>
            <a:off x="8413104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35D1473D-CD7D-0D1E-4090-FF9016B42784}"/>
              </a:ext>
            </a:extLst>
          </p:cNvPr>
          <p:cNvSpPr>
            <a:spLocks/>
          </p:cNvSpPr>
          <p:nvPr/>
        </p:nvSpPr>
        <p:spPr>
          <a:xfrm>
            <a:off x="834665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6AFDCA71-D3BE-13C8-A56A-69391D788FB9}"/>
              </a:ext>
            </a:extLst>
          </p:cNvPr>
          <p:cNvSpPr>
            <a:spLocks/>
          </p:cNvSpPr>
          <p:nvPr/>
        </p:nvSpPr>
        <p:spPr>
          <a:xfrm>
            <a:off x="8368213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4DDA4F33-EB35-7578-1F83-9435DE72843B}"/>
              </a:ext>
            </a:extLst>
          </p:cNvPr>
          <p:cNvSpPr>
            <a:spLocks/>
          </p:cNvSpPr>
          <p:nvPr/>
        </p:nvSpPr>
        <p:spPr>
          <a:xfrm>
            <a:off x="846138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9B7C0034-E8DA-9D00-738C-95ED34C1FA36}"/>
              </a:ext>
            </a:extLst>
          </p:cNvPr>
          <p:cNvSpPr>
            <a:spLocks/>
          </p:cNvSpPr>
          <p:nvPr/>
        </p:nvSpPr>
        <p:spPr>
          <a:xfrm>
            <a:off x="843197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A7414D81-39E5-9FC2-A81A-FDFFE3BEB497}"/>
              </a:ext>
            </a:extLst>
          </p:cNvPr>
          <p:cNvSpPr>
            <a:spLocks/>
          </p:cNvSpPr>
          <p:nvPr/>
        </p:nvSpPr>
        <p:spPr>
          <a:xfrm>
            <a:off x="8429108" y="29309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ADAA0D5A-9751-6E60-08FD-97CC711F2E87}"/>
              </a:ext>
            </a:extLst>
          </p:cNvPr>
          <p:cNvSpPr>
            <a:spLocks/>
          </p:cNvSpPr>
          <p:nvPr/>
        </p:nvSpPr>
        <p:spPr>
          <a:xfrm>
            <a:off x="8372575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88575450-0EDA-F96C-248C-A1AF7A4AF8D9}"/>
              </a:ext>
            </a:extLst>
          </p:cNvPr>
          <p:cNvSpPr>
            <a:spLocks/>
          </p:cNvSpPr>
          <p:nvPr/>
        </p:nvSpPr>
        <p:spPr>
          <a:xfrm>
            <a:off x="84218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99A71492-C27F-E58E-4EE1-24D0F1BC94BC}"/>
              </a:ext>
            </a:extLst>
          </p:cNvPr>
          <p:cNvSpPr>
            <a:spLocks/>
          </p:cNvSpPr>
          <p:nvPr/>
        </p:nvSpPr>
        <p:spPr>
          <a:xfrm>
            <a:off x="838833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EFE37A5C-372B-1FB5-AE89-A7261929489A}"/>
              </a:ext>
            </a:extLst>
          </p:cNvPr>
          <p:cNvSpPr>
            <a:spLocks/>
          </p:cNvSpPr>
          <p:nvPr/>
        </p:nvSpPr>
        <p:spPr>
          <a:xfrm>
            <a:off x="834609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8B5481A9-1D58-B940-094E-9D428C51976C}"/>
              </a:ext>
            </a:extLst>
          </p:cNvPr>
          <p:cNvSpPr>
            <a:spLocks/>
          </p:cNvSpPr>
          <p:nvPr/>
        </p:nvSpPr>
        <p:spPr>
          <a:xfrm>
            <a:off x="8358725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EB4A620E-8E10-366B-9786-89765B9D7ED5}"/>
              </a:ext>
            </a:extLst>
          </p:cNvPr>
          <p:cNvSpPr>
            <a:spLocks/>
          </p:cNvSpPr>
          <p:nvPr/>
        </p:nvSpPr>
        <p:spPr>
          <a:xfrm>
            <a:off x="843382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6D247269-ACA7-7E4E-865F-E0A5CDAB46CF}"/>
              </a:ext>
            </a:extLst>
          </p:cNvPr>
          <p:cNvSpPr>
            <a:spLocks/>
          </p:cNvSpPr>
          <p:nvPr/>
        </p:nvSpPr>
        <p:spPr>
          <a:xfrm>
            <a:off x="845083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D5514313-0F75-321F-F34B-143B1A664DB7}"/>
              </a:ext>
            </a:extLst>
          </p:cNvPr>
          <p:cNvSpPr>
            <a:spLocks/>
          </p:cNvSpPr>
          <p:nvPr/>
        </p:nvSpPr>
        <p:spPr>
          <a:xfrm>
            <a:off x="8402184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331C8367-86FC-B4AA-5C56-7BBBE3F7641A}"/>
              </a:ext>
            </a:extLst>
          </p:cNvPr>
          <p:cNvSpPr>
            <a:spLocks/>
          </p:cNvSpPr>
          <p:nvPr/>
        </p:nvSpPr>
        <p:spPr>
          <a:xfrm>
            <a:off x="84143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93C7F897-087A-40A1-84CD-CC8A0F52A9FE}"/>
              </a:ext>
            </a:extLst>
          </p:cNvPr>
          <p:cNvSpPr>
            <a:spLocks/>
          </p:cNvSpPr>
          <p:nvPr/>
        </p:nvSpPr>
        <p:spPr>
          <a:xfrm>
            <a:off x="83822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FC1FB3BD-E6EF-D171-35DF-FA950D98646D}"/>
              </a:ext>
            </a:extLst>
          </p:cNvPr>
          <p:cNvSpPr>
            <a:spLocks/>
          </p:cNvSpPr>
          <p:nvPr/>
        </p:nvSpPr>
        <p:spPr>
          <a:xfrm>
            <a:off x="8355526" y="33254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CE8E5315-5039-2F18-8F11-8E646777C13E}"/>
              </a:ext>
            </a:extLst>
          </p:cNvPr>
          <p:cNvSpPr>
            <a:spLocks/>
          </p:cNvSpPr>
          <p:nvPr/>
        </p:nvSpPr>
        <p:spPr>
          <a:xfrm>
            <a:off x="836798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A078EB7B-3F8D-D2EA-E452-59968F999890}"/>
              </a:ext>
            </a:extLst>
          </p:cNvPr>
          <p:cNvSpPr>
            <a:spLocks/>
          </p:cNvSpPr>
          <p:nvPr/>
        </p:nvSpPr>
        <p:spPr>
          <a:xfrm>
            <a:off x="83523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F583D314-1ADD-2638-642D-2605ED6429CC}"/>
              </a:ext>
            </a:extLst>
          </p:cNvPr>
          <p:cNvSpPr>
            <a:spLocks/>
          </p:cNvSpPr>
          <p:nvPr/>
        </p:nvSpPr>
        <p:spPr>
          <a:xfrm>
            <a:off x="8376309" y="24299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B36AE0AE-F476-C238-CC84-00B61B8110D5}"/>
              </a:ext>
            </a:extLst>
          </p:cNvPr>
          <p:cNvSpPr>
            <a:spLocks/>
          </p:cNvSpPr>
          <p:nvPr/>
        </p:nvSpPr>
        <p:spPr>
          <a:xfrm>
            <a:off x="836497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2BEA7A4E-4ADF-6A1C-0BD0-0E998815F624}"/>
              </a:ext>
            </a:extLst>
          </p:cNvPr>
          <p:cNvSpPr>
            <a:spLocks/>
          </p:cNvSpPr>
          <p:nvPr/>
        </p:nvSpPr>
        <p:spPr>
          <a:xfrm>
            <a:off x="838700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BC0E2CE0-AB3D-4DE2-D7BB-5A38B1F96EEF}"/>
              </a:ext>
            </a:extLst>
          </p:cNvPr>
          <p:cNvSpPr>
            <a:spLocks/>
          </p:cNvSpPr>
          <p:nvPr/>
        </p:nvSpPr>
        <p:spPr>
          <a:xfrm>
            <a:off x="8432160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367E7F33-1171-FEFF-87E5-94E63B13B3C7}"/>
              </a:ext>
            </a:extLst>
          </p:cNvPr>
          <p:cNvSpPr>
            <a:spLocks/>
          </p:cNvSpPr>
          <p:nvPr/>
        </p:nvSpPr>
        <p:spPr>
          <a:xfrm>
            <a:off x="83870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BB5E6EDA-AADC-F221-BA74-A00B96B9FBD0}"/>
              </a:ext>
            </a:extLst>
          </p:cNvPr>
          <p:cNvSpPr>
            <a:spLocks/>
          </p:cNvSpPr>
          <p:nvPr/>
        </p:nvSpPr>
        <p:spPr>
          <a:xfrm>
            <a:off x="8441381" y="18405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F89F7737-06CF-8191-1DD4-D544AB1EAFC0}"/>
              </a:ext>
            </a:extLst>
          </p:cNvPr>
          <p:cNvSpPr>
            <a:spLocks/>
          </p:cNvSpPr>
          <p:nvPr/>
        </p:nvSpPr>
        <p:spPr>
          <a:xfrm>
            <a:off x="839658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90FABB1C-A1AD-B2DC-FE30-CCD19581E997}"/>
              </a:ext>
            </a:extLst>
          </p:cNvPr>
          <p:cNvSpPr>
            <a:spLocks/>
          </p:cNvSpPr>
          <p:nvPr/>
        </p:nvSpPr>
        <p:spPr>
          <a:xfrm>
            <a:off x="840688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089EF493-8CB7-70BE-F537-B6F51C3FE8BE}"/>
              </a:ext>
            </a:extLst>
          </p:cNvPr>
          <p:cNvSpPr>
            <a:spLocks/>
          </p:cNvSpPr>
          <p:nvPr/>
        </p:nvSpPr>
        <p:spPr>
          <a:xfrm>
            <a:off x="84061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C744A853-B934-D055-4644-5DDFA68DA097}"/>
              </a:ext>
            </a:extLst>
          </p:cNvPr>
          <p:cNvSpPr>
            <a:spLocks/>
          </p:cNvSpPr>
          <p:nvPr/>
        </p:nvSpPr>
        <p:spPr>
          <a:xfrm>
            <a:off x="844129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47909206-54F7-D865-2CCF-D338F221B4FF}"/>
              </a:ext>
            </a:extLst>
          </p:cNvPr>
          <p:cNvSpPr>
            <a:spLocks/>
          </p:cNvSpPr>
          <p:nvPr/>
        </p:nvSpPr>
        <p:spPr>
          <a:xfrm>
            <a:off x="84442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16738510-0B84-51B5-998C-93916740193F}"/>
              </a:ext>
            </a:extLst>
          </p:cNvPr>
          <p:cNvSpPr>
            <a:spLocks/>
          </p:cNvSpPr>
          <p:nvPr/>
        </p:nvSpPr>
        <p:spPr>
          <a:xfrm>
            <a:off x="8435848" y="23338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E2C8FC43-7AC1-AB04-CB74-1DDDF8DA014D}"/>
              </a:ext>
            </a:extLst>
          </p:cNvPr>
          <p:cNvSpPr>
            <a:spLocks/>
          </p:cNvSpPr>
          <p:nvPr/>
        </p:nvSpPr>
        <p:spPr>
          <a:xfrm>
            <a:off x="836945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D0285D29-9D12-9C0E-0C25-0F3DB755818F}"/>
              </a:ext>
            </a:extLst>
          </p:cNvPr>
          <p:cNvSpPr>
            <a:spLocks/>
          </p:cNvSpPr>
          <p:nvPr/>
        </p:nvSpPr>
        <p:spPr>
          <a:xfrm>
            <a:off x="83536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9A1D5FAA-7550-3663-E3F1-7CA83EFD573F}"/>
              </a:ext>
            </a:extLst>
          </p:cNvPr>
          <p:cNvSpPr>
            <a:spLocks/>
          </p:cNvSpPr>
          <p:nvPr/>
        </p:nvSpPr>
        <p:spPr>
          <a:xfrm>
            <a:off x="83617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35B8A054-11A5-DA47-D70F-7844C154E9D3}"/>
              </a:ext>
            </a:extLst>
          </p:cNvPr>
          <p:cNvSpPr>
            <a:spLocks/>
          </p:cNvSpPr>
          <p:nvPr/>
        </p:nvSpPr>
        <p:spPr>
          <a:xfrm>
            <a:off x="84432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E8DF8757-C60A-D5DD-BF91-DB60416028DB}"/>
              </a:ext>
            </a:extLst>
          </p:cNvPr>
          <p:cNvSpPr>
            <a:spLocks/>
          </p:cNvSpPr>
          <p:nvPr/>
        </p:nvSpPr>
        <p:spPr>
          <a:xfrm>
            <a:off x="83978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E25C11BD-065B-2A34-7A16-555B270587DC}"/>
              </a:ext>
            </a:extLst>
          </p:cNvPr>
          <p:cNvSpPr>
            <a:spLocks/>
          </p:cNvSpPr>
          <p:nvPr/>
        </p:nvSpPr>
        <p:spPr>
          <a:xfrm>
            <a:off x="834663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898EAB9B-7295-1656-1ECD-2ABD4FC89D71}"/>
              </a:ext>
            </a:extLst>
          </p:cNvPr>
          <p:cNvSpPr>
            <a:spLocks/>
          </p:cNvSpPr>
          <p:nvPr/>
        </p:nvSpPr>
        <p:spPr>
          <a:xfrm>
            <a:off x="838723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C38CB5F1-1827-AB87-3267-95BD7DED5B26}"/>
              </a:ext>
            </a:extLst>
          </p:cNvPr>
          <p:cNvSpPr>
            <a:spLocks/>
          </p:cNvSpPr>
          <p:nvPr/>
        </p:nvSpPr>
        <p:spPr>
          <a:xfrm>
            <a:off x="8342694" y="2488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D21905F4-E555-92A8-F296-8192DBA0D63A}"/>
              </a:ext>
            </a:extLst>
          </p:cNvPr>
          <p:cNvSpPr>
            <a:spLocks/>
          </p:cNvSpPr>
          <p:nvPr/>
        </p:nvSpPr>
        <p:spPr>
          <a:xfrm>
            <a:off x="8396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345C4F80-9162-6F9E-3BE8-BB439E35B071}"/>
              </a:ext>
            </a:extLst>
          </p:cNvPr>
          <p:cNvSpPr>
            <a:spLocks/>
          </p:cNvSpPr>
          <p:nvPr/>
        </p:nvSpPr>
        <p:spPr>
          <a:xfrm>
            <a:off x="839792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4A8F900F-9603-F21A-1BE9-B0755A5076E1}"/>
              </a:ext>
            </a:extLst>
          </p:cNvPr>
          <p:cNvSpPr>
            <a:spLocks/>
          </p:cNvSpPr>
          <p:nvPr/>
        </p:nvSpPr>
        <p:spPr>
          <a:xfrm>
            <a:off x="83612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06EE19C7-1B24-281A-4849-1654CB1E24A6}"/>
              </a:ext>
            </a:extLst>
          </p:cNvPr>
          <p:cNvSpPr>
            <a:spLocks/>
          </p:cNvSpPr>
          <p:nvPr/>
        </p:nvSpPr>
        <p:spPr>
          <a:xfrm>
            <a:off x="842127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F3BD279F-B6C0-56A9-46DA-A3A136CF4EDE}"/>
              </a:ext>
            </a:extLst>
          </p:cNvPr>
          <p:cNvSpPr>
            <a:spLocks/>
          </p:cNvSpPr>
          <p:nvPr/>
        </p:nvSpPr>
        <p:spPr>
          <a:xfrm>
            <a:off x="8457219" y="23733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FEE6DCE7-103F-BAE9-F084-4D7DD4BB26CB}"/>
              </a:ext>
            </a:extLst>
          </p:cNvPr>
          <p:cNvSpPr>
            <a:spLocks/>
          </p:cNvSpPr>
          <p:nvPr/>
        </p:nvSpPr>
        <p:spPr>
          <a:xfrm>
            <a:off x="8447203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891EE9B-FD83-EF87-F1EE-EB3CCB88DB7A}"/>
              </a:ext>
            </a:extLst>
          </p:cNvPr>
          <p:cNvSpPr>
            <a:spLocks/>
          </p:cNvSpPr>
          <p:nvPr/>
        </p:nvSpPr>
        <p:spPr>
          <a:xfrm>
            <a:off x="839901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95652E0C-E1D1-C62F-E3AE-2E72ED18E2C3}"/>
              </a:ext>
            </a:extLst>
          </p:cNvPr>
          <p:cNvSpPr>
            <a:spLocks/>
          </p:cNvSpPr>
          <p:nvPr/>
        </p:nvSpPr>
        <p:spPr>
          <a:xfrm>
            <a:off x="840444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D115EF1F-DBA8-614F-9F7B-111271B78AB7}"/>
              </a:ext>
            </a:extLst>
          </p:cNvPr>
          <p:cNvSpPr>
            <a:spLocks/>
          </p:cNvSpPr>
          <p:nvPr/>
        </p:nvSpPr>
        <p:spPr>
          <a:xfrm>
            <a:off x="845103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D1FAB922-ADD6-48EB-45AC-EC92393CB8F2}"/>
              </a:ext>
            </a:extLst>
          </p:cNvPr>
          <p:cNvSpPr>
            <a:spLocks/>
          </p:cNvSpPr>
          <p:nvPr/>
        </p:nvSpPr>
        <p:spPr>
          <a:xfrm>
            <a:off x="842589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96FE92D0-4976-BC17-1B3F-3495EA3F7148}"/>
              </a:ext>
            </a:extLst>
          </p:cNvPr>
          <p:cNvSpPr>
            <a:spLocks/>
          </p:cNvSpPr>
          <p:nvPr/>
        </p:nvSpPr>
        <p:spPr>
          <a:xfrm>
            <a:off x="840110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75977082-FBB6-6A9F-8E1D-B3EBE0D63F69}"/>
              </a:ext>
            </a:extLst>
          </p:cNvPr>
          <p:cNvSpPr>
            <a:spLocks/>
          </p:cNvSpPr>
          <p:nvPr/>
        </p:nvSpPr>
        <p:spPr>
          <a:xfrm>
            <a:off x="846223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50F049C2-2BED-B1D3-9912-9901462471C6}"/>
              </a:ext>
            </a:extLst>
          </p:cNvPr>
          <p:cNvSpPr>
            <a:spLocks/>
          </p:cNvSpPr>
          <p:nvPr/>
        </p:nvSpPr>
        <p:spPr>
          <a:xfrm>
            <a:off x="834282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15EBC52A-A556-168E-5E5E-DC6394356C73}"/>
              </a:ext>
            </a:extLst>
          </p:cNvPr>
          <p:cNvSpPr>
            <a:spLocks/>
          </p:cNvSpPr>
          <p:nvPr/>
        </p:nvSpPr>
        <p:spPr>
          <a:xfrm>
            <a:off x="8413706" y="237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33A35273-1BA7-D192-EE8F-51353BD6B0F1}"/>
              </a:ext>
            </a:extLst>
          </p:cNvPr>
          <p:cNvSpPr>
            <a:spLocks/>
          </p:cNvSpPr>
          <p:nvPr/>
        </p:nvSpPr>
        <p:spPr>
          <a:xfrm>
            <a:off x="83496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14382081-E49F-6EB1-3993-A28F6B3E8168}"/>
              </a:ext>
            </a:extLst>
          </p:cNvPr>
          <p:cNvSpPr>
            <a:spLocks/>
          </p:cNvSpPr>
          <p:nvPr/>
        </p:nvSpPr>
        <p:spPr>
          <a:xfrm>
            <a:off x="8449134" y="3129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A2051297-9C1E-7BCA-98AC-BA43859779C0}"/>
              </a:ext>
            </a:extLst>
          </p:cNvPr>
          <p:cNvSpPr>
            <a:spLocks/>
          </p:cNvSpPr>
          <p:nvPr/>
        </p:nvSpPr>
        <p:spPr>
          <a:xfrm>
            <a:off x="84166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6681E148-955F-DEE3-8CBF-0A893CEEA16A}"/>
              </a:ext>
            </a:extLst>
          </p:cNvPr>
          <p:cNvSpPr>
            <a:spLocks/>
          </p:cNvSpPr>
          <p:nvPr/>
        </p:nvSpPr>
        <p:spPr>
          <a:xfrm>
            <a:off x="841518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6A7738B0-D2E6-805F-37CA-7BD32E63B2AA}"/>
              </a:ext>
            </a:extLst>
          </p:cNvPr>
          <p:cNvSpPr>
            <a:spLocks/>
          </p:cNvSpPr>
          <p:nvPr/>
        </p:nvSpPr>
        <p:spPr>
          <a:xfrm>
            <a:off x="83723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45973B2F-C890-F993-C17C-1700613F3A6F}"/>
              </a:ext>
            </a:extLst>
          </p:cNvPr>
          <p:cNvSpPr>
            <a:spLocks/>
          </p:cNvSpPr>
          <p:nvPr/>
        </p:nvSpPr>
        <p:spPr>
          <a:xfrm>
            <a:off x="845820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9BB45C42-FB76-40A5-17BF-F5A5008FCC75}"/>
              </a:ext>
            </a:extLst>
          </p:cNvPr>
          <p:cNvSpPr>
            <a:spLocks/>
          </p:cNvSpPr>
          <p:nvPr/>
        </p:nvSpPr>
        <p:spPr>
          <a:xfrm>
            <a:off x="836165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6676D2B5-AF8E-C854-5531-E067321463EA}"/>
              </a:ext>
            </a:extLst>
          </p:cNvPr>
          <p:cNvSpPr>
            <a:spLocks/>
          </p:cNvSpPr>
          <p:nvPr/>
        </p:nvSpPr>
        <p:spPr>
          <a:xfrm>
            <a:off x="838385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CC28F96E-5B5F-1BF3-8CE8-B187AEBCDC4B}"/>
              </a:ext>
            </a:extLst>
          </p:cNvPr>
          <p:cNvSpPr>
            <a:spLocks/>
          </p:cNvSpPr>
          <p:nvPr/>
        </p:nvSpPr>
        <p:spPr>
          <a:xfrm>
            <a:off x="839337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CDCF8CB2-1ABB-3B10-4774-F9AB5915EBF7}"/>
              </a:ext>
            </a:extLst>
          </p:cNvPr>
          <p:cNvSpPr>
            <a:spLocks/>
          </p:cNvSpPr>
          <p:nvPr/>
        </p:nvSpPr>
        <p:spPr>
          <a:xfrm>
            <a:off x="838439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1E5A016D-194D-CECD-276A-1E8C33CF6557}"/>
              </a:ext>
            </a:extLst>
          </p:cNvPr>
          <p:cNvSpPr>
            <a:spLocks/>
          </p:cNvSpPr>
          <p:nvPr/>
        </p:nvSpPr>
        <p:spPr>
          <a:xfrm>
            <a:off x="84083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42884356-5E67-1FA7-94E0-2743047176D7}"/>
              </a:ext>
            </a:extLst>
          </p:cNvPr>
          <p:cNvSpPr>
            <a:spLocks/>
          </p:cNvSpPr>
          <p:nvPr/>
        </p:nvSpPr>
        <p:spPr>
          <a:xfrm>
            <a:off x="839022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C8399C5D-40BF-B4B9-7784-18BC40BC8B3E}"/>
              </a:ext>
            </a:extLst>
          </p:cNvPr>
          <p:cNvSpPr>
            <a:spLocks/>
          </p:cNvSpPr>
          <p:nvPr/>
        </p:nvSpPr>
        <p:spPr>
          <a:xfrm>
            <a:off x="8370271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7BF70BAB-C4A7-15E4-FBFB-0D202B6C28D9}"/>
              </a:ext>
            </a:extLst>
          </p:cNvPr>
          <p:cNvSpPr>
            <a:spLocks/>
          </p:cNvSpPr>
          <p:nvPr/>
        </p:nvSpPr>
        <p:spPr>
          <a:xfrm>
            <a:off x="84221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82882D49-1CEB-9BF9-87A2-4E049E3A7B14}"/>
              </a:ext>
            </a:extLst>
          </p:cNvPr>
          <p:cNvSpPr>
            <a:spLocks/>
          </p:cNvSpPr>
          <p:nvPr/>
        </p:nvSpPr>
        <p:spPr>
          <a:xfrm>
            <a:off x="84106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12528089-5FE7-9721-C4C4-C38208345AA3}"/>
              </a:ext>
            </a:extLst>
          </p:cNvPr>
          <p:cNvSpPr>
            <a:spLocks/>
          </p:cNvSpPr>
          <p:nvPr/>
        </p:nvSpPr>
        <p:spPr>
          <a:xfrm>
            <a:off x="83530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E3B07345-CA1D-5AA5-9E44-73E4B504D1DE}"/>
              </a:ext>
            </a:extLst>
          </p:cNvPr>
          <p:cNvSpPr>
            <a:spLocks/>
          </p:cNvSpPr>
          <p:nvPr/>
        </p:nvSpPr>
        <p:spPr>
          <a:xfrm>
            <a:off x="84252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153C0C4E-5DB8-F5AA-C1B2-688AFEB0E32C}"/>
              </a:ext>
            </a:extLst>
          </p:cNvPr>
          <p:cNvSpPr>
            <a:spLocks/>
          </p:cNvSpPr>
          <p:nvPr/>
        </p:nvSpPr>
        <p:spPr>
          <a:xfrm>
            <a:off x="83538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055E9851-219C-35AC-6BAC-BFCCFEBB5E39}"/>
              </a:ext>
            </a:extLst>
          </p:cNvPr>
          <p:cNvSpPr>
            <a:spLocks/>
          </p:cNvSpPr>
          <p:nvPr/>
        </p:nvSpPr>
        <p:spPr>
          <a:xfrm>
            <a:off x="845980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29A6561C-2247-DBC8-CA19-052B5D4C60AB}"/>
              </a:ext>
            </a:extLst>
          </p:cNvPr>
          <p:cNvSpPr>
            <a:spLocks/>
          </p:cNvSpPr>
          <p:nvPr/>
        </p:nvSpPr>
        <p:spPr>
          <a:xfrm>
            <a:off x="839510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EBA65C9B-6CC1-0268-7202-5077872D4D53}"/>
              </a:ext>
            </a:extLst>
          </p:cNvPr>
          <p:cNvSpPr>
            <a:spLocks/>
          </p:cNvSpPr>
          <p:nvPr/>
        </p:nvSpPr>
        <p:spPr>
          <a:xfrm>
            <a:off x="8355295" y="2773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3102E159-7EFB-AC3C-D653-BCB4F7B17D27}"/>
              </a:ext>
            </a:extLst>
          </p:cNvPr>
          <p:cNvSpPr>
            <a:spLocks/>
          </p:cNvSpPr>
          <p:nvPr/>
        </p:nvSpPr>
        <p:spPr>
          <a:xfrm>
            <a:off x="843278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A7A6C462-1167-024A-EBB6-3F222CAC9201}"/>
              </a:ext>
            </a:extLst>
          </p:cNvPr>
          <p:cNvSpPr>
            <a:spLocks/>
          </p:cNvSpPr>
          <p:nvPr/>
        </p:nvSpPr>
        <p:spPr>
          <a:xfrm>
            <a:off x="84002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35FA4981-44FC-9E09-6A8F-C86FA411CC94}"/>
              </a:ext>
            </a:extLst>
          </p:cNvPr>
          <p:cNvSpPr>
            <a:spLocks/>
          </p:cNvSpPr>
          <p:nvPr/>
        </p:nvSpPr>
        <p:spPr>
          <a:xfrm>
            <a:off x="838457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FF150E10-06BD-ADF0-2B17-4CF23220953B}"/>
              </a:ext>
            </a:extLst>
          </p:cNvPr>
          <p:cNvSpPr>
            <a:spLocks/>
          </p:cNvSpPr>
          <p:nvPr/>
        </p:nvSpPr>
        <p:spPr>
          <a:xfrm>
            <a:off x="8422598" y="2184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69C00DD1-84D7-D31A-2FB1-16A0F1BF69C0}"/>
              </a:ext>
            </a:extLst>
          </p:cNvPr>
          <p:cNvSpPr>
            <a:spLocks/>
          </p:cNvSpPr>
          <p:nvPr/>
        </p:nvSpPr>
        <p:spPr>
          <a:xfrm>
            <a:off x="836830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78357C0D-4615-A66A-4924-5B43904584AB}"/>
              </a:ext>
            </a:extLst>
          </p:cNvPr>
          <p:cNvSpPr>
            <a:spLocks/>
          </p:cNvSpPr>
          <p:nvPr/>
        </p:nvSpPr>
        <p:spPr>
          <a:xfrm>
            <a:off x="84474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09CF5F2B-C90E-55A7-C5B7-1325DDCC74A7}"/>
              </a:ext>
            </a:extLst>
          </p:cNvPr>
          <p:cNvSpPr>
            <a:spLocks/>
          </p:cNvSpPr>
          <p:nvPr/>
        </p:nvSpPr>
        <p:spPr>
          <a:xfrm>
            <a:off x="839541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F1744093-449D-DB00-523D-D47D269B2131}"/>
              </a:ext>
            </a:extLst>
          </p:cNvPr>
          <p:cNvSpPr>
            <a:spLocks/>
          </p:cNvSpPr>
          <p:nvPr/>
        </p:nvSpPr>
        <p:spPr>
          <a:xfrm>
            <a:off x="837295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BDA65F7C-FC6E-8FDA-711E-5F23F008EFB2}"/>
              </a:ext>
            </a:extLst>
          </p:cNvPr>
          <p:cNvSpPr>
            <a:spLocks/>
          </p:cNvSpPr>
          <p:nvPr/>
        </p:nvSpPr>
        <p:spPr>
          <a:xfrm>
            <a:off x="841987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57AD9784-7EF4-AEAC-EB24-D83621D2B396}"/>
              </a:ext>
            </a:extLst>
          </p:cNvPr>
          <p:cNvSpPr>
            <a:spLocks/>
          </p:cNvSpPr>
          <p:nvPr/>
        </p:nvSpPr>
        <p:spPr>
          <a:xfrm>
            <a:off x="8353721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45F88A90-2374-202C-A483-5EC6E2BE1B69}"/>
              </a:ext>
            </a:extLst>
          </p:cNvPr>
          <p:cNvSpPr>
            <a:spLocks/>
          </p:cNvSpPr>
          <p:nvPr/>
        </p:nvSpPr>
        <p:spPr>
          <a:xfrm>
            <a:off x="8450486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230292E6-6D47-6508-F9E3-8E751E27288D}"/>
              </a:ext>
            </a:extLst>
          </p:cNvPr>
          <p:cNvSpPr>
            <a:spLocks/>
          </p:cNvSpPr>
          <p:nvPr/>
        </p:nvSpPr>
        <p:spPr>
          <a:xfrm>
            <a:off x="8449442" y="32650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3D18254D-36B6-A6F2-2FF5-D3F9D2AFB83B}"/>
              </a:ext>
            </a:extLst>
          </p:cNvPr>
          <p:cNvSpPr>
            <a:spLocks/>
          </p:cNvSpPr>
          <p:nvPr/>
        </p:nvSpPr>
        <p:spPr>
          <a:xfrm>
            <a:off x="84470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7C9CCD20-1A40-FCD3-D417-3C56E6892CF7}"/>
              </a:ext>
            </a:extLst>
          </p:cNvPr>
          <p:cNvSpPr>
            <a:spLocks/>
          </p:cNvSpPr>
          <p:nvPr/>
        </p:nvSpPr>
        <p:spPr>
          <a:xfrm>
            <a:off x="84353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B012C2D9-EB00-23C0-D6FA-888BE844D76D}"/>
              </a:ext>
            </a:extLst>
          </p:cNvPr>
          <p:cNvSpPr>
            <a:spLocks/>
          </p:cNvSpPr>
          <p:nvPr/>
        </p:nvSpPr>
        <p:spPr>
          <a:xfrm>
            <a:off x="841402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6820FA71-4D9B-38C9-C66B-9DE1D090E4BE}"/>
              </a:ext>
            </a:extLst>
          </p:cNvPr>
          <p:cNvSpPr>
            <a:spLocks/>
          </p:cNvSpPr>
          <p:nvPr/>
        </p:nvSpPr>
        <p:spPr>
          <a:xfrm>
            <a:off x="836086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4397C5DE-CD5A-D540-743F-BC55C2719E24}"/>
              </a:ext>
            </a:extLst>
          </p:cNvPr>
          <p:cNvSpPr>
            <a:spLocks/>
          </p:cNvSpPr>
          <p:nvPr/>
        </p:nvSpPr>
        <p:spPr>
          <a:xfrm>
            <a:off x="8365286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11C060FB-A328-6EFF-3DA6-0D4F871FC7CA}"/>
              </a:ext>
            </a:extLst>
          </p:cNvPr>
          <p:cNvSpPr>
            <a:spLocks/>
          </p:cNvSpPr>
          <p:nvPr/>
        </p:nvSpPr>
        <p:spPr>
          <a:xfrm>
            <a:off x="84483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BB1C1682-53C7-1666-4781-B95B7879FD69}"/>
              </a:ext>
            </a:extLst>
          </p:cNvPr>
          <p:cNvSpPr>
            <a:spLocks/>
          </p:cNvSpPr>
          <p:nvPr/>
        </p:nvSpPr>
        <p:spPr>
          <a:xfrm>
            <a:off x="838399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94B412AD-10AD-359C-4590-0B0E91A15BD1}"/>
              </a:ext>
            </a:extLst>
          </p:cNvPr>
          <p:cNvSpPr>
            <a:spLocks/>
          </p:cNvSpPr>
          <p:nvPr/>
        </p:nvSpPr>
        <p:spPr>
          <a:xfrm>
            <a:off x="844184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1B6DCE0A-08FD-4F12-E90B-DA1D195F2E45}"/>
              </a:ext>
            </a:extLst>
          </p:cNvPr>
          <p:cNvSpPr>
            <a:spLocks/>
          </p:cNvSpPr>
          <p:nvPr/>
        </p:nvSpPr>
        <p:spPr>
          <a:xfrm>
            <a:off x="83744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61840EBF-152F-621F-59DD-30AB865225B8}"/>
              </a:ext>
            </a:extLst>
          </p:cNvPr>
          <p:cNvSpPr>
            <a:spLocks/>
          </p:cNvSpPr>
          <p:nvPr/>
        </p:nvSpPr>
        <p:spPr>
          <a:xfrm>
            <a:off x="83464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96B9DEA9-882C-D14B-D328-7D3B7868D878}"/>
              </a:ext>
            </a:extLst>
          </p:cNvPr>
          <p:cNvSpPr>
            <a:spLocks/>
          </p:cNvSpPr>
          <p:nvPr/>
        </p:nvSpPr>
        <p:spPr>
          <a:xfrm>
            <a:off x="8371538" y="2703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000BAA44-62D7-C4FD-CCDC-59302715BA8B}"/>
              </a:ext>
            </a:extLst>
          </p:cNvPr>
          <p:cNvSpPr>
            <a:spLocks/>
          </p:cNvSpPr>
          <p:nvPr/>
        </p:nvSpPr>
        <p:spPr>
          <a:xfrm>
            <a:off x="8432716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01A5175E-6AA6-855D-5C86-D3C67DB3F2E3}"/>
              </a:ext>
            </a:extLst>
          </p:cNvPr>
          <p:cNvSpPr>
            <a:spLocks/>
          </p:cNvSpPr>
          <p:nvPr/>
        </p:nvSpPr>
        <p:spPr>
          <a:xfrm>
            <a:off x="8412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290E531B-5A6C-A103-44CD-BFB2968B8AF3}"/>
              </a:ext>
            </a:extLst>
          </p:cNvPr>
          <p:cNvSpPr>
            <a:spLocks/>
          </p:cNvSpPr>
          <p:nvPr/>
        </p:nvSpPr>
        <p:spPr>
          <a:xfrm>
            <a:off x="8415491" y="24858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ECEB1F11-04BB-196D-F3FD-E63C2AC9420D}"/>
              </a:ext>
            </a:extLst>
          </p:cNvPr>
          <p:cNvSpPr>
            <a:spLocks/>
          </p:cNvSpPr>
          <p:nvPr/>
        </p:nvSpPr>
        <p:spPr>
          <a:xfrm>
            <a:off x="8417630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ACCD268F-5648-92B0-71F5-3B46EDC3465D}"/>
              </a:ext>
            </a:extLst>
          </p:cNvPr>
          <p:cNvSpPr>
            <a:spLocks/>
          </p:cNvSpPr>
          <p:nvPr/>
        </p:nvSpPr>
        <p:spPr>
          <a:xfrm>
            <a:off x="843186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EB144DDA-A4BD-8988-070D-5E1BC8F7F9F3}"/>
              </a:ext>
            </a:extLst>
          </p:cNvPr>
          <p:cNvSpPr>
            <a:spLocks/>
          </p:cNvSpPr>
          <p:nvPr/>
        </p:nvSpPr>
        <p:spPr>
          <a:xfrm>
            <a:off x="8350937" y="343248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6196AC00-158C-9E4A-63A8-2C313AD37C2A}"/>
              </a:ext>
            </a:extLst>
          </p:cNvPr>
          <p:cNvSpPr>
            <a:spLocks/>
          </p:cNvSpPr>
          <p:nvPr/>
        </p:nvSpPr>
        <p:spPr>
          <a:xfrm>
            <a:off x="8351134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BC469E6E-B9AD-D4DA-AAE3-C4FFCB724CC1}"/>
              </a:ext>
            </a:extLst>
          </p:cNvPr>
          <p:cNvSpPr>
            <a:spLocks/>
          </p:cNvSpPr>
          <p:nvPr/>
        </p:nvSpPr>
        <p:spPr>
          <a:xfrm>
            <a:off x="84199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873A516C-0802-3F9F-DC50-EE2E8BFC3F63}"/>
              </a:ext>
            </a:extLst>
          </p:cNvPr>
          <p:cNvSpPr>
            <a:spLocks/>
          </p:cNvSpPr>
          <p:nvPr/>
        </p:nvSpPr>
        <p:spPr>
          <a:xfrm>
            <a:off x="83520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3CC5E045-BB61-B585-6397-7BEA86B23717}"/>
              </a:ext>
            </a:extLst>
          </p:cNvPr>
          <p:cNvSpPr>
            <a:spLocks/>
          </p:cNvSpPr>
          <p:nvPr/>
        </p:nvSpPr>
        <p:spPr>
          <a:xfrm>
            <a:off x="83653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C71D338E-8F31-C923-D56A-AE862127CAC2}"/>
              </a:ext>
            </a:extLst>
          </p:cNvPr>
          <p:cNvSpPr>
            <a:spLocks/>
          </p:cNvSpPr>
          <p:nvPr/>
        </p:nvSpPr>
        <p:spPr>
          <a:xfrm>
            <a:off x="8400775" y="32930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5A2787AC-A405-9933-01E4-9C9E61D5A1D2}"/>
              </a:ext>
            </a:extLst>
          </p:cNvPr>
          <p:cNvSpPr>
            <a:spLocks/>
          </p:cNvSpPr>
          <p:nvPr/>
        </p:nvSpPr>
        <p:spPr>
          <a:xfrm>
            <a:off x="83462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EE2E28AE-F01E-ACDA-904C-7665DEADA81C}"/>
              </a:ext>
            </a:extLst>
          </p:cNvPr>
          <p:cNvSpPr>
            <a:spLocks/>
          </p:cNvSpPr>
          <p:nvPr/>
        </p:nvSpPr>
        <p:spPr>
          <a:xfrm>
            <a:off x="83978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821F6356-F4B2-A267-5848-FA6406B9982F}"/>
              </a:ext>
            </a:extLst>
          </p:cNvPr>
          <p:cNvSpPr>
            <a:spLocks/>
          </p:cNvSpPr>
          <p:nvPr/>
        </p:nvSpPr>
        <p:spPr>
          <a:xfrm>
            <a:off x="86244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E7E47E71-3340-5AB1-87F0-6D085EFF56B5}"/>
              </a:ext>
            </a:extLst>
          </p:cNvPr>
          <p:cNvSpPr>
            <a:spLocks/>
          </p:cNvSpPr>
          <p:nvPr/>
        </p:nvSpPr>
        <p:spPr>
          <a:xfrm>
            <a:off x="85955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21882460-CF84-C827-4B16-24449AF89291}"/>
              </a:ext>
            </a:extLst>
          </p:cNvPr>
          <p:cNvSpPr>
            <a:spLocks/>
          </p:cNvSpPr>
          <p:nvPr/>
        </p:nvSpPr>
        <p:spPr>
          <a:xfrm>
            <a:off x="8626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4C70667E-6639-21F6-6A8E-CAA0F6AA678E}"/>
              </a:ext>
            </a:extLst>
          </p:cNvPr>
          <p:cNvSpPr>
            <a:spLocks/>
          </p:cNvSpPr>
          <p:nvPr/>
        </p:nvSpPr>
        <p:spPr>
          <a:xfrm>
            <a:off x="8611783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EA91E996-DBB0-0C29-D36F-617CDFFB6496}"/>
              </a:ext>
            </a:extLst>
          </p:cNvPr>
          <p:cNvSpPr>
            <a:spLocks/>
          </p:cNvSpPr>
          <p:nvPr/>
        </p:nvSpPr>
        <p:spPr>
          <a:xfrm>
            <a:off x="8629728" y="24377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E7E7C9A6-7E5B-90B9-A7B0-49223574802F}"/>
              </a:ext>
            </a:extLst>
          </p:cNvPr>
          <p:cNvSpPr>
            <a:spLocks/>
          </p:cNvSpPr>
          <p:nvPr/>
        </p:nvSpPr>
        <p:spPr>
          <a:xfrm>
            <a:off x="86866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929E85B4-786F-3768-FA5E-28AB45C9AECD}"/>
              </a:ext>
            </a:extLst>
          </p:cNvPr>
          <p:cNvSpPr>
            <a:spLocks/>
          </p:cNvSpPr>
          <p:nvPr/>
        </p:nvSpPr>
        <p:spPr>
          <a:xfrm>
            <a:off x="865472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6412089A-05A3-ECCD-BC92-C3A29A3040D6}"/>
              </a:ext>
            </a:extLst>
          </p:cNvPr>
          <p:cNvSpPr>
            <a:spLocks/>
          </p:cNvSpPr>
          <p:nvPr/>
        </p:nvSpPr>
        <p:spPr>
          <a:xfrm>
            <a:off x="85979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2F06136E-3B48-A967-CA57-572A51CC342E}"/>
              </a:ext>
            </a:extLst>
          </p:cNvPr>
          <p:cNvSpPr>
            <a:spLocks/>
          </p:cNvSpPr>
          <p:nvPr/>
        </p:nvSpPr>
        <p:spPr>
          <a:xfrm>
            <a:off x="8649762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0CABA161-1369-2E4A-9737-A0D99E63BEB8}"/>
              </a:ext>
            </a:extLst>
          </p:cNvPr>
          <p:cNvSpPr>
            <a:spLocks/>
          </p:cNvSpPr>
          <p:nvPr/>
        </p:nvSpPr>
        <p:spPr>
          <a:xfrm>
            <a:off x="86087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A3A60E1B-4E2B-D97B-E80A-24A1B5FFA461}"/>
              </a:ext>
            </a:extLst>
          </p:cNvPr>
          <p:cNvSpPr>
            <a:spLocks/>
          </p:cNvSpPr>
          <p:nvPr/>
        </p:nvSpPr>
        <p:spPr>
          <a:xfrm>
            <a:off x="8630793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30E89381-2F8A-EA4A-6822-B0D1BB7E3491}"/>
              </a:ext>
            </a:extLst>
          </p:cNvPr>
          <p:cNvSpPr>
            <a:spLocks/>
          </p:cNvSpPr>
          <p:nvPr/>
        </p:nvSpPr>
        <p:spPr>
          <a:xfrm>
            <a:off x="86054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5D545439-175F-9075-0E37-66288981A7F9}"/>
              </a:ext>
            </a:extLst>
          </p:cNvPr>
          <p:cNvSpPr>
            <a:spLocks/>
          </p:cNvSpPr>
          <p:nvPr/>
        </p:nvSpPr>
        <p:spPr>
          <a:xfrm>
            <a:off x="869674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F57E5871-A8B2-291E-2590-951423DDEFBF}"/>
              </a:ext>
            </a:extLst>
          </p:cNvPr>
          <p:cNvSpPr>
            <a:spLocks/>
          </p:cNvSpPr>
          <p:nvPr/>
        </p:nvSpPr>
        <p:spPr>
          <a:xfrm>
            <a:off x="861187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9FD4755D-D40A-6AFA-39F2-B1DB67AB83F0}"/>
              </a:ext>
            </a:extLst>
          </p:cNvPr>
          <p:cNvSpPr>
            <a:spLocks/>
          </p:cNvSpPr>
          <p:nvPr/>
        </p:nvSpPr>
        <p:spPr>
          <a:xfrm>
            <a:off x="861496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5517DFB3-FDBF-741B-D1F4-6FB3AB138B56}"/>
              </a:ext>
            </a:extLst>
          </p:cNvPr>
          <p:cNvSpPr>
            <a:spLocks/>
          </p:cNvSpPr>
          <p:nvPr/>
        </p:nvSpPr>
        <p:spPr>
          <a:xfrm>
            <a:off x="864690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F797D6BA-5D60-F68C-B075-390EF4760983}"/>
              </a:ext>
            </a:extLst>
          </p:cNvPr>
          <p:cNvSpPr>
            <a:spLocks/>
          </p:cNvSpPr>
          <p:nvPr/>
        </p:nvSpPr>
        <p:spPr>
          <a:xfrm>
            <a:off x="867787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DA1CA1EE-F267-566C-B118-33190C6311AB}"/>
              </a:ext>
            </a:extLst>
          </p:cNvPr>
          <p:cNvSpPr>
            <a:spLocks/>
          </p:cNvSpPr>
          <p:nvPr/>
        </p:nvSpPr>
        <p:spPr>
          <a:xfrm>
            <a:off x="86822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46E6C2F1-DB50-98DE-7225-9759F0375A56}"/>
              </a:ext>
            </a:extLst>
          </p:cNvPr>
          <p:cNvSpPr>
            <a:spLocks/>
          </p:cNvSpPr>
          <p:nvPr/>
        </p:nvSpPr>
        <p:spPr>
          <a:xfrm>
            <a:off x="8616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8A37E348-B8FC-A9AA-B1D6-FDCF7CBF207E}"/>
              </a:ext>
            </a:extLst>
          </p:cNvPr>
          <p:cNvSpPr>
            <a:spLocks/>
          </p:cNvSpPr>
          <p:nvPr/>
        </p:nvSpPr>
        <p:spPr>
          <a:xfrm>
            <a:off x="85978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DC04E07C-6E7F-DBF3-F45F-E43CCCF05385}"/>
              </a:ext>
            </a:extLst>
          </p:cNvPr>
          <p:cNvSpPr>
            <a:spLocks/>
          </p:cNvSpPr>
          <p:nvPr/>
        </p:nvSpPr>
        <p:spPr>
          <a:xfrm>
            <a:off x="8663336" y="2380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1608E1D1-BC45-672C-A29F-5D2397E8DE0C}"/>
              </a:ext>
            </a:extLst>
          </p:cNvPr>
          <p:cNvSpPr>
            <a:spLocks/>
          </p:cNvSpPr>
          <p:nvPr/>
        </p:nvSpPr>
        <p:spPr>
          <a:xfrm>
            <a:off x="86547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ADC85143-3A00-FAC3-4F32-0340232E5641}"/>
              </a:ext>
            </a:extLst>
          </p:cNvPr>
          <p:cNvSpPr>
            <a:spLocks/>
          </p:cNvSpPr>
          <p:nvPr/>
        </p:nvSpPr>
        <p:spPr>
          <a:xfrm>
            <a:off x="8699618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0F9DC650-4328-697F-F2BE-F74981901967}"/>
              </a:ext>
            </a:extLst>
          </p:cNvPr>
          <p:cNvSpPr>
            <a:spLocks/>
          </p:cNvSpPr>
          <p:nvPr/>
        </p:nvSpPr>
        <p:spPr>
          <a:xfrm>
            <a:off x="8645160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9E44E90E-D56C-9BFC-157E-8E90C55021FE}"/>
              </a:ext>
            </a:extLst>
          </p:cNvPr>
          <p:cNvSpPr>
            <a:spLocks/>
          </p:cNvSpPr>
          <p:nvPr/>
        </p:nvSpPr>
        <p:spPr>
          <a:xfrm>
            <a:off x="8715523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87E82FFB-4C4A-9F82-7203-4AE21C56C3AB}"/>
              </a:ext>
            </a:extLst>
          </p:cNvPr>
          <p:cNvSpPr>
            <a:spLocks/>
          </p:cNvSpPr>
          <p:nvPr/>
        </p:nvSpPr>
        <p:spPr>
          <a:xfrm>
            <a:off x="865036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8B54FED0-831B-2EEB-8BAB-37966F588E2B}"/>
              </a:ext>
            </a:extLst>
          </p:cNvPr>
          <p:cNvSpPr>
            <a:spLocks/>
          </p:cNvSpPr>
          <p:nvPr/>
        </p:nvSpPr>
        <p:spPr>
          <a:xfrm>
            <a:off x="863428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196FB425-ADF7-412E-242C-606508912782}"/>
              </a:ext>
            </a:extLst>
          </p:cNvPr>
          <p:cNvSpPr>
            <a:spLocks/>
          </p:cNvSpPr>
          <p:nvPr/>
        </p:nvSpPr>
        <p:spPr>
          <a:xfrm>
            <a:off x="8678000" y="29853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D4D3F4BF-0F02-577F-C78A-71D36901CAFB}"/>
              </a:ext>
            </a:extLst>
          </p:cNvPr>
          <p:cNvSpPr>
            <a:spLocks/>
          </p:cNvSpPr>
          <p:nvPr/>
        </p:nvSpPr>
        <p:spPr>
          <a:xfrm>
            <a:off x="8613663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49040AB2-12BB-1089-A1BC-0DEE499964BD}"/>
              </a:ext>
            </a:extLst>
          </p:cNvPr>
          <p:cNvSpPr>
            <a:spLocks/>
          </p:cNvSpPr>
          <p:nvPr/>
        </p:nvSpPr>
        <p:spPr>
          <a:xfrm>
            <a:off x="86901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55CDB456-DBFB-9A9D-7761-485421C2A0BF}"/>
              </a:ext>
            </a:extLst>
          </p:cNvPr>
          <p:cNvSpPr>
            <a:spLocks/>
          </p:cNvSpPr>
          <p:nvPr/>
        </p:nvSpPr>
        <p:spPr>
          <a:xfrm>
            <a:off x="86626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57DAD542-BC30-9FDC-EAFE-CB4F9214DD20}"/>
              </a:ext>
            </a:extLst>
          </p:cNvPr>
          <p:cNvSpPr>
            <a:spLocks/>
          </p:cNvSpPr>
          <p:nvPr/>
        </p:nvSpPr>
        <p:spPr>
          <a:xfrm>
            <a:off x="8655385" y="2645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A466D613-DABA-85EA-1E9E-F58A67615CF2}"/>
              </a:ext>
            </a:extLst>
          </p:cNvPr>
          <p:cNvSpPr>
            <a:spLocks/>
          </p:cNvSpPr>
          <p:nvPr/>
        </p:nvSpPr>
        <p:spPr>
          <a:xfrm>
            <a:off x="866953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665B0F62-A158-7525-1C31-83D75639C811}"/>
              </a:ext>
            </a:extLst>
          </p:cNvPr>
          <p:cNvSpPr>
            <a:spLocks/>
          </p:cNvSpPr>
          <p:nvPr/>
        </p:nvSpPr>
        <p:spPr>
          <a:xfrm>
            <a:off x="86964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97DB7C75-B19B-9AE6-7042-CD1A0AD81D50}"/>
              </a:ext>
            </a:extLst>
          </p:cNvPr>
          <p:cNvSpPr>
            <a:spLocks/>
          </p:cNvSpPr>
          <p:nvPr/>
        </p:nvSpPr>
        <p:spPr>
          <a:xfrm>
            <a:off x="86355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8E6FDAFC-19E6-2CB1-9E1D-6F38A1DB0866}"/>
              </a:ext>
            </a:extLst>
          </p:cNvPr>
          <p:cNvSpPr>
            <a:spLocks/>
          </p:cNvSpPr>
          <p:nvPr/>
        </p:nvSpPr>
        <p:spPr>
          <a:xfrm>
            <a:off x="862281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7EF56E9B-B56D-E32C-D4BB-C1F60CA33458}"/>
              </a:ext>
            </a:extLst>
          </p:cNvPr>
          <p:cNvSpPr>
            <a:spLocks/>
          </p:cNvSpPr>
          <p:nvPr/>
        </p:nvSpPr>
        <p:spPr>
          <a:xfrm>
            <a:off x="86860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B05FBF00-D4B6-2647-7F94-AA8037AED211}"/>
              </a:ext>
            </a:extLst>
          </p:cNvPr>
          <p:cNvSpPr>
            <a:spLocks/>
          </p:cNvSpPr>
          <p:nvPr/>
        </p:nvSpPr>
        <p:spPr>
          <a:xfrm>
            <a:off x="86592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4F6276AE-1050-296F-B2CA-E16EC6830E69}"/>
              </a:ext>
            </a:extLst>
          </p:cNvPr>
          <p:cNvSpPr>
            <a:spLocks/>
          </p:cNvSpPr>
          <p:nvPr/>
        </p:nvSpPr>
        <p:spPr>
          <a:xfrm>
            <a:off x="866801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251980D2-4BB4-6496-34D5-1AE390BA8751}"/>
              </a:ext>
            </a:extLst>
          </p:cNvPr>
          <p:cNvSpPr>
            <a:spLocks/>
          </p:cNvSpPr>
          <p:nvPr/>
        </p:nvSpPr>
        <p:spPr>
          <a:xfrm>
            <a:off x="8594472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6D376F4D-20AC-324E-CE19-760062741C77}"/>
              </a:ext>
            </a:extLst>
          </p:cNvPr>
          <p:cNvSpPr>
            <a:spLocks/>
          </p:cNvSpPr>
          <p:nvPr/>
        </p:nvSpPr>
        <p:spPr>
          <a:xfrm>
            <a:off x="86744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39D19283-C0F0-58FB-FAA8-C87D0D8E7029}"/>
              </a:ext>
            </a:extLst>
          </p:cNvPr>
          <p:cNvSpPr>
            <a:spLocks/>
          </p:cNvSpPr>
          <p:nvPr/>
        </p:nvSpPr>
        <p:spPr>
          <a:xfrm>
            <a:off x="869304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9F515C8E-9EE5-57B0-910F-6C7D1CECD40D}"/>
              </a:ext>
            </a:extLst>
          </p:cNvPr>
          <p:cNvSpPr>
            <a:spLocks/>
          </p:cNvSpPr>
          <p:nvPr/>
        </p:nvSpPr>
        <p:spPr>
          <a:xfrm>
            <a:off x="86016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3A4B9516-7196-06BE-59CD-8AE6B0771B13}"/>
              </a:ext>
            </a:extLst>
          </p:cNvPr>
          <p:cNvSpPr>
            <a:spLocks/>
          </p:cNvSpPr>
          <p:nvPr/>
        </p:nvSpPr>
        <p:spPr>
          <a:xfrm>
            <a:off x="86357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43843008-3AFE-C04E-0A5A-50D01D988161}"/>
              </a:ext>
            </a:extLst>
          </p:cNvPr>
          <p:cNvSpPr>
            <a:spLocks/>
          </p:cNvSpPr>
          <p:nvPr/>
        </p:nvSpPr>
        <p:spPr>
          <a:xfrm>
            <a:off x="87006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49318967-3622-016F-0A0D-16934EE2E102}"/>
              </a:ext>
            </a:extLst>
          </p:cNvPr>
          <p:cNvSpPr>
            <a:spLocks/>
          </p:cNvSpPr>
          <p:nvPr/>
        </p:nvSpPr>
        <p:spPr>
          <a:xfrm>
            <a:off x="86070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921BCC18-59A1-79E8-DF76-23DFBD7EB4D2}"/>
              </a:ext>
            </a:extLst>
          </p:cNvPr>
          <p:cNvSpPr>
            <a:spLocks/>
          </p:cNvSpPr>
          <p:nvPr/>
        </p:nvSpPr>
        <p:spPr>
          <a:xfrm>
            <a:off x="864066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907A132F-ADAF-BF40-C65B-E4ECE9458F13}"/>
              </a:ext>
            </a:extLst>
          </p:cNvPr>
          <p:cNvSpPr>
            <a:spLocks/>
          </p:cNvSpPr>
          <p:nvPr/>
        </p:nvSpPr>
        <p:spPr>
          <a:xfrm>
            <a:off x="8647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D573179E-55F1-B17A-8327-0065F667DBAD}"/>
              </a:ext>
            </a:extLst>
          </p:cNvPr>
          <p:cNvSpPr>
            <a:spLocks/>
          </p:cNvSpPr>
          <p:nvPr/>
        </p:nvSpPr>
        <p:spPr>
          <a:xfrm>
            <a:off x="866246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7D583CAF-480E-F542-AA40-7F6C2F55CBEE}"/>
              </a:ext>
            </a:extLst>
          </p:cNvPr>
          <p:cNvSpPr>
            <a:spLocks/>
          </p:cNvSpPr>
          <p:nvPr/>
        </p:nvSpPr>
        <p:spPr>
          <a:xfrm>
            <a:off x="866063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051E83C4-F5B6-3AA8-21FD-94AE45D37B25}"/>
              </a:ext>
            </a:extLst>
          </p:cNvPr>
          <p:cNvSpPr>
            <a:spLocks/>
          </p:cNvSpPr>
          <p:nvPr/>
        </p:nvSpPr>
        <p:spPr>
          <a:xfrm>
            <a:off x="867291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78109438-1E59-9A57-F7B3-D909F8D2FD93}"/>
              </a:ext>
            </a:extLst>
          </p:cNvPr>
          <p:cNvSpPr>
            <a:spLocks/>
          </p:cNvSpPr>
          <p:nvPr/>
        </p:nvSpPr>
        <p:spPr>
          <a:xfrm>
            <a:off x="870565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5013E8D-0522-878B-3C14-EDCF971E7A69}"/>
              </a:ext>
            </a:extLst>
          </p:cNvPr>
          <p:cNvSpPr>
            <a:spLocks/>
          </p:cNvSpPr>
          <p:nvPr/>
        </p:nvSpPr>
        <p:spPr>
          <a:xfrm>
            <a:off x="86636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B114EB8F-C1EC-DE2C-A06E-6B34610E9B1F}"/>
              </a:ext>
            </a:extLst>
          </p:cNvPr>
          <p:cNvSpPr>
            <a:spLocks/>
          </p:cNvSpPr>
          <p:nvPr/>
        </p:nvSpPr>
        <p:spPr>
          <a:xfrm>
            <a:off x="8623502" y="21305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56F0D316-A812-6980-E9D1-E10137895D10}"/>
              </a:ext>
            </a:extLst>
          </p:cNvPr>
          <p:cNvSpPr>
            <a:spLocks/>
          </p:cNvSpPr>
          <p:nvPr/>
        </p:nvSpPr>
        <p:spPr>
          <a:xfrm>
            <a:off x="8708380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558FB50E-898C-F51B-D116-E3FE3F8C8290}"/>
              </a:ext>
            </a:extLst>
          </p:cNvPr>
          <p:cNvSpPr>
            <a:spLocks/>
          </p:cNvSpPr>
          <p:nvPr/>
        </p:nvSpPr>
        <p:spPr>
          <a:xfrm>
            <a:off x="86514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2A027ED7-746B-BEB5-E33D-9C063DFA261B}"/>
              </a:ext>
            </a:extLst>
          </p:cNvPr>
          <p:cNvSpPr>
            <a:spLocks/>
          </p:cNvSpPr>
          <p:nvPr/>
        </p:nvSpPr>
        <p:spPr>
          <a:xfrm>
            <a:off x="8684479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0FE29C3F-12E9-23A1-F29D-EB7091B1EBF7}"/>
              </a:ext>
            </a:extLst>
          </p:cNvPr>
          <p:cNvSpPr>
            <a:spLocks/>
          </p:cNvSpPr>
          <p:nvPr/>
        </p:nvSpPr>
        <p:spPr>
          <a:xfrm>
            <a:off x="862906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4853447E-88D4-F70F-4056-55466833C8F1}"/>
              </a:ext>
            </a:extLst>
          </p:cNvPr>
          <p:cNvSpPr>
            <a:spLocks/>
          </p:cNvSpPr>
          <p:nvPr/>
        </p:nvSpPr>
        <p:spPr>
          <a:xfrm>
            <a:off x="8644404" y="34044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996A031F-D180-37BF-CBEA-6095BB51DC57}"/>
              </a:ext>
            </a:extLst>
          </p:cNvPr>
          <p:cNvSpPr>
            <a:spLocks/>
          </p:cNvSpPr>
          <p:nvPr/>
        </p:nvSpPr>
        <p:spPr>
          <a:xfrm>
            <a:off x="867357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B33E2D5B-3CB3-FFAE-D790-EB4690A5E704}"/>
              </a:ext>
            </a:extLst>
          </p:cNvPr>
          <p:cNvSpPr>
            <a:spLocks/>
          </p:cNvSpPr>
          <p:nvPr/>
        </p:nvSpPr>
        <p:spPr>
          <a:xfrm>
            <a:off x="86673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5F72E47F-52E8-32F9-B031-FDFAEF9CDE64}"/>
              </a:ext>
            </a:extLst>
          </p:cNvPr>
          <p:cNvSpPr>
            <a:spLocks/>
          </p:cNvSpPr>
          <p:nvPr/>
        </p:nvSpPr>
        <p:spPr>
          <a:xfrm>
            <a:off x="86456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419CA515-8DDD-0FCD-1393-CD208326ED6A}"/>
              </a:ext>
            </a:extLst>
          </p:cNvPr>
          <p:cNvSpPr>
            <a:spLocks/>
          </p:cNvSpPr>
          <p:nvPr/>
        </p:nvSpPr>
        <p:spPr>
          <a:xfrm>
            <a:off x="86346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5CD1022C-BD59-CED3-EEE9-006C5364DE23}"/>
              </a:ext>
            </a:extLst>
          </p:cNvPr>
          <p:cNvSpPr>
            <a:spLocks/>
          </p:cNvSpPr>
          <p:nvPr/>
        </p:nvSpPr>
        <p:spPr>
          <a:xfrm>
            <a:off x="86830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4C76B36E-1D57-CC55-B61A-772CB82BABD0}"/>
              </a:ext>
            </a:extLst>
          </p:cNvPr>
          <p:cNvSpPr>
            <a:spLocks/>
          </p:cNvSpPr>
          <p:nvPr/>
        </p:nvSpPr>
        <p:spPr>
          <a:xfrm>
            <a:off x="86032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2494BDA2-1ABC-051C-CD9D-4E9A02225B9D}"/>
              </a:ext>
            </a:extLst>
          </p:cNvPr>
          <p:cNvSpPr>
            <a:spLocks/>
          </p:cNvSpPr>
          <p:nvPr/>
        </p:nvSpPr>
        <p:spPr>
          <a:xfrm>
            <a:off x="8673478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68797508-F148-35E0-DF9D-DFA4E41E3F8C}"/>
              </a:ext>
            </a:extLst>
          </p:cNvPr>
          <p:cNvSpPr>
            <a:spLocks/>
          </p:cNvSpPr>
          <p:nvPr/>
        </p:nvSpPr>
        <p:spPr>
          <a:xfrm>
            <a:off x="8621071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4ED6B5EF-AC49-83CD-AD55-88578E9EF903}"/>
              </a:ext>
            </a:extLst>
          </p:cNvPr>
          <p:cNvSpPr>
            <a:spLocks/>
          </p:cNvSpPr>
          <p:nvPr/>
        </p:nvSpPr>
        <p:spPr>
          <a:xfrm>
            <a:off x="869274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503AAA75-663A-750B-3BF5-7C8C84AE89E1}"/>
              </a:ext>
            </a:extLst>
          </p:cNvPr>
          <p:cNvSpPr>
            <a:spLocks/>
          </p:cNvSpPr>
          <p:nvPr/>
        </p:nvSpPr>
        <p:spPr>
          <a:xfrm>
            <a:off x="86864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61ABE27E-0490-9987-EA04-56E8AF3CFE48}"/>
              </a:ext>
            </a:extLst>
          </p:cNvPr>
          <p:cNvSpPr>
            <a:spLocks/>
          </p:cNvSpPr>
          <p:nvPr/>
        </p:nvSpPr>
        <p:spPr>
          <a:xfrm>
            <a:off x="8710404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DE4D7AC7-CAFB-1BB1-1DDF-2F45350C9D24}"/>
              </a:ext>
            </a:extLst>
          </p:cNvPr>
          <p:cNvSpPr>
            <a:spLocks/>
          </p:cNvSpPr>
          <p:nvPr/>
        </p:nvSpPr>
        <p:spPr>
          <a:xfrm>
            <a:off x="864383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D03CEBAF-7033-4EC8-E642-D0534DE3648F}"/>
              </a:ext>
            </a:extLst>
          </p:cNvPr>
          <p:cNvSpPr>
            <a:spLocks/>
          </p:cNvSpPr>
          <p:nvPr/>
        </p:nvSpPr>
        <p:spPr>
          <a:xfrm>
            <a:off x="865974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A5B675DA-CC7F-C4F1-E68C-120F5E38DAB2}"/>
              </a:ext>
            </a:extLst>
          </p:cNvPr>
          <p:cNvSpPr>
            <a:spLocks/>
          </p:cNvSpPr>
          <p:nvPr/>
        </p:nvSpPr>
        <p:spPr>
          <a:xfrm>
            <a:off x="8678230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40EE6951-F3E6-4D26-569A-DDD8A51CE4E0}"/>
              </a:ext>
            </a:extLst>
          </p:cNvPr>
          <p:cNvSpPr>
            <a:spLocks/>
          </p:cNvSpPr>
          <p:nvPr/>
        </p:nvSpPr>
        <p:spPr>
          <a:xfrm>
            <a:off x="868596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AE15AB1C-FE30-5DD1-2F15-652F0D07C029}"/>
              </a:ext>
            </a:extLst>
          </p:cNvPr>
          <p:cNvSpPr>
            <a:spLocks/>
          </p:cNvSpPr>
          <p:nvPr/>
        </p:nvSpPr>
        <p:spPr>
          <a:xfrm>
            <a:off x="862237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54780B24-C3CC-6ADD-18DA-3561A850EB0B}"/>
              </a:ext>
            </a:extLst>
          </p:cNvPr>
          <p:cNvSpPr>
            <a:spLocks/>
          </p:cNvSpPr>
          <p:nvPr/>
        </p:nvSpPr>
        <p:spPr>
          <a:xfrm>
            <a:off x="86491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5D15F954-6121-8427-E299-0AC027E3FFA8}"/>
              </a:ext>
            </a:extLst>
          </p:cNvPr>
          <p:cNvSpPr>
            <a:spLocks/>
          </p:cNvSpPr>
          <p:nvPr/>
        </p:nvSpPr>
        <p:spPr>
          <a:xfrm>
            <a:off x="86399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963C2226-D345-40F8-6938-E23E841F2F9E}"/>
              </a:ext>
            </a:extLst>
          </p:cNvPr>
          <p:cNvSpPr>
            <a:spLocks/>
          </p:cNvSpPr>
          <p:nvPr/>
        </p:nvSpPr>
        <p:spPr>
          <a:xfrm>
            <a:off x="860658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F484249B-D377-673E-9342-7E36FF0171C9}"/>
              </a:ext>
            </a:extLst>
          </p:cNvPr>
          <p:cNvSpPr>
            <a:spLocks/>
          </p:cNvSpPr>
          <p:nvPr/>
        </p:nvSpPr>
        <p:spPr>
          <a:xfrm>
            <a:off x="860763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AEFAF883-8759-3A1C-13C5-859F946B3C61}"/>
              </a:ext>
            </a:extLst>
          </p:cNvPr>
          <p:cNvSpPr>
            <a:spLocks/>
          </p:cNvSpPr>
          <p:nvPr/>
        </p:nvSpPr>
        <p:spPr>
          <a:xfrm>
            <a:off x="8637365" y="20861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C8954D11-30FC-866A-6601-B1DFD41789F1}"/>
              </a:ext>
            </a:extLst>
          </p:cNvPr>
          <p:cNvSpPr>
            <a:spLocks/>
          </p:cNvSpPr>
          <p:nvPr/>
        </p:nvSpPr>
        <p:spPr>
          <a:xfrm>
            <a:off x="870639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7FCD6523-0867-C9CF-A0E2-003F0D6C28E7}"/>
              </a:ext>
            </a:extLst>
          </p:cNvPr>
          <p:cNvSpPr>
            <a:spLocks/>
          </p:cNvSpPr>
          <p:nvPr/>
        </p:nvSpPr>
        <p:spPr>
          <a:xfrm>
            <a:off x="8625799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D7C6352D-637D-1E7C-6C01-AB6D13F8B4C0}"/>
              </a:ext>
            </a:extLst>
          </p:cNvPr>
          <p:cNvSpPr>
            <a:spLocks/>
          </p:cNvSpPr>
          <p:nvPr/>
        </p:nvSpPr>
        <p:spPr>
          <a:xfrm>
            <a:off x="8705795" y="219841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DBFF1025-19D8-10AB-8E7A-E9029DFF3325}"/>
              </a:ext>
            </a:extLst>
          </p:cNvPr>
          <p:cNvSpPr>
            <a:spLocks/>
          </p:cNvSpPr>
          <p:nvPr/>
        </p:nvSpPr>
        <p:spPr>
          <a:xfrm>
            <a:off x="86114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094511E9-F91A-4BD5-1E3F-C7C4F0F0AEED}"/>
              </a:ext>
            </a:extLst>
          </p:cNvPr>
          <p:cNvSpPr>
            <a:spLocks/>
          </p:cNvSpPr>
          <p:nvPr/>
        </p:nvSpPr>
        <p:spPr>
          <a:xfrm>
            <a:off x="86958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D7EEC101-28E4-B9FE-D48A-AC73208BDDF7}"/>
              </a:ext>
            </a:extLst>
          </p:cNvPr>
          <p:cNvSpPr>
            <a:spLocks/>
          </p:cNvSpPr>
          <p:nvPr/>
        </p:nvSpPr>
        <p:spPr>
          <a:xfrm>
            <a:off x="8637256" y="32574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3F066A1F-6130-B1A0-2DB5-69BCFDF68109}"/>
              </a:ext>
            </a:extLst>
          </p:cNvPr>
          <p:cNvSpPr>
            <a:spLocks/>
          </p:cNvSpPr>
          <p:nvPr/>
        </p:nvSpPr>
        <p:spPr>
          <a:xfrm>
            <a:off x="864129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AEF581DB-4C75-F56F-39E7-84F1ADDE598C}"/>
              </a:ext>
            </a:extLst>
          </p:cNvPr>
          <p:cNvSpPr>
            <a:spLocks/>
          </p:cNvSpPr>
          <p:nvPr/>
        </p:nvSpPr>
        <p:spPr>
          <a:xfrm>
            <a:off x="860410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B2AE0CA2-897F-5B74-3CED-6AB747E2572A}"/>
              </a:ext>
            </a:extLst>
          </p:cNvPr>
          <p:cNvSpPr>
            <a:spLocks/>
          </p:cNvSpPr>
          <p:nvPr/>
        </p:nvSpPr>
        <p:spPr>
          <a:xfrm>
            <a:off x="865846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2AAD6D22-328B-FF57-8F76-FE6BF4DA82B9}"/>
              </a:ext>
            </a:extLst>
          </p:cNvPr>
          <p:cNvSpPr>
            <a:spLocks/>
          </p:cNvSpPr>
          <p:nvPr/>
        </p:nvSpPr>
        <p:spPr>
          <a:xfrm>
            <a:off x="86634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CAEA79B6-FBD2-9D00-ACD0-AF675EF33B5B}"/>
              </a:ext>
            </a:extLst>
          </p:cNvPr>
          <p:cNvSpPr>
            <a:spLocks/>
          </p:cNvSpPr>
          <p:nvPr/>
        </p:nvSpPr>
        <p:spPr>
          <a:xfrm>
            <a:off x="867974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14B44D56-3100-1713-0A47-2522FFA303CD}"/>
              </a:ext>
            </a:extLst>
          </p:cNvPr>
          <p:cNvSpPr>
            <a:spLocks/>
          </p:cNvSpPr>
          <p:nvPr/>
        </p:nvSpPr>
        <p:spPr>
          <a:xfrm>
            <a:off x="865813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4274CF10-BE0D-573A-C252-E81CA89EB936}"/>
              </a:ext>
            </a:extLst>
          </p:cNvPr>
          <p:cNvSpPr>
            <a:spLocks/>
          </p:cNvSpPr>
          <p:nvPr/>
        </p:nvSpPr>
        <p:spPr>
          <a:xfrm>
            <a:off x="86929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32CB20EE-2865-A958-2FD9-CDF72EB396E9}"/>
              </a:ext>
            </a:extLst>
          </p:cNvPr>
          <p:cNvSpPr>
            <a:spLocks/>
          </p:cNvSpPr>
          <p:nvPr/>
        </p:nvSpPr>
        <p:spPr>
          <a:xfrm>
            <a:off x="86732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B7B01AB2-C7BE-AFD6-3A7C-BFF381AFF356}"/>
              </a:ext>
            </a:extLst>
          </p:cNvPr>
          <p:cNvSpPr>
            <a:spLocks/>
          </p:cNvSpPr>
          <p:nvPr/>
        </p:nvSpPr>
        <p:spPr>
          <a:xfrm>
            <a:off x="86391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590AD293-AA82-77AC-1AE3-7DBBCB600023}"/>
              </a:ext>
            </a:extLst>
          </p:cNvPr>
          <p:cNvSpPr>
            <a:spLocks/>
          </p:cNvSpPr>
          <p:nvPr/>
        </p:nvSpPr>
        <p:spPr>
          <a:xfrm>
            <a:off x="863861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C871A49E-53CE-1766-7F62-CB8E3FC8CB43}"/>
              </a:ext>
            </a:extLst>
          </p:cNvPr>
          <p:cNvSpPr>
            <a:spLocks/>
          </p:cNvSpPr>
          <p:nvPr/>
        </p:nvSpPr>
        <p:spPr>
          <a:xfrm>
            <a:off x="86558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30240C5A-310A-5715-A4A1-4B450F673DB4}"/>
              </a:ext>
            </a:extLst>
          </p:cNvPr>
          <p:cNvSpPr>
            <a:spLocks/>
          </p:cNvSpPr>
          <p:nvPr/>
        </p:nvSpPr>
        <p:spPr>
          <a:xfrm>
            <a:off x="867048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1A16D9A8-809D-5146-3DCB-EF4029292D52}"/>
              </a:ext>
            </a:extLst>
          </p:cNvPr>
          <p:cNvSpPr>
            <a:spLocks/>
          </p:cNvSpPr>
          <p:nvPr/>
        </p:nvSpPr>
        <p:spPr>
          <a:xfrm>
            <a:off x="8620162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FB529C85-1507-1B86-9794-CE5B5DBDBEC1}"/>
              </a:ext>
            </a:extLst>
          </p:cNvPr>
          <p:cNvSpPr>
            <a:spLocks/>
          </p:cNvSpPr>
          <p:nvPr/>
        </p:nvSpPr>
        <p:spPr>
          <a:xfrm>
            <a:off x="8664770" y="2077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A2EC581F-36F1-4761-9609-DD577A510D5D}"/>
              </a:ext>
            </a:extLst>
          </p:cNvPr>
          <p:cNvSpPr>
            <a:spLocks/>
          </p:cNvSpPr>
          <p:nvPr/>
        </p:nvSpPr>
        <p:spPr>
          <a:xfrm>
            <a:off x="868361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3A3B2CE4-55C1-F77F-3799-3678F318C3A4}"/>
              </a:ext>
            </a:extLst>
          </p:cNvPr>
          <p:cNvSpPr>
            <a:spLocks/>
          </p:cNvSpPr>
          <p:nvPr/>
        </p:nvSpPr>
        <p:spPr>
          <a:xfrm>
            <a:off x="86120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1E059D00-33C5-04CE-C9E0-3CC4D3F364C2}"/>
              </a:ext>
            </a:extLst>
          </p:cNvPr>
          <p:cNvSpPr>
            <a:spLocks/>
          </p:cNvSpPr>
          <p:nvPr/>
        </p:nvSpPr>
        <p:spPr>
          <a:xfrm>
            <a:off x="870425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E642EDEE-7A7C-6366-7462-51AFF416E659}"/>
              </a:ext>
            </a:extLst>
          </p:cNvPr>
          <p:cNvSpPr>
            <a:spLocks/>
          </p:cNvSpPr>
          <p:nvPr/>
        </p:nvSpPr>
        <p:spPr>
          <a:xfrm>
            <a:off x="865967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94E9BD54-897D-5751-3422-D0D201F1ECD5}"/>
              </a:ext>
            </a:extLst>
          </p:cNvPr>
          <p:cNvSpPr>
            <a:spLocks/>
          </p:cNvSpPr>
          <p:nvPr/>
        </p:nvSpPr>
        <p:spPr>
          <a:xfrm>
            <a:off x="86902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5104E710-AD35-8E4E-BC00-F71212C767F5}"/>
              </a:ext>
            </a:extLst>
          </p:cNvPr>
          <p:cNvSpPr>
            <a:spLocks/>
          </p:cNvSpPr>
          <p:nvPr/>
        </p:nvSpPr>
        <p:spPr>
          <a:xfrm>
            <a:off x="86393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340985A4-9B68-2E73-4490-60BCF2EE3109}"/>
              </a:ext>
            </a:extLst>
          </p:cNvPr>
          <p:cNvSpPr>
            <a:spLocks/>
          </p:cNvSpPr>
          <p:nvPr/>
        </p:nvSpPr>
        <p:spPr>
          <a:xfrm>
            <a:off x="868513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5767886F-1FDC-6E94-7D40-4A4E695F3F3B}"/>
              </a:ext>
            </a:extLst>
          </p:cNvPr>
          <p:cNvSpPr>
            <a:spLocks/>
          </p:cNvSpPr>
          <p:nvPr/>
        </p:nvSpPr>
        <p:spPr>
          <a:xfrm>
            <a:off x="8605934" y="2488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1F7FD4C5-59E8-A700-3186-6CDE6168A510}"/>
              </a:ext>
            </a:extLst>
          </p:cNvPr>
          <p:cNvSpPr>
            <a:spLocks/>
          </p:cNvSpPr>
          <p:nvPr/>
        </p:nvSpPr>
        <p:spPr>
          <a:xfrm>
            <a:off x="8596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729DC675-74D7-4728-33DD-60D142F59D6B}"/>
              </a:ext>
            </a:extLst>
          </p:cNvPr>
          <p:cNvSpPr>
            <a:spLocks/>
          </p:cNvSpPr>
          <p:nvPr/>
        </p:nvSpPr>
        <p:spPr>
          <a:xfrm>
            <a:off x="86960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EE65F2F9-CA4B-B46A-1A32-2C1C294D30BA}"/>
              </a:ext>
            </a:extLst>
          </p:cNvPr>
          <p:cNvSpPr>
            <a:spLocks/>
          </p:cNvSpPr>
          <p:nvPr/>
        </p:nvSpPr>
        <p:spPr>
          <a:xfrm>
            <a:off x="860229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20676B0C-ECF8-BFB2-C5AB-8F6346D483EC}"/>
              </a:ext>
            </a:extLst>
          </p:cNvPr>
          <p:cNvSpPr>
            <a:spLocks/>
          </p:cNvSpPr>
          <p:nvPr/>
        </p:nvSpPr>
        <p:spPr>
          <a:xfrm>
            <a:off x="86520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706C0FD7-582F-D8BF-BE3B-193DB2273FC5}"/>
              </a:ext>
            </a:extLst>
          </p:cNvPr>
          <p:cNvSpPr>
            <a:spLocks/>
          </p:cNvSpPr>
          <p:nvPr/>
        </p:nvSpPr>
        <p:spPr>
          <a:xfrm>
            <a:off x="8682990" y="24413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0E4FE7E3-AE84-9252-5C95-44C6FCE5CD9C}"/>
              </a:ext>
            </a:extLst>
          </p:cNvPr>
          <p:cNvSpPr>
            <a:spLocks/>
          </p:cNvSpPr>
          <p:nvPr/>
        </p:nvSpPr>
        <p:spPr>
          <a:xfrm>
            <a:off x="8638120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B85933C0-7C5A-9A5B-F700-4B2F544DB63E}"/>
              </a:ext>
            </a:extLst>
          </p:cNvPr>
          <p:cNvSpPr>
            <a:spLocks/>
          </p:cNvSpPr>
          <p:nvPr/>
        </p:nvSpPr>
        <p:spPr>
          <a:xfrm>
            <a:off x="869324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F31C409E-927D-0857-450C-CFA6FEF83C5A}"/>
              </a:ext>
            </a:extLst>
          </p:cNvPr>
          <p:cNvSpPr>
            <a:spLocks/>
          </p:cNvSpPr>
          <p:nvPr/>
        </p:nvSpPr>
        <p:spPr>
          <a:xfrm>
            <a:off x="861969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25255275-8B90-F323-EC29-C1A4D43D731E}"/>
              </a:ext>
            </a:extLst>
          </p:cNvPr>
          <p:cNvSpPr>
            <a:spLocks/>
          </p:cNvSpPr>
          <p:nvPr/>
        </p:nvSpPr>
        <p:spPr>
          <a:xfrm>
            <a:off x="866152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C54085EA-69D5-482B-74FC-4BB362996307}"/>
              </a:ext>
            </a:extLst>
          </p:cNvPr>
          <p:cNvSpPr>
            <a:spLocks/>
          </p:cNvSpPr>
          <p:nvPr/>
        </p:nvSpPr>
        <p:spPr>
          <a:xfrm>
            <a:off x="859492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DC000861-39D1-8743-47EA-DEBBF95157C4}"/>
              </a:ext>
            </a:extLst>
          </p:cNvPr>
          <p:cNvSpPr>
            <a:spLocks/>
          </p:cNvSpPr>
          <p:nvPr/>
        </p:nvSpPr>
        <p:spPr>
          <a:xfrm>
            <a:off x="871523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DEFC9463-098A-643C-4326-592E055A572D}"/>
              </a:ext>
            </a:extLst>
          </p:cNvPr>
          <p:cNvSpPr>
            <a:spLocks/>
          </p:cNvSpPr>
          <p:nvPr/>
        </p:nvSpPr>
        <p:spPr>
          <a:xfrm>
            <a:off x="869247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46D4BB7E-7A10-C592-14B6-E561A3F4C671}"/>
              </a:ext>
            </a:extLst>
          </p:cNvPr>
          <p:cNvSpPr>
            <a:spLocks/>
          </p:cNvSpPr>
          <p:nvPr/>
        </p:nvSpPr>
        <p:spPr>
          <a:xfrm>
            <a:off x="868823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3E3337D8-E2EC-7398-3353-18CA47527D64}"/>
              </a:ext>
            </a:extLst>
          </p:cNvPr>
          <p:cNvSpPr>
            <a:spLocks/>
          </p:cNvSpPr>
          <p:nvPr/>
        </p:nvSpPr>
        <p:spPr>
          <a:xfrm>
            <a:off x="8605710" y="23466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7A63DFEC-3740-BDDC-DA31-68E76A4A31DD}"/>
              </a:ext>
            </a:extLst>
          </p:cNvPr>
          <p:cNvSpPr>
            <a:spLocks/>
          </p:cNvSpPr>
          <p:nvPr/>
        </p:nvSpPr>
        <p:spPr>
          <a:xfrm>
            <a:off x="87079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B63EA09F-680C-07F1-D65C-4D5E15EC2F9D}"/>
              </a:ext>
            </a:extLst>
          </p:cNvPr>
          <p:cNvSpPr>
            <a:spLocks/>
          </p:cNvSpPr>
          <p:nvPr/>
        </p:nvSpPr>
        <p:spPr>
          <a:xfrm>
            <a:off x="8691888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39159F29-B7C2-9BB9-290B-12CD04AAFE80}"/>
              </a:ext>
            </a:extLst>
          </p:cNvPr>
          <p:cNvSpPr>
            <a:spLocks/>
          </p:cNvSpPr>
          <p:nvPr/>
        </p:nvSpPr>
        <p:spPr>
          <a:xfrm>
            <a:off x="86587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70C297D6-85F4-3FE5-735A-17E16C0B5D3C}"/>
              </a:ext>
            </a:extLst>
          </p:cNvPr>
          <p:cNvSpPr>
            <a:spLocks/>
          </p:cNvSpPr>
          <p:nvPr/>
        </p:nvSpPr>
        <p:spPr>
          <a:xfrm>
            <a:off x="86642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265098A3-3425-E566-11DB-C71BB88AAA79}"/>
              </a:ext>
            </a:extLst>
          </p:cNvPr>
          <p:cNvSpPr>
            <a:spLocks/>
          </p:cNvSpPr>
          <p:nvPr/>
        </p:nvSpPr>
        <p:spPr>
          <a:xfrm>
            <a:off x="86412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C9EAE133-BED6-4844-0979-88753448DD68}"/>
              </a:ext>
            </a:extLst>
          </p:cNvPr>
          <p:cNvSpPr>
            <a:spLocks/>
          </p:cNvSpPr>
          <p:nvPr/>
        </p:nvSpPr>
        <p:spPr>
          <a:xfrm>
            <a:off x="867464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4B2403E0-8CC3-C16E-73B9-1FD456726B5B}"/>
              </a:ext>
            </a:extLst>
          </p:cNvPr>
          <p:cNvSpPr>
            <a:spLocks/>
          </p:cNvSpPr>
          <p:nvPr/>
        </p:nvSpPr>
        <p:spPr>
          <a:xfrm>
            <a:off x="86010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EB5DD380-47A1-2B0C-A78E-2499575748E2}"/>
              </a:ext>
            </a:extLst>
          </p:cNvPr>
          <p:cNvSpPr>
            <a:spLocks/>
          </p:cNvSpPr>
          <p:nvPr/>
        </p:nvSpPr>
        <p:spPr>
          <a:xfrm>
            <a:off x="863818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DE576058-6779-0332-C1F0-2174D82951DF}"/>
              </a:ext>
            </a:extLst>
          </p:cNvPr>
          <p:cNvSpPr>
            <a:spLocks/>
          </p:cNvSpPr>
          <p:nvPr/>
        </p:nvSpPr>
        <p:spPr>
          <a:xfrm>
            <a:off x="8636766" y="33351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B5ED7CA2-BDA5-5896-059B-2B5A6C61F82E}"/>
              </a:ext>
            </a:extLst>
          </p:cNvPr>
          <p:cNvSpPr>
            <a:spLocks/>
          </p:cNvSpPr>
          <p:nvPr/>
        </p:nvSpPr>
        <p:spPr>
          <a:xfrm>
            <a:off x="871288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BD5C62E-B762-DBC8-B1E0-639982E93D09}"/>
              </a:ext>
            </a:extLst>
          </p:cNvPr>
          <p:cNvSpPr>
            <a:spLocks/>
          </p:cNvSpPr>
          <p:nvPr/>
        </p:nvSpPr>
        <p:spPr>
          <a:xfrm>
            <a:off x="87081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041B7454-89CE-BA48-0B5E-932677076EC2}"/>
              </a:ext>
            </a:extLst>
          </p:cNvPr>
          <p:cNvSpPr>
            <a:spLocks/>
          </p:cNvSpPr>
          <p:nvPr/>
        </p:nvSpPr>
        <p:spPr>
          <a:xfrm>
            <a:off x="864852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62FBB904-DA94-67DF-B91B-1537D0A21491}"/>
              </a:ext>
            </a:extLst>
          </p:cNvPr>
          <p:cNvSpPr>
            <a:spLocks/>
          </p:cNvSpPr>
          <p:nvPr/>
        </p:nvSpPr>
        <p:spPr>
          <a:xfrm>
            <a:off x="862965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9DE8FEB8-A101-1947-A617-02B831C4954B}"/>
              </a:ext>
            </a:extLst>
          </p:cNvPr>
          <p:cNvSpPr>
            <a:spLocks/>
          </p:cNvSpPr>
          <p:nvPr/>
        </p:nvSpPr>
        <p:spPr>
          <a:xfrm>
            <a:off x="86827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4DBC5D60-96C6-8FAE-F8BF-F3E1A56C3030}"/>
              </a:ext>
            </a:extLst>
          </p:cNvPr>
          <p:cNvSpPr>
            <a:spLocks/>
          </p:cNvSpPr>
          <p:nvPr/>
        </p:nvSpPr>
        <p:spPr>
          <a:xfrm>
            <a:off x="8689873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A33F2515-7671-CEF2-27DB-6E16C06FC03B}"/>
              </a:ext>
            </a:extLst>
          </p:cNvPr>
          <p:cNvSpPr>
            <a:spLocks/>
          </p:cNvSpPr>
          <p:nvPr/>
        </p:nvSpPr>
        <p:spPr>
          <a:xfrm>
            <a:off x="860401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FF854D35-021C-CB80-0257-3318D1D1F306}"/>
              </a:ext>
            </a:extLst>
          </p:cNvPr>
          <p:cNvSpPr>
            <a:spLocks/>
          </p:cNvSpPr>
          <p:nvPr/>
        </p:nvSpPr>
        <p:spPr>
          <a:xfrm>
            <a:off x="866424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5905A49E-7533-939C-B70D-2B5FDC21767B}"/>
              </a:ext>
            </a:extLst>
          </p:cNvPr>
          <p:cNvSpPr>
            <a:spLocks/>
          </p:cNvSpPr>
          <p:nvPr/>
        </p:nvSpPr>
        <p:spPr>
          <a:xfrm>
            <a:off x="86947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BF742010-9D22-694E-C1DC-376793E566F5}"/>
              </a:ext>
            </a:extLst>
          </p:cNvPr>
          <p:cNvSpPr>
            <a:spLocks/>
          </p:cNvSpPr>
          <p:nvPr/>
        </p:nvSpPr>
        <p:spPr>
          <a:xfrm>
            <a:off x="863141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B5DB50C1-E6E8-099F-6F2C-A3128DE57694}"/>
              </a:ext>
            </a:extLst>
          </p:cNvPr>
          <p:cNvSpPr>
            <a:spLocks/>
          </p:cNvSpPr>
          <p:nvPr/>
        </p:nvSpPr>
        <p:spPr>
          <a:xfrm>
            <a:off x="86331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4CCCB164-5C08-2A5D-1703-62C6F2BCED6B}"/>
              </a:ext>
            </a:extLst>
          </p:cNvPr>
          <p:cNvSpPr>
            <a:spLocks/>
          </p:cNvSpPr>
          <p:nvPr/>
        </p:nvSpPr>
        <p:spPr>
          <a:xfrm>
            <a:off x="8679963" y="3068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E758371A-ADB1-0EB9-956D-1214BF3E34A4}"/>
              </a:ext>
            </a:extLst>
          </p:cNvPr>
          <p:cNvSpPr>
            <a:spLocks/>
          </p:cNvSpPr>
          <p:nvPr/>
        </p:nvSpPr>
        <p:spPr>
          <a:xfrm>
            <a:off x="863324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764BC9AB-11E7-1DE0-2A7F-0B941E927F4E}"/>
              </a:ext>
            </a:extLst>
          </p:cNvPr>
          <p:cNvSpPr>
            <a:spLocks/>
          </p:cNvSpPr>
          <p:nvPr/>
        </p:nvSpPr>
        <p:spPr>
          <a:xfrm>
            <a:off x="8594295" y="33730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8D9D1AAC-C817-189D-E9C3-0FB31C524EE3}"/>
              </a:ext>
            </a:extLst>
          </p:cNvPr>
          <p:cNvSpPr>
            <a:spLocks/>
          </p:cNvSpPr>
          <p:nvPr/>
        </p:nvSpPr>
        <p:spPr>
          <a:xfrm>
            <a:off x="8596511" y="30488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B5D940CD-BF9F-2A6B-6365-19C18CEF0447}"/>
              </a:ext>
            </a:extLst>
          </p:cNvPr>
          <p:cNvSpPr>
            <a:spLocks/>
          </p:cNvSpPr>
          <p:nvPr/>
        </p:nvSpPr>
        <p:spPr>
          <a:xfrm>
            <a:off x="8659441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67663413-2C09-30D4-9503-6A81848C29AD}"/>
              </a:ext>
            </a:extLst>
          </p:cNvPr>
          <p:cNvSpPr>
            <a:spLocks/>
          </p:cNvSpPr>
          <p:nvPr/>
        </p:nvSpPr>
        <p:spPr>
          <a:xfrm>
            <a:off x="8647035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97A2C320-01C7-FE79-32B3-CE360565FAF6}"/>
              </a:ext>
            </a:extLst>
          </p:cNvPr>
          <p:cNvSpPr>
            <a:spLocks/>
          </p:cNvSpPr>
          <p:nvPr/>
        </p:nvSpPr>
        <p:spPr>
          <a:xfrm>
            <a:off x="867139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885288EF-CFBC-1A93-28C6-8EC4DE0B8A77}"/>
              </a:ext>
            </a:extLst>
          </p:cNvPr>
          <p:cNvSpPr>
            <a:spLocks/>
          </p:cNvSpPr>
          <p:nvPr/>
        </p:nvSpPr>
        <p:spPr>
          <a:xfrm>
            <a:off x="867593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CE8DD645-9FF7-DD6B-87A7-87EFD2D1D282}"/>
              </a:ext>
            </a:extLst>
          </p:cNvPr>
          <p:cNvSpPr>
            <a:spLocks/>
          </p:cNvSpPr>
          <p:nvPr/>
        </p:nvSpPr>
        <p:spPr>
          <a:xfrm>
            <a:off x="860820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20415919-01EB-16D6-FFBE-190FE368AEC1}"/>
              </a:ext>
            </a:extLst>
          </p:cNvPr>
          <p:cNvSpPr>
            <a:spLocks/>
          </p:cNvSpPr>
          <p:nvPr/>
        </p:nvSpPr>
        <p:spPr>
          <a:xfrm>
            <a:off x="86942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52D86240-61DF-0E94-2F74-5FFC279DD881}"/>
              </a:ext>
            </a:extLst>
          </p:cNvPr>
          <p:cNvSpPr>
            <a:spLocks/>
          </p:cNvSpPr>
          <p:nvPr/>
        </p:nvSpPr>
        <p:spPr>
          <a:xfrm>
            <a:off x="861944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8876440C-E8F2-F04E-2423-7EF07478B750}"/>
              </a:ext>
            </a:extLst>
          </p:cNvPr>
          <p:cNvSpPr>
            <a:spLocks/>
          </p:cNvSpPr>
          <p:nvPr/>
        </p:nvSpPr>
        <p:spPr>
          <a:xfrm>
            <a:off x="8662475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4181094D-E36B-EEBD-F191-3B95B561A97F}"/>
              </a:ext>
            </a:extLst>
          </p:cNvPr>
          <p:cNvSpPr>
            <a:spLocks/>
          </p:cNvSpPr>
          <p:nvPr/>
        </p:nvSpPr>
        <p:spPr>
          <a:xfrm>
            <a:off x="8687933" y="32650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B4023D4E-AFC1-5A06-2F8B-5FAA9599D702}"/>
              </a:ext>
            </a:extLst>
          </p:cNvPr>
          <p:cNvSpPr>
            <a:spLocks/>
          </p:cNvSpPr>
          <p:nvPr/>
        </p:nvSpPr>
        <p:spPr>
          <a:xfrm>
            <a:off x="86309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1B24DFB6-7EDD-6ADE-0AEC-462AC9116E6E}"/>
              </a:ext>
            </a:extLst>
          </p:cNvPr>
          <p:cNvSpPr>
            <a:spLocks/>
          </p:cNvSpPr>
          <p:nvPr/>
        </p:nvSpPr>
        <p:spPr>
          <a:xfrm>
            <a:off x="870114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617636D3-92D0-FBF2-71F5-822F0BA4F666}"/>
              </a:ext>
            </a:extLst>
          </p:cNvPr>
          <p:cNvSpPr>
            <a:spLocks/>
          </p:cNvSpPr>
          <p:nvPr/>
        </p:nvSpPr>
        <p:spPr>
          <a:xfrm>
            <a:off x="867432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9259AAE4-0B1B-5A1D-C208-ED5E8D385166}"/>
              </a:ext>
            </a:extLst>
          </p:cNvPr>
          <p:cNvSpPr>
            <a:spLocks/>
          </p:cNvSpPr>
          <p:nvPr/>
        </p:nvSpPr>
        <p:spPr>
          <a:xfrm>
            <a:off x="860365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E75690D9-3C3A-DD72-C57A-5985D75E64DA}"/>
              </a:ext>
            </a:extLst>
          </p:cNvPr>
          <p:cNvSpPr>
            <a:spLocks/>
          </p:cNvSpPr>
          <p:nvPr/>
        </p:nvSpPr>
        <p:spPr>
          <a:xfrm>
            <a:off x="8651008" y="2754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5F8CF21D-C67D-EA73-E2DE-DB87ECC404BD}"/>
              </a:ext>
            </a:extLst>
          </p:cNvPr>
          <p:cNvSpPr>
            <a:spLocks/>
          </p:cNvSpPr>
          <p:nvPr/>
        </p:nvSpPr>
        <p:spPr>
          <a:xfrm>
            <a:off x="86762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2681">
            <a:extLst>
              <a:ext uri="{FF2B5EF4-FFF2-40B4-BE49-F238E27FC236}">
                <a16:creationId xmlns:a16="http://schemas.microsoft.com/office/drawing/2014/main" id="{B4D52E5F-D145-11FB-691F-ADEB0D452C03}"/>
              </a:ext>
            </a:extLst>
          </p:cNvPr>
          <p:cNvSpPr>
            <a:spLocks/>
          </p:cNvSpPr>
          <p:nvPr/>
        </p:nvSpPr>
        <p:spPr>
          <a:xfrm>
            <a:off x="87123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D44EE10C-352F-389D-A165-E7C87A8A042F}"/>
              </a:ext>
            </a:extLst>
          </p:cNvPr>
          <p:cNvSpPr>
            <a:spLocks/>
          </p:cNvSpPr>
          <p:nvPr/>
        </p:nvSpPr>
        <p:spPr>
          <a:xfrm>
            <a:off x="869917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B90303E9-2114-9454-99C9-751B0BD5920F}"/>
              </a:ext>
            </a:extLst>
          </p:cNvPr>
          <p:cNvSpPr>
            <a:spLocks/>
          </p:cNvSpPr>
          <p:nvPr/>
        </p:nvSpPr>
        <p:spPr>
          <a:xfrm>
            <a:off x="86343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8B2B810E-9DF8-BF52-80C7-05769B5BD942}"/>
              </a:ext>
            </a:extLst>
          </p:cNvPr>
          <p:cNvSpPr>
            <a:spLocks/>
          </p:cNvSpPr>
          <p:nvPr/>
        </p:nvSpPr>
        <p:spPr>
          <a:xfrm>
            <a:off x="86142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81C298A1-02F2-B7D8-0284-FECE1E9FAE5B}"/>
              </a:ext>
            </a:extLst>
          </p:cNvPr>
          <p:cNvSpPr>
            <a:spLocks/>
          </p:cNvSpPr>
          <p:nvPr/>
        </p:nvSpPr>
        <p:spPr>
          <a:xfrm>
            <a:off x="8710518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274395A1-9436-3FCD-04CC-A529A49C2C10}"/>
              </a:ext>
            </a:extLst>
          </p:cNvPr>
          <p:cNvSpPr>
            <a:spLocks/>
          </p:cNvSpPr>
          <p:nvPr/>
        </p:nvSpPr>
        <p:spPr>
          <a:xfrm>
            <a:off x="87023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43B7E7BF-5653-5B26-D17A-E27C8EDD1AFD}"/>
              </a:ext>
            </a:extLst>
          </p:cNvPr>
          <p:cNvSpPr>
            <a:spLocks/>
          </p:cNvSpPr>
          <p:nvPr/>
        </p:nvSpPr>
        <p:spPr>
          <a:xfrm>
            <a:off x="86246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6E8037ED-0028-6CA1-28A7-77045E82E2E7}"/>
              </a:ext>
            </a:extLst>
          </p:cNvPr>
          <p:cNvSpPr>
            <a:spLocks/>
          </p:cNvSpPr>
          <p:nvPr/>
        </p:nvSpPr>
        <p:spPr>
          <a:xfrm>
            <a:off x="8674407" y="2241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D7472AD7-051B-DA4F-1E74-8206A4464416}"/>
              </a:ext>
            </a:extLst>
          </p:cNvPr>
          <p:cNvSpPr>
            <a:spLocks/>
          </p:cNvSpPr>
          <p:nvPr/>
        </p:nvSpPr>
        <p:spPr>
          <a:xfrm>
            <a:off x="8715487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03AF84B4-612F-F345-5E3A-0DBC269E650D}"/>
              </a:ext>
            </a:extLst>
          </p:cNvPr>
          <p:cNvSpPr>
            <a:spLocks/>
          </p:cNvSpPr>
          <p:nvPr/>
        </p:nvSpPr>
        <p:spPr>
          <a:xfrm>
            <a:off x="86386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A84112AF-A1AE-059F-5A34-2CB8AB01CC67}"/>
              </a:ext>
            </a:extLst>
          </p:cNvPr>
          <p:cNvSpPr>
            <a:spLocks/>
          </p:cNvSpPr>
          <p:nvPr/>
        </p:nvSpPr>
        <p:spPr>
          <a:xfrm>
            <a:off x="8649689" y="34035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A009A069-7656-1BAB-5B98-EFC1F4F65593}"/>
              </a:ext>
            </a:extLst>
          </p:cNvPr>
          <p:cNvSpPr>
            <a:spLocks/>
          </p:cNvSpPr>
          <p:nvPr/>
        </p:nvSpPr>
        <p:spPr>
          <a:xfrm>
            <a:off x="8609509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A0A9288C-243B-2632-9B36-902174F7F76C}"/>
              </a:ext>
            </a:extLst>
          </p:cNvPr>
          <p:cNvSpPr>
            <a:spLocks/>
          </p:cNvSpPr>
          <p:nvPr/>
        </p:nvSpPr>
        <p:spPr>
          <a:xfrm>
            <a:off x="86429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A4B34C8F-EC93-FA35-C324-36000B29A669}"/>
              </a:ext>
            </a:extLst>
          </p:cNvPr>
          <p:cNvSpPr>
            <a:spLocks/>
          </p:cNvSpPr>
          <p:nvPr/>
        </p:nvSpPr>
        <p:spPr>
          <a:xfrm>
            <a:off x="86151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5EE684B4-8DF9-EE38-5FA9-A4229C9AF352}"/>
              </a:ext>
            </a:extLst>
          </p:cNvPr>
          <p:cNvSpPr>
            <a:spLocks/>
          </p:cNvSpPr>
          <p:nvPr/>
        </p:nvSpPr>
        <p:spPr>
          <a:xfrm>
            <a:off x="86175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5FCCB2BD-E7CB-399C-FA83-0CD8AFD832D6}"/>
              </a:ext>
            </a:extLst>
          </p:cNvPr>
          <p:cNvSpPr>
            <a:spLocks/>
          </p:cNvSpPr>
          <p:nvPr/>
        </p:nvSpPr>
        <p:spPr>
          <a:xfrm>
            <a:off x="8608896" y="3453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2697">
            <a:extLst>
              <a:ext uri="{FF2B5EF4-FFF2-40B4-BE49-F238E27FC236}">
                <a16:creationId xmlns:a16="http://schemas.microsoft.com/office/drawing/2014/main" id="{51DF7600-C0C2-4A49-6570-DBF4C9258EFD}"/>
              </a:ext>
            </a:extLst>
          </p:cNvPr>
          <p:cNvSpPr>
            <a:spLocks/>
          </p:cNvSpPr>
          <p:nvPr/>
        </p:nvSpPr>
        <p:spPr>
          <a:xfrm>
            <a:off x="860305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53A54592-27B7-CBD3-AC48-C2CE1A11335B}"/>
              </a:ext>
            </a:extLst>
          </p:cNvPr>
          <p:cNvSpPr>
            <a:spLocks/>
          </p:cNvSpPr>
          <p:nvPr/>
        </p:nvSpPr>
        <p:spPr>
          <a:xfrm>
            <a:off x="865879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2699">
            <a:extLst>
              <a:ext uri="{FF2B5EF4-FFF2-40B4-BE49-F238E27FC236}">
                <a16:creationId xmlns:a16="http://schemas.microsoft.com/office/drawing/2014/main" id="{4E087257-2042-C5C9-45B7-5799C269D914}"/>
              </a:ext>
            </a:extLst>
          </p:cNvPr>
          <p:cNvSpPr>
            <a:spLocks/>
          </p:cNvSpPr>
          <p:nvPr/>
        </p:nvSpPr>
        <p:spPr>
          <a:xfrm>
            <a:off x="6962962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1" name="data_2700">
            <a:extLst>
              <a:ext uri="{FF2B5EF4-FFF2-40B4-BE49-F238E27FC236}">
                <a16:creationId xmlns:a16="http://schemas.microsoft.com/office/drawing/2014/main" id="{2BD952A4-785B-5F96-0DB2-ADDEFB2AB730}"/>
              </a:ext>
            </a:extLst>
          </p:cNvPr>
          <p:cNvSpPr>
            <a:spLocks/>
          </p:cNvSpPr>
          <p:nvPr/>
        </p:nvSpPr>
        <p:spPr>
          <a:xfrm>
            <a:off x="6962962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2" name="text_2701">
            <a:extLst>
              <a:ext uri="{FF2B5EF4-FFF2-40B4-BE49-F238E27FC236}">
                <a16:creationId xmlns:a16="http://schemas.microsoft.com/office/drawing/2014/main" id="{6275B7DD-6D82-124D-8B29-9C2DEEDDA7A5}"/>
              </a:ext>
            </a:extLst>
          </p:cNvPr>
          <p:cNvSpPr>
            <a:spLocks/>
          </p:cNvSpPr>
          <p:nvPr/>
        </p:nvSpPr>
        <p:spPr>
          <a:xfrm>
            <a:off x="6484133" y="1291426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4C281860-CF28-D8A6-C857-055B3311E1EC}"/>
              </a:ext>
            </a:extLst>
          </p:cNvPr>
          <p:cNvSpPr>
            <a:spLocks/>
          </p:cNvSpPr>
          <p:nvPr/>
        </p:nvSpPr>
        <p:spPr>
          <a:xfrm>
            <a:off x="6962962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1ECEF497-F32F-377E-2E3E-1DA1A32DED84}"/>
              </a:ext>
            </a:extLst>
          </p:cNvPr>
          <p:cNvSpPr>
            <a:spLocks/>
          </p:cNvSpPr>
          <p:nvPr/>
        </p:nvSpPr>
        <p:spPr>
          <a:xfrm>
            <a:off x="7127604" y="2771896"/>
            <a:ext cx="191" cy="707315"/>
          </a:xfrm>
          <a:custGeom>
            <a:avLst/>
            <a:gdLst/>
            <a:ahLst/>
            <a:cxnLst/>
            <a:rect l="0" t="0" r="0" b="0"/>
            <a:pathLst>
              <a:path w="191" h="707315">
                <a:moveTo>
                  <a:pt x="0" y="7073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5" name="data_2704">
            <a:extLst>
              <a:ext uri="{FF2B5EF4-FFF2-40B4-BE49-F238E27FC236}">
                <a16:creationId xmlns:a16="http://schemas.microsoft.com/office/drawing/2014/main" id="{F01F98E0-40A4-3923-8D53-AC5C1EFC1A3D}"/>
              </a:ext>
            </a:extLst>
          </p:cNvPr>
          <p:cNvSpPr>
            <a:spLocks/>
          </p:cNvSpPr>
          <p:nvPr/>
        </p:nvSpPr>
        <p:spPr>
          <a:xfrm>
            <a:off x="7380899" y="1710924"/>
            <a:ext cx="191" cy="1178858"/>
          </a:xfrm>
          <a:custGeom>
            <a:avLst/>
            <a:gdLst/>
            <a:ahLst/>
            <a:cxnLst/>
            <a:rect l="0" t="0" r="0" b="0"/>
            <a:pathLst>
              <a:path w="191" h="1178858">
                <a:moveTo>
                  <a:pt x="0" y="11788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8D14CB4F-838D-EBBE-8ECA-75F2E03CFCE2}"/>
              </a:ext>
            </a:extLst>
          </p:cNvPr>
          <p:cNvSpPr>
            <a:spLocks/>
          </p:cNvSpPr>
          <p:nvPr/>
        </p:nvSpPr>
        <p:spPr>
          <a:xfrm>
            <a:off x="7634194" y="1710924"/>
            <a:ext cx="191" cy="685211"/>
          </a:xfrm>
          <a:custGeom>
            <a:avLst/>
            <a:gdLst/>
            <a:ahLst/>
            <a:cxnLst/>
            <a:rect l="0" t="0" r="0" b="0"/>
            <a:pathLst>
              <a:path w="191" h="685211">
                <a:moveTo>
                  <a:pt x="0" y="6852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07" name="data_2706">
            <a:extLst>
              <a:ext uri="{FF2B5EF4-FFF2-40B4-BE49-F238E27FC236}">
                <a16:creationId xmlns:a16="http://schemas.microsoft.com/office/drawing/2014/main" id="{47D5B427-4557-F0F1-4CFC-E7129F661081}"/>
              </a:ext>
            </a:extLst>
          </p:cNvPr>
          <p:cNvSpPr>
            <a:spLocks/>
          </p:cNvSpPr>
          <p:nvPr/>
        </p:nvSpPr>
        <p:spPr>
          <a:xfrm>
            <a:off x="8166114" y="2571800"/>
            <a:ext cx="191" cy="907410"/>
          </a:xfrm>
          <a:custGeom>
            <a:avLst/>
            <a:gdLst/>
            <a:ahLst/>
            <a:cxnLst/>
            <a:rect l="0" t="0" r="0" b="0"/>
            <a:pathLst>
              <a:path w="191" h="907410">
                <a:moveTo>
                  <a:pt x="0" y="90741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2AE93116-A368-ACB1-8C8B-AC2A9AFEB3E7}"/>
              </a:ext>
            </a:extLst>
          </p:cNvPr>
          <p:cNvSpPr>
            <a:spLocks/>
          </p:cNvSpPr>
          <p:nvPr/>
        </p:nvSpPr>
        <p:spPr>
          <a:xfrm>
            <a:off x="8419409" y="1710924"/>
            <a:ext cx="191" cy="1250431"/>
          </a:xfrm>
          <a:custGeom>
            <a:avLst/>
            <a:gdLst/>
            <a:ahLst/>
            <a:cxnLst/>
            <a:rect l="0" t="0" r="0" b="0"/>
            <a:pathLst>
              <a:path w="191" h="1250431">
                <a:moveTo>
                  <a:pt x="0" y="125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9" name="data_2708">
            <a:extLst>
              <a:ext uri="{FF2B5EF4-FFF2-40B4-BE49-F238E27FC236}">
                <a16:creationId xmlns:a16="http://schemas.microsoft.com/office/drawing/2014/main" id="{DFB54A4B-8064-EC21-57F3-2051C9C45C47}"/>
              </a:ext>
            </a:extLst>
          </p:cNvPr>
          <p:cNvSpPr>
            <a:spLocks/>
          </p:cNvSpPr>
          <p:nvPr/>
        </p:nvSpPr>
        <p:spPr>
          <a:xfrm>
            <a:off x="8672704" y="1710924"/>
            <a:ext cx="191" cy="884143"/>
          </a:xfrm>
          <a:custGeom>
            <a:avLst/>
            <a:gdLst/>
            <a:ahLst/>
            <a:cxnLst/>
            <a:rect l="0" t="0" r="0" b="0"/>
            <a:pathLst>
              <a:path w="191" h="884143">
                <a:moveTo>
                  <a:pt x="0" y="88414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EBB9E14D-9E4C-3764-3AC9-EF65A08E7702}"/>
              </a:ext>
            </a:extLst>
          </p:cNvPr>
          <p:cNvSpPr>
            <a:spLocks/>
          </p:cNvSpPr>
          <p:nvPr/>
        </p:nvSpPr>
        <p:spPr>
          <a:xfrm>
            <a:off x="7092135" y="32186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1" name="data_2710">
            <a:extLst>
              <a:ext uri="{FF2B5EF4-FFF2-40B4-BE49-F238E27FC236}">
                <a16:creationId xmlns:a16="http://schemas.microsoft.com/office/drawing/2014/main" id="{F7236F59-6C68-C57A-CDEA-B90AB09A6036}"/>
              </a:ext>
            </a:extLst>
          </p:cNvPr>
          <p:cNvSpPr>
            <a:spLocks/>
          </p:cNvSpPr>
          <p:nvPr/>
        </p:nvSpPr>
        <p:spPr>
          <a:xfrm>
            <a:off x="7345430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2" name="data_2711">
            <a:extLst>
              <a:ext uri="{FF2B5EF4-FFF2-40B4-BE49-F238E27FC236}">
                <a16:creationId xmlns:a16="http://schemas.microsoft.com/office/drawing/2014/main" id="{82CD3095-203E-D899-368F-7494E1CD2956}"/>
              </a:ext>
            </a:extLst>
          </p:cNvPr>
          <p:cNvSpPr>
            <a:spLocks/>
          </p:cNvSpPr>
          <p:nvPr/>
        </p:nvSpPr>
        <p:spPr>
          <a:xfrm>
            <a:off x="7598726" y="16754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28AA0B40-DFA1-E35D-C6D5-3260ED636AC8}"/>
              </a:ext>
            </a:extLst>
          </p:cNvPr>
          <p:cNvSpPr>
            <a:spLocks/>
          </p:cNvSpPr>
          <p:nvPr/>
        </p:nvSpPr>
        <p:spPr>
          <a:xfrm>
            <a:off x="8130645" y="317849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5C853053-E50C-8135-DA8F-173CF132D237}"/>
              </a:ext>
            </a:extLst>
          </p:cNvPr>
          <p:cNvSpPr>
            <a:spLocks/>
          </p:cNvSpPr>
          <p:nvPr/>
        </p:nvSpPr>
        <p:spPr>
          <a:xfrm>
            <a:off x="8383940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1C85EE9B-E854-6F2D-4DE3-041E87EE5AB2}"/>
              </a:ext>
            </a:extLst>
          </p:cNvPr>
          <p:cNvSpPr>
            <a:spLocks/>
          </p:cNvSpPr>
          <p:nvPr/>
        </p:nvSpPr>
        <p:spPr>
          <a:xfrm>
            <a:off x="8637236" y="205986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8F213159-DF37-2A75-3C4E-8249633D8FFF}"/>
              </a:ext>
            </a:extLst>
          </p:cNvPr>
          <p:cNvSpPr>
            <a:spLocks/>
          </p:cNvSpPr>
          <p:nvPr/>
        </p:nvSpPr>
        <p:spPr>
          <a:xfrm>
            <a:off x="1218944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0DEE34F6-B468-9ECA-0115-23CB6F2C61F7}"/>
              </a:ext>
            </a:extLst>
          </p:cNvPr>
          <p:cNvSpPr>
            <a:spLocks/>
          </p:cNvSpPr>
          <p:nvPr/>
        </p:nvSpPr>
        <p:spPr>
          <a:xfrm>
            <a:off x="1687540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8" name="text_2717">
            <a:extLst>
              <a:ext uri="{FF2B5EF4-FFF2-40B4-BE49-F238E27FC236}">
                <a16:creationId xmlns:a16="http://schemas.microsoft.com/office/drawing/2014/main" id="{AB5ED940-7A78-6C2C-B15B-0CEF2B4F7476}"/>
              </a:ext>
            </a:extLst>
          </p:cNvPr>
          <p:cNvSpPr>
            <a:spLocks/>
          </p:cNvSpPr>
          <p:nvPr/>
        </p:nvSpPr>
        <p:spPr>
          <a:xfrm>
            <a:off x="1321075" y="6598047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3FA0F7E1-92CA-E00B-DD85-A67CF18AD1B8}"/>
              </a:ext>
            </a:extLst>
          </p:cNvPr>
          <p:cNvSpPr>
            <a:spLocks/>
          </p:cNvSpPr>
          <p:nvPr/>
        </p:nvSpPr>
        <p:spPr>
          <a:xfrm>
            <a:off x="2624732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20" name="text_2719">
            <a:extLst>
              <a:ext uri="{FF2B5EF4-FFF2-40B4-BE49-F238E27FC236}">
                <a16:creationId xmlns:a16="http://schemas.microsoft.com/office/drawing/2014/main" id="{4DD7E1C2-249A-4430-5B54-96CE23D392FE}"/>
              </a:ext>
            </a:extLst>
          </p:cNvPr>
          <p:cNvSpPr>
            <a:spLocks/>
          </p:cNvSpPr>
          <p:nvPr/>
        </p:nvSpPr>
        <p:spPr>
          <a:xfrm>
            <a:off x="2264632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721" name="text_2720">
            <a:extLst>
              <a:ext uri="{FF2B5EF4-FFF2-40B4-BE49-F238E27FC236}">
                <a16:creationId xmlns:a16="http://schemas.microsoft.com/office/drawing/2014/main" id="{16E83B6A-A9F5-DF0B-9662-EEF8055DA670}"/>
              </a:ext>
            </a:extLst>
          </p:cNvPr>
          <p:cNvSpPr>
            <a:spLocks/>
          </p:cNvSpPr>
          <p:nvPr/>
        </p:nvSpPr>
        <p:spPr>
          <a:xfrm>
            <a:off x="2385955" y="6717764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722" name="text_2721">
            <a:extLst>
              <a:ext uri="{FF2B5EF4-FFF2-40B4-BE49-F238E27FC236}">
                <a16:creationId xmlns:a16="http://schemas.microsoft.com/office/drawing/2014/main" id="{7187646B-12E4-7925-6CA1-5622B03133A7}"/>
              </a:ext>
            </a:extLst>
          </p:cNvPr>
          <p:cNvSpPr>
            <a:spLocks/>
          </p:cNvSpPr>
          <p:nvPr/>
        </p:nvSpPr>
        <p:spPr>
          <a:xfrm>
            <a:off x="2451805" y="6717764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723" name="text_2722">
            <a:extLst>
              <a:ext uri="{FF2B5EF4-FFF2-40B4-BE49-F238E27FC236}">
                <a16:creationId xmlns:a16="http://schemas.microsoft.com/office/drawing/2014/main" id="{3BB08EE3-F954-4F05-3A35-16AD84051B02}"/>
              </a:ext>
            </a:extLst>
          </p:cNvPr>
          <p:cNvSpPr>
            <a:spLocks/>
          </p:cNvSpPr>
          <p:nvPr/>
        </p:nvSpPr>
        <p:spPr>
          <a:xfrm>
            <a:off x="2521015" y="6717764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E1C978A-30BB-5A5E-90C8-B70BBD3FBB31}"/>
              </a:ext>
            </a:extLst>
          </p:cNvPr>
          <p:cNvSpPr>
            <a:spLocks/>
          </p:cNvSpPr>
          <p:nvPr/>
        </p:nvSpPr>
        <p:spPr>
          <a:xfrm>
            <a:off x="2594768" y="6717764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725" name="text_2724">
            <a:extLst>
              <a:ext uri="{FF2B5EF4-FFF2-40B4-BE49-F238E27FC236}">
                <a16:creationId xmlns:a16="http://schemas.microsoft.com/office/drawing/2014/main" id="{5527A91B-92A5-F2AE-A274-70DB65D8F37A}"/>
              </a:ext>
            </a:extLst>
          </p:cNvPr>
          <p:cNvSpPr>
            <a:spLocks/>
          </p:cNvSpPr>
          <p:nvPr/>
        </p:nvSpPr>
        <p:spPr>
          <a:xfrm>
            <a:off x="2676551" y="6717764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26" name="text_2725">
            <a:extLst>
              <a:ext uri="{FF2B5EF4-FFF2-40B4-BE49-F238E27FC236}">
                <a16:creationId xmlns:a16="http://schemas.microsoft.com/office/drawing/2014/main" id="{A6A419B4-F579-CD83-D77A-966D22592B5E}"/>
              </a:ext>
            </a:extLst>
          </p:cNvPr>
          <p:cNvSpPr>
            <a:spLocks/>
          </p:cNvSpPr>
          <p:nvPr/>
        </p:nvSpPr>
        <p:spPr>
          <a:xfrm>
            <a:off x="2745559" y="6765899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7" name="text_2726">
            <a:extLst>
              <a:ext uri="{FF2B5EF4-FFF2-40B4-BE49-F238E27FC236}">
                <a16:creationId xmlns:a16="http://schemas.microsoft.com/office/drawing/2014/main" id="{05138625-EC4E-3421-8B5D-7924B7FE5846}"/>
              </a:ext>
            </a:extLst>
          </p:cNvPr>
          <p:cNvSpPr>
            <a:spLocks/>
          </p:cNvSpPr>
          <p:nvPr/>
        </p:nvSpPr>
        <p:spPr>
          <a:xfrm>
            <a:off x="2790782" y="6765899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5AE4DF97-D182-4996-58E9-71C733C73A7B}"/>
              </a:ext>
            </a:extLst>
          </p:cNvPr>
          <p:cNvSpPr>
            <a:spLocks/>
          </p:cNvSpPr>
          <p:nvPr/>
        </p:nvSpPr>
        <p:spPr>
          <a:xfrm>
            <a:off x="2813306" y="6765899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DF23812A-CBE9-13C6-903B-7F742E7FE4A4}"/>
              </a:ext>
            </a:extLst>
          </p:cNvPr>
          <p:cNvSpPr>
            <a:spLocks/>
          </p:cNvSpPr>
          <p:nvPr/>
        </p:nvSpPr>
        <p:spPr>
          <a:xfrm>
            <a:off x="1218944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A6FCF257-6913-1648-4F93-A18DEB175A30}"/>
              </a:ext>
            </a:extLst>
          </p:cNvPr>
          <p:cNvSpPr>
            <a:spLocks/>
          </p:cNvSpPr>
          <p:nvPr/>
        </p:nvSpPr>
        <p:spPr>
          <a:xfrm>
            <a:off x="1174608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1" name="text_2730">
            <a:extLst>
              <a:ext uri="{FF2B5EF4-FFF2-40B4-BE49-F238E27FC236}">
                <a16:creationId xmlns:a16="http://schemas.microsoft.com/office/drawing/2014/main" id="{C56B4AE1-30FF-E8E1-5889-E70A459088CA}"/>
              </a:ext>
            </a:extLst>
          </p:cNvPr>
          <p:cNvSpPr>
            <a:spLocks/>
          </p:cNvSpPr>
          <p:nvPr/>
        </p:nvSpPr>
        <p:spPr>
          <a:xfrm>
            <a:off x="950884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732" name="data_2731">
            <a:extLst>
              <a:ext uri="{FF2B5EF4-FFF2-40B4-BE49-F238E27FC236}">
                <a16:creationId xmlns:a16="http://schemas.microsoft.com/office/drawing/2014/main" id="{DE6BE05F-ABBC-E230-D9BA-E4CCB3721404}"/>
              </a:ext>
            </a:extLst>
          </p:cNvPr>
          <p:cNvSpPr>
            <a:spLocks/>
          </p:cNvSpPr>
          <p:nvPr/>
        </p:nvSpPr>
        <p:spPr>
          <a:xfrm>
            <a:off x="1218944" y="557718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8A73415A-E695-6837-358E-DD2C05511846}"/>
              </a:ext>
            </a:extLst>
          </p:cNvPr>
          <p:cNvSpPr>
            <a:spLocks/>
          </p:cNvSpPr>
          <p:nvPr/>
        </p:nvSpPr>
        <p:spPr>
          <a:xfrm>
            <a:off x="1174608" y="557718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4" name="text_2733">
            <a:extLst>
              <a:ext uri="{FF2B5EF4-FFF2-40B4-BE49-F238E27FC236}">
                <a16:creationId xmlns:a16="http://schemas.microsoft.com/office/drawing/2014/main" id="{ACDA74D5-1172-2C30-B7C0-AA73214BD978}"/>
              </a:ext>
            </a:extLst>
          </p:cNvPr>
          <p:cNvSpPr>
            <a:spLocks/>
          </p:cNvSpPr>
          <p:nvPr/>
        </p:nvSpPr>
        <p:spPr>
          <a:xfrm>
            <a:off x="950884" y="551973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162C9780-373F-B87E-EA8D-64F6247E757F}"/>
              </a:ext>
            </a:extLst>
          </p:cNvPr>
          <p:cNvSpPr>
            <a:spLocks/>
          </p:cNvSpPr>
          <p:nvPr/>
        </p:nvSpPr>
        <p:spPr>
          <a:xfrm>
            <a:off x="1218944" y="4693043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6" name="data_2735">
            <a:extLst>
              <a:ext uri="{FF2B5EF4-FFF2-40B4-BE49-F238E27FC236}">
                <a16:creationId xmlns:a16="http://schemas.microsoft.com/office/drawing/2014/main" id="{C6CDD770-3D08-6208-B422-22F148C4524A}"/>
              </a:ext>
            </a:extLst>
          </p:cNvPr>
          <p:cNvSpPr>
            <a:spLocks/>
          </p:cNvSpPr>
          <p:nvPr/>
        </p:nvSpPr>
        <p:spPr>
          <a:xfrm>
            <a:off x="1174608" y="469304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7" name="text_2736">
            <a:extLst>
              <a:ext uri="{FF2B5EF4-FFF2-40B4-BE49-F238E27FC236}">
                <a16:creationId xmlns:a16="http://schemas.microsoft.com/office/drawing/2014/main" id="{39286D96-0E01-23F9-10BD-8E35F4CCB35F}"/>
              </a:ext>
            </a:extLst>
          </p:cNvPr>
          <p:cNvSpPr>
            <a:spLocks/>
          </p:cNvSpPr>
          <p:nvPr/>
        </p:nvSpPr>
        <p:spPr>
          <a:xfrm>
            <a:off x="950884" y="463559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738" name="text_2737">
            <a:extLst>
              <a:ext uri="{FF2B5EF4-FFF2-40B4-BE49-F238E27FC236}">
                <a16:creationId xmlns:a16="http://schemas.microsoft.com/office/drawing/2014/main" id="{BA87F462-56C6-3480-7143-A77028921C2D}"/>
              </a:ext>
            </a:extLst>
          </p:cNvPr>
          <p:cNvSpPr>
            <a:spLocks/>
          </p:cNvSpPr>
          <p:nvPr/>
        </p:nvSpPr>
        <p:spPr>
          <a:xfrm rot="-5400000">
            <a:off x="681676" y="543989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4BBB9117-0998-BA3E-2AAC-36B36BFB487E}"/>
              </a:ext>
            </a:extLst>
          </p:cNvPr>
          <p:cNvSpPr>
            <a:spLocks/>
          </p:cNvSpPr>
          <p:nvPr/>
        </p:nvSpPr>
        <p:spPr>
          <a:xfrm>
            <a:off x="1366551" y="5832512"/>
            <a:ext cx="192124" cy="628818"/>
          </a:xfrm>
          <a:custGeom>
            <a:avLst/>
            <a:gdLst/>
            <a:ahLst/>
            <a:cxnLst/>
            <a:rect l="0" t="0" r="0" b="0"/>
            <a:pathLst>
              <a:path w="192124" h="628818">
                <a:moveTo>
                  <a:pt x="0" y="628818"/>
                </a:moveTo>
                <a:lnTo>
                  <a:pt x="192124" y="628818"/>
                </a:lnTo>
                <a:lnTo>
                  <a:pt x="192124" y="0"/>
                </a:lnTo>
                <a:lnTo>
                  <a:pt x="0" y="0"/>
                </a:lnTo>
                <a:lnTo>
                  <a:pt x="0" y="62881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0" name="data_2739">
            <a:extLst>
              <a:ext uri="{FF2B5EF4-FFF2-40B4-BE49-F238E27FC236}">
                <a16:creationId xmlns:a16="http://schemas.microsoft.com/office/drawing/2014/main" id="{8993D4FC-FD36-2D85-4741-7455DEC788BA}"/>
              </a:ext>
            </a:extLst>
          </p:cNvPr>
          <p:cNvSpPr>
            <a:spLocks/>
          </p:cNvSpPr>
          <p:nvPr/>
        </p:nvSpPr>
        <p:spPr>
          <a:xfrm>
            <a:off x="1591478" y="5609893"/>
            <a:ext cx="192124" cy="851437"/>
          </a:xfrm>
          <a:custGeom>
            <a:avLst/>
            <a:gdLst/>
            <a:ahLst/>
            <a:cxnLst/>
            <a:rect l="0" t="0" r="0" b="0"/>
            <a:pathLst>
              <a:path w="192124" h="851437">
                <a:moveTo>
                  <a:pt x="0" y="851437"/>
                </a:moveTo>
                <a:lnTo>
                  <a:pt x="192124" y="851437"/>
                </a:lnTo>
                <a:lnTo>
                  <a:pt x="192124" y="0"/>
                </a:lnTo>
                <a:lnTo>
                  <a:pt x="0" y="0"/>
                </a:lnTo>
                <a:lnTo>
                  <a:pt x="0" y="85143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633051BA-C40D-C023-80D2-DDDC43A9C64A}"/>
              </a:ext>
            </a:extLst>
          </p:cNvPr>
          <p:cNvSpPr>
            <a:spLocks/>
          </p:cNvSpPr>
          <p:nvPr/>
        </p:nvSpPr>
        <p:spPr>
          <a:xfrm>
            <a:off x="1816404" y="5442418"/>
            <a:ext cx="192124" cy="1018912"/>
          </a:xfrm>
          <a:custGeom>
            <a:avLst/>
            <a:gdLst/>
            <a:ahLst/>
            <a:cxnLst/>
            <a:rect l="0" t="0" r="0" b="0"/>
            <a:pathLst>
              <a:path w="192124" h="1018912">
                <a:moveTo>
                  <a:pt x="0" y="1018912"/>
                </a:moveTo>
                <a:lnTo>
                  <a:pt x="192124" y="1018912"/>
                </a:lnTo>
                <a:lnTo>
                  <a:pt x="192124" y="0"/>
                </a:lnTo>
                <a:lnTo>
                  <a:pt x="0" y="0"/>
                </a:lnTo>
                <a:lnTo>
                  <a:pt x="0" y="101891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CCCD260A-EBF7-2BDA-8070-22B5884C7DB2}"/>
              </a:ext>
            </a:extLst>
          </p:cNvPr>
          <p:cNvSpPr>
            <a:spLocks/>
          </p:cNvSpPr>
          <p:nvPr/>
        </p:nvSpPr>
        <p:spPr>
          <a:xfrm>
            <a:off x="2303743" y="5607835"/>
            <a:ext cx="192124" cy="853495"/>
          </a:xfrm>
          <a:custGeom>
            <a:avLst/>
            <a:gdLst/>
            <a:ahLst/>
            <a:cxnLst/>
            <a:rect l="0" t="0" r="0" b="0"/>
            <a:pathLst>
              <a:path w="192124" h="853495">
                <a:moveTo>
                  <a:pt x="0" y="853495"/>
                </a:moveTo>
                <a:lnTo>
                  <a:pt x="192124" y="853495"/>
                </a:lnTo>
                <a:lnTo>
                  <a:pt x="192124" y="0"/>
                </a:lnTo>
                <a:lnTo>
                  <a:pt x="0" y="0"/>
                </a:lnTo>
                <a:lnTo>
                  <a:pt x="0" y="8534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30C8EAF3-D4BB-3E09-7720-06D80DB338A4}"/>
              </a:ext>
            </a:extLst>
          </p:cNvPr>
          <p:cNvSpPr>
            <a:spLocks/>
          </p:cNvSpPr>
          <p:nvPr/>
        </p:nvSpPr>
        <p:spPr>
          <a:xfrm>
            <a:off x="2528670" y="5448782"/>
            <a:ext cx="192124" cy="1012548"/>
          </a:xfrm>
          <a:custGeom>
            <a:avLst/>
            <a:gdLst/>
            <a:ahLst/>
            <a:cxnLst/>
            <a:rect l="0" t="0" r="0" b="0"/>
            <a:pathLst>
              <a:path w="192124" h="1012548">
                <a:moveTo>
                  <a:pt x="0" y="1012548"/>
                </a:moveTo>
                <a:lnTo>
                  <a:pt x="192124" y="1012548"/>
                </a:lnTo>
                <a:lnTo>
                  <a:pt x="192124" y="0"/>
                </a:lnTo>
                <a:lnTo>
                  <a:pt x="0" y="0"/>
                </a:lnTo>
                <a:lnTo>
                  <a:pt x="0" y="101254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4" name="data_2743">
            <a:extLst>
              <a:ext uri="{FF2B5EF4-FFF2-40B4-BE49-F238E27FC236}">
                <a16:creationId xmlns:a16="http://schemas.microsoft.com/office/drawing/2014/main" id="{E8EB8F05-72CA-CF00-439A-E2BEABEFA67B}"/>
              </a:ext>
            </a:extLst>
          </p:cNvPr>
          <p:cNvSpPr>
            <a:spLocks/>
          </p:cNvSpPr>
          <p:nvPr/>
        </p:nvSpPr>
        <p:spPr>
          <a:xfrm>
            <a:off x="2753596" y="5221507"/>
            <a:ext cx="192124" cy="1239823"/>
          </a:xfrm>
          <a:custGeom>
            <a:avLst/>
            <a:gdLst/>
            <a:ahLst/>
            <a:cxnLst/>
            <a:rect l="0" t="0" r="0" b="0"/>
            <a:pathLst>
              <a:path w="192124" h="1239823">
                <a:moveTo>
                  <a:pt x="0" y="1239823"/>
                </a:moveTo>
                <a:lnTo>
                  <a:pt x="192124" y="1239823"/>
                </a:lnTo>
                <a:lnTo>
                  <a:pt x="192124" y="0"/>
                </a:lnTo>
                <a:lnTo>
                  <a:pt x="0" y="0"/>
                </a:lnTo>
                <a:lnTo>
                  <a:pt x="0" y="12398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5" name="data_2744">
            <a:extLst>
              <a:ext uri="{FF2B5EF4-FFF2-40B4-BE49-F238E27FC236}">
                <a16:creationId xmlns:a16="http://schemas.microsoft.com/office/drawing/2014/main" id="{A3427937-AA5B-8D23-0CD3-62A1E57669F1}"/>
              </a:ext>
            </a:extLst>
          </p:cNvPr>
          <p:cNvSpPr>
            <a:spLocks/>
          </p:cNvSpPr>
          <p:nvPr/>
        </p:nvSpPr>
        <p:spPr>
          <a:xfrm>
            <a:off x="1407573" y="61868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6" name="data_2745">
            <a:extLst>
              <a:ext uri="{FF2B5EF4-FFF2-40B4-BE49-F238E27FC236}">
                <a16:creationId xmlns:a16="http://schemas.microsoft.com/office/drawing/2014/main" id="{E8E1CB91-60CC-1B5E-255E-1E7B06ADC93B}"/>
              </a:ext>
            </a:extLst>
          </p:cNvPr>
          <p:cNvSpPr>
            <a:spLocks/>
          </p:cNvSpPr>
          <p:nvPr/>
        </p:nvSpPr>
        <p:spPr>
          <a:xfrm>
            <a:off x="1469429" y="55039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F5F6939C-7B7A-2627-DB43-69B81032596C}"/>
              </a:ext>
            </a:extLst>
          </p:cNvPr>
          <p:cNvSpPr>
            <a:spLocks/>
          </p:cNvSpPr>
          <p:nvPr/>
        </p:nvSpPr>
        <p:spPr>
          <a:xfrm>
            <a:off x="1383569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8" name="data_2747">
            <a:extLst>
              <a:ext uri="{FF2B5EF4-FFF2-40B4-BE49-F238E27FC236}">
                <a16:creationId xmlns:a16="http://schemas.microsoft.com/office/drawing/2014/main" id="{9CA2D833-9913-4099-F63E-F150E43FA059}"/>
              </a:ext>
            </a:extLst>
          </p:cNvPr>
          <p:cNvSpPr>
            <a:spLocks/>
          </p:cNvSpPr>
          <p:nvPr/>
        </p:nvSpPr>
        <p:spPr>
          <a:xfrm>
            <a:off x="1435685" y="52658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DD0A5FC3-5B44-2B2E-0A18-4AF75BCF3C1E}"/>
              </a:ext>
            </a:extLst>
          </p:cNvPr>
          <p:cNvSpPr>
            <a:spLocks/>
          </p:cNvSpPr>
          <p:nvPr/>
        </p:nvSpPr>
        <p:spPr>
          <a:xfrm>
            <a:off x="1395282" y="5939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0" name="data_2749">
            <a:extLst>
              <a:ext uri="{FF2B5EF4-FFF2-40B4-BE49-F238E27FC236}">
                <a16:creationId xmlns:a16="http://schemas.microsoft.com/office/drawing/2014/main" id="{88E08F39-26DF-1886-6AAD-999C7247A8DB}"/>
              </a:ext>
            </a:extLst>
          </p:cNvPr>
          <p:cNvSpPr>
            <a:spLocks/>
          </p:cNvSpPr>
          <p:nvPr/>
        </p:nvSpPr>
        <p:spPr>
          <a:xfrm>
            <a:off x="1487634" y="56926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51FFB604-2199-EBAF-D38F-7DD6DA114F1E}"/>
              </a:ext>
            </a:extLst>
          </p:cNvPr>
          <p:cNvSpPr>
            <a:spLocks/>
          </p:cNvSpPr>
          <p:nvPr/>
        </p:nvSpPr>
        <p:spPr>
          <a:xfrm>
            <a:off x="1453924" y="57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2" name="data_2751">
            <a:extLst>
              <a:ext uri="{FF2B5EF4-FFF2-40B4-BE49-F238E27FC236}">
                <a16:creationId xmlns:a16="http://schemas.microsoft.com/office/drawing/2014/main" id="{4B999B6B-6B48-EDD1-D1A3-5F4E48705A71}"/>
              </a:ext>
            </a:extLst>
          </p:cNvPr>
          <p:cNvSpPr>
            <a:spLocks/>
          </p:cNvSpPr>
          <p:nvPr/>
        </p:nvSpPr>
        <p:spPr>
          <a:xfrm>
            <a:off x="1438269" y="56315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3" name="data_2752">
            <a:extLst>
              <a:ext uri="{FF2B5EF4-FFF2-40B4-BE49-F238E27FC236}">
                <a16:creationId xmlns:a16="http://schemas.microsoft.com/office/drawing/2014/main" id="{F2B87DAD-8A31-CF63-7616-25C098A34975}"/>
              </a:ext>
            </a:extLst>
          </p:cNvPr>
          <p:cNvSpPr>
            <a:spLocks/>
          </p:cNvSpPr>
          <p:nvPr/>
        </p:nvSpPr>
        <p:spPr>
          <a:xfrm>
            <a:off x="1391188" y="61939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4" name="data_2753">
            <a:extLst>
              <a:ext uri="{FF2B5EF4-FFF2-40B4-BE49-F238E27FC236}">
                <a16:creationId xmlns:a16="http://schemas.microsoft.com/office/drawing/2014/main" id="{D6D1C564-C5C7-C185-1EA2-9915D0E7346A}"/>
              </a:ext>
            </a:extLst>
          </p:cNvPr>
          <p:cNvSpPr>
            <a:spLocks/>
          </p:cNvSpPr>
          <p:nvPr/>
        </p:nvSpPr>
        <p:spPr>
          <a:xfrm>
            <a:off x="1420668" y="59574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5" name="data_2754">
            <a:extLst>
              <a:ext uri="{FF2B5EF4-FFF2-40B4-BE49-F238E27FC236}">
                <a16:creationId xmlns:a16="http://schemas.microsoft.com/office/drawing/2014/main" id="{84A98AAC-E5A9-0091-9452-2964C7661ABC}"/>
              </a:ext>
            </a:extLst>
          </p:cNvPr>
          <p:cNvSpPr>
            <a:spLocks/>
          </p:cNvSpPr>
          <p:nvPr/>
        </p:nvSpPr>
        <p:spPr>
          <a:xfrm>
            <a:off x="1423669" y="58958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6" name="data_2755">
            <a:extLst>
              <a:ext uri="{FF2B5EF4-FFF2-40B4-BE49-F238E27FC236}">
                <a16:creationId xmlns:a16="http://schemas.microsoft.com/office/drawing/2014/main" id="{5F4B2AD8-EC2A-3189-D503-3315EE8DD74A}"/>
              </a:ext>
            </a:extLst>
          </p:cNvPr>
          <p:cNvSpPr>
            <a:spLocks/>
          </p:cNvSpPr>
          <p:nvPr/>
        </p:nvSpPr>
        <p:spPr>
          <a:xfrm>
            <a:off x="1443086" y="5639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7" name="data_2756">
            <a:extLst>
              <a:ext uri="{FF2B5EF4-FFF2-40B4-BE49-F238E27FC236}">
                <a16:creationId xmlns:a16="http://schemas.microsoft.com/office/drawing/2014/main" id="{F2F8FF4E-562E-6991-EDAF-043322A6EAB9}"/>
              </a:ext>
            </a:extLst>
          </p:cNvPr>
          <p:cNvSpPr>
            <a:spLocks/>
          </p:cNvSpPr>
          <p:nvPr/>
        </p:nvSpPr>
        <p:spPr>
          <a:xfrm>
            <a:off x="1481462" y="5948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8" name="data_2757">
            <a:extLst>
              <a:ext uri="{FF2B5EF4-FFF2-40B4-BE49-F238E27FC236}">
                <a16:creationId xmlns:a16="http://schemas.microsoft.com/office/drawing/2014/main" id="{CA512B59-E10B-44C1-7752-6156F5DBCE12}"/>
              </a:ext>
            </a:extLst>
          </p:cNvPr>
          <p:cNvSpPr>
            <a:spLocks/>
          </p:cNvSpPr>
          <p:nvPr/>
        </p:nvSpPr>
        <p:spPr>
          <a:xfrm>
            <a:off x="1448770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9" name="data_2758">
            <a:extLst>
              <a:ext uri="{FF2B5EF4-FFF2-40B4-BE49-F238E27FC236}">
                <a16:creationId xmlns:a16="http://schemas.microsoft.com/office/drawing/2014/main" id="{5450B8C9-A0EF-7CF3-3FD5-9391214AB0D7}"/>
              </a:ext>
            </a:extLst>
          </p:cNvPr>
          <p:cNvSpPr>
            <a:spLocks/>
          </p:cNvSpPr>
          <p:nvPr/>
        </p:nvSpPr>
        <p:spPr>
          <a:xfrm>
            <a:off x="1499102" y="5302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0" name="data_2759">
            <a:extLst>
              <a:ext uri="{FF2B5EF4-FFF2-40B4-BE49-F238E27FC236}">
                <a16:creationId xmlns:a16="http://schemas.microsoft.com/office/drawing/2014/main" id="{3984EA2C-923B-DC4B-7A88-0CEE9F742DF7}"/>
              </a:ext>
            </a:extLst>
          </p:cNvPr>
          <p:cNvSpPr>
            <a:spLocks/>
          </p:cNvSpPr>
          <p:nvPr/>
        </p:nvSpPr>
        <p:spPr>
          <a:xfrm>
            <a:off x="1396486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1" name="data_2760">
            <a:extLst>
              <a:ext uri="{FF2B5EF4-FFF2-40B4-BE49-F238E27FC236}">
                <a16:creationId xmlns:a16="http://schemas.microsoft.com/office/drawing/2014/main" id="{8F8412C4-9662-7EB8-80C2-BAAF44564928}"/>
              </a:ext>
            </a:extLst>
          </p:cNvPr>
          <p:cNvSpPr>
            <a:spLocks/>
          </p:cNvSpPr>
          <p:nvPr/>
        </p:nvSpPr>
        <p:spPr>
          <a:xfrm>
            <a:off x="1386484" y="5295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2" name="data_2761">
            <a:extLst>
              <a:ext uri="{FF2B5EF4-FFF2-40B4-BE49-F238E27FC236}">
                <a16:creationId xmlns:a16="http://schemas.microsoft.com/office/drawing/2014/main" id="{EB1974D4-2CE7-B250-692B-0BDAC5B9CC20}"/>
              </a:ext>
            </a:extLst>
          </p:cNvPr>
          <p:cNvSpPr>
            <a:spLocks/>
          </p:cNvSpPr>
          <p:nvPr/>
        </p:nvSpPr>
        <p:spPr>
          <a:xfrm>
            <a:off x="1471338" y="54510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3" name="data_2762">
            <a:extLst>
              <a:ext uri="{FF2B5EF4-FFF2-40B4-BE49-F238E27FC236}">
                <a16:creationId xmlns:a16="http://schemas.microsoft.com/office/drawing/2014/main" id="{7432B7EA-503F-EC23-BEBD-E59A16E92E4B}"/>
              </a:ext>
            </a:extLst>
          </p:cNvPr>
          <p:cNvSpPr>
            <a:spLocks/>
          </p:cNvSpPr>
          <p:nvPr/>
        </p:nvSpPr>
        <p:spPr>
          <a:xfrm>
            <a:off x="1490851" y="57092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4" name="data_2763">
            <a:extLst>
              <a:ext uri="{FF2B5EF4-FFF2-40B4-BE49-F238E27FC236}">
                <a16:creationId xmlns:a16="http://schemas.microsoft.com/office/drawing/2014/main" id="{3D8965BE-987F-F4D1-F8DA-55AFB03F2B0B}"/>
              </a:ext>
            </a:extLst>
          </p:cNvPr>
          <p:cNvSpPr>
            <a:spLocks/>
          </p:cNvSpPr>
          <p:nvPr/>
        </p:nvSpPr>
        <p:spPr>
          <a:xfrm>
            <a:off x="150479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5" name="data_2764">
            <a:extLst>
              <a:ext uri="{FF2B5EF4-FFF2-40B4-BE49-F238E27FC236}">
                <a16:creationId xmlns:a16="http://schemas.microsoft.com/office/drawing/2014/main" id="{66F59A17-6424-627A-16E9-BEAECF089D65}"/>
              </a:ext>
            </a:extLst>
          </p:cNvPr>
          <p:cNvSpPr>
            <a:spLocks/>
          </p:cNvSpPr>
          <p:nvPr/>
        </p:nvSpPr>
        <p:spPr>
          <a:xfrm>
            <a:off x="1495625" y="56658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6" name="data_2765">
            <a:extLst>
              <a:ext uri="{FF2B5EF4-FFF2-40B4-BE49-F238E27FC236}">
                <a16:creationId xmlns:a16="http://schemas.microsoft.com/office/drawing/2014/main" id="{7EFFE6F2-76A4-43C1-4327-B2F7B6F04E3D}"/>
              </a:ext>
            </a:extLst>
          </p:cNvPr>
          <p:cNvSpPr>
            <a:spLocks/>
          </p:cNvSpPr>
          <p:nvPr/>
        </p:nvSpPr>
        <p:spPr>
          <a:xfrm>
            <a:off x="1445706" y="59797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7" name="data_2766">
            <a:extLst>
              <a:ext uri="{FF2B5EF4-FFF2-40B4-BE49-F238E27FC236}">
                <a16:creationId xmlns:a16="http://schemas.microsoft.com/office/drawing/2014/main" id="{96841C12-F347-6BEB-8107-0CF42E895172}"/>
              </a:ext>
            </a:extLst>
          </p:cNvPr>
          <p:cNvSpPr>
            <a:spLocks/>
          </p:cNvSpPr>
          <p:nvPr/>
        </p:nvSpPr>
        <p:spPr>
          <a:xfrm>
            <a:off x="1483320" y="52252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8" name="data_2767">
            <a:extLst>
              <a:ext uri="{FF2B5EF4-FFF2-40B4-BE49-F238E27FC236}">
                <a16:creationId xmlns:a16="http://schemas.microsoft.com/office/drawing/2014/main" id="{208474D2-CE89-3804-872A-54FFC5056ECC}"/>
              </a:ext>
            </a:extLst>
          </p:cNvPr>
          <p:cNvSpPr>
            <a:spLocks/>
          </p:cNvSpPr>
          <p:nvPr/>
        </p:nvSpPr>
        <p:spPr>
          <a:xfrm>
            <a:off x="1376627" y="54001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9" name="data_2768">
            <a:extLst>
              <a:ext uri="{FF2B5EF4-FFF2-40B4-BE49-F238E27FC236}">
                <a16:creationId xmlns:a16="http://schemas.microsoft.com/office/drawing/2014/main" id="{14093472-CD0D-DD38-E9E9-AF43C6C1FB36}"/>
              </a:ext>
            </a:extLst>
          </p:cNvPr>
          <p:cNvSpPr>
            <a:spLocks/>
          </p:cNvSpPr>
          <p:nvPr/>
        </p:nvSpPr>
        <p:spPr>
          <a:xfrm>
            <a:off x="137493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0" name="data_2769">
            <a:extLst>
              <a:ext uri="{FF2B5EF4-FFF2-40B4-BE49-F238E27FC236}">
                <a16:creationId xmlns:a16="http://schemas.microsoft.com/office/drawing/2014/main" id="{7C26FC07-DC31-0A5E-FD5E-26E0C5973780}"/>
              </a:ext>
            </a:extLst>
          </p:cNvPr>
          <p:cNvSpPr>
            <a:spLocks/>
          </p:cNvSpPr>
          <p:nvPr/>
        </p:nvSpPr>
        <p:spPr>
          <a:xfrm>
            <a:off x="1477479" y="60156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1" name="data_2770">
            <a:extLst>
              <a:ext uri="{FF2B5EF4-FFF2-40B4-BE49-F238E27FC236}">
                <a16:creationId xmlns:a16="http://schemas.microsoft.com/office/drawing/2014/main" id="{6807332C-C523-B2D0-40C9-830AE0B3ACE5}"/>
              </a:ext>
            </a:extLst>
          </p:cNvPr>
          <p:cNvSpPr>
            <a:spLocks/>
          </p:cNvSpPr>
          <p:nvPr/>
        </p:nvSpPr>
        <p:spPr>
          <a:xfrm>
            <a:off x="1491231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2" name="data_2771">
            <a:extLst>
              <a:ext uri="{FF2B5EF4-FFF2-40B4-BE49-F238E27FC236}">
                <a16:creationId xmlns:a16="http://schemas.microsoft.com/office/drawing/2014/main" id="{EFD7EE5F-5B56-B37C-BEFC-48FFF7A154B9}"/>
              </a:ext>
            </a:extLst>
          </p:cNvPr>
          <p:cNvSpPr>
            <a:spLocks/>
          </p:cNvSpPr>
          <p:nvPr/>
        </p:nvSpPr>
        <p:spPr>
          <a:xfrm>
            <a:off x="1477419" y="54110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3" name="data_2772">
            <a:extLst>
              <a:ext uri="{FF2B5EF4-FFF2-40B4-BE49-F238E27FC236}">
                <a16:creationId xmlns:a16="http://schemas.microsoft.com/office/drawing/2014/main" id="{28150CC0-A064-C0A3-72A3-499846D9C113}"/>
              </a:ext>
            </a:extLst>
          </p:cNvPr>
          <p:cNvSpPr>
            <a:spLocks/>
          </p:cNvSpPr>
          <p:nvPr/>
        </p:nvSpPr>
        <p:spPr>
          <a:xfrm>
            <a:off x="145800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4" name="data_2773">
            <a:extLst>
              <a:ext uri="{FF2B5EF4-FFF2-40B4-BE49-F238E27FC236}">
                <a16:creationId xmlns:a16="http://schemas.microsoft.com/office/drawing/2014/main" id="{6F164275-2613-E6DA-129E-5EF5E261E0E3}"/>
              </a:ext>
            </a:extLst>
          </p:cNvPr>
          <p:cNvSpPr>
            <a:spLocks/>
          </p:cNvSpPr>
          <p:nvPr/>
        </p:nvSpPr>
        <p:spPr>
          <a:xfrm>
            <a:off x="1405519" y="61433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5" name="data_2774">
            <a:extLst>
              <a:ext uri="{FF2B5EF4-FFF2-40B4-BE49-F238E27FC236}">
                <a16:creationId xmlns:a16="http://schemas.microsoft.com/office/drawing/2014/main" id="{B38EDBA6-8416-B3C3-416E-081E67E3919B}"/>
              </a:ext>
            </a:extLst>
          </p:cNvPr>
          <p:cNvSpPr>
            <a:spLocks/>
          </p:cNvSpPr>
          <p:nvPr/>
        </p:nvSpPr>
        <p:spPr>
          <a:xfrm>
            <a:off x="1489101" y="58492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6" name="data_2775">
            <a:extLst>
              <a:ext uri="{FF2B5EF4-FFF2-40B4-BE49-F238E27FC236}">
                <a16:creationId xmlns:a16="http://schemas.microsoft.com/office/drawing/2014/main" id="{1B351A66-C441-7946-8EC5-FD23F352A2D9}"/>
              </a:ext>
            </a:extLst>
          </p:cNvPr>
          <p:cNvSpPr>
            <a:spLocks/>
          </p:cNvSpPr>
          <p:nvPr/>
        </p:nvSpPr>
        <p:spPr>
          <a:xfrm>
            <a:off x="1458243" y="5565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7" name="data_2776">
            <a:extLst>
              <a:ext uri="{FF2B5EF4-FFF2-40B4-BE49-F238E27FC236}">
                <a16:creationId xmlns:a16="http://schemas.microsoft.com/office/drawing/2014/main" id="{18217CD2-58E0-023F-60B5-A0486A0274C8}"/>
              </a:ext>
            </a:extLst>
          </p:cNvPr>
          <p:cNvSpPr>
            <a:spLocks/>
          </p:cNvSpPr>
          <p:nvPr/>
        </p:nvSpPr>
        <p:spPr>
          <a:xfrm>
            <a:off x="1402765" y="53433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8" name="data_2777">
            <a:extLst>
              <a:ext uri="{FF2B5EF4-FFF2-40B4-BE49-F238E27FC236}">
                <a16:creationId xmlns:a16="http://schemas.microsoft.com/office/drawing/2014/main" id="{EB1D04AA-F1EB-9DBF-5FC7-4CFF1FE9BCFF}"/>
              </a:ext>
            </a:extLst>
          </p:cNvPr>
          <p:cNvSpPr>
            <a:spLocks/>
          </p:cNvSpPr>
          <p:nvPr/>
        </p:nvSpPr>
        <p:spPr>
          <a:xfrm>
            <a:off x="1473289" y="55799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9" name="data_2778">
            <a:extLst>
              <a:ext uri="{FF2B5EF4-FFF2-40B4-BE49-F238E27FC236}">
                <a16:creationId xmlns:a16="http://schemas.microsoft.com/office/drawing/2014/main" id="{C2607875-8D9E-3FD9-FA48-AFBEFE6EE9D3}"/>
              </a:ext>
            </a:extLst>
          </p:cNvPr>
          <p:cNvSpPr>
            <a:spLocks/>
          </p:cNvSpPr>
          <p:nvPr/>
        </p:nvSpPr>
        <p:spPr>
          <a:xfrm>
            <a:off x="1417072" y="54943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0" name="data_2779">
            <a:extLst>
              <a:ext uri="{FF2B5EF4-FFF2-40B4-BE49-F238E27FC236}">
                <a16:creationId xmlns:a16="http://schemas.microsoft.com/office/drawing/2014/main" id="{84668F76-97E4-C7DF-8852-2374C2E1DFB9}"/>
              </a:ext>
            </a:extLst>
          </p:cNvPr>
          <p:cNvSpPr>
            <a:spLocks/>
          </p:cNvSpPr>
          <p:nvPr/>
        </p:nvSpPr>
        <p:spPr>
          <a:xfrm>
            <a:off x="138606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1" name="data_2780">
            <a:extLst>
              <a:ext uri="{FF2B5EF4-FFF2-40B4-BE49-F238E27FC236}">
                <a16:creationId xmlns:a16="http://schemas.microsoft.com/office/drawing/2014/main" id="{7DF04216-758B-223C-AAF5-39B53C9F5A73}"/>
              </a:ext>
            </a:extLst>
          </p:cNvPr>
          <p:cNvSpPr>
            <a:spLocks/>
          </p:cNvSpPr>
          <p:nvPr/>
        </p:nvSpPr>
        <p:spPr>
          <a:xfrm>
            <a:off x="1481890" y="55542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2" name="data_2781">
            <a:extLst>
              <a:ext uri="{FF2B5EF4-FFF2-40B4-BE49-F238E27FC236}">
                <a16:creationId xmlns:a16="http://schemas.microsoft.com/office/drawing/2014/main" id="{F87F4E9C-68E5-6C77-BE37-BDD05CDD3B53}"/>
              </a:ext>
            </a:extLst>
          </p:cNvPr>
          <p:cNvSpPr>
            <a:spLocks/>
          </p:cNvSpPr>
          <p:nvPr/>
        </p:nvSpPr>
        <p:spPr>
          <a:xfrm>
            <a:off x="1441182" y="57296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3" name="data_2782">
            <a:extLst>
              <a:ext uri="{FF2B5EF4-FFF2-40B4-BE49-F238E27FC236}">
                <a16:creationId xmlns:a16="http://schemas.microsoft.com/office/drawing/2014/main" id="{4B4C9B30-C5E5-DFE1-2771-D05AF52DA82B}"/>
              </a:ext>
            </a:extLst>
          </p:cNvPr>
          <p:cNvSpPr>
            <a:spLocks/>
          </p:cNvSpPr>
          <p:nvPr/>
        </p:nvSpPr>
        <p:spPr>
          <a:xfrm>
            <a:off x="1415976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4" name="data_2783">
            <a:extLst>
              <a:ext uri="{FF2B5EF4-FFF2-40B4-BE49-F238E27FC236}">
                <a16:creationId xmlns:a16="http://schemas.microsoft.com/office/drawing/2014/main" id="{841E0E85-817E-E130-7B0B-5F4441E8E658}"/>
              </a:ext>
            </a:extLst>
          </p:cNvPr>
          <p:cNvSpPr>
            <a:spLocks/>
          </p:cNvSpPr>
          <p:nvPr/>
        </p:nvSpPr>
        <p:spPr>
          <a:xfrm>
            <a:off x="1382434" y="6133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5" name="data_2784">
            <a:extLst>
              <a:ext uri="{FF2B5EF4-FFF2-40B4-BE49-F238E27FC236}">
                <a16:creationId xmlns:a16="http://schemas.microsoft.com/office/drawing/2014/main" id="{EAF963E9-A5A2-6F3C-0DEC-FFBCDFDA16A5}"/>
              </a:ext>
            </a:extLst>
          </p:cNvPr>
          <p:cNvSpPr>
            <a:spLocks/>
          </p:cNvSpPr>
          <p:nvPr/>
        </p:nvSpPr>
        <p:spPr>
          <a:xfrm>
            <a:off x="1500042" y="61927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6" name="data_2785">
            <a:extLst>
              <a:ext uri="{FF2B5EF4-FFF2-40B4-BE49-F238E27FC236}">
                <a16:creationId xmlns:a16="http://schemas.microsoft.com/office/drawing/2014/main" id="{288CF702-3320-9B51-18AF-368FD58E6CDC}"/>
              </a:ext>
            </a:extLst>
          </p:cNvPr>
          <p:cNvSpPr>
            <a:spLocks/>
          </p:cNvSpPr>
          <p:nvPr/>
        </p:nvSpPr>
        <p:spPr>
          <a:xfrm>
            <a:off x="1418033" y="52962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7" name="data_2786">
            <a:extLst>
              <a:ext uri="{FF2B5EF4-FFF2-40B4-BE49-F238E27FC236}">
                <a16:creationId xmlns:a16="http://schemas.microsoft.com/office/drawing/2014/main" id="{DD156903-60A0-4B6A-E1C1-77370C2E9610}"/>
              </a:ext>
            </a:extLst>
          </p:cNvPr>
          <p:cNvSpPr>
            <a:spLocks/>
          </p:cNvSpPr>
          <p:nvPr/>
        </p:nvSpPr>
        <p:spPr>
          <a:xfrm>
            <a:off x="1482334" y="53178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8" name="data_2787">
            <a:extLst>
              <a:ext uri="{FF2B5EF4-FFF2-40B4-BE49-F238E27FC236}">
                <a16:creationId xmlns:a16="http://schemas.microsoft.com/office/drawing/2014/main" id="{02CDA402-BFF9-8307-7AA6-0F9B7540882F}"/>
              </a:ext>
            </a:extLst>
          </p:cNvPr>
          <p:cNvSpPr>
            <a:spLocks/>
          </p:cNvSpPr>
          <p:nvPr/>
        </p:nvSpPr>
        <p:spPr>
          <a:xfrm>
            <a:off x="1444448" y="5577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9" name="data_2788">
            <a:extLst>
              <a:ext uri="{FF2B5EF4-FFF2-40B4-BE49-F238E27FC236}">
                <a16:creationId xmlns:a16="http://schemas.microsoft.com/office/drawing/2014/main" id="{4FE6CD0F-6873-FDB3-633C-4DC54E41243E}"/>
              </a:ext>
            </a:extLst>
          </p:cNvPr>
          <p:cNvSpPr>
            <a:spLocks/>
          </p:cNvSpPr>
          <p:nvPr/>
        </p:nvSpPr>
        <p:spPr>
          <a:xfrm>
            <a:off x="1376325" y="53697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0" name="data_2789">
            <a:extLst>
              <a:ext uri="{FF2B5EF4-FFF2-40B4-BE49-F238E27FC236}">
                <a16:creationId xmlns:a16="http://schemas.microsoft.com/office/drawing/2014/main" id="{08E10EEE-4119-A66D-38E1-0850AF1DD23E}"/>
              </a:ext>
            </a:extLst>
          </p:cNvPr>
          <p:cNvSpPr>
            <a:spLocks/>
          </p:cNvSpPr>
          <p:nvPr/>
        </p:nvSpPr>
        <p:spPr>
          <a:xfrm>
            <a:off x="1406711" y="64160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1" name="data_2790">
            <a:extLst>
              <a:ext uri="{FF2B5EF4-FFF2-40B4-BE49-F238E27FC236}">
                <a16:creationId xmlns:a16="http://schemas.microsoft.com/office/drawing/2014/main" id="{1EB01F0B-18F8-6926-176B-A4BB0D04DCAA}"/>
              </a:ext>
            </a:extLst>
          </p:cNvPr>
          <p:cNvSpPr>
            <a:spLocks/>
          </p:cNvSpPr>
          <p:nvPr/>
        </p:nvSpPr>
        <p:spPr>
          <a:xfrm>
            <a:off x="1383622" y="51052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2" name="data_2791">
            <a:extLst>
              <a:ext uri="{FF2B5EF4-FFF2-40B4-BE49-F238E27FC236}">
                <a16:creationId xmlns:a16="http://schemas.microsoft.com/office/drawing/2014/main" id="{3B59A867-757F-A943-C2AE-66BFF2ED8404}"/>
              </a:ext>
            </a:extLst>
          </p:cNvPr>
          <p:cNvSpPr>
            <a:spLocks/>
          </p:cNvSpPr>
          <p:nvPr/>
        </p:nvSpPr>
        <p:spPr>
          <a:xfrm>
            <a:off x="1431178" y="57009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3" name="data_2792">
            <a:extLst>
              <a:ext uri="{FF2B5EF4-FFF2-40B4-BE49-F238E27FC236}">
                <a16:creationId xmlns:a16="http://schemas.microsoft.com/office/drawing/2014/main" id="{2D3863CA-E3F5-2EDF-7381-4C5F844AC0A3}"/>
              </a:ext>
            </a:extLst>
          </p:cNvPr>
          <p:cNvSpPr>
            <a:spLocks/>
          </p:cNvSpPr>
          <p:nvPr/>
        </p:nvSpPr>
        <p:spPr>
          <a:xfrm>
            <a:off x="1473494" y="53690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4" name="data_2793">
            <a:extLst>
              <a:ext uri="{FF2B5EF4-FFF2-40B4-BE49-F238E27FC236}">
                <a16:creationId xmlns:a16="http://schemas.microsoft.com/office/drawing/2014/main" id="{160586D2-ABE3-E651-F0D6-B4436DE9762C}"/>
              </a:ext>
            </a:extLst>
          </p:cNvPr>
          <p:cNvSpPr>
            <a:spLocks/>
          </p:cNvSpPr>
          <p:nvPr/>
        </p:nvSpPr>
        <p:spPr>
          <a:xfrm>
            <a:off x="151190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5" name="data_2794">
            <a:extLst>
              <a:ext uri="{FF2B5EF4-FFF2-40B4-BE49-F238E27FC236}">
                <a16:creationId xmlns:a16="http://schemas.microsoft.com/office/drawing/2014/main" id="{1B5FF911-1E10-7257-7231-C081B097F928}"/>
              </a:ext>
            </a:extLst>
          </p:cNvPr>
          <p:cNvSpPr>
            <a:spLocks/>
          </p:cNvSpPr>
          <p:nvPr/>
        </p:nvSpPr>
        <p:spPr>
          <a:xfrm>
            <a:off x="1439249" y="63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6" name="data_2795">
            <a:extLst>
              <a:ext uri="{FF2B5EF4-FFF2-40B4-BE49-F238E27FC236}">
                <a16:creationId xmlns:a16="http://schemas.microsoft.com/office/drawing/2014/main" id="{BA7CF0F2-A16F-200C-78AD-90338EACB659}"/>
              </a:ext>
            </a:extLst>
          </p:cNvPr>
          <p:cNvSpPr>
            <a:spLocks/>
          </p:cNvSpPr>
          <p:nvPr/>
        </p:nvSpPr>
        <p:spPr>
          <a:xfrm>
            <a:off x="1409844" y="5987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7" name="data_2796">
            <a:extLst>
              <a:ext uri="{FF2B5EF4-FFF2-40B4-BE49-F238E27FC236}">
                <a16:creationId xmlns:a16="http://schemas.microsoft.com/office/drawing/2014/main" id="{541DF333-0280-6DD6-49E3-F85648B6365A}"/>
              </a:ext>
            </a:extLst>
          </p:cNvPr>
          <p:cNvSpPr>
            <a:spLocks/>
          </p:cNvSpPr>
          <p:nvPr/>
        </p:nvSpPr>
        <p:spPr>
          <a:xfrm>
            <a:off x="1422534" y="56843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8" name="data_2797">
            <a:extLst>
              <a:ext uri="{FF2B5EF4-FFF2-40B4-BE49-F238E27FC236}">
                <a16:creationId xmlns:a16="http://schemas.microsoft.com/office/drawing/2014/main" id="{351D7E7E-DD6E-7DFA-083E-3EE538226382}"/>
              </a:ext>
            </a:extLst>
          </p:cNvPr>
          <p:cNvSpPr>
            <a:spLocks/>
          </p:cNvSpPr>
          <p:nvPr/>
        </p:nvSpPr>
        <p:spPr>
          <a:xfrm>
            <a:off x="1396908" y="61331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9" name="data_2798">
            <a:extLst>
              <a:ext uri="{FF2B5EF4-FFF2-40B4-BE49-F238E27FC236}">
                <a16:creationId xmlns:a16="http://schemas.microsoft.com/office/drawing/2014/main" id="{5BE4AAA3-5537-F3DB-671E-524BACF813BE}"/>
              </a:ext>
            </a:extLst>
          </p:cNvPr>
          <p:cNvSpPr>
            <a:spLocks/>
          </p:cNvSpPr>
          <p:nvPr/>
        </p:nvSpPr>
        <p:spPr>
          <a:xfrm>
            <a:off x="1394186" y="50982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0" name="data_2799">
            <a:extLst>
              <a:ext uri="{FF2B5EF4-FFF2-40B4-BE49-F238E27FC236}">
                <a16:creationId xmlns:a16="http://schemas.microsoft.com/office/drawing/2014/main" id="{5EF46911-2F5B-5BD3-BA2A-FFDCD379D692}"/>
              </a:ext>
            </a:extLst>
          </p:cNvPr>
          <p:cNvSpPr>
            <a:spLocks/>
          </p:cNvSpPr>
          <p:nvPr/>
        </p:nvSpPr>
        <p:spPr>
          <a:xfrm>
            <a:off x="1477379" y="58771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1" name="data_2800">
            <a:extLst>
              <a:ext uri="{FF2B5EF4-FFF2-40B4-BE49-F238E27FC236}">
                <a16:creationId xmlns:a16="http://schemas.microsoft.com/office/drawing/2014/main" id="{9064BFD5-BD0A-EA95-31BF-D140885072E6}"/>
              </a:ext>
            </a:extLst>
          </p:cNvPr>
          <p:cNvSpPr>
            <a:spLocks/>
          </p:cNvSpPr>
          <p:nvPr/>
        </p:nvSpPr>
        <p:spPr>
          <a:xfrm>
            <a:off x="1505573" y="6305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2" name="data_2801">
            <a:extLst>
              <a:ext uri="{FF2B5EF4-FFF2-40B4-BE49-F238E27FC236}">
                <a16:creationId xmlns:a16="http://schemas.microsoft.com/office/drawing/2014/main" id="{898908E8-B733-6A2C-6E98-3A7219F3E4DC}"/>
              </a:ext>
            </a:extLst>
          </p:cNvPr>
          <p:cNvSpPr>
            <a:spLocks/>
          </p:cNvSpPr>
          <p:nvPr/>
        </p:nvSpPr>
        <p:spPr>
          <a:xfrm>
            <a:off x="1458419" y="55921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3" name="data_2802">
            <a:extLst>
              <a:ext uri="{FF2B5EF4-FFF2-40B4-BE49-F238E27FC236}">
                <a16:creationId xmlns:a16="http://schemas.microsoft.com/office/drawing/2014/main" id="{D84E7EAC-0E33-F5E3-CE90-2EB2B32DEAFA}"/>
              </a:ext>
            </a:extLst>
          </p:cNvPr>
          <p:cNvSpPr>
            <a:spLocks/>
          </p:cNvSpPr>
          <p:nvPr/>
        </p:nvSpPr>
        <p:spPr>
          <a:xfrm>
            <a:off x="1405629" y="5294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4" name="data_2803">
            <a:extLst>
              <a:ext uri="{FF2B5EF4-FFF2-40B4-BE49-F238E27FC236}">
                <a16:creationId xmlns:a16="http://schemas.microsoft.com/office/drawing/2014/main" id="{3F581BC3-9271-89CA-E15D-DA6C8B0A64C5}"/>
              </a:ext>
            </a:extLst>
          </p:cNvPr>
          <p:cNvSpPr>
            <a:spLocks/>
          </p:cNvSpPr>
          <p:nvPr/>
        </p:nvSpPr>
        <p:spPr>
          <a:xfrm>
            <a:off x="1428384" y="57570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5" name="data_2804">
            <a:extLst>
              <a:ext uri="{FF2B5EF4-FFF2-40B4-BE49-F238E27FC236}">
                <a16:creationId xmlns:a16="http://schemas.microsoft.com/office/drawing/2014/main" id="{21BE3FB9-C443-DCCD-2F6E-D498F36D97F1}"/>
              </a:ext>
            </a:extLst>
          </p:cNvPr>
          <p:cNvSpPr>
            <a:spLocks/>
          </p:cNvSpPr>
          <p:nvPr/>
        </p:nvSpPr>
        <p:spPr>
          <a:xfrm>
            <a:off x="1453128" y="5717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6" name="data_2805">
            <a:extLst>
              <a:ext uri="{FF2B5EF4-FFF2-40B4-BE49-F238E27FC236}">
                <a16:creationId xmlns:a16="http://schemas.microsoft.com/office/drawing/2014/main" id="{822EEB76-4027-6DA6-F1D3-3B34FEF838E6}"/>
              </a:ext>
            </a:extLst>
          </p:cNvPr>
          <p:cNvSpPr>
            <a:spLocks/>
          </p:cNvSpPr>
          <p:nvPr/>
        </p:nvSpPr>
        <p:spPr>
          <a:xfrm>
            <a:off x="151099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7" name="data_2806">
            <a:extLst>
              <a:ext uri="{FF2B5EF4-FFF2-40B4-BE49-F238E27FC236}">
                <a16:creationId xmlns:a16="http://schemas.microsoft.com/office/drawing/2014/main" id="{D0DBCA53-6AD1-F4A6-6EF0-7E7AA142D9BC}"/>
              </a:ext>
            </a:extLst>
          </p:cNvPr>
          <p:cNvSpPr>
            <a:spLocks/>
          </p:cNvSpPr>
          <p:nvPr/>
        </p:nvSpPr>
        <p:spPr>
          <a:xfrm>
            <a:off x="1387340" y="51805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8" name="data_2807">
            <a:extLst>
              <a:ext uri="{FF2B5EF4-FFF2-40B4-BE49-F238E27FC236}">
                <a16:creationId xmlns:a16="http://schemas.microsoft.com/office/drawing/2014/main" id="{A38445FC-C61D-3706-7A44-D7A1458A769F}"/>
              </a:ext>
            </a:extLst>
          </p:cNvPr>
          <p:cNvSpPr>
            <a:spLocks/>
          </p:cNvSpPr>
          <p:nvPr/>
        </p:nvSpPr>
        <p:spPr>
          <a:xfrm>
            <a:off x="1414164" y="63005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9" name="data_2808">
            <a:extLst>
              <a:ext uri="{FF2B5EF4-FFF2-40B4-BE49-F238E27FC236}">
                <a16:creationId xmlns:a16="http://schemas.microsoft.com/office/drawing/2014/main" id="{226713B8-D472-37CC-4C1A-B9B8CCBC265D}"/>
              </a:ext>
            </a:extLst>
          </p:cNvPr>
          <p:cNvSpPr>
            <a:spLocks/>
          </p:cNvSpPr>
          <p:nvPr/>
        </p:nvSpPr>
        <p:spPr>
          <a:xfrm>
            <a:off x="1407093" y="58017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0" name="data_2809">
            <a:extLst>
              <a:ext uri="{FF2B5EF4-FFF2-40B4-BE49-F238E27FC236}">
                <a16:creationId xmlns:a16="http://schemas.microsoft.com/office/drawing/2014/main" id="{5A4C5088-0EBF-1208-6A17-D7FF596F7C7B}"/>
              </a:ext>
            </a:extLst>
          </p:cNvPr>
          <p:cNvSpPr>
            <a:spLocks/>
          </p:cNvSpPr>
          <p:nvPr/>
        </p:nvSpPr>
        <p:spPr>
          <a:xfrm>
            <a:off x="1487675" y="5948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1" name="data_2810">
            <a:extLst>
              <a:ext uri="{FF2B5EF4-FFF2-40B4-BE49-F238E27FC236}">
                <a16:creationId xmlns:a16="http://schemas.microsoft.com/office/drawing/2014/main" id="{D91C7CE2-6218-9760-D0D6-8B07D8B0C53D}"/>
              </a:ext>
            </a:extLst>
          </p:cNvPr>
          <p:cNvSpPr>
            <a:spLocks/>
          </p:cNvSpPr>
          <p:nvPr/>
        </p:nvSpPr>
        <p:spPr>
          <a:xfrm>
            <a:off x="1405521" y="55800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2" name="data_2811">
            <a:extLst>
              <a:ext uri="{FF2B5EF4-FFF2-40B4-BE49-F238E27FC236}">
                <a16:creationId xmlns:a16="http://schemas.microsoft.com/office/drawing/2014/main" id="{318C16A0-45A0-634A-3381-9D7C7656C4B2}"/>
              </a:ext>
            </a:extLst>
          </p:cNvPr>
          <p:cNvSpPr>
            <a:spLocks/>
          </p:cNvSpPr>
          <p:nvPr/>
        </p:nvSpPr>
        <p:spPr>
          <a:xfrm>
            <a:off x="1381261" y="54635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3" name="data_2812">
            <a:extLst>
              <a:ext uri="{FF2B5EF4-FFF2-40B4-BE49-F238E27FC236}">
                <a16:creationId xmlns:a16="http://schemas.microsoft.com/office/drawing/2014/main" id="{8B49B1B3-6FC3-B540-A4AC-52CABFD14627}"/>
              </a:ext>
            </a:extLst>
          </p:cNvPr>
          <p:cNvSpPr>
            <a:spLocks/>
          </p:cNvSpPr>
          <p:nvPr/>
        </p:nvSpPr>
        <p:spPr>
          <a:xfrm>
            <a:off x="1444609" y="61719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4" name="data_2813">
            <a:extLst>
              <a:ext uri="{FF2B5EF4-FFF2-40B4-BE49-F238E27FC236}">
                <a16:creationId xmlns:a16="http://schemas.microsoft.com/office/drawing/2014/main" id="{9FC9AC23-56A0-1818-6210-6658AFC19B46}"/>
              </a:ext>
            </a:extLst>
          </p:cNvPr>
          <p:cNvSpPr>
            <a:spLocks/>
          </p:cNvSpPr>
          <p:nvPr/>
        </p:nvSpPr>
        <p:spPr>
          <a:xfrm>
            <a:off x="1472640" y="53544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5" name="data_2814">
            <a:extLst>
              <a:ext uri="{FF2B5EF4-FFF2-40B4-BE49-F238E27FC236}">
                <a16:creationId xmlns:a16="http://schemas.microsoft.com/office/drawing/2014/main" id="{AC21C86F-09A4-B769-3F6D-A1380C02E54E}"/>
              </a:ext>
            </a:extLst>
          </p:cNvPr>
          <p:cNvSpPr>
            <a:spLocks/>
          </p:cNvSpPr>
          <p:nvPr/>
        </p:nvSpPr>
        <p:spPr>
          <a:xfrm>
            <a:off x="1512948" y="5339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6" name="data_2815">
            <a:extLst>
              <a:ext uri="{FF2B5EF4-FFF2-40B4-BE49-F238E27FC236}">
                <a16:creationId xmlns:a16="http://schemas.microsoft.com/office/drawing/2014/main" id="{6961353B-703C-9408-A780-D81BB890EE26}"/>
              </a:ext>
            </a:extLst>
          </p:cNvPr>
          <p:cNvSpPr>
            <a:spLocks/>
          </p:cNvSpPr>
          <p:nvPr/>
        </p:nvSpPr>
        <p:spPr>
          <a:xfrm>
            <a:off x="1513633" y="56496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7" name="data_2816">
            <a:extLst>
              <a:ext uri="{FF2B5EF4-FFF2-40B4-BE49-F238E27FC236}">
                <a16:creationId xmlns:a16="http://schemas.microsoft.com/office/drawing/2014/main" id="{C3987179-187C-50C3-581F-4DD84410FB8E}"/>
              </a:ext>
            </a:extLst>
          </p:cNvPr>
          <p:cNvSpPr>
            <a:spLocks/>
          </p:cNvSpPr>
          <p:nvPr/>
        </p:nvSpPr>
        <p:spPr>
          <a:xfrm>
            <a:off x="1513890" y="61798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8" name="data_2817">
            <a:extLst>
              <a:ext uri="{FF2B5EF4-FFF2-40B4-BE49-F238E27FC236}">
                <a16:creationId xmlns:a16="http://schemas.microsoft.com/office/drawing/2014/main" id="{E5696B8F-B7FF-5E53-4EB6-1032F7B70101}"/>
              </a:ext>
            </a:extLst>
          </p:cNvPr>
          <p:cNvSpPr>
            <a:spLocks/>
          </p:cNvSpPr>
          <p:nvPr/>
        </p:nvSpPr>
        <p:spPr>
          <a:xfrm>
            <a:off x="1508501" y="56011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9" name="data_2818">
            <a:extLst>
              <a:ext uri="{FF2B5EF4-FFF2-40B4-BE49-F238E27FC236}">
                <a16:creationId xmlns:a16="http://schemas.microsoft.com/office/drawing/2014/main" id="{B21606B5-654F-D7B4-7350-EA3A6AE877B5}"/>
              </a:ext>
            </a:extLst>
          </p:cNvPr>
          <p:cNvSpPr>
            <a:spLocks/>
          </p:cNvSpPr>
          <p:nvPr/>
        </p:nvSpPr>
        <p:spPr>
          <a:xfrm>
            <a:off x="1427643" y="58137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0" name="data_2819">
            <a:extLst>
              <a:ext uri="{FF2B5EF4-FFF2-40B4-BE49-F238E27FC236}">
                <a16:creationId xmlns:a16="http://schemas.microsoft.com/office/drawing/2014/main" id="{50CB405C-F8F6-7B31-DE16-00DFAD56308A}"/>
              </a:ext>
            </a:extLst>
          </p:cNvPr>
          <p:cNvSpPr>
            <a:spLocks/>
          </p:cNvSpPr>
          <p:nvPr/>
        </p:nvSpPr>
        <p:spPr>
          <a:xfrm>
            <a:off x="1504128" y="57892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1" name="data_2820">
            <a:extLst>
              <a:ext uri="{FF2B5EF4-FFF2-40B4-BE49-F238E27FC236}">
                <a16:creationId xmlns:a16="http://schemas.microsoft.com/office/drawing/2014/main" id="{E6DF1395-2A91-C374-CB48-DC4F08DE45D1}"/>
              </a:ext>
            </a:extLst>
          </p:cNvPr>
          <p:cNvSpPr>
            <a:spLocks/>
          </p:cNvSpPr>
          <p:nvPr/>
        </p:nvSpPr>
        <p:spPr>
          <a:xfrm>
            <a:off x="1421918" y="56161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2" name="data_2821">
            <a:extLst>
              <a:ext uri="{FF2B5EF4-FFF2-40B4-BE49-F238E27FC236}">
                <a16:creationId xmlns:a16="http://schemas.microsoft.com/office/drawing/2014/main" id="{D3095D5B-95CF-3DC9-7B65-CF22E32FFA89}"/>
              </a:ext>
            </a:extLst>
          </p:cNvPr>
          <p:cNvSpPr>
            <a:spLocks/>
          </p:cNvSpPr>
          <p:nvPr/>
        </p:nvSpPr>
        <p:spPr>
          <a:xfrm>
            <a:off x="1469458" y="62525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3" name="data_2822">
            <a:extLst>
              <a:ext uri="{FF2B5EF4-FFF2-40B4-BE49-F238E27FC236}">
                <a16:creationId xmlns:a16="http://schemas.microsoft.com/office/drawing/2014/main" id="{EB24AAA6-5B9C-77CF-4AF9-66A43C5C1963}"/>
              </a:ext>
            </a:extLst>
          </p:cNvPr>
          <p:cNvSpPr>
            <a:spLocks/>
          </p:cNvSpPr>
          <p:nvPr/>
        </p:nvSpPr>
        <p:spPr>
          <a:xfrm>
            <a:off x="1385771" y="62837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4" name="data_2823">
            <a:extLst>
              <a:ext uri="{FF2B5EF4-FFF2-40B4-BE49-F238E27FC236}">
                <a16:creationId xmlns:a16="http://schemas.microsoft.com/office/drawing/2014/main" id="{36580991-5B1B-1E30-025D-468063B649CB}"/>
              </a:ext>
            </a:extLst>
          </p:cNvPr>
          <p:cNvSpPr>
            <a:spLocks/>
          </p:cNvSpPr>
          <p:nvPr/>
        </p:nvSpPr>
        <p:spPr>
          <a:xfrm>
            <a:off x="1448179" y="58387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5" name="data_2824">
            <a:extLst>
              <a:ext uri="{FF2B5EF4-FFF2-40B4-BE49-F238E27FC236}">
                <a16:creationId xmlns:a16="http://schemas.microsoft.com/office/drawing/2014/main" id="{5D53EB8C-40DD-4B8A-EE96-4BF724B61284}"/>
              </a:ext>
            </a:extLst>
          </p:cNvPr>
          <p:cNvSpPr>
            <a:spLocks/>
          </p:cNvSpPr>
          <p:nvPr/>
        </p:nvSpPr>
        <p:spPr>
          <a:xfrm>
            <a:off x="1513572" y="4974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6" name="data_2825">
            <a:extLst>
              <a:ext uri="{FF2B5EF4-FFF2-40B4-BE49-F238E27FC236}">
                <a16:creationId xmlns:a16="http://schemas.microsoft.com/office/drawing/2014/main" id="{E5F43392-A76D-6F5A-F312-81EAFED6DAB6}"/>
              </a:ext>
            </a:extLst>
          </p:cNvPr>
          <p:cNvSpPr>
            <a:spLocks/>
          </p:cNvSpPr>
          <p:nvPr/>
        </p:nvSpPr>
        <p:spPr>
          <a:xfrm>
            <a:off x="1404959" y="61600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7" name="data_2826">
            <a:extLst>
              <a:ext uri="{FF2B5EF4-FFF2-40B4-BE49-F238E27FC236}">
                <a16:creationId xmlns:a16="http://schemas.microsoft.com/office/drawing/2014/main" id="{7AE36FE6-89EC-1EB8-6645-F8F65E3FCE26}"/>
              </a:ext>
            </a:extLst>
          </p:cNvPr>
          <p:cNvSpPr>
            <a:spLocks/>
          </p:cNvSpPr>
          <p:nvPr/>
        </p:nvSpPr>
        <p:spPr>
          <a:xfrm>
            <a:off x="138231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8" name="data_2827">
            <a:extLst>
              <a:ext uri="{FF2B5EF4-FFF2-40B4-BE49-F238E27FC236}">
                <a16:creationId xmlns:a16="http://schemas.microsoft.com/office/drawing/2014/main" id="{0629BD40-B79F-BCEE-9F2A-7CD4E42BEDAE}"/>
              </a:ext>
            </a:extLst>
          </p:cNvPr>
          <p:cNvSpPr>
            <a:spLocks/>
          </p:cNvSpPr>
          <p:nvPr/>
        </p:nvSpPr>
        <p:spPr>
          <a:xfrm>
            <a:off x="1459703" y="58316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9" name="data_2828">
            <a:extLst>
              <a:ext uri="{FF2B5EF4-FFF2-40B4-BE49-F238E27FC236}">
                <a16:creationId xmlns:a16="http://schemas.microsoft.com/office/drawing/2014/main" id="{242DFC25-2640-FDEF-0332-91B1226F470E}"/>
              </a:ext>
            </a:extLst>
          </p:cNvPr>
          <p:cNvSpPr>
            <a:spLocks/>
          </p:cNvSpPr>
          <p:nvPr/>
        </p:nvSpPr>
        <p:spPr>
          <a:xfrm>
            <a:off x="1491768" y="570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0" name="data_2829">
            <a:extLst>
              <a:ext uri="{FF2B5EF4-FFF2-40B4-BE49-F238E27FC236}">
                <a16:creationId xmlns:a16="http://schemas.microsoft.com/office/drawing/2014/main" id="{B4FF3BC9-AF48-85B6-EE4A-BD107006669A}"/>
              </a:ext>
            </a:extLst>
          </p:cNvPr>
          <p:cNvSpPr>
            <a:spLocks/>
          </p:cNvSpPr>
          <p:nvPr/>
        </p:nvSpPr>
        <p:spPr>
          <a:xfrm>
            <a:off x="1424601" y="5583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1" name="data_2830">
            <a:extLst>
              <a:ext uri="{FF2B5EF4-FFF2-40B4-BE49-F238E27FC236}">
                <a16:creationId xmlns:a16="http://schemas.microsoft.com/office/drawing/2014/main" id="{38EAC885-B608-D142-CF4C-FEE9D68CAECB}"/>
              </a:ext>
            </a:extLst>
          </p:cNvPr>
          <p:cNvSpPr>
            <a:spLocks/>
          </p:cNvSpPr>
          <p:nvPr/>
        </p:nvSpPr>
        <p:spPr>
          <a:xfrm>
            <a:off x="1392105" y="53084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2" name="data_2831">
            <a:extLst>
              <a:ext uri="{FF2B5EF4-FFF2-40B4-BE49-F238E27FC236}">
                <a16:creationId xmlns:a16="http://schemas.microsoft.com/office/drawing/2014/main" id="{6198AAD4-84C7-DF2D-89F9-E3DCD1A29F82}"/>
              </a:ext>
            </a:extLst>
          </p:cNvPr>
          <p:cNvSpPr>
            <a:spLocks/>
          </p:cNvSpPr>
          <p:nvPr/>
        </p:nvSpPr>
        <p:spPr>
          <a:xfrm>
            <a:off x="146037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3" name="data_2832">
            <a:extLst>
              <a:ext uri="{FF2B5EF4-FFF2-40B4-BE49-F238E27FC236}">
                <a16:creationId xmlns:a16="http://schemas.microsoft.com/office/drawing/2014/main" id="{A09EC698-FF98-C396-0BAF-A591FE243681}"/>
              </a:ext>
            </a:extLst>
          </p:cNvPr>
          <p:cNvSpPr>
            <a:spLocks/>
          </p:cNvSpPr>
          <p:nvPr/>
        </p:nvSpPr>
        <p:spPr>
          <a:xfrm>
            <a:off x="1491879" y="59967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4" name="data_2833">
            <a:extLst>
              <a:ext uri="{FF2B5EF4-FFF2-40B4-BE49-F238E27FC236}">
                <a16:creationId xmlns:a16="http://schemas.microsoft.com/office/drawing/2014/main" id="{D4C07D8F-EDB2-C03C-E124-9163865EB3D5}"/>
              </a:ext>
            </a:extLst>
          </p:cNvPr>
          <p:cNvSpPr>
            <a:spLocks/>
          </p:cNvSpPr>
          <p:nvPr/>
        </p:nvSpPr>
        <p:spPr>
          <a:xfrm>
            <a:off x="1512552" y="54671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5" name="data_2834">
            <a:extLst>
              <a:ext uri="{FF2B5EF4-FFF2-40B4-BE49-F238E27FC236}">
                <a16:creationId xmlns:a16="http://schemas.microsoft.com/office/drawing/2014/main" id="{76C83F7B-E7B8-6ADD-2B79-886307FB6027}"/>
              </a:ext>
            </a:extLst>
          </p:cNvPr>
          <p:cNvSpPr>
            <a:spLocks/>
          </p:cNvSpPr>
          <p:nvPr/>
        </p:nvSpPr>
        <p:spPr>
          <a:xfrm>
            <a:off x="1503147" y="51413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6" name="data_2835">
            <a:extLst>
              <a:ext uri="{FF2B5EF4-FFF2-40B4-BE49-F238E27FC236}">
                <a16:creationId xmlns:a16="http://schemas.microsoft.com/office/drawing/2014/main" id="{060D4C96-D622-052A-0704-9A80F5ADBCF0}"/>
              </a:ext>
            </a:extLst>
          </p:cNvPr>
          <p:cNvSpPr>
            <a:spLocks/>
          </p:cNvSpPr>
          <p:nvPr/>
        </p:nvSpPr>
        <p:spPr>
          <a:xfrm>
            <a:off x="1458149" y="5644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7" name="data_2836">
            <a:extLst>
              <a:ext uri="{FF2B5EF4-FFF2-40B4-BE49-F238E27FC236}">
                <a16:creationId xmlns:a16="http://schemas.microsoft.com/office/drawing/2014/main" id="{003748A5-C3CF-CDC6-DC5F-9EDB7B7D4A31}"/>
              </a:ext>
            </a:extLst>
          </p:cNvPr>
          <p:cNvSpPr>
            <a:spLocks/>
          </p:cNvSpPr>
          <p:nvPr/>
        </p:nvSpPr>
        <p:spPr>
          <a:xfrm>
            <a:off x="1411199" y="6307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8" name="data_2837">
            <a:extLst>
              <a:ext uri="{FF2B5EF4-FFF2-40B4-BE49-F238E27FC236}">
                <a16:creationId xmlns:a16="http://schemas.microsoft.com/office/drawing/2014/main" id="{007F03AA-B6D2-F409-87CF-335A6D5B1117}"/>
              </a:ext>
            </a:extLst>
          </p:cNvPr>
          <p:cNvSpPr>
            <a:spLocks/>
          </p:cNvSpPr>
          <p:nvPr/>
        </p:nvSpPr>
        <p:spPr>
          <a:xfrm>
            <a:off x="1423392" y="59428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9" name="data_2838">
            <a:extLst>
              <a:ext uri="{FF2B5EF4-FFF2-40B4-BE49-F238E27FC236}">
                <a16:creationId xmlns:a16="http://schemas.microsoft.com/office/drawing/2014/main" id="{9F7AA41C-F355-F4A3-F3B5-A2984A3A9B9B}"/>
              </a:ext>
            </a:extLst>
          </p:cNvPr>
          <p:cNvSpPr>
            <a:spLocks/>
          </p:cNvSpPr>
          <p:nvPr/>
        </p:nvSpPr>
        <p:spPr>
          <a:xfrm>
            <a:off x="1652791" y="51105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0" name="data_2839">
            <a:extLst>
              <a:ext uri="{FF2B5EF4-FFF2-40B4-BE49-F238E27FC236}">
                <a16:creationId xmlns:a16="http://schemas.microsoft.com/office/drawing/2014/main" id="{E733315D-20B9-20E6-9C06-AAED10678E17}"/>
              </a:ext>
            </a:extLst>
          </p:cNvPr>
          <p:cNvSpPr>
            <a:spLocks/>
          </p:cNvSpPr>
          <p:nvPr/>
        </p:nvSpPr>
        <p:spPr>
          <a:xfrm>
            <a:off x="1739884" y="52836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1" name="data_2840">
            <a:extLst>
              <a:ext uri="{FF2B5EF4-FFF2-40B4-BE49-F238E27FC236}">
                <a16:creationId xmlns:a16="http://schemas.microsoft.com/office/drawing/2014/main" id="{09D4B952-1C89-0CF2-2FA4-B7F71DAEC0D6}"/>
              </a:ext>
            </a:extLst>
          </p:cNvPr>
          <p:cNvSpPr>
            <a:spLocks/>
          </p:cNvSpPr>
          <p:nvPr/>
        </p:nvSpPr>
        <p:spPr>
          <a:xfrm>
            <a:off x="1736002" y="49987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2" name="data_2841">
            <a:extLst>
              <a:ext uri="{FF2B5EF4-FFF2-40B4-BE49-F238E27FC236}">
                <a16:creationId xmlns:a16="http://schemas.microsoft.com/office/drawing/2014/main" id="{F7EB6069-0DAD-7573-DDE1-8EAD82099F53}"/>
              </a:ext>
            </a:extLst>
          </p:cNvPr>
          <p:cNvSpPr>
            <a:spLocks/>
          </p:cNvSpPr>
          <p:nvPr/>
        </p:nvSpPr>
        <p:spPr>
          <a:xfrm>
            <a:off x="1686888" y="5034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3" name="data_2842">
            <a:extLst>
              <a:ext uri="{FF2B5EF4-FFF2-40B4-BE49-F238E27FC236}">
                <a16:creationId xmlns:a16="http://schemas.microsoft.com/office/drawing/2014/main" id="{4B9A896C-9EC3-559C-E7B0-BFEF0C33A328}"/>
              </a:ext>
            </a:extLst>
          </p:cNvPr>
          <p:cNvSpPr>
            <a:spLocks/>
          </p:cNvSpPr>
          <p:nvPr/>
        </p:nvSpPr>
        <p:spPr>
          <a:xfrm>
            <a:off x="1711384" y="4945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4" name="data_2843">
            <a:extLst>
              <a:ext uri="{FF2B5EF4-FFF2-40B4-BE49-F238E27FC236}">
                <a16:creationId xmlns:a16="http://schemas.microsoft.com/office/drawing/2014/main" id="{0560E24E-66BD-EF26-47EE-8CAA4D3E6B37}"/>
              </a:ext>
            </a:extLst>
          </p:cNvPr>
          <p:cNvSpPr>
            <a:spLocks/>
          </p:cNvSpPr>
          <p:nvPr/>
        </p:nvSpPr>
        <p:spPr>
          <a:xfrm>
            <a:off x="1606128" y="56772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5" name="data_2844">
            <a:extLst>
              <a:ext uri="{FF2B5EF4-FFF2-40B4-BE49-F238E27FC236}">
                <a16:creationId xmlns:a16="http://schemas.microsoft.com/office/drawing/2014/main" id="{56569147-5289-3C8C-CCDD-5A261974016C}"/>
              </a:ext>
            </a:extLst>
          </p:cNvPr>
          <p:cNvSpPr>
            <a:spLocks/>
          </p:cNvSpPr>
          <p:nvPr/>
        </p:nvSpPr>
        <p:spPr>
          <a:xfrm>
            <a:off x="1642005" y="54481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6" name="data_2845">
            <a:extLst>
              <a:ext uri="{FF2B5EF4-FFF2-40B4-BE49-F238E27FC236}">
                <a16:creationId xmlns:a16="http://schemas.microsoft.com/office/drawing/2014/main" id="{AAC86023-22FB-E968-881A-2B84580482F4}"/>
              </a:ext>
            </a:extLst>
          </p:cNvPr>
          <p:cNvSpPr>
            <a:spLocks/>
          </p:cNvSpPr>
          <p:nvPr/>
        </p:nvSpPr>
        <p:spPr>
          <a:xfrm>
            <a:off x="1631141" y="55438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7" name="data_2846">
            <a:extLst>
              <a:ext uri="{FF2B5EF4-FFF2-40B4-BE49-F238E27FC236}">
                <a16:creationId xmlns:a16="http://schemas.microsoft.com/office/drawing/2014/main" id="{EB7DA89A-702E-99A1-97B4-A31FF02E31E1}"/>
              </a:ext>
            </a:extLst>
          </p:cNvPr>
          <p:cNvSpPr>
            <a:spLocks/>
          </p:cNvSpPr>
          <p:nvPr/>
        </p:nvSpPr>
        <p:spPr>
          <a:xfrm>
            <a:off x="1647662" y="51558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8" name="data_2847">
            <a:extLst>
              <a:ext uri="{FF2B5EF4-FFF2-40B4-BE49-F238E27FC236}">
                <a16:creationId xmlns:a16="http://schemas.microsoft.com/office/drawing/2014/main" id="{6C19364A-F3C0-1ECB-0EA9-9F3DB22A1F3C}"/>
              </a:ext>
            </a:extLst>
          </p:cNvPr>
          <p:cNvSpPr>
            <a:spLocks/>
          </p:cNvSpPr>
          <p:nvPr/>
        </p:nvSpPr>
        <p:spPr>
          <a:xfrm>
            <a:off x="1607488" y="50994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9" name="data_2848">
            <a:extLst>
              <a:ext uri="{FF2B5EF4-FFF2-40B4-BE49-F238E27FC236}">
                <a16:creationId xmlns:a16="http://schemas.microsoft.com/office/drawing/2014/main" id="{067371A5-A084-C2D8-BFF4-45D09F49AF02}"/>
              </a:ext>
            </a:extLst>
          </p:cNvPr>
          <p:cNvSpPr>
            <a:spLocks/>
          </p:cNvSpPr>
          <p:nvPr/>
        </p:nvSpPr>
        <p:spPr>
          <a:xfrm>
            <a:off x="1722237" y="5571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0" name="data_2849">
            <a:extLst>
              <a:ext uri="{FF2B5EF4-FFF2-40B4-BE49-F238E27FC236}">
                <a16:creationId xmlns:a16="http://schemas.microsoft.com/office/drawing/2014/main" id="{80B0EE4F-CB36-A601-E654-DF9968B105AF}"/>
              </a:ext>
            </a:extLst>
          </p:cNvPr>
          <p:cNvSpPr>
            <a:spLocks/>
          </p:cNvSpPr>
          <p:nvPr/>
        </p:nvSpPr>
        <p:spPr>
          <a:xfrm>
            <a:off x="1661706" y="54630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1" name="data_2850">
            <a:extLst>
              <a:ext uri="{FF2B5EF4-FFF2-40B4-BE49-F238E27FC236}">
                <a16:creationId xmlns:a16="http://schemas.microsoft.com/office/drawing/2014/main" id="{2A32C3F9-F8F4-3AC1-1311-670F3BBAACE7}"/>
              </a:ext>
            </a:extLst>
          </p:cNvPr>
          <p:cNvSpPr>
            <a:spLocks/>
          </p:cNvSpPr>
          <p:nvPr/>
        </p:nvSpPr>
        <p:spPr>
          <a:xfrm>
            <a:off x="1694403" y="60290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2" name="data_2851">
            <a:extLst>
              <a:ext uri="{FF2B5EF4-FFF2-40B4-BE49-F238E27FC236}">
                <a16:creationId xmlns:a16="http://schemas.microsoft.com/office/drawing/2014/main" id="{FB9DE4BE-76BE-4938-A243-ED5B94595F19}"/>
              </a:ext>
            </a:extLst>
          </p:cNvPr>
          <p:cNvSpPr>
            <a:spLocks/>
          </p:cNvSpPr>
          <p:nvPr/>
        </p:nvSpPr>
        <p:spPr>
          <a:xfrm>
            <a:off x="1627102" y="5656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3" name="data_2852">
            <a:extLst>
              <a:ext uri="{FF2B5EF4-FFF2-40B4-BE49-F238E27FC236}">
                <a16:creationId xmlns:a16="http://schemas.microsoft.com/office/drawing/2014/main" id="{06B2A643-0A67-FFF0-7682-E432E52A7260}"/>
              </a:ext>
            </a:extLst>
          </p:cNvPr>
          <p:cNvSpPr>
            <a:spLocks/>
          </p:cNvSpPr>
          <p:nvPr/>
        </p:nvSpPr>
        <p:spPr>
          <a:xfrm>
            <a:off x="1665051" y="501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4" name="data_2853">
            <a:extLst>
              <a:ext uri="{FF2B5EF4-FFF2-40B4-BE49-F238E27FC236}">
                <a16:creationId xmlns:a16="http://schemas.microsoft.com/office/drawing/2014/main" id="{0F2EE3DA-E67F-E19C-F26E-4870273B8879}"/>
              </a:ext>
            </a:extLst>
          </p:cNvPr>
          <p:cNvSpPr>
            <a:spLocks/>
          </p:cNvSpPr>
          <p:nvPr/>
        </p:nvSpPr>
        <p:spPr>
          <a:xfrm>
            <a:off x="1644483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5" name="data_2854">
            <a:extLst>
              <a:ext uri="{FF2B5EF4-FFF2-40B4-BE49-F238E27FC236}">
                <a16:creationId xmlns:a16="http://schemas.microsoft.com/office/drawing/2014/main" id="{29B476A3-2DA3-ED78-A9DE-10AB00DBBB22}"/>
              </a:ext>
            </a:extLst>
          </p:cNvPr>
          <p:cNvSpPr>
            <a:spLocks/>
          </p:cNvSpPr>
          <p:nvPr/>
        </p:nvSpPr>
        <p:spPr>
          <a:xfrm>
            <a:off x="1620391" y="5004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6" name="data_2855">
            <a:extLst>
              <a:ext uri="{FF2B5EF4-FFF2-40B4-BE49-F238E27FC236}">
                <a16:creationId xmlns:a16="http://schemas.microsoft.com/office/drawing/2014/main" id="{0D6F7DE2-8E67-43AC-DD83-52FE3D2E0709}"/>
              </a:ext>
            </a:extLst>
          </p:cNvPr>
          <p:cNvSpPr>
            <a:spLocks/>
          </p:cNvSpPr>
          <p:nvPr/>
        </p:nvSpPr>
        <p:spPr>
          <a:xfrm>
            <a:off x="1616386" y="495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7" name="data_2856">
            <a:extLst>
              <a:ext uri="{FF2B5EF4-FFF2-40B4-BE49-F238E27FC236}">
                <a16:creationId xmlns:a16="http://schemas.microsoft.com/office/drawing/2014/main" id="{9A42F16B-997E-FDBF-371A-E7D5E0293AFF}"/>
              </a:ext>
            </a:extLst>
          </p:cNvPr>
          <p:cNvSpPr>
            <a:spLocks/>
          </p:cNvSpPr>
          <p:nvPr/>
        </p:nvSpPr>
        <p:spPr>
          <a:xfrm>
            <a:off x="1722006" y="55497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8" name="data_2857">
            <a:extLst>
              <a:ext uri="{FF2B5EF4-FFF2-40B4-BE49-F238E27FC236}">
                <a16:creationId xmlns:a16="http://schemas.microsoft.com/office/drawing/2014/main" id="{66CBA5B1-5297-3835-2C3D-421D2F36DFC0}"/>
              </a:ext>
            </a:extLst>
          </p:cNvPr>
          <p:cNvSpPr>
            <a:spLocks/>
          </p:cNvSpPr>
          <p:nvPr/>
        </p:nvSpPr>
        <p:spPr>
          <a:xfrm>
            <a:off x="167595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9" name="data_2858">
            <a:extLst>
              <a:ext uri="{FF2B5EF4-FFF2-40B4-BE49-F238E27FC236}">
                <a16:creationId xmlns:a16="http://schemas.microsoft.com/office/drawing/2014/main" id="{C80ADBA7-C40A-D9BA-F28D-56AC60AE21C9}"/>
              </a:ext>
            </a:extLst>
          </p:cNvPr>
          <p:cNvSpPr>
            <a:spLocks/>
          </p:cNvSpPr>
          <p:nvPr/>
        </p:nvSpPr>
        <p:spPr>
          <a:xfrm>
            <a:off x="1649032" y="5660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0" name="data_2859">
            <a:extLst>
              <a:ext uri="{FF2B5EF4-FFF2-40B4-BE49-F238E27FC236}">
                <a16:creationId xmlns:a16="http://schemas.microsoft.com/office/drawing/2014/main" id="{4837DCEE-B8C8-4B7A-1C52-CE955C76E4F2}"/>
              </a:ext>
            </a:extLst>
          </p:cNvPr>
          <p:cNvSpPr>
            <a:spLocks/>
          </p:cNvSpPr>
          <p:nvPr/>
        </p:nvSpPr>
        <p:spPr>
          <a:xfrm>
            <a:off x="172161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1" name="data_2860">
            <a:extLst>
              <a:ext uri="{FF2B5EF4-FFF2-40B4-BE49-F238E27FC236}">
                <a16:creationId xmlns:a16="http://schemas.microsoft.com/office/drawing/2014/main" id="{DBCF0EEB-D4A6-3C8E-6892-291DD7353C06}"/>
              </a:ext>
            </a:extLst>
          </p:cNvPr>
          <p:cNvSpPr>
            <a:spLocks/>
          </p:cNvSpPr>
          <p:nvPr/>
        </p:nvSpPr>
        <p:spPr>
          <a:xfrm>
            <a:off x="1624913" y="49659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2" name="data_2861">
            <a:extLst>
              <a:ext uri="{FF2B5EF4-FFF2-40B4-BE49-F238E27FC236}">
                <a16:creationId xmlns:a16="http://schemas.microsoft.com/office/drawing/2014/main" id="{DB36202A-844D-9CFF-38E2-4A1324A2EC0D}"/>
              </a:ext>
            </a:extLst>
          </p:cNvPr>
          <p:cNvSpPr>
            <a:spLocks/>
          </p:cNvSpPr>
          <p:nvPr/>
        </p:nvSpPr>
        <p:spPr>
          <a:xfrm>
            <a:off x="1612430" y="5096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3" name="data_2862">
            <a:extLst>
              <a:ext uri="{FF2B5EF4-FFF2-40B4-BE49-F238E27FC236}">
                <a16:creationId xmlns:a16="http://schemas.microsoft.com/office/drawing/2014/main" id="{18550821-71CB-C40A-2905-5BD93F71E106}"/>
              </a:ext>
            </a:extLst>
          </p:cNvPr>
          <p:cNvSpPr>
            <a:spLocks/>
          </p:cNvSpPr>
          <p:nvPr/>
        </p:nvSpPr>
        <p:spPr>
          <a:xfrm>
            <a:off x="1651259" y="52310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4" name="data_2863">
            <a:extLst>
              <a:ext uri="{FF2B5EF4-FFF2-40B4-BE49-F238E27FC236}">
                <a16:creationId xmlns:a16="http://schemas.microsoft.com/office/drawing/2014/main" id="{1E0B11E3-C406-DD16-EB02-1991990F0BDB}"/>
              </a:ext>
            </a:extLst>
          </p:cNvPr>
          <p:cNvSpPr>
            <a:spLocks/>
          </p:cNvSpPr>
          <p:nvPr/>
        </p:nvSpPr>
        <p:spPr>
          <a:xfrm>
            <a:off x="1620103" y="5730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5" name="data_2864">
            <a:extLst>
              <a:ext uri="{FF2B5EF4-FFF2-40B4-BE49-F238E27FC236}">
                <a16:creationId xmlns:a16="http://schemas.microsoft.com/office/drawing/2014/main" id="{6AAEBD9B-AE69-E836-EAC9-FF98FA078C68}"/>
              </a:ext>
            </a:extLst>
          </p:cNvPr>
          <p:cNvSpPr>
            <a:spLocks/>
          </p:cNvSpPr>
          <p:nvPr/>
        </p:nvSpPr>
        <p:spPr>
          <a:xfrm>
            <a:off x="1695626" y="6310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6" name="data_2865">
            <a:extLst>
              <a:ext uri="{FF2B5EF4-FFF2-40B4-BE49-F238E27FC236}">
                <a16:creationId xmlns:a16="http://schemas.microsoft.com/office/drawing/2014/main" id="{73095D77-0674-3704-5FBF-B53BA8AD0F10}"/>
              </a:ext>
            </a:extLst>
          </p:cNvPr>
          <p:cNvSpPr>
            <a:spLocks/>
          </p:cNvSpPr>
          <p:nvPr/>
        </p:nvSpPr>
        <p:spPr>
          <a:xfrm>
            <a:off x="1611895" y="51232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7" name="data_2866">
            <a:extLst>
              <a:ext uri="{FF2B5EF4-FFF2-40B4-BE49-F238E27FC236}">
                <a16:creationId xmlns:a16="http://schemas.microsoft.com/office/drawing/2014/main" id="{48A2131D-B31A-50F6-D856-C52BA3E22CC1}"/>
              </a:ext>
            </a:extLst>
          </p:cNvPr>
          <p:cNvSpPr>
            <a:spLocks/>
          </p:cNvSpPr>
          <p:nvPr/>
        </p:nvSpPr>
        <p:spPr>
          <a:xfrm>
            <a:off x="165785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8" name="data_2867">
            <a:extLst>
              <a:ext uri="{FF2B5EF4-FFF2-40B4-BE49-F238E27FC236}">
                <a16:creationId xmlns:a16="http://schemas.microsoft.com/office/drawing/2014/main" id="{BD354022-9001-0CD8-2B74-3585A25625C3}"/>
              </a:ext>
            </a:extLst>
          </p:cNvPr>
          <p:cNvSpPr>
            <a:spLocks/>
          </p:cNvSpPr>
          <p:nvPr/>
        </p:nvSpPr>
        <p:spPr>
          <a:xfrm>
            <a:off x="1664199" y="56102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9" name="data_2868">
            <a:extLst>
              <a:ext uri="{FF2B5EF4-FFF2-40B4-BE49-F238E27FC236}">
                <a16:creationId xmlns:a16="http://schemas.microsoft.com/office/drawing/2014/main" id="{C5BE68F5-C45F-9644-D7DB-AD283B6E5505}"/>
              </a:ext>
            </a:extLst>
          </p:cNvPr>
          <p:cNvSpPr>
            <a:spLocks/>
          </p:cNvSpPr>
          <p:nvPr/>
        </p:nvSpPr>
        <p:spPr>
          <a:xfrm>
            <a:off x="1715852" y="63840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0" name="data_2869">
            <a:extLst>
              <a:ext uri="{FF2B5EF4-FFF2-40B4-BE49-F238E27FC236}">
                <a16:creationId xmlns:a16="http://schemas.microsoft.com/office/drawing/2014/main" id="{3C5E641D-24C2-7A09-6049-16C1446033BB}"/>
              </a:ext>
            </a:extLst>
          </p:cNvPr>
          <p:cNvSpPr>
            <a:spLocks/>
          </p:cNvSpPr>
          <p:nvPr/>
        </p:nvSpPr>
        <p:spPr>
          <a:xfrm>
            <a:off x="1683310" y="49053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1" name="data_2870">
            <a:extLst>
              <a:ext uri="{FF2B5EF4-FFF2-40B4-BE49-F238E27FC236}">
                <a16:creationId xmlns:a16="http://schemas.microsoft.com/office/drawing/2014/main" id="{5CE3E6DE-63DC-C59D-3DFB-0A9C8C585605}"/>
              </a:ext>
            </a:extLst>
          </p:cNvPr>
          <p:cNvSpPr>
            <a:spLocks/>
          </p:cNvSpPr>
          <p:nvPr/>
        </p:nvSpPr>
        <p:spPr>
          <a:xfrm>
            <a:off x="1641961" y="51076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2" name="data_2871">
            <a:extLst>
              <a:ext uri="{FF2B5EF4-FFF2-40B4-BE49-F238E27FC236}">
                <a16:creationId xmlns:a16="http://schemas.microsoft.com/office/drawing/2014/main" id="{55D3A13B-2FC3-2DEC-9327-BE6CD7A2E0C9}"/>
              </a:ext>
            </a:extLst>
          </p:cNvPr>
          <p:cNvSpPr>
            <a:spLocks/>
          </p:cNvSpPr>
          <p:nvPr/>
        </p:nvSpPr>
        <p:spPr>
          <a:xfrm>
            <a:off x="1606566" y="50442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3" name="data_2872">
            <a:extLst>
              <a:ext uri="{FF2B5EF4-FFF2-40B4-BE49-F238E27FC236}">
                <a16:creationId xmlns:a16="http://schemas.microsoft.com/office/drawing/2014/main" id="{3ED278B7-63D5-EBBF-8758-A3F54CEAEAFE}"/>
              </a:ext>
            </a:extLst>
          </p:cNvPr>
          <p:cNvSpPr>
            <a:spLocks/>
          </p:cNvSpPr>
          <p:nvPr/>
        </p:nvSpPr>
        <p:spPr>
          <a:xfrm>
            <a:off x="1602023" y="6149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4" name="data_2873">
            <a:extLst>
              <a:ext uri="{FF2B5EF4-FFF2-40B4-BE49-F238E27FC236}">
                <a16:creationId xmlns:a16="http://schemas.microsoft.com/office/drawing/2014/main" id="{AB7C9F01-175D-439B-8E40-91CFEDE78225}"/>
              </a:ext>
            </a:extLst>
          </p:cNvPr>
          <p:cNvSpPr>
            <a:spLocks/>
          </p:cNvSpPr>
          <p:nvPr/>
        </p:nvSpPr>
        <p:spPr>
          <a:xfrm>
            <a:off x="162231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5" name="data_2874">
            <a:extLst>
              <a:ext uri="{FF2B5EF4-FFF2-40B4-BE49-F238E27FC236}">
                <a16:creationId xmlns:a16="http://schemas.microsoft.com/office/drawing/2014/main" id="{5B2AE7C6-1C17-01C0-6495-E4A4345E5288}"/>
              </a:ext>
            </a:extLst>
          </p:cNvPr>
          <p:cNvSpPr>
            <a:spLocks/>
          </p:cNvSpPr>
          <p:nvPr/>
        </p:nvSpPr>
        <p:spPr>
          <a:xfrm>
            <a:off x="1637933" y="50025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6" name="data_2875">
            <a:extLst>
              <a:ext uri="{FF2B5EF4-FFF2-40B4-BE49-F238E27FC236}">
                <a16:creationId xmlns:a16="http://schemas.microsoft.com/office/drawing/2014/main" id="{37A5BF28-EBC7-AA90-DF4D-DDD968A186B6}"/>
              </a:ext>
            </a:extLst>
          </p:cNvPr>
          <p:cNvSpPr>
            <a:spLocks/>
          </p:cNvSpPr>
          <p:nvPr/>
        </p:nvSpPr>
        <p:spPr>
          <a:xfrm>
            <a:off x="1723605" y="57693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7" name="data_2876">
            <a:extLst>
              <a:ext uri="{FF2B5EF4-FFF2-40B4-BE49-F238E27FC236}">
                <a16:creationId xmlns:a16="http://schemas.microsoft.com/office/drawing/2014/main" id="{681512B7-998C-A4BA-D652-5815A9312CD3}"/>
              </a:ext>
            </a:extLst>
          </p:cNvPr>
          <p:cNvSpPr>
            <a:spLocks/>
          </p:cNvSpPr>
          <p:nvPr/>
        </p:nvSpPr>
        <p:spPr>
          <a:xfrm>
            <a:off x="1623392" y="56842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8" name="data_2877">
            <a:extLst>
              <a:ext uri="{FF2B5EF4-FFF2-40B4-BE49-F238E27FC236}">
                <a16:creationId xmlns:a16="http://schemas.microsoft.com/office/drawing/2014/main" id="{C5C9CA51-7423-C405-2583-219628BC5B7F}"/>
              </a:ext>
            </a:extLst>
          </p:cNvPr>
          <p:cNvSpPr>
            <a:spLocks/>
          </p:cNvSpPr>
          <p:nvPr/>
        </p:nvSpPr>
        <p:spPr>
          <a:xfrm>
            <a:off x="1690350" y="55479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9" name="data_2878">
            <a:extLst>
              <a:ext uri="{FF2B5EF4-FFF2-40B4-BE49-F238E27FC236}">
                <a16:creationId xmlns:a16="http://schemas.microsoft.com/office/drawing/2014/main" id="{A32B3897-ED3E-5C87-E23B-3EA61E07D15E}"/>
              </a:ext>
            </a:extLst>
          </p:cNvPr>
          <p:cNvSpPr>
            <a:spLocks/>
          </p:cNvSpPr>
          <p:nvPr/>
        </p:nvSpPr>
        <p:spPr>
          <a:xfrm>
            <a:off x="1699953" y="6004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0" name="data_2879">
            <a:extLst>
              <a:ext uri="{FF2B5EF4-FFF2-40B4-BE49-F238E27FC236}">
                <a16:creationId xmlns:a16="http://schemas.microsoft.com/office/drawing/2014/main" id="{CDB0CE51-2F55-CC60-EA7A-1B29A1C1A099}"/>
              </a:ext>
            </a:extLst>
          </p:cNvPr>
          <p:cNvSpPr>
            <a:spLocks/>
          </p:cNvSpPr>
          <p:nvPr/>
        </p:nvSpPr>
        <p:spPr>
          <a:xfrm>
            <a:off x="1677094" y="51941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1" name="data_2880">
            <a:extLst>
              <a:ext uri="{FF2B5EF4-FFF2-40B4-BE49-F238E27FC236}">
                <a16:creationId xmlns:a16="http://schemas.microsoft.com/office/drawing/2014/main" id="{ECBA9567-D4AA-8880-AACC-B07CD233D8AD}"/>
              </a:ext>
            </a:extLst>
          </p:cNvPr>
          <p:cNvSpPr>
            <a:spLocks/>
          </p:cNvSpPr>
          <p:nvPr/>
        </p:nvSpPr>
        <p:spPr>
          <a:xfrm>
            <a:off x="1652913" y="5039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2" name="data_2881">
            <a:extLst>
              <a:ext uri="{FF2B5EF4-FFF2-40B4-BE49-F238E27FC236}">
                <a16:creationId xmlns:a16="http://schemas.microsoft.com/office/drawing/2014/main" id="{07A214B0-FF4F-3A04-9707-19B75834DC37}"/>
              </a:ext>
            </a:extLst>
          </p:cNvPr>
          <p:cNvSpPr>
            <a:spLocks/>
          </p:cNvSpPr>
          <p:nvPr/>
        </p:nvSpPr>
        <p:spPr>
          <a:xfrm>
            <a:off x="169876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3" name="data_2882">
            <a:extLst>
              <a:ext uri="{FF2B5EF4-FFF2-40B4-BE49-F238E27FC236}">
                <a16:creationId xmlns:a16="http://schemas.microsoft.com/office/drawing/2014/main" id="{17742555-E17D-ED14-31A8-CED97AF83C03}"/>
              </a:ext>
            </a:extLst>
          </p:cNvPr>
          <p:cNvSpPr>
            <a:spLocks/>
          </p:cNvSpPr>
          <p:nvPr/>
        </p:nvSpPr>
        <p:spPr>
          <a:xfrm>
            <a:off x="1629132" y="51077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4" name="data_2883">
            <a:extLst>
              <a:ext uri="{FF2B5EF4-FFF2-40B4-BE49-F238E27FC236}">
                <a16:creationId xmlns:a16="http://schemas.microsoft.com/office/drawing/2014/main" id="{F3D1F468-5EA7-E7DC-F214-B5B9CD04BE7A}"/>
              </a:ext>
            </a:extLst>
          </p:cNvPr>
          <p:cNvSpPr>
            <a:spLocks/>
          </p:cNvSpPr>
          <p:nvPr/>
        </p:nvSpPr>
        <p:spPr>
          <a:xfrm>
            <a:off x="1604429" y="5202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5" name="data_2884">
            <a:extLst>
              <a:ext uri="{FF2B5EF4-FFF2-40B4-BE49-F238E27FC236}">
                <a16:creationId xmlns:a16="http://schemas.microsoft.com/office/drawing/2014/main" id="{6B8697FF-DDBC-6CCA-B7E1-B24649D6840F}"/>
              </a:ext>
            </a:extLst>
          </p:cNvPr>
          <p:cNvSpPr>
            <a:spLocks/>
          </p:cNvSpPr>
          <p:nvPr/>
        </p:nvSpPr>
        <p:spPr>
          <a:xfrm>
            <a:off x="1736723" y="48998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6" name="data_2885">
            <a:extLst>
              <a:ext uri="{FF2B5EF4-FFF2-40B4-BE49-F238E27FC236}">
                <a16:creationId xmlns:a16="http://schemas.microsoft.com/office/drawing/2014/main" id="{D524004D-2B5B-694D-4A7B-A00CD2FE89EB}"/>
              </a:ext>
            </a:extLst>
          </p:cNvPr>
          <p:cNvSpPr>
            <a:spLocks/>
          </p:cNvSpPr>
          <p:nvPr/>
        </p:nvSpPr>
        <p:spPr>
          <a:xfrm>
            <a:off x="1698302" y="5948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7" name="data_2886">
            <a:extLst>
              <a:ext uri="{FF2B5EF4-FFF2-40B4-BE49-F238E27FC236}">
                <a16:creationId xmlns:a16="http://schemas.microsoft.com/office/drawing/2014/main" id="{857C430A-A630-0F23-051D-EC2035485048}"/>
              </a:ext>
            </a:extLst>
          </p:cNvPr>
          <p:cNvSpPr>
            <a:spLocks/>
          </p:cNvSpPr>
          <p:nvPr/>
        </p:nvSpPr>
        <p:spPr>
          <a:xfrm>
            <a:off x="1641251" y="4955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8" name="data_2887">
            <a:extLst>
              <a:ext uri="{FF2B5EF4-FFF2-40B4-BE49-F238E27FC236}">
                <a16:creationId xmlns:a16="http://schemas.microsoft.com/office/drawing/2014/main" id="{A73455B3-3A33-2DB1-656D-385B061175AF}"/>
              </a:ext>
            </a:extLst>
          </p:cNvPr>
          <p:cNvSpPr>
            <a:spLocks/>
          </p:cNvSpPr>
          <p:nvPr/>
        </p:nvSpPr>
        <p:spPr>
          <a:xfrm>
            <a:off x="162141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9" name="data_2888">
            <a:extLst>
              <a:ext uri="{FF2B5EF4-FFF2-40B4-BE49-F238E27FC236}">
                <a16:creationId xmlns:a16="http://schemas.microsoft.com/office/drawing/2014/main" id="{35416454-31E4-B78A-1C1C-1191AD4AEEFA}"/>
              </a:ext>
            </a:extLst>
          </p:cNvPr>
          <p:cNvSpPr>
            <a:spLocks/>
          </p:cNvSpPr>
          <p:nvPr/>
        </p:nvSpPr>
        <p:spPr>
          <a:xfrm>
            <a:off x="1724775" y="61784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0" name="data_2889">
            <a:extLst>
              <a:ext uri="{FF2B5EF4-FFF2-40B4-BE49-F238E27FC236}">
                <a16:creationId xmlns:a16="http://schemas.microsoft.com/office/drawing/2014/main" id="{4B7558CD-642F-1FAF-D25E-C1B54F1F02E5}"/>
              </a:ext>
            </a:extLst>
          </p:cNvPr>
          <p:cNvSpPr>
            <a:spLocks/>
          </p:cNvSpPr>
          <p:nvPr/>
        </p:nvSpPr>
        <p:spPr>
          <a:xfrm>
            <a:off x="1627751" y="57642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1" name="data_2890">
            <a:extLst>
              <a:ext uri="{FF2B5EF4-FFF2-40B4-BE49-F238E27FC236}">
                <a16:creationId xmlns:a16="http://schemas.microsoft.com/office/drawing/2014/main" id="{FDDCC596-090C-31EE-2744-0597C08A809A}"/>
              </a:ext>
            </a:extLst>
          </p:cNvPr>
          <p:cNvSpPr>
            <a:spLocks/>
          </p:cNvSpPr>
          <p:nvPr/>
        </p:nvSpPr>
        <p:spPr>
          <a:xfrm>
            <a:off x="1693657" y="57927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2" name="data_2891">
            <a:extLst>
              <a:ext uri="{FF2B5EF4-FFF2-40B4-BE49-F238E27FC236}">
                <a16:creationId xmlns:a16="http://schemas.microsoft.com/office/drawing/2014/main" id="{0027B8B4-77D8-4DE0-CD41-927DF39DC63B}"/>
              </a:ext>
            </a:extLst>
          </p:cNvPr>
          <p:cNvSpPr>
            <a:spLocks/>
          </p:cNvSpPr>
          <p:nvPr/>
        </p:nvSpPr>
        <p:spPr>
          <a:xfrm>
            <a:off x="162146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3" name="data_2892">
            <a:extLst>
              <a:ext uri="{FF2B5EF4-FFF2-40B4-BE49-F238E27FC236}">
                <a16:creationId xmlns:a16="http://schemas.microsoft.com/office/drawing/2014/main" id="{48095FB2-F7D2-3284-0CFF-6022B3300676}"/>
              </a:ext>
            </a:extLst>
          </p:cNvPr>
          <p:cNvSpPr>
            <a:spLocks/>
          </p:cNvSpPr>
          <p:nvPr/>
        </p:nvSpPr>
        <p:spPr>
          <a:xfrm>
            <a:off x="1676619" y="4977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4" name="data_2893">
            <a:extLst>
              <a:ext uri="{FF2B5EF4-FFF2-40B4-BE49-F238E27FC236}">
                <a16:creationId xmlns:a16="http://schemas.microsoft.com/office/drawing/2014/main" id="{76586DE3-B9B9-F618-2067-25847B05889D}"/>
              </a:ext>
            </a:extLst>
          </p:cNvPr>
          <p:cNvSpPr>
            <a:spLocks/>
          </p:cNvSpPr>
          <p:nvPr/>
        </p:nvSpPr>
        <p:spPr>
          <a:xfrm>
            <a:off x="173218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5" name="data_2894">
            <a:extLst>
              <a:ext uri="{FF2B5EF4-FFF2-40B4-BE49-F238E27FC236}">
                <a16:creationId xmlns:a16="http://schemas.microsoft.com/office/drawing/2014/main" id="{599BDB47-D046-6C49-772F-1514FF6BB804}"/>
              </a:ext>
            </a:extLst>
          </p:cNvPr>
          <p:cNvSpPr>
            <a:spLocks/>
          </p:cNvSpPr>
          <p:nvPr/>
        </p:nvSpPr>
        <p:spPr>
          <a:xfrm>
            <a:off x="1650821" y="5938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6" name="data_2895">
            <a:extLst>
              <a:ext uri="{FF2B5EF4-FFF2-40B4-BE49-F238E27FC236}">
                <a16:creationId xmlns:a16="http://schemas.microsoft.com/office/drawing/2014/main" id="{0DE4255D-C1B0-9338-8C0F-A670F8B847F3}"/>
              </a:ext>
            </a:extLst>
          </p:cNvPr>
          <p:cNvSpPr>
            <a:spLocks/>
          </p:cNvSpPr>
          <p:nvPr/>
        </p:nvSpPr>
        <p:spPr>
          <a:xfrm>
            <a:off x="1623221" y="49938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7" name="data_2896">
            <a:extLst>
              <a:ext uri="{FF2B5EF4-FFF2-40B4-BE49-F238E27FC236}">
                <a16:creationId xmlns:a16="http://schemas.microsoft.com/office/drawing/2014/main" id="{2B2ABE3D-359D-50F6-9569-10B1A7B5AF32}"/>
              </a:ext>
            </a:extLst>
          </p:cNvPr>
          <p:cNvSpPr>
            <a:spLocks/>
          </p:cNvSpPr>
          <p:nvPr/>
        </p:nvSpPr>
        <p:spPr>
          <a:xfrm>
            <a:off x="1677259" y="52926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8" name="data_2897">
            <a:extLst>
              <a:ext uri="{FF2B5EF4-FFF2-40B4-BE49-F238E27FC236}">
                <a16:creationId xmlns:a16="http://schemas.microsoft.com/office/drawing/2014/main" id="{E2E9DFFE-E7BA-0914-ABC1-9C47668D7189}"/>
              </a:ext>
            </a:extLst>
          </p:cNvPr>
          <p:cNvSpPr>
            <a:spLocks/>
          </p:cNvSpPr>
          <p:nvPr/>
        </p:nvSpPr>
        <p:spPr>
          <a:xfrm>
            <a:off x="1651300" y="5670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9" name="data_2898">
            <a:extLst>
              <a:ext uri="{FF2B5EF4-FFF2-40B4-BE49-F238E27FC236}">
                <a16:creationId xmlns:a16="http://schemas.microsoft.com/office/drawing/2014/main" id="{67F81103-6224-2861-93A0-C040FD8CCBD3}"/>
              </a:ext>
            </a:extLst>
          </p:cNvPr>
          <p:cNvSpPr>
            <a:spLocks/>
          </p:cNvSpPr>
          <p:nvPr/>
        </p:nvSpPr>
        <p:spPr>
          <a:xfrm>
            <a:off x="1655159" y="51565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0" name="data_2899">
            <a:extLst>
              <a:ext uri="{FF2B5EF4-FFF2-40B4-BE49-F238E27FC236}">
                <a16:creationId xmlns:a16="http://schemas.microsoft.com/office/drawing/2014/main" id="{6BE2D0FD-FE7F-70DC-66D7-433F15CB003C}"/>
              </a:ext>
            </a:extLst>
          </p:cNvPr>
          <p:cNvSpPr>
            <a:spLocks/>
          </p:cNvSpPr>
          <p:nvPr/>
        </p:nvSpPr>
        <p:spPr>
          <a:xfrm>
            <a:off x="164979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1" name="data_2900">
            <a:extLst>
              <a:ext uri="{FF2B5EF4-FFF2-40B4-BE49-F238E27FC236}">
                <a16:creationId xmlns:a16="http://schemas.microsoft.com/office/drawing/2014/main" id="{89647C3C-1332-C4AB-AF22-5832E679F53D}"/>
              </a:ext>
            </a:extLst>
          </p:cNvPr>
          <p:cNvSpPr>
            <a:spLocks/>
          </p:cNvSpPr>
          <p:nvPr/>
        </p:nvSpPr>
        <p:spPr>
          <a:xfrm>
            <a:off x="1724114" y="51092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2" name="data_2901">
            <a:extLst>
              <a:ext uri="{FF2B5EF4-FFF2-40B4-BE49-F238E27FC236}">
                <a16:creationId xmlns:a16="http://schemas.microsoft.com/office/drawing/2014/main" id="{B3EA3D1E-CA86-46D0-C8B8-913385E15502}"/>
              </a:ext>
            </a:extLst>
          </p:cNvPr>
          <p:cNvSpPr>
            <a:spLocks/>
          </p:cNvSpPr>
          <p:nvPr/>
        </p:nvSpPr>
        <p:spPr>
          <a:xfrm>
            <a:off x="163996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3" name="data_2902">
            <a:extLst>
              <a:ext uri="{FF2B5EF4-FFF2-40B4-BE49-F238E27FC236}">
                <a16:creationId xmlns:a16="http://schemas.microsoft.com/office/drawing/2014/main" id="{B9DC3061-DC8D-47BC-BFBA-F1BAFC1F3C53}"/>
              </a:ext>
            </a:extLst>
          </p:cNvPr>
          <p:cNvSpPr>
            <a:spLocks/>
          </p:cNvSpPr>
          <p:nvPr/>
        </p:nvSpPr>
        <p:spPr>
          <a:xfrm>
            <a:off x="163774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4" name="data_2903">
            <a:extLst>
              <a:ext uri="{FF2B5EF4-FFF2-40B4-BE49-F238E27FC236}">
                <a16:creationId xmlns:a16="http://schemas.microsoft.com/office/drawing/2014/main" id="{9B554F2F-335C-C09D-C162-1A941F452993}"/>
              </a:ext>
            </a:extLst>
          </p:cNvPr>
          <p:cNvSpPr>
            <a:spLocks/>
          </p:cNvSpPr>
          <p:nvPr/>
        </p:nvSpPr>
        <p:spPr>
          <a:xfrm>
            <a:off x="1681046" y="5474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5" name="data_2904">
            <a:extLst>
              <a:ext uri="{FF2B5EF4-FFF2-40B4-BE49-F238E27FC236}">
                <a16:creationId xmlns:a16="http://schemas.microsoft.com/office/drawing/2014/main" id="{946312BA-A7B9-071C-E2E9-CF6ED1F20C72}"/>
              </a:ext>
            </a:extLst>
          </p:cNvPr>
          <p:cNvSpPr>
            <a:spLocks/>
          </p:cNvSpPr>
          <p:nvPr/>
        </p:nvSpPr>
        <p:spPr>
          <a:xfrm>
            <a:off x="1627196" y="5067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6" name="data_2905">
            <a:extLst>
              <a:ext uri="{FF2B5EF4-FFF2-40B4-BE49-F238E27FC236}">
                <a16:creationId xmlns:a16="http://schemas.microsoft.com/office/drawing/2014/main" id="{2B650135-F3BF-D3F4-9322-4857E8674684}"/>
              </a:ext>
            </a:extLst>
          </p:cNvPr>
          <p:cNvSpPr>
            <a:spLocks/>
          </p:cNvSpPr>
          <p:nvPr/>
        </p:nvSpPr>
        <p:spPr>
          <a:xfrm>
            <a:off x="1659723" y="53204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7" name="data_2906">
            <a:extLst>
              <a:ext uri="{FF2B5EF4-FFF2-40B4-BE49-F238E27FC236}">
                <a16:creationId xmlns:a16="http://schemas.microsoft.com/office/drawing/2014/main" id="{D41997A0-4876-34D7-E066-B94DA98FCD26}"/>
              </a:ext>
            </a:extLst>
          </p:cNvPr>
          <p:cNvSpPr>
            <a:spLocks/>
          </p:cNvSpPr>
          <p:nvPr/>
        </p:nvSpPr>
        <p:spPr>
          <a:xfrm>
            <a:off x="1637813" y="53735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8" name="data_2907">
            <a:extLst>
              <a:ext uri="{FF2B5EF4-FFF2-40B4-BE49-F238E27FC236}">
                <a16:creationId xmlns:a16="http://schemas.microsoft.com/office/drawing/2014/main" id="{96BE71D8-1A34-3D15-61EC-734F30E1CF6C}"/>
              </a:ext>
            </a:extLst>
          </p:cNvPr>
          <p:cNvSpPr>
            <a:spLocks/>
          </p:cNvSpPr>
          <p:nvPr/>
        </p:nvSpPr>
        <p:spPr>
          <a:xfrm>
            <a:off x="1690123" y="51128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9" name="data_2908">
            <a:extLst>
              <a:ext uri="{FF2B5EF4-FFF2-40B4-BE49-F238E27FC236}">
                <a16:creationId xmlns:a16="http://schemas.microsoft.com/office/drawing/2014/main" id="{28360408-6776-638B-F5D0-32AF8A9BDB31}"/>
              </a:ext>
            </a:extLst>
          </p:cNvPr>
          <p:cNvSpPr>
            <a:spLocks/>
          </p:cNvSpPr>
          <p:nvPr/>
        </p:nvSpPr>
        <p:spPr>
          <a:xfrm>
            <a:off x="1612296" y="52438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0" name="data_2909">
            <a:extLst>
              <a:ext uri="{FF2B5EF4-FFF2-40B4-BE49-F238E27FC236}">
                <a16:creationId xmlns:a16="http://schemas.microsoft.com/office/drawing/2014/main" id="{5EC5982C-4479-6466-7B31-23FED69F1753}"/>
              </a:ext>
            </a:extLst>
          </p:cNvPr>
          <p:cNvSpPr>
            <a:spLocks/>
          </p:cNvSpPr>
          <p:nvPr/>
        </p:nvSpPr>
        <p:spPr>
          <a:xfrm>
            <a:off x="1646018" y="52502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1" name="data_2910">
            <a:extLst>
              <a:ext uri="{FF2B5EF4-FFF2-40B4-BE49-F238E27FC236}">
                <a16:creationId xmlns:a16="http://schemas.microsoft.com/office/drawing/2014/main" id="{40551691-23C8-B1E2-AB0C-9C7C65971101}"/>
              </a:ext>
            </a:extLst>
          </p:cNvPr>
          <p:cNvSpPr>
            <a:spLocks/>
          </p:cNvSpPr>
          <p:nvPr/>
        </p:nvSpPr>
        <p:spPr>
          <a:xfrm>
            <a:off x="170056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2" name="data_2911">
            <a:extLst>
              <a:ext uri="{FF2B5EF4-FFF2-40B4-BE49-F238E27FC236}">
                <a16:creationId xmlns:a16="http://schemas.microsoft.com/office/drawing/2014/main" id="{00A43A47-70FF-B74C-C83D-604A1424286B}"/>
              </a:ext>
            </a:extLst>
          </p:cNvPr>
          <p:cNvSpPr>
            <a:spLocks/>
          </p:cNvSpPr>
          <p:nvPr/>
        </p:nvSpPr>
        <p:spPr>
          <a:xfrm>
            <a:off x="1613207" y="5196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3" name="data_2912">
            <a:extLst>
              <a:ext uri="{FF2B5EF4-FFF2-40B4-BE49-F238E27FC236}">
                <a16:creationId xmlns:a16="http://schemas.microsoft.com/office/drawing/2014/main" id="{2FEBACF2-2E57-0F9B-3FD8-9938EC60A196}"/>
              </a:ext>
            </a:extLst>
          </p:cNvPr>
          <p:cNvSpPr>
            <a:spLocks/>
          </p:cNvSpPr>
          <p:nvPr/>
        </p:nvSpPr>
        <p:spPr>
          <a:xfrm>
            <a:off x="1693726" y="5496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4" name="data_2913">
            <a:extLst>
              <a:ext uri="{FF2B5EF4-FFF2-40B4-BE49-F238E27FC236}">
                <a16:creationId xmlns:a16="http://schemas.microsoft.com/office/drawing/2014/main" id="{29181ACE-FFC2-B3EE-19FB-B5E07E971EC4}"/>
              </a:ext>
            </a:extLst>
          </p:cNvPr>
          <p:cNvSpPr>
            <a:spLocks/>
          </p:cNvSpPr>
          <p:nvPr/>
        </p:nvSpPr>
        <p:spPr>
          <a:xfrm>
            <a:off x="162216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5" name="data_2914">
            <a:extLst>
              <a:ext uri="{FF2B5EF4-FFF2-40B4-BE49-F238E27FC236}">
                <a16:creationId xmlns:a16="http://schemas.microsoft.com/office/drawing/2014/main" id="{D59702C3-BFF4-534E-3C2A-BFF1B4D4DA4B}"/>
              </a:ext>
            </a:extLst>
          </p:cNvPr>
          <p:cNvSpPr>
            <a:spLocks/>
          </p:cNvSpPr>
          <p:nvPr/>
        </p:nvSpPr>
        <p:spPr>
          <a:xfrm>
            <a:off x="1718042" y="6251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6" name="data_2915">
            <a:extLst>
              <a:ext uri="{FF2B5EF4-FFF2-40B4-BE49-F238E27FC236}">
                <a16:creationId xmlns:a16="http://schemas.microsoft.com/office/drawing/2014/main" id="{2410D635-D92F-F0C5-2818-38CF0F3D4959}"/>
              </a:ext>
            </a:extLst>
          </p:cNvPr>
          <p:cNvSpPr>
            <a:spLocks/>
          </p:cNvSpPr>
          <p:nvPr/>
        </p:nvSpPr>
        <p:spPr>
          <a:xfrm>
            <a:off x="1665978" y="6228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7" name="data_2916">
            <a:extLst>
              <a:ext uri="{FF2B5EF4-FFF2-40B4-BE49-F238E27FC236}">
                <a16:creationId xmlns:a16="http://schemas.microsoft.com/office/drawing/2014/main" id="{57304BBE-32CB-8F12-BFC3-404FE678896F}"/>
              </a:ext>
            </a:extLst>
          </p:cNvPr>
          <p:cNvSpPr>
            <a:spLocks/>
          </p:cNvSpPr>
          <p:nvPr/>
        </p:nvSpPr>
        <p:spPr>
          <a:xfrm>
            <a:off x="1663310" y="62140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8" name="data_2917">
            <a:extLst>
              <a:ext uri="{FF2B5EF4-FFF2-40B4-BE49-F238E27FC236}">
                <a16:creationId xmlns:a16="http://schemas.microsoft.com/office/drawing/2014/main" id="{7BFF37D4-56D1-05B7-4C56-687B2B0EF836}"/>
              </a:ext>
            </a:extLst>
          </p:cNvPr>
          <p:cNvSpPr>
            <a:spLocks/>
          </p:cNvSpPr>
          <p:nvPr/>
        </p:nvSpPr>
        <p:spPr>
          <a:xfrm>
            <a:off x="1656781" y="5018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9" name="data_2918">
            <a:extLst>
              <a:ext uri="{FF2B5EF4-FFF2-40B4-BE49-F238E27FC236}">
                <a16:creationId xmlns:a16="http://schemas.microsoft.com/office/drawing/2014/main" id="{BC111B7F-0BFA-18F4-6E36-F3A792EB2215}"/>
              </a:ext>
            </a:extLst>
          </p:cNvPr>
          <p:cNvSpPr>
            <a:spLocks/>
          </p:cNvSpPr>
          <p:nvPr/>
        </p:nvSpPr>
        <p:spPr>
          <a:xfrm>
            <a:off x="1736100" y="59581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0" name="data_2919">
            <a:extLst>
              <a:ext uri="{FF2B5EF4-FFF2-40B4-BE49-F238E27FC236}">
                <a16:creationId xmlns:a16="http://schemas.microsoft.com/office/drawing/2014/main" id="{1DB28B2C-BEAD-3EB7-EF6E-6A05F1BF4201}"/>
              </a:ext>
            </a:extLst>
          </p:cNvPr>
          <p:cNvSpPr>
            <a:spLocks/>
          </p:cNvSpPr>
          <p:nvPr/>
        </p:nvSpPr>
        <p:spPr>
          <a:xfrm>
            <a:off x="1639800" y="5104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1" name="data_2920">
            <a:extLst>
              <a:ext uri="{FF2B5EF4-FFF2-40B4-BE49-F238E27FC236}">
                <a16:creationId xmlns:a16="http://schemas.microsoft.com/office/drawing/2014/main" id="{2D5E9D0A-D702-FBED-2155-428D6207AFCE}"/>
              </a:ext>
            </a:extLst>
          </p:cNvPr>
          <p:cNvSpPr>
            <a:spLocks/>
          </p:cNvSpPr>
          <p:nvPr/>
        </p:nvSpPr>
        <p:spPr>
          <a:xfrm>
            <a:off x="1719172" y="573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2" name="data_2921">
            <a:extLst>
              <a:ext uri="{FF2B5EF4-FFF2-40B4-BE49-F238E27FC236}">
                <a16:creationId xmlns:a16="http://schemas.microsoft.com/office/drawing/2014/main" id="{584302CC-1036-CE44-7229-074E7ED827DF}"/>
              </a:ext>
            </a:extLst>
          </p:cNvPr>
          <p:cNvSpPr>
            <a:spLocks/>
          </p:cNvSpPr>
          <p:nvPr/>
        </p:nvSpPr>
        <p:spPr>
          <a:xfrm>
            <a:off x="1649166" y="60853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3" name="data_2922">
            <a:extLst>
              <a:ext uri="{FF2B5EF4-FFF2-40B4-BE49-F238E27FC236}">
                <a16:creationId xmlns:a16="http://schemas.microsoft.com/office/drawing/2014/main" id="{A877C823-BEAC-6794-9DBE-B688628052FC}"/>
              </a:ext>
            </a:extLst>
          </p:cNvPr>
          <p:cNvSpPr>
            <a:spLocks/>
          </p:cNvSpPr>
          <p:nvPr/>
        </p:nvSpPr>
        <p:spPr>
          <a:xfrm>
            <a:off x="1635829" y="5244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4" name="data_2923">
            <a:extLst>
              <a:ext uri="{FF2B5EF4-FFF2-40B4-BE49-F238E27FC236}">
                <a16:creationId xmlns:a16="http://schemas.microsoft.com/office/drawing/2014/main" id="{B8E3D8D2-F79F-04B7-96B2-4F5AA6DA2A7F}"/>
              </a:ext>
            </a:extLst>
          </p:cNvPr>
          <p:cNvSpPr>
            <a:spLocks/>
          </p:cNvSpPr>
          <p:nvPr/>
        </p:nvSpPr>
        <p:spPr>
          <a:xfrm>
            <a:off x="1739663" y="50872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5" name="data_2924">
            <a:extLst>
              <a:ext uri="{FF2B5EF4-FFF2-40B4-BE49-F238E27FC236}">
                <a16:creationId xmlns:a16="http://schemas.microsoft.com/office/drawing/2014/main" id="{3206EE4F-8F3D-1C0E-F221-C94E5201FB4E}"/>
              </a:ext>
            </a:extLst>
          </p:cNvPr>
          <p:cNvSpPr>
            <a:spLocks/>
          </p:cNvSpPr>
          <p:nvPr/>
        </p:nvSpPr>
        <p:spPr>
          <a:xfrm>
            <a:off x="1664416" y="50747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6" name="data_2925">
            <a:extLst>
              <a:ext uri="{FF2B5EF4-FFF2-40B4-BE49-F238E27FC236}">
                <a16:creationId xmlns:a16="http://schemas.microsoft.com/office/drawing/2014/main" id="{4AE5F328-E3CF-A136-1265-A257BE35AB43}"/>
              </a:ext>
            </a:extLst>
          </p:cNvPr>
          <p:cNvSpPr>
            <a:spLocks/>
          </p:cNvSpPr>
          <p:nvPr/>
        </p:nvSpPr>
        <p:spPr>
          <a:xfrm>
            <a:off x="166711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7" name="data_2926">
            <a:extLst>
              <a:ext uri="{FF2B5EF4-FFF2-40B4-BE49-F238E27FC236}">
                <a16:creationId xmlns:a16="http://schemas.microsoft.com/office/drawing/2014/main" id="{AE1836DE-4332-4167-0238-5798B5379BDC}"/>
              </a:ext>
            </a:extLst>
          </p:cNvPr>
          <p:cNvSpPr>
            <a:spLocks/>
          </p:cNvSpPr>
          <p:nvPr/>
        </p:nvSpPr>
        <p:spPr>
          <a:xfrm>
            <a:off x="1654453" y="50224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8" name="data_2927">
            <a:extLst>
              <a:ext uri="{FF2B5EF4-FFF2-40B4-BE49-F238E27FC236}">
                <a16:creationId xmlns:a16="http://schemas.microsoft.com/office/drawing/2014/main" id="{3098D90A-F171-9A23-B8CA-ECD2CCCF24FD}"/>
              </a:ext>
            </a:extLst>
          </p:cNvPr>
          <p:cNvSpPr>
            <a:spLocks/>
          </p:cNvSpPr>
          <p:nvPr/>
        </p:nvSpPr>
        <p:spPr>
          <a:xfrm>
            <a:off x="1702294" y="53123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9" name="data_2928">
            <a:extLst>
              <a:ext uri="{FF2B5EF4-FFF2-40B4-BE49-F238E27FC236}">
                <a16:creationId xmlns:a16="http://schemas.microsoft.com/office/drawing/2014/main" id="{E310717A-3DB8-16F9-0100-F0EE04EC41F2}"/>
              </a:ext>
            </a:extLst>
          </p:cNvPr>
          <p:cNvSpPr>
            <a:spLocks/>
          </p:cNvSpPr>
          <p:nvPr/>
        </p:nvSpPr>
        <p:spPr>
          <a:xfrm>
            <a:off x="1681306" y="51295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0" name="data_2929">
            <a:extLst>
              <a:ext uri="{FF2B5EF4-FFF2-40B4-BE49-F238E27FC236}">
                <a16:creationId xmlns:a16="http://schemas.microsoft.com/office/drawing/2014/main" id="{05BD429C-B880-1467-1743-FB87205791E1}"/>
              </a:ext>
            </a:extLst>
          </p:cNvPr>
          <p:cNvSpPr>
            <a:spLocks/>
          </p:cNvSpPr>
          <p:nvPr/>
        </p:nvSpPr>
        <p:spPr>
          <a:xfrm>
            <a:off x="1720638" y="56838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1" name="data_2930">
            <a:extLst>
              <a:ext uri="{FF2B5EF4-FFF2-40B4-BE49-F238E27FC236}">
                <a16:creationId xmlns:a16="http://schemas.microsoft.com/office/drawing/2014/main" id="{2858A66A-F4CF-808F-6A42-544C35709B35}"/>
              </a:ext>
            </a:extLst>
          </p:cNvPr>
          <p:cNvSpPr>
            <a:spLocks/>
          </p:cNvSpPr>
          <p:nvPr/>
        </p:nvSpPr>
        <p:spPr>
          <a:xfrm>
            <a:off x="1676434" y="5792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2" name="data_2931">
            <a:extLst>
              <a:ext uri="{FF2B5EF4-FFF2-40B4-BE49-F238E27FC236}">
                <a16:creationId xmlns:a16="http://schemas.microsoft.com/office/drawing/2014/main" id="{A4CC087F-ADB6-D090-B512-398CB53AD38C}"/>
              </a:ext>
            </a:extLst>
          </p:cNvPr>
          <p:cNvSpPr>
            <a:spLocks/>
          </p:cNvSpPr>
          <p:nvPr/>
        </p:nvSpPr>
        <p:spPr>
          <a:xfrm>
            <a:off x="165327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3" name="data_2932">
            <a:extLst>
              <a:ext uri="{FF2B5EF4-FFF2-40B4-BE49-F238E27FC236}">
                <a16:creationId xmlns:a16="http://schemas.microsoft.com/office/drawing/2014/main" id="{87691FB6-4DB2-D345-D741-89E74DB41247}"/>
              </a:ext>
            </a:extLst>
          </p:cNvPr>
          <p:cNvSpPr>
            <a:spLocks/>
          </p:cNvSpPr>
          <p:nvPr/>
        </p:nvSpPr>
        <p:spPr>
          <a:xfrm>
            <a:off x="1917398" y="49504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4" name="data_2933">
            <a:extLst>
              <a:ext uri="{FF2B5EF4-FFF2-40B4-BE49-F238E27FC236}">
                <a16:creationId xmlns:a16="http://schemas.microsoft.com/office/drawing/2014/main" id="{61334327-CAAE-C0BA-2C4E-7BD752963ED0}"/>
              </a:ext>
            </a:extLst>
          </p:cNvPr>
          <p:cNvSpPr>
            <a:spLocks/>
          </p:cNvSpPr>
          <p:nvPr/>
        </p:nvSpPr>
        <p:spPr>
          <a:xfrm>
            <a:off x="1841084" y="514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5" name="data_2934">
            <a:extLst>
              <a:ext uri="{FF2B5EF4-FFF2-40B4-BE49-F238E27FC236}">
                <a16:creationId xmlns:a16="http://schemas.microsoft.com/office/drawing/2014/main" id="{3759B639-9DFF-BA7A-2F9A-7F7C97F3D002}"/>
              </a:ext>
            </a:extLst>
          </p:cNvPr>
          <p:cNvSpPr>
            <a:spLocks/>
          </p:cNvSpPr>
          <p:nvPr/>
        </p:nvSpPr>
        <p:spPr>
          <a:xfrm>
            <a:off x="1948005" y="49784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6" name="data_2935">
            <a:extLst>
              <a:ext uri="{FF2B5EF4-FFF2-40B4-BE49-F238E27FC236}">
                <a16:creationId xmlns:a16="http://schemas.microsoft.com/office/drawing/2014/main" id="{42ED1DF7-4622-1E31-FEDF-2A95D21AC0E9}"/>
              </a:ext>
            </a:extLst>
          </p:cNvPr>
          <p:cNvSpPr>
            <a:spLocks/>
          </p:cNvSpPr>
          <p:nvPr/>
        </p:nvSpPr>
        <p:spPr>
          <a:xfrm>
            <a:off x="1842208" y="50315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7" name="data_2936">
            <a:extLst>
              <a:ext uri="{FF2B5EF4-FFF2-40B4-BE49-F238E27FC236}">
                <a16:creationId xmlns:a16="http://schemas.microsoft.com/office/drawing/2014/main" id="{47A8C94D-C7F7-5418-F5D7-14A5A08D359C}"/>
              </a:ext>
            </a:extLst>
          </p:cNvPr>
          <p:cNvSpPr>
            <a:spLocks/>
          </p:cNvSpPr>
          <p:nvPr/>
        </p:nvSpPr>
        <p:spPr>
          <a:xfrm>
            <a:off x="1908462" y="56965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8" name="data_2937">
            <a:extLst>
              <a:ext uri="{FF2B5EF4-FFF2-40B4-BE49-F238E27FC236}">
                <a16:creationId xmlns:a16="http://schemas.microsoft.com/office/drawing/2014/main" id="{286D9519-6E1E-3679-5786-5680C57BA42A}"/>
              </a:ext>
            </a:extLst>
          </p:cNvPr>
          <p:cNvSpPr>
            <a:spLocks/>
          </p:cNvSpPr>
          <p:nvPr/>
        </p:nvSpPr>
        <p:spPr>
          <a:xfrm>
            <a:off x="1909924" y="57327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9" name="data_2938">
            <a:extLst>
              <a:ext uri="{FF2B5EF4-FFF2-40B4-BE49-F238E27FC236}">
                <a16:creationId xmlns:a16="http://schemas.microsoft.com/office/drawing/2014/main" id="{158ECF97-FB7B-88FD-9DFA-A4A29CC30C25}"/>
              </a:ext>
            </a:extLst>
          </p:cNvPr>
          <p:cNvSpPr>
            <a:spLocks/>
          </p:cNvSpPr>
          <p:nvPr/>
        </p:nvSpPr>
        <p:spPr>
          <a:xfrm>
            <a:off x="1964416" y="49919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0" name="data_2939">
            <a:extLst>
              <a:ext uri="{FF2B5EF4-FFF2-40B4-BE49-F238E27FC236}">
                <a16:creationId xmlns:a16="http://schemas.microsoft.com/office/drawing/2014/main" id="{5FB73B7D-8B22-B0D8-AF60-C6DD366B43C7}"/>
              </a:ext>
            </a:extLst>
          </p:cNvPr>
          <p:cNvSpPr>
            <a:spLocks/>
          </p:cNvSpPr>
          <p:nvPr/>
        </p:nvSpPr>
        <p:spPr>
          <a:xfrm>
            <a:off x="1905517" y="5204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1" name="data_2940">
            <a:extLst>
              <a:ext uri="{FF2B5EF4-FFF2-40B4-BE49-F238E27FC236}">
                <a16:creationId xmlns:a16="http://schemas.microsoft.com/office/drawing/2014/main" id="{F7A3D51F-15D5-DA14-1CC3-CD7D912B37E0}"/>
              </a:ext>
            </a:extLst>
          </p:cNvPr>
          <p:cNvSpPr>
            <a:spLocks/>
          </p:cNvSpPr>
          <p:nvPr/>
        </p:nvSpPr>
        <p:spPr>
          <a:xfrm>
            <a:off x="1904641" y="515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2" name="data_2941">
            <a:extLst>
              <a:ext uri="{FF2B5EF4-FFF2-40B4-BE49-F238E27FC236}">
                <a16:creationId xmlns:a16="http://schemas.microsoft.com/office/drawing/2014/main" id="{21D3E404-17EE-7909-893C-156F09545E4B}"/>
              </a:ext>
            </a:extLst>
          </p:cNvPr>
          <p:cNvSpPr>
            <a:spLocks/>
          </p:cNvSpPr>
          <p:nvPr/>
        </p:nvSpPr>
        <p:spPr>
          <a:xfrm>
            <a:off x="1904592" y="50722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3" name="data_2942">
            <a:extLst>
              <a:ext uri="{FF2B5EF4-FFF2-40B4-BE49-F238E27FC236}">
                <a16:creationId xmlns:a16="http://schemas.microsoft.com/office/drawing/2014/main" id="{80ACD19C-A44B-2C1C-6087-B49DFB1C05A1}"/>
              </a:ext>
            </a:extLst>
          </p:cNvPr>
          <p:cNvSpPr>
            <a:spLocks/>
          </p:cNvSpPr>
          <p:nvPr/>
        </p:nvSpPr>
        <p:spPr>
          <a:xfrm>
            <a:off x="1873012" y="51185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4" name="data_2943">
            <a:extLst>
              <a:ext uri="{FF2B5EF4-FFF2-40B4-BE49-F238E27FC236}">
                <a16:creationId xmlns:a16="http://schemas.microsoft.com/office/drawing/2014/main" id="{6F8E6226-0CBF-D42D-B441-4587DEEBE591}"/>
              </a:ext>
            </a:extLst>
          </p:cNvPr>
          <p:cNvSpPr>
            <a:spLocks/>
          </p:cNvSpPr>
          <p:nvPr/>
        </p:nvSpPr>
        <p:spPr>
          <a:xfrm>
            <a:off x="1833013" y="5169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5" name="data_2944">
            <a:extLst>
              <a:ext uri="{FF2B5EF4-FFF2-40B4-BE49-F238E27FC236}">
                <a16:creationId xmlns:a16="http://schemas.microsoft.com/office/drawing/2014/main" id="{7109C8DB-4B7E-6E8C-0489-BC00C1BC6EB8}"/>
              </a:ext>
            </a:extLst>
          </p:cNvPr>
          <p:cNvSpPr>
            <a:spLocks/>
          </p:cNvSpPr>
          <p:nvPr/>
        </p:nvSpPr>
        <p:spPr>
          <a:xfrm>
            <a:off x="1945448" y="5630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6" name="data_2945">
            <a:extLst>
              <a:ext uri="{FF2B5EF4-FFF2-40B4-BE49-F238E27FC236}">
                <a16:creationId xmlns:a16="http://schemas.microsoft.com/office/drawing/2014/main" id="{0B6F5FEF-848E-3351-1430-79E87E382ABB}"/>
              </a:ext>
            </a:extLst>
          </p:cNvPr>
          <p:cNvSpPr>
            <a:spLocks/>
          </p:cNvSpPr>
          <p:nvPr/>
        </p:nvSpPr>
        <p:spPr>
          <a:xfrm>
            <a:off x="1825302" y="51945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7" name="data_2946">
            <a:extLst>
              <a:ext uri="{FF2B5EF4-FFF2-40B4-BE49-F238E27FC236}">
                <a16:creationId xmlns:a16="http://schemas.microsoft.com/office/drawing/2014/main" id="{A51519C1-50B8-657F-84A7-2F015DF91A1E}"/>
              </a:ext>
            </a:extLst>
          </p:cNvPr>
          <p:cNvSpPr>
            <a:spLocks/>
          </p:cNvSpPr>
          <p:nvPr/>
        </p:nvSpPr>
        <p:spPr>
          <a:xfrm>
            <a:off x="1963438" y="50142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8" name="data_2947">
            <a:extLst>
              <a:ext uri="{FF2B5EF4-FFF2-40B4-BE49-F238E27FC236}">
                <a16:creationId xmlns:a16="http://schemas.microsoft.com/office/drawing/2014/main" id="{C71143F0-B51E-DB30-6F13-AEEAC60CF0A5}"/>
              </a:ext>
            </a:extLst>
          </p:cNvPr>
          <p:cNvSpPr>
            <a:spLocks/>
          </p:cNvSpPr>
          <p:nvPr/>
        </p:nvSpPr>
        <p:spPr>
          <a:xfrm>
            <a:off x="194892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9" name="data_2948">
            <a:extLst>
              <a:ext uri="{FF2B5EF4-FFF2-40B4-BE49-F238E27FC236}">
                <a16:creationId xmlns:a16="http://schemas.microsoft.com/office/drawing/2014/main" id="{C2EA4245-62C3-E343-9725-8B6AE50CD4F4}"/>
              </a:ext>
            </a:extLst>
          </p:cNvPr>
          <p:cNvSpPr>
            <a:spLocks/>
          </p:cNvSpPr>
          <p:nvPr/>
        </p:nvSpPr>
        <p:spPr>
          <a:xfrm>
            <a:off x="1875684" y="5005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0" name="data_2949">
            <a:extLst>
              <a:ext uri="{FF2B5EF4-FFF2-40B4-BE49-F238E27FC236}">
                <a16:creationId xmlns:a16="http://schemas.microsoft.com/office/drawing/2014/main" id="{019DD83D-4BFB-8075-8B23-22247CD597E6}"/>
              </a:ext>
            </a:extLst>
          </p:cNvPr>
          <p:cNvSpPr>
            <a:spLocks/>
          </p:cNvSpPr>
          <p:nvPr/>
        </p:nvSpPr>
        <p:spPr>
          <a:xfrm>
            <a:off x="1929470" y="4944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1" name="data_2950">
            <a:extLst>
              <a:ext uri="{FF2B5EF4-FFF2-40B4-BE49-F238E27FC236}">
                <a16:creationId xmlns:a16="http://schemas.microsoft.com/office/drawing/2014/main" id="{AA0DB57F-7B7A-8B3B-9895-19975330227A}"/>
              </a:ext>
            </a:extLst>
          </p:cNvPr>
          <p:cNvSpPr>
            <a:spLocks/>
          </p:cNvSpPr>
          <p:nvPr/>
        </p:nvSpPr>
        <p:spPr>
          <a:xfrm>
            <a:off x="1862856" y="53818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2" name="data_2951">
            <a:extLst>
              <a:ext uri="{FF2B5EF4-FFF2-40B4-BE49-F238E27FC236}">
                <a16:creationId xmlns:a16="http://schemas.microsoft.com/office/drawing/2014/main" id="{B1F70594-B684-F530-8D16-B3F3A25F9176}"/>
              </a:ext>
            </a:extLst>
          </p:cNvPr>
          <p:cNvSpPr>
            <a:spLocks/>
          </p:cNvSpPr>
          <p:nvPr/>
        </p:nvSpPr>
        <p:spPr>
          <a:xfrm>
            <a:off x="183045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3" name="data_2952">
            <a:extLst>
              <a:ext uri="{FF2B5EF4-FFF2-40B4-BE49-F238E27FC236}">
                <a16:creationId xmlns:a16="http://schemas.microsoft.com/office/drawing/2014/main" id="{21A45A0D-B1AC-E481-A5F2-33A84C3BD1A0}"/>
              </a:ext>
            </a:extLst>
          </p:cNvPr>
          <p:cNvSpPr>
            <a:spLocks/>
          </p:cNvSpPr>
          <p:nvPr/>
        </p:nvSpPr>
        <p:spPr>
          <a:xfrm>
            <a:off x="1943268" y="5873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4" name="data_2953">
            <a:extLst>
              <a:ext uri="{FF2B5EF4-FFF2-40B4-BE49-F238E27FC236}">
                <a16:creationId xmlns:a16="http://schemas.microsoft.com/office/drawing/2014/main" id="{50E6F376-C62B-1271-9525-2D1C881E2E01}"/>
              </a:ext>
            </a:extLst>
          </p:cNvPr>
          <p:cNvSpPr>
            <a:spLocks/>
          </p:cNvSpPr>
          <p:nvPr/>
        </p:nvSpPr>
        <p:spPr>
          <a:xfrm>
            <a:off x="184071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5" name="data_2954">
            <a:extLst>
              <a:ext uri="{FF2B5EF4-FFF2-40B4-BE49-F238E27FC236}">
                <a16:creationId xmlns:a16="http://schemas.microsoft.com/office/drawing/2014/main" id="{71B2E055-128F-73C2-A7C4-02EB6DB8A944}"/>
              </a:ext>
            </a:extLst>
          </p:cNvPr>
          <p:cNvSpPr>
            <a:spLocks/>
          </p:cNvSpPr>
          <p:nvPr/>
        </p:nvSpPr>
        <p:spPr>
          <a:xfrm>
            <a:off x="1852421" y="49658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6" name="data_2955">
            <a:extLst>
              <a:ext uri="{FF2B5EF4-FFF2-40B4-BE49-F238E27FC236}">
                <a16:creationId xmlns:a16="http://schemas.microsoft.com/office/drawing/2014/main" id="{14A9F136-853E-B36A-D034-C76FAFC102FE}"/>
              </a:ext>
            </a:extLst>
          </p:cNvPr>
          <p:cNvSpPr>
            <a:spLocks/>
          </p:cNvSpPr>
          <p:nvPr/>
        </p:nvSpPr>
        <p:spPr>
          <a:xfrm>
            <a:off x="1855190" y="50829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7" name="data_2956">
            <a:extLst>
              <a:ext uri="{FF2B5EF4-FFF2-40B4-BE49-F238E27FC236}">
                <a16:creationId xmlns:a16="http://schemas.microsoft.com/office/drawing/2014/main" id="{F8BCC4C0-02C5-D4BD-87F4-ECCD58C5880F}"/>
              </a:ext>
            </a:extLst>
          </p:cNvPr>
          <p:cNvSpPr>
            <a:spLocks/>
          </p:cNvSpPr>
          <p:nvPr/>
        </p:nvSpPr>
        <p:spPr>
          <a:xfrm>
            <a:off x="1929325" y="51513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8" name="data_2957">
            <a:extLst>
              <a:ext uri="{FF2B5EF4-FFF2-40B4-BE49-F238E27FC236}">
                <a16:creationId xmlns:a16="http://schemas.microsoft.com/office/drawing/2014/main" id="{09FB0C3C-4703-D06A-4FEF-8BE0CDFACEF0}"/>
              </a:ext>
            </a:extLst>
          </p:cNvPr>
          <p:cNvSpPr>
            <a:spLocks/>
          </p:cNvSpPr>
          <p:nvPr/>
        </p:nvSpPr>
        <p:spPr>
          <a:xfrm>
            <a:off x="1892229" y="55518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9" name="data_2958">
            <a:extLst>
              <a:ext uri="{FF2B5EF4-FFF2-40B4-BE49-F238E27FC236}">
                <a16:creationId xmlns:a16="http://schemas.microsoft.com/office/drawing/2014/main" id="{61B61C5D-3F3F-703D-39BF-1A7BA386E8CE}"/>
              </a:ext>
            </a:extLst>
          </p:cNvPr>
          <p:cNvSpPr>
            <a:spLocks/>
          </p:cNvSpPr>
          <p:nvPr/>
        </p:nvSpPr>
        <p:spPr>
          <a:xfrm>
            <a:off x="1825024" y="50690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0" name="data_2959">
            <a:extLst>
              <a:ext uri="{FF2B5EF4-FFF2-40B4-BE49-F238E27FC236}">
                <a16:creationId xmlns:a16="http://schemas.microsoft.com/office/drawing/2014/main" id="{66E55138-0721-6BEC-9BF7-ABE20A0826BB}"/>
              </a:ext>
            </a:extLst>
          </p:cNvPr>
          <p:cNvSpPr>
            <a:spLocks/>
          </p:cNvSpPr>
          <p:nvPr/>
        </p:nvSpPr>
        <p:spPr>
          <a:xfrm>
            <a:off x="1843585" y="51176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1" name="data_2960">
            <a:extLst>
              <a:ext uri="{FF2B5EF4-FFF2-40B4-BE49-F238E27FC236}">
                <a16:creationId xmlns:a16="http://schemas.microsoft.com/office/drawing/2014/main" id="{1425B556-B0FA-6E28-2D5A-FC8E94267BC7}"/>
              </a:ext>
            </a:extLst>
          </p:cNvPr>
          <p:cNvSpPr>
            <a:spLocks/>
          </p:cNvSpPr>
          <p:nvPr/>
        </p:nvSpPr>
        <p:spPr>
          <a:xfrm>
            <a:off x="1893320" y="52937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2" name="data_2961">
            <a:extLst>
              <a:ext uri="{FF2B5EF4-FFF2-40B4-BE49-F238E27FC236}">
                <a16:creationId xmlns:a16="http://schemas.microsoft.com/office/drawing/2014/main" id="{7FE1D388-D217-2D56-76EA-8D6B1F81CFC2}"/>
              </a:ext>
            </a:extLst>
          </p:cNvPr>
          <p:cNvSpPr>
            <a:spLocks/>
          </p:cNvSpPr>
          <p:nvPr/>
        </p:nvSpPr>
        <p:spPr>
          <a:xfrm>
            <a:off x="1943596" y="55749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3" name="data_2962">
            <a:extLst>
              <a:ext uri="{FF2B5EF4-FFF2-40B4-BE49-F238E27FC236}">
                <a16:creationId xmlns:a16="http://schemas.microsoft.com/office/drawing/2014/main" id="{AAC411FE-C7F8-4FAD-ABF6-C747245AED58}"/>
              </a:ext>
            </a:extLst>
          </p:cNvPr>
          <p:cNvSpPr>
            <a:spLocks/>
          </p:cNvSpPr>
          <p:nvPr/>
        </p:nvSpPr>
        <p:spPr>
          <a:xfrm>
            <a:off x="1879390" y="59141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4" name="data_2963">
            <a:extLst>
              <a:ext uri="{FF2B5EF4-FFF2-40B4-BE49-F238E27FC236}">
                <a16:creationId xmlns:a16="http://schemas.microsoft.com/office/drawing/2014/main" id="{37300195-6497-0789-653D-2E36A4FC2D87}"/>
              </a:ext>
            </a:extLst>
          </p:cNvPr>
          <p:cNvSpPr>
            <a:spLocks/>
          </p:cNvSpPr>
          <p:nvPr/>
        </p:nvSpPr>
        <p:spPr>
          <a:xfrm>
            <a:off x="1880927" y="49050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5" name="data_2964">
            <a:extLst>
              <a:ext uri="{FF2B5EF4-FFF2-40B4-BE49-F238E27FC236}">
                <a16:creationId xmlns:a16="http://schemas.microsoft.com/office/drawing/2014/main" id="{C31F53A7-5F6A-A3C9-5B34-D296A75CE843}"/>
              </a:ext>
            </a:extLst>
          </p:cNvPr>
          <p:cNvSpPr>
            <a:spLocks/>
          </p:cNvSpPr>
          <p:nvPr/>
        </p:nvSpPr>
        <p:spPr>
          <a:xfrm>
            <a:off x="1838155" y="50562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6" name="data_2965">
            <a:extLst>
              <a:ext uri="{FF2B5EF4-FFF2-40B4-BE49-F238E27FC236}">
                <a16:creationId xmlns:a16="http://schemas.microsoft.com/office/drawing/2014/main" id="{898B906C-6621-DBCD-905F-2EA118F902F3}"/>
              </a:ext>
            </a:extLst>
          </p:cNvPr>
          <p:cNvSpPr>
            <a:spLocks/>
          </p:cNvSpPr>
          <p:nvPr/>
        </p:nvSpPr>
        <p:spPr>
          <a:xfrm>
            <a:off x="1924907" y="49928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7" name="data_2966">
            <a:extLst>
              <a:ext uri="{FF2B5EF4-FFF2-40B4-BE49-F238E27FC236}">
                <a16:creationId xmlns:a16="http://schemas.microsoft.com/office/drawing/2014/main" id="{855961A2-9983-560A-D868-96B032182029}"/>
              </a:ext>
            </a:extLst>
          </p:cNvPr>
          <p:cNvSpPr>
            <a:spLocks/>
          </p:cNvSpPr>
          <p:nvPr/>
        </p:nvSpPr>
        <p:spPr>
          <a:xfrm>
            <a:off x="1896760" y="50532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8" name="data_2967">
            <a:extLst>
              <a:ext uri="{FF2B5EF4-FFF2-40B4-BE49-F238E27FC236}">
                <a16:creationId xmlns:a16="http://schemas.microsoft.com/office/drawing/2014/main" id="{28B4D942-6761-71EF-3626-1510685D8537}"/>
              </a:ext>
            </a:extLst>
          </p:cNvPr>
          <p:cNvSpPr>
            <a:spLocks/>
          </p:cNvSpPr>
          <p:nvPr/>
        </p:nvSpPr>
        <p:spPr>
          <a:xfrm>
            <a:off x="184869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9" name="data_2968">
            <a:extLst>
              <a:ext uri="{FF2B5EF4-FFF2-40B4-BE49-F238E27FC236}">
                <a16:creationId xmlns:a16="http://schemas.microsoft.com/office/drawing/2014/main" id="{B067BF63-EC49-84A3-99F8-D786A48688ED}"/>
              </a:ext>
            </a:extLst>
          </p:cNvPr>
          <p:cNvSpPr>
            <a:spLocks/>
          </p:cNvSpPr>
          <p:nvPr/>
        </p:nvSpPr>
        <p:spPr>
          <a:xfrm>
            <a:off x="1956795" y="5000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0" name="data_2969">
            <a:extLst>
              <a:ext uri="{FF2B5EF4-FFF2-40B4-BE49-F238E27FC236}">
                <a16:creationId xmlns:a16="http://schemas.microsoft.com/office/drawing/2014/main" id="{506BA411-ABC8-91B4-AE71-B57172EA6253}"/>
              </a:ext>
            </a:extLst>
          </p:cNvPr>
          <p:cNvSpPr>
            <a:spLocks/>
          </p:cNvSpPr>
          <p:nvPr/>
        </p:nvSpPr>
        <p:spPr>
          <a:xfrm>
            <a:off x="1899000" y="55688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1" name="data_2970">
            <a:extLst>
              <a:ext uri="{FF2B5EF4-FFF2-40B4-BE49-F238E27FC236}">
                <a16:creationId xmlns:a16="http://schemas.microsoft.com/office/drawing/2014/main" id="{56DF3CB9-DEA6-C154-A115-3F4EF18842F4}"/>
              </a:ext>
            </a:extLst>
          </p:cNvPr>
          <p:cNvSpPr>
            <a:spLocks/>
          </p:cNvSpPr>
          <p:nvPr/>
        </p:nvSpPr>
        <p:spPr>
          <a:xfrm>
            <a:off x="1857180" y="5459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2" name="data_2971">
            <a:extLst>
              <a:ext uri="{FF2B5EF4-FFF2-40B4-BE49-F238E27FC236}">
                <a16:creationId xmlns:a16="http://schemas.microsoft.com/office/drawing/2014/main" id="{651580FE-DCB4-2475-F600-03B7626E6B01}"/>
              </a:ext>
            </a:extLst>
          </p:cNvPr>
          <p:cNvSpPr>
            <a:spLocks/>
          </p:cNvSpPr>
          <p:nvPr/>
        </p:nvSpPr>
        <p:spPr>
          <a:xfrm>
            <a:off x="1956288" y="52257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3" name="data_2972">
            <a:extLst>
              <a:ext uri="{FF2B5EF4-FFF2-40B4-BE49-F238E27FC236}">
                <a16:creationId xmlns:a16="http://schemas.microsoft.com/office/drawing/2014/main" id="{7B4F3B29-66E5-C501-BCC2-7C6829AE1057}"/>
              </a:ext>
            </a:extLst>
          </p:cNvPr>
          <p:cNvSpPr>
            <a:spLocks/>
          </p:cNvSpPr>
          <p:nvPr/>
        </p:nvSpPr>
        <p:spPr>
          <a:xfrm>
            <a:off x="1838753" y="54153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4" name="data_2973">
            <a:extLst>
              <a:ext uri="{FF2B5EF4-FFF2-40B4-BE49-F238E27FC236}">
                <a16:creationId xmlns:a16="http://schemas.microsoft.com/office/drawing/2014/main" id="{FD92B7BB-61B6-4383-6696-A28F7F689AA9}"/>
              </a:ext>
            </a:extLst>
          </p:cNvPr>
          <p:cNvSpPr>
            <a:spLocks/>
          </p:cNvSpPr>
          <p:nvPr/>
        </p:nvSpPr>
        <p:spPr>
          <a:xfrm>
            <a:off x="1824745" y="50335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5" name="data_2974">
            <a:extLst>
              <a:ext uri="{FF2B5EF4-FFF2-40B4-BE49-F238E27FC236}">
                <a16:creationId xmlns:a16="http://schemas.microsoft.com/office/drawing/2014/main" id="{B8CB4597-EF46-B01F-199A-B6E667B2FA0B}"/>
              </a:ext>
            </a:extLst>
          </p:cNvPr>
          <p:cNvSpPr>
            <a:spLocks/>
          </p:cNvSpPr>
          <p:nvPr/>
        </p:nvSpPr>
        <p:spPr>
          <a:xfrm>
            <a:off x="1929833" y="50375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6" name="data_2975">
            <a:extLst>
              <a:ext uri="{FF2B5EF4-FFF2-40B4-BE49-F238E27FC236}">
                <a16:creationId xmlns:a16="http://schemas.microsoft.com/office/drawing/2014/main" id="{D85685BB-49D4-CEB4-002F-2681BC5B012D}"/>
              </a:ext>
            </a:extLst>
          </p:cNvPr>
          <p:cNvSpPr>
            <a:spLocks/>
          </p:cNvSpPr>
          <p:nvPr/>
        </p:nvSpPr>
        <p:spPr>
          <a:xfrm>
            <a:off x="1952732" y="56568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7" name="data_2976">
            <a:extLst>
              <a:ext uri="{FF2B5EF4-FFF2-40B4-BE49-F238E27FC236}">
                <a16:creationId xmlns:a16="http://schemas.microsoft.com/office/drawing/2014/main" id="{E4156BA1-12DD-1D6A-4DAF-AE0C115D0589}"/>
              </a:ext>
            </a:extLst>
          </p:cNvPr>
          <p:cNvSpPr>
            <a:spLocks/>
          </p:cNvSpPr>
          <p:nvPr/>
        </p:nvSpPr>
        <p:spPr>
          <a:xfrm>
            <a:off x="1921550" y="51002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8" name="data_2977">
            <a:extLst>
              <a:ext uri="{FF2B5EF4-FFF2-40B4-BE49-F238E27FC236}">
                <a16:creationId xmlns:a16="http://schemas.microsoft.com/office/drawing/2014/main" id="{250E3521-4249-D197-8ACA-27A27443C86D}"/>
              </a:ext>
            </a:extLst>
          </p:cNvPr>
          <p:cNvSpPr>
            <a:spLocks/>
          </p:cNvSpPr>
          <p:nvPr/>
        </p:nvSpPr>
        <p:spPr>
          <a:xfrm>
            <a:off x="1948040" y="52007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9" name="data_2978">
            <a:extLst>
              <a:ext uri="{FF2B5EF4-FFF2-40B4-BE49-F238E27FC236}">
                <a16:creationId xmlns:a16="http://schemas.microsoft.com/office/drawing/2014/main" id="{559C0A97-F0C3-23BA-806F-6EDD59136CAE}"/>
              </a:ext>
            </a:extLst>
          </p:cNvPr>
          <p:cNvSpPr>
            <a:spLocks/>
          </p:cNvSpPr>
          <p:nvPr/>
        </p:nvSpPr>
        <p:spPr>
          <a:xfrm>
            <a:off x="1833477" y="48978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0" name="data_2979">
            <a:extLst>
              <a:ext uri="{FF2B5EF4-FFF2-40B4-BE49-F238E27FC236}">
                <a16:creationId xmlns:a16="http://schemas.microsoft.com/office/drawing/2014/main" id="{2715F84C-5AF4-5294-10DC-69075B3BE8E9}"/>
              </a:ext>
            </a:extLst>
          </p:cNvPr>
          <p:cNvSpPr>
            <a:spLocks/>
          </p:cNvSpPr>
          <p:nvPr/>
        </p:nvSpPr>
        <p:spPr>
          <a:xfrm>
            <a:off x="1935339" y="5899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1" name="data_2980">
            <a:extLst>
              <a:ext uri="{FF2B5EF4-FFF2-40B4-BE49-F238E27FC236}">
                <a16:creationId xmlns:a16="http://schemas.microsoft.com/office/drawing/2014/main" id="{26D83AE7-A8A4-E9F5-D554-E680357D152D}"/>
              </a:ext>
            </a:extLst>
          </p:cNvPr>
          <p:cNvSpPr>
            <a:spLocks/>
          </p:cNvSpPr>
          <p:nvPr/>
        </p:nvSpPr>
        <p:spPr>
          <a:xfrm>
            <a:off x="1836456" y="49406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2" name="data_2981">
            <a:extLst>
              <a:ext uri="{FF2B5EF4-FFF2-40B4-BE49-F238E27FC236}">
                <a16:creationId xmlns:a16="http://schemas.microsoft.com/office/drawing/2014/main" id="{954E7DCC-0E05-C02B-5F36-EF5B6A606766}"/>
              </a:ext>
            </a:extLst>
          </p:cNvPr>
          <p:cNvSpPr>
            <a:spLocks/>
          </p:cNvSpPr>
          <p:nvPr/>
        </p:nvSpPr>
        <p:spPr>
          <a:xfrm>
            <a:off x="1829990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3" name="data_2982">
            <a:extLst>
              <a:ext uri="{FF2B5EF4-FFF2-40B4-BE49-F238E27FC236}">
                <a16:creationId xmlns:a16="http://schemas.microsoft.com/office/drawing/2014/main" id="{3C5EC637-7D8D-B1D1-A2D2-D0F0CD3066B8}"/>
              </a:ext>
            </a:extLst>
          </p:cNvPr>
          <p:cNvSpPr>
            <a:spLocks/>
          </p:cNvSpPr>
          <p:nvPr/>
        </p:nvSpPr>
        <p:spPr>
          <a:xfrm>
            <a:off x="1887073" y="61591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4" name="data_2983">
            <a:extLst>
              <a:ext uri="{FF2B5EF4-FFF2-40B4-BE49-F238E27FC236}">
                <a16:creationId xmlns:a16="http://schemas.microsoft.com/office/drawing/2014/main" id="{7DE5B22F-501A-BD6E-EA22-6C95B36A3908}"/>
              </a:ext>
            </a:extLst>
          </p:cNvPr>
          <p:cNvSpPr>
            <a:spLocks/>
          </p:cNvSpPr>
          <p:nvPr/>
        </p:nvSpPr>
        <p:spPr>
          <a:xfrm>
            <a:off x="195873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5" name="data_2984">
            <a:extLst>
              <a:ext uri="{FF2B5EF4-FFF2-40B4-BE49-F238E27FC236}">
                <a16:creationId xmlns:a16="http://schemas.microsoft.com/office/drawing/2014/main" id="{993B1062-AC39-65BA-31FD-90403D1FDCC1}"/>
              </a:ext>
            </a:extLst>
          </p:cNvPr>
          <p:cNvSpPr>
            <a:spLocks/>
          </p:cNvSpPr>
          <p:nvPr/>
        </p:nvSpPr>
        <p:spPr>
          <a:xfrm>
            <a:off x="1856300" y="57795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6" name="data_2985">
            <a:extLst>
              <a:ext uri="{FF2B5EF4-FFF2-40B4-BE49-F238E27FC236}">
                <a16:creationId xmlns:a16="http://schemas.microsoft.com/office/drawing/2014/main" id="{5396BFDC-1DA8-BAAB-FFC4-D552606C9D7B}"/>
              </a:ext>
            </a:extLst>
          </p:cNvPr>
          <p:cNvSpPr>
            <a:spLocks/>
          </p:cNvSpPr>
          <p:nvPr/>
        </p:nvSpPr>
        <p:spPr>
          <a:xfrm>
            <a:off x="1873862" y="60051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7" name="data_2986">
            <a:extLst>
              <a:ext uri="{FF2B5EF4-FFF2-40B4-BE49-F238E27FC236}">
                <a16:creationId xmlns:a16="http://schemas.microsoft.com/office/drawing/2014/main" id="{25260EE6-96FA-C639-B6B2-081867D0102A}"/>
              </a:ext>
            </a:extLst>
          </p:cNvPr>
          <p:cNvSpPr>
            <a:spLocks/>
          </p:cNvSpPr>
          <p:nvPr/>
        </p:nvSpPr>
        <p:spPr>
          <a:xfrm>
            <a:off x="1941912" y="49646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8" name="data_2987">
            <a:extLst>
              <a:ext uri="{FF2B5EF4-FFF2-40B4-BE49-F238E27FC236}">
                <a16:creationId xmlns:a16="http://schemas.microsoft.com/office/drawing/2014/main" id="{CA338566-05FA-273D-2E96-6FBF2D203A98}"/>
              </a:ext>
            </a:extLst>
          </p:cNvPr>
          <p:cNvSpPr>
            <a:spLocks/>
          </p:cNvSpPr>
          <p:nvPr/>
        </p:nvSpPr>
        <p:spPr>
          <a:xfrm>
            <a:off x="1834437" y="51930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9" name="data_2988">
            <a:extLst>
              <a:ext uri="{FF2B5EF4-FFF2-40B4-BE49-F238E27FC236}">
                <a16:creationId xmlns:a16="http://schemas.microsoft.com/office/drawing/2014/main" id="{ECED6A56-2440-9CD4-6934-DF368183F387}"/>
              </a:ext>
            </a:extLst>
          </p:cNvPr>
          <p:cNvSpPr>
            <a:spLocks/>
          </p:cNvSpPr>
          <p:nvPr/>
        </p:nvSpPr>
        <p:spPr>
          <a:xfrm>
            <a:off x="1908441" y="54466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0" name="data_2989">
            <a:extLst>
              <a:ext uri="{FF2B5EF4-FFF2-40B4-BE49-F238E27FC236}">
                <a16:creationId xmlns:a16="http://schemas.microsoft.com/office/drawing/2014/main" id="{B3F5C04A-DDFB-6A68-E132-E2999D6A9532}"/>
              </a:ext>
            </a:extLst>
          </p:cNvPr>
          <p:cNvSpPr>
            <a:spLocks/>
          </p:cNvSpPr>
          <p:nvPr/>
        </p:nvSpPr>
        <p:spPr>
          <a:xfrm>
            <a:off x="1911301" y="49904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1" name="data_2990">
            <a:extLst>
              <a:ext uri="{FF2B5EF4-FFF2-40B4-BE49-F238E27FC236}">
                <a16:creationId xmlns:a16="http://schemas.microsoft.com/office/drawing/2014/main" id="{03A3F4DB-2FD6-8A3F-8E12-604A700E67FD}"/>
              </a:ext>
            </a:extLst>
          </p:cNvPr>
          <p:cNvSpPr>
            <a:spLocks/>
          </p:cNvSpPr>
          <p:nvPr/>
        </p:nvSpPr>
        <p:spPr>
          <a:xfrm>
            <a:off x="1909810" y="51063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2" name="data_2991">
            <a:extLst>
              <a:ext uri="{FF2B5EF4-FFF2-40B4-BE49-F238E27FC236}">
                <a16:creationId xmlns:a16="http://schemas.microsoft.com/office/drawing/2014/main" id="{9A07A243-3764-87FC-B96A-DF4FC97F96B4}"/>
              </a:ext>
            </a:extLst>
          </p:cNvPr>
          <p:cNvSpPr>
            <a:spLocks/>
          </p:cNvSpPr>
          <p:nvPr/>
        </p:nvSpPr>
        <p:spPr>
          <a:xfrm>
            <a:off x="1920809" y="55750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3" name="data_2992">
            <a:extLst>
              <a:ext uri="{FF2B5EF4-FFF2-40B4-BE49-F238E27FC236}">
                <a16:creationId xmlns:a16="http://schemas.microsoft.com/office/drawing/2014/main" id="{08DE2DEA-CC5D-21E2-0CF2-66BAB33293A8}"/>
              </a:ext>
            </a:extLst>
          </p:cNvPr>
          <p:cNvSpPr>
            <a:spLocks/>
          </p:cNvSpPr>
          <p:nvPr/>
        </p:nvSpPr>
        <p:spPr>
          <a:xfrm>
            <a:off x="1920994" y="51561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4" name="data_2993">
            <a:extLst>
              <a:ext uri="{FF2B5EF4-FFF2-40B4-BE49-F238E27FC236}">
                <a16:creationId xmlns:a16="http://schemas.microsoft.com/office/drawing/2014/main" id="{DF58B56C-7D91-6512-1186-F134E9F88FE0}"/>
              </a:ext>
            </a:extLst>
          </p:cNvPr>
          <p:cNvSpPr>
            <a:spLocks/>
          </p:cNvSpPr>
          <p:nvPr/>
        </p:nvSpPr>
        <p:spPr>
          <a:xfrm>
            <a:off x="185509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5" name="data_2994">
            <a:extLst>
              <a:ext uri="{FF2B5EF4-FFF2-40B4-BE49-F238E27FC236}">
                <a16:creationId xmlns:a16="http://schemas.microsoft.com/office/drawing/2014/main" id="{1CE91510-C639-9CFC-D9B7-C9360C4BF426}"/>
              </a:ext>
            </a:extLst>
          </p:cNvPr>
          <p:cNvSpPr>
            <a:spLocks/>
          </p:cNvSpPr>
          <p:nvPr/>
        </p:nvSpPr>
        <p:spPr>
          <a:xfrm>
            <a:off x="1955930" y="5113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6" name="data_2995">
            <a:extLst>
              <a:ext uri="{FF2B5EF4-FFF2-40B4-BE49-F238E27FC236}">
                <a16:creationId xmlns:a16="http://schemas.microsoft.com/office/drawing/2014/main" id="{AC98731B-72AF-28D3-8AB4-C251209E0B25}"/>
              </a:ext>
            </a:extLst>
          </p:cNvPr>
          <p:cNvSpPr>
            <a:spLocks/>
          </p:cNvSpPr>
          <p:nvPr/>
        </p:nvSpPr>
        <p:spPr>
          <a:xfrm>
            <a:off x="1929269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7" name="data_2996">
            <a:extLst>
              <a:ext uri="{FF2B5EF4-FFF2-40B4-BE49-F238E27FC236}">
                <a16:creationId xmlns:a16="http://schemas.microsoft.com/office/drawing/2014/main" id="{D2C7221F-F794-EA0D-510F-43496118D358}"/>
              </a:ext>
            </a:extLst>
          </p:cNvPr>
          <p:cNvSpPr>
            <a:spLocks/>
          </p:cNvSpPr>
          <p:nvPr/>
        </p:nvSpPr>
        <p:spPr>
          <a:xfrm>
            <a:off x="1867758" y="5586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8" name="data_2997">
            <a:extLst>
              <a:ext uri="{FF2B5EF4-FFF2-40B4-BE49-F238E27FC236}">
                <a16:creationId xmlns:a16="http://schemas.microsoft.com/office/drawing/2014/main" id="{0E278F36-A020-12E7-5731-30A033BFAF36}"/>
              </a:ext>
            </a:extLst>
          </p:cNvPr>
          <p:cNvSpPr>
            <a:spLocks/>
          </p:cNvSpPr>
          <p:nvPr/>
        </p:nvSpPr>
        <p:spPr>
          <a:xfrm>
            <a:off x="1883473" y="52193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9" name="data_2998">
            <a:extLst>
              <a:ext uri="{FF2B5EF4-FFF2-40B4-BE49-F238E27FC236}">
                <a16:creationId xmlns:a16="http://schemas.microsoft.com/office/drawing/2014/main" id="{CA4F140F-5BA4-8573-1BC9-2B3D393600A5}"/>
              </a:ext>
            </a:extLst>
          </p:cNvPr>
          <p:cNvSpPr>
            <a:spLocks/>
          </p:cNvSpPr>
          <p:nvPr/>
        </p:nvSpPr>
        <p:spPr>
          <a:xfrm>
            <a:off x="1836633" y="50514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0" name="data_2999">
            <a:extLst>
              <a:ext uri="{FF2B5EF4-FFF2-40B4-BE49-F238E27FC236}">
                <a16:creationId xmlns:a16="http://schemas.microsoft.com/office/drawing/2014/main" id="{B5A0D04E-604A-B9F7-F713-6DD1D910589D}"/>
              </a:ext>
            </a:extLst>
          </p:cNvPr>
          <p:cNvSpPr>
            <a:spLocks/>
          </p:cNvSpPr>
          <p:nvPr/>
        </p:nvSpPr>
        <p:spPr>
          <a:xfrm>
            <a:off x="1871745" y="5425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1" name="data_3000">
            <a:extLst>
              <a:ext uri="{FF2B5EF4-FFF2-40B4-BE49-F238E27FC236}">
                <a16:creationId xmlns:a16="http://schemas.microsoft.com/office/drawing/2014/main" id="{E82F205B-4C80-54A7-F3A0-9EB015AB65D5}"/>
              </a:ext>
            </a:extLst>
          </p:cNvPr>
          <p:cNvSpPr>
            <a:spLocks/>
          </p:cNvSpPr>
          <p:nvPr/>
        </p:nvSpPr>
        <p:spPr>
          <a:xfrm>
            <a:off x="1832453" y="53064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2" name="data_3001">
            <a:extLst>
              <a:ext uri="{FF2B5EF4-FFF2-40B4-BE49-F238E27FC236}">
                <a16:creationId xmlns:a16="http://schemas.microsoft.com/office/drawing/2014/main" id="{F67D1A8F-40CC-428D-5E6C-0337763FB783}"/>
              </a:ext>
            </a:extLst>
          </p:cNvPr>
          <p:cNvSpPr>
            <a:spLocks/>
          </p:cNvSpPr>
          <p:nvPr/>
        </p:nvSpPr>
        <p:spPr>
          <a:xfrm>
            <a:off x="1937232" y="51152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3" name="data_3002">
            <a:extLst>
              <a:ext uri="{FF2B5EF4-FFF2-40B4-BE49-F238E27FC236}">
                <a16:creationId xmlns:a16="http://schemas.microsoft.com/office/drawing/2014/main" id="{C6EEE38D-6140-0FE7-7004-2F9902B7BBAB}"/>
              </a:ext>
            </a:extLst>
          </p:cNvPr>
          <p:cNvSpPr>
            <a:spLocks/>
          </p:cNvSpPr>
          <p:nvPr/>
        </p:nvSpPr>
        <p:spPr>
          <a:xfrm>
            <a:off x="1910187" y="48787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4" name="data_3003">
            <a:extLst>
              <a:ext uri="{FF2B5EF4-FFF2-40B4-BE49-F238E27FC236}">
                <a16:creationId xmlns:a16="http://schemas.microsoft.com/office/drawing/2014/main" id="{40A607B2-4DD3-0991-A2AE-D419A777D544}"/>
              </a:ext>
            </a:extLst>
          </p:cNvPr>
          <p:cNvSpPr>
            <a:spLocks/>
          </p:cNvSpPr>
          <p:nvPr/>
        </p:nvSpPr>
        <p:spPr>
          <a:xfrm>
            <a:off x="1938392" y="52575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5" name="data_3004">
            <a:extLst>
              <a:ext uri="{FF2B5EF4-FFF2-40B4-BE49-F238E27FC236}">
                <a16:creationId xmlns:a16="http://schemas.microsoft.com/office/drawing/2014/main" id="{BCCAB86C-B5CE-250D-AE41-815F8F676111}"/>
              </a:ext>
            </a:extLst>
          </p:cNvPr>
          <p:cNvSpPr>
            <a:spLocks/>
          </p:cNvSpPr>
          <p:nvPr/>
        </p:nvSpPr>
        <p:spPr>
          <a:xfrm>
            <a:off x="190000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6" name="data_3005">
            <a:extLst>
              <a:ext uri="{FF2B5EF4-FFF2-40B4-BE49-F238E27FC236}">
                <a16:creationId xmlns:a16="http://schemas.microsoft.com/office/drawing/2014/main" id="{55C62A84-6D7C-B854-EE14-E691656BDC96}"/>
              </a:ext>
            </a:extLst>
          </p:cNvPr>
          <p:cNvSpPr>
            <a:spLocks/>
          </p:cNvSpPr>
          <p:nvPr/>
        </p:nvSpPr>
        <p:spPr>
          <a:xfrm>
            <a:off x="1834794" y="517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7" name="data_3006">
            <a:extLst>
              <a:ext uri="{FF2B5EF4-FFF2-40B4-BE49-F238E27FC236}">
                <a16:creationId xmlns:a16="http://schemas.microsoft.com/office/drawing/2014/main" id="{19A2385B-B8F1-CEFA-4F24-4E80FC317659}"/>
              </a:ext>
            </a:extLst>
          </p:cNvPr>
          <p:cNvSpPr>
            <a:spLocks/>
          </p:cNvSpPr>
          <p:nvPr/>
        </p:nvSpPr>
        <p:spPr>
          <a:xfrm>
            <a:off x="1942103" y="5572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8" name="data_3007">
            <a:extLst>
              <a:ext uri="{FF2B5EF4-FFF2-40B4-BE49-F238E27FC236}">
                <a16:creationId xmlns:a16="http://schemas.microsoft.com/office/drawing/2014/main" id="{F62EB44B-E290-E1FD-A081-2B8ADD497FC1}"/>
              </a:ext>
            </a:extLst>
          </p:cNvPr>
          <p:cNvSpPr>
            <a:spLocks/>
          </p:cNvSpPr>
          <p:nvPr/>
        </p:nvSpPr>
        <p:spPr>
          <a:xfrm>
            <a:off x="1843456" y="63024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9" name="data_3008">
            <a:extLst>
              <a:ext uri="{FF2B5EF4-FFF2-40B4-BE49-F238E27FC236}">
                <a16:creationId xmlns:a16="http://schemas.microsoft.com/office/drawing/2014/main" id="{99CE2576-9D4E-FB27-8BD5-ECCA0282520C}"/>
              </a:ext>
            </a:extLst>
          </p:cNvPr>
          <p:cNvSpPr>
            <a:spLocks/>
          </p:cNvSpPr>
          <p:nvPr/>
        </p:nvSpPr>
        <p:spPr>
          <a:xfrm>
            <a:off x="1906590" y="5507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0" name="data_3009">
            <a:extLst>
              <a:ext uri="{FF2B5EF4-FFF2-40B4-BE49-F238E27FC236}">
                <a16:creationId xmlns:a16="http://schemas.microsoft.com/office/drawing/2014/main" id="{D17195FE-34FA-CF6B-AFB9-26987AF19ED2}"/>
              </a:ext>
            </a:extLst>
          </p:cNvPr>
          <p:cNvSpPr>
            <a:spLocks/>
          </p:cNvSpPr>
          <p:nvPr/>
        </p:nvSpPr>
        <p:spPr>
          <a:xfrm>
            <a:off x="1881097" y="57927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1" name="data_3010">
            <a:extLst>
              <a:ext uri="{FF2B5EF4-FFF2-40B4-BE49-F238E27FC236}">
                <a16:creationId xmlns:a16="http://schemas.microsoft.com/office/drawing/2014/main" id="{3BD20528-3E34-EC59-7201-BE66FC99827A}"/>
              </a:ext>
            </a:extLst>
          </p:cNvPr>
          <p:cNvSpPr>
            <a:spLocks/>
          </p:cNvSpPr>
          <p:nvPr/>
        </p:nvSpPr>
        <p:spPr>
          <a:xfrm>
            <a:off x="1850385" y="6228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2" name="data_3011">
            <a:extLst>
              <a:ext uri="{FF2B5EF4-FFF2-40B4-BE49-F238E27FC236}">
                <a16:creationId xmlns:a16="http://schemas.microsoft.com/office/drawing/2014/main" id="{3732FE04-851A-BAB6-5077-1742B48E3798}"/>
              </a:ext>
            </a:extLst>
          </p:cNvPr>
          <p:cNvSpPr>
            <a:spLocks/>
          </p:cNvSpPr>
          <p:nvPr/>
        </p:nvSpPr>
        <p:spPr>
          <a:xfrm>
            <a:off x="1937744" y="50723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3" name="data_3012">
            <a:extLst>
              <a:ext uri="{FF2B5EF4-FFF2-40B4-BE49-F238E27FC236}">
                <a16:creationId xmlns:a16="http://schemas.microsoft.com/office/drawing/2014/main" id="{693D2B1C-55DB-1B7B-D679-C3E788573FFC}"/>
              </a:ext>
            </a:extLst>
          </p:cNvPr>
          <p:cNvSpPr>
            <a:spLocks/>
          </p:cNvSpPr>
          <p:nvPr/>
        </p:nvSpPr>
        <p:spPr>
          <a:xfrm>
            <a:off x="1857893" y="4966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4" name="data_3013">
            <a:extLst>
              <a:ext uri="{FF2B5EF4-FFF2-40B4-BE49-F238E27FC236}">
                <a16:creationId xmlns:a16="http://schemas.microsoft.com/office/drawing/2014/main" id="{EEDD0354-5B48-DDA5-F544-0699047C8B1B}"/>
              </a:ext>
            </a:extLst>
          </p:cNvPr>
          <p:cNvSpPr>
            <a:spLocks/>
          </p:cNvSpPr>
          <p:nvPr/>
        </p:nvSpPr>
        <p:spPr>
          <a:xfrm>
            <a:off x="1938515" y="50090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5" name="data_3014">
            <a:extLst>
              <a:ext uri="{FF2B5EF4-FFF2-40B4-BE49-F238E27FC236}">
                <a16:creationId xmlns:a16="http://schemas.microsoft.com/office/drawing/2014/main" id="{A3D0F533-D35C-2440-377E-2DB1324E9349}"/>
              </a:ext>
            </a:extLst>
          </p:cNvPr>
          <p:cNvSpPr>
            <a:spLocks/>
          </p:cNvSpPr>
          <p:nvPr/>
        </p:nvSpPr>
        <p:spPr>
          <a:xfrm>
            <a:off x="1880491" y="56225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6" name="data_3015">
            <a:extLst>
              <a:ext uri="{FF2B5EF4-FFF2-40B4-BE49-F238E27FC236}">
                <a16:creationId xmlns:a16="http://schemas.microsoft.com/office/drawing/2014/main" id="{E1F32F6E-5818-C05C-5A0E-57CE96E8F1C3}"/>
              </a:ext>
            </a:extLst>
          </p:cNvPr>
          <p:cNvSpPr>
            <a:spLocks/>
          </p:cNvSpPr>
          <p:nvPr/>
        </p:nvSpPr>
        <p:spPr>
          <a:xfrm>
            <a:off x="1932865" y="60824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7" name="data_3016">
            <a:extLst>
              <a:ext uri="{FF2B5EF4-FFF2-40B4-BE49-F238E27FC236}">
                <a16:creationId xmlns:a16="http://schemas.microsoft.com/office/drawing/2014/main" id="{9DDFC4C8-A55E-1CE7-17B7-E61CF672DBC8}"/>
              </a:ext>
            </a:extLst>
          </p:cNvPr>
          <p:cNvSpPr>
            <a:spLocks/>
          </p:cNvSpPr>
          <p:nvPr/>
        </p:nvSpPr>
        <p:spPr>
          <a:xfrm>
            <a:off x="1843675" y="5280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8" name="data_3017">
            <a:extLst>
              <a:ext uri="{FF2B5EF4-FFF2-40B4-BE49-F238E27FC236}">
                <a16:creationId xmlns:a16="http://schemas.microsoft.com/office/drawing/2014/main" id="{9DEE3A51-F20F-9B36-36D3-74F2E6119F67}"/>
              </a:ext>
            </a:extLst>
          </p:cNvPr>
          <p:cNvSpPr>
            <a:spLocks/>
          </p:cNvSpPr>
          <p:nvPr/>
        </p:nvSpPr>
        <p:spPr>
          <a:xfrm>
            <a:off x="1918063" y="4992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9" name="data_3018">
            <a:extLst>
              <a:ext uri="{FF2B5EF4-FFF2-40B4-BE49-F238E27FC236}">
                <a16:creationId xmlns:a16="http://schemas.microsoft.com/office/drawing/2014/main" id="{61C4A1C8-9CD7-D197-F64A-68BA4B27B032}"/>
              </a:ext>
            </a:extLst>
          </p:cNvPr>
          <p:cNvSpPr>
            <a:spLocks/>
          </p:cNvSpPr>
          <p:nvPr/>
        </p:nvSpPr>
        <p:spPr>
          <a:xfrm>
            <a:off x="1846051" y="50761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0" name="data_3019">
            <a:extLst>
              <a:ext uri="{FF2B5EF4-FFF2-40B4-BE49-F238E27FC236}">
                <a16:creationId xmlns:a16="http://schemas.microsoft.com/office/drawing/2014/main" id="{B569EDBF-9544-C9CF-727E-662D75E0E9A1}"/>
              </a:ext>
            </a:extLst>
          </p:cNvPr>
          <p:cNvSpPr>
            <a:spLocks/>
          </p:cNvSpPr>
          <p:nvPr/>
        </p:nvSpPr>
        <p:spPr>
          <a:xfrm>
            <a:off x="183642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1" name="data_3020">
            <a:extLst>
              <a:ext uri="{FF2B5EF4-FFF2-40B4-BE49-F238E27FC236}">
                <a16:creationId xmlns:a16="http://schemas.microsoft.com/office/drawing/2014/main" id="{43329B38-2C82-2B70-1753-883772109EA9}"/>
              </a:ext>
            </a:extLst>
          </p:cNvPr>
          <p:cNvSpPr>
            <a:spLocks/>
          </p:cNvSpPr>
          <p:nvPr/>
        </p:nvSpPr>
        <p:spPr>
          <a:xfrm>
            <a:off x="1856882" y="49883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2" name="data_3021">
            <a:extLst>
              <a:ext uri="{FF2B5EF4-FFF2-40B4-BE49-F238E27FC236}">
                <a16:creationId xmlns:a16="http://schemas.microsoft.com/office/drawing/2014/main" id="{3F21884A-D3C4-A215-99FE-6E89344A8170}"/>
              </a:ext>
            </a:extLst>
          </p:cNvPr>
          <p:cNvSpPr>
            <a:spLocks/>
          </p:cNvSpPr>
          <p:nvPr/>
        </p:nvSpPr>
        <p:spPr>
          <a:xfrm>
            <a:off x="1868376" y="53056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3" name="data_3022">
            <a:extLst>
              <a:ext uri="{FF2B5EF4-FFF2-40B4-BE49-F238E27FC236}">
                <a16:creationId xmlns:a16="http://schemas.microsoft.com/office/drawing/2014/main" id="{E889D7CE-952C-4C54-4B3B-97244A368448}"/>
              </a:ext>
            </a:extLst>
          </p:cNvPr>
          <p:cNvSpPr>
            <a:spLocks/>
          </p:cNvSpPr>
          <p:nvPr/>
        </p:nvSpPr>
        <p:spPr>
          <a:xfrm>
            <a:off x="1922564" y="49731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4" name="data_3023">
            <a:extLst>
              <a:ext uri="{FF2B5EF4-FFF2-40B4-BE49-F238E27FC236}">
                <a16:creationId xmlns:a16="http://schemas.microsoft.com/office/drawing/2014/main" id="{7930BF1D-A77D-5419-A7C0-1C80AAB2A1A4}"/>
              </a:ext>
            </a:extLst>
          </p:cNvPr>
          <p:cNvSpPr>
            <a:spLocks/>
          </p:cNvSpPr>
          <p:nvPr/>
        </p:nvSpPr>
        <p:spPr>
          <a:xfrm>
            <a:off x="1881835" y="51012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5" name="data_3024">
            <a:extLst>
              <a:ext uri="{FF2B5EF4-FFF2-40B4-BE49-F238E27FC236}">
                <a16:creationId xmlns:a16="http://schemas.microsoft.com/office/drawing/2014/main" id="{DAA2233B-5005-3822-A9FB-00E663ED4707}"/>
              </a:ext>
            </a:extLst>
          </p:cNvPr>
          <p:cNvSpPr>
            <a:spLocks/>
          </p:cNvSpPr>
          <p:nvPr/>
        </p:nvSpPr>
        <p:spPr>
          <a:xfrm>
            <a:off x="1947349" y="5206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6" name="data_3025">
            <a:extLst>
              <a:ext uri="{FF2B5EF4-FFF2-40B4-BE49-F238E27FC236}">
                <a16:creationId xmlns:a16="http://schemas.microsoft.com/office/drawing/2014/main" id="{4422EA83-4779-9182-6A68-15B1CFBDBD26}"/>
              </a:ext>
            </a:extLst>
          </p:cNvPr>
          <p:cNvSpPr>
            <a:spLocks/>
          </p:cNvSpPr>
          <p:nvPr/>
        </p:nvSpPr>
        <p:spPr>
          <a:xfrm>
            <a:off x="188978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7" name="data_3026">
            <a:extLst>
              <a:ext uri="{FF2B5EF4-FFF2-40B4-BE49-F238E27FC236}">
                <a16:creationId xmlns:a16="http://schemas.microsoft.com/office/drawing/2014/main" id="{5D6EA045-D6C3-FFC4-1A9A-AD636830FC06}"/>
              </a:ext>
            </a:extLst>
          </p:cNvPr>
          <p:cNvSpPr>
            <a:spLocks/>
          </p:cNvSpPr>
          <p:nvPr/>
        </p:nvSpPr>
        <p:spPr>
          <a:xfrm>
            <a:off x="233350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8" name="data_3027">
            <a:extLst>
              <a:ext uri="{FF2B5EF4-FFF2-40B4-BE49-F238E27FC236}">
                <a16:creationId xmlns:a16="http://schemas.microsoft.com/office/drawing/2014/main" id="{762292E8-5EA0-6344-402C-3BE2422C3F03}"/>
              </a:ext>
            </a:extLst>
          </p:cNvPr>
          <p:cNvSpPr>
            <a:spLocks/>
          </p:cNvSpPr>
          <p:nvPr/>
        </p:nvSpPr>
        <p:spPr>
          <a:xfrm>
            <a:off x="2315740" y="4881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9" name="data_3028">
            <a:extLst>
              <a:ext uri="{FF2B5EF4-FFF2-40B4-BE49-F238E27FC236}">
                <a16:creationId xmlns:a16="http://schemas.microsoft.com/office/drawing/2014/main" id="{0F3E3BAE-1E77-3E50-B23F-9727D88BB3EB}"/>
              </a:ext>
            </a:extLst>
          </p:cNvPr>
          <p:cNvSpPr>
            <a:spLocks/>
          </p:cNvSpPr>
          <p:nvPr/>
        </p:nvSpPr>
        <p:spPr>
          <a:xfrm>
            <a:off x="233260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0" name="data_3029">
            <a:extLst>
              <a:ext uri="{FF2B5EF4-FFF2-40B4-BE49-F238E27FC236}">
                <a16:creationId xmlns:a16="http://schemas.microsoft.com/office/drawing/2014/main" id="{88A3DC49-2EF1-DAA2-0E31-2F4DA2CCAF55}"/>
              </a:ext>
            </a:extLst>
          </p:cNvPr>
          <p:cNvSpPr>
            <a:spLocks/>
          </p:cNvSpPr>
          <p:nvPr/>
        </p:nvSpPr>
        <p:spPr>
          <a:xfrm>
            <a:off x="2335259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1" name="data_3030">
            <a:extLst>
              <a:ext uri="{FF2B5EF4-FFF2-40B4-BE49-F238E27FC236}">
                <a16:creationId xmlns:a16="http://schemas.microsoft.com/office/drawing/2014/main" id="{41C809A3-CB51-3695-16EB-68A93A8D43DE}"/>
              </a:ext>
            </a:extLst>
          </p:cNvPr>
          <p:cNvSpPr>
            <a:spLocks/>
          </p:cNvSpPr>
          <p:nvPr/>
        </p:nvSpPr>
        <p:spPr>
          <a:xfrm>
            <a:off x="243074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2" name="data_3031">
            <a:extLst>
              <a:ext uri="{FF2B5EF4-FFF2-40B4-BE49-F238E27FC236}">
                <a16:creationId xmlns:a16="http://schemas.microsoft.com/office/drawing/2014/main" id="{D6B63B62-225C-367B-A440-83066FBF7AC1}"/>
              </a:ext>
            </a:extLst>
          </p:cNvPr>
          <p:cNvSpPr>
            <a:spLocks/>
          </p:cNvSpPr>
          <p:nvPr/>
        </p:nvSpPr>
        <p:spPr>
          <a:xfrm>
            <a:off x="2422337" y="48927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3" name="data_3032">
            <a:extLst>
              <a:ext uri="{FF2B5EF4-FFF2-40B4-BE49-F238E27FC236}">
                <a16:creationId xmlns:a16="http://schemas.microsoft.com/office/drawing/2014/main" id="{366776D4-0D85-59A5-2A5C-8FB21B610205}"/>
              </a:ext>
            </a:extLst>
          </p:cNvPr>
          <p:cNvSpPr>
            <a:spLocks/>
          </p:cNvSpPr>
          <p:nvPr/>
        </p:nvSpPr>
        <p:spPr>
          <a:xfrm>
            <a:off x="2319016" y="55580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4" name="data_3033">
            <a:extLst>
              <a:ext uri="{FF2B5EF4-FFF2-40B4-BE49-F238E27FC236}">
                <a16:creationId xmlns:a16="http://schemas.microsoft.com/office/drawing/2014/main" id="{5B625554-12BB-E114-FB8E-9DA63C1AB7FE}"/>
              </a:ext>
            </a:extLst>
          </p:cNvPr>
          <p:cNvSpPr>
            <a:spLocks/>
          </p:cNvSpPr>
          <p:nvPr/>
        </p:nvSpPr>
        <p:spPr>
          <a:xfrm>
            <a:off x="2405710" y="50387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5" name="data_3034">
            <a:extLst>
              <a:ext uri="{FF2B5EF4-FFF2-40B4-BE49-F238E27FC236}">
                <a16:creationId xmlns:a16="http://schemas.microsoft.com/office/drawing/2014/main" id="{67BBA468-EFFE-18B1-448B-2821DB06DD57}"/>
              </a:ext>
            </a:extLst>
          </p:cNvPr>
          <p:cNvSpPr>
            <a:spLocks/>
          </p:cNvSpPr>
          <p:nvPr/>
        </p:nvSpPr>
        <p:spPr>
          <a:xfrm>
            <a:off x="2337980" y="5461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6" name="data_3035">
            <a:extLst>
              <a:ext uri="{FF2B5EF4-FFF2-40B4-BE49-F238E27FC236}">
                <a16:creationId xmlns:a16="http://schemas.microsoft.com/office/drawing/2014/main" id="{7EB16715-E66D-4444-9418-348F0B72F03C}"/>
              </a:ext>
            </a:extLst>
          </p:cNvPr>
          <p:cNvSpPr>
            <a:spLocks/>
          </p:cNvSpPr>
          <p:nvPr/>
        </p:nvSpPr>
        <p:spPr>
          <a:xfrm>
            <a:off x="236653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7" name="data_3036">
            <a:extLst>
              <a:ext uri="{FF2B5EF4-FFF2-40B4-BE49-F238E27FC236}">
                <a16:creationId xmlns:a16="http://schemas.microsoft.com/office/drawing/2014/main" id="{4E5373D9-47BF-A690-3429-B3C8DA4DFC0D}"/>
              </a:ext>
            </a:extLst>
          </p:cNvPr>
          <p:cNvSpPr>
            <a:spLocks/>
          </p:cNvSpPr>
          <p:nvPr/>
        </p:nvSpPr>
        <p:spPr>
          <a:xfrm>
            <a:off x="2436070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8" name="data_3037">
            <a:extLst>
              <a:ext uri="{FF2B5EF4-FFF2-40B4-BE49-F238E27FC236}">
                <a16:creationId xmlns:a16="http://schemas.microsoft.com/office/drawing/2014/main" id="{034C22A9-6409-97BC-2675-0543DCE63B86}"/>
              </a:ext>
            </a:extLst>
          </p:cNvPr>
          <p:cNvSpPr>
            <a:spLocks/>
          </p:cNvSpPr>
          <p:nvPr/>
        </p:nvSpPr>
        <p:spPr>
          <a:xfrm>
            <a:off x="2445467" y="50727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9" name="data_3038">
            <a:extLst>
              <a:ext uri="{FF2B5EF4-FFF2-40B4-BE49-F238E27FC236}">
                <a16:creationId xmlns:a16="http://schemas.microsoft.com/office/drawing/2014/main" id="{BB4FB628-A2AE-BFDA-0D2B-D4EEE18D90D0}"/>
              </a:ext>
            </a:extLst>
          </p:cNvPr>
          <p:cNvSpPr>
            <a:spLocks/>
          </p:cNvSpPr>
          <p:nvPr/>
        </p:nvSpPr>
        <p:spPr>
          <a:xfrm>
            <a:off x="2363604" y="5855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0" name="data_3039">
            <a:extLst>
              <a:ext uri="{FF2B5EF4-FFF2-40B4-BE49-F238E27FC236}">
                <a16:creationId xmlns:a16="http://schemas.microsoft.com/office/drawing/2014/main" id="{5FA948C8-D05D-D1CC-B40F-AE13320DAB8E}"/>
              </a:ext>
            </a:extLst>
          </p:cNvPr>
          <p:cNvSpPr>
            <a:spLocks/>
          </p:cNvSpPr>
          <p:nvPr/>
        </p:nvSpPr>
        <p:spPr>
          <a:xfrm>
            <a:off x="241716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1" name="data_3040">
            <a:extLst>
              <a:ext uri="{FF2B5EF4-FFF2-40B4-BE49-F238E27FC236}">
                <a16:creationId xmlns:a16="http://schemas.microsoft.com/office/drawing/2014/main" id="{E9101788-EB40-4261-0057-F3632F71B04E}"/>
              </a:ext>
            </a:extLst>
          </p:cNvPr>
          <p:cNvSpPr>
            <a:spLocks/>
          </p:cNvSpPr>
          <p:nvPr/>
        </p:nvSpPr>
        <p:spPr>
          <a:xfrm>
            <a:off x="238774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2" name="data_3041">
            <a:extLst>
              <a:ext uri="{FF2B5EF4-FFF2-40B4-BE49-F238E27FC236}">
                <a16:creationId xmlns:a16="http://schemas.microsoft.com/office/drawing/2014/main" id="{AF5DCC21-CA62-EA28-F13A-755766B520A3}"/>
              </a:ext>
            </a:extLst>
          </p:cNvPr>
          <p:cNvSpPr>
            <a:spLocks/>
          </p:cNvSpPr>
          <p:nvPr/>
        </p:nvSpPr>
        <p:spPr>
          <a:xfrm>
            <a:off x="241027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3" name="data_3042">
            <a:extLst>
              <a:ext uri="{FF2B5EF4-FFF2-40B4-BE49-F238E27FC236}">
                <a16:creationId xmlns:a16="http://schemas.microsoft.com/office/drawing/2014/main" id="{B847DA0B-D952-A6E0-F6BE-1D8F10BCAF99}"/>
              </a:ext>
            </a:extLst>
          </p:cNvPr>
          <p:cNvSpPr>
            <a:spLocks/>
          </p:cNvSpPr>
          <p:nvPr/>
        </p:nvSpPr>
        <p:spPr>
          <a:xfrm>
            <a:off x="2326882" y="56050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4" name="data_3043">
            <a:extLst>
              <a:ext uri="{FF2B5EF4-FFF2-40B4-BE49-F238E27FC236}">
                <a16:creationId xmlns:a16="http://schemas.microsoft.com/office/drawing/2014/main" id="{22BE2870-6724-B8EC-DDAD-6708B41DB674}"/>
              </a:ext>
            </a:extLst>
          </p:cNvPr>
          <p:cNvSpPr>
            <a:spLocks/>
          </p:cNvSpPr>
          <p:nvPr/>
        </p:nvSpPr>
        <p:spPr>
          <a:xfrm>
            <a:off x="244338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5" name="data_3044">
            <a:extLst>
              <a:ext uri="{FF2B5EF4-FFF2-40B4-BE49-F238E27FC236}">
                <a16:creationId xmlns:a16="http://schemas.microsoft.com/office/drawing/2014/main" id="{26E571C2-D5A3-FCFE-1791-799518A3AACF}"/>
              </a:ext>
            </a:extLst>
          </p:cNvPr>
          <p:cNvSpPr>
            <a:spLocks/>
          </p:cNvSpPr>
          <p:nvPr/>
        </p:nvSpPr>
        <p:spPr>
          <a:xfrm>
            <a:off x="2381220" y="59938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6" name="data_3045">
            <a:extLst>
              <a:ext uri="{FF2B5EF4-FFF2-40B4-BE49-F238E27FC236}">
                <a16:creationId xmlns:a16="http://schemas.microsoft.com/office/drawing/2014/main" id="{9D9160EA-82D1-8817-D7C0-A8D399F992F4}"/>
              </a:ext>
            </a:extLst>
          </p:cNvPr>
          <p:cNvSpPr>
            <a:spLocks/>
          </p:cNvSpPr>
          <p:nvPr/>
        </p:nvSpPr>
        <p:spPr>
          <a:xfrm>
            <a:off x="239081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7" name="data_3046">
            <a:extLst>
              <a:ext uri="{FF2B5EF4-FFF2-40B4-BE49-F238E27FC236}">
                <a16:creationId xmlns:a16="http://schemas.microsoft.com/office/drawing/2014/main" id="{D162513F-5EEF-A72B-F394-02559921AE5D}"/>
              </a:ext>
            </a:extLst>
          </p:cNvPr>
          <p:cNvSpPr>
            <a:spLocks/>
          </p:cNvSpPr>
          <p:nvPr/>
        </p:nvSpPr>
        <p:spPr>
          <a:xfrm>
            <a:off x="2429693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8" name="data_3047">
            <a:extLst>
              <a:ext uri="{FF2B5EF4-FFF2-40B4-BE49-F238E27FC236}">
                <a16:creationId xmlns:a16="http://schemas.microsoft.com/office/drawing/2014/main" id="{77ED4AF3-E497-F07E-D8A8-B2C785D042DE}"/>
              </a:ext>
            </a:extLst>
          </p:cNvPr>
          <p:cNvSpPr>
            <a:spLocks/>
          </p:cNvSpPr>
          <p:nvPr/>
        </p:nvSpPr>
        <p:spPr>
          <a:xfrm>
            <a:off x="234557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9" name="data_3048">
            <a:extLst>
              <a:ext uri="{FF2B5EF4-FFF2-40B4-BE49-F238E27FC236}">
                <a16:creationId xmlns:a16="http://schemas.microsoft.com/office/drawing/2014/main" id="{5F917C09-8E97-F90F-84B0-348FA5D37DA7}"/>
              </a:ext>
            </a:extLst>
          </p:cNvPr>
          <p:cNvSpPr>
            <a:spLocks/>
          </p:cNvSpPr>
          <p:nvPr/>
        </p:nvSpPr>
        <p:spPr>
          <a:xfrm>
            <a:off x="2358434" y="48963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0" name="data_3049">
            <a:extLst>
              <a:ext uri="{FF2B5EF4-FFF2-40B4-BE49-F238E27FC236}">
                <a16:creationId xmlns:a16="http://schemas.microsoft.com/office/drawing/2014/main" id="{B5CA4DF3-93DD-48C4-FA59-CA1279BAAE51}"/>
              </a:ext>
            </a:extLst>
          </p:cNvPr>
          <p:cNvSpPr>
            <a:spLocks/>
          </p:cNvSpPr>
          <p:nvPr/>
        </p:nvSpPr>
        <p:spPr>
          <a:xfrm>
            <a:off x="2403830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1" name="data_3050">
            <a:extLst>
              <a:ext uri="{FF2B5EF4-FFF2-40B4-BE49-F238E27FC236}">
                <a16:creationId xmlns:a16="http://schemas.microsoft.com/office/drawing/2014/main" id="{3524D417-8B60-FA1B-42C7-0F0516F6CEFB}"/>
              </a:ext>
            </a:extLst>
          </p:cNvPr>
          <p:cNvSpPr>
            <a:spLocks/>
          </p:cNvSpPr>
          <p:nvPr/>
        </p:nvSpPr>
        <p:spPr>
          <a:xfrm>
            <a:off x="231371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2" name="data_3051">
            <a:extLst>
              <a:ext uri="{FF2B5EF4-FFF2-40B4-BE49-F238E27FC236}">
                <a16:creationId xmlns:a16="http://schemas.microsoft.com/office/drawing/2014/main" id="{DC031368-FFDB-F30B-10FA-91A988F08BC1}"/>
              </a:ext>
            </a:extLst>
          </p:cNvPr>
          <p:cNvSpPr>
            <a:spLocks/>
          </p:cNvSpPr>
          <p:nvPr/>
        </p:nvSpPr>
        <p:spPr>
          <a:xfrm>
            <a:off x="2313484" y="5967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3" name="data_3052">
            <a:extLst>
              <a:ext uri="{FF2B5EF4-FFF2-40B4-BE49-F238E27FC236}">
                <a16:creationId xmlns:a16="http://schemas.microsoft.com/office/drawing/2014/main" id="{D665D91B-A071-3E88-9296-1E485518EC75}"/>
              </a:ext>
            </a:extLst>
          </p:cNvPr>
          <p:cNvSpPr>
            <a:spLocks/>
          </p:cNvSpPr>
          <p:nvPr/>
        </p:nvSpPr>
        <p:spPr>
          <a:xfrm>
            <a:off x="234071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4" name="data_3053">
            <a:extLst>
              <a:ext uri="{FF2B5EF4-FFF2-40B4-BE49-F238E27FC236}">
                <a16:creationId xmlns:a16="http://schemas.microsoft.com/office/drawing/2014/main" id="{E167A371-92A3-9929-0343-277F01C5CCA1}"/>
              </a:ext>
            </a:extLst>
          </p:cNvPr>
          <p:cNvSpPr>
            <a:spLocks/>
          </p:cNvSpPr>
          <p:nvPr/>
        </p:nvSpPr>
        <p:spPr>
          <a:xfrm>
            <a:off x="241655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5" name="data_3054">
            <a:extLst>
              <a:ext uri="{FF2B5EF4-FFF2-40B4-BE49-F238E27FC236}">
                <a16:creationId xmlns:a16="http://schemas.microsoft.com/office/drawing/2014/main" id="{DA42A275-C523-398F-34F1-877015706A73}"/>
              </a:ext>
            </a:extLst>
          </p:cNvPr>
          <p:cNvSpPr>
            <a:spLocks/>
          </p:cNvSpPr>
          <p:nvPr/>
        </p:nvSpPr>
        <p:spPr>
          <a:xfrm>
            <a:off x="233257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6" name="data_3055">
            <a:extLst>
              <a:ext uri="{FF2B5EF4-FFF2-40B4-BE49-F238E27FC236}">
                <a16:creationId xmlns:a16="http://schemas.microsoft.com/office/drawing/2014/main" id="{A7B2D678-7040-CC0E-C4E5-9206AF2323C2}"/>
              </a:ext>
            </a:extLst>
          </p:cNvPr>
          <p:cNvSpPr>
            <a:spLocks/>
          </p:cNvSpPr>
          <p:nvPr/>
        </p:nvSpPr>
        <p:spPr>
          <a:xfrm>
            <a:off x="2339343" y="63993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7" name="data_3056">
            <a:extLst>
              <a:ext uri="{FF2B5EF4-FFF2-40B4-BE49-F238E27FC236}">
                <a16:creationId xmlns:a16="http://schemas.microsoft.com/office/drawing/2014/main" id="{83E33006-4C46-0C6A-B712-59BF3A64C8EC}"/>
              </a:ext>
            </a:extLst>
          </p:cNvPr>
          <p:cNvSpPr>
            <a:spLocks/>
          </p:cNvSpPr>
          <p:nvPr/>
        </p:nvSpPr>
        <p:spPr>
          <a:xfrm>
            <a:off x="2326954" y="63453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8" name="data_3057">
            <a:extLst>
              <a:ext uri="{FF2B5EF4-FFF2-40B4-BE49-F238E27FC236}">
                <a16:creationId xmlns:a16="http://schemas.microsoft.com/office/drawing/2014/main" id="{F7460181-AE2E-A98C-7E1D-D2DC358D48F7}"/>
              </a:ext>
            </a:extLst>
          </p:cNvPr>
          <p:cNvSpPr>
            <a:spLocks/>
          </p:cNvSpPr>
          <p:nvPr/>
        </p:nvSpPr>
        <p:spPr>
          <a:xfrm>
            <a:off x="2424745" y="58357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9" name="data_3058">
            <a:extLst>
              <a:ext uri="{FF2B5EF4-FFF2-40B4-BE49-F238E27FC236}">
                <a16:creationId xmlns:a16="http://schemas.microsoft.com/office/drawing/2014/main" id="{BA21B14D-8735-95A1-2AFA-25D943FAC341}"/>
              </a:ext>
            </a:extLst>
          </p:cNvPr>
          <p:cNvSpPr>
            <a:spLocks/>
          </p:cNvSpPr>
          <p:nvPr/>
        </p:nvSpPr>
        <p:spPr>
          <a:xfrm>
            <a:off x="2435949" y="64146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0" name="data_3059">
            <a:extLst>
              <a:ext uri="{FF2B5EF4-FFF2-40B4-BE49-F238E27FC236}">
                <a16:creationId xmlns:a16="http://schemas.microsoft.com/office/drawing/2014/main" id="{99C0A629-D25B-9CE3-CD28-8AEE2F6B03B0}"/>
              </a:ext>
            </a:extLst>
          </p:cNvPr>
          <p:cNvSpPr>
            <a:spLocks/>
          </p:cNvSpPr>
          <p:nvPr/>
        </p:nvSpPr>
        <p:spPr>
          <a:xfrm>
            <a:off x="244107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1" name="data_3060">
            <a:extLst>
              <a:ext uri="{FF2B5EF4-FFF2-40B4-BE49-F238E27FC236}">
                <a16:creationId xmlns:a16="http://schemas.microsoft.com/office/drawing/2014/main" id="{4887EDBA-A0F8-24A3-25D6-7C3FEA91878B}"/>
              </a:ext>
            </a:extLst>
          </p:cNvPr>
          <p:cNvSpPr>
            <a:spLocks/>
          </p:cNvSpPr>
          <p:nvPr/>
        </p:nvSpPr>
        <p:spPr>
          <a:xfrm>
            <a:off x="239503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2" name="data_3061">
            <a:extLst>
              <a:ext uri="{FF2B5EF4-FFF2-40B4-BE49-F238E27FC236}">
                <a16:creationId xmlns:a16="http://schemas.microsoft.com/office/drawing/2014/main" id="{8878371F-718A-1034-F91A-432EBDEDC3C3}"/>
              </a:ext>
            </a:extLst>
          </p:cNvPr>
          <p:cNvSpPr>
            <a:spLocks/>
          </p:cNvSpPr>
          <p:nvPr/>
        </p:nvSpPr>
        <p:spPr>
          <a:xfrm>
            <a:off x="233014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3" name="data_3062">
            <a:extLst>
              <a:ext uri="{FF2B5EF4-FFF2-40B4-BE49-F238E27FC236}">
                <a16:creationId xmlns:a16="http://schemas.microsoft.com/office/drawing/2014/main" id="{02DA4232-C43C-749E-9C9C-718324376592}"/>
              </a:ext>
            </a:extLst>
          </p:cNvPr>
          <p:cNvSpPr>
            <a:spLocks/>
          </p:cNvSpPr>
          <p:nvPr/>
        </p:nvSpPr>
        <p:spPr>
          <a:xfrm>
            <a:off x="232475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4" name="data_3063">
            <a:extLst>
              <a:ext uri="{FF2B5EF4-FFF2-40B4-BE49-F238E27FC236}">
                <a16:creationId xmlns:a16="http://schemas.microsoft.com/office/drawing/2014/main" id="{62A958EB-EBFA-4E1F-758E-B6F8A41431AE}"/>
              </a:ext>
            </a:extLst>
          </p:cNvPr>
          <p:cNvSpPr>
            <a:spLocks/>
          </p:cNvSpPr>
          <p:nvPr/>
        </p:nvSpPr>
        <p:spPr>
          <a:xfrm>
            <a:off x="2379469" y="5019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5" name="data_3064">
            <a:extLst>
              <a:ext uri="{FF2B5EF4-FFF2-40B4-BE49-F238E27FC236}">
                <a16:creationId xmlns:a16="http://schemas.microsoft.com/office/drawing/2014/main" id="{3F07B893-32B4-3E62-3AB8-3A58AA5E7E5A}"/>
              </a:ext>
            </a:extLst>
          </p:cNvPr>
          <p:cNvSpPr>
            <a:spLocks/>
          </p:cNvSpPr>
          <p:nvPr/>
        </p:nvSpPr>
        <p:spPr>
          <a:xfrm>
            <a:off x="238035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6" name="data_3065">
            <a:extLst>
              <a:ext uri="{FF2B5EF4-FFF2-40B4-BE49-F238E27FC236}">
                <a16:creationId xmlns:a16="http://schemas.microsoft.com/office/drawing/2014/main" id="{47E9F53C-4131-4D77-ED38-50B3377AE27B}"/>
              </a:ext>
            </a:extLst>
          </p:cNvPr>
          <p:cNvSpPr>
            <a:spLocks/>
          </p:cNvSpPr>
          <p:nvPr/>
        </p:nvSpPr>
        <p:spPr>
          <a:xfrm>
            <a:off x="2330304" y="57068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7" name="data_3066">
            <a:extLst>
              <a:ext uri="{FF2B5EF4-FFF2-40B4-BE49-F238E27FC236}">
                <a16:creationId xmlns:a16="http://schemas.microsoft.com/office/drawing/2014/main" id="{338067DC-DE82-B307-1E7B-FCC5B9FB75F5}"/>
              </a:ext>
            </a:extLst>
          </p:cNvPr>
          <p:cNvSpPr>
            <a:spLocks/>
          </p:cNvSpPr>
          <p:nvPr/>
        </p:nvSpPr>
        <p:spPr>
          <a:xfrm>
            <a:off x="2405101" y="62227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8" name="data_3067">
            <a:extLst>
              <a:ext uri="{FF2B5EF4-FFF2-40B4-BE49-F238E27FC236}">
                <a16:creationId xmlns:a16="http://schemas.microsoft.com/office/drawing/2014/main" id="{48512B93-7D83-E97E-001A-A7923D383F0F}"/>
              </a:ext>
            </a:extLst>
          </p:cNvPr>
          <p:cNvSpPr>
            <a:spLocks/>
          </p:cNvSpPr>
          <p:nvPr/>
        </p:nvSpPr>
        <p:spPr>
          <a:xfrm>
            <a:off x="2415537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9" name="data_3068">
            <a:extLst>
              <a:ext uri="{FF2B5EF4-FFF2-40B4-BE49-F238E27FC236}">
                <a16:creationId xmlns:a16="http://schemas.microsoft.com/office/drawing/2014/main" id="{4ABFF916-F70F-4F45-23E7-68EAE8CDC789}"/>
              </a:ext>
            </a:extLst>
          </p:cNvPr>
          <p:cNvSpPr>
            <a:spLocks/>
          </p:cNvSpPr>
          <p:nvPr/>
        </p:nvSpPr>
        <p:spPr>
          <a:xfrm>
            <a:off x="241734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0" name="data_3069">
            <a:extLst>
              <a:ext uri="{FF2B5EF4-FFF2-40B4-BE49-F238E27FC236}">
                <a16:creationId xmlns:a16="http://schemas.microsoft.com/office/drawing/2014/main" id="{5F9AEE94-9863-3A6E-F429-E465CDDFB320}"/>
              </a:ext>
            </a:extLst>
          </p:cNvPr>
          <p:cNvSpPr>
            <a:spLocks/>
          </p:cNvSpPr>
          <p:nvPr/>
        </p:nvSpPr>
        <p:spPr>
          <a:xfrm>
            <a:off x="240740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1" name="data_3070">
            <a:extLst>
              <a:ext uri="{FF2B5EF4-FFF2-40B4-BE49-F238E27FC236}">
                <a16:creationId xmlns:a16="http://schemas.microsoft.com/office/drawing/2014/main" id="{253C9C4B-EE92-DBF4-61AD-D4505ED9EECB}"/>
              </a:ext>
            </a:extLst>
          </p:cNvPr>
          <p:cNvSpPr>
            <a:spLocks/>
          </p:cNvSpPr>
          <p:nvPr/>
        </p:nvSpPr>
        <p:spPr>
          <a:xfrm>
            <a:off x="2424997" y="54836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2" name="data_3071">
            <a:extLst>
              <a:ext uri="{FF2B5EF4-FFF2-40B4-BE49-F238E27FC236}">
                <a16:creationId xmlns:a16="http://schemas.microsoft.com/office/drawing/2014/main" id="{40375A76-2EB2-7AD0-AD1A-C2CA8FD4F203}"/>
              </a:ext>
            </a:extLst>
          </p:cNvPr>
          <p:cNvSpPr>
            <a:spLocks/>
          </p:cNvSpPr>
          <p:nvPr/>
        </p:nvSpPr>
        <p:spPr>
          <a:xfrm>
            <a:off x="2355335" y="6222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3" name="data_3072">
            <a:extLst>
              <a:ext uri="{FF2B5EF4-FFF2-40B4-BE49-F238E27FC236}">
                <a16:creationId xmlns:a16="http://schemas.microsoft.com/office/drawing/2014/main" id="{F2CB2148-85A3-BF16-F2D4-0E365DB69EAF}"/>
              </a:ext>
            </a:extLst>
          </p:cNvPr>
          <p:cNvSpPr>
            <a:spLocks/>
          </p:cNvSpPr>
          <p:nvPr/>
        </p:nvSpPr>
        <p:spPr>
          <a:xfrm>
            <a:off x="236064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4" name="data_3073">
            <a:extLst>
              <a:ext uri="{FF2B5EF4-FFF2-40B4-BE49-F238E27FC236}">
                <a16:creationId xmlns:a16="http://schemas.microsoft.com/office/drawing/2014/main" id="{7B5B89F8-0090-0C5B-5593-A4C434F506B4}"/>
              </a:ext>
            </a:extLst>
          </p:cNvPr>
          <p:cNvSpPr>
            <a:spLocks/>
          </p:cNvSpPr>
          <p:nvPr/>
        </p:nvSpPr>
        <p:spPr>
          <a:xfrm>
            <a:off x="2406805" y="63823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5" name="data_3074">
            <a:extLst>
              <a:ext uri="{FF2B5EF4-FFF2-40B4-BE49-F238E27FC236}">
                <a16:creationId xmlns:a16="http://schemas.microsoft.com/office/drawing/2014/main" id="{3C169DB1-D85A-068E-47ED-63C7F85B4E28}"/>
              </a:ext>
            </a:extLst>
          </p:cNvPr>
          <p:cNvSpPr>
            <a:spLocks/>
          </p:cNvSpPr>
          <p:nvPr/>
        </p:nvSpPr>
        <p:spPr>
          <a:xfrm>
            <a:off x="2311900" y="47374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6" name="data_3075">
            <a:extLst>
              <a:ext uri="{FF2B5EF4-FFF2-40B4-BE49-F238E27FC236}">
                <a16:creationId xmlns:a16="http://schemas.microsoft.com/office/drawing/2014/main" id="{6B904739-14AF-D89F-4C48-8609685C6944}"/>
              </a:ext>
            </a:extLst>
          </p:cNvPr>
          <p:cNvSpPr>
            <a:spLocks/>
          </p:cNvSpPr>
          <p:nvPr/>
        </p:nvSpPr>
        <p:spPr>
          <a:xfrm>
            <a:off x="236042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7" name="data_3076">
            <a:extLst>
              <a:ext uri="{FF2B5EF4-FFF2-40B4-BE49-F238E27FC236}">
                <a16:creationId xmlns:a16="http://schemas.microsoft.com/office/drawing/2014/main" id="{18877AF8-D41F-105E-419F-39785B48806B}"/>
              </a:ext>
            </a:extLst>
          </p:cNvPr>
          <p:cNvSpPr>
            <a:spLocks/>
          </p:cNvSpPr>
          <p:nvPr/>
        </p:nvSpPr>
        <p:spPr>
          <a:xfrm>
            <a:off x="236472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8" name="data_3077">
            <a:extLst>
              <a:ext uri="{FF2B5EF4-FFF2-40B4-BE49-F238E27FC236}">
                <a16:creationId xmlns:a16="http://schemas.microsoft.com/office/drawing/2014/main" id="{960AD9D1-52F1-B669-A8E1-A668F4C21457}"/>
              </a:ext>
            </a:extLst>
          </p:cNvPr>
          <p:cNvSpPr>
            <a:spLocks/>
          </p:cNvSpPr>
          <p:nvPr/>
        </p:nvSpPr>
        <p:spPr>
          <a:xfrm>
            <a:off x="2366095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9" name="data_3078">
            <a:extLst>
              <a:ext uri="{FF2B5EF4-FFF2-40B4-BE49-F238E27FC236}">
                <a16:creationId xmlns:a16="http://schemas.microsoft.com/office/drawing/2014/main" id="{075B32D9-A7C0-BE5F-CF54-6B6650CF68A1}"/>
              </a:ext>
            </a:extLst>
          </p:cNvPr>
          <p:cNvSpPr>
            <a:spLocks/>
          </p:cNvSpPr>
          <p:nvPr/>
        </p:nvSpPr>
        <p:spPr>
          <a:xfrm>
            <a:off x="2361045" y="52278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0" name="data_3079">
            <a:extLst>
              <a:ext uri="{FF2B5EF4-FFF2-40B4-BE49-F238E27FC236}">
                <a16:creationId xmlns:a16="http://schemas.microsoft.com/office/drawing/2014/main" id="{1CDB1C3D-3EF7-A77D-C5FD-9CEEEAFE9500}"/>
              </a:ext>
            </a:extLst>
          </p:cNvPr>
          <p:cNvSpPr>
            <a:spLocks/>
          </p:cNvSpPr>
          <p:nvPr/>
        </p:nvSpPr>
        <p:spPr>
          <a:xfrm>
            <a:off x="2420511" y="6190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1" name="data_3080">
            <a:extLst>
              <a:ext uri="{FF2B5EF4-FFF2-40B4-BE49-F238E27FC236}">
                <a16:creationId xmlns:a16="http://schemas.microsoft.com/office/drawing/2014/main" id="{9EE0F1E2-60B2-8AFB-761F-12E12B139164}"/>
              </a:ext>
            </a:extLst>
          </p:cNvPr>
          <p:cNvSpPr>
            <a:spLocks/>
          </p:cNvSpPr>
          <p:nvPr/>
        </p:nvSpPr>
        <p:spPr>
          <a:xfrm>
            <a:off x="2355489" y="5117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2" name="data_3081">
            <a:extLst>
              <a:ext uri="{FF2B5EF4-FFF2-40B4-BE49-F238E27FC236}">
                <a16:creationId xmlns:a16="http://schemas.microsoft.com/office/drawing/2014/main" id="{381C7B41-BB21-FC78-4FFD-ADC7F1305DAC}"/>
              </a:ext>
            </a:extLst>
          </p:cNvPr>
          <p:cNvSpPr>
            <a:spLocks/>
          </p:cNvSpPr>
          <p:nvPr/>
        </p:nvSpPr>
        <p:spPr>
          <a:xfrm>
            <a:off x="2422766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3" name="data_3082">
            <a:extLst>
              <a:ext uri="{FF2B5EF4-FFF2-40B4-BE49-F238E27FC236}">
                <a16:creationId xmlns:a16="http://schemas.microsoft.com/office/drawing/2014/main" id="{CFBE721F-8252-A1CC-2393-6300B65EE238}"/>
              </a:ext>
            </a:extLst>
          </p:cNvPr>
          <p:cNvSpPr>
            <a:spLocks/>
          </p:cNvSpPr>
          <p:nvPr/>
        </p:nvSpPr>
        <p:spPr>
          <a:xfrm>
            <a:off x="239429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4" name="data_3083">
            <a:extLst>
              <a:ext uri="{FF2B5EF4-FFF2-40B4-BE49-F238E27FC236}">
                <a16:creationId xmlns:a16="http://schemas.microsoft.com/office/drawing/2014/main" id="{F153A046-4BA0-4C97-42A9-4C3A93AA34A2}"/>
              </a:ext>
            </a:extLst>
          </p:cNvPr>
          <p:cNvSpPr>
            <a:spLocks/>
          </p:cNvSpPr>
          <p:nvPr/>
        </p:nvSpPr>
        <p:spPr>
          <a:xfrm>
            <a:off x="2410193" y="48663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5" name="data_3084">
            <a:extLst>
              <a:ext uri="{FF2B5EF4-FFF2-40B4-BE49-F238E27FC236}">
                <a16:creationId xmlns:a16="http://schemas.microsoft.com/office/drawing/2014/main" id="{28255A27-B3FB-8E91-1B39-78C990367C31}"/>
              </a:ext>
            </a:extLst>
          </p:cNvPr>
          <p:cNvSpPr>
            <a:spLocks/>
          </p:cNvSpPr>
          <p:nvPr/>
        </p:nvSpPr>
        <p:spPr>
          <a:xfrm>
            <a:off x="2392337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6" name="data_3085">
            <a:extLst>
              <a:ext uri="{FF2B5EF4-FFF2-40B4-BE49-F238E27FC236}">
                <a16:creationId xmlns:a16="http://schemas.microsoft.com/office/drawing/2014/main" id="{4E80FAEE-63D3-660D-8E3D-A91381A8C7AB}"/>
              </a:ext>
            </a:extLst>
          </p:cNvPr>
          <p:cNvSpPr>
            <a:spLocks/>
          </p:cNvSpPr>
          <p:nvPr/>
        </p:nvSpPr>
        <p:spPr>
          <a:xfrm>
            <a:off x="2334609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7" name="data_3086">
            <a:extLst>
              <a:ext uri="{FF2B5EF4-FFF2-40B4-BE49-F238E27FC236}">
                <a16:creationId xmlns:a16="http://schemas.microsoft.com/office/drawing/2014/main" id="{EF99DA86-110A-B3BB-EEB3-34BF2FB0D8D9}"/>
              </a:ext>
            </a:extLst>
          </p:cNvPr>
          <p:cNvSpPr>
            <a:spLocks/>
          </p:cNvSpPr>
          <p:nvPr/>
        </p:nvSpPr>
        <p:spPr>
          <a:xfrm>
            <a:off x="2396072" y="5117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8" name="data_3087">
            <a:extLst>
              <a:ext uri="{FF2B5EF4-FFF2-40B4-BE49-F238E27FC236}">
                <a16:creationId xmlns:a16="http://schemas.microsoft.com/office/drawing/2014/main" id="{6E5DD2DD-4706-3494-0744-A7967EAEDF90}"/>
              </a:ext>
            </a:extLst>
          </p:cNvPr>
          <p:cNvSpPr>
            <a:spLocks/>
          </p:cNvSpPr>
          <p:nvPr/>
        </p:nvSpPr>
        <p:spPr>
          <a:xfrm>
            <a:off x="235165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9" name="data_3088">
            <a:extLst>
              <a:ext uri="{FF2B5EF4-FFF2-40B4-BE49-F238E27FC236}">
                <a16:creationId xmlns:a16="http://schemas.microsoft.com/office/drawing/2014/main" id="{45FE4FEC-8897-83AB-0736-955D02083E55}"/>
              </a:ext>
            </a:extLst>
          </p:cNvPr>
          <p:cNvSpPr>
            <a:spLocks/>
          </p:cNvSpPr>
          <p:nvPr/>
        </p:nvSpPr>
        <p:spPr>
          <a:xfrm>
            <a:off x="238882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0" name="data_3089">
            <a:extLst>
              <a:ext uri="{FF2B5EF4-FFF2-40B4-BE49-F238E27FC236}">
                <a16:creationId xmlns:a16="http://schemas.microsoft.com/office/drawing/2014/main" id="{43769EAF-9461-AD37-58ED-A36FF475C7D5}"/>
              </a:ext>
            </a:extLst>
          </p:cNvPr>
          <p:cNvSpPr>
            <a:spLocks/>
          </p:cNvSpPr>
          <p:nvPr/>
        </p:nvSpPr>
        <p:spPr>
          <a:xfrm>
            <a:off x="2354284" y="63993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1" name="data_3090">
            <a:extLst>
              <a:ext uri="{FF2B5EF4-FFF2-40B4-BE49-F238E27FC236}">
                <a16:creationId xmlns:a16="http://schemas.microsoft.com/office/drawing/2014/main" id="{82A329E6-9939-FC78-4640-17CB4C625F28}"/>
              </a:ext>
            </a:extLst>
          </p:cNvPr>
          <p:cNvSpPr>
            <a:spLocks/>
          </p:cNvSpPr>
          <p:nvPr/>
        </p:nvSpPr>
        <p:spPr>
          <a:xfrm>
            <a:off x="2442489" y="60874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2" name="data_3091">
            <a:extLst>
              <a:ext uri="{FF2B5EF4-FFF2-40B4-BE49-F238E27FC236}">
                <a16:creationId xmlns:a16="http://schemas.microsoft.com/office/drawing/2014/main" id="{26A4166C-3AEF-C8B4-5754-BEEBF41015BA}"/>
              </a:ext>
            </a:extLst>
          </p:cNvPr>
          <p:cNvSpPr>
            <a:spLocks/>
          </p:cNvSpPr>
          <p:nvPr/>
        </p:nvSpPr>
        <p:spPr>
          <a:xfrm>
            <a:off x="239529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3" name="data_3092">
            <a:extLst>
              <a:ext uri="{FF2B5EF4-FFF2-40B4-BE49-F238E27FC236}">
                <a16:creationId xmlns:a16="http://schemas.microsoft.com/office/drawing/2014/main" id="{94CA532A-A85F-2547-8C25-324DC770C49A}"/>
              </a:ext>
            </a:extLst>
          </p:cNvPr>
          <p:cNvSpPr>
            <a:spLocks/>
          </p:cNvSpPr>
          <p:nvPr/>
        </p:nvSpPr>
        <p:spPr>
          <a:xfrm>
            <a:off x="2367719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4" name="data_3093">
            <a:extLst>
              <a:ext uri="{FF2B5EF4-FFF2-40B4-BE49-F238E27FC236}">
                <a16:creationId xmlns:a16="http://schemas.microsoft.com/office/drawing/2014/main" id="{D8EBEBBD-FC03-1419-E6F7-17E7155369D3}"/>
              </a:ext>
            </a:extLst>
          </p:cNvPr>
          <p:cNvSpPr>
            <a:spLocks/>
          </p:cNvSpPr>
          <p:nvPr/>
        </p:nvSpPr>
        <p:spPr>
          <a:xfrm>
            <a:off x="2357965" y="63425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5" name="data_3094">
            <a:extLst>
              <a:ext uri="{FF2B5EF4-FFF2-40B4-BE49-F238E27FC236}">
                <a16:creationId xmlns:a16="http://schemas.microsoft.com/office/drawing/2014/main" id="{0745D5E2-2BF5-2CA9-DFBF-AAD181783955}"/>
              </a:ext>
            </a:extLst>
          </p:cNvPr>
          <p:cNvSpPr>
            <a:spLocks/>
          </p:cNvSpPr>
          <p:nvPr/>
        </p:nvSpPr>
        <p:spPr>
          <a:xfrm>
            <a:off x="2358016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6" name="data_3095">
            <a:extLst>
              <a:ext uri="{FF2B5EF4-FFF2-40B4-BE49-F238E27FC236}">
                <a16:creationId xmlns:a16="http://schemas.microsoft.com/office/drawing/2014/main" id="{B97BF069-EE5B-FC78-6865-BD3E99836DB7}"/>
              </a:ext>
            </a:extLst>
          </p:cNvPr>
          <p:cNvSpPr>
            <a:spLocks/>
          </p:cNvSpPr>
          <p:nvPr/>
        </p:nvSpPr>
        <p:spPr>
          <a:xfrm>
            <a:off x="2428224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7" name="data_3096">
            <a:extLst>
              <a:ext uri="{FF2B5EF4-FFF2-40B4-BE49-F238E27FC236}">
                <a16:creationId xmlns:a16="http://schemas.microsoft.com/office/drawing/2014/main" id="{F4597E82-2305-B45B-00FD-CDDAFE61CDDC}"/>
              </a:ext>
            </a:extLst>
          </p:cNvPr>
          <p:cNvSpPr>
            <a:spLocks/>
          </p:cNvSpPr>
          <p:nvPr/>
        </p:nvSpPr>
        <p:spPr>
          <a:xfrm>
            <a:off x="238063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8" name="data_3097">
            <a:extLst>
              <a:ext uri="{FF2B5EF4-FFF2-40B4-BE49-F238E27FC236}">
                <a16:creationId xmlns:a16="http://schemas.microsoft.com/office/drawing/2014/main" id="{66B984D6-2BAA-0245-5FD3-44BE0700420B}"/>
              </a:ext>
            </a:extLst>
          </p:cNvPr>
          <p:cNvSpPr>
            <a:spLocks/>
          </p:cNvSpPr>
          <p:nvPr/>
        </p:nvSpPr>
        <p:spPr>
          <a:xfrm>
            <a:off x="2374965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9" name="data_3098">
            <a:extLst>
              <a:ext uri="{FF2B5EF4-FFF2-40B4-BE49-F238E27FC236}">
                <a16:creationId xmlns:a16="http://schemas.microsoft.com/office/drawing/2014/main" id="{D5D9E426-F0C6-1ECA-1074-502BC09475C0}"/>
              </a:ext>
            </a:extLst>
          </p:cNvPr>
          <p:cNvSpPr>
            <a:spLocks/>
          </p:cNvSpPr>
          <p:nvPr/>
        </p:nvSpPr>
        <p:spPr>
          <a:xfrm>
            <a:off x="231208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0" name="data_3099">
            <a:extLst>
              <a:ext uri="{FF2B5EF4-FFF2-40B4-BE49-F238E27FC236}">
                <a16:creationId xmlns:a16="http://schemas.microsoft.com/office/drawing/2014/main" id="{DF66FC69-887C-A0FE-314C-FEB920C34204}"/>
              </a:ext>
            </a:extLst>
          </p:cNvPr>
          <p:cNvSpPr>
            <a:spLocks/>
          </p:cNvSpPr>
          <p:nvPr/>
        </p:nvSpPr>
        <p:spPr>
          <a:xfrm>
            <a:off x="2432258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1" name="data_3100">
            <a:extLst>
              <a:ext uri="{FF2B5EF4-FFF2-40B4-BE49-F238E27FC236}">
                <a16:creationId xmlns:a16="http://schemas.microsoft.com/office/drawing/2014/main" id="{28A2D771-6475-968C-5607-5C2116F61C93}"/>
              </a:ext>
            </a:extLst>
          </p:cNvPr>
          <p:cNvSpPr>
            <a:spLocks/>
          </p:cNvSpPr>
          <p:nvPr/>
        </p:nvSpPr>
        <p:spPr>
          <a:xfrm>
            <a:off x="2339199" y="64141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2" name="data_3101">
            <a:extLst>
              <a:ext uri="{FF2B5EF4-FFF2-40B4-BE49-F238E27FC236}">
                <a16:creationId xmlns:a16="http://schemas.microsoft.com/office/drawing/2014/main" id="{28D25444-8E91-BE53-5B9B-7264A13AAA01}"/>
              </a:ext>
            </a:extLst>
          </p:cNvPr>
          <p:cNvSpPr>
            <a:spLocks/>
          </p:cNvSpPr>
          <p:nvPr/>
        </p:nvSpPr>
        <p:spPr>
          <a:xfrm>
            <a:off x="2342305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3" name="data_3102">
            <a:extLst>
              <a:ext uri="{FF2B5EF4-FFF2-40B4-BE49-F238E27FC236}">
                <a16:creationId xmlns:a16="http://schemas.microsoft.com/office/drawing/2014/main" id="{C1353CA9-45DE-D37B-3507-A6977820D246}"/>
              </a:ext>
            </a:extLst>
          </p:cNvPr>
          <p:cNvSpPr>
            <a:spLocks/>
          </p:cNvSpPr>
          <p:nvPr/>
        </p:nvSpPr>
        <p:spPr>
          <a:xfrm>
            <a:off x="2422401" y="64351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4" name="data_3103">
            <a:extLst>
              <a:ext uri="{FF2B5EF4-FFF2-40B4-BE49-F238E27FC236}">
                <a16:creationId xmlns:a16="http://schemas.microsoft.com/office/drawing/2014/main" id="{E9039B50-0F35-1C28-7B89-C831C73A67FD}"/>
              </a:ext>
            </a:extLst>
          </p:cNvPr>
          <p:cNvSpPr>
            <a:spLocks/>
          </p:cNvSpPr>
          <p:nvPr/>
        </p:nvSpPr>
        <p:spPr>
          <a:xfrm>
            <a:off x="235916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5" name="data_3104">
            <a:extLst>
              <a:ext uri="{FF2B5EF4-FFF2-40B4-BE49-F238E27FC236}">
                <a16:creationId xmlns:a16="http://schemas.microsoft.com/office/drawing/2014/main" id="{F27529B3-1595-57E7-6203-C8C766413230}"/>
              </a:ext>
            </a:extLst>
          </p:cNvPr>
          <p:cNvSpPr>
            <a:spLocks/>
          </p:cNvSpPr>
          <p:nvPr/>
        </p:nvSpPr>
        <p:spPr>
          <a:xfrm>
            <a:off x="243453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6" name="data_3105">
            <a:extLst>
              <a:ext uri="{FF2B5EF4-FFF2-40B4-BE49-F238E27FC236}">
                <a16:creationId xmlns:a16="http://schemas.microsoft.com/office/drawing/2014/main" id="{F6B7B052-130A-C72C-105D-E4BAA6BC5BEB}"/>
              </a:ext>
            </a:extLst>
          </p:cNvPr>
          <p:cNvSpPr>
            <a:spLocks/>
          </p:cNvSpPr>
          <p:nvPr/>
        </p:nvSpPr>
        <p:spPr>
          <a:xfrm>
            <a:off x="2428602" y="51233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7" name="data_3106">
            <a:extLst>
              <a:ext uri="{FF2B5EF4-FFF2-40B4-BE49-F238E27FC236}">
                <a16:creationId xmlns:a16="http://schemas.microsoft.com/office/drawing/2014/main" id="{4F67886B-BFE3-8786-9BFA-D20F8749D950}"/>
              </a:ext>
            </a:extLst>
          </p:cNvPr>
          <p:cNvSpPr>
            <a:spLocks/>
          </p:cNvSpPr>
          <p:nvPr/>
        </p:nvSpPr>
        <p:spPr>
          <a:xfrm>
            <a:off x="234521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8" name="data_3107">
            <a:extLst>
              <a:ext uri="{FF2B5EF4-FFF2-40B4-BE49-F238E27FC236}">
                <a16:creationId xmlns:a16="http://schemas.microsoft.com/office/drawing/2014/main" id="{57D3F6E8-A377-B3E8-F614-24878625FBE0}"/>
              </a:ext>
            </a:extLst>
          </p:cNvPr>
          <p:cNvSpPr>
            <a:spLocks/>
          </p:cNvSpPr>
          <p:nvPr/>
        </p:nvSpPr>
        <p:spPr>
          <a:xfrm>
            <a:off x="2338431" y="62667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9" name="data_3108">
            <a:extLst>
              <a:ext uri="{FF2B5EF4-FFF2-40B4-BE49-F238E27FC236}">
                <a16:creationId xmlns:a16="http://schemas.microsoft.com/office/drawing/2014/main" id="{B4A886A3-23DE-230D-7342-70026E91542D}"/>
              </a:ext>
            </a:extLst>
          </p:cNvPr>
          <p:cNvSpPr>
            <a:spLocks/>
          </p:cNvSpPr>
          <p:nvPr/>
        </p:nvSpPr>
        <p:spPr>
          <a:xfrm>
            <a:off x="2400431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0" name="data_3109">
            <a:extLst>
              <a:ext uri="{FF2B5EF4-FFF2-40B4-BE49-F238E27FC236}">
                <a16:creationId xmlns:a16="http://schemas.microsoft.com/office/drawing/2014/main" id="{96A99B53-227B-7385-AAEB-EB0B19D6329B}"/>
              </a:ext>
            </a:extLst>
          </p:cNvPr>
          <p:cNvSpPr>
            <a:spLocks/>
          </p:cNvSpPr>
          <p:nvPr/>
        </p:nvSpPr>
        <p:spPr>
          <a:xfrm>
            <a:off x="2362581" y="60377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1" name="data_3110">
            <a:extLst>
              <a:ext uri="{FF2B5EF4-FFF2-40B4-BE49-F238E27FC236}">
                <a16:creationId xmlns:a16="http://schemas.microsoft.com/office/drawing/2014/main" id="{A91BBCD1-8050-3BF6-D701-85D7C68C322F}"/>
              </a:ext>
            </a:extLst>
          </p:cNvPr>
          <p:cNvSpPr>
            <a:spLocks/>
          </p:cNvSpPr>
          <p:nvPr/>
        </p:nvSpPr>
        <p:spPr>
          <a:xfrm>
            <a:off x="2397687" y="49700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2" name="data_3111">
            <a:extLst>
              <a:ext uri="{FF2B5EF4-FFF2-40B4-BE49-F238E27FC236}">
                <a16:creationId xmlns:a16="http://schemas.microsoft.com/office/drawing/2014/main" id="{FAB9EB7B-DD8A-DA81-4C27-A1004659C6DB}"/>
              </a:ext>
            </a:extLst>
          </p:cNvPr>
          <p:cNvSpPr>
            <a:spLocks/>
          </p:cNvSpPr>
          <p:nvPr/>
        </p:nvSpPr>
        <p:spPr>
          <a:xfrm>
            <a:off x="2431493" y="52647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3" name="data_3112">
            <a:extLst>
              <a:ext uri="{FF2B5EF4-FFF2-40B4-BE49-F238E27FC236}">
                <a16:creationId xmlns:a16="http://schemas.microsoft.com/office/drawing/2014/main" id="{022A967A-391F-0A87-D622-72E66A5113E4}"/>
              </a:ext>
            </a:extLst>
          </p:cNvPr>
          <p:cNvSpPr>
            <a:spLocks/>
          </p:cNvSpPr>
          <p:nvPr/>
        </p:nvSpPr>
        <p:spPr>
          <a:xfrm>
            <a:off x="2315199" y="57657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4" name="data_3113">
            <a:extLst>
              <a:ext uri="{FF2B5EF4-FFF2-40B4-BE49-F238E27FC236}">
                <a16:creationId xmlns:a16="http://schemas.microsoft.com/office/drawing/2014/main" id="{6BAE6A66-80F4-25D6-AB82-43F6DAAEDD82}"/>
              </a:ext>
            </a:extLst>
          </p:cNvPr>
          <p:cNvSpPr>
            <a:spLocks/>
          </p:cNvSpPr>
          <p:nvPr/>
        </p:nvSpPr>
        <p:spPr>
          <a:xfrm>
            <a:off x="231823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5" name="data_3114">
            <a:extLst>
              <a:ext uri="{FF2B5EF4-FFF2-40B4-BE49-F238E27FC236}">
                <a16:creationId xmlns:a16="http://schemas.microsoft.com/office/drawing/2014/main" id="{5D0DD03D-77F8-4683-5C30-70F7DB7593B8}"/>
              </a:ext>
            </a:extLst>
          </p:cNvPr>
          <p:cNvSpPr>
            <a:spLocks/>
          </p:cNvSpPr>
          <p:nvPr/>
        </p:nvSpPr>
        <p:spPr>
          <a:xfrm>
            <a:off x="234517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6" name="data_3115">
            <a:extLst>
              <a:ext uri="{FF2B5EF4-FFF2-40B4-BE49-F238E27FC236}">
                <a16:creationId xmlns:a16="http://schemas.microsoft.com/office/drawing/2014/main" id="{99AD8235-FB77-9A53-072F-67427C4D80A0}"/>
              </a:ext>
            </a:extLst>
          </p:cNvPr>
          <p:cNvSpPr>
            <a:spLocks/>
          </p:cNvSpPr>
          <p:nvPr/>
        </p:nvSpPr>
        <p:spPr>
          <a:xfrm>
            <a:off x="2423556" y="50051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7" name="data_3116">
            <a:extLst>
              <a:ext uri="{FF2B5EF4-FFF2-40B4-BE49-F238E27FC236}">
                <a16:creationId xmlns:a16="http://schemas.microsoft.com/office/drawing/2014/main" id="{27D6E533-549A-2AE4-B4BA-D112BA5CB29D}"/>
              </a:ext>
            </a:extLst>
          </p:cNvPr>
          <p:cNvSpPr>
            <a:spLocks/>
          </p:cNvSpPr>
          <p:nvPr/>
        </p:nvSpPr>
        <p:spPr>
          <a:xfrm>
            <a:off x="2449224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8" name="data_3117">
            <a:extLst>
              <a:ext uri="{FF2B5EF4-FFF2-40B4-BE49-F238E27FC236}">
                <a16:creationId xmlns:a16="http://schemas.microsoft.com/office/drawing/2014/main" id="{69DA6CA2-4C1E-1D3C-3120-AEFB84070CBB}"/>
              </a:ext>
            </a:extLst>
          </p:cNvPr>
          <p:cNvSpPr>
            <a:spLocks/>
          </p:cNvSpPr>
          <p:nvPr/>
        </p:nvSpPr>
        <p:spPr>
          <a:xfrm>
            <a:off x="2418736" y="49700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9" name="data_3118">
            <a:extLst>
              <a:ext uri="{FF2B5EF4-FFF2-40B4-BE49-F238E27FC236}">
                <a16:creationId xmlns:a16="http://schemas.microsoft.com/office/drawing/2014/main" id="{7EABA2D8-F57E-8703-61E0-D908F909D142}"/>
              </a:ext>
            </a:extLst>
          </p:cNvPr>
          <p:cNvSpPr>
            <a:spLocks/>
          </p:cNvSpPr>
          <p:nvPr/>
        </p:nvSpPr>
        <p:spPr>
          <a:xfrm>
            <a:off x="234990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0" name="data_3119">
            <a:extLst>
              <a:ext uri="{FF2B5EF4-FFF2-40B4-BE49-F238E27FC236}">
                <a16:creationId xmlns:a16="http://schemas.microsoft.com/office/drawing/2014/main" id="{71CD88A4-0250-F5EC-1984-C0FC486F8443}"/>
              </a:ext>
            </a:extLst>
          </p:cNvPr>
          <p:cNvSpPr>
            <a:spLocks/>
          </p:cNvSpPr>
          <p:nvPr/>
        </p:nvSpPr>
        <p:spPr>
          <a:xfrm>
            <a:off x="2350164" y="6106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1" name="data_3120">
            <a:extLst>
              <a:ext uri="{FF2B5EF4-FFF2-40B4-BE49-F238E27FC236}">
                <a16:creationId xmlns:a16="http://schemas.microsoft.com/office/drawing/2014/main" id="{95D2CE21-7EB7-349A-34DC-2436FA874647}"/>
              </a:ext>
            </a:extLst>
          </p:cNvPr>
          <p:cNvSpPr>
            <a:spLocks/>
          </p:cNvSpPr>
          <p:nvPr/>
        </p:nvSpPr>
        <p:spPr>
          <a:xfrm>
            <a:off x="261483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2" name="data_3121">
            <a:extLst>
              <a:ext uri="{FF2B5EF4-FFF2-40B4-BE49-F238E27FC236}">
                <a16:creationId xmlns:a16="http://schemas.microsoft.com/office/drawing/2014/main" id="{88615EBC-2426-EAED-B604-8EDDD4E07529}"/>
              </a:ext>
            </a:extLst>
          </p:cNvPr>
          <p:cNvSpPr>
            <a:spLocks/>
          </p:cNvSpPr>
          <p:nvPr/>
        </p:nvSpPr>
        <p:spPr>
          <a:xfrm>
            <a:off x="2663685" y="47033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3" name="data_3122">
            <a:extLst>
              <a:ext uri="{FF2B5EF4-FFF2-40B4-BE49-F238E27FC236}">
                <a16:creationId xmlns:a16="http://schemas.microsoft.com/office/drawing/2014/main" id="{CB6A1811-D864-E79D-2975-C640CF644E01}"/>
              </a:ext>
            </a:extLst>
          </p:cNvPr>
          <p:cNvSpPr>
            <a:spLocks/>
          </p:cNvSpPr>
          <p:nvPr/>
        </p:nvSpPr>
        <p:spPr>
          <a:xfrm>
            <a:off x="265720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4" name="data_3123">
            <a:extLst>
              <a:ext uri="{FF2B5EF4-FFF2-40B4-BE49-F238E27FC236}">
                <a16:creationId xmlns:a16="http://schemas.microsoft.com/office/drawing/2014/main" id="{BD0FF306-5F6A-5BB8-1A84-21DA693CD5CE}"/>
              </a:ext>
            </a:extLst>
          </p:cNvPr>
          <p:cNvSpPr>
            <a:spLocks/>
          </p:cNvSpPr>
          <p:nvPr/>
        </p:nvSpPr>
        <p:spPr>
          <a:xfrm>
            <a:off x="259116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5" name="data_3124">
            <a:extLst>
              <a:ext uri="{FF2B5EF4-FFF2-40B4-BE49-F238E27FC236}">
                <a16:creationId xmlns:a16="http://schemas.microsoft.com/office/drawing/2014/main" id="{9A9DD625-E5DE-896E-CDE3-A32CED08CF09}"/>
              </a:ext>
            </a:extLst>
          </p:cNvPr>
          <p:cNvSpPr>
            <a:spLocks/>
          </p:cNvSpPr>
          <p:nvPr/>
        </p:nvSpPr>
        <p:spPr>
          <a:xfrm>
            <a:off x="257108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6" name="data_3125">
            <a:extLst>
              <a:ext uri="{FF2B5EF4-FFF2-40B4-BE49-F238E27FC236}">
                <a16:creationId xmlns:a16="http://schemas.microsoft.com/office/drawing/2014/main" id="{2B85CF52-A294-77F3-2536-96AF35D84A35}"/>
              </a:ext>
            </a:extLst>
          </p:cNvPr>
          <p:cNvSpPr>
            <a:spLocks/>
          </p:cNvSpPr>
          <p:nvPr/>
        </p:nvSpPr>
        <p:spPr>
          <a:xfrm>
            <a:off x="2579897" y="5591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7" name="data_3126">
            <a:extLst>
              <a:ext uri="{FF2B5EF4-FFF2-40B4-BE49-F238E27FC236}">
                <a16:creationId xmlns:a16="http://schemas.microsoft.com/office/drawing/2014/main" id="{545934D3-DDD6-6B7D-4A0F-EE68F707B74A}"/>
              </a:ext>
            </a:extLst>
          </p:cNvPr>
          <p:cNvSpPr>
            <a:spLocks/>
          </p:cNvSpPr>
          <p:nvPr/>
        </p:nvSpPr>
        <p:spPr>
          <a:xfrm>
            <a:off x="2607910" y="53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8" name="data_3127">
            <a:extLst>
              <a:ext uri="{FF2B5EF4-FFF2-40B4-BE49-F238E27FC236}">
                <a16:creationId xmlns:a16="http://schemas.microsoft.com/office/drawing/2014/main" id="{E2B5C4B3-E907-0D09-2EDF-E9B2A6E46FA2}"/>
              </a:ext>
            </a:extLst>
          </p:cNvPr>
          <p:cNvSpPr>
            <a:spLocks/>
          </p:cNvSpPr>
          <p:nvPr/>
        </p:nvSpPr>
        <p:spPr>
          <a:xfrm>
            <a:off x="2638334" y="56344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9" name="data_3128">
            <a:extLst>
              <a:ext uri="{FF2B5EF4-FFF2-40B4-BE49-F238E27FC236}">
                <a16:creationId xmlns:a16="http://schemas.microsoft.com/office/drawing/2014/main" id="{55923615-07A4-8D41-ACCD-89BFD4FF0727}"/>
              </a:ext>
            </a:extLst>
          </p:cNvPr>
          <p:cNvSpPr>
            <a:spLocks/>
          </p:cNvSpPr>
          <p:nvPr/>
        </p:nvSpPr>
        <p:spPr>
          <a:xfrm>
            <a:off x="2543050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0" name="data_3129">
            <a:extLst>
              <a:ext uri="{FF2B5EF4-FFF2-40B4-BE49-F238E27FC236}">
                <a16:creationId xmlns:a16="http://schemas.microsoft.com/office/drawing/2014/main" id="{1D5A085E-940C-1D95-4FE3-9C7E2091CC72}"/>
              </a:ext>
            </a:extLst>
          </p:cNvPr>
          <p:cNvSpPr>
            <a:spLocks/>
          </p:cNvSpPr>
          <p:nvPr/>
        </p:nvSpPr>
        <p:spPr>
          <a:xfrm>
            <a:off x="263755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1" name="data_3130">
            <a:extLst>
              <a:ext uri="{FF2B5EF4-FFF2-40B4-BE49-F238E27FC236}">
                <a16:creationId xmlns:a16="http://schemas.microsoft.com/office/drawing/2014/main" id="{B8A5BB50-550E-F881-AB4F-CE064D4C4CCF}"/>
              </a:ext>
            </a:extLst>
          </p:cNvPr>
          <p:cNvSpPr>
            <a:spLocks/>
          </p:cNvSpPr>
          <p:nvPr/>
        </p:nvSpPr>
        <p:spPr>
          <a:xfrm>
            <a:off x="254167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2" name="data_3131">
            <a:extLst>
              <a:ext uri="{FF2B5EF4-FFF2-40B4-BE49-F238E27FC236}">
                <a16:creationId xmlns:a16="http://schemas.microsoft.com/office/drawing/2014/main" id="{91533053-3743-60D7-1859-0ED2BF8C0D68}"/>
              </a:ext>
            </a:extLst>
          </p:cNvPr>
          <p:cNvSpPr>
            <a:spLocks/>
          </p:cNvSpPr>
          <p:nvPr/>
        </p:nvSpPr>
        <p:spPr>
          <a:xfrm>
            <a:off x="2632488" y="47488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3" name="data_3132">
            <a:extLst>
              <a:ext uri="{FF2B5EF4-FFF2-40B4-BE49-F238E27FC236}">
                <a16:creationId xmlns:a16="http://schemas.microsoft.com/office/drawing/2014/main" id="{543AC3B8-C14F-1120-C82C-158BCB34E7F9}"/>
              </a:ext>
            </a:extLst>
          </p:cNvPr>
          <p:cNvSpPr>
            <a:spLocks/>
          </p:cNvSpPr>
          <p:nvPr/>
        </p:nvSpPr>
        <p:spPr>
          <a:xfrm>
            <a:off x="2664474" y="5632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4" name="data_3133">
            <a:extLst>
              <a:ext uri="{FF2B5EF4-FFF2-40B4-BE49-F238E27FC236}">
                <a16:creationId xmlns:a16="http://schemas.microsoft.com/office/drawing/2014/main" id="{071653B1-CD24-79E2-7E4E-6E6851051153}"/>
              </a:ext>
            </a:extLst>
          </p:cNvPr>
          <p:cNvSpPr>
            <a:spLocks/>
          </p:cNvSpPr>
          <p:nvPr/>
        </p:nvSpPr>
        <p:spPr>
          <a:xfrm>
            <a:off x="2576110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5" name="data_3134">
            <a:extLst>
              <a:ext uri="{FF2B5EF4-FFF2-40B4-BE49-F238E27FC236}">
                <a16:creationId xmlns:a16="http://schemas.microsoft.com/office/drawing/2014/main" id="{018DCA1F-9AF4-2B65-D070-2436EAF17832}"/>
              </a:ext>
            </a:extLst>
          </p:cNvPr>
          <p:cNvSpPr>
            <a:spLocks/>
          </p:cNvSpPr>
          <p:nvPr/>
        </p:nvSpPr>
        <p:spPr>
          <a:xfrm>
            <a:off x="256287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6" name="data_3135">
            <a:extLst>
              <a:ext uri="{FF2B5EF4-FFF2-40B4-BE49-F238E27FC236}">
                <a16:creationId xmlns:a16="http://schemas.microsoft.com/office/drawing/2014/main" id="{EB47D0B0-B550-C68E-4291-605913D79651}"/>
              </a:ext>
            </a:extLst>
          </p:cNvPr>
          <p:cNvSpPr>
            <a:spLocks/>
          </p:cNvSpPr>
          <p:nvPr/>
        </p:nvSpPr>
        <p:spPr>
          <a:xfrm>
            <a:off x="254647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7" name="data_3136">
            <a:extLst>
              <a:ext uri="{FF2B5EF4-FFF2-40B4-BE49-F238E27FC236}">
                <a16:creationId xmlns:a16="http://schemas.microsoft.com/office/drawing/2014/main" id="{62AF46E8-E403-77B2-3907-4444443E7348}"/>
              </a:ext>
            </a:extLst>
          </p:cNvPr>
          <p:cNvSpPr>
            <a:spLocks/>
          </p:cNvSpPr>
          <p:nvPr/>
        </p:nvSpPr>
        <p:spPr>
          <a:xfrm>
            <a:off x="2575793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8" name="data_3137">
            <a:extLst>
              <a:ext uri="{FF2B5EF4-FFF2-40B4-BE49-F238E27FC236}">
                <a16:creationId xmlns:a16="http://schemas.microsoft.com/office/drawing/2014/main" id="{71D85940-74F5-1587-5EC9-E1BD0D2E95A9}"/>
              </a:ext>
            </a:extLst>
          </p:cNvPr>
          <p:cNvSpPr>
            <a:spLocks/>
          </p:cNvSpPr>
          <p:nvPr/>
        </p:nvSpPr>
        <p:spPr>
          <a:xfrm>
            <a:off x="267059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9" name="data_3138">
            <a:extLst>
              <a:ext uri="{FF2B5EF4-FFF2-40B4-BE49-F238E27FC236}">
                <a16:creationId xmlns:a16="http://schemas.microsoft.com/office/drawing/2014/main" id="{931DB454-E09A-FDD5-0104-14568C408145}"/>
              </a:ext>
            </a:extLst>
          </p:cNvPr>
          <p:cNvSpPr>
            <a:spLocks/>
          </p:cNvSpPr>
          <p:nvPr/>
        </p:nvSpPr>
        <p:spPr>
          <a:xfrm>
            <a:off x="2577306" y="5870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0" name="data_3139">
            <a:extLst>
              <a:ext uri="{FF2B5EF4-FFF2-40B4-BE49-F238E27FC236}">
                <a16:creationId xmlns:a16="http://schemas.microsoft.com/office/drawing/2014/main" id="{62B97BD7-CE05-A34E-3F1D-F3302351440C}"/>
              </a:ext>
            </a:extLst>
          </p:cNvPr>
          <p:cNvSpPr>
            <a:spLocks/>
          </p:cNvSpPr>
          <p:nvPr/>
        </p:nvSpPr>
        <p:spPr>
          <a:xfrm>
            <a:off x="255274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1" name="data_3140">
            <a:extLst>
              <a:ext uri="{FF2B5EF4-FFF2-40B4-BE49-F238E27FC236}">
                <a16:creationId xmlns:a16="http://schemas.microsoft.com/office/drawing/2014/main" id="{6B4676E5-1831-19C6-D05E-A442854F1230}"/>
              </a:ext>
            </a:extLst>
          </p:cNvPr>
          <p:cNvSpPr>
            <a:spLocks/>
          </p:cNvSpPr>
          <p:nvPr/>
        </p:nvSpPr>
        <p:spPr>
          <a:xfrm>
            <a:off x="2582548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2" name="data_3141">
            <a:extLst>
              <a:ext uri="{FF2B5EF4-FFF2-40B4-BE49-F238E27FC236}">
                <a16:creationId xmlns:a16="http://schemas.microsoft.com/office/drawing/2014/main" id="{FB8E4096-1942-2EC3-9BFD-145A85C25223}"/>
              </a:ext>
            </a:extLst>
          </p:cNvPr>
          <p:cNvSpPr>
            <a:spLocks/>
          </p:cNvSpPr>
          <p:nvPr/>
        </p:nvSpPr>
        <p:spPr>
          <a:xfrm>
            <a:off x="2587697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3" name="data_3142">
            <a:extLst>
              <a:ext uri="{FF2B5EF4-FFF2-40B4-BE49-F238E27FC236}">
                <a16:creationId xmlns:a16="http://schemas.microsoft.com/office/drawing/2014/main" id="{06525CB2-27DA-7A29-DC4A-4AC09A7E17A1}"/>
              </a:ext>
            </a:extLst>
          </p:cNvPr>
          <p:cNvSpPr>
            <a:spLocks/>
          </p:cNvSpPr>
          <p:nvPr/>
        </p:nvSpPr>
        <p:spPr>
          <a:xfrm>
            <a:off x="2653174" y="48963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4" name="data_3143">
            <a:extLst>
              <a:ext uri="{FF2B5EF4-FFF2-40B4-BE49-F238E27FC236}">
                <a16:creationId xmlns:a16="http://schemas.microsoft.com/office/drawing/2014/main" id="{0B25C389-DE26-82F7-64CA-4387642C34CD}"/>
              </a:ext>
            </a:extLst>
          </p:cNvPr>
          <p:cNvSpPr>
            <a:spLocks/>
          </p:cNvSpPr>
          <p:nvPr/>
        </p:nvSpPr>
        <p:spPr>
          <a:xfrm>
            <a:off x="264373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5" name="data_3144">
            <a:extLst>
              <a:ext uri="{FF2B5EF4-FFF2-40B4-BE49-F238E27FC236}">
                <a16:creationId xmlns:a16="http://schemas.microsoft.com/office/drawing/2014/main" id="{12DB7024-B65D-9A8B-1D4C-16AB6F800EC8}"/>
              </a:ext>
            </a:extLst>
          </p:cNvPr>
          <p:cNvSpPr>
            <a:spLocks/>
          </p:cNvSpPr>
          <p:nvPr/>
        </p:nvSpPr>
        <p:spPr>
          <a:xfrm>
            <a:off x="253987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6" name="data_3145">
            <a:extLst>
              <a:ext uri="{FF2B5EF4-FFF2-40B4-BE49-F238E27FC236}">
                <a16:creationId xmlns:a16="http://schemas.microsoft.com/office/drawing/2014/main" id="{63B22430-67CF-6647-782C-D72E0E90C3EA}"/>
              </a:ext>
            </a:extLst>
          </p:cNvPr>
          <p:cNvSpPr>
            <a:spLocks/>
          </p:cNvSpPr>
          <p:nvPr/>
        </p:nvSpPr>
        <p:spPr>
          <a:xfrm>
            <a:off x="2662739" y="58997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7" name="data_3146">
            <a:extLst>
              <a:ext uri="{FF2B5EF4-FFF2-40B4-BE49-F238E27FC236}">
                <a16:creationId xmlns:a16="http://schemas.microsoft.com/office/drawing/2014/main" id="{5894B0EE-CBC1-AD4E-8535-50EC72196DE9}"/>
              </a:ext>
            </a:extLst>
          </p:cNvPr>
          <p:cNvSpPr>
            <a:spLocks/>
          </p:cNvSpPr>
          <p:nvPr/>
        </p:nvSpPr>
        <p:spPr>
          <a:xfrm>
            <a:off x="2580992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8" name="data_3147">
            <a:extLst>
              <a:ext uri="{FF2B5EF4-FFF2-40B4-BE49-F238E27FC236}">
                <a16:creationId xmlns:a16="http://schemas.microsoft.com/office/drawing/2014/main" id="{ACE93D45-671B-9998-6262-217E36A0A615}"/>
              </a:ext>
            </a:extLst>
          </p:cNvPr>
          <p:cNvSpPr>
            <a:spLocks/>
          </p:cNvSpPr>
          <p:nvPr/>
        </p:nvSpPr>
        <p:spPr>
          <a:xfrm>
            <a:off x="257427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9" name="data_3148">
            <a:extLst>
              <a:ext uri="{FF2B5EF4-FFF2-40B4-BE49-F238E27FC236}">
                <a16:creationId xmlns:a16="http://schemas.microsoft.com/office/drawing/2014/main" id="{E9CCBE51-D972-91E9-A728-3A3C6846CA2E}"/>
              </a:ext>
            </a:extLst>
          </p:cNvPr>
          <p:cNvSpPr>
            <a:spLocks/>
          </p:cNvSpPr>
          <p:nvPr/>
        </p:nvSpPr>
        <p:spPr>
          <a:xfrm>
            <a:off x="260989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0" name="data_3149">
            <a:extLst>
              <a:ext uri="{FF2B5EF4-FFF2-40B4-BE49-F238E27FC236}">
                <a16:creationId xmlns:a16="http://schemas.microsoft.com/office/drawing/2014/main" id="{0B500D65-3D60-96A3-6D87-8C37A1E66ACF}"/>
              </a:ext>
            </a:extLst>
          </p:cNvPr>
          <p:cNvSpPr>
            <a:spLocks/>
          </p:cNvSpPr>
          <p:nvPr/>
        </p:nvSpPr>
        <p:spPr>
          <a:xfrm>
            <a:off x="2657584" y="60381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1" name="data_3150">
            <a:extLst>
              <a:ext uri="{FF2B5EF4-FFF2-40B4-BE49-F238E27FC236}">
                <a16:creationId xmlns:a16="http://schemas.microsoft.com/office/drawing/2014/main" id="{B7671053-C4B8-6459-9034-CF3BFBCAEE50}"/>
              </a:ext>
            </a:extLst>
          </p:cNvPr>
          <p:cNvSpPr>
            <a:spLocks/>
          </p:cNvSpPr>
          <p:nvPr/>
        </p:nvSpPr>
        <p:spPr>
          <a:xfrm>
            <a:off x="2653972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2" name="data_3151">
            <a:extLst>
              <a:ext uri="{FF2B5EF4-FFF2-40B4-BE49-F238E27FC236}">
                <a16:creationId xmlns:a16="http://schemas.microsoft.com/office/drawing/2014/main" id="{7763B51E-374E-755A-8C67-88994265AA43}"/>
              </a:ext>
            </a:extLst>
          </p:cNvPr>
          <p:cNvSpPr>
            <a:spLocks/>
          </p:cNvSpPr>
          <p:nvPr/>
        </p:nvSpPr>
        <p:spPr>
          <a:xfrm>
            <a:off x="260181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3" name="data_3152">
            <a:extLst>
              <a:ext uri="{FF2B5EF4-FFF2-40B4-BE49-F238E27FC236}">
                <a16:creationId xmlns:a16="http://schemas.microsoft.com/office/drawing/2014/main" id="{A54DF37B-E94F-A7D7-E428-263648DFE7EF}"/>
              </a:ext>
            </a:extLst>
          </p:cNvPr>
          <p:cNvSpPr>
            <a:spLocks/>
          </p:cNvSpPr>
          <p:nvPr/>
        </p:nvSpPr>
        <p:spPr>
          <a:xfrm>
            <a:off x="2640122" y="64149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4" name="data_3153">
            <a:extLst>
              <a:ext uri="{FF2B5EF4-FFF2-40B4-BE49-F238E27FC236}">
                <a16:creationId xmlns:a16="http://schemas.microsoft.com/office/drawing/2014/main" id="{FAD0F60C-0EA1-E500-9358-44ED35693622}"/>
              </a:ext>
            </a:extLst>
          </p:cNvPr>
          <p:cNvSpPr>
            <a:spLocks/>
          </p:cNvSpPr>
          <p:nvPr/>
        </p:nvSpPr>
        <p:spPr>
          <a:xfrm>
            <a:off x="265885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5" name="data_3154">
            <a:extLst>
              <a:ext uri="{FF2B5EF4-FFF2-40B4-BE49-F238E27FC236}">
                <a16:creationId xmlns:a16="http://schemas.microsoft.com/office/drawing/2014/main" id="{E7D56F13-424A-9AF4-8822-D99BA4475FB1}"/>
              </a:ext>
            </a:extLst>
          </p:cNvPr>
          <p:cNvSpPr>
            <a:spLocks/>
          </p:cNvSpPr>
          <p:nvPr/>
        </p:nvSpPr>
        <p:spPr>
          <a:xfrm>
            <a:off x="261077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6" name="data_3155">
            <a:extLst>
              <a:ext uri="{FF2B5EF4-FFF2-40B4-BE49-F238E27FC236}">
                <a16:creationId xmlns:a16="http://schemas.microsoft.com/office/drawing/2014/main" id="{9C8DF834-07B2-8CAB-4B18-C301834A8507}"/>
              </a:ext>
            </a:extLst>
          </p:cNvPr>
          <p:cNvSpPr>
            <a:spLocks/>
          </p:cNvSpPr>
          <p:nvPr/>
        </p:nvSpPr>
        <p:spPr>
          <a:xfrm>
            <a:off x="263191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7" name="data_3156">
            <a:extLst>
              <a:ext uri="{FF2B5EF4-FFF2-40B4-BE49-F238E27FC236}">
                <a16:creationId xmlns:a16="http://schemas.microsoft.com/office/drawing/2014/main" id="{4C2A7087-C750-52A8-EA1A-E0F1879AA26E}"/>
              </a:ext>
            </a:extLst>
          </p:cNvPr>
          <p:cNvSpPr>
            <a:spLocks/>
          </p:cNvSpPr>
          <p:nvPr/>
        </p:nvSpPr>
        <p:spPr>
          <a:xfrm>
            <a:off x="26126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8" name="data_3157">
            <a:extLst>
              <a:ext uri="{FF2B5EF4-FFF2-40B4-BE49-F238E27FC236}">
                <a16:creationId xmlns:a16="http://schemas.microsoft.com/office/drawing/2014/main" id="{6F48E333-1708-F943-7D42-8FB9DCA2CEC1}"/>
              </a:ext>
            </a:extLst>
          </p:cNvPr>
          <p:cNvSpPr>
            <a:spLocks/>
          </p:cNvSpPr>
          <p:nvPr/>
        </p:nvSpPr>
        <p:spPr>
          <a:xfrm>
            <a:off x="2631809" y="48226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9" name="data_3158">
            <a:extLst>
              <a:ext uri="{FF2B5EF4-FFF2-40B4-BE49-F238E27FC236}">
                <a16:creationId xmlns:a16="http://schemas.microsoft.com/office/drawing/2014/main" id="{D971FC37-A35D-57E9-7C35-781238C100B7}"/>
              </a:ext>
            </a:extLst>
          </p:cNvPr>
          <p:cNvSpPr>
            <a:spLocks/>
          </p:cNvSpPr>
          <p:nvPr/>
        </p:nvSpPr>
        <p:spPr>
          <a:xfrm>
            <a:off x="257478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0" name="data_3159">
            <a:extLst>
              <a:ext uri="{FF2B5EF4-FFF2-40B4-BE49-F238E27FC236}">
                <a16:creationId xmlns:a16="http://schemas.microsoft.com/office/drawing/2014/main" id="{FE4619F2-3330-6869-0A11-9693D2B660D8}"/>
              </a:ext>
            </a:extLst>
          </p:cNvPr>
          <p:cNvSpPr>
            <a:spLocks/>
          </p:cNvSpPr>
          <p:nvPr/>
        </p:nvSpPr>
        <p:spPr>
          <a:xfrm>
            <a:off x="265026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1" name="data_3160">
            <a:extLst>
              <a:ext uri="{FF2B5EF4-FFF2-40B4-BE49-F238E27FC236}">
                <a16:creationId xmlns:a16="http://schemas.microsoft.com/office/drawing/2014/main" id="{392D8D0C-5DA4-BAB3-4346-E9EEC56EB5F8}"/>
              </a:ext>
            </a:extLst>
          </p:cNvPr>
          <p:cNvSpPr>
            <a:spLocks/>
          </p:cNvSpPr>
          <p:nvPr/>
        </p:nvSpPr>
        <p:spPr>
          <a:xfrm>
            <a:off x="2601330" y="54440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2" name="data_3161">
            <a:extLst>
              <a:ext uri="{FF2B5EF4-FFF2-40B4-BE49-F238E27FC236}">
                <a16:creationId xmlns:a16="http://schemas.microsoft.com/office/drawing/2014/main" id="{90BEF820-8DD7-4D8B-F813-7A6D79143B7E}"/>
              </a:ext>
            </a:extLst>
          </p:cNvPr>
          <p:cNvSpPr>
            <a:spLocks/>
          </p:cNvSpPr>
          <p:nvPr/>
        </p:nvSpPr>
        <p:spPr>
          <a:xfrm>
            <a:off x="2657614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3" name="data_3162">
            <a:extLst>
              <a:ext uri="{FF2B5EF4-FFF2-40B4-BE49-F238E27FC236}">
                <a16:creationId xmlns:a16="http://schemas.microsoft.com/office/drawing/2014/main" id="{E33CB5A9-A008-0534-D40E-22E377033868}"/>
              </a:ext>
            </a:extLst>
          </p:cNvPr>
          <p:cNvSpPr>
            <a:spLocks/>
          </p:cNvSpPr>
          <p:nvPr/>
        </p:nvSpPr>
        <p:spPr>
          <a:xfrm>
            <a:off x="262782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4" name="data_3163">
            <a:extLst>
              <a:ext uri="{FF2B5EF4-FFF2-40B4-BE49-F238E27FC236}">
                <a16:creationId xmlns:a16="http://schemas.microsoft.com/office/drawing/2014/main" id="{E27F7C96-EB3C-669B-F3AD-30741C05DEC8}"/>
              </a:ext>
            </a:extLst>
          </p:cNvPr>
          <p:cNvSpPr>
            <a:spLocks/>
          </p:cNvSpPr>
          <p:nvPr/>
        </p:nvSpPr>
        <p:spPr>
          <a:xfrm>
            <a:off x="2559733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5" name="data_3164">
            <a:extLst>
              <a:ext uri="{FF2B5EF4-FFF2-40B4-BE49-F238E27FC236}">
                <a16:creationId xmlns:a16="http://schemas.microsoft.com/office/drawing/2014/main" id="{E0771E30-538F-5958-E401-60AE969BCB7E}"/>
              </a:ext>
            </a:extLst>
          </p:cNvPr>
          <p:cNvSpPr>
            <a:spLocks/>
          </p:cNvSpPr>
          <p:nvPr/>
        </p:nvSpPr>
        <p:spPr>
          <a:xfrm>
            <a:off x="2639330" y="51805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6" name="data_3165">
            <a:extLst>
              <a:ext uri="{FF2B5EF4-FFF2-40B4-BE49-F238E27FC236}">
                <a16:creationId xmlns:a16="http://schemas.microsoft.com/office/drawing/2014/main" id="{5F0789FF-C94A-65D1-EDF1-FE5CA8DA3DA9}"/>
              </a:ext>
            </a:extLst>
          </p:cNvPr>
          <p:cNvSpPr>
            <a:spLocks/>
          </p:cNvSpPr>
          <p:nvPr/>
        </p:nvSpPr>
        <p:spPr>
          <a:xfrm>
            <a:off x="26367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7" name="data_3166">
            <a:extLst>
              <a:ext uri="{FF2B5EF4-FFF2-40B4-BE49-F238E27FC236}">
                <a16:creationId xmlns:a16="http://schemas.microsoft.com/office/drawing/2014/main" id="{DDEBE5A9-CFE6-9B01-EA4B-A8239628B8E1}"/>
              </a:ext>
            </a:extLst>
          </p:cNvPr>
          <p:cNvSpPr>
            <a:spLocks/>
          </p:cNvSpPr>
          <p:nvPr/>
        </p:nvSpPr>
        <p:spPr>
          <a:xfrm>
            <a:off x="25971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8" name="data_3167">
            <a:extLst>
              <a:ext uri="{FF2B5EF4-FFF2-40B4-BE49-F238E27FC236}">
                <a16:creationId xmlns:a16="http://schemas.microsoft.com/office/drawing/2014/main" id="{C90378E7-88AC-A1D9-A441-057E8D820D53}"/>
              </a:ext>
            </a:extLst>
          </p:cNvPr>
          <p:cNvSpPr>
            <a:spLocks/>
          </p:cNvSpPr>
          <p:nvPr/>
        </p:nvSpPr>
        <p:spPr>
          <a:xfrm>
            <a:off x="2651637" y="59083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9" name="data_3168">
            <a:extLst>
              <a:ext uri="{FF2B5EF4-FFF2-40B4-BE49-F238E27FC236}">
                <a16:creationId xmlns:a16="http://schemas.microsoft.com/office/drawing/2014/main" id="{8265840A-8684-FD36-B2E1-869ABEC62478}"/>
              </a:ext>
            </a:extLst>
          </p:cNvPr>
          <p:cNvSpPr>
            <a:spLocks/>
          </p:cNvSpPr>
          <p:nvPr/>
        </p:nvSpPr>
        <p:spPr>
          <a:xfrm>
            <a:off x="2628798" y="47649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0" name="data_3169">
            <a:extLst>
              <a:ext uri="{FF2B5EF4-FFF2-40B4-BE49-F238E27FC236}">
                <a16:creationId xmlns:a16="http://schemas.microsoft.com/office/drawing/2014/main" id="{1248D9A3-5B50-898C-1A04-150E94991C4B}"/>
              </a:ext>
            </a:extLst>
          </p:cNvPr>
          <p:cNvSpPr>
            <a:spLocks/>
          </p:cNvSpPr>
          <p:nvPr/>
        </p:nvSpPr>
        <p:spPr>
          <a:xfrm>
            <a:off x="256011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1" name="data_3170">
            <a:extLst>
              <a:ext uri="{FF2B5EF4-FFF2-40B4-BE49-F238E27FC236}">
                <a16:creationId xmlns:a16="http://schemas.microsoft.com/office/drawing/2014/main" id="{6595DD06-8F97-37BF-D29A-50E26B16A50B}"/>
              </a:ext>
            </a:extLst>
          </p:cNvPr>
          <p:cNvSpPr>
            <a:spLocks/>
          </p:cNvSpPr>
          <p:nvPr/>
        </p:nvSpPr>
        <p:spPr>
          <a:xfrm>
            <a:off x="2668896" y="600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2" name="data_3171">
            <a:extLst>
              <a:ext uri="{FF2B5EF4-FFF2-40B4-BE49-F238E27FC236}">
                <a16:creationId xmlns:a16="http://schemas.microsoft.com/office/drawing/2014/main" id="{C5F11ACA-1E15-1FCE-8206-D4771A0BA142}"/>
              </a:ext>
            </a:extLst>
          </p:cNvPr>
          <p:cNvSpPr>
            <a:spLocks/>
          </p:cNvSpPr>
          <p:nvPr/>
        </p:nvSpPr>
        <p:spPr>
          <a:xfrm>
            <a:off x="2608925" y="5952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3" name="data_3172">
            <a:extLst>
              <a:ext uri="{FF2B5EF4-FFF2-40B4-BE49-F238E27FC236}">
                <a16:creationId xmlns:a16="http://schemas.microsoft.com/office/drawing/2014/main" id="{4F3C32D8-A15A-E14F-B1C0-5F1A7EF8A305}"/>
              </a:ext>
            </a:extLst>
          </p:cNvPr>
          <p:cNvSpPr>
            <a:spLocks/>
          </p:cNvSpPr>
          <p:nvPr/>
        </p:nvSpPr>
        <p:spPr>
          <a:xfrm>
            <a:off x="2556898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4" name="data_3173">
            <a:extLst>
              <a:ext uri="{FF2B5EF4-FFF2-40B4-BE49-F238E27FC236}">
                <a16:creationId xmlns:a16="http://schemas.microsoft.com/office/drawing/2014/main" id="{F0ADEF28-1039-8594-C87B-B7A912624F20}"/>
              </a:ext>
            </a:extLst>
          </p:cNvPr>
          <p:cNvSpPr>
            <a:spLocks/>
          </p:cNvSpPr>
          <p:nvPr/>
        </p:nvSpPr>
        <p:spPr>
          <a:xfrm>
            <a:off x="2571177" y="61909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5" name="data_3174">
            <a:extLst>
              <a:ext uri="{FF2B5EF4-FFF2-40B4-BE49-F238E27FC236}">
                <a16:creationId xmlns:a16="http://schemas.microsoft.com/office/drawing/2014/main" id="{629D26F0-2A2C-6DD9-9069-22DE59C2FC5A}"/>
              </a:ext>
            </a:extLst>
          </p:cNvPr>
          <p:cNvSpPr>
            <a:spLocks/>
          </p:cNvSpPr>
          <p:nvPr/>
        </p:nvSpPr>
        <p:spPr>
          <a:xfrm>
            <a:off x="2644954" y="5117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6" name="data_3175">
            <a:extLst>
              <a:ext uri="{FF2B5EF4-FFF2-40B4-BE49-F238E27FC236}">
                <a16:creationId xmlns:a16="http://schemas.microsoft.com/office/drawing/2014/main" id="{CA4F5476-37C8-1D4D-2690-1A70FF6319FF}"/>
              </a:ext>
            </a:extLst>
          </p:cNvPr>
          <p:cNvSpPr>
            <a:spLocks/>
          </p:cNvSpPr>
          <p:nvPr/>
        </p:nvSpPr>
        <p:spPr>
          <a:xfrm>
            <a:off x="267644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7" name="data_3176">
            <a:extLst>
              <a:ext uri="{FF2B5EF4-FFF2-40B4-BE49-F238E27FC236}">
                <a16:creationId xmlns:a16="http://schemas.microsoft.com/office/drawing/2014/main" id="{81260D3B-0B5D-CF9D-DA0C-207BC7027E08}"/>
              </a:ext>
            </a:extLst>
          </p:cNvPr>
          <p:cNvSpPr>
            <a:spLocks/>
          </p:cNvSpPr>
          <p:nvPr/>
        </p:nvSpPr>
        <p:spPr>
          <a:xfrm>
            <a:off x="2633951" y="5242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8" name="data_3177">
            <a:extLst>
              <a:ext uri="{FF2B5EF4-FFF2-40B4-BE49-F238E27FC236}">
                <a16:creationId xmlns:a16="http://schemas.microsoft.com/office/drawing/2014/main" id="{8863489C-108C-832B-23C8-2881DC3EF5A0}"/>
              </a:ext>
            </a:extLst>
          </p:cNvPr>
          <p:cNvSpPr>
            <a:spLocks/>
          </p:cNvSpPr>
          <p:nvPr/>
        </p:nvSpPr>
        <p:spPr>
          <a:xfrm>
            <a:off x="2629934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9" name="data_3178">
            <a:extLst>
              <a:ext uri="{FF2B5EF4-FFF2-40B4-BE49-F238E27FC236}">
                <a16:creationId xmlns:a16="http://schemas.microsoft.com/office/drawing/2014/main" id="{2C8DB840-92B8-26A3-D238-F62A7F6DB019}"/>
              </a:ext>
            </a:extLst>
          </p:cNvPr>
          <p:cNvSpPr>
            <a:spLocks/>
          </p:cNvSpPr>
          <p:nvPr/>
        </p:nvSpPr>
        <p:spPr>
          <a:xfrm>
            <a:off x="2604303" y="56090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0" name="data_3179">
            <a:extLst>
              <a:ext uri="{FF2B5EF4-FFF2-40B4-BE49-F238E27FC236}">
                <a16:creationId xmlns:a16="http://schemas.microsoft.com/office/drawing/2014/main" id="{5D33B9A4-1D0A-6179-7B70-459F5177164A}"/>
              </a:ext>
            </a:extLst>
          </p:cNvPr>
          <p:cNvSpPr>
            <a:spLocks/>
          </p:cNvSpPr>
          <p:nvPr/>
        </p:nvSpPr>
        <p:spPr>
          <a:xfrm>
            <a:off x="261592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1" name="data_3180">
            <a:extLst>
              <a:ext uri="{FF2B5EF4-FFF2-40B4-BE49-F238E27FC236}">
                <a16:creationId xmlns:a16="http://schemas.microsoft.com/office/drawing/2014/main" id="{DF2967FF-48C2-1FEB-C86C-1F5A4AD6C49D}"/>
              </a:ext>
            </a:extLst>
          </p:cNvPr>
          <p:cNvSpPr>
            <a:spLocks/>
          </p:cNvSpPr>
          <p:nvPr/>
        </p:nvSpPr>
        <p:spPr>
          <a:xfrm>
            <a:off x="2592780" y="5117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2" name="data_3181">
            <a:extLst>
              <a:ext uri="{FF2B5EF4-FFF2-40B4-BE49-F238E27FC236}">
                <a16:creationId xmlns:a16="http://schemas.microsoft.com/office/drawing/2014/main" id="{D8AD60DD-1FC2-EA62-764C-29470E133225}"/>
              </a:ext>
            </a:extLst>
          </p:cNvPr>
          <p:cNvSpPr>
            <a:spLocks/>
          </p:cNvSpPr>
          <p:nvPr/>
        </p:nvSpPr>
        <p:spPr>
          <a:xfrm>
            <a:off x="259198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3" name="data_3182">
            <a:extLst>
              <a:ext uri="{FF2B5EF4-FFF2-40B4-BE49-F238E27FC236}">
                <a16:creationId xmlns:a16="http://schemas.microsoft.com/office/drawing/2014/main" id="{B9D1AAE0-11BD-ACBC-736C-38D2EB465966}"/>
              </a:ext>
            </a:extLst>
          </p:cNvPr>
          <p:cNvSpPr>
            <a:spLocks/>
          </p:cNvSpPr>
          <p:nvPr/>
        </p:nvSpPr>
        <p:spPr>
          <a:xfrm>
            <a:off x="266323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4" name="data_3183">
            <a:extLst>
              <a:ext uri="{FF2B5EF4-FFF2-40B4-BE49-F238E27FC236}">
                <a16:creationId xmlns:a16="http://schemas.microsoft.com/office/drawing/2014/main" id="{16F50665-D2BB-D1DF-1D7D-88100B952A04}"/>
              </a:ext>
            </a:extLst>
          </p:cNvPr>
          <p:cNvSpPr>
            <a:spLocks/>
          </p:cNvSpPr>
          <p:nvPr/>
        </p:nvSpPr>
        <p:spPr>
          <a:xfrm>
            <a:off x="2640336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5" name="data_3184">
            <a:extLst>
              <a:ext uri="{FF2B5EF4-FFF2-40B4-BE49-F238E27FC236}">
                <a16:creationId xmlns:a16="http://schemas.microsoft.com/office/drawing/2014/main" id="{2D943DBE-254C-BD5F-D1CA-4CDADE49325B}"/>
              </a:ext>
            </a:extLst>
          </p:cNvPr>
          <p:cNvSpPr>
            <a:spLocks/>
          </p:cNvSpPr>
          <p:nvPr/>
        </p:nvSpPr>
        <p:spPr>
          <a:xfrm>
            <a:off x="2604925" y="64141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6" name="data_3185">
            <a:extLst>
              <a:ext uri="{FF2B5EF4-FFF2-40B4-BE49-F238E27FC236}">
                <a16:creationId xmlns:a16="http://schemas.microsoft.com/office/drawing/2014/main" id="{3432D260-304A-C212-D9A4-17C7B00689D8}"/>
              </a:ext>
            </a:extLst>
          </p:cNvPr>
          <p:cNvSpPr>
            <a:spLocks/>
          </p:cNvSpPr>
          <p:nvPr/>
        </p:nvSpPr>
        <p:spPr>
          <a:xfrm>
            <a:off x="2589439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7" name="data_3186">
            <a:extLst>
              <a:ext uri="{FF2B5EF4-FFF2-40B4-BE49-F238E27FC236}">
                <a16:creationId xmlns:a16="http://schemas.microsoft.com/office/drawing/2014/main" id="{1F477AA2-6315-EE1D-A5D6-6C0C098E2F0F}"/>
              </a:ext>
            </a:extLst>
          </p:cNvPr>
          <p:cNvSpPr>
            <a:spLocks/>
          </p:cNvSpPr>
          <p:nvPr/>
        </p:nvSpPr>
        <p:spPr>
          <a:xfrm>
            <a:off x="259115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8" name="data_3187">
            <a:extLst>
              <a:ext uri="{FF2B5EF4-FFF2-40B4-BE49-F238E27FC236}">
                <a16:creationId xmlns:a16="http://schemas.microsoft.com/office/drawing/2014/main" id="{8BE3CECD-11AD-BEB3-4DBF-849F49E7998C}"/>
              </a:ext>
            </a:extLst>
          </p:cNvPr>
          <p:cNvSpPr>
            <a:spLocks/>
          </p:cNvSpPr>
          <p:nvPr/>
        </p:nvSpPr>
        <p:spPr>
          <a:xfrm>
            <a:off x="2672141" y="64330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9" name="data_3188">
            <a:extLst>
              <a:ext uri="{FF2B5EF4-FFF2-40B4-BE49-F238E27FC236}">
                <a16:creationId xmlns:a16="http://schemas.microsoft.com/office/drawing/2014/main" id="{64B3FA9A-DEEB-83C2-6B34-DE58A4F13489}"/>
              </a:ext>
            </a:extLst>
          </p:cNvPr>
          <p:cNvSpPr>
            <a:spLocks/>
          </p:cNvSpPr>
          <p:nvPr/>
        </p:nvSpPr>
        <p:spPr>
          <a:xfrm>
            <a:off x="2630865" y="58541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0" name="data_3189">
            <a:extLst>
              <a:ext uri="{FF2B5EF4-FFF2-40B4-BE49-F238E27FC236}">
                <a16:creationId xmlns:a16="http://schemas.microsoft.com/office/drawing/2014/main" id="{1C4CA8FF-0C55-AF13-717B-717299E87D95}"/>
              </a:ext>
            </a:extLst>
          </p:cNvPr>
          <p:cNvSpPr>
            <a:spLocks/>
          </p:cNvSpPr>
          <p:nvPr/>
        </p:nvSpPr>
        <p:spPr>
          <a:xfrm>
            <a:off x="25758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1" name="data_3190">
            <a:extLst>
              <a:ext uri="{FF2B5EF4-FFF2-40B4-BE49-F238E27FC236}">
                <a16:creationId xmlns:a16="http://schemas.microsoft.com/office/drawing/2014/main" id="{EA5EA902-896C-8ED6-9CD7-BAAA1425AB8E}"/>
              </a:ext>
            </a:extLst>
          </p:cNvPr>
          <p:cNvSpPr>
            <a:spLocks/>
          </p:cNvSpPr>
          <p:nvPr/>
        </p:nvSpPr>
        <p:spPr>
          <a:xfrm>
            <a:off x="2669663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2" name="data_3191">
            <a:extLst>
              <a:ext uri="{FF2B5EF4-FFF2-40B4-BE49-F238E27FC236}">
                <a16:creationId xmlns:a16="http://schemas.microsoft.com/office/drawing/2014/main" id="{58C77C93-0180-A24F-3AB3-A99AE95D12CC}"/>
              </a:ext>
            </a:extLst>
          </p:cNvPr>
          <p:cNvSpPr>
            <a:spLocks/>
          </p:cNvSpPr>
          <p:nvPr/>
        </p:nvSpPr>
        <p:spPr>
          <a:xfrm>
            <a:off x="26207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3" name="data_3192">
            <a:extLst>
              <a:ext uri="{FF2B5EF4-FFF2-40B4-BE49-F238E27FC236}">
                <a16:creationId xmlns:a16="http://schemas.microsoft.com/office/drawing/2014/main" id="{75FF3413-592F-ED77-0ED8-B1CB45099EEC}"/>
              </a:ext>
            </a:extLst>
          </p:cNvPr>
          <p:cNvSpPr>
            <a:spLocks/>
          </p:cNvSpPr>
          <p:nvPr/>
        </p:nvSpPr>
        <p:spPr>
          <a:xfrm>
            <a:off x="256867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4" name="data_3193">
            <a:extLst>
              <a:ext uri="{FF2B5EF4-FFF2-40B4-BE49-F238E27FC236}">
                <a16:creationId xmlns:a16="http://schemas.microsoft.com/office/drawing/2014/main" id="{4AF4CDB6-D3AE-D89B-E68D-892E7A63B26E}"/>
              </a:ext>
            </a:extLst>
          </p:cNvPr>
          <p:cNvSpPr>
            <a:spLocks/>
          </p:cNvSpPr>
          <p:nvPr/>
        </p:nvSpPr>
        <p:spPr>
          <a:xfrm>
            <a:off x="26313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5" name="data_3194">
            <a:extLst>
              <a:ext uri="{FF2B5EF4-FFF2-40B4-BE49-F238E27FC236}">
                <a16:creationId xmlns:a16="http://schemas.microsoft.com/office/drawing/2014/main" id="{F1C4FDF3-0051-A313-B4E7-ED2040A8220E}"/>
              </a:ext>
            </a:extLst>
          </p:cNvPr>
          <p:cNvSpPr>
            <a:spLocks/>
          </p:cNvSpPr>
          <p:nvPr/>
        </p:nvSpPr>
        <p:spPr>
          <a:xfrm>
            <a:off x="2657126" y="59540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6" name="data_3195">
            <a:extLst>
              <a:ext uri="{FF2B5EF4-FFF2-40B4-BE49-F238E27FC236}">
                <a16:creationId xmlns:a16="http://schemas.microsoft.com/office/drawing/2014/main" id="{8D23D136-5950-3CDB-40BF-8C9BE9358B25}"/>
              </a:ext>
            </a:extLst>
          </p:cNvPr>
          <p:cNvSpPr>
            <a:spLocks/>
          </p:cNvSpPr>
          <p:nvPr/>
        </p:nvSpPr>
        <p:spPr>
          <a:xfrm>
            <a:off x="2577125" y="5832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7" name="data_3196">
            <a:extLst>
              <a:ext uri="{FF2B5EF4-FFF2-40B4-BE49-F238E27FC236}">
                <a16:creationId xmlns:a16="http://schemas.microsoft.com/office/drawing/2014/main" id="{84016958-3729-9DDB-2070-D8E32442F625}"/>
              </a:ext>
            </a:extLst>
          </p:cNvPr>
          <p:cNvSpPr>
            <a:spLocks/>
          </p:cNvSpPr>
          <p:nvPr/>
        </p:nvSpPr>
        <p:spPr>
          <a:xfrm>
            <a:off x="2573530" y="63198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8" name="data_3197">
            <a:extLst>
              <a:ext uri="{FF2B5EF4-FFF2-40B4-BE49-F238E27FC236}">
                <a16:creationId xmlns:a16="http://schemas.microsoft.com/office/drawing/2014/main" id="{2DCCC8BA-AE81-799B-241C-72C927DAD51E}"/>
              </a:ext>
            </a:extLst>
          </p:cNvPr>
          <p:cNvSpPr>
            <a:spLocks/>
          </p:cNvSpPr>
          <p:nvPr/>
        </p:nvSpPr>
        <p:spPr>
          <a:xfrm>
            <a:off x="2629139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9" name="data_3198">
            <a:extLst>
              <a:ext uri="{FF2B5EF4-FFF2-40B4-BE49-F238E27FC236}">
                <a16:creationId xmlns:a16="http://schemas.microsoft.com/office/drawing/2014/main" id="{57AF8E69-5BFA-4805-7214-D004C0EAD453}"/>
              </a:ext>
            </a:extLst>
          </p:cNvPr>
          <p:cNvSpPr>
            <a:spLocks/>
          </p:cNvSpPr>
          <p:nvPr/>
        </p:nvSpPr>
        <p:spPr>
          <a:xfrm>
            <a:off x="266352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0" name="data_3199">
            <a:extLst>
              <a:ext uri="{FF2B5EF4-FFF2-40B4-BE49-F238E27FC236}">
                <a16:creationId xmlns:a16="http://schemas.microsoft.com/office/drawing/2014/main" id="{B5A75F63-A5EC-A2A7-A33E-5FDF3B5BCAE8}"/>
              </a:ext>
            </a:extLst>
          </p:cNvPr>
          <p:cNvSpPr>
            <a:spLocks/>
          </p:cNvSpPr>
          <p:nvPr/>
        </p:nvSpPr>
        <p:spPr>
          <a:xfrm>
            <a:off x="254517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1" name="data_3200">
            <a:extLst>
              <a:ext uri="{FF2B5EF4-FFF2-40B4-BE49-F238E27FC236}">
                <a16:creationId xmlns:a16="http://schemas.microsoft.com/office/drawing/2014/main" id="{FEF1B38C-E25F-D136-6075-8DCEBF037FE3}"/>
              </a:ext>
            </a:extLst>
          </p:cNvPr>
          <p:cNvSpPr>
            <a:spLocks/>
          </p:cNvSpPr>
          <p:nvPr/>
        </p:nvSpPr>
        <p:spPr>
          <a:xfrm>
            <a:off x="26174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2" name="data_3201">
            <a:extLst>
              <a:ext uri="{FF2B5EF4-FFF2-40B4-BE49-F238E27FC236}">
                <a16:creationId xmlns:a16="http://schemas.microsoft.com/office/drawing/2014/main" id="{39FA2E3D-FC7A-7797-7FC5-CBF458BB7F4B}"/>
              </a:ext>
            </a:extLst>
          </p:cNvPr>
          <p:cNvSpPr>
            <a:spLocks/>
          </p:cNvSpPr>
          <p:nvPr/>
        </p:nvSpPr>
        <p:spPr>
          <a:xfrm>
            <a:off x="259080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3" name="data_3202">
            <a:extLst>
              <a:ext uri="{FF2B5EF4-FFF2-40B4-BE49-F238E27FC236}">
                <a16:creationId xmlns:a16="http://schemas.microsoft.com/office/drawing/2014/main" id="{3C606FF0-90BA-A9ED-A9C1-9FC07CB8A6B4}"/>
              </a:ext>
            </a:extLst>
          </p:cNvPr>
          <p:cNvSpPr>
            <a:spLocks/>
          </p:cNvSpPr>
          <p:nvPr/>
        </p:nvSpPr>
        <p:spPr>
          <a:xfrm>
            <a:off x="2567144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4" name="data_3203">
            <a:extLst>
              <a:ext uri="{FF2B5EF4-FFF2-40B4-BE49-F238E27FC236}">
                <a16:creationId xmlns:a16="http://schemas.microsoft.com/office/drawing/2014/main" id="{AC4EF8EA-00BA-4A49-5B9A-A779C3651547}"/>
              </a:ext>
            </a:extLst>
          </p:cNvPr>
          <p:cNvSpPr>
            <a:spLocks/>
          </p:cNvSpPr>
          <p:nvPr/>
        </p:nvSpPr>
        <p:spPr>
          <a:xfrm>
            <a:off x="2618089" y="60702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5" name="data_3204">
            <a:extLst>
              <a:ext uri="{FF2B5EF4-FFF2-40B4-BE49-F238E27FC236}">
                <a16:creationId xmlns:a16="http://schemas.microsoft.com/office/drawing/2014/main" id="{6A663447-93D8-16EB-6F58-81CA2A894A3F}"/>
              </a:ext>
            </a:extLst>
          </p:cNvPr>
          <p:cNvSpPr>
            <a:spLocks/>
          </p:cNvSpPr>
          <p:nvPr/>
        </p:nvSpPr>
        <p:spPr>
          <a:xfrm>
            <a:off x="2610708" y="57068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6" name="data_3205">
            <a:extLst>
              <a:ext uri="{FF2B5EF4-FFF2-40B4-BE49-F238E27FC236}">
                <a16:creationId xmlns:a16="http://schemas.microsoft.com/office/drawing/2014/main" id="{A54F4E6F-2A59-77C6-180F-1FC4A206A606}"/>
              </a:ext>
            </a:extLst>
          </p:cNvPr>
          <p:cNvSpPr>
            <a:spLocks/>
          </p:cNvSpPr>
          <p:nvPr/>
        </p:nvSpPr>
        <p:spPr>
          <a:xfrm>
            <a:off x="2564712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7" name="data_3206">
            <a:extLst>
              <a:ext uri="{FF2B5EF4-FFF2-40B4-BE49-F238E27FC236}">
                <a16:creationId xmlns:a16="http://schemas.microsoft.com/office/drawing/2014/main" id="{9781E6CD-7AA1-8129-8810-3E8431A94AAF}"/>
              </a:ext>
            </a:extLst>
          </p:cNvPr>
          <p:cNvSpPr>
            <a:spLocks/>
          </p:cNvSpPr>
          <p:nvPr/>
        </p:nvSpPr>
        <p:spPr>
          <a:xfrm>
            <a:off x="2592704" y="5382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8" name="data_3207">
            <a:extLst>
              <a:ext uri="{FF2B5EF4-FFF2-40B4-BE49-F238E27FC236}">
                <a16:creationId xmlns:a16="http://schemas.microsoft.com/office/drawing/2014/main" id="{A68E2398-E5EC-117A-0A96-16799254B07A}"/>
              </a:ext>
            </a:extLst>
          </p:cNvPr>
          <p:cNvSpPr>
            <a:spLocks/>
          </p:cNvSpPr>
          <p:nvPr/>
        </p:nvSpPr>
        <p:spPr>
          <a:xfrm>
            <a:off x="253979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9" name="data_3208">
            <a:extLst>
              <a:ext uri="{FF2B5EF4-FFF2-40B4-BE49-F238E27FC236}">
                <a16:creationId xmlns:a16="http://schemas.microsoft.com/office/drawing/2014/main" id="{5454D212-8649-08EB-3F12-0CC9DDF954B0}"/>
              </a:ext>
            </a:extLst>
          </p:cNvPr>
          <p:cNvSpPr>
            <a:spLocks/>
          </p:cNvSpPr>
          <p:nvPr/>
        </p:nvSpPr>
        <p:spPr>
          <a:xfrm>
            <a:off x="258605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0" name="data_3209">
            <a:extLst>
              <a:ext uri="{FF2B5EF4-FFF2-40B4-BE49-F238E27FC236}">
                <a16:creationId xmlns:a16="http://schemas.microsoft.com/office/drawing/2014/main" id="{BA26E46A-5BC9-F7C4-831F-FB847E26D67C}"/>
              </a:ext>
            </a:extLst>
          </p:cNvPr>
          <p:cNvSpPr>
            <a:spLocks/>
          </p:cNvSpPr>
          <p:nvPr/>
        </p:nvSpPr>
        <p:spPr>
          <a:xfrm>
            <a:off x="2620295" y="53931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1" name="data_3210">
            <a:extLst>
              <a:ext uri="{FF2B5EF4-FFF2-40B4-BE49-F238E27FC236}">
                <a16:creationId xmlns:a16="http://schemas.microsoft.com/office/drawing/2014/main" id="{392E2B42-5241-47C0-0C0C-07AA734A392A}"/>
              </a:ext>
            </a:extLst>
          </p:cNvPr>
          <p:cNvSpPr>
            <a:spLocks/>
          </p:cNvSpPr>
          <p:nvPr/>
        </p:nvSpPr>
        <p:spPr>
          <a:xfrm>
            <a:off x="257150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2" name="data_3211">
            <a:extLst>
              <a:ext uri="{FF2B5EF4-FFF2-40B4-BE49-F238E27FC236}">
                <a16:creationId xmlns:a16="http://schemas.microsoft.com/office/drawing/2014/main" id="{4D4C3AE0-FA18-BC4C-15D1-DB4D758B94D5}"/>
              </a:ext>
            </a:extLst>
          </p:cNvPr>
          <p:cNvSpPr>
            <a:spLocks/>
          </p:cNvSpPr>
          <p:nvPr/>
        </p:nvSpPr>
        <p:spPr>
          <a:xfrm>
            <a:off x="2665977" y="600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3" name="data_3212">
            <a:extLst>
              <a:ext uri="{FF2B5EF4-FFF2-40B4-BE49-F238E27FC236}">
                <a16:creationId xmlns:a16="http://schemas.microsoft.com/office/drawing/2014/main" id="{6F629001-1C15-0BE3-23D9-EECF8A283918}"/>
              </a:ext>
            </a:extLst>
          </p:cNvPr>
          <p:cNvSpPr>
            <a:spLocks/>
          </p:cNvSpPr>
          <p:nvPr/>
        </p:nvSpPr>
        <p:spPr>
          <a:xfrm>
            <a:off x="2640122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4" name="data_3213">
            <a:extLst>
              <a:ext uri="{FF2B5EF4-FFF2-40B4-BE49-F238E27FC236}">
                <a16:creationId xmlns:a16="http://schemas.microsoft.com/office/drawing/2014/main" id="{5119145E-A851-8CFB-0D51-2366CEC6C541}"/>
              </a:ext>
            </a:extLst>
          </p:cNvPr>
          <p:cNvSpPr>
            <a:spLocks/>
          </p:cNvSpPr>
          <p:nvPr/>
        </p:nvSpPr>
        <p:spPr>
          <a:xfrm>
            <a:off x="2643094" y="63172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5" name="data_3214">
            <a:extLst>
              <a:ext uri="{FF2B5EF4-FFF2-40B4-BE49-F238E27FC236}">
                <a16:creationId xmlns:a16="http://schemas.microsoft.com/office/drawing/2014/main" id="{7C64B5D2-6D3A-117F-3325-6778F8CDB0AA}"/>
              </a:ext>
            </a:extLst>
          </p:cNvPr>
          <p:cNvSpPr>
            <a:spLocks/>
          </p:cNvSpPr>
          <p:nvPr/>
        </p:nvSpPr>
        <p:spPr>
          <a:xfrm>
            <a:off x="281395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6" name="data_3215">
            <a:extLst>
              <a:ext uri="{FF2B5EF4-FFF2-40B4-BE49-F238E27FC236}">
                <a16:creationId xmlns:a16="http://schemas.microsoft.com/office/drawing/2014/main" id="{8D675CFD-29C2-C725-E907-3D6D9E42DAF2}"/>
              </a:ext>
            </a:extLst>
          </p:cNvPr>
          <p:cNvSpPr>
            <a:spLocks/>
          </p:cNvSpPr>
          <p:nvPr/>
        </p:nvSpPr>
        <p:spPr>
          <a:xfrm>
            <a:off x="2874180" y="46887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7" name="data_3216">
            <a:extLst>
              <a:ext uri="{FF2B5EF4-FFF2-40B4-BE49-F238E27FC236}">
                <a16:creationId xmlns:a16="http://schemas.microsoft.com/office/drawing/2014/main" id="{668ED630-0B8D-281E-3F01-A4B5CEE06CC7}"/>
              </a:ext>
            </a:extLst>
          </p:cNvPr>
          <p:cNvSpPr>
            <a:spLocks/>
          </p:cNvSpPr>
          <p:nvPr/>
        </p:nvSpPr>
        <p:spPr>
          <a:xfrm>
            <a:off x="289616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8" name="data_3217">
            <a:extLst>
              <a:ext uri="{FF2B5EF4-FFF2-40B4-BE49-F238E27FC236}">
                <a16:creationId xmlns:a16="http://schemas.microsoft.com/office/drawing/2014/main" id="{67564C59-6BA9-A5D5-1584-4CFBD6418E51}"/>
              </a:ext>
            </a:extLst>
          </p:cNvPr>
          <p:cNvSpPr>
            <a:spLocks/>
          </p:cNvSpPr>
          <p:nvPr/>
        </p:nvSpPr>
        <p:spPr>
          <a:xfrm>
            <a:off x="282322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9" name="data_3218">
            <a:extLst>
              <a:ext uri="{FF2B5EF4-FFF2-40B4-BE49-F238E27FC236}">
                <a16:creationId xmlns:a16="http://schemas.microsoft.com/office/drawing/2014/main" id="{03F89E29-9ADE-75E6-D183-AC6646C1267A}"/>
              </a:ext>
            </a:extLst>
          </p:cNvPr>
          <p:cNvSpPr>
            <a:spLocks/>
          </p:cNvSpPr>
          <p:nvPr/>
        </p:nvSpPr>
        <p:spPr>
          <a:xfrm>
            <a:off x="289616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0" name="data_3219">
            <a:extLst>
              <a:ext uri="{FF2B5EF4-FFF2-40B4-BE49-F238E27FC236}">
                <a16:creationId xmlns:a16="http://schemas.microsoft.com/office/drawing/2014/main" id="{7E4B0D9C-A77D-3B19-0D93-FE000D2E1B29}"/>
              </a:ext>
            </a:extLst>
          </p:cNvPr>
          <p:cNvSpPr>
            <a:spLocks/>
          </p:cNvSpPr>
          <p:nvPr/>
        </p:nvSpPr>
        <p:spPr>
          <a:xfrm>
            <a:off x="2893330" y="54532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1" name="data_3220">
            <a:extLst>
              <a:ext uri="{FF2B5EF4-FFF2-40B4-BE49-F238E27FC236}">
                <a16:creationId xmlns:a16="http://schemas.microsoft.com/office/drawing/2014/main" id="{AD9AED82-68DB-C09F-95DD-223CAB7F6465}"/>
              </a:ext>
            </a:extLst>
          </p:cNvPr>
          <p:cNvSpPr>
            <a:spLocks/>
          </p:cNvSpPr>
          <p:nvPr/>
        </p:nvSpPr>
        <p:spPr>
          <a:xfrm>
            <a:off x="280340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2" name="data_3221">
            <a:extLst>
              <a:ext uri="{FF2B5EF4-FFF2-40B4-BE49-F238E27FC236}">
                <a16:creationId xmlns:a16="http://schemas.microsoft.com/office/drawing/2014/main" id="{B188EAEB-2B0E-091C-2E52-59BB652CAD0B}"/>
              </a:ext>
            </a:extLst>
          </p:cNvPr>
          <p:cNvSpPr>
            <a:spLocks/>
          </p:cNvSpPr>
          <p:nvPr/>
        </p:nvSpPr>
        <p:spPr>
          <a:xfrm>
            <a:off x="284041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3" name="data_3222">
            <a:extLst>
              <a:ext uri="{FF2B5EF4-FFF2-40B4-BE49-F238E27FC236}">
                <a16:creationId xmlns:a16="http://schemas.microsoft.com/office/drawing/2014/main" id="{35C680A4-8BEB-3A3F-FE04-797EF3A336C4}"/>
              </a:ext>
            </a:extLst>
          </p:cNvPr>
          <p:cNvSpPr>
            <a:spLocks/>
          </p:cNvSpPr>
          <p:nvPr/>
        </p:nvSpPr>
        <p:spPr>
          <a:xfrm>
            <a:off x="2861081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4" name="data_3223">
            <a:extLst>
              <a:ext uri="{FF2B5EF4-FFF2-40B4-BE49-F238E27FC236}">
                <a16:creationId xmlns:a16="http://schemas.microsoft.com/office/drawing/2014/main" id="{25D7DBDC-A17B-E106-033E-1180DC814B3F}"/>
              </a:ext>
            </a:extLst>
          </p:cNvPr>
          <p:cNvSpPr>
            <a:spLocks/>
          </p:cNvSpPr>
          <p:nvPr/>
        </p:nvSpPr>
        <p:spPr>
          <a:xfrm>
            <a:off x="285698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5" name="data_3224">
            <a:extLst>
              <a:ext uri="{FF2B5EF4-FFF2-40B4-BE49-F238E27FC236}">
                <a16:creationId xmlns:a16="http://schemas.microsoft.com/office/drawing/2014/main" id="{BF2DA7CE-9340-E879-7C63-9468C4053E6C}"/>
              </a:ext>
            </a:extLst>
          </p:cNvPr>
          <p:cNvSpPr>
            <a:spLocks/>
          </p:cNvSpPr>
          <p:nvPr/>
        </p:nvSpPr>
        <p:spPr>
          <a:xfrm>
            <a:off x="276645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6" name="data_3225">
            <a:extLst>
              <a:ext uri="{FF2B5EF4-FFF2-40B4-BE49-F238E27FC236}">
                <a16:creationId xmlns:a16="http://schemas.microsoft.com/office/drawing/2014/main" id="{C3FCE1BF-9B5D-BBE5-26AD-917B334A75F8}"/>
              </a:ext>
            </a:extLst>
          </p:cNvPr>
          <p:cNvSpPr>
            <a:spLocks/>
          </p:cNvSpPr>
          <p:nvPr/>
        </p:nvSpPr>
        <p:spPr>
          <a:xfrm>
            <a:off x="287598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7" name="data_3226">
            <a:extLst>
              <a:ext uri="{FF2B5EF4-FFF2-40B4-BE49-F238E27FC236}">
                <a16:creationId xmlns:a16="http://schemas.microsoft.com/office/drawing/2014/main" id="{84D7FAB2-BFA9-8A67-D9DE-8F4293EF6F4B}"/>
              </a:ext>
            </a:extLst>
          </p:cNvPr>
          <p:cNvSpPr>
            <a:spLocks/>
          </p:cNvSpPr>
          <p:nvPr/>
        </p:nvSpPr>
        <p:spPr>
          <a:xfrm>
            <a:off x="2840031" y="5362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8" name="data_3227">
            <a:extLst>
              <a:ext uri="{FF2B5EF4-FFF2-40B4-BE49-F238E27FC236}">
                <a16:creationId xmlns:a16="http://schemas.microsoft.com/office/drawing/2014/main" id="{D1CAE40F-76E1-C05D-0171-46A879E3CB9A}"/>
              </a:ext>
            </a:extLst>
          </p:cNvPr>
          <p:cNvSpPr>
            <a:spLocks/>
          </p:cNvSpPr>
          <p:nvPr/>
        </p:nvSpPr>
        <p:spPr>
          <a:xfrm>
            <a:off x="286813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9" name="data_3228">
            <a:extLst>
              <a:ext uri="{FF2B5EF4-FFF2-40B4-BE49-F238E27FC236}">
                <a16:creationId xmlns:a16="http://schemas.microsoft.com/office/drawing/2014/main" id="{7BF1D991-9C88-7D3F-FF56-84668BAF5DAF}"/>
              </a:ext>
            </a:extLst>
          </p:cNvPr>
          <p:cNvSpPr>
            <a:spLocks/>
          </p:cNvSpPr>
          <p:nvPr/>
        </p:nvSpPr>
        <p:spPr>
          <a:xfrm>
            <a:off x="288963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0" name="data_3229">
            <a:extLst>
              <a:ext uri="{FF2B5EF4-FFF2-40B4-BE49-F238E27FC236}">
                <a16:creationId xmlns:a16="http://schemas.microsoft.com/office/drawing/2014/main" id="{76EA5D2B-67E3-C098-D99E-A9C7F79258AC}"/>
              </a:ext>
            </a:extLst>
          </p:cNvPr>
          <p:cNvSpPr>
            <a:spLocks/>
          </p:cNvSpPr>
          <p:nvPr/>
        </p:nvSpPr>
        <p:spPr>
          <a:xfrm>
            <a:off x="283526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1" name="data_3230">
            <a:extLst>
              <a:ext uri="{FF2B5EF4-FFF2-40B4-BE49-F238E27FC236}">
                <a16:creationId xmlns:a16="http://schemas.microsoft.com/office/drawing/2014/main" id="{16571BCD-65C2-13E5-AB64-111A8355C527}"/>
              </a:ext>
            </a:extLst>
          </p:cNvPr>
          <p:cNvSpPr>
            <a:spLocks/>
          </p:cNvSpPr>
          <p:nvPr/>
        </p:nvSpPr>
        <p:spPr>
          <a:xfrm>
            <a:off x="2820888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2" name="data_3231">
            <a:extLst>
              <a:ext uri="{FF2B5EF4-FFF2-40B4-BE49-F238E27FC236}">
                <a16:creationId xmlns:a16="http://schemas.microsoft.com/office/drawing/2014/main" id="{AF00A08F-F9FB-BC64-193D-95A4FA221568}"/>
              </a:ext>
            </a:extLst>
          </p:cNvPr>
          <p:cNvSpPr>
            <a:spLocks/>
          </p:cNvSpPr>
          <p:nvPr/>
        </p:nvSpPr>
        <p:spPr>
          <a:xfrm>
            <a:off x="277565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3" name="data_3232">
            <a:extLst>
              <a:ext uri="{FF2B5EF4-FFF2-40B4-BE49-F238E27FC236}">
                <a16:creationId xmlns:a16="http://schemas.microsoft.com/office/drawing/2014/main" id="{F5E7116E-9ED1-6F63-4E1B-8189296FEFD0}"/>
              </a:ext>
            </a:extLst>
          </p:cNvPr>
          <p:cNvSpPr>
            <a:spLocks/>
          </p:cNvSpPr>
          <p:nvPr/>
        </p:nvSpPr>
        <p:spPr>
          <a:xfrm>
            <a:off x="2836784" y="58486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4" name="data_3233">
            <a:extLst>
              <a:ext uri="{FF2B5EF4-FFF2-40B4-BE49-F238E27FC236}">
                <a16:creationId xmlns:a16="http://schemas.microsoft.com/office/drawing/2014/main" id="{09FEA889-51F7-9175-C1B7-9542EA3064D4}"/>
              </a:ext>
            </a:extLst>
          </p:cNvPr>
          <p:cNvSpPr>
            <a:spLocks/>
          </p:cNvSpPr>
          <p:nvPr/>
        </p:nvSpPr>
        <p:spPr>
          <a:xfrm>
            <a:off x="2847110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5" name="data_3234">
            <a:extLst>
              <a:ext uri="{FF2B5EF4-FFF2-40B4-BE49-F238E27FC236}">
                <a16:creationId xmlns:a16="http://schemas.microsoft.com/office/drawing/2014/main" id="{7942FE59-F964-1581-31F0-858AA586474D}"/>
              </a:ext>
            </a:extLst>
          </p:cNvPr>
          <p:cNvSpPr>
            <a:spLocks/>
          </p:cNvSpPr>
          <p:nvPr/>
        </p:nvSpPr>
        <p:spPr>
          <a:xfrm>
            <a:off x="2810592" y="60015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6" name="data_3235">
            <a:extLst>
              <a:ext uri="{FF2B5EF4-FFF2-40B4-BE49-F238E27FC236}">
                <a16:creationId xmlns:a16="http://schemas.microsoft.com/office/drawing/2014/main" id="{D2B4B40A-E883-BEA1-A658-F44EB2E80810}"/>
              </a:ext>
            </a:extLst>
          </p:cNvPr>
          <p:cNvSpPr>
            <a:spLocks/>
          </p:cNvSpPr>
          <p:nvPr/>
        </p:nvSpPr>
        <p:spPr>
          <a:xfrm>
            <a:off x="282230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7" name="data_3236">
            <a:extLst>
              <a:ext uri="{FF2B5EF4-FFF2-40B4-BE49-F238E27FC236}">
                <a16:creationId xmlns:a16="http://schemas.microsoft.com/office/drawing/2014/main" id="{204EA500-E1D9-E4CF-8AEB-9A12E925FF6E}"/>
              </a:ext>
            </a:extLst>
          </p:cNvPr>
          <p:cNvSpPr>
            <a:spLocks/>
          </p:cNvSpPr>
          <p:nvPr/>
        </p:nvSpPr>
        <p:spPr>
          <a:xfrm>
            <a:off x="2889958" y="4896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8" name="data_3237">
            <a:extLst>
              <a:ext uri="{FF2B5EF4-FFF2-40B4-BE49-F238E27FC236}">
                <a16:creationId xmlns:a16="http://schemas.microsoft.com/office/drawing/2014/main" id="{F30359E0-2C94-C018-0CCE-8DD1DF174D28}"/>
              </a:ext>
            </a:extLst>
          </p:cNvPr>
          <p:cNvSpPr>
            <a:spLocks/>
          </p:cNvSpPr>
          <p:nvPr/>
        </p:nvSpPr>
        <p:spPr>
          <a:xfrm>
            <a:off x="279095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9" name="data_3238">
            <a:extLst>
              <a:ext uri="{FF2B5EF4-FFF2-40B4-BE49-F238E27FC236}">
                <a16:creationId xmlns:a16="http://schemas.microsoft.com/office/drawing/2014/main" id="{0E77B854-7E38-4DD2-94AF-2AFF92C4CAD5}"/>
              </a:ext>
            </a:extLst>
          </p:cNvPr>
          <p:cNvSpPr>
            <a:spLocks/>
          </p:cNvSpPr>
          <p:nvPr/>
        </p:nvSpPr>
        <p:spPr>
          <a:xfrm>
            <a:off x="277058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0" name="data_3239">
            <a:extLst>
              <a:ext uri="{FF2B5EF4-FFF2-40B4-BE49-F238E27FC236}">
                <a16:creationId xmlns:a16="http://schemas.microsoft.com/office/drawing/2014/main" id="{60E3D643-D08F-A3C3-64DF-892E326C3EAC}"/>
              </a:ext>
            </a:extLst>
          </p:cNvPr>
          <p:cNvSpPr>
            <a:spLocks/>
          </p:cNvSpPr>
          <p:nvPr/>
        </p:nvSpPr>
        <p:spPr>
          <a:xfrm>
            <a:off x="2819539" y="50415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1" name="data_3240">
            <a:extLst>
              <a:ext uri="{FF2B5EF4-FFF2-40B4-BE49-F238E27FC236}">
                <a16:creationId xmlns:a16="http://schemas.microsoft.com/office/drawing/2014/main" id="{3DC04F73-13CD-3E1A-5A53-B7639898FEE3}"/>
              </a:ext>
            </a:extLst>
          </p:cNvPr>
          <p:cNvSpPr>
            <a:spLocks/>
          </p:cNvSpPr>
          <p:nvPr/>
        </p:nvSpPr>
        <p:spPr>
          <a:xfrm>
            <a:off x="281480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2" name="data_3241">
            <a:extLst>
              <a:ext uri="{FF2B5EF4-FFF2-40B4-BE49-F238E27FC236}">
                <a16:creationId xmlns:a16="http://schemas.microsoft.com/office/drawing/2014/main" id="{E0780282-9F70-E50A-2CFF-D8A47342362F}"/>
              </a:ext>
            </a:extLst>
          </p:cNvPr>
          <p:cNvSpPr>
            <a:spLocks/>
          </p:cNvSpPr>
          <p:nvPr/>
        </p:nvSpPr>
        <p:spPr>
          <a:xfrm>
            <a:off x="28492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3" name="data_3242">
            <a:extLst>
              <a:ext uri="{FF2B5EF4-FFF2-40B4-BE49-F238E27FC236}">
                <a16:creationId xmlns:a16="http://schemas.microsoft.com/office/drawing/2014/main" id="{C48F2FF1-8BA3-C7DC-A580-2B3A7AF35E8F}"/>
              </a:ext>
            </a:extLst>
          </p:cNvPr>
          <p:cNvSpPr>
            <a:spLocks/>
          </p:cNvSpPr>
          <p:nvPr/>
        </p:nvSpPr>
        <p:spPr>
          <a:xfrm>
            <a:off x="288435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4" name="data_3243">
            <a:extLst>
              <a:ext uri="{FF2B5EF4-FFF2-40B4-BE49-F238E27FC236}">
                <a16:creationId xmlns:a16="http://schemas.microsoft.com/office/drawing/2014/main" id="{77E3E961-7BCC-FACA-7054-7287D326450E}"/>
              </a:ext>
            </a:extLst>
          </p:cNvPr>
          <p:cNvSpPr>
            <a:spLocks/>
          </p:cNvSpPr>
          <p:nvPr/>
        </p:nvSpPr>
        <p:spPr>
          <a:xfrm>
            <a:off x="2811760" y="5664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5" name="data_3244">
            <a:extLst>
              <a:ext uri="{FF2B5EF4-FFF2-40B4-BE49-F238E27FC236}">
                <a16:creationId xmlns:a16="http://schemas.microsoft.com/office/drawing/2014/main" id="{25431E53-64DF-CCE5-BEA8-034F54BC7995}"/>
              </a:ext>
            </a:extLst>
          </p:cNvPr>
          <p:cNvSpPr>
            <a:spLocks/>
          </p:cNvSpPr>
          <p:nvPr/>
        </p:nvSpPr>
        <p:spPr>
          <a:xfrm>
            <a:off x="2777058" y="55594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6" name="data_3245">
            <a:extLst>
              <a:ext uri="{FF2B5EF4-FFF2-40B4-BE49-F238E27FC236}">
                <a16:creationId xmlns:a16="http://schemas.microsoft.com/office/drawing/2014/main" id="{58310EFB-582E-55FE-2BDD-190696978153}"/>
              </a:ext>
            </a:extLst>
          </p:cNvPr>
          <p:cNvSpPr>
            <a:spLocks/>
          </p:cNvSpPr>
          <p:nvPr/>
        </p:nvSpPr>
        <p:spPr>
          <a:xfrm>
            <a:off x="2864908" y="55594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7" name="data_3246">
            <a:extLst>
              <a:ext uri="{FF2B5EF4-FFF2-40B4-BE49-F238E27FC236}">
                <a16:creationId xmlns:a16="http://schemas.microsoft.com/office/drawing/2014/main" id="{9FEA6017-B24E-A5EE-2E04-A99808889238}"/>
              </a:ext>
            </a:extLst>
          </p:cNvPr>
          <p:cNvSpPr>
            <a:spLocks/>
          </p:cNvSpPr>
          <p:nvPr/>
        </p:nvSpPr>
        <p:spPr>
          <a:xfrm>
            <a:off x="2842709" y="64060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8" name="data_3247">
            <a:extLst>
              <a:ext uri="{FF2B5EF4-FFF2-40B4-BE49-F238E27FC236}">
                <a16:creationId xmlns:a16="http://schemas.microsoft.com/office/drawing/2014/main" id="{3428EE97-AC14-2605-C063-7BDDC800ED60}"/>
              </a:ext>
            </a:extLst>
          </p:cNvPr>
          <p:cNvSpPr>
            <a:spLocks/>
          </p:cNvSpPr>
          <p:nvPr/>
        </p:nvSpPr>
        <p:spPr>
          <a:xfrm>
            <a:off x="2858015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9" name="data_3248">
            <a:extLst>
              <a:ext uri="{FF2B5EF4-FFF2-40B4-BE49-F238E27FC236}">
                <a16:creationId xmlns:a16="http://schemas.microsoft.com/office/drawing/2014/main" id="{56470469-1868-25CA-957B-E0BA7243D499}"/>
              </a:ext>
            </a:extLst>
          </p:cNvPr>
          <p:cNvSpPr>
            <a:spLocks/>
          </p:cNvSpPr>
          <p:nvPr/>
        </p:nvSpPr>
        <p:spPr>
          <a:xfrm>
            <a:off x="288234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0" name="data_3249">
            <a:extLst>
              <a:ext uri="{FF2B5EF4-FFF2-40B4-BE49-F238E27FC236}">
                <a16:creationId xmlns:a16="http://schemas.microsoft.com/office/drawing/2014/main" id="{34D9E745-B131-2181-2329-137350DA161C}"/>
              </a:ext>
            </a:extLst>
          </p:cNvPr>
          <p:cNvSpPr>
            <a:spLocks/>
          </p:cNvSpPr>
          <p:nvPr/>
        </p:nvSpPr>
        <p:spPr>
          <a:xfrm>
            <a:off x="2869754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1" name="data_3250">
            <a:extLst>
              <a:ext uri="{FF2B5EF4-FFF2-40B4-BE49-F238E27FC236}">
                <a16:creationId xmlns:a16="http://schemas.microsoft.com/office/drawing/2014/main" id="{D54BF729-0D62-18BF-9EB4-B9A97EE32530}"/>
              </a:ext>
            </a:extLst>
          </p:cNvPr>
          <p:cNvSpPr>
            <a:spLocks/>
          </p:cNvSpPr>
          <p:nvPr/>
        </p:nvSpPr>
        <p:spPr>
          <a:xfrm>
            <a:off x="287212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2" name="data_3251">
            <a:extLst>
              <a:ext uri="{FF2B5EF4-FFF2-40B4-BE49-F238E27FC236}">
                <a16:creationId xmlns:a16="http://schemas.microsoft.com/office/drawing/2014/main" id="{BFF80DEF-B6BC-9095-8BB0-E8D4BBBA7AE9}"/>
              </a:ext>
            </a:extLst>
          </p:cNvPr>
          <p:cNvSpPr>
            <a:spLocks/>
          </p:cNvSpPr>
          <p:nvPr/>
        </p:nvSpPr>
        <p:spPr>
          <a:xfrm>
            <a:off x="2875621" y="50191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3" name="data_3252">
            <a:extLst>
              <a:ext uri="{FF2B5EF4-FFF2-40B4-BE49-F238E27FC236}">
                <a16:creationId xmlns:a16="http://schemas.microsoft.com/office/drawing/2014/main" id="{FE61EE50-3129-EC2F-9810-DCC799667CB8}"/>
              </a:ext>
            </a:extLst>
          </p:cNvPr>
          <p:cNvSpPr>
            <a:spLocks/>
          </p:cNvSpPr>
          <p:nvPr/>
        </p:nvSpPr>
        <p:spPr>
          <a:xfrm>
            <a:off x="287948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4" name="data_3253">
            <a:extLst>
              <a:ext uri="{FF2B5EF4-FFF2-40B4-BE49-F238E27FC236}">
                <a16:creationId xmlns:a16="http://schemas.microsoft.com/office/drawing/2014/main" id="{DC9B551E-356C-A490-C33B-BBD84F89C506}"/>
              </a:ext>
            </a:extLst>
          </p:cNvPr>
          <p:cNvSpPr>
            <a:spLocks/>
          </p:cNvSpPr>
          <p:nvPr/>
        </p:nvSpPr>
        <p:spPr>
          <a:xfrm>
            <a:off x="281901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5" name="data_3254">
            <a:extLst>
              <a:ext uri="{FF2B5EF4-FFF2-40B4-BE49-F238E27FC236}">
                <a16:creationId xmlns:a16="http://schemas.microsoft.com/office/drawing/2014/main" id="{8E75C364-A883-46C3-23E0-151A56F66FF7}"/>
              </a:ext>
            </a:extLst>
          </p:cNvPr>
          <p:cNvSpPr>
            <a:spLocks/>
          </p:cNvSpPr>
          <p:nvPr/>
        </p:nvSpPr>
        <p:spPr>
          <a:xfrm>
            <a:off x="28521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6" name="data_3255">
            <a:extLst>
              <a:ext uri="{FF2B5EF4-FFF2-40B4-BE49-F238E27FC236}">
                <a16:creationId xmlns:a16="http://schemas.microsoft.com/office/drawing/2014/main" id="{E59DB5C4-CBE7-B4B9-0F13-BB375E369DC8}"/>
              </a:ext>
            </a:extLst>
          </p:cNvPr>
          <p:cNvSpPr>
            <a:spLocks/>
          </p:cNvSpPr>
          <p:nvPr/>
        </p:nvSpPr>
        <p:spPr>
          <a:xfrm>
            <a:off x="281640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7" name="data_3256">
            <a:extLst>
              <a:ext uri="{FF2B5EF4-FFF2-40B4-BE49-F238E27FC236}">
                <a16:creationId xmlns:a16="http://schemas.microsoft.com/office/drawing/2014/main" id="{B1F0F84C-1E8A-FDA8-82C0-2A34AF40A40D}"/>
              </a:ext>
            </a:extLst>
          </p:cNvPr>
          <p:cNvSpPr>
            <a:spLocks/>
          </p:cNvSpPr>
          <p:nvPr/>
        </p:nvSpPr>
        <p:spPr>
          <a:xfrm>
            <a:off x="283689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8" name="data_3257">
            <a:extLst>
              <a:ext uri="{FF2B5EF4-FFF2-40B4-BE49-F238E27FC236}">
                <a16:creationId xmlns:a16="http://schemas.microsoft.com/office/drawing/2014/main" id="{F8B4AFE3-993C-A0A7-BDDC-D76814C4EAF0}"/>
              </a:ext>
            </a:extLst>
          </p:cNvPr>
          <p:cNvSpPr>
            <a:spLocks/>
          </p:cNvSpPr>
          <p:nvPr/>
        </p:nvSpPr>
        <p:spPr>
          <a:xfrm>
            <a:off x="280129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9" name="data_3258">
            <a:extLst>
              <a:ext uri="{FF2B5EF4-FFF2-40B4-BE49-F238E27FC236}">
                <a16:creationId xmlns:a16="http://schemas.microsoft.com/office/drawing/2014/main" id="{67FF2B4E-7B80-C81A-04C1-050DF510EBDC}"/>
              </a:ext>
            </a:extLst>
          </p:cNvPr>
          <p:cNvSpPr>
            <a:spLocks/>
          </p:cNvSpPr>
          <p:nvPr/>
        </p:nvSpPr>
        <p:spPr>
          <a:xfrm>
            <a:off x="2856530" y="51805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0" name="data_3259">
            <a:extLst>
              <a:ext uri="{FF2B5EF4-FFF2-40B4-BE49-F238E27FC236}">
                <a16:creationId xmlns:a16="http://schemas.microsoft.com/office/drawing/2014/main" id="{4FE5364D-422D-1E05-FB01-6DF008103681}"/>
              </a:ext>
            </a:extLst>
          </p:cNvPr>
          <p:cNvSpPr>
            <a:spLocks/>
          </p:cNvSpPr>
          <p:nvPr/>
        </p:nvSpPr>
        <p:spPr>
          <a:xfrm>
            <a:off x="28211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1" name="data_3260">
            <a:extLst>
              <a:ext uri="{FF2B5EF4-FFF2-40B4-BE49-F238E27FC236}">
                <a16:creationId xmlns:a16="http://schemas.microsoft.com/office/drawing/2014/main" id="{580ECF64-C63C-1FD5-A0A0-65CD76FBCC96}"/>
              </a:ext>
            </a:extLst>
          </p:cNvPr>
          <p:cNvSpPr>
            <a:spLocks/>
          </p:cNvSpPr>
          <p:nvPr/>
        </p:nvSpPr>
        <p:spPr>
          <a:xfrm>
            <a:off x="2838805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2" name="data_3261">
            <a:extLst>
              <a:ext uri="{FF2B5EF4-FFF2-40B4-BE49-F238E27FC236}">
                <a16:creationId xmlns:a16="http://schemas.microsoft.com/office/drawing/2014/main" id="{6AAA657A-B2F1-066E-BAB6-0EC49FAF97C7}"/>
              </a:ext>
            </a:extLst>
          </p:cNvPr>
          <p:cNvSpPr>
            <a:spLocks/>
          </p:cNvSpPr>
          <p:nvPr/>
        </p:nvSpPr>
        <p:spPr>
          <a:xfrm>
            <a:off x="2827291" y="5557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3" name="data_3262">
            <a:extLst>
              <a:ext uri="{FF2B5EF4-FFF2-40B4-BE49-F238E27FC236}">
                <a16:creationId xmlns:a16="http://schemas.microsoft.com/office/drawing/2014/main" id="{008E2AB0-0F46-D2E4-F9D6-CC898CE93A46}"/>
              </a:ext>
            </a:extLst>
          </p:cNvPr>
          <p:cNvSpPr>
            <a:spLocks/>
          </p:cNvSpPr>
          <p:nvPr/>
        </p:nvSpPr>
        <p:spPr>
          <a:xfrm>
            <a:off x="288226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4" name="data_3263">
            <a:extLst>
              <a:ext uri="{FF2B5EF4-FFF2-40B4-BE49-F238E27FC236}">
                <a16:creationId xmlns:a16="http://schemas.microsoft.com/office/drawing/2014/main" id="{96A5B3C6-76CB-DF73-0AD3-188BEE9BB213}"/>
              </a:ext>
            </a:extLst>
          </p:cNvPr>
          <p:cNvSpPr>
            <a:spLocks/>
          </p:cNvSpPr>
          <p:nvPr/>
        </p:nvSpPr>
        <p:spPr>
          <a:xfrm>
            <a:off x="2826165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5" name="data_3264">
            <a:extLst>
              <a:ext uri="{FF2B5EF4-FFF2-40B4-BE49-F238E27FC236}">
                <a16:creationId xmlns:a16="http://schemas.microsoft.com/office/drawing/2014/main" id="{1A418DF9-2225-21BE-8716-3F7EF88A26E5}"/>
              </a:ext>
            </a:extLst>
          </p:cNvPr>
          <p:cNvSpPr>
            <a:spLocks/>
          </p:cNvSpPr>
          <p:nvPr/>
        </p:nvSpPr>
        <p:spPr>
          <a:xfrm>
            <a:off x="2872563" y="60015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6" name="data_3265">
            <a:extLst>
              <a:ext uri="{FF2B5EF4-FFF2-40B4-BE49-F238E27FC236}">
                <a16:creationId xmlns:a16="http://schemas.microsoft.com/office/drawing/2014/main" id="{BC2D3B49-02BE-432C-209E-2933FEB1EBCB}"/>
              </a:ext>
            </a:extLst>
          </p:cNvPr>
          <p:cNvSpPr>
            <a:spLocks/>
          </p:cNvSpPr>
          <p:nvPr/>
        </p:nvSpPr>
        <p:spPr>
          <a:xfrm>
            <a:off x="2850908" y="57559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7" name="data_3266">
            <a:extLst>
              <a:ext uri="{FF2B5EF4-FFF2-40B4-BE49-F238E27FC236}">
                <a16:creationId xmlns:a16="http://schemas.microsoft.com/office/drawing/2014/main" id="{AE7C295A-7FC6-0B42-DE0B-0D7E7B7FB1D2}"/>
              </a:ext>
            </a:extLst>
          </p:cNvPr>
          <p:cNvSpPr>
            <a:spLocks/>
          </p:cNvSpPr>
          <p:nvPr/>
        </p:nvSpPr>
        <p:spPr>
          <a:xfrm>
            <a:off x="2854489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8" name="data_3267">
            <a:extLst>
              <a:ext uri="{FF2B5EF4-FFF2-40B4-BE49-F238E27FC236}">
                <a16:creationId xmlns:a16="http://schemas.microsoft.com/office/drawing/2014/main" id="{4CD9B1D2-7475-2BB6-E29F-A5E8BDFECC75}"/>
              </a:ext>
            </a:extLst>
          </p:cNvPr>
          <p:cNvSpPr>
            <a:spLocks/>
          </p:cNvSpPr>
          <p:nvPr/>
        </p:nvSpPr>
        <p:spPr>
          <a:xfrm>
            <a:off x="2803291" y="6190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9" name="data_3268">
            <a:extLst>
              <a:ext uri="{FF2B5EF4-FFF2-40B4-BE49-F238E27FC236}">
                <a16:creationId xmlns:a16="http://schemas.microsoft.com/office/drawing/2014/main" id="{6E9A2919-79EE-51D6-3121-1AF60F6534F1}"/>
              </a:ext>
            </a:extLst>
          </p:cNvPr>
          <p:cNvSpPr>
            <a:spLocks/>
          </p:cNvSpPr>
          <p:nvPr/>
        </p:nvSpPr>
        <p:spPr>
          <a:xfrm>
            <a:off x="2806291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0" name="data_3269">
            <a:extLst>
              <a:ext uri="{FF2B5EF4-FFF2-40B4-BE49-F238E27FC236}">
                <a16:creationId xmlns:a16="http://schemas.microsoft.com/office/drawing/2014/main" id="{E1462C11-0E5C-F526-A25A-0AEE2C832681}"/>
              </a:ext>
            </a:extLst>
          </p:cNvPr>
          <p:cNvSpPr>
            <a:spLocks/>
          </p:cNvSpPr>
          <p:nvPr/>
        </p:nvSpPr>
        <p:spPr>
          <a:xfrm>
            <a:off x="2882908" y="4970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1" name="data_3270">
            <a:extLst>
              <a:ext uri="{FF2B5EF4-FFF2-40B4-BE49-F238E27FC236}">
                <a16:creationId xmlns:a16="http://schemas.microsoft.com/office/drawing/2014/main" id="{1B3DA625-FB70-4543-15B7-8B7044B949E8}"/>
              </a:ext>
            </a:extLst>
          </p:cNvPr>
          <p:cNvSpPr>
            <a:spLocks/>
          </p:cNvSpPr>
          <p:nvPr/>
        </p:nvSpPr>
        <p:spPr>
          <a:xfrm>
            <a:off x="2773216" y="52426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2" name="data_3271">
            <a:extLst>
              <a:ext uri="{FF2B5EF4-FFF2-40B4-BE49-F238E27FC236}">
                <a16:creationId xmlns:a16="http://schemas.microsoft.com/office/drawing/2014/main" id="{179F3DD8-3C52-997E-9462-FB458E5B5488}"/>
              </a:ext>
            </a:extLst>
          </p:cNvPr>
          <p:cNvSpPr>
            <a:spLocks/>
          </p:cNvSpPr>
          <p:nvPr/>
        </p:nvSpPr>
        <p:spPr>
          <a:xfrm>
            <a:off x="285402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3" name="data_3272">
            <a:extLst>
              <a:ext uri="{FF2B5EF4-FFF2-40B4-BE49-F238E27FC236}">
                <a16:creationId xmlns:a16="http://schemas.microsoft.com/office/drawing/2014/main" id="{E652D7FF-A253-78A2-A4E8-4D637385FA73}"/>
              </a:ext>
            </a:extLst>
          </p:cNvPr>
          <p:cNvSpPr>
            <a:spLocks/>
          </p:cNvSpPr>
          <p:nvPr/>
        </p:nvSpPr>
        <p:spPr>
          <a:xfrm>
            <a:off x="28127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4" name="data_3273">
            <a:extLst>
              <a:ext uri="{FF2B5EF4-FFF2-40B4-BE49-F238E27FC236}">
                <a16:creationId xmlns:a16="http://schemas.microsoft.com/office/drawing/2014/main" id="{43354B74-E59B-F42A-710A-9CC9F03EC16B}"/>
              </a:ext>
            </a:extLst>
          </p:cNvPr>
          <p:cNvSpPr>
            <a:spLocks/>
          </p:cNvSpPr>
          <p:nvPr/>
        </p:nvSpPr>
        <p:spPr>
          <a:xfrm>
            <a:off x="278242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5" name="data_3274">
            <a:extLst>
              <a:ext uri="{FF2B5EF4-FFF2-40B4-BE49-F238E27FC236}">
                <a16:creationId xmlns:a16="http://schemas.microsoft.com/office/drawing/2014/main" id="{FAFB34C2-E80C-1BE2-0DBA-AB2F55BE40F8}"/>
              </a:ext>
            </a:extLst>
          </p:cNvPr>
          <p:cNvSpPr>
            <a:spLocks/>
          </p:cNvSpPr>
          <p:nvPr/>
        </p:nvSpPr>
        <p:spPr>
          <a:xfrm>
            <a:off x="2814772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6" name="data_3275">
            <a:extLst>
              <a:ext uri="{FF2B5EF4-FFF2-40B4-BE49-F238E27FC236}">
                <a16:creationId xmlns:a16="http://schemas.microsoft.com/office/drawing/2014/main" id="{E748B8F4-CE49-009C-E1AF-D923499AEE35}"/>
              </a:ext>
            </a:extLst>
          </p:cNvPr>
          <p:cNvSpPr>
            <a:spLocks/>
          </p:cNvSpPr>
          <p:nvPr/>
        </p:nvSpPr>
        <p:spPr>
          <a:xfrm>
            <a:off x="280317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7" name="data_3276">
            <a:extLst>
              <a:ext uri="{FF2B5EF4-FFF2-40B4-BE49-F238E27FC236}">
                <a16:creationId xmlns:a16="http://schemas.microsoft.com/office/drawing/2014/main" id="{197DFE2B-B3A6-B365-870F-9A79590C8196}"/>
              </a:ext>
            </a:extLst>
          </p:cNvPr>
          <p:cNvSpPr>
            <a:spLocks/>
          </p:cNvSpPr>
          <p:nvPr/>
        </p:nvSpPr>
        <p:spPr>
          <a:xfrm>
            <a:off x="284467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8" name="data_3277">
            <a:extLst>
              <a:ext uri="{FF2B5EF4-FFF2-40B4-BE49-F238E27FC236}">
                <a16:creationId xmlns:a16="http://schemas.microsoft.com/office/drawing/2014/main" id="{DBBD6EA4-096B-00E2-6B12-499DB4E637CE}"/>
              </a:ext>
            </a:extLst>
          </p:cNvPr>
          <p:cNvSpPr>
            <a:spLocks/>
          </p:cNvSpPr>
          <p:nvPr/>
        </p:nvSpPr>
        <p:spPr>
          <a:xfrm>
            <a:off x="278257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9" name="data_3278">
            <a:extLst>
              <a:ext uri="{FF2B5EF4-FFF2-40B4-BE49-F238E27FC236}">
                <a16:creationId xmlns:a16="http://schemas.microsoft.com/office/drawing/2014/main" id="{A6D76576-0DB1-DE82-419F-F03AEA0CF199}"/>
              </a:ext>
            </a:extLst>
          </p:cNvPr>
          <p:cNvSpPr>
            <a:spLocks/>
          </p:cNvSpPr>
          <p:nvPr/>
        </p:nvSpPr>
        <p:spPr>
          <a:xfrm>
            <a:off x="2776446" y="64141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0" name="data_3279">
            <a:extLst>
              <a:ext uri="{FF2B5EF4-FFF2-40B4-BE49-F238E27FC236}">
                <a16:creationId xmlns:a16="http://schemas.microsoft.com/office/drawing/2014/main" id="{43E43ADA-0799-AECB-7EA4-49262C67580C}"/>
              </a:ext>
            </a:extLst>
          </p:cNvPr>
          <p:cNvSpPr>
            <a:spLocks/>
          </p:cNvSpPr>
          <p:nvPr/>
        </p:nvSpPr>
        <p:spPr>
          <a:xfrm>
            <a:off x="277284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1" name="data_3280">
            <a:extLst>
              <a:ext uri="{FF2B5EF4-FFF2-40B4-BE49-F238E27FC236}">
                <a16:creationId xmlns:a16="http://schemas.microsoft.com/office/drawing/2014/main" id="{982BD5DD-49BC-7B16-E9B6-159577151453}"/>
              </a:ext>
            </a:extLst>
          </p:cNvPr>
          <p:cNvSpPr>
            <a:spLocks/>
          </p:cNvSpPr>
          <p:nvPr/>
        </p:nvSpPr>
        <p:spPr>
          <a:xfrm>
            <a:off x="283209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2" name="data_3281">
            <a:extLst>
              <a:ext uri="{FF2B5EF4-FFF2-40B4-BE49-F238E27FC236}">
                <a16:creationId xmlns:a16="http://schemas.microsoft.com/office/drawing/2014/main" id="{F5787791-7EED-3E51-C3FD-507FEC1BC865}"/>
              </a:ext>
            </a:extLst>
          </p:cNvPr>
          <p:cNvSpPr>
            <a:spLocks/>
          </p:cNvSpPr>
          <p:nvPr/>
        </p:nvSpPr>
        <p:spPr>
          <a:xfrm>
            <a:off x="2826045" y="6342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3" name="data_3282">
            <a:extLst>
              <a:ext uri="{FF2B5EF4-FFF2-40B4-BE49-F238E27FC236}">
                <a16:creationId xmlns:a16="http://schemas.microsoft.com/office/drawing/2014/main" id="{3793A38E-9D77-1B1D-79AE-217642EF33B8}"/>
              </a:ext>
            </a:extLst>
          </p:cNvPr>
          <p:cNvSpPr>
            <a:spLocks/>
          </p:cNvSpPr>
          <p:nvPr/>
        </p:nvSpPr>
        <p:spPr>
          <a:xfrm>
            <a:off x="287475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4" name="data_3283">
            <a:extLst>
              <a:ext uri="{FF2B5EF4-FFF2-40B4-BE49-F238E27FC236}">
                <a16:creationId xmlns:a16="http://schemas.microsoft.com/office/drawing/2014/main" id="{EED2CB76-410A-71C6-EC3C-B22DFA94FB17}"/>
              </a:ext>
            </a:extLst>
          </p:cNvPr>
          <p:cNvSpPr>
            <a:spLocks/>
          </p:cNvSpPr>
          <p:nvPr/>
        </p:nvSpPr>
        <p:spPr>
          <a:xfrm>
            <a:off x="283140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5" name="data_3284">
            <a:extLst>
              <a:ext uri="{FF2B5EF4-FFF2-40B4-BE49-F238E27FC236}">
                <a16:creationId xmlns:a16="http://schemas.microsoft.com/office/drawing/2014/main" id="{38E2D3F9-CD0F-7639-7407-3741ACDC173A}"/>
              </a:ext>
            </a:extLst>
          </p:cNvPr>
          <p:cNvSpPr>
            <a:spLocks/>
          </p:cNvSpPr>
          <p:nvPr/>
        </p:nvSpPr>
        <p:spPr>
          <a:xfrm>
            <a:off x="279746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6" name="data_3285">
            <a:extLst>
              <a:ext uri="{FF2B5EF4-FFF2-40B4-BE49-F238E27FC236}">
                <a16:creationId xmlns:a16="http://schemas.microsoft.com/office/drawing/2014/main" id="{F89EB19E-1EFA-9957-15FC-610D5BBB7A16}"/>
              </a:ext>
            </a:extLst>
          </p:cNvPr>
          <p:cNvSpPr>
            <a:spLocks/>
          </p:cNvSpPr>
          <p:nvPr/>
        </p:nvSpPr>
        <p:spPr>
          <a:xfrm>
            <a:off x="28723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7" name="data_3286">
            <a:extLst>
              <a:ext uri="{FF2B5EF4-FFF2-40B4-BE49-F238E27FC236}">
                <a16:creationId xmlns:a16="http://schemas.microsoft.com/office/drawing/2014/main" id="{E86E80FF-DEF1-1514-75C7-E1DC119FC61E}"/>
              </a:ext>
            </a:extLst>
          </p:cNvPr>
          <p:cNvSpPr>
            <a:spLocks/>
          </p:cNvSpPr>
          <p:nvPr/>
        </p:nvSpPr>
        <p:spPr>
          <a:xfrm>
            <a:off x="2781523" y="64343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8" name="data_3287">
            <a:extLst>
              <a:ext uri="{FF2B5EF4-FFF2-40B4-BE49-F238E27FC236}">
                <a16:creationId xmlns:a16="http://schemas.microsoft.com/office/drawing/2014/main" id="{210B933C-903B-FF30-C521-19B482D43D84}"/>
              </a:ext>
            </a:extLst>
          </p:cNvPr>
          <p:cNvSpPr>
            <a:spLocks/>
          </p:cNvSpPr>
          <p:nvPr/>
        </p:nvSpPr>
        <p:spPr>
          <a:xfrm>
            <a:off x="289181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9" name="data_3288">
            <a:extLst>
              <a:ext uri="{FF2B5EF4-FFF2-40B4-BE49-F238E27FC236}">
                <a16:creationId xmlns:a16="http://schemas.microsoft.com/office/drawing/2014/main" id="{E8336746-74AC-2E8B-064F-87FC55F6C4F0}"/>
              </a:ext>
            </a:extLst>
          </p:cNvPr>
          <p:cNvSpPr>
            <a:spLocks/>
          </p:cNvSpPr>
          <p:nvPr/>
        </p:nvSpPr>
        <p:spPr>
          <a:xfrm>
            <a:off x="2901714" y="60113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0" name="data_3289">
            <a:extLst>
              <a:ext uri="{FF2B5EF4-FFF2-40B4-BE49-F238E27FC236}">
                <a16:creationId xmlns:a16="http://schemas.microsoft.com/office/drawing/2014/main" id="{84863D67-46B6-0B75-7263-F5780363BAF7}"/>
              </a:ext>
            </a:extLst>
          </p:cNvPr>
          <p:cNvSpPr>
            <a:spLocks/>
          </p:cNvSpPr>
          <p:nvPr/>
        </p:nvSpPr>
        <p:spPr>
          <a:xfrm>
            <a:off x="2852307" y="58348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1" name="data_3290">
            <a:extLst>
              <a:ext uri="{FF2B5EF4-FFF2-40B4-BE49-F238E27FC236}">
                <a16:creationId xmlns:a16="http://schemas.microsoft.com/office/drawing/2014/main" id="{178B9963-002E-4F02-7055-5A504E48D278}"/>
              </a:ext>
            </a:extLst>
          </p:cNvPr>
          <p:cNvSpPr>
            <a:spLocks/>
          </p:cNvSpPr>
          <p:nvPr/>
        </p:nvSpPr>
        <p:spPr>
          <a:xfrm>
            <a:off x="2763070" y="59131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2" name="data_3291">
            <a:extLst>
              <a:ext uri="{FF2B5EF4-FFF2-40B4-BE49-F238E27FC236}">
                <a16:creationId xmlns:a16="http://schemas.microsoft.com/office/drawing/2014/main" id="{2935641F-8B27-9EFC-44CC-BBA7DB554AAC}"/>
              </a:ext>
            </a:extLst>
          </p:cNvPr>
          <p:cNvSpPr>
            <a:spLocks/>
          </p:cNvSpPr>
          <p:nvPr/>
        </p:nvSpPr>
        <p:spPr>
          <a:xfrm>
            <a:off x="279823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3" name="data_3292">
            <a:extLst>
              <a:ext uri="{FF2B5EF4-FFF2-40B4-BE49-F238E27FC236}">
                <a16:creationId xmlns:a16="http://schemas.microsoft.com/office/drawing/2014/main" id="{1DC470EC-8C79-E415-2798-7289B8A9226C}"/>
              </a:ext>
            </a:extLst>
          </p:cNvPr>
          <p:cNvSpPr>
            <a:spLocks/>
          </p:cNvSpPr>
          <p:nvPr/>
        </p:nvSpPr>
        <p:spPr>
          <a:xfrm>
            <a:off x="289039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4" name="data_3293">
            <a:extLst>
              <a:ext uri="{FF2B5EF4-FFF2-40B4-BE49-F238E27FC236}">
                <a16:creationId xmlns:a16="http://schemas.microsoft.com/office/drawing/2014/main" id="{50ACFB74-7C74-243C-4E5E-0F50FA0720EE}"/>
              </a:ext>
            </a:extLst>
          </p:cNvPr>
          <p:cNvSpPr>
            <a:spLocks/>
          </p:cNvSpPr>
          <p:nvPr/>
        </p:nvSpPr>
        <p:spPr>
          <a:xfrm>
            <a:off x="277568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5" name="data_3294">
            <a:extLst>
              <a:ext uri="{FF2B5EF4-FFF2-40B4-BE49-F238E27FC236}">
                <a16:creationId xmlns:a16="http://schemas.microsoft.com/office/drawing/2014/main" id="{7CE812E8-7C2B-5214-05FE-C6CB77D53EB5}"/>
              </a:ext>
            </a:extLst>
          </p:cNvPr>
          <p:cNvSpPr>
            <a:spLocks/>
          </p:cNvSpPr>
          <p:nvPr/>
        </p:nvSpPr>
        <p:spPr>
          <a:xfrm>
            <a:off x="282280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6" name="data_3295">
            <a:extLst>
              <a:ext uri="{FF2B5EF4-FFF2-40B4-BE49-F238E27FC236}">
                <a16:creationId xmlns:a16="http://schemas.microsoft.com/office/drawing/2014/main" id="{1F06E997-F1D8-9C72-5329-95122A35D2D9}"/>
              </a:ext>
            </a:extLst>
          </p:cNvPr>
          <p:cNvSpPr>
            <a:spLocks/>
          </p:cNvSpPr>
          <p:nvPr/>
        </p:nvSpPr>
        <p:spPr>
          <a:xfrm>
            <a:off x="283857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7" name="data_3296">
            <a:extLst>
              <a:ext uri="{FF2B5EF4-FFF2-40B4-BE49-F238E27FC236}">
                <a16:creationId xmlns:a16="http://schemas.microsoft.com/office/drawing/2014/main" id="{39E62618-0E38-1BEA-45B3-5791A9E6B426}"/>
              </a:ext>
            </a:extLst>
          </p:cNvPr>
          <p:cNvSpPr>
            <a:spLocks/>
          </p:cNvSpPr>
          <p:nvPr/>
        </p:nvSpPr>
        <p:spPr>
          <a:xfrm>
            <a:off x="28995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8" name="data_3297">
            <a:extLst>
              <a:ext uri="{FF2B5EF4-FFF2-40B4-BE49-F238E27FC236}">
                <a16:creationId xmlns:a16="http://schemas.microsoft.com/office/drawing/2014/main" id="{E6EC48DD-C209-6B49-59A8-1F4837F51272}"/>
              </a:ext>
            </a:extLst>
          </p:cNvPr>
          <p:cNvSpPr>
            <a:spLocks/>
          </p:cNvSpPr>
          <p:nvPr/>
        </p:nvSpPr>
        <p:spPr>
          <a:xfrm>
            <a:off x="2847295" y="61173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9" name="data_3298">
            <a:extLst>
              <a:ext uri="{FF2B5EF4-FFF2-40B4-BE49-F238E27FC236}">
                <a16:creationId xmlns:a16="http://schemas.microsoft.com/office/drawing/2014/main" id="{D3DB665C-BCC7-8FA0-F768-064D201F53CD}"/>
              </a:ext>
            </a:extLst>
          </p:cNvPr>
          <p:cNvSpPr>
            <a:spLocks/>
          </p:cNvSpPr>
          <p:nvPr/>
        </p:nvSpPr>
        <p:spPr>
          <a:xfrm>
            <a:off x="281367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0" name="data_3299">
            <a:extLst>
              <a:ext uri="{FF2B5EF4-FFF2-40B4-BE49-F238E27FC236}">
                <a16:creationId xmlns:a16="http://schemas.microsoft.com/office/drawing/2014/main" id="{19CC6913-2F7B-E2BB-387A-E0324864964A}"/>
              </a:ext>
            </a:extLst>
          </p:cNvPr>
          <p:cNvSpPr>
            <a:spLocks/>
          </p:cNvSpPr>
          <p:nvPr/>
        </p:nvSpPr>
        <p:spPr>
          <a:xfrm>
            <a:off x="2865990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1" name="data_3300">
            <a:extLst>
              <a:ext uri="{FF2B5EF4-FFF2-40B4-BE49-F238E27FC236}">
                <a16:creationId xmlns:a16="http://schemas.microsoft.com/office/drawing/2014/main" id="{CA6886F7-24AE-F0A2-6979-D4670BCA4A9D}"/>
              </a:ext>
            </a:extLst>
          </p:cNvPr>
          <p:cNvSpPr>
            <a:spLocks/>
          </p:cNvSpPr>
          <p:nvPr/>
        </p:nvSpPr>
        <p:spPr>
          <a:xfrm>
            <a:off x="2764910" y="6030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2" name="data_3301">
            <a:extLst>
              <a:ext uri="{FF2B5EF4-FFF2-40B4-BE49-F238E27FC236}">
                <a16:creationId xmlns:a16="http://schemas.microsoft.com/office/drawing/2014/main" id="{2C0FF9CD-95E8-8A28-FAC6-DD458DA9DFF0}"/>
              </a:ext>
            </a:extLst>
          </p:cNvPr>
          <p:cNvSpPr>
            <a:spLocks/>
          </p:cNvSpPr>
          <p:nvPr/>
        </p:nvSpPr>
        <p:spPr>
          <a:xfrm>
            <a:off x="277095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3" name="data_3302">
            <a:extLst>
              <a:ext uri="{FF2B5EF4-FFF2-40B4-BE49-F238E27FC236}">
                <a16:creationId xmlns:a16="http://schemas.microsoft.com/office/drawing/2014/main" id="{F51849DE-C020-4877-9EF9-FC9223093FB2}"/>
              </a:ext>
            </a:extLst>
          </p:cNvPr>
          <p:cNvSpPr>
            <a:spLocks/>
          </p:cNvSpPr>
          <p:nvPr/>
        </p:nvSpPr>
        <p:spPr>
          <a:xfrm>
            <a:off x="283699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4" name="data_3303">
            <a:extLst>
              <a:ext uri="{FF2B5EF4-FFF2-40B4-BE49-F238E27FC236}">
                <a16:creationId xmlns:a16="http://schemas.microsoft.com/office/drawing/2014/main" id="{D46518D1-3619-D18B-F750-10D9B4D19D09}"/>
              </a:ext>
            </a:extLst>
          </p:cNvPr>
          <p:cNvSpPr>
            <a:spLocks/>
          </p:cNvSpPr>
          <p:nvPr/>
        </p:nvSpPr>
        <p:spPr>
          <a:xfrm>
            <a:off x="2887755" y="47489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5" name="data_3304">
            <a:extLst>
              <a:ext uri="{FF2B5EF4-FFF2-40B4-BE49-F238E27FC236}">
                <a16:creationId xmlns:a16="http://schemas.microsoft.com/office/drawing/2014/main" id="{DC52554A-F2E2-7E96-1B76-D58F1ADA560D}"/>
              </a:ext>
            </a:extLst>
          </p:cNvPr>
          <p:cNvSpPr>
            <a:spLocks/>
          </p:cNvSpPr>
          <p:nvPr/>
        </p:nvSpPr>
        <p:spPr>
          <a:xfrm>
            <a:off x="281336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6" name="data_3305">
            <a:extLst>
              <a:ext uri="{FF2B5EF4-FFF2-40B4-BE49-F238E27FC236}">
                <a16:creationId xmlns:a16="http://schemas.microsoft.com/office/drawing/2014/main" id="{19447CC6-F01A-6D61-8865-89F6D427EE60}"/>
              </a:ext>
            </a:extLst>
          </p:cNvPr>
          <p:cNvSpPr>
            <a:spLocks/>
          </p:cNvSpPr>
          <p:nvPr/>
        </p:nvSpPr>
        <p:spPr>
          <a:xfrm>
            <a:off x="285246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7" name="data_3306">
            <a:extLst>
              <a:ext uri="{FF2B5EF4-FFF2-40B4-BE49-F238E27FC236}">
                <a16:creationId xmlns:a16="http://schemas.microsoft.com/office/drawing/2014/main" id="{241D294D-11E4-2616-342D-E6AB7CE752C7}"/>
              </a:ext>
            </a:extLst>
          </p:cNvPr>
          <p:cNvSpPr>
            <a:spLocks/>
          </p:cNvSpPr>
          <p:nvPr/>
        </p:nvSpPr>
        <p:spPr>
          <a:xfrm>
            <a:off x="286310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8" name="data_3307">
            <a:extLst>
              <a:ext uri="{FF2B5EF4-FFF2-40B4-BE49-F238E27FC236}">
                <a16:creationId xmlns:a16="http://schemas.microsoft.com/office/drawing/2014/main" id="{1FD28547-78FF-6359-AB6F-66E467DC2CAE}"/>
              </a:ext>
            </a:extLst>
          </p:cNvPr>
          <p:cNvSpPr>
            <a:spLocks/>
          </p:cNvSpPr>
          <p:nvPr/>
        </p:nvSpPr>
        <p:spPr>
          <a:xfrm>
            <a:off x="2800982" y="62330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9" name="data_3308">
            <a:extLst>
              <a:ext uri="{FF2B5EF4-FFF2-40B4-BE49-F238E27FC236}">
                <a16:creationId xmlns:a16="http://schemas.microsoft.com/office/drawing/2014/main" id="{3C973641-A4B7-F0E9-C244-80D4E85CAA33}"/>
              </a:ext>
            </a:extLst>
          </p:cNvPr>
          <p:cNvSpPr>
            <a:spLocks/>
          </p:cNvSpPr>
          <p:nvPr/>
        </p:nvSpPr>
        <p:spPr>
          <a:xfrm>
            <a:off x="1218944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0" name="data_3309">
            <a:extLst>
              <a:ext uri="{FF2B5EF4-FFF2-40B4-BE49-F238E27FC236}">
                <a16:creationId xmlns:a16="http://schemas.microsoft.com/office/drawing/2014/main" id="{C072D5BE-7384-A768-FACF-E6EF996FFB15}"/>
              </a:ext>
            </a:extLst>
          </p:cNvPr>
          <p:cNvSpPr>
            <a:spLocks/>
          </p:cNvSpPr>
          <p:nvPr/>
        </p:nvSpPr>
        <p:spPr>
          <a:xfrm>
            <a:off x="1218944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1" name="text_3310">
            <a:extLst>
              <a:ext uri="{FF2B5EF4-FFF2-40B4-BE49-F238E27FC236}">
                <a16:creationId xmlns:a16="http://schemas.microsoft.com/office/drawing/2014/main" id="{B242D7E5-BC55-6BE1-9EF8-EA57C13D49B0}"/>
              </a:ext>
            </a:extLst>
          </p:cNvPr>
          <p:cNvSpPr>
            <a:spLocks/>
          </p:cNvSpPr>
          <p:nvPr/>
        </p:nvSpPr>
        <p:spPr>
          <a:xfrm>
            <a:off x="740114" y="4273545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3312" name="text_3311">
            <a:extLst>
              <a:ext uri="{FF2B5EF4-FFF2-40B4-BE49-F238E27FC236}">
                <a16:creationId xmlns:a16="http://schemas.microsoft.com/office/drawing/2014/main" id="{3B388E39-CE5C-969D-FD41-8C48DC8E7AFF}"/>
              </a:ext>
            </a:extLst>
          </p:cNvPr>
          <p:cNvSpPr>
            <a:spLocks/>
          </p:cNvSpPr>
          <p:nvPr/>
        </p:nvSpPr>
        <p:spPr>
          <a:xfrm>
            <a:off x="1218944" y="4296119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3313" name="data_3312">
            <a:extLst>
              <a:ext uri="{FF2B5EF4-FFF2-40B4-BE49-F238E27FC236}">
                <a16:creationId xmlns:a16="http://schemas.microsoft.com/office/drawing/2014/main" id="{A07CD1DE-9DC0-2277-CF08-BDA187D37A4D}"/>
              </a:ext>
            </a:extLst>
          </p:cNvPr>
          <p:cNvSpPr>
            <a:spLocks/>
          </p:cNvSpPr>
          <p:nvPr/>
        </p:nvSpPr>
        <p:spPr>
          <a:xfrm>
            <a:off x="1462614" y="5750694"/>
            <a:ext cx="191" cy="165609"/>
          </a:xfrm>
          <a:custGeom>
            <a:avLst/>
            <a:gdLst/>
            <a:ahLst/>
            <a:cxnLst/>
            <a:rect l="0" t="0" r="0" b="0"/>
            <a:pathLst>
              <a:path w="191" h="165609">
                <a:moveTo>
                  <a:pt x="0" y="16560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4" name="data_3313">
            <a:extLst>
              <a:ext uri="{FF2B5EF4-FFF2-40B4-BE49-F238E27FC236}">
                <a16:creationId xmlns:a16="http://schemas.microsoft.com/office/drawing/2014/main" id="{051876DE-0EE8-C744-0E2B-0DA1AA8F4985}"/>
              </a:ext>
            </a:extLst>
          </p:cNvPr>
          <p:cNvSpPr>
            <a:spLocks/>
          </p:cNvSpPr>
          <p:nvPr/>
        </p:nvSpPr>
        <p:spPr>
          <a:xfrm>
            <a:off x="1420440" y="59163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5" name="data_3314">
            <a:extLst>
              <a:ext uri="{FF2B5EF4-FFF2-40B4-BE49-F238E27FC236}">
                <a16:creationId xmlns:a16="http://schemas.microsoft.com/office/drawing/2014/main" id="{FA06BD3A-0DFE-B635-5432-AA68A76C40ED}"/>
              </a:ext>
            </a:extLst>
          </p:cNvPr>
          <p:cNvSpPr>
            <a:spLocks/>
          </p:cNvSpPr>
          <p:nvPr/>
        </p:nvSpPr>
        <p:spPr>
          <a:xfrm>
            <a:off x="1420440" y="575069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6" name="data_3315">
            <a:extLst>
              <a:ext uri="{FF2B5EF4-FFF2-40B4-BE49-F238E27FC236}">
                <a16:creationId xmlns:a16="http://schemas.microsoft.com/office/drawing/2014/main" id="{6C4DB7DB-2DCA-E6CA-8C98-03A636567814}"/>
              </a:ext>
            </a:extLst>
          </p:cNvPr>
          <p:cNvSpPr>
            <a:spLocks/>
          </p:cNvSpPr>
          <p:nvPr/>
        </p:nvSpPr>
        <p:spPr>
          <a:xfrm>
            <a:off x="1687540" y="5504500"/>
            <a:ext cx="191" cy="214320"/>
          </a:xfrm>
          <a:custGeom>
            <a:avLst/>
            <a:gdLst/>
            <a:ahLst/>
            <a:cxnLst/>
            <a:rect l="0" t="0" r="0" b="0"/>
            <a:pathLst>
              <a:path w="191" h="214320">
                <a:moveTo>
                  <a:pt x="0" y="21432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7" name="data_3316">
            <a:extLst>
              <a:ext uri="{FF2B5EF4-FFF2-40B4-BE49-F238E27FC236}">
                <a16:creationId xmlns:a16="http://schemas.microsoft.com/office/drawing/2014/main" id="{7EBF188D-592D-D689-247E-79A3F5A159A7}"/>
              </a:ext>
            </a:extLst>
          </p:cNvPr>
          <p:cNvSpPr>
            <a:spLocks/>
          </p:cNvSpPr>
          <p:nvPr/>
        </p:nvSpPr>
        <p:spPr>
          <a:xfrm>
            <a:off x="1645366" y="571882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8" name="data_3317">
            <a:extLst>
              <a:ext uri="{FF2B5EF4-FFF2-40B4-BE49-F238E27FC236}">
                <a16:creationId xmlns:a16="http://schemas.microsoft.com/office/drawing/2014/main" id="{F1ED7DDE-8B17-378B-D195-49517E494579}"/>
              </a:ext>
            </a:extLst>
          </p:cNvPr>
          <p:cNvSpPr>
            <a:spLocks/>
          </p:cNvSpPr>
          <p:nvPr/>
        </p:nvSpPr>
        <p:spPr>
          <a:xfrm>
            <a:off x="1645366" y="550450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9" name="data_3318">
            <a:extLst>
              <a:ext uri="{FF2B5EF4-FFF2-40B4-BE49-F238E27FC236}">
                <a16:creationId xmlns:a16="http://schemas.microsoft.com/office/drawing/2014/main" id="{14330CF0-18A7-23ED-3C25-D981AB000A6C}"/>
              </a:ext>
            </a:extLst>
          </p:cNvPr>
          <p:cNvSpPr>
            <a:spLocks/>
          </p:cNvSpPr>
          <p:nvPr/>
        </p:nvSpPr>
        <p:spPr>
          <a:xfrm>
            <a:off x="1912466" y="5345714"/>
            <a:ext cx="191" cy="196117"/>
          </a:xfrm>
          <a:custGeom>
            <a:avLst/>
            <a:gdLst/>
            <a:ahLst/>
            <a:cxnLst/>
            <a:rect l="0" t="0" r="0" b="0"/>
            <a:pathLst>
              <a:path w="191" h="196117">
                <a:moveTo>
                  <a:pt x="0" y="1961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0" name="data_3319">
            <a:extLst>
              <a:ext uri="{FF2B5EF4-FFF2-40B4-BE49-F238E27FC236}">
                <a16:creationId xmlns:a16="http://schemas.microsoft.com/office/drawing/2014/main" id="{178CEEB3-4DD0-6537-F627-1A2F8F418145}"/>
              </a:ext>
            </a:extLst>
          </p:cNvPr>
          <p:cNvSpPr>
            <a:spLocks/>
          </p:cNvSpPr>
          <p:nvPr/>
        </p:nvSpPr>
        <p:spPr>
          <a:xfrm>
            <a:off x="1870292" y="554183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1" name="data_3320">
            <a:extLst>
              <a:ext uri="{FF2B5EF4-FFF2-40B4-BE49-F238E27FC236}">
                <a16:creationId xmlns:a16="http://schemas.microsoft.com/office/drawing/2014/main" id="{61A3DDF9-7CA7-5F42-AB49-14AE5096738D}"/>
              </a:ext>
            </a:extLst>
          </p:cNvPr>
          <p:cNvSpPr>
            <a:spLocks/>
          </p:cNvSpPr>
          <p:nvPr/>
        </p:nvSpPr>
        <p:spPr>
          <a:xfrm>
            <a:off x="1870292" y="534571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2" name="data_3321">
            <a:extLst>
              <a:ext uri="{FF2B5EF4-FFF2-40B4-BE49-F238E27FC236}">
                <a16:creationId xmlns:a16="http://schemas.microsoft.com/office/drawing/2014/main" id="{9A0615C2-279C-BEB9-3FEF-FEA321C0AA30}"/>
              </a:ext>
            </a:extLst>
          </p:cNvPr>
          <p:cNvSpPr>
            <a:spLocks/>
          </p:cNvSpPr>
          <p:nvPr/>
        </p:nvSpPr>
        <p:spPr>
          <a:xfrm>
            <a:off x="2399806" y="5457857"/>
            <a:ext cx="191" cy="298911"/>
          </a:xfrm>
          <a:custGeom>
            <a:avLst/>
            <a:gdLst/>
            <a:ahLst/>
            <a:cxnLst/>
            <a:rect l="0" t="0" r="0" b="0"/>
            <a:pathLst>
              <a:path w="191" h="298911">
                <a:moveTo>
                  <a:pt x="0" y="29891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3" name="data_3322">
            <a:extLst>
              <a:ext uri="{FF2B5EF4-FFF2-40B4-BE49-F238E27FC236}">
                <a16:creationId xmlns:a16="http://schemas.microsoft.com/office/drawing/2014/main" id="{81A9E086-A4E4-B740-361F-031575722BEE}"/>
              </a:ext>
            </a:extLst>
          </p:cNvPr>
          <p:cNvSpPr>
            <a:spLocks/>
          </p:cNvSpPr>
          <p:nvPr/>
        </p:nvSpPr>
        <p:spPr>
          <a:xfrm>
            <a:off x="2357632" y="575676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4" name="data_3323">
            <a:extLst>
              <a:ext uri="{FF2B5EF4-FFF2-40B4-BE49-F238E27FC236}">
                <a16:creationId xmlns:a16="http://schemas.microsoft.com/office/drawing/2014/main" id="{973FC775-C03B-CB5E-FE9B-4CF7E9AE1B91}"/>
              </a:ext>
            </a:extLst>
          </p:cNvPr>
          <p:cNvSpPr>
            <a:spLocks/>
          </p:cNvSpPr>
          <p:nvPr/>
        </p:nvSpPr>
        <p:spPr>
          <a:xfrm>
            <a:off x="2357632" y="545785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5" name="data_3324">
            <a:extLst>
              <a:ext uri="{FF2B5EF4-FFF2-40B4-BE49-F238E27FC236}">
                <a16:creationId xmlns:a16="http://schemas.microsoft.com/office/drawing/2014/main" id="{F1FBA8F4-BF97-D2F4-AC7A-C372603C05D7}"/>
              </a:ext>
            </a:extLst>
          </p:cNvPr>
          <p:cNvSpPr>
            <a:spLocks/>
          </p:cNvSpPr>
          <p:nvPr/>
        </p:nvSpPr>
        <p:spPr>
          <a:xfrm>
            <a:off x="2624732" y="5310617"/>
            <a:ext cx="191" cy="274757"/>
          </a:xfrm>
          <a:custGeom>
            <a:avLst/>
            <a:gdLst/>
            <a:ahLst/>
            <a:cxnLst/>
            <a:rect l="0" t="0" r="0" b="0"/>
            <a:pathLst>
              <a:path w="191" h="274757">
                <a:moveTo>
                  <a:pt x="0" y="27475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6" name="data_3325">
            <a:extLst>
              <a:ext uri="{FF2B5EF4-FFF2-40B4-BE49-F238E27FC236}">
                <a16:creationId xmlns:a16="http://schemas.microsoft.com/office/drawing/2014/main" id="{3165E916-3A98-C70C-7CFF-8E2ECCC2FF05}"/>
              </a:ext>
            </a:extLst>
          </p:cNvPr>
          <p:cNvSpPr>
            <a:spLocks/>
          </p:cNvSpPr>
          <p:nvPr/>
        </p:nvSpPr>
        <p:spPr>
          <a:xfrm>
            <a:off x="2582558" y="558537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7" name="data_3326">
            <a:extLst>
              <a:ext uri="{FF2B5EF4-FFF2-40B4-BE49-F238E27FC236}">
                <a16:creationId xmlns:a16="http://schemas.microsoft.com/office/drawing/2014/main" id="{12E3198F-8D2C-7B07-D1F5-8DA98B222171}"/>
              </a:ext>
            </a:extLst>
          </p:cNvPr>
          <p:cNvSpPr>
            <a:spLocks/>
          </p:cNvSpPr>
          <p:nvPr/>
        </p:nvSpPr>
        <p:spPr>
          <a:xfrm>
            <a:off x="2582558" y="53106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8" name="data_3327">
            <a:extLst>
              <a:ext uri="{FF2B5EF4-FFF2-40B4-BE49-F238E27FC236}">
                <a16:creationId xmlns:a16="http://schemas.microsoft.com/office/drawing/2014/main" id="{6C580DF6-7E48-68AB-ABEB-FF13150DE1DA}"/>
              </a:ext>
            </a:extLst>
          </p:cNvPr>
          <p:cNvSpPr>
            <a:spLocks/>
          </p:cNvSpPr>
          <p:nvPr/>
        </p:nvSpPr>
        <p:spPr>
          <a:xfrm>
            <a:off x="2849658" y="5086495"/>
            <a:ext cx="191" cy="271522"/>
          </a:xfrm>
          <a:custGeom>
            <a:avLst/>
            <a:gdLst/>
            <a:ahLst/>
            <a:cxnLst/>
            <a:rect l="0" t="0" r="0" b="0"/>
            <a:pathLst>
              <a:path w="191" h="271522">
                <a:moveTo>
                  <a:pt x="0" y="2715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9" name="data_3328">
            <a:extLst>
              <a:ext uri="{FF2B5EF4-FFF2-40B4-BE49-F238E27FC236}">
                <a16:creationId xmlns:a16="http://schemas.microsoft.com/office/drawing/2014/main" id="{C0BF88C3-B71E-6F1A-4833-A2C316946C43}"/>
              </a:ext>
            </a:extLst>
          </p:cNvPr>
          <p:cNvSpPr>
            <a:spLocks/>
          </p:cNvSpPr>
          <p:nvPr/>
        </p:nvSpPr>
        <p:spPr>
          <a:xfrm>
            <a:off x="2807484" y="53580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0" name="data_3329">
            <a:extLst>
              <a:ext uri="{FF2B5EF4-FFF2-40B4-BE49-F238E27FC236}">
                <a16:creationId xmlns:a16="http://schemas.microsoft.com/office/drawing/2014/main" id="{C8E79A3F-95A4-37AC-D3FD-F787127BB26A}"/>
              </a:ext>
            </a:extLst>
          </p:cNvPr>
          <p:cNvSpPr>
            <a:spLocks/>
          </p:cNvSpPr>
          <p:nvPr/>
        </p:nvSpPr>
        <p:spPr>
          <a:xfrm>
            <a:off x="2807484" y="508649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1" name="data_3330">
            <a:extLst>
              <a:ext uri="{FF2B5EF4-FFF2-40B4-BE49-F238E27FC236}">
                <a16:creationId xmlns:a16="http://schemas.microsoft.com/office/drawing/2014/main" id="{C407B33F-BE08-54A4-4839-87D9DEDCAC81}"/>
              </a:ext>
            </a:extLst>
          </p:cNvPr>
          <p:cNvSpPr>
            <a:spLocks/>
          </p:cNvSpPr>
          <p:nvPr/>
        </p:nvSpPr>
        <p:spPr>
          <a:xfrm>
            <a:off x="1382952" y="583251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2" name="data_3331">
            <a:extLst>
              <a:ext uri="{FF2B5EF4-FFF2-40B4-BE49-F238E27FC236}">
                <a16:creationId xmlns:a16="http://schemas.microsoft.com/office/drawing/2014/main" id="{88EC0DD4-0BF4-211E-94C8-588C7DB70CF5}"/>
              </a:ext>
            </a:extLst>
          </p:cNvPr>
          <p:cNvSpPr>
            <a:spLocks/>
          </p:cNvSpPr>
          <p:nvPr/>
        </p:nvSpPr>
        <p:spPr>
          <a:xfrm>
            <a:off x="1607878" y="5609893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3" name="data_3332">
            <a:extLst>
              <a:ext uri="{FF2B5EF4-FFF2-40B4-BE49-F238E27FC236}">
                <a16:creationId xmlns:a16="http://schemas.microsoft.com/office/drawing/2014/main" id="{92FC8B5D-ED87-1C18-BA04-5C4ECCDCBFC1}"/>
              </a:ext>
            </a:extLst>
          </p:cNvPr>
          <p:cNvSpPr>
            <a:spLocks/>
          </p:cNvSpPr>
          <p:nvPr/>
        </p:nvSpPr>
        <p:spPr>
          <a:xfrm>
            <a:off x="1832804" y="544241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4" name="data_3333">
            <a:extLst>
              <a:ext uri="{FF2B5EF4-FFF2-40B4-BE49-F238E27FC236}">
                <a16:creationId xmlns:a16="http://schemas.microsoft.com/office/drawing/2014/main" id="{F1E1D7D0-5A3A-8550-E6F4-EA19C61EED9D}"/>
              </a:ext>
            </a:extLst>
          </p:cNvPr>
          <p:cNvSpPr>
            <a:spLocks/>
          </p:cNvSpPr>
          <p:nvPr/>
        </p:nvSpPr>
        <p:spPr>
          <a:xfrm>
            <a:off x="2320144" y="5607835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5" name="data_3334">
            <a:extLst>
              <a:ext uri="{FF2B5EF4-FFF2-40B4-BE49-F238E27FC236}">
                <a16:creationId xmlns:a16="http://schemas.microsoft.com/office/drawing/2014/main" id="{588AA2F0-28BD-C97B-059B-96877D61BE25}"/>
              </a:ext>
            </a:extLst>
          </p:cNvPr>
          <p:cNvSpPr>
            <a:spLocks/>
          </p:cNvSpPr>
          <p:nvPr/>
        </p:nvSpPr>
        <p:spPr>
          <a:xfrm>
            <a:off x="2545070" y="544878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6" name="data_3335">
            <a:extLst>
              <a:ext uri="{FF2B5EF4-FFF2-40B4-BE49-F238E27FC236}">
                <a16:creationId xmlns:a16="http://schemas.microsoft.com/office/drawing/2014/main" id="{C8C72821-FCC2-8FEC-8B39-78CCB3492A06}"/>
              </a:ext>
            </a:extLst>
          </p:cNvPr>
          <p:cNvSpPr>
            <a:spLocks/>
          </p:cNvSpPr>
          <p:nvPr/>
        </p:nvSpPr>
        <p:spPr>
          <a:xfrm>
            <a:off x="2769996" y="5221507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7" name="data_3336">
            <a:extLst>
              <a:ext uri="{FF2B5EF4-FFF2-40B4-BE49-F238E27FC236}">
                <a16:creationId xmlns:a16="http://schemas.microsoft.com/office/drawing/2014/main" id="{DAC75101-762E-40E0-2FC9-08B92AB4599A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38" name="data_3337">
            <a:extLst>
              <a:ext uri="{FF2B5EF4-FFF2-40B4-BE49-F238E27FC236}">
                <a16:creationId xmlns:a16="http://schemas.microsoft.com/office/drawing/2014/main" id="{79B591CB-859C-8CDA-6D95-3FEE7F40B6E3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39" name="text_3338">
            <a:extLst>
              <a:ext uri="{FF2B5EF4-FFF2-40B4-BE49-F238E27FC236}">
                <a16:creationId xmlns:a16="http://schemas.microsoft.com/office/drawing/2014/main" id="{BDC2C469-F828-5036-7B02-B3B3F380BDBB}"/>
              </a:ext>
            </a:extLst>
          </p:cNvPr>
          <p:cNvSpPr>
            <a:spLocks/>
          </p:cNvSpPr>
          <p:nvPr/>
        </p:nvSpPr>
        <p:spPr>
          <a:xfrm>
            <a:off x="3883122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40" name="data_3339">
            <a:extLst>
              <a:ext uri="{FF2B5EF4-FFF2-40B4-BE49-F238E27FC236}">
                <a16:creationId xmlns:a16="http://schemas.microsoft.com/office/drawing/2014/main" id="{1559DF82-3D55-0B4F-25FC-2F137F2BA57E}"/>
              </a:ext>
            </a:extLst>
          </p:cNvPr>
          <p:cNvSpPr>
            <a:spLocks/>
          </p:cNvSpPr>
          <p:nvPr/>
        </p:nvSpPr>
        <p:spPr>
          <a:xfrm>
            <a:off x="4901140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1" name="text_3340">
            <a:extLst>
              <a:ext uri="{FF2B5EF4-FFF2-40B4-BE49-F238E27FC236}">
                <a16:creationId xmlns:a16="http://schemas.microsoft.com/office/drawing/2014/main" id="{35C18957-D7A0-A318-EF83-D76F8AFD83B2}"/>
              </a:ext>
            </a:extLst>
          </p:cNvPr>
          <p:cNvSpPr>
            <a:spLocks/>
          </p:cNvSpPr>
          <p:nvPr/>
        </p:nvSpPr>
        <p:spPr>
          <a:xfrm>
            <a:off x="4820314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42" name="data_3341">
            <a:extLst>
              <a:ext uri="{FF2B5EF4-FFF2-40B4-BE49-F238E27FC236}">
                <a16:creationId xmlns:a16="http://schemas.microsoft.com/office/drawing/2014/main" id="{0BA3F2CA-0EEE-71FE-9584-E7710931E031}"/>
              </a:ext>
            </a:extLst>
          </p:cNvPr>
          <p:cNvSpPr>
            <a:spLocks/>
          </p:cNvSpPr>
          <p:nvPr/>
        </p:nvSpPr>
        <p:spPr>
          <a:xfrm>
            <a:off x="5838332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3" name="text_3342">
            <a:extLst>
              <a:ext uri="{FF2B5EF4-FFF2-40B4-BE49-F238E27FC236}">
                <a16:creationId xmlns:a16="http://schemas.microsoft.com/office/drawing/2014/main" id="{968BF4B2-2E15-EBAD-1A97-DDE4A95B5DC8}"/>
              </a:ext>
            </a:extLst>
          </p:cNvPr>
          <p:cNvSpPr>
            <a:spLocks/>
          </p:cNvSpPr>
          <p:nvPr/>
        </p:nvSpPr>
        <p:spPr>
          <a:xfrm>
            <a:off x="5757506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44" name="text_3343">
            <a:extLst>
              <a:ext uri="{FF2B5EF4-FFF2-40B4-BE49-F238E27FC236}">
                <a16:creationId xmlns:a16="http://schemas.microsoft.com/office/drawing/2014/main" id="{E99FA342-FA02-EFBB-CB25-05112CC5EBE8}"/>
              </a:ext>
            </a:extLst>
          </p:cNvPr>
          <p:cNvSpPr>
            <a:spLocks/>
          </p:cNvSpPr>
          <p:nvPr/>
        </p:nvSpPr>
        <p:spPr>
          <a:xfrm>
            <a:off x="4532471" y="673420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3347" name="data_3346">
            <a:extLst>
              <a:ext uri="{FF2B5EF4-FFF2-40B4-BE49-F238E27FC236}">
                <a16:creationId xmlns:a16="http://schemas.microsoft.com/office/drawing/2014/main" id="{EB5981D0-1B66-E020-07B6-AFE392C93885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48" name="data_3347">
            <a:extLst>
              <a:ext uri="{FF2B5EF4-FFF2-40B4-BE49-F238E27FC236}">
                <a16:creationId xmlns:a16="http://schemas.microsoft.com/office/drawing/2014/main" id="{F0D7A4F0-C6EB-7D05-5018-5651C1CE5CA1}"/>
              </a:ext>
            </a:extLst>
          </p:cNvPr>
          <p:cNvSpPr>
            <a:spLocks/>
          </p:cNvSpPr>
          <p:nvPr/>
        </p:nvSpPr>
        <p:spPr>
          <a:xfrm>
            <a:off x="3919612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9" name="text_3348">
            <a:extLst>
              <a:ext uri="{FF2B5EF4-FFF2-40B4-BE49-F238E27FC236}">
                <a16:creationId xmlns:a16="http://schemas.microsoft.com/office/drawing/2014/main" id="{C27A60A1-D67C-2E3A-CFCB-C823C8B0CCB3}"/>
              </a:ext>
            </a:extLst>
          </p:cNvPr>
          <p:cNvSpPr>
            <a:spLocks/>
          </p:cNvSpPr>
          <p:nvPr/>
        </p:nvSpPr>
        <p:spPr>
          <a:xfrm>
            <a:off x="3695889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50" name="data_3349">
            <a:extLst>
              <a:ext uri="{FF2B5EF4-FFF2-40B4-BE49-F238E27FC236}">
                <a16:creationId xmlns:a16="http://schemas.microsoft.com/office/drawing/2014/main" id="{40DE9BA2-EE14-01B0-F710-E2D37094EF20}"/>
              </a:ext>
            </a:extLst>
          </p:cNvPr>
          <p:cNvSpPr>
            <a:spLocks/>
          </p:cNvSpPr>
          <p:nvPr/>
        </p:nvSpPr>
        <p:spPr>
          <a:xfrm>
            <a:off x="3963948" y="5524138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1" name="data_3350">
            <a:extLst>
              <a:ext uri="{FF2B5EF4-FFF2-40B4-BE49-F238E27FC236}">
                <a16:creationId xmlns:a16="http://schemas.microsoft.com/office/drawing/2014/main" id="{5A892FC4-8C01-42FD-2166-9F138F4A885D}"/>
              </a:ext>
            </a:extLst>
          </p:cNvPr>
          <p:cNvSpPr>
            <a:spLocks/>
          </p:cNvSpPr>
          <p:nvPr/>
        </p:nvSpPr>
        <p:spPr>
          <a:xfrm>
            <a:off x="3919612" y="552413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2" name="text_3351">
            <a:extLst>
              <a:ext uri="{FF2B5EF4-FFF2-40B4-BE49-F238E27FC236}">
                <a16:creationId xmlns:a16="http://schemas.microsoft.com/office/drawing/2014/main" id="{7724AC77-8B9E-C65D-509C-C9B1F8EB6D0D}"/>
              </a:ext>
            </a:extLst>
          </p:cNvPr>
          <p:cNvSpPr>
            <a:spLocks/>
          </p:cNvSpPr>
          <p:nvPr/>
        </p:nvSpPr>
        <p:spPr>
          <a:xfrm>
            <a:off x="3695889" y="546668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53" name="data_3352">
            <a:extLst>
              <a:ext uri="{FF2B5EF4-FFF2-40B4-BE49-F238E27FC236}">
                <a16:creationId xmlns:a16="http://schemas.microsoft.com/office/drawing/2014/main" id="{C69224F3-899C-4FB3-3A3C-3BBC7149E7AF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4" name="data_3353">
            <a:extLst>
              <a:ext uri="{FF2B5EF4-FFF2-40B4-BE49-F238E27FC236}">
                <a16:creationId xmlns:a16="http://schemas.microsoft.com/office/drawing/2014/main" id="{50039AD4-1F1B-6DEC-B762-B356734FF002}"/>
              </a:ext>
            </a:extLst>
          </p:cNvPr>
          <p:cNvSpPr>
            <a:spLocks/>
          </p:cNvSpPr>
          <p:nvPr/>
        </p:nvSpPr>
        <p:spPr>
          <a:xfrm>
            <a:off x="3919612" y="458694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5" name="text_3354">
            <a:extLst>
              <a:ext uri="{FF2B5EF4-FFF2-40B4-BE49-F238E27FC236}">
                <a16:creationId xmlns:a16="http://schemas.microsoft.com/office/drawing/2014/main" id="{805C14ED-FD21-177D-3C59-AD7AC9D73B48}"/>
              </a:ext>
            </a:extLst>
          </p:cNvPr>
          <p:cNvSpPr>
            <a:spLocks/>
          </p:cNvSpPr>
          <p:nvPr/>
        </p:nvSpPr>
        <p:spPr>
          <a:xfrm>
            <a:off x="3695889" y="452949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56" name="text_3355">
            <a:extLst>
              <a:ext uri="{FF2B5EF4-FFF2-40B4-BE49-F238E27FC236}">
                <a16:creationId xmlns:a16="http://schemas.microsoft.com/office/drawing/2014/main" id="{7404D1BF-192D-0E01-1379-ED20827B1E3A}"/>
              </a:ext>
            </a:extLst>
          </p:cNvPr>
          <p:cNvSpPr>
            <a:spLocks/>
          </p:cNvSpPr>
          <p:nvPr/>
        </p:nvSpPr>
        <p:spPr>
          <a:xfrm rot="-5400000">
            <a:off x="2968359" y="5439899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3357" name="data_3356">
            <a:extLst>
              <a:ext uri="{FF2B5EF4-FFF2-40B4-BE49-F238E27FC236}">
                <a16:creationId xmlns:a16="http://schemas.microsoft.com/office/drawing/2014/main" id="{F771910C-0E21-C6BD-BAAA-3643DF4CB73E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3358" name="data_3357">
            <a:extLst>
              <a:ext uri="{FF2B5EF4-FFF2-40B4-BE49-F238E27FC236}">
                <a16:creationId xmlns:a16="http://schemas.microsoft.com/office/drawing/2014/main" id="{DDDE2E25-491C-0493-B91B-5CDF000F043A}"/>
              </a:ext>
            </a:extLst>
          </p:cNvPr>
          <p:cNvSpPr>
            <a:spLocks/>
          </p:cNvSpPr>
          <p:nvPr/>
        </p:nvSpPr>
        <p:spPr>
          <a:xfrm>
            <a:off x="4204143" y="501636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59" name="data_3358">
            <a:extLst>
              <a:ext uri="{FF2B5EF4-FFF2-40B4-BE49-F238E27FC236}">
                <a16:creationId xmlns:a16="http://schemas.microsoft.com/office/drawing/2014/main" id="{10FC7F78-D955-9C32-7761-E5B718F62836}"/>
              </a:ext>
            </a:extLst>
          </p:cNvPr>
          <p:cNvSpPr>
            <a:spLocks/>
          </p:cNvSpPr>
          <p:nvPr/>
        </p:nvSpPr>
        <p:spPr>
          <a:xfrm>
            <a:off x="4928052" y="5199810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0" name="data_3359">
            <a:extLst>
              <a:ext uri="{FF2B5EF4-FFF2-40B4-BE49-F238E27FC236}">
                <a16:creationId xmlns:a16="http://schemas.microsoft.com/office/drawing/2014/main" id="{3C186AF2-EAFF-8A0E-5FF3-FB68A240E62D}"/>
              </a:ext>
            </a:extLst>
          </p:cNvPr>
          <p:cNvSpPr>
            <a:spLocks/>
          </p:cNvSpPr>
          <p:nvPr/>
        </p:nvSpPr>
        <p:spPr>
          <a:xfrm>
            <a:off x="3931977" y="489779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1" name="data_3360">
            <a:extLst>
              <a:ext uri="{FF2B5EF4-FFF2-40B4-BE49-F238E27FC236}">
                <a16:creationId xmlns:a16="http://schemas.microsoft.com/office/drawing/2014/main" id="{11BE3437-22F0-432A-C4E9-F1BF9C14AB67}"/>
              </a:ext>
            </a:extLst>
          </p:cNvPr>
          <p:cNvSpPr>
            <a:spLocks/>
          </p:cNvSpPr>
          <p:nvPr/>
        </p:nvSpPr>
        <p:spPr>
          <a:xfrm>
            <a:off x="5180437" y="4935647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2" name="data_3361">
            <a:extLst>
              <a:ext uri="{FF2B5EF4-FFF2-40B4-BE49-F238E27FC236}">
                <a16:creationId xmlns:a16="http://schemas.microsoft.com/office/drawing/2014/main" id="{A07891CC-34DE-D8E5-7227-4CEB619008EC}"/>
              </a:ext>
            </a:extLst>
          </p:cNvPr>
          <p:cNvSpPr>
            <a:spLocks/>
          </p:cNvSpPr>
          <p:nvPr/>
        </p:nvSpPr>
        <p:spPr>
          <a:xfrm>
            <a:off x="4466841" y="4841366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3" name="data_3362">
            <a:extLst>
              <a:ext uri="{FF2B5EF4-FFF2-40B4-BE49-F238E27FC236}">
                <a16:creationId xmlns:a16="http://schemas.microsoft.com/office/drawing/2014/main" id="{FA2E8C89-EF4E-42CD-35C8-305F17E680F1}"/>
              </a:ext>
            </a:extLst>
          </p:cNvPr>
          <p:cNvSpPr>
            <a:spLocks/>
          </p:cNvSpPr>
          <p:nvPr/>
        </p:nvSpPr>
        <p:spPr>
          <a:xfrm>
            <a:off x="4728008" y="5617037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4" name="data_3363">
            <a:extLst>
              <a:ext uri="{FF2B5EF4-FFF2-40B4-BE49-F238E27FC236}">
                <a16:creationId xmlns:a16="http://schemas.microsoft.com/office/drawing/2014/main" id="{CC59DE34-08F7-92F2-FCC8-7F60C286A0C0}"/>
              </a:ext>
            </a:extLst>
          </p:cNvPr>
          <p:cNvSpPr>
            <a:spLocks/>
          </p:cNvSpPr>
          <p:nvPr/>
        </p:nvSpPr>
        <p:spPr>
          <a:xfrm>
            <a:off x="4639983" y="537413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5" name="data_3364">
            <a:extLst>
              <a:ext uri="{FF2B5EF4-FFF2-40B4-BE49-F238E27FC236}">
                <a16:creationId xmlns:a16="http://schemas.microsoft.com/office/drawing/2014/main" id="{8B8CFABA-3217-C427-A480-6F3765926F2C}"/>
              </a:ext>
            </a:extLst>
          </p:cNvPr>
          <p:cNvSpPr>
            <a:spLocks/>
          </p:cNvSpPr>
          <p:nvPr/>
        </p:nvSpPr>
        <p:spPr>
          <a:xfrm>
            <a:off x="4792705" y="54756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6" name="data_3365">
            <a:extLst>
              <a:ext uri="{FF2B5EF4-FFF2-40B4-BE49-F238E27FC236}">
                <a16:creationId xmlns:a16="http://schemas.microsoft.com/office/drawing/2014/main" id="{1492E4CE-B3CD-157D-C0FF-76C77A05E46B}"/>
              </a:ext>
            </a:extLst>
          </p:cNvPr>
          <p:cNvSpPr>
            <a:spLocks/>
          </p:cNvSpPr>
          <p:nvPr/>
        </p:nvSpPr>
        <p:spPr>
          <a:xfrm>
            <a:off x="4196596" y="506434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7" name="data_3366">
            <a:extLst>
              <a:ext uri="{FF2B5EF4-FFF2-40B4-BE49-F238E27FC236}">
                <a16:creationId xmlns:a16="http://schemas.microsoft.com/office/drawing/2014/main" id="{7F162616-D170-EAAA-95D8-544299E2F378}"/>
              </a:ext>
            </a:extLst>
          </p:cNvPr>
          <p:cNvSpPr>
            <a:spLocks/>
          </p:cNvSpPr>
          <p:nvPr/>
        </p:nvSpPr>
        <p:spPr>
          <a:xfrm>
            <a:off x="4447278" y="500455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8" name="data_3367">
            <a:extLst>
              <a:ext uri="{FF2B5EF4-FFF2-40B4-BE49-F238E27FC236}">
                <a16:creationId xmlns:a16="http://schemas.microsoft.com/office/drawing/2014/main" id="{ABD081B8-05D5-E075-9DD0-572DD09989B5}"/>
              </a:ext>
            </a:extLst>
          </p:cNvPr>
          <p:cNvSpPr>
            <a:spLocks/>
          </p:cNvSpPr>
          <p:nvPr/>
        </p:nvSpPr>
        <p:spPr>
          <a:xfrm>
            <a:off x="4512557" y="5504807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9" name="data_3368">
            <a:extLst>
              <a:ext uri="{FF2B5EF4-FFF2-40B4-BE49-F238E27FC236}">
                <a16:creationId xmlns:a16="http://schemas.microsoft.com/office/drawing/2014/main" id="{2C951841-48E3-6063-F07C-7A3CB2106DE2}"/>
              </a:ext>
            </a:extLst>
          </p:cNvPr>
          <p:cNvSpPr>
            <a:spLocks/>
          </p:cNvSpPr>
          <p:nvPr/>
        </p:nvSpPr>
        <p:spPr>
          <a:xfrm>
            <a:off x="4784621" y="5389948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0" name="data_3369">
            <a:extLst>
              <a:ext uri="{FF2B5EF4-FFF2-40B4-BE49-F238E27FC236}">
                <a16:creationId xmlns:a16="http://schemas.microsoft.com/office/drawing/2014/main" id="{845B7B3B-EA30-D568-C012-E0416DD8F13D}"/>
              </a:ext>
            </a:extLst>
          </p:cNvPr>
          <p:cNvSpPr>
            <a:spLocks/>
          </p:cNvSpPr>
          <p:nvPr/>
        </p:nvSpPr>
        <p:spPr>
          <a:xfrm>
            <a:off x="4457055" y="5989894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1" name="data_3370">
            <a:extLst>
              <a:ext uri="{FF2B5EF4-FFF2-40B4-BE49-F238E27FC236}">
                <a16:creationId xmlns:a16="http://schemas.microsoft.com/office/drawing/2014/main" id="{781FDB9D-CABB-6CC9-51F0-7D3A64DBB1AD}"/>
              </a:ext>
            </a:extLst>
          </p:cNvPr>
          <p:cNvSpPr>
            <a:spLocks/>
          </p:cNvSpPr>
          <p:nvPr/>
        </p:nvSpPr>
        <p:spPr>
          <a:xfrm>
            <a:off x="3931977" y="5595500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2" name="data_3371">
            <a:extLst>
              <a:ext uri="{FF2B5EF4-FFF2-40B4-BE49-F238E27FC236}">
                <a16:creationId xmlns:a16="http://schemas.microsoft.com/office/drawing/2014/main" id="{6414DF16-FF36-A571-73A2-00F4A8252069}"/>
              </a:ext>
            </a:extLst>
          </p:cNvPr>
          <p:cNvSpPr>
            <a:spLocks/>
          </p:cNvSpPr>
          <p:nvPr/>
        </p:nvSpPr>
        <p:spPr>
          <a:xfrm>
            <a:off x="5141625" y="4914814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3" name="data_3372">
            <a:extLst>
              <a:ext uri="{FF2B5EF4-FFF2-40B4-BE49-F238E27FC236}">
                <a16:creationId xmlns:a16="http://schemas.microsoft.com/office/drawing/2014/main" id="{EC7F40B2-BD03-B45E-A29E-E8D72A6EE4A9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4" name="data_3373">
            <a:extLst>
              <a:ext uri="{FF2B5EF4-FFF2-40B4-BE49-F238E27FC236}">
                <a16:creationId xmlns:a16="http://schemas.microsoft.com/office/drawing/2014/main" id="{E68CF141-1ACA-5933-AB83-33302CFCF84C}"/>
              </a:ext>
            </a:extLst>
          </p:cNvPr>
          <p:cNvSpPr>
            <a:spLocks/>
          </p:cNvSpPr>
          <p:nvPr/>
        </p:nvSpPr>
        <p:spPr>
          <a:xfrm>
            <a:off x="5148709" y="4903832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5" name="data_3374">
            <a:extLst>
              <a:ext uri="{FF2B5EF4-FFF2-40B4-BE49-F238E27FC236}">
                <a16:creationId xmlns:a16="http://schemas.microsoft.com/office/drawing/2014/main" id="{EEB1D54F-79B8-C514-04E8-DCEF897E1C79}"/>
              </a:ext>
            </a:extLst>
          </p:cNvPr>
          <p:cNvSpPr>
            <a:spLocks/>
          </p:cNvSpPr>
          <p:nvPr/>
        </p:nvSpPr>
        <p:spPr>
          <a:xfrm>
            <a:off x="4984126" y="4846301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6" name="data_3375">
            <a:extLst>
              <a:ext uri="{FF2B5EF4-FFF2-40B4-BE49-F238E27FC236}">
                <a16:creationId xmlns:a16="http://schemas.microsoft.com/office/drawing/2014/main" id="{E712B244-1524-A061-E1BF-2214BC141172}"/>
              </a:ext>
            </a:extLst>
          </p:cNvPr>
          <p:cNvSpPr>
            <a:spLocks/>
          </p:cNvSpPr>
          <p:nvPr/>
        </p:nvSpPr>
        <p:spPr>
          <a:xfrm>
            <a:off x="4710430" y="5481902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7" name="data_3376">
            <a:extLst>
              <a:ext uri="{FF2B5EF4-FFF2-40B4-BE49-F238E27FC236}">
                <a16:creationId xmlns:a16="http://schemas.microsoft.com/office/drawing/2014/main" id="{67235D9F-D488-46B0-B0E5-303704560155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8" name="data_3377">
            <a:extLst>
              <a:ext uri="{FF2B5EF4-FFF2-40B4-BE49-F238E27FC236}">
                <a16:creationId xmlns:a16="http://schemas.microsoft.com/office/drawing/2014/main" id="{5E019467-5BD5-2A3E-C388-80DE653DCDAE}"/>
              </a:ext>
            </a:extLst>
          </p:cNvPr>
          <p:cNvSpPr>
            <a:spLocks/>
          </p:cNvSpPr>
          <p:nvPr/>
        </p:nvSpPr>
        <p:spPr>
          <a:xfrm>
            <a:off x="4756395" y="5599631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9" name="data_3378">
            <a:extLst>
              <a:ext uri="{FF2B5EF4-FFF2-40B4-BE49-F238E27FC236}">
                <a16:creationId xmlns:a16="http://schemas.microsoft.com/office/drawing/2014/main" id="{CB1FA426-4C24-8174-1622-48E3F663B89C}"/>
              </a:ext>
            </a:extLst>
          </p:cNvPr>
          <p:cNvSpPr>
            <a:spLocks/>
          </p:cNvSpPr>
          <p:nvPr/>
        </p:nvSpPr>
        <p:spPr>
          <a:xfrm>
            <a:off x="4423670" y="642935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0" name="data_3379">
            <a:extLst>
              <a:ext uri="{FF2B5EF4-FFF2-40B4-BE49-F238E27FC236}">
                <a16:creationId xmlns:a16="http://schemas.microsoft.com/office/drawing/2014/main" id="{F46E322C-2CDA-5401-E32E-326D96162339}"/>
              </a:ext>
            </a:extLst>
          </p:cNvPr>
          <p:cNvSpPr>
            <a:spLocks/>
          </p:cNvSpPr>
          <p:nvPr/>
        </p:nvSpPr>
        <p:spPr>
          <a:xfrm>
            <a:off x="5223454" y="4863001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1" name="data_3380">
            <a:extLst>
              <a:ext uri="{FF2B5EF4-FFF2-40B4-BE49-F238E27FC236}">
                <a16:creationId xmlns:a16="http://schemas.microsoft.com/office/drawing/2014/main" id="{47F4D71F-808A-AE26-F110-EB54B70C7FB9}"/>
              </a:ext>
            </a:extLst>
          </p:cNvPr>
          <p:cNvSpPr>
            <a:spLocks/>
          </p:cNvSpPr>
          <p:nvPr/>
        </p:nvSpPr>
        <p:spPr>
          <a:xfrm>
            <a:off x="5038000" y="500192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2" name="data_3381">
            <a:extLst>
              <a:ext uri="{FF2B5EF4-FFF2-40B4-BE49-F238E27FC236}">
                <a16:creationId xmlns:a16="http://schemas.microsoft.com/office/drawing/2014/main" id="{F629B5AC-BDF6-17C0-7C9F-ED886BF0F86C}"/>
              </a:ext>
            </a:extLst>
          </p:cNvPr>
          <p:cNvSpPr>
            <a:spLocks/>
          </p:cNvSpPr>
          <p:nvPr/>
        </p:nvSpPr>
        <p:spPr>
          <a:xfrm>
            <a:off x="3931977" y="5144067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3" name="data_3382">
            <a:extLst>
              <a:ext uri="{FF2B5EF4-FFF2-40B4-BE49-F238E27FC236}">
                <a16:creationId xmlns:a16="http://schemas.microsoft.com/office/drawing/2014/main" id="{F9D456B6-F17A-E2ED-8B2D-F81EC8270B2E}"/>
              </a:ext>
            </a:extLst>
          </p:cNvPr>
          <p:cNvSpPr>
            <a:spLocks/>
          </p:cNvSpPr>
          <p:nvPr/>
        </p:nvSpPr>
        <p:spPr>
          <a:xfrm>
            <a:off x="4385550" y="567362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4" name="data_3383">
            <a:extLst>
              <a:ext uri="{FF2B5EF4-FFF2-40B4-BE49-F238E27FC236}">
                <a16:creationId xmlns:a16="http://schemas.microsoft.com/office/drawing/2014/main" id="{972D55BC-034C-2865-AF9D-428A68487620}"/>
              </a:ext>
            </a:extLst>
          </p:cNvPr>
          <p:cNvSpPr>
            <a:spLocks/>
          </p:cNvSpPr>
          <p:nvPr/>
        </p:nvSpPr>
        <p:spPr>
          <a:xfrm>
            <a:off x="3931977" y="6288796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5" name="data_3384">
            <a:extLst>
              <a:ext uri="{FF2B5EF4-FFF2-40B4-BE49-F238E27FC236}">
                <a16:creationId xmlns:a16="http://schemas.microsoft.com/office/drawing/2014/main" id="{A4D85E42-194F-77FC-B035-AAA287BFFB04}"/>
              </a:ext>
            </a:extLst>
          </p:cNvPr>
          <p:cNvSpPr>
            <a:spLocks/>
          </p:cNvSpPr>
          <p:nvPr/>
        </p:nvSpPr>
        <p:spPr>
          <a:xfrm>
            <a:off x="5026472" y="502981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6" name="data_3385">
            <a:extLst>
              <a:ext uri="{FF2B5EF4-FFF2-40B4-BE49-F238E27FC236}">
                <a16:creationId xmlns:a16="http://schemas.microsoft.com/office/drawing/2014/main" id="{2E9C33E5-16F8-A0DA-42F7-D8E0E999781E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7" name="data_3386">
            <a:extLst>
              <a:ext uri="{FF2B5EF4-FFF2-40B4-BE49-F238E27FC236}">
                <a16:creationId xmlns:a16="http://schemas.microsoft.com/office/drawing/2014/main" id="{4D6B7599-A39B-EF1F-BE95-A2E18DD0385B}"/>
              </a:ext>
            </a:extLst>
          </p:cNvPr>
          <p:cNvSpPr>
            <a:spLocks/>
          </p:cNvSpPr>
          <p:nvPr/>
        </p:nvSpPr>
        <p:spPr>
          <a:xfrm>
            <a:off x="4250287" y="5546009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8" name="data_3387">
            <a:extLst>
              <a:ext uri="{FF2B5EF4-FFF2-40B4-BE49-F238E27FC236}">
                <a16:creationId xmlns:a16="http://schemas.microsoft.com/office/drawing/2014/main" id="{C1798BE9-F544-816C-4D9F-0ED17734E4AE}"/>
              </a:ext>
            </a:extLst>
          </p:cNvPr>
          <p:cNvSpPr>
            <a:spLocks/>
          </p:cNvSpPr>
          <p:nvPr/>
        </p:nvSpPr>
        <p:spPr>
          <a:xfrm>
            <a:off x="4561968" y="6366207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9" name="data_3388">
            <a:extLst>
              <a:ext uri="{FF2B5EF4-FFF2-40B4-BE49-F238E27FC236}">
                <a16:creationId xmlns:a16="http://schemas.microsoft.com/office/drawing/2014/main" id="{AF8E914F-1976-EBE2-CE49-9E6DE46C3974}"/>
              </a:ext>
            </a:extLst>
          </p:cNvPr>
          <p:cNvSpPr>
            <a:spLocks/>
          </p:cNvSpPr>
          <p:nvPr/>
        </p:nvSpPr>
        <p:spPr>
          <a:xfrm>
            <a:off x="4863138" y="479879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0" name="data_3389">
            <a:extLst>
              <a:ext uri="{FF2B5EF4-FFF2-40B4-BE49-F238E27FC236}">
                <a16:creationId xmlns:a16="http://schemas.microsoft.com/office/drawing/2014/main" id="{86AD4AB1-BE05-B1FD-7D75-3CFDF51E1C52}"/>
              </a:ext>
            </a:extLst>
          </p:cNvPr>
          <p:cNvSpPr>
            <a:spLocks/>
          </p:cNvSpPr>
          <p:nvPr/>
        </p:nvSpPr>
        <p:spPr>
          <a:xfrm>
            <a:off x="5098278" y="5013213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1" name="data_3390">
            <a:extLst>
              <a:ext uri="{FF2B5EF4-FFF2-40B4-BE49-F238E27FC236}">
                <a16:creationId xmlns:a16="http://schemas.microsoft.com/office/drawing/2014/main" id="{0EDB8364-A961-02A6-174D-CF8333F15347}"/>
              </a:ext>
            </a:extLst>
          </p:cNvPr>
          <p:cNvSpPr>
            <a:spLocks/>
          </p:cNvSpPr>
          <p:nvPr/>
        </p:nvSpPr>
        <p:spPr>
          <a:xfrm>
            <a:off x="4847398" y="4946013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2" name="data_3391">
            <a:extLst>
              <a:ext uri="{FF2B5EF4-FFF2-40B4-BE49-F238E27FC236}">
                <a16:creationId xmlns:a16="http://schemas.microsoft.com/office/drawing/2014/main" id="{D7C9A5DE-597B-BD62-196F-B8F5A5C3A9C2}"/>
              </a:ext>
            </a:extLst>
          </p:cNvPr>
          <p:cNvSpPr>
            <a:spLocks/>
          </p:cNvSpPr>
          <p:nvPr/>
        </p:nvSpPr>
        <p:spPr>
          <a:xfrm>
            <a:off x="4938140" y="611774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3" name="data_3392">
            <a:extLst>
              <a:ext uri="{FF2B5EF4-FFF2-40B4-BE49-F238E27FC236}">
                <a16:creationId xmlns:a16="http://schemas.microsoft.com/office/drawing/2014/main" id="{ABA64601-C0AF-AEA1-FB15-859FC9FBC0EA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4" name="data_3393">
            <a:extLst>
              <a:ext uri="{FF2B5EF4-FFF2-40B4-BE49-F238E27FC236}">
                <a16:creationId xmlns:a16="http://schemas.microsoft.com/office/drawing/2014/main" id="{90353E18-1CE9-CFA7-3490-496DAD904C01}"/>
              </a:ext>
            </a:extLst>
          </p:cNvPr>
          <p:cNvSpPr>
            <a:spLocks/>
          </p:cNvSpPr>
          <p:nvPr/>
        </p:nvSpPr>
        <p:spPr>
          <a:xfrm>
            <a:off x="4874714" y="490188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5" name="data_3394">
            <a:extLst>
              <a:ext uri="{FF2B5EF4-FFF2-40B4-BE49-F238E27FC236}">
                <a16:creationId xmlns:a16="http://schemas.microsoft.com/office/drawing/2014/main" id="{A629EB0D-9EB7-7941-7429-5B2176C70018}"/>
              </a:ext>
            </a:extLst>
          </p:cNvPr>
          <p:cNvSpPr>
            <a:spLocks/>
          </p:cNvSpPr>
          <p:nvPr/>
        </p:nvSpPr>
        <p:spPr>
          <a:xfrm>
            <a:off x="4688808" y="5714671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6" name="data_3395">
            <a:extLst>
              <a:ext uri="{FF2B5EF4-FFF2-40B4-BE49-F238E27FC236}">
                <a16:creationId xmlns:a16="http://schemas.microsoft.com/office/drawing/2014/main" id="{B96CF3C9-8210-1DB7-1CF2-336763A16E08}"/>
              </a:ext>
            </a:extLst>
          </p:cNvPr>
          <p:cNvSpPr>
            <a:spLocks/>
          </p:cNvSpPr>
          <p:nvPr/>
        </p:nvSpPr>
        <p:spPr>
          <a:xfrm>
            <a:off x="3931977" y="5624454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7" name="data_3396">
            <a:extLst>
              <a:ext uri="{FF2B5EF4-FFF2-40B4-BE49-F238E27FC236}">
                <a16:creationId xmlns:a16="http://schemas.microsoft.com/office/drawing/2014/main" id="{0C7B9D77-C0AE-B87D-0EB0-5F9AAD0A2733}"/>
              </a:ext>
            </a:extLst>
          </p:cNvPr>
          <p:cNvSpPr>
            <a:spLocks/>
          </p:cNvSpPr>
          <p:nvPr/>
        </p:nvSpPr>
        <p:spPr>
          <a:xfrm>
            <a:off x="4260536" y="5479995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8" name="data_3397">
            <a:extLst>
              <a:ext uri="{FF2B5EF4-FFF2-40B4-BE49-F238E27FC236}">
                <a16:creationId xmlns:a16="http://schemas.microsoft.com/office/drawing/2014/main" id="{41477EAA-4C55-B0ED-D717-E69DB49C0D87}"/>
              </a:ext>
            </a:extLst>
          </p:cNvPr>
          <p:cNvSpPr>
            <a:spLocks/>
          </p:cNvSpPr>
          <p:nvPr/>
        </p:nvSpPr>
        <p:spPr>
          <a:xfrm>
            <a:off x="4197859" y="5963579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9" name="data_3398">
            <a:extLst>
              <a:ext uri="{FF2B5EF4-FFF2-40B4-BE49-F238E27FC236}">
                <a16:creationId xmlns:a16="http://schemas.microsoft.com/office/drawing/2014/main" id="{22D61939-7B12-958F-75C4-8F77A99FFF51}"/>
              </a:ext>
            </a:extLst>
          </p:cNvPr>
          <p:cNvSpPr>
            <a:spLocks/>
          </p:cNvSpPr>
          <p:nvPr/>
        </p:nvSpPr>
        <p:spPr>
          <a:xfrm>
            <a:off x="5148147" y="510499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0" name="data_3399">
            <a:extLst>
              <a:ext uri="{FF2B5EF4-FFF2-40B4-BE49-F238E27FC236}">
                <a16:creationId xmlns:a16="http://schemas.microsoft.com/office/drawing/2014/main" id="{85B8BDB5-D2C6-97E6-E901-62D83F3BF02E}"/>
              </a:ext>
            </a:extLst>
          </p:cNvPr>
          <p:cNvSpPr>
            <a:spLocks/>
          </p:cNvSpPr>
          <p:nvPr/>
        </p:nvSpPr>
        <p:spPr>
          <a:xfrm>
            <a:off x="5125287" y="4940914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1" name="data_3400">
            <a:extLst>
              <a:ext uri="{FF2B5EF4-FFF2-40B4-BE49-F238E27FC236}">
                <a16:creationId xmlns:a16="http://schemas.microsoft.com/office/drawing/2014/main" id="{87921D8D-888F-111A-F3A6-A9747F6AE32E}"/>
              </a:ext>
            </a:extLst>
          </p:cNvPr>
          <p:cNvSpPr>
            <a:spLocks/>
          </p:cNvSpPr>
          <p:nvPr/>
        </p:nvSpPr>
        <p:spPr>
          <a:xfrm>
            <a:off x="4850140" y="642935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2" name="data_3401">
            <a:extLst>
              <a:ext uri="{FF2B5EF4-FFF2-40B4-BE49-F238E27FC236}">
                <a16:creationId xmlns:a16="http://schemas.microsoft.com/office/drawing/2014/main" id="{7825F5D1-6063-F07A-8B4F-59DB4F66A5F7}"/>
              </a:ext>
            </a:extLst>
          </p:cNvPr>
          <p:cNvSpPr>
            <a:spLocks/>
          </p:cNvSpPr>
          <p:nvPr/>
        </p:nvSpPr>
        <p:spPr>
          <a:xfrm>
            <a:off x="5070209" y="5013366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3" name="data_3402">
            <a:extLst>
              <a:ext uri="{FF2B5EF4-FFF2-40B4-BE49-F238E27FC236}">
                <a16:creationId xmlns:a16="http://schemas.microsoft.com/office/drawing/2014/main" id="{A62908C0-7DF3-1BF1-C85C-2B65E60A074E}"/>
              </a:ext>
            </a:extLst>
          </p:cNvPr>
          <p:cNvSpPr>
            <a:spLocks/>
          </p:cNvSpPr>
          <p:nvPr/>
        </p:nvSpPr>
        <p:spPr>
          <a:xfrm>
            <a:off x="3961125" y="5114217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4" name="data_3403">
            <a:extLst>
              <a:ext uri="{FF2B5EF4-FFF2-40B4-BE49-F238E27FC236}">
                <a16:creationId xmlns:a16="http://schemas.microsoft.com/office/drawing/2014/main" id="{89795CA0-AC87-C698-C78C-B8F2F50D3A71}"/>
              </a:ext>
            </a:extLst>
          </p:cNvPr>
          <p:cNvSpPr>
            <a:spLocks/>
          </p:cNvSpPr>
          <p:nvPr/>
        </p:nvSpPr>
        <p:spPr>
          <a:xfrm>
            <a:off x="5350615" y="4792940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5" name="data_3404">
            <a:extLst>
              <a:ext uri="{FF2B5EF4-FFF2-40B4-BE49-F238E27FC236}">
                <a16:creationId xmlns:a16="http://schemas.microsoft.com/office/drawing/2014/main" id="{CC5DFB0A-D98C-0A23-79FA-767E5D75F00F}"/>
              </a:ext>
            </a:extLst>
          </p:cNvPr>
          <p:cNvSpPr>
            <a:spLocks/>
          </p:cNvSpPr>
          <p:nvPr/>
        </p:nvSpPr>
        <p:spPr>
          <a:xfrm>
            <a:off x="4719135" y="5904305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6" name="data_3405">
            <a:extLst>
              <a:ext uri="{FF2B5EF4-FFF2-40B4-BE49-F238E27FC236}">
                <a16:creationId xmlns:a16="http://schemas.microsoft.com/office/drawing/2014/main" id="{93D0F0C6-0663-95C0-E80B-B832A9DF3D4C}"/>
              </a:ext>
            </a:extLst>
          </p:cNvPr>
          <p:cNvSpPr>
            <a:spLocks/>
          </p:cNvSpPr>
          <p:nvPr/>
        </p:nvSpPr>
        <p:spPr>
          <a:xfrm>
            <a:off x="5071012" y="4852150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7" name="data_3406">
            <a:extLst>
              <a:ext uri="{FF2B5EF4-FFF2-40B4-BE49-F238E27FC236}">
                <a16:creationId xmlns:a16="http://schemas.microsoft.com/office/drawing/2014/main" id="{404C69BB-1C77-7BE2-A7E6-0F7A05A69BDF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8" name="data_3407">
            <a:extLst>
              <a:ext uri="{FF2B5EF4-FFF2-40B4-BE49-F238E27FC236}">
                <a16:creationId xmlns:a16="http://schemas.microsoft.com/office/drawing/2014/main" id="{F8D8666D-87CF-B50B-BAC9-55B7E4A67512}"/>
              </a:ext>
            </a:extLst>
          </p:cNvPr>
          <p:cNvSpPr>
            <a:spLocks/>
          </p:cNvSpPr>
          <p:nvPr/>
        </p:nvSpPr>
        <p:spPr>
          <a:xfrm>
            <a:off x="4061690" y="6148322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9" name="data_3408">
            <a:extLst>
              <a:ext uri="{FF2B5EF4-FFF2-40B4-BE49-F238E27FC236}">
                <a16:creationId xmlns:a16="http://schemas.microsoft.com/office/drawing/2014/main" id="{A4BE0833-FDD6-A704-D7FA-AE712CECA11E}"/>
              </a:ext>
            </a:extLst>
          </p:cNvPr>
          <p:cNvSpPr>
            <a:spLocks/>
          </p:cNvSpPr>
          <p:nvPr/>
        </p:nvSpPr>
        <p:spPr>
          <a:xfrm>
            <a:off x="4415128" y="570922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0" name="data_3409">
            <a:extLst>
              <a:ext uri="{FF2B5EF4-FFF2-40B4-BE49-F238E27FC236}">
                <a16:creationId xmlns:a16="http://schemas.microsoft.com/office/drawing/2014/main" id="{DE50BE73-B298-2A56-4FED-5A2FB6D96D34}"/>
              </a:ext>
            </a:extLst>
          </p:cNvPr>
          <p:cNvSpPr>
            <a:spLocks/>
          </p:cNvSpPr>
          <p:nvPr/>
        </p:nvSpPr>
        <p:spPr>
          <a:xfrm>
            <a:off x="4736752" y="5739416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1" name="data_3410">
            <a:extLst>
              <a:ext uri="{FF2B5EF4-FFF2-40B4-BE49-F238E27FC236}">
                <a16:creationId xmlns:a16="http://schemas.microsoft.com/office/drawing/2014/main" id="{BD7C1FAF-EF66-6183-D6CB-5BEABD7ABAB3}"/>
              </a:ext>
            </a:extLst>
          </p:cNvPr>
          <p:cNvSpPr>
            <a:spLocks/>
          </p:cNvSpPr>
          <p:nvPr/>
        </p:nvSpPr>
        <p:spPr>
          <a:xfrm>
            <a:off x="4261083" y="642935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2" name="data_3411">
            <a:extLst>
              <a:ext uri="{FF2B5EF4-FFF2-40B4-BE49-F238E27FC236}">
                <a16:creationId xmlns:a16="http://schemas.microsoft.com/office/drawing/2014/main" id="{22BD0880-266E-34E0-0274-DC042960AF3D}"/>
              </a:ext>
            </a:extLst>
          </p:cNvPr>
          <p:cNvSpPr>
            <a:spLocks/>
          </p:cNvSpPr>
          <p:nvPr/>
        </p:nvSpPr>
        <p:spPr>
          <a:xfrm>
            <a:off x="5358086" y="487515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3" name="data_3412">
            <a:extLst>
              <a:ext uri="{FF2B5EF4-FFF2-40B4-BE49-F238E27FC236}">
                <a16:creationId xmlns:a16="http://schemas.microsoft.com/office/drawing/2014/main" id="{D43E3F86-FB66-0700-8899-8AABB5661EC7}"/>
              </a:ext>
            </a:extLst>
          </p:cNvPr>
          <p:cNvSpPr>
            <a:spLocks/>
          </p:cNvSpPr>
          <p:nvPr/>
        </p:nvSpPr>
        <p:spPr>
          <a:xfrm>
            <a:off x="4532406" y="642935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4" name="data_3413">
            <a:extLst>
              <a:ext uri="{FF2B5EF4-FFF2-40B4-BE49-F238E27FC236}">
                <a16:creationId xmlns:a16="http://schemas.microsoft.com/office/drawing/2014/main" id="{58218E81-AB66-7F1F-261E-C1848183573B}"/>
              </a:ext>
            </a:extLst>
          </p:cNvPr>
          <p:cNvSpPr>
            <a:spLocks/>
          </p:cNvSpPr>
          <p:nvPr/>
        </p:nvSpPr>
        <p:spPr>
          <a:xfrm>
            <a:off x="4078215" y="5893456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5" name="data_3414">
            <a:extLst>
              <a:ext uri="{FF2B5EF4-FFF2-40B4-BE49-F238E27FC236}">
                <a16:creationId xmlns:a16="http://schemas.microsoft.com/office/drawing/2014/main" id="{BF0C7FBF-1157-23B0-4620-F38B2F830539}"/>
              </a:ext>
            </a:extLst>
          </p:cNvPr>
          <p:cNvSpPr>
            <a:spLocks/>
          </p:cNvSpPr>
          <p:nvPr/>
        </p:nvSpPr>
        <p:spPr>
          <a:xfrm>
            <a:off x="4834504" y="4892658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6" name="data_3415">
            <a:extLst>
              <a:ext uri="{FF2B5EF4-FFF2-40B4-BE49-F238E27FC236}">
                <a16:creationId xmlns:a16="http://schemas.microsoft.com/office/drawing/2014/main" id="{23DE9172-AAA6-7EBF-1DED-94B72FC98E61}"/>
              </a:ext>
            </a:extLst>
          </p:cNvPr>
          <p:cNvSpPr>
            <a:spLocks/>
          </p:cNvSpPr>
          <p:nvPr/>
        </p:nvSpPr>
        <p:spPr>
          <a:xfrm>
            <a:off x="5149575" y="520933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7" name="data_3416">
            <a:extLst>
              <a:ext uri="{FF2B5EF4-FFF2-40B4-BE49-F238E27FC236}">
                <a16:creationId xmlns:a16="http://schemas.microsoft.com/office/drawing/2014/main" id="{4DCFB44B-45A0-EE01-58A5-AFE43A95F612}"/>
              </a:ext>
            </a:extLst>
          </p:cNvPr>
          <p:cNvSpPr>
            <a:spLocks/>
          </p:cNvSpPr>
          <p:nvPr/>
        </p:nvSpPr>
        <p:spPr>
          <a:xfrm>
            <a:off x="4659768" y="5610270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8" name="data_3417">
            <a:extLst>
              <a:ext uri="{FF2B5EF4-FFF2-40B4-BE49-F238E27FC236}">
                <a16:creationId xmlns:a16="http://schemas.microsoft.com/office/drawing/2014/main" id="{AF35E32F-E449-9AE8-EC6D-ABCC7C606691}"/>
              </a:ext>
            </a:extLst>
          </p:cNvPr>
          <p:cNvSpPr>
            <a:spLocks/>
          </p:cNvSpPr>
          <p:nvPr/>
        </p:nvSpPr>
        <p:spPr>
          <a:xfrm>
            <a:off x="4702135" y="5065114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9" name="data_3418">
            <a:extLst>
              <a:ext uri="{FF2B5EF4-FFF2-40B4-BE49-F238E27FC236}">
                <a16:creationId xmlns:a16="http://schemas.microsoft.com/office/drawing/2014/main" id="{BCC7F5C7-C99E-B212-8442-FE5D26176228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0" name="data_3419">
            <a:extLst>
              <a:ext uri="{FF2B5EF4-FFF2-40B4-BE49-F238E27FC236}">
                <a16:creationId xmlns:a16="http://schemas.microsoft.com/office/drawing/2014/main" id="{6DF58FE8-AE0C-2072-B1B9-FB8EE9511759}"/>
              </a:ext>
            </a:extLst>
          </p:cNvPr>
          <p:cNvSpPr>
            <a:spLocks/>
          </p:cNvSpPr>
          <p:nvPr/>
        </p:nvSpPr>
        <p:spPr>
          <a:xfrm>
            <a:off x="5270822" y="5014916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1" name="data_3420">
            <a:extLst>
              <a:ext uri="{FF2B5EF4-FFF2-40B4-BE49-F238E27FC236}">
                <a16:creationId xmlns:a16="http://schemas.microsoft.com/office/drawing/2014/main" id="{FFA9121A-070B-A993-593B-F71446A589E2}"/>
              </a:ext>
            </a:extLst>
          </p:cNvPr>
          <p:cNvSpPr>
            <a:spLocks/>
          </p:cNvSpPr>
          <p:nvPr/>
        </p:nvSpPr>
        <p:spPr>
          <a:xfrm>
            <a:off x="4083636" y="642935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2" name="data_3421">
            <a:extLst>
              <a:ext uri="{FF2B5EF4-FFF2-40B4-BE49-F238E27FC236}">
                <a16:creationId xmlns:a16="http://schemas.microsoft.com/office/drawing/2014/main" id="{7DBEF9D4-5EE4-328E-1C97-E23D0499A795}"/>
              </a:ext>
            </a:extLst>
          </p:cNvPr>
          <p:cNvSpPr>
            <a:spLocks/>
          </p:cNvSpPr>
          <p:nvPr/>
        </p:nvSpPr>
        <p:spPr>
          <a:xfrm>
            <a:off x="4612366" y="6429359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3" name="data_3422">
            <a:extLst>
              <a:ext uri="{FF2B5EF4-FFF2-40B4-BE49-F238E27FC236}">
                <a16:creationId xmlns:a16="http://schemas.microsoft.com/office/drawing/2014/main" id="{ADDCA21C-28F5-C2C0-8D61-4040977E6EA4}"/>
              </a:ext>
            </a:extLst>
          </p:cNvPr>
          <p:cNvSpPr>
            <a:spLocks/>
          </p:cNvSpPr>
          <p:nvPr/>
        </p:nvSpPr>
        <p:spPr>
          <a:xfrm>
            <a:off x="4457096" y="540166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4" name="data_3423">
            <a:extLst>
              <a:ext uri="{FF2B5EF4-FFF2-40B4-BE49-F238E27FC236}">
                <a16:creationId xmlns:a16="http://schemas.microsoft.com/office/drawing/2014/main" id="{94716B7A-3EC9-D082-8FEB-6DD4DBD13499}"/>
              </a:ext>
            </a:extLst>
          </p:cNvPr>
          <p:cNvSpPr>
            <a:spLocks/>
          </p:cNvSpPr>
          <p:nvPr/>
        </p:nvSpPr>
        <p:spPr>
          <a:xfrm>
            <a:off x="4847295" y="4970633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5" name="data_3424">
            <a:extLst>
              <a:ext uri="{FF2B5EF4-FFF2-40B4-BE49-F238E27FC236}">
                <a16:creationId xmlns:a16="http://schemas.microsoft.com/office/drawing/2014/main" id="{309678CB-0674-5ACA-AC65-D9CBBA362E15}"/>
              </a:ext>
            </a:extLst>
          </p:cNvPr>
          <p:cNvSpPr>
            <a:spLocks/>
          </p:cNvSpPr>
          <p:nvPr/>
        </p:nvSpPr>
        <p:spPr>
          <a:xfrm>
            <a:off x="4970838" y="523882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6" name="data_3425">
            <a:extLst>
              <a:ext uri="{FF2B5EF4-FFF2-40B4-BE49-F238E27FC236}">
                <a16:creationId xmlns:a16="http://schemas.microsoft.com/office/drawing/2014/main" id="{BA34756E-74A4-8380-02B8-DCAB032111D3}"/>
              </a:ext>
            </a:extLst>
          </p:cNvPr>
          <p:cNvSpPr>
            <a:spLocks/>
          </p:cNvSpPr>
          <p:nvPr/>
        </p:nvSpPr>
        <p:spPr>
          <a:xfrm>
            <a:off x="4219879" y="529515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7" name="data_3426">
            <a:extLst>
              <a:ext uri="{FF2B5EF4-FFF2-40B4-BE49-F238E27FC236}">
                <a16:creationId xmlns:a16="http://schemas.microsoft.com/office/drawing/2014/main" id="{1FF9E882-27A0-BCD4-0289-1480535EE40A}"/>
              </a:ext>
            </a:extLst>
          </p:cNvPr>
          <p:cNvSpPr>
            <a:spLocks/>
          </p:cNvSpPr>
          <p:nvPr/>
        </p:nvSpPr>
        <p:spPr>
          <a:xfrm>
            <a:off x="5086474" y="5018740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8" name="data_3427">
            <a:extLst>
              <a:ext uri="{FF2B5EF4-FFF2-40B4-BE49-F238E27FC236}">
                <a16:creationId xmlns:a16="http://schemas.microsoft.com/office/drawing/2014/main" id="{D3E4D6DA-A4B2-698D-4251-E601AEE55ADD}"/>
              </a:ext>
            </a:extLst>
          </p:cNvPr>
          <p:cNvSpPr>
            <a:spLocks/>
          </p:cNvSpPr>
          <p:nvPr/>
        </p:nvSpPr>
        <p:spPr>
          <a:xfrm>
            <a:off x="5102621" y="515763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9" name="data_3428">
            <a:extLst>
              <a:ext uri="{FF2B5EF4-FFF2-40B4-BE49-F238E27FC236}">
                <a16:creationId xmlns:a16="http://schemas.microsoft.com/office/drawing/2014/main" id="{1227FCC5-6F66-FB6D-F43A-0E894FA34C2F}"/>
              </a:ext>
            </a:extLst>
          </p:cNvPr>
          <p:cNvSpPr>
            <a:spLocks/>
          </p:cNvSpPr>
          <p:nvPr/>
        </p:nvSpPr>
        <p:spPr>
          <a:xfrm>
            <a:off x="4773609" y="516443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0" name="data_3429">
            <a:extLst>
              <a:ext uri="{FF2B5EF4-FFF2-40B4-BE49-F238E27FC236}">
                <a16:creationId xmlns:a16="http://schemas.microsoft.com/office/drawing/2014/main" id="{423DDEB8-678D-A670-25E8-09D7F69C8410}"/>
              </a:ext>
            </a:extLst>
          </p:cNvPr>
          <p:cNvSpPr>
            <a:spLocks/>
          </p:cNvSpPr>
          <p:nvPr/>
        </p:nvSpPr>
        <p:spPr>
          <a:xfrm>
            <a:off x="4211504" y="642935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1" name="data_3430">
            <a:extLst>
              <a:ext uri="{FF2B5EF4-FFF2-40B4-BE49-F238E27FC236}">
                <a16:creationId xmlns:a16="http://schemas.microsoft.com/office/drawing/2014/main" id="{B98C4B43-59BE-0A5F-9541-1725CCC656A5}"/>
              </a:ext>
            </a:extLst>
          </p:cNvPr>
          <p:cNvSpPr>
            <a:spLocks/>
          </p:cNvSpPr>
          <p:nvPr/>
        </p:nvSpPr>
        <p:spPr>
          <a:xfrm>
            <a:off x="4825008" y="5107209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2" name="data_3431">
            <a:extLst>
              <a:ext uri="{FF2B5EF4-FFF2-40B4-BE49-F238E27FC236}">
                <a16:creationId xmlns:a16="http://schemas.microsoft.com/office/drawing/2014/main" id="{17D938AC-E613-6A1F-E888-D8688A7CBE7F}"/>
              </a:ext>
            </a:extLst>
          </p:cNvPr>
          <p:cNvSpPr>
            <a:spLocks/>
          </p:cNvSpPr>
          <p:nvPr/>
        </p:nvSpPr>
        <p:spPr>
          <a:xfrm>
            <a:off x="4599613" y="5425956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3" name="data_3432">
            <a:extLst>
              <a:ext uri="{FF2B5EF4-FFF2-40B4-BE49-F238E27FC236}">
                <a16:creationId xmlns:a16="http://schemas.microsoft.com/office/drawing/2014/main" id="{4F75EEC2-6E2F-7412-FA43-5961AF911446}"/>
              </a:ext>
            </a:extLst>
          </p:cNvPr>
          <p:cNvSpPr>
            <a:spLocks/>
          </p:cNvSpPr>
          <p:nvPr/>
        </p:nvSpPr>
        <p:spPr>
          <a:xfrm>
            <a:off x="4625583" y="642935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4" name="data_3433">
            <a:extLst>
              <a:ext uri="{FF2B5EF4-FFF2-40B4-BE49-F238E27FC236}">
                <a16:creationId xmlns:a16="http://schemas.microsoft.com/office/drawing/2014/main" id="{DB53D992-CC3A-5E90-678D-ED697E42086F}"/>
              </a:ext>
            </a:extLst>
          </p:cNvPr>
          <p:cNvSpPr>
            <a:spLocks/>
          </p:cNvSpPr>
          <p:nvPr/>
        </p:nvSpPr>
        <p:spPr>
          <a:xfrm>
            <a:off x="4809038" y="622601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5" name="data_3434">
            <a:extLst>
              <a:ext uri="{FF2B5EF4-FFF2-40B4-BE49-F238E27FC236}">
                <a16:creationId xmlns:a16="http://schemas.microsoft.com/office/drawing/2014/main" id="{6E6D6FA5-9681-BF57-4447-232A0345238C}"/>
              </a:ext>
            </a:extLst>
          </p:cNvPr>
          <p:cNvSpPr>
            <a:spLocks/>
          </p:cNvSpPr>
          <p:nvPr/>
        </p:nvSpPr>
        <p:spPr>
          <a:xfrm>
            <a:off x="4134467" y="6201372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6" name="data_3435">
            <a:extLst>
              <a:ext uri="{FF2B5EF4-FFF2-40B4-BE49-F238E27FC236}">
                <a16:creationId xmlns:a16="http://schemas.microsoft.com/office/drawing/2014/main" id="{1004DAF9-0647-1DD8-2CD7-C58CE11DD4AF}"/>
              </a:ext>
            </a:extLst>
          </p:cNvPr>
          <p:cNvSpPr>
            <a:spLocks/>
          </p:cNvSpPr>
          <p:nvPr/>
        </p:nvSpPr>
        <p:spPr>
          <a:xfrm>
            <a:off x="4101364" y="6185999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7" name="data_3436">
            <a:extLst>
              <a:ext uri="{FF2B5EF4-FFF2-40B4-BE49-F238E27FC236}">
                <a16:creationId xmlns:a16="http://schemas.microsoft.com/office/drawing/2014/main" id="{909BEFAD-EA44-F23A-81DF-35018390338E}"/>
              </a:ext>
            </a:extLst>
          </p:cNvPr>
          <p:cNvSpPr>
            <a:spLocks/>
          </p:cNvSpPr>
          <p:nvPr/>
        </p:nvSpPr>
        <p:spPr>
          <a:xfrm>
            <a:off x="4573125" y="491919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8" name="data_3437">
            <a:extLst>
              <a:ext uri="{FF2B5EF4-FFF2-40B4-BE49-F238E27FC236}">
                <a16:creationId xmlns:a16="http://schemas.microsoft.com/office/drawing/2014/main" id="{CAE31EAC-D2C9-83DE-E377-03ACFFE53DA1}"/>
              </a:ext>
            </a:extLst>
          </p:cNvPr>
          <p:cNvSpPr>
            <a:spLocks/>
          </p:cNvSpPr>
          <p:nvPr/>
        </p:nvSpPr>
        <p:spPr>
          <a:xfrm>
            <a:off x="5489075" y="591475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9" name="data_3438">
            <a:extLst>
              <a:ext uri="{FF2B5EF4-FFF2-40B4-BE49-F238E27FC236}">
                <a16:creationId xmlns:a16="http://schemas.microsoft.com/office/drawing/2014/main" id="{D6F36282-765B-0869-00F2-6A678EFFAFDB}"/>
              </a:ext>
            </a:extLst>
          </p:cNvPr>
          <p:cNvSpPr>
            <a:spLocks/>
          </p:cNvSpPr>
          <p:nvPr/>
        </p:nvSpPr>
        <p:spPr>
          <a:xfrm>
            <a:off x="4232491" y="5010376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0" name="data_3439">
            <a:extLst>
              <a:ext uri="{FF2B5EF4-FFF2-40B4-BE49-F238E27FC236}">
                <a16:creationId xmlns:a16="http://schemas.microsoft.com/office/drawing/2014/main" id="{7B9B2D53-C392-54FD-9AED-F979EDA3DEE9}"/>
              </a:ext>
            </a:extLst>
          </p:cNvPr>
          <p:cNvSpPr>
            <a:spLocks/>
          </p:cNvSpPr>
          <p:nvPr/>
        </p:nvSpPr>
        <p:spPr>
          <a:xfrm>
            <a:off x="3931977" y="5676527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1" name="data_3440">
            <a:extLst>
              <a:ext uri="{FF2B5EF4-FFF2-40B4-BE49-F238E27FC236}">
                <a16:creationId xmlns:a16="http://schemas.microsoft.com/office/drawing/2014/main" id="{EFD23E66-EE88-88DA-0568-A254F6534E89}"/>
              </a:ext>
            </a:extLst>
          </p:cNvPr>
          <p:cNvSpPr>
            <a:spLocks/>
          </p:cNvSpPr>
          <p:nvPr/>
        </p:nvSpPr>
        <p:spPr>
          <a:xfrm>
            <a:off x="4580625" y="6049660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2" name="data_3441">
            <a:extLst>
              <a:ext uri="{FF2B5EF4-FFF2-40B4-BE49-F238E27FC236}">
                <a16:creationId xmlns:a16="http://schemas.microsoft.com/office/drawing/2014/main" id="{4B303939-E3F4-A038-9814-CABADB635321}"/>
              </a:ext>
            </a:extLst>
          </p:cNvPr>
          <p:cNvSpPr>
            <a:spLocks/>
          </p:cNvSpPr>
          <p:nvPr/>
        </p:nvSpPr>
        <p:spPr>
          <a:xfrm>
            <a:off x="4713720" y="5157838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3" name="data_3442">
            <a:extLst>
              <a:ext uri="{FF2B5EF4-FFF2-40B4-BE49-F238E27FC236}">
                <a16:creationId xmlns:a16="http://schemas.microsoft.com/office/drawing/2014/main" id="{BA658FAB-C50F-539F-5A13-DF4708118F18}"/>
              </a:ext>
            </a:extLst>
          </p:cNvPr>
          <p:cNvSpPr>
            <a:spLocks/>
          </p:cNvSpPr>
          <p:nvPr/>
        </p:nvSpPr>
        <p:spPr>
          <a:xfrm>
            <a:off x="4843993" y="4991683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4" name="data_3443">
            <a:extLst>
              <a:ext uri="{FF2B5EF4-FFF2-40B4-BE49-F238E27FC236}">
                <a16:creationId xmlns:a16="http://schemas.microsoft.com/office/drawing/2014/main" id="{1582D851-E4FC-0866-276F-4D009E7A6F06}"/>
              </a:ext>
            </a:extLst>
          </p:cNvPr>
          <p:cNvSpPr>
            <a:spLocks/>
          </p:cNvSpPr>
          <p:nvPr/>
        </p:nvSpPr>
        <p:spPr>
          <a:xfrm>
            <a:off x="5135258" y="4978372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5" name="data_3444">
            <a:extLst>
              <a:ext uri="{FF2B5EF4-FFF2-40B4-BE49-F238E27FC236}">
                <a16:creationId xmlns:a16="http://schemas.microsoft.com/office/drawing/2014/main" id="{A57AE747-CB1E-C878-6122-B408477FEB29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6" name="data_3445">
            <a:extLst>
              <a:ext uri="{FF2B5EF4-FFF2-40B4-BE49-F238E27FC236}">
                <a16:creationId xmlns:a16="http://schemas.microsoft.com/office/drawing/2014/main" id="{8B57654C-A680-EBCC-2F60-D7D0BB478AE5}"/>
              </a:ext>
            </a:extLst>
          </p:cNvPr>
          <p:cNvSpPr>
            <a:spLocks/>
          </p:cNvSpPr>
          <p:nvPr/>
        </p:nvSpPr>
        <p:spPr>
          <a:xfrm>
            <a:off x="4405590" y="4922925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7" name="data_3446">
            <a:extLst>
              <a:ext uri="{FF2B5EF4-FFF2-40B4-BE49-F238E27FC236}">
                <a16:creationId xmlns:a16="http://schemas.microsoft.com/office/drawing/2014/main" id="{FE979595-6507-2181-23AA-B24ABE799158}"/>
              </a:ext>
            </a:extLst>
          </p:cNvPr>
          <p:cNvSpPr>
            <a:spLocks/>
          </p:cNvSpPr>
          <p:nvPr/>
        </p:nvSpPr>
        <p:spPr>
          <a:xfrm>
            <a:off x="4967029" y="5230251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8" name="data_3447">
            <a:extLst>
              <a:ext uri="{FF2B5EF4-FFF2-40B4-BE49-F238E27FC236}">
                <a16:creationId xmlns:a16="http://schemas.microsoft.com/office/drawing/2014/main" id="{77B3FB47-F39B-8F9F-4D50-6A8846571DE9}"/>
              </a:ext>
            </a:extLst>
          </p:cNvPr>
          <p:cNvSpPr>
            <a:spLocks/>
          </p:cNvSpPr>
          <p:nvPr/>
        </p:nvSpPr>
        <p:spPr>
          <a:xfrm>
            <a:off x="5312390" y="503644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9" name="data_3448">
            <a:extLst>
              <a:ext uri="{FF2B5EF4-FFF2-40B4-BE49-F238E27FC236}">
                <a16:creationId xmlns:a16="http://schemas.microsoft.com/office/drawing/2014/main" id="{5E39C10E-A2BB-A529-7B3F-0B85FA5987D8}"/>
              </a:ext>
            </a:extLst>
          </p:cNvPr>
          <p:cNvSpPr>
            <a:spLocks/>
          </p:cNvSpPr>
          <p:nvPr/>
        </p:nvSpPr>
        <p:spPr>
          <a:xfrm>
            <a:off x="4779399" y="5623997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0" name="data_3449">
            <a:extLst>
              <a:ext uri="{FF2B5EF4-FFF2-40B4-BE49-F238E27FC236}">
                <a16:creationId xmlns:a16="http://schemas.microsoft.com/office/drawing/2014/main" id="{1570A0CD-FE2D-C582-9903-8999A1A5FDDA}"/>
              </a:ext>
            </a:extLst>
          </p:cNvPr>
          <p:cNvSpPr>
            <a:spLocks/>
          </p:cNvSpPr>
          <p:nvPr/>
        </p:nvSpPr>
        <p:spPr>
          <a:xfrm>
            <a:off x="4076005" y="5739272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1" name="data_3450">
            <a:extLst>
              <a:ext uri="{FF2B5EF4-FFF2-40B4-BE49-F238E27FC236}">
                <a16:creationId xmlns:a16="http://schemas.microsoft.com/office/drawing/2014/main" id="{5A7EBABC-B296-FBEF-9139-7A829B02CFB4}"/>
              </a:ext>
            </a:extLst>
          </p:cNvPr>
          <p:cNvSpPr>
            <a:spLocks/>
          </p:cNvSpPr>
          <p:nvPr/>
        </p:nvSpPr>
        <p:spPr>
          <a:xfrm>
            <a:off x="4462776" y="642935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2" name="data_3451">
            <a:extLst>
              <a:ext uri="{FF2B5EF4-FFF2-40B4-BE49-F238E27FC236}">
                <a16:creationId xmlns:a16="http://schemas.microsoft.com/office/drawing/2014/main" id="{3F87B468-2671-ACA1-A1B9-72A5FABE1E6C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3" name="data_3452">
            <a:extLst>
              <a:ext uri="{FF2B5EF4-FFF2-40B4-BE49-F238E27FC236}">
                <a16:creationId xmlns:a16="http://schemas.microsoft.com/office/drawing/2014/main" id="{3326AE2F-BFCE-0195-6530-6D8D959BA4D2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4" name="text_3453">
            <a:extLst>
              <a:ext uri="{FF2B5EF4-FFF2-40B4-BE49-F238E27FC236}">
                <a16:creationId xmlns:a16="http://schemas.microsoft.com/office/drawing/2014/main" id="{A2B34C15-85B0-DC48-97B0-7E6DC8E27E62}"/>
              </a:ext>
            </a:extLst>
          </p:cNvPr>
          <p:cNvSpPr>
            <a:spLocks/>
          </p:cNvSpPr>
          <p:nvPr/>
        </p:nvSpPr>
        <p:spPr>
          <a:xfrm>
            <a:off x="3485118" y="4273545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455" name="text_3454">
            <a:extLst>
              <a:ext uri="{FF2B5EF4-FFF2-40B4-BE49-F238E27FC236}">
                <a16:creationId xmlns:a16="http://schemas.microsoft.com/office/drawing/2014/main" id="{8B97DF8D-803E-9CC8-3D38-C2F6F8344784}"/>
              </a:ext>
            </a:extLst>
          </p:cNvPr>
          <p:cNvSpPr>
            <a:spLocks/>
          </p:cNvSpPr>
          <p:nvPr/>
        </p:nvSpPr>
        <p:spPr>
          <a:xfrm>
            <a:off x="3963948" y="4296119"/>
            <a:ext cx="1333023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 · Dice</a:t>
            </a:r>
          </a:p>
        </p:txBody>
      </p:sp>
      <p:sp>
        <p:nvSpPr>
          <p:cNvPr id="3456" name="data_3455">
            <a:extLst>
              <a:ext uri="{FF2B5EF4-FFF2-40B4-BE49-F238E27FC236}">
                <a16:creationId xmlns:a16="http://schemas.microsoft.com/office/drawing/2014/main" id="{97EC310F-0976-6F0B-9CED-C5E481871ED0}"/>
              </a:ext>
            </a:extLst>
          </p:cNvPr>
          <p:cNvSpPr>
            <a:spLocks/>
          </p:cNvSpPr>
          <p:nvPr/>
        </p:nvSpPr>
        <p:spPr>
          <a:xfrm>
            <a:off x="5946917" y="4586946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7" name="data_3456">
            <a:extLst>
              <a:ext uri="{FF2B5EF4-FFF2-40B4-BE49-F238E27FC236}">
                <a16:creationId xmlns:a16="http://schemas.microsoft.com/office/drawing/2014/main" id="{A88511F9-4B44-6084-54EA-7A48882CC5B2}"/>
              </a:ext>
            </a:extLst>
          </p:cNvPr>
          <p:cNvSpPr>
            <a:spLocks/>
          </p:cNvSpPr>
          <p:nvPr/>
        </p:nvSpPr>
        <p:spPr>
          <a:xfrm>
            <a:off x="5946917" y="6454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3458" name="data_3457">
            <a:extLst>
              <a:ext uri="{FF2B5EF4-FFF2-40B4-BE49-F238E27FC236}">
                <a16:creationId xmlns:a16="http://schemas.microsoft.com/office/drawing/2014/main" id="{0D7DA56C-75D6-C936-7399-5849947B9B6F}"/>
              </a:ext>
            </a:extLst>
          </p:cNvPr>
          <p:cNvSpPr>
            <a:spLocks/>
          </p:cNvSpPr>
          <p:nvPr/>
        </p:nvSpPr>
        <p:spPr>
          <a:xfrm>
            <a:off x="5946917" y="6446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3459" name="data_3458">
            <a:extLst>
              <a:ext uri="{FF2B5EF4-FFF2-40B4-BE49-F238E27FC236}">
                <a16:creationId xmlns:a16="http://schemas.microsoft.com/office/drawing/2014/main" id="{27213A35-F043-A458-856A-ED29D322208F}"/>
              </a:ext>
            </a:extLst>
          </p:cNvPr>
          <p:cNvSpPr>
            <a:spLocks/>
          </p:cNvSpPr>
          <p:nvPr/>
        </p:nvSpPr>
        <p:spPr>
          <a:xfrm>
            <a:off x="5946917" y="6439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3460" name="data_3459">
            <a:extLst>
              <a:ext uri="{FF2B5EF4-FFF2-40B4-BE49-F238E27FC236}">
                <a16:creationId xmlns:a16="http://schemas.microsoft.com/office/drawing/2014/main" id="{FD780132-7E6D-C17B-19A8-17B0B46EF775}"/>
              </a:ext>
            </a:extLst>
          </p:cNvPr>
          <p:cNvSpPr>
            <a:spLocks/>
          </p:cNvSpPr>
          <p:nvPr/>
        </p:nvSpPr>
        <p:spPr>
          <a:xfrm>
            <a:off x="5946917" y="64320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3461" name="data_3460">
            <a:extLst>
              <a:ext uri="{FF2B5EF4-FFF2-40B4-BE49-F238E27FC236}">
                <a16:creationId xmlns:a16="http://schemas.microsoft.com/office/drawing/2014/main" id="{F819F7F9-069B-04D2-03C2-A022D47E48F9}"/>
              </a:ext>
            </a:extLst>
          </p:cNvPr>
          <p:cNvSpPr>
            <a:spLocks/>
          </p:cNvSpPr>
          <p:nvPr/>
        </p:nvSpPr>
        <p:spPr>
          <a:xfrm>
            <a:off x="5946917" y="6424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3462" name="data_3461">
            <a:extLst>
              <a:ext uri="{FF2B5EF4-FFF2-40B4-BE49-F238E27FC236}">
                <a16:creationId xmlns:a16="http://schemas.microsoft.com/office/drawing/2014/main" id="{243713B1-6E37-9A71-F4C4-D627351D30B1}"/>
              </a:ext>
            </a:extLst>
          </p:cNvPr>
          <p:cNvSpPr>
            <a:spLocks/>
          </p:cNvSpPr>
          <p:nvPr/>
        </p:nvSpPr>
        <p:spPr>
          <a:xfrm>
            <a:off x="5946917" y="6417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3463" name="data_3462">
            <a:extLst>
              <a:ext uri="{FF2B5EF4-FFF2-40B4-BE49-F238E27FC236}">
                <a16:creationId xmlns:a16="http://schemas.microsoft.com/office/drawing/2014/main" id="{44E0FB30-C4CC-DE7F-E230-B2E37E728778}"/>
              </a:ext>
            </a:extLst>
          </p:cNvPr>
          <p:cNvSpPr>
            <a:spLocks/>
          </p:cNvSpPr>
          <p:nvPr/>
        </p:nvSpPr>
        <p:spPr>
          <a:xfrm>
            <a:off x="5946917" y="6410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3464" name="data_3463">
            <a:extLst>
              <a:ext uri="{FF2B5EF4-FFF2-40B4-BE49-F238E27FC236}">
                <a16:creationId xmlns:a16="http://schemas.microsoft.com/office/drawing/2014/main" id="{75B3715C-E3A5-19D3-A58F-0831C2B394EF}"/>
              </a:ext>
            </a:extLst>
          </p:cNvPr>
          <p:cNvSpPr>
            <a:spLocks/>
          </p:cNvSpPr>
          <p:nvPr/>
        </p:nvSpPr>
        <p:spPr>
          <a:xfrm>
            <a:off x="5946917" y="6402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3465" name="data_3464">
            <a:extLst>
              <a:ext uri="{FF2B5EF4-FFF2-40B4-BE49-F238E27FC236}">
                <a16:creationId xmlns:a16="http://schemas.microsoft.com/office/drawing/2014/main" id="{DC427CBD-804D-B834-41B9-8ED6021F2FBF}"/>
              </a:ext>
            </a:extLst>
          </p:cNvPr>
          <p:cNvSpPr>
            <a:spLocks/>
          </p:cNvSpPr>
          <p:nvPr/>
        </p:nvSpPr>
        <p:spPr>
          <a:xfrm>
            <a:off x="5946917" y="63954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3466" name="data_3465">
            <a:extLst>
              <a:ext uri="{FF2B5EF4-FFF2-40B4-BE49-F238E27FC236}">
                <a16:creationId xmlns:a16="http://schemas.microsoft.com/office/drawing/2014/main" id="{BFFA6EE8-09AB-80A9-F1F1-9A22880F842F}"/>
              </a:ext>
            </a:extLst>
          </p:cNvPr>
          <p:cNvSpPr>
            <a:spLocks/>
          </p:cNvSpPr>
          <p:nvPr/>
        </p:nvSpPr>
        <p:spPr>
          <a:xfrm>
            <a:off x="5946917" y="6388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3467" name="data_3466">
            <a:extLst>
              <a:ext uri="{FF2B5EF4-FFF2-40B4-BE49-F238E27FC236}">
                <a16:creationId xmlns:a16="http://schemas.microsoft.com/office/drawing/2014/main" id="{F6D7C093-48A6-B8E2-A309-D06067583DFB}"/>
              </a:ext>
            </a:extLst>
          </p:cNvPr>
          <p:cNvSpPr>
            <a:spLocks/>
          </p:cNvSpPr>
          <p:nvPr/>
        </p:nvSpPr>
        <p:spPr>
          <a:xfrm>
            <a:off x="5946917" y="6380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3468" name="data_3467">
            <a:extLst>
              <a:ext uri="{FF2B5EF4-FFF2-40B4-BE49-F238E27FC236}">
                <a16:creationId xmlns:a16="http://schemas.microsoft.com/office/drawing/2014/main" id="{E805CBFA-EA15-08F5-0211-2E18A2C08090}"/>
              </a:ext>
            </a:extLst>
          </p:cNvPr>
          <p:cNvSpPr>
            <a:spLocks/>
          </p:cNvSpPr>
          <p:nvPr/>
        </p:nvSpPr>
        <p:spPr>
          <a:xfrm>
            <a:off x="5946917" y="6373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3469" name="data_3468">
            <a:extLst>
              <a:ext uri="{FF2B5EF4-FFF2-40B4-BE49-F238E27FC236}">
                <a16:creationId xmlns:a16="http://schemas.microsoft.com/office/drawing/2014/main" id="{47AEC273-7FC7-D6C8-AD0A-0F284E4DEC23}"/>
              </a:ext>
            </a:extLst>
          </p:cNvPr>
          <p:cNvSpPr>
            <a:spLocks/>
          </p:cNvSpPr>
          <p:nvPr/>
        </p:nvSpPr>
        <p:spPr>
          <a:xfrm>
            <a:off x="5946917" y="6366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3470" name="data_3469">
            <a:extLst>
              <a:ext uri="{FF2B5EF4-FFF2-40B4-BE49-F238E27FC236}">
                <a16:creationId xmlns:a16="http://schemas.microsoft.com/office/drawing/2014/main" id="{39682DF2-22A6-9CC7-29CC-060CE1F2F16E}"/>
              </a:ext>
            </a:extLst>
          </p:cNvPr>
          <p:cNvSpPr>
            <a:spLocks/>
          </p:cNvSpPr>
          <p:nvPr/>
        </p:nvSpPr>
        <p:spPr>
          <a:xfrm>
            <a:off x="5946917" y="63588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3471" name="data_3470">
            <a:extLst>
              <a:ext uri="{FF2B5EF4-FFF2-40B4-BE49-F238E27FC236}">
                <a16:creationId xmlns:a16="http://schemas.microsoft.com/office/drawing/2014/main" id="{DB306949-2B82-3ACB-1386-A7975B0436FD}"/>
              </a:ext>
            </a:extLst>
          </p:cNvPr>
          <p:cNvSpPr>
            <a:spLocks/>
          </p:cNvSpPr>
          <p:nvPr/>
        </p:nvSpPr>
        <p:spPr>
          <a:xfrm>
            <a:off x="5946917" y="6351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3472" name="data_3471">
            <a:extLst>
              <a:ext uri="{FF2B5EF4-FFF2-40B4-BE49-F238E27FC236}">
                <a16:creationId xmlns:a16="http://schemas.microsoft.com/office/drawing/2014/main" id="{B5E2D22B-8D13-7613-EEA6-93D223345EFA}"/>
              </a:ext>
            </a:extLst>
          </p:cNvPr>
          <p:cNvSpPr>
            <a:spLocks/>
          </p:cNvSpPr>
          <p:nvPr/>
        </p:nvSpPr>
        <p:spPr>
          <a:xfrm>
            <a:off x="5946917" y="6344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3473" name="data_3472">
            <a:extLst>
              <a:ext uri="{FF2B5EF4-FFF2-40B4-BE49-F238E27FC236}">
                <a16:creationId xmlns:a16="http://schemas.microsoft.com/office/drawing/2014/main" id="{73410440-3518-C042-76DB-70765416CB9B}"/>
              </a:ext>
            </a:extLst>
          </p:cNvPr>
          <p:cNvSpPr>
            <a:spLocks/>
          </p:cNvSpPr>
          <p:nvPr/>
        </p:nvSpPr>
        <p:spPr>
          <a:xfrm>
            <a:off x="5946917" y="6336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3474" name="data_3473">
            <a:extLst>
              <a:ext uri="{FF2B5EF4-FFF2-40B4-BE49-F238E27FC236}">
                <a16:creationId xmlns:a16="http://schemas.microsoft.com/office/drawing/2014/main" id="{6DA6AF1E-7CCC-A699-7C13-DAD68ECE65F7}"/>
              </a:ext>
            </a:extLst>
          </p:cNvPr>
          <p:cNvSpPr>
            <a:spLocks/>
          </p:cNvSpPr>
          <p:nvPr/>
        </p:nvSpPr>
        <p:spPr>
          <a:xfrm>
            <a:off x="5946917" y="6329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3475" name="data_3474">
            <a:extLst>
              <a:ext uri="{FF2B5EF4-FFF2-40B4-BE49-F238E27FC236}">
                <a16:creationId xmlns:a16="http://schemas.microsoft.com/office/drawing/2014/main" id="{F55BDB6A-4DCB-04A2-260C-CBE4FE428933}"/>
              </a:ext>
            </a:extLst>
          </p:cNvPr>
          <p:cNvSpPr>
            <a:spLocks/>
          </p:cNvSpPr>
          <p:nvPr/>
        </p:nvSpPr>
        <p:spPr>
          <a:xfrm>
            <a:off x="5946917" y="6322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3476" name="data_3475">
            <a:extLst>
              <a:ext uri="{FF2B5EF4-FFF2-40B4-BE49-F238E27FC236}">
                <a16:creationId xmlns:a16="http://schemas.microsoft.com/office/drawing/2014/main" id="{7D562E22-7928-8411-A31E-8A1E9106E9DC}"/>
              </a:ext>
            </a:extLst>
          </p:cNvPr>
          <p:cNvSpPr>
            <a:spLocks/>
          </p:cNvSpPr>
          <p:nvPr/>
        </p:nvSpPr>
        <p:spPr>
          <a:xfrm>
            <a:off x="5946917" y="63148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3477" name="data_3476">
            <a:extLst>
              <a:ext uri="{FF2B5EF4-FFF2-40B4-BE49-F238E27FC236}">
                <a16:creationId xmlns:a16="http://schemas.microsoft.com/office/drawing/2014/main" id="{191409E4-8BC4-6E62-5E58-CF94709D1ECD}"/>
              </a:ext>
            </a:extLst>
          </p:cNvPr>
          <p:cNvSpPr>
            <a:spLocks/>
          </p:cNvSpPr>
          <p:nvPr/>
        </p:nvSpPr>
        <p:spPr>
          <a:xfrm>
            <a:off x="5946917" y="6307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3478" name="data_3477">
            <a:extLst>
              <a:ext uri="{FF2B5EF4-FFF2-40B4-BE49-F238E27FC236}">
                <a16:creationId xmlns:a16="http://schemas.microsoft.com/office/drawing/2014/main" id="{73827148-E4EC-B957-3307-2B8275725D92}"/>
              </a:ext>
            </a:extLst>
          </p:cNvPr>
          <p:cNvSpPr>
            <a:spLocks/>
          </p:cNvSpPr>
          <p:nvPr/>
        </p:nvSpPr>
        <p:spPr>
          <a:xfrm>
            <a:off x="5946917" y="6300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3479" name="data_3478">
            <a:extLst>
              <a:ext uri="{FF2B5EF4-FFF2-40B4-BE49-F238E27FC236}">
                <a16:creationId xmlns:a16="http://schemas.microsoft.com/office/drawing/2014/main" id="{AD52BBFC-E302-24B0-777C-4E23D0BC0484}"/>
              </a:ext>
            </a:extLst>
          </p:cNvPr>
          <p:cNvSpPr>
            <a:spLocks/>
          </p:cNvSpPr>
          <p:nvPr/>
        </p:nvSpPr>
        <p:spPr>
          <a:xfrm>
            <a:off x="5946917" y="6292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3480" name="data_3479">
            <a:extLst>
              <a:ext uri="{FF2B5EF4-FFF2-40B4-BE49-F238E27FC236}">
                <a16:creationId xmlns:a16="http://schemas.microsoft.com/office/drawing/2014/main" id="{9A362501-DEFA-42E7-4C18-23F74E1BDA80}"/>
              </a:ext>
            </a:extLst>
          </p:cNvPr>
          <p:cNvSpPr>
            <a:spLocks/>
          </p:cNvSpPr>
          <p:nvPr/>
        </p:nvSpPr>
        <p:spPr>
          <a:xfrm>
            <a:off x="5946917" y="6285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3481" name="data_3480">
            <a:extLst>
              <a:ext uri="{FF2B5EF4-FFF2-40B4-BE49-F238E27FC236}">
                <a16:creationId xmlns:a16="http://schemas.microsoft.com/office/drawing/2014/main" id="{E6583A10-21C7-8F13-1DD5-22DC785DD97F}"/>
              </a:ext>
            </a:extLst>
          </p:cNvPr>
          <p:cNvSpPr>
            <a:spLocks/>
          </p:cNvSpPr>
          <p:nvPr/>
        </p:nvSpPr>
        <p:spPr>
          <a:xfrm>
            <a:off x="5946917" y="62782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3482" name="data_3481">
            <a:extLst>
              <a:ext uri="{FF2B5EF4-FFF2-40B4-BE49-F238E27FC236}">
                <a16:creationId xmlns:a16="http://schemas.microsoft.com/office/drawing/2014/main" id="{22ABA3FF-4179-80C8-1B95-BBCAACC2DFA9}"/>
              </a:ext>
            </a:extLst>
          </p:cNvPr>
          <p:cNvSpPr>
            <a:spLocks/>
          </p:cNvSpPr>
          <p:nvPr/>
        </p:nvSpPr>
        <p:spPr>
          <a:xfrm>
            <a:off x="5946917" y="6270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3483" name="data_3482">
            <a:extLst>
              <a:ext uri="{FF2B5EF4-FFF2-40B4-BE49-F238E27FC236}">
                <a16:creationId xmlns:a16="http://schemas.microsoft.com/office/drawing/2014/main" id="{6A88C4FF-339F-99FF-B6A5-580E8878D2FE}"/>
              </a:ext>
            </a:extLst>
          </p:cNvPr>
          <p:cNvSpPr>
            <a:spLocks/>
          </p:cNvSpPr>
          <p:nvPr/>
        </p:nvSpPr>
        <p:spPr>
          <a:xfrm>
            <a:off x="5946917" y="6263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3484" name="data_3483">
            <a:extLst>
              <a:ext uri="{FF2B5EF4-FFF2-40B4-BE49-F238E27FC236}">
                <a16:creationId xmlns:a16="http://schemas.microsoft.com/office/drawing/2014/main" id="{7398F129-AE20-4AC3-A287-2395EED82609}"/>
              </a:ext>
            </a:extLst>
          </p:cNvPr>
          <p:cNvSpPr>
            <a:spLocks/>
          </p:cNvSpPr>
          <p:nvPr/>
        </p:nvSpPr>
        <p:spPr>
          <a:xfrm>
            <a:off x="5946917" y="6256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3485" name="data_3484">
            <a:extLst>
              <a:ext uri="{FF2B5EF4-FFF2-40B4-BE49-F238E27FC236}">
                <a16:creationId xmlns:a16="http://schemas.microsoft.com/office/drawing/2014/main" id="{95CD02F6-1A3D-43AE-D5F9-8341CF29738B}"/>
              </a:ext>
            </a:extLst>
          </p:cNvPr>
          <p:cNvSpPr>
            <a:spLocks/>
          </p:cNvSpPr>
          <p:nvPr/>
        </p:nvSpPr>
        <p:spPr>
          <a:xfrm>
            <a:off x="5946917" y="6248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3486" name="data_3485">
            <a:extLst>
              <a:ext uri="{FF2B5EF4-FFF2-40B4-BE49-F238E27FC236}">
                <a16:creationId xmlns:a16="http://schemas.microsoft.com/office/drawing/2014/main" id="{EA8A6A50-A781-A9E1-B987-9848D88813E3}"/>
              </a:ext>
            </a:extLst>
          </p:cNvPr>
          <p:cNvSpPr>
            <a:spLocks/>
          </p:cNvSpPr>
          <p:nvPr/>
        </p:nvSpPr>
        <p:spPr>
          <a:xfrm>
            <a:off x="5946917" y="62416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3487" name="data_3486">
            <a:extLst>
              <a:ext uri="{FF2B5EF4-FFF2-40B4-BE49-F238E27FC236}">
                <a16:creationId xmlns:a16="http://schemas.microsoft.com/office/drawing/2014/main" id="{69C0A1F3-7DF8-05DE-3B4D-2343A49F335F}"/>
              </a:ext>
            </a:extLst>
          </p:cNvPr>
          <p:cNvSpPr>
            <a:spLocks/>
          </p:cNvSpPr>
          <p:nvPr/>
        </p:nvSpPr>
        <p:spPr>
          <a:xfrm>
            <a:off x="5946917" y="6234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3488" name="data_3487">
            <a:extLst>
              <a:ext uri="{FF2B5EF4-FFF2-40B4-BE49-F238E27FC236}">
                <a16:creationId xmlns:a16="http://schemas.microsoft.com/office/drawing/2014/main" id="{9A1B7F6B-9F12-05AC-62D7-7EB319553F39}"/>
              </a:ext>
            </a:extLst>
          </p:cNvPr>
          <p:cNvSpPr>
            <a:spLocks/>
          </p:cNvSpPr>
          <p:nvPr/>
        </p:nvSpPr>
        <p:spPr>
          <a:xfrm>
            <a:off x="5946917" y="6227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3489" name="data_3488">
            <a:extLst>
              <a:ext uri="{FF2B5EF4-FFF2-40B4-BE49-F238E27FC236}">
                <a16:creationId xmlns:a16="http://schemas.microsoft.com/office/drawing/2014/main" id="{9F8BA313-3BC3-3045-8A10-AF814C59BFD2}"/>
              </a:ext>
            </a:extLst>
          </p:cNvPr>
          <p:cNvSpPr>
            <a:spLocks/>
          </p:cNvSpPr>
          <p:nvPr/>
        </p:nvSpPr>
        <p:spPr>
          <a:xfrm>
            <a:off x="5946917" y="6219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3490" name="data_3489">
            <a:extLst>
              <a:ext uri="{FF2B5EF4-FFF2-40B4-BE49-F238E27FC236}">
                <a16:creationId xmlns:a16="http://schemas.microsoft.com/office/drawing/2014/main" id="{503C1333-E83D-5240-928E-65F1D849481E}"/>
              </a:ext>
            </a:extLst>
          </p:cNvPr>
          <p:cNvSpPr>
            <a:spLocks/>
          </p:cNvSpPr>
          <p:nvPr/>
        </p:nvSpPr>
        <p:spPr>
          <a:xfrm>
            <a:off x="5946917" y="6212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3491" name="data_3490">
            <a:extLst>
              <a:ext uri="{FF2B5EF4-FFF2-40B4-BE49-F238E27FC236}">
                <a16:creationId xmlns:a16="http://schemas.microsoft.com/office/drawing/2014/main" id="{866FA769-7B87-6EB1-4AA2-4888727F3356}"/>
              </a:ext>
            </a:extLst>
          </p:cNvPr>
          <p:cNvSpPr>
            <a:spLocks/>
          </p:cNvSpPr>
          <p:nvPr/>
        </p:nvSpPr>
        <p:spPr>
          <a:xfrm>
            <a:off x="5946917" y="6205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3492" name="data_3491">
            <a:extLst>
              <a:ext uri="{FF2B5EF4-FFF2-40B4-BE49-F238E27FC236}">
                <a16:creationId xmlns:a16="http://schemas.microsoft.com/office/drawing/2014/main" id="{FA15EBD5-415B-E994-6303-D22A39986793}"/>
              </a:ext>
            </a:extLst>
          </p:cNvPr>
          <p:cNvSpPr>
            <a:spLocks/>
          </p:cNvSpPr>
          <p:nvPr/>
        </p:nvSpPr>
        <p:spPr>
          <a:xfrm>
            <a:off x="5946917" y="6197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3493" name="data_3492">
            <a:extLst>
              <a:ext uri="{FF2B5EF4-FFF2-40B4-BE49-F238E27FC236}">
                <a16:creationId xmlns:a16="http://schemas.microsoft.com/office/drawing/2014/main" id="{EDF9D77C-CB96-11F7-11E2-4FC53C31036C}"/>
              </a:ext>
            </a:extLst>
          </p:cNvPr>
          <p:cNvSpPr>
            <a:spLocks/>
          </p:cNvSpPr>
          <p:nvPr/>
        </p:nvSpPr>
        <p:spPr>
          <a:xfrm>
            <a:off x="5946917" y="6190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3494" name="data_3493">
            <a:extLst>
              <a:ext uri="{FF2B5EF4-FFF2-40B4-BE49-F238E27FC236}">
                <a16:creationId xmlns:a16="http://schemas.microsoft.com/office/drawing/2014/main" id="{E456B2E0-B5EE-D916-E551-F11B644B8E2F}"/>
              </a:ext>
            </a:extLst>
          </p:cNvPr>
          <p:cNvSpPr>
            <a:spLocks/>
          </p:cNvSpPr>
          <p:nvPr/>
        </p:nvSpPr>
        <p:spPr>
          <a:xfrm>
            <a:off x="5946917" y="6183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3495" name="data_3494">
            <a:extLst>
              <a:ext uri="{FF2B5EF4-FFF2-40B4-BE49-F238E27FC236}">
                <a16:creationId xmlns:a16="http://schemas.microsoft.com/office/drawing/2014/main" id="{15672826-E163-DD88-64FF-93B144263D59}"/>
              </a:ext>
            </a:extLst>
          </p:cNvPr>
          <p:cNvSpPr>
            <a:spLocks/>
          </p:cNvSpPr>
          <p:nvPr/>
        </p:nvSpPr>
        <p:spPr>
          <a:xfrm>
            <a:off x="5946917" y="6175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3496" name="data_3495">
            <a:extLst>
              <a:ext uri="{FF2B5EF4-FFF2-40B4-BE49-F238E27FC236}">
                <a16:creationId xmlns:a16="http://schemas.microsoft.com/office/drawing/2014/main" id="{411A2EDD-78D7-0B62-659E-6977EC407753}"/>
              </a:ext>
            </a:extLst>
          </p:cNvPr>
          <p:cNvSpPr>
            <a:spLocks/>
          </p:cNvSpPr>
          <p:nvPr/>
        </p:nvSpPr>
        <p:spPr>
          <a:xfrm>
            <a:off x="5946917" y="6168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3497" name="data_3496">
            <a:extLst>
              <a:ext uri="{FF2B5EF4-FFF2-40B4-BE49-F238E27FC236}">
                <a16:creationId xmlns:a16="http://schemas.microsoft.com/office/drawing/2014/main" id="{A576B947-F8A4-1C7D-07C4-C389A6CCB12E}"/>
              </a:ext>
            </a:extLst>
          </p:cNvPr>
          <p:cNvSpPr>
            <a:spLocks/>
          </p:cNvSpPr>
          <p:nvPr/>
        </p:nvSpPr>
        <p:spPr>
          <a:xfrm>
            <a:off x="5946917" y="61611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3498" name="data_3497">
            <a:extLst>
              <a:ext uri="{FF2B5EF4-FFF2-40B4-BE49-F238E27FC236}">
                <a16:creationId xmlns:a16="http://schemas.microsoft.com/office/drawing/2014/main" id="{F63E6A82-53DB-5487-6D5D-9CCDA61B03A3}"/>
              </a:ext>
            </a:extLst>
          </p:cNvPr>
          <p:cNvSpPr>
            <a:spLocks/>
          </p:cNvSpPr>
          <p:nvPr/>
        </p:nvSpPr>
        <p:spPr>
          <a:xfrm>
            <a:off x="5946917" y="6153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3499" name="data_3498">
            <a:extLst>
              <a:ext uri="{FF2B5EF4-FFF2-40B4-BE49-F238E27FC236}">
                <a16:creationId xmlns:a16="http://schemas.microsoft.com/office/drawing/2014/main" id="{BB42BAE3-6243-8F9B-A116-18555617F50D}"/>
              </a:ext>
            </a:extLst>
          </p:cNvPr>
          <p:cNvSpPr>
            <a:spLocks/>
          </p:cNvSpPr>
          <p:nvPr/>
        </p:nvSpPr>
        <p:spPr>
          <a:xfrm>
            <a:off x="5946917" y="6146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3500" name="data_3499">
            <a:extLst>
              <a:ext uri="{FF2B5EF4-FFF2-40B4-BE49-F238E27FC236}">
                <a16:creationId xmlns:a16="http://schemas.microsoft.com/office/drawing/2014/main" id="{1DB6394A-9647-DCC8-4B43-F1274D671C6D}"/>
              </a:ext>
            </a:extLst>
          </p:cNvPr>
          <p:cNvSpPr>
            <a:spLocks/>
          </p:cNvSpPr>
          <p:nvPr/>
        </p:nvSpPr>
        <p:spPr>
          <a:xfrm>
            <a:off x="5946917" y="6139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3501" name="data_3500">
            <a:extLst>
              <a:ext uri="{FF2B5EF4-FFF2-40B4-BE49-F238E27FC236}">
                <a16:creationId xmlns:a16="http://schemas.microsoft.com/office/drawing/2014/main" id="{12446D2E-A377-8299-647E-D0742281DD6B}"/>
              </a:ext>
            </a:extLst>
          </p:cNvPr>
          <p:cNvSpPr>
            <a:spLocks/>
          </p:cNvSpPr>
          <p:nvPr/>
        </p:nvSpPr>
        <p:spPr>
          <a:xfrm>
            <a:off x="5946917" y="6131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3502" name="data_3501">
            <a:extLst>
              <a:ext uri="{FF2B5EF4-FFF2-40B4-BE49-F238E27FC236}">
                <a16:creationId xmlns:a16="http://schemas.microsoft.com/office/drawing/2014/main" id="{01F7A14D-FEFD-AE7D-2C98-E92F80774A14}"/>
              </a:ext>
            </a:extLst>
          </p:cNvPr>
          <p:cNvSpPr>
            <a:spLocks/>
          </p:cNvSpPr>
          <p:nvPr/>
        </p:nvSpPr>
        <p:spPr>
          <a:xfrm>
            <a:off x="5946917" y="61245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3503" name="data_3502">
            <a:extLst>
              <a:ext uri="{FF2B5EF4-FFF2-40B4-BE49-F238E27FC236}">
                <a16:creationId xmlns:a16="http://schemas.microsoft.com/office/drawing/2014/main" id="{95194863-A3C4-D826-B5A0-8FA2C08387DF}"/>
              </a:ext>
            </a:extLst>
          </p:cNvPr>
          <p:cNvSpPr>
            <a:spLocks/>
          </p:cNvSpPr>
          <p:nvPr/>
        </p:nvSpPr>
        <p:spPr>
          <a:xfrm>
            <a:off x="5946917" y="6117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3504" name="data_3503">
            <a:extLst>
              <a:ext uri="{FF2B5EF4-FFF2-40B4-BE49-F238E27FC236}">
                <a16:creationId xmlns:a16="http://schemas.microsoft.com/office/drawing/2014/main" id="{BE514B88-8DCF-31FA-17DB-3582BAA2460F}"/>
              </a:ext>
            </a:extLst>
          </p:cNvPr>
          <p:cNvSpPr>
            <a:spLocks/>
          </p:cNvSpPr>
          <p:nvPr/>
        </p:nvSpPr>
        <p:spPr>
          <a:xfrm>
            <a:off x="5946917" y="6109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3505" name="data_3504">
            <a:extLst>
              <a:ext uri="{FF2B5EF4-FFF2-40B4-BE49-F238E27FC236}">
                <a16:creationId xmlns:a16="http://schemas.microsoft.com/office/drawing/2014/main" id="{6E4407FE-DD6C-F66D-E907-01DF8D5999E3}"/>
              </a:ext>
            </a:extLst>
          </p:cNvPr>
          <p:cNvSpPr>
            <a:spLocks/>
          </p:cNvSpPr>
          <p:nvPr/>
        </p:nvSpPr>
        <p:spPr>
          <a:xfrm>
            <a:off x="5946917" y="6102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3506" name="data_3505">
            <a:extLst>
              <a:ext uri="{FF2B5EF4-FFF2-40B4-BE49-F238E27FC236}">
                <a16:creationId xmlns:a16="http://schemas.microsoft.com/office/drawing/2014/main" id="{E9BA718E-BB70-5F76-90CC-FDBD5816A53A}"/>
              </a:ext>
            </a:extLst>
          </p:cNvPr>
          <p:cNvSpPr>
            <a:spLocks/>
          </p:cNvSpPr>
          <p:nvPr/>
        </p:nvSpPr>
        <p:spPr>
          <a:xfrm>
            <a:off x="5946917" y="6095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3507" name="data_3506">
            <a:extLst>
              <a:ext uri="{FF2B5EF4-FFF2-40B4-BE49-F238E27FC236}">
                <a16:creationId xmlns:a16="http://schemas.microsoft.com/office/drawing/2014/main" id="{72A07503-24A7-61DA-87EE-5895562B6001}"/>
              </a:ext>
            </a:extLst>
          </p:cNvPr>
          <p:cNvSpPr>
            <a:spLocks/>
          </p:cNvSpPr>
          <p:nvPr/>
        </p:nvSpPr>
        <p:spPr>
          <a:xfrm>
            <a:off x="5946917" y="60879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3508" name="data_3507">
            <a:extLst>
              <a:ext uri="{FF2B5EF4-FFF2-40B4-BE49-F238E27FC236}">
                <a16:creationId xmlns:a16="http://schemas.microsoft.com/office/drawing/2014/main" id="{54446A5F-1728-CE83-F285-94FB1A3A4739}"/>
              </a:ext>
            </a:extLst>
          </p:cNvPr>
          <p:cNvSpPr>
            <a:spLocks/>
          </p:cNvSpPr>
          <p:nvPr/>
        </p:nvSpPr>
        <p:spPr>
          <a:xfrm>
            <a:off x="5946917" y="6080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3509" name="data_3508">
            <a:extLst>
              <a:ext uri="{FF2B5EF4-FFF2-40B4-BE49-F238E27FC236}">
                <a16:creationId xmlns:a16="http://schemas.microsoft.com/office/drawing/2014/main" id="{E8F7B4FE-E097-9DD8-45AE-0D2032241136}"/>
              </a:ext>
            </a:extLst>
          </p:cNvPr>
          <p:cNvSpPr>
            <a:spLocks/>
          </p:cNvSpPr>
          <p:nvPr/>
        </p:nvSpPr>
        <p:spPr>
          <a:xfrm>
            <a:off x="5946917" y="6073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3510" name="data_3509">
            <a:extLst>
              <a:ext uri="{FF2B5EF4-FFF2-40B4-BE49-F238E27FC236}">
                <a16:creationId xmlns:a16="http://schemas.microsoft.com/office/drawing/2014/main" id="{8B9BB37F-5F53-CCE3-953A-A16E3AD074DB}"/>
              </a:ext>
            </a:extLst>
          </p:cNvPr>
          <p:cNvSpPr>
            <a:spLocks/>
          </p:cNvSpPr>
          <p:nvPr/>
        </p:nvSpPr>
        <p:spPr>
          <a:xfrm>
            <a:off x="5946917" y="6065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3511" name="data_3510">
            <a:extLst>
              <a:ext uri="{FF2B5EF4-FFF2-40B4-BE49-F238E27FC236}">
                <a16:creationId xmlns:a16="http://schemas.microsoft.com/office/drawing/2014/main" id="{97D81CB5-BD4C-B219-FF52-8B4BC806A04E}"/>
              </a:ext>
            </a:extLst>
          </p:cNvPr>
          <p:cNvSpPr>
            <a:spLocks/>
          </p:cNvSpPr>
          <p:nvPr/>
        </p:nvSpPr>
        <p:spPr>
          <a:xfrm>
            <a:off x="5946917" y="6058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3512" name="data_3511">
            <a:extLst>
              <a:ext uri="{FF2B5EF4-FFF2-40B4-BE49-F238E27FC236}">
                <a16:creationId xmlns:a16="http://schemas.microsoft.com/office/drawing/2014/main" id="{2CABB841-A0E7-51C6-3722-42E20B6CC7D7}"/>
              </a:ext>
            </a:extLst>
          </p:cNvPr>
          <p:cNvSpPr>
            <a:spLocks/>
          </p:cNvSpPr>
          <p:nvPr/>
        </p:nvSpPr>
        <p:spPr>
          <a:xfrm>
            <a:off x="5946917" y="6051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3513" name="data_3512">
            <a:extLst>
              <a:ext uri="{FF2B5EF4-FFF2-40B4-BE49-F238E27FC236}">
                <a16:creationId xmlns:a16="http://schemas.microsoft.com/office/drawing/2014/main" id="{0BA92B18-D570-9932-14A5-39A3B2C1BA03}"/>
              </a:ext>
            </a:extLst>
          </p:cNvPr>
          <p:cNvSpPr>
            <a:spLocks/>
          </p:cNvSpPr>
          <p:nvPr/>
        </p:nvSpPr>
        <p:spPr>
          <a:xfrm>
            <a:off x="5946917" y="60439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3514" name="data_3513">
            <a:extLst>
              <a:ext uri="{FF2B5EF4-FFF2-40B4-BE49-F238E27FC236}">
                <a16:creationId xmlns:a16="http://schemas.microsoft.com/office/drawing/2014/main" id="{0A1C40A1-A450-35B9-0D11-EFBF601419F1}"/>
              </a:ext>
            </a:extLst>
          </p:cNvPr>
          <p:cNvSpPr>
            <a:spLocks/>
          </p:cNvSpPr>
          <p:nvPr/>
        </p:nvSpPr>
        <p:spPr>
          <a:xfrm>
            <a:off x="5946917" y="6036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3515" name="data_3514">
            <a:extLst>
              <a:ext uri="{FF2B5EF4-FFF2-40B4-BE49-F238E27FC236}">
                <a16:creationId xmlns:a16="http://schemas.microsoft.com/office/drawing/2014/main" id="{AC100E13-D5A8-F804-6880-E6C442E93F3A}"/>
              </a:ext>
            </a:extLst>
          </p:cNvPr>
          <p:cNvSpPr>
            <a:spLocks/>
          </p:cNvSpPr>
          <p:nvPr/>
        </p:nvSpPr>
        <p:spPr>
          <a:xfrm>
            <a:off x="5946917" y="6029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3516" name="data_3515">
            <a:extLst>
              <a:ext uri="{FF2B5EF4-FFF2-40B4-BE49-F238E27FC236}">
                <a16:creationId xmlns:a16="http://schemas.microsoft.com/office/drawing/2014/main" id="{F32E18C7-C6FC-263B-0C07-C039B102D895}"/>
              </a:ext>
            </a:extLst>
          </p:cNvPr>
          <p:cNvSpPr>
            <a:spLocks/>
          </p:cNvSpPr>
          <p:nvPr/>
        </p:nvSpPr>
        <p:spPr>
          <a:xfrm>
            <a:off x="5946917" y="6022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3517" name="data_3516">
            <a:extLst>
              <a:ext uri="{FF2B5EF4-FFF2-40B4-BE49-F238E27FC236}">
                <a16:creationId xmlns:a16="http://schemas.microsoft.com/office/drawing/2014/main" id="{3BCCF0E2-0F17-F594-1EF4-FBF58AA5D85E}"/>
              </a:ext>
            </a:extLst>
          </p:cNvPr>
          <p:cNvSpPr>
            <a:spLocks/>
          </p:cNvSpPr>
          <p:nvPr/>
        </p:nvSpPr>
        <p:spPr>
          <a:xfrm>
            <a:off x="5946917" y="6014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3518" name="data_3517">
            <a:extLst>
              <a:ext uri="{FF2B5EF4-FFF2-40B4-BE49-F238E27FC236}">
                <a16:creationId xmlns:a16="http://schemas.microsoft.com/office/drawing/2014/main" id="{DE4DDBDA-1152-E12C-5238-F8075B94C7B8}"/>
              </a:ext>
            </a:extLst>
          </p:cNvPr>
          <p:cNvSpPr>
            <a:spLocks/>
          </p:cNvSpPr>
          <p:nvPr/>
        </p:nvSpPr>
        <p:spPr>
          <a:xfrm>
            <a:off x="5946917" y="60073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3519" name="data_3518">
            <a:extLst>
              <a:ext uri="{FF2B5EF4-FFF2-40B4-BE49-F238E27FC236}">
                <a16:creationId xmlns:a16="http://schemas.microsoft.com/office/drawing/2014/main" id="{A8288F44-9C64-207A-3FB6-35EF7AA366B4}"/>
              </a:ext>
            </a:extLst>
          </p:cNvPr>
          <p:cNvSpPr>
            <a:spLocks/>
          </p:cNvSpPr>
          <p:nvPr/>
        </p:nvSpPr>
        <p:spPr>
          <a:xfrm>
            <a:off x="5946917" y="6000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3520" name="data_3519">
            <a:extLst>
              <a:ext uri="{FF2B5EF4-FFF2-40B4-BE49-F238E27FC236}">
                <a16:creationId xmlns:a16="http://schemas.microsoft.com/office/drawing/2014/main" id="{F8798AF4-01F2-76BC-8AAF-1674EC126908}"/>
              </a:ext>
            </a:extLst>
          </p:cNvPr>
          <p:cNvSpPr>
            <a:spLocks/>
          </p:cNvSpPr>
          <p:nvPr/>
        </p:nvSpPr>
        <p:spPr>
          <a:xfrm>
            <a:off x="5946917" y="5992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3521" name="data_3520">
            <a:extLst>
              <a:ext uri="{FF2B5EF4-FFF2-40B4-BE49-F238E27FC236}">
                <a16:creationId xmlns:a16="http://schemas.microsoft.com/office/drawing/2014/main" id="{6896AC1B-DAE1-3246-300E-E1831085A249}"/>
              </a:ext>
            </a:extLst>
          </p:cNvPr>
          <p:cNvSpPr>
            <a:spLocks/>
          </p:cNvSpPr>
          <p:nvPr/>
        </p:nvSpPr>
        <p:spPr>
          <a:xfrm>
            <a:off x="5946917" y="5985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3522" name="data_3521">
            <a:extLst>
              <a:ext uri="{FF2B5EF4-FFF2-40B4-BE49-F238E27FC236}">
                <a16:creationId xmlns:a16="http://schemas.microsoft.com/office/drawing/2014/main" id="{79C3F396-565B-EA90-208E-7E5DA2A8433D}"/>
              </a:ext>
            </a:extLst>
          </p:cNvPr>
          <p:cNvSpPr>
            <a:spLocks/>
          </p:cNvSpPr>
          <p:nvPr/>
        </p:nvSpPr>
        <p:spPr>
          <a:xfrm>
            <a:off x="5946917" y="5978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3523" name="data_3522">
            <a:extLst>
              <a:ext uri="{FF2B5EF4-FFF2-40B4-BE49-F238E27FC236}">
                <a16:creationId xmlns:a16="http://schemas.microsoft.com/office/drawing/2014/main" id="{CB137E7E-FED4-6467-403D-DA03C3C8B1DB}"/>
              </a:ext>
            </a:extLst>
          </p:cNvPr>
          <p:cNvSpPr>
            <a:spLocks/>
          </p:cNvSpPr>
          <p:nvPr/>
        </p:nvSpPr>
        <p:spPr>
          <a:xfrm>
            <a:off x="5946917" y="59707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3524" name="data_3523">
            <a:extLst>
              <a:ext uri="{FF2B5EF4-FFF2-40B4-BE49-F238E27FC236}">
                <a16:creationId xmlns:a16="http://schemas.microsoft.com/office/drawing/2014/main" id="{15514C36-0880-1623-25AC-5F62BC093885}"/>
              </a:ext>
            </a:extLst>
          </p:cNvPr>
          <p:cNvSpPr>
            <a:spLocks/>
          </p:cNvSpPr>
          <p:nvPr/>
        </p:nvSpPr>
        <p:spPr>
          <a:xfrm>
            <a:off x="5946917" y="5963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3525" name="data_3524">
            <a:extLst>
              <a:ext uri="{FF2B5EF4-FFF2-40B4-BE49-F238E27FC236}">
                <a16:creationId xmlns:a16="http://schemas.microsoft.com/office/drawing/2014/main" id="{184FFBAB-DDA8-2FD6-F0DE-BF8A04BC9855}"/>
              </a:ext>
            </a:extLst>
          </p:cNvPr>
          <p:cNvSpPr>
            <a:spLocks/>
          </p:cNvSpPr>
          <p:nvPr/>
        </p:nvSpPr>
        <p:spPr>
          <a:xfrm>
            <a:off x="5946917" y="5956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3526" name="data_3525">
            <a:extLst>
              <a:ext uri="{FF2B5EF4-FFF2-40B4-BE49-F238E27FC236}">
                <a16:creationId xmlns:a16="http://schemas.microsoft.com/office/drawing/2014/main" id="{0BC75E35-7A5B-9C87-52FC-02E8639CC144}"/>
              </a:ext>
            </a:extLst>
          </p:cNvPr>
          <p:cNvSpPr>
            <a:spLocks/>
          </p:cNvSpPr>
          <p:nvPr/>
        </p:nvSpPr>
        <p:spPr>
          <a:xfrm>
            <a:off x="5946917" y="5948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3527" name="data_3526">
            <a:extLst>
              <a:ext uri="{FF2B5EF4-FFF2-40B4-BE49-F238E27FC236}">
                <a16:creationId xmlns:a16="http://schemas.microsoft.com/office/drawing/2014/main" id="{A9BB11A9-176C-4CF5-EBE0-36F6FFC2BD3C}"/>
              </a:ext>
            </a:extLst>
          </p:cNvPr>
          <p:cNvSpPr>
            <a:spLocks/>
          </p:cNvSpPr>
          <p:nvPr/>
        </p:nvSpPr>
        <p:spPr>
          <a:xfrm>
            <a:off x="5946917" y="5941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3528" name="data_3527">
            <a:extLst>
              <a:ext uri="{FF2B5EF4-FFF2-40B4-BE49-F238E27FC236}">
                <a16:creationId xmlns:a16="http://schemas.microsoft.com/office/drawing/2014/main" id="{0CAECE27-1203-5809-9A3E-BD10405E7333}"/>
              </a:ext>
            </a:extLst>
          </p:cNvPr>
          <p:cNvSpPr>
            <a:spLocks/>
          </p:cNvSpPr>
          <p:nvPr/>
        </p:nvSpPr>
        <p:spPr>
          <a:xfrm>
            <a:off x="5946917" y="5934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3529" name="data_3528">
            <a:extLst>
              <a:ext uri="{FF2B5EF4-FFF2-40B4-BE49-F238E27FC236}">
                <a16:creationId xmlns:a16="http://schemas.microsoft.com/office/drawing/2014/main" id="{51811969-BC04-EE3A-E561-09C2E1EEC1FF}"/>
              </a:ext>
            </a:extLst>
          </p:cNvPr>
          <p:cNvSpPr>
            <a:spLocks/>
          </p:cNvSpPr>
          <p:nvPr/>
        </p:nvSpPr>
        <p:spPr>
          <a:xfrm>
            <a:off x="5946917" y="59268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3530" name="data_3529">
            <a:extLst>
              <a:ext uri="{FF2B5EF4-FFF2-40B4-BE49-F238E27FC236}">
                <a16:creationId xmlns:a16="http://schemas.microsoft.com/office/drawing/2014/main" id="{3F6BDFDE-1352-EC0C-F5CD-EA1D44A6E276}"/>
              </a:ext>
            </a:extLst>
          </p:cNvPr>
          <p:cNvSpPr>
            <a:spLocks/>
          </p:cNvSpPr>
          <p:nvPr/>
        </p:nvSpPr>
        <p:spPr>
          <a:xfrm>
            <a:off x="5946917" y="5919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3531" name="data_3530">
            <a:extLst>
              <a:ext uri="{FF2B5EF4-FFF2-40B4-BE49-F238E27FC236}">
                <a16:creationId xmlns:a16="http://schemas.microsoft.com/office/drawing/2014/main" id="{8BCCCE6A-CFC2-5156-DE15-62DC9D5CF91B}"/>
              </a:ext>
            </a:extLst>
          </p:cNvPr>
          <p:cNvSpPr>
            <a:spLocks/>
          </p:cNvSpPr>
          <p:nvPr/>
        </p:nvSpPr>
        <p:spPr>
          <a:xfrm>
            <a:off x="5946917" y="5912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3532" name="data_3531">
            <a:extLst>
              <a:ext uri="{FF2B5EF4-FFF2-40B4-BE49-F238E27FC236}">
                <a16:creationId xmlns:a16="http://schemas.microsoft.com/office/drawing/2014/main" id="{D738A593-DBD9-C9E0-2208-47436537DBE0}"/>
              </a:ext>
            </a:extLst>
          </p:cNvPr>
          <p:cNvSpPr>
            <a:spLocks/>
          </p:cNvSpPr>
          <p:nvPr/>
        </p:nvSpPr>
        <p:spPr>
          <a:xfrm>
            <a:off x="5946917" y="5904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3533" name="data_3532">
            <a:extLst>
              <a:ext uri="{FF2B5EF4-FFF2-40B4-BE49-F238E27FC236}">
                <a16:creationId xmlns:a16="http://schemas.microsoft.com/office/drawing/2014/main" id="{8E2BAFA5-F72D-31B2-9D68-E397FDDC50ED}"/>
              </a:ext>
            </a:extLst>
          </p:cNvPr>
          <p:cNvSpPr>
            <a:spLocks/>
          </p:cNvSpPr>
          <p:nvPr/>
        </p:nvSpPr>
        <p:spPr>
          <a:xfrm>
            <a:off x="5946917" y="5897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3534" name="data_3533">
            <a:extLst>
              <a:ext uri="{FF2B5EF4-FFF2-40B4-BE49-F238E27FC236}">
                <a16:creationId xmlns:a16="http://schemas.microsoft.com/office/drawing/2014/main" id="{DEB4E626-E1A2-5643-0240-8332DDC6B14E}"/>
              </a:ext>
            </a:extLst>
          </p:cNvPr>
          <p:cNvSpPr>
            <a:spLocks/>
          </p:cNvSpPr>
          <p:nvPr/>
        </p:nvSpPr>
        <p:spPr>
          <a:xfrm>
            <a:off x="5946917" y="58902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3535" name="data_3534">
            <a:extLst>
              <a:ext uri="{FF2B5EF4-FFF2-40B4-BE49-F238E27FC236}">
                <a16:creationId xmlns:a16="http://schemas.microsoft.com/office/drawing/2014/main" id="{5D6A8B82-606C-81F9-1648-11AD13DF66A2}"/>
              </a:ext>
            </a:extLst>
          </p:cNvPr>
          <p:cNvSpPr>
            <a:spLocks/>
          </p:cNvSpPr>
          <p:nvPr/>
        </p:nvSpPr>
        <p:spPr>
          <a:xfrm>
            <a:off x="5946917" y="5882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3536" name="data_3535">
            <a:extLst>
              <a:ext uri="{FF2B5EF4-FFF2-40B4-BE49-F238E27FC236}">
                <a16:creationId xmlns:a16="http://schemas.microsoft.com/office/drawing/2014/main" id="{225D6CEB-CF59-AE3B-B885-A4D3FAA16EB2}"/>
              </a:ext>
            </a:extLst>
          </p:cNvPr>
          <p:cNvSpPr>
            <a:spLocks/>
          </p:cNvSpPr>
          <p:nvPr/>
        </p:nvSpPr>
        <p:spPr>
          <a:xfrm>
            <a:off x="5946917" y="5875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3537" name="data_3536">
            <a:extLst>
              <a:ext uri="{FF2B5EF4-FFF2-40B4-BE49-F238E27FC236}">
                <a16:creationId xmlns:a16="http://schemas.microsoft.com/office/drawing/2014/main" id="{C1150FA8-06A1-4D39-8DB3-5917FFF05123}"/>
              </a:ext>
            </a:extLst>
          </p:cNvPr>
          <p:cNvSpPr>
            <a:spLocks/>
          </p:cNvSpPr>
          <p:nvPr/>
        </p:nvSpPr>
        <p:spPr>
          <a:xfrm>
            <a:off x="5946917" y="5868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3538" name="data_3537">
            <a:extLst>
              <a:ext uri="{FF2B5EF4-FFF2-40B4-BE49-F238E27FC236}">
                <a16:creationId xmlns:a16="http://schemas.microsoft.com/office/drawing/2014/main" id="{CF7C08A7-DB38-AE96-A738-C0FFAD18B108}"/>
              </a:ext>
            </a:extLst>
          </p:cNvPr>
          <p:cNvSpPr>
            <a:spLocks/>
          </p:cNvSpPr>
          <p:nvPr/>
        </p:nvSpPr>
        <p:spPr>
          <a:xfrm>
            <a:off x="5946917" y="5860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3539" name="data_3538">
            <a:extLst>
              <a:ext uri="{FF2B5EF4-FFF2-40B4-BE49-F238E27FC236}">
                <a16:creationId xmlns:a16="http://schemas.microsoft.com/office/drawing/2014/main" id="{010BF865-C3CE-D764-305D-582CA881525E}"/>
              </a:ext>
            </a:extLst>
          </p:cNvPr>
          <p:cNvSpPr>
            <a:spLocks/>
          </p:cNvSpPr>
          <p:nvPr/>
        </p:nvSpPr>
        <p:spPr>
          <a:xfrm>
            <a:off x="5946917" y="58536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3540" name="data_3539">
            <a:extLst>
              <a:ext uri="{FF2B5EF4-FFF2-40B4-BE49-F238E27FC236}">
                <a16:creationId xmlns:a16="http://schemas.microsoft.com/office/drawing/2014/main" id="{536FB8D1-8D09-3E0A-796B-965E3FE99C5C}"/>
              </a:ext>
            </a:extLst>
          </p:cNvPr>
          <p:cNvSpPr>
            <a:spLocks/>
          </p:cNvSpPr>
          <p:nvPr/>
        </p:nvSpPr>
        <p:spPr>
          <a:xfrm>
            <a:off x="5946917" y="5846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3541" name="data_3540">
            <a:extLst>
              <a:ext uri="{FF2B5EF4-FFF2-40B4-BE49-F238E27FC236}">
                <a16:creationId xmlns:a16="http://schemas.microsoft.com/office/drawing/2014/main" id="{2781E240-9169-CA3F-3318-26C4EEA5839C}"/>
              </a:ext>
            </a:extLst>
          </p:cNvPr>
          <p:cNvSpPr>
            <a:spLocks/>
          </p:cNvSpPr>
          <p:nvPr/>
        </p:nvSpPr>
        <p:spPr>
          <a:xfrm>
            <a:off x="5946917" y="5838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3542" name="data_3541">
            <a:extLst>
              <a:ext uri="{FF2B5EF4-FFF2-40B4-BE49-F238E27FC236}">
                <a16:creationId xmlns:a16="http://schemas.microsoft.com/office/drawing/2014/main" id="{9386DE64-3324-99D1-6ACF-C17748B5F52F}"/>
              </a:ext>
            </a:extLst>
          </p:cNvPr>
          <p:cNvSpPr>
            <a:spLocks/>
          </p:cNvSpPr>
          <p:nvPr/>
        </p:nvSpPr>
        <p:spPr>
          <a:xfrm>
            <a:off x="5946917" y="5831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3543" name="data_3542">
            <a:extLst>
              <a:ext uri="{FF2B5EF4-FFF2-40B4-BE49-F238E27FC236}">
                <a16:creationId xmlns:a16="http://schemas.microsoft.com/office/drawing/2014/main" id="{D035620A-4477-E46D-D077-6939272B85BF}"/>
              </a:ext>
            </a:extLst>
          </p:cNvPr>
          <p:cNvSpPr>
            <a:spLocks/>
          </p:cNvSpPr>
          <p:nvPr/>
        </p:nvSpPr>
        <p:spPr>
          <a:xfrm>
            <a:off x="5946917" y="5824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3544" name="data_3543">
            <a:extLst>
              <a:ext uri="{FF2B5EF4-FFF2-40B4-BE49-F238E27FC236}">
                <a16:creationId xmlns:a16="http://schemas.microsoft.com/office/drawing/2014/main" id="{1B56247A-6EBE-F577-4664-DC8D36789099}"/>
              </a:ext>
            </a:extLst>
          </p:cNvPr>
          <p:cNvSpPr>
            <a:spLocks/>
          </p:cNvSpPr>
          <p:nvPr/>
        </p:nvSpPr>
        <p:spPr>
          <a:xfrm>
            <a:off x="5946917" y="5817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3545" name="data_3544">
            <a:extLst>
              <a:ext uri="{FF2B5EF4-FFF2-40B4-BE49-F238E27FC236}">
                <a16:creationId xmlns:a16="http://schemas.microsoft.com/office/drawing/2014/main" id="{C88A26AF-07A3-0774-EB30-58C41BE1EF6C}"/>
              </a:ext>
            </a:extLst>
          </p:cNvPr>
          <p:cNvSpPr>
            <a:spLocks/>
          </p:cNvSpPr>
          <p:nvPr/>
        </p:nvSpPr>
        <p:spPr>
          <a:xfrm>
            <a:off x="5946917" y="58096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3546" name="data_3545">
            <a:extLst>
              <a:ext uri="{FF2B5EF4-FFF2-40B4-BE49-F238E27FC236}">
                <a16:creationId xmlns:a16="http://schemas.microsoft.com/office/drawing/2014/main" id="{3323EAA0-F59B-4F09-80E4-B0DE75546D46}"/>
              </a:ext>
            </a:extLst>
          </p:cNvPr>
          <p:cNvSpPr>
            <a:spLocks/>
          </p:cNvSpPr>
          <p:nvPr/>
        </p:nvSpPr>
        <p:spPr>
          <a:xfrm>
            <a:off x="5946917" y="5802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3547" name="data_3546">
            <a:extLst>
              <a:ext uri="{FF2B5EF4-FFF2-40B4-BE49-F238E27FC236}">
                <a16:creationId xmlns:a16="http://schemas.microsoft.com/office/drawing/2014/main" id="{E07AE7C0-C9DF-FC56-B79A-866EA6379901}"/>
              </a:ext>
            </a:extLst>
          </p:cNvPr>
          <p:cNvSpPr>
            <a:spLocks/>
          </p:cNvSpPr>
          <p:nvPr/>
        </p:nvSpPr>
        <p:spPr>
          <a:xfrm>
            <a:off x="5946917" y="5795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3548" name="data_3547">
            <a:extLst>
              <a:ext uri="{FF2B5EF4-FFF2-40B4-BE49-F238E27FC236}">
                <a16:creationId xmlns:a16="http://schemas.microsoft.com/office/drawing/2014/main" id="{D40E90EA-35FC-5743-9265-8CEDC281397A}"/>
              </a:ext>
            </a:extLst>
          </p:cNvPr>
          <p:cNvSpPr>
            <a:spLocks/>
          </p:cNvSpPr>
          <p:nvPr/>
        </p:nvSpPr>
        <p:spPr>
          <a:xfrm>
            <a:off x="5946917" y="5787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3549" name="data_3548">
            <a:extLst>
              <a:ext uri="{FF2B5EF4-FFF2-40B4-BE49-F238E27FC236}">
                <a16:creationId xmlns:a16="http://schemas.microsoft.com/office/drawing/2014/main" id="{F54E2906-A55D-D8CE-BA74-B50FA84BD746}"/>
              </a:ext>
            </a:extLst>
          </p:cNvPr>
          <p:cNvSpPr>
            <a:spLocks/>
          </p:cNvSpPr>
          <p:nvPr/>
        </p:nvSpPr>
        <p:spPr>
          <a:xfrm>
            <a:off x="5946917" y="5780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3550" name="data_3549">
            <a:extLst>
              <a:ext uri="{FF2B5EF4-FFF2-40B4-BE49-F238E27FC236}">
                <a16:creationId xmlns:a16="http://schemas.microsoft.com/office/drawing/2014/main" id="{FF78E89D-CB48-1FFC-C0E9-DD32B479714D}"/>
              </a:ext>
            </a:extLst>
          </p:cNvPr>
          <p:cNvSpPr>
            <a:spLocks/>
          </p:cNvSpPr>
          <p:nvPr/>
        </p:nvSpPr>
        <p:spPr>
          <a:xfrm>
            <a:off x="5946917" y="57730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3551" name="data_3550">
            <a:extLst>
              <a:ext uri="{FF2B5EF4-FFF2-40B4-BE49-F238E27FC236}">
                <a16:creationId xmlns:a16="http://schemas.microsoft.com/office/drawing/2014/main" id="{B5D81644-C885-1842-7111-5AAC54BD7633}"/>
              </a:ext>
            </a:extLst>
          </p:cNvPr>
          <p:cNvSpPr>
            <a:spLocks/>
          </p:cNvSpPr>
          <p:nvPr/>
        </p:nvSpPr>
        <p:spPr>
          <a:xfrm>
            <a:off x="5946917" y="5765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3552" name="data_3551">
            <a:extLst>
              <a:ext uri="{FF2B5EF4-FFF2-40B4-BE49-F238E27FC236}">
                <a16:creationId xmlns:a16="http://schemas.microsoft.com/office/drawing/2014/main" id="{FAC99112-50A8-1756-5448-15C171E52B95}"/>
              </a:ext>
            </a:extLst>
          </p:cNvPr>
          <p:cNvSpPr>
            <a:spLocks/>
          </p:cNvSpPr>
          <p:nvPr/>
        </p:nvSpPr>
        <p:spPr>
          <a:xfrm>
            <a:off x="5946917" y="5758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3553" name="data_3552">
            <a:extLst>
              <a:ext uri="{FF2B5EF4-FFF2-40B4-BE49-F238E27FC236}">
                <a16:creationId xmlns:a16="http://schemas.microsoft.com/office/drawing/2014/main" id="{BAECA8CD-50B9-4B21-249F-23D67ED709CA}"/>
              </a:ext>
            </a:extLst>
          </p:cNvPr>
          <p:cNvSpPr>
            <a:spLocks/>
          </p:cNvSpPr>
          <p:nvPr/>
        </p:nvSpPr>
        <p:spPr>
          <a:xfrm>
            <a:off x="5946917" y="5751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3554" name="data_3553">
            <a:extLst>
              <a:ext uri="{FF2B5EF4-FFF2-40B4-BE49-F238E27FC236}">
                <a16:creationId xmlns:a16="http://schemas.microsoft.com/office/drawing/2014/main" id="{24AA9159-9A16-1B0C-5E7C-DC9BAE2D42EB}"/>
              </a:ext>
            </a:extLst>
          </p:cNvPr>
          <p:cNvSpPr>
            <a:spLocks/>
          </p:cNvSpPr>
          <p:nvPr/>
        </p:nvSpPr>
        <p:spPr>
          <a:xfrm>
            <a:off x="5946917" y="5743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3555" name="data_3554">
            <a:extLst>
              <a:ext uri="{FF2B5EF4-FFF2-40B4-BE49-F238E27FC236}">
                <a16:creationId xmlns:a16="http://schemas.microsoft.com/office/drawing/2014/main" id="{1533F306-9D79-05B8-A1B0-7D9D7917878D}"/>
              </a:ext>
            </a:extLst>
          </p:cNvPr>
          <p:cNvSpPr>
            <a:spLocks/>
          </p:cNvSpPr>
          <p:nvPr/>
        </p:nvSpPr>
        <p:spPr>
          <a:xfrm>
            <a:off x="5946917" y="57364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3556" name="data_3555">
            <a:extLst>
              <a:ext uri="{FF2B5EF4-FFF2-40B4-BE49-F238E27FC236}">
                <a16:creationId xmlns:a16="http://schemas.microsoft.com/office/drawing/2014/main" id="{3C5795ED-A8A1-7611-5E9E-6E2E3869C9BC}"/>
              </a:ext>
            </a:extLst>
          </p:cNvPr>
          <p:cNvSpPr>
            <a:spLocks/>
          </p:cNvSpPr>
          <p:nvPr/>
        </p:nvSpPr>
        <p:spPr>
          <a:xfrm>
            <a:off x="5946917" y="5729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3557" name="data_3556">
            <a:extLst>
              <a:ext uri="{FF2B5EF4-FFF2-40B4-BE49-F238E27FC236}">
                <a16:creationId xmlns:a16="http://schemas.microsoft.com/office/drawing/2014/main" id="{CF3092EC-DFAA-7804-2FA0-3758769FF880}"/>
              </a:ext>
            </a:extLst>
          </p:cNvPr>
          <p:cNvSpPr>
            <a:spLocks/>
          </p:cNvSpPr>
          <p:nvPr/>
        </p:nvSpPr>
        <p:spPr>
          <a:xfrm>
            <a:off x="5946917" y="5721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3558" name="data_3557">
            <a:extLst>
              <a:ext uri="{FF2B5EF4-FFF2-40B4-BE49-F238E27FC236}">
                <a16:creationId xmlns:a16="http://schemas.microsoft.com/office/drawing/2014/main" id="{F6BE448A-FD4C-A9C0-1AA3-8007F1445F5F}"/>
              </a:ext>
            </a:extLst>
          </p:cNvPr>
          <p:cNvSpPr>
            <a:spLocks/>
          </p:cNvSpPr>
          <p:nvPr/>
        </p:nvSpPr>
        <p:spPr>
          <a:xfrm>
            <a:off x="5946917" y="57145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3559" name="data_3558">
            <a:extLst>
              <a:ext uri="{FF2B5EF4-FFF2-40B4-BE49-F238E27FC236}">
                <a16:creationId xmlns:a16="http://schemas.microsoft.com/office/drawing/2014/main" id="{988C321E-AED7-A71B-06DA-228D098EF4D0}"/>
              </a:ext>
            </a:extLst>
          </p:cNvPr>
          <p:cNvSpPr>
            <a:spLocks/>
          </p:cNvSpPr>
          <p:nvPr/>
        </p:nvSpPr>
        <p:spPr>
          <a:xfrm>
            <a:off x="5946917" y="57071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3560" name="data_3559">
            <a:extLst>
              <a:ext uri="{FF2B5EF4-FFF2-40B4-BE49-F238E27FC236}">
                <a16:creationId xmlns:a16="http://schemas.microsoft.com/office/drawing/2014/main" id="{0EC4CC48-BB90-FE41-84A3-8C7BA99993FB}"/>
              </a:ext>
            </a:extLst>
          </p:cNvPr>
          <p:cNvSpPr>
            <a:spLocks/>
          </p:cNvSpPr>
          <p:nvPr/>
        </p:nvSpPr>
        <p:spPr>
          <a:xfrm>
            <a:off x="5946917" y="56998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3561" name="data_3560">
            <a:extLst>
              <a:ext uri="{FF2B5EF4-FFF2-40B4-BE49-F238E27FC236}">
                <a16:creationId xmlns:a16="http://schemas.microsoft.com/office/drawing/2014/main" id="{0C316AA7-7ED4-251F-79EF-BD39C887DB53}"/>
              </a:ext>
            </a:extLst>
          </p:cNvPr>
          <p:cNvSpPr>
            <a:spLocks/>
          </p:cNvSpPr>
          <p:nvPr/>
        </p:nvSpPr>
        <p:spPr>
          <a:xfrm>
            <a:off x="5946917" y="56925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3562" name="data_3561">
            <a:extLst>
              <a:ext uri="{FF2B5EF4-FFF2-40B4-BE49-F238E27FC236}">
                <a16:creationId xmlns:a16="http://schemas.microsoft.com/office/drawing/2014/main" id="{F3802791-BD28-45E7-3BEC-A25C45F91682}"/>
              </a:ext>
            </a:extLst>
          </p:cNvPr>
          <p:cNvSpPr>
            <a:spLocks/>
          </p:cNvSpPr>
          <p:nvPr/>
        </p:nvSpPr>
        <p:spPr>
          <a:xfrm>
            <a:off x="5946917" y="56852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3563" name="data_3562">
            <a:extLst>
              <a:ext uri="{FF2B5EF4-FFF2-40B4-BE49-F238E27FC236}">
                <a16:creationId xmlns:a16="http://schemas.microsoft.com/office/drawing/2014/main" id="{3200A534-B699-7514-71DF-4DD728CA538C}"/>
              </a:ext>
            </a:extLst>
          </p:cNvPr>
          <p:cNvSpPr>
            <a:spLocks/>
          </p:cNvSpPr>
          <p:nvPr/>
        </p:nvSpPr>
        <p:spPr>
          <a:xfrm>
            <a:off x="5946917" y="56778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3564" name="data_3563">
            <a:extLst>
              <a:ext uri="{FF2B5EF4-FFF2-40B4-BE49-F238E27FC236}">
                <a16:creationId xmlns:a16="http://schemas.microsoft.com/office/drawing/2014/main" id="{9423B477-0033-DD1D-A58C-AC62750678CF}"/>
              </a:ext>
            </a:extLst>
          </p:cNvPr>
          <p:cNvSpPr>
            <a:spLocks/>
          </p:cNvSpPr>
          <p:nvPr/>
        </p:nvSpPr>
        <p:spPr>
          <a:xfrm>
            <a:off x="5946917" y="56705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3565" name="data_3564">
            <a:extLst>
              <a:ext uri="{FF2B5EF4-FFF2-40B4-BE49-F238E27FC236}">
                <a16:creationId xmlns:a16="http://schemas.microsoft.com/office/drawing/2014/main" id="{C75181EE-E10B-397C-7E9C-6C4CE4098407}"/>
              </a:ext>
            </a:extLst>
          </p:cNvPr>
          <p:cNvSpPr>
            <a:spLocks/>
          </p:cNvSpPr>
          <p:nvPr/>
        </p:nvSpPr>
        <p:spPr>
          <a:xfrm>
            <a:off x="5946917" y="56632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3566" name="data_3565">
            <a:extLst>
              <a:ext uri="{FF2B5EF4-FFF2-40B4-BE49-F238E27FC236}">
                <a16:creationId xmlns:a16="http://schemas.microsoft.com/office/drawing/2014/main" id="{EBB7EF64-7D8C-E7BF-C43E-14CF4C11ADDB}"/>
              </a:ext>
            </a:extLst>
          </p:cNvPr>
          <p:cNvSpPr>
            <a:spLocks/>
          </p:cNvSpPr>
          <p:nvPr/>
        </p:nvSpPr>
        <p:spPr>
          <a:xfrm>
            <a:off x="5946917" y="56559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3567" name="data_3566">
            <a:extLst>
              <a:ext uri="{FF2B5EF4-FFF2-40B4-BE49-F238E27FC236}">
                <a16:creationId xmlns:a16="http://schemas.microsoft.com/office/drawing/2014/main" id="{769FB480-E254-02B4-5B38-2A57DA2FDCC0}"/>
              </a:ext>
            </a:extLst>
          </p:cNvPr>
          <p:cNvSpPr>
            <a:spLocks/>
          </p:cNvSpPr>
          <p:nvPr/>
        </p:nvSpPr>
        <p:spPr>
          <a:xfrm>
            <a:off x="5946917" y="56486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3568" name="data_3567">
            <a:extLst>
              <a:ext uri="{FF2B5EF4-FFF2-40B4-BE49-F238E27FC236}">
                <a16:creationId xmlns:a16="http://schemas.microsoft.com/office/drawing/2014/main" id="{827F4BA7-278E-F9DA-CE3F-2DF8DAAFB722}"/>
              </a:ext>
            </a:extLst>
          </p:cNvPr>
          <p:cNvSpPr>
            <a:spLocks/>
          </p:cNvSpPr>
          <p:nvPr/>
        </p:nvSpPr>
        <p:spPr>
          <a:xfrm>
            <a:off x="5946917" y="56412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3569" name="data_3568">
            <a:extLst>
              <a:ext uri="{FF2B5EF4-FFF2-40B4-BE49-F238E27FC236}">
                <a16:creationId xmlns:a16="http://schemas.microsoft.com/office/drawing/2014/main" id="{9A3A3BC2-F285-BBD1-A3C5-2486781B9DE0}"/>
              </a:ext>
            </a:extLst>
          </p:cNvPr>
          <p:cNvSpPr>
            <a:spLocks/>
          </p:cNvSpPr>
          <p:nvPr/>
        </p:nvSpPr>
        <p:spPr>
          <a:xfrm>
            <a:off x="5946917" y="56339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3570" name="data_3569">
            <a:extLst>
              <a:ext uri="{FF2B5EF4-FFF2-40B4-BE49-F238E27FC236}">
                <a16:creationId xmlns:a16="http://schemas.microsoft.com/office/drawing/2014/main" id="{33A5EE5F-4065-E41C-BEE9-B6B918EF6189}"/>
              </a:ext>
            </a:extLst>
          </p:cNvPr>
          <p:cNvSpPr>
            <a:spLocks/>
          </p:cNvSpPr>
          <p:nvPr/>
        </p:nvSpPr>
        <p:spPr>
          <a:xfrm>
            <a:off x="5946917" y="56266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3571" name="data_3570">
            <a:extLst>
              <a:ext uri="{FF2B5EF4-FFF2-40B4-BE49-F238E27FC236}">
                <a16:creationId xmlns:a16="http://schemas.microsoft.com/office/drawing/2014/main" id="{38170509-36A3-6774-732E-9F8CB1F8B227}"/>
              </a:ext>
            </a:extLst>
          </p:cNvPr>
          <p:cNvSpPr>
            <a:spLocks/>
          </p:cNvSpPr>
          <p:nvPr/>
        </p:nvSpPr>
        <p:spPr>
          <a:xfrm>
            <a:off x="5946917" y="56193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3572" name="data_3571">
            <a:extLst>
              <a:ext uri="{FF2B5EF4-FFF2-40B4-BE49-F238E27FC236}">
                <a16:creationId xmlns:a16="http://schemas.microsoft.com/office/drawing/2014/main" id="{4D55E9C4-CD2E-4071-B5F4-193131F4A84B}"/>
              </a:ext>
            </a:extLst>
          </p:cNvPr>
          <p:cNvSpPr>
            <a:spLocks/>
          </p:cNvSpPr>
          <p:nvPr/>
        </p:nvSpPr>
        <p:spPr>
          <a:xfrm>
            <a:off x="5946917" y="56120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3573" name="data_3572">
            <a:extLst>
              <a:ext uri="{FF2B5EF4-FFF2-40B4-BE49-F238E27FC236}">
                <a16:creationId xmlns:a16="http://schemas.microsoft.com/office/drawing/2014/main" id="{C3751654-F3D9-7D2A-12F3-2C834DE4AC63}"/>
              </a:ext>
            </a:extLst>
          </p:cNvPr>
          <p:cNvSpPr>
            <a:spLocks/>
          </p:cNvSpPr>
          <p:nvPr/>
        </p:nvSpPr>
        <p:spPr>
          <a:xfrm>
            <a:off x="5946917" y="56046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3574" name="data_3573">
            <a:extLst>
              <a:ext uri="{FF2B5EF4-FFF2-40B4-BE49-F238E27FC236}">
                <a16:creationId xmlns:a16="http://schemas.microsoft.com/office/drawing/2014/main" id="{EE580189-45F0-D2BA-4342-6CA53EB4C68B}"/>
              </a:ext>
            </a:extLst>
          </p:cNvPr>
          <p:cNvSpPr>
            <a:spLocks/>
          </p:cNvSpPr>
          <p:nvPr/>
        </p:nvSpPr>
        <p:spPr>
          <a:xfrm>
            <a:off x="5946917" y="55973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3575" name="data_3574">
            <a:extLst>
              <a:ext uri="{FF2B5EF4-FFF2-40B4-BE49-F238E27FC236}">
                <a16:creationId xmlns:a16="http://schemas.microsoft.com/office/drawing/2014/main" id="{90BECAAD-BA4F-BBDE-CFFE-6B12C7BBB87B}"/>
              </a:ext>
            </a:extLst>
          </p:cNvPr>
          <p:cNvSpPr>
            <a:spLocks/>
          </p:cNvSpPr>
          <p:nvPr/>
        </p:nvSpPr>
        <p:spPr>
          <a:xfrm>
            <a:off x="5946917" y="55900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3576" name="data_3575">
            <a:extLst>
              <a:ext uri="{FF2B5EF4-FFF2-40B4-BE49-F238E27FC236}">
                <a16:creationId xmlns:a16="http://schemas.microsoft.com/office/drawing/2014/main" id="{0CEB2C19-A766-B9D1-297B-A7F2FECD694E}"/>
              </a:ext>
            </a:extLst>
          </p:cNvPr>
          <p:cNvSpPr>
            <a:spLocks/>
          </p:cNvSpPr>
          <p:nvPr/>
        </p:nvSpPr>
        <p:spPr>
          <a:xfrm>
            <a:off x="5946917" y="55827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3577" name="data_3576">
            <a:extLst>
              <a:ext uri="{FF2B5EF4-FFF2-40B4-BE49-F238E27FC236}">
                <a16:creationId xmlns:a16="http://schemas.microsoft.com/office/drawing/2014/main" id="{F0D68983-B35C-2535-6F21-4F381A811E73}"/>
              </a:ext>
            </a:extLst>
          </p:cNvPr>
          <p:cNvSpPr>
            <a:spLocks/>
          </p:cNvSpPr>
          <p:nvPr/>
        </p:nvSpPr>
        <p:spPr>
          <a:xfrm>
            <a:off x="5946917" y="55753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3578" name="data_3577">
            <a:extLst>
              <a:ext uri="{FF2B5EF4-FFF2-40B4-BE49-F238E27FC236}">
                <a16:creationId xmlns:a16="http://schemas.microsoft.com/office/drawing/2014/main" id="{3E2BF706-DEDB-C537-200A-17732AC00828}"/>
              </a:ext>
            </a:extLst>
          </p:cNvPr>
          <p:cNvSpPr>
            <a:spLocks/>
          </p:cNvSpPr>
          <p:nvPr/>
        </p:nvSpPr>
        <p:spPr>
          <a:xfrm>
            <a:off x="5946917" y="55680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3579" name="data_3578">
            <a:extLst>
              <a:ext uri="{FF2B5EF4-FFF2-40B4-BE49-F238E27FC236}">
                <a16:creationId xmlns:a16="http://schemas.microsoft.com/office/drawing/2014/main" id="{C0993DD9-E2A2-F441-5F82-5F0AE3FD3DF7}"/>
              </a:ext>
            </a:extLst>
          </p:cNvPr>
          <p:cNvSpPr>
            <a:spLocks/>
          </p:cNvSpPr>
          <p:nvPr/>
        </p:nvSpPr>
        <p:spPr>
          <a:xfrm>
            <a:off x="5946917" y="55607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3580" name="data_3579">
            <a:extLst>
              <a:ext uri="{FF2B5EF4-FFF2-40B4-BE49-F238E27FC236}">
                <a16:creationId xmlns:a16="http://schemas.microsoft.com/office/drawing/2014/main" id="{642DC284-B8D1-5B98-4AEF-32992F148976}"/>
              </a:ext>
            </a:extLst>
          </p:cNvPr>
          <p:cNvSpPr>
            <a:spLocks/>
          </p:cNvSpPr>
          <p:nvPr/>
        </p:nvSpPr>
        <p:spPr>
          <a:xfrm>
            <a:off x="5946917" y="55534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3581" name="data_3580">
            <a:extLst>
              <a:ext uri="{FF2B5EF4-FFF2-40B4-BE49-F238E27FC236}">
                <a16:creationId xmlns:a16="http://schemas.microsoft.com/office/drawing/2014/main" id="{A4DDC99D-4592-8516-8432-DB5577EFE0E0}"/>
              </a:ext>
            </a:extLst>
          </p:cNvPr>
          <p:cNvSpPr>
            <a:spLocks/>
          </p:cNvSpPr>
          <p:nvPr/>
        </p:nvSpPr>
        <p:spPr>
          <a:xfrm>
            <a:off x="5946917" y="55461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3582" name="data_3581">
            <a:extLst>
              <a:ext uri="{FF2B5EF4-FFF2-40B4-BE49-F238E27FC236}">
                <a16:creationId xmlns:a16="http://schemas.microsoft.com/office/drawing/2014/main" id="{CA3966EC-331D-18CF-A386-2F4CFBBD9ECE}"/>
              </a:ext>
            </a:extLst>
          </p:cNvPr>
          <p:cNvSpPr>
            <a:spLocks/>
          </p:cNvSpPr>
          <p:nvPr/>
        </p:nvSpPr>
        <p:spPr>
          <a:xfrm>
            <a:off x="5946917" y="55387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3" name="data_3582">
            <a:extLst>
              <a:ext uri="{FF2B5EF4-FFF2-40B4-BE49-F238E27FC236}">
                <a16:creationId xmlns:a16="http://schemas.microsoft.com/office/drawing/2014/main" id="{BDA2B85F-3EA7-8321-DEFD-C49B9E977553}"/>
              </a:ext>
            </a:extLst>
          </p:cNvPr>
          <p:cNvSpPr>
            <a:spLocks/>
          </p:cNvSpPr>
          <p:nvPr/>
        </p:nvSpPr>
        <p:spPr>
          <a:xfrm>
            <a:off x="5946917" y="55314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4" name="data_3583">
            <a:extLst>
              <a:ext uri="{FF2B5EF4-FFF2-40B4-BE49-F238E27FC236}">
                <a16:creationId xmlns:a16="http://schemas.microsoft.com/office/drawing/2014/main" id="{F2B3EB61-599E-A27B-E183-68D91ECC8B37}"/>
              </a:ext>
            </a:extLst>
          </p:cNvPr>
          <p:cNvSpPr>
            <a:spLocks/>
          </p:cNvSpPr>
          <p:nvPr/>
        </p:nvSpPr>
        <p:spPr>
          <a:xfrm>
            <a:off x="5946917" y="55241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3585" name="data_3584">
            <a:extLst>
              <a:ext uri="{FF2B5EF4-FFF2-40B4-BE49-F238E27FC236}">
                <a16:creationId xmlns:a16="http://schemas.microsoft.com/office/drawing/2014/main" id="{E562B14D-4119-B267-B29E-A1211D0B8387}"/>
              </a:ext>
            </a:extLst>
          </p:cNvPr>
          <p:cNvSpPr>
            <a:spLocks/>
          </p:cNvSpPr>
          <p:nvPr/>
        </p:nvSpPr>
        <p:spPr>
          <a:xfrm>
            <a:off x="5946917" y="55168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3586" name="data_3585">
            <a:extLst>
              <a:ext uri="{FF2B5EF4-FFF2-40B4-BE49-F238E27FC236}">
                <a16:creationId xmlns:a16="http://schemas.microsoft.com/office/drawing/2014/main" id="{58F686B9-7864-5EBC-E126-943C7922274C}"/>
              </a:ext>
            </a:extLst>
          </p:cNvPr>
          <p:cNvSpPr>
            <a:spLocks/>
          </p:cNvSpPr>
          <p:nvPr/>
        </p:nvSpPr>
        <p:spPr>
          <a:xfrm>
            <a:off x="5946917" y="55094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3587" name="data_3586">
            <a:extLst>
              <a:ext uri="{FF2B5EF4-FFF2-40B4-BE49-F238E27FC236}">
                <a16:creationId xmlns:a16="http://schemas.microsoft.com/office/drawing/2014/main" id="{C3A43CDB-8A8C-F4FE-016B-3A62810AA5CF}"/>
              </a:ext>
            </a:extLst>
          </p:cNvPr>
          <p:cNvSpPr>
            <a:spLocks/>
          </p:cNvSpPr>
          <p:nvPr/>
        </p:nvSpPr>
        <p:spPr>
          <a:xfrm>
            <a:off x="5946917" y="55021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3588" name="data_3587">
            <a:extLst>
              <a:ext uri="{FF2B5EF4-FFF2-40B4-BE49-F238E27FC236}">
                <a16:creationId xmlns:a16="http://schemas.microsoft.com/office/drawing/2014/main" id="{510D8077-C919-79AE-0393-4AC9D0D5E7E6}"/>
              </a:ext>
            </a:extLst>
          </p:cNvPr>
          <p:cNvSpPr>
            <a:spLocks/>
          </p:cNvSpPr>
          <p:nvPr/>
        </p:nvSpPr>
        <p:spPr>
          <a:xfrm>
            <a:off x="5946917" y="54948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3589" name="data_3588">
            <a:extLst>
              <a:ext uri="{FF2B5EF4-FFF2-40B4-BE49-F238E27FC236}">
                <a16:creationId xmlns:a16="http://schemas.microsoft.com/office/drawing/2014/main" id="{FCF4A35B-A217-9B18-2D18-E8A20F61B534}"/>
              </a:ext>
            </a:extLst>
          </p:cNvPr>
          <p:cNvSpPr>
            <a:spLocks/>
          </p:cNvSpPr>
          <p:nvPr/>
        </p:nvSpPr>
        <p:spPr>
          <a:xfrm>
            <a:off x="5946917" y="54875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3590" name="data_3589">
            <a:extLst>
              <a:ext uri="{FF2B5EF4-FFF2-40B4-BE49-F238E27FC236}">
                <a16:creationId xmlns:a16="http://schemas.microsoft.com/office/drawing/2014/main" id="{B7C29B5F-A229-ED9D-AED7-657F2E7B3649}"/>
              </a:ext>
            </a:extLst>
          </p:cNvPr>
          <p:cNvSpPr>
            <a:spLocks/>
          </p:cNvSpPr>
          <p:nvPr/>
        </p:nvSpPr>
        <p:spPr>
          <a:xfrm>
            <a:off x="5946917" y="54802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3591" name="data_3590">
            <a:extLst>
              <a:ext uri="{FF2B5EF4-FFF2-40B4-BE49-F238E27FC236}">
                <a16:creationId xmlns:a16="http://schemas.microsoft.com/office/drawing/2014/main" id="{E13A61CD-D7CA-02C9-142B-70CC9B30CA91}"/>
              </a:ext>
            </a:extLst>
          </p:cNvPr>
          <p:cNvSpPr>
            <a:spLocks/>
          </p:cNvSpPr>
          <p:nvPr/>
        </p:nvSpPr>
        <p:spPr>
          <a:xfrm>
            <a:off x="5946917" y="54728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3592" name="data_3591">
            <a:extLst>
              <a:ext uri="{FF2B5EF4-FFF2-40B4-BE49-F238E27FC236}">
                <a16:creationId xmlns:a16="http://schemas.microsoft.com/office/drawing/2014/main" id="{8142AC99-350F-EAB3-CB65-19FD3DDF1412}"/>
              </a:ext>
            </a:extLst>
          </p:cNvPr>
          <p:cNvSpPr>
            <a:spLocks/>
          </p:cNvSpPr>
          <p:nvPr/>
        </p:nvSpPr>
        <p:spPr>
          <a:xfrm>
            <a:off x="5946917" y="54655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3593" name="data_3592">
            <a:extLst>
              <a:ext uri="{FF2B5EF4-FFF2-40B4-BE49-F238E27FC236}">
                <a16:creationId xmlns:a16="http://schemas.microsoft.com/office/drawing/2014/main" id="{1050A69E-63BE-7A07-1AA2-5E93274BB999}"/>
              </a:ext>
            </a:extLst>
          </p:cNvPr>
          <p:cNvSpPr>
            <a:spLocks/>
          </p:cNvSpPr>
          <p:nvPr/>
        </p:nvSpPr>
        <p:spPr>
          <a:xfrm>
            <a:off x="5946917" y="54582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3594" name="data_3593">
            <a:extLst>
              <a:ext uri="{FF2B5EF4-FFF2-40B4-BE49-F238E27FC236}">
                <a16:creationId xmlns:a16="http://schemas.microsoft.com/office/drawing/2014/main" id="{3573CFDD-D2FD-90DD-7271-2ED6675CE666}"/>
              </a:ext>
            </a:extLst>
          </p:cNvPr>
          <p:cNvSpPr>
            <a:spLocks/>
          </p:cNvSpPr>
          <p:nvPr/>
        </p:nvSpPr>
        <p:spPr>
          <a:xfrm>
            <a:off x="5946917" y="54509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3595" name="data_3594">
            <a:extLst>
              <a:ext uri="{FF2B5EF4-FFF2-40B4-BE49-F238E27FC236}">
                <a16:creationId xmlns:a16="http://schemas.microsoft.com/office/drawing/2014/main" id="{00EB0080-632E-D599-024E-F6CACA1838FC}"/>
              </a:ext>
            </a:extLst>
          </p:cNvPr>
          <p:cNvSpPr>
            <a:spLocks/>
          </p:cNvSpPr>
          <p:nvPr/>
        </p:nvSpPr>
        <p:spPr>
          <a:xfrm>
            <a:off x="5946917" y="54435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3596" name="data_3595">
            <a:extLst>
              <a:ext uri="{FF2B5EF4-FFF2-40B4-BE49-F238E27FC236}">
                <a16:creationId xmlns:a16="http://schemas.microsoft.com/office/drawing/2014/main" id="{431E0FE6-F90D-9EB6-01F7-4D71CFD26609}"/>
              </a:ext>
            </a:extLst>
          </p:cNvPr>
          <p:cNvSpPr>
            <a:spLocks/>
          </p:cNvSpPr>
          <p:nvPr/>
        </p:nvSpPr>
        <p:spPr>
          <a:xfrm>
            <a:off x="5946917" y="54362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3597" name="data_3596">
            <a:extLst>
              <a:ext uri="{FF2B5EF4-FFF2-40B4-BE49-F238E27FC236}">
                <a16:creationId xmlns:a16="http://schemas.microsoft.com/office/drawing/2014/main" id="{AD78FB08-B4D7-7CCA-546E-AE2F4F1BCA50}"/>
              </a:ext>
            </a:extLst>
          </p:cNvPr>
          <p:cNvSpPr>
            <a:spLocks/>
          </p:cNvSpPr>
          <p:nvPr/>
        </p:nvSpPr>
        <p:spPr>
          <a:xfrm>
            <a:off x="5946917" y="54289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3598" name="data_3597">
            <a:extLst>
              <a:ext uri="{FF2B5EF4-FFF2-40B4-BE49-F238E27FC236}">
                <a16:creationId xmlns:a16="http://schemas.microsoft.com/office/drawing/2014/main" id="{7F8D71D1-3051-DA7A-087F-4F2A37AD4091}"/>
              </a:ext>
            </a:extLst>
          </p:cNvPr>
          <p:cNvSpPr>
            <a:spLocks/>
          </p:cNvSpPr>
          <p:nvPr/>
        </p:nvSpPr>
        <p:spPr>
          <a:xfrm>
            <a:off x="5946917" y="54216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3599" name="data_3598">
            <a:extLst>
              <a:ext uri="{FF2B5EF4-FFF2-40B4-BE49-F238E27FC236}">
                <a16:creationId xmlns:a16="http://schemas.microsoft.com/office/drawing/2014/main" id="{686460ED-4237-5841-BEDA-99D86376238F}"/>
              </a:ext>
            </a:extLst>
          </p:cNvPr>
          <p:cNvSpPr>
            <a:spLocks/>
          </p:cNvSpPr>
          <p:nvPr/>
        </p:nvSpPr>
        <p:spPr>
          <a:xfrm>
            <a:off x="5946917" y="54143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0" name="data_3599">
            <a:extLst>
              <a:ext uri="{FF2B5EF4-FFF2-40B4-BE49-F238E27FC236}">
                <a16:creationId xmlns:a16="http://schemas.microsoft.com/office/drawing/2014/main" id="{1C011C9D-A1D1-0E32-813A-D8E5545A30EF}"/>
              </a:ext>
            </a:extLst>
          </p:cNvPr>
          <p:cNvSpPr>
            <a:spLocks/>
          </p:cNvSpPr>
          <p:nvPr/>
        </p:nvSpPr>
        <p:spPr>
          <a:xfrm>
            <a:off x="5946917" y="54069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1" name="data_3600">
            <a:extLst>
              <a:ext uri="{FF2B5EF4-FFF2-40B4-BE49-F238E27FC236}">
                <a16:creationId xmlns:a16="http://schemas.microsoft.com/office/drawing/2014/main" id="{C29D9B50-6F63-0288-3AAF-1EAB56F72C89}"/>
              </a:ext>
            </a:extLst>
          </p:cNvPr>
          <p:cNvSpPr>
            <a:spLocks/>
          </p:cNvSpPr>
          <p:nvPr/>
        </p:nvSpPr>
        <p:spPr>
          <a:xfrm>
            <a:off x="5946917" y="53996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3602" name="data_3601">
            <a:extLst>
              <a:ext uri="{FF2B5EF4-FFF2-40B4-BE49-F238E27FC236}">
                <a16:creationId xmlns:a16="http://schemas.microsoft.com/office/drawing/2014/main" id="{ADF1FF73-5247-1570-7899-3DA99CDA2833}"/>
              </a:ext>
            </a:extLst>
          </p:cNvPr>
          <p:cNvSpPr>
            <a:spLocks/>
          </p:cNvSpPr>
          <p:nvPr/>
        </p:nvSpPr>
        <p:spPr>
          <a:xfrm>
            <a:off x="5946917" y="53923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3603" name="data_3602">
            <a:extLst>
              <a:ext uri="{FF2B5EF4-FFF2-40B4-BE49-F238E27FC236}">
                <a16:creationId xmlns:a16="http://schemas.microsoft.com/office/drawing/2014/main" id="{03D9A714-5BF2-A305-B5CE-4398CDC73C33}"/>
              </a:ext>
            </a:extLst>
          </p:cNvPr>
          <p:cNvSpPr>
            <a:spLocks/>
          </p:cNvSpPr>
          <p:nvPr/>
        </p:nvSpPr>
        <p:spPr>
          <a:xfrm>
            <a:off x="5946917" y="53850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3604" name="data_3603">
            <a:extLst>
              <a:ext uri="{FF2B5EF4-FFF2-40B4-BE49-F238E27FC236}">
                <a16:creationId xmlns:a16="http://schemas.microsoft.com/office/drawing/2014/main" id="{51FECCF1-61BF-36E4-1A17-047C806004E9}"/>
              </a:ext>
            </a:extLst>
          </p:cNvPr>
          <p:cNvSpPr>
            <a:spLocks/>
          </p:cNvSpPr>
          <p:nvPr/>
        </p:nvSpPr>
        <p:spPr>
          <a:xfrm>
            <a:off x="5946917" y="53777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3605" name="data_3604">
            <a:extLst>
              <a:ext uri="{FF2B5EF4-FFF2-40B4-BE49-F238E27FC236}">
                <a16:creationId xmlns:a16="http://schemas.microsoft.com/office/drawing/2014/main" id="{3FCF96EE-6D4F-D877-8AE9-862B07CB8990}"/>
              </a:ext>
            </a:extLst>
          </p:cNvPr>
          <p:cNvSpPr>
            <a:spLocks/>
          </p:cNvSpPr>
          <p:nvPr/>
        </p:nvSpPr>
        <p:spPr>
          <a:xfrm>
            <a:off x="5946917" y="53703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3606" name="data_3605">
            <a:extLst>
              <a:ext uri="{FF2B5EF4-FFF2-40B4-BE49-F238E27FC236}">
                <a16:creationId xmlns:a16="http://schemas.microsoft.com/office/drawing/2014/main" id="{E2B8B0EA-5937-B5F1-21BD-7C891836A9AE}"/>
              </a:ext>
            </a:extLst>
          </p:cNvPr>
          <p:cNvSpPr>
            <a:spLocks/>
          </p:cNvSpPr>
          <p:nvPr/>
        </p:nvSpPr>
        <p:spPr>
          <a:xfrm>
            <a:off x="5946917" y="53630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3607" name="data_3606">
            <a:extLst>
              <a:ext uri="{FF2B5EF4-FFF2-40B4-BE49-F238E27FC236}">
                <a16:creationId xmlns:a16="http://schemas.microsoft.com/office/drawing/2014/main" id="{E67CC523-DB4D-3894-CD81-C8A55C46CE20}"/>
              </a:ext>
            </a:extLst>
          </p:cNvPr>
          <p:cNvSpPr>
            <a:spLocks/>
          </p:cNvSpPr>
          <p:nvPr/>
        </p:nvSpPr>
        <p:spPr>
          <a:xfrm>
            <a:off x="5946917" y="53557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3608" name="data_3607">
            <a:extLst>
              <a:ext uri="{FF2B5EF4-FFF2-40B4-BE49-F238E27FC236}">
                <a16:creationId xmlns:a16="http://schemas.microsoft.com/office/drawing/2014/main" id="{876E79D1-67A0-9FBC-2A7A-175E9D259F86}"/>
              </a:ext>
            </a:extLst>
          </p:cNvPr>
          <p:cNvSpPr>
            <a:spLocks/>
          </p:cNvSpPr>
          <p:nvPr/>
        </p:nvSpPr>
        <p:spPr>
          <a:xfrm>
            <a:off x="5946917" y="53484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3609" name="data_3608">
            <a:extLst>
              <a:ext uri="{FF2B5EF4-FFF2-40B4-BE49-F238E27FC236}">
                <a16:creationId xmlns:a16="http://schemas.microsoft.com/office/drawing/2014/main" id="{3C85207C-F591-2E85-057A-0932AAAF4820}"/>
              </a:ext>
            </a:extLst>
          </p:cNvPr>
          <p:cNvSpPr>
            <a:spLocks/>
          </p:cNvSpPr>
          <p:nvPr/>
        </p:nvSpPr>
        <p:spPr>
          <a:xfrm>
            <a:off x="5946917" y="53410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3610" name="data_3609">
            <a:extLst>
              <a:ext uri="{FF2B5EF4-FFF2-40B4-BE49-F238E27FC236}">
                <a16:creationId xmlns:a16="http://schemas.microsoft.com/office/drawing/2014/main" id="{14791C3E-D520-4E70-3575-ACC0DF42BB75}"/>
              </a:ext>
            </a:extLst>
          </p:cNvPr>
          <p:cNvSpPr>
            <a:spLocks/>
          </p:cNvSpPr>
          <p:nvPr/>
        </p:nvSpPr>
        <p:spPr>
          <a:xfrm>
            <a:off x="5946917" y="53337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3611" name="data_3610">
            <a:extLst>
              <a:ext uri="{FF2B5EF4-FFF2-40B4-BE49-F238E27FC236}">
                <a16:creationId xmlns:a16="http://schemas.microsoft.com/office/drawing/2014/main" id="{114F435F-D107-9DC6-5AC8-B52671F4FE91}"/>
              </a:ext>
            </a:extLst>
          </p:cNvPr>
          <p:cNvSpPr>
            <a:spLocks/>
          </p:cNvSpPr>
          <p:nvPr/>
        </p:nvSpPr>
        <p:spPr>
          <a:xfrm>
            <a:off x="5946917" y="53264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3612" name="data_3611">
            <a:extLst>
              <a:ext uri="{FF2B5EF4-FFF2-40B4-BE49-F238E27FC236}">
                <a16:creationId xmlns:a16="http://schemas.microsoft.com/office/drawing/2014/main" id="{09709D81-B289-BF05-E947-181961778760}"/>
              </a:ext>
            </a:extLst>
          </p:cNvPr>
          <p:cNvSpPr>
            <a:spLocks/>
          </p:cNvSpPr>
          <p:nvPr/>
        </p:nvSpPr>
        <p:spPr>
          <a:xfrm>
            <a:off x="5946917" y="53191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3613" name="data_3612">
            <a:extLst>
              <a:ext uri="{FF2B5EF4-FFF2-40B4-BE49-F238E27FC236}">
                <a16:creationId xmlns:a16="http://schemas.microsoft.com/office/drawing/2014/main" id="{918B14F5-E062-BD94-018E-F243BF52FC6B}"/>
              </a:ext>
            </a:extLst>
          </p:cNvPr>
          <p:cNvSpPr>
            <a:spLocks/>
          </p:cNvSpPr>
          <p:nvPr/>
        </p:nvSpPr>
        <p:spPr>
          <a:xfrm>
            <a:off x="5946917" y="53118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3614" name="data_3613">
            <a:extLst>
              <a:ext uri="{FF2B5EF4-FFF2-40B4-BE49-F238E27FC236}">
                <a16:creationId xmlns:a16="http://schemas.microsoft.com/office/drawing/2014/main" id="{33CD3B23-FC3F-2794-FEC7-D6D9D4A951C2}"/>
              </a:ext>
            </a:extLst>
          </p:cNvPr>
          <p:cNvSpPr>
            <a:spLocks/>
          </p:cNvSpPr>
          <p:nvPr/>
        </p:nvSpPr>
        <p:spPr>
          <a:xfrm>
            <a:off x="5946917" y="53044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3615" name="data_3614">
            <a:extLst>
              <a:ext uri="{FF2B5EF4-FFF2-40B4-BE49-F238E27FC236}">
                <a16:creationId xmlns:a16="http://schemas.microsoft.com/office/drawing/2014/main" id="{66162347-BA36-94E6-8CE6-3A317B77794A}"/>
              </a:ext>
            </a:extLst>
          </p:cNvPr>
          <p:cNvSpPr>
            <a:spLocks/>
          </p:cNvSpPr>
          <p:nvPr/>
        </p:nvSpPr>
        <p:spPr>
          <a:xfrm>
            <a:off x="5946917" y="52971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3616" name="data_3615">
            <a:extLst>
              <a:ext uri="{FF2B5EF4-FFF2-40B4-BE49-F238E27FC236}">
                <a16:creationId xmlns:a16="http://schemas.microsoft.com/office/drawing/2014/main" id="{2C9526D0-D2F3-992A-4BE5-A6C45A156BB8}"/>
              </a:ext>
            </a:extLst>
          </p:cNvPr>
          <p:cNvSpPr>
            <a:spLocks/>
          </p:cNvSpPr>
          <p:nvPr/>
        </p:nvSpPr>
        <p:spPr>
          <a:xfrm>
            <a:off x="5946917" y="52898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3617" name="data_3616">
            <a:extLst>
              <a:ext uri="{FF2B5EF4-FFF2-40B4-BE49-F238E27FC236}">
                <a16:creationId xmlns:a16="http://schemas.microsoft.com/office/drawing/2014/main" id="{E0C1B7CA-ED13-FFC0-C9A8-E989EE05E12A}"/>
              </a:ext>
            </a:extLst>
          </p:cNvPr>
          <p:cNvSpPr>
            <a:spLocks/>
          </p:cNvSpPr>
          <p:nvPr/>
        </p:nvSpPr>
        <p:spPr>
          <a:xfrm>
            <a:off x="5946917" y="52825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3618" name="data_3617">
            <a:extLst>
              <a:ext uri="{FF2B5EF4-FFF2-40B4-BE49-F238E27FC236}">
                <a16:creationId xmlns:a16="http://schemas.microsoft.com/office/drawing/2014/main" id="{F65344E9-CDFF-E663-9061-874C574D1CDB}"/>
              </a:ext>
            </a:extLst>
          </p:cNvPr>
          <p:cNvSpPr>
            <a:spLocks/>
          </p:cNvSpPr>
          <p:nvPr/>
        </p:nvSpPr>
        <p:spPr>
          <a:xfrm>
            <a:off x="5946917" y="52751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3619" name="data_3618">
            <a:extLst>
              <a:ext uri="{FF2B5EF4-FFF2-40B4-BE49-F238E27FC236}">
                <a16:creationId xmlns:a16="http://schemas.microsoft.com/office/drawing/2014/main" id="{B1C97BAD-62EE-6985-5624-97C9FA411613}"/>
              </a:ext>
            </a:extLst>
          </p:cNvPr>
          <p:cNvSpPr>
            <a:spLocks/>
          </p:cNvSpPr>
          <p:nvPr/>
        </p:nvSpPr>
        <p:spPr>
          <a:xfrm>
            <a:off x="5946917" y="52678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3620" name="data_3619">
            <a:extLst>
              <a:ext uri="{FF2B5EF4-FFF2-40B4-BE49-F238E27FC236}">
                <a16:creationId xmlns:a16="http://schemas.microsoft.com/office/drawing/2014/main" id="{2C813AC9-5612-4F48-0022-4ACCE5D92434}"/>
              </a:ext>
            </a:extLst>
          </p:cNvPr>
          <p:cNvSpPr>
            <a:spLocks/>
          </p:cNvSpPr>
          <p:nvPr/>
        </p:nvSpPr>
        <p:spPr>
          <a:xfrm>
            <a:off x="5946917" y="52605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3621" name="data_3620">
            <a:extLst>
              <a:ext uri="{FF2B5EF4-FFF2-40B4-BE49-F238E27FC236}">
                <a16:creationId xmlns:a16="http://schemas.microsoft.com/office/drawing/2014/main" id="{DA097490-53A5-6D0C-09D0-A33F04C240D6}"/>
              </a:ext>
            </a:extLst>
          </p:cNvPr>
          <p:cNvSpPr>
            <a:spLocks/>
          </p:cNvSpPr>
          <p:nvPr/>
        </p:nvSpPr>
        <p:spPr>
          <a:xfrm>
            <a:off x="5946917" y="52532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3622" name="data_3621">
            <a:extLst>
              <a:ext uri="{FF2B5EF4-FFF2-40B4-BE49-F238E27FC236}">
                <a16:creationId xmlns:a16="http://schemas.microsoft.com/office/drawing/2014/main" id="{793E0FC6-C12B-9598-F7BD-B3D268D83589}"/>
              </a:ext>
            </a:extLst>
          </p:cNvPr>
          <p:cNvSpPr>
            <a:spLocks/>
          </p:cNvSpPr>
          <p:nvPr/>
        </p:nvSpPr>
        <p:spPr>
          <a:xfrm>
            <a:off x="5946917" y="52459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3623" name="data_3622">
            <a:extLst>
              <a:ext uri="{FF2B5EF4-FFF2-40B4-BE49-F238E27FC236}">
                <a16:creationId xmlns:a16="http://schemas.microsoft.com/office/drawing/2014/main" id="{D087329E-56D3-8DD8-69D5-FA42C834CA99}"/>
              </a:ext>
            </a:extLst>
          </p:cNvPr>
          <p:cNvSpPr>
            <a:spLocks/>
          </p:cNvSpPr>
          <p:nvPr/>
        </p:nvSpPr>
        <p:spPr>
          <a:xfrm>
            <a:off x="5946917" y="52385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3624" name="data_3623">
            <a:extLst>
              <a:ext uri="{FF2B5EF4-FFF2-40B4-BE49-F238E27FC236}">
                <a16:creationId xmlns:a16="http://schemas.microsoft.com/office/drawing/2014/main" id="{14F3F213-9EB9-682A-67C3-2E9CCF37BA8B}"/>
              </a:ext>
            </a:extLst>
          </p:cNvPr>
          <p:cNvSpPr>
            <a:spLocks/>
          </p:cNvSpPr>
          <p:nvPr/>
        </p:nvSpPr>
        <p:spPr>
          <a:xfrm>
            <a:off x="5946917" y="52312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3625" name="data_3624">
            <a:extLst>
              <a:ext uri="{FF2B5EF4-FFF2-40B4-BE49-F238E27FC236}">
                <a16:creationId xmlns:a16="http://schemas.microsoft.com/office/drawing/2014/main" id="{0A42B2D1-F279-DD15-156E-43E4A325FE72}"/>
              </a:ext>
            </a:extLst>
          </p:cNvPr>
          <p:cNvSpPr>
            <a:spLocks/>
          </p:cNvSpPr>
          <p:nvPr/>
        </p:nvSpPr>
        <p:spPr>
          <a:xfrm>
            <a:off x="5946917" y="52239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3626" name="data_3625">
            <a:extLst>
              <a:ext uri="{FF2B5EF4-FFF2-40B4-BE49-F238E27FC236}">
                <a16:creationId xmlns:a16="http://schemas.microsoft.com/office/drawing/2014/main" id="{07D2AD92-6C78-5BE2-5BEA-50C2F0797067}"/>
              </a:ext>
            </a:extLst>
          </p:cNvPr>
          <p:cNvSpPr>
            <a:spLocks/>
          </p:cNvSpPr>
          <p:nvPr/>
        </p:nvSpPr>
        <p:spPr>
          <a:xfrm>
            <a:off x="5946917" y="52166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3627" name="data_3626">
            <a:extLst>
              <a:ext uri="{FF2B5EF4-FFF2-40B4-BE49-F238E27FC236}">
                <a16:creationId xmlns:a16="http://schemas.microsoft.com/office/drawing/2014/main" id="{743805E6-394F-25A3-2065-9A3289A3C451}"/>
              </a:ext>
            </a:extLst>
          </p:cNvPr>
          <p:cNvSpPr>
            <a:spLocks/>
          </p:cNvSpPr>
          <p:nvPr/>
        </p:nvSpPr>
        <p:spPr>
          <a:xfrm>
            <a:off x="5946917" y="52093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3628" name="data_3627">
            <a:extLst>
              <a:ext uri="{FF2B5EF4-FFF2-40B4-BE49-F238E27FC236}">
                <a16:creationId xmlns:a16="http://schemas.microsoft.com/office/drawing/2014/main" id="{10759DE5-59D5-C8AD-6A18-6F20C24B29EB}"/>
              </a:ext>
            </a:extLst>
          </p:cNvPr>
          <p:cNvSpPr>
            <a:spLocks/>
          </p:cNvSpPr>
          <p:nvPr/>
        </p:nvSpPr>
        <p:spPr>
          <a:xfrm>
            <a:off x="5946917" y="52019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3629" name="data_3628">
            <a:extLst>
              <a:ext uri="{FF2B5EF4-FFF2-40B4-BE49-F238E27FC236}">
                <a16:creationId xmlns:a16="http://schemas.microsoft.com/office/drawing/2014/main" id="{FE29924E-3D82-3AC0-018A-38A1D133DA07}"/>
              </a:ext>
            </a:extLst>
          </p:cNvPr>
          <p:cNvSpPr>
            <a:spLocks/>
          </p:cNvSpPr>
          <p:nvPr/>
        </p:nvSpPr>
        <p:spPr>
          <a:xfrm>
            <a:off x="5946917" y="51946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3630" name="data_3629">
            <a:extLst>
              <a:ext uri="{FF2B5EF4-FFF2-40B4-BE49-F238E27FC236}">
                <a16:creationId xmlns:a16="http://schemas.microsoft.com/office/drawing/2014/main" id="{A74637DD-8A2C-C1AD-EA4D-8F3C48B9AB27}"/>
              </a:ext>
            </a:extLst>
          </p:cNvPr>
          <p:cNvSpPr>
            <a:spLocks/>
          </p:cNvSpPr>
          <p:nvPr/>
        </p:nvSpPr>
        <p:spPr>
          <a:xfrm>
            <a:off x="5946917" y="51873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3631" name="data_3630">
            <a:extLst>
              <a:ext uri="{FF2B5EF4-FFF2-40B4-BE49-F238E27FC236}">
                <a16:creationId xmlns:a16="http://schemas.microsoft.com/office/drawing/2014/main" id="{1DFBFE19-E24F-D728-7303-ACEBE29568C5}"/>
              </a:ext>
            </a:extLst>
          </p:cNvPr>
          <p:cNvSpPr>
            <a:spLocks/>
          </p:cNvSpPr>
          <p:nvPr/>
        </p:nvSpPr>
        <p:spPr>
          <a:xfrm>
            <a:off x="5946917" y="51800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3632" name="data_3631">
            <a:extLst>
              <a:ext uri="{FF2B5EF4-FFF2-40B4-BE49-F238E27FC236}">
                <a16:creationId xmlns:a16="http://schemas.microsoft.com/office/drawing/2014/main" id="{7203E47F-EB3C-893D-38FB-66C5CC5E7080}"/>
              </a:ext>
            </a:extLst>
          </p:cNvPr>
          <p:cNvSpPr>
            <a:spLocks/>
          </p:cNvSpPr>
          <p:nvPr/>
        </p:nvSpPr>
        <p:spPr>
          <a:xfrm>
            <a:off x="5946917" y="51726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3633" name="data_3632">
            <a:extLst>
              <a:ext uri="{FF2B5EF4-FFF2-40B4-BE49-F238E27FC236}">
                <a16:creationId xmlns:a16="http://schemas.microsoft.com/office/drawing/2014/main" id="{58041F5A-0928-C997-7BF5-DD3747A015ED}"/>
              </a:ext>
            </a:extLst>
          </p:cNvPr>
          <p:cNvSpPr>
            <a:spLocks/>
          </p:cNvSpPr>
          <p:nvPr/>
        </p:nvSpPr>
        <p:spPr>
          <a:xfrm>
            <a:off x="5946917" y="51653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3634" name="data_3633">
            <a:extLst>
              <a:ext uri="{FF2B5EF4-FFF2-40B4-BE49-F238E27FC236}">
                <a16:creationId xmlns:a16="http://schemas.microsoft.com/office/drawing/2014/main" id="{C62F76E6-9E4B-97E6-1309-E2F09DEE8AF2}"/>
              </a:ext>
            </a:extLst>
          </p:cNvPr>
          <p:cNvSpPr>
            <a:spLocks/>
          </p:cNvSpPr>
          <p:nvPr/>
        </p:nvSpPr>
        <p:spPr>
          <a:xfrm>
            <a:off x="5946917" y="51580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3635" name="data_3634">
            <a:extLst>
              <a:ext uri="{FF2B5EF4-FFF2-40B4-BE49-F238E27FC236}">
                <a16:creationId xmlns:a16="http://schemas.microsoft.com/office/drawing/2014/main" id="{7C3843E7-EFA5-2734-1FAB-6AD7AF2E0360}"/>
              </a:ext>
            </a:extLst>
          </p:cNvPr>
          <p:cNvSpPr>
            <a:spLocks/>
          </p:cNvSpPr>
          <p:nvPr/>
        </p:nvSpPr>
        <p:spPr>
          <a:xfrm>
            <a:off x="5946917" y="51507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3636" name="data_3635">
            <a:extLst>
              <a:ext uri="{FF2B5EF4-FFF2-40B4-BE49-F238E27FC236}">
                <a16:creationId xmlns:a16="http://schemas.microsoft.com/office/drawing/2014/main" id="{714DB2D6-70B8-42F7-6082-7E30A160E3AA}"/>
              </a:ext>
            </a:extLst>
          </p:cNvPr>
          <p:cNvSpPr>
            <a:spLocks/>
          </p:cNvSpPr>
          <p:nvPr/>
        </p:nvSpPr>
        <p:spPr>
          <a:xfrm>
            <a:off x="5946917" y="51434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3637" name="data_3636">
            <a:extLst>
              <a:ext uri="{FF2B5EF4-FFF2-40B4-BE49-F238E27FC236}">
                <a16:creationId xmlns:a16="http://schemas.microsoft.com/office/drawing/2014/main" id="{B835847B-5F10-B435-1653-70779C114AF3}"/>
              </a:ext>
            </a:extLst>
          </p:cNvPr>
          <p:cNvSpPr>
            <a:spLocks/>
          </p:cNvSpPr>
          <p:nvPr/>
        </p:nvSpPr>
        <p:spPr>
          <a:xfrm>
            <a:off x="5946917" y="51360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3638" name="data_3637">
            <a:extLst>
              <a:ext uri="{FF2B5EF4-FFF2-40B4-BE49-F238E27FC236}">
                <a16:creationId xmlns:a16="http://schemas.microsoft.com/office/drawing/2014/main" id="{7FA1DEBB-C1CD-2AB6-77A2-3E4E1E6DF59C}"/>
              </a:ext>
            </a:extLst>
          </p:cNvPr>
          <p:cNvSpPr>
            <a:spLocks/>
          </p:cNvSpPr>
          <p:nvPr/>
        </p:nvSpPr>
        <p:spPr>
          <a:xfrm>
            <a:off x="5946917" y="51287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3639" name="data_3638">
            <a:extLst>
              <a:ext uri="{FF2B5EF4-FFF2-40B4-BE49-F238E27FC236}">
                <a16:creationId xmlns:a16="http://schemas.microsoft.com/office/drawing/2014/main" id="{D6FC844F-081C-A433-C74A-FF6086C086DF}"/>
              </a:ext>
            </a:extLst>
          </p:cNvPr>
          <p:cNvSpPr>
            <a:spLocks/>
          </p:cNvSpPr>
          <p:nvPr/>
        </p:nvSpPr>
        <p:spPr>
          <a:xfrm>
            <a:off x="5946917" y="51214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3640" name="data_3639">
            <a:extLst>
              <a:ext uri="{FF2B5EF4-FFF2-40B4-BE49-F238E27FC236}">
                <a16:creationId xmlns:a16="http://schemas.microsoft.com/office/drawing/2014/main" id="{EF37F2E2-DE5E-945D-AD14-726E950B7274}"/>
              </a:ext>
            </a:extLst>
          </p:cNvPr>
          <p:cNvSpPr>
            <a:spLocks/>
          </p:cNvSpPr>
          <p:nvPr/>
        </p:nvSpPr>
        <p:spPr>
          <a:xfrm>
            <a:off x="5946917" y="51141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3641" name="data_3640">
            <a:extLst>
              <a:ext uri="{FF2B5EF4-FFF2-40B4-BE49-F238E27FC236}">
                <a16:creationId xmlns:a16="http://schemas.microsoft.com/office/drawing/2014/main" id="{1EC24971-84A2-712E-C912-BE83A0E4183D}"/>
              </a:ext>
            </a:extLst>
          </p:cNvPr>
          <p:cNvSpPr>
            <a:spLocks/>
          </p:cNvSpPr>
          <p:nvPr/>
        </p:nvSpPr>
        <p:spPr>
          <a:xfrm>
            <a:off x="5946917" y="51067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3642" name="data_3641">
            <a:extLst>
              <a:ext uri="{FF2B5EF4-FFF2-40B4-BE49-F238E27FC236}">
                <a16:creationId xmlns:a16="http://schemas.microsoft.com/office/drawing/2014/main" id="{46459023-24BE-5226-48A6-D6A0A6B33CC5}"/>
              </a:ext>
            </a:extLst>
          </p:cNvPr>
          <p:cNvSpPr>
            <a:spLocks/>
          </p:cNvSpPr>
          <p:nvPr/>
        </p:nvSpPr>
        <p:spPr>
          <a:xfrm>
            <a:off x="5946917" y="50994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3643" name="data_3642">
            <a:extLst>
              <a:ext uri="{FF2B5EF4-FFF2-40B4-BE49-F238E27FC236}">
                <a16:creationId xmlns:a16="http://schemas.microsoft.com/office/drawing/2014/main" id="{CE708D73-9280-DCAD-77CF-17387F1B5FD8}"/>
              </a:ext>
            </a:extLst>
          </p:cNvPr>
          <p:cNvSpPr>
            <a:spLocks/>
          </p:cNvSpPr>
          <p:nvPr/>
        </p:nvSpPr>
        <p:spPr>
          <a:xfrm>
            <a:off x="5946917" y="50921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3644" name="data_3643">
            <a:extLst>
              <a:ext uri="{FF2B5EF4-FFF2-40B4-BE49-F238E27FC236}">
                <a16:creationId xmlns:a16="http://schemas.microsoft.com/office/drawing/2014/main" id="{52EE0B45-3EC1-F2BB-F7BC-FC3A6552599A}"/>
              </a:ext>
            </a:extLst>
          </p:cNvPr>
          <p:cNvSpPr>
            <a:spLocks/>
          </p:cNvSpPr>
          <p:nvPr/>
        </p:nvSpPr>
        <p:spPr>
          <a:xfrm>
            <a:off x="5946917" y="50848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3645" name="data_3644">
            <a:extLst>
              <a:ext uri="{FF2B5EF4-FFF2-40B4-BE49-F238E27FC236}">
                <a16:creationId xmlns:a16="http://schemas.microsoft.com/office/drawing/2014/main" id="{B53E0E94-23E4-15EA-ADCA-427030032B85}"/>
              </a:ext>
            </a:extLst>
          </p:cNvPr>
          <p:cNvSpPr>
            <a:spLocks/>
          </p:cNvSpPr>
          <p:nvPr/>
        </p:nvSpPr>
        <p:spPr>
          <a:xfrm>
            <a:off x="5946917" y="50775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3646" name="data_3645">
            <a:extLst>
              <a:ext uri="{FF2B5EF4-FFF2-40B4-BE49-F238E27FC236}">
                <a16:creationId xmlns:a16="http://schemas.microsoft.com/office/drawing/2014/main" id="{9ECEC5CB-B029-1D7F-A98F-C950ECECE4A3}"/>
              </a:ext>
            </a:extLst>
          </p:cNvPr>
          <p:cNvSpPr>
            <a:spLocks/>
          </p:cNvSpPr>
          <p:nvPr/>
        </p:nvSpPr>
        <p:spPr>
          <a:xfrm>
            <a:off x="5946917" y="50701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3647" name="data_3646">
            <a:extLst>
              <a:ext uri="{FF2B5EF4-FFF2-40B4-BE49-F238E27FC236}">
                <a16:creationId xmlns:a16="http://schemas.microsoft.com/office/drawing/2014/main" id="{58AED89B-146E-6CC4-EED0-2051536182ED}"/>
              </a:ext>
            </a:extLst>
          </p:cNvPr>
          <p:cNvSpPr>
            <a:spLocks/>
          </p:cNvSpPr>
          <p:nvPr/>
        </p:nvSpPr>
        <p:spPr>
          <a:xfrm>
            <a:off x="5946917" y="50628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3648" name="data_3647">
            <a:extLst>
              <a:ext uri="{FF2B5EF4-FFF2-40B4-BE49-F238E27FC236}">
                <a16:creationId xmlns:a16="http://schemas.microsoft.com/office/drawing/2014/main" id="{E94B0CFB-9D73-64AB-A24B-FB00DD74DA21}"/>
              </a:ext>
            </a:extLst>
          </p:cNvPr>
          <p:cNvSpPr>
            <a:spLocks/>
          </p:cNvSpPr>
          <p:nvPr/>
        </p:nvSpPr>
        <p:spPr>
          <a:xfrm>
            <a:off x="5946917" y="50555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3649" name="data_3648">
            <a:extLst>
              <a:ext uri="{FF2B5EF4-FFF2-40B4-BE49-F238E27FC236}">
                <a16:creationId xmlns:a16="http://schemas.microsoft.com/office/drawing/2014/main" id="{AC2DD24B-2963-A0BF-69B8-E0C5E28DDF34}"/>
              </a:ext>
            </a:extLst>
          </p:cNvPr>
          <p:cNvSpPr>
            <a:spLocks/>
          </p:cNvSpPr>
          <p:nvPr/>
        </p:nvSpPr>
        <p:spPr>
          <a:xfrm>
            <a:off x="5946917" y="50482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3650" name="data_3649">
            <a:extLst>
              <a:ext uri="{FF2B5EF4-FFF2-40B4-BE49-F238E27FC236}">
                <a16:creationId xmlns:a16="http://schemas.microsoft.com/office/drawing/2014/main" id="{FE03AF31-6B35-95F3-198B-619CB7B367D7}"/>
              </a:ext>
            </a:extLst>
          </p:cNvPr>
          <p:cNvSpPr>
            <a:spLocks/>
          </p:cNvSpPr>
          <p:nvPr/>
        </p:nvSpPr>
        <p:spPr>
          <a:xfrm>
            <a:off x="5946917" y="50408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3651" name="data_3650">
            <a:extLst>
              <a:ext uri="{FF2B5EF4-FFF2-40B4-BE49-F238E27FC236}">
                <a16:creationId xmlns:a16="http://schemas.microsoft.com/office/drawing/2014/main" id="{A3B01F8A-1794-773E-BC5C-878FB119DA1F}"/>
              </a:ext>
            </a:extLst>
          </p:cNvPr>
          <p:cNvSpPr>
            <a:spLocks/>
          </p:cNvSpPr>
          <p:nvPr/>
        </p:nvSpPr>
        <p:spPr>
          <a:xfrm>
            <a:off x="5946917" y="50335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3652" name="data_3651">
            <a:extLst>
              <a:ext uri="{FF2B5EF4-FFF2-40B4-BE49-F238E27FC236}">
                <a16:creationId xmlns:a16="http://schemas.microsoft.com/office/drawing/2014/main" id="{69D83312-C471-EB54-9EBE-6298358C320D}"/>
              </a:ext>
            </a:extLst>
          </p:cNvPr>
          <p:cNvSpPr>
            <a:spLocks/>
          </p:cNvSpPr>
          <p:nvPr/>
        </p:nvSpPr>
        <p:spPr>
          <a:xfrm>
            <a:off x="5946917" y="50262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3653" name="data_3652">
            <a:extLst>
              <a:ext uri="{FF2B5EF4-FFF2-40B4-BE49-F238E27FC236}">
                <a16:creationId xmlns:a16="http://schemas.microsoft.com/office/drawing/2014/main" id="{FF8A0EDD-6E49-6541-C67F-142D1E46D9AA}"/>
              </a:ext>
            </a:extLst>
          </p:cNvPr>
          <p:cNvSpPr>
            <a:spLocks/>
          </p:cNvSpPr>
          <p:nvPr/>
        </p:nvSpPr>
        <p:spPr>
          <a:xfrm>
            <a:off x="5946917" y="50189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3654" name="data_3653">
            <a:extLst>
              <a:ext uri="{FF2B5EF4-FFF2-40B4-BE49-F238E27FC236}">
                <a16:creationId xmlns:a16="http://schemas.microsoft.com/office/drawing/2014/main" id="{C5A8D313-6519-FFD4-FAA3-FBEC93D546FA}"/>
              </a:ext>
            </a:extLst>
          </p:cNvPr>
          <p:cNvSpPr>
            <a:spLocks/>
          </p:cNvSpPr>
          <p:nvPr/>
        </p:nvSpPr>
        <p:spPr>
          <a:xfrm>
            <a:off x="5946917" y="50116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3655" name="data_3654">
            <a:extLst>
              <a:ext uri="{FF2B5EF4-FFF2-40B4-BE49-F238E27FC236}">
                <a16:creationId xmlns:a16="http://schemas.microsoft.com/office/drawing/2014/main" id="{B86E7B1F-6534-1EA9-AAB1-98197243FB14}"/>
              </a:ext>
            </a:extLst>
          </p:cNvPr>
          <p:cNvSpPr>
            <a:spLocks/>
          </p:cNvSpPr>
          <p:nvPr/>
        </p:nvSpPr>
        <p:spPr>
          <a:xfrm>
            <a:off x="5946917" y="50042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3656" name="data_3655">
            <a:extLst>
              <a:ext uri="{FF2B5EF4-FFF2-40B4-BE49-F238E27FC236}">
                <a16:creationId xmlns:a16="http://schemas.microsoft.com/office/drawing/2014/main" id="{C220237F-7219-6B28-EC60-C82AA0404E99}"/>
              </a:ext>
            </a:extLst>
          </p:cNvPr>
          <p:cNvSpPr>
            <a:spLocks/>
          </p:cNvSpPr>
          <p:nvPr/>
        </p:nvSpPr>
        <p:spPr>
          <a:xfrm>
            <a:off x="5946917" y="49969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3657" name="data_3656">
            <a:extLst>
              <a:ext uri="{FF2B5EF4-FFF2-40B4-BE49-F238E27FC236}">
                <a16:creationId xmlns:a16="http://schemas.microsoft.com/office/drawing/2014/main" id="{1042A58E-6371-DE49-E2ED-283AD702B17C}"/>
              </a:ext>
            </a:extLst>
          </p:cNvPr>
          <p:cNvSpPr>
            <a:spLocks/>
          </p:cNvSpPr>
          <p:nvPr/>
        </p:nvSpPr>
        <p:spPr>
          <a:xfrm>
            <a:off x="5946917" y="49896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3658" name="data_3657">
            <a:extLst>
              <a:ext uri="{FF2B5EF4-FFF2-40B4-BE49-F238E27FC236}">
                <a16:creationId xmlns:a16="http://schemas.microsoft.com/office/drawing/2014/main" id="{B3EA3732-D245-9060-DFA9-C235F255BBB4}"/>
              </a:ext>
            </a:extLst>
          </p:cNvPr>
          <p:cNvSpPr>
            <a:spLocks/>
          </p:cNvSpPr>
          <p:nvPr/>
        </p:nvSpPr>
        <p:spPr>
          <a:xfrm>
            <a:off x="5946917" y="49823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3659" name="data_3658">
            <a:extLst>
              <a:ext uri="{FF2B5EF4-FFF2-40B4-BE49-F238E27FC236}">
                <a16:creationId xmlns:a16="http://schemas.microsoft.com/office/drawing/2014/main" id="{6C005EAC-E467-F336-4BF7-5357BEBD6CFF}"/>
              </a:ext>
            </a:extLst>
          </p:cNvPr>
          <p:cNvSpPr>
            <a:spLocks/>
          </p:cNvSpPr>
          <p:nvPr/>
        </p:nvSpPr>
        <p:spPr>
          <a:xfrm>
            <a:off x="5946917" y="49750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3660" name="data_3659">
            <a:extLst>
              <a:ext uri="{FF2B5EF4-FFF2-40B4-BE49-F238E27FC236}">
                <a16:creationId xmlns:a16="http://schemas.microsoft.com/office/drawing/2014/main" id="{1F0D5821-84FE-5F5B-AA5B-7486C5B65427}"/>
              </a:ext>
            </a:extLst>
          </p:cNvPr>
          <p:cNvSpPr>
            <a:spLocks/>
          </p:cNvSpPr>
          <p:nvPr/>
        </p:nvSpPr>
        <p:spPr>
          <a:xfrm>
            <a:off x="5946917" y="49676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3661" name="data_3660">
            <a:extLst>
              <a:ext uri="{FF2B5EF4-FFF2-40B4-BE49-F238E27FC236}">
                <a16:creationId xmlns:a16="http://schemas.microsoft.com/office/drawing/2014/main" id="{645CFCE6-6440-F063-4221-65D7C00AE279}"/>
              </a:ext>
            </a:extLst>
          </p:cNvPr>
          <p:cNvSpPr>
            <a:spLocks/>
          </p:cNvSpPr>
          <p:nvPr/>
        </p:nvSpPr>
        <p:spPr>
          <a:xfrm>
            <a:off x="5946917" y="49603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3662" name="data_3661">
            <a:extLst>
              <a:ext uri="{FF2B5EF4-FFF2-40B4-BE49-F238E27FC236}">
                <a16:creationId xmlns:a16="http://schemas.microsoft.com/office/drawing/2014/main" id="{64224FC7-02AE-F35B-92E6-49060AE5256F}"/>
              </a:ext>
            </a:extLst>
          </p:cNvPr>
          <p:cNvSpPr>
            <a:spLocks/>
          </p:cNvSpPr>
          <p:nvPr/>
        </p:nvSpPr>
        <p:spPr>
          <a:xfrm>
            <a:off x="5946917" y="49530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3663" name="data_3662">
            <a:extLst>
              <a:ext uri="{FF2B5EF4-FFF2-40B4-BE49-F238E27FC236}">
                <a16:creationId xmlns:a16="http://schemas.microsoft.com/office/drawing/2014/main" id="{110E9122-A4C4-DFD5-506C-9355547734D7}"/>
              </a:ext>
            </a:extLst>
          </p:cNvPr>
          <p:cNvSpPr>
            <a:spLocks/>
          </p:cNvSpPr>
          <p:nvPr/>
        </p:nvSpPr>
        <p:spPr>
          <a:xfrm>
            <a:off x="5946917" y="49457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3664" name="data_3663">
            <a:extLst>
              <a:ext uri="{FF2B5EF4-FFF2-40B4-BE49-F238E27FC236}">
                <a16:creationId xmlns:a16="http://schemas.microsoft.com/office/drawing/2014/main" id="{5E91069A-B24B-7A52-09C5-8CD0958E799A}"/>
              </a:ext>
            </a:extLst>
          </p:cNvPr>
          <p:cNvSpPr>
            <a:spLocks/>
          </p:cNvSpPr>
          <p:nvPr/>
        </p:nvSpPr>
        <p:spPr>
          <a:xfrm>
            <a:off x="5946917" y="49383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3665" name="data_3664">
            <a:extLst>
              <a:ext uri="{FF2B5EF4-FFF2-40B4-BE49-F238E27FC236}">
                <a16:creationId xmlns:a16="http://schemas.microsoft.com/office/drawing/2014/main" id="{B0FD0DEB-4B0C-E7FC-66C3-5D99E585F196}"/>
              </a:ext>
            </a:extLst>
          </p:cNvPr>
          <p:cNvSpPr>
            <a:spLocks/>
          </p:cNvSpPr>
          <p:nvPr/>
        </p:nvSpPr>
        <p:spPr>
          <a:xfrm>
            <a:off x="5946917" y="49310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3666" name="data_3665">
            <a:extLst>
              <a:ext uri="{FF2B5EF4-FFF2-40B4-BE49-F238E27FC236}">
                <a16:creationId xmlns:a16="http://schemas.microsoft.com/office/drawing/2014/main" id="{32045A50-38DB-F5ED-E7B6-8D686CC0ACDF}"/>
              </a:ext>
            </a:extLst>
          </p:cNvPr>
          <p:cNvSpPr>
            <a:spLocks/>
          </p:cNvSpPr>
          <p:nvPr/>
        </p:nvSpPr>
        <p:spPr>
          <a:xfrm>
            <a:off x="5946917" y="49237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3667" name="data_3666">
            <a:extLst>
              <a:ext uri="{FF2B5EF4-FFF2-40B4-BE49-F238E27FC236}">
                <a16:creationId xmlns:a16="http://schemas.microsoft.com/office/drawing/2014/main" id="{6F8F6B8A-3222-19B2-73CB-AC6BEA6BD7EA}"/>
              </a:ext>
            </a:extLst>
          </p:cNvPr>
          <p:cNvSpPr>
            <a:spLocks/>
          </p:cNvSpPr>
          <p:nvPr/>
        </p:nvSpPr>
        <p:spPr>
          <a:xfrm>
            <a:off x="5946917" y="49164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3668" name="data_3667">
            <a:extLst>
              <a:ext uri="{FF2B5EF4-FFF2-40B4-BE49-F238E27FC236}">
                <a16:creationId xmlns:a16="http://schemas.microsoft.com/office/drawing/2014/main" id="{98594070-9D5A-0D2F-86BF-785FCC5BA875}"/>
              </a:ext>
            </a:extLst>
          </p:cNvPr>
          <p:cNvSpPr>
            <a:spLocks/>
          </p:cNvSpPr>
          <p:nvPr/>
        </p:nvSpPr>
        <p:spPr>
          <a:xfrm>
            <a:off x="5946917" y="49091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3669" name="data_3668">
            <a:extLst>
              <a:ext uri="{FF2B5EF4-FFF2-40B4-BE49-F238E27FC236}">
                <a16:creationId xmlns:a16="http://schemas.microsoft.com/office/drawing/2014/main" id="{8718707D-B64D-9EC2-57B0-EE3A60B52BC7}"/>
              </a:ext>
            </a:extLst>
          </p:cNvPr>
          <p:cNvSpPr>
            <a:spLocks/>
          </p:cNvSpPr>
          <p:nvPr/>
        </p:nvSpPr>
        <p:spPr>
          <a:xfrm>
            <a:off x="5946917" y="49017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3670" name="data_3669">
            <a:extLst>
              <a:ext uri="{FF2B5EF4-FFF2-40B4-BE49-F238E27FC236}">
                <a16:creationId xmlns:a16="http://schemas.microsoft.com/office/drawing/2014/main" id="{24E9FDD8-AE75-E825-5B47-D8FD8875535E}"/>
              </a:ext>
            </a:extLst>
          </p:cNvPr>
          <p:cNvSpPr>
            <a:spLocks/>
          </p:cNvSpPr>
          <p:nvPr/>
        </p:nvSpPr>
        <p:spPr>
          <a:xfrm>
            <a:off x="5946917" y="48944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3671" name="data_3670">
            <a:extLst>
              <a:ext uri="{FF2B5EF4-FFF2-40B4-BE49-F238E27FC236}">
                <a16:creationId xmlns:a16="http://schemas.microsoft.com/office/drawing/2014/main" id="{7C181F90-8AB3-2368-151B-44087A87FDA6}"/>
              </a:ext>
            </a:extLst>
          </p:cNvPr>
          <p:cNvSpPr>
            <a:spLocks/>
          </p:cNvSpPr>
          <p:nvPr/>
        </p:nvSpPr>
        <p:spPr>
          <a:xfrm>
            <a:off x="5946917" y="48871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3672" name="data_3671">
            <a:extLst>
              <a:ext uri="{FF2B5EF4-FFF2-40B4-BE49-F238E27FC236}">
                <a16:creationId xmlns:a16="http://schemas.microsoft.com/office/drawing/2014/main" id="{0E491741-6CF1-89A2-C24C-C85AE5ABF45D}"/>
              </a:ext>
            </a:extLst>
          </p:cNvPr>
          <p:cNvSpPr>
            <a:spLocks/>
          </p:cNvSpPr>
          <p:nvPr/>
        </p:nvSpPr>
        <p:spPr>
          <a:xfrm>
            <a:off x="5946917" y="48798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3673" name="data_3672">
            <a:extLst>
              <a:ext uri="{FF2B5EF4-FFF2-40B4-BE49-F238E27FC236}">
                <a16:creationId xmlns:a16="http://schemas.microsoft.com/office/drawing/2014/main" id="{8586E5F4-7747-1EBA-05F1-3B3C2D8646E9}"/>
              </a:ext>
            </a:extLst>
          </p:cNvPr>
          <p:cNvSpPr>
            <a:spLocks/>
          </p:cNvSpPr>
          <p:nvPr/>
        </p:nvSpPr>
        <p:spPr>
          <a:xfrm>
            <a:off x="5946917" y="48724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3674" name="data_3673">
            <a:extLst>
              <a:ext uri="{FF2B5EF4-FFF2-40B4-BE49-F238E27FC236}">
                <a16:creationId xmlns:a16="http://schemas.microsoft.com/office/drawing/2014/main" id="{2C8AAE30-8066-117E-E1EE-60B992DF4479}"/>
              </a:ext>
            </a:extLst>
          </p:cNvPr>
          <p:cNvSpPr>
            <a:spLocks/>
          </p:cNvSpPr>
          <p:nvPr/>
        </p:nvSpPr>
        <p:spPr>
          <a:xfrm>
            <a:off x="5946917" y="48651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3675" name="data_3674">
            <a:extLst>
              <a:ext uri="{FF2B5EF4-FFF2-40B4-BE49-F238E27FC236}">
                <a16:creationId xmlns:a16="http://schemas.microsoft.com/office/drawing/2014/main" id="{80035AD6-7EA4-0B57-688B-C7BC9BAB3DDE}"/>
              </a:ext>
            </a:extLst>
          </p:cNvPr>
          <p:cNvSpPr>
            <a:spLocks/>
          </p:cNvSpPr>
          <p:nvPr/>
        </p:nvSpPr>
        <p:spPr>
          <a:xfrm>
            <a:off x="5946917" y="48578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3676" name="data_3675">
            <a:extLst>
              <a:ext uri="{FF2B5EF4-FFF2-40B4-BE49-F238E27FC236}">
                <a16:creationId xmlns:a16="http://schemas.microsoft.com/office/drawing/2014/main" id="{69B4A7B5-D804-025D-CB36-5FD360ABB378}"/>
              </a:ext>
            </a:extLst>
          </p:cNvPr>
          <p:cNvSpPr>
            <a:spLocks/>
          </p:cNvSpPr>
          <p:nvPr/>
        </p:nvSpPr>
        <p:spPr>
          <a:xfrm>
            <a:off x="5946917" y="48505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3677" name="data_3676">
            <a:extLst>
              <a:ext uri="{FF2B5EF4-FFF2-40B4-BE49-F238E27FC236}">
                <a16:creationId xmlns:a16="http://schemas.microsoft.com/office/drawing/2014/main" id="{52116364-8033-51CE-DA7F-18BE3067161C}"/>
              </a:ext>
            </a:extLst>
          </p:cNvPr>
          <p:cNvSpPr>
            <a:spLocks/>
          </p:cNvSpPr>
          <p:nvPr/>
        </p:nvSpPr>
        <p:spPr>
          <a:xfrm>
            <a:off x="5946917" y="48432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3678" name="data_3677">
            <a:extLst>
              <a:ext uri="{FF2B5EF4-FFF2-40B4-BE49-F238E27FC236}">
                <a16:creationId xmlns:a16="http://schemas.microsoft.com/office/drawing/2014/main" id="{137F655F-2256-A2D8-2172-C3F97B5D65C2}"/>
              </a:ext>
            </a:extLst>
          </p:cNvPr>
          <p:cNvSpPr>
            <a:spLocks/>
          </p:cNvSpPr>
          <p:nvPr/>
        </p:nvSpPr>
        <p:spPr>
          <a:xfrm>
            <a:off x="5946917" y="48358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3679" name="data_3678">
            <a:extLst>
              <a:ext uri="{FF2B5EF4-FFF2-40B4-BE49-F238E27FC236}">
                <a16:creationId xmlns:a16="http://schemas.microsoft.com/office/drawing/2014/main" id="{6B807D5F-B462-F52C-36DD-19731B4A2E14}"/>
              </a:ext>
            </a:extLst>
          </p:cNvPr>
          <p:cNvSpPr>
            <a:spLocks/>
          </p:cNvSpPr>
          <p:nvPr/>
        </p:nvSpPr>
        <p:spPr>
          <a:xfrm>
            <a:off x="5946917" y="48285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3680" name="data_3679">
            <a:extLst>
              <a:ext uri="{FF2B5EF4-FFF2-40B4-BE49-F238E27FC236}">
                <a16:creationId xmlns:a16="http://schemas.microsoft.com/office/drawing/2014/main" id="{6F49F197-5B61-DBAC-2CB2-5EABEA83E4D2}"/>
              </a:ext>
            </a:extLst>
          </p:cNvPr>
          <p:cNvSpPr>
            <a:spLocks/>
          </p:cNvSpPr>
          <p:nvPr/>
        </p:nvSpPr>
        <p:spPr>
          <a:xfrm>
            <a:off x="5946917" y="48212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3681" name="data_3680">
            <a:extLst>
              <a:ext uri="{FF2B5EF4-FFF2-40B4-BE49-F238E27FC236}">
                <a16:creationId xmlns:a16="http://schemas.microsoft.com/office/drawing/2014/main" id="{3CAE6804-3AA7-25AC-954A-1F205EDE712E}"/>
              </a:ext>
            </a:extLst>
          </p:cNvPr>
          <p:cNvSpPr>
            <a:spLocks/>
          </p:cNvSpPr>
          <p:nvPr/>
        </p:nvSpPr>
        <p:spPr>
          <a:xfrm>
            <a:off x="5946917" y="48139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3682" name="data_3681">
            <a:extLst>
              <a:ext uri="{FF2B5EF4-FFF2-40B4-BE49-F238E27FC236}">
                <a16:creationId xmlns:a16="http://schemas.microsoft.com/office/drawing/2014/main" id="{73655935-1610-6FF8-B653-597F1071AA4D}"/>
              </a:ext>
            </a:extLst>
          </p:cNvPr>
          <p:cNvSpPr>
            <a:spLocks/>
          </p:cNvSpPr>
          <p:nvPr/>
        </p:nvSpPr>
        <p:spPr>
          <a:xfrm>
            <a:off x="5946917" y="48066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3683" name="data_3682">
            <a:extLst>
              <a:ext uri="{FF2B5EF4-FFF2-40B4-BE49-F238E27FC236}">
                <a16:creationId xmlns:a16="http://schemas.microsoft.com/office/drawing/2014/main" id="{B5DBC9B0-DE66-AF87-DE02-8B6A7EB8D6AB}"/>
              </a:ext>
            </a:extLst>
          </p:cNvPr>
          <p:cNvSpPr>
            <a:spLocks/>
          </p:cNvSpPr>
          <p:nvPr/>
        </p:nvSpPr>
        <p:spPr>
          <a:xfrm>
            <a:off x="5946917" y="47992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3684" name="data_3683">
            <a:extLst>
              <a:ext uri="{FF2B5EF4-FFF2-40B4-BE49-F238E27FC236}">
                <a16:creationId xmlns:a16="http://schemas.microsoft.com/office/drawing/2014/main" id="{E3EA31B0-F7C1-103E-1D82-ED233EE18488}"/>
              </a:ext>
            </a:extLst>
          </p:cNvPr>
          <p:cNvSpPr>
            <a:spLocks/>
          </p:cNvSpPr>
          <p:nvPr/>
        </p:nvSpPr>
        <p:spPr>
          <a:xfrm>
            <a:off x="5946917" y="47919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3685" name="data_3684">
            <a:extLst>
              <a:ext uri="{FF2B5EF4-FFF2-40B4-BE49-F238E27FC236}">
                <a16:creationId xmlns:a16="http://schemas.microsoft.com/office/drawing/2014/main" id="{FC6FDACA-2F69-E13A-8CB3-E6F9CB8B9AAC}"/>
              </a:ext>
            </a:extLst>
          </p:cNvPr>
          <p:cNvSpPr>
            <a:spLocks/>
          </p:cNvSpPr>
          <p:nvPr/>
        </p:nvSpPr>
        <p:spPr>
          <a:xfrm>
            <a:off x="5946917" y="47846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3686" name="data_3685">
            <a:extLst>
              <a:ext uri="{FF2B5EF4-FFF2-40B4-BE49-F238E27FC236}">
                <a16:creationId xmlns:a16="http://schemas.microsoft.com/office/drawing/2014/main" id="{3F59500B-232C-E37B-41F8-EA49438FF742}"/>
              </a:ext>
            </a:extLst>
          </p:cNvPr>
          <p:cNvSpPr>
            <a:spLocks/>
          </p:cNvSpPr>
          <p:nvPr/>
        </p:nvSpPr>
        <p:spPr>
          <a:xfrm>
            <a:off x="5946917" y="47773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3687" name="data_3686">
            <a:extLst>
              <a:ext uri="{FF2B5EF4-FFF2-40B4-BE49-F238E27FC236}">
                <a16:creationId xmlns:a16="http://schemas.microsoft.com/office/drawing/2014/main" id="{677F9932-B55C-1043-4F44-1022286F3DF2}"/>
              </a:ext>
            </a:extLst>
          </p:cNvPr>
          <p:cNvSpPr>
            <a:spLocks/>
          </p:cNvSpPr>
          <p:nvPr/>
        </p:nvSpPr>
        <p:spPr>
          <a:xfrm>
            <a:off x="5946917" y="47699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3688" name="data_3687">
            <a:extLst>
              <a:ext uri="{FF2B5EF4-FFF2-40B4-BE49-F238E27FC236}">
                <a16:creationId xmlns:a16="http://schemas.microsoft.com/office/drawing/2014/main" id="{3252C82D-ECFA-366E-1098-22F4C4873BC5}"/>
              </a:ext>
            </a:extLst>
          </p:cNvPr>
          <p:cNvSpPr>
            <a:spLocks/>
          </p:cNvSpPr>
          <p:nvPr/>
        </p:nvSpPr>
        <p:spPr>
          <a:xfrm>
            <a:off x="5946917" y="47626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3689" name="data_3688">
            <a:extLst>
              <a:ext uri="{FF2B5EF4-FFF2-40B4-BE49-F238E27FC236}">
                <a16:creationId xmlns:a16="http://schemas.microsoft.com/office/drawing/2014/main" id="{B32F4030-B26C-D63D-26C2-BED931FAA6D8}"/>
              </a:ext>
            </a:extLst>
          </p:cNvPr>
          <p:cNvSpPr>
            <a:spLocks/>
          </p:cNvSpPr>
          <p:nvPr/>
        </p:nvSpPr>
        <p:spPr>
          <a:xfrm>
            <a:off x="5946917" y="47553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3690" name="data_3689">
            <a:extLst>
              <a:ext uri="{FF2B5EF4-FFF2-40B4-BE49-F238E27FC236}">
                <a16:creationId xmlns:a16="http://schemas.microsoft.com/office/drawing/2014/main" id="{46102864-A6A3-372E-A3FF-9F4934AB09B0}"/>
              </a:ext>
            </a:extLst>
          </p:cNvPr>
          <p:cNvSpPr>
            <a:spLocks/>
          </p:cNvSpPr>
          <p:nvPr/>
        </p:nvSpPr>
        <p:spPr>
          <a:xfrm>
            <a:off x="5946917" y="47480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3691" name="data_3690">
            <a:extLst>
              <a:ext uri="{FF2B5EF4-FFF2-40B4-BE49-F238E27FC236}">
                <a16:creationId xmlns:a16="http://schemas.microsoft.com/office/drawing/2014/main" id="{FEF82721-8DEE-0BA4-8297-3E789555353C}"/>
              </a:ext>
            </a:extLst>
          </p:cNvPr>
          <p:cNvSpPr>
            <a:spLocks/>
          </p:cNvSpPr>
          <p:nvPr/>
        </p:nvSpPr>
        <p:spPr>
          <a:xfrm>
            <a:off x="5946917" y="47407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3692" name="data_3691">
            <a:extLst>
              <a:ext uri="{FF2B5EF4-FFF2-40B4-BE49-F238E27FC236}">
                <a16:creationId xmlns:a16="http://schemas.microsoft.com/office/drawing/2014/main" id="{05E41365-D042-2C5E-6E0E-351E1BC9A3AC}"/>
              </a:ext>
            </a:extLst>
          </p:cNvPr>
          <p:cNvSpPr>
            <a:spLocks/>
          </p:cNvSpPr>
          <p:nvPr/>
        </p:nvSpPr>
        <p:spPr>
          <a:xfrm>
            <a:off x="5946917" y="47333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3693" name="data_3692">
            <a:extLst>
              <a:ext uri="{FF2B5EF4-FFF2-40B4-BE49-F238E27FC236}">
                <a16:creationId xmlns:a16="http://schemas.microsoft.com/office/drawing/2014/main" id="{1E6A36A7-A895-1767-4EEC-D123551C3E27}"/>
              </a:ext>
            </a:extLst>
          </p:cNvPr>
          <p:cNvSpPr>
            <a:spLocks/>
          </p:cNvSpPr>
          <p:nvPr/>
        </p:nvSpPr>
        <p:spPr>
          <a:xfrm>
            <a:off x="5946917" y="47260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3694" name="data_3693">
            <a:extLst>
              <a:ext uri="{FF2B5EF4-FFF2-40B4-BE49-F238E27FC236}">
                <a16:creationId xmlns:a16="http://schemas.microsoft.com/office/drawing/2014/main" id="{7CE4AE26-7F5B-24B2-D5DB-37BABDF07D00}"/>
              </a:ext>
            </a:extLst>
          </p:cNvPr>
          <p:cNvSpPr>
            <a:spLocks/>
          </p:cNvSpPr>
          <p:nvPr/>
        </p:nvSpPr>
        <p:spPr>
          <a:xfrm>
            <a:off x="5946917" y="47187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3695" name="data_3694">
            <a:extLst>
              <a:ext uri="{FF2B5EF4-FFF2-40B4-BE49-F238E27FC236}">
                <a16:creationId xmlns:a16="http://schemas.microsoft.com/office/drawing/2014/main" id="{DEE7FD40-675F-2F9D-7886-4CD5FC75366B}"/>
              </a:ext>
            </a:extLst>
          </p:cNvPr>
          <p:cNvSpPr>
            <a:spLocks/>
          </p:cNvSpPr>
          <p:nvPr/>
        </p:nvSpPr>
        <p:spPr>
          <a:xfrm>
            <a:off x="5946917" y="47114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3696" name="data_3695">
            <a:extLst>
              <a:ext uri="{FF2B5EF4-FFF2-40B4-BE49-F238E27FC236}">
                <a16:creationId xmlns:a16="http://schemas.microsoft.com/office/drawing/2014/main" id="{0028C8E3-1FCB-D0E3-0238-D035303002AD}"/>
              </a:ext>
            </a:extLst>
          </p:cNvPr>
          <p:cNvSpPr>
            <a:spLocks/>
          </p:cNvSpPr>
          <p:nvPr/>
        </p:nvSpPr>
        <p:spPr>
          <a:xfrm>
            <a:off x="5946917" y="47040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3697" name="data_3696">
            <a:extLst>
              <a:ext uri="{FF2B5EF4-FFF2-40B4-BE49-F238E27FC236}">
                <a16:creationId xmlns:a16="http://schemas.microsoft.com/office/drawing/2014/main" id="{FBF7F5D8-A2AF-DC39-0163-386DDED8DACD}"/>
              </a:ext>
            </a:extLst>
          </p:cNvPr>
          <p:cNvSpPr>
            <a:spLocks/>
          </p:cNvSpPr>
          <p:nvPr/>
        </p:nvSpPr>
        <p:spPr>
          <a:xfrm>
            <a:off x="5946917" y="46967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3698" name="data_3697">
            <a:extLst>
              <a:ext uri="{FF2B5EF4-FFF2-40B4-BE49-F238E27FC236}">
                <a16:creationId xmlns:a16="http://schemas.microsoft.com/office/drawing/2014/main" id="{DB0688FD-529B-47A3-99A4-D319CCFE6719}"/>
              </a:ext>
            </a:extLst>
          </p:cNvPr>
          <p:cNvSpPr>
            <a:spLocks/>
          </p:cNvSpPr>
          <p:nvPr/>
        </p:nvSpPr>
        <p:spPr>
          <a:xfrm>
            <a:off x="5946917" y="46894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3699" name="data_3698">
            <a:extLst>
              <a:ext uri="{FF2B5EF4-FFF2-40B4-BE49-F238E27FC236}">
                <a16:creationId xmlns:a16="http://schemas.microsoft.com/office/drawing/2014/main" id="{498A66F8-251F-C6C1-04D6-456D53811032}"/>
              </a:ext>
            </a:extLst>
          </p:cNvPr>
          <p:cNvSpPr>
            <a:spLocks/>
          </p:cNvSpPr>
          <p:nvPr/>
        </p:nvSpPr>
        <p:spPr>
          <a:xfrm>
            <a:off x="5946917" y="46821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3700" name="data_3699">
            <a:extLst>
              <a:ext uri="{FF2B5EF4-FFF2-40B4-BE49-F238E27FC236}">
                <a16:creationId xmlns:a16="http://schemas.microsoft.com/office/drawing/2014/main" id="{9DE82484-E683-A1D3-244A-927B54586B55}"/>
              </a:ext>
            </a:extLst>
          </p:cNvPr>
          <p:cNvSpPr>
            <a:spLocks/>
          </p:cNvSpPr>
          <p:nvPr/>
        </p:nvSpPr>
        <p:spPr>
          <a:xfrm>
            <a:off x="5946917" y="46748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3701" name="data_3700">
            <a:extLst>
              <a:ext uri="{FF2B5EF4-FFF2-40B4-BE49-F238E27FC236}">
                <a16:creationId xmlns:a16="http://schemas.microsoft.com/office/drawing/2014/main" id="{F7433F63-6781-FE01-439A-2CB8248F6051}"/>
              </a:ext>
            </a:extLst>
          </p:cNvPr>
          <p:cNvSpPr>
            <a:spLocks/>
          </p:cNvSpPr>
          <p:nvPr/>
        </p:nvSpPr>
        <p:spPr>
          <a:xfrm>
            <a:off x="5946917" y="46674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3702" name="data_3701">
            <a:extLst>
              <a:ext uri="{FF2B5EF4-FFF2-40B4-BE49-F238E27FC236}">
                <a16:creationId xmlns:a16="http://schemas.microsoft.com/office/drawing/2014/main" id="{43F00CC4-950F-9B26-F2AE-D993FD6DBE81}"/>
              </a:ext>
            </a:extLst>
          </p:cNvPr>
          <p:cNvSpPr>
            <a:spLocks/>
          </p:cNvSpPr>
          <p:nvPr/>
        </p:nvSpPr>
        <p:spPr>
          <a:xfrm>
            <a:off x="5946917" y="46601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3703" name="data_3702">
            <a:extLst>
              <a:ext uri="{FF2B5EF4-FFF2-40B4-BE49-F238E27FC236}">
                <a16:creationId xmlns:a16="http://schemas.microsoft.com/office/drawing/2014/main" id="{34F85C89-DB35-A7F5-8E3E-446CA53CF6D6}"/>
              </a:ext>
            </a:extLst>
          </p:cNvPr>
          <p:cNvSpPr>
            <a:spLocks/>
          </p:cNvSpPr>
          <p:nvPr/>
        </p:nvSpPr>
        <p:spPr>
          <a:xfrm>
            <a:off x="5946917" y="46528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3704" name="data_3703">
            <a:extLst>
              <a:ext uri="{FF2B5EF4-FFF2-40B4-BE49-F238E27FC236}">
                <a16:creationId xmlns:a16="http://schemas.microsoft.com/office/drawing/2014/main" id="{E9843D4A-31CF-313B-1ED5-50990A339170}"/>
              </a:ext>
            </a:extLst>
          </p:cNvPr>
          <p:cNvSpPr>
            <a:spLocks/>
          </p:cNvSpPr>
          <p:nvPr/>
        </p:nvSpPr>
        <p:spPr>
          <a:xfrm>
            <a:off x="5946917" y="46455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3705" name="data_3704">
            <a:extLst>
              <a:ext uri="{FF2B5EF4-FFF2-40B4-BE49-F238E27FC236}">
                <a16:creationId xmlns:a16="http://schemas.microsoft.com/office/drawing/2014/main" id="{E0F45F01-7F98-C29B-1970-63F1E6172589}"/>
              </a:ext>
            </a:extLst>
          </p:cNvPr>
          <p:cNvSpPr>
            <a:spLocks/>
          </p:cNvSpPr>
          <p:nvPr/>
        </p:nvSpPr>
        <p:spPr>
          <a:xfrm>
            <a:off x="5946917" y="46381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3706" name="data_3705">
            <a:extLst>
              <a:ext uri="{FF2B5EF4-FFF2-40B4-BE49-F238E27FC236}">
                <a16:creationId xmlns:a16="http://schemas.microsoft.com/office/drawing/2014/main" id="{2434909D-40A2-5787-8197-457F558CB02B}"/>
              </a:ext>
            </a:extLst>
          </p:cNvPr>
          <p:cNvSpPr>
            <a:spLocks/>
          </p:cNvSpPr>
          <p:nvPr/>
        </p:nvSpPr>
        <p:spPr>
          <a:xfrm>
            <a:off x="5946917" y="46308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3707" name="data_3706">
            <a:extLst>
              <a:ext uri="{FF2B5EF4-FFF2-40B4-BE49-F238E27FC236}">
                <a16:creationId xmlns:a16="http://schemas.microsoft.com/office/drawing/2014/main" id="{3D665611-3EA0-4394-02AB-476D01DA39C4}"/>
              </a:ext>
            </a:extLst>
          </p:cNvPr>
          <p:cNvSpPr>
            <a:spLocks/>
          </p:cNvSpPr>
          <p:nvPr/>
        </p:nvSpPr>
        <p:spPr>
          <a:xfrm>
            <a:off x="5946917" y="46235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3708" name="data_3707">
            <a:extLst>
              <a:ext uri="{FF2B5EF4-FFF2-40B4-BE49-F238E27FC236}">
                <a16:creationId xmlns:a16="http://schemas.microsoft.com/office/drawing/2014/main" id="{69AF57CC-5EFE-E502-B8B0-D7F95A287942}"/>
              </a:ext>
            </a:extLst>
          </p:cNvPr>
          <p:cNvSpPr>
            <a:spLocks/>
          </p:cNvSpPr>
          <p:nvPr/>
        </p:nvSpPr>
        <p:spPr>
          <a:xfrm>
            <a:off x="5946917" y="46162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3709" name="data_3708">
            <a:extLst>
              <a:ext uri="{FF2B5EF4-FFF2-40B4-BE49-F238E27FC236}">
                <a16:creationId xmlns:a16="http://schemas.microsoft.com/office/drawing/2014/main" id="{AB85EEE3-37E7-12B3-0EDE-E48CCA6AA739}"/>
              </a:ext>
            </a:extLst>
          </p:cNvPr>
          <p:cNvSpPr>
            <a:spLocks/>
          </p:cNvSpPr>
          <p:nvPr/>
        </p:nvSpPr>
        <p:spPr>
          <a:xfrm>
            <a:off x="5946917" y="46089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3710" name="data_3709">
            <a:extLst>
              <a:ext uri="{FF2B5EF4-FFF2-40B4-BE49-F238E27FC236}">
                <a16:creationId xmlns:a16="http://schemas.microsoft.com/office/drawing/2014/main" id="{368D8473-28AC-028A-1EDC-D93D4980129C}"/>
              </a:ext>
            </a:extLst>
          </p:cNvPr>
          <p:cNvSpPr>
            <a:spLocks/>
          </p:cNvSpPr>
          <p:nvPr/>
        </p:nvSpPr>
        <p:spPr>
          <a:xfrm>
            <a:off x="5946917" y="46015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3711" name="data_3710">
            <a:extLst>
              <a:ext uri="{FF2B5EF4-FFF2-40B4-BE49-F238E27FC236}">
                <a16:creationId xmlns:a16="http://schemas.microsoft.com/office/drawing/2014/main" id="{A8D89B17-1DC1-4877-15DC-B53FFBEF985A}"/>
              </a:ext>
            </a:extLst>
          </p:cNvPr>
          <p:cNvSpPr>
            <a:spLocks/>
          </p:cNvSpPr>
          <p:nvPr/>
        </p:nvSpPr>
        <p:spPr>
          <a:xfrm>
            <a:off x="5946917" y="45942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3712" name="data_3711">
            <a:extLst>
              <a:ext uri="{FF2B5EF4-FFF2-40B4-BE49-F238E27FC236}">
                <a16:creationId xmlns:a16="http://schemas.microsoft.com/office/drawing/2014/main" id="{5F6DCEEB-A26F-E041-C5A7-70B3664E8C25}"/>
              </a:ext>
            </a:extLst>
          </p:cNvPr>
          <p:cNvSpPr>
            <a:spLocks/>
          </p:cNvSpPr>
          <p:nvPr/>
        </p:nvSpPr>
        <p:spPr>
          <a:xfrm>
            <a:off x="5946917" y="45869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3713" name="data_3712">
            <a:extLst>
              <a:ext uri="{FF2B5EF4-FFF2-40B4-BE49-F238E27FC236}">
                <a16:creationId xmlns:a16="http://schemas.microsoft.com/office/drawing/2014/main" id="{1F3894FB-B8C4-9916-DAB1-933A6B2A4819}"/>
              </a:ext>
            </a:extLst>
          </p:cNvPr>
          <p:cNvSpPr>
            <a:spLocks/>
          </p:cNvSpPr>
          <p:nvPr/>
        </p:nvSpPr>
        <p:spPr>
          <a:xfrm>
            <a:off x="6037404" y="6461330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4" name="text_3713">
            <a:extLst>
              <a:ext uri="{FF2B5EF4-FFF2-40B4-BE49-F238E27FC236}">
                <a16:creationId xmlns:a16="http://schemas.microsoft.com/office/drawing/2014/main" id="{AA312313-614C-8B4C-6411-21D7763ACD6B}"/>
              </a:ext>
            </a:extLst>
          </p:cNvPr>
          <p:cNvSpPr>
            <a:spLocks/>
          </p:cNvSpPr>
          <p:nvPr/>
        </p:nvSpPr>
        <p:spPr>
          <a:xfrm>
            <a:off x="6134944" y="640467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715" name="data_3714">
            <a:extLst>
              <a:ext uri="{FF2B5EF4-FFF2-40B4-BE49-F238E27FC236}">
                <a16:creationId xmlns:a16="http://schemas.microsoft.com/office/drawing/2014/main" id="{7BBCA1F4-8265-0B71-D80B-DC25E8CA4BC2}"/>
              </a:ext>
            </a:extLst>
          </p:cNvPr>
          <p:cNvSpPr>
            <a:spLocks/>
          </p:cNvSpPr>
          <p:nvPr/>
        </p:nvSpPr>
        <p:spPr>
          <a:xfrm>
            <a:off x="6037404" y="5836535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6" name="text_3715">
            <a:extLst>
              <a:ext uri="{FF2B5EF4-FFF2-40B4-BE49-F238E27FC236}">
                <a16:creationId xmlns:a16="http://schemas.microsoft.com/office/drawing/2014/main" id="{F6BA9ACB-12D7-95C6-0D8F-B14BBFB73FB6}"/>
              </a:ext>
            </a:extLst>
          </p:cNvPr>
          <p:cNvSpPr>
            <a:spLocks/>
          </p:cNvSpPr>
          <p:nvPr/>
        </p:nvSpPr>
        <p:spPr>
          <a:xfrm>
            <a:off x="6134944" y="577988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17" name="data_3716">
            <a:extLst>
              <a:ext uri="{FF2B5EF4-FFF2-40B4-BE49-F238E27FC236}">
                <a16:creationId xmlns:a16="http://schemas.microsoft.com/office/drawing/2014/main" id="{2FD03850-C437-4124-D64A-64338952DCA3}"/>
              </a:ext>
            </a:extLst>
          </p:cNvPr>
          <p:cNvSpPr>
            <a:spLocks/>
          </p:cNvSpPr>
          <p:nvPr/>
        </p:nvSpPr>
        <p:spPr>
          <a:xfrm>
            <a:off x="6037404" y="521174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8" name="text_3717">
            <a:extLst>
              <a:ext uri="{FF2B5EF4-FFF2-40B4-BE49-F238E27FC236}">
                <a16:creationId xmlns:a16="http://schemas.microsoft.com/office/drawing/2014/main" id="{D579B3BD-DDED-B439-EDC8-2205EBA44C19}"/>
              </a:ext>
            </a:extLst>
          </p:cNvPr>
          <p:cNvSpPr>
            <a:spLocks/>
          </p:cNvSpPr>
          <p:nvPr/>
        </p:nvSpPr>
        <p:spPr>
          <a:xfrm>
            <a:off x="6134944" y="515508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719" name="data_3718">
            <a:extLst>
              <a:ext uri="{FF2B5EF4-FFF2-40B4-BE49-F238E27FC236}">
                <a16:creationId xmlns:a16="http://schemas.microsoft.com/office/drawing/2014/main" id="{CE229AE7-7CBC-D2C7-45CB-7D1AAE596617}"/>
              </a:ext>
            </a:extLst>
          </p:cNvPr>
          <p:cNvSpPr>
            <a:spLocks/>
          </p:cNvSpPr>
          <p:nvPr/>
        </p:nvSpPr>
        <p:spPr>
          <a:xfrm>
            <a:off x="6037404" y="458694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20" name="text_3719">
            <a:extLst>
              <a:ext uri="{FF2B5EF4-FFF2-40B4-BE49-F238E27FC236}">
                <a16:creationId xmlns:a16="http://schemas.microsoft.com/office/drawing/2014/main" id="{2E3D62FB-59CA-EE56-E994-74FA9C06EACC}"/>
              </a:ext>
            </a:extLst>
          </p:cNvPr>
          <p:cNvSpPr>
            <a:spLocks/>
          </p:cNvSpPr>
          <p:nvPr/>
        </p:nvSpPr>
        <p:spPr>
          <a:xfrm>
            <a:off x="6134944" y="453029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721" name="text_3720">
            <a:extLst>
              <a:ext uri="{FF2B5EF4-FFF2-40B4-BE49-F238E27FC236}">
                <a16:creationId xmlns:a16="http://schemas.microsoft.com/office/drawing/2014/main" id="{98FBE801-87AA-C9F0-E889-C44F7C953375}"/>
              </a:ext>
            </a:extLst>
          </p:cNvPr>
          <p:cNvSpPr>
            <a:spLocks/>
          </p:cNvSpPr>
          <p:nvPr/>
        </p:nvSpPr>
        <p:spPr>
          <a:xfrm rot="-5400000">
            <a:off x="5933461" y="5443225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3722" name="data_3721">
            <a:extLst>
              <a:ext uri="{FF2B5EF4-FFF2-40B4-BE49-F238E27FC236}">
                <a16:creationId xmlns:a16="http://schemas.microsoft.com/office/drawing/2014/main" id="{8D3AD73D-EC81-ABE0-E130-FC7E27C01E97}"/>
              </a:ext>
            </a:extLst>
          </p:cNvPr>
          <p:cNvSpPr>
            <a:spLocks/>
          </p:cNvSpPr>
          <p:nvPr/>
        </p:nvSpPr>
        <p:spPr>
          <a:xfrm>
            <a:off x="6962962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723" name="data_3722">
            <a:extLst>
              <a:ext uri="{FF2B5EF4-FFF2-40B4-BE49-F238E27FC236}">
                <a16:creationId xmlns:a16="http://schemas.microsoft.com/office/drawing/2014/main" id="{B9AB2DDF-DE4C-6DD2-737D-E2798DE63575}"/>
              </a:ext>
            </a:extLst>
          </p:cNvPr>
          <p:cNvSpPr>
            <a:spLocks/>
          </p:cNvSpPr>
          <p:nvPr/>
        </p:nvSpPr>
        <p:spPr>
          <a:xfrm>
            <a:off x="7380899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4" name="text_3723">
            <a:extLst>
              <a:ext uri="{FF2B5EF4-FFF2-40B4-BE49-F238E27FC236}">
                <a16:creationId xmlns:a16="http://schemas.microsoft.com/office/drawing/2014/main" id="{3EBAB39C-FAA0-8E1E-21F0-AA4EE50A9A94}"/>
              </a:ext>
            </a:extLst>
          </p:cNvPr>
          <p:cNvSpPr>
            <a:spLocks/>
          </p:cNvSpPr>
          <p:nvPr/>
        </p:nvSpPr>
        <p:spPr>
          <a:xfrm>
            <a:off x="7020799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5" name="text_3724">
            <a:extLst>
              <a:ext uri="{FF2B5EF4-FFF2-40B4-BE49-F238E27FC236}">
                <a16:creationId xmlns:a16="http://schemas.microsoft.com/office/drawing/2014/main" id="{79A3BE5B-77DA-6D20-5DF1-B010AC83B00A}"/>
              </a:ext>
            </a:extLst>
          </p:cNvPr>
          <p:cNvSpPr>
            <a:spLocks/>
          </p:cNvSpPr>
          <p:nvPr/>
        </p:nvSpPr>
        <p:spPr>
          <a:xfrm>
            <a:off x="7144846" y="672496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3726" name="data_3725">
            <a:extLst>
              <a:ext uri="{FF2B5EF4-FFF2-40B4-BE49-F238E27FC236}">
                <a16:creationId xmlns:a16="http://schemas.microsoft.com/office/drawing/2014/main" id="{09ADBDD8-1CCE-03AB-CEE5-63B7D66011BF}"/>
              </a:ext>
            </a:extLst>
          </p:cNvPr>
          <p:cNvSpPr>
            <a:spLocks/>
          </p:cNvSpPr>
          <p:nvPr/>
        </p:nvSpPr>
        <p:spPr>
          <a:xfrm>
            <a:off x="8419409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7" name="text_3726">
            <a:extLst>
              <a:ext uri="{FF2B5EF4-FFF2-40B4-BE49-F238E27FC236}">
                <a16:creationId xmlns:a16="http://schemas.microsoft.com/office/drawing/2014/main" id="{A6109E27-5DC6-1EEF-0A56-DFD65E139397}"/>
              </a:ext>
            </a:extLst>
          </p:cNvPr>
          <p:cNvSpPr>
            <a:spLocks/>
          </p:cNvSpPr>
          <p:nvPr/>
        </p:nvSpPr>
        <p:spPr>
          <a:xfrm>
            <a:off x="8059309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8" name="text_3727">
            <a:extLst>
              <a:ext uri="{FF2B5EF4-FFF2-40B4-BE49-F238E27FC236}">
                <a16:creationId xmlns:a16="http://schemas.microsoft.com/office/drawing/2014/main" id="{C4844EBE-D303-52A5-FE92-3C710EF69D42}"/>
              </a:ext>
            </a:extLst>
          </p:cNvPr>
          <p:cNvSpPr>
            <a:spLocks/>
          </p:cNvSpPr>
          <p:nvPr/>
        </p:nvSpPr>
        <p:spPr>
          <a:xfrm>
            <a:off x="8278504" y="672496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729" name="data_3728">
            <a:extLst>
              <a:ext uri="{FF2B5EF4-FFF2-40B4-BE49-F238E27FC236}">
                <a16:creationId xmlns:a16="http://schemas.microsoft.com/office/drawing/2014/main" id="{C89062F6-BB7A-A64B-57E9-B61E856CF6DA}"/>
              </a:ext>
            </a:extLst>
          </p:cNvPr>
          <p:cNvSpPr>
            <a:spLocks/>
          </p:cNvSpPr>
          <p:nvPr/>
        </p:nvSpPr>
        <p:spPr>
          <a:xfrm>
            <a:off x="6962962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0" name="data_3729">
            <a:extLst>
              <a:ext uri="{FF2B5EF4-FFF2-40B4-BE49-F238E27FC236}">
                <a16:creationId xmlns:a16="http://schemas.microsoft.com/office/drawing/2014/main" id="{09631821-A4DE-2B1D-82B6-F488D3D57A14}"/>
              </a:ext>
            </a:extLst>
          </p:cNvPr>
          <p:cNvSpPr>
            <a:spLocks/>
          </p:cNvSpPr>
          <p:nvPr/>
        </p:nvSpPr>
        <p:spPr>
          <a:xfrm>
            <a:off x="6918626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1" name="text_3730">
            <a:extLst>
              <a:ext uri="{FF2B5EF4-FFF2-40B4-BE49-F238E27FC236}">
                <a16:creationId xmlns:a16="http://schemas.microsoft.com/office/drawing/2014/main" id="{2D9C1BA4-C874-38C8-AB14-B56598924700}"/>
              </a:ext>
            </a:extLst>
          </p:cNvPr>
          <p:cNvSpPr>
            <a:spLocks/>
          </p:cNvSpPr>
          <p:nvPr/>
        </p:nvSpPr>
        <p:spPr>
          <a:xfrm>
            <a:off x="6694903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732" name="data_3731">
            <a:extLst>
              <a:ext uri="{FF2B5EF4-FFF2-40B4-BE49-F238E27FC236}">
                <a16:creationId xmlns:a16="http://schemas.microsoft.com/office/drawing/2014/main" id="{73621E59-7F15-24B0-DFFB-0E3C9E5ABB97}"/>
              </a:ext>
            </a:extLst>
          </p:cNvPr>
          <p:cNvSpPr>
            <a:spLocks/>
          </p:cNvSpPr>
          <p:nvPr/>
        </p:nvSpPr>
        <p:spPr>
          <a:xfrm>
            <a:off x="6962962" y="557718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3" name="data_3732">
            <a:extLst>
              <a:ext uri="{FF2B5EF4-FFF2-40B4-BE49-F238E27FC236}">
                <a16:creationId xmlns:a16="http://schemas.microsoft.com/office/drawing/2014/main" id="{1A49660C-7E47-4CDE-AD87-BF36E722B458}"/>
              </a:ext>
            </a:extLst>
          </p:cNvPr>
          <p:cNvSpPr>
            <a:spLocks/>
          </p:cNvSpPr>
          <p:nvPr/>
        </p:nvSpPr>
        <p:spPr>
          <a:xfrm>
            <a:off x="6918626" y="557718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4" name="text_3733">
            <a:extLst>
              <a:ext uri="{FF2B5EF4-FFF2-40B4-BE49-F238E27FC236}">
                <a16:creationId xmlns:a16="http://schemas.microsoft.com/office/drawing/2014/main" id="{E01185FD-4181-CE2C-D968-A7796FE46A3A}"/>
              </a:ext>
            </a:extLst>
          </p:cNvPr>
          <p:cNvSpPr>
            <a:spLocks/>
          </p:cNvSpPr>
          <p:nvPr/>
        </p:nvSpPr>
        <p:spPr>
          <a:xfrm>
            <a:off x="6694903" y="551973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735" name="data_3734">
            <a:extLst>
              <a:ext uri="{FF2B5EF4-FFF2-40B4-BE49-F238E27FC236}">
                <a16:creationId xmlns:a16="http://schemas.microsoft.com/office/drawing/2014/main" id="{49F87894-A09C-7DF1-06ED-F5BD37D99746}"/>
              </a:ext>
            </a:extLst>
          </p:cNvPr>
          <p:cNvSpPr>
            <a:spLocks/>
          </p:cNvSpPr>
          <p:nvPr/>
        </p:nvSpPr>
        <p:spPr>
          <a:xfrm>
            <a:off x="6962962" y="4693043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6" name="data_3735">
            <a:extLst>
              <a:ext uri="{FF2B5EF4-FFF2-40B4-BE49-F238E27FC236}">
                <a16:creationId xmlns:a16="http://schemas.microsoft.com/office/drawing/2014/main" id="{4A06091A-04CF-3C7C-05C5-6C1BECCC5995}"/>
              </a:ext>
            </a:extLst>
          </p:cNvPr>
          <p:cNvSpPr>
            <a:spLocks/>
          </p:cNvSpPr>
          <p:nvPr/>
        </p:nvSpPr>
        <p:spPr>
          <a:xfrm>
            <a:off x="6918626" y="469304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7" name="text_3736">
            <a:extLst>
              <a:ext uri="{FF2B5EF4-FFF2-40B4-BE49-F238E27FC236}">
                <a16:creationId xmlns:a16="http://schemas.microsoft.com/office/drawing/2014/main" id="{B38E8179-AB31-86D5-63F4-A0C9D822AABF}"/>
              </a:ext>
            </a:extLst>
          </p:cNvPr>
          <p:cNvSpPr>
            <a:spLocks/>
          </p:cNvSpPr>
          <p:nvPr/>
        </p:nvSpPr>
        <p:spPr>
          <a:xfrm>
            <a:off x="6694903" y="463559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738" name="text_3737">
            <a:extLst>
              <a:ext uri="{FF2B5EF4-FFF2-40B4-BE49-F238E27FC236}">
                <a16:creationId xmlns:a16="http://schemas.microsoft.com/office/drawing/2014/main" id="{C4D53AC0-8FD6-3CBD-5437-B9F1A6950BD0}"/>
              </a:ext>
            </a:extLst>
          </p:cNvPr>
          <p:cNvSpPr>
            <a:spLocks/>
          </p:cNvSpPr>
          <p:nvPr/>
        </p:nvSpPr>
        <p:spPr>
          <a:xfrm rot="-5400000">
            <a:off x="6459563" y="543989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39" name="data_3738">
            <a:extLst>
              <a:ext uri="{FF2B5EF4-FFF2-40B4-BE49-F238E27FC236}">
                <a16:creationId xmlns:a16="http://schemas.microsoft.com/office/drawing/2014/main" id="{0EF39297-2A75-E953-FA6F-47C3FA034A74}"/>
              </a:ext>
            </a:extLst>
          </p:cNvPr>
          <p:cNvSpPr>
            <a:spLocks/>
          </p:cNvSpPr>
          <p:nvPr/>
        </p:nvSpPr>
        <p:spPr>
          <a:xfrm>
            <a:off x="703388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882" y="1757235"/>
                </a:lnTo>
                <a:lnTo>
                  <a:pt x="3463" y="1746183"/>
                </a:lnTo>
                <a:lnTo>
                  <a:pt x="7552" y="1735131"/>
                </a:lnTo>
                <a:lnTo>
                  <a:pt x="12859" y="1724080"/>
                </a:lnTo>
                <a:lnTo>
                  <a:pt x="19027" y="1713028"/>
                </a:lnTo>
                <a:lnTo>
                  <a:pt x="25673" y="1701976"/>
                </a:lnTo>
                <a:lnTo>
                  <a:pt x="32425" y="1690924"/>
                </a:lnTo>
                <a:lnTo>
                  <a:pt x="38958" y="1679872"/>
                </a:lnTo>
                <a:lnTo>
                  <a:pt x="45013" y="1668821"/>
                </a:lnTo>
                <a:lnTo>
                  <a:pt x="50412" y="1657769"/>
                </a:lnTo>
                <a:lnTo>
                  <a:pt x="55054" y="1646717"/>
                </a:lnTo>
                <a:lnTo>
                  <a:pt x="58910" y="1635665"/>
                </a:lnTo>
                <a:lnTo>
                  <a:pt x="62008" y="1624613"/>
                </a:lnTo>
                <a:lnTo>
                  <a:pt x="64413" y="1613562"/>
                </a:lnTo>
                <a:lnTo>
                  <a:pt x="66215" y="1602510"/>
                </a:lnTo>
                <a:lnTo>
                  <a:pt x="67512" y="1591458"/>
                </a:lnTo>
                <a:lnTo>
                  <a:pt x="68403" y="1580406"/>
                </a:lnTo>
                <a:lnTo>
                  <a:pt x="68975" y="1569354"/>
                </a:lnTo>
                <a:lnTo>
                  <a:pt x="69308" y="1558303"/>
                </a:lnTo>
                <a:lnTo>
                  <a:pt x="69468" y="1547251"/>
                </a:lnTo>
                <a:lnTo>
                  <a:pt x="69510" y="1536199"/>
                </a:lnTo>
                <a:lnTo>
                  <a:pt x="69479" y="1525147"/>
                </a:lnTo>
                <a:lnTo>
                  <a:pt x="69413" y="1514096"/>
                </a:lnTo>
                <a:lnTo>
                  <a:pt x="69343" y="1503044"/>
                </a:lnTo>
                <a:lnTo>
                  <a:pt x="69297" y="1491992"/>
                </a:lnTo>
                <a:lnTo>
                  <a:pt x="69300" y="1480940"/>
                </a:lnTo>
                <a:lnTo>
                  <a:pt x="69377" y="1469888"/>
                </a:lnTo>
                <a:lnTo>
                  <a:pt x="69546" y="1458837"/>
                </a:lnTo>
                <a:lnTo>
                  <a:pt x="69825" y="1447785"/>
                </a:lnTo>
                <a:lnTo>
                  <a:pt x="70223" y="1436733"/>
                </a:lnTo>
                <a:lnTo>
                  <a:pt x="70743" y="1425681"/>
                </a:lnTo>
                <a:lnTo>
                  <a:pt x="71374" y="1414629"/>
                </a:lnTo>
                <a:lnTo>
                  <a:pt x="72098" y="1403578"/>
                </a:lnTo>
                <a:lnTo>
                  <a:pt x="72882" y="1392526"/>
                </a:lnTo>
                <a:lnTo>
                  <a:pt x="73682" y="1381474"/>
                </a:lnTo>
                <a:lnTo>
                  <a:pt x="74449" y="1370422"/>
                </a:lnTo>
                <a:lnTo>
                  <a:pt x="75131" y="1359370"/>
                </a:lnTo>
                <a:lnTo>
                  <a:pt x="75676" y="1348319"/>
                </a:lnTo>
                <a:lnTo>
                  <a:pt x="76038" y="1337267"/>
                </a:lnTo>
                <a:lnTo>
                  <a:pt x="76184" y="1326215"/>
                </a:lnTo>
                <a:lnTo>
                  <a:pt x="76092" y="1315163"/>
                </a:lnTo>
                <a:lnTo>
                  <a:pt x="75758" y="1304111"/>
                </a:lnTo>
                <a:lnTo>
                  <a:pt x="75189" y="1293060"/>
                </a:lnTo>
                <a:lnTo>
                  <a:pt x="74411" y="1282008"/>
                </a:lnTo>
                <a:lnTo>
                  <a:pt x="73462" y="1270956"/>
                </a:lnTo>
                <a:lnTo>
                  <a:pt x="72391" y="1259904"/>
                </a:lnTo>
                <a:lnTo>
                  <a:pt x="71258" y="1248853"/>
                </a:lnTo>
                <a:lnTo>
                  <a:pt x="70129" y="1237801"/>
                </a:lnTo>
                <a:lnTo>
                  <a:pt x="69071" y="1226749"/>
                </a:lnTo>
                <a:lnTo>
                  <a:pt x="68153" y="1215697"/>
                </a:lnTo>
                <a:lnTo>
                  <a:pt x="67436" y="1204645"/>
                </a:lnTo>
                <a:lnTo>
                  <a:pt x="66968" y="1193594"/>
                </a:lnTo>
                <a:lnTo>
                  <a:pt x="66785" y="1182542"/>
                </a:lnTo>
                <a:lnTo>
                  <a:pt x="66903" y="1171490"/>
                </a:lnTo>
                <a:lnTo>
                  <a:pt x="67316" y="1160438"/>
                </a:lnTo>
                <a:lnTo>
                  <a:pt x="68003" y="1149386"/>
                </a:lnTo>
                <a:lnTo>
                  <a:pt x="68923" y="1138335"/>
                </a:lnTo>
                <a:lnTo>
                  <a:pt x="70025" y="1127283"/>
                </a:lnTo>
                <a:lnTo>
                  <a:pt x="71253" y="1116231"/>
                </a:lnTo>
                <a:lnTo>
                  <a:pt x="72550" y="1105179"/>
                </a:lnTo>
                <a:lnTo>
                  <a:pt x="73863" y="1094127"/>
                </a:lnTo>
                <a:lnTo>
                  <a:pt x="75148" y="1083076"/>
                </a:lnTo>
                <a:lnTo>
                  <a:pt x="76368" y="1072024"/>
                </a:lnTo>
                <a:lnTo>
                  <a:pt x="77497" y="1060972"/>
                </a:lnTo>
                <a:lnTo>
                  <a:pt x="78514" y="1049920"/>
                </a:lnTo>
                <a:lnTo>
                  <a:pt x="79405" y="1038868"/>
                </a:lnTo>
                <a:lnTo>
                  <a:pt x="80161" y="1027817"/>
                </a:lnTo>
                <a:lnTo>
                  <a:pt x="80774" y="1016765"/>
                </a:lnTo>
                <a:lnTo>
                  <a:pt x="81239" y="1005713"/>
                </a:lnTo>
                <a:lnTo>
                  <a:pt x="81556" y="994661"/>
                </a:lnTo>
                <a:lnTo>
                  <a:pt x="81730" y="983609"/>
                </a:lnTo>
                <a:lnTo>
                  <a:pt x="81768" y="972558"/>
                </a:lnTo>
                <a:lnTo>
                  <a:pt x="81686" y="961506"/>
                </a:lnTo>
                <a:lnTo>
                  <a:pt x="81507" y="950454"/>
                </a:lnTo>
                <a:lnTo>
                  <a:pt x="81256" y="939402"/>
                </a:lnTo>
                <a:lnTo>
                  <a:pt x="80965" y="928351"/>
                </a:lnTo>
                <a:lnTo>
                  <a:pt x="80666" y="917299"/>
                </a:lnTo>
                <a:lnTo>
                  <a:pt x="80390" y="906247"/>
                </a:lnTo>
                <a:lnTo>
                  <a:pt x="80162" y="895195"/>
                </a:lnTo>
                <a:lnTo>
                  <a:pt x="80005" y="884143"/>
                </a:lnTo>
                <a:lnTo>
                  <a:pt x="79928" y="873092"/>
                </a:lnTo>
                <a:lnTo>
                  <a:pt x="79937" y="862040"/>
                </a:lnTo>
                <a:lnTo>
                  <a:pt x="80026" y="850988"/>
                </a:lnTo>
                <a:lnTo>
                  <a:pt x="80187" y="839936"/>
                </a:lnTo>
                <a:lnTo>
                  <a:pt x="80403" y="828884"/>
                </a:lnTo>
                <a:lnTo>
                  <a:pt x="80661" y="817833"/>
                </a:lnTo>
                <a:lnTo>
                  <a:pt x="80947" y="806781"/>
                </a:lnTo>
                <a:lnTo>
                  <a:pt x="81250" y="795729"/>
                </a:lnTo>
                <a:lnTo>
                  <a:pt x="81563" y="784677"/>
                </a:lnTo>
                <a:lnTo>
                  <a:pt x="81882" y="773625"/>
                </a:lnTo>
                <a:lnTo>
                  <a:pt x="82209" y="762574"/>
                </a:lnTo>
                <a:lnTo>
                  <a:pt x="82542" y="751522"/>
                </a:lnTo>
                <a:lnTo>
                  <a:pt x="82881" y="740470"/>
                </a:lnTo>
                <a:lnTo>
                  <a:pt x="83223" y="729418"/>
                </a:lnTo>
                <a:lnTo>
                  <a:pt x="83561" y="718366"/>
                </a:lnTo>
                <a:lnTo>
                  <a:pt x="83886" y="707315"/>
                </a:lnTo>
                <a:lnTo>
                  <a:pt x="84183" y="696263"/>
                </a:lnTo>
                <a:lnTo>
                  <a:pt x="84439" y="685211"/>
                </a:lnTo>
                <a:lnTo>
                  <a:pt x="84642" y="674159"/>
                </a:lnTo>
                <a:lnTo>
                  <a:pt x="84783" y="663108"/>
                </a:lnTo>
                <a:lnTo>
                  <a:pt x="84860" y="652056"/>
                </a:lnTo>
                <a:lnTo>
                  <a:pt x="84875" y="641004"/>
                </a:lnTo>
                <a:lnTo>
                  <a:pt x="84838" y="629952"/>
                </a:lnTo>
                <a:lnTo>
                  <a:pt x="84765" y="618900"/>
                </a:lnTo>
                <a:lnTo>
                  <a:pt x="84671" y="607849"/>
                </a:lnTo>
                <a:lnTo>
                  <a:pt x="84573" y="596797"/>
                </a:lnTo>
                <a:lnTo>
                  <a:pt x="84488" y="585745"/>
                </a:lnTo>
                <a:lnTo>
                  <a:pt x="84426" y="574693"/>
                </a:lnTo>
                <a:lnTo>
                  <a:pt x="84392" y="563641"/>
                </a:lnTo>
                <a:lnTo>
                  <a:pt x="84387" y="552590"/>
                </a:lnTo>
                <a:lnTo>
                  <a:pt x="84408" y="541538"/>
                </a:lnTo>
                <a:lnTo>
                  <a:pt x="84449" y="530486"/>
                </a:lnTo>
                <a:lnTo>
                  <a:pt x="84506" y="519434"/>
                </a:lnTo>
                <a:lnTo>
                  <a:pt x="84577" y="508382"/>
                </a:lnTo>
                <a:lnTo>
                  <a:pt x="84661" y="497331"/>
                </a:lnTo>
                <a:lnTo>
                  <a:pt x="84765" y="486279"/>
                </a:lnTo>
                <a:lnTo>
                  <a:pt x="84895" y="475227"/>
                </a:lnTo>
                <a:lnTo>
                  <a:pt x="85061" y="464175"/>
                </a:lnTo>
                <a:lnTo>
                  <a:pt x="85272" y="453123"/>
                </a:lnTo>
                <a:lnTo>
                  <a:pt x="85537" y="442072"/>
                </a:lnTo>
                <a:lnTo>
                  <a:pt x="85859" y="431020"/>
                </a:lnTo>
                <a:lnTo>
                  <a:pt x="86238" y="419968"/>
                </a:lnTo>
                <a:lnTo>
                  <a:pt x="86671" y="408916"/>
                </a:lnTo>
                <a:lnTo>
                  <a:pt x="87149" y="397865"/>
                </a:lnTo>
                <a:lnTo>
                  <a:pt x="87661" y="386813"/>
                </a:lnTo>
                <a:lnTo>
                  <a:pt x="88196" y="375761"/>
                </a:lnTo>
                <a:lnTo>
                  <a:pt x="88741" y="364709"/>
                </a:lnTo>
                <a:lnTo>
                  <a:pt x="89283" y="353657"/>
                </a:lnTo>
                <a:lnTo>
                  <a:pt x="89812" y="342606"/>
                </a:lnTo>
                <a:lnTo>
                  <a:pt x="90320" y="331554"/>
                </a:lnTo>
                <a:lnTo>
                  <a:pt x="90799" y="320502"/>
                </a:lnTo>
                <a:lnTo>
                  <a:pt x="91243" y="309450"/>
                </a:lnTo>
                <a:lnTo>
                  <a:pt x="91647" y="298398"/>
                </a:lnTo>
                <a:lnTo>
                  <a:pt x="92009" y="287347"/>
                </a:lnTo>
                <a:lnTo>
                  <a:pt x="92326" y="276295"/>
                </a:lnTo>
                <a:lnTo>
                  <a:pt x="92595" y="265243"/>
                </a:lnTo>
                <a:lnTo>
                  <a:pt x="92815" y="254191"/>
                </a:lnTo>
                <a:lnTo>
                  <a:pt x="92984" y="243139"/>
                </a:lnTo>
                <a:lnTo>
                  <a:pt x="93096" y="232088"/>
                </a:lnTo>
                <a:lnTo>
                  <a:pt x="93146" y="221036"/>
                </a:lnTo>
                <a:lnTo>
                  <a:pt x="93123" y="209984"/>
                </a:lnTo>
                <a:lnTo>
                  <a:pt x="93013" y="198932"/>
                </a:lnTo>
                <a:lnTo>
                  <a:pt x="92795" y="187880"/>
                </a:lnTo>
                <a:lnTo>
                  <a:pt x="92443" y="176829"/>
                </a:lnTo>
                <a:lnTo>
                  <a:pt x="91926" y="165777"/>
                </a:lnTo>
                <a:lnTo>
                  <a:pt x="91210" y="154725"/>
                </a:lnTo>
                <a:lnTo>
                  <a:pt x="90258" y="143673"/>
                </a:lnTo>
                <a:lnTo>
                  <a:pt x="89039" y="132622"/>
                </a:lnTo>
                <a:lnTo>
                  <a:pt x="87531" y="121570"/>
                </a:lnTo>
                <a:lnTo>
                  <a:pt x="85727" y="110518"/>
                </a:lnTo>
                <a:lnTo>
                  <a:pt x="83642" y="99466"/>
                </a:lnTo>
                <a:lnTo>
                  <a:pt x="81317" y="88414"/>
                </a:lnTo>
                <a:lnTo>
                  <a:pt x="78823" y="77363"/>
                </a:lnTo>
                <a:lnTo>
                  <a:pt x="76259" y="66311"/>
                </a:lnTo>
                <a:lnTo>
                  <a:pt x="73748" y="55259"/>
                </a:lnTo>
                <a:lnTo>
                  <a:pt x="71427" y="44207"/>
                </a:lnTo>
                <a:lnTo>
                  <a:pt x="69436" y="33155"/>
                </a:lnTo>
                <a:lnTo>
                  <a:pt x="67906" y="22104"/>
                </a:lnTo>
                <a:lnTo>
                  <a:pt x="66942" y="11052"/>
                </a:lnTo>
                <a:lnTo>
                  <a:pt x="66613" y="0"/>
                </a:lnTo>
                <a:lnTo>
                  <a:pt x="120825" y="0"/>
                </a:lnTo>
                <a:lnTo>
                  <a:pt x="120825" y="0"/>
                </a:lnTo>
                <a:lnTo>
                  <a:pt x="120496" y="11052"/>
                </a:lnTo>
                <a:lnTo>
                  <a:pt x="119532" y="22104"/>
                </a:lnTo>
                <a:lnTo>
                  <a:pt x="118002" y="33155"/>
                </a:lnTo>
                <a:lnTo>
                  <a:pt x="116012" y="44207"/>
                </a:lnTo>
                <a:lnTo>
                  <a:pt x="113690" y="55259"/>
                </a:lnTo>
                <a:lnTo>
                  <a:pt x="111179" y="66311"/>
                </a:lnTo>
                <a:lnTo>
                  <a:pt x="108615" y="77363"/>
                </a:lnTo>
                <a:lnTo>
                  <a:pt x="106121" y="88414"/>
                </a:lnTo>
                <a:lnTo>
                  <a:pt x="103797" y="99466"/>
                </a:lnTo>
                <a:lnTo>
                  <a:pt x="101712" y="110518"/>
                </a:lnTo>
                <a:lnTo>
                  <a:pt x="99908" y="121570"/>
                </a:lnTo>
                <a:lnTo>
                  <a:pt x="98400" y="132622"/>
                </a:lnTo>
                <a:lnTo>
                  <a:pt x="97181" y="143673"/>
                </a:lnTo>
                <a:lnTo>
                  <a:pt x="96229" y="154725"/>
                </a:lnTo>
                <a:lnTo>
                  <a:pt x="95512" y="165777"/>
                </a:lnTo>
                <a:lnTo>
                  <a:pt x="94995" y="176829"/>
                </a:lnTo>
                <a:lnTo>
                  <a:pt x="94644" y="187880"/>
                </a:lnTo>
                <a:lnTo>
                  <a:pt x="94426" y="198932"/>
                </a:lnTo>
                <a:lnTo>
                  <a:pt x="94315" y="209984"/>
                </a:lnTo>
                <a:lnTo>
                  <a:pt x="94292" y="221036"/>
                </a:lnTo>
                <a:lnTo>
                  <a:pt x="94342" y="232088"/>
                </a:lnTo>
                <a:lnTo>
                  <a:pt x="94455" y="243139"/>
                </a:lnTo>
                <a:lnTo>
                  <a:pt x="94623" y="254191"/>
                </a:lnTo>
                <a:lnTo>
                  <a:pt x="94843" y="265243"/>
                </a:lnTo>
                <a:lnTo>
                  <a:pt x="95113" y="276295"/>
                </a:lnTo>
                <a:lnTo>
                  <a:pt x="95430" y="287347"/>
                </a:lnTo>
                <a:lnTo>
                  <a:pt x="95791" y="298398"/>
                </a:lnTo>
                <a:lnTo>
                  <a:pt x="96196" y="309450"/>
                </a:lnTo>
                <a:lnTo>
                  <a:pt x="96640" y="320502"/>
                </a:lnTo>
                <a:lnTo>
                  <a:pt x="97118" y="331554"/>
                </a:lnTo>
                <a:lnTo>
                  <a:pt x="97626" y="342606"/>
                </a:lnTo>
                <a:lnTo>
                  <a:pt x="98156" y="353657"/>
                </a:lnTo>
                <a:lnTo>
                  <a:pt x="98698" y="364709"/>
                </a:lnTo>
                <a:lnTo>
                  <a:pt x="99242" y="375761"/>
                </a:lnTo>
                <a:lnTo>
                  <a:pt x="99777" y="386813"/>
                </a:lnTo>
                <a:lnTo>
                  <a:pt x="100289" y="397865"/>
                </a:lnTo>
                <a:lnTo>
                  <a:pt x="100767" y="408916"/>
                </a:lnTo>
                <a:lnTo>
                  <a:pt x="101200" y="419968"/>
                </a:lnTo>
                <a:lnTo>
                  <a:pt x="101579" y="431020"/>
                </a:lnTo>
                <a:lnTo>
                  <a:pt x="101902" y="442072"/>
                </a:lnTo>
                <a:lnTo>
                  <a:pt x="102166" y="453123"/>
                </a:lnTo>
                <a:lnTo>
                  <a:pt x="102378" y="464175"/>
                </a:lnTo>
                <a:lnTo>
                  <a:pt x="102544" y="475227"/>
                </a:lnTo>
                <a:lnTo>
                  <a:pt x="102674" y="486279"/>
                </a:lnTo>
                <a:lnTo>
                  <a:pt x="102777" y="497331"/>
                </a:lnTo>
                <a:lnTo>
                  <a:pt x="102862" y="508382"/>
                </a:lnTo>
                <a:lnTo>
                  <a:pt x="102932" y="519434"/>
                </a:lnTo>
                <a:lnTo>
                  <a:pt x="102989" y="530486"/>
                </a:lnTo>
                <a:lnTo>
                  <a:pt x="103031" y="541538"/>
                </a:lnTo>
                <a:lnTo>
                  <a:pt x="103051" y="552590"/>
                </a:lnTo>
                <a:lnTo>
                  <a:pt x="103046" y="563641"/>
                </a:lnTo>
                <a:lnTo>
                  <a:pt x="103012" y="574693"/>
                </a:lnTo>
                <a:lnTo>
                  <a:pt x="102950" y="585745"/>
                </a:lnTo>
                <a:lnTo>
                  <a:pt x="102865" y="596797"/>
                </a:lnTo>
                <a:lnTo>
                  <a:pt x="102768" y="607849"/>
                </a:lnTo>
                <a:lnTo>
                  <a:pt x="102674" y="618900"/>
                </a:lnTo>
                <a:lnTo>
                  <a:pt x="102600" y="629952"/>
                </a:lnTo>
                <a:lnTo>
                  <a:pt x="102563" y="641004"/>
                </a:lnTo>
                <a:lnTo>
                  <a:pt x="102579" y="652056"/>
                </a:lnTo>
                <a:lnTo>
                  <a:pt x="102655" y="663108"/>
                </a:lnTo>
                <a:lnTo>
                  <a:pt x="102797" y="674159"/>
                </a:lnTo>
                <a:lnTo>
                  <a:pt x="103000" y="685211"/>
                </a:lnTo>
                <a:lnTo>
                  <a:pt x="103256" y="696263"/>
                </a:lnTo>
                <a:lnTo>
                  <a:pt x="103553" y="707315"/>
                </a:lnTo>
                <a:lnTo>
                  <a:pt x="103877" y="718366"/>
                </a:lnTo>
                <a:lnTo>
                  <a:pt x="104215" y="729418"/>
                </a:lnTo>
                <a:lnTo>
                  <a:pt x="104557" y="740470"/>
                </a:lnTo>
                <a:lnTo>
                  <a:pt x="104897" y="751522"/>
                </a:lnTo>
                <a:lnTo>
                  <a:pt x="105230" y="762574"/>
                </a:lnTo>
                <a:lnTo>
                  <a:pt x="105556" y="773625"/>
                </a:lnTo>
                <a:lnTo>
                  <a:pt x="105876" y="784677"/>
                </a:lnTo>
                <a:lnTo>
                  <a:pt x="106189" y="795729"/>
                </a:lnTo>
                <a:lnTo>
                  <a:pt x="106491" y="806781"/>
                </a:lnTo>
                <a:lnTo>
                  <a:pt x="106777" y="817833"/>
                </a:lnTo>
                <a:lnTo>
                  <a:pt x="107035" y="828884"/>
                </a:lnTo>
                <a:lnTo>
                  <a:pt x="107252" y="839936"/>
                </a:lnTo>
                <a:lnTo>
                  <a:pt x="107412" y="850988"/>
                </a:lnTo>
                <a:lnTo>
                  <a:pt x="107501" y="862040"/>
                </a:lnTo>
                <a:lnTo>
                  <a:pt x="107510" y="873092"/>
                </a:lnTo>
                <a:lnTo>
                  <a:pt x="107434" y="884143"/>
                </a:lnTo>
                <a:lnTo>
                  <a:pt x="107276" y="895195"/>
                </a:lnTo>
                <a:lnTo>
                  <a:pt x="107049" y="906247"/>
                </a:lnTo>
                <a:lnTo>
                  <a:pt x="106773" y="917299"/>
                </a:lnTo>
                <a:lnTo>
                  <a:pt x="106474" y="928351"/>
                </a:lnTo>
                <a:lnTo>
                  <a:pt x="106183" y="939402"/>
                </a:lnTo>
                <a:lnTo>
                  <a:pt x="105932" y="950454"/>
                </a:lnTo>
                <a:lnTo>
                  <a:pt x="105752" y="961506"/>
                </a:lnTo>
                <a:lnTo>
                  <a:pt x="105671" y="972558"/>
                </a:lnTo>
                <a:lnTo>
                  <a:pt x="105709" y="983609"/>
                </a:lnTo>
                <a:lnTo>
                  <a:pt x="105882" y="994661"/>
                </a:lnTo>
                <a:lnTo>
                  <a:pt x="106199" y="1005713"/>
                </a:lnTo>
                <a:lnTo>
                  <a:pt x="106665" y="1016765"/>
                </a:lnTo>
                <a:lnTo>
                  <a:pt x="107277" y="1027817"/>
                </a:lnTo>
                <a:lnTo>
                  <a:pt x="108033" y="1038868"/>
                </a:lnTo>
                <a:lnTo>
                  <a:pt x="108924" y="1049920"/>
                </a:lnTo>
                <a:lnTo>
                  <a:pt x="109942" y="1060972"/>
                </a:lnTo>
                <a:lnTo>
                  <a:pt x="111070" y="1072024"/>
                </a:lnTo>
                <a:lnTo>
                  <a:pt x="112291" y="1083076"/>
                </a:lnTo>
                <a:lnTo>
                  <a:pt x="113575" y="1094127"/>
                </a:lnTo>
                <a:lnTo>
                  <a:pt x="114888" y="1105179"/>
                </a:lnTo>
                <a:lnTo>
                  <a:pt x="116185" y="1116231"/>
                </a:lnTo>
                <a:lnTo>
                  <a:pt x="117413" y="1127283"/>
                </a:lnTo>
                <a:lnTo>
                  <a:pt x="118515" y="1138335"/>
                </a:lnTo>
                <a:lnTo>
                  <a:pt x="119435" y="1149386"/>
                </a:lnTo>
                <a:lnTo>
                  <a:pt x="120122" y="1160438"/>
                </a:lnTo>
                <a:lnTo>
                  <a:pt x="120536" y="1171490"/>
                </a:lnTo>
                <a:lnTo>
                  <a:pt x="120653" y="1182542"/>
                </a:lnTo>
                <a:lnTo>
                  <a:pt x="120470" y="1193594"/>
                </a:lnTo>
                <a:lnTo>
                  <a:pt x="120003" y="1204645"/>
                </a:lnTo>
                <a:lnTo>
                  <a:pt x="119285" y="1215697"/>
                </a:lnTo>
                <a:lnTo>
                  <a:pt x="118367" y="1226749"/>
                </a:lnTo>
                <a:lnTo>
                  <a:pt x="117310" y="1237801"/>
                </a:lnTo>
                <a:lnTo>
                  <a:pt x="116180" y="1248853"/>
                </a:lnTo>
                <a:lnTo>
                  <a:pt x="115047" y="1259904"/>
                </a:lnTo>
                <a:lnTo>
                  <a:pt x="113977" y="1270956"/>
                </a:lnTo>
                <a:lnTo>
                  <a:pt x="113027" y="1282008"/>
                </a:lnTo>
                <a:lnTo>
                  <a:pt x="112249" y="1293060"/>
                </a:lnTo>
                <a:lnTo>
                  <a:pt x="111681" y="1304111"/>
                </a:lnTo>
                <a:lnTo>
                  <a:pt x="111346" y="1315163"/>
                </a:lnTo>
                <a:lnTo>
                  <a:pt x="111254" y="1326215"/>
                </a:lnTo>
                <a:lnTo>
                  <a:pt x="111400" y="1337267"/>
                </a:lnTo>
                <a:lnTo>
                  <a:pt x="111763" y="1348319"/>
                </a:lnTo>
                <a:lnTo>
                  <a:pt x="112307" y="1359370"/>
                </a:lnTo>
                <a:lnTo>
                  <a:pt x="112989" y="1370422"/>
                </a:lnTo>
                <a:lnTo>
                  <a:pt x="113756" y="1381474"/>
                </a:lnTo>
                <a:lnTo>
                  <a:pt x="114557" y="1392526"/>
                </a:lnTo>
                <a:lnTo>
                  <a:pt x="115340" y="1403578"/>
                </a:lnTo>
                <a:lnTo>
                  <a:pt x="116064" y="1414629"/>
                </a:lnTo>
                <a:lnTo>
                  <a:pt x="116696" y="1425681"/>
                </a:lnTo>
                <a:lnTo>
                  <a:pt x="117215" y="1436733"/>
                </a:lnTo>
                <a:lnTo>
                  <a:pt x="117613" y="1447785"/>
                </a:lnTo>
                <a:lnTo>
                  <a:pt x="117892" y="1458837"/>
                </a:lnTo>
                <a:lnTo>
                  <a:pt x="118062" y="1469888"/>
                </a:lnTo>
                <a:lnTo>
                  <a:pt x="118138" y="1480940"/>
                </a:lnTo>
                <a:lnTo>
                  <a:pt x="118142" y="1491992"/>
                </a:lnTo>
                <a:lnTo>
                  <a:pt x="118096" y="1503044"/>
                </a:lnTo>
                <a:lnTo>
                  <a:pt x="118025" y="1514096"/>
                </a:lnTo>
                <a:lnTo>
                  <a:pt x="117959" y="1525147"/>
                </a:lnTo>
                <a:lnTo>
                  <a:pt x="117928" y="1536199"/>
                </a:lnTo>
                <a:lnTo>
                  <a:pt x="117970" y="1547251"/>
                </a:lnTo>
                <a:lnTo>
                  <a:pt x="118130" y="1558303"/>
                </a:lnTo>
                <a:lnTo>
                  <a:pt x="118463" y="1569354"/>
                </a:lnTo>
                <a:lnTo>
                  <a:pt x="119036" y="1580406"/>
                </a:lnTo>
                <a:lnTo>
                  <a:pt x="119926" y="1591458"/>
                </a:lnTo>
                <a:lnTo>
                  <a:pt x="121223" y="1602510"/>
                </a:lnTo>
                <a:lnTo>
                  <a:pt x="123025" y="1613562"/>
                </a:lnTo>
                <a:lnTo>
                  <a:pt x="125431" y="1624613"/>
                </a:lnTo>
                <a:lnTo>
                  <a:pt x="128528" y="1635665"/>
                </a:lnTo>
                <a:lnTo>
                  <a:pt x="132385" y="1646717"/>
                </a:lnTo>
                <a:lnTo>
                  <a:pt x="137027" y="1657769"/>
                </a:lnTo>
                <a:lnTo>
                  <a:pt x="142425" y="1668821"/>
                </a:lnTo>
                <a:lnTo>
                  <a:pt x="148480" y="1679872"/>
                </a:lnTo>
                <a:lnTo>
                  <a:pt x="155013" y="1690924"/>
                </a:lnTo>
                <a:lnTo>
                  <a:pt x="161766" y="1701976"/>
                </a:lnTo>
                <a:lnTo>
                  <a:pt x="168411" y="1713028"/>
                </a:lnTo>
                <a:lnTo>
                  <a:pt x="174580" y="1724080"/>
                </a:lnTo>
                <a:lnTo>
                  <a:pt x="179887" y="1735131"/>
                </a:lnTo>
                <a:lnTo>
                  <a:pt x="183976" y="1746183"/>
                </a:lnTo>
                <a:lnTo>
                  <a:pt x="186556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0" name="data_3739">
            <a:extLst>
              <a:ext uri="{FF2B5EF4-FFF2-40B4-BE49-F238E27FC236}">
                <a16:creationId xmlns:a16="http://schemas.microsoft.com/office/drawing/2014/main" id="{80507988-8CB9-8681-91C2-A45E8D45E41F}"/>
              </a:ext>
            </a:extLst>
          </p:cNvPr>
          <p:cNvSpPr>
            <a:spLocks/>
          </p:cNvSpPr>
          <p:nvPr/>
        </p:nvSpPr>
        <p:spPr>
          <a:xfrm>
            <a:off x="7287180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3059" y="1768287"/>
                </a:moveTo>
                <a:lnTo>
                  <a:pt x="44380" y="1768287"/>
                </a:lnTo>
                <a:lnTo>
                  <a:pt x="44936" y="1757235"/>
                </a:lnTo>
                <a:lnTo>
                  <a:pt x="46568" y="1746183"/>
                </a:lnTo>
                <a:lnTo>
                  <a:pt x="49164" y="1735131"/>
                </a:lnTo>
                <a:lnTo>
                  <a:pt x="52554" y="1724080"/>
                </a:lnTo>
                <a:lnTo>
                  <a:pt x="56525" y="1713028"/>
                </a:lnTo>
                <a:lnTo>
                  <a:pt x="60845" y="1701976"/>
                </a:lnTo>
                <a:lnTo>
                  <a:pt x="65284" y="1690924"/>
                </a:lnTo>
                <a:lnTo>
                  <a:pt x="69632" y="1679872"/>
                </a:lnTo>
                <a:lnTo>
                  <a:pt x="73717" y="1668821"/>
                </a:lnTo>
                <a:lnTo>
                  <a:pt x="77411" y="1657769"/>
                </a:lnTo>
                <a:lnTo>
                  <a:pt x="80633" y="1646717"/>
                </a:lnTo>
                <a:lnTo>
                  <a:pt x="83351" y="1635665"/>
                </a:lnTo>
                <a:lnTo>
                  <a:pt x="85567" y="1624613"/>
                </a:lnTo>
                <a:lnTo>
                  <a:pt x="87316" y="1613562"/>
                </a:lnTo>
                <a:lnTo>
                  <a:pt x="88652" y="1602510"/>
                </a:lnTo>
                <a:lnTo>
                  <a:pt x="89640" y="1591458"/>
                </a:lnTo>
                <a:lnTo>
                  <a:pt x="90345" y="1580406"/>
                </a:lnTo>
                <a:lnTo>
                  <a:pt x="90832" y="1569354"/>
                </a:lnTo>
                <a:lnTo>
                  <a:pt x="91157" y="1558303"/>
                </a:lnTo>
                <a:lnTo>
                  <a:pt x="91365" y="1547251"/>
                </a:lnTo>
                <a:lnTo>
                  <a:pt x="91494" y="1536199"/>
                </a:lnTo>
                <a:lnTo>
                  <a:pt x="91570" y="1525147"/>
                </a:lnTo>
                <a:lnTo>
                  <a:pt x="91611" y="1514096"/>
                </a:lnTo>
                <a:lnTo>
                  <a:pt x="91630" y="1503044"/>
                </a:lnTo>
                <a:lnTo>
                  <a:pt x="91631" y="1491992"/>
                </a:lnTo>
                <a:lnTo>
                  <a:pt x="91616" y="1480940"/>
                </a:lnTo>
                <a:lnTo>
                  <a:pt x="91583" y="1469888"/>
                </a:lnTo>
                <a:lnTo>
                  <a:pt x="91530" y="1458837"/>
                </a:lnTo>
                <a:lnTo>
                  <a:pt x="91451" y="1447785"/>
                </a:lnTo>
                <a:lnTo>
                  <a:pt x="91344" y="1436733"/>
                </a:lnTo>
                <a:lnTo>
                  <a:pt x="91206" y="1425681"/>
                </a:lnTo>
                <a:lnTo>
                  <a:pt x="91039" y="1414629"/>
                </a:lnTo>
                <a:lnTo>
                  <a:pt x="90845" y="1403578"/>
                </a:lnTo>
                <a:lnTo>
                  <a:pt x="90630" y="1392526"/>
                </a:lnTo>
                <a:lnTo>
                  <a:pt x="90403" y="1381474"/>
                </a:lnTo>
                <a:lnTo>
                  <a:pt x="90173" y="1370422"/>
                </a:lnTo>
                <a:lnTo>
                  <a:pt x="89950" y="1359370"/>
                </a:lnTo>
                <a:lnTo>
                  <a:pt x="89742" y="1348319"/>
                </a:lnTo>
                <a:lnTo>
                  <a:pt x="89554" y="1337267"/>
                </a:lnTo>
                <a:lnTo>
                  <a:pt x="89389" y="1326215"/>
                </a:lnTo>
                <a:lnTo>
                  <a:pt x="89244" y="1315163"/>
                </a:lnTo>
                <a:lnTo>
                  <a:pt x="89113" y="1304111"/>
                </a:lnTo>
                <a:lnTo>
                  <a:pt x="88987" y="1293060"/>
                </a:lnTo>
                <a:lnTo>
                  <a:pt x="88855" y="1282008"/>
                </a:lnTo>
                <a:lnTo>
                  <a:pt x="88710" y="1270956"/>
                </a:lnTo>
                <a:lnTo>
                  <a:pt x="88546" y="1259904"/>
                </a:lnTo>
                <a:lnTo>
                  <a:pt x="88362" y="1248853"/>
                </a:lnTo>
                <a:lnTo>
                  <a:pt x="88162" y="1237801"/>
                </a:lnTo>
                <a:lnTo>
                  <a:pt x="87957" y="1226749"/>
                </a:lnTo>
                <a:lnTo>
                  <a:pt x="87762" y="1215697"/>
                </a:lnTo>
                <a:lnTo>
                  <a:pt x="87596" y="1204645"/>
                </a:lnTo>
                <a:lnTo>
                  <a:pt x="87476" y="1193594"/>
                </a:lnTo>
                <a:lnTo>
                  <a:pt x="87419" y="1182542"/>
                </a:lnTo>
                <a:lnTo>
                  <a:pt x="87438" y="1171490"/>
                </a:lnTo>
                <a:lnTo>
                  <a:pt x="87537" y="1160438"/>
                </a:lnTo>
                <a:lnTo>
                  <a:pt x="87715" y="1149386"/>
                </a:lnTo>
                <a:lnTo>
                  <a:pt x="87965" y="1138335"/>
                </a:lnTo>
                <a:lnTo>
                  <a:pt x="88271" y="1127283"/>
                </a:lnTo>
                <a:lnTo>
                  <a:pt x="88613" y="1116231"/>
                </a:lnTo>
                <a:lnTo>
                  <a:pt x="88968" y="1105179"/>
                </a:lnTo>
                <a:lnTo>
                  <a:pt x="89313" y="1094127"/>
                </a:lnTo>
                <a:lnTo>
                  <a:pt x="89622" y="1083076"/>
                </a:lnTo>
                <a:lnTo>
                  <a:pt x="89873" y="1072024"/>
                </a:lnTo>
                <a:lnTo>
                  <a:pt x="90044" y="1060972"/>
                </a:lnTo>
                <a:lnTo>
                  <a:pt x="90115" y="1049920"/>
                </a:lnTo>
                <a:lnTo>
                  <a:pt x="90070" y="1038868"/>
                </a:lnTo>
                <a:lnTo>
                  <a:pt x="89895" y="1027817"/>
                </a:lnTo>
                <a:lnTo>
                  <a:pt x="89579" y="1016765"/>
                </a:lnTo>
                <a:lnTo>
                  <a:pt x="89117" y="1005713"/>
                </a:lnTo>
                <a:lnTo>
                  <a:pt x="88509" y="994661"/>
                </a:lnTo>
                <a:lnTo>
                  <a:pt x="87763" y="983609"/>
                </a:lnTo>
                <a:lnTo>
                  <a:pt x="86898" y="972558"/>
                </a:lnTo>
                <a:lnTo>
                  <a:pt x="85940" y="961506"/>
                </a:lnTo>
                <a:lnTo>
                  <a:pt x="84928" y="950454"/>
                </a:lnTo>
                <a:lnTo>
                  <a:pt x="83906" y="939402"/>
                </a:lnTo>
                <a:lnTo>
                  <a:pt x="82925" y="928351"/>
                </a:lnTo>
                <a:lnTo>
                  <a:pt x="82036" y="917299"/>
                </a:lnTo>
                <a:lnTo>
                  <a:pt x="81288" y="906247"/>
                </a:lnTo>
                <a:lnTo>
                  <a:pt x="80720" y="895195"/>
                </a:lnTo>
                <a:lnTo>
                  <a:pt x="80360" y="884143"/>
                </a:lnTo>
                <a:lnTo>
                  <a:pt x="80222" y="873092"/>
                </a:lnTo>
                <a:lnTo>
                  <a:pt x="80305" y="862040"/>
                </a:lnTo>
                <a:lnTo>
                  <a:pt x="80591" y="850988"/>
                </a:lnTo>
                <a:lnTo>
                  <a:pt x="81053" y="839936"/>
                </a:lnTo>
                <a:lnTo>
                  <a:pt x="81654" y="828884"/>
                </a:lnTo>
                <a:lnTo>
                  <a:pt x="82356" y="817833"/>
                </a:lnTo>
                <a:lnTo>
                  <a:pt x="83116" y="806781"/>
                </a:lnTo>
                <a:lnTo>
                  <a:pt x="83900" y="795729"/>
                </a:lnTo>
                <a:lnTo>
                  <a:pt x="84677" y="784677"/>
                </a:lnTo>
                <a:lnTo>
                  <a:pt x="85420" y="773625"/>
                </a:lnTo>
                <a:lnTo>
                  <a:pt x="86113" y="762574"/>
                </a:lnTo>
                <a:lnTo>
                  <a:pt x="86740" y="751522"/>
                </a:lnTo>
                <a:lnTo>
                  <a:pt x="87291" y="740470"/>
                </a:lnTo>
                <a:lnTo>
                  <a:pt x="87759" y="729418"/>
                </a:lnTo>
                <a:lnTo>
                  <a:pt x="88137" y="718366"/>
                </a:lnTo>
                <a:lnTo>
                  <a:pt x="88420" y="707315"/>
                </a:lnTo>
                <a:lnTo>
                  <a:pt x="88606" y="696263"/>
                </a:lnTo>
                <a:lnTo>
                  <a:pt x="88695" y="685211"/>
                </a:lnTo>
                <a:lnTo>
                  <a:pt x="88692" y="674159"/>
                </a:lnTo>
                <a:lnTo>
                  <a:pt x="88608" y="663108"/>
                </a:lnTo>
                <a:lnTo>
                  <a:pt x="88458" y="652056"/>
                </a:lnTo>
                <a:lnTo>
                  <a:pt x="88263" y="641004"/>
                </a:lnTo>
                <a:lnTo>
                  <a:pt x="88049" y="629952"/>
                </a:lnTo>
                <a:lnTo>
                  <a:pt x="87843" y="618900"/>
                </a:lnTo>
                <a:lnTo>
                  <a:pt x="87670" y="607849"/>
                </a:lnTo>
                <a:lnTo>
                  <a:pt x="87554" y="596797"/>
                </a:lnTo>
                <a:lnTo>
                  <a:pt x="87512" y="585745"/>
                </a:lnTo>
                <a:lnTo>
                  <a:pt x="87553" y="574693"/>
                </a:lnTo>
                <a:lnTo>
                  <a:pt x="87680" y="563641"/>
                </a:lnTo>
                <a:lnTo>
                  <a:pt x="87885" y="552590"/>
                </a:lnTo>
                <a:lnTo>
                  <a:pt x="88156" y="541538"/>
                </a:lnTo>
                <a:lnTo>
                  <a:pt x="88475" y="530486"/>
                </a:lnTo>
                <a:lnTo>
                  <a:pt x="88821" y="519434"/>
                </a:lnTo>
                <a:lnTo>
                  <a:pt x="89174" y="508382"/>
                </a:lnTo>
                <a:lnTo>
                  <a:pt x="89516" y="497331"/>
                </a:lnTo>
                <a:lnTo>
                  <a:pt x="89833" y="486279"/>
                </a:lnTo>
                <a:lnTo>
                  <a:pt x="90116" y="475227"/>
                </a:lnTo>
                <a:lnTo>
                  <a:pt x="90362" y="464175"/>
                </a:lnTo>
                <a:lnTo>
                  <a:pt x="90573" y="453123"/>
                </a:lnTo>
                <a:lnTo>
                  <a:pt x="90753" y="442072"/>
                </a:lnTo>
                <a:lnTo>
                  <a:pt x="90910" y="431020"/>
                </a:lnTo>
                <a:lnTo>
                  <a:pt x="91053" y="419968"/>
                </a:lnTo>
                <a:lnTo>
                  <a:pt x="91192" y="408916"/>
                </a:lnTo>
                <a:lnTo>
                  <a:pt x="91333" y="397865"/>
                </a:lnTo>
                <a:lnTo>
                  <a:pt x="91481" y="386813"/>
                </a:lnTo>
                <a:lnTo>
                  <a:pt x="91640" y="375761"/>
                </a:lnTo>
                <a:lnTo>
                  <a:pt x="91810" y="364709"/>
                </a:lnTo>
                <a:lnTo>
                  <a:pt x="91989" y="353657"/>
                </a:lnTo>
                <a:lnTo>
                  <a:pt x="92172" y="342606"/>
                </a:lnTo>
                <a:lnTo>
                  <a:pt x="92353" y="331554"/>
                </a:lnTo>
                <a:lnTo>
                  <a:pt x="92528" y="320502"/>
                </a:lnTo>
                <a:lnTo>
                  <a:pt x="92687" y="309450"/>
                </a:lnTo>
                <a:lnTo>
                  <a:pt x="92823" y="298398"/>
                </a:lnTo>
                <a:lnTo>
                  <a:pt x="92927" y="287347"/>
                </a:lnTo>
                <a:lnTo>
                  <a:pt x="92991" y="276295"/>
                </a:lnTo>
                <a:lnTo>
                  <a:pt x="93001" y="265243"/>
                </a:lnTo>
                <a:lnTo>
                  <a:pt x="92942" y="254191"/>
                </a:lnTo>
                <a:lnTo>
                  <a:pt x="92794" y="243139"/>
                </a:lnTo>
                <a:lnTo>
                  <a:pt x="92527" y="232088"/>
                </a:lnTo>
                <a:lnTo>
                  <a:pt x="92103" y="221036"/>
                </a:lnTo>
                <a:lnTo>
                  <a:pt x="91471" y="209984"/>
                </a:lnTo>
                <a:lnTo>
                  <a:pt x="90565" y="198932"/>
                </a:lnTo>
                <a:lnTo>
                  <a:pt x="89306" y="187880"/>
                </a:lnTo>
                <a:lnTo>
                  <a:pt x="87599" y="176829"/>
                </a:lnTo>
                <a:lnTo>
                  <a:pt x="85338" y="165777"/>
                </a:lnTo>
                <a:lnTo>
                  <a:pt x="82414" y="154725"/>
                </a:lnTo>
                <a:lnTo>
                  <a:pt x="78723" y="143673"/>
                </a:lnTo>
                <a:lnTo>
                  <a:pt x="74181" y="132622"/>
                </a:lnTo>
                <a:lnTo>
                  <a:pt x="68739" y="121570"/>
                </a:lnTo>
                <a:lnTo>
                  <a:pt x="62401" y="110518"/>
                </a:lnTo>
                <a:lnTo>
                  <a:pt x="55240" y="99466"/>
                </a:lnTo>
                <a:lnTo>
                  <a:pt x="47409" y="88414"/>
                </a:lnTo>
                <a:lnTo>
                  <a:pt x="39145" y="77363"/>
                </a:lnTo>
                <a:lnTo>
                  <a:pt x="30765" y="66311"/>
                </a:lnTo>
                <a:lnTo>
                  <a:pt x="22652" y="55259"/>
                </a:lnTo>
                <a:lnTo>
                  <a:pt x="15223" y="44207"/>
                </a:lnTo>
                <a:lnTo>
                  <a:pt x="8900" y="33155"/>
                </a:lnTo>
                <a:lnTo>
                  <a:pt x="4068" y="22104"/>
                </a:lnTo>
                <a:lnTo>
                  <a:pt x="1034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4" y="11052"/>
                </a:lnTo>
                <a:lnTo>
                  <a:pt x="183371" y="22104"/>
                </a:lnTo>
                <a:lnTo>
                  <a:pt x="178538" y="33155"/>
                </a:lnTo>
                <a:lnTo>
                  <a:pt x="172215" y="44207"/>
                </a:lnTo>
                <a:lnTo>
                  <a:pt x="164786" y="55259"/>
                </a:lnTo>
                <a:lnTo>
                  <a:pt x="156673" y="66311"/>
                </a:lnTo>
                <a:lnTo>
                  <a:pt x="148294" y="77363"/>
                </a:lnTo>
                <a:lnTo>
                  <a:pt x="140030" y="88414"/>
                </a:lnTo>
                <a:lnTo>
                  <a:pt x="132198" y="99466"/>
                </a:lnTo>
                <a:lnTo>
                  <a:pt x="125037" y="110518"/>
                </a:lnTo>
                <a:lnTo>
                  <a:pt x="118700" y="121570"/>
                </a:lnTo>
                <a:lnTo>
                  <a:pt x="113258" y="132622"/>
                </a:lnTo>
                <a:lnTo>
                  <a:pt x="108715" y="143673"/>
                </a:lnTo>
                <a:lnTo>
                  <a:pt x="105024" y="154725"/>
                </a:lnTo>
                <a:lnTo>
                  <a:pt x="102100" y="165777"/>
                </a:lnTo>
                <a:lnTo>
                  <a:pt x="99839" y="176829"/>
                </a:lnTo>
                <a:lnTo>
                  <a:pt x="98132" y="187880"/>
                </a:lnTo>
                <a:lnTo>
                  <a:pt x="96873" y="198932"/>
                </a:lnTo>
                <a:lnTo>
                  <a:pt x="95968" y="209984"/>
                </a:lnTo>
                <a:lnTo>
                  <a:pt x="95335" y="221036"/>
                </a:lnTo>
                <a:lnTo>
                  <a:pt x="94911" y="232088"/>
                </a:lnTo>
                <a:lnTo>
                  <a:pt x="94644" y="243139"/>
                </a:lnTo>
                <a:lnTo>
                  <a:pt x="94496" y="254191"/>
                </a:lnTo>
                <a:lnTo>
                  <a:pt x="94437" y="265243"/>
                </a:lnTo>
                <a:lnTo>
                  <a:pt x="94448" y="276295"/>
                </a:lnTo>
                <a:lnTo>
                  <a:pt x="94511" y="287347"/>
                </a:lnTo>
                <a:lnTo>
                  <a:pt x="94616" y="298398"/>
                </a:lnTo>
                <a:lnTo>
                  <a:pt x="94752" y="309450"/>
                </a:lnTo>
                <a:lnTo>
                  <a:pt x="94911" y="320502"/>
                </a:lnTo>
                <a:lnTo>
                  <a:pt x="95085" y="331554"/>
                </a:lnTo>
                <a:lnTo>
                  <a:pt x="95267" y="342606"/>
                </a:lnTo>
                <a:lnTo>
                  <a:pt x="95450" y="353657"/>
                </a:lnTo>
                <a:lnTo>
                  <a:pt x="95628" y="364709"/>
                </a:lnTo>
                <a:lnTo>
                  <a:pt x="95798" y="375761"/>
                </a:lnTo>
                <a:lnTo>
                  <a:pt x="95957" y="386813"/>
                </a:lnTo>
                <a:lnTo>
                  <a:pt x="96106" y="397865"/>
                </a:lnTo>
                <a:lnTo>
                  <a:pt x="96247" y="408916"/>
                </a:lnTo>
                <a:lnTo>
                  <a:pt x="96385" y="419968"/>
                </a:lnTo>
                <a:lnTo>
                  <a:pt x="96528" y="431020"/>
                </a:lnTo>
                <a:lnTo>
                  <a:pt x="96686" y="442072"/>
                </a:lnTo>
                <a:lnTo>
                  <a:pt x="96866" y="453123"/>
                </a:lnTo>
                <a:lnTo>
                  <a:pt x="97076" y="464175"/>
                </a:lnTo>
                <a:lnTo>
                  <a:pt x="97322" y="475227"/>
                </a:lnTo>
                <a:lnTo>
                  <a:pt x="97606" y="486279"/>
                </a:lnTo>
                <a:lnTo>
                  <a:pt x="97923" y="497331"/>
                </a:lnTo>
                <a:lnTo>
                  <a:pt x="98265" y="508382"/>
                </a:lnTo>
                <a:lnTo>
                  <a:pt x="98617" y="519434"/>
                </a:lnTo>
                <a:lnTo>
                  <a:pt x="98963" y="530486"/>
                </a:lnTo>
                <a:lnTo>
                  <a:pt x="99282" y="541538"/>
                </a:lnTo>
                <a:lnTo>
                  <a:pt x="99553" y="552590"/>
                </a:lnTo>
                <a:lnTo>
                  <a:pt x="99759" y="563641"/>
                </a:lnTo>
                <a:lnTo>
                  <a:pt x="99885" y="574693"/>
                </a:lnTo>
                <a:lnTo>
                  <a:pt x="99927" y="585745"/>
                </a:lnTo>
                <a:lnTo>
                  <a:pt x="99884" y="596797"/>
                </a:lnTo>
                <a:lnTo>
                  <a:pt x="99768" y="607849"/>
                </a:lnTo>
                <a:lnTo>
                  <a:pt x="99595" y="618900"/>
                </a:lnTo>
                <a:lnTo>
                  <a:pt x="99389" y="629952"/>
                </a:lnTo>
                <a:lnTo>
                  <a:pt x="99175" y="641004"/>
                </a:lnTo>
                <a:lnTo>
                  <a:pt x="98980" y="652056"/>
                </a:lnTo>
                <a:lnTo>
                  <a:pt x="98830" y="663108"/>
                </a:lnTo>
                <a:lnTo>
                  <a:pt x="98746" y="674159"/>
                </a:lnTo>
                <a:lnTo>
                  <a:pt x="98743" y="685211"/>
                </a:lnTo>
                <a:lnTo>
                  <a:pt x="98832" y="696263"/>
                </a:lnTo>
                <a:lnTo>
                  <a:pt x="99018" y="707315"/>
                </a:lnTo>
                <a:lnTo>
                  <a:pt x="99301" y="718366"/>
                </a:lnTo>
                <a:lnTo>
                  <a:pt x="99679" y="729418"/>
                </a:lnTo>
                <a:lnTo>
                  <a:pt x="100147" y="740470"/>
                </a:lnTo>
                <a:lnTo>
                  <a:pt x="100699" y="751522"/>
                </a:lnTo>
                <a:lnTo>
                  <a:pt x="101326" y="762574"/>
                </a:lnTo>
                <a:lnTo>
                  <a:pt x="102018" y="773625"/>
                </a:lnTo>
                <a:lnTo>
                  <a:pt x="102762" y="784677"/>
                </a:lnTo>
                <a:lnTo>
                  <a:pt x="103538" y="795729"/>
                </a:lnTo>
                <a:lnTo>
                  <a:pt x="104322" y="806781"/>
                </a:lnTo>
                <a:lnTo>
                  <a:pt x="105083" y="817833"/>
                </a:lnTo>
                <a:lnTo>
                  <a:pt x="105784" y="828884"/>
                </a:lnTo>
                <a:lnTo>
                  <a:pt x="106386" y="839936"/>
                </a:lnTo>
                <a:lnTo>
                  <a:pt x="106848" y="850988"/>
                </a:lnTo>
                <a:lnTo>
                  <a:pt x="107134" y="862040"/>
                </a:lnTo>
                <a:lnTo>
                  <a:pt x="107216" y="873092"/>
                </a:lnTo>
                <a:lnTo>
                  <a:pt x="107078" y="884143"/>
                </a:lnTo>
                <a:lnTo>
                  <a:pt x="106719" y="895195"/>
                </a:lnTo>
                <a:lnTo>
                  <a:pt x="106150" y="906247"/>
                </a:lnTo>
                <a:lnTo>
                  <a:pt x="105402" y="917299"/>
                </a:lnTo>
                <a:lnTo>
                  <a:pt x="104513" y="928351"/>
                </a:lnTo>
                <a:lnTo>
                  <a:pt x="103532" y="939402"/>
                </a:lnTo>
                <a:lnTo>
                  <a:pt x="102510" y="950454"/>
                </a:lnTo>
                <a:lnTo>
                  <a:pt x="101498" y="961506"/>
                </a:lnTo>
                <a:lnTo>
                  <a:pt x="100541" y="972558"/>
                </a:lnTo>
                <a:lnTo>
                  <a:pt x="99675" y="983609"/>
                </a:lnTo>
                <a:lnTo>
                  <a:pt x="98930" y="994661"/>
                </a:lnTo>
                <a:lnTo>
                  <a:pt x="98321" y="1005713"/>
                </a:lnTo>
                <a:lnTo>
                  <a:pt x="97859" y="1016765"/>
                </a:lnTo>
                <a:lnTo>
                  <a:pt x="97543" y="1027817"/>
                </a:lnTo>
                <a:lnTo>
                  <a:pt x="97368" y="1038868"/>
                </a:lnTo>
                <a:lnTo>
                  <a:pt x="97323" y="1049920"/>
                </a:lnTo>
                <a:lnTo>
                  <a:pt x="97394" y="1060972"/>
                </a:lnTo>
                <a:lnTo>
                  <a:pt x="97565" y="1072024"/>
                </a:lnTo>
                <a:lnTo>
                  <a:pt x="97816" y="1083076"/>
                </a:lnTo>
                <a:lnTo>
                  <a:pt x="98125" y="1094127"/>
                </a:lnTo>
                <a:lnTo>
                  <a:pt x="98470" y="1105179"/>
                </a:lnTo>
                <a:lnTo>
                  <a:pt x="98826" y="1116231"/>
                </a:lnTo>
                <a:lnTo>
                  <a:pt x="99168" y="1127283"/>
                </a:lnTo>
                <a:lnTo>
                  <a:pt x="99473" y="1138335"/>
                </a:lnTo>
                <a:lnTo>
                  <a:pt x="99723" y="1149386"/>
                </a:lnTo>
                <a:lnTo>
                  <a:pt x="99902" y="1160438"/>
                </a:lnTo>
                <a:lnTo>
                  <a:pt x="100001" y="1171490"/>
                </a:lnTo>
                <a:lnTo>
                  <a:pt x="100019" y="1182542"/>
                </a:lnTo>
                <a:lnTo>
                  <a:pt x="99962" y="1193594"/>
                </a:lnTo>
                <a:lnTo>
                  <a:pt x="99843" y="1204645"/>
                </a:lnTo>
                <a:lnTo>
                  <a:pt x="99676" y="1215697"/>
                </a:lnTo>
                <a:lnTo>
                  <a:pt x="99481" y="1226749"/>
                </a:lnTo>
                <a:lnTo>
                  <a:pt x="99277" y="1237801"/>
                </a:lnTo>
                <a:lnTo>
                  <a:pt x="99077" y="1248853"/>
                </a:lnTo>
                <a:lnTo>
                  <a:pt x="98892" y="1259904"/>
                </a:lnTo>
                <a:lnTo>
                  <a:pt x="98728" y="1270956"/>
                </a:lnTo>
                <a:lnTo>
                  <a:pt x="98583" y="1282008"/>
                </a:lnTo>
                <a:lnTo>
                  <a:pt x="98452" y="1293060"/>
                </a:lnTo>
                <a:lnTo>
                  <a:pt x="98326" y="1304111"/>
                </a:lnTo>
                <a:lnTo>
                  <a:pt x="98194" y="1315163"/>
                </a:lnTo>
                <a:lnTo>
                  <a:pt x="98049" y="1326215"/>
                </a:lnTo>
                <a:lnTo>
                  <a:pt x="97884" y="1337267"/>
                </a:lnTo>
                <a:lnTo>
                  <a:pt x="97697" y="1348319"/>
                </a:lnTo>
                <a:lnTo>
                  <a:pt x="97489" y="1359370"/>
                </a:lnTo>
                <a:lnTo>
                  <a:pt x="97265" y="1370422"/>
                </a:lnTo>
                <a:lnTo>
                  <a:pt x="97035" y="1381474"/>
                </a:lnTo>
                <a:lnTo>
                  <a:pt x="96808" y="1392526"/>
                </a:lnTo>
                <a:lnTo>
                  <a:pt x="96593" y="1403578"/>
                </a:lnTo>
                <a:lnTo>
                  <a:pt x="96399" y="1414629"/>
                </a:lnTo>
                <a:lnTo>
                  <a:pt x="96232" y="1425681"/>
                </a:lnTo>
                <a:lnTo>
                  <a:pt x="96095" y="1436733"/>
                </a:lnTo>
                <a:lnTo>
                  <a:pt x="95988" y="1447785"/>
                </a:lnTo>
                <a:lnTo>
                  <a:pt x="95909" y="1458837"/>
                </a:lnTo>
                <a:lnTo>
                  <a:pt x="95855" y="1469888"/>
                </a:lnTo>
                <a:lnTo>
                  <a:pt x="95822" y="1480940"/>
                </a:lnTo>
                <a:lnTo>
                  <a:pt x="95807" y="1491992"/>
                </a:lnTo>
                <a:lnTo>
                  <a:pt x="95809" y="1503044"/>
                </a:lnTo>
                <a:lnTo>
                  <a:pt x="95827" y="1514096"/>
                </a:lnTo>
                <a:lnTo>
                  <a:pt x="95869" y="1525147"/>
                </a:lnTo>
                <a:lnTo>
                  <a:pt x="95945" y="1536199"/>
                </a:lnTo>
                <a:lnTo>
                  <a:pt x="96073" y="1547251"/>
                </a:lnTo>
                <a:lnTo>
                  <a:pt x="96282" y="1558303"/>
                </a:lnTo>
                <a:lnTo>
                  <a:pt x="96606" y="1569354"/>
                </a:lnTo>
                <a:lnTo>
                  <a:pt x="97093" y="1580406"/>
                </a:lnTo>
                <a:lnTo>
                  <a:pt x="97799" y="1591458"/>
                </a:lnTo>
                <a:lnTo>
                  <a:pt x="98786" y="1602510"/>
                </a:lnTo>
                <a:lnTo>
                  <a:pt x="100122" y="1613562"/>
                </a:lnTo>
                <a:lnTo>
                  <a:pt x="101872" y="1624613"/>
                </a:lnTo>
                <a:lnTo>
                  <a:pt x="104088" y="1635665"/>
                </a:lnTo>
                <a:lnTo>
                  <a:pt x="106805" y="1646717"/>
                </a:lnTo>
                <a:lnTo>
                  <a:pt x="110028" y="1657769"/>
                </a:lnTo>
                <a:lnTo>
                  <a:pt x="113721" y="1668821"/>
                </a:lnTo>
                <a:lnTo>
                  <a:pt x="117806" y="1679872"/>
                </a:lnTo>
                <a:lnTo>
                  <a:pt x="122155" y="1690924"/>
                </a:lnTo>
                <a:lnTo>
                  <a:pt x="126593" y="1701976"/>
                </a:lnTo>
                <a:lnTo>
                  <a:pt x="130914" y="1713028"/>
                </a:lnTo>
                <a:lnTo>
                  <a:pt x="134885" y="1724080"/>
                </a:lnTo>
                <a:lnTo>
                  <a:pt x="138275" y="1735131"/>
                </a:lnTo>
                <a:lnTo>
                  <a:pt x="140870" y="1746183"/>
                </a:lnTo>
                <a:lnTo>
                  <a:pt x="142502" y="1757235"/>
                </a:lnTo>
                <a:lnTo>
                  <a:pt x="143059" y="1768287"/>
                </a:lnTo>
                <a:lnTo>
                  <a:pt x="143059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1" name="data_3740">
            <a:extLst>
              <a:ext uri="{FF2B5EF4-FFF2-40B4-BE49-F238E27FC236}">
                <a16:creationId xmlns:a16="http://schemas.microsoft.com/office/drawing/2014/main" id="{F36F8B38-4CDD-06B6-8732-49A1E24D35A9}"/>
              </a:ext>
            </a:extLst>
          </p:cNvPr>
          <p:cNvSpPr>
            <a:spLocks/>
          </p:cNvSpPr>
          <p:nvPr/>
        </p:nvSpPr>
        <p:spPr>
          <a:xfrm>
            <a:off x="754047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8430" y="1768287"/>
                </a:moveTo>
                <a:lnTo>
                  <a:pt x="69008" y="1768287"/>
                </a:lnTo>
                <a:lnTo>
                  <a:pt x="69283" y="1757235"/>
                </a:lnTo>
                <a:lnTo>
                  <a:pt x="70090" y="1746183"/>
                </a:lnTo>
                <a:lnTo>
                  <a:pt x="71373" y="1735131"/>
                </a:lnTo>
                <a:lnTo>
                  <a:pt x="73051" y="1724080"/>
                </a:lnTo>
                <a:lnTo>
                  <a:pt x="75020" y="1713028"/>
                </a:lnTo>
                <a:lnTo>
                  <a:pt x="77165" y="1701976"/>
                </a:lnTo>
                <a:lnTo>
                  <a:pt x="79373" y="1690924"/>
                </a:lnTo>
                <a:lnTo>
                  <a:pt x="81541" y="1679872"/>
                </a:lnTo>
                <a:lnTo>
                  <a:pt x="83581" y="1668821"/>
                </a:lnTo>
                <a:lnTo>
                  <a:pt x="85430" y="1657769"/>
                </a:lnTo>
                <a:lnTo>
                  <a:pt x="87045" y="1646717"/>
                </a:lnTo>
                <a:lnTo>
                  <a:pt x="88409" y="1635665"/>
                </a:lnTo>
                <a:lnTo>
                  <a:pt x="89521" y="1624613"/>
                </a:lnTo>
                <a:lnTo>
                  <a:pt x="90397" y="1613562"/>
                </a:lnTo>
                <a:lnTo>
                  <a:pt x="91064" y="1602510"/>
                </a:lnTo>
                <a:lnTo>
                  <a:pt x="91555" y="1591458"/>
                </a:lnTo>
                <a:lnTo>
                  <a:pt x="91902" y="1580406"/>
                </a:lnTo>
                <a:lnTo>
                  <a:pt x="92139" y="1569354"/>
                </a:lnTo>
                <a:lnTo>
                  <a:pt x="92294" y="1558303"/>
                </a:lnTo>
                <a:lnTo>
                  <a:pt x="92391" y="1547251"/>
                </a:lnTo>
                <a:lnTo>
                  <a:pt x="92450" y="1536199"/>
                </a:lnTo>
                <a:lnTo>
                  <a:pt x="92485" y="1525147"/>
                </a:lnTo>
                <a:lnTo>
                  <a:pt x="92505" y="1514096"/>
                </a:lnTo>
                <a:lnTo>
                  <a:pt x="92517" y="1503044"/>
                </a:lnTo>
                <a:lnTo>
                  <a:pt x="92525" y="1491992"/>
                </a:lnTo>
                <a:lnTo>
                  <a:pt x="92531" y="1480940"/>
                </a:lnTo>
                <a:lnTo>
                  <a:pt x="92539" y="1469888"/>
                </a:lnTo>
                <a:lnTo>
                  <a:pt x="92549" y="1458837"/>
                </a:lnTo>
                <a:lnTo>
                  <a:pt x="92564" y="1447785"/>
                </a:lnTo>
                <a:lnTo>
                  <a:pt x="92586" y="1436733"/>
                </a:lnTo>
                <a:lnTo>
                  <a:pt x="92615" y="1425681"/>
                </a:lnTo>
                <a:lnTo>
                  <a:pt x="92653" y="1414629"/>
                </a:lnTo>
                <a:lnTo>
                  <a:pt x="92699" y="1403578"/>
                </a:lnTo>
                <a:lnTo>
                  <a:pt x="92753" y="1392526"/>
                </a:lnTo>
                <a:lnTo>
                  <a:pt x="92813" y="1381474"/>
                </a:lnTo>
                <a:lnTo>
                  <a:pt x="92874" y="1370422"/>
                </a:lnTo>
                <a:lnTo>
                  <a:pt x="92933" y="1359370"/>
                </a:lnTo>
                <a:lnTo>
                  <a:pt x="92984" y="1348319"/>
                </a:lnTo>
                <a:lnTo>
                  <a:pt x="93022" y="1337267"/>
                </a:lnTo>
                <a:lnTo>
                  <a:pt x="93043" y="1326215"/>
                </a:lnTo>
                <a:lnTo>
                  <a:pt x="93042" y="1315163"/>
                </a:lnTo>
                <a:lnTo>
                  <a:pt x="93015" y="1304111"/>
                </a:lnTo>
                <a:lnTo>
                  <a:pt x="92962" y="1293060"/>
                </a:lnTo>
                <a:lnTo>
                  <a:pt x="92883" y="1282008"/>
                </a:lnTo>
                <a:lnTo>
                  <a:pt x="92780" y="1270956"/>
                </a:lnTo>
                <a:lnTo>
                  <a:pt x="92659" y="1259904"/>
                </a:lnTo>
                <a:lnTo>
                  <a:pt x="92526" y="1248853"/>
                </a:lnTo>
                <a:lnTo>
                  <a:pt x="92388" y="1237801"/>
                </a:lnTo>
                <a:lnTo>
                  <a:pt x="92254" y="1226749"/>
                </a:lnTo>
                <a:lnTo>
                  <a:pt x="92134" y="1215697"/>
                </a:lnTo>
                <a:lnTo>
                  <a:pt x="92036" y="1204645"/>
                </a:lnTo>
                <a:lnTo>
                  <a:pt x="91966" y="1193594"/>
                </a:lnTo>
                <a:lnTo>
                  <a:pt x="91929" y="1182542"/>
                </a:lnTo>
                <a:lnTo>
                  <a:pt x="91926" y="1171490"/>
                </a:lnTo>
                <a:lnTo>
                  <a:pt x="91957" y="1160438"/>
                </a:lnTo>
                <a:lnTo>
                  <a:pt x="92017" y="1149386"/>
                </a:lnTo>
                <a:lnTo>
                  <a:pt x="92100" y="1138335"/>
                </a:lnTo>
                <a:lnTo>
                  <a:pt x="92196" y="1127283"/>
                </a:lnTo>
                <a:lnTo>
                  <a:pt x="92296" y="1116231"/>
                </a:lnTo>
                <a:lnTo>
                  <a:pt x="92390" y="1105179"/>
                </a:lnTo>
                <a:lnTo>
                  <a:pt x="92468" y="1094127"/>
                </a:lnTo>
                <a:lnTo>
                  <a:pt x="92520" y="1083076"/>
                </a:lnTo>
                <a:lnTo>
                  <a:pt x="92540" y="1072024"/>
                </a:lnTo>
                <a:lnTo>
                  <a:pt x="92522" y="1060972"/>
                </a:lnTo>
                <a:lnTo>
                  <a:pt x="92462" y="1049920"/>
                </a:lnTo>
                <a:lnTo>
                  <a:pt x="92357" y="1038868"/>
                </a:lnTo>
                <a:lnTo>
                  <a:pt x="92209" y="1027817"/>
                </a:lnTo>
                <a:lnTo>
                  <a:pt x="92016" y="1016765"/>
                </a:lnTo>
                <a:lnTo>
                  <a:pt x="91783" y="1005713"/>
                </a:lnTo>
                <a:lnTo>
                  <a:pt x="91514" y="994661"/>
                </a:lnTo>
                <a:lnTo>
                  <a:pt x="91214" y="983609"/>
                </a:lnTo>
                <a:lnTo>
                  <a:pt x="90891" y="972558"/>
                </a:lnTo>
                <a:lnTo>
                  <a:pt x="90555" y="961506"/>
                </a:lnTo>
                <a:lnTo>
                  <a:pt x="90218" y="950454"/>
                </a:lnTo>
                <a:lnTo>
                  <a:pt x="89893" y="939402"/>
                </a:lnTo>
                <a:lnTo>
                  <a:pt x="89595" y="928351"/>
                </a:lnTo>
                <a:lnTo>
                  <a:pt x="89339" y="917299"/>
                </a:lnTo>
                <a:lnTo>
                  <a:pt x="89137" y="906247"/>
                </a:lnTo>
                <a:lnTo>
                  <a:pt x="89002" y="895195"/>
                </a:lnTo>
                <a:lnTo>
                  <a:pt x="88939" y="884143"/>
                </a:lnTo>
                <a:lnTo>
                  <a:pt x="88953" y="873092"/>
                </a:lnTo>
                <a:lnTo>
                  <a:pt x="89042" y="862040"/>
                </a:lnTo>
                <a:lnTo>
                  <a:pt x="89199" y="850988"/>
                </a:lnTo>
                <a:lnTo>
                  <a:pt x="89413" y="839936"/>
                </a:lnTo>
                <a:lnTo>
                  <a:pt x="89669" y="828884"/>
                </a:lnTo>
                <a:lnTo>
                  <a:pt x="89951" y="817833"/>
                </a:lnTo>
                <a:lnTo>
                  <a:pt x="90242" y="806781"/>
                </a:lnTo>
                <a:lnTo>
                  <a:pt x="90524" y="795729"/>
                </a:lnTo>
                <a:lnTo>
                  <a:pt x="90783" y="784677"/>
                </a:lnTo>
                <a:lnTo>
                  <a:pt x="91004" y="773625"/>
                </a:lnTo>
                <a:lnTo>
                  <a:pt x="91176" y="762574"/>
                </a:lnTo>
                <a:lnTo>
                  <a:pt x="91291" y="751522"/>
                </a:lnTo>
                <a:lnTo>
                  <a:pt x="91340" y="740470"/>
                </a:lnTo>
                <a:lnTo>
                  <a:pt x="91320" y="729418"/>
                </a:lnTo>
                <a:lnTo>
                  <a:pt x="91226" y="718366"/>
                </a:lnTo>
                <a:lnTo>
                  <a:pt x="91059" y="707315"/>
                </a:lnTo>
                <a:lnTo>
                  <a:pt x="90821" y="696263"/>
                </a:lnTo>
                <a:lnTo>
                  <a:pt x="90517" y="685211"/>
                </a:lnTo>
                <a:lnTo>
                  <a:pt x="90155" y="674159"/>
                </a:lnTo>
                <a:lnTo>
                  <a:pt x="89748" y="663108"/>
                </a:lnTo>
                <a:lnTo>
                  <a:pt x="89312" y="652056"/>
                </a:lnTo>
                <a:lnTo>
                  <a:pt x="88864" y="641004"/>
                </a:lnTo>
                <a:lnTo>
                  <a:pt x="88425" y="629952"/>
                </a:lnTo>
                <a:lnTo>
                  <a:pt x="88013" y="618900"/>
                </a:lnTo>
                <a:lnTo>
                  <a:pt x="87644" y="607849"/>
                </a:lnTo>
                <a:lnTo>
                  <a:pt x="87331" y="596797"/>
                </a:lnTo>
                <a:lnTo>
                  <a:pt x="87082" y="585745"/>
                </a:lnTo>
                <a:lnTo>
                  <a:pt x="86897" y="574693"/>
                </a:lnTo>
                <a:lnTo>
                  <a:pt x="86775" y="563641"/>
                </a:lnTo>
                <a:lnTo>
                  <a:pt x="86708" y="552590"/>
                </a:lnTo>
                <a:lnTo>
                  <a:pt x="86687" y="541538"/>
                </a:lnTo>
                <a:lnTo>
                  <a:pt x="86701" y="530486"/>
                </a:lnTo>
                <a:lnTo>
                  <a:pt x="86744" y="519434"/>
                </a:lnTo>
                <a:lnTo>
                  <a:pt x="86808" y="508382"/>
                </a:lnTo>
                <a:lnTo>
                  <a:pt x="86893" y="497331"/>
                </a:lnTo>
                <a:lnTo>
                  <a:pt x="86998" y="486279"/>
                </a:lnTo>
                <a:lnTo>
                  <a:pt x="87128" y="475227"/>
                </a:lnTo>
                <a:lnTo>
                  <a:pt x="87287" y="464175"/>
                </a:lnTo>
                <a:lnTo>
                  <a:pt x="87479" y="453123"/>
                </a:lnTo>
                <a:lnTo>
                  <a:pt x="87705" y="442072"/>
                </a:lnTo>
                <a:lnTo>
                  <a:pt x="87963" y="431020"/>
                </a:lnTo>
                <a:lnTo>
                  <a:pt x="88248" y="419968"/>
                </a:lnTo>
                <a:lnTo>
                  <a:pt x="88552" y="408916"/>
                </a:lnTo>
                <a:lnTo>
                  <a:pt x="88863" y="397865"/>
                </a:lnTo>
                <a:lnTo>
                  <a:pt x="89169" y="386813"/>
                </a:lnTo>
                <a:lnTo>
                  <a:pt x="89458" y="375761"/>
                </a:lnTo>
                <a:lnTo>
                  <a:pt x="89720" y="364709"/>
                </a:lnTo>
                <a:lnTo>
                  <a:pt x="89948" y="353657"/>
                </a:lnTo>
                <a:lnTo>
                  <a:pt x="90139" y="342606"/>
                </a:lnTo>
                <a:lnTo>
                  <a:pt x="90293" y="331554"/>
                </a:lnTo>
                <a:lnTo>
                  <a:pt x="90415" y="320502"/>
                </a:lnTo>
                <a:lnTo>
                  <a:pt x="90509" y="309450"/>
                </a:lnTo>
                <a:lnTo>
                  <a:pt x="90582" y="298398"/>
                </a:lnTo>
                <a:lnTo>
                  <a:pt x="90638" y="287347"/>
                </a:lnTo>
                <a:lnTo>
                  <a:pt x="90680" y="276295"/>
                </a:lnTo>
                <a:lnTo>
                  <a:pt x="90704" y="265243"/>
                </a:lnTo>
                <a:lnTo>
                  <a:pt x="90699" y="254191"/>
                </a:lnTo>
                <a:lnTo>
                  <a:pt x="90648" y="243139"/>
                </a:lnTo>
                <a:lnTo>
                  <a:pt x="90518" y="232088"/>
                </a:lnTo>
                <a:lnTo>
                  <a:pt x="90266" y="221036"/>
                </a:lnTo>
                <a:lnTo>
                  <a:pt x="89836" y="209984"/>
                </a:lnTo>
                <a:lnTo>
                  <a:pt x="89152" y="198932"/>
                </a:lnTo>
                <a:lnTo>
                  <a:pt x="88125" y="187880"/>
                </a:lnTo>
                <a:lnTo>
                  <a:pt x="86651" y="176829"/>
                </a:lnTo>
                <a:lnTo>
                  <a:pt x="84613" y="165777"/>
                </a:lnTo>
                <a:lnTo>
                  <a:pt x="81895" y="154725"/>
                </a:lnTo>
                <a:lnTo>
                  <a:pt x="78386" y="143673"/>
                </a:lnTo>
                <a:lnTo>
                  <a:pt x="73996" y="132622"/>
                </a:lnTo>
                <a:lnTo>
                  <a:pt x="68674" y="121570"/>
                </a:lnTo>
                <a:lnTo>
                  <a:pt x="62423" y="110518"/>
                </a:lnTo>
                <a:lnTo>
                  <a:pt x="55318" y="99466"/>
                </a:lnTo>
                <a:lnTo>
                  <a:pt x="47516" y="88414"/>
                </a:lnTo>
                <a:lnTo>
                  <a:pt x="39258" y="77363"/>
                </a:lnTo>
                <a:lnTo>
                  <a:pt x="30869" y="66311"/>
                </a:lnTo>
                <a:lnTo>
                  <a:pt x="22736" y="55259"/>
                </a:lnTo>
                <a:lnTo>
                  <a:pt x="15283" y="44207"/>
                </a:lnTo>
                <a:lnTo>
                  <a:pt x="8937" y="33155"/>
                </a:lnTo>
                <a:lnTo>
                  <a:pt x="4085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0" y="11052"/>
                </a:lnTo>
                <a:lnTo>
                  <a:pt x="183354" y="22104"/>
                </a:lnTo>
                <a:lnTo>
                  <a:pt x="178502" y="33155"/>
                </a:lnTo>
                <a:lnTo>
                  <a:pt x="172155" y="44207"/>
                </a:lnTo>
                <a:lnTo>
                  <a:pt x="164702" y="55259"/>
                </a:lnTo>
                <a:lnTo>
                  <a:pt x="156569" y="66311"/>
                </a:lnTo>
                <a:lnTo>
                  <a:pt x="148180" y="77363"/>
                </a:lnTo>
                <a:lnTo>
                  <a:pt x="139923" y="88414"/>
                </a:lnTo>
                <a:lnTo>
                  <a:pt x="132120" y="99466"/>
                </a:lnTo>
                <a:lnTo>
                  <a:pt x="125015" y="110518"/>
                </a:lnTo>
                <a:lnTo>
                  <a:pt x="118764" y="121570"/>
                </a:lnTo>
                <a:lnTo>
                  <a:pt x="113442" y="132622"/>
                </a:lnTo>
                <a:lnTo>
                  <a:pt x="109052" y="143673"/>
                </a:lnTo>
                <a:lnTo>
                  <a:pt x="105543" y="154725"/>
                </a:lnTo>
                <a:lnTo>
                  <a:pt x="102825" y="165777"/>
                </a:lnTo>
                <a:lnTo>
                  <a:pt x="100788" y="176829"/>
                </a:lnTo>
                <a:lnTo>
                  <a:pt x="99313" y="187880"/>
                </a:lnTo>
                <a:lnTo>
                  <a:pt x="98286" y="198932"/>
                </a:lnTo>
                <a:lnTo>
                  <a:pt x="97602" y="209984"/>
                </a:lnTo>
                <a:lnTo>
                  <a:pt x="97172" y="221036"/>
                </a:lnTo>
                <a:lnTo>
                  <a:pt x="96921" y="232088"/>
                </a:lnTo>
                <a:lnTo>
                  <a:pt x="96791" y="243139"/>
                </a:lnTo>
                <a:lnTo>
                  <a:pt x="96739" y="254191"/>
                </a:lnTo>
                <a:lnTo>
                  <a:pt x="96735" y="265243"/>
                </a:lnTo>
                <a:lnTo>
                  <a:pt x="96759" y="276295"/>
                </a:lnTo>
                <a:lnTo>
                  <a:pt x="96800" y="287347"/>
                </a:lnTo>
                <a:lnTo>
                  <a:pt x="96857" y="298398"/>
                </a:lnTo>
                <a:lnTo>
                  <a:pt x="96930" y="309450"/>
                </a:lnTo>
                <a:lnTo>
                  <a:pt x="97024" y="320502"/>
                </a:lnTo>
                <a:lnTo>
                  <a:pt x="97145" y="331554"/>
                </a:lnTo>
                <a:lnTo>
                  <a:pt x="97300" y="342606"/>
                </a:lnTo>
                <a:lnTo>
                  <a:pt x="97491" y="353657"/>
                </a:lnTo>
                <a:lnTo>
                  <a:pt x="97719" y="364709"/>
                </a:lnTo>
                <a:lnTo>
                  <a:pt x="97981" y="375761"/>
                </a:lnTo>
                <a:lnTo>
                  <a:pt x="98270" y="386813"/>
                </a:lnTo>
                <a:lnTo>
                  <a:pt x="98576" y="397865"/>
                </a:lnTo>
                <a:lnTo>
                  <a:pt x="98887" y="408916"/>
                </a:lnTo>
                <a:lnTo>
                  <a:pt x="99190" y="419968"/>
                </a:lnTo>
                <a:lnTo>
                  <a:pt x="99476" y="431020"/>
                </a:lnTo>
                <a:lnTo>
                  <a:pt x="99734" y="442072"/>
                </a:lnTo>
                <a:lnTo>
                  <a:pt x="99959" y="453123"/>
                </a:lnTo>
                <a:lnTo>
                  <a:pt x="100151" y="464175"/>
                </a:lnTo>
                <a:lnTo>
                  <a:pt x="100310" y="475227"/>
                </a:lnTo>
                <a:lnTo>
                  <a:pt x="100440" y="486279"/>
                </a:lnTo>
                <a:lnTo>
                  <a:pt x="100546" y="497331"/>
                </a:lnTo>
                <a:lnTo>
                  <a:pt x="100630" y="508382"/>
                </a:lnTo>
                <a:lnTo>
                  <a:pt x="100695" y="519434"/>
                </a:lnTo>
                <a:lnTo>
                  <a:pt x="100737" y="530486"/>
                </a:lnTo>
                <a:lnTo>
                  <a:pt x="100752" y="541538"/>
                </a:lnTo>
                <a:lnTo>
                  <a:pt x="100730" y="552590"/>
                </a:lnTo>
                <a:lnTo>
                  <a:pt x="100663" y="563641"/>
                </a:lnTo>
                <a:lnTo>
                  <a:pt x="100541" y="574693"/>
                </a:lnTo>
                <a:lnTo>
                  <a:pt x="100357" y="585745"/>
                </a:lnTo>
                <a:lnTo>
                  <a:pt x="100107" y="596797"/>
                </a:lnTo>
                <a:lnTo>
                  <a:pt x="99794" y="607849"/>
                </a:lnTo>
                <a:lnTo>
                  <a:pt x="99425" y="618900"/>
                </a:lnTo>
                <a:lnTo>
                  <a:pt x="99013" y="629952"/>
                </a:lnTo>
                <a:lnTo>
                  <a:pt x="98574" y="641004"/>
                </a:lnTo>
                <a:lnTo>
                  <a:pt x="98127" y="652056"/>
                </a:lnTo>
                <a:lnTo>
                  <a:pt x="97691" y="663108"/>
                </a:lnTo>
                <a:lnTo>
                  <a:pt x="97284" y="674159"/>
                </a:lnTo>
                <a:lnTo>
                  <a:pt x="96922" y="685211"/>
                </a:lnTo>
                <a:lnTo>
                  <a:pt x="96617" y="696263"/>
                </a:lnTo>
                <a:lnTo>
                  <a:pt x="96379" y="707315"/>
                </a:lnTo>
                <a:lnTo>
                  <a:pt x="96212" y="718366"/>
                </a:lnTo>
                <a:lnTo>
                  <a:pt x="96119" y="729418"/>
                </a:lnTo>
                <a:lnTo>
                  <a:pt x="96098" y="740470"/>
                </a:lnTo>
                <a:lnTo>
                  <a:pt x="96148" y="751522"/>
                </a:lnTo>
                <a:lnTo>
                  <a:pt x="96262" y="762574"/>
                </a:lnTo>
                <a:lnTo>
                  <a:pt x="96434" y="773625"/>
                </a:lnTo>
                <a:lnTo>
                  <a:pt x="96656" y="784677"/>
                </a:lnTo>
                <a:lnTo>
                  <a:pt x="96914" y="795729"/>
                </a:lnTo>
                <a:lnTo>
                  <a:pt x="97197" y="806781"/>
                </a:lnTo>
                <a:lnTo>
                  <a:pt x="97488" y="817833"/>
                </a:lnTo>
                <a:lnTo>
                  <a:pt x="97770" y="828884"/>
                </a:lnTo>
                <a:lnTo>
                  <a:pt x="98026" y="839936"/>
                </a:lnTo>
                <a:lnTo>
                  <a:pt x="98240" y="850988"/>
                </a:lnTo>
                <a:lnTo>
                  <a:pt x="98396" y="862040"/>
                </a:lnTo>
                <a:lnTo>
                  <a:pt x="98485" y="873092"/>
                </a:lnTo>
                <a:lnTo>
                  <a:pt x="98499" y="884143"/>
                </a:lnTo>
                <a:lnTo>
                  <a:pt x="98437" y="895195"/>
                </a:lnTo>
                <a:lnTo>
                  <a:pt x="98301" y="906247"/>
                </a:lnTo>
                <a:lnTo>
                  <a:pt x="98099" y="917299"/>
                </a:lnTo>
                <a:lnTo>
                  <a:pt x="97843" y="928351"/>
                </a:lnTo>
                <a:lnTo>
                  <a:pt x="97545" y="939402"/>
                </a:lnTo>
                <a:lnTo>
                  <a:pt x="97221" y="950454"/>
                </a:lnTo>
                <a:lnTo>
                  <a:pt x="96884" y="961506"/>
                </a:lnTo>
                <a:lnTo>
                  <a:pt x="96548" y="972558"/>
                </a:lnTo>
                <a:lnTo>
                  <a:pt x="96225" y="983609"/>
                </a:lnTo>
                <a:lnTo>
                  <a:pt x="95924" y="994661"/>
                </a:lnTo>
                <a:lnTo>
                  <a:pt x="95655" y="1005713"/>
                </a:lnTo>
                <a:lnTo>
                  <a:pt x="95422" y="1016765"/>
                </a:lnTo>
                <a:lnTo>
                  <a:pt x="95230" y="1027817"/>
                </a:lnTo>
                <a:lnTo>
                  <a:pt x="95081" y="1038868"/>
                </a:lnTo>
                <a:lnTo>
                  <a:pt x="94977" y="1049920"/>
                </a:lnTo>
                <a:lnTo>
                  <a:pt x="94916" y="1060972"/>
                </a:lnTo>
                <a:lnTo>
                  <a:pt x="94898" y="1072024"/>
                </a:lnTo>
                <a:lnTo>
                  <a:pt x="94918" y="1083076"/>
                </a:lnTo>
                <a:lnTo>
                  <a:pt x="94970" y="1094127"/>
                </a:lnTo>
                <a:lnTo>
                  <a:pt x="95048" y="1105179"/>
                </a:lnTo>
                <a:lnTo>
                  <a:pt x="95142" y="1116231"/>
                </a:lnTo>
                <a:lnTo>
                  <a:pt x="95242" y="1127283"/>
                </a:lnTo>
                <a:lnTo>
                  <a:pt x="95339" y="1138335"/>
                </a:lnTo>
                <a:lnTo>
                  <a:pt x="95421" y="1149386"/>
                </a:lnTo>
                <a:lnTo>
                  <a:pt x="95481" y="1160438"/>
                </a:lnTo>
                <a:lnTo>
                  <a:pt x="95512" y="1171490"/>
                </a:lnTo>
                <a:lnTo>
                  <a:pt x="95510" y="1182542"/>
                </a:lnTo>
                <a:lnTo>
                  <a:pt x="95473" y="1193594"/>
                </a:lnTo>
                <a:lnTo>
                  <a:pt x="95403" y="1204645"/>
                </a:lnTo>
                <a:lnTo>
                  <a:pt x="95304" y="1215697"/>
                </a:lnTo>
                <a:lnTo>
                  <a:pt x="95184" y="1226749"/>
                </a:lnTo>
                <a:lnTo>
                  <a:pt x="95051" y="1237801"/>
                </a:lnTo>
                <a:lnTo>
                  <a:pt x="94913" y="1248853"/>
                </a:lnTo>
                <a:lnTo>
                  <a:pt x="94779" y="1259904"/>
                </a:lnTo>
                <a:lnTo>
                  <a:pt x="94658" y="1270956"/>
                </a:lnTo>
                <a:lnTo>
                  <a:pt x="94556" y="1282008"/>
                </a:lnTo>
                <a:lnTo>
                  <a:pt x="94476" y="1293060"/>
                </a:lnTo>
                <a:lnTo>
                  <a:pt x="94423" y="1304111"/>
                </a:lnTo>
                <a:lnTo>
                  <a:pt x="94397" y="1315163"/>
                </a:lnTo>
                <a:lnTo>
                  <a:pt x="94395" y="1326215"/>
                </a:lnTo>
                <a:lnTo>
                  <a:pt x="94416" y="1337267"/>
                </a:lnTo>
                <a:lnTo>
                  <a:pt x="94454" y="1348319"/>
                </a:lnTo>
                <a:lnTo>
                  <a:pt x="94506" y="1359370"/>
                </a:lnTo>
                <a:lnTo>
                  <a:pt x="94564" y="1370422"/>
                </a:lnTo>
                <a:lnTo>
                  <a:pt x="94626" y="1381474"/>
                </a:lnTo>
                <a:lnTo>
                  <a:pt x="94685" y="1392526"/>
                </a:lnTo>
                <a:lnTo>
                  <a:pt x="94739" y="1403578"/>
                </a:lnTo>
                <a:lnTo>
                  <a:pt x="94786" y="1414629"/>
                </a:lnTo>
                <a:lnTo>
                  <a:pt x="94824" y="1425681"/>
                </a:lnTo>
                <a:lnTo>
                  <a:pt x="94853" y="1436733"/>
                </a:lnTo>
                <a:lnTo>
                  <a:pt x="94874" y="1447785"/>
                </a:lnTo>
                <a:lnTo>
                  <a:pt x="94889" y="1458837"/>
                </a:lnTo>
                <a:lnTo>
                  <a:pt x="94900" y="1469888"/>
                </a:lnTo>
                <a:lnTo>
                  <a:pt x="94907" y="1480940"/>
                </a:lnTo>
                <a:lnTo>
                  <a:pt x="94914" y="1491992"/>
                </a:lnTo>
                <a:lnTo>
                  <a:pt x="94922" y="1503044"/>
                </a:lnTo>
                <a:lnTo>
                  <a:pt x="94934" y="1514096"/>
                </a:lnTo>
                <a:lnTo>
                  <a:pt x="94953" y="1525147"/>
                </a:lnTo>
                <a:lnTo>
                  <a:pt x="94988" y="1536199"/>
                </a:lnTo>
                <a:lnTo>
                  <a:pt x="95047" y="1547251"/>
                </a:lnTo>
                <a:lnTo>
                  <a:pt x="95145" y="1558303"/>
                </a:lnTo>
                <a:lnTo>
                  <a:pt x="95300" y="1569354"/>
                </a:lnTo>
                <a:lnTo>
                  <a:pt x="95536" y="1580406"/>
                </a:lnTo>
                <a:lnTo>
                  <a:pt x="95884" y="1591458"/>
                </a:lnTo>
                <a:lnTo>
                  <a:pt x="96374" y="1602510"/>
                </a:lnTo>
                <a:lnTo>
                  <a:pt x="97041" y="1613562"/>
                </a:lnTo>
                <a:lnTo>
                  <a:pt x="97918" y="1624613"/>
                </a:lnTo>
                <a:lnTo>
                  <a:pt x="99030" y="1635665"/>
                </a:lnTo>
                <a:lnTo>
                  <a:pt x="100393" y="1646717"/>
                </a:lnTo>
                <a:lnTo>
                  <a:pt x="102009" y="1657769"/>
                </a:lnTo>
                <a:lnTo>
                  <a:pt x="103857" y="1668821"/>
                </a:lnTo>
                <a:lnTo>
                  <a:pt x="105898" y="1679872"/>
                </a:lnTo>
                <a:lnTo>
                  <a:pt x="108065" y="1690924"/>
                </a:lnTo>
                <a:lnTo>
                  <a:pt x="110273" y="1701976"/>
                </a:lnTo>
                <a:lnTo>
                  <a:pt x="112419" y="1713028"/>
                </a:lnTo>
                <a:lnTo>
                  <a:pt x="114387" y="1724080"/>
                </a:lnTo>
                <a:lnTo>
                  <a:pt x="116065" y="1735131"/>
                </a:lnTo>
                <a:lnTo>
                  <a:pt x="117349" y="1746183"/>
                </a:lnTo>
                <a:lnTo>
                  <a:pt x="118155" y="1757235"/>
                </a:lnTo>
                <a:lnTo>
                  <a:pt x="118430" y="1768287"/>
                </a:lnTo>
                <a:lnTo>
                  <a:pt x="118430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2" name="data_3741">
            <a:extLst>
              <a:ext uri="{FF2B5EF4-FFF2-40B4-BE49-F238E27FC236}">
                <a16:creationId xmlns:a16="http://schemas.microsoft.com/office/drawing/2014/main" id="{1D4C82CB-1C2B-5E9F-256A-23E675228E13}"/>
              </a:ext>
            </a:extLst>
          </p:cNvPr>
          <p:cNvSpPr>
            <a:spLocks/>
          </p:cNvSpPr>
          <p:nvPr/>
        </p:nvSpPr>
        <p:spPr>
          <a:xfrm>
            <a:off x="807239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55927" y="1768287"/>
                </a:moveTo>
                <a:lnTo>
                  <a:pt x="31511" y="1768287"/>
                </a:lnTo>
                <a:lnTo>
                  <a:pt x="32146" y="1757235"/>
                </a:lnTo>
                <a:lnTo>
                  <a:pt x="34009" y="1746183"/>
                </a:lnTo>
                <a:lnTo>
                  <a:pt x="36974" y="1735131"/>
                </a:lnTo>
                <a:lnTo>
                  <a:pt x="40848" y="1724080"/>
                </a:lnTo>
                <a:lnTo>
                  <a:pt x="45392" y="1713028"/>
                </a:lnTo>
                <a:lnTo>
                  <a:pt x="50342" y="1701976"/>
                </a:lnTo>
                <a:lnTo>
                  <a:pt x="55437" y="1690924"/>
                </a:lnTo>
                <a:lnTo>
                  <a:pt x="60437" y="1679872"/>
                </a:lnTo>
                <a:lnTo>
                  <a:pt x="65147" y="1668821"/>
                </a:lnTo>
                <a:lnTo>
                  <a:pt x="69417" y="1657769"/>
                </a:lnTo>
                <a:lnTo>
                  <a:pt x="73156" y="1646717"/>
                </a:lnTo>
                <a:lnTo>
                  <a:pt x="76323" y="1635665"/>
                </a:lnTo>
                <a:lnTo>
                  <a:pt x="78918" y="1624613"/>
                </a:lnTo>
                <a:lnTo>
                  <a:pt x="80981" y="1613562"/>
                </a:lnTo>
                <a:lnTo>
                  <a:pt x="82570" y="1602510"/>
                </a:lnTo>
                <a:lnTo>
                  <a:pt x="83759" y="1591458"/>
                </a:lnTo>
                <a:lnTo>
                  <a:pt x="84623" y="1580406"/>
                </a:lnTo>
                <a:lnTo>
                  <a:pt x="85237" y="1569354"/>
                </a:lnTo>
                <a:lnTo>
                  <a:pt x="85667" y="1558303"/>
                </a:lnTo>
                <a:lnTo>
                  <a:pt x="85968" y="1547251"/>
                </a:lnTo>
                <a:lnTo>
                  <a:pt x="86188" y="1536199"/>
                </a:lnTo>
                <a:lnTo>
                  <a:pt x="86361" y="1525147"/>
                </a:lnTo>
                <a:lnTo>
                  <a:pt x="86513" y="1514096"/>
                </a:lnTo>
                <a:lnTo>
                  <a:pt x="86661" y="1503044"/>
                </a:lnTo>
                <a:lnTo>
                  <a:pt x="86817" y="1491992"/>
                </a:lnTo>
                <a:lnTo>
                  <a:pt x="86985" y="1480940"/>
                </a:lnTo>
                <a:lnTo>
                  <a:pt x="87163" y="1469888"/>
                </a:lnTo>
                <a:lnTo>
                  <a:pt x="87348" y="1458837"/>
                </a:lnTo>
                <a:lnTo>
                  <a:pt x="87531" y="1447785"/>
                </a:lnTo>
                <a:lnTo>
                  <a:pt x="87705" y="1436733"/>
                </a:lnTo>
                <a:lnTo>
                  <a:pt x="87860" y="1425681"/>
                </a:lnTo>
                <a:lnTo>
                  <a:pt x="87987" y="1414629"/>
                </a:lnTo>
                <a:lnTo>
                  <a:pt x="88079" y="1403578"/>
                </a:lnTo>
                <a:lnTo>
                  <a:pt x="88134" y="1392526"/>
                </a:lnTo>
                <a:lnTo>
                  <a:pt x="88151" y="1381474"/>
                </a:lnTo>
                <a:lnTo>
                  <a:pt x="88133" y="1370422"/>
                </a:lnTo>
                <a:lnTo>
                  <a:pt x="88088" y="1359370"/>
                </a:lnTo>
                <a:lnTo>
                  <a:pt x="88025" y="1348319"/>
                </a:lnTo>
                <a:lnTo>
                  <a:pt x="87954" y="1337267"/>
                </a:lnTo>
                <a:lnTo>
                  <a:pt x="87887" y="1326215"/>
                </a:lnTo>
                <a:lnTo>
                  <a:pt x="87834" y="1315163"/>
                </a:lnTo>
                <a:lnTo>
                  <a:pt x="87801" y="1304111"/>
                </a:lnTo>
                <a:lnTo>
                  <a:pt x="87795" y="1293060"/>
                </a:lnTo>
                <a:lnTo>
                  <a:pt x="87815" y="1282008"/>
                </a:lnTo>
                <a:lnTo>
                  <a:pt x="87859" y="1270956"/>
                </a:lnTo>
                <a:lnTo>
                  <a:pt x="87921" y="1259904"/>
                </a:lnTo>
                <a:lnTo>
                  <a:pt x="87995" y="1248853"/>
                </a:lnTo>
                <a:lnTo>
                  <a:pt x="88072" y="1237801"/>
                </a:lnTo>
                <a:lnTo>
                  <a:pt x="88145" y="1226749"/>
                </a:lnTo>
                <a:lnTo>
                  <a:pt x="88209" y="1215697"/>
                </a:lnTo>
                <a:lnTo>
                  <a:pt x="88262" y="1204645"/>
                </a:lnTo>
                <a:lnTo>
                  <a:pt x="88304" y="1193594"/>
                </a:lnTo>
                <a:lnTo>
                  <a:pt x="88339" y="1182542"/>
                </a:lnTo>
                <a:lnTo>
                  <a:pt x="88373" y="1171490"/>
                </a:lnTo>
                <a:lnTo>
                  <a:pt x="88415" y="1160438"/>
                </a:lnTo>
                <a:lnTo>
                  <a:pt x="88474" y="1149386"/>
                </a:lnTo>
                <a:lnTo>
                  <a:pt x="88559" y="1138335"/>
                </a:lnTo>
                <a:lnTo>
                  <a:pt x="88676" y="1127283"/>
                </a:lnTo>
                <a:lnTo>
                  <a:pt x="88829" y="1116231"/>
                </a:lnTo>
                <a:lnTo>
                  <a:pt x="89019" y="1105179"/>
                </a:lnTo>
                <a:lnTo>
                  <a:pt x="89240" y="1094127"/>
                </a:lnTo>
                <a:lnTo>
                  <a:pt x="89485" y="1083076"/>
                </a:lnTo>
                <a:lnTo>
                  <a:pt x="89740" y="1072024"/>
                </a:lnTo>
                <a:lnTo>
                  <a:pt x="89989" y="1060972"/>
                </a:lnTo>
                <a:lnTo>
                  <a:pt x="90213" y="1049920"/>
                </a:lnTo>
                <a:lnTo>
                  <a:pt x="90393" y="1038868"/>
                </a:lnTo>
                <a:lnTo>
                  <a:pt x="90510" y="1027817"/>
                </a:lnTo>
                <a:lnTo>
                  <a:pt x="90547" y="1016765"/>
                </a:lnTo>
                <a:lnTo>
                  <a:pt x="90494" y="1005713"/>
                </a:lnTo>
                <a:lnTo>
                  <a:pt x="90343" y="994661"/>
                </a:lnTo>
                <a:lnTo>
                  <a:pt x="90096" y="983609"/>
                </a:lnTo>
                <a:lnTo>
                  <a:pt x="89761" y="972558"/>
                </a:lnTo>
                <a:lnTo>
                  <a:pt x="89355" y="961506"/>
                </a:lnTo>
                <a:lnTo>
                  <a:pt x="88901" y="950454"/>
                </a:lnTo>
                <a:lnTo>
                  <a:pt x="88427" y="939402"/>
                </a:lnTo>
                <a:lnTo>
                  <a:pt x="87967" y="928351"/>
                </a:lnTo>
                <a:lnTo>
                  <a:pt x="87550" y="917299"/>
                </a:lnTo>
                <a:lnTo>
                  <a:pt x="87205" y="906247"/>
                </a:lnTo>
                <a:lnTo>
                  <a:pt x="86956" y="895195"/>
                </a:lnTo>
                <a:lnTo>
                  <a:pt x="86818" y="884143"/>
                </a:lnTo>
                <a:lnTo>
                  <a:pt x="86795" y="873092"/>
                </a:lnTo>
                <a:lnTo>
                  <a:pt x="86885" y="862040"/>
                </a:lnTo>
                <a:lnTo>
                  <a:pt x="87075" y="850988"/>
                </a:lnTo>
                <a:lnTo>
                  <a:pt x="87345" y="839936"/>
                </a:lnTo>
                <a:lnTo>
                  <a:pt x="87673" y="828884"/>
                </a:lnTo>
                <a:lnTo>
                  <a:pt x="88033" y="817833"/>
                </a:lnTo>
                <a:lnTo>
                  <a:pt x="88401" y="806781"/>
                </a:lnTo>
                <a:lnTo>
                  <a:pt x="88759" y="795729"/>
                </a:lnTo>
                <a:lnTo>
                  <a:pt x="89089" y="784677"/>
                </a:lnTo>
                <a:lnTo>
                  <a:pt x="89382" y="773625"/>
                </a:lnTo>
                <a:lnTo>
                  <a:pt x="89634" y="762574"/>
                </a:lnTo>
                <a:lnTo>
                  <a:pt x="89843" y="751522"/>
                </a:lnTo>
                <a:lnTo>
                  <a:pt x="90012" y="740470"/>
                </a:lnTo>
                <a:lnTo>
                  <a:pt x="90144" y="729418"/>
                </a:lnTo>
                <a:lnTo>
                  <a:pt x="90244" y="718366"/>
                </a:lnTo>
                <a:lnTo>
                  <a:pt x="90315" y="707315"/>
                </a:lnTo>
                <a:lnTo>
                  <a:pt x="90362" y="696263"/>
                </a:lnTo>
                <a:lnTo>
                  <a:pt x="90386" y="685211"/>
                </a:lnTo>
                <a:lnTo>
                  <a:pt x="90390" y="674159"/>
                </a:lnTo>
                <a:lnTo>
                  <a:pt x="90376" y="663108"/>
                </a:lnTo>
                <a:lnTo>
                  <a:pt x="90346" y="652056"/>
                </a:lnTo>
                <a:lnTo>
                  <a:pt x="90302" y="641004"/>
                </a:lnTo>
                <a:lnTo>
                  <a:pt x="90247" y="629952"/>
                </a:lnTo>
                <a:lnTo>
                  <a:pt x="90183" y="618900"/>
                </a:lnTo>
                <a:lnTo>
                  <a:pt x="90112" y="607849"/>
                </a:lnTo>
                <a:lnTo>
                  <a:pt x="90034" y="596797"/>
                </a:lnTo>
                <a:lnTo>
                  <a:pt x="89945" y="585745"/>
                </a:lnTo>
                <a:lnTo>
                  <a:pt x="89844" y="574693"/>
                </a:lnTo>
                <a:lnTo>
                  <a:pt x="89726" y="563641"/>
                </a:lnTo>
                <a:lnTo>
                  <a:pt x="89586" y="552590"/>
                </a:lnTo>
                <a:lnTo>
                  <a:pt x="89421" y="541538"/>
                </a:lnTo>
                <a:lnTo>
                  <a:pt x="89232" y="530486"/>
                </a:lnTo>
                <a:lnTo>
                  <a:pt x="89020" y="519434"/>
                </a:lnTo>
                <a:lnTo>
                  <a:pt x="88795" y="508382"/>
                </a:lnTo>
                <a:lnTo>
                  <a:pt x="88568" y="497331"/>
                </a:lnTo>
                <a:lnTo>
                  <a:pt x="88354" y="486279"/>
                </a:lnTo>
                <a:lnTo>
                  <a:pt x="88170" y="475227"/>
                </a:lnTo>
                <a:lnTo>
                  <a:pt x="88033" y="464175"/>
                </a:lnTo>
                <a:lnTo>
                  <a:pt x="87956" y="453123"/>
                </a:lnTo>
                <a:lnTo>
                  <a:pt x="87948" y="442072"/>
                </a:lnTo>
                <a:lnTo>
                  <a:pt x="88010" y="431020"/>
                </a:lnTo>
                <a:lnTo>
                  <a:pt x="88139" y="419968"/>
                </a:lnTo>
                <a:lnTo>
                  <a:pt x="88323" y="408916"/>
                </a:lnTo>
                <a:lnTo>
                  <a:pt x="88543" y="397865"/>
                </a:lnTo>
                <a:lnTo>
                  <a:pt x="88780" y="386813"/>
                </a:lnTo>
                <a:lnTo>
                  <a:pt x="89011" y="375761"/>
                </a:lnTo>
                <a:lnTo>
                  <a:pt x="89215" y="364709"/>
                </a:lnTo>
                <a:lnTo>
                  <a:pt x="89375" y="353657"/>
                </a:lnTo>
                <a:lnTo>
                  <a:pt x="89477" y="342606"/>
                </a:lnTo>
                <a:lnTo>
                  <a:pt x="89515" y="331554"/>
                </a:lnTo>
                <a:lnTo>
                  <a:pt x="89488" y="320502"/>
                </a:lnTo>
                <a:lnTo>
                  <a:pt x="89401" y="309450"/>
                </a:lnTo>
                <a:lnTo>
                  <a:pt x="89262" y="298398"/>
                </a:lnTo>
                <a:lnTo>
                  <a:pt x="89082" y="287347"/>
                </a:lnTo>
                <a:lnTo>
                  <a:pt x="88871" y="276295"/>
                </a:lnTo>
                <a:lnTo>
                  <a:pt x="88636" y="265243"/>
                </a:lnTo>
                <a:lnTo>
                  <a:pt x="88381" y="254191"/>
                </a:lnTo>
                <a:lnTo>
                  <a:pt x="88099" y="243139"/>
                </a:lnTo>
                <a:lnTo>
                  <a:pt x="87774" y="232088"/>
                </a:lnTo>
                <a:lnTo>
                  <a:pt x="87374" y="221036"/>
                </a:lnTo>
                <a:lnTo>
                  <a:pt x="86850" y="209984"/>
                </a:lnTo>
                <a:lnTo>
                  <a:pt x="86136" y="198932"/>
                </a:lnTo>
                <a:lnTo>
                  <a:pt x="85144" y="187880"/>
                </a:lnTo>
                <a:lnTo>
                  <a:pt x="83768" y="176829"/>
                </a:lnTo>
                <a:lnTo>
                  <a:pt x="81887" y="165777"/>
                </a:lnTo>
                <a:lnTo>
                  <a:pt x="79377" y="154725"/>
                </a:lnTo>
                <a:lnTo>
                  <a:pt x="76113" y="143673"/>
                </a:lnTo>
                <a:lnTo>
                  <a:pt x="71995" y="132622"/>
                </a:lnTo>
                <a:lnTo>
                  <a:pt x="66957" y="121570"/>
                </a:lnTo>
                <a:lnTo>
                  <a:pt x="60991" y="110518"/>
                </a:lnTo>
                <a:lnTo>
                  <a:pt x="54158" y="99466"/>
                </a:lnTo>
                <a:lnTo>
                  <a:pt x="46607" y="88414"/>
                </a:lnTo>
                <a:lnTo>
                  <a:pt x="38573" y="77363"/>
                </a:lnTo>
                <a:lnTo>
                  <a:pt x="30376" y="66311"/>
                </a:lnTo>
                <a:lnTo>
                  <a:pt x="22402" y="55259"/>
                </a:lnTo>
                <a:lnTo>
                  <a:pt x="15074" y="44207"/>
                </a:lnTo>
                <a:lnTo>
                  <a:pt x="8822" y="33155"/>
                </a:lnTo>
                <a:lnTo>
                  <a:pt x="4034" y="22104"/>
                </a:lnTo>
                <a:lnTo>
                  <a:pt x="1026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12" y="11052"/>
                </a:lnTo>
                <a:lnTo>
                  <a:pt x="183404" y="22104"/>
                </a:lnTo>
                <a:lnTo>
                  <a:pt x="178617" y="33155"/>
                </a:lnTo>
                <a:lnTo>
                  <a:pt x="172364" y="44207"/>
                </a:lnTo>
                <a:lnTo>
                  <a:pt x="165037" y="55259"/>
                </a:lnTo>
                <a:lnTo>
                  <a:pt x="157062" y="66311"/>
                </a:lnTo>
                <a:lnTo>
                  <a:pt x="148865" y="77363"/>
                </a:lnTo>
                <a:lnTo>
                  <a:pt x="140831" y="88414"/>
                </a:lnTo>
                <a:lnTo>
                  <a:pt x="133280" y="99466"/>
                </a:lnTo>
                <a:lnTo>
                  <a:pt x="126448" y="110518"/>
                </a:lnTo>
                <a:lnTo>
                  <a:pt x="120481" y="121570"/>
                </a:lnTo>
                <a:lnTo>
                  <a:pt x="115443" y="132622"/>
                </a:lnTo>
                <a:lnTo>
                  <a:pt x="111325" y="143673"/>
                </a:lnTo>
                <a:lnTo>
                  <a:pt x="108062" y="154725"/>
                </a:lnTo>
                <a:lnTo>
                  <a:pt x="105551" y="165777"/>
                </a:lnTo>
                <a:lnTo>
                  <a:pt x="103671" y="176829"/>
                </a:lnTo>
                <a:lnTo>
                  <a:pt x="102295" y="187880"/>
                </a:lnTo>
                <a:lnTo>
                  <a:pt x="101302" y="198932"/>
                </a:lnTo>
                <a:lnTo>
                  <a:pt x="100588" y="209984"/>
                </a:lnTo>
                <a:lnTo>
                  <a:pt x="100065" y="221036"/>
                </a:lnTo>
                <a:lnTo>
                  <a:pt x="99664" y="232088"/>
                </a:lnTo>
                <a:lnTo>
                  <a:pt x="99339" y="243139"/>
                </a:lnTo>
                <a:lnTo>
                  <a:pt x="99058" y="254191"/>
                </a:lnTo>
                <a:lnTo>
                  <a:pt x="98802" y="265243"/>
                </a:lnTo>
                <a:lnTo>
                  <a:pt x="98568" y="276295"/>
                </a:lnTo>
                <a:lnTo>
                  <a:pt x="98356" y="287347"/>
                </a:lnTo>
                <a:lnTo>
                  <a:pt x="98176" y="298398"/>
                </a:lnTo>
                <a:lnTo>
                  <a:pt x="98037" y="309450"/>
                </a:lnTo>
                <a:lnTo>
                  <a:pt x="97950" y="320502"/>
                </a:lnTo>
                <a:lnTo>
                  <a:pt x="97923" y="331554"/>
                </a:lnTo>
                <a:lnTo>
                  <a:pt x="97962" y="342606"/>
                </a:lnTo>
                <a:lnTo>
                  <a:pt x="98064" y="353657"/>
                </a:lnTo>
                <a:lnTo>
                  <a:pt x="98223" y="364709"/>
                </a:lnTo>
                <a:lnTo>
                  <a:pt x="98427" y="375761"/>
                </a:lnTo>
                <a:lnTo>
                  <a:pt x="98658" y="386813"/>
                </a:lnTo>
                <a:lnTo>
                  <a:pt x="98895" y="397865"/>
                </a:lnTo>
                <a:lnTo>
                  <a:pt x="99116" y="408916"/>
                </a:lnTo>
                <a:lnTo>
                  <a:pt x="99299" y="419968"/>
                </a:lnTo>
                <a:lnTo>
                  <a:pt x="99428" y="431020"/>
                </a:lnTo>
                <a:lnTo>
                  <a:pt x="99491" y="442072"/>
                </a:lnTo>
                <a:lnTo>
                  <a:pt x="99482" y="453123"/>
                </a:lnTo>
                <a:lnTo>
                  <a:pt x="99405" y="464175"/>
                </a:lnTo>
                <a:lnTo>
                  <a:pt x="99268" y="475227"/>
                </a:lnTo>
                <a:lnTo>
                  <a:pt x="99085" y="486279"/>
                </a:lnTo>
                <a:lnTo>
                  <a:pt x="98871" y="497331"/>
                </a:lnTo>
                <a:lnTo>
                  <a:pt x="98643" y="508382"/>
                </a:lnTo>
                <a:lnTo>
                  <a:pt x="98418" y="519434"/>
                </a:lnTo>
                <a:lnTo>
                  <a:pt x="98207" y="530486"/>
                </a:lnTo>
                <a:lnTo>
                  <a:pt x="98017" y="541538"/>
                </a:lnTo>
                <a:lnTo>
                  <a:pt x="97852" y="552590"/>
                </a:lnTo>
                <a:lnTo>
                  <a:pt x="97712" y="563641"/>
                </a:lnTo>
                <a:lnTo>
                  <a:pt x="97594" y="574693"/>
                </a:lnTo>
                <a:lnTo>
                  <a:pt x="97493" y="585745"/>
                </a:lnTo>
                <a:lnTo>
                  <a:pt x="97405" y="596797"/>
                </a:lnTo>
                <a:lnTo>
                  <a:pt x="97326" y="607849"/>
                </a:lnTo>
                <a:lnTo>
                  <a:pt x="97255" y="618900"/>
                </a:lnTo>
                <a:lnTo>
                  <a:pt x="97191" y="629952"/>
                </a:lnTo>
                <a:lnTo>
                  <a:pt x="97137" y="641004"/>
                </a:lnTo>
                <a:lnTo>
                  <a:pt x="97093" y="652056"/>
                </a:lnTo>
                <a:lnTo>
                  <a:pt x="97062" y="663108"/>
                </a:lnTo>
                <a:lnTo>
                  <a:pt x="97048" y="674159"/>
                </a:lnTo>
                <a:lnTo>
                  <a:pt x="97052" y="685211"/>
                </a:lnTo>
                <a:lnTo>
                  <a:pt x="97076" y="696263"/>
                </a:lnTo>
                <a:lnTo>
                  <a:pt x="97123" y="707315"/>
                </a:lnTo>
                <a:lnTo>
                  <a:pt x="97195" y="718366"/>
                </a:lnTo>
                <a:lnTo>
                  <a:pt x="97295" y="729418"/>
                </a:lnTo>
                <a:lnTo>
                  <a:pt x="97427" y="740470"/>
                </a:lnTo>
                <a:lnTo>
                  <a:pt x="97595" y="751522"/>
                </a:lnTo>
                <a:lnTo>
                  <a:pt x="97804" y="762574"/>
                </a:lnTo>
                <a:lnTo>
                  <a:pt x="98056" y="773625"/>
                </a:lnTo>
                <a:lnTo>
                  <a:pt x="98349" y="784677"/>
                </a:lnTo>
                <a:lnTo>
                  <a:pt x="98680" y="795729"/>
                </a:lnTo>
                <a:lnTo>
                  <a:pt x="99037" y="806781"/>
                </a:lnTo>
                <a:lnTo>
                  <a:pt x="99406" y="817833"/>
                </a:lnTo>
                <a:lnTo>
                  <a:pt x="99766" y="828884"/>
                </a:lnTo>
                <a:lnTo>
                  <a:pt x="100093" y="839936"/>
                </a:lnTo>
                <a:lnTo>
                  <a:pt x="100364" y="850988"/>
                </a:lnTo>
                <a:lnTo>
                  <a:pt x="100553" y="862040"/>
                </a:lnTo>
                <a:lnTo>
                  <a:pt x="100643" y="873092"/>
                </a:lnTo>
                <a:lnTo>
                  <a:pt x="100621" y="884143"/>
                </a:lnTo>
                <a:lnTo>
                  <a:pt x="100482" y="895195"/>
                </a:lnTo>
                <a:lnTo>
                  <a:pt x="100233" y="906247"/>
                </a:lnTo>
                <a:lnTo>
                  <a:pt x="99889" y="917299"/>
                </a:lnTo>
                <a:lnTo>
                  <a:pt x="99472" y="928351"/>
                </a:lnTo>
                <a:lnTo>
                  <a:pt x="99011" y="939402"/>
                </a:lnTo>
                <a:lnTo>
                  <a:pt x="98538" y="950454"/>
                </a:lnTo>
                <a:lnTo>
                  <a:pt x="98084" y="961506"/>
                </a:lnTo>
                <a:lnTo>
                  <a:pt x="97678" y="972558"/>
                </a:lnTo>
                <a:lnTo>
                  <a:pt x="97343" y="983609"/>
                </a:lnTo>
                <a:lnTo>
                  <a:pt x="97095" y="994661"/>
                </a:lnTo>
                <a:lnTo>
                  <a:pt x="96945" y="1005713"/>
                </a:lnTo>
                <a:lnTo>
                  <a:pt x="96891" y="1016765"/>
                </a:lnTo>
                <a:lnTo>
                  <a:pt x="96929" y="1027817"/>
                </a:lnTo>
                <a:lnTo>
                  <a:pt x="97046" y="1038868"/>
                </a:lnTo>
                <a:lnTo>
                  <a:pt x="97226" y="1049920"/>
                </a:lnTo>
                <a:lnTo>
                  <a:pt x="97450" y="1060972"/>
                </a:lnTo>
                <a:lnTo>
                  <a:pt x="97699" y="1072024"/>
                </a:lnTo>
                <a:lnTo>
                  <a:pt x="97954" y="1083076"/>
                </a:lnTo>
                <a:lnTo>
                  <a:pt x="98198" y="1094127"/>
                </a:lnTo>
                <a:lnTo>
                  <a:pt x="98420" y="1105179"/>
                </a:lnTo>
                <a:lnTo>
                  <a:pt x="98609" y="1116231"/>
                </a:lnTo>
                <a:lnTo>
                  <a:pt x="98763" y="1127283"/>
                </a:lnTo>
                <a:lnTo>
                  <a:pt x="98880" y="1138335"/>
                </a:lnTo>
                <a:lnTo>
                  <a:pt x="98964" y="1149386"/>
                </a:lnTo>
                <a:lnTo>
                  <a:pt x="99024" y="1160438"/>
                </a:lnTo>
                <a:lnTo>
                  <a:pt x="99066" y="1171490"/>
                </a:lnTo>
                <a:lnTo>
                  <a:pt x="99100" y="1182542"/>
                </a:lnTo>
                <a:lnTo>
                  <a:pt x="99134" y="1193594"/>
                </a:lnTo>
                <a:lnTo>
                  <a:pt x="99176" y="1204645"/>
                </a:lnTo>
                <a:lnTo>
                  <a:pt x="99229" y="1215697"/>
                </a:lnTo>
                <a:lnTo>
                  <a:pt x="99293" y="1226749"/>
                </a:lnTo>
                <a:lnTo>
                  <a:pt x="99367" y="1237801"/>
                </a:lnTo>
                <a:lnTo>
                  <a:pt x="99444" y="1248853"/>
                </a:lnTo>
                <a:lnTo>
                  <a:pt x="99517" y="1259904"/>
                </a:lnTo>
                <a:lnTo>
                  <a:pt x="99580" y="1270956"/>
                </a:lnTo>
                <a:lnTo>
                  <a:pt x="99624" y="1282008"/>
                </a:lnTo>
                <a:lnTo>
                  <a:pt x="99644" y="1293060"/>
                </a:lnTo>
                <a:lnTo>
                  <a:pt x="99637" y="1304111"/>
                </a:lnTo>
                <a:lnTo>
                  <a:pt x="99605" y="1315163"/>
                </a:lnTo>
                <a:lnTo>
                  <a:pt x="99551" y="1326215"/>
                </a:lnTo>
                <a:lnTo>
                  <a:pt x="99484" y="1337267"/>
                </a:lnTo>
                <a:lnTo>
                  <a:pt x="99413" y="1348319"/>
                </a:lnTo>
                <a:lnTo>
                  <a:pt x="99350" y="1359370"/>
                </a:lnTo>
                <a:lnTo>
                  <a:pt x="99305" y="1370422"/>
                </a:lnTo>
                <a:lnTo>
                  <a:pt x="99287" y="1381474"/>
                </a:lnTo>
                <a:lnTo>
                  <a:pt x="99304" y="1392526"/>
                </a:lnTo>
                <a:lnTo>
                  <a:pt x="99359" y="1403578"/>
                </a:lnTo>
                <a:lnTo>
                  <a:pt x="99452" y="1414629"/>
                </a:lnTo>
                <a:lnTo>
                  <a:pt x="99579" y="1425681"/>
                </a:lnTo>
                <a:lnTo>
                  <a:pt x="99733" y="1436733"/>
                </a:lnTo>
                <a:lnTo>
                  <a:pt x="99907" y="1447785"/>
                </a:lnTo>
                <a:lnTo>
                  <a:pt x="100091" y="1458837"/>
                </a:lnTo>
                <a:lnTo>
                  <a:pt x="100275" y="1469888"/>
                </a:lnTo>
                <a:lnTo>
                  <a:pt x="100454" y="1480940"/>
                </a:lnTo>
                <a:lnTo>
                  <a:pt x="100621" y="1491992"/>
                </a:lnTo>
                <a:lnTo>
                  <a:pt x="100777" y="1503044"/>
                </a:lnTo>
                <a:lnTo>
                  <a:pt x="100926" y="1514096"/>
                </a:lnTo>
                <a:lnTo>
                  <a:pt x="101078" y="1525147"/>
                </a:lnTo>
                <a:lnTo>
                  <a:pt x="101251" y="1536199"/>
                </a:lnTo>
                <a:lnTo>
                  <a:pt x="101470" y="1547251"/>
                </a:lnTo>
                <a:lnTo>
                  <a:pt x="101772" y="1558303"/>
                </a:lnTo>
                <a:lnTo>
                  <a:pt x="102201" y="1569354"/>
                </a:lnTo>
                <a:lnTo>
                  <a:pt x="102815" y="1580406"/>
                </a:lnTo>
                <a:lnTo>
                  <a:pt x="103680" y="1591458"/>
                </a:lnTo>
                <a:lnTo>
                  <a:pt x="104868" y="1602510"/>
                </a:lnTo>
                <a:lnTo>
                  <a:pt x="106457" y="1613562"/>
                </a:lnTo>
                <a:lnTo>
                  <a:pt x="108520" y="1624613"/>
                </a:lnTo>
                <a:lnTo>
                  <a:pt x="111116" y="1635665"/>
                </a:lnTo>
                <a:lnTo>
                  <a:pt x="114282" y="1646717"/>
                </a:lnTo>
                <a:lnTo>
                  <a:pt x="118021" y="1657769"/>
                </a:lnTo>
                <a:lnTo>
                  <a:pt x="122292" y="1668821"/>
                </a:lnTo>
                <a:lnTo>
                  <a:pt x="127001" y="1679872"/>
                </a:lnTo>
                <a:lnTo>
                  <a:pt x="132002" y="1690924"/>
                </a:lnTo>
                <a:lnTo>
                  <a:pt x="137096" y="1701976"/>
                </a:lnTo>
                <a:lnTo>
                  <a:pt x="142046" y="1713028"/>
                </a:lnTo>
                <a:lnTo>
                  <a:pt x="146590" y="1724080"/>
                </a:lnTo>
                <a:lnTo>
                  <a:pt x="150465" y="1735131"/>
                </a:lnTo>
                <a:lnTo>
                  <a:pt x="153430" y="1746183"/>
                </a:lnTo>
                <a:lnTo>
                  <a:pt x="155292" y="1757235"/>
                </a:lnTo>
                <a:lnTo>
                  <a:pt x="155927" y="1768287"/>
                </a:lnTo>
                <a:lnTo>
                  <a:pt x="155927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3" name="data_3742">
            <a:extLst>
              <a:ext uri="{FF2B5EF4-FFF2-40B4-BE49-F238E27FC236}">
                <a16:creationId xmlns:a16="http://schemas.microsoft.com/office/drawing/2014/main" id="{A7AE48EF-7988-7716-2EC3-4757774682C9}"/>
              </a:ext>
            </a:extLst>
          </p:cNvPr>
          <p:cNvSpPr>
            <a:spLocks/>
          </p:cNvSpPr>
          <p:nvPr/>
        </p:nvSpPr>
        <p:spPr>
          <a:xfrm>
            <a:off x="8325690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8660" y="1768287"/>
                </a:moveTo>
                <a:lnTo>
                  <a:pt x="48779" y="1768287"/>
                </a:lnTo>
                <a:lnTo>
                  <a:pt x="49253" y="1757235"/>
                </a:lnTo>
                <a:lnTo>
                  <a:pt x="50645" y="1746183"/>
                </a:lnTo>
                <a:lnTo>
                  <a:pt x="52862" y="1735131"/>
                </a:lnTo>
                <a:lnTo>
                  <a:pt x="55765" y="1724080"/>
                </a:lnTo>
                <a:lnTo>
                  <a:pt x="59176" y="1713028"/>
                </a:lnTo>
                <a:lnTo>
                  <a:pt x="62901" y="1701976"/>
                </a:lnTo>
                <a:lnTo>
                  <a:pt x="66749" y="1690924"/>
                </a:lnTo>
                <a:lnTo>
                  <a:pt x="70543" y="1679872"/>
                </a:lnTo>
                <a:lnTo>
                  <a:pt x="74137" y="1668821"/>
                </a:lnTo>
                <a:lnTo>
                  <a:pt x="77418" y="1657769"/>
                </a:lnTo>
                <a:lnTo>
                  <a:pt x="80318" y="1646717"/>
                </a:lnTo>
                <a:lnTo>
                  <a:pt x="82801" y="1635665"/>
                </a:lnTo>
                <a:lnTo>
                  <a:pt x="84866" y="1624613"/>
                </a:lnTo>
                <a:lnTo>
                  <a:pt x="86537" y="1613562"/>
                </a:lnTo>
                <a:lnTo>
                  <a:pt x="87853" y="1602510"/>
                </a:lnTo>
                <a:lnTo>
                  <a:pt x="88864" y="1591458"/>
                </a:lnTo>
                <a:lnTo>
                  <a:pt x="89621" y="1580406"/>
                </a:lnTo>
                <a:lnTo>
                  <a:pt x="90174" y="1569354"/>
                </a:lnTo>
                <a:lnTo>
                  <a:pt x="90567" y="1558303"/>
                </a:lnTo>
                <a:lnTo>
                  <a:pt x="90837" y="1547251"/>
                </a:lnTo>
                <a:lnTo>
                  <a:pt x="91015" y="1536199"/>
                </a:lnTo>
                <a:lnTo>
                  <a:pt x="91122" y="1525147"/>
                </a:lnTo>
                <a:lnTo>
                  <a:pt x="91178" y="1514096"/>
                </a:lnTo>
                <a:lnTo>
                  <a:pt x="91194" y="1503044"/>
                </a:lnTo>
                <a:lnTo>
                  <a:pt x="91180" y="1491992"/>
                </a:lnTo>
                <a:lnTo>
                  <a:pt x="91144" y="1480940"/>
                </a:lnTo>
                <a:lnTo>
                  <a:pt x="91090" y="1469888"/>
                </a:lnTo>
                <a:lnTo>
                  <a:pt x="91021" y="1458837"/>
                </a:lnTo>
                <a:lnTo>
                  <a:pt x="90941" y="1447785"/>
                </a:lnTo>
                <a:lnTo>
                  <a:pt x="90852" y="1436733"/>
                </a:lnTo>
                <a:lnTo>
                  <a:pt x="90754" y="1425681"/>
                </a:lnTo>
                <a:lnTo>
                  <a:pt x="90651" y="1414629"/>
                </a:lnTo>
                <a:lnTo>
                  <a:pt x="90543" y="1403578"/>
                </a:lnTo>
                <a:lnTo>
                  <a:pt x="90434" y="1392526"/>
                </a:lnTo>
                <a:lnTo>
                  <a:pt x="90326" y="1381474"/>
                </a:lnTo>
                <a:lnTo>
                  <a:pt x="90223" y="1370422"/>
                </a:lnTo>
                <a:lnTo>
                  <a:pt x="90130" y="1359370"/>
                </a:lnTo>
                <a:lnTo>
                  <a:pt x="90050" y="1348319"/>
                </a:lnTo>
                <a:lnTo>
                  <a:pt x="89987" y="1337267"/>
                </a:lnTo>
                <a:lnTo>
                  <a:pt x="89945" y="1326215"/>
                </a:lnTo>
                <a:lnTo>
                  <a:pt x="89924" y="1315163"/>
                </a:lnTo>
                <a:lnTo>
                  <a:pt x="89926" y="1304111"/>
                </a:lnTo>
                <a:lnTo>
                  <a:pt x="89949" y="1293060"/>
                </a:lnTo>
                <a:lnTo>
                  <a:pt x="89991" y="1282008"/>
                </a:lnTo>
                <a:lnTo>
                  <a:pt x="90049" y="1270956"/>
                </a:lnTo>
                <a:lnTo>
                  <a:pt x="90120" y="1259904"/>
                </a:lnTo>
                <a:lnTo>
                  <a:pt x="90201" y="1248853"/>
                </a:lnTo>
                <a:lnTo>
                  <a:pt x="90292" y="1237801"/>
                </a:lnTo>
                <a:lnTo>
                  <a:pt x="90393" y="1226749"/>
                </a:lnTo>
                <a:lnTo>
                  <a:pt x="90503" y="1215697"/>
                </a:lnTo>
                <a:lnTo>
                  <a:pt x="90626" y="1204645"/>
                </a:lnTo>
                <a:lnTo>
                  <a:pt x="90764" y="1193594"/>
                </a:lnTo>
                <a:lnTo>
                  <a:pt x="90918" y="1182542"/>
                </a:lnTo>
                <a:lnTo>
                  <a:pt x="91090" y="1171490"/>
                </a:lnTo>
                <a:lnTo>
                  <a:pt x="91278" y="1160438"/>
                </a:lnTo>
                <a:lnTo>
                  <a:pt x="91481" y="1149386"/>
                </a:lnTo>
                <a:lnTo>
                  <a:pt x="91694" y="1138335"/>
                </a:lnTo>
                <a:lnTo>
                  <a:pt x="91910" y="1127283"/>
                </a:lnTo>
                <a:lnTo>
                  <a:pt x="92121" y="1116231"/>
                </a:lnTo>
                <a:lnTo>
                  <a:pt x="92319" y="1105179"/>
                </a:lnTo>
                <a:lnTo>
                  <a:pt x="92493" y="1094127"/>
                </a:lnTo>
                <a:lnTo>
                  <a:pt x="92635" y="1083076"/>
                </a:lnTo>
                <a:lnTo>
                  <a:pt x="92734" y="1072024"/>
                </a:lnTo>
                <a:lnTo>
                  <a:pt x="92782" y="1060972"/>
                </a:lnTo>
                <a:lnTo>
                  <a:pt x="92770" y="1049920"/>
                </a:lnTo>
                <a:lnTo>
                  <a:pt x="92691" y="1038868"/>
                </a:lnTo>
                <a:lnTo>
                  <a:pt x="92539" y="1027817"/>
                </a:lnTo>
                <a:lnTo>
                  <a:pt x="92311" y="1016765"/>
                </a:lnTo>
                <a:lnTo>
                  <a:pt x="92007" y="1005713"/>
                </a:lnTo>
                <a:lnTo>
                  <a:pt x="91629" y="994661"/>
                </a:lnTo>
                <a:lnTo>
                  <a:pt x="91185" y="983609"/>
                </a:lnTo>
                <a:lnTo>
                  <a:pt x="90688" y="972558"/>
                </a:lnTo>
                <a:lnTo>
                  <a:pt x="90156" y="961506"/>
                </a:lnTo>
                <a:lnTo>
                  <a:pt x="89611" y="950454"/>
                </a:lnTo>
                <a:lnTo>
                  <a:pt x="89080" y="939402"/>
                </a:lnTo>
                <a:lnTo>
                  <a:pt x="88591" y="928351"/>
                </a:lnTo>
                <a:lnTo>
                  <a:pt x="88171" y="917299"/>
                </a:lnTo>
                <a:lnTo>
                  <a:pt x="87846" y="906247"/>
                </a:lnTo>
                <a:lnTo>
                  <a:pt x="87634" y="895195"/>
                </a:lnTo>
                <a:lnTo>
                  <a:pt x="87548" y="884143"/>
                </a:lnTo>
                <a:lnTo>
                  <a:pt x="87591" y="873092"/>
                </a:lnTo>
                <a:lnTo>
                  <a:pt x="87756" y="862040"/>
                </a:lnTo>
                <a:lnTo>
                  <a:pt x="88030" y="850988"/>
                </a:lnTo>
                <a:lnTo>
                  <a:pt x="88389" y="839936"/>
                </a:lnTo>
                <a:lnTo>
                  <a:pt x="88808" y="828884"/>
                </a:lnTo>
                <a:lnTo>
                  <a:pt x="89257" y="817833"/>
                </a:lnTo>
                <a:lnTo>
                  <a:pt x="89706" y="806781"/>
                </a:lnTo>
                <a:lnTo>
                  <a:pt x="90129" y="795729"/>
                </a:lnTo>
                <a:lnTo>
                  <a:pt x="90503" y="784677"/>
                </a:lnTo>
                <a:lnTo>
                  <a:pt x="90811" y="773625"/>
                </a:lnTo>
                <a:lnTo>
                  <a:pt x="91039" y="762574"/>
                </a:lnTo>
                <a:lnTo>
                  <a:pt x="91182" y="751522"/>
                </a:lnTo>
                <a:lnTo>
                  <a:pt x="91236" y="740470"/>
                </a:lnTo>
                <a:lnTo>
                  <a:pt x="91204" y="729418"/>
                </a:lnTo>
                <a:lnTo>
                  <a:pt x="91089" y="718366"/>
                </a:lnTo>
                <a:lnTo>
                  <a:pt x="90897" y="707315"/>
                </a:lnTo>
                <a:lnTo>
                  <a:pt x="90638" y="696263"/>
                </a:lnTo>
                <a:lnTo>
                  <a:pt x="90321" y="685211"/>
                </a:lnTo>
                <a:lnTo>
                  <a:pt x="89961" y="674159"/>
                </a:lnTo>
                <a:lnTo>
                  <a:pt x="89572" y="663108"/>
                </a:lnTo>
                <a:lnTo>
                  <a:pt x="89171" y="652056"/>
                </a:lnTo>
                <a:lnTo>
                  <a:pt x="88776" y="641004"/>
                </a:lnTo>
                <a:lnTo>
                  <a:pt x="88407" y="629952"/>
                </a:lnTo>
                <a:lnTo>
                  <a:pt x="88080" y="618900"/>
                </a:lnTo>
                <a:lnTo>
                  <a:pt x="87812" y="607849"/>
                </a:lnTo>
                <a:lnTo>
                  <a:pt x="87615" y="596797"/>
                </a:lnTo>
                <a:lnTo>
                  <a:pt x="87497" y="585745"/>
                </a:lnTo>
                <a:lnTo>
                  <a:pt x="87460" y="574693"/>
                </a:lnTo>
                <a:lnTo>
                  <a:pt x="87500" y="563641"/>
                </a:lnTo>
                <a:lnTo>
                  <a:pt x="87610" y="552590"/>
                </a:lnTo>
                <a:lnTo>
                  <a:pt x="87779" y="541538"/>
                </a:lnTo>
                <a:lnTo>
                  <a:pt x="87993" y="530486"/>
                </a:lnTo>
                <a:lnTo>
                  <a:pt x="88239" y="519434"/>
                </a:lnTo>
                <a:lnTo>
                  <a:pt x="88505" y="508382"/>
                </a:lnTo>
                <a:lnTo>
                  <a:pt x="88781" y="497331"/>
                </a:lnTo>
                <a:lnTo>
                  <a:pt x="89059" y="486279"/>
                </a:lnTo>
                <a:lnTo>
                  <a:pt x="89334" y="475227"/>
                </a:lnTo>
                <a:lnTo>
                  <a:pt x="89605" y="464175"/>
                </a:lnTo>
                <a:lnTo>
                  <a:pt x="89868" y="453123"/>
                </a:lnTo>
                <a:lnTo>
                  <a:pt x="90125" y="442072"/>
                </a:lnTo>
                <a:lnTo>
                  <a:pt x="90373" y="431020"/>
                </a:lnTo>
                <a:lnTo>
                  <a:pt x="90610" y="419968"/>
                </a:lnTo>
                <a:lnTo>
                  <a:pt x="90834" y="408916"/>
                </a:lnTo>
                <a:lnTo>
                  <a:pt x="91041" y="397865"/>
                </a:lnTo>
                <a:lnTo>
                  <a:pt x="91227" y="386813"/>
                </a:lnTo>
                <a:lnTo>
                  <a:pt x="91387" y="375761"/>
                </a:lnTo>
                <a:lnTo>
                  <a:pt x="91519" y="364709"/>
                </a:lnTo>
                <a:lnTo>
                  <a:pt x="91622" y="353657"/>
                </a:lnTo>
                <a:lnTo>
                  <a:pt x="91695" y="342606"/>
                </a:lnTo>
                <a:lnTo>
                  <a:pt x="91741" y="331554"/>
                </a:lnTo>
                <a:lnTo>
                  <a:pt x="91763" y="320502"/>
                </a:lnTo>
                <a:lnTo>
                  <a:pt x="91767" y="309450"/>
                </a:lnTo>
                <a:lnTo>
                  <a:pt x="91756" y="298398"/>
                </a:lnTo>
                <a:lnTo>
                  <a:pt x="91734" y="287347"/>
                </a:lnTo>
                <a:lnTo>
                  <a:pt x="91702" y="276295"/>
                </a:lnTo>
                <a:lnTo>
                  <a:pt x="91655" y="265243"/>
                </a:lnTo>
                <a:lnTo>
                  <a:pt x="91585" y="254191"/>
                </a:lnTo>
                <a:lnTo>
                  <a:pt x="91472" y="243139"/>
                </a:lnTo>
                <a:lnTo>
                  <a:pt x="91287" y="232088"/>
                </a:lnTo>
                <a:lnTo>
                  <a:pt x="90987" y="221036"/>
                </a:lnTo>
                <a:lnTo>
                  <a:pt x="90513" y="209984"/>
                </a:lnTo>
                <a:lnTo>
                  <a:pt x="89792" y="198932"/>
                </a:lnTo>
                <a:lnTo>
                  <a:pt x="88731" y="187880"/>
                </a:lnTo>
                <a:lnTo>
                  <a:pt x="87224" y="176829"/>
                </a:lnTo>
                <a:lnTo>
                  <a:pt x="85152" y="165777"/>
                </a:lnTo>
                <a:lnTo>
                  <a:pt x="82394" y="154725"/>
                </a:lnTo>
                <a:lnTo>
                  <a:pt x="78840" y="143673"/>
                </a:lnTo>
                <a:lnTo>
                  <a:pt x="74398" y="132622"/>
                </a:lnTo>
                <a:lnTo>
                  <a:pt x="69019" y="121570"/>
                </a:lnTo>
                <a:lnTo>
                  <a:pt x="62707" y="110518"/>
                </a:lnTo>
                <a:lnTo>
                  <a:pt x="55542" y="99466"/>
                </a:lnTo>
                <a:lnTo>
                  <a:pt x="47683" y="88414"/>
                </a:lnTo>
                <a:lnTo>
                  <a:pt x="39375" y="77363"/>
                </a:lnTo>
                <a:lnTo>
                  <a:pt x="30945" y="66311"/>
                </a:lnTo>
                <a:lnTo>
                  <a:pt x="22781" y="55259"/>
                </a:lnTo>
                <a:lnTo>
                  <a:pt x="15307" y="44207"/>
                </a:lnTo>
                <a:lnTo>
                  <a:pt x="8948" y="33155"/>
                </a:lnTo>
                <a:lnTo>
                  <a:pt x="4089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0" y="22104"/>
                </a:lnTo>
                <a:lnTo>
                  <a:pt x="178491" y="33155"/>
                </a:lnTo>
                <a:lnTo>
                  <a:pt x="172131" y="44207"/>
                </a:lnTo>
                <a:lnTo>
                  <a:pt x="164657" y="55259"/>
                </a:lnTo>
                <a:lnTo>
                  <a:pt x="156493" y="66311"/>
                </a:lnTo>
                <a:lnTo>
                  <a:pt x="148063" y="77363"/>
                </a:lnTo>
                <a:lnTo>
                  <a:pt x="139756" y="88414"/>
                </a:lnTo>
                <a:lnTo>
                  <a:pt x="131896" y="99466"/>
                </a:lnTo>
                <a:lnTo>
                  <a:pt x="124731" y="110518"/>
                </a:lnTo>
                <a:lnTo>
                  <a:pt x="118420" y="121570"/>
                </a:lnTo>
                <a:lnTo>
                  <a:pt x="113040" y="132622"/>
                </a:lnTo>
                <a:lnTo>
                  <a:pt x="108599" y="143673"/>
                </a:lnTo>
                <a:lnTo>
                  <a:pt x="105044" y="154725"/>
                </a:lnTo>
                <a:lnTo>
                  <a:pt x="102287" y="165777"/>
                </a:lnTo>
                <a:lnTo>
                  <a:pt x="100215" y="176829"/>
                </a:lnTo>
                <a:lnTo>
                  <a:pt x="98707" y="187880"/>
                </a:lnTo>
                <a:lnTo>
                  <a:pt x="97646" y="198932"/>
                </a:lnTo>
                <a:lnTo>
                  <a:pt x="96925" y="209984"/>
                </a:lnTo>
                <a:lnTo>
                  <a:pt x="96452" y="221036"/>
                </a:lnTo>
                <a:lnTo>
                  <a:pt x="96152" y="232088"/>
                </a:lnTo>
                <a:lnTo>
                  <a:pt x="95966" y="243139"/>
                </a:lnTo>
                <a:lnTo>
                  <a:pt x="95853" y="254191"/>
                </a:lnTo>
                <a:lnTo>
                  <a:pt x="95783" y="265243"/>
                </a:lnTo>
                <a:lnTo>
                  <a:pt x="95737" y="276295"/>
                </a:lnTo>
                <a:lnTo>
                  <a:pt x="95705" y="287347"/>
                </a:lnTo>
                <a:lnTo>
                  <a:pt x="95683" y="298398"/>
                </a:lnTo>
                <a:lnTo>
                  <a:pt x="95672" y="309450"/>
                </a:lnTo>
                <a:lnTo>
                  <a:pt x="95675" y="320502"/>
                </a:lnTo>
                <a:lnTo>
                  <a:pt x="95698" y="331554"/>
                </a:lnTo>
                <a:lnTo>
                  <a:pt x="95743" y="342606"/>
                </a:lnTo>
                <a:lnTo>
                  <a:pt x="95817" y="353657"/>
                </a:lnTo>
                <a:lnTo>
                  <a:pt x="95919" y="364709"/>
                </a:lnTo>
                <a:lnTo>
                  <a:pt x="96051" y="375761"/>
                </a:lnTo>
                <a:lnTo>
                  <a:pt x="96212" y="386813"/>
                </a:lnTo>
                <a:lnTo>
                  <a:pt x="96397" y="397865"/>
                </a:lnTo>
                <a:lnTo>
                  <a:pt x="96604" y="408916"/>
                </a:lnTo>
                <a:lnTo>
                  <a:pt x="96828" y="419968"/>
                </a:lnTo>
                <a:lnTo>
                  <a:pt x="97066" y="431020"/>
                </a:lnTo>
                <a:lnTo>
                  <a:pt x="97314" y="442072"/>
                </a:lnTo>
                <a:lnTo>
                  <a:pt x="97570" y="453123"/>
                </a:lnTo>
                <a:lnTo>
                  <a:pt x="97834" y="464175"/>
                </a:lnTo>
                <a:lnTo>
                  <a:pt x="98104" y="475227"/>
                </a:lnTo>
                <a:lnTo>
                  <a:pt x="98380" y="486279"/>
                </a:lnTo>
                <a:lnTo>
                  <a:pt x="98658" y="497331"/>
                </a:lnTo>
                <a:lnTo>
                  <a:pt x="98933" y="508382"/>
                </a:lnTo>
                <a:lnTo>
                  <a:pt x="99199" y="519434"/>
                </a:lnTo>
                <a:lnTo>
                  <a:pt x="99446" y="530486"/>
                </a:lnTo>
                <a:lnTo>
                  <a:pt x="99660" y="541538"/>
                </a:lnTo>
                <a:lnTo>
                  <a:pt x="99828" y="552590"/>
                </a:lnTo>
                <a:lnTo>
                  <a:pt x="99938" y="563641"/>
                </a:lnTo>
                <a:lnTo>
                  <a:pt x="99978" y="574693"/>
                </a:lnTo>
                <a:lnTo>
                  <a:pt x="99941" y="585745"/>
                </a:lnTo>
                <a:lnTo>
                  <a:pt x="99823" y="596797"/>
                </a:lnTo>
                <a:lnTo>
                  <a:pt x="99626" y="607849"/>
                </a:lnTo>
                <a:lnTo>
                  <a:pt x="99358" y="618900"/>
                </a:lnTo>
                <a:lnTo>
                  <a:pt x="99032" y="629952"/>
                </a:lnTo>
                <a:lnTo>
                  <a:pt x="98662" y="641004"/>
                </a:lnTo>
                <a:lnTo>
                  <a:pt x="98267" y="652056"/>
                </a:lnTo>
                <a:lnTo>
                  <a:pt x="97866" y="663108"/>
                </a:lnTo>
                <a:lnTo>
                  <a:pt x="97477" y="674159"/>
                </a:lnTo>
                <a:lnTo>
                  <a:pt x="97117" y="685211"/>
                </a:lnTo>
                <a:lnTo>
                  <a:pt x="96801" y="696263"/>
                </a:lnTo>
                <a:lnTo>
                  <a:pt x="96542" y="707315"/>
                </a:lnTo>
                <a:lnTo>
                  <a:pt x="96350" y="718366"/>
                </a:lnTo>
                <a:lnTo>
                  <a:pt x="96234" y="729418"/>
                </a:lnTo>
                <a:lnTo>
                  <a:pt x="96202" y="740470"/>
                </a:lnTo>
                <a:lnTo>
                  <a:pt x="96256" y="751522"/>
                </a:lnTo>
                <a:lnTo>
                  <a:pt x="96399" y="762574"/>
                </a:lnTo>
                <a:lnTo>
                  <a:pt x="96628" y="773625"/>
                </a:lnTo>
                <a:lnTo>
                  <a:pt x="96935" y="784677"/>
                </a:lnTo>
                <a:lnTo>
                  <a:pt x="97309" y="795729"/>
                </a:lnTo>
                <a:lnTo>
                  <a:pt x="97732" y="806781"/>
                </a:lnTo>
                <a:lnTo>
                  <a:pt x="98181" y="817833"/>
                </a:lnTo>
                <a:lnTo>
                  <a:pt x="98630" y="828884"/>
                </a:lnTo>
                <a:lnTo>
                  <a:pt x="99049" y="839936"/>
                </a:lnTo>
                <a:lnTo>
                  <a:pt x="99409" y="850988"/>
                </a:lnTo>
                <a:lnTo>
                  <a:pt x="99682" y="862040"/>
                </a:lnTo>
                <a:lnTo>
                  <a:pt x="99848" y="873092"/>
                </a:lnTo>
                <a:lnTo>
                  <a:pt x="99890" y="884143"/>
                </a:lnTo>
                <a:lnTo>
                  <a:pt x="99804" y="895195"/>
                </a:lnTo>
                <a:lnTo>
                  <a:pt x="99593" y="906247"/>
                </a:lnTo>
                <a:lnTo>
                  <a:pt x="99267" y="917299"/>
                </a:lnTo>
                <a:lnTo>
                  <a:pt x="98847" y="928351"/>
                </a:lnTo>
                <a:lnTo>
                  <a:pt x="98358" y="939402"/>
                </a:lnTo>
                <a:lnTo>
                  <a:pt x="97827" y="950454"/>
                </a:lnTo>
                <a:lnTo>
                  <a:pt x="97282" y="961506"/>
                </a:lnTo>
                <a:lnTo>
                  <a:pt x="96750" y="972558"/>
                </a:lnTo>
                <a:lnTo>
                  <a:pt x="96253" y="983609"/>
                </a:lnTo>
                <a:lnTo>
                  <a:pt x="95810" y="994661"/>
                </a:lnTo>
                <a:lnTo>
                  <a:pt x="95432" y="1005713"/>
                </a:lnTo>
                <a:lnTo>
                  <a:pt x="95127" y="1016765"/>
                </a:lnTo>
                <a:lnTo>
                  <a:pt x="94899" y="1027817"/>
                </a:lnTo>
                <a:lnTo>
                  <a:pt x="94748" y="1038868"/>
                </a:lnTo>
                <a:lnTo>
                  <a:pt x="94669" y="1049920"/>
                </a:lnTo>
                <a:lnTo>
                  <a:pt x="94657" y="1060972"/>
                </a:lnTo>
                <a:lnTo>
                  <a:pt x="94704" y="1072024"/>
                </a:lnTo>
                <a:lnTo>
                  <a:pt x="94804" y="1083076"/>
                </a:lnTo>
                <a:lnTo>
                  <a:pt x="94945" y="1094127"/>
                </a:lnTo>
                <a:lnTo>
                  <a:pt x="95120" y="1105179"/>
                </a:lnTo>
                <a:lnTo>
                  <a:pt x="95317" y="1116231"/>
                </a:lnTo>
                <a:lnTo>
                  <a:pt x="95529" y="1127283"/>
                </a:lnTo>
                <a:lnTo>
                  <a:pt x="95745" y="1138335"/>
                </a:lnTo>
                <a:lnTo>
                  <a:pt x="95957" y="1149386"/>
                </a:lnTo>
                <a:lnTo>
                  <a:pt x="96160" y="1160438"/>
                </a:lnTo>
                <a:lnTo>
                  <a:pt x="96349" y="1171490"/>
                </a:lnTo>
                <a:lnTo>
                  <a:pt x="96520" y="1182542"/>
                </a:lnTo>
                <a:lnTo>
                  <a:pt x="96675" y="1193594"/>
                </a:lnTo>
                <a:lnTo>
                  <a:pt x="96812" y="1204645"/>
                </a:lnTo>
                <a:lnTo>
                  <a:pt x="96935" y="1215697"/>
                </a:lnTo>
                <a:lnTo>
                  <a:pt x="97046" y="1226749"/>
                </a:lnTo>
                <a:lnTo>
                  <a:pt x="97146" y="1237801"/>
                </a:lnTo>
                <a:lnTo>
                  <a:pt x="97237" y="1248853"/>
                </a:lnTo>
                <a:lnTo>
                  <a:pt x="97318" y="1259904"/>
                </a:lnTo>
                <a:lnTo>
                  <a:pt x="97389" y="1270956"/>
                </a:lnTo>
                <a:lnTo>
                  <a:pt x="97447" y="1282008"/>
                </a:lnTo>
                <a:lnTo>
                  <a:pt x="97489" y="1293060"/>
                </a:lnTo>
                <a:lnTo>
                  <a:pt x="97512" y="1304111"/>
                </a:lnTo>
                <a:lnTo>
                  <a:pt x="97514" y="1315163"/>
                </a:lnTo>
                <a:lnTo>
                  <a:pt x="97494" y="1326215"/>
                </a:lnTo>
                <a:lnTo>
                  <a:pt x="97451" y="1337267"/>
                </a:lnTo>
                <a:lnTo>
                  <a:pt x="97389" y="1348319"/>
                </a:lnTo>
                <a:lnTo>
                  <a:pt x="97309" y="1359370"/>
                </a:lnTo>
                <a:lnTo>
                  <a:pt x="97215" y="1370422"/>
                </a:lnTo>
                <a:lnTo>
                  <a:pt x="97112" y="1381474"/>
                </a:lnTo>
                <a:lnTo>
                  <a:pt x="97004" y="1392526"/>
                </a:lnTo>
                <a:lnTo>
                  <a:pt x="96895" y="1403578"/>
                </a:lnTo>
                <a:lnTo>
                  <a:pt x="96787" y="1414629"/>
                </a:lnTo>
                <a:lnTo>
                  <a:pt x="96684" y="1425681"/>
                </a:lnTo>
                <a:lnTo>
                  <a:pt x="96587" y="1436733"/>
                </a:lnTo>
                <a:lnTo>
                  <a:pt x="96497" y="1447785"/>
                </a:lnTo>
                <a:lnTo>
                  <a:pt x="96417" y="1458837"/>
                </a:lnTo>
                <a:lnTo>
                  <a:pt x="96349" y="1469888"/>
                </a:lnTo>
                <a:lnTo>
                  <a:pt x="96294" y="1480940"/>
                </a:lnTo>
                <a:lnTo>
                  <a:pt x="96258" y="1491992"/>
                </a:lnTo>
                <a:lnTo>
                  <a:pt x="96245" y="1503044"/>
                </a:lnTo>
                <a:lnTo>
                  <a:pt x="96261" y="1514096"/>
                </a:lnTo>
                <a:lnTo>
                  <a:pt x="96316" y="1525147"/>
                </a:lnTo>
                <a:lnTo>
                  <a:pt x="96424" y="1536199"/>
                </a:lnTo>
                <a:lnTo>
                  <a:pt x="96601" y="1547251"/>
                </a:lnTo>
                <a:lnTo>
                  <a:pt x="96871" y="1558303"/>
                </a:lnTo>
                <a:lnTo>
                  <a:pt x="97264" y="1569354"/>
                </a:lnTo>
                <a:lnTo>
                  <a:pt x="97817" y="1580406"/>
                </a:lnTo>
                <a:lnTo>
                  <a:pt x="98575" y="1591458"/>
                </a:lnTo>
                <a:lnTo>
                  <a:pt x="99585" y="1602510"/>
                </a:lnTo>
                <a:lnTo>
                  <a:pt x="100902" y="1613562"/>
                </a:lnTo>
                <a:lnTo>
                  <a:pt x="102572" y="1624613"/>
                </a:lnTo>
                <a:lnTo>
                  <a:pt x="104638" y="1635665"/>
                </a:lnTo>
                <a:lnTo>
                  <a:pt x="107121" y="1646717"/>
                </a:lnTo>
                <a:lnTo>
                  <a:pt x="110020" y="1657769"/>
                </a:lnTo>
                <a:lnTo>
                  <a:pt x="113302" y="1668821"/>
                </a:lnTo>
                <a:lnTo>
                  <a:pt x="116895" y="1679872"/>
                </a:lnTo>
                <a:lnTo>
                  <a:pt x="120689" y="1690924"/>
                </a:lnTo>
                <a:lnTo>
                  <a:pt x="124537" y="1701976"/>
                </a:lnTo>
                <a:lnTo>
                  <a:pt x="128263" y="1713028"/>
                </a:lnTo>
                <a:lnTo>
                  <a:pt x="131674" y="1724080"/>
                </a:lnTo>
                <a:lnTo>
                  <a:pt x="134576" y="1735131"/>
                </a:lnTo>
                <a:lnTo>
                  <a:pt x="136793" y="1746183"/>
                </a:lnTo>
                <a:lnTo>
                  <a:pt x="138185" y="1757235"/>
                </a:lnTo>
                <a:lnTo>
                  <a:pt x="138660" y="1768287"/>
                </a:lnTo>
                <a:lnTo>
                  <a:pt x="138660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4" name="data_3743">
            <a:extLst>
              <a:ext uri="{FF2B5EF4-FFF2-40B4-BE49-F238E27FC236}">
                <a16:creationId xmlns:a16="http://schemas.microsoft.com/office/drawing/2014/main" id="{5EA59863-E637-0DCB-3FB1-7A960023EFCC}"/>
              </a:ext>
            </a:extLst>
          </p:cNvPr>
          <p:cNvSpPr>
            <a:spLocks/>
          </p:cNvSpPr>
          <p:nvPr/>
        </p:nvSpPr>
        <p:spPr>
          <a:xfrm>
            <a:off x="857898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20098" y="1768287"/>
                </a:moveTo>
                <a:lnTo>
                  <a:pt x="67340" y="1768287"/>
                </a:lnTo>
                <a:lnTo>
                  <a:pt x="67590" y="1757235"/>
                </a:lnTo>
                <a:lnTo>
                  <a:pt x="68321" y="1746183"/>
                </a:lnTo>
                <a:lnTo>
                  <a:pt x="69488" y="1735131"/>
                </a:lnTo>
                <a:lnTo>
                  <a:pt x="71016" y="1724080"/>
                </a:lnTo>
                <a:lnTo>
                  <a:pt x="72813" y="1713028"/>
                </a:lnTo>
                <a:lnTo>
                  <a:pt x="74779" y="1701976"/>
                </a:lnTo>
                <a:lnTo>
                  <a:pt x="76813" y="1690924"/>
                </a:lnTo>
                <a:lnTo>
                  <a:pt x="78820" y="1679872"/>
                </a:lnTo>
                <a:lnTo>
                  <a:pt x="80724" y="1668821"/>
                </a:lnTo>
                <a:lnTo>
                  <a:pt x="82466" y="1657769"/>
                </a:lnTo>
                <a:lnTo>
                  <a:pt x="84007" y="1646717"/>
                </a:lnTo>
                <a:lnTo>
                  <a:pt x="85327" y="1635665"/>
                </a:lnTo>
                <a:lnTo>
                  <a:pt x="86427" y="1624613"/>
                </a:lnTo>
                <a:lnTo>
                  <a:pt x="87319" y="1613562"/>
                </a:lnTo>
                <a:lnTo>
                  <a:pt x="88026" y="1602510"/>
                </a:lnTo>
                <a:lnTo>
                  <a:pt x="88576" y="1591458"/>
                </a:lnTo>
                <a:lnTo>
                  <a:pt x="88999" y="1580406"/>
                </a:lnTo>
                <a:lnTo>
                  <a:pt x="89326" y="1569354"/>
                </a:lnTo>
                <a:lnTo>
                  <a:pt x="89584" y="1558303"/>
                </a:lnTo>
                <a:lnTo>
                  <a:pt x="89794" y="1547251"/>
                </a:lnTo>
                <a:lnTo>
                  <a:pt x="89976" y="1536199"/>
                </a:lnTo>
                <a:lnTo>
                  <a:pt x="90141" y="1525147"/>
                </a:lnTo>
                <a:lnTo>
                  <a:pt x="90296" y="1514096"/>
                </a:lnTo>
                <a:lnTo>
                  <a:pt x="90446" y="1503044"/>
                </a:lnTo>
                <a:lnTo>
                  <a:pt x="90589" y="1491992"/>
                </a:lnTo>
                <a:lnTo>
                  <a:pt x="90722" y="1480940"/>
                </a:lnTo>
                <a:lnTo>
                  <a:pt x="90841" y="1469888"/>
                </a:lnTo>
                <a:lnTo>
                  <a:pt x="90941" y="1458837"/>
                </a:lnTo>
                <a:lnTo>
                  <a:pt x="91018" y="1447785"/>
                </a:lnTo>
                <a:lnTo>
                  <a:pt x="91068" y="1436733"/>
                </a:lnTo>
                <a:lnTo>
                  <a:pt x="91090" y="1425681"/>
                </a:lnTo>
                <a:lnTo>
                  <a:pt x="91085" y="1414629"/>
                </a:lnTo>
                <a:lnTo>
                  <a:pt x="91060" y="1403578"/>
                </a:lnTo>
                <a:lnTo>
                  <a:pt x="91019" y="1392526"/>
                </a:lnTo>
                <a:lnTo>
                  <a:pt x="90971" y="1381474"/>
                </a:lnTo>
                <a:lnTo>
                  <a:pt x="90927" y="1370422"/>
                </a:lnTo>
                <a:lnTo>
                  <a:pt x="90896" y="1359370"/>
                </a:lnTo>
                <a:lnTo>
                  <a:pt x="90886" y="1348319"/>
                </a:lnTo>
                <a:lnTo>
                  <a:pt x="90902" y="1337267"/>
                </a:lnTo>
                <a:lnTo>
                  <a:pt x="90949" y="1326215"/>
                </a:lnTo>
                <a:lnTo>
                  <a:pt x="91027" y="1315163"/>
                </a:lnTo>
                <a:lnTo>
                  <a:pt x="91132" y="1304111"/>
                </a:lnTo>
                <a:lnTo>
                  <a:pt x="91259" y="1293060"/>
                </a:lnTo>
                <a:lnTo>
                  <a:pt x="91401" y="1282008"/>
                </a:lnTo>
                <a:lnTo>
                  <a:pt x="91550" y="1270956"/>
                </a:lnTo>
                <a:lnTo>
                  <a:pt x="91698" y="1259904"/>
                </a:lnTo>
                <a:lnTo>
                  <a:pt x="91837" y="1248853"/>
                </a:lnTo>
                <a:lnTo>
                  <a:pt x="91963" y="1237801"/>
                </a:lnTo>
                <a:lnTo>
                  <a:pt x="92070" y="1226749"/>
                </a:lnTo>
                <a:lnTo>
                  <a:pt x="92158" y="1215697"/>
                </a:lnTo>
                <a:lnTo>
                  <a:pt x="92227" y="1204645"/>
                </a:lnTo>
                <a:lnTo>
                  <a:pt x="92278" y="1193594"/>
                </a:lnTo>
                <a:lnTo>
                  <a:pt x="92313" y="1182542"/>
                </a:lnTo>
                <a:lnTo>
                  <a:pt x="92334" y="1171490"/>
                </a:lnTo>
                <a:lnTo>
                  <a:pt x="92343" y="1160438"/>
                </a:lnTo>
                <a:lnTo>
                  <a:pt x="92342" y="1149386"/>
                </a:lnTo>
                <a:lnTo>
                  <a:pt x="92333" y="1138335"/>
                </a:lnTo>
                <a:lnTo>
                  <a:pt x="92316" y="1127283"/>
                </a:lnTo>
                <a:lnTo>
                  <a:pt x="92292" y="1116231"/>
                </a:lnTo>
                <a:lnTo>
                  <a:pt x="92261" y="1105179"/>
                </a:lnTo>
                <a:lnTo>
                  <a:pt x="92222" y="1094127"/>
                </a:lnTo>
                <a:lnTo>
                  <a:pt x="92175" y="1083076"/>
                </a:lnTo>
                <a:lnTo>
                  <a:pt x="92120" y="1072024"/>
                </a:lnTo>
                <a:lnTo>
                  <a:pt x="92056" y="1060972"/>
                </a:lnTo>
                <a:lnTo>
                  <a:pt x="91982" y="1049920"/>
                </a:lnTo>
                <a:lnTo>
                  <a:pt x="91899" y="1038868"/>
                </a:lnTo>
                <a:lnTo>
                  <a:pt x="91804" y="1027817"/>
                </a:lnTo>
                <a:lnTo>
                  <a:pt x="91698" y="1016765"/>
                </a:lnTo>
                <a:lnTo>
                  <a:pt x="91580" y="1005713"/>
                </a:lnTo>
                <a:lnTo>
                  <a:pt x="91452" y="994661"/>
                </a:lnTo>
                <a:lnTo>
                  <a:pt x="91316" y="983609"/>
                </a:lnTo>
                <a:lnTo>
                  <a:pt x="91175" y="972558"/>
                </a:lnTo>
                <a:lnTo>
                  <a:pt x="91034" y="961506"/>
                </a:lnTo>
                <a:lnTo>
                  <a:pt x="90901" y="950454"/>
                </a:lnTo>
                <a:lnTo>
                  <a:pt x="90783" y="939402"/>
                </a:lnTo>
                <a:lnTo>
                  <a:pt x="90687" y="928351"/>
                </a:lnTo>
                <a:lnTo>
                  <a:pt x="90622" y="917299"/>
                </a:lnTo>
                <a:lnTo>
                  <a:pt x="90595" y="906247"/>
                </a:lnTo>
                <a:lnTo>
                  <a:pt x="90609" y="895195"/>
                </a:lnTo>
                <a:lnTo>
                  <a:pt x="90669" y="884143"/>
                </a:lnTo>
                <a:lnTo>
                  <a:pt x="90772" y="873092"/>
                </a:lnTo>
                <a:lnTo>
                  <a:pt x="90914" y="862040"/>
                </a:lnTo>
                <a:lnTo>
                  <a:pt x="91088" y="850988"/>
                </a:lnTo>
                <a:lnTo>
                  <a:pt x="91285" y="839936"/>
                </a:lnTo>
                <a:lnTo>
                  <a:pt x="91493" y="828884"/>
                </a:lnTo>
                <a:lnTo>
                  <a:pt x="91700" y="817833"/>
                </a:lnTo>
                <a:lnTo>
                  <a:pt x="91894" y="806781"/>
                </a:lnTo>
                <a:lnTo>
                  <a:pt x="92064" y="795729"/>
                </a:lnTo>
                <a:lnTo>
                  <a:pt x="92201" y="784677"/>
                </a:lnTo>
                <a:lnTo>
                  <a:pt x="92300" y="773625"/>
                </a:lnTo>
                <a:lnTo>
                  <a:pt x="92355" y="762574"/>
                </a:lnTo>
                <a:lnTo>
                  <a:pt x="92366" y="751522"/>
                </a:lnTo>
                <a:lnTo>
                  <a:pt x="92333" y="740470"/>
                </a:lnTo>
                <a:lnTo>
                  <a:pt x="92258" y="729418"/>
                </a:lnTo>
                <a:lnTo>
                  <a:pt x="92145" y="718366"/>
                </a:lnTo>
                <a:lnTo>
                  <a:pt x="92000" y="707315"/>
                </a:lnTo>
                <a:lnTo>
                  <a:pt x="91828" y="696263"/>
                </a:lnTo>
                <a:lnTo>
                  <a:pt x="91635" y="685211"/>
                </a:lnTo>
                <a:lnTo>
                  <a:pt x="91427" y="674159"/>
                </a:lnTo>
                <a:lnTo>
                  <a:pt x="91214" y="663108"/>
                </a:lnTo>
                <a:lnTo>
                  <a:pt x="91000" y="652056"/>
                </a:lnTo>
                <a:lnTo>
                  <a:pt x="90795" y="641004"/>
                </a:lnTo>
                <a:lnTo>
                  <a:pt x="90605" y="629952"/>
                </a:lnTo>
                <a:lnTo>
                  <a:pt x="90435" y="618900"/>
                </a:lnTo>
                <a:lnTo>
                  <a:pt x="90292" y="607849"/>
                </a:lnTo>
                <a:lnTo>
                  <a:pt x="90178" y="596797"/>
                </a:lnTo>
                <a:lnTo>
                  <a:pt x="90095" y="585745"/>
                </a:lnTo>
                <a:lnTo>
                  <a:pt x="90042" y="574693"/>
                </a:lnTo>
                <a:lnTo>
                  <a:pt x="90018" y="563641"/>
                </a:lnTo>
                <a:lnTo>
                  <a:pt x="90018" y="552590"/>
                </a:lnTo>
                <a:lnTo>
                  <a:pt x="90039" y="541538"/>
                </a:lnTo>
                <a:lnTo>
                  <a:pt x="90075" y="530486"/>
                </a:lnTo>
                <a:lnTo>
                  <a:pt x="90121" y="519434"/>
                </a:lnTo>
                <a:lnTo>
                  <a:pt x="90176" y="508382"/>
                </a:lnTo>
                <a:lnTo>
                  <a:pt x="90236" y="497331"/>
                </a:lnTo>
                <a:lnTo>
                  <a:pt x="90302" y="486279"/>
                </a:lnTo>
                <a:lnTo>
                  <a:pt x="90373" y="475227"/>
                </a:lnTo>
                <a:lnTo>
                  <a:pt x="90451" y="464175"/>
                </a:lnTo>
                <a:lnTo>
                  <a:pt x="90538" y="453123"/>
                </a:lnTo>
                <a:lnTo>
                  <a:pt x="90635" y="442072"/>
                </a:lnTo>
                <a:lnTo>
                  <a:pt x="90745" y="431020"/>
                </a:lnTo>
                <a:lnTo>
                  <a:pt x="90866" y="419968"/>
                </a:lnTo>
                <a:lnTo>
                  <a:pt x="90998" y="408916"/>
                </a:lnTo>
                <a:lnTo>
                  <a:pt x="91140" y="397865"/>
                </a:lnTo>
                <a:lnTo>
                  <a:pt x="91288" y="386813"/>
                </a:lnTo>
                <a:lnTo>
                  <a:pt x="91439" y="375761"/>
                </a:lnTo>
                <a:lnTo>
                  <a:pt x="91589" y="364709"/>
                </a:lnTo>
                <a:lnTo>
                  <a:pt x="91735" y="353657"/>
                </a:lnTo>
                <a:lnTo>
                  <a:pt x="91872" y="342606"/>
                </a:lnTo>
                <a:lnTo>
                  <a:pt x="91997" y="331554"/>
                </a:lnTo>
                <a:lnTo>
                  <a:pt x="92107" y="320502"/>
                </a:lnTo>
                <a:lnTo>
                  <a:pt x="92199" y="309450"/>
                </a:lnTo>
                <a:lnTo>
                  <a:pt x="92271" y="298398"/>
                </a:lnTo>
                <a:lnTo>
                  <a:pt x="92320" y="287347"/>
                </a:lnTo>
                <a:lnTo>
                  <a:pt x="92341" y="276295"/>
                </a:lnTo>
                <a:lnTo>
                  <a:pt x="92327" y="265243"/>
                </a:lnTo>
                <a:lnTo>
                  <a:pt x="92266" y="254191"/>
                </a:lnTo>
                <a:lnTo>
                  <a:pt x="92140" y="243139"/>
                </a:lnTo>
                <a:lnTo>
                  <a:pt x="91922" y="232088"/>
                </a:lnTo>
                <a:lnTo>
                  <a:pt x="91570" y="221036"/>
                </a:lnTo>
                <a:lnTo>
                  <a:pt x="91030" y="209984"/>
                </a:lnTo>
                <a:lnTo>
                  <a:pt x="90231" y="198932"/>
                </a:lnTo>
                <a:lnTo>
                  <a:pt x="89085" y="187880"/>
                </a:lnTo>
                <a:lnTo>
                  <a:pt x="87489" y="176829"/>
                </a:lnTo>
                <a:lnTo>
                  <a:pt x="85329" y="165777"/>
                </a:lnTo>
                <a:lnTo>
                  <a:pt x="82487" y="154725"/>
                </a:lnTo>
                <a:lnTo>
                  <a:pt x="78855" y="143673"/>
                </a:lnTo>
                <a:lnTo>
                  <a:pt x="74346" y="132622"/>
                </a:lnTo>
                <a:lnTo>
                  <a:pt x="68911" y="121570"/>
                </a:lnTo>
                <a:lnTo>
                  <a:pt x="62559" y="110518"/>
                </a:lnTo>
                <a:lnTo>
                  <a:pt x="55368" y="99466"/>
                </a:lnTo>
                <a:lnTo>
                  <a:pt x="47500" y="88414"/>
                </a:lnTo>
                <a:lnTo>
                  <a:pt x="39200" y="77363"/>
                </a:lnTo>
                <a:lnTo>
                  <a:pt x="30791" y="66311"/>
                </a:lnTo>
                <a:lnTo>
                  <a:pt x="22657" y="55259"/>
                </a:lnTo>
                <a:lnTo>
                  <a:pt x="15217" y="44207"/>
                </a:lnTo>
                <a:lnTo>
                  <a:pt x="8892" y="33155"/>
                </a:lnTo>
                <a:lnTo>
                  <a:pt x="4062" y="22104"/>
                </a:lnTo>
                <a:lnTo>
                  <a:pt x="1033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6" y="11052"/>
                </a:lnTo>
                <a:lnTo>
                  <a:pt x="183376" y="22104"/>
                </a:lnTo>
                <a:lnTo>
                  <a:pt x="178546" y="33155"/>
                </a:lnTo>
                <a:lnTo>
                  <a:pt x="172221" y="44207"/>
                </a:lnTo>
                <a:lnTo>
                  <a:pt x="164782" y="55259"/>
                </a:lnTo>
                <a:lnTo>
                  <a:pt x="156648" y="66311"/>
                </a:lnTo>
                <a:lnTo>
                  <a:pt x="148238" y="77363"/>
                </a:lnTo>
                <a:lnTo>
                  <a:pt x="139938" y="88414"/>
                </a:lnTo>
                <a:lnTo>
                  <a:pt x="132070" y="99466"/>
                </a:lnTo>
                <a:lnTo>
                  <a:pt x="124880" y="110518"/>
                </a:lnTo>
                <a:lnTo>
                  <a:pt x="118528" y="121570"/>
                </a:lnTo>
                <a:lnTo>
                  <a:pt x="113093" y="132622"/>
                </a:lnTo>
                <a:lnTo>
                  <a:pt x="108583" y="143673"/>
                </a:lnTo>
                <a:lnTo>
                  <a:pt x="104951" y="154725"/>
                </a:lnTo>
                <a:lnTo>
                  <a:pt x="102109" y="165777"/>
                </a:lnTo>
                <a:lnTo>
                  <a:pt x="99949" y="176829"/>
                </a:lnTo>
                <a:lnTo>
                  <a:pt x="98353" y="187880"/>
                </a:lnTo>
                <a:lnTo>
                  <a:pt x="97207" y="198932"/>
                </a:lnTo>
                <a:lnTo>
                  <a:pt x="96408" y="209984"/>
                </a:lnTo>
                <a:lnTo>
                  <a:pt x="95869" y="221036"/>
                </a:lnTo>
                <a:lnTo>
                  <a:pt x="95517" y="232088"/>
                </a:lnTo>
                <a:lnTo>
                  <a:pt x="95298" y="243139"/>
                </a:lnTo>
                <a:lnTo>
                  <a:pt x="95172" y="254191"/>
                </a:lnTo>
                <a:lnTo>
                  <a:pt x="95112" y="265243"/>
                </a:lnTo>
                <a:lnTo>
                  <a:pt x="95098" y="276295"/>
                </a:lnTo>
                <a:lnTo>
                  <a:pt x="95119" y="287347"/>
                </a:lnTo>
                <a:lnTo>
                  <a:pt x="95167" y="298398"/>
                </a:lnTo>
                <a:lnTo>
                  <a:pt x="95239" y="309450"/>
                </a:lnTo>
                <a:lnTo>
                  <a:pt x="95331" y="320502"/>
                </a:lnTo>
                <a:lnTo>
                  <a:pt x="95441" y="331554"/>
                </a:lnTo>
                <a:lnTo>
                  <a:pt x="95566" y="342606"/>
                </a:lnTo>
                <a:lnTo>
                  <a:pt x="95703" y="353657"/>
                </a:lnTo>
                <a:lnTo>
                  <a:pt x="95849" y="364709"/>
                </a:lnTo>
                <a:lnTo>
                  <a:pt x="95999" y="375761"/>
                </a:lnTo>
                <a:lnTo>
                  <a:pt x="96151" y="386813"/>
                </a:lnTo>
                <a:lnTo>
                  <a:pt x="96299" y="397865"/>
                </a:lnTo>
                <a:lnTo>
                  <a:pt x="96440" y="408916"/>
                </a:lnTo>
                <a:lnTo>
                  <a:pt x="96573" y="419968"/>
                </a:lnTo>
                <a:lnTo>
                  <a:pt x="96694" y="431020"/>
                </a:lnTo>
                <a:lnTo>
                  <a:pt x="96803" y="442072"/>
                </a:lnTo>
                <a:lnTo>
                  <a:pt x="96900" y="453123"/>
                </a:lnTo>
                <a:lnTo>
                  <a:pt x="96987" y="464175"/>
                </a:lnTo>
                <a:lnTo>
                  <a:pt x="97066" y="475227"/>
                </a:lnTo>
                <a:lnTo>
                  <a:pt x="97137" y="486279"/>
                </a:lnTo>
                <a:lnTo>
                  <a:pt x="97202" y="497331"/>
                </a:lnTo>
                <a:lnTo>
                  <a:pt x="97262" y="508382"/>
                </a:lnTo>
                <a:lnTo>
                  <a:pt x="97317" y="519434"/>
                </a:lnTo>
                <a:lnTo>
                  <a:pt x="97364" y="530486"/>
                </a:lnTo>
                <a:lnTo>
                  <a:pt x="97399" y="541538"/>
                </a:lnTo>
                <a:lnTo>
                  <a:pt x="97420" y="552590"/>
                </a:lnTo>
                <a:lnTo>
                  <a:pt x="97420" y="563641"/>
                </a:lnTo>
                <a:lnTo>
                  <a:pt x="97396" y="574693"/>
                </a:lnTo>
                <a:lnTo>
                  <a:pt x="97344" y="585745"/>
                </a:lnTo>
                <a:lnTo>
                  <a:pt x="97260" y="596797"/>
                </a:lnTo>
                <a:lnTo>
                  <a:pt x="97147" y="607849"/>
                </a:lnTo>
                <a:lnTo>
                  <a:pt x="97003" y="618900"/>
                </a:lnTo>
                <a:lnTo>
                  <a:pt x="96834" y="629952"/>
                </a:lnTo>
                <a:lnTo>
                  <a:pt x="96643" y="641004"/>
                </a:lnTo>
                <a:lnTo>
                  <a:pt x="96438" y="652056"/>
                </a:lnTo>
                <a:lnTo>
                  <a:pt x="96225" y="663108"/>
                </a:lnTo>
                <a:lnTo>
                  <a:pt x="96011" y="674159"/>
                </a:lnTo>
                <a:lnTo>
                  <a:pt x="95804" y="685211"/>
                </a:lnTo>
                <a:lnTo>
                  <a:pt x="95611" y="696263"/>
                </a:lnTo>
                <a:lnTo>
                  <a:pt x="95438" y="707315"/>
                </a:lnTo>
                <a:lnTo>
                  <a:pt x="95293" y="718366"/>
                </a:lnTo>
                <a:lnTo>
                  <a:pt x="95181" y="729418"/>
                </a:lnTo>
                <a:lnTo>
                  <a:pt x="95106" y="740470"/>
                </a:lnTo>
                <a:lnTo>
                  <a:pt x="95072" y="751522"/>
                </a:lnTo>
                <a:lnTo>
                  <a:pt x="95083" y="762574"/>
                </a:lnTo>
                <a:lnTo>
                  <a:pt x="95139" y="773625"/>
                </a:lnTo>
                <a:lnTo>
                  <a:pt x="95237" y="784677"/>
                </a:lnTo>
                <a:lnTo>
                  <a:pt x="95375" y="795729"/>
                </a:lnTo>
                <a:lnTo>
                  <a:pt x="95545" y="806781"/>
                </a:lnTo>
                <a:lnTo>
                  <a:pt x="95738" y="817833"/>
                </a:lnTo>
                <a:lnTo>
                  <a:pt x="95945" y="828884"/>
                </a:lnTo>
                <a:lnTo>
                  <a:pt x="96153" y="839936"/>
                </a:lnTo>
                <a:lnTo>
                  <a:pt x="96350" y="850988"/>
                </a:lnTo>
                <a:lnTo>
                  <a:pt x="96524" y="862040"/>
                </a:lnTo>
                <a:lnTo>
                  <a:pt x="96667" y="873092"/>
                </a:lnTo>
                <a:lnTo>
                  <a:pt x="96770" y="884143"/>
                </a:lnTo>
                <a:lnTo>
                  <a:pt x="96829" y="895195"/>
                </a:lnTo>
                <a:lnTo>
                  <a:pt x="96844" y="906247"/>
                </a:lnTo>
                <a:lnTo>
                  <a:pt x="96816" y="917299"/>
                </a:lnTo>
                <a:lnTo>
                  <a:pt x="96751" y="928351"/>
                </a:lnTo>
                <a:lnTo>
                  <a:pt x="96656" y="939402"/>
                </a:lnTo>
                <a:lnTo>
                  <a:pt x="96537" y="950454"/>
                </a:lnTo>
                <a:lnTo>
                  <a:pt x="96404" y="961506"/>
                </a:lnTo>
                <a:lnTo>
                  <a:pt x="96264" y="972558"/>
                </a:lnTo>
                <a:lnTo>
                  <a:pt x="96123" y="983609"/>
                </a:lnTo>
                <a:lnTo>
                  <a:pt x="95987" y="994661"/>
                </a:lnTo>
                <a:lnTo>
                  <a:pt x="95858" y="1005713"/>
                </a:lnTo>
                <a:lnTo>
                  <a:pt x="95741" y="1016765"/>
                </a:lnTo>
                <a:lnTo>
                  <a:pt x="95635" y="1027817"/>
                </a:lnTo>
                <a:lnTo>
                  <a:pt x="95540" y="1038868"/>
                </a:lnTo>
                <a:lnTo>
                  <a:pt x="95456" y="1049920"/>
                </a:lnTo>
                <a:lnTo>
                  <a:pt x="95383" y="1060972"/>
                </a:lnTo>
                <a:lnTo>
                  <a:pt x="95319" y="1072024"/>
                </a:lnTo>
                <a:lnTo>
                  <a:pt x="95264" y="1083076"/>
                </a:lnTo>
                <a:lnTo>
                  <a:pt x="95217" y="1094127"/>
                </a:lnTo>
                <a:lnTo>
                  <a:pt x="95178" y="1105179"/>
                </a:lnTo>
                <a:lnTo>
                  <a:pt x="95146" y="1116231"/>
                </a:lnTo>
                <a:lnTo>
                  <a:pt x="95122" y="1127283"/>
                </a:lnTo>
                <a:lnTo>
                  <a:pt x="95105" y="1138335"/>
                </a:lnTo>
                <a:lnTo>
                  <a:pt x="95096" y="1149386"/>
                </a:lnTo>
                <a:lnTo>
                  <a:pt x="95096" y="1160438"/>
                </a:lnTo>
                <a:lnTo>
                  <a:pt x="95105" y="1171490"/>
                </a:lnTo>
                <a:lnTo>
                  <a:pt x="95126" y="1182542"/>
                </a:lnTo>
                <a:lnTo>
                  <a:pt x="95160" y="1193594"/>
                </a:lnTo>
                <a:lnTo>
                  <a:pt x="95211" y="1204645"/>
                </a:lnTo>
                <a:lnTo>
                  <a:pt x="95280" y="1215697"/>
                </a:lnTo>
                <a:lnTo>
                  <a:pt x="95368" y="1226749"/>
                </a:lnTo>
                <a:lnTo>
                  <a:pt x="95476" y="1237801"/>
                </a:lnTo>
                <a:lnTo>
                  <a:pt x="95601" y="1248853"/>
                </a:lnTo>
                <a:lnTo>
                  <a:pt x="95740" y="1259904"/>
                </a:lnTo>
                <a:lnTo>
                  <a:pt x="95888" y="1270956"/>
                </a:lnTo>
                <a:lnTo>
                  <a:pt x="96037" y="1282008"/>
                </a:lnTo>
                <a:lnTo>
                  <a:pt x="96179" y="1293060"/>
                </a:lnTo>
                <a:lnTo>
                  <a:pt x="96307" y="1304111"/>
                </a:lnTo>
                <a:lnTo>
                  <a:pt x="96412" y="1315163"/>
                </a:lnTo>
                <a:lnTo>
                  <a:pt x="96489" y="1326215"/>
                </a:lnTo>
                <a:lnTo>
                  <a:pt x="96536" y="1337267"/>
                </a:lnTo>
                <a:lnTo>
                  <a:pt x="96553" y="1348319"/>
                </a:lnTo>
                <a:lnTo>
                  <a:pt x="96542" y="1359370"/>
                </a:lnTo>
                <a:lnTo>
                  <a:pt x="96511" y="1370422"/>
                </a:lnTo>
                <a:lnTo>
                  <a:pt x="96467" y="1381474"/>
                </a:lnTo>
                <a:lnTo>
                  <a:pt x="96420" y="1392526"/>
                </a:lnTo>
                <a:lnTo>
                  <a:pt x="96379" y="1403578"/>
                </a:lnTo>
                <a:lnTo>
                  <a:pt x="96353" y="1414629"/>
                </a:lnTo>
                <a:lnTo>
                  <a:pt x="96349" y="1425681"/>
                </a:lnTo>
                <a:lnTo>
                  <a:pt x="96371" y="1436733"/>
                </a:lnTo>
                <a:lnTo>
                  <a:pt x="96421" y="1447785"/>
                </a:lnTo>
                <a:lnTo>
                  <a:pt x="96497" y="1458837"/>
                </a:lnTo>
                <a:lnTo>
                  <a:pt x="96597" y="1469888"/>
                </a:lnTo>
                <a:lnTo>
                  <a:pt x="96716" y="1480940"/>
                </a:lnTo>
                <a:lnTo>
                  <a:pt x="96850" y="1491992"/>
                </a:lnTo>
                <a:lnTo>
                  <a:pt x="96993" y="1503044"/>
                </a:lnTo>
                <a:lnTo>
                  <a:pt x="97142" y="1514096"/>
                </a:lnTo>
                <a:lnTo>
                  <a:pt x="97298" y="1525147"/>
                </a:lnTo>
                <a:lnTo>
                  <a:pt x="97462" y="1536199"/>
                </a:lnTo>
                <a:lnTo>
                  <a:pt x="97644" y="1547251"/>
                </a:lnTo>
                <a:lnTo>
                  <a:pt x="97855" y="1558303"/>
                </a:lnTo>
                <a:lnTo>
                  <a:pt x="98112" y="1569354"/>
                </a:lnTo>
                <a:lnTo>
                  <a:pt x="98439" y="1580406"/>
                </a:lnTo>
                <a:lnTo>
                  <a:pt x="98863" y="1591458"/>
                </a:lnTo>
                <a:lnTo>
                  <a:pt x="99412" y="1602510"/>
                </a:lnTo>
                <a:lnTo>
                  <a:pt x="100119" y="1613562"/>
                </a:lnTo>
                <a:lnTo>
                  <a:pt x="101011" y="1624613"/>
                </a:lnTo>
                <a:lnTo>
                  <a:pt x="102111" y="1635665"/>
                </a:lnTo>
                <a:lnTo>
                  <a:pt x="103432" y="1646717"/>
                </a:lnTo>
                <a:lnTo>
                  <a:pt x="104972" y="1657769"/>
                </a:lnTo>
                <a:lnTo>
                  <a:pt x="106714" y="1668821"/>
                </a:lnTo>
                <a:lnTo>
                  <a:pt x="108618" y="1679872"/>
                </a:lnTo>
                <a:lnTo>
                  <a:pt x="110626" y="1690924"/>
                </a:lnTo>
                <a:lnTo>
                  <a:pt x="112659" y="1701976"/>
                </a:lnTo>
                <a:lnTo>
                  <a:pt x="114625" y="1713028"/>
                </a:lnTo>
                <a:lnTo>
                  <a:pt x="116423" y="1724080"/>
                </a:lnTo>
                <a:lnTo>
                  <a:pt x="117951" y="1735131"/>
                </a:lnTo>
                <a:lnTo>
                  <a:pt x="119117" y="1746183"/>
                </a:lnTo>
                <a:lnTo>
                  <a:pt x="119849" y="1757235"/>
                </a:lnTo>
                <a:lnTo>
                  <a:pt x="120098" y="1768287"/>
                </a:lnTo>
                <a:lnTo>
                  <a:pt x="120098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5" name="data_3744">
            <a:extLst>
              <a:ext uri="{FF2B5EF4-FFF2-40B4-BE49-F238E27FC236}">
                <a16:creationId xmlns:a16="http://schemas.microsoft.com/office/drawing/2014/main" id="{66FA8B48-677F-79C0-9044-3FD8A895CDBC}"/>
              </a:ext>
            </a:extLst>
          </p:cNvPr>
          <p:cNvSpPr>
            <a:spLocks/>
          </p:cNvSpPr>
          <p:nvPr/>
        </p:nvSpPr>
        <p:spPr>
          <a:xfrm>
            <a:off x="716430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3745">
            <a:extLst>
              <a:ext uri="{FF2B5EF4-FFF2-40B4-BE49-F238E27FC236}">
                <a16:creationId xmlns:a16="http://schemas.microsoft.com/office/drawing/2014/main" id="{A2921CF4-446A-4E71-7108-20F658965547}"/>
              </a:ext>
            </a:extLst>
          </p:cNvPr>
          <p:cNvSpPr>
            <a:spLocks/>
          </p:cNvSpPr>
          <p:nvPr/>
        </p:nvSpPr>
        <p:spPr>
          <a:xfrm>
            <a:off x="7131535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3746">
            <a:extLst>
              <a:ext uri="{FF2B5EF4-FFF2-40B4-BE49-F238E27FC236}">
                <a16:creationId xmlns:a16="http://schemas.microsoft.com/office/drawing/2014/main" id="{AE931782-DA30-15E3-49F8-14CB0CEE72F1}"/>
              </a:ext>
            </a:extLst>
          </p:cNvPr>
          <p:cNvSpPr>
            <a:spLocks/>
          </p:cNvSpPr>
          <p:nvPr/>
        </p:nvSpPr>
        <p:spPr>
          <a:xfrm>
            <a:off x="705369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3747">
            <a:extLst>
              <a:ext uri="{FF2B5EF4-FFF2-40B4-BE49-F238E27FC236}">
                <a16:creationId xmlns:a16="http://schemas.microsoft.com/office/drawing/2014/main" id="{CEB24E6A-1F7C-DADC-4F95-8363C2B558B3}"/>
              </a:ext>
            </a:extLst>
          </p:cNvPr>
          <p:cNvSpPr>
            <a:spLocks/>
          </p:cNvSpPr>
          <p:nvPr/>
        </p:nvSpPr>
        <p:spPr>
          <a:xfrm>
            <a:off x="7088655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3748">
            <a:extLst>
              <a:ext uri="{FF2B5EF4-FFF2-40B4-BE49-F238E27FC236}">
                <a16:creationId xmlns:a16="http://schemas.microsoft.com/office/drawing/2014/main" id="{1E23329C-C812-4658-6C74-F1D8FA395AA6}"/>
              </a:ext>
            </a:extLst>
          </p:cNvPr>
          <p:cNvSpPr>
            <a:spLocks/>
          </p:cNvSpPr>
          <p:nvPr/>
        </p:nvSpPr>
        <p:spPr>
          <a:xfrm>
            <a:off x="7080858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3749">
            <a:extLst>
              <a:ext uri="{FF2B5EF4-FFF2-40B4-BE49-F238E27FC236}">
                <a16:creationId xmlns:a16="http://schemas.microsoft.com/office/drawing/2014/main" id="{499E5F34-6728-E8F4-5070-A0149AA76C6C}"/>
              </a:ext>
            </a:extLst>
          </p:cNvPr>
          <p:cNvSpPr>
            <a:spLocks/>
          </p:cNvSpPr>
          <p:nvPr/>
        </p:nvSpPr>
        <p:spPr>
          <a:xfrm>
            <a:off x="7073855" y="51355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3750">
            <a:extLst>
              <a:ext uri="{FF2B5EF4-FFF2-40B4-BE49-F238E27FC236}">
                <a16:creationId xmlns:a16="http://schemas.microsoft.com/office/drawing/2014/main" id="{CA136B69-564D-7BD2-25CB-52CCDE101996}"/>
              </a:ext>
            </a:extLst>
          </p:cNvPr>
          <p:cNvSpPr>
            <a:spLocks/>
          </p:cNvSpPr>
          <p:nvPr/>
        </p:nvSpPr>
        <p:spPr>
          <a:xfrm>
            <a:off x="7119661" y="59235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3751">
            <a:extLst>
              <a:ext uri="{FF2B5EF4-FFF2-40B4-BE49-F238E27FC236}">
                <a16:creationId xmlns:a16="http://schemas.microsoft.com/office/drawing/2014/main" id="{22C5DD77-F5F2-394B-929C-F8502C1FEDC1}"/>
              </a:ext>
            </a:extLst>
          </p:cNvPr>
          <p:cNvSpPr>
            <a:spLocks/>
          </p:cNvSpPr>
          <p:nvPr/>
        </p:nvSpPr>
        <p:spPr>
          <a:xfrm>
            <a:off x="7083278" y="56398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3752">
            <a:extLst>
              <a:ext uri="{FF2B5EF4-FFF2-40B4-BE49-F238E27FC236}">
                <a16:creationId xmlns:a16="http://schemas.microsoft.com/office/drawing/2014/main" id="{1A54B9BC-2585-EF7C-4A1F-7272DA225BC1}"/>
              </a:ext>
            </a:extLst>
          </p:cNvPr>
          <p:cNvSpPr>
            <a:spLocks/>
          </p:cNvSpPr>
          <p:nvPr/>
        </p:nvSpPr>
        <p:spPr>
          <a:xfrm>
            <a:off x="7152369" y="61715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3753">
            <a:extLst>
              <a:ext uri="{FF2B5EF4-FFF2-40B4-BE49-F238E27FC236}">
                <a16:creationId xmlns:a16="http://schemas.microsoft.com/office/drawing/2014/main" id="{155C995F-B323-16E3-1EF3-576749E09004}"/>
              </a:ext>
            </a:extLst>
          </p:cNvPr>
          <p:cNvSpPr>
            <a:spLocks/>
          </p:cNvSpPr>
          <p:nvPr/>
        </p:nvSpPr>
        <p:spPr>
          <a:xfrm>
            <a:off x="7103746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3754">
            <a:extLst>
              <a:ext uri="{FF2B5EF4-FFF2-40B4-BE49-F238E27FC236}">
                <a16:creationId xmlns:a16="http://schemas.microsoft.com/office/drawing/2014/main" id="{C0077355-42D4-AB99-3D1F-88FC8BED4AF7}"/>
              </a:ext>
            </a:extLst>
          </p:cNvPr>
          <p:cNvSpPr>
            <a:spLocks/>
          </p:cNvSpPr>
          <p:nvPr/>
        </p:nvSpPr>
        <p:spPr>
          <a:xfrm>
            <a:off x="7083058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3755">
            <a:extLst>
              <a:ext uri="{FF2B5EF4-FFF2-40B4-BE49-F238E27FC236}">
                <a16:creationId xmlns:a16="http://schemas.microsoft.com/office/drawing/2014/main" id="{B8874427-0CBD-B37C-0122-D4A701683D1E}"/>
              </a:ext>
            </a:extLst>
          </p:cNvPr>
          <p:cNvSpPr>
            <a:spLocks/>
          </p:cNvSpPr>
          <p:nvPr/>
        </p:nvSpPr>
        <p:spPr>
          <a:xfrm>
            <a:off x="7156098" y="55173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3756">
            <a:extLst>
              <a:ext uri="{FF2B5EF4-FFF2-40B4-BE49-F238E27FC236}">
                <a16:creationId xmlns:a16="http://schemas.microsoft.com/office/drawing/2014/main" id="{3E6D74FF-202B-67FB-3298-64D4EAD88205}"/>
              </a:ext>
            </a:extLst>
          </p:cNvPr>
          <p:cNvSpPr>
            <a:spLocks/>
          </p:cNvSpPr>
          <p:nvPr/>
        </p:nvSpPr>
        <p:spPr>
          <a:xfrm>
            <a:off x="7146494" y="6218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3757">
            <a:extLst>
              <a:ext uri="{FF2B5EF4-FFF2-40B4-BE49-F238E27FC236}">
                <a16:creationId xmlns:a16="http://schemas.microsoft.com/office/drawing/2014/main" id="{FCDA5C73-3594-155E-1071-5857073033D1}"/>
              </a:ext>
            </a:extLst>
          </p:cNvPr>
          <p:cNvSpPr>
            <a:spLocks/>
          </p:cNvSpPr>
          <p:nvPr/>
        </p:nvSpPr>
        <p:spPr>
          <a:xfrm>
            <a:off x="716270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3758">
            <a:extLst>
              <a:ext uri="{FF2B5EF4-FFF2-40B4-BE49-F238E27FC236}">
                <a16:creationId xmlns:a16="http://schemas.microsoft.com/office/drawing/2014/main" id="{EEFD5011-95D4-87DF-620A-40A3558B4D9C}"/>
              </a:ext>
            </a:extLst>
          </p:cNvPr>
          <p:cNvSpPr>
            <a:spLocks/>
          </p:cNvSpPr>
          <p:nvPr/>
        </p:nvSpPr>
        <p:spPr>
          <a:xfrm>
            <a:off x="709545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3759">
            <a:extLst>
              <a:ext uri="{FF2B5EF4-FFF2-40B4-BE49-F238E27FC236}">
                <a16:creationId xmlns:a16="http://schemas.microsoft.com/office/drawing/2014/main" id="{1ED4CD96-D150-DD54-6ACF-184E62AD38E3}"/>
              </a:ext>
            </a:extLst>
          </p:cNvPr>
          <p:cNvSpPr>
            <a:spLocks/>
          </p:cNvSpPr>
          <p:nvPr/>
        </p:nvSpPr>
        <p:spPr>
          <a:xfrm>
            <a:off x="713320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3760">
            <a:extLst>
              <a:ext uri="{FF2B5EF4-FFF2-40B4-BE49-F238E27FC236}">
                <a16:creationId xmlns:a16="http://schemas.microsoft.com/office/drawing/2014/main" id="{12EB9DCE-219E-52F2-D47F-45989861507A}"/>
              </a:ext>
            </a:extLst>
          </p:cNvPr>
          <p:cNvSpPr>
            <a:spLocks/>
          </p:cNvSpPr>
          <p:nvPr/>
        </p:nvSpPr>
        <p:spPr>
          <a:xfrm>
            <a:off x="7083564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3761">
            <a:extLst>
              <a:ext uri="{FF2B5EF4-FFF2-40B4-BE49-F238E27FC236}">
                <a16:creationId xmlns:a16="http://schemas.microsoft.com/office/drawing/2014/main" id="{B656884A-0EA7-B0B1-23C3-330FD028DF86}"/>
              </a:ext>
            </a:extLst>
          </p:cNvPr>
          <p:cNvSpPr>
            <a:spLocks/>
          </p:cNvSpPr>
          <p:nvPr/>
        </p:nvSpPr>
        <p:spPr>
          <a:xfrm>
            <a:off x="7170433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3762">
            <a:extLst>
              <a:ext uri="{FF2B5EF4-FFF2-40B4-BE49-F238E27FC236}">
                <a16:creationId xmlns:a16="http://schemas.microsoft.com/office/drawing/2014/main" id="{5451DE32-D044-5424-1ECD-B5EB993F3EA2}"/>
              </a:ext>
            </a:extLst>
          </p:cNvPr>
          <p:cNvSpPr>
            <a:spLocks/>
          </p:cNvSpPr>
          <p:nvPr/>
        </p:nvSpPr>
        <p:spPr>
          <a:xfrm>
            <a:off x="7138053" y="59484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3763">
            <a:extLst>
              <a:ext uri="{FF2B5EF4-FFF2-40B4-BE49-F238E27FC236}">
                <a16:creationId xmlns:a16="http://schemas.microsoft.com/office/drawing/2014/main" id="{380D1FC5-6FF3-47F6-0DE7-6A911F679BC3}"/>
              </a:ext>
            </a:extLst>
          </p:cNvPr>
          <p:cNvSpPr>
            <a:spLocks/>
          </p:cNvSpPr>
          <p:nvPr/>
        </p:nvSpPr>
        <p:spPr>
          <a:xfrm>
            <a:off x="71703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3764">
            <a:extLst>
              <a:ext uri="{FF2B5EF4-FFF2-40B4-BE49-F238E27FC236}">
                <a16:creationId xmlns:a16="http://schemas.microsoft.com/office/drawing/2014/main" id="{E6C93731-4A5B-BD4E-B7DB-2C6F2C3426A2}"/>
              </a:ext>
            </a:extLst>
          </p:cNvPr>
          <p:cNvSpPr>
            <a:spLocks/>
          </p:cNvSpPr>
          <p:nvPr/>
        </p:nvSpPr>
        <p:spPr>
          <a:xfrm>
            <a:off x="706434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3765">
            <a:extLst>
              <a:ext uri="{FF2B5EF4-FFF2-40B4-BE49-F238E27FC236}">
                <a16:creationId xmlns:a16="http://schemas.microsoft.com/office/drawing/2014/main" id="{243F1F16-9F4F-049E-6186-B7DF29FCE0D8}"/>
              </a:ext>
            </a:extLst>
          </p:cNvPr>
          <p:cNvSpPr>
            <a:spLocks/>
          </p:cNvSpPr>
          <p:nvPr/>
        </p:nvSpPr>
        <p:spPr>
          <a:xfrm>
            <a:off x="70758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3766">
            <a:extLst>
              <a:ext uri="{FF2B5EF4-FFF2-40B4-BE49-F238E27FC236}">
                <a16:creationId xmlns:a16="http://schemas.microsoft.com/office/drawing/2014/main" id="{8F776B7B-38E7-9B7B-30AF-60BF838AE571}"/>
              </a:ext>
            </a:extLst>
          </p:cNvPr>
          <p:cNvSpPr>
            <a:spLocks/>
          </p:cNvSpPr>
          <p:nvPr/>
        </p:nvSpPr>
        <p:spPr>
          <a:xfrm>
            <a:off x="713262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3767">
            <a:extLst>
              <a:ext uri="{FF2B5EF4-FFF2-40B4-BE49-F238E27FC236}">
                <a16:creationId xmlns:a16="http://schemas.microsoft.com/office/drawing/2014/main" id="{A1516892-3A54-FA58-97FF-E668CAED749C}"/>
              </a:ext>
            </a:extLst>
          </p:cNvPr>
          <p:cNvSpPr>
            <a:spLocks/>
          </p:cNvSpPr>
          <p:nvPr/>
        </p:nvSpPr>
        <p:spPr>
          <a:xfrm>
            <a:off x="7092191" y="50289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3768">
            <a:extLst>
              <a:ext uri="{FF2B5EF4-FFF2-40B4-BE49-F238E27FC236}">
                <a16:creationId xmlns:a16="http://schemas.microsoft.com/office/drawing/2014/main" id="{B5457A67-8970-F0EC-70A6-1353A7AD33AA}"/>
              </a:ext>
            </a:extLst>
          </p:cNvPr>
          <p:cNvSpPr>
            <a:spLocks/>
          </p:cNvSpPr>
          <p:nvPr/>
        </p:nvSpPr>
        <p:spPr>
          <a:xfrm>
            <a:off x="714327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3769">
            <a:extLst>
              <a:ext uri="{FF2B5EF4-FFF2-40B4-BE49-F238E27FC236}">
                <a16:creationId xmlns:a16="http://schemas.microsoft.com/office/drawing/2014/main" id="{7C2218AB-3F58-AF65-B8AA-24C8B6B9C8CE}"/>
              </a:ext>
            </a:extLst>
          </p:cNvPr>
          <p:cNvSpPr>
            <a:spLocks/>
          </p:cNvSpPr>
          <p:nvPr/>
        </p:nvSpPr>
        <p:spPr>
          <a:xfrm>
            <a:off x="7053918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3770">
            <a:extLst>
              <a:ext uri="{FF2B5EF4-FFF2-40B4-BE49-F238E27FC236}">
                <a16:creationId xmlns:a16="http://schemas.microsoft.com/office/drawing/2014/main" id="{7ECE43D9-ACD5-2739-AFCB-1C3996549337}"/>
              </a:ext>
            </a:extLst>
          </p:cNvPr>
          <p:cNvSpPr>
            <a:spLocks/>
          </p:cNvSpPr>
          <p:nvPr/>
        </p:nvSpPr>
        <p:spPr>
          <a:xfrm>
            <a:off x="706582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3771">
            <a:extLst>
              <a:ext uri="{FF2B5EF4-FFF2-40B4-BE49-F238E27FC236}">
                <a16:creationId xmlns:a16="http://schemas.microsoft.com/office/drawing/2014/main" id="{74D9C3F0-37AD-2446-8490-C628621D7658}"/>
              </a:ext>
            </a:extLst>
          </p:cNvPr>
          <p:cNvSpPr>
            <a:spLocks/>
          </p:cNvSpPr>
          <p:nvPr/>
        </p:nvSpPr>
        <p:spPr>
          <a:xfrm>
            <a:off x="7091556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3772">
            <a:extLst>
              <a:ext uri="{FF2B5EF4-FFF2-40B4-BE49-F238E27FC236}">
                <a16:creationId xmlns:a16="http://schemas.microsoft.com/office/drawing/2014/main" id="{0722DC25-E596-FA32-2385-A06C6A7D3411}"/>
              </a:ext>
            </a:extLst>
          </p:cNvPr>
          <p:cNvSpPr>
            <a:spLocks/>
          </p:cNvSpPr>
          <p:nvPr/>
        </p:nvSpPr>
        <p:spPr>
          <a:xfrm>
            <a:off x="706480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3773">
            <a:extLst>
              <a:ext uri="{FF2B5EF4-FFF2-40B4-BE49-F238E27FC236}">
                <a16:creationId xmlns:a16="http://schemas.microsoft.com/office/drawing/2014/main" id="{CD164F19-8ED3-7038-9185-183629625275}"/>
              </a:ext>
            </a:extLst>
          </p:cNvPr>
          <p:cNvSpPr>
            <a:spLocks/>
          </p:cNvSpPr>
          <p:nvPr/>
        </p:nvSpPr>
        <p:spPr>
          <a:xfrm>
            <a:off x="7164548" y="63667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3774">
            <a:extLst>
              <a:ext uri="{FF2B5EF4-FFF2-40B4-BE49-F238E27FC236}">
                <a16:creationId xmlns:a16="http://schemas.microsoft.com/office/drawing/2014/main" id="{A273947A-125B-A6C7-FBEF-7A5F44C7956F}"/>
              </a:ext>
            </a:extLst>
          </p:cNvPr>
          <p:cNvSpPr>
            <a:spLocks/>
          </p:cNvSpPr>
          <p:nvPr/>
        </p:nvSpPr>
        <p:spPr>
          <a:xfrm>
            <a:off x="7160245" y="63172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3775">
            <a:extLst>
              <a:ext uri="{FF2B5EF4-FFF2-40B4-BE49-F238E27FC236}">
                <a16:creationId xmlns:a16="http://schemas.microsoft.com/office/drawing/2014/main" id="{2BAF31DA-D1F0-3360-95E1-19FD4434E53F}"/>
              </a:ext>
            </a:extLst>
          </p:cNvPr>
          <p:cNvSpPr>
            <a:spLocks/>
          </p:cNvSpPr>
          <p:nvPr/>
        </p:nvSpPr>
        <p:spPr>
          <a:xfrm>
            <a:off x="7132811" y="60646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3776">
            <a:extLst>
              <a:ext uri="{FF2B5EF4-FFF2-40B4-BE49-F238E27FC236}">
                <a16:creationId xmlns:a16="http://schemas.microsoft.com/office/drawing/2014/main" id="{EE63BC2C-B650-71F5-35CA-4C58997CE73A}"/>
              </a:ext>
            </a:extLst>
          </p:cNvPr>
          <p:cNvSpPr>
            <a:spLocks/>
          </p:cNvSpPr>
          <p:nvPr/>
        </p:nvSpPr>
        <p:spPr>
          <a:xfrm>
            <a:off x="7140186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3777">
            <a:extLst>
              <a:ext uri="{FF2B5EF4-FFF2-40B4-BE49-F238E27FC236}">
                <a16:creationId xmlns:a16="http://schemas.microsoft.com/office/drawing/2014/main" id="{4C2B346C-2630-4D82-DE54-4F07E9EE263B}"/>
              </a:ext>
            </a:extLst>
          </p:cNvPr>
          <p:cNvSpPr>
            <a:spLocks/>
          </p:cNvSpPr>
          <p:nvPr/>
        </p:nvSpPr>
        <p:spPr>
          <a:xfrm>
            <a:off x="7115948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3778">
            <a:extLst>
              <a:ext uri="{FF2B5EF4-FFF2-40B4-BE49-F238E27FC236}">
                <a16:creationId xmlns:a16="http://schemas.microsoft.com/office/drawing/2014/main" id="{3304F32A-6B19-0D5E-37B0-B47AD817E2A7}"/>
              </a:ext>
            </a:extLst>
          </p:cNvPr>
          <p:cNvSpPr>
            <a:spLocks/>
          </p:cNvSpPr>
          <p:nvPr/>
        </p:nvSpPr>
        <p:spPr>
          <a:xfrm>
            <a:off x="7080140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3779">
            <a:extLst>
              <a:ext uri="{FF2B5EF4-FFF2-40B4-BE49-F238E27FC236}">
                <a16:creationId xmlns:a16="http://schemas.microsoft.com/office/drawing/2014/main" id="{A9DCB385-0821-B674-A5EA-13734E18D93E}"/>
              </a:ext>
            </a:extLst>
          </p:cNvPr>
          <p:cNvSpPr>
            <a:spLocks/>
          </p:cNvSpPr>
          <p:nvPr/>
        </p:nvSpPr>
        <p:spPr>
          <a:xfrm>
            <a:off x="706147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3780">
            <a:extLst>
              <a:ext uri="{FF2B5EF4-FFF2-40B4-BE49-F238E27FC236}">
                <a16:creationId xmlns:a16="http://schemas.microsoft.com/office/drawing/2014/main" id="{7242196E-6A1F-9561-32E3-9CB54E247F4B}"/>
              </a:ext>
            </a:extLst>
          </p:cNvPr>
          <p:cNvSpPr>
            <a:spLocks/>
          </p:cNvSpPr>
          <p:nvPr/>
        </p:nvSpPr>
        <p:spPr>
          <a:xfrm>
            <a:off x="7168917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3781">
            <a:extLst>
              <a:ext uri="{FF2B5EF4-FFF2-40B4-BE49-F238E27FC236}">
                <a16:creationId xmlns:a16="http://schemas.microsoft.com/office/drawing/2014/main" id="{21C00244-88D7-D7E6-BD0F-12F1678C2886}"/>
              </a:ext>
            </a:extLst>
          </p:cNvPr>
          <p:cNvSpPr>
            <a:spLocks/>
          </p:cNvSpPr>
          <p:nvPr/>
        </p:nvSpPr>
        <p:spPr>
          <a:xfrm>
            <a:off x="7078468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3782">
            <a:extLst>
              <a:ext uri="{FF2B5EF4-FFF2-40B4-BE49-F238E27FC236}">
                <a16:creationId xmlns:a16="http://schemas.microsoft.com/office/drawing/2014/main" id="{D6FAC623-275C-96EE-8455-80BBCA1FFB4B}"/>
              </a:ext>
            </a:extLst>
          </p:cNvPr>
          <p:cNvSpPr>
            <a:spLocks/>
          </p:cNvSpPr>
          <p:nvPr/>
        </p:nvSpPr>
        <p:spPr>
          <a:xfrm>
            <a:off x="714769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3783">
            <a:extLst>
              <a:ext uri="{FF2B5EF4-FFF2-40B4-BE49-F238E27FC236}">
                <a16:creationId xmlns:a16="http://schemas.microsoft.com/office/drawing/2014/main" id="{7484FA96-248E-82BA-BF93-3FFB645573AD}"/>
              </a:ext>
            </a:extLst>
          </p:cNvPr>
          <p:cNvSpPr>
            <a:spLocks/>
          </p:cNvSpPr>
          <p:nvPr/>
        </p:nvSpPr>
        <p:spPr>
          <a:xfrm>
            <a:off x="7073453" y="60506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3784">
            <a:extLst>
              <a:ext uri="{FF2B5EF4-FFF2-40B4-BE49-F238E27FC236}">
                <a16:creationId xmlns:a16="http://schemas.microsoft.com/office/drawing/2014/main" id="{6D046320-72C7-A745-D91F-B1E44C56779A}"/>
              </a:ext>
            </a:extLst>
          </p:cNvPr>
          <p:cNvSpPr>
            <a:spLocks/>
          </p:cNvSpPr>
          <p:nvPr/>
        </p:nvSpPr>
        <p:spPr>
          <a:xfrm>
            <a:off x="7160849" y="62875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3785">
            <a:extLst>
              <a:ext uri="{FF2B5EF4-FFF2-40B4-BE49-F238E27FC236}">
                <a16:creationId xmlns:a16="http://schemas.microsoft.com/office/drawing/2014/main" id="{546D877A-C94E-81B0-89D9-8B9B75EBAC59}"/>
              </a:ext>
            </a:extLst>
          </p:cNvPr>
          <p:cNvSpPr>
            <a:spLocks/>
          </p:cNvSpPr>
          <p:nvPr/>
        </p:nvSpPr>
        <p:spPr>
          <a:xfrm>
            <a:off x="7139865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3786">
            <a:extLst>
              <a:ext uri="{FF2B5EF4-FFF2-40B4-BE49-F238E27FC236}">
                <a16:creationId xmlns:a16="http://schemas.microsoft.com/office/drawing/2014/main" id="{750C2D4A-EDA2-F500-BDE7-E1BA191C8C97}"/>
              </a:ext>
            </a:extLst>
          </p:cNvPr>
          <p:cNvSpPr>
            <a:spLocks/>
          </p:cNvSpPr>
          <p:nvPr/>
        </p:nvSpPr>
        <p:spPr>
          <a:xfrm>
            <a:off x="7145807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3787">
            <a:extLst>
              <a:ext uri="{FF2B5EF4-FFF2-40B4-BE49-F238E27FC236}">
                <a16:creationId xmlns:a16="http://schemas.microsoft.com/office/drawing/2014/main" id="{4451A0A3-32F7-6FA8-7B7E-4B683ECAD038}"/>
              </a:ext>
            </a:extLst>
          </p:cNvPr>
          <p:cNvSpPr>
            <a:spLocks/>
          </p:cNvSpPr>
          <p:nvPr/>
        </p:nvSpPr>
        <p:spPr>
          <a:xfrm>
            <a:off x="712689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3788">
            <a:extLst>
              <a:ext uri="{FF2B5EF4-FFF2-40B4-BE49-F238E27FC236}">
                <a16:creationId xmlns:a16="http://schemas.microsoft.com/office/drawing/2014/main" id="{BEDFAF1F-49EA-7EBE-25CF-CB6ECF1DC2BE}"/>
              </a:ext>
            </a:extLst>
          </p:cNvPr>
          <p:cNvSpPr>
            <a:spLocks/>
          </p:cNvSpPr>
          <p:nvPr/>
        </p:nvSpPr>
        <p:spPr>
          <a:xfrm>
            <a:off x="7084260" y="58005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3789">
            <a:extLst>
              <a:ext uri="{FF2B5EF4-FFF2-40B4-BE49-F238E27FC236}">
                <a16:creationId xmlns:a16="http://schemas.microsoft.com/office/drawing/2014/main" id="{FDD14196-9345-0822-5FEA-549A0FA5CD92}"/>
              </a:ext>
            </a:extLst>
          </p:cNvPr>
          <p:cNvSpPr>
            <a:spLocks/>
          </p:cNvSpPr>
          <p:nvPr/>
        </p:nvSpPr>
        <p:spPr>
          <a:xfrm>
            <a:off x="7098116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3790">
            <a:extLst>
              <a:ext uri="{FF2B5EF4-FFF2-40B4-BE49-F238E27FC236}">
                <a16:creationId xmlns:a16="http://schemas.microsoft.com/office/drawing/2014/main" id="{76B371DD-31B7-B2B0-5CC0-A4327758A3E0}"/>
              </a:ext>
            </a:extLst>
          </p:cNvPr>
          <p:cNvSpPr>
            <a:spLocks/>
          </p:cNvSpPr>
          <p:nvPr/>
        </p:nvSpPr>
        <p:spPr>
          <a:xfrm>
            <a:off x="712436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3791">
            <a:extLst>
              <a:ext uri="{FF2B5EF4-FFF2-40B4-BE49-F238E27FC236}">
                <a16:creationId xmlns:a16="http://schemas.microsoft.com/office/drawing/2014/main" id="{A73230DA-4C4C-D399-762C-10DC0530E086}"/>
              </a:ext>
            </a:extLst>
          </p:cNvPr>
          <p:cNvSpPr>
            <a:spLocks/>
          </p:cNvSpPr>
          <p:nvPr/>
        </p:nvSpPr>
        <p:spPr>
          <a:xfrm>
            <a:off x="7087073" y="63453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3792">
            <a:extLst>
              <a:ext uri="{FF2B5EF4-FFF2-40B4-BE49-F238E27FC236}">
                <a16:creationId xmlns:a16="http://schemas.microsoft.com/office/drawing/2014/main" id="{13A91315-041A-CA38-356D-A22FC6893AF2}"/>
              </a:ext>
            </a:extLst>
          </p:cNvPr>
          <p:cNvSpPr>
            <a:spLocks/>
          </p:cNvSpPr>
          <p:nvPr/>
        </p:nvSpPr>
        <p:spPr>
          <a:xfrm>
            <a:off x="7156344" y="58278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3793">
            <a:extLst>
              <a:ext uri="{FF2B5EF4-FFF2-40B4-BE49-F238E27FC236}">
                <a16:creationId xmlns:a16="http://schemas.microsoft.com/office/drawing/2014/main" id="{E9C23352-05FE-8993-8E12-31C323B7BB48}"/>
              </a:ext>
            </a:extLst>
          </p:cNvPr>
          <p:cNvSpPr>
            <a:spLocks/>
          </p:cNvSpPr>
          <p:nvPr/>
        </p:nvSpPr>
        <p:spPr>
          <a:xfrm>
            <a:off x="710627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3794">
            <a:extLst>
              <a:ext uri="{FF2B5EF4-FFF2-40B4-BE49-F238E27FC236}">
                <a16:creationId xmlns:a16="http://schemas.microsoft.com/office/drawing/2014/main" id="{3744302F-5F60-025F-E640-5DD5160614BD}"/>
              </a:ext>
            </a:extLst>
          </p:cNvPr>
          <p:cNvSpPr>
            <a:spLocks/>
          </p:cNvSpPr>
          <p:nvPr/>
        </p:nvSpPr>
        <p:spPr>
          <a:xfrm>
            <a:off x="711741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3795">
            <a:extLst>
              <a:ext uri="{FF2B5EF4-FFF2-40B4-BE49-F238E27FC236}">
                <a16:creationId xmlns:a16="http://schemas.microsoft.com/office/drawing/2014/main" id="{8214B6BC-ACB1-AA0C-D29A-2ECF29997E16}"/>
              </a:ext>
            </a:extLst>
          </p:cNvPr>
          <p:cNvSpPr>
            <a:spLocks/>
          </p:cNvSpPr>
          <p:nvPr/>
        </p:nvSpPr>
        <p:spPr>
          <a:xfrm>
            <a:off x="7050430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3796">
            <a:extLst>
              <a:ext uri="{FF2B5EF4-FFF2-40B4-BE49-F238E27FC236}">
                <a16:creationId xmlns:a16="http://schemas.microsoft.com/office/drawing/2014/main" id="{C2044B7C-22B7-4EFD-7E0B-E66B81A9CBD3}"/>
              </a:ext>
            </a:extLst>
          </p:cNvPr>
          <p:cNvSpPr>
            <a:spLocks/>
          </p:cNvSpPr>
          <p:nvPr/>
        </p:nvSpPr>
        <p:spPr>
          <a:xfrm>
            <a:off x="708918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3797">
            <a:extLst>
              <a:ext uri="{FF2B5EF4-FFF2-40B4-BE49-F238E27FC236}">
                <a16:creationId xmlns:a16="http://schemas.microsoft.com/office/drawing/2014/main" id="{1A593E68-F50A-AF26-3A3B-1628B7501D5F}"/>
              </a:ext>
            </a:extLst>
          </p:cNvPr>
          <p:cNvSpPr>
            <a:spLocks/>
          </p:cNvSpPr>
          <p:nvPr/>
        </p:nvSpPr>
        <p:spPr>
          <a:xfrm>
            <a:off x="7098101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3798">
            <a:extLst>
              <a:ext uri="{FF2B5EF4-FFF2-40B4-BE49-F238E27FC236}">
                <a16:creationId xmlns:a16="http://schemas.microsoft.com/office/drawing/2014/main" id="{99146244-3F7A-BFCE-99B3-DDCB9072DC12}"/>
              </a:ext>
            </a:extLst>
          </p:cNvPr>
          <p:cNvSpPr>
            <a:spLocks/>
          </p:cNvSpPr>
          <p:nvPr/>
        </p:nvSpPr>
        <p:spPr>
          <a:xfrm>
            <a:off x="7073928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3799">
            <a:extLst>
              <a:ext uri="{FF2B5EF4-FFF2-40B4-BE49-F238E27FC236}">
                <a16:creationId xmlns:a16="http://schemas.microsoft.com/office/drawing/2014/main" id="{93BC1BB9-16BE-158D-D98D-927F421C09E2}"/>
              </a:ext>
            </a:extLst>
          </p:cNvPr>
          <p:cNvSpPr>
            <a:spLocks/>
          </p:cNvSpPr>
          <p:nvPr/>
        </p:nvSpPr>
        <p:spPr>
          <a:xfrm>
            <a:off x="7068319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3800">
            <a:extLst>
              <a:ext uri="{FF2B5EF4-FFF2-40B4-BE49-F238E27FC236}">
                <a16:creationId xmlns:a16="http://schemas.microsoft.com/office/drawing/2014/main" id="{CCF57D80-0698-4220-8067-CEB5A159B9C5}"/>
              </a:ext>
            </a:extLst>
          </p:cNvPr>
          <p:cNvSpPr>
            <a:spLocks/>
          </p:cNvSpPr>
          <p:nvPr/>
        </p:nvSpPr>
        <p:spPr>
          <a:xfrm>
            <a:off x="7167587" y="61220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3801">
            <a:extLst>
              <a:ext uri="{FF2B5EF4-FFF2-40B4-BE49-F238E27FC236}">
                <a16:creationId xmlns:a16="http://schemas.microsoft.com/office/drawing/2014/main" id="{9ED31691-7955-28C3-1D17-820F282AB770}"/>
              </a:ext>
            </a:extLst>
          </p:cNvPr>
          <p:cNvSpPr>
            <a:spLocks/>
          </p:cNvSpPr>
          <p:nvPr/>
        </p:nvSpPr>
        <p:spPr>
          <a:xfrm>
            <a:off x="7058716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3802">
            <a:extLst>
              <a:ext uri="{FF2B5EF4-FFF2-40B4-BE49-F238E27FC236}">
                <a16:creationId xmlns:a16="http://schemas.microsoft.com/office/drawing/2014/main" id="{652D002D-CA13-FF0F-8E3E-30842F986544}"/>
              </a:ext>
            </a:extLst>
          </p:cNvPr>
          <p:cNvSpPr>
            <a:spLocks/>
          </p:cNvSpPr>
          <p:nvPr/>
        </p:nvSpPr>
        <p:spPr>
          <a:xfrm>
            <a:off x="7060016" y="52057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3803">
            <a:extLst>
              <a:ext uri="{FF2B5EF4-FFF2-40B4-BE49-F238E27FC236}">
                <a16:creationId xmlns:a16="http://schemas.microsoft.com/office/drawing/2014/main" id="{B013BE1D-58B8-79C5-EC17-24659D1B3265}"/>
              </a:ext>
            </a:extLst>
          </p:cNvPr>
          <p:cNvSpPr>
            <a:spLocks/>
          </p:cNvSpPr>
          <p:nvPr/>
        </p:nvSpPr>
        <p:spPr>
          <a:xfrm>
            <a:off x="714271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3804">
            <a:extLst>
              <a:ext uri="{FF2B5EF4-FFF2-40B4-BE49-F238E27FC236}">
                <a16:creationId xmlns:a16="http://schemas.microsoft.com/office/drawing/2014/main" id="{2E5F629C-8E76-C3A7-B933-F7E04AE303FE}"/>
              </a:ext>
            </a:extLst>
          </p:cNvPr>
          <p:cNvSpPr>
            <a:spLocks/>
          </p:cNvSpPr>
          <p:nvPr/>
        </p:nvSpPr>
        <p:spPr>
          <a:xfrm>
            <a:off x="7058429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3805">
            <a:extLst>
              <a:ext uri="{FF2B5EF4-FFF2-40B4-BE49-F238E27FC236}">
                <a16:creationId xmlns:a16="http://schemas.microsoft.com/office/drawing/2014/main" id="{D3375178-2595-CFA6-3A5F-75E9E9537FA2}"/>
              </a:ext>
            </a:extLst>
          </p:cNvPr>
          <p:cNvSpPr>
            <a:spLocks/>
          </p:cNvSpPr>
          <p:nvPr/>
        </p:nvSpPr>
        <p:spPr>
          <a:xfrm>
            <a:off x="713263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3806">
            <a:extLst>
              <a:ext uri="{FF2B5EF4-FFF2-40B4-BE49-F238E27FC236}">
                <a16:creationId xmlns:a16="http://schemas.microsoft.com/office/drawing/2014/main" id="{92F8B393-2FBC-8CED-2F94-69655C09FE80}"/>
              </a:ext>
            </a:extLst>
          </p:cNvPr>
          <p:cNvSpPr>
            <a:spLocks/>
          </p:cNvSpPr>
          <p:nvPr/>
        </p:nvSpPr>
        <p:spPr>
          <a:xfrm>
            <a:off x="705352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3807">
            <a:extLst>
              <a:ext uri="{FF2B5EF4-FFF2-40B4-BE49-F238E27FC236}">
                <a16:creationId xmlns:a16="http://schemas.microsoft.com/office/drawing/2014/main" id="{54F85568-8C0D-AC26-1D44-88E18D65F228}"/>
              </a:ext>
            </a:extLst>
          </p:cNvPr>
          <p:cNvSpPr>
            <a:spLocks/>
          </p:cNvSpPr>
          <p:nvPr/>
        </p:nvSpPr>
        <p:spPr>
          <a:xfrm>
            <a:off x="7126164" y="63330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3808">
            <a:extLst>
              <a:ext uri="{FF2B5EF4-FFF2-40B4-BE49-F238E27FC236}">
                <a16:creationId xmlns:a16="http://schemas.microsoft.com/office/drawing/2014/main" id="{5C02F2BA-139F-03B8-E273-3E77C68C7736}"/>
              </a:ext>
            </a:extLst>
          </p:cNvPr>
          <p:cNvSpPr>
            <a:spLocks/>
          </p:cNvSpPr>
          <p:nvPr/>
        </p:nvSpPr>
        <p:spPr>
          <a:xfrm>
            <a:off x="7120787" y="5961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3809">
            <a:extLst>
              <a:ext uri="{FF2B5EF4-FFF2-40B4-BE49-F238E27FC236}">
                <a16:creationId xmlns:a16="http://schemas.microsoft.com/office/drawing/2014/main" id="{9D32CD2D-0818-B17E-58F4-5EF2EF1EC8AA}"/>
              </a:ext>
            </a:extLst>
          </p:cNvPr>
          <p:cNvSpPr>
            <a:spLocks/>
          </p:cNvSpPr>
          <p:nvPr/>
        </p:nvSpPr>
        <p:spPr>
          <a:xfrm>
            <a:off x="71461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3810">
            <a:extLst>
              <a:ext uri="{FF2B5EF4-FFF2-40B4-BE49-F238E27FC236}">
                <a16:creationId xmlns:a16="http://schemas.microsoft.com/office/drawing/2014/main" id="{3D4043A9-CFEA-23B6-291E-B1D671597866}"/>
              </a:ext>
            </a:extLst>
          </p:cNvPr>
          <p:cNvSpPr>
            <a:spLocks/>
          </p:cNvSpPr>
          <p:nvPr/>
        </p:nvSpPr>
        <p:spPr>
          <a:xfrm>
            <a:off x="7108838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3811">
            <a:extLst>
              <a:ext uri="{FF2B5EF4-FFF2-40B4-BE49-F238E27FC236}">
                <a16:creationId xmlns:a16="http://schemas.microsoft.com/office/drawing/2014/main" id="{F8BFAAAA-5C38-51B1-6648-0A32A49DBB80}"/>
              </a:ext>
            </a:extLst>
          </p:cNvPr>
          <p:cNvSpPr>
            <a:spLocks/>
          </p:cNvSpPr>
          <p:nvPr/>
        </p:nvSpPr>
        <p:spPr>
          <a:xfrm>
            <a:off x="7069229" y="5961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3812">
            <a:extLst>
              <a:ext uri="{FF2B5EF4-FFF2-40B4-BE49-F238E27FC236}">
                <a16:creationId xmlns:a16="http://schemas.microsoft.com/office/drawing/2014/main" id="{01701B5D-2AC7-AD96-4801-2A042032735D}"/>
              </a:ext>
            </a:extLst>
          </p:cNvPr>
          <p:cNvSpPr>
            <a:spLocks/>
          </p:cNvSpPr>
          <p:nvPr/>
        </p:nvSpPr>
        <p:spPr>
          <a:xfrm>
            <a:off x="7161754" y="62667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3813">
            <a:extLst>
              <a:ext uri="{FF2B5EF4-FFF2-40B4-BE49-F238E27FC236}">
                <a16:creationId xmlns:a16="http://schemas.microsoft.com/office/drawing/2014/main" id="{AF5BE561-816F-7AEA-1E81-E3A0D0F940E5}"/>
              </a:ext>
            </a:extLst>
          </p:cNvPr>
          <p:cNvSpPr>
            <a:spLocks/>
          </p:cNvSpPr>
          <p:nvPr/>
        </p:nvSpPr>
        <p:spPr>
          <a:xfrm>
            <a:off x="7056146" y="54790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3814">
            <a:extLst>
              <a:ext uri="{FF2B5EF4-FFF2-40B4-BE49-F238E27FC236}">
                <a16:creationId xmlns:a16="http://schemas.microsoft.com/office/drawing/2014/main" id="{7060629F-DEE9-3F28-7F5F-A9D837F5F9E8}"/>
              </a:ext>
            </a:extLst>
          </p:cNvPr>
          <p:cNvSpPr>
            <a:spLocks/>
          </p:cNvSpPr>
          <p:nvPr/>
        </p:nvSpPr>
        <p:spPr>
          <a:xfrm>
            <a:off x="714632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3815">
            <a:extLst>
              <a:ext uri="{FF2B5EF4-FFF2-40B4-BE49-F238E27FC236}">
                <a16:creationId xmlns:a16="http://schemas.microsoft.com/office/drawing/2014/main" id="{93E053CC-1A48-3731-7A55-367D4CA8B167}"/>
              </a:ext>
            </a:extLst>
          </p:cNvPr>
          <p:cNvSpPr>
            <a:spLocks/>
          </p:cNvSpPr>
          <p:nvPr/>
        </p:nvSpPr>
        <p:spPr>
          <a:xfrm>
            <a:off x="7052187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3816">
            <a:extLst>
              <a:ext uri="{FF2B5EF4-FFF2-40B4-BE49-F238E27FC236}">
                <a16:creationId xmlns:a16="http://schemas.microsoft.com/office/drawing/2014/main" id="{9A13C18B-18EA-3BFC-6397-A09ECD7021E8}"/>
              </a:ext>
            </a:extLst>
          </p:cNvPr>
          <p:cNvSpPr>
            <a:spLocks/>
          </p:cNvSpPr>
          <p:nvPr/>
        </p:nvSpPr>
        <p:spPr>
          <a:xfrm>
            <a:off x="712006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3817">
            <a:extLst>
              <a:ext uri="{FF2B5EF4-FFF2-40B4-BE49-F238E27FC236}">
                <a16:creationId xmlns:a16="http://schemas.microsoft.com/office/drawing/2014/main" id="{8FC5E31B-8E2E-AABB-450B-D8741439BB49}"/>
              </a:ext>
            </a:extLst>
          </p:cNvPr>
          <p:cNvSpPr>
            <a:spLocks/>
          </p:cNvSpPr>
          <p:nvPr/>
        </p:nvSpPr>
        <p:spPr>
          <a:xfrm>
            <a:off x="705511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3818">
            <a:extLst>
              <a:ext uri="{FF2B5EF4-FFF2-40B4-BE49-F238E27FC236}">
                <a16:creationId xmlns:a16="http://schemas.microsoft.com/office/drawing/2014/main" id="{18F1A736-BA1A-93B9-3EA7-38E768865C8A}"/>
              </a:ext>
            </a:extLst>
          </p:cNvPr>
          <p:cNvSpPr>
            <a:spLocks/>
          </p:cNvSpPr>
          <p:nvPr/>
        </p:nvSpPr>
        <p:spPr>
          <a:xfrm>
            <a:off x="7146758" y="63453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3819">
            <a:extLst>
              <a:ext uri="{FF2B5EF4-FFF2-40B4-BE49-F238E27FC236}">
                <a16:creationId xmlns:a16="http://schemas.microsoft.com/office/drawing/2014/main" id="{0831C0B2-D3A7-E420-5AD1-0FD5E376D1D6}"/>
              </a:ext>
            </a:extLst>
          </p:cNvPr>
          <p:cNvSpPr>
            <a:spLocks/>
          </p:cNvSpPr>
          <p:nvPr/>
        </p:nvSpPr>
        <p:spPr>
          <a:xfrm>
            <a:off x="7153075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3820">
            <a:extLst>
              <a:ext uri="{FF2B5EF4-FFF2-40B4-BE49-F238E27FC236}">
                <a16:creationId xmlns:a16="http://schemas.microsoft.com/office/drawing/2014/main" id="{13FFBA53-BE1A-2E6E-9101-A830F4798CC2}"/>
              </a:ext>
            </a:extLst>
          </p:cNvPr>
          <p:cNvSpPr>
            <a:spLocks/>
          </p:cNvSpPr>
          <p:nvPr/>
        </p:nvSpPr>
        <p:spPr>
          <a:xfrm>
            <a:off x="7127934" y="62828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3821">
            <a:extLst>
              <a:ext uri="{FF2B5EF4-FFF2-40B4-BE49-F238E27FC236}">
                <a16:creationId xmlns:a16="http://schemas.microsoft.com/office/drawing/2014/main" id="{DAD08725-B320-4FE0-C23C-77F6998E7AA6}"/>
              </a:ext>
            </a:extLst>
          </p:cNvPr>
          <p:cNvSpPr>
            <a:spLocks/>
          </p:cNvSpPr>
          <p:nvPr/>
        </p:nvSpPr>
        <p:spPr>
          <a:xfrm>
            <a:off x="708122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3822">
            <a:extLst>
              <a:ext uri="{FF2B5EF4-FFF2-40B4-BE49-F238E27FC236}">
                <a16:creationId xmlns:a16="http://schemas.microsoft.com/office/drawing/2014/main" id="{44D74E51-F141-EA3F-849F-673E04150F4E}"/>
              </a:ext>
            </a:extLst>
          </p:cNvPr>
          <p:cNvSpPr>
            <a:spLocks/>
          </p:cNvSpPr>
          <p:nvPr/>
        </p:nvSpPr>
        <p:spPr>
          <a:xfrm>
            <a:off x="716675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3823">
            <a:extLst>
              <a:ext uri="{FF2B5EF4-FFF2-40B4-BE49-F238E27FC236}">
                <a16:creationId xmlns:a16="http://schemas.microsoft.com/office/drawing/2014/main" id="{9442EDF0-AD00-6A07-6075-CA0BA7D54258}"/>
              </a:ext>
            </a:extLst>
          </p:cNvPr>
          <p:cNvSpPr>
            <a:spLocks/>
          </p:cNvSpPr>
          <p:nvPr/>
        </p:nvSpPr>
        <p:spPr>
          <a:xfrm>
            <a:off x="7142883" y="6168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3824">
            <a:extLst>
              <a:ext uri="{FF2B5EF4-FFF2-40B4-BE49-F238E27FC236}">
                <a16:creationId xmlns:a16="http://schemas.microsoft.com/office/drawing/2014/main" id="{D3EF578C-129A-D9C3-A8E8-A870279E23D0}"/>
              </a:ext>
            </a:extLst>
          </p:cNvPr>
          <p:cNvSpPr>
            <a:spLocks/>
          </p:cNvSpPr>
          <p:nvPr/>
        </p:nvSpPr>
        <p:spPr>
          <a:xfrm>
            <a:off x="710853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3825">
            <a:extLst>
              <a:ext uri="{FF2B5EF4-FFF2-40B4-BE49-F238E27FC236}">
                <a16:creationId xmlns:a16="http://schemas.microsoft.com/office/drawing/2014/main" id="{38E7CE5A-400B-7E29-B6FB-D38F58967ECA}"/>
              </a:ext>
            </a:extLst>
          </p:cNvPr>
          <p:cNvSpPr>
            <a:spLocks/>
          </p:cNvSpPr>
          <p:nvPr/>
        </p:nvSpPr>
        <p:spPr>
          <a:xfrm>
            <a:off x="7166702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3826">
            <a:extLst>
              <a:ext uri="{FF2B5EF4-FFF2-40B4-BE49-F238E27FC236}">
                <a16:creationId xmlns:a16="http://schemas.microsoft.com/office/drawing/2014/main" id="{75BB7842-BCE5-0D7B-D949-3DC9CF9A4B9F}"/>
              </a:ext>
            </a:extLst>
          </p:cNvPr>
          <p:cNvSpPr>
            <a:spLocks/>
          </p:cNvSpPr>
          <p:nvPr/>
        </p:nvSpPr>
        <p:spPr>
          <a:xfrm>
            <a:off x="711732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3827">
            <a:extLst>
              <a:ext uri="{FF2B5EF4-FFF2-40B4-BE49-F238E27FC236}">
                <a16:creationId xmlns:a16="http://schemas.microsoft.com/office/drawing/2014/main" id="{63F4EE02-8935-0E30-444C-F49EB247CF6F}"/>
              </a:ext>
            </a:extLst>
          </p:cNvPr>
          <p:cNvSpPr>
            <a:spLocks/>
          </p:cNvSpPr>
          <p:nvPr/>
        </p:nvSpPr>
        <p:spPr>
          <a:xfrm>
            <a:off x="7096307" y="56398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3828">
            <a:extLst>
              <a:ext uri="{FF2B5EF4-FFF2-40B4-BE49-F238E27FC236}">
                <a16:creationId xmlns:a16="http://schemas.microsoft.com/office/drawing/2014/main" id="{22832F42-4B80-963F-9EC3-DC02F1EAC780}"/>
              </a:ext>
            </a:extLst>
          </p:cNvPr>
          <p:cNvSpPr>
            <a:spLocks/>
          </p:cNvSpPr>
          <p:nvPr/>
        </p:nvSpPr>
        <p:spPr>
          <a:xfrm>
            <a:off x="7120709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3829">
            <a:extLst>
              <a:ext uri="{FF2B5EF4-FFF2-40B4-BE49-F238E27FC236}">
                <a16:creationId xmlns:a16="http://schemas.microsoft.com/office/drawing/2014/main" id="{BEC7A877-6D3F-D0CE-F5E5-75177D45D8E2}"/>
              </a:ext>
            </a:extLst>
          </p:cNvPr>
          <p:cNvSpPr>
            <a:spLocks/>
          </p:cNvSpPr>
          <p:nvPr/>
        </p:nvSpPr>
        <p:spPr>
          <a:xfrm>
            <a:off x="7064381" y="59383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3830">
            <a:extLst>
              <a:ext uri="{FF2B5EF4-FFF2-40B4-BE49-F238E27FC236}">
                <a16:creationId xmlns:a16="http://schemas.microsoft.com/office/drawing/2014/main" id="{F7A6AC4D-904B-6CDE-3BA3-24CABB654152}"/>
              </a:ext>
            </a:extLst>
          </p:cNvPr>
          <p:cNvSpPr>
            <a:spLocks/>
          </p:cNvSpPr>
          <p:nvPr/>
        </p:nvSpPr>
        <p:spPr>
          <a:xfrm>
            <a:off x="7080041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3831">
            <a:extLst>
              <a:ext uri="{FF2B5EF4-FFF2-40B4-BE49-F238E27FC236}">
                <a16:creationId xmlns:a16="http://schemas.microsoft.com/office/drawing/2014/main" id="{280CE784-41F1-E56C-4385-86B025A73AC1}"/>
              </a:ext>
            </a:extLst>
          </p:cNvPr>
          <p:cNvSpPr>
            <a:spLocks/>
          </p:cNvSpPr>
          <p:nvPr/>
        </p:nvSpPr>
        <p:spPr>
          <a:xfrm>
            <a:off x="71668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3832">
            <a:extLst>
              <a:ext uri="{FF2B5EF4-FFF2-40B4-BE49-F238E27FC236}">
                <a16:creationId xmlns:a16="http://schemas.microsoft.com/office/drawing/2014/main" id="{9E315D1D-ECF6-82D7-9AFE-5E3D242BE913}"/>
              </a:ext>
            </a:extLst>
          </p:cNvPr>
          <p:cNvSpPr>
            <a:spLocks/>
          </p:cNvSpPr>
          <p:nvPr/>
        </p:nvSpPr>
        <p:spPr>
          <a:xfrm>
            <a:off x="707856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3833">
            <a:extLst>
              <a:ext uri="{FF2B5EF4-FFF2-40B4-BE49-F238E27FC236}">
                <a16:creationId xmlns:a16="http://schemas.microsoft.com/office/drawing/2014/main" id="{31247DEC-785E-E0DD-8CBC-CF71C047EFB5}"/>
              </a:ext>
            </a:extLst>
          </p:cNvPr>
          <p:cNvSpPr>
            <a:spLocks/>
          </p:cNvSpPr>
          <p:nvPr/>
        </p:nvSpPr>
        <p:spPr>
          <a:xfrm>
            <a:off x="711208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3834">
            <a:extLst>
              <a:ext uri="{FF2B5EF4-FFF2-40B4-BE49-F238E27FC236}">
                <a16:creationId xmlns:a16="http://schemas.microsoft.com/office/drawing/2014/main" id="{A801A9A4-98DB-7489-F3D5-8033AC52B0A8}"/>
              </a:ext>
            </a:extLst>
          </p:cNvPr>
          <p:cNvSpPr>
            <a:spLocks/>
          </p:cNvSpPr>
          <p:nvPr/>
        </p:nvSpPr>
        <p:spPr>
          <a:xfrm>
            <a:off x="713873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3835">
            <a:extLst>
              <a:ext uri="{FF2B5EF4-FFF2-40B4-BE49-F238E27FC236}">
                <a16:creationId xmlns:a16="http://schemas.microsoft.com/office/drawing/2014/main" id="{C5D77623-456C-4AE6-9C12-7986F515A9CF}"/>
              </a:ext>
            </a:extLst>
          </p:cNvPr>
          <p:cNvSpPr>
            <a:spLocks/>
          </p:cNvSpPr>
          <p:nvPr/>
        </p:nvSpPr>
        <p:spPr>
          <a:xfrm>
            <a:off x="7097989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3836">
            <a:extLst>
              <a:ext uri="{FF2B5EF4-FFF2-40B4-BE49-F238E27FC236}">
                <a16:creationId xmlns:a16="http://schemas.microsoft.com/office/drawing/2014/main" id="{3C20467C-72E8-277C-C533-E87EED2D9531}"/>
              </a:ext>
            </a:extLst>
          </p:cNvPr>
          <p:cNvSpPr>
            <a:spLocks/>
          </p:cNvSpPr>
          <p:nvPr/>
        </p:nvSpPr>
        <p:spPr>
          <a:xfrm>
            <a:off x="7114848" y="63075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3837">
            <a:extLst>
              <a:ext uri="{FF2B5EF4-FFF2-40B4-BE49-F238E27FC236}">
                <a16:creationId xmlns:a16="http://schemas.microsoft.com/office/drawing/2014/main" id="{D69C61DD-6EF6-4E60-7B11-B13299D4F30C}"/>
              </a:ext>
            </a:extLst>
          </p:cNvPr>
          <p:cNvSpPr>
            <a:spLocks/>
          </p:cNvSpPr>
          <p:nvPr/>
        </p:nvSpPr>
        <p:spPr>
          <a:xfrm>
            <a:off x="7125679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3838">
            <a:extLst>
              <a:ext uri="{FF2B5EF4-FFF2-40B4-BE49-F238E27FC236}">
                <a16:creationId xmlns:a16="http://schemas.microsoft.com/office/drawing/2014/main" id="{3E76DC5B-9EDD-15AE-E722-35C945B548FC}"/>
              </a:ext>
            </a:extLst>
          </p:cNvPr>
          <p:cNvSpPr>
            <a:spLocks/>
          </p:cNvSpPr>
          <p:nvPr/>
        </p:nvSpPr>
        <p:spPr>
          <a:xfrm>
            <a:off x="731471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3839">
            <a:extLst>
              <a:ext uri="{FF2B5EF4-FFF2-40B4-BE49-F238E27FC236}">
                <a16:creationId xmlns:a16="http://schemas.microsoft.com/office/drawing/2014/main" id="{05336804-7516-37EB-601B-4D6B83F37210}"/>
              </a:ext>
            </a:extLst>
          </p:cNvPr>
          <p:cNvSpPr>
            <a:spLocks/>
          </p:cNvSpPr>
          <p:nvPr/>
        </p:nvSpPr>
        <p:spPr>
          <a:xfrm>
            <a:off x="7380587" y="50542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3840">
            <a:extLst>
              <a:ext uri="{FF2B5EF4-FFF2-40B4-BE49-F238E27FC236}">
                <a16:creationId xmlns:a16="http://schemas.microsoft.com/office/drawing/2014/main" id="{A3852F83-5ED2-A52C-E721-7B4ABAD25447}"/>
              </a:ext>
            </a:extLst>
          </p:cNvPr>
          <p:cNvSpPr>
            <a:spLocks/>
          </p:cNvSpPr>
          <p:nvPr/>
        </p:nvSpPr>
        <p:spPr>
          <a:xfrm>
            <a:off x="737136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3841">
            <a:extLst>
              <a:ext uri="{FF2B5EF4-FFF2-40B4-BE49-F238E27FC236}">
                <a16:creationId xmlns:a16="http://schemas.microsoft.com/office/drawing/2014/main" id="{CBF21BD5-C711-AAC4-B612-8B255FF1BEAD}"/>
              </a:ext>
            </a:extLst>
          </p:cNvPr>
          <p:cNvSpPr>
            <a:spLocks/>
          </p:cNvSpPr>
          <p:nvPr/>
        </p:nvSpPr>
        <p:spPr>
          <a:xfrm>
            <a:off x="737288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3842">
            <a:extLst>
              <a:ext uri="{FF2B5EF4-FFF2-40B4-BE49-F238E27FC236}">
                <a16:creationId xmlns:a16="http://schemas.microsoft.com/office/drawing/2014/main" id="{105CC4FA-0F4C-8CB3-08B6-C8967129595E}"/>
              </a:ext>
            </a:extLst>
          </p:cNvPr>
          <p:cNvSpPr>
            <a:spLocks/>
          </p:cNvSpPr>
          <p:nvPr/>
        </p:nvSpPr>
        <p:spPr>
          <a:xfrm>
            <a:off x="735029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3843">
            <a:extLst>
              <a:ext uri="{FF2B5EF4-FFF2-40B4-BE49-F238E27FC236}">
                <a16:creationId xmlns:a16="http://schemas.microsoft.com/office/drawing/2014/main" id="{FF57B37B-4B93-BF2D-04A8-513680686173}"/>
              </a:ext>
            </a:extLst>
          </p:cNvPr>
          <p:cNvSpPr>
            <a:spLocks/>
          </p:cNvSpPr>
          <p:nvPr/>
        </p:nvSpPr>
        <p:spPr>
          <a:xfrm>
            <a:off x="7383780" y="54185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3844">
            <a:extLst>
              <a:ext uri="{FF2B5EF4-FFF2-40B4-BE49-F238E27FC236}">
                <a16:creationId xmlns:a16="http://schemas.microsoft.com/office/drawing/2014/main" id="{7ED81AB4-CBF1-4DE6-3C82-9C129A1ECE2A}"/>
              </a:ext>
            </a:extLst>
          </p:cNvPr>
          <p:cNvSpPr>
            <a:spLocks/>
          </p:cNvSpPr>
          <p:nvPr/>
        </p:nvSpPr>
        <p:spPr>
          <a:xfrm>
            <a:off x="7313083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3845">
            <a:extLst>
              <a:ext uri="{FF2B5EF4-FFF2-40B4-BE49-F238E27FC236}">
                <a16:creationId xmlns:a16="http://schemas.microsoft.com/office/drawing/2014/main" id="{C23344C7-14AA-4F9C-96D9-5EB1966AF17E}"/>
              </a:ext>
            </a:extLst>
          </p:cNvPr>
          <p:cNvSpPr>
            <a:spLocks/>
          </p:cNvSpPr>
          <p:nvPr/>
        </p:nvSpPr>
        <p:spPr>
          <a:xfrm>
            <a:off x="7349471" y="5706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3846">
            <a:extLst>
              <a:ext uri="{FF2B5EF4-FFF2-40B4-BE49-F238E27FC236}">
                <a16:creationId xmlns:a16="http://schemas.microsoft.com/office/drawing/2014/main" id="{6A1C7D41-248C-02FF-73AC-8DED495E35CD}"/>
              </a:ext>
            </a:extLst>
          </p:cNvPr>
          <p:cNvSpPr>
            <a:spLocks/>
          </p:cNvSpPr>
          <p:nvPr/>
        </p:nvSpPr>
        <p:spPr>
          <a:xfrm>
            <a:off x="74168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3847">
            <a:extLst>
              <a:ext uri="{FF2B5EF4-FFF2-40B4-BE49-F238E27FC236}">
                <a16:creationId xmlns:a16="http://schemas.microsoft.com/office/drawing/2014/main" id="{75745A08-EC54-F163-09BD-4A081949ACD6}"/>
              </a:ext>
            </a:extLst>
          </p:cNvPr>
          <p:cNvSpPr>
            <a:spLocks/>
          </p:cNvSpPr>
          <p:nvPr/>
        </p:nvSpPr>
        <p:spPr>
          <a:xfrm>
            <a:off x="734905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3848">
            <a:extLst>
              <a:ext uri="{FF2B5EF4-FFF2-40B4-BE49-F238E27FC236}">
                <a16:creationId xmlns:a16="http://schemas.microsoft.com/office/drawing/2014/main" id="{6C6F1394-DF64-D2A7-4112-00EC32DA03DA}"/>
              </a:ext>
            </a:extLst>
          </p:cNvPr>
          <p:cNvSpPr>
            <a:spLocks/>
          </p:cNvSpPr>
          <p:nvPr/>
        </p:nvSpPr>
        <p:spPr>
          <a:xfrm>
            <a:off x="7357111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3849">
            <a:extLst>
              <a:ext uri="{FF2B5EF4-FFF2-40B4-BE49-F238E27FC236}">
                <a16:creationId xmlns:a16="http://schemas.microsoft.com/office/drawing/2014/main" id="{01AED1F4-7E34-BE7A-1BFB-5FF7A50B5705}"/>
              </a:ext>
            </a:extLst>
          </p:cNvPr>
          <p:cNvSpPr>
            <a:spLocks/>
          </p:cNvSpPr>
          <p:nvPr/>
        </p:nvSpPr>
        <p:spPr>
          <a:xfrm>
            <a:off x="7310726" y="522789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3850">
            <a:extLst>
              <a:ext uri="{FF2B5EF4-FFF2-40B4-BE49-F238E27FC236}">
                <a16:creationId xmlns:a16="http://schemas.microsoft.com/office/drawing/2014/main" id="{5AD7EBD4-B102-72C3-D7DF-632BD33EF1C4}"/>
              </a:ext>
            </a:extLst>
          </p:cNvPr>
          <p:cNvSpPr>
            <a:spLocks/>
          </p:cNvSpPr>
          <p:nvPr/>
        </p:nvSpPr>
        <p:spPr>
          <a:xfrm>
            <a:off x="73263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3851">
            <a:extLst>
              <a:ext uri="{FF2B5EF4-FFF2-40B4-BE49-F238E27FC236}">
                <a16:creationId xmlns:a16="http://schemas.microsoft.com/office/drawing/2014/main" id="{ECEC8559-1FB3-A425-D6F4-15278539ACE0}"/>
              </a:ext>
            </a:extLst>
          </p:cNvPr>
          <p:cNvSpPr>
            <a:spLocks/>
          </p:cNvSpPr>
          <p:nvPr/>
        </p:nvSpPr>
        <p:spPr>
          <a:xfrm>
            <a:off x="7376358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3852">
            <a:extLst>
              <a:ext uri="{FF2B5EF4-FFF2-40B4-BE49-F238E27FC236}">
                <a16:creationId xmlns:a16="http://schemas.microsoft.com/office/drawing/2014/main" id="{CB30A4EC-54C7-A59C-B4C4-4E4D8E33044E}"/>
              </a:ext>
            </a:extLst>
          </p:cNvPr>
          <p:cNvSpPr>
            <a:spLocks/>
          </p:cNvSpPr>
          <p:nvPr/>
        </p:nvSpPr>
        <p:spPr>
          <a:xfrm>
            <a:off x="740731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3853">
            <a:extLst>
              <a:ext uri="{FF2B5EF4-FFF2-40B4-BE49-F238E27FC236}">
                <a16:creationId xmlns:a16="http://schemas.microsoft.com/office/drawing/2014/main" id="{732313E4-F170-AFF1-3EF1-73A0CCA4A5C7}"/>
              </a:ext>
            </a:extLst>
          </p:cNvPr>
          <p:cNvSpPr>
            <a:spLocks/>
          </p:cNvSpPr>
          <p:nvPr/>
        </p:nvSpPr>
        <p:spPr>
          <a:xfrm>
            <a:off x="739651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3854">
            <a:extLst>
              <a:ext uri="{FF2B5EF4-FFF2-40B4-BE49-F238E27FC236}">
                <a16:creationId xmlns:a16="http://schemas.microsoft.com/office/drawing/2014/main" id="{EA71BCDA-99A4-80BA-3D9E-E40148D81433}"/>
              </a:ext>
            </a:extLst>
          </p:cNvPr>
          <p:cNvSpPr>
            <a:spLocks/>
          </p:cNvSpPr>
          <p:nvPr/>
        </p:nvSpPr>
        <p:spPr>
          <a:xfrm>
            <a:off x="736972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3855">
            <a:extLst>
              <a:ext uri="{FF2B5EF4-FFF2-40B4-BE49-F238E27FC236}">
                <a16:creationId xmlns:a16="http://schemas.microsoft.com/office/drawing/2014/main" id="{6BD5A8EC-CF0F-3175-22E2-D24604E6DDAD}"/>
              </a:ext>
            </a:extLst>
          </p:cNvPr>
          <p:cNvSpPr>
            <a:spLocks/>
          </p:cNvSpPr>
          <p:nvPr/>
        </p:nvSpPr>
        <p:spPr>
          <a:xfrm>
            <a:off x="73293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3856">
            <a:extLst>
              <a:ext uri="{FF2B5EF4-FFF2-40B4-BE49-F238E27FC236}">
                <a16:creationId xmlns:a16="http://schemas.microsoft.com/office/drawing/2014/main" id="{290E28DD-C051-F17C-28B0-8655FEED8479}"/>
              </a:ext>
            </a:extLst>
          </p:cNvPr>
          <p:cNvSpPr>
            <a:spLocks/>
          </p:cNvSpPr>
          <p:nvPr/>
        </p:nvSpPr>
        <p:spPr>
          <a:xfrm>
            <a:off x="7367816" y="54331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3857">
            <a:extLst>
              <a:ext uri="{FF2B5EF4-FFF2-40B4-BE49-F238E27FC236}">
                <a16:creationId xmlns:a16="http://schemas.microsoft.com/office/drawing/2014/main" id="{7A8F0C74-9190-C178-A726-9853628FA12D}"/>
              </a:ext>
            </a:extLst>
          </p:cNvPr>
          <p:cNvSpPr>
            <a:spLocks/>
          </p:cNvSpPr>
          <p:nvPr/>
        </p:nvSpPr>
        <p:spPr>
          <a:xfrm>
            <a:off x="737664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3858">
            <a:extLst>
              <a:ext uri="{FF2B5EF4-FFF2-40B4-BE49-F238E27FC236}">
                <a16:creationId xmlns:a16="http://schemas.microsoft.com/office/drawing/2014/main" id="{3E455256-1D9A-4AE8-C39C-A6992E8F1DA2}"/>
              </a:ext>
            </a:extLst>
          </p:cNvPr>
          <p:cNvSpPr>
            <a:spLocks/>
          </p:cNvSpPr>
          <p:nvPr/>
        </p:nvSpPr>
        <p:spPr>
          <a:xfrm>
            <a:off x="7331094" y="614888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3859">
            <a:extLst>
              <a:ext uri="{FF2B5EF4-FFF2-40B4-BE49-F238E27FC236}">
                <a16:creationId xmlns:a16="http://schemas.microsoft.com/office/drawing/2014/main" id="{62E07349-3762-A29E-ACA3-0F968CB7E552}"/>
              </a:ext>
            </a:extLst>
          </p:cNvPr>
          <p:cNvSpPr>
            <a:spLocks/>
          </p:cNvSpPr>
          <p:nvPr/>
        </p:nvSpPr>
        <p:spPr>
          <a:xfrm>
            <a:off x="736337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3860">
            <a:extLst>
              <a:ext uri="{FF2B5EF4-FFF2-40B4-BE49-F238E27FC236}">
                <a16:creationId xmlns:a16="http://schemas.microsoft.com/office/drawing/2014/main" id="{09099F2B-312D-5F32-DF5B-72D149F63338}"/>
              </a:ext>
            </a:extLst>
          </p:cNvPr>
          <p:cNvSpPr>
            <a:spLocks/>
          </p:cNvSpPr>
          <p:nvPr/>
        </p:nvSpPr>
        <p:spPr>
          <a:xfrm>
            <a:off x="73256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3861">
            <a:extLst>
              <a:ext uri="{FF2B5EF4-FFF2-40B4-BE49-F238E27FC236}">
                <a16:creationId xmlns:a16="http://schemas.microsoft.com/office/drawing/2014/main" id="{96B6497D-1356-A5CE-E543-53D9DDB1D38C}"/>
              </a:ext>
            </a:extLst>
          </p:cNvPr>
          <p:cNvSpPr>
            <a:spLocks/>
          </p:cNvSpPr>
          <p:nvPr/>
        </p:nvSpPr>
        <p:spPr>
          <a:xfrm>
            <a:off x="737146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3862">
            <a:extLst>
              <a:ext uri="{FF2B5EF4-FFF2-40B4-BE49-F238E27FC236}">
                <a16:creationId xmlns:a16="http://schemas.microsoft.com/office/drawing/2014/main" id="{0365D1E4-5C31-B2C9-BB2D-13BA18FFF512}"/>
              </a:ext>
            </a:extLst>
          </p:cNvPr>
          <p:cNvSpPr>
            <a:spLocks/>
          </p:cNvSpPr>
          <p:nvPr/>
        </p:nvSpPr>
        <p:spPr>
          <a:xfrm>
            <a:off x="733212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3863">
            <a:extLst>
              <a:ext uri="{FF2B5EF4-FFF2-40B4-BE49-F238E27FC236}">
                <a16:creationId xmlns:a16="http://schemas.microsoft.com/office/drawing/2014/main" id="{46530621-FE94-8334-55FF-48A1F7203873}"/>
              </a:ext>
            </a:extLst>
          </p:cNvPr>
          <p:cNvSpPr>
            <a:spLocks/>
          </p:cNvSpPr>
          <p:nvPr/>
        </p:nvSpPr>
        <p:spPr>
          <a:xfrm>
            <a:off x="7312415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3864">
            <a:extLst>
              <a:ext uri="{FF2B5EF4-FFF2-40B4-BE49-F238E27FC236}">
                <a16:creationId xmlns:a16="http://schemas.microsoft.com/office/drawing/2014/main" id="{480B2069-6BDC-E96D-D246-509503BF0BFA}"/>
              </a:ext>
            </a:extLst>
          </p:cNvPr>
          <p:cNvSpPr>
            <a:spLocks/>
          </p:cNvSpPr>
          <p:nvPr/>
        </p:nvSpPr>
        <p:spPr>
          <a:xfrm>
            <a:off x="7361039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3865">
            <a:extLst>
              <a:ext uri="{FF2B5EF4-FFF2-40B4-BE49-F238E27FC236}">
                <a16:creationId xmlns:a16="http://schemas.microsoft.com/office/drawing/2014/main" id="{ADEE651D-2915-5F59-FA7F-9B02D5D5F698}"/>
              </a:ext>
            </a:extLst>
          </p:cNvPr>
          <p:cNvSpPr>
            <a:spLocks/>
          </p:cNvSpPr>
          <p:nvPr/>
        </p:nvSpPr>
        <p:spPr>
          <a:xfrm>
            <a:off x="737090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3866">
            <a:extLst>
              <a:ext uri="{FF2B5EF4-FFF2-40B4-BE49-F238E27FC236}">
                <a16:creationId xmlns:a16="http://schemas.microsoft.com/office/drawing/2014/main" id="{10C5FE2F-D230-49BF-ABEA-7DCE8B431488}"/>
              </a:ext>
            </a:extLst>
          </p:cNvPr>
          <p:cNvSpPr>
            <a:spLocks/>
          </p:cNvSpPr>
          <p:nvPr/>
        </p:nvSpPr>
        <p:spPr>
          <a:xfrm>
            <a:off x="742085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3867">
            <a:extLst>
              <a:ext uri="{FF2B5EF4-FFF2-40B4-BE49-F238E27FC236}">
                <a16:creationId xmlns:a16="http://schemas.microsoft.com/office/drawing/2014/main" id="{7109D173-7DAB-D47C-5224-C0BED7C27516}"/>
              </a:ext>
            </a:extLst>
          </p:cNvPr>
          <p:cNvSpPr>
            <a:spLocks/>
          </p:cNvSpPr>
          <p:nvPr/>
        </p:nvSpPr>
        <p:spPr>
          <a:xfrm>
            <a:off x="7411655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3868">
            <a:extLst>
              <a:ext uri="{FF2B5EF4-FFF2-40B4-BE49-F238E27FC236}">
                <a16:creationId xmlns:a16="http://schemas.microsoft.com/office/drawing/2014/main" id="{536A54BD-7D01-B5A0-EC0D-3F1A7CC1456F}"/>
              </a:ext>
            </a:extLst>
          </p:cNvPr>
          <p:cNvSpPr>
            <a:spLocks/>
          </p:cNvSpPr>
          <p:nvPr/>
        </p:nvSpPr>
        <p:spPr>
          <a:xfrm>
            <a:off x="734965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3869">
            <a:extLst>
              <a:ext uri="{FF2B5EF4-FFF2-40B4-BE49-F238E27FC236}">
                <a16:creationId xmlns:a16="http://schemas.microsoft.com/office/drawing/2014/main" id="{A099A9A8-CA2E-D88E-9BBE-7088B71F0551}"/>
              </a:ext>
            </a:extLst>
          </p:cNvPr>
          <p:cNvSpPr>
            <a:spLocks/>
          </p:cNvSpPr>
          <p:nvPr/>
        </p:nvSpPr>
        <p:spPr>
          <a:xfrm>
            <a:off x="735855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3870">
            <a:extLst>
              <a:ext uri="{FF2B5EF4-FFF2-40B4-BE49-F238E27FC236}">
                <a16:creationId xmlns:a16="http://schemas.microsoft.com/office/drawing/2014/main" id="{3BE79609-043D-9D0B-2574-EE87B6F46C48}"/>
              </a:ext>
            </a:extLst>
          </p:cNvPr>
          <p:cNvSpPr>
            <a:spLocks/>
          </p:cNvSpPr>
          <p:nvPr/>
        </p:nvSpPr>
        <p:spPr>
          <a:xfrm>
            <a:off x="737670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3871">
            <a:extLst>
              <a:ext uri="{FF2B5EF4-FFF2-40B4-BE49-F238E27FC236}">
                <a16:creationId xmlns:a16="http://schemas.microsoft.com/office/drawing/2014/main" id="{FBCE6C9C-CA6D-97B1-1D88-BC67915B6A51}"/>
              </a:ext>
            </a:extLst>
          </p:cNvPr>
          <p:cNvSpPr>
            <a:spLocks/>
          </p:cNvSpPr>
          <p:nvPr/>
        </p:nvSpPr>
        <p:spPr>
          <a:xfrm>
            <a:off x="734054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3872">
            <a:extLst>
              <a:ext uri="{FF2B5EF4-FFF2-40B4-BE49-F238E27FC236}">
                <a16:creationId xmlns:a16="http://schemas.microsoft.com/office/drawing/2014/main" id="{F9858BC8-A44A-A88E-7856-F748727A92EA}"/>
              </a:ext>
            </a:extLst>
          </p:cNvPr>
          <p:cNvSpPr>
            <a:spLocks/>
          </p:cNvSpPr>
          <p:nvPr/>
        </p:nvSpPr>
        <p:spPr>
          <a:xfrm>
            <a:off x="731949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3873">
            <a:extLst>
              <a:ext uri="{FF2B5EF4-FFF2-40B4-BE49-F238E27FC236}">
                <a16:creationId xmlns:a16="http://schemas.microsoft.com/office/drawing/2014/main" id="{7A7A5907-195B-ABC8-523E-7DC3AEE330AF}"/>
              </a:ext>
            </a:extLst>
          </p:cNvPr>
          <p:cNvSpPr>
            <a:spLocks/>
          </p:cNvSpPr>
          <p:nvPr/>
        </p:nvSpPr>
        <p:spPr>
          <a:xfrm>
            <a:off x="73776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3874">
            <a:extLst>
              <a:ext uri="{FF2B5EF4-FFF2-40B4-BE49-F238E27FC236}">
                <a16:creationId xmlns:a16="http://schemas.microsoft.com/office/drawing/2014/main" id="{35E04643-D3E2-DDD9-BA41-C2003BB76D9D}"/>
              </a:ext>
            </a:extLst>
          </p:cNvPr>
          <p:cNvSpPr>
            <a:spLocks/>
          </p:cNvSpPr>
          <p:nvPr/>
        </p:nvSpPr>
        <p:spPr>
          <a:xfrm>
            <a:off x="738991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3875">
            <a:extLst>
              <a:ext uri="{FF2B5EF4-FFF2-40B4-BE49-F238E27FC236}">
                <a16:creationId xmlns:a16="http://schemas.microsoft.com/office/drawing/2014/main" id="{6DCDEBAF-E9A4-36A5-4105-754DC9E4BCD4}"/>
              </a:ext>
            </a:extLst>
          </p:cNvPr>
          <p:cNvSpPr>
            <a:spLocks/>
          </p:cNvSpPr>
          <p:nvPr/>
        </p:nvSpPr>
        <p:spPr>
          <a:xfrm>
            <a:off x="7371331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3876">
            <a:extLst>
              <a:ext uri="{FF2B5EF4-FFF2-40B4-BE49-F238E27FC236}">
                <a16:creationId xmlns:a16="http://schemas.microsoft.com/office/drawing/2014/main" id="{80B015CA-987F-2276-392B-7A453B1AF43E}"/>
              </a:ext>
            </a:extLst>
          </p:cNvPr>
          <p:cNvSpPr>
            <a:spLocks/>
          </p:cNvSpPr>
          <p:nvPr/>
        </p:nvSpPr>
        <p:spPr>
          <a:xfrm>
            <a:off x="7423848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3877">
            <a:extLst>
              <a:ext uri="{FF2B5EF4-FFF2-40B4-BE49-F238E27FC236}">
                <a16:creationId xmlns:a16="http://schemas.microsoft.com/office/drawing/2014/main" id="{72CA2C4C-8803-6559-AEBF-04628686DDC5}"/>
              </a:ext>
            </a:extLst>
          </p:cNvPr>
          <p:cNvSpPr>
            <a:spLocks/>
          </p:cNvSpPr>
          <p:nvPr/>
        </p:nvSpPr>
        <p:spPr>
          <a:xfrm>
            <a:off x="73323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3878">
            <a:extLst>
              <a:ext uri="{FF2B5EF4-FFF2-40B4-BE49-F238E27FC236}">
                <a16:creationId xmlns:a16="http://schemas.microsoft.com/office/drawing/2014/main" id="{1B6482E9-CF8B-32B6-C11F-182D98B68321}"/>
              </a:ext>
            </a:extLst>
          </p:cNvPr>
          <p:cNvSpPr>
            <a:spLocks/>
          </p:cNvSpPr>
          <p:nvPr/>
        </p:nvSpPr>
        <p:spPr>
          <a:xfrm>
            <a:off x="7410123" y="5812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3879">
            <a:extLst>
              <a:ext uri="{FF2B5EF4-FFF2-40B4-BE49-F238E27FC236}">
                <a16:creationId xmlns:a16="http://schemas.microsoft.com/office/drawing/2014/main" id="{3102CEE7-8637-11DB-0CCA-3E3DB06EE724}"/>
              </a:ext>
            </a:extLst>
          </p:cNvPr>
          <p:cNvSpPr>
            <a:spLocks/>
          </p:cNvSpPr>
          <p:nvPr/>
        </p:nvSpPr>
        <p:spPr>
          <a:xfrm>
            <a:off x="7359365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3880">
            <a:extLst>
              <a:ext uri="{FF2B5EF4-FFF2-40B4-BE49-F238E27FC236}">
                <a16:creationId xmlns:a16="http://schemas.microsoft.com/office/drawing/2014/main" id="{A21A33DA-848F-7981-4C55-000070AF8A0E}"/>
              </a:ext>
            </a:extLst>
          </p:cNvPr>
          <p:cNvSpPr>
            <a:spLocks/>
          </p:cNvSpPr>
          <p:nvPr/>
        </p:nvSpPr>
        <p:spPr>
          <a:xfrm>
            <a:off x="732316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3881">
            <a:extLst>
              <a:ext uri="{FF2B5EF4-FFF2-40B4-BE49-F238E27FC236}">
                <a16:creationId xmlns:a16="http://schemas.microsoft.com/office/drawing/2014/main" id="{30CB1A63-ECA4-62DE-D31B-0F70756337FE}"/>
              </a:ext>
            </a:extLst>
          </p:cNvPr>
          <p:cNvSpPr>
            <a:spLocks/>
          </p:cNvSpPr>
          <p:nvPr/>
        </p:nvSpPr>
        <p:spPr>
          <a:xfrm>
            <a:off x="736650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3882">
            <a:extLst>
              <a:ext uri="{FF2B5EF4-FFF2-40B4-BE49-F238E27FC236}">
                <a16:creationId xmlns:a16="http://schemas.microsoft.com/office/drawing/2014/main" id="{F057B9BE-659F-FADB-096C-3B51DE65A8DD}"/>
              </a:ext>
            </a:extLst>
          </p:cNvPr>
          <p:cNvSpPr>
            <a:spLocks/>
          </p:cNvSpPr>
          <p:nvPr/>
        </p:nvSpPr>
        <p:spPr>
          <a:xfrm>
            <a:off x="737094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3883">
            <a:extLst>
              <a:ext uri="{FF2B5EF4-FFF2-40B4-BE49-F238E27FC236}">
                <a16:creationId xmlns:a16="http://schemas.microsoft.com/office/drawing/2014/main" id="{4127178A-10D9-082D-6505-1E8C4A5E943B}"/>
              </a:ext>
            </a:extLst>
          </p:cNvPr>
          <p:cNvSpPr>
            <a:spLocks/>
          </p:cNvSpPr>
          <p:nvPr/>
        </p:nvSpPr>
        <p:spPr>
          <a:xfrm>
            <a:off x="732358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3884">
            <a:extLst>
              <a:ext uri="{FF2B5EF4-FFF2-40B4-BE49-F238E27FC236}">
                <a16:creationId xmlns:a16="http://schemas.microsoft.com/office/drawing/2014/main" id="{8647164F-68DB-0D5D-D36D-9817562B8A1D}"/>
              </a:ext>
            </a:extLst>
          </p:cNvPr>
          <p:cNvSpPr>
            <a:spLocks/>
          </p:cNvSpPr>
          <p:nvPr/>
        </p:nvSpPr>
        <p:spPr>
          <a:xfrm>
            <a:off x="73425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3885">
            <a:extLst>
              <a:ext uri="{FF2B5EF4-FFF2-40B4-BE49-F238E27FC236}">
                <a16:creationId xmlns:a16="http://schemas.microsoft.com/office/drawing/2014/main" id="{DA0D12B7-D1E0-A940-4B6F-870363E7DF47}"/>
              </a:ext>
            </a:extLst>
          </p:cNvPr>
          <p:cNvSpPr>
            <a:spLocks/>
          </p:cNvSpPr>
          <p:nvPr/>
        </p:nvSpPr>
        <p:spPr>
          <a:xfrm>
            <a:off x="731541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3886">
            <a:extLst>
              <a:ext uri="{FF2B5EF4-FFF2-40B4-BE49-F238E27FC236}">
                <a16:creationId xmlns:a16="http://schemas.microsoft.com/office/drawing/2014/main" id="{9B90223F-65DC-2B8A-9F43-2291CB2B2006}"/>
              </a:ext>
            </a:extLst>
          </p:cNvPr>
          <p:cNvSpPr>
            <a:spLocks/>
          </p:cNvSpPr>
          <p:nvPr/>
        </p:nvSpPr>
        <p:spPr>
          <a:xfrm>
            <a:off x="7368115" y="47408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3887">
            <a:extLst>
              <a:ext uri="{FF2B5EF4-FFF2-40B4-BE49-F238E27FC236}">
                <a16:creationId xmlns:a16="http://schemas.microsoft.com/office/drawing/2014/main" id="{55F39094-5C46-6A00-C8DF-56F8D5C59ACC}"/>
              </a:ext>
            </a:extLst>
          </p:cNvPr>
          <p:cNvSpPr>
            <a:spLocks/>
          </p:cNvSpPr>
          <p:nvPr/>
        </p:nvSpPr>
        <p:spPr>
          <a:xfrm>
            <a:off x="7360076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3888">
            <a:extLst>
              <a:ext uri="{FF2B5EF4-FFF2-40B4-BE49-F238E27FC236}">
                <a16:creationId xmlns:a16="http://schemas.microsoft.com/office/drawing/2014/main" id="{9FBF2154-DE46-A563-9DE3-7E0B7F06114B}"/>
              </a:ext>
            </a:extLst>
          </p:cNvPr>
          <p:cNvSpPr>
            <a:spLocks/>
          </p:cNvSpPr>
          <p:nvPr/>
        </p:nvSpPr>
        <p:spPr>
          <a:xfrm>
            <a:off x="731559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3889">
            <a:extLst>
              <a:ext uri="{FF2B5EF4-FFF2-40B4-BE49-F238E27FC236}">
                <a16:creationId xmlns:a16="http://schemas.microsoft.com/office/drawing/2014/main" id="{EABCA1FE-24E7-6C0D-E9AF-824B739B5CD3}"/>
              </a:ext>
            </a:extLst>
          </p:cNvPr>
          <p:cNvSpPr>
            <a:spLocks/>
          </p:cNvSpPr>
          <p:nvPr/>
        </p:nvSpPr>
        <p:spPr>
          <a:xfrm>
            <a:off x="7385829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3890">
            <a:extLst>
              <a:ext uri="{FF2B5EF4-FFF2-40B4-BE49-F238E27FC236}">
                <a16:creationId xmlns:a16="http://schemas.microsoft.com/office/drawing/2014/main" id="{81A81EC9-5CFC-21A6-CAAA-4418EF9B28AC}"/>
              </a:ext>
            </a:extLst>
          </p:cNvPr>
          <p:cNvSpPr>
            <a:spLocks/>
          </p:cNvSpPr>
          <p:nvPr/>
        </p:nvSpPr>
        <p:spPr>
          <a:xfrm>
            <a:off x="73752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3891">
            <a:extLst>
              <a:ext uri="{FF2B5EF4-FFF2-40B4-BE49-F238E27FC236}">
                <a16:creationId xmlns:a16="http://schemas.microsoft.com/office/drawing/2014/main" id="{18E2757D-BD8A-E0A2-D048-6DBA0F03FF15}"/>
              </a:ext>
            </a:extLst>
          </p:cNvPr>
          <p:cNvSpPr>
            <a:spLocks/>
          </p:cNvSpPr>
          <p:nvPr/>
        </p:nvSpPr>
        <p:spPr>
          <a:xfrm>
            <a:off x="7341857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3892">
            <a:extLst>
              <a:ext uri="{FF2B5EF4-FFF2-40B4-BE49-F238E27FC236}">
                <a16:creationId xmlns:a16="http://schemas.microsoft.com/office/drawing/2014/main" id="{FC78E435-C18E-EBC8-3E7B-59749FD97729}"/>
              </a:ext>
            </a:extLst>
          </p:cNvPr>
          <p:cNvSpPr>
            <a:spLocks/>
          </p:cNvSpPr>
          <p:nvPr/>
        </p:nvSpPr>
        <p:spPr>
          <a:xfrm>
            <a:off x="73929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3893">
            <a:extLst>
              <a:ext uri="{FF2B5EF4-FFF2-40B4-BE49-F238E27FC236}">
                <a16:creationId xmlns:a16="http://schemas.microsoft.com/office/drawing/2014/main" id="{86FF8B2D-9EB2-0102-1263-0CCFC0E3E55A}"/>
              </a:ext>
            </a:extLst>
          </p:cNvPr>
          <p:cNvSpPr>
            <a:spLocks/>
          </p:cNvSpPr>
          <p:nvPr/>
        </p:nvSpPr>
        <p:spPr>
          <a:xfrm>
            <a:off x="73802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3894">
            <a:extLst>
              <a:ext uri="{FF2B5EF4-FFF2-40B4-BE49-F238E27FC236}">
                <a16:creationId xmlns:a16="http://schemas.microsoft.com/office/drawing/2014/main" id="{E01144ED-6A3E-977F-6EA7-E4AB9B88A9E4}"/>
              </a:ext>
            </a:extLst>
          </p:cNvPr>
          <p:cNvSpPr>
            <a:spLocks/>
          </p:cNvSpPr>
          <p:nvPr/>
        </p:nvSpPr>
        <p:spPr>
          <a:xfrm>
            <a:off x="7404793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6" name="data_3895">
            <a:extLst>
              <a:ext uri="{FF2B5EF4-FFF2-40B4-BE49-F238E27FC236}">
                <a16:creationId xmlns:a16="http://schemas.microsoft.com/office/drawing/2014/main" id="{1D1BA18B-E385-C36E-E4B2-C32E1F30A48F}"/>
              </a:ext>
            </a:extLst>
          </p:cNvPr>
          <p:cNvSpPr>
            <a:spLocks/>
          </p:cNvSpPr>
          <p:nvPr/>
        </p:nvSpPr>
        <p:spPr>
          <a:xfrm>
            <a:off x="735962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7" name="data_3896">
            <a:extLst>
              <a:ext uri="{FF2B5EF4-FFF2-40B4-BE49-F238E27FC236}">
                <a16:creationId xmlns:a16="http://schemas.microsoft.com/office/drawing/2014/main" id="{B13C1C5C-6981-BF7A-F68D-1BAB01E6B617}"/>
              </a:ext>
            </a:extLst>
          </p:cNvPr>
          <p:cNvSpPr>
            <a:spLocks/>
          </p:cNvSpPr>
          <p:nvPr/>
        </p:nvSpPr>
        <p:spPr>
          <a:xfrm>
            <a:off x="7345156" y="54914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8" name="data_3897">
            <a:extLst>
              <a:ext uri="{FF2B5EF4-FFF2-40B4-BE49-F238E27FC236}">
                <a16:creationId xmlns:a16="http://schemas.microsoft.com/office/drawing/2014/main" id="{14928B91-FF43-FDCA-6E8E-12F18B805D3A}"/>
              </a:ext>
            </a:extLst>
          </p:cNvPr>
          <p:cNvSpPr>
            <a:spLocks/>
          </p:cNvSpPr>
          <p:nvPr/>
        </p:nvSpPr>
        <p:spPr>
          <a:xfrm>
            <a:off x="734810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9" name="data_3898">
            <a:extLst>
              <a:ext uri="{FF2B5EF4-FFF2-40B4-BE49-F238E27FC236}">
                <a16:creationId xmlns:a16="http://schemas.microsoft.com/office/drawing/2014/main" id="{EE2F3288-9B1B-5B48-A97B-5EA7D9541720}"/>
              </a:ext>
            </a:extLst>
          </p:cNvPr>
          <p:cNvSpPr>
            <a:spLocks/>
          </p:cNvSpPr>
          <p:nvPr/>
        </p:nvSpPr>
        <p:spPr>
          <a:xfrm>
            <a:off x="735459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0" name="data_3899">
            <a:extLst>
              <a:ext uri="{FF2B5EF4-FFF2-40B4-BE49-F238E27FC236}">
                <a16:creationId xmlns:a16="http://schemas.microsoft.com/office/drawing/2014/main" id="{31D396AC-83C1-57F8-575C-F50EE41C6D1E}"/>
              </a:ext>
            </a:extLst>
          </p:cNvPr>
          <p:cNvSpPr>
            <a:spLocks/>
          </p:cNvSpPr>
          <p:nvPr/>
        </p:nvSpPr>
        <p:spPr>
          <a:xfrm>
            <a:off x="737754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1" name="data_3900">
            <a:extLst>
              <a:ext uri="{FF2B5EF4-FFF2-40B4-BE49-F238E27FC236}">
                <a16:creationId xmlns:a16="http://schemas.microsoft.com/office/drawing/2014/main" id="{8E6DD395-6955-3452-EDE2-94BFE1FB01FB}"/>
              </a:ext>
            </a:extLst>
          </p:cNvPr>
          <p:cNvSpPr>
            <a:spLocks/>
          </p:cNvSpPr>
          <p:nvPr/>
        </p:nvSpPr>
        <p:spPr>
          <a:xfrm>
            <a:off x="738882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2" name="data_3901">
            <a:extLst>
              <a:ext uri="{FF2B5EF4-FFF2-40B4-BE49-F238E27FC236}">
                <a16:creationId xmlns:a16="http://schemas.microsoft.com/office/drawing/2014/main" id="{1F272373-D2D7-3525-0081-73EFDDB1616A}"/>
              </a:ext>
            </a:extLst>
          </p:cNvPr>
          <p:cNvSpPr>
            <a:spLocks/>
          </p:cNvSpPr>
          <p:nvPr/>
        </p:nvSpPr>
        <p:spPr>
          <a:xfrm>
            <a:off x="735278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3" name="data_3902">
            <a:extLst>
              <a:ext uri="{FF2B5EF4-FFF2-40B4-BE49-F238E27FC236}">
                <a16:creationId xmlns:a16="http://schemas.microsoft.com/office/drawing/2014/main" id="{CB5BA37D-3A06-A0A6-9EC8-CE03EAD4EC36}"/>
              </a:ext>
            </a:extLst>
          </p:cNvPr>
          <p:cNvSpPr>
            <a:spLocks/>
          </p:cNvSpPr>
          <p:nvPr/>
        </p:nvSpPr>
        <p:spPr>
          <a:xfrm>
            <a:off x="740730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4" name="data_3903">
            <a:extLst>
              <a:ext uri="{FF2B5EF4-FFF2-40B4-BE49-F238E27FC236}">
                <a16:creationId xmlns:a16="http://schemas.microsoft.com/office/drawing/2014/main" id="{5392703B-889D-CFE4-7744-F51A19A6690C}"/>
              </a:ext>
            </a:extLst>
          </p:cNvPr>
          <p:cNvSpPr>
            <a:spLocks/>
          </p:cNvSpPr>
          <p:nvPr/>
        </p:nvSpPr>
        <p:spPr>
          <a:xfrm>
            <a:off x="7384835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5" name="data_3904">
            <a:extLst>
              <a:ext uri="{FF2B5EF4-FFF2-40B4-BE49-F238E27FC236}">
                <a16:creationId xmlns:a16="http://schemas.microsoft.com/office/drawing/2014/main" id="{0A46C612-1FCF-B730-F23D-E084DCA02F83}"/>
              </a:ext>
            </a:extLst>
          </p:cNvPr>
          <p:cNvSpPr>
            <a:spLocks/>
          </p:cNvSpPr>
          <p:nvPr/>
        </p:nvSpPr>
        <p:spPr>
          <a:xfrm>
            <a:off x="741497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6" name="data_3905">
            <a:extLst>
              <a:ext uri="{FF2B5EF4-FFF2-40B4-BE49-F238E27FC236}">
                <a16:creationId xmlns:a16="http://schemas.microsoft.com/office/drawing/2014/main" id="{33FDB432-B9BB-C38C-F333-5207BA99030A}"/>
              </a:ext>
            </a:extLst>
          </p:cNvPr>
          <p:cNvSpPr>
            <a:spLocks/>
          </p:cNvSpPr>
          <p:nvPr/>
        </p:nvSpPr>
        <p:spPr>
          <a:xfrm>
            <a:off x="7408527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7" name="data_3906">
            <a:extLst>
              <a:ext uri="{FF2B5EF4-FFF2-40B4-BE49-F238E27FC236}">
                <a16:creationId xmlns:a16="http://schemas.microsoft.com/office/drawing/2014/main" id="{117E0002-9602-EF4A-80BD-557CEF492314}"/>
              </a:ext>
            </a:extLst>
          </p:cNvPr>
          <p:cNvSpPr>
            <a:spLocks/>
          </p:cNvSpPr>
          <p:nvPr/>
        </p:nvSpPr>
        <p:spPr>
          <a:xfrm>
            <a:off x="7403317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8" name="data_3907">
            <a:extLst>
              <a:ext uri="{FF2B5EF4-FFF2-40B4-BE49-F238E27FC236}">
                <a16:creationId xmlns:a16="http://schemas.microsoft.com/office/drawing/2014/main" id="{1EE78CE7-1FDA-2747-23BE-583EB2952DB5}"/>
              </a:ext>
            </a:extLst>
          </p:cNvPr>
          <p:cNvSpPr>
            <a:spLocks/>
          </p:cNvSpPr>
          <p:nvPr/>
        </p:nvSpPr>
        <p:spPr>
          <a:xfrm>
            <a:off x="730790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9" name="data_3908">
            <a:extLst>
              <a:ext uri="{FF2B5EF4-FFF2-40B4-BE49-F238E27FC236}">
                <a16:creationId xmlns:a16="http://schemas.microsoft.com/office/drawing/2014/main" id="{0E1057B6-1F29-11A5-00A9-E4A4BE176FA4}"/>
              </a:ext>
            </a:extLst>
          </p:cNvPr>
          <p:cNvSpPr>
            <a:spLocks/>
          </p:cNvSpPr>
          <p:nvPr/>
        </p:nvSpPr>
        <p:spPr>
          <a:xfrm>
            <a:off x="7422753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0" name="data_3909">
            <a:extLst>
              <a:ext uri="{FF2B5EF4-FFF2-40B4-BE49-F238E27FC236}">
                <a16:creationId xmlns:a16="http://schemas.microsoft.com/office/drawing/2014/main" id="{45B04DA0-5060-1392-D385-9329D7A39DE7}"/>
              </a:ext>
            </a:extLst>
          </p:cNvPr>
          <p:cNvSpPr>
            <a:spLocks/>
          </p:cNvSpPr>
          <p:nvPr/>
        </p:nvSpPr>
        <p:spPr>
          <a:xfrm>
            <a:off x="736686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1" name="data_3910">
            <a:extLst>
              <a:ext uri="{FF2B5EF4-FFF2-40B4-BE49-F238E27FC236}">
                <a16:creationId xmlns:a16="http://schemas.microsoft.com/office/drawing/2014/main" id="{F8333D86-ABFE-22F7-6750-F281BF5A8CE7}"/>
              </a:ext>
            </a:extLst>
          </p:cNvPr>
          <p:cNvSpPr>
            <a:spLocks/>
          </p:cNvSpPr>
          <p:nvPr/>
        </p:nvSpPr>
        <p:spPr>
          <a:xfrm>
            <a:off x="740098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2" name="data_3911">
            <a:extLst>
              <a:ext uri="{FF2B5EF4-FFF2-40B4-BE49-F238E27FC236}">
                <a16:creationId xmlns:a16="http://schemas.microsoft.com/office/drawing/2014/main" id="{466A0EFA-4AAE-0CF1-92FD-8353CE678C9E}"/>
              </a:ext>
            </a:extLst>
          </p:cNvPr>
          <p:cNvSpPr>
            <a:spLocks/>
          </p:cNvSpPr>
          <p:nvPr/>
        </p:nvSpPr>
        <p:spPr>
          <a:xfrm>
            <a:off x="735392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3" name="data_3912">
            <a:extLst>
              <a:ext uri="{FF2B5EF4-FFF2-40B4-BE49-F238E27FC236}">
                <a16:creationId xmlns:a16="http://schemas.microsoft.com/office/drawing/2014/main" id="{78F56CE1-8A90-DD23-6421-D45387AECDB9}"/>
              </a:ext>
            </a:extLst>
          </p:cNvPr>
          <p:cNvSpPr>
            <a:spLocks/>
          </p:cNvSpPr>
          <p:nvPr/>
        </p:nvSpPr>
        <p:spPr>
          <a:xfrm>
            <a:off x="7309935" y="54331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4" name="data_3913">
            <a:extLst>
              <a:ext uri="{FF2B5EF4-FFF2-40B4-BE49-F238E27FC236}">
                <a16:creationId xmlns:a16="http://schemas.microsoft.com/office/drawing/2014/main" id="{D166F5CA-2B22-A454-7482-D5B0C1753CE7}"/>
              </a:ext>
            </a:extLst>
          </p:cNvPr>
          <p:cNvSpPr>
            <a:spLocks/>
          </p:cNvSpPr>
          <p:nvPr/>
        </p:nvSpPr>
        <p:spPr>
          <a:xfrm>
            <a:off x="735798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5" name="data_3914">
            <a:extLst>
              <a:ext uri="{FF2B5EF4-FFF2-40B4-BE49-F238E27FC236}">
                <a16:creationId xmlns:a16="http://schemas.microsoft.com/office/drawing/2014/main" id="{034EA843-604F-8F29-8E08-69A03BF1A474}"/>
              </a:ext>
            </a:extLst>
          </p:cNvPr>
          <p:cNvSpPr>
            <a:spLocks/>
          </p:cNvSpPr>
          <p:nvPr/>
        </p:nvSpPr>
        <p:spPr>
          <a:xfrm>
            <a:off x="731958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6" name="data_3915">
            <a:extLst>
              <a:ext uri="{FF2B5EF4-FFF2-40B4-BE49-F238E27FC236}">
                <a16:creationId xmlns:a16="http://schemas.microsoft.com/office/drawing/2014/main" id="{47DADB15-851C-B8C0-E924-F267CC8D2EEF}"/>
              </a:ext>
            </a:extLst>
          </p:cNvPr>
          <p:cNvSpPr>
            <a:spLocks/>
          </p:cNvSpPr>
          <p:nvPr/>
        </p:nvSpPr>
        <p:spPr>
          <a:xfrm>
            <a:off x="733997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7" name="data_3916">
            <a:extLst>
              <a:ext uri="{FF2B5EF4-FFF2-40B4-BE49-F238E27FC236}">
                <a16:creationId xmlns:a16="http://schemas.microsoft.com/office/drawing/2014/main" id="{ADC5B014-A66B-48B3-7A6B-09E1783D54E3}"/>
              </a:ext>
            </a:extLst>
          </p:cNvPr>
          <p:cNvSpPr>
            <a:spLocks/>
          </p:cNvSpPr>
          <p:nvPr/>
        </p:nvSpPr>
        <p:spPr>
          <a:xfrm>
            <a:off x="738162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8" name="data_3917">
            <a:extLst>
              <a:ext uri="{FF2B5EF4-FFF2-40B4-BE49-F238E27FC236}">
                <a16:creationId xmlns:a16="http://schemas.microsoft.com/office/drawing/2014/main" id="{AB1E5365-608B-3B1A-809A-B1E66539C687}"/>
              </a:ext>
            </a:extLst>
          </p:cNvPr>
          <p:cNvSpPr>
            <a:spLocks/>
          </p:cNvSpPr>
          <p:nvPr/>
        </p:nvSpPr>
        <p:spPr>
          <a:xfrm>
            <a:off x="7344257" y="47931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9" name="data_3918">
            <a:extLst>
              <a:ext uri="{FF2B5EF4-FFF2-40B4-BE49-F238E27FC236}">
                <a16:creationId xmlns:a16="http://schemas.microsoft.com/office/drawing/2014/main" id="{6FBC459F-70CD-F458-EAE9-42E241C62CFF}"/>
              </a:ext>
            </a:extLst>
          </p:cNvPr>
          <p:cNvSpPr>
            <a:spLocks/>
          </p:cNvSpPr>
          <p:nvPr/>
        </p:nvSpPr>
        <p:spPr>
          <a:xfrm>
            <a:off x="740457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0" name="data_3919">
            <a:extLst>
              <a:ext uri="{FF2B5EF4-FFF2-40B4-BE49-F238E27FC236}">
                <a16:creationId xmlns:a16="http://schemas.microsoft.com/office/drawing/2014/main" id="{446C1880-F035-2517-AC20-C3A7AA0F36E1}"/>
              </a:ext>
            </a:extLst>
          </p:cNvPr>
          <p:cNvSpPr>
            <a:spLocks/>
          </p:cNvSpPr>
          <p:nvPr/>
        </p:nvSpPr>
        <p:spPr>
          <a:xfrm>
            <a:off x="741936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1" name="data_3920">
            <a:extLst>
              <a:ext uri="{FF2B5EF4-FFF2-40B4-BE49-F238E27FC236}">
                <a16:creationId xmlns:a16="http://schemas.microsoft.com/office/drawing/2014/main" id="{4F6393B5-48ED-E13C-06A6-32F1BB0112AE}"/>
              </a:ext>
            </a:extLst>
          </p:cNvPr>
          <p:cNvSpPr>
            <a:spLocks/>
          </p:cNvSpPr>
          <p:nvPr/>
        </p:nvSpPr>
        <p:spPr>
          <a:xfrm>
            <a:off x="7366905" y="62471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2" name="data_3921">
            <a:extLst>
              <a:ext uri="{FF2B5EF4-FFF2-40B4-BE49-F238E27FC236}">
                <a16:creationId xmlns:a16="http://schemas.microsoft.com/office/drawing/2014/main" id="{630EDD94-4718-DB72-B838-85D2FF0E043C}"/>
              </a:ext>
            </a:extLst>
          </p:cNvPr>
          <p:cNvSpPr>
            <a:spLocks/>
          </p:cNvSpPr>
          <p:nvPr/>
        </p:nvSpPr>
        <p:spPr>
          <a:xfrm>
            <a:off x="734991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3" name="data_3922">
            <a:extLst>
              <a:ext uri="{FF2B5EF4-FFF2-40B4-BE49-F238E27FC236}">
                <a16:creationId xmlns:a16="http://schemas.microsoft.com/office/drawing/2014/main" id="{2A8B7D68-FBA2-231D-CF05-7F18EDD19F7D}"/>
              </a:ext>
            </a:extLst>
          </p:cNvPr>
          <p:cNvSpPr>
            <a:spLocks/>
          </p:cNvSpPr>
          <p:nvPr/>
        </p:nvSpPr>
        <p:spPr>
          <a:xfrm>
            <a:off x="735294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4" name="data_3923">
            <a:extLst>
              <a:ext uri="{FF2B5EF4-FFF2-40B4-BE49-F238E27FC236}">
                <a16:creationId xmlns:a16="http://schemas.microsoft.com/office/drawing/2014/main" id="{F8EE1DED-B5CC-0A48-B61A-B28E0D94656B}"/>
              </a:ext>
            </a:extLst>
          </p:cNvPr>
          <p:cNvSpPr>
            <a:spLocks/>
          </p:cNvSpPr>
          <p:nvPr/>
        </p:nvSpPr>
        <p:spPr>
          <a:xfrm>
            <a:off x="73466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5" name="data_3924">
            <a:extLst>
              <a:ext uri="{FF2B5EF4-FFF2-40B4-BE49-F238E27FC236}">
                <a16:creationId xmlns:a16="http://schemas.microsoft.com/office/drawing/2014/main" id="{2D541495-0F41-888E-0979-FEEC013FD431}"/>
              </a:ext>
            </a:extLst>
          </p:cNvPr>
          <p:cNvSpPr>
            <a:spLocks/>
          </p:cNvSpPr>
          <p:nvPr/>
        </p:nvSpPr>
        <p:spPr>
          <a:xfrm>
            <a:off x="741598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6" name="data_3925">
            <a:extLst>
              <a:ext uri="{FF2B5EF4-FFF2-40B4-BE49-F238E27FC236}">
                <a16:creationId xmlns:a16="http://schemas.microsoft.com/office/drawing/2014/main" id="{68867536-F34B-F7BF-E96E-D953F09178BF}"/>
              </a:ext>
            </a:extLst>
          </p:cNvPr>
          <p:cNvSpPr>
            <a:spLocks/>
          </p:cNvSpPr>
          <p:nvPr/>
        </p:nvSpPr>
        <p:spPr>
          <a:xfrm>
            <a:off x="732604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7" name="data_3926">
            <a:extLst>
              <a:ext uri="{FF2B5EF4-FFF2-40B4-BE49-F238E27FC236}">
                <a16:creationId xmlns:a16="http://schemas.microsoft.com/office/drawing/2014/main" id="{E09CBA84-4EFC-526D-10D5-EAA292E26CC5}"/>
              </a:ext>
            </a:extLst>
          </p:cNvPr>
          <p:cNvSpPr>
            <a:spLocks/>
          </p:cNvSpPr>
          <p:nvPr/>
        </p:nvSpPr>
        <p:spPr>
          <a:xfrm>
            <a:off x="734585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8" name="data_3927">
            <a:extLst>
              <a:ext uri="{FF2B5EF4-FFF2-40B4-BE49-F238E27FC236}">
                <a16:creationId xmlns:a16="http://schemas.microsoft.com/office/drawing/2014/main" id="{4EB13001-F0F9-5087-5443-2A63035965BA}"/>
              </a:ext>
            </a:extLst>
          </p:cNvPr>
          <p:cNvSpPr>
            <a:spLocks/>
          </p:cNvSpPr>
          <p:nvPr/>
        </p:nvSpPr>
        <p:spPr>
          <a:xfrm>
            <a:off x="7352599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9" name="data_3928">
            <a:extLst>
              <a:ext uri="{FF2B5EF4-FFF2-40B4-BE49-F238E27FC236}">
                <a16:creationId xmlns:a16="http://schemas.microsoft.com/office/drawing/2014/main" id="{83D1B92E-EE3F-1097-A66D-F22BB98E65FE}"/>
              </a:ext>
            </a:extLst>
          </p:cNvPr>
          <p:cNvSpPr>
            <a:spLocks/>
          </p:cNvSpPr>
          <p:nvPr/>
        </p:nvSpPr>
        <p:spPr>
          <a:xfrm>
            <a:off x="7389790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0" name="data_3929">
            <a:extLst>
              <a:ext uri="{FF2B5EF4-FFF2-40B4-BE49-F238E27FC236}">
                <a16:creationId xmlns:a16="http://schemas.microsoft.com/office/drawing/2014/main" id="{EA02B25C-4622-3EB6-61C0-2C6FC5CE54C1}"/>
              </a:ext>
            </a:extLst>
          </p:cNvPr>
          <p:cNvSpPr>
            <a:spLocks/>
          </p:cNvSpPr>
          <p:nvPr/>
        </p:nvSpPr>
        <p:spPr>
          <a:xfrm>
            <a:off x="735585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1" name="data_3930">
            <a:extLst>
              <a:ext uri="{FF2B5EF4-FFF2-40B4-BE49-F238E27FC236}">
                <a16:creationId xmlns:a16="http://schemas.microsoft.com/office/drawing/2014/main" id="{9F10F822-38C6-694B-CC60-F30DEE6A65DC}"/>
              </a:ext>
            </a:extLst>
          </p:cNvPr>
          <p:cNvSpPr>
            <a:spLocks/>
          </p:cNvSpPr>
          <p:nvPr/>
        </p:nvSpPr>
        <p:spPr>
          <a:xfrm>
            <a:off x="7393484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2" name="data_3931">
            <a:extLst>
              <a:ext uri="{FF2B5EF4-FFF2-40B4-BE49-F238E27FC236}">
                <a16:creationId xmlns:a16="http://schemas.microsoft.com/office/drawing/2014/main" id="{FD01BDE0-6FAA-4382-915F-3172CD0EDCB0}"/>
              </a:ext>
            </a:extLst>
          </p:cNvPr>
          <p:cNvSpPr>
            <a:spLocks/>
          </p:cNvSpPr>
          <p:nvPr/>
        </p:nvSpPr>
        <p:spPr>
          <a:xfrm>
            <a:off x="7377540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3" name="data_3932">
            <a:extLst>
              <a:ext uri="{FF2B5EF4-FFF2-40B4-BE49-F238E27FC236}">
                <a16:creationId xmlns:a16="http://schemas.microsoft.com/office/drawing/2014/main" id="{59A9ED2E-C3F7-10FB-34D6-42AEB4FB4A5B}"/>
              </a:ext>
            </a:extLst>
          </p:cNvPr>
          <p:cNvSpPr>
            <a:spLocks/>
          </p:cNvSpPr>
          <p:nvPr/>
        </p:nvSpPr>
        <p:spPr>
          <a:xfrm>
            <a:off x="76498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4" name="data_3933">
            <a:extLst>
              <a:ext uri="{FF2B5EF4-FFF2-40B4-BE49-F238E27FC236}">
                <a16:creationId xmlns:a16="http://schemas.microsoft.com/office/drawing/2014/main" id="{52DD27FB-2EAA-610A-52AB-13EAE1347E87}"/>
              </a:ext>
            </a:extLst>
          </p:cNvPr>
          <p:cNvSpPr>
            <a:spLocks/>
          </p:cNvSpPr>
          <p:nvPr/>
        </p:nvSpPr>
        <p:spPr>
          <a:xfrm>
            <a:off x="7649768" y="49473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5" name="data_3934">
            <a:extLst>
              <a:ext uri="{FF2B5EF4-FFF2-40B4-BE49-F238E27FC236}">
                <a16:creationId xmlns:a16="http://schemas.microsoft.com/office/drawing/2014/main" id="{E4D3331D-C01C-0BDA-8D0F-7EAAECB427A8}"/>
              </a:ext>
            </a:extLst>
          </p:cNvPr>
          <p:cNvSpPr>
            <a:spLocks/>
          </p:cNvSpPr>
          <p:nvPr/>
        </p:nvSpPr>
        <p:spPr>
          <a:xfrm>
            <a:off x="764333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6" name="data_3935">
            <a:extLst>
              <a:ext uri="{FF2B5EF4-FFF2-40B4-BE49-F238E27FC236}">
                <a16:creationId xmlns:a16="http://schemas.microsoft.com/office/drawing/2014/main" id="{4745DD65-7DFA-136F-F553-48413B030083}"/>
              </a:ext>
            </a:extLst>
          </p:cNvPr>
          <p:cNvSpPr>
            <a:spLocks/>
          </p:cNvSpPr>
          <p:nvPr/>
        </p:nvSpPr>
        <p:spPr>
          <a:xfrm>
            <a:off x="76552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7" name="data_3936">
            <a:extLst>
              <a:ext uri="{FF2B5EF4-FFF2-40B4-BE49-F238E27FC236}">
                <a16:creationId xmlns:a16="http://schemas.microsoft.com/office/drawing/2014/main" id="{84C8B1A8-EC9F-36FB-1033-D74BAD7EDE05}"/>
              </a:ext>
            </a:extLst>
          </p:cNvPr>
          <p:cNvSpPr>
            <a:spLocks/>
          </p:cNvSpPr>
          <p:nvPr/>
        </p:nvSpPr>
        <p:spPr>
          <a:xfrm>
            <a:off x="7604030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8" name="data_3937">
            <a:extLst>
              <a:ext uri="{FF2B5EF4-FFF2-40B4-BE49-F238E27FC236}">
                <a16:creationId xmlns:a16="http://schemas.microsoft.com/office/drawing/2014/main" id="{6DB1A2CC-38D4-C279-E1E5-DF72B5EE7C96}"/>
              </a:ext>
            </a:extLst>
          </p:cNvPr>
          <p:cNvSpPr>
            <a:spLocks/>
          </p:cNvSpPr>
          <p:nvPr/>
        </p:nvSpPr>
        <p:spPr>
          <a:xfrm>
            <a:off x="7666735" y="55210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9" name="data_3938">
            <a:extLst>
              <a:ext uri="{FF2B5EF4-FFF2-40B4-BE49-F238E27FC236}">
                <a16:creationId xmlns:a16="http://schemas.microsoft.com/office/drawing/2014/main" id="{EB736A76-5E70-4912-072E-AE81D98AB76F}"/>
              </a:ext>
            </a:extLst>
          </p:cNvPr>
          <p:cNvSpPr>
            <a:spLocks/>
          </p:cNvSpPr>
          <p:nvPr/>
        </p:nvSpPr>
        <p:spPr>
          <a:xfrm>
            <a:off x="762391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0" name="data_3939">
            <a:extLst>
              <a:ext uri="{FF2B5EF4-FFF2-40B4-BE49-F238E27FC236}">
                <a16:creationId xmlns:a16="http://schemas.microsoft.com/office/drawing/2014/main" id="{F57AC36A-F252-10CD-D7FF-954CCAFA557A}"/>
              </a:ext>
            </a:extLst>
          </p:cNvPr>
          <p:cNvSpPr>
            <a:spLocks/>
          </p:cNvSpPr>
          <p:nvPr/>
        </p:nvSpPr>
        <p:spPr>
          <a:xfrm>
            <a:off x="756792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1" name="data_3940">
            <a:extLst>
              <a:ext uri="{FF2B5EF4-FFF2-40B4-BE49-F238E27FC236}">
                <a16:creationId xmlns:a16="http://schemas.microsoft.com/office/drawing/2014/main" id="{33D397EA-7ED4-313F-A7BA-8EEB89A95875}"/>
              </a:ext>
            </a:extLst>
          </p:cNvPr>
          <p:cNvSpPr>
            <a:spLocks/>
          </p:cNvSpPr>
          <p:nvPr/>
        </p:nvSpPr>
        <p:spPr>
          <a:xfrm>
            <a:off x="755741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2" name="data_3941">
            <a:extLst>
              <a:ext uri="{FF2B5EF4-FFF2-40B4-BE49-F238E27FC236}">
                <a16:creationId xmlns:a16="http://schemas.microsoft.com/office/drawing/2014/main" id="{FD94885F-B507-876C-EF3A-AB9B1EA913D6}"/>
              </a:ext>
            </a:extLst>
          </p:cNvPr>
          <p:cNvSpPr>
            <a:spLocks/>
          </p:cNvSpPr>
          <p:nvPr/>
        </p:nvSpPr>
        <p:spPr>
          <a:xfrm>
            <a:off x="76514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3" name="data_3942">
            <a:extLst>
              <a:ext uri="{FF2B5EF4-FFF2-40B4-BE49-F238E27FC236}">
                <a16:creationId xmlns:a16="http://schemas.microsoft.com/office/drawing/2014/main" id="{AF8452D9-015F-252E-975A-8008173743A8}"/>
              </a:ext>
            </a:extLst>
          </p:cNvPr>
          <p:cNvSpPr>
            <a:spLocks/>
          </p:cNvSpPr>
          <p:nvPr/>
        </p:nvSpPr>
        <p:spPr>
          <a:xfrm>
            <a:off x="762311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4" name="data_3943">
            <a:extLst>
              <a:ext uri="{FF2B5EF4-FFF2-40B4-BE49-F238E27FC236}">
                <a16:creationId xmlns:a16="http://schemas.microsoft.com/office/drawing/2014/main" id="{350C10A0-C06A-A79D-5B5F-BD0D39FAEDC6}"/>
              </a:ext>
            </a:extLst>
          </p:cNvPr>
          <p:cNvSpPr>
            <a:spLocks/>
          </p:cNvSpPr>
          <p:nvPr/>
        </p:nvSpPr>
        <p:spPr>
          <a:xfrm>
            <a:off x="758553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5" name="data_3944">
            <a:extLst>
              <a:ext uri="{FF2B5EF4-FFF2-40B4-BE49-F238E27FC236}">
                <a16:creationId xmlns:a16="http://schemas.microsoft.com/office/drawing/2014/main" id="{746CD894-7060-7182-33C0-FD8A53AB0723}"/>
              </a:ext>
            </a:extLst>
          </p:cNvPr>
          <p:cNvSpPr>
            <a:spLocks/>
          </p:cNvSpPr>
          <p:nvPr/>
        </p:nvSpPr>
        <p:spPr>
          <a:xfrm>
            <a:off x="7619933" y="48226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6" name="data_3945">
            <a:extLst>
              <a:ext uri="{FF2B5EF4-FFF2-40B4-BE49-F238E27FC236}">
                <a16:creationId xmlns:a16="http://schemas.microsoft.com/office/drawing/2014/main" id="{B911BEB7-F3D8-537D-7096-EA2B96BED4FB}"/>
              </a:ext>
            </a:extLst>
          </p:cNvPr>
          <p:cNvSpPr>
            <a:spLocks/>
          </p:cNvSpPr>
          <p:nvPr/>
        </p:nvSpPr>
        <p:spPr>
          <a:xfrm>
            <a:off x="7624785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7" name="data_3946">
            <a:extLst>
              <a:ext uri="{FF2B5EF4-FFF2-40B4-BE49-F238E27FC236}">
                <a16:creationId xmlns:a16="http://schemas.microsoft.com/office/drawing/2014/main" id="{F31A233C-DAF1-E205-71A9-20E8BE8B8930}"/>
              </a:ext>
            </a:extLst>
          </p:cNvPr>
          <p:cNvSpPr>
            <a:spLocks/>
          </p:cNvSpPr>
          <p:nvPr/>
        </p:nvSpPr>
        <p:spPr>
          <a:xfrm>
            <a:off x="755977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8" name="data_3947">
            <a:extLst>
              <a:ext uri="{FF2B5EF4-FFF2-40B4-BE49-F238E27FC236}">
                <a16:creationId xmlns:a16="http://schemas.microsoft.com/office/drawing/2014/main" id="{75E1BA3A-8F72-F2B9-32E5-0886BB000AFC}"/>
              </a:ext>
            </a:extLst>
          </p:cNvPr>
          <p:cNvSpPr>
            <a:spLocks/>
          </p:cNvSpPr>
          <p:nvPr/>
        </p:nvSpPr>
        <p:spPr>
          <a:xfrm>
            <a:off x="764603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9" name="data_3948">
            <a:extLst>
              <a:ext uri="{FF2B5EF4-FFF2-40B4-BE49-F238E27FC236}">
                <a16:creationId xmlns:a16="http://schemas.microsoft.com/office/drawing/2014/main" id="{B859AF62-F117-FBED-EED3-EF9133595AEC}"/>
              </a:ext>
            </a:extLst>
          </p:cNvPr>
          <p:cNvSpPr>
            <a:spLocks/>
          </p:cNvSpPr>
          <p:nvPr/>
        </p:nvSpPr>
        <p:spPr>
          <a:xfrm>
            <a:off x="76665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0" name="data_3949">
            <a:extLst>
              <a:ext uri="{FF2B5EF4-FFF2-40B4-BE49-F238E27FC236}">
                <a16:creationId xmlns:a16="http://schemas.microsoft.com/office/drawing/2014/main" id="{56FA0708-1DA8-0E69-1381-3D2F531BB828}"/>
              </a:ext>
            </a:extLst>
          </p:cNvPr>
          <p:cNvSpPr>
            <a:spLocks/>
          </p:cNvSpPr>
          <p:nvPr/>
        </p:nvSpPr>
        <p:spPr>
          <a:xfrm>
            <a:off x="760747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1" name="data_3950">
            <a:extLst>
              <a:ext uri="{FF2B5EF4-FFF2-40B4-BE49-F238E27FC236}">
                <a16:creationId xmlns:a16="http://schemas.microsoft.com/office/drawing/2014/main" id="{6A349183-F043-2377-A1A4-C1F301C92C71}"/>
              </a:ext>
            </a:extLst>
          </p:cNvPr>
          <p:cNvSpPr>
            <a:spLocks/>
          </p:cNvSpPr>
          <p:nvPr/>
        </p:nvSpPr>
        <p:spPr>
          <a:xfrm>
            <a:off x="7631007" y="49968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2" name="data_3951">
            <a:extLst>
              <a:ext uri="{FF2B5EF4-FFF2-40B4-BE49-F238E27FC236}">
                <a16:creationId xmlns:a16="http://schemas.microsoft.com/office/drawing/2014/main" id="{58408FB9-5813-5ABA-6886-476525925095}"/>
              </a:ext>
            </a:extLst>
          </p:cNvPr>
          <p:cNvSpPr>
            <a:spLocks/>
          </p:cNvSpPr>
          <p:nvPr/>
        </p:nvSpPr>
        <p:spPr>
          <a:xfrm>
            <a:off x="765123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3" name="data_3952">
            <a:extLst>
              <a:ext uri="{FF2B5EF4-FFF2-40B4-BE49-F238E27FC236}">
                <a16:creationId xmlns:a16="http://schemas.microsoft.com/office/drawing/2014/main" id="{0D59E519-4CC9-35D5-DC10-73FB9595D4FE}"/>
              </a:ext>
            </a:extLst>
          </p:cNvPr>
          <p:cNvSpPr>
            <a:spLocks/>
          </p:cNvSpPr>
          <p:nvPr/>
        </p:nvSpPr>
        <p:spPr>
          <a:xfrm>
            <a:off x="7579744" y="62225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4" name="data_3953">
            <a:extLst>
              <a:ext uri="{FF2B5EF4-FFF2-40B4-BE49-F238E27FC236}">
                <a16:creationId xmlns:a16="http://schemas.microsoft.com/office/drawing/2014/main" id="{1AB64162-655B-562E-23AF-6B224260D93A}"/>
              </a:ext>
            </a:extLst>
          </p:cNvPr>
          <p:cNvSpPr>
            <a:spLocks/>
          </p:cNvSpPr>
          <p:nvPr/>
        </p:nvSpPr>
        <p:spPr>
          <a:xfrm>
            <a:off x="762566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5" name="data_3954">
            <a:extLst>
              <a:ext uri="{FF2B5EF4-FFF2-40B4-BE49-F238E27FC236}">
                <a16:creationId xmlns:a16="http://schemas.microsoft.com/office/drawing/2014/main" id="{9820C217-ED16-7E21-103B-C0AB07AFD591}"/>
              </a:ext>
            </a:extLst>
          </p:cNvPr>
          <p:cNvSpPr>
            <a:spLocks/>
          </p:cNvSpPr>
          <p:nvPr/>
        </p:nvSpPr>
        <p:spPr>
          <a:xfrm>
            <a:off x="76750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6" name="data_3955">
            <a:extLst>
              <a:ext uri="{FF2B5EF4-FFF2-40B4-BE49-F238E27FC236}">
                <a16:creationId xmlns:a16="http://schemas.microsoft.com/office/drawing/2014/main" id="{DFFE74C6-CF75-5F98-FF16-70D78ADE1ED9}"/>
              </a:ext>
            </a:extLst>
          </p:cNvPr>
          <p:cNvSpPr>
            <a:spLocks/>
          </p:cNvSpPr>
          <p:nvPr/>
        </p:nvSpPr>
        <p:spPr>
          <a:xfrm>
            <a:off x="75820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7" name="data_3956">
            <a:extLst>
              <a:ext uri="{FF2B5EF4-FFF2-40B4-BE49-F238E27FC236}">
                <a16:creationId xmlns:a16="http://schemas.microsoft.com/office/drawing/2014/main" id="{263A8F5D-374A-0CD6-E1D6-668EADA009F8}"/>
              </a:ext>
            </a:extLst>
          </p:cNvPr>
          <p:cNvSpPr>
            <a:spLocks/>
          </p:cNvSpPr>
          <p:nvPr/>
        </p:nvSpPr>
        <p:spPr>
          <a:xfrm>
            <a:off x="761438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8" name="data_3957">
            <a:extLst>
              <a:ext uri="{FF2B5EF4-FFF2-40B4-BE49-F238E27FC236}">
                <a16:creationId xmlns:a16="http://schemas.microsoft.com/office/drawing/2014/main" id="{59BE0B3C-9B22-32E6-DC43-D3C966A9CC04}"/>
              </a:ext>
            </a:extLst>
          </p:cNvPr>
          <p:cNvSpPr>
            <a:spLocks/>
          </p:cNvSpPr>
          <p:nvPr/>
        </p:nvSpPr>
        <p:spPr>
          <a:xfrm>
            <a:off x="7590766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9" name="data_3958">
            <a:extLst>
              <a:ext uri="{FF2B5EF4-FFF2-40B4-BE49-F238E27FC236}">
                <a16:creationId xmlns:a16="http://schemas.microsoft.com/office/drawing/2014/main" id="{159195B5-165F-DEC5-5F26-2485EF04AC3B}"/>
              </a:ext>
            </a:extLst>
          </p:cNvPr>
          <p:cNvSpPr>
            <a:spLocks/>
          </p:cNvSpPr>
          <p:nvPr/>
        </p:nvSpPr>
        <p:spPr>
          <a:xfrm>
            <a:off x="762031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0" name="data_3959">
            <a:extLst>
              <a:ext uri="{FF2B5EF4-FFF2-40B4-BE49-F238E27FC236}">
                <a16:creationId xmlns:a16="http://schemas.microsoft.com/office/drawing/2014/main" id="{5ABCD165-3817-9AF1-6260-C2FB45993AEB}"/>
              </a:ext>
            </a:extLst>
          </p:cNvPr>
          <p:cNvSpPr>
            <a:spLocks/>
          </p:cNvSpPr>
          <p:nvPr/>
        </p:nvSpPr>
        <p:spPr>
          <a:xfrm>
            <a:off x="764523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1" name="data_3960">
            <a:extLst>
              <a:ext uri="{FF2B5EF4-FFF2-40B4-BE49-F238E27FC236}">
                <a16:creationId xmlns:a16="http://schemas.microsoft.com/office/drawing/2014/main" id="{1C69F5EF-1134-ECEE-2609-DB2FF398ECCA}"/>
              </a:ext>
            </a:extLst>
          </p:cNvPr>
          <p:cNvSpPr>
            <a:spLocks/>
          </p:cNvSpPr>
          <p:nvPr/>
        </p:nvSpPr>
        <p:spPr>
          <a:xfrm>
            <a:off x="76329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2" name="data_3961">
            <a:extLst>
              <a:ext uri="{FF2B5EF4-FFF2-40B4-BE49-F238E27FC236}">
                <a16:creationId xmlns:a16="http://schemas.microsoft.com/office/drawing/2014/main" id="{C73E002E-7E11-FC65-2700-A7BF85030B85}"/>
              </a:ext>
            </a:extLst>
          </p:cNvPr>
          <p:cNvSpPr>
            <a:spLocks/>
          </p:cNvSpPr>
          <p:nvPr/>
        </p:nvSpPr>
        <p:spPr>
          <a:xfrm>
            <a:off x="7603178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3" name="data_3962">
            <a:extLst>
              <a:ext uri="{FF2B5EF4-FFF2-40B4-BE49-F238E27FC236}">
                <a16:creationId xmlns:a16="http://schemas.microsoft.com/office/drawing/2014/main" id="{CD4BDCBB-20DA-A680-CCE2-6FB893F3F4C7}"/>
              </a:ext>
            </a:extLst>
          </p:cNvPr>
          <p:cNvSpPr>
            <a:spLocks/>
          </p:cNvSpPr>
          <p:nvPr/>
        </p:nvSpPr>
        <p:spPr>
          <a:xfrm>
            <a:off x="761612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4" name="data_3963">
            <a:extLst>
              <a:ext uri="{FF2B5EF4-FFF2-40B4-BE49-F238E27FC236}">
                <a16:creationId xmlns:a16="http://schemas.microsoft.com/office/drawing/2014/main" id="{150230EB-4D3E-F7CF-5181-FCBED9630D37}"/>
              </a:ext>
            </a:extLst>
          </p:cNvPr>
          <p:cNvSpPr>
            <a:spLocks/>
          </p:cNvSpPr>
          <p:nvPr/>
        </p:nvSpPr>
        <p:spPr>
          <a:xfrm>
            <a:off x="756934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5" name="data_3964">
            <a:extLst>
              <a:ext uri="{FF2B5EF4-FFF2-40B4-BE49-F238E27FC236}">
                <a16:creationId xmlns:a16="http://schemas.microsoft.com/office/drawing/2014/main" id="{A52C05AE-F615-9838-7283-1A62B00F5AA6}"/>
              </a:ext>
            </a:extLst>
          </p:cNvPr>
          <p:cNvSpPr>
            <a:spLocks/>
          </p:cNvSpPr>
          <p:nvPr/>
        </p:nvSpPr>
        <p:spPr>
          <a:xfrm>
            <a:off x="7662756" y="51805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6" name="data_3965">
            <a:extLst>
              <a:ext uri="{FF2B5EF4-FFF2-40B4-BE49-F238E27FC236}">
                <a16:creationId xmlns:a16="http://schemas.microsoft.com/office/drawing/2014/main" id="{BFD7A0FE-5F67-ED25-2B27-DBBE1274FEF0}"/>
              </a:ext>
            </a:extLst>
          </p:cNvPr>
          <p:cNvSpPr>
            <a:spLocks/>
          </p:cNvSpPr>
          <p:nvPr/>
        </p:nvSpPr>
        <p:spPr>
          <a:xfrm>
            <a:off x="756312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7" name="data_3966">
            <a:extLst>
              <a:ext uri="{FF2B5EF4-FFF2-40B4-BE49-F238E27FC236}">
                <a16:creationId xmlns:a16="http://schemas.microsoft.com/office/drawing/2014/main" id="{6B84F101-84EC-7A97-CBCB-758CDA5D5D46}"/>
              </a:ext>
            </a:extLst>
          </p:cNvPr>
          <p:cNvSpPr>
            <a:spLocks/>
          </p:cNvSpPr>
          <p:nvPr/>
        </p:nvSpPr>
        <p:spPr>
          <a:xfrm>
            <a:off x="761857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8" name="data_3967">
            <a:extLst>
              <a:ext uri="{FF2B5EF4-FFF2-40B4-BE49-F238E27FC236}">
                <a16:creationId xmlns:a16="http://schemas.microsoft.com/office/drawing/2014/main" id="{C14DBFCC-F250-0915-78E4-1CF644B25175}"/>
              </a:ext>
            </a:extLst>
          </p:cNvPr>
          <p:cNvSpPr>
            <a:spLocks/>
          </p:cNvSpPr>
          <p:nvPr/>
        </p:nvSpPr>
        <p:spPr>
          <a:xfrm>
            <a:off x="759178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9" name="data_3968">
            <a:extLst>
              <a:ext uri="{FF2B5EF4-FFF2-40B4-BE49-F238E27FC236}">
                <a16:creationId xmlns:a16="http://schemas.microsoft.com/office/drawing/2014/main" id="{26F8ECB1-AFE7-DB75-B97A-FF9B571D03BB}"/>
              </a:ext>
            </a:extLst>
          </p:cNvPr>
          <p:cNvSpPr>
            <a:spLocks/>
          </p:cNvSpPr>
          <p:nvPr/>
        </p:nvSpPr>
        <p:spPr>
          <a:xfrm>
            <a:off x="759843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0" name="data_3969">
            <a:extLst>
              <a:ext uri="{FF2B5EF4-FFF2-40B4-BE49-F238E27FC236}">
                <a16:creationId xmlns:a16="http://schemas.microsoft.com/office/drawing/2014/main" id="{DDF74F28-F4EF-0FA7-BF2E-98162E5A1C77}"/>
              </a:ext>
            </a:extLst>
          </p:cNvPr>
          <p:cNvSpPr>
            <a:spLocks/>
          </p:cNvSpPr>
          <p:nvPr/>
        </p:nvSpPr>
        <p:spPr>
          <a:xfrm>
            <a:off x="7622381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1" name="data_3970">
            <a:extLst>
              <a:ext uri="{FF2B5EF4-FFF2-40B4-BE49-F238E27FC236}">
                <a16:creationId xmlns:a16="http://schemas.microsoft.com/office/drawing/2014/main" id="{E6DB0A68-580B-A98E-0083-3725487E2B13}"/>
              </a:ext>
            </a:extLst>
          </p:cNvPr>
          <p:cNvSpPr>
            <a:spLocks/>
          </p:cNvSpPr>
          <p:nvPr/>
        </p:nvSpPr>
        <p:spPr>
          <a:xfrm>
            <a:off x="75624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2" name="data_3971">
            <a:extLst>
              <a:ext uri="{FF2B5EF4-FFF2-40B4-BE49-F238E27FC236}">
                <a16:creationId xmlns:a16="http://schemas.microsoft.com/office/drawing/2014/main" id="{23964996-19D1-B305-93E9-4AE4A30D4394}"/>
              </a:ext>
            </a:extLst>
          </p:cNvPr>
          <p:cNvSpPr>
            <a:spLocks/>
          </p:cNvSpPr>
          <p:nvPr/>
        </p:nvSpPr>
        <p:spPr>
          <a:xfrm>
            <a:off x="76747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3" name="data_3972">
            <a:extLst>
              <a:ext uri="{FF2B5EF4-FFF2-40B4-BE49-F238E27FC236}">
                <a16:creationId xmlns:a16="http://schemas.microsoft.com/office/drawing/2014/main" id="{17129191-D867-748A-9D96-2DDD41293A66}"/>
              </a:ext>
            </a:extLst>
          </p:cNvPr>
          <p:cNvSpPr>
            <a:spLocks/>
          </p:cNvSpPr>
          <p:nvPr/>
        </p:nvSpPr>
        <p:spPr>
          <a:xfrm>
            <a:off x="7644191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4" name="data_3973">
            <a:extLst>
              <a:ext uri="{FF2B5EF4-FFF2-40B4-BE49-F238E27FC236}">
                <a16:creationId xmlns:a16="http://schemas.microsoft.com/office/drawing/2014/main" id="{8B6B7F6E-21C2-64CB-8540-8196D1A94761}"/>
              </a:ext>
            </a:extLst>
          </p:cNvPr>
          <p:cNvSpPr>
            <a:spLocks/>
          </p:cNvSpPr>
          <p:nvPr/>
        </p:nvSpPr>
        <p:spPr>
          <a:xfrm>
            <a:off x="76405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5" name="data_3974">
            <a:extLst>
              <a:ext uri="{FF2B5EF4-FFF2-40B4-BE49-F238E27FC236}">
                <a16:creationId xmlns:a16="http://schemas.microsoft.com/office/drawing/2014/main" id="{F6025889-3F58-53B5-BD76-F278EAF92D76}"/>
              </a:ext>
            </a:extLst>
          </p:cNvPr>
          <p:cNvSpPr>
            <a:spLocks/>
          </p:cNvSpPr>
          <p:nvPr/>
        </p:nvSpPr>
        <p:spPr>
          <a:xfrm>
            <a:off x="767378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6" name="data_3975">
            <a:extLst>
              <a:ext uri="{FF2B5EF4-FFF2-40B4-BE49-F238E27FC236}">
                <a16:creationId xmlns:a16="http://schemas.microsoft.com/office/drawing/2014/main" id="{34C16AC0-6483-C699-A865-23613FDD1E6B}"/>
              </a:ext>
            </a:extLst>
          </p:cNvPr>
          <p:cNvSpPr>
            <a:spLocks/>
          </p:cNvSpPr>
          <p:nvPr/>
        </p:nvSpPr>
        <p:spPr>
          <a:xfrm>
            <a:off x="76264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7" name="data_3976">
            <a:extLst>
              <a:ext uri="{FF2B5EF4-FFF2-40B4-BE49-F238E27FC236}">
                <a16:creationId xmlns:a16="http://schemas.microsoft.com/office/drawing/2014/main" id="{BE848B98-87DB-837E-F490-EC1CF6443ACF}"/>
              </a:ext>
            </a:extLst>
          </p:cNvPr>
          <p:cNvSpPr>
            <a:spLocks/>
          </p:cNvSpPr>
          <p:nvPr/>
        </p:nvSpPr>
        <p:spPr>
          <a:xfrm>
            <a:off x="764879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8" name="data_3977">
            <a:extLst>
              <a:ext uri="{FF2B5EF4-FFF2-40B4-BE49-F238E27FC236}">
                <a16:creationId xmlns:a16="http://schemas.microsoft.com/office/drawing/2014/main" id="{7DB90383-0E78-8238-4789-6E65DA676F1B}"/>
              </a:ext>
            </a:extLst>
          </p:cNvPr>
          <p:cNvSpPr>
            <a:spLocks/>
          </p:cNvSpPr>
          <p:nvPr/>
        </p:nvSpPr>
        <p:spPr>
          <a:xfrm>
            <a:off x="75961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9" name="data_3978">
            <a:extLst>
              <a:ext uri="{FF2B5EF4-FFF2-40B4-BE49-F238E27FC236}">
                <a16:creationId xmlns:a16="http://schemas.microsoft.com/office/drawing/2014/main" id="{B07BFA84-4FDB-D8C2-612B-832DE69C45E0}"/>
              </a:ext>
            </a:extLst>
          </p:cNvPr>
          <p:cNvSpPr>
            <a:spLocks/>
          </p:cNvSpPr>
          <p:nvPr/>
        </p:nvSpPr>
        <p:spPr>
          <a:xfrm>
            <a:off x="757836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0" name="data_3979">
            <a:extLst>
              <a:ext uri="{FF2B5EF4-FFF2-40B4-BE49-F238E27FC236}">
                <a16:creationId xmlns:a16="http://schemas.microsoft.com/office/drawing/2014/main" id="{59FDC6F9-B78F-C795-8AF4-C888C333679A}"/>
              </a:ext>
            </a:extLst>
          </p:cNvPr>
          <p:cNvSpPr>
            <a:spLocks/>
          </p:cNvSpPr>
          <p:nvPr/>
        </p:nvSpPr>
        <p:spPr>
          <a:xfrm>
            <a:off x="7624618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1" name="data_3980">
            <a:extLst>
              <a:ext uri="{FF2B5EF4-FFF2-40B4-BE49-F238E27FC236}">
                <a16:creationId xmlns:a16="http://schemas.microsoft.com/office/drawing/2014/main" id="{C803ED37-0959-0DF4-83B7-0F266BA69F65}"/>
              </a:ext>
            </a:extLst>
          </p:cNvPr>
          <p:cNvSpPr>
            <a:spLocks/>
          </p:cNvSpPr>
          <p:nvPr/>
        </p:nvSpPr>
        <p:spPr>
          <a:xfrm>
            <a:off x="75577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2" name="data_3981">
            <a:extLst>
              <a:ext uri="{FF2B5EF4-FFF2-40B4-BE49-F238E27FC236}">
                <a16:creationId xmlns:a16="http://schemas.microsoft.com/office/drawing/2014/main" id="{26CCDDFA-E853-461E-C63C-B1864390F42C}"/>
              </a:ext>
            </a:extLst>
          </p:cNvPr>
          <p:cNvSpPr>
            <a:spLocks/>
          </p:cNvSpPr>
          <p:nvPr/>
        </p:nvSpPr>
        <p:spPr>
          <a:xfrm>
            <a:off x="760006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3" name="data_3982">
            <a:extLst>
              <a:ext uri="{FF2B5EF4-FFF2-40B4-BE49-F238E27FC236}">
                <a16:creationId xmlns:a16="http://schemas.microsoft.com/office/drawing/2014/main" id="{200C429A-3C18-80CE-DE91-331E96828DCE}"/>
              </a:ext>
            </a:extLst>
          </p:cNvPr>
          <p:cNvSpPr>
            <a:spLocks/>
          </p:cNvSpPr>
          <p:nvPr/>
        </p:nvSpPr>
        <p:spPr>
          <a:xfrm>
            <a:off x="76069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4" name="data_3983">
            <a:extLst>
              <a:ext uri="{FF2B5EF4-FFF2-40B4-BE49-F238E27FC236}">
                <a16:creationId xmlns:a16="http://schemas.microsoft.com/office/drawing/2014/main" id="{74A6632C-8C39-370F-B7B6-282CF7C91339}"/>
              </a:ext>
            </a:extLst>
          </p:cNvPr>
          <p:cNvSpPr>
            <a:spLocks/>
          </p:cNvSpPr>
          <p:nvPr/>
        </p:nvSpPr>
        <p:spPr>
          <a:xfrm>
            <a:off x="7636992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5" name="data_3984">
            <a:extLst>
              <a:ext uri="{FF2B5EF4-FFF2-40B4-BE49-F238E27FC236}">
                <a16:creationId xmlns:a16="http://schemas.microsoft.com/office/drawing/2014/main" id="{C2AD93EE-45EB-D685-F55B-8BC1CB88DCB1}"/>
              </a:ext>
            </a:extLst>
          </p:cNvPr>
          <p:cNvSpPr>
            <a:spLocks/>
          </p:cNvSpPr>
          <p:nvPr/>
        </p:nvSpPr>
        <p:spPr>
          <a:xfrm>
            <a:off x="765980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6" name="data_3985">
            <a:extLst>
              <a:ext uri="{FF2B5EF4-FFF2-40B4-BE49-F238E27FC236}">
                <a16:creationId xmlns:a16="http://schemas.microsoft.com/office/drawing/2014/main" id="{72934E7B-5904-9D02-A011-06C4CAF2C22A}"/>
              </a:ext>
            </a:extLst>
          </p:cNvPr>
          <p:cNvSpPr>
            <a:spLocks/>
          </p:cNvSpPr>
          <p:nvPr/>
        </p:nvSpPr>
        <p:spPr>
          <a:xfrm>
            <a:off x="762132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7" name="data_3986">
            <a:extLst>
              <a:ext uri="{FF2B5EF4-FFF2-40B4-BE49-F238E27FC236}">
                <a16:creationId xmlns:a16="http://schemas.microsoft.com/office/drawing/2014/main" id="{3BBA09B3-ECCC-FD7C-7B7C-44E143B5306D}"/>
              </a:ext>
            </a:extLst>
          </p:cNvPr>
          <p:cNvSpPr>
            <a:spLocks/>
          </p:cNvSpPr>
          <p:nvPr/>
        </p:nvSpPr>
        <p:spPr>
          <a:xfrm>
            <a:off x="7655778" y="49279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8" name="data_3987">
            <a:extLst>
              <a:ext uri="{FF2B5EF4-FFF2-40B4-BE49-F238E27FC236}">
                <a16:creationId xmlns:a16="http://schemas.microsoft.com/office/drawing/2014/main" id="{E558FCA5-339B-84E6-96C9-5AF6708D5ED7}"/>
              </a:ext>
            </a:extLst>
          </p:cNvPr>
          <p:cNvSpPr>
            <a:spLocks/>
          </p:cNvSpPr>
          <p:nvPr/>
        </p:nvSpPr>
        <p:spPr>
          <a:xfrm>
            <a:off x="7558241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9" name="data_3988">
            <a:extLst>
              <a:ext uri="{FF2B5EF4-FFF2-40B4-BE49-F238E27FC236}">
                <a16:creationId xmlns:a16="http://schemas.microsoft.com/office/drawing/2014/main" id="{35AA50B2-C7F7-0BE9-6D76-10D87CF1F3D1}"/>
              </a:ext>
            </a:extLst>
          </p:cNvPr>
          <p:cNvSpPr>
            <a:spLocks/>
          </p:cNvSpPr>
          <p:nvPr/>
        </p:nvSpPr>
        <p:spPr>
          <a:xfrm>
            <a:off x="756024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0" name="data_3989">
            <a:extLst>
              <a:ext uri="{FF2B5EF4-FFF2-40B4-BE49-F238E27FC236}">
                <a16:creationId xmlns:a16="http://schemas.microsoft.com/office/drawing/2014/main" id="{C55A9956-DA96-874E-689E-07FCD5EBC00E}"/>
              </a:ext>
            </a:extLst>
          </p:cNvPr>
          <p:cNvSpPr>
            <a:spLocks/>
          </p:cNvSpPr>
          <p:nvPr/>
        </p:nvSpPr>
        <p:spPr>
          <a:xfrm>
            <a:off x="758676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1" name="data_3990">
            <a:extLst>
              <a:ext uri="{FF2B5EF4-FFF2-40B4-BE49-F238E27FC236}">
                <a16:creationId xmlns:a16="http://schemas.microsoft.com/office/drawing/2014/main" id="{E7F0E933-5E80-E409-019D-B529974138FC}"/>
              </a:ext>
            </a:extLst>
          </p:cNvPr>
          <p:cNvSpPr>
            <a:spLocks/>
          </p:cNvSpPr>
          <p:nvPr/>
        </p:nvSpPr>
        <p:spPr>
          <a:xfrm>
            <a:off x="7622030" y="54120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2" name="data_3991">
            <a:extLst>
              <a:ext uri="{FF2B5EF4-FFF2-40B4-BE49-F238E27FC236}">
                <a16:creationId xmlns:a16="http://schemas.microsoft.com/office/drawing/2014/main" id="{94A839E8-F322-655C-78AD-0CC92C639522}"/>
              </a:ext>
            </a:extLst>
          </p:cNvPr>
          <p:cNvSpPr>
            <a:spLocks/>
          </p:cNvSpPr>
          <p:nvPr/>
        </p:nvSpPr>
        <p:spPr>
          <a:xfrm>
            <a:off x="7580903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3" name="data_3992">
            <a:extLst>
              <a:ext uri="{FF2B5EF4-FFF2-40B4-BE49-F238E27FC236}">
                <a16:creationId xmlns:a16="http://schemas.microsoft.com/office/drawing/2014/main" id="{A712793D-CCF4-97EB-BB78-6F92C624FC49}"/>
              </a:ext>
            </a:extLst>
          </p:cNvPr>
          <p:cNvSpPr>
            <a:spLocks/>
          </p:cNvSpPr>
          <p:nvPr/>
        </p:nvSpPr>
        <p:spPr>
          <a:xfrm>
            <a:off x="761183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4" name="data_3993">
            <a:extLst>
              <a:ext uri="{FF2B5EF4-FFF2-40B4-BE49-F238E27FC236}">
                <a16:creationId xmlns:a16="http://schemas.microsoft.com/office/drawing/2014/main" id="{A663C0F6-2B66-A160-39BF-974D1EF83ACD}"/>
              </a:ext>
            </a:extLst>
          </p:cNvPr>
          <p:cNvSpPr>
            <a:spLocks/>
          </p:cNvSpPr>
          <p:nvPr/>
        </p:nvSpPr>
        <p:spPr>
          <a:xfrm>
            <a:off x="762742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5" name="data_3994">
            <a:extLst>
              <a:ext uri="{FF2B5EF4-FFF2-40B4-BE49-F238E27FC236}">
                <a16:creationId xmlns:a16="http://schemas.microsoft.com/office/drawing/2014/main" id="{E4C5A478-EA7C-8071-BEB9-A9D660EBE54D}"/>
              </a:ext>
            </a:extLst>
          </p:cNvPr>
          <p:cNvSpPr>
            <a:spLocks/>
          </p:cNvSpPr>
          <p:nvPr/>
        </p:nvSpPr>
        <p:spPr>
          <a:xfrm>
            <a:off x="76283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6" name="data_3995">
            <a:extLst>
              <a:ext uri="{FF2B5EF4-FFF2-40B4-BE49-F238E27FC236}">
                <a16:creationId xmlns:a16="http://schemas.microsoft.com/office/drawing/2014/main" id="{F7DAC5F7-0D3F-ECAB-BD4B-BBF6F92721EC}"/>
              </a:ext>
            </a:extLst>
          </p:cNvPr>
          <p:cNvSpPr>
            <a:spLocks/>
          </p:cNvSpPr>
          <p:nvPr/>
        </p:nvSpPr>
        <p:spPr>
          <a:xfrm>
            <a:off x="759136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7" name="data_3996">
            <a:extLst>
              <a:ext uri="{FF2B5EF4-FFF2-40B4-BE49-F238E27FC236}">
                <a16:creationId xmlns:a16="http://schemas.microsoft.com/office/drawing/2014/main" id="{A4BDA907-132D-ABD8-94FD-4D907BE21C17}"/>
              </a:ext>
            </a:extLst>
          </p:cNvPr>
          <p:cNvSpPr>
            <a:spLocks/>
          </p:cNvSpPr>
          <p:nvPr/>
        </p:nvSpPr>
        <p:spPr>
          <a:xfrm>
            <a:off x="7644407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8" name="data_3997">
            <a:extLst>
              <a:ext uri="{FF2B5EF4-FFF2-40B4-BE49-F238E27FC236}">
                <a16:creationId xmlns:a16="http://schemas.microsoft.com/office/drawing/2014/main" id="{367C5AD0-58BA-FB7F-35DB-10D140D6264C}"/>
              </a:ext>
            </a:extLst>
          </p:cNvPr>
          <p:cNvSpPr>
            <a:spLocks/>
          </p:cNvSpPr>
          <p:nvPr/>
        </p:nvSpPr>
        <p:spPr>
          <a:xfrm>
            <a:off x="763245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9" name="data_3998">
            <a:extLst>
              <a:ext uri="{FF2B5EF4-FFF2-40B4-BE49-F238E27FC236}">
                <a16:creationId xmlns:a16="http://schemas.microsoft.com/office/drawing/2014/main" id="{A8DB10E9-6102-C9BA-228B-A1C618C66818}"/>
              </a:ext>
            </a:extLst>
          </p:cNvPr>
          <p:cNvSpPr>
            <a:spLocks/>
          </p:cNvSpPr>
          <p:nvPr/>
        </p:nvSpPr>
        <p:spPr>
          <a:xfrm>
            <a:off x="764766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0" name="data_3999">
            <a:extLst>
              <a:ext uri="{FF2B5EF4-FFF2-40B4-BE49-F238E27FC236}">
                <a16:creationId xmlns:a16="http://schemas.microsoft.com/office/drawing/2014/main" id="{657403D8-A3A9-D6A5-715E-31320E155F3B}"/>
              </a:ext>
            </a:extLst>
          </p:cNvPr>
          <p:cNvSpPr>
            <a:spLocks/>
          </p:cNvSpPr>
          <p:nvPr/>
        </p:nvSpPr>
        <p:spPr>
          <a:xfrm>
            <a:off x="7597897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1" name="data_4000">
            <a:extLst>
              <a:ext uri="{FF2B5EF4-FFF2-40B4-BE49-F238E27FC236}">
                <a16:creationId xmlns:a16="http://schemas.microsoft.com/office/drawing/2014/main" id="{38C324AC-ED8D-C394-C3B0-836B4147A4FE}"/>
              </a:ext>
            </a:extLst>
          </p:cNvPr>
          <p:cNvSpPr>
            <a:spLocks/>
          </p:cNvSpPr>
          <p:nvPr/>
        </p:nvSpPr>
        <p:spPr>
          <a:xfrm>
            <a:off x="7631368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2" name="data_4001">
            <a:extLst>
              <a:ext uri="{FF2B5EF4-FFF2-40B4-BE49-F238E27FC236}">
                <a16:creationId xmlns:a16="http://schemas.microsoft.com/office/drawing/2014/main" id="{1276E2A3-2609-5559-8CD8-C5AC258F8DC8}"/>
              </a:ext>
            </a:extLst>
          </p:cNvPr>
          <p:cNvSpPr>
            <a:spLocks/>
          </p:cNvSpPr>
          <p:nvPr/>
        </p:nvSpPr>
        <p:spPr>
          <a:xfrm>
            <a:off x="76620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3" name="data_4002">
            <a:extLst>
              <a:ext uri="{FF2B5EF4-FFF2-40B4-BE49-F238E27FC236}">
                <a16:creationId xmlns:a16="http://schemas.microsoft.com/office/drawing/2014/main" id="{30815DDA-3827-2B12-E44B-C8A5876DDDF4}"/>
              </a:ext>
            </a:extLst>
          </p:cNvPr>
          <p:cNvSpPr>
            <a:spLocks/>
          </p:cNvSpPr>
          <p:nvPr/>
        </p:nvSpPr>
        <p:spPr>
          <a:xfrm>
            <a:off x="761576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4" name="data_4003">
            <a:extLst>
              <a:ext uri="{FF2B5EF4-FFF2-40B4-BE49-F238E27FC236}">
                <a16:creationId xmlns:a16="http://schemas.microsoft.com/office/drawing/2014/main" id="{F8217892-E85F-C01C-8D69-A3E10B0A95C7}"/>
              </a:ext>
            </a:extLst>
          </p:cNvPr>
          <p:cNvSpPr>
            <a:spLocks/>
          </p:cNvSpPr>
          <p:nvPr/>
        </p:nvSpPr>
        <p:spPr>
          <a:xfrm>
            <a:off x="75619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5" name="data_4004">
            <a:extLst>
              <a:ext uri="{FF2B5EF4-FFF2-40B4-BE49-F238E27FC236}">
                <a16:creationId xmlns:a16="http://schemas.microsoft.com/office/drawing/2014/main" id="{2400A9C3-006F-C0FB-28D8-757E219FB2EA}"/>
              </a:ext>
            </a:extLst>
          </p:cNvPr>
          <p:cNvSpPr>
            <a:spLocks/>
          </p:cNvSpPr>
          <p:nvPr/>
        </p:nvSpPr>
        <p:spPr>
          <a:xfrm>
            <a:off x="764178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6" name="data_4005">
            <a:extLst>
              <a:ext uri="{FF2B5EF4-FFF2-40B4-BE49-F238E27FC236}">
                <a16:creationId xmlns:a16="http://schemas.microsoft.com/office/drawing/2014/main" id="{30F307E7-E37B-FDE3-FB4A-8F92088B3B8A}"/>
              </a:ext>
            </a:extLst>
          </p:cNvPr>
          <p:cNvSpPr>
            <a:spLocks/>
          </p:cNvSpPr>
          <p:nvPr/>
        </p:nvSpPr>
        <p:spPr>
          <a:xfrm>
            <a:off x="758599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7" name="data_4006">
            <a:extLst>
              <a:ext uri="{FF2B5EF4-FFF2-40B4-BE49-F238E27FC236}">
                <a16:creationId xmlns:a16="http://schemas.microsoft.com/office/drawing/2014/main" id="{173575F9-C3D1-5AC0-B7BB-1CD33F43C84D}"/>
              </a:ext>
            </a:extLst>
          </p:cNvPr>
          <p:cNvSpPr>
            <a:spLocks/>
          </p:cNvSpPr>
          <p:nvPr/>
        </p:nvSpPr>
        <p:spPr>
          <a:xfrm>
            <a:off x="7668714" y="56576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8" name="data_4007">
            <a:extLst>
              <a:ext uri="{FF2B5EF4-FFF2-40B4-BE49-F238E27FC236}">
                <a16:creationId xmlns:a16="http://schemas.microsoft.com/office/drawing/2014/main" id="{AB53E348-DA59-9FE4-5B52-45E02A4C5297}"/>
              </a:ext>
            </a:extLst>
          </p:cNvPr>
          <p:cNvSpPr>
            <a:spLocks/>
          </p:cNvSpPr>
          <p:nvPr/>
        </p:nvSpPr>
        <p:spPr>
          <a:xfrm>
            <a:off x="75955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9" name="data_4008">
            <a:extLst>
              <a:ext uri="{FF2B5EF4-FFF2-40B4-BE49-F238E27FC236}">
                <a16:creationId xmlns:a16="http://schemas.microsoft.com/office/drawing/2014/main" id="{F0814913-9B57-7014-57DF-71711A6ECBF6}"/>
              </a:ext>
            </a:extLst>
          </p:cNvPr>
          <p:cNvSpPr>
            <a:spLocks/>
          </p:cNvSpPr>
          <p:nvPr/>
        </p:nvSpPr>
        <p:spPr>
          <a:xfrm>
            <a:off x="755610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0" name="data_4009">
            <a:extLst>
              <a:ext uri="{FF2B5EF4-FFF2-40B4-BE49-F238E27FC236}">
                <a16:creationId xmlns:a16="http://schemas.microsoft.com/office/drawing/2014/main" id="{F2AAED72-18E4-A6E1-803C-ABB02B6F008D}"/>
              </a:ext>
            </a:extLst>
          </p:cNvPr>
          <p:cNvSpPr>
            <a:spLocks/>
          </p:cNvSpPr>
          <p:nvPr/>
        </p:nvSpPr>
        <p:spPr>
          <a:xfrm>
            <a:off x="765400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1" name="data_4010">
            <a:extLst>
              <a:ext uri="{FF2B5EF4-FFF2-40B4-BE49-F238E27FC236}">
                <a16:creationId xmlns:a16="http://schemas.microsoft.com/office/drawing/2014/main" id="{81B7098E-51FA-2A10-4A31-3F8761A18F05}"/>
              </a:ext>
            </a:extLst>
          </p:cNvPr>
          <p:cNvSpPr>
            <a:spLocks/>
          </p:cNvSpPr>
          <p:nvPr/>
        </p:nvSpPr>
        <p:spPr>
          <a:xfrm>
            <a:off x="761643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2" name="data_4011">
            <a:extLst>
              <a:ext uri="{FF2B5EF4-FFF2-40B4-BE49-F238E27FC236}">
                <a16:creationId xmlns:a16="http://schemas.microsoft.com/office/drawing/2014/main" id="{FD8C1157-BA59-FE87-0248-CB8C36C2839B}"/>
              </a:ext>
            </a:extLst>
          </p:cNvPr>
          <p:cNvSpPr>
            <a:spLocks/>
          </p:cNvSpPr>
          <p:nvPr/>
        </p:nvSpPr>
        <p:spPr>
          <a:xfrm>
            <a:off x="7653853" y="51406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3" name="data_4012">
            <a:extLst>
              <a:ext uri="{FF2B5EF4-FFF2-40B4-BE49-F238E27FC236}">
                <a16:creationId xmlns:a16="http://schemas.microsoft.com/office/drawing/2014/main" id="{A8F85656-6A38-F987-0E9F-8C4EE0156060}"/>
              </a:ext>
            </a:extLst>
          </p:cNvPr>
          <p:cNvSpPr>
            <a:spLocks/>
          </p:cNvSpPr>
          <p:nvPr/>
        </p:nvSpPr>
        <p:spPr>
          <a:xfrm>
            <a:off x="75780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4" name="data_4013">
            <a:extLst>
              <a:ext uri="{FF2B5EF4-FFF2-40B4-BE49-F238E27FC236}">
                <a16:creationId xmlns:a16="http://schemas.microsoft.com/office/drawing/2014/main" id="{224999B1-3CC8-B157-0104-05FDC562C8D6}"/>
              </a:ext>
            </a:extLst>
          </p:cNvPr>
          <p:cNvSpPr>
            <a:spLocks/>
          </p:cNvSpPr>
          <p:nvPr/>
        </p:nvSpPr>
        <p:spPr>
          <a:xfrm>
            <a:off x="759192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5" name="data_4014">
            <a:extLst>
              <a:ext uri="{FF2B5EF4-FFF2-40B4-BE49-F238E27FC236}">
                <a16:creationId xmlns:a16="http://schemas.microsoft.com/office/drawing/2014/main" id="{F827D419-1CCD-649E-1B79-95BDB66043B7}"/>
              </a:ext>
            </a:extLst>
          </p:cNvPr>
          <p:cNvSpPr>
            <a:spLocks/>
          </p:cNvSpPr>
          <p:nvPr/>
        </p:nvSpPr>
        <p:spPr>
          <a:xfrm>
            <a:off x="7565276" y="60899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6" name="data_4015">
            <a:extLst>
              <a:ext uri="{FF2B5EF4-FFF2-40B4-BE49-F238E27FC236}">
                <a16:creationId xmlns:a16="http://schemas.microsoft.com/office/drawing/2014/main" id="{36F00633-FD32-14F6-28D8-386E23A599D0}"/>
              </a:ext>
            </a:extLst>
          </p:cNvPr>
          <p:cNvSpPr>
            <a:spLocks/>
          </p:cNvSpPr>
          <p:nvPr/>
        </p:nvSpPr>
        <p:spPr>
          <a:xfrm>
            <a:off x="761793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7" name="data_4016">
            <a:extLst>
              <a:ext uri="{FF2B5EF4-FFF2-40B4-BE49-F238E27FC236}">
                <a16:creationId xmlns:a16="http://schemas.microsoft.com/office/drawing/2014/main" id="{4C3095A4-9686-1EA3-364B-DEFC43E60987}"/>
              </a:ext>
            </a:extLst>
          </p:cNvPr>
          <p:cNvSpPr>
            <a:spLocks/>
          </p:cNvSpPr>
          <p:nvPr/>
        </p:nvSpPr>
        <p:spPr>
          <a:xfrm>
            <a:off x="765853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8" name="data_4017">
            <a:extLst>
              <a:ext uri="{FF2B5EF4-FFF2-40B4-BE49-F238E27FC236}">
                <a16:creationId xmlns:a16="http://schemas.microsoft.com/office/drawing/2014/main" id="{C6E7B394-DE43-7082-C3B9-A0ECF810E5B3}"/>
              </a:ext>
            </a:extLst>
          </p:cNvPr>
          <p:cNvSpPr>
            <a:spLocks/>
          </p:cNvSpPr>
          <p:nvPr/>
        </p:nvSpPr>
        <p:spPr>
          <a:xfrm>
            <a:off x="763388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9" name="data_4018">
            <a:extLst>
              <a:ext uri="{FF2B5EF4-FFF2-40B4-BE49-F238E27FC236}">
                <a16:creationId xmlns:a16="http://schemas.microsoft.com/office/drawing/2014/main" id="{BE8AF805-34E3-3D4D-F946-DC361C9D9699}"/>
              </a:ext>
            </a:extLst>
          </p:cNvPr>
          <p:cNvSpPr>
            <a:spLocks/>
          </p:cNvSpPr>
          <p:nvPr/>
        </p:nvSpPr>
        <p:spPr>
          <a:xfrm>
            <a:off x="7571343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0" name="data_4019">
            <a:extLst>
              <a:ext uri="{FF2B5EF4-FFF2-40B4-BE49-F238E27FC236}">
                <a16:creationId xmlns:a16="http://schemas.microsoft.com/office/drawing/2014/main" id="{57778FAF-D1C8-2664-2DEB-0F0CD903D119}"/>
              </a:ext>
            </a:extLst>
          </p:cNvPr>
          <p:cNvSpPr>
            <a:spLocks/>
          </p:cNvSpPr>
          <p:nvPr/>
        </p:nvSpPr>
        <p:spPr>
          <a:xfrm>
            <a:off x="756502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1" name="data_4020">
            <a:extLst>
              <a:ext uri="{FF2B5EF4-FFF2-40B4-BE49-F238E27FC236}">
                <a16:creationId xmlns:a16="http://schemas.microsoft.com/office/drawing/2014/main" id="{3C356B2A-7AAA-D481-F0E7-BE4C5560D590}"/>
              </a:ext>
            </a:extLst>
          </p:cNvPr>
          <p:cNvSpPr>
            <a:spLocks/>
          </p:cNvSpPr>
          <p:nvPr/>
        </p:nvSpPr>
        <p:spPr>
          <a:xfrm>
            <a:off x="761256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2" name="data_4021">
            <a:extLst>
              <a:ext uri="{FF2B5EF4-FFF2-40B4-BE49-F238E27FC236}">
                <a16:creationId xmlns:a16="http://schemas.microsoft.com/office/drawing/2014/main" id="{93FDE42F-34D6-E20D-2869-26A2482B5759}"/>
              </a:ext>
            </a:extLst>
          </p:cNvPr>
          <p:cNvSpPr>
            <a:spLocks/>
          </p:cNvSpPr>
          <p:nvPr/>
        </p:nvSpPr>
        <p:spPr>
          <a:xfrm>
            <a:off x="7592087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3" name="data_4022">
            <a:extLst>
              <a:ext uri="{FF2B5EF4-FFF2-40B4-BE49-F238E27FC236}">
                <a16:creationId xmlns:a16="http://schemas.microsoft.com/office/drawing/2014/main" id="{A2D7B8CC-619E-458A-7C33-B0D2F65DDB40}"/>
              </a:ext>
            </a:extLst>
          </p:cNvPr>
          <p:cNvSpPr>
            <a:spLocks/>
          </p:cNvSpPr>
          <p:nvPr/>
        </p:nvSpPr>
        <p:spPr>
          <a:xfrm>
            <a:off x="76039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4" name="data_4023">
            <a:extLst>
              <a:ext uri="{FF2B5EF4-FFF2-40B4-BE49-F238E27FC236}">
                <a16:creationId xmlns:a16="http://schemas.microsoft.com/office/drawing/2014/main" id="{6FFF71C7-DBC6-9EE0-BCEA-9D03A9C55D85}"/>
              </a:ext>
            </a:extLst>
          </p:cNvPr>
          <p:cNvSpPr>
            <a:spLocks/>
          </p:cNvSpPr>
          <p:nvPr/>
        </p:nvSpPr>
        <p:spPr>
          <a:xfrm>
            <a:off x="76443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5" name="data_4024">
            <a:extLst>
              <a:ext uri="{FF2B5EF4-FFF2-40B4-BE49-F238E27FC236}">
                <a16:creationId xmlns:a16="http://schemas.microsoft.com/office/drawing/2014/main" id="{FF148E31-A943-1394-D169-CD7C627BF850}"/>
              </a:ext>
            </a:extLst>
          </p:cNvPr>
          <p:cNvSpPr>
            <a:spLocks/>
          </p:cNvSpPr>
          <p:nvPr/>
        </p:nvSpPr>
        <p:spPr>
          <a:xfrm>
            <a:off x="75933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6" name="data_4025">
            <a:extLst>
              <a:ext uri="{FF2B5EF4-FFF2-40B4-BE49-F238E27FC236}">
                <a16:creationId xmlns:a16="http://schemas.microsoft.com/office/drawing/2014/main" id="{1E24BB70-8C0C-F40C-5CA9-50A82301C7A6}"/>
              </a:ext>
            </a:extLst>
          </p:cNvPr>
          <p:cNvSpPr>
            <a:spLocks/>
          </p:cNvSpPr>
          <p:nvPr/>
        </p:nvSpPr>
        <p:spPr>
          <a:xfrm>
            <a:off x="759785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7" name="data_4026">
            <a:extLst>
              <a:ext uri="{FF2B5EF4-FFF2-40B4-BE49-F238E27FC236}">
                <a16:creationId xmlns:a16="http://schemas.microsoft.com/office/drawing/2014/main" id="{01ABADAC-8D66-D519-4215-860C0D5B82C9}"/>
              </a:ext>
            </a:extLst>
          </p:cNvPr>
          <p:cNvSpPr>
            <a:spLocks/>
          </p:cNvSpPr>
          <p:nvPr/>
        </p:nvSpPr>
        <p:spPr>
          <a:xfrm>
            <a:off x="815046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8" name="data_4027">
            <a:extLst>
              <a:ext uri="{FF2B5EF4-FFF2-40B4-BE49-F238E27FC236}">
                <a16:creationId xmlns:a16="http://schemas.microsoft.com/office/drawing/2014/main" id="{33B26397-2635-63A7-F843-11E257CF5C6C}"/>
              </a:ext>
            </a:extLst>
          </p:cNvPr>
          <p:cNvSpPr>
            <a:spLocks/>
          </p:cNvSpPr>
          <p:nvPr/>
        </p:nvSpPr>
        <p:spPr>
          <a:xfrm>
            <a:off x="8159161" y="48360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9" name="data_4028">
            <a:extLst>
              <a:ext uri="{FF2B5EF4-FFF2-40B4-BE49-F238E27FC236}">
                <a16:creationId xmlns:a16="http://schemas.microsoft.com/office/drawing/2014/main" id="{7C0D063C-3AE0-9369-1312-662908DE5B33}"/>
              </a:ext>
            </a:extLst>
          </p:cNvPr>
          <p:cNvSpPr>
            <a:spLocks/>
          </p:cNvSpPr>
          <p:nvPr/>
        </p:nvSpPr>
        <p:spPr>
          <a:xfrm>
            <a:off x="813413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0" name="data_4029">
            <a:extLst>
              <a:ext uri="{FF2B5EF4-FFF2-40B4-BE49-F238E27FC236}">
                <a16:creationId xmlns:a16="http://schemas.microsoft.com/office/drawing/2014/main" id="{E0569FCD-B5C2-CDD4-DF81-C7885B6FCE8D}"/>
              </a:ext>
            </a:extLst>
          </p:cNvPr>
          <p:cNvSpPr>
            <a:spLocks/>
          </p:cNvSpPr>
          <p:nvPr/>
        </p:nvSpPr>
        <p:spPr>
          <a:xfrm>
            <a:off x="813277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1" name="data_4030">
            <a:extLst>
              <a:ext uri="{FF2B5EF4-FFF2-40B4-BE49-F238E27FC236}">
                <a16:creationId xmlns:a16="http://schemas.microsoft.com/office/drawing/2014/main" id="{03706CD2-9037-903B-2634-E2CE8BE4F546}"/>
              </a:ext>
            </a:extLst>
          </p:cNvPr>
          <p:cNvSpPr>
            <a:spLocks/>
          </p:cNvSpPr>
          <p:nvPr/>
        </p:nvSpPr>
        <p:spPr>
          <a:xfrm>
            <a:off x="813341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2" name="data_4031">
            <a:extLst>
              <a:ext uri="{FF2B5EF4-FFF2-40B4-BE49-F238E27FC236}">
                <a16:creationId xmlns:a16="http://schemas.microsoft.com/office/drawing/2014/main" id="{310B0AE0-1C4B-DB45-6CF0-94DF97B2B5DB}"/>
              </a:ext>
            </a:extLst>
          </p:cNvPr>
          <p:cNvSpPr>
            <a:spLocks/>
          </p:cNvSpPr>
          <p:nvPr/>
        </p:nvSpPr>
        <p:spPr>
          <a:xfrm>
            <a:off x="8179826" y="48521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3" name="data_4032">
            <a:extLst>
              <a:ext uri="{FF2B5EF4-FFF2-40B4-BE49-F238E27FC236}">
                <a16:creationId xmlns:a16="http://schemas.microsoft.com/office/drawing/2014/main" id="{C44D1EEF-9F98-154F-FEB9-7EA91646D962}"/>
              </a:ext>
            </a:extLst>
          </p:cNvPr>
          <p:cNvSpPr>
            <a:spLocks/>
          </p:cNvSpPr>
          <p:nvPr/>
        </p:nvSpPr>
        <p:spPr>
          <a:xfrm>
            <a:off x="8144946" y="49700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4" name="data_4033">
            <a:extLst>
              <a:ext uri="{FF2B5EF4-FFF2-40B4-BE49-F238E27FC236}">
                <a16:creationId xmlns:a16="http://schemas.microsoft.com/office/drawing/2014/main" id="{FDCC5BB6-C498-5C88-E172-07BD19DB995A}"/>
              </a:ext>
            </a:extLst>
          </p:cNvPr>
          <p:cNvSpPr>
            <a:spLocks/>
          </p:cNvSpPr>
          <p:nvPr/>
        </p:nvSpPr>
        <p:spPr>
          <a:xfrm>
            <a:off x="815533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5" name="data_4034">
            <a:extLst>
              <a:ext uri="{FF2B5EF4-FFF2-40B4-BE49-F238E27FC236}">
                <a16:creationId xmlns:a16="http://schemas.microsoft.com/office/drawing/2014/main" id="{AA0F394C-EB25-BBE7-1F67-F9AF200BACE5}"/>
              </a:ext>
            </a:extLst>
          </p:cNvPr>
          <p:cNvSpPr>
            <a:spLocks/>
          </p:cNvSpPr>
          <p:nvPr/>
        </p:nvSpPr>
        <p:spPr>
          <a:xfrm>
            <a:off x="8095517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6" name="data_4035">
            <a:extLst>
              <a:ext uri="{FF2B5EF4-FFF2-40B4-BE49-F238E27FC236}">
                <a16:creationId xmlns:a16="http://schemas.microsoft.com/office/drawing/2014/main" id="{BE579BE2-9EE2-6092-0CD9-51F75CA7F56F}"/>
              </a:ext>
            </a:extLst>
          </p:cNvPr>
          <p:cNvSpPr>
            <a:spLocks/>
          </p:cNvSpPr>
          <p:nvPr/>
        </p:nvSpPr>
        <p:spPr>
          <a:xfrm>
            <a:off x="820293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7" name="data_4036">
            <a:extLst>
              <a:ext uri="{FF2B5EF4-FFF2-40B4-BE49-F238E27FC236}">
                <a16:creationId xmlns:a16="http://schemas.microsoft.com/office/drawing/2014/main" id="{B342DB01-6CF9-6F64-83DE-9D5887C8CABF}"/>
              </a:ext>
            </a:extLst>
          </p:cNvPr>
          <p:cNvSpPr>
            <a:spLocks/>
          </p:cNvSpPr>
          <p:nvPr/>
        </p:nvSpPr>
        <p:spPr>
          <a:xfrm>
            <a:off x="8187572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8" name="data_4037">
            <a:extLst>
              <a:ext uri="{FF2B5EF4-FFF2-40B4-BE49-F238E27FC236}">
                <a16:creationId xmlns:a16="http://schemas.microsoft.com/office/drawing/2014/main" id="{4D61EA03-4BA2-0051-16F2-9F612BE5C0BD}"/>
              </a:ext>
            </a:extLst>
          </p:cNvPr>
          <p:cNvSpPr>
            <a:spLocks/>
          </p:cNvSpPr>
          <p:nvPr/>
        </p:nvSpPr>
        <p:spPr>
          <a:xfrm>
            <a:off x="810842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9" name="data_4038">
            <a:extLst>
              <a:ext uri="{FF2B5EF4-FFF2-40B4-BE49-F238E27FC236}">
                <a16:creationId xmlns:a16="http://schemas.microsoft.com/office/drawing/2014/main" id="{CC52ADF1-EF52-9BE9-35A4-4365C668AA04}"/>
              </a:ext>
            </a:extLst>
          </p:cNvPr>
          <p:cNvSpPr>
            <a:spLocks/>
          </p:cNvSpPr>
          <p:nvPr/>
        </p:nvSpPr>
        <p:spPr>
          <a:xfrm>
            <a:off x="8135932" y="57559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0" name="data_4039">
            <a:extLst>
              <a:ext uri="{FF2B5EF4-FFF2-40B4-BE49-F238E27FC236}">
                <a16:creationId xmlns:a16="http://schemas.microsoft.com/office/drawing/2014/main" id="{79CFD848-54CE-AE36-0C18-FCE90AB70DBA}"/>
              </a:ext>
            </a:extLst>
          </p:cNvPr>
          <p:cNvSpPr>
            <a:spLocks/>
          </p:cNvSpPr>
          <p:nvPr/>
        </p:nvSpPr>
        <p:spPr>
          <a:xfrm>
            <a:off x="820702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1" name="data_4040">
            <a:extLst>
              <a:ext uri="{FF2B5EF4-FFF2-40B4-BE49-F238E27FC236}">
                <a16:creationId xmlns:a16="http://schemas.microsoft.com/office/drawing/2014/main" id="{8F6FCCC2-7BD6-586D-A582-4BF248D756B0}"/>
              </a:ext>
            </a:extLst>
          </p:cNvPr>
          <p:cNvSpPr>
            <a:spLocks/>
          </p:cNvSpPr>
          <p:nvPr/>
        </p:nvSpPr>
        <p:spPr>
          <a:xfrm>
            <a:off x="809202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2" name="data_4041">
            <a:extLst>
              <a:ext uri="{FF2B5EF4-FFF2-40B4-BE49-F238E27FC236}">
                <a16:creationId xmlns:a16="http://schemas.microsoft.com/office/drawing/2014/main" id="{2AB2AEDF-3674-30EB-ECAF-62A6D35D7F38}"/>
              </a:ext>
            </a:extLst>
          </p:cNvPr>
          <p:cNvSpPr>
            <a:spLocks/>
          </p:cNvSpPr>
          <p:nvPr/>
        </p:nvSpPr>
        <p:spPr>
          <a:xfrm>
            <a:off x="814949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3" name="data_4042">
            <a:extLst>
              <a:ext uri="{FF2B5EF4-FFF2-40B4-BE49-F238E27FC236}">
                <a16:creationId xmlns:a16="http://schemas.microsoft.com/office/drawing/2014/main" id="{6A451B9B-3F0D-545C-7678-8588FCCA5788}"/>
              </a:ext>
            </a:extLst>
          </p:cNvPr>
          <p:cNvSpPr>
            <a:spLocks/>
          </p:cNvSpPr>
          <p:nvPr/>
        </p:nvSpPr>
        <p:spPr>
          <a:xfrm>
            <a:off x="8155485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4" name="data_4043">
            <a:extLst>
              <a:ext uri="{FF2B5EF4-FFF2-40B4-BE49-F238E27FC236}">
                <a16:creationId xmlns:a16="http://schemas.microsoft.com/office/drawing/2014/main" id="{6C82725E-D85E-85F8-2BB5-93BD41B08CF6}"/>
              </a:ext>
            </a:extLst>
          </p:cNvPr>
          <p:cNvSpPr>
            <a:spLocks/>
          </p:cNvSpPr>
          <p:nvPr/>
        </p:nvSpPr>
        <p:spPr>
          <a:xfrm>
            <a:off x="814791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5" name="data_4044">
            <a:extLst>
              <a:ext uri="{FF2B5EF4-FFF2-40B4-BE49-F238E27FC236}">
                <a16:creationId xmlns:a16="http://schemas.microsoft.com/office/drawing/2014/main" id="{5E62AFA7-EE0F-F9DD-DD96-524FE1C6020E}"/>
              </a:ext>
            </a:extLst>
          </p:cNvPr>
          <p:cNvSpPr>
            <a:spLocks/>
          </p:cNvSpPr>
          <p:nvPr/>
        </p:nvSpPr>
        <p:spPr>
          <a:xfrm>
            <a:off x="8207736" y="5824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6" name="data_4045">
            <a:extLst>
              <a:ext uri="{FF2B5EF4-FFF2-40B4-BE49-F238E27FC236}">
                <a16:creationId xmlns:a16="http://schemas.microsoft.com/office/drawing/2014/main" id="{EE2C9098-01F2-96EC-6A99-92113B536ECE}"/>
              </a:ext>
            </a:extLst>
          </p:cNvPr>
          <p:cNvSpPr>
            <a:spLocks/>
          </p:cNvSpPr>
          <p:nvPr/>
        </p:nvSpPr>
        <p:spPr>
          <a:xfrm>
            <a:off x="819089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7" name="data_4046">
            <a:extLst>
              <a:ext uri="{FF2B5EF4-FFF2-40B4-BE49-F238E27FC236}">
                <a16:creationId xmlns:a16="http://schemas.microsoft.com/office/drawing/2014/main" id="{D479C070-D7B8-2C03-5D90-3D5469C10F82}"/>
              </a:ext>
            </a:extLst>
          </p:cNvPr>
          <p:cNvSpPr>
            <a:spLocks/>
          </p:cNvSpPr>
          <p:nvPr/>
        </p:nvSpPr>
        <p:spPr>
          <a:xfrm>
            <a:off x="8100732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8" name="data_4047">
            <a:extLst>
              <a:ext uri="{FF2B5EF4-FFF2-40B4-BE49-F238E27FC236}">
                <a16:creationId xmlns:a16="http://schemas.microsoft.com/office/drawing/2014/main" id="{1A2B515F-585F-D60B-8489-5BAB2BDD9CDF}"/>
              </a:ext>
            </a:extLst>
          </p:cNvPr>
          <p:cNvSpPr>
            <a:spLocks/>
          </p:cNvSpPr>
          <p:nvPr/>
        </p:nvSpPr>
        <p:spPr>
          <a:xfrm>
            <a:off x="811408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9" name="data_4048">
            <a:extLst>
              <a:ext uri="{FF2B5EF4-FFF2-40B4-BE49-F238E27FC236}">
                <a16:creationId xmlns:a16="http://schemas.microsoft.com/office/drawing/2014/main" id="{4AABB0FA-B035-15EE-0915-E27C8D638027}"/>
              </a:ext>
            </a:extLst>
          </p:cNvPr>
          <p:cNvSpPr>
            <a:spLocks/>
          </p:cNvSpPr>
          <p:nvPr/>
        </p:nvSpPr>
        <p:spPr>
          <a:xfrm>
            <a:off x="8127620" y="48963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0" name="data_4049">
            <a:extLst>
              <a:ext uri="{FF2B5EF4-FFF2-40B4-BE49-F238E27FC236}">
                <a16:creationId xmlns:a16="http://schemas.microsoft.com/office/drawing/2014/main" id="{512E9BE9-8FD9-3CA5-9322-B4FCB6AD2104}"/>
              </a:ext>
            </a:extLst>
          </p:cNvPr>
          <p:cNvSpPr>
            <a:spLocks/>
          </p:cNvSpPr>
          <p:nvPr/>
        </p:nvSpPr>
        <p:spPr>
          <a:xfrm>
            <a:off x="814944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1" name="data_4050">
            <a:extLst>
              <a:ext uri="{FF2B5EF4-FFF2-40B4-BE49-F238E27FC236}">
                <a16:creationId xmlns:a16="http://schemas.microsoft.com/office/drawing/2014/main" id="{0EC9A5C2-CDD7-381A-67D1-C56AB28CFA41}"/>
              </a:ext>
            </a:extLst>
          </p:cNvPr>
          <p:cNvSpPr>
            <a:spLocks/>
          </p:cNvSpPr>
          <p:nvPr/>
        </p:nvSpPr>
        <p:spPr>
          <a:xfrm>
            <a:off x="818548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2" name="data_4051">
            <a:extLst>
              <a:ext uri="{FF2B5EF4-FFF2-40B4-BE49-F238E27FC236}">
                <a16:creationId xmlns:a16="http://schemas.microsoft.com/office/drawing/2014/main" id="{AC704BB8-5162-733D-94BD-C03E15F6DB97}"/>
              </a:ext>
            </a:extLst>
          </p:cNvPr>
          <p:cNvSpPr>
            <a:spLocks/>
          </p:cNvSpPr>
          <p:nvPr/>
        </p:nvSpPr>
        <p:spPr>
          <a:xfrm>
            <a:off x="8163990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3" name="data_4052">
            <a:extLst>
              <a:ext uri="{FF2B5EF4-FFF2-40B4-BE49-F238E27FC236}">
                <a16:creationId xmlns:a16="http://schemas.microsoft.com/office/drawing/2014/main" id="{CA361DB5-CC7C-FF75-B14D-495B5F1FAB11}"/>
              </a:ext>
            </a:extLst>
          </p:cNvPr>
          <p:cNvSpPr>
            <a:spLocks/>
          </p:cNvSpPr>
          <p:nvPr/>
        </p:nvSpPr>
        <p:spPr>
          <a:xfrm>
            <a:off x="819215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4" name="data_4053">
            <a:extLst>
              <a:ext uri="{FF2B5EF4-FFF2-40B4-BE49-F238E27FC236}">
                <a16:creationId xmlns:a16="http://schemas.microsoft.com/office/drawing/2014/main" id="{81BDD51C-7AB5-3E44-80C3-0FC53DCC6A9E}"/>
              </a:ext>
            </a:extLst>
          </p:cNvPr>
          <p:cNvSpPr>
            <a:spLocks/>
          </p:cNvSpPr>
          <p:nvPr/>
        </p:nvSpPr>
        <p:spPr>
          <a:xfrm>
            <a:off x="8116535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5" name="data_4054">
            <a:extLst>
              <a:ext uri="{FF2B5EF4-FFF2-40B4-BE49-F238E27FC236}">
                <a16:creationId xmlns:a16="http://schemas.microsoft.com/office/drawing/2014/main" id="{7895205C-3303-5785-8825-471021F71013}"/>
              </a:ext>
            </a:extLst>
          </p:cNvPr>
          <p:cNvSpPr>
            <a:spLocks/>
          </p:cNvSpPr>
          <p:nvPr/>
        </p:nvSpPr>
        <p:spPr>
          <a:xfrm>
            <a:off x="8157546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6" name="data_4055">
            <a:extLst>
              <a:ext uri="{FF2B5EF4-FFF2-40B4-BE49-F238E27FC236}">
                <a16:creationId xmlns:a16="http://schemas.microsoft.com/office/drawing/2014/main" id="{DB42FF84-1DE5-16AA-D42A-0FEFC481FBCB}"/>
              </a:ext>
            </a:extLst>
          </p:cNvPr>
          <p:cNvSpPr>
            <a:spLocks/>
          </p:cNvSpPr>
          <p:nvPr/>
        </p:nvSpPr>
        <p:spPr>
          <a:xfrm>
            <a:off x="8158214" y="6001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7" name="data_4056">
            <a:extLst>
              <a:ext uri="{FF2B5EF4-FFF2-40B4-BE49-F238E27FC236}">
                <a16:creationId xmlns:a16="http://schemas.microsoft.com/office/drawing/2014/main" id="{2467C4F2-6800-FA4F-0CC5-7A02F1B10654}"/>
              </a:ext>
            </a:extLst>
          </p:cNvPr>
          <p:cNvSpPr>
            <a:spLocks/>
          </p:cNvSpPr>
          <p:nvPr/>
        </p:nvSpPr>
        <p:spPr>
          <a:xfrm>
            <a:off x="8091295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8" name="data_4057">
            <a:extLst>
              <a:ext uri="{FF2B5EF4-FFF2-40B4-BE49-F238E27FC236}">
                <a16:creationId xmlns:a16="http://schemas.microsoft.com/office/drawing/2014/main" id="{02F07289-FF60-8687-992D-FCBFCBF0CF79}"/>
              </a:ext>
            </a:extLst>
          </p:cNvPr>
          <p:cNvSpPr>
            <a:spLocks/>
          </p:cNvSpPr>
          <p:nvPr/>
        </p:nvSpPr>
        <p:spPr>
          <a:xfrm>
            <a:off x="8094876" y="57804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9" name="data_4058">
            <a:extLst>
              <a:ext uri="{FF2B5EF4-FFF2-40B4-BE49-F238E27FC236}">
                <a16:creationId xmlns:a16="http://schemas.microsoft.com/office/drawing/2014/main" id="{B62793BB-067B-F3BB-C2D5-0A4AA1685773}"/>
              </a:ext>
            </a:extLst>
          </p:cNvPr>
          <p:cNvSpPr>
            <a:spLocks/>
          </p:cNvSpPr>
          <p:nvPr/>
        </p:nvSpPr>
        <p:spPr>
          <a:xfrm>
            <a:off x="8125768" y="64120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0" name="data_4059">
            <a:extLst>
              <a:ext uri="{FF2B5EF4-FFF2-40B4-BE49-F238E27FC236}">
                <a16:creationId xmlns:a16="http://schemas.microsoft.com/office/drawing/2014/main" id="{B8A9892F-8692-1C9C-138F-56150F294A65}"/>
              </a:ext>
            </a:extLst>
          </p:cNvPr>
          <p:cNvSpPr>
            <a:spLocks/>
          </p:cNvSpPr>
          <p:nvPr/>
        </p:nvSpPr>
        <p:spPr>
          <a:xfrm>
            <a:off x="811243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1" name="data_4060">
            <a:extLst>
              <a:ext uri="{FF2B5EF4-FFF2-40B4-BE49-F238E27FC236}">
                <a16:creationId xmlns:a16="http://schemas.microsoft.com/office/drawing/2014/main" id="{9ADB9758-BBAD-B524-935D-6037A7C2834D}"/>
              </a:ext>
            </a:extLst>
          </p:cNvPr>
          <p:cNvSpPr>
            <a:spLocks/>
          </p:cNvSpPr>
          <p:nvPr/>
        </p:nvSpPr>
        <p:spPr>
          <a:xfrm>
            <a:off x="8141602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2" name="data_4061">
            <a:extLst>
              <a:ext uri="{FF2B5EF4-FFF2-40B4-BE49-F238E27FC236}">
                <a16:creationId xmlns:a16="http://schemas.microsoft.com/office/drawing/2014/main" id="{72276EB7-E11E-3A11-CF86-879FC1AE3580}"/>
              </a:ext>
            </a:extLst>
          </p:cNvPr>
          <p:cNvSpPr>
            <a:spLocks/>
          </p:cNvSpPr>
          <p:nvPr/>
        </p:nvSpPr>
        <p:spPr>
          <a:xfrm>
            <a:off x="81256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3" name="data_4062">
            <a:extLst>
              <a:ext uri="{FF2B5EF4-FFF2-40B4-BE49-F238E27FC236}">
                <a16:creationId xmlns:a16="http://schemas.microsoft.com/office/drawing/2014/main" id="{178386D8-AB6B-6361-B027-01B767D157C3}"/>
              </a:ext>
            </a:extLst>
          </p:cNvPr>
          <p:cNvSpPr>
            <a:spLocks/>
          </p:cNvSpPr>
          <p:nvPr/>
        </p:nvSpPr>
        <p:spPr>
          <a:xfrm>
            <a:off x="817861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4" name="data_4063">
            <a:extLst>
              <a:ext uri="{FF2B5EF4-FFF2-40B4-BE49-F238E27FC236}">
                <a16:creationId xmlns:a16="http://schemas.microsoft.com/office/drawing/2014/main" id="{E65DBA7F-D9B4-1633-8F43-2FCB18A71D8C}"/>
              </a:ext>
            </a:extLst>
          </p:cNvPr>
          <p:cNvSpPr>
            <a:spLocks/>
          </p:cNvSpPr>
          <p:nvPr/>
        </p:nvSpPr>
        <p:spPr>
          <a:xfrm>
            <a:off x="817547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5" name="data_4064">
            <a:extLst>
              <a:ext uri="{FF2B5EF4-FFF2-40B4-BE49-F238E27FC236}">
                <a16:creationId xmlns:a16="http://schemas.microsoft.com/office/drawing/2014/main" id="{C12DC1B1-879F-4B8C-9F37-5C35EFC0E175}"/>
              </a:ext>
            </a:extLst>
          </p:cNvPr>
          <p:cNvSpPr>
            <a:spLocks/>
          </p:cNvSpPr>
          <p:nvPr/>
        </p:nvSpPr>
        <p:spPr>
          <a:xfrm>
            <a:off x="808874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6" name="data_4065">
            <a:extLst>
              <a:ext uri="{FF2B5EF4-FFF2-40B4-BE49-F238E27FC236}">
                <a16:creationId xmlns:a16="http://schemas.microsoft.com/office/drawing/2014/main" id="{A42CFA82-8EDF-6197-41F9-14AA3FC5A84C}"/>
              </a:ext>
            </a:extLst>
          </p:cNvPr>
          <p:cNvSpPr>
            <a:spLocks/>
          </p:cNvSpPr>
          <p:nvPr/>
        </p:nvSpPr>
        <p:spPr>
          <a:xfrm>
            <a:off x="813642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7" name="data_4066">
            <a:extLst>
              <a:ext uri="{FF2B5EF4-FFF2-40B4-BE49-F238E27FC236}">
                <a16:creationId xmlns:a16="http://schemas.microsoft.com/office/drawing/2014/main" id="{DA628DC8-BEA8-5ED1-C383-AD4BA02C2E1D}"/>
              </a:ext>
            </a:extLst>
          </p:cNvPr>
          <p:cNvSpPr>
            <a:spLocks/>
          </p:cNvSpPr>
          <p:nvPr/>
        </p:nvSpPr>
        <p:spPr>
          <a:xfrm>
            <a:off x="8149238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8" name="data_4067">
            <a:extLst>
              <a:ext uri="{FF2B5EF4-FFF2-40B4-BE49-F238E27FC236}">
                <a16:creationId xmlns:a16="http://schemas.microsoft.com/office/drawing/2014/main" id="{4289174C-CD56-AFDD-26DD-AE8BE28FEDC9}"/>
              </a:ext>
            </a:extLst>
          </p:cNvPr>
          <p:cNvSpPr>
            <a:spLocks/>
          </p:cNvSpPr>
          <p:nvPr/>
        </p:nvSpPr>
        <p:spPr>
          <a:xfrm>
            <a:off x="815175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9" name="data_4068">
            <a:extLst>
              <a:ext uri="{FF2B5EF4-FFF2-40B4-BE49-F238E27FC236}">
                <a16:creationId xmlns:a16="http://schemas.microsoft.com/office/drawing/2014/main" id="{92E22409-F84E-3A9E-795F-A0F93250104D}"/>
              </a:ext>
            </a:extLst>
          </p:cNvPr>
          <p:cNvSpPr>
            <a:spLocks/>
          </p:cNvSpPr>
          <p:nvPr/>
        </p:nvSpPr>
        <p:spPr>
          <a:xfrm>
            <a:off x="814669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0" name="data_4069">
            <a:extLst>
              <a:ext uri="{FF2B5EF4-FFF2-40B4-BE49-F238E27FC236}">
                <a16:creationId xmlns:a16="http://schemas.microsoft.com/office/drawing/2014/main" id="{6215EB36-6CEC-2AF4-2104-B815255322A7}"/>
              </a:ext>
            </a:extLst>
          </p:cNvPr>
          <p:cNvSpPr>
            <a:spLocks/>
          </p:cNvSpPr>
          <p:nvPr/>
        </p:nvSpPr>
        <p:spPr>
          <a:xfrm>
            <a:off x="818526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1" name="data_4070">
            <a:extLst>
              <a:ext uri="{FF2B5EF4-FFF2-40B4-BE49-F238E27FC236}">
                <a16:creationId xmlns:a16="http://schemas.microsoft.com/office/drawing/2014/main" id="{815C13EE-A1A1-2F28-E3B9-FE0D8CA59A1F}"/>
              </a:ext>
            </a:extLst>
          </p:cNvPr>
          <p:cNvSpPr>
            <a:spLocks/>
          </p:cNvSpPr>
          <p:nvPr/>
        </p:nvSpPr>
        <p:spPr>
          <a:xfrm>
            <a:off x="8099423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2" name="data_4071">
            <a:extLst>
              <a:ext uri="{FF2B5EF4-FFF2-40B4-BE49-F238E27FC236}">
                <a16:creationId xmlns:a16="http://schemas.microsoft.com/office/drawing/2014/main" id="{1A817EA5-EA0F-5A8D-1A76-D30B85FD2FCA}"/>
              </a:ext>
            </a:extLst>
          </p:cNvPr>
          <p:cNvSpPr>
            <a:spLocks/>
          </p:cNvSpPr>
          <p:nvPr/>
        </p:nvSpPr>
        <p:spPr>
          <a:xfrm>
            <a:off x="8098590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3" name="data_4072">
            <a:extLst>
              <a:ext uri="{FF2B5EF4-FFF2-40B4-BE49-F238E27FC236}">
                <a16:creationId xmlns:a16="http://schemas.microsoft.com/office/drawing/2014/main" id="{DA944E42-5742-82A4-6A05-E1CA5AA98F87}"/>
              </a:ext>
            </a:extLst>
          </p:cNvPr>
          <p:cNvSpPr>
            <a:spLocks/>
          </p:cNvSpPr>
          <p:nvPr/>
        </p:nvSpPr>
        <p:spPr>
          <a:xfrm>
            <a:off x="811443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4" name="data_4073">
            <a:extLst>
              <a:ext uri="{FF2B5EF4-FFF2-40B4-BE49-F238E27FC236}">
                <a16:creationId xmlns:a16="http://schemas.microsoft.com/office/drawing/2014/main" id="{113F0887-1B09-54A4-5143-CA2E25439464}"/>
              </a:ext>
            </a:extLst>
          </p:cNvPr>
          <p:cNvSpPr>
            <a:spLocks/>
          </p:cNvSpPr>
          <p:nvPr/>
        </p:nvSpPr>
        <p:spPr>
          <a:xfrm>
            <a:off x="8159392" y="63075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5" name="data_4074">
            <a:extLst>
              <a:ext uri="{FF2B5EF4-FFF2-40B4-BE49-F238E27FC236}">
                <a16:creationId xmlns:a16="http://schemas.microsoft.com/office/drawing/2014/main" id="{58E44A1F-8518-F8DE-9BE8-DD09A671F1CE}"/>
              </a:ext>
            </a:extLst>
          </p:cNvPr>
          <p:cNvSpPr>
            <a:spLocks/>
          </p:cNvSpPr>
          <p:nvPr/>
        </p:nvSpPr>
        <p:spPr>
          <a:xfrm>
            <a:off x="813827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6" name="data_4075">
            <a:extLst>
              <a:ext uri="{FF2B5EF4-FFF2-40B4-BE49-F238E27FC236}">
                <a16:creationId xmlns:a16="http://schemas.microsoft.com/office/drawing/2014/main" id="{5967078A-E3FD-36C4-C6F8-5C5A8870717A}"/>
              </a:ext>
            </a:extLst>
          </p:cNvPr>
          <p:cNvSpPr>
            <a:spLocks/>
          </p:cNvSpPr>
          <p:nvPr/>
        </p:nvSpPr>
        <p:spPr>
          <a:xfrm>
            <a:off x="818714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7" name="data_4076">
            <a:extLst>
              <a:ext uri="{FF2B5EF4-FFF2-40B4-BE49-F238E27FC236}">
                <a16:creationId xmlns:a16="http://schemas.microsoft.com/office/drawing/2014/main" id="{43044EE8-B3E9-97C2-FD6B-8D7473E94232}"/>
              </a:ext>
            </a:extLst>
          </p:cNvPr>
          <p:cNvSpPr>
            <a:spLocks/>
          </p:cNvSpPr>
          <p:nvPr/>
        </p:nvSpPr>
        <p:spPr>
          <a:xfrm>
            <a:off x="818978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8" name="data_4077">
            <a:extLst>
              <a:ext uri="{FF2B5EF4-FFF2-40B4-BE49-F238E27FC236}">
                <a16:creationId xmlns:a16="http://schemas.microsoft.com/office/drawing/2014/main" id="{4F0834A1-E2EF-42FA-1989-30C9BF86D39D}"/>
              </a:ext>
            </a:extLst>
          </p:cNvPr>
          <p:cNvSpPr>
            <a:spLocks/>
          </p:cNvSpPr>
          <p:nvPr/>
        </p:nvSpPr>
        <p:spPr>
          <a:xfrm>
            <a:off x="812365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9" name="data_4078">
            <a:extLst>
              <a:ext uri="{FF2B5EF4-FFF2-40B4-BE49-F238E27FC236}">
                <a16:creationId xmlns:a16="http://schemas.microsoft.com/office/drawing/2014/main" id="{230191CF-6ECB-D8AB-A8DD-33AD54F51CC9}"/>
              </a:ext>
            </a:extLst>
          </p:cNvPr>
          <p:cNvSpPr>
            <a:spLocks/>
          </p:cNvSpPr>
          <p:nvPr/>
        </p:nvSpPr>
        <p:spPr>
          <a:xfrm>
            <a:off x="812961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0" name="data_4079">
            <a:extLst>
              <a:ext uri="{FF2B5EF4-FFF2-40B4-BE49-F238E27FC236}">
                <a16:creationId xmlns:a16="http://schemas.microsoft.com/office/drawing/2014/main" id="{58D8A16D-6BAF-66FA-84FE-4C76DBAECE96}"/>
              </a:ext>
            </a:extLst>
          </p:cNvPr>
          <p:cNvSpPr>
            <a:spLocks/>
          </p:cNvSpPr>
          <p:nvPr/>
        </p:nvSpPr>
        <p:spPr>
          <a:xfrm>
            <a:off x="8117024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1" name="data_4080">
            <a:extLst>
              <a:ext uri="{FF2B5EF4-FFF2-40B4-BE49-F238E27FC236}">
                <a16:creationId xmlns:a16="http://schemas.microsoft.com/office/drawing/2014/main" id="{F924C4E4-EAED-F9E3-1441-1EAB1BBA30B4}"/>
              </a:ext>
            </a:extLst>
          </p:cNvPr>
          <p:cNvSpPr>
            <a:spLocks/>
          </p:cNvSpPr>
          <p:nvPr/>
        </p:nvSpPr>
        <p:spPr>
          <a:xfrm>
            <a:off x="8155797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2" name="data_4081">
            <a:extLst>
              <a:ext uri="{FF2B5EF4-FFF2-40B4-BE49-F238E27FC236}">
                <a16:creationId xmlns:a16="http://schemas.microsoft.com/office/drawing/2014/main" id="{77FFB9EE-9396-32C3-C503-703C79A374D6}"/>
              </a:ext>
            </a:extLst>
          </p:cNvPr>
          <p:cNvSpPr>
            <a:spLocks/>
          </p:cNvSpPr>
          <p:nvPr/>
        </p:nvSpPr>
        <p:spPr>
          <a:xfrm>
            <a:off x="8172863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3" name="data_4082">
            <a:extLst>
              <a:ext uri="{FF2B5EF4-FFF2-40B4-BE49-F238E27FC236}">
                <a16:creationId xmlns:a16="http://schemas.microsoft.com/office/drawing/2014/main" id="{58FD3021-882F-0857-2B54-BC9A9A77288F}"/>
              </a:ext>
            </a:extLst>
          </p:cNvPr>
          <p:cNvSpPr>
            <a:spLocks/>
          </p:cNvSpPr>
          <p:nvPr/>
        </p:nvSpPr>
        <p:spPr>
          <a:xfrm>
            <a:off x="815063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4" name="data_4083">
            <a:extLst>
              <a:ext uri="{FF2B5EF4-FFF2-40B4-BE49-F238E27FC236}">
                <a16:creationId xmlns:a16="http://schemas.microsoft.com/office/drawing/2014/main" id="{0490DD3D-DDF4-6FE5-0FF8-8377DE0E5812}"/>
              </a:ext>
            </a:extLst>
          </p:cNvPr>
          <p:cNvSpPr>
            <a:spLocks/>
          </p:cNvSpPr>
          <p:nvPr/>
        </p:nvSpPr>
        <p:spPr>
          <a:xfrm>
            <a:off x="820048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5" name="data_4084">
            <a:extLst>
              <a:ext uri="{FF2B5EF4-FFF2-40B4-BE49-F238E27FC236}">
                <a16:creationId xmlns:a16="http://schemas.microsoft.com/office/drawing/2014/main" id="{CCC98B4B-D4DC-9C42-C027-5AA4A496EE68}"/>
              </a:ext>
            </a:extLst>
          </p:cNvPr>
          <p:cNvSpPr>
            <a:spLocks/>
          </p:cNvSpPr>
          <p:nvPr/>
        </p:nvSpPr>
        <p:spPr>
          <a:xfrm>
            <a:off x="820570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6" name="data_4085">
            <a:extLst>
              <a:ext uri="{FF2B5EF4-FFF2-40B4-BE49-F238E27FC236}">
                <a16:creationId xmlns:a16="http://schemas.microsoft.com/office/drawing/2014/main" id="{A03D080F-EB67-3C3B-5A62-66A72C916EC8}"/>
              </a:ext>
            </a:extLst>
          </p:cNvPr>
          <p:cNvSpPr>
            <a:spLocks/>
          </p:cNvSpPr>
          <p:nvPr/>
        </p:nvSpPr>
        <p:spPr>
          <a:xfrm>
            <a:off x="815801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7" name="data_4086">
            <a:extLst>
              <a:ext uri="{FF2B5EF4-FFF2-40B4-BE49-F238E27FC236}">
                <a16:creationId xmlns:a16="http://schemas.microsoft.com/office/drawing/2014/main" id="{CFADE1D5-37AA-051C-59C8-9FE213AE1963}"/>
              </a:ext>
            </a:extLst>
          </p:cNvPr>
          <p:cNvSpPr>
            <a:spLocks/>
          </p:cNvSpPr>
          <p:nvPr/>
        </p:nvSpPr>
        <p:spPr>
          <a:xfrm>
            <a:off x="8145713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8" name="data_4087">
            <a:extLst>
              <a:ext uri="{FF2B5EF4-FFF2-40B4-BE49-F238E27FC236}">
                <a16:creationId xmlns:a16="http://schemas.microsoft.com/office/drawing/2014/main" id="{3479776A-181B-A9C3-08C2-0E23D9CAB283}"/>
              </a:ext>
            </a:extLst>
          </p:cNvPr>
          <p:cNvSpPr>
            <a:spLocks/>
          </p:cNvSpPr>
          <p:nvPr/>
        </p:nvSpPr>
        <p:spPr>
          <a:xfrm>
            <a:off x="815973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9" name="data_4088">
            <a:extLst>
              <a:ext uri="{FF2B5EF4-FFF2-40B4-BE49-F238E27FC236}">
                <a16:creationId xmlns:a16="http://schemas.microsoft.com/office/drawing/2014/main" id="{C77C330A-25DB-44A6-C97B-31F63A016225}"/>
              </a:ext>
            </a:extLst>
          </p:cNvPr>
          <p:cNvSpPr>
            <a:spLocks/>
          </p:cNvSpPr>
          <p:nvPr/>
        </p:nvSpPr>
        <p:spPr>
          <a:xfrm>
            <a:off x="816398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0" name="data_4089">
            <a:extLst>
              <a:ext uri="{FF2B5EF4-FFF2-40B4-BE49-F238E27FC236}">
                <a16:creationId xmlns:a16="http://schemas.microsoft.com/office/drawing/2014/main" id="{EF358301-15C7-BAD0-62DE-4519142FDC31}"/>
              </a:ext>
            </a:extLst>
          </p:cNvPr>
          <p:cNvSpPr>
            <a:spLocks/>
          </p:cNvSpPr>
          <p:nvPr/>
        </p:nvSpPr>
        <p:spPr>
          <a:xfrm>
            <a:off x="8113222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1" name="data_4090">
            <a:extLst>
              <a:ext uri="{FF2B5EF4-FFF2-40B4-BE49-F238E27FC236}">
                <a16:creationId xmlns:a16="http://schemas.microsoft.com/office/drawing/2014/main" id="{C2F66E83-6155-AD04-0F5D-D976162D4672}"/>
              </a:ext>
            </a:extLst>
          </p:cNvPr>
          <p:cNvSpPr>
            <a:spLocks/>
          </p:cNvSpPr>
          <p:nvPr/>
        </p:nvSpPr>
        <p:spPr>
          <a:xfrm>
            <a:off x="8172234" y="6001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2" name="data_4091">
            <a:extLst>
              <a:ext uri="{FF2B5EF4-FFF2-40B4-BE49-F238E27FC236}">
                <a16:creationId xmlns:a16="http://schemas.microsoft.com/office/drawing/2014/main" id="{EBB93986-277C-E1A5-812E-E0DF4A7EA425}"/>
              </a:ext>
            </a:extLst>
          </p:cNvPr>
          <p:cNvSpPr>
            <a:spLocks/>
          </p:cNvSpPr>
          <p:nvPr/>
        </p:nvSpPr>
        <p:spPr>
          <a:xfrm>
            <a:off x="819481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3" name="data_4092">
            <a:extLst>
              <a:ext uri="{FF2B5EF4-FFF2-40B4-BE49-F238E27FC236}">
                <a16:creationId xmlns:a16="http://schemas.microsoft.com/office/drawing/2014/main" id="{1E9151B2-9A85-A175-2807-C09E980C2036}"/>
              </a:ext>
            </a:extLst>
          </p:cNvPr>
          <p:cNvSpPr>
            <a:spLocks/>
          </p:cNvSpPr>
          <p:nvPr/>
        </p:nvSpPr>
        <p:spPr>
          <a:xfrm>
            <a:off x="811770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4" name="data_4093">
            <a:extLst>
              <a:ext uri="{FF2B5EF4-FFF2-40B4-BE49-F238E27FC236}">
                <a16:creationId xmlns:a16="http://schemas.microsoft.com/office/drawing/2014/main" id="{06320333-5AD6-4597-22D5-120CD98EC2B3}"/>
              </a:ext>
            </a:extLst>
          </p:cNvPr>
          <p:cNvSpPr>
            <a:spLocks/>
          </p:cNvSpPr>
          <p:nvPr/>
        </p:nvSpPr>
        <p:spPr>
          <a:xfrm>
            <a:off x="8089697" y="62541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5" name="data_4094">
            <a:extLst>
              <a:ext uri="{FF2B5EF4-FFF2-40B4-BE49-F238E27FC236}">
                <a16:creationId xmlns:a16="http://schemas.microsoft.com/office/drawing/2014/main" id="{635FD66E-43AB-FBF0-1D0A-5961175A010F}"/>
              </a:ext>
            </a:extLst>
          </p:cNvPr>
          <p:cNvSpPr>
            <a:spLocks/>
          </p:cNvSpPr>
          <p:nvPr/>
        </p:nvSpPr>
        <p:spPr>
          <a:xfrm>
            <a:off x="817630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6" name="data_4095">
            <a:extLst>
              <a:ext uri="{FF2B5EF4-FFF2-40B4-BE49-F238E27FC236}">
                <a16:creationId xmlns:a16="http://schemas.microsoft.com/office/drawing/2014/main" id="{FC7D81EB-E1A5-A124-D077-26D965BCDAE6}"/>
              </a:ext>
            </a:extLst>
          </p:cNvPr>
          <p:cNvSpPr>
            <a:spLocks/>
          </p:cNvSpPr>
          <p:nvPr/>
        </p:nvSpPr>
        <p:spPr>
          <a:xfrm>
            <a:off x="811264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7" name="data_4096">
            <a:extLst>
              <a:ext uri="{FF2B5EF4-FFF2-40B4-BE49-F238E27FC236}">
                <a16:creationId xmlns:a16="http://schemas.microsoft.com/office/drawing/2014/main" id="{2D4DD433-522E-8D5F-809F-B9B18040F51D}"/>
              </a:ext>
            </a:extLst>
          </p:cNvPr>
          <p:cNvSpPr>
            <a:spLocks/>
          </p:cNvSpPr>
          <p:nvPr/>
        </p:nvSpPr>
        <p:spPr>
          <a:xfrm>
            <a:off x="813194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8" name="data_4097">
            <a:extLst>
              <a:ext uri="{FF2B5EF4-FFF2-40B4-BE49-F238E27FC236}">
                <a16:creationId xmlns:a16="http://schemas.microsoft.com/office/drawing/2014/main" id="{0F9A96DA-C4B2-5BE1-F606-A21A74C3A667}"/>
              </a:ext>
            </a:extLst>
          </p:cNvPr>
          <p:cNvSpPr>
            <a:spLocks/>
          </p:cNvSpPr>
          <p:nvPr/>
        </p:nvSpPr>
        <p:spPr>
          <a:xfrm>
            <a:off x="811632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9" name="data_4098">
            <a:extLst>
              <a:ext uri="{FF2B5EF4-FFF2-40B4-BE49-F238E27FC236}">
                <a16:creationId xmlns:a16="http://schemas.microsoft.com/office/drawing/2014/main" id="{DBB98073-291F-0F61-293D-4C2CAE36FEDF}"/>
              </a:ext>
            </a:extLst>
          </p:cNvPr>
          <p:cNvSpPr>
            <a:spLocks/>
          </p:cNvSpPr>
          <p:nvPr/>
        </p:nvSpPr>
        <p:spPr>
          <a:xfrm>
            <a:off x="81034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0" name="data_4099">
            <a:extLst>
              <a:ext uri="{FF2B5EF4-FFF2-40B4-BE49-F238E27FC236}">
                <a16:creationId xmlns:a16="http://schemas.microsoft.com/office/drawing/2014/main" id="{EC9F4CDD-9C06-2528-9E84-FAE6F4EE20BE}"/>
              </a:ext>
            </a:extLst>
          </p:cNvPr>
          <p:cNvSpPr>
            <a:spLocks/>
          </p:cNvSpPr>
          <p:nvPr/>
        </p:nvSpPr>
        <p:spPr>
          <a:xfrm>
            <a:off x="816279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1" name="data_4100">
            <a:extLst>
              <a:ext uri="{FF2B5EF4-FFF2-40B4-BE49-F238E27FC236}">
                <a16:creationId xmlns:a16="http://schemas.microsoft.com/office/drawing/2014/main" id="{7C093F19-0EB7-FF7A-066C-A46643A1D062}"/>
              </a:ext>
            </a:extLst>
          </p:cNvPr>
          <p:cNvSpPr>
            <a:spLocks/>
          </p:cNvSpPr>
          <p:nvPr/>
        </p:nvSpPr>
        <p:spPr>
          <a:xfrm>
            <a:off x="8183811" y="6296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2" name="data_4101">
            <a:extLst>
              <a:ext uri="{FF2B5EF4-FFF2-40B4-BE49-F238E27FC236}">
                <a16:creationId xmlns:a16="http://schemas.microsoft.com/office/drawing/2014/main" id="{7FD6EFA9-B2DF-CDEE-8B97-E08C10C3BDF2}"/>
              </a:ext>
            </a:extLst>
          </p:cNvPr>
          <p:cNvSpPr>
            <a:spLocks/>
          </p:cNvSpPr>
          <p:nvPr/>
        </p:nvSpPr>
        <p:spPr>
          <a:xfrm>
            <a:off x="8103694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3" name="data_4102">
            <a:extLst>
              <a:ext uri="{FF2B5EF4-FFF2-40B4-BE49-F238E27FC236}">
                <a16:creationId xmlns:a16="http://schemas.microsoft.com/office/drawing/2014/main" id="{92EACDFD-18B0-1C01-8768-784CC2771D82}"/>
              </a:ext>
            </a:extLst>
          </p:cNvPr>
          <p:cNvSpPr>
            <a:spLocks/>
          </p:cNvSpPr>
          <p:nvPr/>
        </p:nvSpPr>
        <p:spPr>
          <a:xfrm>
            <a:off x="8122874" y="63846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4" name="data_4103">
            <a:extLst>
              <a:ext uri="{FF2B5EF4-FFF2-40B4-BE49-F238E27FC236}">
                <a16:creationId xmlns:a16="http://schemas.microsoft.com/office/drawing/2014/main" id="{152EAFBD-3926-3306-642B-D93649E15043}"/>
              </a:ext>
            </a:extLst>
          </p:cNvPr>
          <p:cNvSpPr>
            <a:spLocks/>
          </p:cNvSpPr>
          <p:nvPr/>
        </p:nvSpPr>
        <p:spPr>
          <a:xfrm>
            <a:off x="818492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5" name="data_4104">
            <a:extLst>
              <a:ext uri="{FF2B5EF4-FFF2-40B4-BE49-F238E27FC236}">
                <a16:creationId xmlns:a16="http://schemas.microsoft.com/office/drawing/2014/main" id="{45796187-0F19-2288-AE23-258A74FA27CD}"/>
              </a:ext>
            </a:extLst>
          </p:cNvPr>
          <p:cNvSpPr>
            <a:spLocks/>
          </p:cNvSpPr>
          <p:nvPr/>
        </p:nvSpPr>
        <p:spPr>
          <a:xfrm>
            <a:off x="813463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6" name="data_4105">
            <a:extLst>
              <a:ext uri="{FF2B5EF4-FFF2-40B4-BE49-F238E27FC236}">
                <a16:creationId xmlns:a16="http://schemas.microsoft.com/office/drawing/2014/main" id="{EDFA86D9-AA6E-9ACF-3617-02DA3DCFBA85}"/>
              </a:ext>
            </a:extLst>
          </p:cNvPr>
          <p:cNvSpPr>
            <a:spLocks/>
          </p:cNvSpPr>
          <p:nvPr/>
        </p:nvSpPr>
        <p:spPr>
          <a:xfrm>
            <a:off x="8131981" y="49279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7" name="data_4106">
            <a:extLst>
              <a:ext uri="{FF2B5EF4-FFF2-40B4-BE49-F238E27FC236}">
                <a16:creationId xmlns:a16="http://schemas.microsoft.com/office/drawing/2014/main" id="{EAB5FB55-46DC-83B4-4623-5B1A1A55DAC4}"/>
              </a:ext>
            </a:extLst>
          </p:cNvPr>
          <p:cNvSpPr>
            <a:spLocks/>
          </p:cNvSpPr>
          <p:nvPr/>
        </p:nvSpPr>
        <p:spPr>
          <a:xfrm>
            <a:off x="8105035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8" name="data_4107">
            <a:extLst>
              <a:ext uri="{FF2B5EF4-FFF2-40B4-BE49-F238E27FC236}">
                <a16:creationId xmlns:a16="http://schemas.microsoft.com/office/drawing/2014/main" id="{60DDAEA7-E791-D066-26D6-86E52659B17E}"/>
              </a:ext>
            </a:extLst>
          </p:cNvPr>
          <p:cNvSpPr>
            <a:spLocks/>
          </p:cNvSpPr>
          <p:nvPr/>
        </p:nvSpPr>
        <p:spPr>
          <a:xfrm>
            <a:off x="8206822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9" name="data_4108">
            <a:extLst>
              <a:ext uri="{FF2B5EF4-FFF2-40B4-BE49-F238E27FC236}">
                <a16:creationId xmlns:a16="http://schemas.microsoft.com/office/drawing/2014/main" id="{E1FEC767-7C5D-F4DE-5B31-171DE32ED015}"/>
              </a:ext>
            </a:extLst>
          </p:cNvPr>
          <p:cNvSpPr>
            <a:spLocks/>
          </p:cNvSpPr>
          <p:nvPr/>
        </p:nvSpPr>
        <p:spPr>
          <a:xfrm>
            <a:off x="816980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0" name="data_4109">
            <a:extLst>
              <a:ext uri="{FF2B5EF4-FFF2-40B4-BE49-F238E27FC236}">
                <a16:creationId xmlns:a16="http://schemas.microsoft.com/office/drawing/2014/main" id="{B4BDD30B-1E59-DDBF-87E7-E76921D16B37}"/>
              </a:ext>
            </a:extLst>
          </p:cNvPr>
          <p:cNvSpPr>
            <a:spLocks/>
          </p:cNvSpPr>
          <p:nvPr/>
        </p:nvSpPr>
        <p:spPr>
          <a:xfrm>
            <a:off x="8134256" y="5952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1" name="data_4110">
            <a:extLst>
              <a:ext uri="{FF2B5EF4-FFF2-40B4-BE49-F238E27FC236}">
                <a16:creationId xmlns:a16="http://schemas.microsoft.com/office/drawing/2014/main" id="{579177CC-7D5D-79E3-8F0A-40AD56F62888}"/>
              </a:ext>
            </a:extLst>
          </p:cNvPr>
          <p:cNvSpPr>
            <a:spLocks/>
          </p:cNvSpPr>
          <p:nvPr/>
        </p:nvSpPr>
        <p:spPr>
          <a:xfrm>
            <a:off x="810738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2" name="data_4111">
            <a:extLst>
              <a:ext uri="{FF2B5EF4-FFF2-40B4-BE49-F238E27FC236}">
                <a16:creationId xmlns:a16="http://schemas.microsoft.com/office/drawing/2014/main" id="{8A6F0391-CAE8-971A-E56C-809FC2F3515E}"/>
              </a:ext>
            </a:extLst>
          </p:cNvPr>
          <p:cNvSpPr>
            <a:spLocks/>
          </p:cNvSpPr>
          <p:nvPr/>
        </p:nvSpPr>
        <p:spPr>
          <a:xfrm>
            <a:off x="8168148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3" name="data_4112">
            <a:extLst>
              <a:ext uri="{FF2B5EF4-FFF2-40B4-BE49-F238E27FC236}">
                <a16:creationId xmlns:a16="http://schemas.microsoft.com/office/drawing/2014/main" id="{853FE1E5-3ACF-24CB-1E78-315D7B42FF2C}"/>
              </a:ext>
            </a:extLst>
          </p:cNvPr>
          <p:cNvSpPr>
            <a:spLocks/>
          </p:cNvSpPr>
          <p:nvPr/>
        </p:nvSpPr>
        <p:spPr>
          <a:xfrm>
            <a:off x="8138985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4" name="data_4113">
            <a:extLst>
              <a:ext uri="{FF2B5EF4-FFF2-40B4-BE49-F238E27FC236}">
                <a16:creationId xmlns:a16="http://schemas.microsoft.com/office/drawing/2014/main" id="{7770283D-6B9C-639D-BB33-BDD4732D1048}"/>
              </a:ext>
            </a:extLst>
          </p:cNvPr>
          <p:cNvSpPr>
            <a:spLocks/>
          </p:cNvSpPr>
          <p:nvPr/>
        </p:nvSpPr>
        <p:spPr>
          <a:xfrm>
            <a:off x="81359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5" name="data_4114">
            <a:extLst>
              <a:ext uri="{FF2B5EF4-FFF2-40B4-BE49-F238E27FC236}">
                <a16:creationId xmlns:a16="http://schemas.microsoft.com/office/drawing/2014/main" id="{76254C2F-DD41-22C1-9E64-323A498FE935}"/>
              </a:ext>
            </a:extLst>
          </p:cNvPr>
          <p:cNvSpPr>
            <a:spLocks/>
          </p:cNvSpPr>
          <p:nvPr/>
        </p:nvSpPr>
        <p:spPr>
          <a:xfrm>
            <a:off x="811981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6" name="data_4115">
            <a:extLst>
              <a:ext uri="{FF2B5EF4-FFF2-40B4-BE49-F238E27FC236}">
                <a16:creationId xmlns:a16="http://schemas.microsoft.com/office/drawing/2014/main" id="{C51B1813-923D-4E8F-622D-C937FC9074DB}"/>
              </a:ext>
            </a:extLst>
          </p:cNvPr>
          <p:cNvSpPr>
            <a:spLocks/>
          </p:cNvSpPr>
          <p:nvPr/>
        </p:nvSpPr>
        <p:spPr>
          <a:xfrm>
            <a:off x="814348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7" name="data_4116">
            <a:extLst>
              <a:ext uri="{FF2B5EF4-FFF2-40B4-BE49-F238E27FC236}">
                <a16:creationId xmlns:a16="http://schemas.microsoft.com/office/drawing/2014/main" id="{9060C16A-9A22-A9D5-C1E5-9600737D7319}"/>
              </a:ext>
            </a:extLst>
          </p:cNvPr>
          <p:cNvSpPr>
            <a:spLocks/>
          </p:cNvSpPr>
          <p:nvPr/>
        </p:nvSpPr>
        <p:spPr>
          <a:xfrm>
            <a:off x="813243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8" name="data_4117">
            <a:extLst>
              <a:ext uri="{FF2B5EF4-FFF2-40B4-BE49-F238E27FC236}">
                <a16:creationId xmlns:a16="http://schemas.microsoft.com/office/drawing/2014/main" id="{34352D87-9801-418D-874D-64D4702809ED}"/>
              </a:ext>
            </a:extLst>
          </p:cNvPr>
          <p:cNvSpPr>
            <a:spLocks/>
          </p:cNvSpPr>
          <p:nvPr/>
        </p:nvSpPr>
        <p:spPr>
          <a:xfrm>
            <a:off x="814197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9" name="data_4118">
            <a:extLst>
              <a:ext uri="{FF2B5EF4-FFF2-40B4-BE49-F238E27FC236}">
                <a16:creationId xmlns:a16="http://schemas.microsoft.com/office/drawing/2014/main" id="{BED14138-D7DB-1F9B-1B5B-8E081791C9EE}"/>
              </a:ext>
            </a:extLst>
          </p:cNvPr>
          <p:cNvSpPr>
            <a:spLocks/>
          </p:cNvSpPr>
          <p:nvPr/>
        </p:nvSpPr>
        <p:spPr>
          <a:xfrm>
            <a:off x="820192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0" name="data_4119">
            <a:extLst>
              <a:ext uri="{FF2B5EF4-FFF2-40B4-BE49-F238E27FC236}">
                <a16:creationId xmlns:a16="http://schemas.microsoft.com/office/drawing/2014/main" id="{08C4F730-3CBB-0CFF-CF0E-3AFBCA087D67}"/>
              </a:ext>
            </a:extLst>
          </p:cNvPr>
          <p:cNvSpPr>
            <a:spLocks/>
          </p:cNvSpPr>
          <p:nvPr/>
        </p:nvSpPr>
        <p:spPr>
          <a:xfrm>
            <a:off x="8098272" y="59383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1" name="data_4120">
            <a:extLst>
              <a:ext uri="{FF2B5EF4-FFF2-40B4-BE49-F238E27FC236}">
                <a16:creationId xmlns:a16="http://schemas.microsoft.com/office/drawing/2014/main" id="{E0E62FEF-51F3-9BCF-6C5F-F6C7953AF88B}"/>
              </a:ext>
            </a:extLst>
          </p:cNvPr>
          <p:cNvSpPr>
            <a:spLocks/>
          </p:cNvSpPr>
          <p:nvPr/>
        </p:nvSpPr>
        <p:spPr>
          <a:xfrm>
            <a:off x="836438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2" name="data_4121">
            <a:extLst>
              <a:ext uri="{FF2B5EF4-FFF2-40B4-BE49-F238E27FC236}">
                <a16:creationId xmlns:a16="http://schemas.microsoft.com/office/drawing/2014/main" id="{CA0FC71C-618D-891E-3DA5-F3D0CBB73199}"/>
              </a:ext>
            </a:extLst>
          </p:cNvPr>
          <p:cNvSpPr>
            <a:spLocks/>
          </p:cNvSpPr>
          <p:nvPr/>
        </p:nvSpPr>
        <p:spPr>
          <a:xfrm>
            <a:off x="840728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3" name="data_4122">
            <a:extLst>
              <a:ext uri="{FF2B5EF4-FFF2-40B4-BE49-F238E27FC236}">
                <a16:creationId xmlns:a16="http://schemas.microsoft.com/office/drawing/2014/main" id="{0557E4F7-6702-9082-24BE-959F1FFAE274}"/>
              </a:ext>
            </a:extLst>
          </p:cNvPr>
          <p:cNvSpPr>
            <a:spLocks/>
          </p:cNvSpPr>
          <p:nvPr/>
        </p:nvSpPr>
        <p:spPr>
          <a:xfrm>
            <a:off x="840998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4" name="data_4123">
            <a:extLst>
              <a:ext uri="{FF2B5EF4-FFF2-40B4-BE49-F238E27FC236}">
                <a16:creationId xmlns:a16="http://schemas.microsoft.com/office/drawing/2014/main" id="{65D60433-67AC-5C84-FB15-BF25B2B7BFB9}"/>
              </a:ext>
            </a:extLst>
          </p:cNvPr>
          <p:cNvSpPr>
            <a:spLocks/>
          </p:cNvSpPr>
          <p:nvPr/>
        </p:nvSpPr>
        <p:spPr>
          <a:xfrm>
            <a:off x="839073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5" name="data_4124">
            <a:extLst>
              <a:ext uri="{FF2B5EF4-FFF2-40B4-BE49-F238E27FC236}">
                <a16:creationId xmlns:a16="http://schemas.microsoft.com/office/drawing/2014/main" id="{E22E7647-7AA9-A840-1781-59D8C3002A15}"/>
              </a:ext>
            </a:extLst>
          </p:cNvPr>
          <p:cNvSpPr>
            <a:spLocks/>
          </p:cNvSpPr>
          <p:nvPr/>
        </p:nvSpPr>
        <p:spPr>
          <a:xfrm>
            <a:off x="837150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6" name="data_4125">
            <a:extLst>
              <a:ext uri="{FF2B5EF4-FFF2-40B4-BE49-F238E27FC236}">
                <a16:creationId xmlns:a16="http://schemas.microsoft.com/office/drawing/2014/main" id="{ADE9E754-EC73-706E-6106-E3565CBE8830}"/>
              </a:ext>
            </a:extLst>
          </p:cNvPr>
          <p:cNvSpPr>
            <a:spLocks/>
          </p:cNvSpPr>
          <p:nvPr/>
        </p:nvSpPr>
        <p:spPr>
          <a:xfrm>
            <a:off x="839794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7" name="data_4126">
            <a:extLst>
              <a:ext uri="{FF2B5EF4-FFF2-40B4-BE49-F238E27FC236}">
                <a16:creationId xmlns:a16="http://schemas.microsoft.com/office/drawing/2014/main" id="{8A7E4BE0-208E-9E5E-2991-506C1F87E316}"/>
              </a:ext>
            </a:extLst>
          </p:cNvPr>
          <p:cNvSpPr>
            <a:spLocks/>
          </p:cNvSpPr>
          <p:nvPr/>
        </p:nvSpPr>
        <p:spPr>
          <a:xfrm>
            <a:off x="836945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8" name="data_4127">
            <a:extLst>
              <a:ext uri="{FF2B5EF4-FFF2-40B4-BE49-F238E27FC236}">
                <a16:creationId xmlns:a16="http://schemas.microsoft.com/office/drawing/2014/main" id="{9845353B-6E5E-11C9-2952-412C4B908C60}"/>
              </a:ext>
            </a:extLst>
          </p:cNvPr>
          <p:cNvSpPr>
            <a:spLocks/>
          </p:cNvSpPr>
          <p:nvPr/>
        </p:nvSpPr>
        <p:spPr>
          <a:xfrm>
            <a:off x="838357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9" name="data_4128">
            <a:extLst>
              <a:ext uri="{FF2B5EF4-FFF2-40B4-BE49-F238E27FC236}">
                <a16:creationId xmlns:a16="http://schemas.microsoft.com/office/drawing/2014/main" id="{2979C166-2924-FF43-A72F-E2DF6A42500C}"/>
              </a:ext>
            </a:extLst>
          </p:cNvPr>
          <p:cNvSpPr>
            <a:spLocks/>
          </p:cNvSpPr>
          <p:nvPr/>
        </p:nvSpPr>
        <p:spPr>
          <a:xfrm>
            <a:off x="8462422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0" name="data_4129">
            <a:extLst>
              <a:ext uri="{FF2B5EF4-FFF2-40B4-BE49-F238E27FC236}">
                <a16:creationId xmlns:a16="http://schemas.microsoft.com/office/drawing/2014/main" id="{11CD2226-458B-7872-1A65-7A4690066100}"/>
              </a:ext>
            </a:extLst>
          </p:cNvPr>
          <p:cNvSpPr>
            <a:spLocks/>
          </p:cNvSpPr>
          <p:nvPr/>
        </p:nvSpPr>
        <p:spPr>
          <a:xfrm>
            <a:off x="844925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1" name="data_4130">
            <a:extLst>
              <a:ext uri="{FF2B5EF4-FFF2-40B4-BE49-F238E27FC236}">
                <a16:creationId xmlns:a16="http://schemas.microsoft.com/office/drawing/2014/main" id="{619781CF-334F-E000-0B87-E7B49EF43E3A}"/>
              </a:ext>
            </a:extLst>
          </p:cNvPr>
          <p:cNvSpPr>
            <a:spLocks/>
          </p:cNvSpPr>
          <p:nvPr/>
        </p:nvSpPr>
        <p:spPr>
          <a:xfrm>
            <a:off x="841701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2" name="data_4131">
            <a:extLst>
              <a:ext uri="{FF2B5EF4-FFF2-40B4-BE49-F238E27FC236}">
                <a16:creationId xmlns:a16="http://schemas.microsoft.com/office/drawing/2014/main" id="{746129BC-3939-93E3-8955-3BF3ADB48CCC}"/>
              </a:ext>
            </a:extLst>
          </p:cNvPr>
          <p:cNvSpPr>
            <a:spLocks/>
          </p:cNvSpPr>
          <p:nvPr/>
        </p:nvSpPr>
        <p:spPr>
          <a:xfrm>
            <a:off x="83769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3" name="data_4132">
            <a:extLst>
              <a:ext uri="{FF2B5EF4-FFF2-40B4-BE49-F238E27FC236}">
                <a16:creationId xmlns:a16="http://schemas.microsoft.com/office/drawing/2014/main" id="{62996773-FC31-C75F-EB01-20259A8FF9FB}"/>
              </a:ext>
            </a:extLst>
          </p:cNvPr>
          <p:cNvSpPr>
            <a:spLocks/>
          </p:cNvSpPr>
          <p:nvPr/>
        </p:nvSpPr>
        <p:spPr>
          <a:xfrm>
            <a:off x="8358622" y="5952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4" name="data_4133">
            <a:extLst>
              <a:ext uri="{FF2B5EF4-FFF2-40B4-BE49-F238E27FC236}">
                <a16:creationId xmlns:a16="http://schemas.microsoft.com/office/drawing/2014/main" id="{29259227-B2EE-6E0B-0379-E8507B03B058}"/>
              </a:ext>
            </a:extLst>
          </p:cNvPr>
          <p:cNvSpPr>
            <a:spLocks/>
          </p:cNvSpPr>
          <p:nvPr/>
        </p:nvSpPr>
        <p:spPr>
          <a:xfrm>
            <a:off x="8369931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5" name="data_4134">
            <a:extLst>
              <a:ext uri="{FF2B5EF4-FFF2-40B4-BE49-F238E27FC236}">
                <a16:creationId xmlns:a16="http://schemas.microsoft.com/office/drawing/2014/main" id="{0C8F1D91-210A-C22F-0622-B0BC5BA73C6E}"/>
              </a:ext>
            </a:extLst>
          </p:cNvPr>
          <p:cNvSpPr>
            <a:spLocks/>
          </p:cNvSpPr>
          <p:nvPr/>
        </p:nvSpPr>
        <p:spPr>
          <a:xfrm>
            <a:off x="83817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6" name="data_4135">
            <a:extLst>
              <a:ext uri="{FF2B5EF4-FFF2-40B4-BE49-F238E27FC236}">
                <a16:creationId xmlns:a16="http://schemas.microsoft.com/office/drawing/2014/main" id="{8DF3A2DB-73D6-BFAA-6D1F-156A805750BF}"/>
              </a:ext>
            </a:extLst>
          </p:cNvPr>
          <p:cNvSpPr>
            <a:spLocks/>
          </p:cNvSpPr>
          <p:nvPr/>
        </p:nvSpPr>
        <p:spPr>
          <a:xfrm>
            <a:off x="8378080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7" name="data_4136">
            <a:extLst>
              <a:ext uri="{FF2B5EF4-FFF2-40B4-BE49-F238E27FC236}">
                <a16:creationId xmlns:a16="http://schemas.microsoft.com/office/drawing/2014/main" id="{DFFD9612-D4AD-936F-998E-42885C82F2E5}"/>
              </a:ext>
            </a:extLst>
          </p:cNvPr>
          <p:cNvSpPr>
            <a:spLocks/>
          </p:cNvSpPr>
          <p:nvPr/>
        </p:nvSpPr>
        <p:spPr>
          <a:xfrm>
            <a:off x="835390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8" name="data_4137">
            <a:extLst>
              <a:ext uri="{FF2B5EF4-FFF2-40B4-BE49-F238E27FC236}">
                <a16:creationId xmlns:a16="http://schemas.microsoft.com/office/drawing/2014/main" id="{ED97A6AE-D671-C956-881B-8A0CF4752774}"/>
              </a:ext>
            </a:extLst>
          </p:cNvPr>
          <p:cNvSpPr>
            <a:spLocks/>
          </p:cNvSpPr>
          <p:nvPr/>
        </p:nvSpPr>
        <p:spPr>
          <a:xfrm>
            <a:off x="84139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9" name="data_4138">
            <a:extLst>
              <a:ext uri="{FF2B5EF4-FFF2-40B4-BE49-F238E27FC236}">
                <a16:creationId xmlns:a16="http://schemas.microsoft.com/office/drawing/2014/main" id="{ABA1306B-ECD0-82F4-DAF1-FBF689C34AD3}"/>
              </a:ext>
            </a:extLst>
          </p:cNvPr>
          <p:cNvSpPr>
            <a:spLocks/>
          </p:cNvSpPr>
          <p:nvPr/>
        </p:nvSpPr>
        <p:spPr>
          <a:xfrm>
            <a:off x="8448165" y="60899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0" name="data_4139">
            <a:extLst>
              <a:ext uri="{FF2B5EF4-FFF2-40B4-BE49-F238E27FC236}">
                <a16:creationId xmlns:a16="http://schemas.microsoft.com/office/drawing/2014/main" id="{24BF1DCE-3C80-D3DD-FBB0-9B375FF3F97C}"/>
              </a:ext>
            </a:extLst>
          </p:cNvPr>
          <p:cNvSpPr>
            <a:spLocks/>
          </p:cNvSpPr>
          <p:nvPr/>
        </p:nvSpPr>
        <p:spPr>
          <a:xfrm>
            <a:off x="835933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1" name="data_4140">
            <a:extLst>
              <a:ext uri="{FF2B5EF4-FFF2-40B4-BE49-F238E27FC236}">
                <a16:creationId xmlns:a16="http://schemas.microsoft.com/office/drawing/2014/main" id="{F45C22CB-DBA4-6242-A5B7-F4BD6901C3D7}"/>
              </a:ext>
            </a:extLst>
          </p:cNvPr>
          <p:cNvSpPr>
            <a:spLocks/>
          </p:cNvSpPr>
          <p:nvPr/>
        </p:nvSpPr>
        <p:spPr>
          <a:xfrm>
            <a:off x="842578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2" name="data_4141">
            <a:extLst>
              <a:ext uri="{FF2B5EF4-FFF2-40B4-BE49-F238E27FC236}">
                <a16:creationId xmlns:a16="http://schemas.microsoft.com/office/drawing/2014/main" id="{85441137-A4E5-55B7-B118-EE5D933D5596}"/>
              </a:ext>
            </a:extLst>
          </p:cNvPr>
          <p:cNvSpPr>
            <a:spLocks/>
          </p:cNvSpPr>
          <p:nvPr/>
        </p:nvSpPr>
        <p:spPr>
          <a:xfrm>
            <a:off x="843667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3" name="data_4142">
            <a:extLst>
              <a:ext uri="{FF2B5EF4-FFF2-40B4-BE49-F238E27FC236}">
                <a16:creationId xmlns:a16="http://schemas.microsoft.com/office/drawing/2014/main" id="{712346B1-A87F-21F4-EAD4-1E8A755057AA}"/>
              </a:ext>
            </a:extLst>
          </p:cNvPr>
          <p:cNvSpPr>
            <a:spLocks/>
          </p:cNvSpPr>
          <p:nvPr/>
        </p:nvSpPr>
        <p:spPr>
          <a:xfrm>
            <a:off x="8386051" y="48963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4" name="data_4143">
            <a:extLst>
              <a:ext uri="{FF2B5EF4-FFF2-40B4-BE49-F238E27FC236}">
                <a16:creationId xmlns:a16="http://schemas.microsoft.com/office/drawing/2014/main" id="{05263238-6A28-3641-203E-4EC25D15CECA}"/>
              </a:ext>
            </a:extLst>
          </p:cNvPr>
          <p:cNvSpPr>
            <a:spLocks/>
          </p:cNvSpPr>
          <p:nvPr/>
        </p:nvSpPr>
        <p:spPr>
          <a:xfrm>
            <a:off x="844433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5" name="data_4144">
            <a:extLst>
              <a:ext uri="{FF2B5EF4-FFF2-40B4-BE49-F238E27FC236}">
                <a16:creationId xmlns:a16="http://schemas.microsoft.com/office/drawing/2014/main" id="{ED5B5E56-46A8-F8B3-17FF-82B227C58ECC}"/>
              </a:ext>
            </a:extLst>
          </p:cNvPr>
          <p:cNvSpPr>
            <a:spLocks/>
          </p:cNvSpPr>
          <p:nvPr/>
        </p:nvSpPr>
        <p:spPr>
          <a:xfrm>
            <a:off x="840395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6" name="data_4145">
            <a:extLst>
              <a:ext uri="{FF2B5EF4-FFF2-40B4-BE49-F238E27FC236}">
                <a16:creationId xmlns:a16="http://schemas.microsoft.com/office/drawing/2014/main" id="{0C10C812-FF6D-1A6E-2AF3-D1E39F67823E}"/>
              </a:ext>
            </a:extLst>
          </p:cNvPr>
          <p:cNvSpPr>
            <a:spLocks/>
          </p:cNvSpPr>
          <p:nvPr/>
        </p:nvSpPr>
        <p:spPr>
          <a:xfrm>
            <a:off x="8406718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7" name="data_4146">
            <a:extLst>
              <a:ext uri="{FF2B5EF4-FFF2-40B4-BE49-F238E27FC236}">
                <a16:creationId xmlns:a16="http://schemas.microsoft.com/office/drawing/2014/main" id="{3D5C0607-0A22-9F76-012B-FFAFBEF10F18}"/>
              </a:ext>
            </a:extLst>
          </p:cNvPr>
          <p:cNvSpPr>
            <a:spLocks/>
          </p:cNvSpPr>
          <p:nvPr/>
        </p:nvSpPr>
        <p:spPr>
          <a:xfrm>
            <a:off x="845412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8" name="data_4147">
            <a:extLst>
              <a:ext uri="{FF2B5EF4-FFF2-40B4-BE49-F238E27FC236}">
                <a16:creationId xmlns:a16="http://schemas.microsoft.com/office/drawing/2014/main" id="{2566CE70-8D46-FF82-7B2C-FC8CC3B9B08E}"/>
              </a:ext>
            </a:extLst>
          </p:cNvPr>
          <p:cNvSpPr>
            <a:spLocks/>
          </p:cNvSpPr>
          <p:nvPr/>
        </p:nvSpPr>
        <p:spPr>
          <a:xfrm>
            <a:off x="84424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9" name="data_4148">
            <a:extLst>
              <a:ext uri="{FF2B5EF4-FFF2-40B4-BE49-F238E27FC236}">
                <a16:creationId xmlns:a16="http://schemas.microsoft.com/office/drawing/2014/main" id="{CEE0512D-DFB9-42C6-BB69-33FA19F570E0}"/>
              </a:ext>
            </a:extLst>
          </p:cNvPr>
          <p:cNvSpPr>
            <a:spLocks/>
          </p:cNvSpPr>
          <p:nvPr/>
        </p:nvSpPr>
        <p:spPr>
          <a:xfrm>
            <a:off x="842824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0" name="data_4149">
            <a:extLst>
              <a:ext uri="{FF2B5EF4-FFF2-40B4-BE49-F238E27FC236}">
                <a16:creationId xmlns:a16="http://schemas.microsoft.com/office/drawing/2014/main" id="{38C47089-06A4-27D7-04DD-F69A8F84D306}"/>
              </a:ext>
            </a:extLst>
          </p:cNvPr>
          <p:cNvSpPr>
            <a:spLocks/>
          </p:cNvSpPr>
          <p:nvPr/>
        </p:nvSpPr>
        <p:spPr>
          <a:xfrm>
            <a:off x="839009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1" name="data_4150">
            <a:extLst>
              <a:ext uri="{FF2B5EF4-FFF2-40B4-BE49-F238E27FC236}">
                <a16:creationId xmlns:a16="http://schemas.microsoft.com/office/drawing/2014/main" id="{3335BB91-7DB0-4E78-198F-37F99F347451}"/>
              </a:ext>
            </a:extLst>
          </p:cNvPr>
          <p:cNvSpPr>
            <a:spLocks/>
          </p:cNvSpPr>
          <p:nvPr/>
        </p:nvSpPr>
        <p:spPr>
          <a:xfrm>
            <a:off x="8435884" y="614888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2" name="data_4151">
            <a:extLst>
              <a:ext uri="{FF2B5EF4-FFF2-40B4-BE49-F238E27FC236}">
                <a16:creationId xmlns:a16="http://schemas.microsoft.com/office/drawing/2014/main" id="{32F896F7-4B6A-DE27-8578-4032FAC10579}"/>
              </a:ext>
            </a:extLst>
          </p:cNvPr>
          <p:cNvSpPr>
            <a:spLocks/>
          </p:cNvSpPr>
          <p:nvPr/>
        </p:nvSpPr>
        <p:spPr>
          <a:xfrm>
            <a:off x="843891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3" name="data_4152">
            <a:extLst>
              <a:ext uri="{FF2B5EF4-FFF2-40B4-BE49-F238E27FC236}">
                <a16:creationId xmlns:a16="http://schemas.microsoft.com/office/drawing/2014/main" id="{0A679AC9-944E-6CAB-CB80-768A6ADA1566}"/>
              </a:ext>
            </a:extLst>
          </p:cNvPr>
          <p:cNvSpPr>
            <a:spLocks/>
          </p:cNvSpPr>
          <p:nvPr/>
        </p:nvSpPr>
        <p:spPr>
          <a:xfrm>
            <a:off x="8394830" y="6401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4" name="data_4153">
            <a:extLst>
              <a:ext uri="{FF2B5EF4-FFF2-40B4-BE49-F238E27FC236}">
                <a16:creationId xmlns:a16="http://schemas.microsoft.com/office/drawing/2014/main" id="{585556DB-53C4-2C1B-5C65-7082DA22DBC8}"/>
              </a:ext>
            </a:extLst>
          </p:cNvPr>
          <p:cNvSpPr>
            <a:spLocks/>
          </p:cNvSpPr>
          <p:nvPr/>
        </p:nvSpPr>
        <p:spPr>
          <a:xfrm>
            <a:off x="835087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5" name="data_4154">
            <a:extLst>
              <a:ext uri="{FF2B5EF4-FFF2-40B4-BE49-F238E27FC236}">
                <a16:creationId xmlns:a16="http://schemas.microsoft.com/office/drawing/2014/main" id="{C2C67DAC-7AD7-8D83-5422-890605687649}"/>
              </a:ext>
            </a:extLst>
          </p:cNvPr>
          <p:cNvSpPr>
            <a:spLocks/>
          </p:cNvSpPr>
          <p:nvPr/>
        </p:nvSpPr>
        <p:spPr>
          <a:xfrm>
            <a:off x="838107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6" name="data_4155">
            <a:extLst>
              <a:ext uri="{FF2B5EF4-FFF2-40B4-BE49-F238E27FC236}">
                <a16:creationId xmlns:a16="http://schemas.microsoft.com/office/drawing/2014/main" id="{57186754-F82F-5E06-C49A-5188689010E1}"/>
              </a:ext>
            </a:extLst>
          </p:cNvPr>
          <p:cNvSpPr>
            <a:spLocks/>
          </p:cNvSpPr>
          <p:nvPr/>
        </p:nvSpPr>
        <p:spPr>
          <a:xfrm>
            <a:off x="836233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7" name="data_4156">
            <a:extLst>
              <a:ext uri="{FF2B5EF4-FFF2-40B4-BE49-F238E27FC236}">
                <a16:creationId xmlns:a16="http://schemas.microsoft.com/office/drawing/2014/main" id="{FADAC142-AEA4-15A7-060B-0E656DC478D5}"/>
              </a:ext>
            </a:extLst>
          </p:cNvPr>
          <p:cNvSpPr>
            <a:spLocks/>
          </p:cNvSpPr>
          <p:nvPr/>
        </p:nvSpPr>
        <p:spPr>
          <a:xfrm>
            <a:off x="838183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8" name="data_4157">
            <a:extLst>
              <a:ext uri="{FF2B5EF4-FFF2-40B4-BE49-F238E27FC236}">
                <a16:creationId xmlns:a16="http://schemas.microsoft.com/office/drawing/2014/main" id="{D63B12B5-88C3-1636-1EDB-7AB262FC9422}"/>
              </a:ext>
            </a:extLst>
          </p:cNvPr>
          <p:cNvSpPr>
            <a:spLocks/>
          </p:cNvSpPr>
          <p:nvPr/>
        </p:nvSpPr>
        <p:spPr>
          <a:xfrm>
            <a:off x="835279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9" name="data_4158">
            <a:extLst>
              <a:ext uri="{FF2B5EF4-FFF2-40B4-BE49-F238E27FC236}">
                <a16:creationId xmlns:a16="http://schemas.microsoft.com/office/drawing/2014/main" id="{FCFFDED6-F599-7501-3B8A-5107B246DA9D}"/>
              </a:ext>
            </a:extLst>
          </p:cNvPr>
          <p:cNvSpPr>
            <a:spLocks/>
          </p:cNvSpPr>
          <p:nvPr/>
        </p:nvSpPr>
        <p:spPr>
          <a:xfrm>
            <a:off x="845060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0" name="data_4159">
            <a:extLst>
              <a:ext uri="{FF2B5EF4-FFF2-40B4-BE49-F238E27FC236}">
                <a16:creationId xmlns:a16="http://schemas.microsoft.com/office/drawing/2014/main" id="{9FC994FB-0D8C-B6FF-E233-322795A4EE86}"/>
              </a:ext>
            </a:extLst>
          </p:cNvPr>
          <p:cNvSpPr>
            <a:spLocks/>
          </p:cNvSpPr>
          <p:nvPr/>
        </p:nvSpPr>
        <p:spPr>
          <a:xfrm>
            <a:off x="842777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1" name="data_4160">
            <a:extLst>
              <a:ext uri="{FF2B5EF4-FFF2-40B4-BE49-F238E27FC236}">
                <a16:creationId xmlns:a16="http://schemas.microsoft.com/office/drawing/2014/main" id="{453FB4B1-BF5F-9A92-EE22-EC72920EAC7B}"/>
              </a:ext>
            </a:extLst>
          </p:cNvPr>
          <p:cNvSpPr>
            <a:spLocks/>
          </p:cNvSpPr>
          <p:nvPr/>
        </p:nvSpPr>
        <p:spPr>
          <a:xfrm>
            <a:off x="8448871" y="49700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2" name="data_4161">
            <a:extLst>
              <a:ext uri="{FF2B5EF4-FFF2-40B4-BE49-F238E27FC236}">
                <a16:creationId xmlns:a16="http://schemas.microsoft.com/office/drawing/2014/main" id="{F05D0738-F75A-513B-C5DA-E71E6290BF0B}"/>
              </a:ext>
            </a:extLst>
          </p:cNvPr>
          <p:cNvSpPr>
            <a:spLocks/>
          </p:cNvSpPr>
          <p:nvPr/>
        </p:nvSpPr>
        <p:spPr>
          <a:xfrm>
            <a:off x="835014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3" name="data_4162">
            <a:extLst>
              <a:ext uri="{FF2B5EF4-FFF2-40B4-BE49-F238E27FC236}">
                <a16:creationId xmlns:a16="http://schemas.microsoft.com/office/drawing/2014/main" id="{43619D2F-1AEE-01BB-4C30-1A41E1B9EE45}"/>
              </a:ext>
            </a:extLst>
          </p:cNvPr>
          <p:cNvSpPr>
            <a:spLocks/>
          </p:cNvSpPr>
          <p:nvPr/>
        </p:nvSpPr>
        <p:spPr>
          <a:xfrm>
            <a:off x="843864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4" name="data_4163">
            <a:extLst>
              <a:ext uri="{FF2B5EF4-FFF2-40B4-BE49-F238E27FC236}">
                <a16:creationId xmlns:a16="http://schemas.microsoft.com/office/drawing/2014/main" id="{24287E9B-414E-597C-F175-1ABC53A976CE}"/>
              </a:ext>
            </a:extLst>
          </p:cNvPr>
          <p:cNvSpPr>
            <a:spLocks/>
          </p:cNvSpPr>
          <p:nvPr/>
        </p:nvSpPr>
        <p:spPr>
          <a:xfrm>
            <a:off x="844475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5" name="data_4164">
            <a:extLst>
              <a:ext uri="{FF2B5EF4-FFF2-40B4-BE49-F238E27FC236}">
                <a16:creationId xmlns:a16="http://schemas.microsoft.com/office/drawing/2014/main" id="{E83B3C3A-2B25-73E6-AADB-51239D3FFDAB}"/>
              </a:ext>
            </a:extLst>
          </p:cNvPr>
          <p:cNvSpPr>
            <a:spLocks/>
          </p:cNvSpPr>
          <p:nvPr/>
        </p:nvSpPr>
        <p:spPr>
          <a:xfrm>
            <a:off x="8347446" y="51805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6" name="data_4165">
            <a:extLst>
              <a:ext uri="{FF2B5EF4-FFF2-40B4-BE49-F238E27FC236}">
                <a16:creationId xmlns:a16="http://schemas.microsoft.com/office/drawing/2014/main" id="{EC747A0F-225B-DE67-8E7E-CB54F8C2A8CD}"/>
              </a:ext>
            </a:extLst>
          </p:cNvPr>
          <p:cNvSpPr>
            <a:spLocks/>
          </p:cNvSpPr>
          <p:nvPr/>
        </p:nvSpPr>
        <p:spPr>
          <a:xfrm>
            <a:off x="839613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7" name="data_4166">
            <a:extLst>
              <a:ext uri="{FF2B5EF4-FFF2-40B4-BE49-F238E27FC236}">
                <a16:creationId xmlns:a16="http://schemas.microsoft.com/office/drawing/2014/main" id="{992F6487-D974-EC89-2975-EAB5C870FF9D}"/>
              </a:ext>
            </a:extLst>
          </p:cNvPr>
          <p:cNvSpPr>
            <a:spLocks/>
          </p:cNvSpPr>
          <p:nvPr/>
        </p:nvSpPr>
        <p:spPr>
          <a:xfrm>
            <a:off x="842614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8" name="data_4167">
            <a:extLst>
              <a:ext uri="{FF2B5EF4-FFF2-40B4-BE49-F238E27FC236}">
                <a16:creationId xmlns:a16="http://schemas.microsoft.com/office/drawing/2014/main" id="{5EB07BBF-C0E0-20FE-E130-B630A6BCE0BB}"/>
              </a:ext>
            </a:extLst>
          </p:cNvPr>
          <p:cNvSpPr>
            <a:spLocks/>
          </p:cNvSpPr>
          <p:nvPr/>
        </p:nvSpPr>
        <p:spPr>
          <a:xfrm>
            <a:off x="8365479" y="63075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9" name="data_4168">
            <a:extLst>
              <a:ext uri="{FF2B5EF4-FFF2-40B4-BE49-F238E27FC236}">
                <a16:creationId xmlns:a16="http://schemas.microsoft.com/office/drawing/2014/main" id="{3FCC0731-3390-A43B-F144-D1299CBC81EF}"/>
              </a:ext>
            </a:extLst>
          </p:cNvPr>
          <p:cNvSpPr>
            <a:spLocks/>
          </p:cNvSpPr>
          <p:nvPr/>
        </p:nvSpPr>
        <p:spPr>
          <a:xfrm>
            <a:off x="840382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0" name="data_4169">
            <a:extLst>
              <a:ext uri="{FF2B5EF4-FFF2-40B4-BE49-F238E27FC236}">
                <a16:creationId xmlns:a16="http://schemas.microsoft.com/office/drawing/2014/main" id="{16A03CF7-0919-04E8-804D-7A9E31E1A154}"/>
              </a:ext>
            </a:extLst>
          </p:cNvPr>
          <p:cNvSpPr>
            <a:spLocks/>
          </p:cNvSpPr>
          <p:nvPr/>
        </p:nvSpPr>
        <p:spPr>
          <a:xfrm>
            <a:off x="84466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1" name="data_4170">
            <a:extLst>
              <a:ext uri="{FF2B5EF4-FFF2-40B4-BE49-F238E27FC236}">
                <a16:creationId xmlns:a16="http://schemas.microsoft.com/office/drawing/2014/main" id="{57B364F3-19FD-749F-2B39-87C44CDCCBCA}"/>
              </a:ext>
            </a:extLst>
          </p:cNvPr>
          <p:cNvSpPr>
            <a:spLocks/>
          </p:cNvSpPr>
          <p:nvPr/>
        </p:nvSpPr>
        <p:spPr>
          <a:xfrm>
            <a:off x="8390820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2" name="data_4171">
            <a:extLst>
              <a:ext uri="{FF2B5EF4-FFF2-40B4-BE49-F238E27FC236}">
                <a16:creationId xmlns:a16="http://schemas.microsoft.com/office/drawing/2014/main" id="{EAFDEA5A-D03E-E7A1-772F-F2103EE1D83F}"/>
              </a:ext>
            </a:extLst>
          </p:cNvPr>
          <p:cNvSpPr>
            <a:spLocks/>
          </p:cNvSpPr>
          <p:nvPr/>
        </p:nvSpPr>
        <p:spPr>
          <a:xfrm>
            <a:off x="8355649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3" name="data_4172">
            <a:extLst>
              <a:ext uri="{FF2B5EF4-FFF2-40B4-BE49-F238E27FC236}">
                <a16:creationId xmlns:a16="http://schemas.microsoft.com/office/drawing/2014/main" id="{C994CBBB-EA26-59A7-FF65-50A372AAC19C}"/>
              </a:ext>
            </a:extLst>
          </p:cNvPr>
          <p:cNvSpPr>
            <a:spLocks/>
          </p:cNvSpPr>
          <p:nvPr/>
        </p:nvSpPr>
        <p:spPr>
          <a:xfrm>
            <a:off x="8440440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4" name="data_4173">
            <a:extLst>
              <a:ext uri="{FF2B5EF4-FFF2-40B4-BE49-F238E27FC236}">
                <a16:creationId xmlns:a16="http://schemas.microsoft.com/office/drawing/2014/main" id="{D9ABAE7B-DDBD-1669-25A2-89A4F9F95FE0}"/>
              </a:ext>
            </a:extLst>
          </p:cNvPr>
          <p:cNvSpPr>
            <a:spLocks/>
          </p:cNvSpPr>
          <p:nvPr/>
        </p:nvSpPr>
        <p:spPr>
          <a:xfrm>
            <a:off x="837071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5" name="data_4174">
            <a:extLst>
              <a:ext uri="{FF2B5EF4-FFF2-40B4-BE49-F238E27FC236}">
                <a16:creationId xmlns:a16="http://schemas.microsoft.com/office/drawing/2014/main" id="{3E280D81-11E2-4F75-234D-6B0DAAE9AD8A}"/>
              </a:ext>
            </a:extLst>
          </p:cNvPr>
          <p:cNvSpPr>
            <a:spLocks/>
          </p:cNvSpPr>
          <p:nvPr/>
        </p:nvSpPr>
        <p:spPr>
          <a:xfrm>
            <a:off x="8393118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6" name="data_4175">
            <a:extLst>
              <a:ext uri="{FF2B5EF4-FFF2-40B4-BE49-F238E27FC236}">
                <a16:creationId xmlns:a16="http://schemas.microsoft.com/office/drawing/2014/main" id="{858E5872-C5FE-9A06-758B-DC05DD723A35}"/>
              </a:ext>
            </a:extLst>
          </p:cNvPr>
          <p:cNvSpPr>
            <a:spLocks/>
          </p:cNvSpPr>
          <p:nvPr/>
        </p:nvSpPr>
        <p:spPr>
          <a:xfrm>
            <a:off x="840525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7" name="data_4176">
            <a:extLst>
              <a:ext uri="{FF2B5EF4-FFF2-40B4-BE49-F238E27FC236}">
                <a16:creationId xmlns:a16="http://schemas.microsoft.com/office/drawing/2014/main" id="{1C573DF8-5A89-1E36-3849-B6777F01CE01}"/>
              </a:ext>
            </a:extLst>
          </p:cNvPr>
          <p:cNvSpPr>
            <a:spLocks/>
          </p:cNvSpPr>
          <p:nvPr/>
        </p:nvSpPr>
        <p:spPr>
          <a:xfrm>
            <a:off x="834247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8" name="data_4177">
            <a:extLst>
              <a:ext uri="{FF2B5EF4-FFF2-40B4-BE49-F238E27FC236}">
                <a16:creationId xmlns:a16="http://schemas.microsoft.com/office/drawing/2014/main" id="{676A48FE-45D9-6180-591A-86BFDCFA784A}"/>
              </a:ext>
            </a:extLst>
          </p:cNvPr>
          <p:cNvSpPr>
            <a:spLocks/>
          </p:cNvSpPr>
          <p:nvPr/>
        </p:nvSpPr>
        <p:spPr>
          <a:xfrm>
            <a:off x="84430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9" name="data_4178">
            <a:extLst>
              <a:ext uri="{FF2B5EF4-FFF2-40B4-BE49-F238E27FC236}">
                <a16:creationId xmlns:a16="http://schemas.microsoft.com/office/drawing/2014/main" id="{9F9DA984-7B1A-112D-6057-8527C3B3E46E}"/>
              </a:ext>
            </a:extLst>
          </p:cNvPr>
          <p:cNvSpPr>
            <a:spLocks/>
          </p:cNvSpPr>
          <p:nvPr/>
        </p:nvSpPr>
        <p:spPr>
          <a:xfrm>
            <a:off x="845555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0" name="data_4179">
            <a:extLst>
              <a:ext uri="{FF2B5EF4-FFF2-40B4-BE49-F238E27FC236}">
                <a16:creationId xmlns:a16="http://schemas.microsoft.com/office/drawing/2014/main" id="{D0B6669F-E6C5-13B5-B0FB-1A43824E2656}"/>
              </a:ext>
            </a:extLst>
          </p:cNvPr>
          <p:cNvSpPr>
            <a:spLocks/>
          </p:cNvSpPr>
          <p:nvPr/>
        </p:nvSpPr>
        <p:spPr>
          <a:xfrm>
            <a:off x="83761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1" name="data_4180">
            <a:extLst>
              <a:ext uri="{FF2B5EF4-FFF2-40B4-BE49-F238E27FC236}">
                <a16:creationId xmlns:a16="http://schemas.microsoft.com/office/drawing/2014/main" id="{9B991923-3354-D5D4-7B33-4037E06E2458}"/>
              </a:ext>
            </a:extLst>
          </p:cNvPr>
          <p:cNvSpPr>
            <a:spLocks/>
          </p:cNvSpPr>
          <p:nvPr/>
        </p:nvSpPr>
        <p:spPr>
          <a:xfrm>
            <a:off x="8419019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2" name="data_4181">
            <a:extLst>
              <a:ext uri="{FF2B5EF4-FFF2-40B4-BE49-F238E27FC236}">
                <a16:creationId xmlns:a16="http://schemas.microsoft.com/office/drawing/2014/main" id="{D3F763B4-8586-3EF6-BD40-5AEE783850E8}"/>
              </a:ext>
            </a:extLst>
          </p:cNvPr>
          <p:cNvSpPr>
            <a:spLocks/>
          </p:cNvSpPr>
          <p:nvPr/>
        </p:nvSpPr>
        <p:spPr>
          <a:xfrm>
            <a:off x="8382806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3" name="data_4182">
            <a:extLst>
              <a:ext uri="{FF2B5EF4-FFF2-40B4-BE49-F238E27FC236}">
                <a16:creationId xmlns:a16="http://schemas.microsoft.com/office/drawing/2014/main" id="{8784B98D-2FF1-CD82-FC1B-3F05A6435AE5}"/>
              </a:ext>
            </a:extLst>
          </p:cNvPr>
          <p:cNvSpPr>
            <a:spLocks/>
          </p:cNvSpPr>
          <p:nvPr/>
        </p:nvSpPr>
        <p:spPr>
          <a:xfrm>
            <a:off x="839520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4" name="data_4183">
            <a:extLst>
              <a:ext uri="{FF2B5EF4-FFF2-40B4-BE49-F238E27FC236}">
                <a16:creationId xmlns:a16="http://schemas.microsoft.com/office/drawing/2014/main" id="{9FDB4711-AF4E-A784-3289-F8CFFEA9B396}"/>
              </a:ext>
            </a:extLst>
          </p:cNvPr>
          <p:cNvSpPr>
            <a:spLocks/>
          </p:cNvSpPr>
          <p:nvPr/>
        </p:nvSpPr>
        <p:spPr>
          <a:xfrm>
            <a:off x="845695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5" name="data_4184">
            <a:extLst>
              <a:ext uri="{FF2B5EF4-FFF2-40B4-BE49-F238E27FC236}">
                <a16:creationId xmlns:a16="http://schemas.microsoft.com/office/drawing/2014/main" id="{5461E8AA-9AB7-74BD-7BEF-1A2B8621218D}"/>
              </a:ext>
            </a:extLst>
          </p:cNvPr>
          <p:cNvSpPr>
            <a:spLocks/>
          </p:cNvSpPr>
          <p:nvPr/>
        </p:nvSpPr>
        <p:spPr>
          <a:xfrm>
            <a:off x="840148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6" name="data_4185">
            <a:extLst>
              <a:ext uri="{FF2B5EF4-FFF2-40B4-BE49-F238E27FC236}">
                <a16:creationId xmlns:a16="http://schemas.microsoft.com/office/drawing/2014/main" id="{82516C7B-A207-AB63-71DD-1BDC547D1FB6}"/>
              </a:ext>
            </a:extLst>
          </p:cNvPr>
          <p:cNvSpPr>
            <a:spLocks/>
          </p:cNvSpPr>
          <p:nvPr/>
        </p:nvSpPr>
        <p:spPr>
          <a:xfrm>
            <a:off x="84552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7" name="data_4186">
            <a:extLst>
              <a:ext uri="{FF2B5EF4-FFF2-40B4-BE49-F238E27FC236}">
                <a16:creationId xmlns:a16="http://schemas.microsoft.com/office/drawing/2014/main" id="{A3E2371F-3801-51D5-EF1F-386BFCF6A133}"/>
              </a:ext>
            </a:extLst>
          </p:cNvPr>
          <p:cNvSpPr>
            <a:spLocks/>
          </p:cNvSpPr>
          <p:nvPr/>
        </p:nvSpPr>
        <p:spPr>
          <a:xfrm>
            <a:off x="83938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8" name="data_4187">
            <a:extLst>
              <a:ext uri="{FF2B5EF4-FFF2-40B4-BE49-F238E27FC236}">
                <a16:creationId xmlns:a16="http://schemas.microsoft.com/office/drawing/2014/main" id="{A237E285-6CFC-38EE-D570-0E28D9E01DB4}"/>
              </a:ext>
            </a:extLst>
          </p:cNvPr>
          <p:cNvSpPr>
            <a:spLocks/>
          </p:cNvSpPr>
          <p:nvPr/>
        </p:nvSpPr>
        <p:spPr>
          <a:xfrm>
            <a:off x="843449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9" name="data_4188">
            <a:extLst>
              <a:ext uri="{FF2B5EF4-FFF2-40B4-BE49-F238E27FC236}">
                <a16:creationId xmlns:a16="http://schemas.microsoft.com/office/drawing/2014/main" id="{065AABEA-8A74-67E7-5C40-A949C8896DD9}"/>
              </a:ext>
            </a:extLst>
          </p:cNvPr>
          <p:cNvSpPr>
            <a:spLocks/>
          </p:cNvSpPr>
          <p:nvPr/>
        </p:nvSpPr>
        <p:spPr>
          <a:xfrm>
            <a:off x="84179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0" name="data_4189">
            <a:extLst>
              <a:ext uri="{FF2B5EF4-FFF2-40B4-BE49-F238E27FC236}">
                <a16:creationId xmlns:a16="http://schemas.microsoft.com/office/drawing/2014/main" id="{2DFE610B-03E5-07AB-5EBF-1FF2B545C1A9}"/>
              </a:ext>
            </a:extLst>
          </p:cNvPr>
          <p:cNvSpPr>
            <a:spLocks/>
          </p:cNvSpPr>
          <p:nvPr/>
        </p:nvSpPr>
        <p:spPr>
          <a:xfrm>
            <a:off x="841310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1" name="data_4190">
            <a:extLst>
              <a:ext uri="{FF2B5EF4-FFF2-40B4-BE49-F238E27FC236}">
                <a16:creationId xmlns:a16="http://schemas.microsoft.com/office/drawing/2014/main" id="{1A28D4A0-0508-B9E7-8020-8741A43B31E1}"/>
              </a:ext>
            </a:extLst>
          </p:cNvPr>
          <p:cNvSpPr>
            <a:spLocks/>
          </p:cNvSpPr>
          <p:nvPr/>
        </p:nvSpPr>
        <p:spPr>
          <a:xfrm>
            <a:off x="834665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2" name="data_4191">
            <a:extLst>
              <a:ext uri="{FF2B5EF4-FFF2-40B4-BE49-F238E27FC236}">
                <a16:creationId xmlns:a16="http://schemas.microsoft.com/office/drawing/2014/main" id="{4BC1EFA4-27E4-1981-FE42-416CDD7C2C83}"/>
              </a:ext>
            </a:extLst>
          </p:cNvPr>
          <p:cNvSpPr>
            <a:spLocks/>
          </p:cNvSpPr>
          <p:nvPr/>
        </p:nvSpPr>
        <p:spPr>
          <a:xfrm>
            <a:off x="836821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3" name="data_4192">
            <a:extLst>
              <a:ext uri="{FF2B5EF4-FFF2-40B4-BE49-F238E27FC236}">
                <a16:creationId xmlns:a16="http://schemas.microsoft.com/office/drawing/2014/main" id="{92A811C1-71AA-2AE4-2AC5-513F4794BE56}"/>
              </a:ext>
            </a:extLst>
          </p:cNvPr>
          <p:cNvSpPr>
            <a:spLocks/>
          </p:cNvSpPr>
          <p:nvPr/>
        </p:nvSpPr>
        <p:spPr>
          <a:xfrm>
            <a:off x="846138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4" name="data_4193">
            <a:extLst>
              <a:ext uri="{FF2B5EF4-FFF2-40B4-BE49-F238E27FC236}">
                <a16:creationId xmlns:a16="http://schemas.microsoft.com/office/drawing/2014/main" id="{B8B1FEF3-861F-8BC4-C9B0-9346A35017ED}"/>
              </a:ext>
            </a:extLst>
          </p:cNvPr>
          <p:cNvSpPr>
            <a:spLocks/>
          </p:cNvSpPr>
          <p:nvPr/>
        </p:nvSpPr>
        <p:spPr>
          <a:xfrm>
            <a:off x="84319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5" name="data_4194">
            <a:extLst>
              <a:ext uri="{FF2B5EF4-FFF2-40B4-BE49-F238E27FC236}">
                <a16:creationId xmlns:a16="http://schemas.microsoft.com/office/drawing/2014/main" id="{78A6F646-E53E-9CC5-C0DD-75BEAFAF7ECB}"/>
              </a:ext>
            </a:extLst>
          </p:cNvPr>
          <p:cNvSpPr>
            <a:spLocks/>
          </p:cNvSpPr>
          <p:nvPr/>
        </p:nvSpPr>
        <p:spPr>
          <a:xfrm>
            <a:off x="8429108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6" name="data_4195">
            <a:extLst>
              <a:ext uri="{FF2B5EF4-FFF2-40B4-BE49-F238E27FC236}">
                <a16:creationId xmlns:a16="http://schemas.microsoft.com/office/drawing/2014/main" id="{D7D9C1B7-1F08-6DB2-B4A2-9161E1A16E7D}"/>
              </a:ext>
            </a:extLst>
          </p:cNvPr>
          <p:cNvSpPr>
            <a:spLocks/>
          </p:cNvSpPr>
          <p:nvPr/>
        </p:nvSpPr>
        <p:spPr>
          <a:xfrm>
            <a:off x="837257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7" name="data_4196">
            <a:extLst>
              <a:ext uri="{FF2B5EF4-FFF2-40B4-BE49-F238E27FC236}">
                <a16:creationId xmlns:a16="http://schemas.microsoft.com/office/drawing/2014/main" id="{2DCB9F43-18B1-97B9-03FE-2B76F2857797}"/>
              </a:ext>
            </a:extLst>
          </p:cNvPr>
          <p:cNvSpPr>
            <a:spLocks/>
          </p:cNvSpPr>
          <p:nvPr/>
        </p:nvSpPr>
        <p:spPr>
          <a:xfrm>
            <a:off x="842182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8" name="data_4197">
            <a:extLst>
              <a:ext uri="{FF2B5EF4-FFF2-40B4-BE49-F238E27FC236}">
                <a16:creationId xmlns:a16="http://schemas.microsoft.com/office/drawing/2014/main" id="{57BA1D81-02FF-10F5-890B-30AF1DB3BA89}"/>
              </a:ext>
            </a:extLst>
          </p:cNvPr>
          <p:cNvSpPr>
            <a:spLocks/>
          </p:cNvSpPr>
          <p:nvPr/>
        </p:nvSpPr>
        <p:spPr>
          <a:xfrm>
            <a:off x="838833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9" name="data_4198">
            <a:extLst>
              <a:ext uri="{FF2B5EF4-FFF2-40B4-BE49-F238E27FC236}">
                <a16:creationId xmlns:a16="http://schemas.microsoft.com/office/drawing/2014/main" id="{29DA77A1-C410-3B80-2E78-F090A0BE0C43}"/>
              </a:ext>
            </a:extLst>
          </p:cNvPr>
          <p:cNvSpPr>
            <a:spLocks/>
          </p:cNvSpPr>
          <p:nvPr/>
        </p:nvSpPr>
        <p:spPr>
          <a:xfrm>
            <a:off x="834609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0" name="data_4199">
            <a:extLst>
              <a:ext uri="{FF2B5EF4-FFF2-40B4-BE49-F238E27FC236}">
                <a16:creationId xmlns:a16="http://schemas.microsoft.com/office/drawing/2014/main" id="{B0F1344E-4020-1899-689D-FE4891AAAB46}"/>
              </a:ext>
            </a:extLst>
          </p:cNvPr>
          <p:cNvSpPr>
            <a:spLocks/>
          </p:cNvSpPr>
          <p:nvPr/>
        </p:nvSpPr>
        <p:spPr>
          <a:xfrm>
            <a:off x="83587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1" name="data_4200">
            <a:extLst>
              <a:ext uri="{FF2B5EF4-FFF2-40B4-BE49-F238E27FC236}">
                <a16:creationId xmlns:a16="http://schemas.microsoft.com/office/drawing/2014/main" id="{D59D327A-828A-908D-5E15-1B4D6F77A934}"/>
              </a:ext>
            </a:extLst>
          </p:cNvPr>
          <p:cNvSpPr>
            <a:spLocks/>
          </p:cNvSpPr>
          <p:nvPr/>
        </p:nvSpPr>
        <p:spPr>
          <a:xfrm>
            <a:off x="843382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2" name="data_4201">
            <a:extLst>
              <a:ext uri="{FF2B5EF4-FFF2-40B4-BE49-F238E27FC236}">
                <a16:creationId xmlns:a16="http://schemas.microsoft.com/office/drawing/2014/main" id="{65AF9227-829C-A284-583B-17CDF2293A88}"/>
              </a:ext>
            </a:extLst>
          </p:cNvPr>
          <p:cNvSpPr>
            <a:spLocks/>
          </p:cNvSpPr>
          <p:nvPr/>
        </p:nvSpPr>
        <p:spPr>
          <a:xfrm>
            <a:off x="845083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3" name="data_4202">
            <a:extLst>
              <a:ext uri="{FF2B5EF4-FFF2-40B4-BE49-F238E27FC236}">
                <a16:creationId xmlns:a16="http://schemas.microsoft.com/office/drawing/2014/main" id="{6F3727E0-15B2-323F-4FC3-B3ECA8D57E23}"/>
              </a:ext>
            </a:extLst>
          </p:cNvPr>
          <p:cNvSpPr>
            <a:spLocks/>
          </p:cNvSpPr>
          <p:nvPr/>
        </p:nvSpPr>
        <p:spPr>
          <a:xfrm>
            <a:off x="840218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4" name="data_4203">
            <a:extLst>
              <a:ext uri="{FF2B5EF4-FFF2-40B4-BE49-F238E27FC236}">
                <a16:creationId xmlns:a16="http://schemas.microsoft.com/office/drawing/2014/main" id="{87E29329-F02A-9BF4-A84D-8F15D3E0A2BB}"/>
              </a:ext>
            </a:extLst>
          </p:cNvPr>
          <p:cNvSpPr>
            <a:spLocks/>
          </p:cNvSpPr>
          <p:nvPr/>
        </p:nvSpPr>
        <p:spPr>
          <a:xfrm>
            <a:off x="8414354" y="62471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5" name="data_4204">
            <a:extLst>
              <a:ext uri="{FF2B5EF4-FFF2-40B4-BE49-F238E27FC236}">
                <a16:creationId xmlns:a16="http://schemas.microsoft.com/office/drawing/2014/main" id="{76D6E479-3F5B-85E8-4B11-E4B30B2886C1}"/>
              </a:ext>
            </a:extLst>
          </p:cNvPr>
          <p:cNvSpPr>
            <a:spLocks/>
          </p:cNvSpPr>
          <p:nvPr/>
        </p:nvSpPr>
        <p:spPr>
          <a:xfrm>
            <a:off x="838229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6" name="data_4205">
            <a:extLst>
              <a:ext uri="{FF2B5EF4-FFF2-40B4-BE49-F238E27FC236}">
                <a16:creationId xmlns:a16="http://schemas.microsoft.com/office/drawing/2014/main" id="{2548F7A0-CF71-8A9E-F257-7B7BA34FBCE2}"/>
              </a:ext>
            </a:extLst>
          </p:cNvPr>
          <p:cNvSpPr>
            <a:spLocks/>
          </p:cNvSpPr>
          <p:nvPr/>
        </p:nvSpPr>
        <p:spPr>
          <a:xfrm>
            <a:off x="835552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7" name="data_4206">
            <a:extLst>
              <a:ext uri="{FF2B5EF4-FFF2-40B4-BE49-F238E27FC236}">
                <a16:creationId xmlns:a16="http://schemas.microsoft.com/office/drawing/2014/main" id="{7F28E5CA-7604-A140-EB32-1836D1671A50}"/>
              </a:ext>
            </a:extLst>
          </p:cNvPr>
          <p:cNvSpPr>
            <a:spLocks/>
          </p:cNvSpPr>
          <p:nvPr/>
        </p:nvSpPr>
        <p:spPr>
          <a:xfrm>
            <a:off x="8367989" y="53826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8" name="data_4207">
            <a:extLst>
              <a:ext uri="{FF2B5EF4-FFF2-40B4-BE49-F238E27FC236}">
                <a16:creationId xmlns:a16="http://schemas.microsoft.com/office/drawing/2014/main" id="{7797AF1F-80A6-CCB4-AB6D-673430C4E10A}"/>
              </a:ext>
            </a:extLst>
          </p:cNvPr>
          <p:cNvSpPr>
            <a:spLocks/>
          </p:cNvSpPr>
          <p:nvPr/>
        </p:nvSpPr>
        <p:spPr>
          <a:xfrm>
            <a:off x="835235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9" name="data_4208">
            <a:extLst>
              <a:ext uri="{FF2B5EF4-FFF2-40B4-BE49-F238E27FC236}">
                <a16:creationId xmlns:a16="http://schemas.microsoft.com/office/drawing/2014/main" id="{A233808A-F3E6-9F7E-7D83-BCE53774283E}"/>
              </a:ext>
            </a:extLst>
          </p:cNvPr>
          <p:cNvSpPr>
            <a:spLocks/>
          </p:cNvSpPr>
          <p:nvPr/>
        </p:nvSpPr>
        <p:spPr>
          <a:xfrm>
            <a:off x="83763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0" name="data_4209">
            <a:extLst>
              <a:ext uri="{FF2B5EF4-FFF2-40B4-BE49-F238E27FC236}">
                <a16:creationId xmlns:a16="http://schemas.microsoft.com/office/drawing/2014/main" id="{E3B1D5A0-1E06-21A4-8F3E-2911E7B7C9EA}"/>
              </a:ext>
            </a:extLst>
          </p:cNvPr>
          <p:cNvSpPr>
            <a:spLocks/>
          </p:cNvSpPr>
          <p:nvPr/>
        </p:nvSpPr>
        <p:spPr>
          <a:xfrm>
            <a:off x="836497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1" name="data_4210">
            <a:extLst>
              <a:ext uri="{FF2B5EF4-FFF2-40B4-BE49-F238E27FC236}">
                <a16:creationId xmlns:a16="http://schemas.microsoft.com/office/drawing/2014/main" id="{A193AF79-AB77-430F-253E-991638EBDFD5}"/>
              </a:ext>
            </a:extLst>
          </p:cNvPr>
          <p:cNvSpPr>
            <a:spLocks/>
          </p:cNvSpPr>
          <p:nvPr/>
        </p:nvSpPr>
        <p:spPr>
          <a:xfrm>
            <a:off x="838700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2" name="data_4211">
            <a:extLst>
              <a:ext uri="{FF2B5EF4-FFF2-40B4-BE49-F238E27FC236}">
                <a16:creationId xmlns:a16="http://schemas.microsoft.com/office/drawing/2014/main" id="{45177664-9894-700F-8B98-65E3B5879372}"/>
              </a:ext>
            </a:extLst>
          </p:cNvPr>
          <p:cNvSpPr>
            <a:spLocks/>
          </p:cNvSpPr>
          <p:nvPr/>
        </p:nvSpPr>
        <p:spPr>
          <a:xfrm>
            <a:off x="8432160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3" name="data_4212">
            <a:extLst>
              <a:ext uri="{FF2B5EF4-FFF2-40B4-BE49-F238E27FC236}">
                <a16:creationId xmlns:a16="http://schemas.microsoft.com/office/drawing/2014/main" id="{59F1A35B-BC25-F0FA-8855-74FCDE52E6FD}"/>
              </a:ext>
            </a:extLst>
          </p:cNvPr>
          <p:cNvSpPr>
            <a:spLocks/>
          </p:cNvSpPr>
          <p:nvPr/>
        </p:nvSpPr>
        <p:spPr>
          <a:xfrm>
            <a:off x="838705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4" name="data_4213">
            <a:extLst>
              <a:ext uri="{FF2B5EF4-FFF2-40B4-BE49-F238E27FC236}">
                <a16:creationId xmlns:a16="http://schemas.microsoft.com/office/drawing/2014/main" id="{669C0231-C19D-20C8-F998-1E0CB3B90507}"/>
              </a:ext>
            </a:extLst>
          </p:cNvPr>
          <p:cNvSpPr>
            <a:spLocks/>
          </p:cNvSpPr>
          <p:nvPr/>
        </p:nvSpPr>
        <p:spPr>
          <a:xfrm>
            <a:off x="844138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5" name="data_4214">
            <a:extLst>
              <a:ext uri="{FF2B5EF4-FFF2-40B4-BE49-F238E27FC236}">
                <a16:creationId xmlns:a16="http://schemas.microsoft.com/office/drawing/2014/main" id="{11B1F190-0D05-647F-79F4-6C6DB3813A0C}"/>
              </a:ext>
            </a:extLst>
          </p:cNvPr>
          <p:cNvSpPr>
            <a:spLocks/>
          </p:cNvSpPr>
          <p:nvPr/>
        </p:nvSpPr>
        <p:spPr>
          <a:xfrm>
            <a:off x="862448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6" name="data_4215">
            <a:extLst>
              <a:ext uri="{FF2B5EF4-FFF2-40B4-BE49-F238E27FC236}">
                <a16:creationId xmlns:a16="http://schemas.microsoft.com/office/drawing/2014/main" id="{6BBF7B52-8013-A5A3-74EF-6D815E715735}"/>
              </a:ext>
            </a:extLst>
          </p:cNvPr>
          <p:cNvSpPr>
            <a:spLocks/>
          </p:cNvSpPr>
          <p:nvPr/>
        </p:nvSpPr>
        <p:spPr>
          <a:xfrm>
            <a:off x="85955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7" name="data_4216">
            <a:extLst>
              <a:ext uri="{FF2B5EF4-FFF2-40B4-BE49-F238E27FC236}">
                <a16:creationId xmlns:a16="http://schemas.microsoft.com/office/drawing/2014/main" id="{158D4FE1-5263-CD9C-E56C-39BF193FAAFA}"/>
              </a:ext>
            </a:extLst>
          </p:cNvPr>
          <p:cNvSpPr>
            <a:spLocks/>
          </p:cNvSpPr>
          <p:nvPr/>
        </p:nvSpPr>
        <p:spPr>
          <a:xfrm>
            <a:off x="862617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8" name="data_4217">
            <a:extLst>
              <a:ext uri="{FF2B5EF4-FFF2-40B4-BE49-F238E27FC236}">
                <a16:creationId xmlns:a16="http://schemas.microsoft.com/office/drawing/2014/main" id="{75451FDA-38D7-DEAF-99F2-0F9221A78B70}"/>
              </a:ext>
            </a:extLst>
          </p:cNvPr>
          <p:cNvSpPr>
            <a:spLocks/>
          </p:cNvSpPr>
          <p:nvPr/>
        </p:nvSpPr>
        <p:spPr>
          <a:xfrm>
            <a:off x="861178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9" name="data_4218">
            <a:extLst>
              <a:ext uri="{FF2B5EF4-FFF2-40B4-BE49-F238E27FC236}">
                <a16:creationId xmlns:a16="http://schemas.microsoft.com/office/drawing/2014/main" id="{49441607-7200-E419-EB62-BB00EF8BB442}"/>
              </a:ext>
            </a:extLst>
          </p:cNvPr>
          <p:cNvSpPr>
            <a:spLocks/>
          </p:cNvSpPr>
          <p:nvPr/>
        </p:nvSpPr>
        <p:spPr>
          <a:xfrm>
            <a:off x="862972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0" name="data_4219">
            <a:extLst>
              <a:ext uri="{FF2B5EF4-FFF2-40B4-BE49-F238E27FC236}">
                <a16:creationId xmlns:a16="http://schemas.microsoft.com/office/drawing/2014/main" id="{99681034-0267-ADFE-2807-8CA1A14EEFC4}"/>
              </a:ext>
            </a:extLst>
          </p:cNvPr>
          <p:cNvSpPr>
            <a:spLocks/>
          </p:cNvSpPr>
          <p:nvPr/>
        </p:nvSpPr>
        <p:spPr>
          <a:xfrm>
            <a:off x="8686634" y="50289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1" name="data_4220">
            <a:extLst>
              <a:ext uri="{FF2B5EF4-FFF2-40B4-BE49-F238E27FC236}">
                <a16:creationId xmlns:a16="http://schemas.microsoft.com/office/drawing/2014/main" id="{681DDAD7-32A6-3DE5-DD6E-06D59B576CB8}"/>
              </a:ext>
            </a:extLst>
          </p:cNvPr>
          <p:cNvSpPr>
            <a:spLocks/>
          </p:cNvSpPr>
          <p:nvPr/>
        </p:nvSpPr>
        <p:spPr>
          <a:xfrm>
            <a:off x="865472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2" name="data_4221">
            <a:extLst>
              <a:ext uri="{FF2B5EF4-FFF2-40B4-BE49-F238E27FC236}">
                <a16:creationId xmlns:a16="http://schemas.microsoft.com/office/drawing/2014/main" id="{6F5CE74C-CA67-D7C1-09BB-0FE4DF64FC7E}"/>
              </a:ext>
            </a:extLst>
          </p:cNvPr>
          <p:cNvSpPr>
            <a:spLocks/>
          </p:cNvSpPr>
          <p:nvPr/>
        </p:nvSpPr>
        <p:spPr>
          <a:xfrm>
            <a:off x="859797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3" name="data_4222">
            <a:extLst>
              <a:ext uri="{FF2B5EF4-FFF2-40B4-BE49-F238E27FC236}">
                <a16:creationId xmlns:a16="http://schemas.microsoft.com/office/drawing/2014/main" id="{6B58E66C-A711-6699-23DF-5A90DA3A8702}"/>
              </a:ext>
            </a:extLst>
          </p:cNvPr>
          <p:cNvSpPr>
            <a:spLocks/>
          </p:cNvSpPr>
          <p:nvPr/>
        </p:nvSpPr>
        <p:spPr>
          <a:xfrm>
            <a:off x="8649762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4" name="data_4223">
            <a:extLst>
              <a:ext uri="{FF2B5EF4-FFF2-40B4-BE49-F238E27FC236}">
                <a16:creationId xmlns:a16="http://schemas.microsoft.com/office/drawing/2014/main" id="{21113174-EF2F-8E76-4CFE-739D8204D972}"/>
              </a:ext>
            </a:extLst>
          </p:cNvPr>
          <p:cNvSpPr>
            <a:spLocks/>
          </p:cNvSpPr>
          <p:nvPr/>
        </p:nvSpPr>
        <p:spPr>
          <a:xfrm>
            <a:off x="860871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5" name="data_4224">
            <a:extLst>
              <a:ext uri="{FF2B5EF4-FFF2-40B4-BE49-F238E27FC236}">
                <a16:creationId xmlns:a16="http://schemas.microsoft.com/office/drawing/2014/main" id="{4F32E2B0-5CC9-0AB8-2CCA-A7842D5C8D95}"/>
              </a:ext>
            </a:extLst>
          </p:cNvPr>
          <p:cNvSpPr>
            <a:spLocks/>
          </p:cNvSpPr>
          <p:nvPr/>
        </p:nvSpPr>
        <p:spPr>
          <a:xfrm>
            <a:off x="86307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6" name="data_4225">
            <a:extLst>
              <a:ext uri="{FF2B5EF4-FFF2-40B4-BE49-F238E27FC236}">
                <a16:creationId xmlns:a16="http://schemas.microsoft.com/office/drawing/2014/main" id="{E88197C7-72D5-09C8-1ED2-83B481E41A56}"/>
              </a:ext>
            </a:extLst>
          </p:cNvPr>
          <p:cNvSpPr>
            <a:spLocks/>
          </p:cNvSpPr>
          <p:nvPr/>
        </p:nvSpPr>
        <p:spPr>
          <a:xfrm>
            <a:off x="86054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7" name="data_4226">
            <a:extLst>
              <a:ext uri="{FF2B5EF4-FFF2-40B4-BE49-F238E27FC236}">
                <a16:creationId xmlns:a16="http://schemas.microsoft.com/office/drawing/2014/main" id="{BA686327-60FA-9C9C-1628-763E7BFFBB2B}"/>
              </a:ext>
            </a:extLst>
          </p:cNvPr>
          <p:cNvSpPr>
            <a:spLocks/>
          </p:cNvSpPr>
          <p:nvPr/>
        </p:nvSpPr>
        <p:spPr>
          <a:xfrm>
            <a:off x="8696748" y="53629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8" name="data_4227">
            <a:extLst>
              <a:ext uri="{FF2B5EF4-FFF2-40B4-BE49-F238E27FC236}">
                <a16:creationId xmlns:a16="http://schemas.microsoft.com/office/drawing/2014/main" id="{0DBB47EA-D47C-1DF8-BB95-2801DAD09B17}"/>
              </a:ext>
            </a:extLst>
          </p:cNvPr>
          <p:cNvSpPr>
            <a:spLocks/>
          </p:cNvSpPr>
          <p:nvPr/>
        </p:nvSpPr>
        <p:spPr>
          <a:xfrm>
            <a:off x="86118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9" name="data_4228">
            <a:extLst>
              <a:ext uri="{FF2B5EF4-FFF2-40B4-BE49-F238E27FC236}">
                <a16:creationId xmlns:a16="http://schemas.microsoft.com/office/drawing/2014/main" id="{61B9FBB7-1256-2F43-8157-54E30EB488C4}"/>
              </a:ext>
            </a:extLst>
          </p:cNvPr>
          <p:cNvSpPr>
            <a:spLocks/>
          </p:cNvSpPr>
          <p:nvPr/>
        </p:nvSpPr>
        <p:spPr>
          <a:xfrm>
            <a:off x="86149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0" name="data_4229">
            <a:extLst>
              <a:ext uri="{FF2B5EF4-FFF2-40B4-BE49-F238E27FC236}">
                <a16:creationId xmlns:a16="http://schemas.microsoft.com/office/drawing/2014/main" id="{0F25AC92-80C1-FD69-E738-0D61003DAF6C}"/>
              </a:ext>
            </a:extLst>
          </p:cNvPr>
          <p:cNvSpPr>
            <a:spLocks/>
          </p:cNvSpPr>
          <p:nvPr/>
        </p:nvSpPr>
        <p:spPr>
          <a:xfrm>
            <a:off x="8646904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1" name="data_4230">
            <a:extLst>
              <a:ext uri="{FF2B5EF4-FFF2-40B4-BE49-F238E27FC236}">
                <a16:creationId xmlns:a16="http://schemas.microsoft.com/office/drawing/2014/main" id="{7BA440C4-8877-F869-5E42-37D565A63774}"/>
              </a:ext>
            </a:extLst>
          </p:cNvPr>
          <p:cNvSpPr>
            <a:spLocks/>
          </p:cNvSpPr>
          <p:nvPr/>
        </p:nvSpPr>
        <p:spPr>
          <a:xfrm>
            <a:off x="8677879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2" name="data_4231">
            <a:extLst>
              <a:ext uri="{FF2B5EF4-FFF2-40B4-BE49-F238E27FC236}">
                <a16:creationId xmlns:a16="http://schemas.microsoft.com/office/drawing/2014/main" id="{636C58C6-E309-0F8C-4755-29AEE29B4F5A}"/>
              </a:ext>
            </a:extLst>
          </p:cNvPr>
          <p:cNvSpPr>
            <a:spLocks/>
          </p:cNvSpPr>
          <p:nvPr/>
        </p:nvSpPr>
        <p:spPr>
          <a:xfrm>
            <a:off x="868222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3" name="data_4232">
            <a:extLst>
              <a:ext uri="{FF2B5EF4-FFF2-40B4-BE49-F238E27FC236}">
                <a16:creationId xmlns:a16="http://schemas.microsoft.com/office/drawing/2014/main" id="{89BC9A18-4F18-8671-64BA-012FDD3F99ED}"/>
              </a:ext>
            </a:extLst>
          </p:cNvPr>
          <p:cNvSpPr>
            <a:spLocks/>
          </p:cNvSpPr>
          <p:nvPr/>
        </p:nvSpPr>
        <p:spPr>
          <a:xfrm>
            <a:off x="8616070" y="56478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4" name="data_4233">
            <a:extLst>
              <a:ext uri="{FF2B5EF4-FFF2-40B4-BE49-F238E27FC236}">
                <a16:creationId xmlns:a16="http://schemas.microsoft.com/office/drawing/2014/main" id="{7A140E29-E6F4-9C57-8FE4-347C3FB64AA0}"/>
              </a:ext>
            </a:extLst>
          </p:cNvPr>
          <p:cNvSpPr>
            <a:spLocks/>
          </p:cNvSpPr>
          <p:nvPr/>
        </p:nvSpPr>
        <p:spPr>
          <a:xfrm>
            <a:off x="859783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5" name="data_4234">
            <a:extLst>
              <a:ext uri="{FF2B5EF4-FFF2-40B4-BE49-F238E27FC236}">
                <a16:creationId xmlns:a16="http://schemas.microsoft.com/office/drawing/2014/main" id="{42E6A958-E086-A80D-35B5-618DE3958B3D}"/>
              </a:ext>
            </a:extLst>
          </p:cNvPr>
          <p:cNvSpPr>
            <a:spLocks/>
          </p:cNvSpPr>
          <p:nvPr/>
        </p:nvSpPr>
        <p:spPr>
          <a:xfrm>
            <a:off x="866333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6" name="data_4235">
            <a:extLst>
              <a:ext uri="{FF2B5EF4-FFF2-40B4-BE49-F238E27FC236}">
                <a16:creationId xmlns:a16="http://schemas.microsoft.com/office/drawing/2014/main" id="{CF026543-8CE4-84D2-CC26-C9DD54139CFA}"/>
              </a:ext>
            </a:extLst>
          </p:cNvPr>
          <p:cNvSpPr>
            <a:spLocks/>
          </p:cNvSpPr>
          <p:nvPr/>
        </p:nvSpPr>
        <p:spPr>
          <a:xfrm>
            <a:off x="865475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7" name="data_4236">
            <a:extLst>
              <a:ext uri="{FF2B5EF4-FFF2-40B4-BE49-F238E27FC236}">
                <a16:creationId xmlns:a16="http://schemas.microsoft.com/office/drawing/2014/main" id="{C443ED77-3FE0-06B4-6AC1-76A29DF50233}"/>
              </a:ext>
            </a:extLst>
          </p:cNvPr>
          <p:cNvSpPr>
            <a:spLocks/>
          </p:cNvSpPr>
          <p:nvPr/>
        </p:nvSpPr>
        <p:spPr>
          <a:xfrm>
            <a:off x="8699618" y="48963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8" name="data_4237">
            <a:extLst>
              <a:ext uri="{FF2B5EF4-FFF2-40B4-BE49-F238E27FC236}">
                <a16:creationId xmlns:a16="http://schemas.microsoft.com/office/drawing/2014/main" id="{5DBECEF2-1F9E-18D1-A2E0-DF3C56B05752}"/>
              </a:ext>
            </a:extLst>
          </p:cNvPr>
          <p:cNvSpPr>
            <a:spLocks/>
          </p:cNvSpPr>
          <p:nvPr/>
        </p:nvSpPr>
        <p:spPr>
          <a:xfrm>
            <a:off x="864516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9" name="data_4238">
            <a:extLst>
              <a:ext uri="{FF2B5EF4-FFF2-40B4-BE49-F238E27FC236}">
                <a16:creationId xmlns:a16="http://schemas.microsoft.com/office/drawing/2014/main" id="{4F7ADB92-3FC6-811F-17B8-5AFBBE172463}"/>
              </a:ext>
            </a:extLst>
          </p:cNvPr>
          <p:cNvSpPr>
            <a:spLocks/>
          </p:cNvSpPr>
          <p:nvPr/>
        </p:nvSpPr>
        <p:spPr>
          <a:xfrm>
            <a:off x="871552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0" name="data_4239">
            <a:extLst>
              <a:ext uri="{FF2B5EF4-FFF2-40B4-BE49-F238E27FC236}">
                <a16:creationId xmlns:a16="http://schemas.microsoft.com/office/drawing/2014/main" id="{2C65BFD2-A7C5-6C97-0A68-7B20FF0AD0DB}"/>
              </a:ext>
            </a:extLst>
          </p:cNvPr>
          <p:cNvSpPr>
            <a:spLocks/>
          </p:cNvSpPr>
          <p:nvPr/>
        </p:nvSpPr>
        <p:spPr>
          <a:xfrm>
            <a:off x="8650361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1" name="data_4240">
            <a:extLst>
              <a:ext uri="{FF2B5EF4-FFF2-40B4-BE49-F238E27FC236}">
                <a16:creationId xmlns:a16="http://schemas.microsoft.com/office/drawing/2014/main" id="{C32A250C-ED08-5D0B-0656-1401CC4586C2}"/>
              </a:ext>
            </a:extLst>
          </p:cNvPr>
          <p:cNvSpPr>
            <a:spLocks/>
          </p:cNvSpPr>
          <p:nvPr/>
        </p:nvSpPr>
        <p:spPr>
          <a:xfrm>
            <a:off x="86342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2" name="data_4241">
            <a:extLst>
              <a:ext uri="{FF2B5EF4-FFF2-40B4-BE49-F238E27FC236}">
                <a16:creationId xmlns:a16="http://schemas.microsoft.com/office/drawing/2014/main" id="{0DB681EC-DD3A-3DDE-A150-C86B5372192D}"/>
              </a:ext>
            </a:extLst>
          </p:cNvPr>
          <p:cNvSpPr>
            <a:spLocks/>
          </p:cNvSpPr>
          <p:nvPr/>
        </p:nvSpPr>
        <p:spPr>
          <a:xfrm>
            <a:off x="867800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3" name="data_4242">
            <a:extLst>
              <a:ext uri="{FF2B5EF4-FFF2-40B4-BE49-F238E27FC236}">
                <a16:creationId xmlns:a16="http://schemas.microsoft.com/office/drawing/2014/main" id="{B2A4BC7F-30D7-D8A3-9187-1659A017B89C}"/>
              </a:ext>
            </a:extLst>
          </p:cNvPr>
          <p:cNvSpPr>
            <a:spLocks/>
          </p:cNvSpPr>
          <p:nvPr/>
        </p:nvSpPr>
        <p:spPr>
          <a:xfrm>
            <a:off x="86136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4" name="data_4243">
            <a:extLst>
              <a:ext uri="{FF2B5EF4-FFF2-40B4-BE49-F238E27FC236}">
                <a16:creationId xmlns:a16="http://schemas.microsoft.com/office/drawing/2014/main" id="{C279F54A-C867-9DF1-06FA-ED5E0E5B759B}"/>
              </a:ext>
            </a:extLst>
          </p:cNvPr>
          <p:cNvSpPr>
            <a:spLocks/>
          </p:cNvSpPr>
          <p:nvPr/>
        </p:nvSpPr>
        <p:spPr>
          <a:xfrm>
            <a:off x="869011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5" name="data_4244">
            <a:extLst>
              <a:ext uri="{FF2B5EF4-FFF2-40B4-BE49-F238E27FC236}">
                <a16:creationId xmlns:a16="http://schemas.microsoft.com/office/drawing/2014/main" id="{25267F92-2D67-35C1-E791-106723F9433F}"/>
              </a:ext>
            </a:extLst>
          </p:cNvPr>
          <p:cNvSpPr>
            <a:spLocks/>
          </p:cNvSpPr>
          <p:nvPr/>
        </p:nvSpPr>
        <p:spPr>
          <a:xfrm>
            <a:off x="8662603" y="61488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6" name="data_4245">
            <a:extLst>
              <a:ext uri="{FF2B5EF4-FFF2-40B4-BE49-F238E27FC236}">
                <a16:creationId xmlns:a16="http://schemas.microsoft.com/office/drawing/2014/main" id="{71052A43-49FA-BB40-CB40-0BDC04D5BCFB}"/>
              </a:ext>
            </a:extLst>
          </p:cNvPr>
          <p:cNvSpPr>
            <a:spLocks/>
          </p:cNvSpPr>
          <p:nvPr/>
        </p:nvSpPr>
        <p:spPr>
          <a:xfrm>
            <a:off x="8655385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7" name="data_4246">
            <a:extLst>
              <a:ext uri="{FF2B5EF4-FFF2-40B4-BE49-F238E27FC236}">
                <a16:creationId xmlns:a16="http://schemas.microsoft.com/office/drawing/2014/main" id="{7B6C947F-4446-2EB5-66A0-B8C669D15055}"/>
              </a:ext>
            </a:extLst>
          </p:cNvPr>
          <p:cNvSpPr>
            <a:spLocks/>
          </p:cNvSpPr>
          <p:nvPr/>
        </p:nvSpPr>
        <p:spPr>
          <a:xfrm>
            <a:off x="8669537" y="639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8" name="data_4247">
            <a:extLst>
              <a:ext uri="{FF2B5EF4-FFF2-40B4-BE49-F238E27FC236}">
                <a16:creationId xmlns:a16="http://schemas.microsoft.com/office/drawing/2014/main" id="{C8F4B62A-82FD-E6A0-2C7E-4CACE310A272}"/>
              </a:ext>
            </a:extLst>
          </p:cNvPr>
          <p:cNvSpPr>
            <a:spLocks/>
          </p:cNvSpPr>
          <p:nvPr/>
        </p:nvSpPr>
        <p:spPr>
          <a:xfrm>
            <a:off x="869649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9" name="data_4248">
            <a:extLst>
              <a:ext uri="{FF2B5EF4-FFF2-40B4-BE49-F238E27FC236}">
                <a16:creationId xmlns:a16="http://schemas.microsoft.com/office/drawing/2014/main" id="{04B7DFE9-ECCE-FAD5-97E0-1B9DC763ABBE}"/>
              </a:ext>
            </a:extLst>
          </p:cNvPr>
          <p:cNvSpPr>
            <a:spLocks/>
          </p:cNvSpPr>
          <p:nvPr/>
        </p:nvSpPr>
        <p:spPr>
          <a:xfrm>
            <a:off x="86355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0" name="data_4249">
            <a:extLst>
              <a:ext uri="{FF2B5EF4-FFF2-40B4-BE49-F238E27FC236}">
                <a16:creationId xmlns:a16="http://schemas.microsoft.com/office/drawing/2014/main" id="{F4AF124C-0CA3-AB8B-7A98-93EFC957FF9D}"/>
              </a:ext>
            </a:extLst>
          </p:cNvPr>
          <p:cNvSpPr>
            <a:spLocks/>
          </p:cNvSpPr>
          <p:nvPr/>
        </p:nvSpPr>
        <p:spPr>
          <a:xfrm>
            <a:off x="862281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1" name="data_4250">
            <a:extLst>
              <a:ext uri="{FF2B5EF4-FFF2-40B4-BE49-F238E27FC236}">
                <a16:creationId xmlns:a16="http://schemas.microsoft.com/office/drawing/2014/main" id="{FED54906-B83D-06D1-D9CF-CC376E50B858}"/>
              </a:ext>
            </a:extLst>
          </p:cNvPr>
          <p:cNvSpPr>
            <a:spLocks/>
          </p:cNvSpPr>
          <p:nvPr/>
        </p:nvSpPr>
        <p:spPr>
          <a:xfrm>
            <a:off x="86860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2" name="data_4251">
            <a:extLst>
              <a:ext uri="{FF2B5EF4-FFF2-40B4-BE49-F238E27FC236}">
                <a16:creationId xmlns:a16="http://schemas.microsoft.com/office/drawing/2014/main" id="{40C3171C-02EF-DBBB-10D2-E8FFB143522B}"/>
              </a:ext>
            </a:extLst>
          </p:cNvPr>
          <p:cNvSpPr>
            <a:spLocks/>
          </p:cNvSpPr>
          <p:nvPr/>
        </p:nvSpPr>
        <p:spPr>
          <a:xfrm>
            <a:off x="86592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3" name="data_4252">
            <a:extLst>
              <a:ext uri="{FF2B5EF4-FFF2-40B4-BE49-F238E27FC236}">
                <a16:creationId xmlns:a16="http://schemas.microsoft.com/office/drawing/2014/main" id="{B99D70EC-54F1-4686-5B8F-DD5242D9386F}"/>
              </a:ext>
            </a:extLst>
          </p:cNvPr>
          <p:cNvSpPr>
            <a:spLocks/>
          </p:cNvSpPr>
          <p:nvPr/>
        </p:nvSpPr>
        <p:spPr>
          <a:xfrm>
            <a:off x="866801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4" name="data_4253">
            <a:extLst>
              <a:ext uri="{FF2B5EF4-FFF2-40B4-BE49-F238E27FC236}">
                <a16:creationId xmlns:a16="http://schemas.microsoft.com/office/drawing/2014/main" id="{7991F409-5516-6414-9806-F5748CD46BE0}"/>
              </a:ext>
            </a:extLst>
          </p:cNvPr>
          <p:cNvSpPr>
            <a:spLocks/>
          </p:cNvSpPr>
          <p:nvPr/>
        </p:nvSpPr>
        <p:spPr>
          <a:xfrm>
            <a:off x="85944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5" name="data_4254">
            <a:extLst>
              <a:ext uri="{FF2B5EF4-FFF2-40B4-BE49-F238E27FC236}">
                <a16:creationId xmlns:a16="http://schemas.microsoft.com/office/drawing/2014/main" id="{52967413-599D-EFDD-B08A-50FFC8FB3237}"/>
              </a:ext>
            </a:extLst>
          </p:cNvPr>
          <p:cNvSpPr>
            <a:spLocks/>
          </p:cNvSpPr>
          <p:nvPr/>
        </p:nvSpPr>
        <p:spPr>
          <a:xfrm>
            <a:off x="86744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6" name="data_4255">
            <a:extLst>
              <a:ext uri="{FF2B5EF4-FFF2-40B4-BE49-F238E27FC236}">
                <a16:creationId xmlns:a16="http://schemas.microsoft.com/office/drawing/2014/main" id="{1EBAEDEC-1E12-CB3A-265A-961A513A7F7F}"/>
              </a:ext>
            </a:extLst>
          </p:cNvPr>
          <p:cNvSpPr>
            <a:spLocks/>
          </p:cNvSpPr>
          <p:nvPr/>
        </p:nvSpPr>
        <p:spPr>
          <a:xfrm>
            <a:off x="86930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7" name="data_4256">
            <a:extLst>
              <a:ext uri="{FF2B5EF4-FFF2-40B4-BE49-F238E27FC236}">
                <a16:creationId xmlns:a16="http://schemas.microsoft.com/office/drawing/2014/main" id="{E6AADA5E-DC66-608F-DA17-7F06CC4295A6}"/>
              </a:ext>
            </a:extLst>
          </p:cNvPr>
          <p:cNvSpPr>
            <a:spLocks/>
          </p:cNvSpPr>
          <p:nvPr/>
        </p:nvSpPr>
        <p:spPr>
          <a:xfrm>
            <a:off x="860165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8" name="data_4257">
            <a:extLst>
              <a:ext uri="{FF2B5EF4-FFF2-40B4-BE49-F238E27FC236}">
                <a16:creationId xmlns:a16="http://schemas.microsoft.com/office/drawing/2014/main" id="{38CD9FDD-D5BA-EC0F-BEBB-7487672E0F71}"/>
              </a:ext>
            </a:extLst>
          </p:cNvPr>
          <p:cNvSpPr>
            <a:spLocks/>
          </p:cNvSpPr>
          <p:nvPr/>
        </p:nvSpPr>
        <p:spPr>
          <a:xfrm>
            <a:off x="8635701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9" name="data_4258">
            <a:extLst>
              <a:ext uri="{FF2B5EF4-FFF2-40B4-BE49-F238E27FC236}">
                <a16:creationId xmlns:a16="http://schemas.microsoft.com/office/drawing/2014/main" id="{BB9A3845-DCA2-46DB-A10F-E0D9CE1DD6A2}"/>
              </a:ext>
            </a:extLst>
          </p:cNvPr>
          <p:cNvSpPr>
            <a:spLocks/>
          </p:cNvSpPr>
          <p:nvPr/>
        </p:nvSpPr>
        <p:spPr>
          <a:xfrm>
            <a:off x="8700684" y="51805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0" name="data_4259">
            <a:extLst>
              <a:ext uri="{FF2B5EF4-FFF2-40B4-BE49-F238E27FC236}">
                <a16:creationId xmlns:a16="http://schemas.microsoft.com/office/drawing/2014/main" id="{412FF44E-0A3E-AF03-93D6-03D964FC35E8}"/>
              </a:ext>
            </a:extLst>
          </p:cNvPr>
          <p:cNvSpPr>
            <a:spLocks/>
          </p:cNvSpPr>
          <p:nvPr/>
        </p:nvSpPr>
        <p:spPr>
          <a:xfrm>
            <a:off x="860708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1" name="data_4260">
            <a:extLst>
              <a:ext uri="{FF2B5EF4-FFF2-40B4-BE49-F238E27FC236}">
                <a16:creationId xmlns:a16="http://schemas.microsoft.com/office/drawing/2014/main" id="{A0D54641-F177-4676-7E4B-F60F9DF7DAAB}"/>
              </a:ext>
            </a:extLst>
          </p:cNvPr>
          <p:cNvSpPr>
            <a:spLocks/>
          </p:cNvSpPr>
          <p:nvPr/>
        </p:nvSpPr>
        <p:spPr>
          <a:xfrm>
            <a:off x="86406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2" name="data_4261">
            <a:extLst>
              <a:ext uri="{FF2B5EF4-FFF2-40B4-BE49-F238E27FC236}">
                <a16:creationId xmlns:a16="http://schemas.microsoft.com/office/drawing/2014/main" id="{338876A1-AC12-AF86-5A9F-4B660C2DC139}"/>
              </a:ext>
            </a:extLst>
          </p:cNvPr>
          <p:cNvSpPr>
            <a:spLocks/>
          </p:cNvSpPr>
          <p:nvPr/>
        </p:nvSpPr>
        <p:spPr>
          <a:xfrm>
            <a:off x="8647330" y="62395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3" name="data_4262">
            <a:extLst>
              <a:ext uri="{FF2B5EF4-FFF2-40B4-BE49-F238E27FC236}">
                <a16:creationId xmlns:a16="http://schemas.microsoft.com/office/drawing/2014/main" id="{523A27BC-79F1-2316-6445-E9AE80645567}"/>
              </a:ext>
            </a:extLst>
          </p:cNvPr>
          <p:cNvSpPr>
            <a:spLocks/>
          </p:cNvSpPr>
          <p:nvPr/>
        </p:nvSpPr>
        <p:spPr>
          <a:xfrm>
            <a:off x="86624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4" name="data_4263">
            <a:extLst>
              <a:ext uri="{FF2B5EF4-FFF2-40B4-BE49-F238E27FC236}">
                <a16:creationId xmlns:a16="http://schemas.microsoft.com/office/drawing/2014/main" id="{7118159A-B409-4D19-2C31-66AD1CC705C9}"/>
              </a:ext>
            </a:extLst>
          </p:cNvPr>
          <p:cNvSpPr>
            <a:spLocks/>
          </p:cNvSpPr>
          <p:nvPr/>
        </p:nvSpPr>
        <p:spPr>
          <a:xfrm>
            <a:off x="8660636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5" name="data_4264">
            <a:extLst>
              <a:ext uri="{FF2B5EF4-FFF2-40B4-BE49-F238E27FC236}">
                <a16:creationId xmlns:a16="http://schemas.microsoft.com/office/drawing/2014/main" id="{BA7846C6-CEF4-424B-FAC3-09C680BA973F}"/>
              </a:ext>
            </a:extLst>
          </p:cNvPr>
          <p:cNvSpPr>
            <a:spLocks/>
          </p:cNvSpPr>
          <p:nvPr/>
        </p:nvSpPr>
        <p:spPr>
          <a:xfrm>
            <a:off x="8672910" y="6001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6" name="data_4265">
            <a:extLst>
              <a:ext uri="{FF2B5EF4-FFF2-40B4-BE49-F238E27FC236}">
                <a16:creationId xmlns:a16="http://schemas.microsoft.com/office/drawing/2014/main" id="{A82CE68F-F553-3E55-14CC-DF37EF566F29}"/>
              </a:ext>
            </a:extLst>
          </p:cNvPr>
          <p:cNvSpPr>
            <a:spLocks/>
          </p:cNvSpPr>
          <p:nvPr/>
        </p:nvSpPr>
        <p:spPr>
          <a:xfrm>
            <a:off x="870565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7" name="data_4266">
            <a:extLst>
              <a:ext uri="{FF2B5EF4-FFF2-40B4-BE49-F238E27FC236}">
                <a16:creationId xmlns:a16="http://schemas.microsoft.com/office/drawing/2014/main" id="{0DA7413B-62C7-8FFA-3DFF-D6D6B540E2FD}"/>
              </a:ext>
            </a:extLst>
          </p:cNvPr>
          <p:cNvSpPr>
            <a:spLocks/>
          </p:cNvSpPr>
          <p:nvPr/>
        </p:nvSpPr>
        <p:spPr>
          <a:xfrm>
            <a:off x="8663617" y="6001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8" name="data_4267">
            <a:extLst>
              <a:ext uri="{FF2B5EF4-FFF2-40B4-BE49-F238E27FC236}">
                <a16:creationId xmlns:a16="http://schemas.microsoft.com/office/drawing/2014/main" id="{43138AC0-F8FF-B06D-FBD0-756C3E4F14D8}"/>
              </a:ext>
            </a:extLst>
          </p:cNvPr>
          <p:cNvSpPr>
            <a:spLocks/>
          </p:cNvSpPr>
          <p:nvPr/>
        </p:nvSpPr>
        <p:spPr>
          <a:xfrm>
            <a:off x="8623502" y="619098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9" name="data_4268">
            <a:extLst>
              <a:ext uri="{FF2B5EF4-FFF2-40B4-BE49-F238E27FC236}">
                <a16:creationId xmlns:a16="http://schemas.microsoft.com/office/drawing/2014/main" id="{9A993D80-F4D9-70F2-8ABA-4D43D5BD5A09}"/>
              </a:ext>
            </a:extLst>
          </p:cNvPr>
          <p:cNvSpPr>
            <a:spLocks/>
          </p:cNvSpPr>
          <p:nvPr/>
        </p:nvSpPr>
        <p:spPr>
          <a:xfrm>
            <a:off x="8708380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0" name="data_4269">
            <a:extLst>
              <a:ext uri="{FF2B5EF4-FFF2-40B4-BE49-F238E27FC236}">
                <a16:creationId xmlns:a16="http://schemas.microsoft.com/office/drawing/2014/main" id="{C0B7579A-D387-EFFB-F786-24BDB39DB86B}"/>
              </a:ext>
            </a:extLst>
          </p:cNvPr>
          <p:cNvSpPr>
            <a:spLocks/>
          </p:cNvSpPr>
          <p:nvPr/>
        </p:nvSpPr>
        <p:spPr>
          <a:xfrm>
            <a:off x="86514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1" name="data_4270">
            <a:extLst>
              <a:ext uri="{FF2B5EF4-FFF2-40B4-BE49-F238E27FC236}">
                <a16:creationId xmlns:a16="http://schemas.microsoft.com/office/drawing/2014/main" id="{1C1D7BF3-A9CA-5C31-3946-E3633F72077F}"/>
              </a:ext>
            </a:extLst>
          </p:cNvPr>
          <p:cNvSpPr>
            <a:spLocks/>
          </p:cNvSpPr>
          <p:nvPr/>
        </p:nvSpPr>
        <p:spPr>
          <a:xfrm>
            <a:off x="868447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2" name="data_4271">
            <a:extLst>
              <a:ext uri="{FF2B5EF4-FFF2-40B4-BE49-F238E27FC236}">
                <a16:creationId xmlns:a16="http://schemas.microsoft.com/office/drawing/2014/main" id="{A7DB48B7-F4BD-8A0D-FFC3-ED59BB84A659}"/>
              </a:ext>
            </a:extLst>
          </p:cNvPr>
          <p:cNvSpPr>
            <a:spLocks/>
          </p:cNvSpPr>
          <p:nvPr/>
        </p:nvSpPr>
        <p:spPr>
          <a:xfrm>
            <a:off x="862906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3" name="data_4272">
            <a:extLst>
              <a:ext uri="{FF2B5EF4-FFF2-40B4-BE49-F238E27FC236}">
                <a16:creationId xmlns:a16="http://schemas.microsoft.com/office/drawing/2014/main" id="{127B44D4-B761-2A05-7CCF-BB9A3450DC63}"/>
              </a:ext>
            </a:extLst>
          </p:cNvPr>
          <p:cNvSpPr>
            <a:spLocks/>
          </p:cNvSpPr>
          <p:nvPr/>
        </p:nvSpPr>
        <p:spPr>
          <a:xfrm>
            <a:off x="864440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4" name="data_4273">
            <a:extLst>
              <a:ext uri="{FF2B5EF4-FFF2-40B4-BE49-F238E27FC236}">
                <a16:creationId xmlns:a16="http://schemas.microsoft.com/office/drawing/2014/main" id="{DCD92E4D-9F37-F853-E8B6-7434AEB19D29}"/>
              </a:ext>
            </a:extLst>
          </p:cNvPr>
          <p:cNvSpPr>
            <a:spLocks/>
          </p:cNvSpPr>
          <p:nvPr/>
        </p:nvSpPr>
        <p:spPr>
          <a:xfrm>
            <a:off x="867357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5" name="data_4274">
            <a:extLst>
              <a:ext uri="{FF2B5EF4-FFF2-40B4-BE49-F238E27FC236}">
                <a16:creationId xmlns:a16="http://schemas.microsoft.com/office/drawing/2014/main" id="{3A2D01F9-E878-3C71-4B9E-69F2BEB14FAB}"/>
              </a:ext>
            </a:extLst>
          </p:cNvPr>
          <p:cNvSpPr>
            <a:spLocks/>
          </p:cNvSpPr>
          <p:nvPr/>
        </p:nvSpPr>
        <p:spPr>
          <a:xfrm>
            <a:off x="8667383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6" name="data_4275">
            <a:extLst>
              <a:ext uri="{FF2B5EF4-FFF2-40B4-BE49-F238E27FC236}">
                <a16:creationId xmlns:a16="http://schemas.microsoft.com/office/drawing/2014/main" id="{A7D46ACE-E30F-EB2F-C806-5F8726EB6B57}"/>
              </a:ext>
            </a:extLst>
          </p:cNvPr>
          <p:cNvSpPr>
            <a:spLocks/>
          </p:cNvSpPr>
          <p:nvPr/>
        </p:nvSpPr>
        <p:spPr>
          <a:xfrm>
            <a:off x="864566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7" name="data_4276">
            <a:extLst>
              <a:ext uri="{FF2B5EF4-FFF2-40B4-BE49-F238E27FC236}">
                <a16:creationId xmlns:a16="http://schemas.microsoft.com/office/drawing/2014/main" id="{627A86FC-3D25-EAB1-2F2F-BBE629F36101}"/>
              </a:ext>
            </a:extLst>
          </p:cNvPr>
          <p:cNvSpPr>
            <a:spLocks/>
          </p:cNvSpPr>
          <p:nvPr/>
        </p:nvSpPr>
        <p:spPr>
          <a:xfrm>
            <a:off x="863463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8" name="data_4277">
            <a:extLst>
              <a:ext uri="{FF2B5EF4-FFF2-40B4-BE49-F238E27FC236}">
                <a16:creationId xmlns:a16="http://schemas.microsoft.com/office/drawing/2014/main" id="{15F804F3-AEB5-C366-789D-8E57E321223D}"/>
              </a:ext>
            </a:extLst>
          </p:cNvPr>
          <p:cNvSpPr>
            <a:spLocks/>
          </p:cNvSpPr>
          <p:nvPr/>
        </p:nvSpPr>
        <p:spPr>
          <a:xfrm>
            <a:off x="868308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9" name="data_4278">
            <a:extLst>
              <a:ext uri="{FF2B5EF4-FFF2-40B4-BE49-F238E27FC236}">
                <a16:creationId xmlns:a16="http://schemas.microsoft.com/office/drawing/2014/main" id="{376D1DEC-C84F-0531-3341-149332DCDBD8}"/>
              </a:ext>
            </a:extLst>
          </p:cNvPr>
          <p:cNvSpPr>
            <a:spLocks/>
          </p:cNvSpPr>
          <p:nvPr/>
        </p:nvSpPr>
        <p:spPr>
          <a:xfrm>
            <a:off x="860326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0" name="data_4279">
            <a:extLst>
              <a:ext uri="{FF2B5EF4-FFF2-40B4-BE49-F238E27FC236}">
                <a16:creationId xmlns:a16="http://schemas.microsoft.com/office/drawing/2014/main" id="{7EA35BCE-DC6C-5F78-6B2A-2B27AC968A81}"/>
              </a:ext>
            </a:extLst>
          </p:cNvPr>
          <p:cNvSpPr>
            <a:spLocks/>
          </p:cNvSpPr>
          <p:nvPr/>
        </p:nvSpPr>
        <p:spPr>
          <a:xfrm>
            <a:off x="867347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1" name="data_4280">
            <a:extLst>
              <a:ext uri="{FF2B5EF4-FFF2-40B4-BE49-F238E27FC236}">
                <a16:creationId xmlns:a16="http://schemas.microsoft.com/office/drawing/2014/main" id="{418CFC9F-E097-FBDA-8E53-FDEBBC43E787}"/>
              </a:ext>
            </a:extLst>
          </p:cNvPr>
          <p:cNvSpPr>
            <a:spLocks/>
          </p:cNvSpPr>
          <p:nvPr/>
        </p:nvSpPr>
        <p:spPr>
          <a:xfrm>
            <a:off x="86210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2" name="data_4281">
            <a:extLst>
              <a:ext uri="{FF2B5EF4-FFF2-40B4-BE49-F238E27FC236}">
                <a16:creationId xmlns:a16="http://schemas.microsoft.com/office/drawing/2014/main" id="{CBEC5476-931D-76FF-6E44-B3475108F6A4}"/>
              </a:ext>
            </a:extLst>
          </p:cNvPr>
          <p:cNvSpPr>
            <a:spLocks/>
          </p:cNvSpPr>
          <p:nvPr/>
        </p:nvSpPr>
        <p:spPr>
          <a:xfrm>
            <a:off x="8692740" y="63172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3" name="data_4282">
            <a:extLst>
              <a:ext uri="{FF2B5EF4-FFF2-40B4-BE49-F238E27FC236}">
                <a16:creationId xmlns:a16="http://schemas.microsoft.com/office/drawing/2014/main" id="{237892F8-C72E-F051-4585-51A45046728F}"/>
              </a:ext>
            </a:extLst>
          </p:cNvPr>
          <p:cNvSpPr>
            <a:spLocks/>
          </p:cNvSpPr>
          <p:nvPr/>
        </p:nvSpPr>
        <p:spPr>
          <a:xfrm>
            <a:off x="868641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4" name="data_4283">
            <a:extLst>
              <a:ext uri="{FF2B5EF4-FFF2-40B4-BE49-F238E27FC236}">
                <a16:creationId xmlns:a16="http://schemas.microsoft.com/office/drawing/2014/main" id="{FEBFC7DB-F794-5C55-1843-88A697933892}"/>
              </a:ext>
            </a:extLst>
          </p:cNvPr>
          <p:cNvSpPr>
            <a:spLocks/>
          </p:cNvSpPr>
          <p:nvPr/>
        </p:nvSpPr>
        <p:spPr>
          <a:xfrm>
            <a:off x="871040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5" name="data_4284">
            <a:extLst>
              <a:ext uri="{FF2B5EF4-FFF2-40B4-BE49-F238E27FC236}">
                <a16:creationId xmlns:a16="http://schemas.microsoft.com/office/drawing/2014/main" id="{55993A7F-3596-CAC8-66D4-2CAA114E9883}"/>
              </a:ext>
            </a:extLst>
          </p:cNvPr>
          <p:cNvSpPr>
            <a:spLocks/>
          </p:cNvSpPr>
          <p:nvPr/>
        </p:nvSpPr>
        <p:spPr>
          <a:xfrm>
            <a:off x="864383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6" name="data_4285">
            <a:extLst>
              <a:ext uri="{FF2B5EF4-FFF2-40B4-BE49-F238E27FC236}">
                <a16:creationId xmlns:a16="http://schemas.microsoft.com/office/drawing/2014/main" id="{956DAE57-1313-D675-31C1-6D29FDC3D681}"/>
              </a:ext>
            </a:extLst>
          </p:cNvPr>
          <p:cNvSpPr>
            <a:spLocks/>
          </p:cNvSpPr>
          <p:nvPr/>
        </p:nvSpPr>
        <p:spPr>
          <a:xfrm>
            <a:off x="865974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7" name="data_4286">
            <a:extLst>
              <a:ext uri="{FF2B5EF4-FFF2-40B4-BE49-F238E27FC236}">
                <a16:creationId xmlns:a16="http://schemas.microsoft.com/office/drawing/2014/main" id="{7960C913-D833-E0A8-C630-24D3CEE875EF}"/>
              </a:ext>
            </a:extLst>
          </p:cNvPr>
          <p:cNvSpPr>
            <a:spLocks/>
          </p:cNvSpPr>
          <p:nvPr/>
        </p:nvSpPr>
        <p:spPr>
          <a:xfrm>
            <a:off x="867823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8" name="data_4287">
            <a:extLst>
              <a:ext uri="{FF2B5EF4-FFF2-40B4-BE49-F238E27FC236}">
                <a16:creationId xmlns:a16="http://schemas.microsoft.com/office/drawing/2014/main" id="{4549D56B-7AEB-FC53-E63B-FF678618CBC4}"/>
              </a:ext>
            </a:extLst>
          </p:cNvPr>
          <p:cNvSpPr>
            <a:spLocks/>
          </p:cNvSpPr>
          <p:nvPr/>
        </p:nvSpPr>
        <p:spPr>
          <a:xfrm>
            <a:off x="868596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9" name="data_4288">
            <a:extLst>
              <a:ext uri="{FF2B5EF4-FFF2-40B4-BE49-F238E27FC236}">
                <a16:creationId xmlns:a16="http://schemas.microsoft.com/office/drawing/2014/main" id="{097A9F1D-C17E-8EE6-3FA8-FB21B4A7B9AC}"/>
              </a:ext>
            </a:extLst>
          </p:cNvPr>
          <p:cNvSpPr>
            <a:spLocks/>
          </p:cNvSpPr>
          <p:nvPr/>
        </p:nvSpPr>
        <p:spPr>
          <a:xfrm>
            <a:off x="8622377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0" name="data_4289">
            <a:extLst>
              <a:ext uri="{FF2B5EF4-FFF2-40B4-BE49-F238E27FC236}">
                <a16:creationId xmlns:a16="http://schemas.microsoft.com/office/drawing/2014/main" id="{3934D473-5549-D5DD-FE0A-3EB44A525622}"/>
              </a:ext>
            </a:extLst>
          </p:cNvPr>
          <p:cNvSpPr>
            <a:spLocks/>
          </p:cNvSpPr>
          <p:nvPr/>
        </p:nvSpPr>
        <p:spPr>
          <a:xfrm>
            <a:off x="8649192" y="63453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1" name="data_4290">
            <a:extLst>
              <a:ext uri="{FF2B5EF4-FFF2-40B4-BE49-F238E27FC236}">
                <a16:creationId xmlns:a16="http://schemas.microsoft.com/office/drawing/2014/main" id="{043475AB-59BA-771F-B863-941E5D05D0EF}"/>
              </a:ext>
            </a:extLst>
          </p:cNvPr>
          <p:cNvSpPr>
            <a:spLocks/>
          </p:cNvSpPr>
          <p:nvPr/>
        </p:nvSpPr>
        <p:spPr>
          <a:xfrm>
            <a:off x="8639948" y="60309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2" name="data_4291">
            <a:extLst>
              <a:ext uri="{FF2B5EF4-FFF2-40B4-BE49-F238E27FC236}">
                <a16:creationId xmlns:a16="http://schemas.microsoft.com/office/drawing/2014/main" id="{5BEC2459-036B-2834-C23D-49B147A57BAC}"/>
              </a:ext>
            </a:extLst>
          </p:cNvPr>
          <p:cNvSpPr>
            <a:spLocks/>
          </p:cNvSpPr>
          <p:nvPr/>
        </p:nvSpPr>
        <p:spPr>
          <a:xfrm>
            <a:off x="8606582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3" name="data_4292">
            <a:extLst>
              <a:ext uri="{FF2B5EF4-FFF2-40B4-BE49-F238E27FC236}">
                <a16:creationId xmlns:a16="http://schemas.microsoft.com/office/drawing/2014/main" id="{F07A6921-54CF-0CA2-E5BD-2BFDF1D94E33}"/>
              </a:ext>
            </a:extLst>
          </p:cNvPr>
          <p:cNvSpPr>
            <a:spLocks/>
          </p:cNvSpPr>
          <p:nvPr/>
        </p:nvSpPr>
        <p:spPr>
          <a:xfrm>
            <a:off x="860763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4" name="data_4293">
            <a:extLst>
              <a:ext uri="{FF2B5EF4-FFF2-40B4-BE49-F238E27FC236}">
                <a16:creationId xmlns:a16="http://schemas.microsoft.com/office/drawing/2014/main" id="{83B00F46-65A3-9819-8035-0876732D9D70}"/>
              </a:ext>
            </a:extLst>
          </p:cNvPr>
          <p:cNvSpPr>
            <a:spLocks/>
          </p:cNvSpPr>
          <p:nvPr/>
        </p:nvSpPr>
        <p:spPr>
          <a:xfrm>
            <a:off x="863736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5" name="data_4294">
            <a:extLst>
              <a:ext uri="{FF2B5EF4-FFF2-40B4-BE49-F238E27FC236}">
                <a16:creationId xmlns:a16="http://schemas.microsoft.com/office/drawing/2014/main" id="{D1561895-AE35-F0D9-009F-822FB5558E09}"/>
              </a:ext>
            </a:extLst>
          </p:cNvPr>
          <p:cNvSpPr>
            <a:spLocks/>
          </p:cNvSpPr>
          <p:nvPr/>
        </p:nvSpPr>
        <p:spPr>
          <a:xfrm>
            <a:off x="870639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6" name="data_4295">
            <a:extLst>
              <a:ext uri="{FF2B5EF4-FFF2-40B4-BE49-F238E27FC236}">
                <a16:creationId xmlns:a16="http://schemas.microsoft.com/office/drawing/2014/main" id="{C03A265A-7A50-AEED-3521-7D64EC53657E}"/>
              </a:ext>
            </a:extLst>
          </p:cNvPr>
          <p:cNvSpPr>
            <a:spLocks/>
          </p:cNvSpPr>
          <p:nvPr/>
        </p:nvSpPr>
        <p:spPr>
          <a:xfrm>
            <a:off x="862579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7" name="data_4296">
            <a:extLst>
              <a:ext uri="{FF2B5EF4-FFF2-40B4-BE49-F238E27FC236}">
                <a16:creationId xmlns:a16="http://schemas.microsoft.com/office/drawing/2014/main" id="{0B2E51C1-F70A-FB6F-2116-F96AEFDD2075}"/>
              </a:ext>
            </a:extLst>
          </p:cNvPr>
          <p:cNvSpPr>
            <a:spLocks/>
          </p:cNvSpPr>
          <p:nvPr/>
        </p:nvSpPr>
        <p:spPr>
          <a:xfrm>
            <a:off x="870579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8" name="data_4297">
            <a:extLst>
              <a:ext uri="{FF2B5EF4-FFF2-40B4-BE49-F238E27FC236}">
                <a16:creationId xmlns:a16="http://schemas.microsoft.com/office/drawing/2014/main" id="{8474BC6E-356E-C6E0-76A2-11901CD1D9BE}"/>
              </a:ext>
            </a:extLst>
          </p:cNvPr>
          <p:cNvSpPr>
            <a:spLocks/>
          </p:cNvSpPr>
          <p:nvPr/>
        </p:nvSpPr>
        <p:spPr>
          <a:xfrm>
            <a:off x="8611454" y="624711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9" name="data_4298">
            <a:extLst>
              <a:ext uri="{FF2B5EF4-FFF2-40B4-BE49-F238E27FC236}">
                <a16:creationId xmlns:a16="http://schemas.microsoft.com/office/drawing/2014/main" id="{4D200D9F-470D-E489-FA2C-D9E9EDD083C8}"/>
              </a:ext>
            </a:extLst>
          </p:cNvPr>
          <p:cNvSpPr>
            <a:spLocks/>
          </p:cNvSpPr>
          <p:nvPr/>
        </p:nvSpPr>
        <p:spPr>
          <a:xfrm>
            <a:off x="86958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0" name="data_4299">
            <a:extLst>
              <a:ext uri="{FF2B5EF4-FFF2-40B4-BE49-F238E27FC236}">
                <a16:creationId xmlns:a16="http://schemas.microsoft.com/office/drawing/2014/main" id="{B987BC91-75E7-95B1-6D16-DFC6F6A2476B}"/>
              </a:ext>
            </a:extLst>
          </p:cNvPr>
          <p:cNvSpPr>
            <a:spLocks/>
          </p:cNvSpPr>
          <p:nvPr/>
        </p:nvSpPr>
        <p:spPr>
          <a:xfrm>
            <a:off x="8637256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1" name="data_4300">
            <a:extLst>
              <a:ext uri="{FF2B5EF4-FFF2-40B4-BE49-F238E27FC236}">
                <a16:creationId xmlns:a16="http://schemas.microsoft.com/office/drawing/2014/main" id="{AEB8874F-520C-3BF0-466C-6C6B528A3E7C}"/>
              </a:ext>
            </a:extLst>
          </p:cNvPr>
          <p:cNvSpPr>
            <a:spLocks/>
          </p:cNvSpPr>
          <p:nvPr/>
        </p:nvSpPr>
        <p:spPr>
          <a:xfrm>
            <a:off x="8641290" y="57362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2" name="data_4301">
            <a:extLst>
              <a:ext uri="{FF2B5EF4-FFF2-40B4-BE49-F238E27FC236}">
                <a16:creationId xmlns:a16="http://schemas.microsoft.com/office/drawing/2014/main" id="{6D2FD8AF-FAC8-ABF6-8328-A8BC4615BA79}"/>
              </a:ext>
            </a:extLst>
          </p:cNvPr>
          <p:cNvSpPr>
            <a:spLocks/>
          </p:cNvSpPr>
          <p:nvPr/>
        </p:nvSpPr>
        <p:spPr>
          <a:xfrm>
            <a:off x="8604104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3" name="data_4302">
            <a:extLst>
              <a:ext uri="{FF2B5EF4-FFF2-40B4-BE49-F238E27FC236}">
                <a16:creationId xmlns:a16="http://schemas.microsoft.com/office/drawing/2014/main" id="{F275C313-DCDB-E70B-BBE0-A1ADBC741075}"/>
              </a:ext>
            </a:extLst>
          </p:cNvPr>
          <p:cNvSpPr>
            <a:spLocks/>
          </p:cNvSpPr>
          <p:nvPr/>
        </p:nvSpPr>
        <p:spPr>
          <a:xfrm>
            <a:off x="86584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4" name="data_4303">
            <a:extLst>
              <a:ext uri="{FF2B5EF4-FFF2-40B4-BE49-F238E27FC236}">
                <a16:creationId xmlns:a16="http://schemas.microsoft.com/office/drawing/2014/main" id="{8345BE53-A9EB-96BE-DCF8-894CDE088466}"/>
              </a:ext>
            </a:extLst>
          </p:cNvPr>
          <p:cNvSpPr>
            <a:spLocks/>
          </p:cNvSpPr>
          <p:nvPr/>
        </p:nvSpPr>
        <p:spPr>
          <a:xfrm>
            <a:off x="866345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5" name="data_4304">
            <a:extLst>
              <a:ext uri="{FF2B5EF4-FFF2-40B4-BE49-F238E27FC236}">
                <a16:creationId xmlns:a16="http://schemas.microsoft.com/office/drawing/2014/main" id="{9D2DC1D3-BF1F-D2CD-F315-B2C4C71F8AB6}"/>
              </a:ext>
            </a:extLst>
          </p:cNvPr>
          <p:cNvSpPr>
            <a:spLocks/>
          </p:cNvSpPr>
          <p:nvPr/>
        </p:nvSpPr>
        <p:spPr>
          <a:xfrm>
            <a:off x="867974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6" name="data_4305">
            <a:extLst>
              <a:ext uri="{FF2B5EF4-FFF2-40B4-BE49-F238E27FC236}">
                <a16:creationId xmlns:a16="http://schemas.microsoft.com/office/drawing/2014/main" id="{7B7E8563-94B2-4558-245A-F6710F423DB0}"/>
              </a:ext>
            </a:extLst>
          </p:cNvPr>
          <p:cNvSpPr>
            <a:spLocks/>
          </p:cNvSpPr>
          <p:nvPr/>
        </p:nvSpPr>
        <p:spPr>
          <a:xfrm>
            <a:off x="865813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7" name="data_4306">
            <a:extLst>
              <a:ext uri="{FF2B5EF4-FFF2-40B4-BE49-F238E27FC236}">
                <a16:creationId xmlns:a16="http://schemas.microsoft.com/office/drawing/2014/main" id="{4AC3FE9D-2CEF-45A3-AB8B-C7163DD74E18}"/>
              </a:ext>
            </a:extLst>
          </p:cNvPr>
          <p:cNvSpPr>
            <a:spLocks/>
          </p:cNvSpPr>
          <p:nvPr/>
        </p:nvSpPr>
        <p:spPr>
          <a:xfrm>
            <a:off x="86929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8" name="data_4307">
            <a:extLst>
              <a:ext uri="{FF2B5EF4-FFF2-40B4-BE49-F238E27FC236}">
                <a16:creationId xmlns:a16="http://schemas.microsoft.com/office/drawing/2014/main" id="{F230677E-6DF0-A09B-C5D1-C40BB96E23E9}"/>
              </a:ext>
            </a:extLst>
          </p:cNvPr>
          <p:cNvSpPr>
            <a:spLocks/>
          </p:cNvSpPr>
          <p:nvPr/>
        </p:nvSpPr>
        <p:spPr>
          <a:xfrm>
            <a:off x="8673276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9" name="data_4308">
            <a:extLst>
              <a:ext uri="{FF2B5EF4-FFF2-40B4-BE49-F238E27FC236}">
                <a16:creationId xmlns:a16="http://schemas.microsoft.com/office/drawing/2014/main" id="{38B6707F-7A1D-15E6-96E6-51B0CD277449}"/>
              </a:ext>
            </a:extLst>
          </p:cNvPr>
          <p:cNvSpPr>
            <a:spLocks/>
          </p:cNvSpPr>
          <p:nvPr/>
        </p:nvSpPr>
        <p:spPr>
          <a:xfrm>
            <a:off x="6962962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0" name="data_4309">
            <a:extLst>
              <a:ext uri="{FF2B5EF4-FFF2-40B4-BE49-F238E27FC236}">
                <a16:creationId xmlns:a16="http://schemas.microsoft.com/office/drawing/2014/main" id="{D217B221-B9FA-982A-D996-74FD04586950}"/>
              </a:ext>
            </a:extLst>
          </p:cNvPr>
          <p:cNvSpPr>
            <a:spLocks/>
          </p:cNvSpPr>
          <p:nvPr/>
        </p:nvSpPr>
        <p:spPr>
          <a:xfrm>
            <a:off x="6962962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1" name="text_4310">
            <a:extLst>
              <a:ext uri="{FF2B5EF4-FFF2-40B4-BE49-F238E27FC236}">
                <a16:creationId xmlns:a16="http://schemas.microsoft.com/office/drawing/2014/main" id="{07FB80FE-250C-4DE5-9528-7BA19A2A80BD}"/>
              </a:ext>
            </a:extLst>
          </p:cNvPr>
          <p:cNvSpPr>
            <a:spLocks/>
          </p:cNvSpPr>
          <p:nvPr/>
        </p:nvSpPr>
        <p:spPr>
          <a:xfrm>
            <a:off x="6484133" y="4273545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4312" name="text_4311">
            <a:extLst>
              <a:ext uri="{FF2B5EF4-FFF2-40B4-BE49-F238E27FC236}">
                <a16:creationId xmlns:a16="http://schemas.microsoft.com/office/drawing/2014/main" id="{AC539545-D957-DB26-7FDE-B06728B5029A}"/>
              </a:ext>
            </a:extLst>
          </p:cNvPr>
          <p:cNvSpPr>
            <a:spLocks/>
          </p:cNvSpPr>
          <p:nvPr/>
        </p:nvSpPr>
        <p:spPr>
          <a:xfrm>
            <a:off x="6962962" y="4296119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313" name="data_4312">
            <a:extLst>
              <a:ext uri="{FF2B5EF4-FFF2-40B4-BE49-F238E27FC236}">
                <a16:creationId xmlns:a16="http://schemas.microsoft.com/office/drawing/2014/main" id="{F69D5448-1817-7461-8437-AA72210AB7A9}"/>
              </a:ext>
            </a:extLst>
          </p:cNvPr>
          <p:cNvSpPr>
            <a:spLocks/>
          </p:cNvSpPr>
          <p:nvPr/>
        </p:nvSpPr>
        <p:spPr>
          <a:xfrm>
            <a:off x="7127604" y="5577187"/>
            <a:ext cx="191" cy="785905"/>
          </a:xfrm>
          <a:custGeom>
            <a:avLst/>
            <a:gdLst/>
            <a:ahLst/>
            <a:cxnLst/>
            <a:rect l="0" t="0" r="0" b="0"/>
            <a:pathLst>
              <a:path w="191" h="785905">
                <a:moveTo>
                  <a:pt x="0" y="78590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4" name="data_4313">
            <a:extLst>
              <a:ext uri="{FF2B5EF4-FFF2-40B4-BE49-F238E27FC236}">
                <a16:creationId xmlns:a16="http://schemas.microsoft.com/office/drawing/2014/main" id="{933B1F00-DE09-7DB5-379E-C292200119BE}"/>
              </a:ext>
            </a:extLst>
          </p:cNvPr>
          <p:cNvSpPr>
            <a:spLocks/>
          </p:cNvSpPr>
          <p:nvPr/>
        </p:nvSpPr>
        <p:spPr>
          <a:xfrm>
            <a:off x="7380899" y="4693043"/>
            <a:ext cx="191" cy="1326215"/>
          </a:xfrm>
          <a:custGeom>
            <a:avLst/>
            <a:gdLst/>
            <a:ahLst/>
            <a:cxnLst/>
            <a:rect l="0" t="0" r="0" b="0"/>
            <a:pathLst>
              <a:path w="191" h="1326215">
                <a:moveTo>
                  <a:pt x="0" y="13262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5" name="data_4314">
            <a:extLst>
              <a:ext uri="{FF2B5EF4-FFF2-40B4-BE49-F238E27FC236}">
                <a16:creationId xmlns:a16="http://schemas.microsoft.com/office/drawing/2014/main" id="{319470D0-C921-F055-04DF-099BBD38E561}"/>
              </a:ext>
            </a:extLst>
          </p:cNvPr>
          <p:cNvSpPr>
            <a:spLocks/>
          </p:cNvSpPr>
          <p:nvPr/>
        </p:nvSpPr>
        <p:spPr>
          <a:xfrm>
            <a:off x="7634194" y="4693043"/>
            <a:ext cx="191" cy="818473"/>
          </a:xfrm>
          <a:custGeom>
            <a:avLst/>
            <a:gdLst/>
            <a:ahLst/>
            <a:cxnLst/>
            <a:rect l="0" t="0" r="0" b="0"/>
            <a:pathLst>
              <a:path w="191" h="818473">
                <a:moveTo>
                  <a:pt x="0" y="81847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6" name="data_4315">
            <a:extLst>
              <a:ext uri="{FF2B5EF4-FFF2-40B4-BE49-F238E27FC236}">
                <a16:creationId xmlns:a16="http://schemas.microsoft.com/office/drawing/2014/main" id="{12D3DDC1-21FF-C706-46CC-334FBD715ABD}"/>
              </a:ext>
            </a:extLst>
          </p:cNvPr>
          <p:cNvSpPr>
            <a:spLocks/>
          </p:cNvSpPr>
          <p:nvPr/>
        </p:nvSpPr>
        <p:spPr>
          <a:xfrm>
            <a:off x="8166114" y="4693043"/>
            <a:ext cx="191" cy="1690074"/>
          </a:xfrm>
          <a:custGeom>
            <a:avLst/>
            <a:gdLst/>
            <a:ahLst/>
            <a:cxnLst/>
            <a:rect l="0" t="0" r="0" b="0"/>
            <a:pathLst>
              <a:path w="191" h="1690074">
                <a:moveTo>
                  <a:pt x="0" y="169007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7" name="data_4316">
            <a:extLst>
              <a:ext uri="{FF2B5EF4-FFF2-40B4-BE49-F238E27FC236}">
                <a16:creationId xmlns:a16="http://schemas.microsoft.com/office/drawing/2014/main" id="{E39E4788-934B-5DD0-8DBE-78B76A592A1F}"/>
              </a:ext>
            </a:extLst>
          </p:cNvPr>
          <p:cNvSpPr>
            <a:spLocks/>
          </p:cNvSpPr>
          <p:nvPr/>
        </p:nvSpPr>
        <p:spPr>
          <a:xfrm>
            <a:off x="8419409" y="4693043"/>
            <a:ext cx="191" cy="1547251"/>
          </a:xfrm>
          <a:custGeom>
            <a:avLst/>
            <a:gdLst/>
            <a:ahLst/>
            <a:cxnLst/>
            <a:rect l="0" t="0" r="0" b="0"/>
            <a:pathLst>
              <a:path w="191" h="1547251">
                <a:moveTo>
                  <a:pt x="0" y="15472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8" name="data_4317">
            <a:extLst>
              <a:ext uri="{FF2B5EF4-FFF2-40B4-BE49-F238E27FC236}">
                <a16:creationId xmlns:a16="http://schemas.microsoft.com/office/drawing/2014/main" id="{0EE1A0F5-3F30-4343-70C3-7B79558E1A18}"/>
              </a:ext>
            </a:extLst>
          </p:cNvPr>
          <p:cNvSpPr>
            <a:spLocks/>
          </p:cNvSpPr>
          <p:nvPr/>
        </p:nvSpPr>
        <p:spPr>
          <a:xfrm>
            <a:off x="8672704" y="4693043"/>
            <a:ext cx="191" cy="1289376"/>
          </a:xfrm>
          <a:custGeom>
            <a:avLst/>
            <a:gdLst/>
            <a:ahLst/>
            <a:cxnLst/>
            <a:rect l="0" t="0" r="0" b="0"/>
            <a:pathLst>
              <a:path w="191" h="1289376">
                <a:moveTo>
                  <a:pt x="0" y="12893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9" name="data_4318">
            <a:extLst>
              <a:ext uri="{FF2B5EF4-FFF2-40B4-BE49-F238E27FC236}">
                <a16:creationId xmlns:a16="http://schemas.microsoft.com/office/drawing/2014/main" id="{DA27F228-9032-787F-6E5E-0072C957B6EF}"/>
              </a:ext>
            </a:extLst>
          </p:cNvPr>
          <p:cNvSpPr>
            <a:spLocks/>
          </p:cNvSpPr>
          <p:nvPr/>
        </p:nvSpPr>
        <p:spPr>
          <a:xfrm>
            <a:off x="7092135" y="59882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0" name="data_4319">
            <a:extLst>
              <a:ext uri="{FF2B5EF4-FFF2-40B4-BE49-F238E27FC236}">
                <a16:creationId xmlns:a16="http://schemas.microsoft.com/office/drawing/2014/main" id="{3F910AFA-551E-E0FB-D8D8-F2468C45A124}"/>
              </a:ext>
            </a:extLst>
          </p:cNvPr>
          <p:cNvSpPr>
            <a:spLocks/>
          </p:cNvSpPr>
          <p:nvPr/>
        </p:nvSpPr>
        <p:spPr>
          <a:xfrm>
            <a:off x="7345430" y="524700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1" name="data_4320">
            <a:extLst>
              <a:ext uri="{FF2B5EF4-FFF2-40B4-BE49-F238E27FC236}">
                <a16:creationId xmlns:a16="http://schemas.microsoft.com/office/drawing/2014/main" id="{AB3832F2-BEDD-4EF7-5DB2-BFF8226F9126}"/>
              </a:ext>
            </a:extLst>
          </p:cNvPr>
          <p:cNvSpPr>
            <a:spLocks/>
          </p:cNvSpPr>
          <p:nvPr/>
        </p:nvSpPr>
        <p:spPr>
          <a:xfrm>
            <a:off x="7598726" y="465757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2" name="data_4321">
            <a:extLst>
              <a:ext uri="{FF2B5EF4-FFF2-40B4-BE49-F238E27FC236}">
                <a16:creationId xmlns:a16="http://schemas.microsoft.com/office/drawing/2014/main" id="{06D7D5CD-675D-AEFD-8D8D-006B99F5C0C5}"/>
              </a:ext>
            </a:extLst>
          </p:cNvPr>
          <p:cNvSpPr>
            <a:spLocks/>
          </p:cNvSpPr>
          <p:nvPr/>
        </p:nvSpPr>
        <p:spPr>
          <a:xfrm>
            <a:off x="8130645" y="530594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3" name="data_4322">
            <a:extLst>
              <a:ext uri="{FF2B5EF4-FFF2-40B4-BE49-F238E27FC236}">
                <a16:creationId xmlns:a16="http://schemas.microsoft.com/office/drawing/2014/main" id="{C1336766-3F5E-5D0E-C264-B48EA56DF0D6}"/>
              </a:ext>
            </a:extLst>
          </p:cNvPr>
          <p:cNvSpPr>
            <a:spLocks/>
          </p:cNvSpPr>
          <p:nvPr/>
        </p:nvSpPr>
        <p:spPr>
          <a:xfrm>
            <a:off x="8383940" y="491544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4" name="data_4323">
            <a:extLst>
              <a:ext uri="{FF2B5EF4-FFF2-40B4-BE49-F238E27FC236}">
                <a16:creationId xmlns:a16="http://schemas.microsoft.com/office/drawing/2014/main" id="{FD8A25D9-003F-60FF-B216-88D5742215B4}"/>
              </a:ext>
            </a:extLst>
          </p:cNvPr>
          <p:cNvSpPr>
            <a:spLocks/>
          </p:cNvSpPr>
          <p:nvPr/>
        </p:nvSpPr>
        <p:spPr>
          <a:xfrm>
            <a:off x="8637236" y="465757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5" name="data_4324">
            <a:extLst>
              <a:ext uri="{FF2B5EF4-FFF2-40B4-BE49-F238E27FC236}">
                <a16:creationId xmlns:a16="http://schemas.microsoft.com/office/drawing/2014/main" id="{86EB646A-27B5-F038-9BC6-FFE5BD4F00BE}"/>
              </a:ext>
            </a:extLst>
          </p:cNvPr>
          <p:cNvSpPr>
            <a:spLocks/>
          </p:cNvSpPr>
          <p:nvPr/>
        </p:nvSpPr>
        <p:spPr>
          <a:xfrm>
            <a:off x="2685611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4326" name="text_4325">
            <a:extLst>
              <a:ext uri="{FF2B5EF4-FFF2-40B4-BE49-F238E27FC236}">
                <a16:creationId xmlns:a16="http://schemas.microsoft.com/office/drawing/2014/main" id="{81B5F8B8-E63C-F45E-6722-D909EA9E75DB}"/>
              </a:ext>
            </a:extLst>
          </p:cNvPr>
          <p:cNvSpPr>
            <a:spLocks/>
          </p:cNvSpPr>
          <p:nvPr/>
        </p:nvSpPr>
        <p:spPr>
          <a:xfrm>
            <a:off x="2955175" y="82659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4327" name="data_4326">
            <a:extLst>
              <a:ext uri="{FF2B5EF4-FFF2-40B4-BE49-F238E27FC236}">
                <a16:creationId xmlns:a16="http://schemas.microsoft.com/office/drawing/2014/main" id="{F971BD1E-A1D8-15DD-3C31-A1D0C7759171}"/>
              </a:ext>
            </a:extLst>
          </p:cNvPr>
          <p:cNvSpPr>
            <a:spLocks/>
          </p:cNvSpPr>
          <p:nvPr/>
        </p:nvSpPr>
        <p:spPr>
          <a:xfrm>
            <a:off x="3895214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4328" name="text_4327">
            <a:extLst>
              <a:ext uri="{FF2B5EF4-FFF2-40B4-BE49-F238E27FC236}">
                <a16:creationId xmlns:a16="http://schemas.microsoft.com/office/drawing/2014/main" id="{CC88599C-1B5D-0A97-E198-886D7B0F20C5}"/>
              </a:ext>
            </a:extLst>
          </p:cNvPr>
          <p:cNvSpPr>
            <a:spLocks/>
          </p:cNvSpPr>
          <p:nvPr/>
        </p:nvSpPr>
        <p:spPr>
          <a:xfrm>
            <a:off x="4164777" y="82659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 err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</a:t>
            </a: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-Find (CA2)</a:t>
            </a:r>
          </a:p>
        </p:txBody>
      </p:sp>
      <p:sp>
        <p:nvSpPr>
          <p:cNvPr id="4329" name="data_4328">
            <a:extLst>
              <a:ext uri="{FF2B5EF4-FFF2-40B4-BE49-F238E27FC236}">
                <a16:creationId xmlns:a16="http://schemas.microsoft.com/office/drawing/2014/main" id="{53A5B1F0-76DA-E4AF-A06F-884134DB4B92}"/>
              </a:ext>
            </a:extLst>
          </p:cNvPr>
          <p:cNvSpPr>
            <a:spLocks/>
          </p:cNvSpPr>
          <p:nvPr/>
        </p:nvSpPr>
        <p:spPr>
          <a:xfrm>
            <a:off x="5547279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4330" name="text_4329">
            <a:extLst>
              <a:ext uri="{FF2B5EF4-FFF2-40B4-BE49-F238E27FC236}">
                <a16:creationId xmlns:a16="http://schemas.microsoft.com/office/drawing/2014/main" id="{6EE47E31-70CF-A7F5-990D-21EB298EDE31}"/>
              </a:ext>
            </a:extLst>
          </p:cNvPr>
          <p:cNvSpPr>
            <a:spLocks/>
          </p:cNvSpPr>
          <p:nvPr/>
        </p:nvSpPr>
        <p:spPr>
          <a:xfrm>
            <a:off x="5816843" y="82659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273647316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data_4330">
            <a:extLst>
              <a:ext uri="{FF2B5EF4-FFF2-40B4-BE49-F238E27FC236}">
                <a16:creationId xmlns:a16="http://schemas.microsoft.com/office/drawing/2014/main" id="{88B19EF4-CE2D-468F-9490-2B9A10107E05}"/>
              </a:ext>
            </a:extLst>
          </p:cNvPr>
          <p:cNvSpPr>
            <a:spLocks/>
          </p:cNvSpPr>
          <p:nvPr/>
        </p:nvSpPr>
        <p:spPr>
          <a:xfrm>
            <a:off x="238125" y="1082675"/>
            <a:ext cx="9048750" cy="6635750"/>
          </a:xfrm>
          <a:custGeom>
            <a:avLst/>
            <a:gdLst/>
            <a:ahLst/>
            <a:cxnLst/>
            <a:rect l="0" t="0" r="0" b="0"/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4331">
            <a:extLst>
              <a:ext uri="{FF2B5EF4-FFF2-40B4-BE49-F238E27FC236}">
                <a16:creationId xmlns:a16="http://schemas.microsoft.com/office/drawing/2014/main" id="{EE2F65F4-0795-4ADC-B64D-7C100793068F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4332">
            <a:extLst>
              <a:ext uri="{FF2B5EF4-FFF2-40B4-BE49-F238E27FC236}">
                <a16:creationId xmlns:a16="http://schemas.microsoft.com/office/drawing/2014/main" id="{342B5389-23D5-456B-BA2A-A8D196CA520C}"/>
              </a:ext>
            </a:extLst>
          </p:cNvPr>
          <p:cNvSpPr>
            <a:spLocks/>
          </p:cNvSpPr>
          <p:nvPr/>
        </p:nvSpPr>
        <p:spPr>
          <a:xfrm>
            <a:off x="1956863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4333">
            <a:extLst>
              <a:ext uri="{FF2B5EF4-FFF2-40B4-BE49-F238E27FC236}">
                <a16:creationId xmlns:a16="http://schemas.microsoft.com/office/drawing/2014/main" id="{7C913AEA-083A-4373-819C-5435AAA3D38D}"/>
              </a:ext>
            </a:extLst>
          </p:cNvPr>
          <p:cNvSpPr>
            <a:spLocks/>
          </p:cNvSpPr>
          <p:nvPr/>
        </p:nvSpPr>
        <p:spPr>
          <a:xfrm>
            <a:off x="159676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4334">
            <a:extLst>
              <a:ext uri="{FF2B5EF4-FFF2-40B4-BE49-F238E27FC236}">
                <a16:creationId xmlns:a16="http://schemas.microsoft.com/office/drawing/2014/main" id="{BD18818A-D4C6-4977-B449-053A25540ADE}"/>
              </a:ext>
            </a:extLst>
          </p:cNvPr>
          <p:cNvSpPr>
            <a:spLocks/>
          </p:cNvSpPr>
          <p:nvPr/>
        </p:nvSpPr>
        <p:spPr>
          <a:xfrm>
            <a:off x="1720810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4335">
            <a:extLst>
              <a:ext uri="{FF2B5EF4-FFF2-40B4-BE49-F238E27FC236}">
                <a16:creationId xmlns:a16="http://schemas.microsoft.com/office/drawing/2014/main" id="{BE863186-7186-4C8D-9F58-F2C3B0C72496}"/>
              </a:ext>
            </a:extLst>
          </p:cNvPr>
          <p:cNvSpPr>
            <a:spLocks/>
          </p:cNvSpPr>
          <p:nvPr/>
        </p:nvSpPr>
        <p:spPr>
          <a:xfrm>
            <a:off x="3866767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4336">
            <a:extLst>
              <a:ext uri="{FF2B5EF4-FFF2-40B4-BE49-F238E27FC236}">
                <a16:creationId xmlns:a16="http://schemas.microsoft.com/office/drawing/2014/main" id="{7AF0681F-7F72-4A7A-A6AC-6DCD75E883F7}"/>
              </a:ext>
            </a:extLst>
          </p:cNvPr>
          <p:cNvSpPr>
            <a:spLocks/>
          </p:cNvSpPr>
          <p:nvPr/>
        </p:nvSpPr>
        <p:spPr>
          <a:xfrm>
            <a:off x="3506667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4337">
            <a:extLst>
              <a:ext uri="{FF2B5EF4-FFF2-40B4-BE49-F238E27FC236}">
                <a16:creationId xmlns:a16="http://schemas.microsoft.com/office/drawing/2014/main" id="{CE258229-90CC-4F30-8BE3-B83C835239FB}"/>
              </a:ext>
            </a:extLst>
          </p:cNvPr>
          <p:cNvSpPr>
            <a:spLocks/>
          </p:cNvSpPr>
          <p:nvPr/>
        </p:nvSpPr>
        <p:spPr>
          <a:xfrm>
            <a:off x="3725861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4338">
            <a:extLst>
              <a:ext uri="{FF2B5EF4-FFF2-40B4-BE49-F238E27FC236}">
                <a16:creationId xmlns:a16="http://schemas.microsoft.com/office/drawing/2014/main" id="{6859C015-7F9C-4F2F-8013-52B63D0E5D4C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0" name="data_4339">
            <a:extLst>
              <a:ext uri="{FF2B5EF4-FFF2-40B4-BE49-F238E27FC236}">
                <a16:creationId xmlns:a16="http://schemas.microsoft.com/office/drawing/2014/main" id="{15725709-F67D-4B4E-BD4E-60ABC0B9318C}"/>
              </a:ext>
            </a:extLst>
          </p:cNvPr>
          <p:cNvSpPr>
            <a:spLocks/>
          </p:cNvSpPr>
          <p:nvPr/>
        </p:nvSpPr>
        <p:spPr>
          <a:xfrm>
            <a:off x="1143908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" name="text_4340">
            <a:extLst>
              <a:ext uri="{FF2B5EF4-FFF2-40B4-BE49-F238E27FC236}">
                <a16:creationId xmlns:a16="http://schemas.microsoft.com/office/drawing/2014/main" id="{3C90FE2F-8E83-4EA9-A52A-CB1A0CA72E32}"/>
              </a:ext>
            </a:extLst>
          </p:cNvPr>
          <p:cNvSpPr>
            <a:spLocks/>
          </p:cNvSpPr>
          <p:nvPr/>
        </p:nvSpPr>
        <p:spPr>
          <a:xfrm>
            <a:off x="920184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4341">
            <a:extLst>
              <a:ext uri="{FF2B5EF4-FFF2-40B4-BE49-F238E27FC236}">
                <a16:creationId xmlns:a16="http://schemas.microsoft.com/office/drawing/2014/main" id="{FEAAE9A4-390D-45B8-B198-7D5555808A69}"/>
              </a:ext>
            </a:extLst>
          </p:cNvPr>
          <p:cNvSpPr>
            <a:spLocks/>
          </p:cNvSpPr>
          <p:nvPr/>
        </p:nvSpPr>
        <p:spPr>
          <a:xfrm>
            <a:off x="1188244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3" name="data_4342">
            <a:extLst>
              <a:ext uri="{FF2B5EF4-FFF2-40B4-BE49-F238E27FC236}">
                <a16:creationId xmlns:a16="http://schemas.microsoft.com/office/drawing/2014/main" id="{32C262FA-4A97-4371-826C-D0EB31C369C3}"/>
              </a:ext>
            </a:extLst>
          </p:cNvPr>
          <p:cNvSpPr>
            <a:spLocks/>
          </p:cNvSpPr>
          <p:nvPr/>
        </p:nvSpPr>
        <p:spPr>
          <a:xfrm>
            <a:off x="1143908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4" name="text_4343">
            <a:extLst>
              <a:ext uri="{FF2B5EF4-FFF2-40B4-BE49-F238E27FC236}">
                <a16:creationId xmlns:a16="http://schemas.microsoft.com/office/drawing/2014/main" id="{C2270AAB-CA9D-4D52-ADDA-E252A3F08176}"/>
              </a:ext>
            </a:extLst>
          </p:cNvPr>
          <p:cNvSpPr>
            <a:spLocks/>
          </p:cNvSpPr>
          <p:nvPr/>
        </p:nvSpPr>
        <p:spPr>
          <a:xfrm>
            <a:off x="920184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4344">
            <a:extLst>
              <a:ext uri="{FF2B5EF4-FFF2-40B4-BE49-F238E27FC236}">
                <a16:creationId xmlns:a16="http://schemas.microsoft.com/office/drawing/2014/main" id="{434E1542-D0F8-4220-8082-00AE87329922}"/>
              </a:ext>
            </a:extLst>
          </p:cNvPr>
          <p:cNvSpPr>
            <a:spLocks/>
          </p:cNvSpPr>
          <p:nvPr/>
        </p:nvSpPr>
        <p:spPr>
          <a:xfrm>
            <a:off x="1188244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4345">
            <a:extLst>
              <a:ext uri="{FF2B5EF4-FFF2-40B4-BE49-F238E27FC236}">
                <a16:creationId xmlns:a16="http://schemas.microsoft.com/office/drawing/2014/main" id="{190C9F93-FDD8-4FF2-B371-1707DE55CC21}"/>
              </a:ext>
            </a:extLst>
          </p:cNvPr>
          <p:cNvSpPr>
            <a:spLocks/>
          </p:cNvSpPr>
          <p:nvPr/>
        </p:nvSpPr>
        <p:spPr>
          <a:xfrm>
            <a:off x="1143908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4346">
            <a:extLst>
              <a:ext uri="{FF2B5EF4-FFF2-40B4-BE49-F238E27FC236}">
                <a16:creationId xmlns:a16="http://schemas.microsoft.com/office/drawing/2014/main" id="{A8C6F2BC-C083-44A7-B917-3C51A80E6625}"/>
              </a:ext>
            </a:extLst>
          </p:cNvPr>
          <p:cNvSpPr>
            <a:spLocks/>
          </p:cNvSpPr>
          <p:nvPr/>
        </p:nvSpPr>
        <p:spPr>
          <a:xfrm>
            <a:off x="920184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4347">
            <a:extLst>
              <a:ext uri="{FF2B5EF4-FFF2-40B4-BE49-F238E27FC236}">
                <a16:creationId xmlns:a16="http://schemas.microsoft.com/office/drawing/2014/main" id="{C8C735AF-122E-4643-9352-151D817DE568}"/>
              </a:ext>
            </a:extLst>
          </p:cNvPr>
          <p:cNvSpPr>
            <a:spLocks/>
          </p:cNvSpPr>
          <p:nvPr/>
        </p:nvSpPr>
        <p:spPr>
          <a:xfrm rot="-5400000">
            <a:off x="650976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4348">
            <a:extLst>
              <a:ext uri="{FF2B5EF4-FFF2-40B4-BE49-F238E27FC236}">
                <a16:creationId xmlns:a16="http://schemas.microsoft.com/office/drawing/2014/main" id="{41840699-319B-4B2B-B1D2-3F7C24CB1460}"/>
              </a:ext>
            </a:extLst>
          </p:cNvPr>
          <p:cNvSpPr>
            <a:spLocks/>
          </p:cNvSpPr>
          <p:nvPr/>
        </p:nvSpPr>
        <p:spPr>
          <a:xfrm>
            <a:off x="131867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54" y="1674889"/>
                </a:lnTo>
                <a:lnTo>
                  <a:pt x="7282" y="1664355"/>
                </a:lnTo>
                <a:lnTo>
                  <a:pt x="15903" y="1653821"/>
                </a:lnTo>
                <a:lnTo>
                  <a:pt x="27132" y="1643287"/>
                </a:lnTo>
                <a:lnTo>
                  <a:pt x="40242" y="1632753"/>
                </a:lnTo>
                <a:lnTo>
                  <a:pt x="54449" y="1622219"/>
                </a:lnTo>
                <a:lnTo>
                  <a:pt x="68984" y="1611685"/>
                </a:lnTo>
                <a:lnTo>
                  <a:pt x="83163" y="1601152"/>
                </a:lnTo>
                <a:lnTo>
                  <a:pt x="96429" y="1590618"/>
                </a:lnTo>
                <a:lnTo>
                  <a:pt x="108388" y="1580084"/>
                </a:lnTo>
                <a:lnTo>
                  <a:pt x="118804" y="1569550"/>
                </a:lnTo>
                <a:lnTo>
                  <a:pt x="127592" y="1559016"/>
                </a:lnTo>
                <a:lnTo>
                  <a:pt x="134787" y="1548482"/>
                </a:lnTo>
                <a:lnTo>
                  <a:pt x="140512" y="1537948"/>
                </a:lnTo>
                <a:lnTo>
                  <a:pt x="144945" y="1527414"/>
                </a:lnTo>
                <a:lnTo>
                  <a:pt x="148287" y="1516880"/>
                </a:lnTo>
                <a:lnTo>
                  <a:pt x="150740" y="1506347"/>
                </a:lnTo>
                <a:lnTo>
                  <a:pt x="152489" y="1495813"/>
                </a:lnTo>
                <a:lnTo>
                  <a:pt x="153695" y="1485279"/>
                </a:lnTo>
                <a:lnTo>
                  <a:pt x="154489" y="1474745"/>
                </a:lnTo>
                <a:lnTo>
                  <a:pt x="154975" y="1464211"/>
                </a:lnTo>
                <a:lnTo>
                  <a:pt x="155234" y="1453677"/>
                </a:lnTo>
                <a:lnTo>
                  <a:pt x="155325" y="1443143"/>
                </a:lnTo>
                <a:lnTo>
                  <a:pt x="155297" y="1432609"/>
                </a:lnTo>
                <a:lnTo>
                  <a:pt x="155185" y="1422075"/>
                </a:lnTo>
                <a:lnTo>
                  <a:pt x="155019" y="1411542"/>
                </a:lnTo>
                <a:lnTo>
                  <a:pt x="154827" y="1401008"/>
                </a:lnTo>
                <a:lnTo>
                  <a:pt x="154633" y="1390474"/>
                </a:lnTo>
                <a:lnTo>
                  <a:pt x="154457" y="1379940"/>
                </a:lnTo>
                <a:lnTo>
                  <a:pt x="154321" y="1369406"/>
                </a:lnTo>
                <a:lnTo>
                  <a:pt x="154239" y="1358872"/>
                </a:lnTo>
                <a:lnTo>
                  <a:pt x="154222" y="1348338"/>
                </a:lnTo>
                <a:lnTo>
                  <a:pt x="154274" y="1337804"/>
                </a:lnTo>
                <a:lnTo>
                  <a:pt x="154392" y="1327270"/>
                </a:lnTo>
                <a:lnTo>
                  <a:pt x="154566" y="1316736"/>
                </a:lnTo>
                <a:lnTo>
                  <a:pt x="154777" y="1306203"/>
                </a:lnTo>
                <a:lnTo>
                  <a:pt x="155001" y="1295669"/>
                </a:lnTo>
                <a:lnTo>
                  <a:pt x="155210" y="1285135"/>
                </a:lnTo>
                <a:lnTo>
                  <a:pt x="155376" y="1274601"/>
                </a:lnTo>
                <a:lnTo>
                  <a:pt x="155471" y="1264067"/>
                </a:lnTo>
                <a:lnTo>
                  <a:pt x="155469" y="1253533"/>
                </a:lnTo>
                <a:lnTo>
                  <a:pt x="155354" y="1242999"/>
                </a:lnTo>
                <a:lnTo>
                  <a:pt x="155116" y="1232465"/>
                </a:lnTo>
                <a:lnTo>
                  <a:pt x="154755" y="1221931"/>
                </a:lnTo>
                <a:lnTo>
                  <a:pt x="154282" y="1211398"/>
                </a:lnTo>
                <a:lnTo>
                  <a:pt x="153718" y="1200864"/>
                </a:lnTo>
                <a:lnTo>
                  <a:pt x="153093" y="1190330"/>
                </a:lnTo>
                <a:lnTo>
                  <a:pt x="152446" y="1179796"/>
                </a:lnTo>
                <a:lnTo>
                  <a:pt x="151821" y="1169262"/>
                </a:lnTo>
                <a:lnTo>
                  <a:pt x="151261" y="1158728"/>
                </a:lnTo>
                <a:lnTo>
                  <a:pt x="150810" y="1148194"/>
                </a:lnTo>
                <a:lnTo>
                  <a:pt x="150501" y="1137660"/>
                </a:lnTo>
                <a:lnTo>
                  <a:pt x="150361" y="1127126"/>
                </a:lnTo>
                <a:lnTo>
                  <a:pt x="150400" y="1116593"/>
                </a:lnTo>
                <a:lnTo>
                  <a:pt x="150618" y="1106059"/>
                </a:lnTo>
                <a:lnTo>
                  <a:pt x="150998" y="1095525"/>
                </a:lnTo>
                <a:lnTo>
                  <a:pt x="151516" y="1084991"/>
                </a:lnTo>
                <a:lnTo>
                  <a:pt x="152139" y="1074457"/>
                </a:lnTo>
                <a:lnTo>
                  <a:pt x="152831" y="1063923"/>
                </a:lnTo>
                <a:lnTo>
                  <a:pt x="153558" y="1053389"/>
                </a:lnTo>
                <a:lnTo>
                  <a:pt x="154290" y="1042855"/>
                </a:lnTo>
                <a:lnTo>
                  <a:pt x="155002" y="1032321"/>
                </a:lnTo>
                <a:lnTo>
                  <a:pt x="155678" y="1021788"/>
                </a:lnTo>
                <a:lnTo>
                  <a:pt x="156305" y="1011254"/>
                </a:lnTo>
                <a:lnTo>
                  <a:pt x="156878" y="1000720"/>
                </a:lnTo>
                <a:lnTo>
                  <a:pt x="157392" y="990186"/>
                </a:lnTo>
                <a:lnTo>
                  <a:pt x="157846" y="979652"/>
                </a:lnTo>
                <a:lnTo>
                  <a:pt x="158237" y="969118"/>
                </a:lnTo>
                <a:lnTo>
                  <a:pt x="158563" y="958584"/>
                </a:lnTo>
                <a:lnTo>
                  <a:pt x="158825" y="948050"/>
                </a:lnTo>
                <a:lnTo>
                  <a:pt x="159020" y="937516"/>
                </a:lnTo>
                <a:lnTo>
                  <a:pt x="159153" y="926982"/>
                </a:lnTo>
                <a:lnTo>
                  <a:pt x="159228" y="916449"/>
                </a:lnTo>
                <a:lnTo>
                  <a:pt x="159254" y="905915"/>
                </a:lnTo>
                <a:lnTo>
                  <a:pt x="159243" y="895381"/>
                </a:lnTo>
                <a:lnTo>
                  <a:pt x="159211" y="884847"/>
                </a:lnTo>
                <a:lnTo>
                  <a:pt x="159174" y="874313"/>
                </a:lnTo>
                <a:lnTo>
                  <a:pt x="159148" y="863779"/>
                </a:lnTo>
                <a:lnTo>
                  <a:pt x="159146" y="853245"/>
                </a:lnTo>
                <a:lnTo>
                  <a:pt x="159180" y="842711"/>
                </a:lnTo>
                <a:lnTo>
                  <a:pt x="159255" y="832177"/>
                </a:lnTo>
                <a:lnTo>
                  <a:pt x="159375" y="821644"/>
                </a:lnTo>
                <a:lnTo>
                  <a:pt x="159538" y="811110"/>
                </a:lnTo>
                <a:lnTo>
                  <a:pt x="159740" y="800576"/>
                </a:lnTo>
                <a:lnTo>
                  <a:pt x="159976" y="790042"/>
                </a:lnTo>
                <a:lnTo>
                  <a:pt x="160241" y="779508"/>
                </a:lnTo>
                <a:lnTo>
                  <a:pt x="160532" y="768974"/>
                </a:lnTo>
                <a:lnTo>
                  <a:pt x="160846" y="758440"/>
                </a:lnTo>
                <a:lnTo>
                  <a:pt x="161183" y="747906"/>
                </a:lnTo>
                <a:lnTo>
                  <a:pt x="161541" y="737372"/>
                </a:lnTo>
                <a:lnTo>
                  <a:pt x="161919" y="726839"/>
                </a:lnTo>
                <a:lnTo>
                  <a:pt x="162314" y="716305"/>
                </a:lnTo>
                <a:lnTo>
                  <a:pt x="162719" y="705771"/>
                </a:lnTo>
                <a:lnTo>
                  <a:pt x="163124" y="695237"/>
                </a:lnTo>
                <a:lnTo>
                  <a:pt x="163516" y="684703"/>
                </a:lnTo>
                <a:lnTo>
                  <a:pt x="163879" y="674169"/>
                </a:lnTo>
                <a:lnTo>
                  <a:pt x="164197" y="663635"/>
                </a:lnTo>
                <a:lnTo>
                  <a:pt x="164455" y="653101"/>
                </a:lnTo>
                <a:lnTo>
                  <a:pt x="164643" y="642567"/>
                </a:lnTo>
                <a:lnTo>
                  <a:pt x="164757" y="632034"/>
                </a:lnTo>
                <a:lnTo>
                  <a:pt x="164799" y="621500"/>
                </a:lnTo>
                <a:lnTo>
                  <a:pt x="164777" y="610966"/>
                </a:lnTo>
                <a:lnTo>
                  <a:pt x="164707" y="600432"/>
                </a:lnTo>
                <a:lnTo>
                  <a:pt x="164607" y="589898"/>
                </a:lnTo>
                <a:lnTo>
                  <a:pt x="164497" y="579364"/>
                </a:lnTo>
                <a:lnTo>
                  <a:pt x="164397" y="568830"/>
                </a:lnTo>
                <a:lnTo>
                  <a:pt x="164323" y="558296"/>
                </a:lnTo>
                <a:lnTo>
                  <a:pt x="164285" y="547762"/>
                </a:lnTo>
                <a:lnTo>
                  <a:pt x="164287" y="537228"/>
                </a:lnTo>
                <a:lnTo>
                  <a:pt x="164330" y="526695"/>
                </a:lnTo>
                <a:lnTo>
                  <a:pt x="164408" y="516161"/>
                </a:lnTo>
                <a:lnTo>
                  <a:pt x="164514" y="505627"/>
                </a:lnTo>
                <a:lnTo>
                  <a:pt x="164641" y="495093"/>
                </a:lnTo>
                <a:lnTo>
                  <a:pt x="164780" y="484559"/>
                </a:lnTo>
                <a:lnTo>
                  <a:pt x="164929" y="474025"/>
                </a:lnTo>
                <a:lnTo>
                  <a:pt x="165085" y="463491"/>
                </a:lnTo>
                <a:lnTo>
                  <a:pt x="165249" y="452957"/>
                </a:lnTo>
                <a:lnTo>
                  <a:pt x="165423" y="442423"/>
                </a:lnTo>
                <a:lnTo>
                  <a:pt x="165612" y="431890"/>
                </a:lnTo>
                <a:lnTo>
                  <a:pt x="165817" y="421356"/>
                </a:lnTo>
                <a:lnTo>
                  <a:pt x="166041" y="410822"/>
                </a:lnTo>
                <a:lnTo>
                  <a:pt x="166284" y="400288"/>
                </a:lnTo>
                <a:lnTo>
                  <a:pt x="166545" y="389754"/>
                </a:lnTo>
                <a:lnTo>
                  <a:pt x="166821" y="379220"/>
                </a:lnTo>
                <a:lnTo>
                  <a:pt x="167107" y="368686"/>
                </a:lnTo>
                <a:lnTo>
                  <a:pt x="167400" y="358152"/>
                </a:lnTo>
                <a:lnTo>
                  <a:pt x="167696" y="347618"/>
                </a:lnTo>
                <a:lnTo>
                  <a:pt x="167991" y="337085"/>
                </a:lnTo>
                <a:lnTo>
                  <a:pt x="168282" y="326551"/>
                </a:lnTo>
                <a:lnTo>
                  <a:pt x="168565" y="316017"/>
                </a:lnTo>
                <a:lnTo>
                  <a:pt x="168841" y="305483"/>
                </a:lnTo>
                <a:lnTo>
                  <a:pt x="169107" y="294949"/>
                </a:lnTo>
                <a:lnTo>
                  <a:pt x="169363" y="284415"/>
                </a:lnTo>
                <a:lnTo>
                  <a:pt x="169608" y="273881"/>
                </a:lnTo>
                <a:lnTo>
                  <a:pt x="169842" y="263347"/>
                </a:lnTo>
                <a:lnTo>
                  <a:pt x="170064" y="252813"/>
                </a:lnTo>
                <a:lnTo>
                  <a:pt x="170273" y="242280"/>
                </a:lnTo>
                <a:lnTo>
                  <a:pt x="170465" y="231746"/>
                </a:lnTo>
                <a:lnTo>
                  <a:pt x="170635" y="221212"/>
                </a:lnTo>
                <a:lnTo>
                  <a:pt x="170776" y="210678"/>
                </a:lnTo>
                <a:lnTo>
                  <a:pt x="170876" y="200144"/>
                </a:lnTo>
                <a:lnTo>
                  <a:pt x="170922" y="189610"/>
                </a:lnTo>
                <a:lnTo>
                  <a:pt x="170896" y="179076"/>
                </a:lnTo>
                <a:lnTo>
                  <a:pt x="170775" y="168542"/>
                </a:lnTo>
                <a:lnTo>
                  <a:pt x="170537" y="158008"/>
                </a:lnTo>
                <a:lnTo>
                  <a:pt x="170156" y="147474"/>
                </a:lnTo>
                <a:lnTo>
                  <a:pt x="169609" y="136941"/>
                </a:lnTo>
                <a:lnTo>
                  <a:pt x="168874" y="126407"/>
                </a:lnTo>
                <a:lnTo>
                  <a:pt x="167940" y="115873"/>
                </a:lnTo>
                <a:lnTo>
                  <a:pt x="166805" y="105339"/>
                </a:lnTo>
                <a:lnTo>
                  <a:pt x="165482" y="94805"/>
                </a:lnTo>
                <a:lnTo>
                  <a:pt x="163999" y="84271"/>
                </a:lnTo>
                <a:lnTo>
                  <a:pt x="162406" y="73737"/>
                </a:lnTo>
                <a:lnTo>
                  <a:pt x="160767" y="63203"/>
                </a:lnTo>
                <a:lnTo>
                  <a:pt x="159163" y="52669"/>
                </a:lnTo>
                <a:lnTo>
                  <a:pt x="157682" y="42136"/>
                </a:lnTo>
                <a:lnTo>
                  <a:pt x="156413" y="31602"/>
                </a:lnTo>
                <a:lnTo>
                  <a:pt x="155439" y="21068"/>
                </a:lnTo>
                <a:lnTo>
                  <a:pt x="154826" y="10534"/>
                </a:lnTo>
                <a:lnTo>
                  <a:pt x="154617" y="0"/>
                </a:lnTo>
                <a:lnTo>
                  <a:pt x="190098" y="0"/>
                </a:lnTo>
                <a:lnTo>
                  <a:pt x="190098" y="0"/>
                </a:lnTo>
                <a:lnTo>
                  <a:pt x="189888" y="10534"/>
                </a:lnTo>
                <a:lnTo>
                  <a:pt x="189275" y="21068"/>
                </a:lnTo>
                <a:lnTo>
                  <a:pt x="188301" y="31602"/>
                </a:lnTo>
                <a:lnTo>
                  <a:pt x="187032" y="42136"/>
                </a:lnTo>
                <a:lnTo>
                  <a:pt x="185551" y="52669"/>
                </a:lnTo>
                <a:lnTo>
                  <a:pt x="183947" y="63203"/>
                </a:lnTo>
                <a:lnTo>
                  <a:pt x="182309" y="73737"/>
                </a:lnTo>
                <a:lnTo>
                  <a:pt x="180715" y="84271"/>
                </a:lnTo>
                <a:lnTo>
                  <a:pt x="179233" y="94805"/>
                </a:lnTo>
                <a:lnTo>
                  <a:pt x="177909" y="105339"/>
                </a:lnTo>
                <a:lnTo>
                  <a:pt x="176774" y="115873"/>
                </a:lnTo>
                <a:lnTo>
                  <a:pt x="175840" y="126407"/>
                </a:lnTo>
                <a:lnTo>
                  <a:pt x="175106" y="136941"/>
                </a:lnTo>
                <a:lnTo>
                  <a:pt x="174558" y="147474"/>
                </a:lnTo>
                <a:lnTo>
                  <a:pt x="174177" y="158008"/>
                </a:lnTo>
                <a:lnTo>
                  <a:pt x="173939" y="168542"/>
                </a:lnTo>
                <a:lnTo>
                  <a:pt x="173819" y="179076"/>
                </a:lnTo>
                <a:lnTo>
                  <a:pt x="173792" y="189610"/>
                </a:lnTo>
                <a:lnTo>
                  <a:pt x="173838" y="200144"/>
                </a:lnTo>
                <a:lnTo>
                  <a:pt x="173938" y="210678"/>
                </a:lnTo>
                <a:lnTo>
                  <a:pt x="174079" y="221212"/>
                </a:lnTo>
                <a:lnTo>
                  <a:pt x="174249" y="231746"/>
                </a:lnTo>
                <a:lnTo>
                  <a:pt x="174442" y="242280"/>
                </a:lnTo>
                <a:lnTo>
                  <a:pt x="174650" y="252813"/>
                </a:lnTo>
                <a:lnTo>
                  <a:pt x="174872" y="263347"/>
                </a:lnTo>
                <a:lnTo>
                  <a:pt x="175107" y="273881"/>
                </a:lnTo>
                <a:lnTo>
                  <a:pt x="175352" y="284415"/>
                </a:lnTo>
                <a:lnTo>
                  <a:pt x="175608" y="294949"/>
                </a:lnTo>
                <a:lnTo>
                  <a:pt x="175873" y="305483"/>
                </a:lnTo>
                <a:lnTo>
                  <a:pt x="176149" y="316017"/>
                </a:lnTo>
                <a:lnTo>
                  <a:pt x="176433" y="326551"/>
                </a:lnTo>
                <a:lnTo>
                  <a:pt x="176723" y="337085"/>
                </a:lnTo>
                <a:lnTo>
                  <a:pt x="177018" y="347618"/>
                </a:lnTo>
                <a:lnTo>
                  <a:pt x="177314" y="358152"/>
                </a:lnTo>
                <a:lnTo>
                  <a:pt x="177607" y="368686"/>
                </a:lnTo>
                <a:lnTo>
                  <a:pt x="177894" y="379220"/>
                </a:lnTo>
                <a:lnTo>
                  <a:pt x="178169" y="389754"/>
                </a:lnTo>
                <a:lnTo>
                  <a:pt x="178430" y="400288"/>
                </a:lnTo>
                <a:lnTo>
                  <a:pt x="178673" y="410822"/>
                </a:lnTo>
                <a:lnTo>
                  <a:pt x="178897" y="421356"/>
                </a:lnTo>
                <a:lnTo>
                  <a:pt x="179103" y="431890"/>
                </a:lnTo>
                <a:lnTo>
                  <a:pt x="179291" y="442423"/>
                </a:lnTo>
                <a:lnTo>
                  <a:pt x="179466" y="452957"/>
                </a:lnTo>
                <a:lnTo>
                  <a:pt x="179629" y="463491"/>
                </a:lnTo>
                <a:lnTo>
                  <a:pt x="179785" y="474025"/>
                </a:lnTo>
                <a:lnTo>
                  <a:pt x="179934" y="484559"/>
                </a:lnTo>
                <a:lnTo>
                  <a:pt x="180074" y="495093"/>
                </a:lnTo>
                <a:lnTo>
                  <a:pt x="180200" y="505627"/>
                </a:lnTo>
                <a:lnTo>
                  <a:pt x="180306" y="516161"/>
                </a:lnTo>
                <a:lnTo>
                  <a:pt x="180384" y="526695"/>
                </a:lnTo>
                <a:lnTo>
                  <a:pt x="180427" y="537228"/>
                </a:lnTo>
                <a:lnTo>
                  <a:pt x="180429" y="547762"/>
                </a:lnTo>
                <a:lnTo>
                  <a:pt x="180391" y="558296"/>
                </a:lnTo>
                <a:lnTo>
                  <a:pt x="180317" y="568830"/>
                </a:lnTo>
                <a:lnTo>
                  <a:pt x="180217" y="579364"/>
                </a:lnTo>
                <a:lnTo>
                  <a:pt x="180108" y="589898"/>
                </a:lnTo>
                <a:lnTo>
                  <a:pt x="180008" y="600432"/>
                </a:lnTo>
                <a:lnTo>
                  <a:pt x="179937" y="610966"/>
                </a:lnTo>
                <a:lnTo>
                  <a:pt x="179915" y="621500"/>
                </a:lnTo>
                <a:lnTo>
                  <a:pt x="179957" y="632034"/>
                </a:lnTo>
                <a:lnTo>
                  <a:pt x="180071" y="642567"/>
                </a:lnTo>
                <a:lnTo>
                  <a:pt x="180259" y="653101"/>
                </a:lnTo>
                <a:lnTo>
                  <a:pt x="180518" y="663635"/>
                </a:lnTo>
                <a:lnTo>
                  <a:pt x="180835" y="674169"/>
                </a:lnTo>
                <a:lnTo>
                  <a:pt x="181198" y="684703"/>
                </a:lnTo>
                <a:lnTo>
                  <a:pt x="181590" y="695237"/>
                </a:lnTo>
                <a:lnTo>
                  <a:pt x="181996" y="705771"/>
                </a:lnTo>
                <a:lnTo>
                  <a:pt x="182401" y="716305"/>
                </a:lnTo>
                <a:lnTo>
                  <a:pt x="182796" y="726839"/>
                </a:lnTo>
                <a:lnTo>
                  <a:pt x="183174" y="737372"/>
                </a:lnTo>
                <a:lnTo>
                  <a:pt x="183532" y="747906"/>
                </a:lnTo>
                <a:lnTo>
                  <a:pt x="183868" y="758440"/>
                </a:lnTo>
                <a:lnTo>
                  <a:pt x="184182" y="768974"/>
                </a:lnTo>
                <a:lnTo>
                  <a:pt x="184473" y="779508"/>
                </a:lnTo>
                <a:lnTo>
                  <a:pt x="184739" y="790042"/>
                </a:lnTo>
                <a:lnTo>
                  <a:pt x="184975" y="800576"/>
                </a:lnTo>
                <a:lnTo>
                  <a:pt x="185177" y="811110"/>
                </a:lnTo>
                <a:lnTo>
                  <a:pt x="185339" y="821644"/>
                </a:lnTo>
                <a:lnTo>
                  <a:pt x="185459" y="832177"/>
                </a:lnTo>
                <a:lnTo>
                  <a:pt x="185534" y="842711"/>
                </a:lnTo>
                <a:lnTo>
                  <a:pt x="185568" y="853245"/>
                </a:lnTo>
                <a:lnTo>
                  <a:pt x="185566" y="863779"/>
                </a:lnTo>
                <a:lnTo>
                  <a:pt x="185540" y="874313"/>
                </a:lnTo>
                <a:lnTo>
                  <a:pt x="185503" y="884847"/>
                </a:lnTo>
                <a:lnTo>
                  <a:pt x="185471" y="895381"/>
                </a:lnTo>
                <a:lnTo>
                  <a:pt x="185461" y="905915"/>
                </a:lnTo>
                <a:lnTo>
                  <a:pt x="185487" y="916449"/>
                </a:lnTo>
                <a:lnTo>
                  <a:pt x="185561" y="926982"/>
                </a:lnTo>
                <a:lnTo>
                  <a:pt x="185694" y="937516"/>
                </a:lnTo>
                <a:lnTo>
                  <a:pt x="185890" y="948050"/>
                </a:lnTo>
                <a:lnTo>
                  <a:pt x="186151" y="958584"/>
                </a:lnTo>
                <a:lnTo>
                  <a:pt x="186478" y="969118"/>
                </a:lnTo>
                <a:lnTo>
                  <a:pt x="186869" y="979652"/>
                </a:lnTo>
                <a:lnTo>
                  <a:pt x="187322" y="990186"/>
                </a:lnTo>
                <a:lnTo>
                  <a:pt x="187836" y="1000720"/>
                </a:lnTo>
                <a:lnTo>
                  <a:pt x="188409" y="1011254"/>
                </a:lnTo>
                <a:lnTo>
                  <a:pt x="189036" y="1021788"/>
                </a:lnTo>
                <a:lnTo>
                  <a:pt x="189712" y="1032321"/>
                </a:lnTo>
                <a:lnTo>
                  <a:pt x="190424" y="1042855"/>
                </a:lnTo>
                <a:lnTo>
                  <a:pt x="191156" y="1053389"/>
                </a:lnTo>
                <a:lnTo>
                  <a:pt x="191883" y="1063923"/>
                </a:lnTo>
                <a:lnTo>
                  <a:pt x="192576" y="1074457"/>
                </a:lnTo>
                <a:lnTo>
                  <a:pt x="193198" y="1084991"/>
                </a:lnTo>
                <a:lnTo>
                  <a:pt x="193716" y="1095525"/>
                </a:lnTo>
                <a:lnTo>
                  <a:pt x="194097" y="1106059"/>
                </a:lnTo>
                <a:lnTo>
                  <a:pt x="194314" y="1116593"/>
                </a:lnTo>
                <a:lnTo>
                  <a:pt x="194353" y="1127126"/>
                </a:lnTo>
                <a:lnTo>
                  <a:pt x="194213" y="1137660"/>
                </a:lnTo>
                <a:lnTo>
                  <a:pt x="193905" y="1148194"/>
                </a:lnTo>
                <a:lnTo>
                  <a:pt x="193453" y="1158728"/>
                </a:lnTo>
                <a:lnTo>
                  <a:pt x="192894" y="1169262"/>
                </a:lnTo>
                <a:lnTo>
                  <a:pt x="192268" y="1179796"/>
                </a:lnTo>
                <a:lnTo>
                  <a:pt x="191621" y="1190330"/>
                </a:lnTo>
                <a:lnTo>
                  <a:pt x="190996" y="1200864"/>
                </a:lnTo>
                <a:lnTo>
                  <a:pt x="190432" y="1211398"/>
                </a:lnTo>
                <a:lnTo>
                  <a:pt x="189959" y="1221931"/>
                </a:lnTo>
                <a:lnTo>
                  <a:pt x="189598" y="1232465"/>
                </a:lnTo>
                <a:lnTo>
                  <a:pt x="189360" y="1242999"/>
                </a:lnTo>
                <a:lnTo>
                  <a:pt x="189245" y="1253533"/>
                </a:lnTo>
                <a:lnTo>
                  <a:pt x="189244" y="1264067"/>
                </a:lnTo>
                <a:lnTo>
                  <a:pt x="189338" y="1274601"/>
                </a:lnTo>
                <a:lnTo>
                  <a:pt x="189504" y="1285135"/>
                </a:lnTo>
                <a:lnTo>
                  <a:pt x="189714" y="1295669"/>
                </a:lnTo>
                <a:lnTo>
                  <a:pt x="189938" y="1306203"/>
                </a:lnTo>
                <a:lnTo>
                  <a:pt x="190148" y="1316736"/>
                </a:lnTo>
                <a:lnTo>
                  <a:pt x="190322" y="1327270"/>
                </a:lnTo>
                <a:lnTo>
                  <a:pt x="190440" y="1337804"/>
                </a:lnTo>
                <a:lnTo>
                  <a:pt x="190492" y="1348338"/>
                </a:lnTo>
                <a:lnTo>
                  <a:pt x="190475" y="1358872"/>
                </a:lnTo>
                <a:lnTo>
                  <a:pt x="190393" y="1369406"/>
                </a:lnTo>
                <a:lnTo>
                  <a:pt x="190257" y="1379940"/>
                </a:lnTo>
                <a:lnTo>
                  <a:pt x="190082" y="1390474"/>
                </a:lnTo>
                <a:lnTo>
                  <a:pt x="189887" y="1401008"/>
                </a:lnTo>
                <a:lnTo>
                  <a:pt x="189695" y="1411542"/>
                </a:lnTo>
                <a:lnTo>
                  <a:pt x="189530" y="1422075"/>
                </a:lnTo>
                <a:lnTo>
                  <a:pt x="189418" y="1432609"/>
                </a:lnTo>
                <a:lnTo>
                  <a:pt x="189389" y="1443143"/>
                </a:lnTo>
                <a:lnTo>
                  <a:pt x="189481" y="1453677"/>
                </a:lnTo>
                <a:lnTo>
                  <a:pt x="189739" y="1464211"/>
                </a:lnTo>
                <a:lnTo>
                  <a:pt x="190225" y="1474745"/>
                </a:lnTo>
                <a:lnTo>
                  <a:pt x="191019" y="1485279"/>
                </a:lnTo>
                <a:lnTo>
                  <a:pt x="192225" y="1495813"/>
                </a:lnTo>
                <a:lnTo>
                  <a:pt x="193974" y="1506347"/>
                </a:lnTo>
                <a:lnTo>
                  <a:pt x="196427" y="1516880"/>
                </a:lnTo>
                <a:lnTo>
                  <a:pt x="199769" y="1527414"/>
                </a:lnTo>
                <a:lnTo>
                  <a:pt x="204202" y="1537948"/>
                </a:lnTo>
                <a:lnTo>
                  <a:pt x="209927" y="1548482"/>
                </a:lnTo>
                <a:lnTo>
                  <a:pt x="217122" y="1559016"/>
                </a:lnTo>
                <a:lnTo>
                  <a:pt x="225910" y="1569550"/>
                </a:lnTo>
                <a:lnTo>
                  <a:pt x="236326" y="1580084"/>
                </a:lnTo>
                <a:lnTo>
                  <a:pt x="248285" y="1590618"/>
                </a:lnTo>
                <a:lnTo>
                  <a:pt x="261552" y="1601152"/>
                </a:lnTo>
                <a:lnTo>
                  <a:pt x="275730" y="1611685"/>
                </a:lnTo>
                <a:lnTo>
                  <a:pt x="290265" y="1622219"/>
                </a:lnTo>
                <a:lnTo>
                  <a:pt x="304472" y="1632753"/>
                </a:lnTo>
                <a:lnTo>
                  <a:pt x="317583" y="1643287"/>
                </a:lnTo>
                <a:lnTo>
                  <a:pt x="328811" y="1653821"/>
                </a:lnTo>
                <a:lnTo>
                  <a:pt x="337432" y="1664355"/>
                </a:lnTo>
                <a:lnTo>
                  <a:pt x="342861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4349">
            <a:extLst>
              <a:ext uri="{FF2B5EF4-FFF2-40B4-BE49-F238E27FC236}">
                <a16:creationId xmlns:a16="http://schemas.microsoft.com/office/drawing/2014/main" id="{38C73904-9908-496B-AD37-C4B29A3E7804}"/>
              </a:ext>
            </a:extLst>
          </p:cNvPr>
          <p:cNvSpPr>
            <a:spLocks/>
          </p:cNvSpPr>
          <p:nvPr/>
        </p:nvSpPr>
        <p:spPr>
          <a:xfrm>
            <a:off x="178450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4350">
            <a:extLst>
              <a:ext uri="{FF2B5EF4-FFF2-40B4-BE49-F238E27FC236}">
                <a16:creationId xmlns:a16="http://schemas.microsoft.com/office/drawing/2014/main" id="{C9FD26E6-DE9F-46E6-93CB-AF6D3C813435}"/>
              </a:ext>
            </a:extLst>
          </p:cNvPr>
          <p:cNvSpPr>
            <a:spLocks/>
          </p:cNvSpPr>
          <p:nvPr/>
        </p:nvSpPr>
        <p:spPr>
          <a:xfrm>
            <a:off x="225033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4351">
            <a:extLst>
              <a:ext uri="{FF2B5EF4-FFF2-40B4-BE49-F238E27FC236}">
                <a16:creationId xmlns:a16="http://schemas.microsoft.com/office/drawing/2014/main" id="{21A78BF4-C246-42D2-8C78-2473D2D572B5}"/>
              </a:ext>
            </a:extLst>
          </p:cNvPr>
          <p:cNvSpPr>
            <a:spLocks/>
          </p:cNvSpPr>
          <p:nvPr/>
        </p:nvSpPr>
        <p:spPr>
          <a:xfrm>
            <a:off x="322858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77" y="1674889"/>
                </a:lnTo>
                <a:lnTo>
                  <a:pt x="7376" y="1664355"/>
                </a:lnTo>
                <a:lnTo>
                  <a:pt x="16122" y="1653821"/>
                </a:lnTo>
                <a:lnTo>
                  <a:pt x="27535" y="1643287"/>
                </a:lnTo>
                <a:lnTo>
                  <a:pt x="40896" y="1632753"/>
                </a:lnTo>
                <a:lnTo>
                  <a:pt x="55421" y="1622219"/>
                </a:lnTo>
                <a:lnTo>
                  <a:pt x="70334" y="1611685"/>
                </a:lnTo>
                <a:lnTo>
                  <a:pt x="84938" y="1601152"/>
                </a:lnTo>
                <a:lnTo>
                  <a:pt x="98660" y="1590618"/>
                </a:lnTo>
                <a:lnTo>
                  <a:pt x="111079" y="1580084"/>
                </a:lnTo>
                <a:lnTo>
                  <a:pt x="121938" y="1569550"/>
                </a:lnTo>
                <a:lnTo>
                  <a:pt x="131129" y="1559016"/>
                </a:lnTo>
                <a:lnTo>
                  <a:pt x="138673" y="1548482"/>
                </a:lnTo>
                <a:lnTo>
                  <a:pt x="144687" y="1537948"/>
                </a:lnTo>
                <a:lnTo>
                  <a:pt x="149353" y="1527414"/>
                </a:lnTo>
                <a:lnTo>
                  <a:pt x="152885" y="1516880"/>
                </a:lnTo>
                <a:lnTo>
                  <a:pt x="155506" y="1506347"/>
                </a:lnTo>
                <a:lnTo>
                  <a:pt x="157427" y="1495813"/>
                </a:lnTo>
                <a:lnTo>
                  <a:pt x="158834" y="1485279"/>
                </a:lnTo>
                <a:lnTo>
                  <a:pt x="159884" y="1474745"/>
                </a:lnTo>
                <a:lnTo>
                  <a:pt x="160700" y="1464211"/>
                </a:lnTo>
                <a:lnTo>
                  <a:pt x="161375" y="1453677"/>
                </a:lnTo>
                <a:lnTo>
                  <a:pt x="161973" y="1443143"/>
                </a:lnTo>
                <a:lnTo>
                  <a:pt x="162534" y="1432609"/>
                </a:lnTo>
                <a:lnTo>
                  <a:pt x="163078" y="1422075"/>
                </a:lnTo>
                <a:lnTo>
                  <a:pt x="163612" y="1411542"/>
                </a:lnTo>
                <a:lnTo>
                  <a:pt x="164132" y="1401008"/>
                </a:lnTo>
                <a:lnTo>
                  <a:pt x="164629" y="1390474"/>
                </a:lnTo>
                <a:lnTo>
                  <a:pt x="165089" y="1379940"/>
                </a:lnTo>
                <a:lnTo>
                  <a:pt x="165499" y="1369406"/>
                </a:lnTo>
                <a:lnTo>
                  <a:pt x="165846" y="1358872"/>
                </a:lnTo>
                <a:lnTo>
                  <a:pt x="166120" y="1348338"/>
                </a:lnTo>
                <a:lnTo>
                  <a:pt x="166314" y="1337804"/>
                </a:lnTo>
                <a:lnTo>
                  <a:pt x="166421" y="1327270"/>
                </a:lnTo>
                <a:lnTo>
                  <a:pt x="166440" y="1316736"/>
                </a:lnTo>
                <a:lnTo>
                  <a:pt x="166371" y="1306203"/>
                </a:lnTo>
                <a:lnTo>
                  <a:pt x="166214" y="1295669"/>
                </a:lnTo>
                <a:lnTo>
                  <a:pt x="165973" y="1285135"/>
                </a:lnTo>
                <a:lnTo>
                  <a:pt x="165652" y="1274601"/>
                </a:lnTo>
                <a:lnTo>
                  <a:pt x="165257" y="1264067"/>
                </a:lnTo>
                <a:lnTo>
                  <a:pt x="164793" y="1253533"/>
                </a:lnTo>
                <a:lnTo>
                  <a:pt x="164268" y="1242999"/>
                </a:lnTo>
                <a:lnTo>
                  <a:pt x="163691" y="1232465"/>
                </a:lnTo>
                <a:lnTo>
                  <a:pt x="163072" y="1221931"/>
                </a:lnTo>
                <a:lnTo>
                  <a:pt x="162424" y="1211398"/>
                </a:lnTo>
                <a:lnTo>
                  <a:pt x="161763" y="1200864"/>
                </a:lnTo>
                <a:lnTo>
                  <a:pt x="161107" y="1190330"/>
                </a:lnTo>
                <a:lnTo>
                  <a:pt x="160477" y="1179796"/>
                </a:lnTo>
                <a:lnTo>
                  <a:pt x="159897" y="1169262"/>
                </a:lnTo>
                <a:lnTo>
                  <a:pt x="159388" y="1158728"/>
                </a:lnTo>
                <a:lnTo>
                  <a:pt x="158973" y="1148194"/>
                </a:lnTo>
                <a:lnTo>
                  <a:pt x="158669" y="1137660"/>
                </a:lnTo>
                <a:lnTo>
                  <a:pt x="158490" y="1127126"/>
                </a:lnTo>
                <a:lnTo>
                  <a:pt x="158439" y="1116593"/>
                </a:lnTo>
                <a:lnTo>
                  <a:pt x="158513" y="1106059"/>
                </a:lnTo>
                <a:lnTo>
                  <a:pt x="158703" y="1095525"/>
                </a:lnTo>
                <a:lnTo>
                  <a:pt x="158989" y="1084991"/>
                </a:lnTo>
                <a:lnTo>
                  <a:pt x="159348" y="1074457"/>
                </a:lnTo>
                <a:lnTo>
                  <a:pt x="159755" y="1063923"/>
                </a:lnTo>
                <a:lnTo>
                  <a:pt x="160182" y="1053389"/>
                </a:lnTo>
                <a:lnTo>
                  <a:pt x="160600" y="1042855"/>
                </a:lnTo>
                <a:lnTo>
                  <a:pt x="160982" y="1032321"/>
                </a:lnTo>
                <a:lnTo>
                  <a:pt x="161302" y="1021788"/>
                </a:lnTo>
                <a:lnTo>
                  <a:pt x="161531" y="1011254"/>
                </a:lnTo>
                <a:lnTo>
                  <a:pt x="161642" y="1000720"/>
                </a:lnTo>
                <a:lnTo>
                  <a:pt x="161607" y="990186"/>
                </a:lnTo>
                <a:lnTo>
                  <a:pt x="161397" y="979652"/>
                </a:lnTo>
                <a:lnTo>
                  <a:pt x="160985" y="969118"/>
                </a:lnTo>
                <a:lnTo>
                  <a:pt x="160350" y="958584"/>
                </a:lnTo>
                <a:lnTo>
                  <a:pt x="159481" y="948050"/>
                </a:lnTo>
                <a:lnTo>
                  <a:pt x="158380" y="937516"/>
                </a:lnTo>
                <a:lnTo>
                  <a:pt x="157066" y="926982"/>
                </a:lnTo>
                <a:lnTo>
                  <a:pt x="155583" y="916449"/>
                </a:lnTo>
                <a:lnTo>
                  <a:pt x="153993" y="905915"/>
                </a:lnTo>
                <a:lnTo>
                  <a:pt x="152377" y="895381"/>
                </a:lnTo>
                <a:lnTo>
                  <a:pt x="150831" y="884847"/>
                </a:lnTo>
                <a:lnTo>
                  <a:pt x="149454" y="874313"/>
                </a:lnTo>
                <a:lnTo>
                  <a:pt x="148343" y="863779"/>
                </a:lnTo>
                <a:lnTo>
                  <a:pt x="147577" y="853245"/>
                </a:lnTo>
                <a:lnTo>
                  <a:pt x="147213" y="842711"/>
                </a:lnTo>
                <a:lnTo>
                  <a:pt x="147278" y="832177"/>
                </a:lnTo>
                <a:lnTo>
                  <a:pt x="147763" y="821644"/>
                </a:lnTo>
                <a:lnTo>
                  <a:pt x="148631" y="811110"/>
                </a:lnTo>
                <a:lnTo>
                  <a:pt x="149815" y="800576"/>
                </a:lnTo>
                <a:lnTo>
                  <a:pt x="151229" y="790042"/>
                </a:lnTo>
                <a:lnTo>
                  <a:pt x="152778" y="779508"/>
                </a:lnTo>
                <a:lnTo>
                  <a:pt x="154369" y="768974"/>
                </a:lnTo>
                <a:lnTo>
                  <a:pt x="155917" y="758440"/>
                </a:lnTo>
                <a:lnTo>
                  <a:pt x="157354" y="747906"/>
                </a:lnTo>
                <a:lnTo>
                  <a:pt x="158632" y="737372"/>
                </a:lnTo>
                <a:lnTo>
                  <a:pt x="159724" y="726839"/>
                </a:lnTo>
                <a:lnTo>
                  <a:pt x="160623" y="716305"/>
                </a:lnTo>
                <a:lnTo>
                  <a:pt x="161337" y="705771"/>
                </a:lnTo>
                <a:lnTo>
                  <a:pt x="161886" y="695237"/>
                </a:lnTo>
                <a:lnTo>
                  <a:pt x="162296" y="684703"/>
                </a:lnTo>
                <a:lnTo>
                  <a:pt x="162597" y="674169"/>
                </a:lnTo>
                <a:lnTo>
                  <a:pt x="162816" y="663635"/>
                </a:lnTo>
                <a:lnTo>
                  <a:pt x="162977" y="653101"/>
                </a:lnTo>
                <a:lnTo>
                  <a:pt x="163100" y="642567"/>
                </a:lnTo>
                <a:lnTo>
                  <a:pt x="163202" y="632034"/>
                </a:lnTo>
                <a:lnTo>
                  <a:pt x="163294" y="621500"/>
                </a:lnTo>
                <a:lnTo>
                  <a:pt x="163384" y="610966"/>
                </a:lnTo>
                <a:lnTo>
                  <a:pt x="163478" y="600432"/>
                </a:lnTo>
                <a:lnTo>
                  <a:pt x="163581" y="589898"/>
                </a:lnTo>
                <a:lnTo>
                  <a:pt x="163692" y="579364"/>
                </a:lnTo>
                <a:lnTo>
                  <a:pt x="163811" y="568830"/>
                </a:lnTo>
                <a:lnTo>
                  <a:pt x="163936" y="558296"/>
                </a:lnTo>
                <a:lnTo>
                  <a:pt x="164061" y="547762"/>
                </a:lnTo>
                <a:lnTo>
                  <a:pt x="164179" y="537228"/>
                </a:lnTo>
                <a:lnTo>
                  <a:pt x="164285" y="526695"/>
                </a:lnTo>
                <a:lnTo>
                  <a:pt x="164371" y="516161"/>
                </a:lnTo>
                <a:lnTo>
                  <a:pt x="164433" y="505627"/>
                </a:lnTo>
                <a:lnTo>
                  <a:pt x="164470" y="495093"/>
                </a:lnTo>
                <a:lnTo>
                  <a:pt x="164486" y="484559"/>
                </a:lnTo>
                <a:lnTo>
                  <a:pt x="164489" y="474025"/>
                </a:lnTo>
                <a:lnTo>
                  <a:pt x="164490" y="463491"/>
                </a:lnTo>
                <a:lnTo>
                  <a:pt x="164502" y="452957"/>
                </a:lnTo>
                <a:lnTo>
                  <a:pt x="164541" y="442423"/>
                </a:lnTo>
                <a:lnTo>
                  <a:pt x="164618" y="431890"/>
                </a:lnTo>
                <a:lnTo>
                  <a:pt x="164742" y="421356"/>
                </a:lnTo>
                <a:lnTo>
                  <a:pt x="164916" y="410822"/>
                </a:lnTo>
                <a:lnTo>
                  <a:pt x="165138" y="400288"/>
                </a:lnTo>
                <a:lnTo>
                  <a:pt x="165399" y="389754"/>
                </a:lnTo>
                <a:lnTo>
                  <a:pt x="165685" y="379220"/>
                </a:lnTo>
                <a:lnTo>
                  <a:pt x="165979" y="368686"/>
                </a:lnTo>
                <a:lnTo>
                  <a:pt x="166264" y="358152"/>
                </a:lnTo>
                <a:lnTo>
                  <a:pt x="166525" y="347618"/>
                </a:lnTo>
                <a:lnTo>
                  <a:pt x="166748" y="337085"/>
                </a:lnTo>
                <a:lnTo>
                  <a:pt x="166926" y="326551"/>
                </a:lnTo>
                <a:lnTo>
                  <a:pt x="167057" y="316017"/>
                </a:lnTo>
                <a:lnTo>
                  <a:pt x="167145" y="305483"/>
                </a:lnTo>
                <a:lnTo>
                  <a:pt x="167197" y="294949"/>
                </a:lnTo>
                <a:lnTo>
                  <a:pt x="167227" y="284415"/>
                </a:lnTo>
                <a:lnTo>
                  <a:pt x="167245" y="273881"/>
                </a:lnTo>
                <a:lnTo>
                  <a:pt x="167265" y="263347"/>
                </a:lnTo>
                <a:lnTo>
                  <a:pt x="167295" y="252813"/>
                </a:lnTo>
                <a:lnTo>
                  <a:pt x="167341" y="242280"/>
                </a:lnTo>
                <a:lnTo>
                  <a:pt x="167402" y="231746"/>
                </a:lnTo>
                <a:lnTo>
                  <a:pt x="167468" y="221212"/>
                </a:lnTo>
                <a:lnTo>
                  <a:pt x="167521" y="210678"/>
                </a:lnTo>
                <a:lnTo>
                  <a:pt x="167536" y="200144"/>
                </a:lnTo>
                <a:lnTo>
                  <a:pt x="167474" y="189610"/>
                </a:lnTo>
                <a:lnTo>
                  <a:pt x="167287" y="179076"/>
                </a:lnTo>
                <a:lnTo>
                  <a:pt x="166918" y="168542"/>
                </a:lnTo>
                <a:lnTo>
                  <a:pt x="166303" y="158008"/>
                </a:lnTo>
                <a:lnTo>
                  <a:pt x="165374" y="147474"/>
                </a:lnTo>
                <a:lnTo>
                  <a:pt x="164066" y="136941"/>
                </a:lnTo>
                <a:lnTo>
                  <a:pt x="162322" y="126407"/>
                </a:lnTo>
                <a:lnTo>
                  <a:pt x="160106" y="115873"/>
                </a:lnTo>
                <a:lnTo>
                  <a:pt x="157406" y="105339"/>
                </a:lnTo>
                <a:lnTo>
                  <a:pt x="154250" y="94805"/>
                </a:lnTo>
                <a:lnTo>
                  <a:pt x="150707" y="84271"/>
                </a:lnTo>
                <a:lnTo>
                  <a:pt x="146892" y="73737"/>
                </a:lnTo>
                <a:lnTo>
                  <a:pt x="142962" y="63203"/>
                </a:lnTo>
                <a:lnTo>
                  <a:pt x="139109" y="52669"/>
                </a:lnTo>
                <a:lnTo>
                  <a:pt x="135549" y="42136"/>
                </a:lnTo>
                <a:lnTo>
                  <a:pt x="132498" y="31602"/>
                </a:lnTo>
                <a:lnTo>
                  <a:pt x="130154" y="21068"/>
                </a:lnTo>
                <a:lnTo>
                  <a:pt x="128678" y="10534"/>
                </a:lnTo>
                <a:lnTo>
                  <a:pt x="128174" y="0"/>
                </a:lnTo>
                <a:lnTo>
                  <a:pt x="216540" y="0"/>
                </a:lnTo>
                <a:lnTo>
                  <a:pt x="216540" y="0"/>
                </a:lnTo>
                <a:lnTo>
                  <a:pt x="216036" y="10534"/>
                </a:lnTo>
                <a:lnTo>
                  <a:pt x="214560" y="21068"/>
                </a:lnTo>
                <a:lnTo>
                  <a:pt x="212217" y="31602"/>
                </a:lnTo>
                <a:lnTo>
                  <a:pt x="209165" y="42136"/>
                </a:lnTo>
                <a:lnTo>
                  <a:pt x="205605" y="52669"/>
                </a:lnTo>
                <a:lnTo>
                  <a:pt x="201753" y="63203"/>
                </a:lnTo>
                <a:lnTo>
                  <a:pt x="197822" y="73737"/>
                </a:lnTo>
                <a:lnTo>
                  <a:pt x="194007" y="84271"/>
                </a:lnTo>
                <a:lnTo>
                  <a:pt x="190464" y="94805"/>
                </a:lnTo>
                <a:lnTo>
                  <a:pt x="187308" y="105339"/>
                </a:lnTo>
                <a:lnTo>
                  <a:pt x="184609" y="115873"/>
                </a:lnTo>
                <a:lnTo>
                  <a:pt x="182392" y="126407"/>
                </a:lnTo>
                <a:lnTo>
                  <a:pt x="180648" y="136941"/>
                </a:lnTo>
                <a:lnTo>
                  <a:pt x="179340" y="147474"/>
                </a:lnTo>
                <a:lnTo>
                  <a:pt x="178411" y="158008"/>
                </a:lnTo>
                <a:lnTo>
                  <a:pt x="177796" y="168542"/>
                </a:lnTo>
                <a:lnTo>
                  <a:pt x="177427" y="179076"/>
                </a:lnTo>
                <a:lnTo>
                  <a:pt x="177241" y="189610"/>
                </a:lnTo>
                <a:lnTo>
                  <a:pt x="177178" y="200144"/>
                </a:lnTo>
                <a:lnTo>
                  <a:pt x="177193" y="210678"/>
                </a:lnTo>
                <a:lnTo>
                  <a:pt x="177247" y="221212"/>
                </a:lnTo>
                <a:lnTo>
                  <a:pt x="177313" y="231746"/>
                </a:lnTo>
                <a:lnTo>
                  <a:pt x="177373" y="242280"/>
                </a:lnTo>
                <a:lnTo>
                  <a:pt x="177419" y="252813"/>
                </a:lnTo>
                <a:lnTo>
                  <a:pt x="177449" y="263347"/>
                </a:lnTo>
                <a:lnTo>
                  <a:pt x="177469" y="273881"/>
                </a:lnTo>
                <a:lnTo>
                  <a:pt x="177487" y="284415"/>
                </a:lnTo>
                <a:lnTo>
                  <a:pt x="177517" y="294949"/>
                </a:lnTo>
                <a:lnTo>
                  <a:pt x="177570" y="305483"/>
                </a:lnTo>
                <a:lnTo>
                  <a:pt x="177658" y="316017"/>
                </a:lnTo>
                <a:lnTo>
                  <a:pt x="177789" y="326551"/>
                </a:lnTo>
                <a:lnTo>
                  <a:pt x="177967" y="337085"/>
                </a:lnTo>
                <a:lnTo>
                  <a:pt x="178190" y="347618"/>
                </a:lnTo>
                <a:lnTo>
                  <a:pt x="178450" y="358152"/>
                </a:lnTo>
                <a:lnTo>
                  <a:pt x="178735" y="368686"/>
                </a:lnTo>
                <a:lnTo>
                  <a:pt x="179030" y="379220"/>
                </a:lnTo>
                <a:lnTo>
                  <a:pt x="179316" y="389754"/>
                </a:lnTo>
                <a:lnTo>
                  <a:pt x="179576" y="400288"/>
                </a:lnTo>
                <a:lnTo>
                  <a:pt x="179798" y="410822"/>
                </a:lnTo>
                <a:lnTo>
                  <a:pt x="179973" y="421356"/>
                </a:lnTo>
                <a:lnTo>
                  <a:pt x="180097" y="431890"/>
                </a:lnTo>
                <a:lnTo>
                  <a:pt x="180173" y="442423"/>
                </a:lnTo>
                <a:lnTo>
                  <a:pt x="180212" y="452957"/>
                </a:lnTo>
                <a:lnTo>
                  <a:pt x="180224" y="463491"/>
                </a:lnTo>
                <a:lnTo>
                  <a:pt x="180225" y="474025"/>
                </a:lnTo>
                <a:lnTo>
                  <a:pt x="180228" y="484559"/>
                </a:lnTo>
                <a:lnTo>
                  <a:pt x="180244" y="495093"/>
                </a:lnTo>
                <a:lnTo>
                  <a:pt x="180282" y="505627"/>
                </a:lnTo>
                <a:lnTo>
                  <a:pt x="180344" y="516161"/>
                </a:lnTo>
                <a:lnTo>
                  <a:pt x="180429" y="526695"/>
                </a:lnTo>
                <a:lnTo>
                  <a:pt x="180535" y="537228"/>
                </a:lnTo>
                <a:lnTo>
                  <a:pt x="180653" y="547762"/>
                </a:lnTo>
                <a:lnTo>
                  <a:pt x="180778" y="558296"/>
                </a:lnTo>
                <a:lnTo>
                  <a:pt x="180903" y="568830"/>
                </a:lnTo>
                <a:lnTo>
                  <a:pt x="181023" y="579364"/>
                </a:lnTo>
                <a:lnTo>
                  <a:pt x="181134" y="589898"/>
                </a:lnTo>
                <a:lnTo>
                  <a:pt x="181236" y="600432"/>
                </a:lnTo>
                <a:lnTo>
                  <a:pt x="181330" y="610966"/>
                </a:lnTo>
                <a:lnTo>
                  <a:pt x="181421" y="621500"/>
                </a:lnTo>
                <a:lnTo>
                  <a:pt x="181512" y="632034"/>
                </a:lnTo>
                <a:lnTo>
                  <a:pt x="181614" y="642567"/>
                </a:lnTo>
                <a:lnTo>
                  <a:pt x="181738" y="653101"/>
                </a:lnTo>
                <a:lnTo>
                  <a:pt x="181899" y="663635"/>
                </a:lnTo>
                <a:lnTo>
                  <a:pt x="182117" y="674169"/>
                </a:lnTo>
                <a:lnTo>
                  <a:pt x="182418" y="684703"/>
                </a:lnTo>
                <a:lnTo>
                  <a:pt x="182829" y="695237"/>
                </a:lnTo>
                <a:lnTo>
                  <a:pt x="183377" y="705771"/>
                </a:lnTo>
                <a:lnTo>
                  <a:pt x="184091" y="716305"/>
                </a:lnTo>
                <a:lnTo>
                  <a:pt x="184990" y="726839"/>
                </a:lnTo>
                <a:lnTo>
                  <a:pt x="186082" y="737372"/>
                </a:lnTo>
                <a:lnTo>
                  <a:pt x="187360" y="747906"/>
                </a:lnTo>
                <a:lnTo>
                  <a:pt x="188797" y="758440"/>
                </a:lnTo>
                <a:lnTo>
                  <a:pt x="190345" y="768974"/>
                </a:lnTo>
                <a:lnTo>
                  <a:pt x="191936" y="779508"/>
                </a:lnTo>
                <a:lnTo>
                  <a:pt x="193486" y="790042"/>
                </a:lnTo>
                <a:lnTo>
                  <a:pt x="194899" y="800576"/>
                </a:lnTo>
                <a:lnTo>
                  <a:pt x="196083" y="811110"/>
                </a:lnTo>
                <a:lnTo>
                  <a:pt x="196951" y="821644"/>
                </a:lnTo>
                <a:lnTo>
                  <a:pt x="197437" y="832177"/>
                </a:lnTo>
                <a:lnTo>
                  <a:pt x="197501" y="842711"/>
                </a:lnTo>
                <a:lnTo>
                  <a:pt x="197137" y="853245"/>
                </a:lnTo>
                <a:lnTo>
                  <a:pt x="196372" y="863779"/>
                </a:lnTo>
                <a:lnTo>
                  <a:pt x="195260" y="874313"/>
                </a:lnTo>
                <a:lnTo>
                  <a:pt x="193883" y="884847"/>
                </a:lnTo>
                <a:lnTo>
                  <a:pt x="192337" y="895381"/>
                </a:lnTo>
                <a:lnTo>
                  <a:pt x="190721" y="905915"/>
                </a:lnTo>
                <a:lnTo>
                  <a:pt x="189131" y="916449"/>
                </a:lnTo>
                <a:lnTo>
                  <a:pt x="187648" y="926982"/>
                </a:lnTo>
                <a:lnTo>
                  <a:pt x="186335" y="937516"/>
                </a:lnTo>
                <a:lnTo>
                  <a:pt x="185233" y="948050"/>
                </a:lnTo>
                <a:lnTo>
                  <a:pt x="184364" y="958584"/>
                </a:lnTo>
                <a:lnTo>
                  <a:pt x="183729" y="969118"/>
                </a:lnTo>
                <a:lnTo>
                  <a:pt x="183317" y="979652"/>
                </a:lnTo>
                <a:lnTo>
                  <a:pt x="183107" y="990186"/>
                </a:lnTo>
                <a:lnTo>
                  <a:pt x="183072" y="1000720"/>
                </a:lnTo>
                <a:lnTo>
                  <a:pt x="183183" y="1011254"/>
                </a:lnTo>
                <a:lnTo>
                  <a:pt x="183413" y="1021788"/>
                </a:lnTo>
                <a:lnTo>
                  <a:pt x="183732" y="1032321"/>
                </a:lnTo>
                <a:lnTo>
                  <a:pt x="184114" y="1042855"/>
                </a:lnTo>
                <a:lnTo>
                  <a:pt x="184532" y="1053389"/>
                </a:lnTo>
                <a:lnTo>
                  <a:pt x="184959" y="1063923"/>
                </a:lnTo>
                <a:lnTo>
                  <a:pt x="185366" y="1074457"/>
                </a:lnTo>
                <a:lnTo>
                  <a:pt x="185726" y="1084991"/>
                </a:lnTo>
                <a:lnTo>
                  <a:pt x="186012" y="1095525"/>
                </a:lnTo>
                <a:lnTo>
                  <a:pt x="186201" y="1106059"/>
                </a:lnTo>
                <a:lnTo>
                  <a:pt x="186275" y="1116593"/>
                </a:lnTo>
                <a:lnTo>
                  <a:pt x="186224" y="1127126"/>
                </a:lnTo>
                <a:lnTo>
                  <a:pt x="186045" y="1137660"/>
                </a:lnTo>
                <a:lnTo>
                  <a:pt x="185741" y="1148194"/>
                </a:lnTo>
                <a:lnTo>
                  <a:pt x="185326" y="1158728"/>
                </a:lnTo>
                <a:lnTo>
                  <a:pt x="184818" y="1169262"/>
                </a:lnTo>
                <a:lnTo>
                  <a:pt x="184237" y="1179796"/>
                </a:lnTo>
                <a:lnTo>
                  <a:pt x="183607" y="1190330"/>
                </a:lnTo>
                <a:lnTo>
                  <a:pt x="182951" y="1200864"/>
                </a:lnTo>
                <a:lnTo>
                  <a:pt x="182290" y="1211398"/>
                </a:lnTo>
                <a:lnTo>
                  <a:pt x="181642" y="1221931"/>
                </a:lnTo>
                <a:lnTo>
                  <a:pt x="181023" y="1232465"/>
                </a:lnTo>
                <a:lnTo>
                  <a:pt x="180446" y="1242999"/>
                </a:lnTo>
                <a:lnTo>
                  <a:pt x="179921" y="1253533"/>
                </a:lnTo>
                <a:lnTo>
                  <a:pt x="179457" y="1264067"/>
                </a:lnTo>
                <a:lnTo>
                  <a:pt x="179062" y="1274601"/>
                </a:lnTo>
                <a:lnTo>
                  <a:pt x="178741" y="1285135"/>
                </a:lnTo>
                <a:lnTo>
                  <a:pt x="178500" y="1295669"/>
                </a:lnTo>
                <a:lnTo>
                  <a:pt x="178343" y="1306203"/>
                </a:lnTo>
                <a:lnTo>
                  <a:pt x="178274" y="1316736"/>
                </a:lnTo>
                <a:lnTo>
                  <a:pt x="178293" y="1327270"/>
                </a:lnTo>
                <a:lnTo>
                  <a:pt x="178400" y="1337804"/>
                </a:lnTo>
                <a:lnTo>
                  <a:pt x="178594" y="1348338"/>
                </a:lnTo>
                <a:lnTo>
                  <a:pt x="178868" y="1358872"/>
                </a:lnTo>
                <a:lnTo>
                  <a:pt x="179216" y="1369406"/>
                </a:lnTo>
                <a:lnTo>
                  <a:pt x="179626" y="1379940"/>
                </a:lnTo>
                <a:lnTo>
                  <a:pt x="180086" y="1390474"/>
                </a:lnTo>
                <a:lnTo>
                  <a:pt x="180582" y="1401008"/>
                </a:lnTo>
                <a:lnTo>
                  <a:pt x="181103" y="1411542"/>
                </a:lnTo>
                <a:lnTo>
                  <a:pt x="181636" y="1422075"/>
                </a:lnTo>
                <a:lnTo>
                  <a:pt x="182180" y="1432609"/>
                </a:lnTo>
                <a:lnTo>
                  <a:pt x="182741" y="1443143"/>
                </a:lnTo>
                <a:lnTo>
                  <a:pt x="183339" y="1453677"/>
                </a:lnTo>
                <a:lnTo>
                  <a:pt x="184014" y="1464211"/>
                </a:lnTo>
                <a:lnTo>
                  <a:pt x="184830" y="1474745"/>
                </a:lnTo>
                <a:lnTo>
                  <a:pt x="185880" y="1485279"/>
                </a:lnTo>
                <a:lnTo>
                  <a:pt x="187287" y="1495813"/>
                </a:lnTo>
                <a:lnTo>
                  <a:pt x="189208" y="1506347"/>
                </a:lnTo>
                <a:lnTo>
                  <a:pt x="191829" y="1516880"/>
                </a:lnTo>
                <a:lnTo>
                  <a:pt x="195361" y="1527414"/>
                </a:lnTo>
                <a:lnTo>
                  <a:pt x="200027" y="1537948"/>
                </a:lnTo>
                <a:lnTo>
                  <a:pt x="206042" y="1548482"/>
                </a:lnTo>
                <a:lnTo>
                  <a:pt x="213585" y="1559016"/>
                </a:lnTo>
                <a:lnTo>
                  <a:pt x="222776" y="1569550"/>
                </a:lnTo>
                <a:lnTo>
                  <a:pt x="233635" y="1580084"/>
                </a:lnTo>
                <a:lnTo>
                  <a:pt x="246054" y="1590618"/>
                </a:lnTo>
                <a:lnTo>
                  <a:pt x="259776" y="1601152"/>
                </a:lnTo>
                <a:lnTo>
                  <a:pt x="274380" y="1611685"/>
                </a:lnTo>
                <a:lnTo>
                  <a:pt x="289294" y="1622219"/>
                </a:lnTo>
                <a:lnTo>
                  <a:pt x="303818" y="1632753"/>
                </a:lnTo>
                <a:lnTo>
                  <a:pt x="317179" y="1643287"/>
                </a:lnTo>
                <a:lnTo>
                  <a:pt x="328592" y="1653821"/>
                </a:lnTo>
                <a:lnTo>
                  <a:pt x="337338" y="1664355"/>
                </a:lnTo>
                <a:lnTo>
                  <a:pt x="342838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4352">
            <a:extLst>
              <a:ext uri="{FF2B5EF4-FFF2-40B4-BE49-F238E27FC236}">
                <a16:creationId xmlns:a16="http://schemas.microsoft.com/office/drawing/2014/main" id="{5F96F37F-82B0-47A8-B94E-8889A3177722}"/>
              </a:ext>
            </a:extLst>
          </p:cNvPr>
          <p:cNvSpPr>
            <a:spLocks/>
          </p:cNvSpPr>
          <p:nvPr/>
        </p:nvSpPr>
        <p:spPr>
          <a:xfrm>
            <a:off x="369441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4353">
            <a:extLst>
              <a:ext uri="{FF2B5EF4-FFF2-40B4-BE49-F238E27FC236}">
                <a16:creationId xmlns:a16="http://schemas.microsoft.com/office/drawing/2014/main" id="{7CE4A29B-3CFF-46AE-B169-F9970A10E4DE}"/>
              </a:ext>
            </a:extLst>
          </p:cNvPr>
          <p:cNvSpPr>
            <a:spLocks/>
          </p:cNvSpPr>
          <p:nvPr/>
        </p:nvSpPr>
        <p:spPr>
          <a:xfrm>
            <a:off x="416024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4354">
            <a:extLst>
              <a:ext uri="{FF2B5EF4-FFF2-40B4-BE49-F238E27FC236}">
                <a16:creationId xmlns:a16="http://schemas.microsoft.com/office/drawing/2014/main" id="{B68B350E-CB2B-49F4-B2B0-C2599B0B9BD4}"/>
              </a:ext>
            </a:extLst>
          </p:cNvPr>
          <p:cNvSpPr>
            <a:spLocks/>
          </p:cNvSpPr>
          <p:nvPr/>
        </p:nvSpPr>
        <p:spPr>
          <a:xfrm>
            <a:off x="157340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" name="data_4355">
            <a:extLst>
              <a:ext uri="{FF2B5EF4-FFF2-40B4-BE49-F238E27FC236}">
                <a16:creationId xmlns:a16="http://schemas.microsoft.com/office/drawing/2014/main" id="{75BAFDEA-76A6-49D2-B1F7-515EB972B4B2}"/>
              </a:ext>
            </a:extLst>
          </p:cNvPr>
          <p:cNvSpPr>
            <a:spLocks/>
          </p:cNvSpPr>
          <p:nvPr/>
        </p:nvSpPr>
        <p:spPr>
          <a:xfrm>
            <a:off x="15131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" name="data_4356">
            <a:extLst>
              <a:ext uri="{FF2B5EF4-FFF2-40B4-BE49-F238E27FC236}">
                <a16:creationId xmlns:a16="http://schemas.microsoft.com/office/drawing/2014/main" id="{695BAF3B-5849-46DF-AC07-632CC2A0FEC2}"/>
              </a:ext>
            </a:extLst>
          </p:cNvPr>
          <p:cNvSpPr>
            <a:spLocks/>
          </p:cNvSpPr>
          <p:nvPr/>
        </p:nvSpPr>
        <p:spPr>
          <a:xfrm>
            <a:off x="13699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" name="data_4357">
            <a:extLst>
              <a:ext uri="{FF2B5EF4-FFF2-40B4-BE49-F238E27FC236}">
                <a16:creationId xmlns:a16="http://schemas.microsoft.com/office/drawing/2014/main" id="{52F5F1A3-41BC-4265-B8D7-E7D4787C37ED}"/>
              </a:ext>
            </a:extLst>
          </p:cNvPr>
          <p:cNvSpPr>
            <a:spLocks/>
          </p:cNvSpPr>
          <p:nvPr/>
        </p:nvSpPr>
        <p:spPr>
          <a:xfrm>
            <a:off x="14342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" name="data_4358">
            <a:extLst>
              <a:ext uri="{FF2B5EF4-FFF2-40B4-BE49-F238E27FC236}">
                <a16:creationId xmlns:a16="http://schemas.microsoft.com/office/drawing/2014/main" id="{44D80D27-5F25-43A7-AE70-9C60C9CD05F0}"/>
              </a:ext>
            </a:extLst>
          </p:cNvPr>
          <p:cNvSpPr>
            <a:spLocks/>
          </p:cNvSpPr>
          <p:nvPr/>
        </p:nvSpPr>
        <p:spPr>
          <a:xfrm>
            <a:off x="1419945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" name="data_4359">
            <a:extLst>
              <a:ext uri="{FF2B5EF4-FFF2-40B4-BE49-F238E27FC236}">
                <a16:creationId xmlns:a16="http://schemas.microsoft.com/office/drawing/2014/main" id="{6BDC469F-C810-4FDF-A594-D59B4FDB539E}"/>
              </a:ext>
            </a:extLst>
          </p:cNvPr>
          <p:cNvSpPr>
            <a:spLocks/>
          </p:cNvSpPr>
          <p:nvPr/>
        </p:nvSpPr>
        <p:spPr>
          <a:xfrm>
            <a:off x="14070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" name="data_4360">
            <a:extLst>
              <a:ext uri="{FF2B5EF4-FFF2-40B4-BE49-F238E27FC236}">
                <a16:creationId xmlns:a16="http://schemas.microsoft.com/office/drawing/2014/main" id="{A2D92418-5EA3-4F93-A859-E64E0E0E1287}"/>
              </a:ext>
            </a:extLst>
          </p:cNvPr>
          <p:cNvSpPr>
            <a:spLocks/>
          </p:cNvSpPr>
          <p:nvPr/>
        </p:nvSpPr>
        <p:spPr>
          <a:xfrm>
            <a:off x="149130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" name="data_4361">
            <a:extLst>
              <a:ext uri="{FF2B5EF4-FFF2-40B4-BE49-F238E27FC236}">
                <a16:creationId xmlns:a16="http://schemas.microsoft.com/office/drawing/2014/main" id="{EB4870A1-176D-4370-81C1-F405C6348F0F}"/>
              </a:ext>
            </a:extLst>
          </p:cNvPr>
          <p:cNvSpPr>
            <a:spLocks/>
          </p:cNvSpPr>
          <p:nvPr/>
        </p:nvSpPr>
        <p:spPr>
          <a:xfrm>
            <a:off x="142439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" name="data_4362">
            <a:extLst>
              <a:ext uri="{FF2B5EF4-FFF2-40B4-BE49-F238E27FC236}">
                <a16:creationId xmlns:a16="http://schemas.microsoft.com/office/drawing/2014/main" id="{5C201B43-39D3-4681-99AB-783C0A411981}"/>
              </a:ext>
            </a:extLst>
          </p:cNvPr>
          <p:cNvSpPr>
            <a:spLocks/>
          </p:cNvSpPr>
          <p:nvPr/>
        </p:nvSpPr>
        <p:spPr>
          <a:xfrm>
            <a:off x="15514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" name="data_4363">
            <a:extLst>
              <a:ext uri="{FF2B5EF4-FFF2-40B4-BE49-F238E27FC236}">
                <a16:creationId xmlns:a16="http://schemas.microsoft.com/office/drawing/2014/main" id="{A2948D0D-36E9-41F6-B49D-F09C1B7C89F2}"/>
              </a:ext>
            </a:extLst>
          </p:cNvPr>
          <p:cNvSpPr>
            <a:spLocks/>
          </p:cNvSpPr>
          <p:nvPr/>
        </p:nvSpPr>
        <p:spPr>
          <a:xfrm>
            <a:off x="146203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" name="data_4364">
            <a:extLst>
              <a:ext uri="{FF2B5EF4-FFF2-40B4-BE49-F238E27FC236}">
                <a16:creationId xmlns:a16="http://schemas.microsoft.com/office/drawing/2014/main" id="{101FA6B5-1B2C-48D3-9ACF-08CA790C62AC}"/>
              </a:ext>
            </a:extLst>
          </p:cNvPr>
          <p:cNvSpPr>
            <a:spLocks/>
          </p:cNvSpPr>
          <p:nvPr/>
        </p:nvSpPr>
        <p:spPr>
          <a:xfrm>
            <a:off x="1423991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" name="data_4365">
            <a:extLst>
              <a:ext uri="{FF2B5EF4-FFF2-40B4-BE49-F238E27FC236}">
                <a16:creationId xmlns:a16="http://schemas.microsoft.com/office/drawing/2014/main" id="{342FCB40-BD4F-43D1-8D14-76CBDC0781FB}"/>
              </a:ext>
            </a:extLst>
          </p:cNvPr>
          <p:cNvSpPr>
            <a:spLocks/>
          </p:cNvSpPr>
          <p:nvPr/>
        </p:nvSpPr>
        <p:spPr>
          <a:xfrm>
            <a:off x="1558316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" name="data_4366">
            <a:extLst>
              <a:ext uri="{FF2B5EF4-FFF2-40B4-BE49-F238E27FC236}">
                <a16:creationId xmlns:a16="http://schemas.microsoft.com/office/drawing/2014/main" id="{51F0F1D5-B250-454B-A98B-478F059A1798}"/>
              </a:ext>
            </a:extLst>
          </p:cNvPr>
          <p:cNvSpPr>
            <a:spLocks/>
          </p:cNvSpPr>
          <p:nvPr/>
        </p:nvSpPr>
        <p:spPr>
          <a:xfrm>
            <a:off x="1540654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" name="data_4367">
            <a:extLst>
              <a:ext uri="{FF2B5EF4-FFF2-40B4-BE49-F238E27FC236}">
                <a16:creationId xmlns:a16="http://schemas.microsoft.com/office/drawing/2014/main" id="{586B03D6-5338-4F70-BA64-E388F0461E14}"/>
              </a:ext>
            </a:extLst>
          </p:cNvPr>
          <p:cNvSpPr>
            <a:spLocks/>
          </p:cNvSpPr>
          <p:nvPr/>
        </p:nvSpPr>
        <p:spPr>
          <a:xfrm>
            <a:off x="1570475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" name="data_4368">
            <a:extLst>
              <a:ext uri="{FF2B5EF4-FFF2-40B4-BE49-F238E27FC236}">
                <a16:creationId xmlns:a16="http://schemas.microsoft.com/office/drawing/2014/main" id="{B0E347AA-ED00-458E-8D38-F6FE13422B5F}"/>
              </a:ext>
            </a:extLst>
          </p:cNvPr>
          <p:cNvSpPr>
            <a:spLocks/>
          </p:cNvSpPr>
          <p:nvPr/>
        </p:nvSpPr>
        <p:spPr>
          <a:xfrm>
            <a:off x="1446788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" name="data_4369">
            <a:extLst>
              <a:ext uri="{FF2B5EF4-FFF2-40B4-BE49-F238E27FC236}">
                <a16:creationId xmlns:a16="http://schemas.microsoft.com/office/drawing/2014/main" id="{0D5DDA61-F2BB-4285-853A-253F01893064}"/>
              </a:ext>
            </a:extLst>
          </p:cNvPr>
          <p:cNvSpPr>
            <a:spLocks/>
          </p:cNvSpPr>
          <p:nvPr/>
        </p:nvSpPr>
        <p:spPr>
          <a:xfrm>
            <a:off x="151621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" name="data_4370">
            <a:extLst>
              <a:ext uri="{FF2B5EF4-FFF2-40B4-BE49-F238E27FC236}">
                <a16:creationId xmlns:a16="http://schemas.microsoft.com/office/drawing/2014/main" id="{1B1D4067-6903-49A7-842F-19B3D8EEB36F}"/>
              </a:ext>
            </a:extLst>
          </p:cNvPr>
          <p:cNvSpPr>
            <a:spLocks/>
          </p:cNvSpPr>
          <p:nvPr/>
        </p:nvSpPr>
        <p:spPr>
          <a:xfrm>
            <a:off x="14249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" name="data_4371">
            <a:extLst>
              <a:ext uri="{FF2B5EF4-FFF2-40B4-BE49-F238E27FC236}">
                <a16:creationId xmlns:a16="http://schemas.microsoft.com/office/drawing/2014/main" id="{6D6BAE01-B9B5-4CE8-9620-3F3810EFD62A}"/>
              </a:ext>
            </a:extLst>
          </p:cNvPr>
          <p:cNvSpPr>
            <a:spLocks/>
          </p:cNvSpPr>
          <p:nvPr/>
        </p:nvSpPr>
        <p:spPr>
          <a:xfrm>
            <a:off x="158467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" name="data_4372">
            <a:extLst>
              <a:ext uri="{FF2B5EF4-FFF2-40B4-BE49-F238E27FC236}">
                <a16:creationId xmlns:a16="http://schemas.microsoft.com/office/drawing/2014/main" id="{FE4B9F59-371B-4FEA-87D8-7333C4023FA8}"/>
              </a:ext>
            </a:extLst>
          </p:cNvPr>
          <p:cNvSpPr>
            <a:spLocks/>
          </p:cNvSpPr>
          <p:nvPr/>
        </p:nvSpPr>
        <p:spPr>
          <a:xfrm>
            <a:off x="1525131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" name="data_4373">
            <a:extLst>
              <a:ext uri="{FF2B5EF4-FFF2-40B4-BE49-F238E27FC236}">
                <a16:creationId xmlns:a16="http://schemas.microsoft.com/office/drawing/2014/main" id="{EDB52623-CD0F-4426-ADE3-B4FF4471A426}"/>
              </a:ext>
            </a:extLst>
          </p:cNvPr>
          <p:cNvSpPr>
            <a:spLocks/>
          </p:cNvSpPr>
          <p:nvPr/>
        </p:nvSpPr>
        <p:spPr>
          <a:xfrm>
            <a:off x="158456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" name="data_4374">
            <a:extLst>
              <a:ext uri="{FF2B5EF4-FFF2-40B4-BE49-F238E27FC236}">
                <a16:creationId xmlns:a16="http://schemas.microsoft.com/office/drawing/2014/main" id="{C3FC8A57-DCA2-4504-AE2C-DDEAEA09A2B2}"/>
              </a:ext>
            </a:extLst>
          </p:cNvPr>
          <p:cNvSpPr>
            <a:spLocks/>
          </p:cNvSpPr>
          <p:nvPr/>
        </p:nvSpPr>
        <p:spPr>
          <a:xfrm>
            <a:off x="1389567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" name="data_4375">
            <a:extLst>
              <a:ext uri="{FF2B5EF4-FFF2-40B4-BE49-F238E27FC236}">
                <a16:creationId xmlns:a16="http://schemas.microsoft.com/office/drawing/2014/main" id="{896A6A5F-BEFB-4947-80BB-54437FD45B46}"/>
              </a:ext>
            </a:extLst>
          </p:cNvPr>
          <p:cNvSpPr>
            <a:spLocks/>
          </p:cNvSpPr>
          <p:nvPr/>
        </p:nvSpPr>
        <p:spPr>
          <a:xfrm>
            <a:off x="1410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" name="data_4376">
            <a:extLst>
              <a:ext uri="{FF2B5EF4-FFF2-40B4-BE49-F238E27FC236}">
                <a16:creationId xmlns:a16="http://schemas.microsoft.com/office/drawing/2014/main" id="{9CED0D0A-3D45-40A1-8CF0-034C110E1D60}"/>
              </a:ext>
            </a:extLst>
          </p:cNvPr>
          <p:cNvSpPr>
            <a:spLocks/>
          </p:cNvSpPr>
          <p:nvPr/>
        </p:nvSpPr>
        <p:spPr>
          <a:xfrm>
            <a:off x="1515154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" name="data_4377">
            <a:extLst>
              <a:ext uri="{FF2B5EF4-FFF2-40B4-BE49-F238E27FC236}">
                <a16:creationId xmlns:a16="http://schemas.microsoft.com/office/drawing/2014/main" id="{E03DF8C6-4184-47D2-81B3-548F5C667A33}"/>
              </a:ext>
            </a:extLst>
          </p:cNvPr>
          <p:cNvSpPr>
            <a:spLocks/>
          </p:cNvSpPr>
          <p:nvPr/>
        </p:nvSpPr>
        <p:spPr>
          <a:xfrm>
            <a:off x="1440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" name="data_4378">
            <a:extLst>
              <a:ext uri="{FF2B5EF4-FFF2-40B4-BE49-F238E27FC236}">
                <a16:creationId xmlns:a16="http://schemas.microsoft.com/office/drawing/2014/main" id="{CF35BBB3-FDA6-46E2-850E-A46CFE76EB5F}"/>
              </a:ext>
            </a:extLst>
          </p:cNvPr>
          <p:cNvSpPr>
            <a:spLocks/>
          </p:cNvSpPr>
          <p:nvPr/>
        </p:nvSpPr>
        <p:spPr>
          <a:xfrm>
            <a:off x="15347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" name="data_4379">
            <a:extLst>
              <a:ext uri="{FF2B5EF4-FFF2-40B4-BE49-F238E27FC236}">
                <a16:creationId xmlns:a16="http://schemas.microsoft.com/office/drawing/2014/main" id="{A1EB37FF-3828-4ADE-9CFE-B87715DA9DBA}"/>
              </a:ext>
            </a:extLst>
          </p:cNvPr>
          <p:cNvSpPr>
            <a:spLocks/>
          </p:cNvSpPr>
          <p:nvPr/>
        </p:nvSpPr>
        <p:spPr>
          <a:xfrm>
            <a:off x="13703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" name="data_4380">
            <a:extLst>
              <a:ext uri="{FF2B5EF4-FFF2-40B4-BE49-F238E27FC236}">
                <a16:creationId xmlns:a16="http://schemas.microsoft.com/office/drawing/2014/main" id="{2FDC07ED-715A-4E1A-9AEF-A6780E062F02}"/>
              </a:ext>
            </a:extLst>
          </p:cNvPr>
          <p:cNvSpPr>
            <a:spLocks/>
          </p:cNvSpPr>
          <p:nvPr/>
        </p:nvSpPr>
        <p:spPr>
          <a:xfrm>
            <a:off x="139229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" name="data_4381">
            <a:extLst>
              <a:ext uri="{FF2B5EF4-FFF2-40B4-BE49-F238E27FC236}">
                <a16:creationId xmlns:a16="http://schemas.microsoft.com/office/drawing/2014/main" id="{92E200A0-DC4C-41B4-BB70-782718B688E9}"/>
              </a:ext>
            </a:extLst>
          </p:cNvPr>
          <p:cNvSpPr>
            <a:spLocks/>
          </p:cNvSpPr>
          <p:nvPr/>
        </p:nvSpPr>
        <p:spPr>
          <a:xfrm>
            <a:off x="14396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" name="data_4382">
            <a:extLst>
              <a:ext uri="{FF2B5EF4-FFF2-40B4-BE49-F238E27FC236}">
                <a16:creationId xmlns:a16="http://schemas.microsoft.com/office/drawing/2014/main" id="{FBE88B38-2E73-4D6A-9102-A43EDF984601}"/>
              </a:ext>
            </a:extLst>
          </p:cNvPr>
          <p:cNvSpPr>
            <a:spLocks/>
          </p:cNvSpPr>
          <p:nvPr/>
        </p:nvSpPr>
        <p:spPr>
          <a:xfrm>
            <a:off x="1390415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" name="data_4383">
            <a:extLst>
              <a:ext uri="{FF2B5EF4-FFF2-40B4-BE49-F238E27FC236}">
                <a16:creationId xmlns:a16="http://schemas.microsoft.com/office/drawing/2014/main" id="{240E0D6B-9786-4F92-A963-1DAEEDCFE51A}"/>
              </a:ext>
            </a:extLst>
          </p:cNvPr>
          <p:cNvSpPr>
            <a:spLocks/>
          </p:cNvSpPr>
          <p:nvPr/>
        </p:nvSpPr>
        <p:spPr>
          <a:xfrm>
            <a:off x="157385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" name="data_4384">
            <a:extLst>
              <a:ext uri="{FF2B5EF4-FFF2-40B4-BE49-F238E27FC236}">
                <a16:creationId xmlns:a16="http://schemas.microsoft.com/office/drawing/2014/main" id="{56C7A436-B0E5-48E7-B5BD-8C9679D87319}"/>
              </a:ext>
            </a:extLst>
          </p:cNvPr>
          <p:cNvSpPr>
            <a:spLocks/>
          </p:cNvSpPr>
          <p:nvPr/>
        </p:nvSpPr>
        <p:spPr>
          <a:xfrm>
            <a:off x="15659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" name="data_4385">
            <a:extLst>
              <a:ext uri="{FF2B5EF4-FFF2-40B4-BE49-F238E27FC236}">
                <a16:creationId xmlns:a16="http://schemas.microsoft.com/office/drawing/2014/main" id="{022B082F-1163-4A8B-A687-899069445E7B}"/>
              </a:ext>
            </a:extLst>
          </p:cNvPr>
          <p:cNvSpPr>
            <a:spLocks/>
          </p:cNvSpPr>
          <p:nvPr/>
        </p:nvSpPr>
        <p:spPr>
          <a:xfrm>
            <a:off x="1515489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" name="data_4386">
            <a:extLst>
              <a:ext uri="{FF2B5EF4-FFF2-40B4-BE49-F238E27FC236}">
                <a16:creationId xmlns:a16="http://schemas.microsoft.com/office/drawing/2014/main" id="{EABBBEF0-9BB1-4604-B879-406E130DE375}"/>
              </a:ext>
            </a:extLst>
          </p:cNvPr>
          <p:cNvSpPr>
            <a:spLocks/>
          </p:cNvSpPr>
          <p:nvPr/>
        </p:nvSpPr>
        <p:spPr>
          <a:xfrm>
            <a:off x="1529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" name="data_4387">
            <a:extLst>
              <a:ext uri="{FF2B5EF4-FFF2-40B4-BE49-F238E27FC236}">
                <a16:creationId xmlns:a16="http://schemas.microsoft.com/office/drawing/2014/main" id="{334F4F2E-6CE1-48AB-946D-77A4078CBFD8}"/>
              </a:ext>
            </a:extLst>
          </p:cNvPr>
          <p:cNvSpPr>
            <a:spLocks/>
          </p:cNvSpPr>
          <p:nvPr/>
        </p:nvSpPr>
        <p:spPr>
          <a:xfrm>
            <a:off x="148447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" name="data_4388">
            <a:extLst>
              <a:ext uri="{FF2B5EF4-FFF2-40B4-BE49-F238E27FC236}">
                <a16:creationId xmlns:a16="http://schemas.microsoft.com/office/drawing/2014/main" id="{875AA464-945E-48BD-8274-7F6E9A5E67B2}"/>
              </a:ext>
            </a:extLst>
          </p:cNvPr>
          <p:cNvSpPr>
            <a:spLocks/>
          </p:cNvSpPr>
          <p:nvPr/>
        </p:nvSpPr>
        <p:spPr>
          <a:xfrm>
            <a:off x="14186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" name="data_4389">
            <a:extLst>
              <a:ext uri="{FF2B5EF4-FFF2-40B4-BE49-F238E27FC236}">
                <a16:creationId xmlns:a16="http://schemas.microsoft.com/office/drawing/2014/main" id="{B6EAAEFC-CD4D-4676-9276-84072671E84F}"/>
              </a:ext>
            </a:extLst>
          </p:cNvPr>
          <p:cNvSpPr>
            <a:spLocks/>
          </p:cNvSpPr>
          <p:nvPr/>
        </p:nvSpPr>
        <p:spPr>
          <a:xfrm>
            <a:off x="138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" name="data_4390">
            <a:extLst>
              <a:ext uri="{FF2B5EF4-FFF2-40B4-BE49-F238E27FC236}">
                <a16:creationId xmlns:a16="http://schemas.microsoft.com/office/drawing/2014/main" id="{0FAFDF95-2548-41E9-9B08-3A428179CA7D}"/>
              </a:ext>
            </a:extLst>
          </p:cNvPr>
          <p:cNvSpPr>
            <a:spLocks/>
          </p:cNvSpPr>
          <p:nvPr/>
        </p:nvSpPr>
        <p:spPr>
          <a:xfrm>
            <a:off x="1581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" name="data_4391">
            <a:extLst>
              <a:ext uri="{FF2B5EF4-FFF2-40B4-BE49-F238E27FC236}">
                <a16:creationId xmlns:a16="http://schemas.microsoft.com/office/drawing/2014/main" id="{9E161763-4BF2-4495-8AF7-96367259FB51}"/>
              </a:ext>
            </a:extLst>
          </p:cNvPr>
          <p:cNvSpPr>
            <a:spLocks/>
          </p:cNvSpPr>
          <p:nvPr/>
        </p:nvSpPr>
        <p:spPr>
          <a:xfrm>
            <a:off x="141554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" name="data_4392">
            <a:extLst>
              <a:ext uri="{FF2B5EF4-FFF2-40B4-BE49-F238E27FC236}">
                <a16:creationId xmlns:a16="http://schemas.microsoft.com/office/drawing/2014/main" id="{9A826FF0-C04C-4213-813F-20FD7BE82C97}"/>
              </a:ext>
            </a:extLst>
          </p:cNvPr>
          <p:cNvSpPr>
            <a:spLocks/>
          </p:cNvSpPr>
          <p:nvPr/>
        </p:nvSpPr>
        <p:spPr>
          <a:xfrm>
            <a:off x="15428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" name="data_4393">
            <a:extLst>
              <a:ext uri="{FF2B5EF4-FFF2-40B4-BE49-F238E27FC236}">
                <a16:creationId xmlns:a16="http://schemas.microsoft.com/office/drawing/2014/main" id="{5AB6FD8C-7C4A-49BA-BCCA-A0FC33C00CB0}"/>
              </a:ext>
            </a:extLst>
          </p:cNvPr>
          <p:cNvSpPr>
            <a:spLocks/>
          </p:cNvSpPr>
          <p:nvPr/>
        </p:nvSpPr>
        <p:spPr>
          <a:xfrm>
            <a:off x="140632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" name="data_4394">
            <a:extLst>
              <a:ext uri="{FF2B5EF4-FFF2-40B4-BE49-F238E27FC236}">
                <a16:creationId xmlns:a16="http://schemas.microsoft.com/office/drawing/2014/main" id="{DC7127F6-71B9-42DF-9871-DAD5345AEABF}"/>
              </a:ext>
            </a:extLst>
          </p:cNvPr>
          <p:cNvSpPr>
            <a:spLocks/>
          </p:cNvSpPr>
          <p:nvPr/>
        </p:nvSpPr>
        <p:spPr>
          <a:xfrm>
            <a:off x="1567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" name="data_4395">
            <a:extLst>
              <a:ext uri="{FF2B5EF4-FFF2-40B4-BE49-F238E27FC236}">
                <a16:creationId xmlns:a16="http://schemas.microsoft.com/office/drawing/2014/main" id="{0F4DDC17-BC6B-45C4-88AD-DCEAA2A09454}"/>
              </a:ext>
            </a:extLst>
          </p:cNvPr>
          <p:cNvSpPr>
            <a:spLocks/>
          </p:cNvSpPr>
          <p:nvPr/>
        </p:nvSpPr>
        <p:spPr>
          <a:xfrm>
            <a:off x="1528463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" name="data_4396">
            <a:extLst>
              <a:ext uri="{FF2B5EF4-FFF2-40B4-BE49-F238E27FC236}">
                <a16:creationId xmlns:a16="http://schemas.microsoft.com/office/drawing/2014/main" id="{8C745184-1C58-4CE9-B12B-D4F8CBBB6788}"/>
              </a:ext>
            </a:extLst>
          </p:cNvPr>
          <p:cNvSpPr>
            <a:spLocks/>
          </p:cNvSpPr>
          <p:nvPr/>
        </p:nvSpPr>
        <p:spPr>
          <a:xfrm>
            <a:off x="15393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" name="data_4397">
            <a:extLst>
              <a:ext uri="{FF2B5EF4-FFF2-40B4-BE49-F238E27FC236}">
                <a16:creationId xmlns:a16="http://schemas.microsoft.com/office/drawing/2014/main" id="{B7610276-7C61-4C25-97F1-345D89EDF1B1}"/>
              </a:ext>
            </a:extLst>
          </p:cNvPr>
          <p:cNvSpPr>
            <a:spLocks/>
          </p:cNvSpPr>
          <p:nvPr/>
        </p:nvSpPr>
        <p:spPr>
          <a:xfrm>
            <a:off x="1504602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" name="data_4398">
            <a:extLst>
              <a:ext uri="{FF2B5EF4-FFF2-40B4-BE49-F238E27FC236}">
                <a16:creationId xmlns:a16="http://schemas.microsoft.com/office/drawing/2014/main" id="{58F0A240-EC87-4F5A-B9C4-F2C0224DB5E2}"/>
              </a:ext>
            </a:extLst>
          </p:cNvPr>
          <p:cNvSpPr>
            <a:spLocks/>
          </p:cNvSpPr>
          <p:nvPr/>
        </p:nvSpPr>
        <p:spPr>
          <a:xfrm>
            <a:off x="14262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" name="data_4399">
            <a:extLst>
              <a:ext uri="{FF2B5EF4-FFF2-40B4-BE49-F238E27FC236}">
                <a16:creationId xmlns:a16="http://schemas.microsoft.com/office/drawing/2014/main" id="{150EE775-30C4-4BFC-B80B-3A5A842CFCC8}"/>
              </a:ext>
            </a:extLst>
          </p:cNvPr>
          <p:cNvSpPr>
            <a:spLocks/>
          </p:cNvSpPr>
          <p:nvPr/>
        </p:nvSpPr>
        <p:spPr>
          <a:xfrm>
            <a:off x="14516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" name="data_4400">
            <a:extLst>
              <a:ext uri="{FF2B5EF4-FFF2-40B4-BE49-F238E27FC236}">
                <a16:creationId xmlns:a16="http://schemas.microsoft.com/office/drawing/2014/main" id="{8008DA4D-A04D-4031-8849-7190734D6C23}"/>
              </a:ext>
            </a:extLst>
          </p:cNvPr>
          <p:cNvSpPr>
            <a:spLocks/>
          </p:cNvSpPr>
          <p:nvPr/>
        </p:nvSpPr>
        <p:spPr>
          <a:xfrm>
            <a:off x="1499953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" name="data_4401">
            <a:extLst>
              <a:ext uri="{FF2B5EF4-FFF2-40B4-BE49-F238E27FC236}">
                <a16:creationId xmlns:a16="http://schemas.microsoft.com/office/drawing/2014/main" id="{DBBD62B2-B542-4538-96D6-7939690D27F7}"/>
              </a:ext>
            </a:extLst>
          </p:cNvPr>
          <p:cNvSpPr>
            <a:spLocks/>
          </p:cNvSpPr>
          <p:nvPr/>
        </p:nvSpPr>
        <p:spPr>
          <a:xfrm>
            <a:off x="14313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" name="data_4402">
            <a:extLst>
              <a:ext uri="{FF2B5EF4-FFF2-40B4-BE49-F238E27FC236}">
                <a16:creationId xmlns:a16="http://schemas.microsoft.com/office/drawing/2014/main" id="{06C8CC23-D183-42FA-BBC4-266AC9E781FF}"/>
              </a:ext>
            </a:extLst>
          </p:cNvPr>
          <p:cNvSpPr>
            <a:spLocks/>
          </p:cNvSpPr>
          <p:nvPr/>
        </p:nvSpPr>
        <p:spPr>
          <a:xfrm>
            <a:off x="155876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" name="data_4403">
            <a:extLst>
              <a:ext uri="{FF2B5EF4-FFF2-40B4-BE49-F238E27FC236}">
                <a16:creationId xmlns:a16="http://schemas.microsoft.com/office/drawing/2014/main" id="{A35DA9E7-4E84-4289-995A-198883515D7E}"/>
              </a:ext>
            </a:extLst>
          </p:cNvPr>
          <p:cNvSpPr>
            <a:spLocks/>
          </p:cNvSpPr>
          <p:nvPr/>
        </p:nvSpPr>
        <p:spPr>
          <a:xfrm>
            <a:off x="1466687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" name="data_4404">
            <a:extLst>
              <a:ext uri="{FF2B5EF4-FFF2-40B4-BE49-F238E27FC236}">
                <a16:creationId xmlns:a16="http://schemas.microsoft.com/office/drawing/2014/main" id="{64B9FCD6-EA49-4A2C-AE4F-7980C22ACE7D}"/>
              </a:ext>
            </a:extLst>
          </p:cNvPr>
          <p:cNvSpPr>
            <a:spLocks/>
          </p:cNvSpPr>
          <p:nvPr/>
        </p:nvSpPr>
        <p:spPr>
          <a:xfrm>
            <a:off x="1487166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" name="data_4405">
            <a:extLst>
              <a:ext uri="{FF2B5EF4-FFF2-40B4-BE49-F238E27FC236}">
                <a16:creationId xmlns:a16="http://schemas.microsoft.com/office/drawing/2014/main" id="{E04EB0C2-700F-41C6-B18A-093F2F140636}"/>
              </a:ext>
            </a:extLst>
          </p:cNvPr>
          <p:cNvSpPr>
            <a:spLocks/>
          </p:cNvSpPr>
          <p:nvPr/>
        </p:nvSpPr>
        <p:spPr>
          <a:xfrm>
            <a:off x="1363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" name="data_4406">
            <a:extLst>
              <a:ext uri="{FF2B5EF4-FFF2-40B4-BE49-F238E27FC236}">
                <a16:creationId xmlns:a16="http://schemas.microsoft.com/office/drawing/2014/main" id="{1E20A1F0-FE80-4BC4-AF52-FCDA08843389}"/>
              </a:ext>
            </a:extLst>
          </p:cNvPr>
          <p:cNvSpPr>
            <a:spLocks/>
          </p:cNvSpPr>
          <p:nvPr/>
        </p:nvSpPr>
        <p:spPr>
          <a:xfrm>
            <a:off x="1435250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" name="data_4407">
            <a:extLst>
              <a:ext uri="{FF2B5EF4-FFF2-40B4-BE49-F238E27FC236}">
                <a16:creationId xmlns:a16="http://schemas.microsoft.com/office/drawing/2014/main" id="{E6E84520-A878-4D0C-AC07-2C74128276F8}"/>
              </a:ext>
            </a:extLst>
          </p:cNvPr>
          <p:cNvSpPr>
            <a:spLocks/>
          </p:cNvSpPr>
          <p:nvPr/>
        </p:nvSpPr>
        <p:spPr>
          <a:xfrm>
            <a:off x="1451655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" name="data_4408">
            <a:extLst>
              <a:ext uri="{FF2B5EF4-FFF2-40B4-BE49-F238E27FC236}">
                <a16:creationId xmlns:a16="http://schemas.microsoft.com/office/drawing/2014/main" id="{5EBF200A-9D80-44E1-941F-6B34345CC3AC}"/>
              </a:ext>
            </a:extLst>
          </p:cNvPr>
          <p:cNvSpPr>
            <a:spLocks/>
          </p:cNvSpPr>
          <p:nvPr/>
        </p:nvSpPr>
        <p:spPr>
          <a:xfrm>
            <a:off x="140719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" name="data_4409">
            <a:extLst>
              <a:ext uri="{FF2B5EF4-FFF2-40B4-BE49-F238E27FC236}">
                <a16:creationId xmlns:a16="http://schemas.microsoft.com/office/drawing/2014/main" id="{0422ECBA-F6AC-48A1-9C32-ECC8EB67F420}"/>
              </a:ext>
            </a:extLst>
          </p:cNvPr>
          <p:cNvSpPr>
            <a:spLocks/>
          </p:cNvSpPr>
          <p:nvPr/>
        </p:nvSpPr>
        <p:spPr>
          <a:xfrm>
            <a:off x="139688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" name="data_4410">
            <a:extLst>
              <a:ext uri="{FF2B5EF4-FFF2-40B4-BE49-F238E27FC236}">
                <a16:creationId xmlns:a16="http://schemas.microsoft.com/office/drawing/2014/main" id="{4187A801-B120-4B8B-9F8F-E0865C26BD61}"/>
              </a:ext>
            </a:extLst>
          </p:cNvPr>
          <p:cNvSpPr>
            <a:spLocks/>
          </p:cNvSpPr>
          <p:nvPr/>
        </p:nvSpPr>
        <p:spPr>
          <a:xfrm>
            <a:off x="1579446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" name="data_4411">
            <a:extLst>
              <a:ext uri="{FF2B5EF4-FFF2-40B4-BE49-F238E27FC236}">
                <a16:creationId xmlns:a16="http://schemas.microsoft.com/office/drawing/2014/main" id="{395BA7E3-9CA4-4DBE-9D8C-E4F7C9079594}"/>
              </a:ext>
            </a:extLst>
          </p:cNvPr>
          <p:cNvSpPr>
            <a:spLocks/>
          </p:cNvSpPr>
          <p:nvPr/>
        </p:nvSpPr>
        <p:spPr>
          <a:xfrm>
            <a:off x="1379223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" name="data_4412">
            <a:extLst>
              <a:ext uri="{FF2B5EF4-FFF2-40B4-BE49-F238E27FC236}">
                <a16:creationId xmlns:a16="http://schemas.microsoft.com/office/drawing/2014/main" id="{8CD63B72-9E32-4B57-BB06-B49566BB8440}"/>
              </a:ext>
            </a:extLst>
          </p:cNvPr>
          <p:cNvSpPr>
            <a:spLocks/>
          </p:cNvSpPr>
          <p:nvPr/>
        </p:nvSpPr>
        <p:spPr>
          <a:xfrm>
            <a:off x="138161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" name="data_4413">
            <a:extLst>
              <a:ext uri="{FF2B5EF4-FFF2-40B4-BE49-F238E27FC236}">
                <a16:creationId xmlns:a16="http://schemas.microsoft.com/office/drawing/2014/main" id="{656CA514-5F04-4C64-84AB-779B068D13D0}"/>
              </a:ext>
            </a:extLst>
          </p:cNvPr>
          <p:cNvSpPr>
            <a:spLocks/>
          </p:cNvSpPr>
          <p:nvPr/>
        </p:nvSpPr>
        <p:spPr>
          <a:xfrm>
            <a:off x="153370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" name="data_4414">
            <a:extLst>
              <a:ext uri="{FF2B5EF4-FFF2-40B4-BE49-F238E27FC236}">
                <a16:creationId xmlns:a16="http://schemas.microsoft.com/office/drawing/2014/main" id="{F8573BFE-7FAC-4F9B-B8F6-3157BC21C168}"/>
              </a:ext>
            </a:extLst>
          </p:cNvPr>
          <p:cNvSpPr>
            <a:spLocks/>
          </p:cNvSpPr>
          <p:nvPr/>
        </p:nvSpPr>
        <p:spPr>
          <a:xfrm>
            <a:off x="137869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" name="data_4415">
            <a:extLst>
              <a:ext uri="{FF2B5EF4-FFF2-40B4-BE49-F238E27FC236}">
                <a16:creationId xmlns:a16="http://schemas.microsoft.com/office/drawing/2014/main" id="{42A6AC7B-03ED-46C0-8EA9-50C96CCE894E}"/>
              </a:ext>
            </a:extLst>
          </p:cNvPr>
          <p:cNvSpPr>
            <a:spLocks/>
          </p:cNvSpPr>
          <p:nvPr/>
        </p:nvSpPr>
        <p:spPr>
          <a:xfrm>
            <a:off x="151516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" name="data_4416">
            <a:extLst>
              <a:ext uri="{FF2B5EF4-FFF2-40B4-BE49-F238E27FC236}">
                <a16:creationId xmlns:a16="http://schemas.microsoft.com/office/drawing/2014/main" id="{E1CCDEFC-AE0C-4FC3-88C5-FAA66C4CB1E7}"/>
              </a:ext>
            </a:extLst>
          </p:cNvPr>
          <p:cNvSpPr>
            <a:spLocks/>
          </p:cNvSpPr>
          <p:nvPr/>
        </p:nvSpPr>
        <p:spPr>
          <a:xfrm>
            <a:off x="1369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" name="data_4417">
            <a:extLst>
              <a:ext uri="{FF2B5EF4-FFF2-40B4-BE49-F238E27FC236}">
                <a16:creationId xmlns:a16="http://schemas.microsoft.com/office/drawing/2014/main" id="{0BCA7990-1E8F-4945-84D9-100973D13E8D}"/>
              </a:ext>
            </a:extLst>
          </p:cNvPr>
          <p:cNvSpPr>
            <a:spLocks/>
          </p:cNvSpPr>
          <p:nvPr/>
        </p:nvSpPr>
        <p:spPr>
          <a:xfrm>
            <a:off x="15032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" name="data_4418">
            <a:extLst>
              <a:ext uri="{FF2B5EF4-FFF2-40B4-BE49-F238E27FC236}">
                <a16:creationId xmlns:a16="http://schemas.microsoft.com/office/drawing/2014/main" id="{01B5062D-F03B-4C61-89F0-1BDAC599DF54}"/>
              </a:ext>
            </a:extLst>
          </p:cNvPr>
          <p:cNvSpPr>
            <a:spLocks/>
          </p:cNvSpPr>
          <p:nvPr/>
        </p:nvSpPr>
        <p:spPr>
          <a:xfrm>
            <a:off x="149337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" name="data_4419">
            <a:extLst>
              <a:ext uri="{FF2B5EF4-FFF2-40B4-BE49-F238E27FC236}">
                <a16:creationId xmlns:a16="http://schemas.microsoft.com/office/drawing/2014/main" id="{7ED3F180-6072-4A36-B791-D7280C6B4C7A}"/>
              </a:ext>
            </a:extLst>
          </p:cNvPr>
          <p:cNvSpPr>
            <a:spLocks/>
          </p:cNvSpPr>
          <p:nvPr/>
        </p:nvSpPr>
        <p:spPr>
          <a:xfrm>
            <a:off x="1539989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" name="data_4420">
            <a:extLst>
              <a:ext uri="{FF2B5EF4-FFF2-40B4-BE49-F238E27FC236}">
                <a16:creationId xmlns:a16="http://schemas.microsoft.com/office/drawing/2014/main" id="{06AE64E6-CCDB-4BE4-8504-7782BC4945BA}"/>
              </a:ext>
            </a:extLst>
          </p:cNvPr>
          <p:cNvSpPr>
            <a:spLocks/>
          </p:cNvSpPr>
          <p:nvPr/>
        </p:nvSpPr>
        <p:spPr>
          <a:xfrm>
            <a:off x="14714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" name="data_4421">
            <a:extLst>
              <a:ext uri="{FF2B5EF4-FFF2-40B4-BE49-F238E27FC236}">
                <a16:creationId xmlns:a16="http://schemas.microsoft.com/office/drawing/2014/main" id="{A20C0D0F-300B-4D02-9F32-FFC52A4C2414}"/>
              </a:ext>
            </a:extLst>
          </p:cNvPr>
          <p:cNvSpPr>
            <a:spLocks/>
          </p:cNvSpPr>
          <p:nvPr/>
        </p:nvSpPr>
        <p:spPr>
          <a:xfrm>
            <a:off x="13985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" name="data_4422">
            <a:extLst>
              <a:ext uri="{FF2B5EF4-FFF2-40B4-BE49-F238E27FC236}">
                <a16:creationId xmlns:a16="http://schemas.microsoft.com/office/drawing/2014/main" id="{156B791F-FAD5-4608-801D-8B343B99FF4C}"/>
              </a:ext>
            </a:extLst>
          </p:cNvPr>
          <p:cNvSpPr>
            <a:spLocks/>
          </p:cNvSpPr>
          <p:nvPr/>
        </p:nvSpPr>
        <p:spPr>
          <a:xfrm>
            <a:off x="15687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" name="data_4423">
            <a:extLst>
              <a:ext uri="{FF2B5EF4-FFF2-40B4-BE49-F238E27FC236}">
                <a16:creationId xmlns:a16="http://schemas.microsoft.com/office/drawing/2014/main" id="{3085B330-4A6E-491B-89B5-EFFD64F632B2}"/>
              </a:ext>
            </a:extLst>
          </p:cNvPr>
          <p:cNvSpPr>
            <a:spLocks/>
          </p:cNvSpPr>
          <p:nvPr/>
        </p:nvSpPr>
        <p:spPr>
          <a:xfrm>
            <a:off x="13744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" name="data_4424">
            <a:extLst>
              <a:ext uri="{FF2B5EF4-FFF2-40B4-BE49-F238E27FC236}">
                <a16:creationId xmlns:a16="http://schemas.microsoft.com/office/drawing/2014/main" id="{FDF867BA-FD62-4880-AA9C-4ACD28B07E89}"/>
              </a:ext>
            </a:extLst>
          </p:cNvPr>
          <p:cNvSpPr>
            <a:spLocks/>
          </p:cNvSpPr>
          <p:nvPr/>
        </p:nvSpPr>
        <p:spPr>
          <a:xfrm>
            <a:off x="1540348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" name="data_4425">
            <a:extLst>
              <a:ext uri="{FF2B5EF4-FFF2-40B4-BE49-F238E27FC236}">
                <a16:creationId xmlns:a16="http://schemas.microsoft.com/office/drawing/2014/main" id="{5C1DC787-31B9-46C4-AAAB-45C0DB6D65D0}"/>
              </a:ext>
            </a:extLst>
          </p:cNvPr>
          <p:cNvSpPr>
            <a:spLocks/>
          </p:cNvSpPr>
          <p:nvPr/>
        </p:nvSpPr>
        <p:spPr>
          <a:xfrm>
            <a:off x="136721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" name="data_4426">
            <a:extLst>
              <a:ext uri="{FF2B5EF4-FFF2-40B4-BE49-F238E27FC236}">
                <a16:creationId xmlns:a16="http://schemas.microsoft.com/office/drawing/2014/main" id="{0AC79905-C00A-495D-A4D3-5D34BCF61C2E}"/>
              </a:ext>
            </a:extLst>
          </p:cNvPr>
          <p:cNvSpPr>
            <a:spLocks/>
          </p:cNvSpPr>
          <p:nvPr/>
        </p:nvSpPr>
        <p:spPr>
          <a:xfrm>
            <a:off x="1492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" name="data_4427">
            <a:extLst>
              <a:ext uri="{FF2B5EF4-FFF2-40B4-BE49-F238E27FC236}">
                <a16:creationId xmlns:a16="http://schemas.microsoft.com/office/drawing/2014/main" id="{99EC483A-A3AD-4969-B2F4-3AD567C80C12}"/>
              </a:ext>
            </a:extLst>
          </p:cNvPr>
          <p:cNvSpPr>
            <a:spLocks/>
          </p:cNvSpPr>
          <p:nvPr/>
        </p:nvSpPr>
        <p:spPr>
          <a:xfrm>
            <a:off x="1372600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" name="data_4428">
            <a:extLst>
              <a:ext uri="{FF2B5EF4-FFF2-40B4-BE49-F238E27FC236}">
                <a16:creationId xmlns:a16="http://schemas.microsoft.com/office/drawing/2014/main" id="{C6BD6E2A-54AC-43A7-ADD8-8E940219F505}"/>
              </a:ext>
            </a:extLst>
          </p:cNvPr>
          <p:cNvSpPr>
            <a:spLocks/>
          </p:cNvSpPr>
          <p:nvPr/>
        </p:nvSpPr>
        <p:spPr>
          <a:xfrm>
            <a:off x="154114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" name="data_4429">
            <a:extLst>
              <a:ext uri="{FF2B5EF4-FFF2-40B4-BE49-F238E27FC236}">
                <a16:creationId xmlns:a16="http://schemas.microsoft.com/office/drawing/2014/main" id="{79FD25D5-00BA-4EF7-8D25-188EF44B0A15}"/>
              </a:ext>
            </a:extLst>
          </p:cNvPr>
          <p:cNvSpPr>
            <a:spLocks/>
          </p:cNvSpPr>
          <p:nvPr/>
        </p:nvSpPr>
        <p:spPr>
          <a:xfrm>
            <a:off x="1552757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" name="data_4430">
            <a:extLst>
              <a:ext uri="{FF2B5EF4-FFF2-40B4-BE49-F238E27FC236}">
                <a16:creationId xmlns:a16="http://schemas.microsoft.com/office/drawing/2014/main" id="{3F17D045-BBF2-4DA2-9D1A-84AEA36C3FA0}"/>
              </a:ext>
            </a:extLst>
          </p:cNvPr>
          <p:cNvSpPr>
            <a:spLocks/>
          </p:cNvSpPr>
          <p:nvPr/>
        </p:nvSpPr>
        <p:spPr>
          <a:xfrm>
            <a:off x="15065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" name="data_4431">
            <a:extLst>
              <a:ext uri="{FF2B5EF4-FFF2-40B4-BE49-F238E27FC236}">
                <a16:creationId xmlns:a16="http://schemas.microsoft.com/office/drawing/2014/main" id="{0F51C4DA-5397-4F0D-8502-4E3A83118760}"/>
              </a:ext>
            </a:extLst>
          </p:cNvPr>
          <p:cNvSpPr>
            <a:spLocks/>
          </p:cNvSpPr>
          <p:nvPr/>
        </p:nvSpPr>
        <p:spPr>
          <a:xfrm>
            <a:off x="142061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" name="data_4432">
            <a:extLst>
              <a:ext uri="{FF2B5EF4-FFF2-40B4-BE49-F238E27FC236}">
                <a16:creationId xmlns:a16="http://schemas.microsoft.com/office/drawing/2014/main" id="{A9A2DD87-51AD-4E96-912E-36EF300171C4}"/>
              </a:ext>
            </a:extLst>
          </p:cNvPr>
          <p:cNvSpPr>
            <a:spLocks/>
          </p:cNvSpPr>
          <p:nvPr/>
        </p:nvSpPr>
        <p:spPr>
          <a:xfrm>
            <a:off x="15779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" name="data_4433">
            <a:extLst>
              <a:ext uri="{FF2B5EF4-FFF2-40B4-BE49-F238E27FC236}">
                <a16:creationId xmlns:a16="http://schemas.microsoft.com/office/drawing/2014/main" id="{809E3F54-A575-4DCD-B8B2-B7822B539B84}"/>
              </a:ext>
            </a:extLst>
          </p:cNvPr>
          <p:cNvSpPr>
            <a:spLocks/>
          </p:cNvSpPr>
          <p:nvPr/>
        </p:nvSpPr>
        <p:spPr>
          <a:xfrm>
            <a:off x="15340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" name="data_4434">
            <a:extLst>
              <a:ext uri="{FF2B5EF4-FFF2-40B4-BE49-F238E27FC236}">
                <a16:creationId xmlns:a16="http://schemas.microsoft.com/office/drawing/2014/main" id="{8A5B697C-AC6A-4D73-9A40-92139D3945E6}"/>
              </a:ext>
            </a:extLst>
          </p:cNvPr>
          <p:cNvSpPr>
            <a:spLocks/>
          </p:cNvSpPr>
          <p:nvPr/>
        </p:nvSpPr>
        <p:spPr>
          <a:xfrm>
            <a:off x="147084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" name="data_4435">
            <a:extLst>
              <a:ext uri="{FF2B5EF4-FFF2-40B4-BE49-F238E27FC236}">
                <a16:creationId xmlns:a16="http://schemas.microsoft.com/office/drawing/2014/main" id="{F2994A6D-3AD5-420B-8270-1CF2EA22AB63}"/>
              </a:ext>
            </a:extLst>
          </p:cNvPr>
          <p:cNvSpPr>
            <a:spLocks/>
          </p:cNvSpPr>
          <p:nvPr/>
        </p:nvSpPr>
        <p:spPr>
          <a:xfrm>
            <a:off x="157781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" name="data_4436">
            <a:extLst>
              <a:ext uri="{FF2B5EF4-FFF2-40B4-BE49-F238E27FC236}">
                <a16:creationId xmlns:a16="http://schemas.microsoft.com/office/drawing/2014/main" id="{E3AF728A-994B-4D3E-9187-B721492AFDEA}"/>
              </a:ext>
            </a:extLst>
          </p:cNvPr>
          <p:cNvSpPr>
            <a:spLocks/>
          </p:cNvSpPr>
          <p:nvPr/>
        </p:nvSpPr>
        <p:spPr>
          <a:xfrm>
            <a:off x="148700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" name="data_4437">
            <a:extLst>
              <a:ext uri="{FF2B5EF4-FFF2-40B4-BE49-F238E27FC236}">
                <a16:creationId xmlns:a16="http://schemas.microsoft.com/office/drawing/2014/main" id="{3B32198E-66ED-4167-BAE0-31C7C84B8906}"/>
              </a:ext>
            </a:extLst>
          </p:cNvPr>
          <p:cNvSpPr>
            <a:spLocks/>
          </p:cNvSpPr>
          <p:nvPr/>
        </p:nvSpPr>
        <p:spPr>
          <a:xfrm>
            <a:off x="14483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" name="data_4438">
            <a:extLst>
              <a:ext uri="{FF2B5EF4-FFF2-40B4-BE49-F238E27FC236}">
                <a16:creationId xmlns:a16="http://schemas.microsoft.com/office/drawing/2014/main" id="{39E2EFE6-4474-4A66-A30C-CE444C8C836C}"/>
              </a:ext>
            </a:extLst>
          </p:cNvPr>
          <p:cNvSpPr>
            <a:spLocks/>
          </p:cNvSpPr>
          <p:nvPr/>
        </p:nvSpPr>
        <p:spPr>
          <a:xfrm>
            <a:off x="14932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" name="data_4439">
            <a:extLst>
              <a:ext uri="{FF2B5EF4-FFF2-40B4-BE49-F238E27FC236}">
                <a16:creationId xmlns:a16="http://schemas.microsoft.com/office/drawing/2014/main" id="{3CC5B050-2271-4DB5-AA3B-4CF205B77FE4}"/>
              </a:ext>
            </a:extLst>
          </p:cNvPr>
          <p:cNvSpPr>
            <a:spLocks/>
          </p:cNvSpPr>
          <p:nvPr/>
        </p:nvSpPr>
        <p:spPr>
          <a:xfrm>
            <a:off x="1389642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" name="data_4440">
            <a:extLst>
              <a:ext uri="{FF2B5EF4-FFF2-40B4-BE49-F238E27FC236}">
                <a16:creationId xmlns:a16="http://schemas.microsoft.com/office/drawing/2014/main" id="{2DDEE252-F5A4-48F1-AC6E-FAF65AA75AE6}"/>
              </a:ext>
            </a:extLst>
          </p:cNvPr>
          <p:cNvSpPr>
            <a:spLocks/>
          </p:cNvSpPr>
          <p:nvPr/>
        </p:nvSpPr>
        <p:spPr>
          <a:xfrm>
            <a:off x="14184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" name="data_4441">
            <a:extLst>
              <a:ext uri="{FF2B5EF4-FFF2-40B4-BE49-F238E27FC236}">
                <a16:creationId xmlns:a16="http://schemas.microsoft.com/office/drawing/2014/main" id="{76463006-8D7C-4581-B554-52549E44C6DA}"/>
              </a:ext>
            </a:extLst>
          </p:cNvPr>
          <p:cNvSpPr>
            <a:spLocks/>
          </p:cNvSpPr>
          <p:nvPr/>
        </p:nvSpPr>
        <p:spPr>
          <a:xfrm>
            <a:off x="15780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" name="data_4442">
            <a:extLst>
              <a:ext uri="{FF2B5EF4-FFF2-40B4-BE49-F238E27FC236}">
                <a16:creationId xmlns:a16="http://schemas.microsoft.com/office/drawing/2014/main" id="{8079A705-FE01-4DC1-BD01-7783C5D04864}"/>
              </a:ext>
            </a:extLst>
          </p:cNvPr>
          <p:cNvSpPr>
            <a:spLocks/>
          </p:cNvSpPr>
          <p:nvPr/>
        </p:nvSpPr>
        <p:spPr>
          <a:xfrm>
            <a:off x="141572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" name="data_4443">
            <a:extLst>
              <a:ext uri="{FF2B5EF4-FFF2-40B4-BE49-F238E27FC236}">
                <a16:creationId xmlns:a16="http://schemas.microsoft.com/office/drawing/2014/main" id="{C281D1AE-81B1-4F36-934A-EB18A5E46DE9}"/>
              </a:ext>
            </a:extLst>
          </p:cNvPr>
          <p:cNvSpPr>
            <a:spLocks/>
          </p:cNvSpPr>
          <p:nvPr/>
        </p:nvSpPr>
        <p:spPr>
          <a:xfrm>
            <a:off x="1477370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" name="data_4444">
            <a:extLst>
              <a:ext uri="{FF2B5EF4-FFF2-40B4-BE49-F238E27FC236}">
                <a16:creationId xmlns:a16="http://schemas.microsoft.com/office/drawing/2014/main" id="{0C64B6BA-8EA3-4BC6-ADE9-D500A20610D9}"/>
              </a:ext>
            </a:extLst>
          </p:cNvPr>
          <p:cNvSpPr>
            <a:spLocks/>
          </p:cNvSpPr>
          <p:nvPr/>
        </p:nvSpPr>
        <p:spPr>
          <a:xfrm>
            <a:off x="15263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" name="data_4445">
            <a:extLst>
              <a:ext uri="{FF2B5EF4-FFF2-40B4-BE49-F238E27FC236}">
                <a16:creationId xmlns:a16="http://schemas.microsoft.com/office/drawing/2014/main" id="{CDE0A8CD-2A02-4069-B152-15A02E1814D0}"/>
              </a:ext>
            </a:extLst>
          </p:cNvPr>
          <p:cNvSpPr>
            <a:spLocks/>
          </p:cNvSpPr>
          <p:nvPr/>
        </p:nvSpPr>
        <p:spPr>
          <a:xfrm>
            <a:off x="14514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" name="data_4446">
            <a:extLst>
              <a:ext uri="{FF2B5EF4-FFF2-40B4-BE49-F238E27FC236}">
                <a16:creationId xmlns:a16="http://schemas.microsoft.com/office/drawing/2014/main" id="{A6FA44DE-3752-4522-9AF1-80E39DF22595}"/>
              </a:ext>
            </a:extLst>
          </p:cNvPr>
          <p:cNvSpPr>
            <a:spLocks/>
          </p:cNvSpPr>
          <p:nvPr/>
        </p:nvSpPr>
        <p:spPr>
          <a:xfrm>
            <a:off x="1482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" name="data_4447">
            <a:extLst>
              <a:ext uri="{FF2B5EF4-FFF2-40B4-BE49-F238E27FC236}">
                <a16:creationId xmlns:a16="http://schemas.microsoft.com/office/drawing/2014/main" id="{1734C494-21B1-459C-8832-7F4957012C95}"/>
              </a:ext>
            </a:extLst>
          </p:cNvPr>
          <p:cNvSpPr>
            <a:spLocks/>
          </p:cNvSpPr>
          <p:nvPr/>
        </p:nvSpPr>
        <p:spPr>
          <a:xfrm>
            <a:off x="150237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" name="data_4448">
            <a:extLst>
              <a:ext uri="{FF2B5EF4-FFF2-40B4-BE49-F238E27FC236}">
                <a16:creationId xmlns:a16="http://schemas.microsoft.com/office/drawing/2014/main" id="{915B1FAD-EDB8-4F1A-A84D-0D3B78903576}"/>
              </a:ext>
            </a:extLst>
          </p:cNvPr>
          <p:cNvSpPr>
            <a:spLocks/>
          </p:cNvSpPr>
          <p:nvPr/>
        </p:nvSpPr>
        <p:spPr>
          <a:xfrm>
            <a:off x="15266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" name="data_4449">
            <a:extLst>
              <a:ext uri="{FF2B5EF4-FFF2-40B4-BE49-F238E27FC236}">
                <a16:creationId xmlns:a16="http://schemas.microsoft.com/office/drawing/2014/main" id="{ADF73C30-89A0-4592-988C-E5EA0BA80284}"/>
              </a:ext>
            </a:extLst>
          </p:cNvPr>
          <p:cNvSpPr>
            <a:spLocks/>
          </p:cNvSpPr>
          <p:nvPr/>
        </p:nvSpPr>
        <p:spPr>
          <a:xfrm>
            <a:off x="1569415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" name="data_4450">
            <a:extLst>
              <a:ext uri="{FF2B5EF4-FFF2-40B4-BE49-F238E27FC236}">
                <a16:creationId xmlns:a16="http://schemas.microsoft.com/office/drawing/2014/main" id="{BA5FCFC7-C2DA-49F3-8B2D-4CBB685F7AC0}"/>
              </a:ext>
            </a:extLst>
          </p:cNvPr>
          <p:cNvSpPr>
            <a:spLocks/>
          </p:cNvSpPr>
          <p:nvPr/>
        </p:nvSpPr>
        <p:spPr>
          <a:xfrm>
            <a:off x="15230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" name="data_4451">
            <a:extLst>
              <a:ext uri="{FF2B5EF4-FFF2-40B4-BE49-F238E27FC236}">
                <a16:creationId xmlns:a16="http://schemas.microsoft.com/office/drawing/2014/main" id="{678D61A3-9A20-47B8-8C09-B36BB79A8A57}"/>
              </a:ext>
            </a:extLst>
          </p:cNvPr>
          <p:cNvSpPr>
            <a:spLocks/>
          </p:cNvSpPr>
          <p:nvPr/>
        </p:nvSpPr>
        <p:spPr>
          <a:xfrm>
            <a:off x="14469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" name="data_4452">
            <a:extLst>
              <a:ext uri="{FF2B5EF4-FFF2-40B4-BE49-F238E27FC236}">
                <a16:creationId xmlns:a16="http://schemas.microsoft.com/office/drawing/2014/main" id="{FF4F2FEB-88D5-4F60-9EAE-3F19379A9C1B}"/>
              </a:ext>
            </a:extLst>
          </p:cNvPr>
          <p:cNvSpPr>
            <a:spLocks/>
          </p:cNvSpPr>
          <p:nvPr/>
        </p:nvSpPr>
        <p:spPr>
          <a:xfrm>
            <a:off x="147006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" name="data_4453">
            <a:extLst>
              <a:ext uri="{FF2B5EF4-FFF2-40B4-BE49-F238E27FC236}">
                <a16:creationId xmlns:a16="http://schemas.microsoft.com/office/drawing/2014/main" id="{57D9ED43-7323-48E1-A119-069344CFEFA0}"/>
              </a:ext>
            </a:extLst>
          </p:cNvPr>
          <p:cNvSpPr>
            <a:spLocks/>
          </p:cNvSpPr>
          <p:nvPr/>
        </p:nvSpPr>
        <p:spPr>
          <a:xfrm>
            <a:off x="1553435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" name="data_4454">
            <a:extLst>
              <a:ext uri="{FF2B5EF4-FFF2-40B4-BE49-F238E27FC236}">
                <a16:creationId xmlns:a16="http://schemas.microsoft.com/office/drawing/2014/main" id="{99DF6CBD-CCEF-44CA-A1A7-C023C8DA27F7}"/>
              </a:ext>
            </a:extLst>
          </p:cNvPr>
          <p:cNvSpPr>
            <a:spLocks/>
          </p:cNvSpPr>
          <p:nvPr/>
        </p:nvSpPr>
        <p:spPr>
          <a:xfrm>
            <a:off x="139120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" name="data_4455">
            <a:extLst>
              <a:ext uri="{FF2B5EF4-FFF2-40B4-BE49-F238E27FC236}">
                <a16:creationId xmlns:a16="http://schemas.microsoft.com/office/drawing/2014/main" id="{71107D4F-F6B4-4773-965F-150C70DDAE48}"/>
              </a:ext>
            </a:extLst>
          </p:cNvPr>
          <p:cNvSpPr>
            <a:spLocks/>
          </p:cNvSpPr>
          <p:nvPr/>
        </p:nvSpPr>
        <p:spPr>
          <a:xfrm>
            <a:off x="15705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" name="data_4456">
            <a:extLst>
              <a:ext uri="{FF2B5EF4-FFF2-40B4-BE49-F238E27FC236}">
                <a16:creationId xmlns:a16="http://schemas.microsoft.com/office/drawing/2014/main" id="{66A165C3-558F-42F6-9DD4-BBF075D63C2E}"/>
              </a:ext>
            </a:extLst>
          </p:cNvPr>
          <p:cNvSpPr>
            <a:spLocks/>
          </p:cNvSpPr>
          <p:nvPr/>
        </p:nvSpPr>
        <p:spPr>
          <a:xfrm>
            <a:off x="14558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" name="data_4457">
            <a:extLst>
              <a:ext uri="{FF2B5EF4-FFF2-40B4-BE49-F238E27FC236}">
                <a16:creationId xmlns:a16="http://schemas.microsoft.com/office/drawing/2014/main" id="{21E4AF0F-BC1B-43F8-A462-92568A7BE43E}"/>
              </a:ext>
            </a:extLst>
          </p:cNvPr>
          <p:cNvSpPr>
            <a:spLocks/>
          </p:cNvSpPr>
          <p:nvPr/>
        </p:nvSpPr>
        <p:spPr>
          <a:xfrm>
            <a:off x="15643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" name="data_4458">
            <a:extLst>
              <a:ext uri="{FF2B5EF4-FFF2-40B4-BE49-F238E27FC236}">
                <a16:creationId xmlns:a16="http://schemas.microsoft.com/office/drawing/2014/main" id="{553B8DA6-14DE-4A78-9177-295E3E6B9BED}"/>
              </a:ext>
            </a:extLst>
          </p:cNvPr>
          <p:cNvSpPr>
            <a:spLocks/>
          </p:cNvSpPr>
          <p:nvPr/>
        </p:nvSpPr>
        <p:spPr>
          <a:xfrm>
            <a:off x="1417595" y="36220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" name="data_4459">
            <a:extLst>
              <a:ext uri="{FF2B5EF4-FFF2-40B4-BE49-F238E27FC236}">
                <a16:creationId xmlns:a16="http://schemas.microsoft.com/office/drawing/2014/main" id="{4F4A27AF-61CE-4D6E-AAC9-6624FA2AADD0}"/>
              </a:ext>
            </a:extLst>
          </p:cNvPr>
          <p:cNvSpPr>
            <a:spLocks/>
          </p:cNvSpPr>
          <p:nvPr/>
        </p:nvSpPr>
        <p:spPr>
          <a:xfrm>
            <a:off x="1491025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" name="data_4460">
            <a:extLst>
              <a:ext uri="{FF2B5EF4-FFF2-40B4-BE49-F238E27FC236}">
                <a16:creationId xmlns:a16="http://schemas.microsoft.com/office/drawing/2014/main" id="{52BCB0DF-FA93-46E8-B483-987B101A6977}"/>
              </a:ext>
            </a:extLst>
          </p:cNvPr>
          <p:cNvSpPr>
            <a:spLocks/>
          </p:cNvSpPr>
          <p:nvPr/>
        </p:nvSpPr>
        <p:spPr>
          <a:xfrm>
            <a:off x="147023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" name="data_4461">
            <a:extLst>
              <a:ext uri="{FF2B5EF4-FFF2-40B4-BE49-F238E27FC236}">
                <a16:creationId xmlns:a16="http://schemas.microsoft.com/office/drawing/2014/main" id="{4AE17F8A-7D93-4141-A82F-F117E58C8431}"/>
              </a:ext>
            </a:extLst>
          </p:cNvPr>
          <p:cNvSpPr>
            <a:spLocks/>
          </p:cNvSpPr>
          <p:nvPr/>
        </p:nvSpPr>
        <p:spPr>
          <a:xfrm>
            <a:off x="1438881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" name="data_4462">
            <a:extLst>
              <a:ext uri="{FF2B5EF4-FFF2-40B4-BE49-F238E27FC236}">
                <a16:creationId xmlns:a16="http://schemas.microsoft.com/office/drawing/2014/main" id="{B75E8C82-BBC4-4B35-A944-DF4C629E63C7}"/>
              </a:ext>
            </a:extLst>
          </p:cNvPr>
          <p:cNvSpPr>
            <a:spLocks/>
          </p:cNvSpPr>
          <p:nvPr/>
        </p:nvSpPr>
        <p:spPr>
          <a:xfrm>
            <a:off x="14250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" name="data_4463">
            <a:extLst>
              <a:ext uri="{FF2B5EF4-FFF2-40B4-BE49-F238E27FC236}">
                <a16:creationId xmlns:a16="http://schemas.microsoft.com/office/drawing/2014/main" id="{AC9AD231-8FF5-4FB7-ACC0-E9664A64E9BD}"/>
              </a:ext>
            </a:extLst>
          </p:cNvPr>
          <p:cNvSpPr>
            <a:spLocks/>
          </p:cNvSpPr>
          <p:nvPr/>
        </p:nvSpPr>
        <p:spPr>
          <a:xfrm>
            <a:off x="14716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" name="data_4464">
            <a:extLst>
              <a:ext uri="{FF2B5EF4-FFF2-40B4-BE49-F238E27FC236}">
                <a16:creationId xmlns:a16="http://schemas.microsoft.com/office/drawing/2014/main" id="{486767B1-1B55-4C3B-91DA-9D7B91BD3BDA}"/>
              </a:ext>
            </a:extLst>
          </p:cNvPr>
          <p:cNvSpPr>
            <a:spLocks/>
          </p:cNvSpPr>
          <p:nvPr/>
        </p:nvSpPr>
        <p:spPr>
          <a:xfrm>
            <a:off x="1364364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" name="data_4465">
            <a:extLst>
              <a:ext uri="{FF2B5EF4-FFF2-40B4-BE49-F238E27FC236}">
                <a16:creationId xmlns:a16="http://schemas.microsoft.com/office/drawing/2014/main" id="{EB9077D9-E6FE-4A90-B384-DD333D8C70D5}"/>
              </a:ext>
            </a:extLst>
          </p:cNvPr>
          <p:cNvSpPr>
            <a:spLocks/>
          </p:cNvSpPr>
          <p:nvPr/>
        </p:nvSpPr>
        <p:spPr>
          <a:xfrm>
            <a:off x="151429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" name="data_4466">
            <a:extLst>
              <a:ext uri="{FF2B5EF4-FFF2-40B4-BE49-F238E27FC236}">
                <a16:creationId xmlns:a16="http://schemas.microsoft.com/office/drawing/2014/main" id="{87284F49-C51B-4ABC-8882-4DF5A83C2C2B}"/>
              </a:ext>
            </a:extLst>
          </p:cNvPr>
          <p:cNvSpPr>
            <a:spLocks/>
          </p:cNvSpPr>
          <p:nvPr/>
        </p:nvSpPr>
        <p:spPr>
          <a:xfrm>
            <a:off x="1525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" name="data_4467">
            <a:extLst>
              <a:ext uri="{FF2B5EF4-FFF2-40B4-BE49-F238E27FC236}">
                <a16:creationId xmlns:a16="http://schemas.microsoft.com/office/drawing/2014/main" id="{9BF97AE0-1880-4DE5-91B3-606FC293B999}"/>
              </a:ext>
            </a:extLst>
          </p:cNvPr>
          <p:cNvSpPr>
            <a:spLocks/>
          </p:cNvSpPr>
          <p:nvPr/>
        </p:nvSpPr>
        <p:spPr>
          <a:xfrm>
            <a:off x="1503547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" name="data_4468">
            <a:extLst>
              <a:ext uri="{FF2B5EF4-FFF2-40B4-BE49-F238E27FC236}">
                <a16:creationId xmlns:a16="http://schemas.microsoft.com/office/drawing/2014/main" id="{09544D52-ECF5-448F-AA24-B95E48336714}"/>
              </a:ext>
            </a:extLst>
          </p:cNvPr>
          <p:cNvSpPr>
            <a:spLocks/>
          </p:cNvSpPr>
          <p:nvPr/>
        </p:nvSpPr>
        <p:spPr>
          <a:xfrm>
            <a:off x="15790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" name="data_4469">
            <a:extLst>
              <a:ext uri="{FF2B5EF4-FFF2-40B4-BE49-F238E27FC236}">
                <a16:creationId xmlns:a16="http://schemas.microsoft.com/office/drawing/2014/main" id="{CC344598-E335-41ED-9DAF-944995749BF6}"/>
              </a:ext>
            </a:extLst>
          </p:cNvPr>
          <p:cNvSpPr>
            <a:spLocks/>
          </p:cNvSpPr>
          <p:nvPr/>
        </p:nvSpPr>
        <p:spPr>
          <a:xfrm>
            <a:off x="14339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" name="data_4470">
            <a:extLst>
              <a:ext uri="{FF2B5EF4-FFF2-40B4-BE49-F238E27FC236}">
                <a16:creationId xmlns:a16="http://schemas.microsoft.com/office/drawing/2014/main" id="{C85D0DD6-6FBC-414B-B3A7-58C7B34C9286}"/>
              </a:ext>
            </a:extLst>
          </p:cNvPr>
          <p:cNvSpPr>
            <a:spLocks/>
          </p:cNvSpPr>
          <p:nvPr/>
        </p:nvSpPr>
        <p:spPr>
          <a:xfrm>
            <a:off x="1486553" y="35426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" name="data_4471">
            <a:extLst>
              <a:ext uri="{FF2B5EF4-FFF2-40B4-BE49-F238E27FC236}">
                <a16:creationId xmlns:a16="http://schemas.microsoft.com/office/drawing/2014/main" id="{4E53DA8C-9499-48F4-B3FA-F1130FAF9FD5}"/>
              </a:ext>
            </a:extLst>
          </p:cNvPr>
          <p:cNvSpPr>
            <a:spLocks/>
          </p:cNvSpPr>
          <p:nvPr/>
        </p:nvSpPr>
        <p:spPr>
          <a:xfrm>
            <a:off x="14685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" name="data_4472">
            <a:extLst>
              <a:ext uri="{FF2B5EF4-FFF2-40B4-BE49-F238E27FC236}">
                <a16:creationId xmlns:a16="http://schemas.microsoft.com/office/drawing/2014/main" id="{6F205030-3444-4F32-9673-BC1A08734698}"/>
              </a:ext>
            </a:extLst>
          </p:cNvPr>
          <p:cNvSpPr>
            <a:spLocks/>
          </p:cNvSpPr>
          <p:nvPr/>
        </p:nvSpPr>
        <p:spPr>
          <a:xfrm>
            <a:off x="1431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" name="data_4473">
            <a:extLst>
              <a:ext uri="{FF2B5EF4-FFF2-40B4-BE49-F238E27FC236}">
                <a16:creationId xmlns:a16="http://schemas.microsoft.com/office/drawing/2014/main" id="{CD3C5213-10C9-45B0-8AFF-6D57DCE32028}"/>
              </a:ext>
            </a:extLst>
          </p:cNvPr>
          <p:cNvSpPr>
            <a:spLocks/>
          </p:cNvSpPr>
          <p:nvPr/>
        </p:nvSpPr>
        <p:spPr>
          <a:xfrm>
            <a:off x="150325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" name="data_4474">
            <a:extLst>
              <a:ext uri="{FF2B5EF4-FFF2-40B4-BE49-F238E27FC236}">
                <a16:creationId xmlns:a16="http://schemas.microsoft.com/office/drawing/2014/main" id="{C7A416D0-6B0A-4B1A-9619-7DA8C1F18CF7}"/>
              </a:ext>
            </a:extLst>
          </p:cNvPr>
          <p:cNvSpPr>
            <a:spLocks/>
          </p:cNvSpPr>
          <p:nvPr/>
        </p:nvSpPr>
        <p:spPr>
          <a:xfrm>
            <a:off x="1366159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" name="data_4475">
            <a:extLst>
              <a:ext uri="{FF2B5EF4-FFF2-40B4-BE49-F238E27FC236}">
                <a16:creationId xmlns:a16="http://schemas.microsoft.com/office/drawing/2014/main" id="{8ED8B5D2-AFE3-43BB-8338-F52D47626DCB}"/>
              </a:ext>
            </a:extLst>
          </p:cNvPr>
          <p:cNvSpPr>
            <a:spLocks/>
          </p:cNvSpPr>
          <p:nvPr/>
        </p:nvSpPr>
        <p:spPr>
          <a:xfrm>
            <a:off x="13986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" name="data_4476">
            <a:extLst>
              <a:ext uri="{FF2B5EF4-FFF2-40B4-BE49-F238E27FC236}">
                <a16:creationId xmlns:a16="http://schemas.microsoft.com/office/drawing/2014/main" id="{ABAF5A0E-23F9-452C-A08F-F38CA518769E}"/>
              </a:ext>
            </a:extLst>
          </p:cNvPr>
          <p:cNvSpPr>
            <a:spLocks/>
          </p:cNvSpPr>
          <p:nvPr/>
        </p:nvSpPr>
        <p:spPr>
          <a:xfrm>
            <a:off x="13629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" name="data_4477">
            <a:extLst>
              <a:ext uri="{FF2B5EF4-FFF2-40B4-BE49-F238E27FC236}">
                <a16:creationId xmlns:a16="http://schemas.microsoft.com/office/drawing/2014/main" id="{CA9A0E68-2441-4F3C-93DF-CCC424F3D9CB}"/>
              </a:ext>
            </a:extLst>
          </p:cNvPr>
          <p:cNvSpPr>
            <a:spLocks/>
          </p:cNvSpPr>
          <p:nvPr/>
        </p:nvSpPr>
        <p:spPr>
          <a:xfrm>
            <a:off x="1398698" y="31930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" name="data_4478">
            <a:extLst>
              <a:ext uri="{FF2B5EF4-FFF2-40B4-BE49-F238E27FC236}">
                <a16:creationId xmlns:a16="http://schemas.microsoft.com/office/drawing/2014/main" id="{415CE994-3C15-4BCE-8BD6-C11E1629F347}"/>
              </a:ext>
            </a:extLst>
          </p:cNvPr>
          <p:cNvSpPr>
            <a:spLocks/>
          </p:cNvSpPr>
          <p:nvPr/>
        </p:nvSpPr>
        <p:spPr>
          <a:xfrm>
            <a:off x="14862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" name="data_4479">
            <a:extLst>
              <a:ext uri="{FF2B5EF4-FFF2-40B4-BE49-F238E27FC236}">
                <a16:creationId xmlns:a16="http://schemas.microsoft.com/office/drawing/2014/main" id="{3BD600F7-18F6-4E3D-9DB6-1FDC09901498}"/>
              </a:ext>
            </a:extLst>
          </p:cNvPr>
          <p:cNvSpPr>
            <a:spLocks/>
          </p:cNvSpPr>
          <p:nvPr/>
        </p:nvSpPr>
        <p:spPr>
          <a:xfrm>
            <a:off x="1561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" name="data_4480">
            <a:extLst>
              <a:ext uri="{FF2B5EF4-FFF2-40B4-BE49-F238E27FC236}">
                <a16:creationId xmlns:a16="http://schemas.microsoft.com/office/drawing/2014/main" id="{946E171E-447E-47DC-B0FF-68BBB9323405}"/>
              </a:ext>
            </a:extLst>
          </p:cNvPr>
          <p:cNvSpPr>
            <a:spLocks/>
          </p:cNvSpPr>
          <p:nvPr/>
        </p:nvSpPr>
        <p:spPr>
          <a:xfrm>
            <a:off x="13668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" name="data_4481">
            <a:extLst>
              <a:ext uri="{FF2B5EF4-FFF2-40B4-BE49-F238E27FC236}">
                <a16:creationId xmlns:a16="http://schemas.microsoft.com/office/drawing/2014/main" id="{5B53BA97-BE6C-4426-9DC9-6E2A35ED180C}"/>
              </a:ext>
            </a:extLst>
          </p:cNvPr>
          <p:cNvSpPr>
            <a:spLocks/>
          </p:cNvSpPr>
          <p:nvPr/>
        </p:nvSpPr>
        <p:spPr>
          <a:xfrm>
            <a:off x="14977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" name="data_4482">
            <a:extLst>
              <a:ext uri="{FF2B5EF4-FFF2-40B4-BE49-F238E27FC236}">
                <a16:creationId xmlns:a16="http://schemas.microsoft.com/office/drawing/2014/main" id="{8932F2B3-2E4C-4C18-B2F7-50B62AE90B9A}"/>
              </a:ext>
            </a:extLst>
          </p:cNvPr>
          <p:cNvSpPr>
            <a:spLocks/>
          </p:cNvSpPr>
          <p:nvPr/>
        </p:nvSpPr>
        <p:spPr>
          <a:xfrm>
            <a:off x="13967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" name="data_4483">
            <a:extLst>
              <a:ext uri="{FF2B5EF4-FFF2-40B4-BE49-F238E27FC236}">
                <a16:creationId xmlns:a16="http://schemas.microsoft.com/office/drawing/2014/main" id="{D64797DC-5D3E-4F6E-B00A-ECE15EBE21AA}"/>
              </a:ext>
            </a:extLst>
          </p:cNvPr>
          <p:cNvSpPr>
            <a:spLocks/>
          </p:cNvSpPr>
          <p:nvPr/>
        </p:nvSpPr>
        <p:spPr>
          <a:xfrm>
            <a:off x="1576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" name="data_4484">
            <a:extLst>
              <a:ext uri="{FF2B5EF4-FFF2-40B4-BE49-F238E27FC236}">
                <a16:creationId xmlns:a16="http://schemas.microsoft.com/office/drawing/2014/main" id="{F94903DF-63CE-4D2D-9A7C-DB392C0E8A5C}"/>
              </a:ext>
            </a:extLst>
          </p:cNvPr>
          <p:cNvSpPr>
            <a:spLocks/>
          </p:cNvSpPr>
          <p:nvPr/>
        </p:nvSpPr>
        <p:spPr>
          <a:xfrm>
            <a:off x="1444414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" name="data_4485">
            <a:extLst>
              <a:ext uri="{FF2B5EF4-FFF2-40B4-BE49-F238E27FC236}">
                <a16:creationId xmlns:a16="http://schemas.microsoft.com/office/drawing/2014/main" id="{5FFDB1F9-DF22-468A-B84C-0B01B081511D}"/>
              </a:ext>
            </a:extLst>
          </p:cNvPr>
          <p:cNvSpPr>
            <a:spLocks/>
          </p:cNvSpPr>
          <p:nvPr/>
        </p:nvSpPr>
        <p:spPr>
          <a:xfrm>
            <a:off x="1427449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" name="data_4486">
            <a:extLst>
              <a:ext uri="{FF2B5EF4-FFF2-40B4-BE49-F238E27FC236}">
                <a16:creationId xmlns:a16="http://schemas.microsoft.com/office/drawing/2014/main" id="{6A04275A-229F-4288-B153-525EAB54639F}"/>
              </a:ext>
            </a:extLst>
          </p:cNvPr>
          <p:cNvSpPr>
            <a:spLocks/>
          </p:cNvSpPr>
          <p:nvPr/>
        </p:nvSpPr>
        <p:spPr>
          <a:xfrm>
            <a:off x="137603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" name="data_4487">
            <a:extLst>
              <a:ext uri="{FF2B5EF4-FFF2-40B4-BE49-F238E27FC236}">
                <a16:creationId xmlns:a16="http://schemas.microsoft.com/office/drawing/2014/main" id="{021D0C18-8A38-4C3D-AC9E-8AC139919C92}"/>
              </a:ext>
            </a:extLst>
          </p:cNvPr>
          <p:cNvSpPr>
            <a:spLocks/>
          </p:cNvSpPr>
          <p:nvPr/>
        </p:nvSpPr>
        <p:spPr>
          <a:xfrm>
            <a:off x="1566408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" name="data_4488">
            <a:extLst>
              <a:ext uri="{FF2B5EF4-FFF2-40B4-BE49-F238E27FC236}">
                <a16:creationId xmlns:a16="http://schemas.microsoft.com/office/drawing/2014/main" id="{341D9DE9-4EA3-401F-B6F1-68050A3584BF}"/>
              </a:ext>
            </a:extLst>
          </p:cNvPr>
          <p:cNvSpPr>
            <a:spLocks/>
          </p:cNvSpPr>
          <p:nvPr/>
        </p:nvSpPr>
        <p:spPr>
          <a:xfrm>
            <a:off x="1471861" y="32773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" name="data_4489">
            <a:extLst>
              <a:ext uri="{FF2B5EF4-FFF2-40B4-BE49-F238E27FC236}">
                <a16:creationId xmlns:a16="http://schemas.microsoft.com/office/drawing/2014/main" id="{C4373089-5789-4A26-B4EB-6A1DAC507103}"/>
              </a:ext>
            </a:extLst>
          </p:cNvPr>
          <p:cNvSpPr>
            <a:spLocks/>
          </p:cNvSpPr>
          <p:nvPr/>
        </p:nvSpPr>
        <p:spPr>
          <a:xfrm>
            <a:off x="142651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" name="data_4490">
            <a:extLst>
              <a:ext uri="{FF2B5EF4-FFF2-40B4-BE49-F238E27FC236}">
                <a16:creationId xmlns:a16="http://schemas.microsoft.com/office/drawing/2014/main" id="{F60ED9DE-3326-4283-9D66-B0669CB40F34}"/>
              </a:ext>
            </a:extLst>
          </p:cNvPr>
          <p:cNvSpPr>
            <a:spLocks/>
          </p:cNvSpPr>
          <p:nvPr/>
        </p:nvSpPr>
        <p:spPr>
          <a:xfrm>
            <a:off x="1517138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" name="data_4491">
            <a:extLst>
              <a:ext uri="{FF2B5EF4-FFF2-40B4-BE49-F238E27FC236}">
                <a16:creationId xmlns:a16="http://schemas.microsoft.com/office/drawing/2014/main" id="{76FD3914-3677-4992-AAA9-3E17D7B89089}"/>
              </a:ext>
            </a:extLst>
          </p:cNvPr>
          <p:cNvSpPr>
            <a:spLocks/>
          </p:cNvSpPr>
          <p:nvPr/>
        </p:nvSpPr>
        <p:spPr>
          <a:xfrm>
            <a:off x="139394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" name="data_4492">
            <a:extLst>
              <a:ext uri="{FF2B5EF4-FFF2-40B4-BE49-F238E27FC236}">
                <a16:creationId xmlns:a16="http://schemas.microsoft.com/office/drawing/2014/main" id="{0D4EDF97-3CAA-43D9-9CA2-86043A5821DD}"/>
              </a:ext>
            </a:extLst>
          </p:cNvPr>
          <p:cNvSpPr>
            <a:spLocks/>
          </p:cNvSpPr>
          <p:nvPr/>
        </p:nvSpPr>
        <p:spPr>
          <a:xfrm>
            <a:off x="149073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" name="data_4493">
            <a:extLst>
              <a:ext uri="{FF2B5EF4-FFF2-40B4-BE49-F238E27FC236}">
                <a16:creationId xmlns:a16="http://schemas.microsoft.com/office/drawing/2014/main" id="{56AF6ECA-6C7A-4253-82A0-EFD877C2B59A}"/>
              </a:ext>
            </a:extLst>
          </p:cNvPr>
          <p:cNvSpPr>
            <a:spLocks/>
          </p:cNvSpPr>
          <p:nvPr/>
        </p:nvSpPr>
        <p:spPr>
          <a:xfrm>
            <a:off x="14863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" name="data_4494">
            <a:extLst>
              <a:ext uri="{FF2B5EF4-FFF2-40B4-BE49-F238E27FC236}">
                <a16:creationId xmlns:a16="http://schemas.microsoft.com/office/drawing/2014/main" id="{687099C6-0A21-4D60-A205-BAD81177B6C8}"/>
              </a:ext>
            </a:extLst>
          </p:cNvPr>
          <p:cNvSpPr>
            <a:spLocks/>
          </p:cNvSpPr>
          <p:nvPr/>
        </p:nvSpPr>
        <p:spPr>
          <a:xfrm>
            <a:off x="1478102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" name="data_4495">
            <a:extLst>
              <a:ext uri="{FF2B5EF4-FFF2-40B4-BE49-F238E27FC236}">
                <a16:creationId xmlns:a16="http://schemas.microsoft.com/office/drawing/2014/main" id="{E839CA96-8725-4543-B9C5-0BBEAFEC2E88}"/>
              </a:ext>
            </a:extLst>
          </p:cNvPr>
          <p:cNvSpPr>
            <a:spLocks/>
          </p:cNvSpPr>
          <p:nvPr/>
        </p:nvSpPr>
        <p:spPr>
          <a:xfrm>
            <a:off x="14625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" name="data_4496">
            <a:extLst>
              <a:ext uri="{FF2B5EF4-FFF2-40B4-BE49-F238E27FC236}">
                <a16:creationId xmlns:a16="http://schemas.microsoft.com/office/drawing/2014/main" id="{9A558D66-579C-4939-B132-0187AA77D25C}"/>
              </a:ext>
            </a:extLst>
          </p:cNvPr>
          <p:cNvSpPr>
            <a:spLocks/>
          </p:cNvSpPr>
          <p:nvPr/>
        </p:nvSpPr>
        <p:spPr>
          <a:xfrm>
            <a:off x="1482734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" name="data_4497">
            <a:extLst>
              <a:ext uri="{FF2B5EF4-FFF2-40B4-BE49-F238E27FC236}">
                <a16:creationId xmlns:a16="http://schemas.microsoft.com/office/drawing/2014/main" id="{C2310519-5C66-4E94-997D-4969F60DCC11}"/>
              </a:ext>
            </a:extLst>
          </p:cNvPr>
          <p:cNvSpPr>
            <a:spLocks/>
          </p:cNvSpPr>
          <p:nvPr/>
        </p:nvSpPr>
        <p:spPr>
          <a:xfrm>
            <a:off x="15206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" name="data_4498">
            <a:extLst>
              <a:ext uri="{FF2B5EF4-FFF2-40B4-BE49-F238E27FC236}">
                <a16:creationId xmlns:a16="http://schemas.microsoft.com/office/drawing/2014/main" id="{9340DDB2-A4DB-49AE-9A49-C3C9859CE677}"/>
              </a:ext>
            </a:extLst>
          </p:cNvPr>
          <p:cNvSpPr>
            <a:spLocks/>
          </p:cNvSpPr>
          <p:nvPr/>
        </p:nvSpPr>
        <p:spPr>
          <a:xfrm>
            <a:off x="149930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" name="data_4499">
            <a:extLst>
              <a:ext uri="{FF2B5EF4-FFF2-40B4-BE49-F238E27FC236}">
                <a16:creationId xmlns:a16="http://schemas.microsoft.com/office/drawing/2014/main" id="{8D645A41-4A46-4FE3-B7D9-A0D1B852FC39}"/>
              </a:ext>
            </a:extLst>
          </p:cNvPr>
          <p:cNvSpPr>
            <a:spLocks/>
          </p:cNvSpPr>
          <p:nvPr/>
        </p:nvSpPr>
        <p:spPr>
          <a:xfrm>
            <a:off x="1438355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" name="data_4500">
            <a:extLst>
              <a:ext uri="{FF2B5EF4-FFF2-40B4-BE49-F238E27FC236}">
                <a16:creationId xmlns:a16="http://schemas.microsoft.com/office/drawing/2014/main" id="{D1599F20-64A6-40FE-9968-675E0F35D815}"/>
              </a:ext>
            </a:extLst>
          </p:cNvPr>
          <p:cNvSpPr>
            <a:spLocks/>
          </p:cNvSpPr>
          <p:nvPr/>
        </p:nvSpPr>
        <p:spPr>
          <a:xfrm>
            <a:off x="1576286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" name="data_4501">
            <a:extLst>
              <a:ext uri="{FF2B5EF4-FFF2-40B4-BE49-F238E27FC236}">
                <a16:creationId xmlns:a16="http://schemas.microsoft.com/office/drawing/2014/main" id="{5D15F39E-9BF1-4E47-9F55-6E09F5F736F3}"/>
              </a:ext>
            </a:extLst>
          </p:cNvPr>
          <p:cNvSpPr>
            <a:spLocks/>
          </p:cNvSpPr>
          <p:nvPr/>
        </p:nvSpPr>
        <p:spPr>
          <a:xfrm>
            <a:off x="15192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" name="data_4502">
            <a:extLst>
              <a:ext uri="{FF2B5EF4-FFF2-40B4-BE49-F238E27FC236}">
                <a16:creationId xmlns:a16="http://schemas.microsoft.com/office/drawing/2014/main" id="{8FA42CE3-FBF2-4996-AE9E-020B1E9E2642}"/>
              </a:ext>
            </a:extLst>
          </p:cNvPr>
          <p:cNvSpPr>
            <a:spLocks/>
          </p:cNvSpPr>
          <p:nvPr/>
        </p:nvSpPr>
        <p:spPr>
          <a:xfrm>
            <a:off x="14002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" name="data_4503">
            <a:extLst>
              <a:ext uri="{FF2B5EF4-FFF2-40B4-BE49-F238E27FC236}">
                <a16:creationId xmlns:a16="http://schemas.microsoft.com/office/drawing/2014/main" id="{99E3CC87-1E6D-4528-8206-4BAAB63C886F}"/>
              </a:ext>
            </a:extLst>
          </p:cNvPr>
          <p:cNvSpPr>
            <a:spLocks/>
          </p:cNvSpPr>
          <p:nvPr/>
        </p:nvSpPr>
        <p:spPr>
          <a:xfrm>
            <a:off x="1386726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" name="data_4504">
            <a:extLst>
              <a:ext uri="{FF2B5EF4-FFF2-40B4-BE49-F238E27FC236}">
                <a16:creationId xmlns:a16="http://schemas.microsoft.com/office/drawing/2014/main" id="{258BAD59-173E-486F-9BB1-5A3CEC1945E6}"/>
              </a:ext>
            </a:extLst>
          </p:cNvPr>
          <p:cNvSpPr>
            <a:spLocks/>
          </p:cNvSpPr>
          <p:nvPr/>
        </p:nvSpPr>
        <p:spPr>
          <a:xfrm>
            <a:off x="15228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" name="data_4505">
            <a:extLst>
              <a:ext uri="{FF2B5EF4-FFF2-40B4-BE49-F238E27FC236}">
                <a16:creationId xmlns:a16="http://schemas.microsoft.com/office/drawing/2014/main" id="{5E0212EC-8603-441B-A6D8-45B1F77AB0CF}"/>
              </a:ext>
            </a:extLst>
          </p:cNvPr>
          <p:cNvSpPr>
            <a:spLocks/>
          </p:cNvSpPr>
          <p:nvPr/>
        </p:nvSpPr>
        <p:spPr>
          <a:xfrm>
            <a:off x="1570507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" name="data_4506">
            <a:extLst>
              <a:ext uri="{FF2B5EF4-FFF2-40B4-BE49-F238E27FC236}">
                <a16:creationId xmlns:a16="http://schemas.microsoft.com/office/drawing/2014/main" id="{2AF9E2F9-2B05-49C2-9C11-BBF5A4B8D831}"/>
              </a:ext>
            </a:extLst>
          </p:cNvPr>
          <p:cNvSpPr>
            <a:spLocks/>
          </p:cNvSpPr>
          <p:nvPr/>
        </p:nvSpPr>
        <p:spPr>
          <a:xfrm>
            <a:off x="15524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" name="data_4507">
            <a:extLst>
              <a:ext uri="{FF2B5EF4-FFF2-40B4-BE49-F238E27FC236}">
                <a16:creationId xmlns:a16="http://schemas.microsoft.com/office/drawing/2014/main" id="{1AFD01D1-488D-4856-B995-551B86C07312}"/>
              </a:ext>
            </a:extLst>
          </p:cNvPr>
          <p:cNvSpPr>
            <a:spLocks/>
          </p:cNvSpPr>
          <p:nvPr/>
        </p:nvSpPr>
        <p:spPr>
          <a:xfrm>
            <a:off x="1534698" y="34739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" name="data_4508">
            <a:extLst>
              <a:ext uri="{FF2B5EF4-FFF2-40B4-BE49-F238E27FC236}">
                <a16:creationId xmlns:a16="http://schemas.microsoft.com/office/drawing/2014/main" id="{9E12841C-E2D2-412C-A77E-996C15ED7372}"/>
              </a:ext>
            </a:extLst>
          </p:cNvPr>
          <p:cNvSpPr>
            <a:spLocks/>
          </p:cNvSpPr>
          <p:nvPr/>
        </p:nvSpPr>
        <p:spPr>
          <a:xfrm>
            <a:off x="1511722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" name="data_4509">
            <a:extLst>
              <a:ext uri="{FF2B5EF4-FFF2-40B4-BE49-F238E27FC236}">
                <a16:creationId xmlns:a16="http://schemas.microsoft.com/office/drawing/2014/main" id="{739B292F-D0F7-427E-A848-73A263405A36}"/>
              </a:ext>
            </a:extLst>
          </p:cNvPr>
          <p:cNvSpPr>
            <a:spLocks/>
          </p:cNvSpPr>
          <p:nvPr/>
        </p:nvSpPr>
        <p:spPr>
          <a:xfrm>
            <a:off x="14971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" name="data_4510">
            <a:extLst>
              <a:ext uri="{FF2B5EF4-FFF2-40B4-BE49-F238E27FC236}">
                <a16:creationId xmlns:a16="http://schemas.microsoft.com/office/drawing/2014/main" id="{9BD357A6-03A3-4922-8743-86C35B7FDA06}"/>
              </a:ext>
            </a:extLst>
          </p:cNvPr>
          <p:cNvSpPr>
            <a:spLocks/>
          </p:cNvSpPr>
          <p:nvPr/>
        </p:nvSpPr>
        <p:spPr>
          <a:xfrm>
            <a:off x="151682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" name="data_4511">
            <a:extLst>
              <a:ext uri="{FF2B5EF4-FFF2-40B4-BE49-F238E27FC236}">
                <a16:creationId xmlns:a16="http://schemas.microsoft.com/office/drawing/2014/main" id="{A72684A6-170D-4C47-93B4-EA9C42C6151A}"/>
              </a:ext>
            </a:extLst>
          </p:cNvPr>
          <p:cNvSpPr>
            <a:spLocks/>
          </p:cNvSpPr>
          <p:nvPr/>
        </p:nvSpPr>
        <p:spPr>
          <a:xfrm>
            <a:off x="144983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" name="data_4512">
            <a:extLst>
              <a:ext uri="{FF2B5EF4-FFF2-40B4-BE49-F238E27FC236}">
                <a16:creationId xmlns:a16="http://schemas.microsoft.com/office/drawing/2014/main" id="{45DCD312-1352-49B2-884B-F4105BCCDED1}"/>
              </a:ext>
            </a:extLst>
          </p:cNvPr>
          <p:cNvSpPr>
            <a:spLocks/>
          </p:cNvSpPr>
          <p:nvPr/>
        </p:nvSpPr>
        <p:spPr>
          <a:xfrm>
            <a:off x="14408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" name="data_4513">
            <a:extLst>
              <a:ext uri="{FF2B5EF4-FFF2-40B4-BE49-F238E27FC236}">
                <a16:creationId xmlns:a16="http://schemas.microsoft.com/office/drawing/2014/main" id="{139A0DD8-192B-4298-B7BD-1B961C3D91AA}"/>
              </a:ext>
            </a:extLst>
          </p:cNvPr>
          <p:cNvSpPr>
            <a:spLocks/>
          </p:cNvSpPr>
          <p:nvPr/>
        </p:nvSpPr>
        <p:spPr>
          <a:xfrm>
            <a:off x="1463801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" name="data_4514">
            <a:extLst>
              <a:ext uri="{FF2B5EF4-FFF2-40B4-BE49-F238E27FC236}">
                <a16:creationId xmlns:a16="http://schemas.microsoft.com/office/drawing/2014/main" id="{EA4BFBF8-D7E6-4E40-BA70-4AAD14765E4A}"/>
              </a:ext>
            </a:extLst>
          </p:cNvPr>
          <p:cNvSpPr>
            <a:spLocks/>
          </p:cNvSpPr>
          <p:nvPr/>
        </p:nvSpPr>
        <p:spPr>
          <a:xfrm>
            <a:off x="1407384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" name="data_4515">
            <a:extLst>
              <a:ext uri="{FF2B5EF4-FFF2-40B4-BE49-F238E27FC236}">
                <a16:creationId xmlns:a16="http://schemas.microsoft.com/office/drawing/2014/main" id="{FB7D7B04-DB29-4984-BCE7-A181734892CA}"/>
              </a:ext>
            </a:extLst>
          </p:cNvPr>
          <p:cNvSpPr>
            <a:spLocks/>
          </p:cNvSpPr>
          <p:nvPr/>
        </p:nvSpPr>
        <p:spPr>
          <a:xfrm>
            <a:off x="140680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" name="data_4516">
            <a:extLst>
              <a:ext uri="{FF2B5EF4-FFF2-40B4-BE49-F238E27FC236}">
                <a16:creationId xmlns:a16="http://schemas.microsoft.com/office/drawing/2014/main" id="{D24E65E2-DEB6-487C-8490-0586747ABA84}"/>
              </a:ext>
            </a:extLst>
          </p:cNvPr>
          <p:cNvSpPr>
            <a:spLocks/>
          </p:cNvSpPr>
          <p:nvPr/>
        </p:nvSpPr>
        <p:spPr>
          <a:xfrm>
            <a:off x="1472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" name="data_4517">
            <a:extLst>
              <a:ext uri="{FF2B5EF4-FFF2-40B4-BE49-F238E27FC236}">
                <a16:creationId xmlns:a16="http://schemas.microsoft.com/office/drawing/2014/main" id="{A91245AC-9901-4C4E-B807-DE1BDEDACB85}"/>
              </a:ext>
            </a:extLst>
          </p:cNvPr>
          <p:cNvSpPr>
            <a:spLocks/>
          </p:cNvSpPr>
          <p:nvPr/>
        </p:nvSpPr>
        <p:spPr>
          <a:xfrm>
            <a:off x="15011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" name="data_4518">
            <a:extLst>
              <a:ext uri="{FF2B5EF4-FFF2-40B4-BE49-F238E27FC236}">
                <a16:creationId xmlns:a16="http://schemas.microsoft.com/office/drawing/2014/main" id="{6C32A2BF-ED13-455E-B442-DDF637B073E5}"/>
              </a:ext>
            </a:extLst>
          </p:cNvPr>
          <p:cNvSpPr>
            <a:spLocks/>
          </p:cNvSpPr>
          <p:nvPr/>
        </p:nvSpPr>
        <p:spPr>
          <a:xfrm>
            <a:off x="148730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" name="data_4519">
            <a:extLst>
              <a:ext uri="{FF2B5EF4-FFF2-40B4-BE49-F238E27FC236}">
                <a16:creationId xmlns:a16="http://schemas.microsoft.com/office/drawing/2014/main" id="{C19AD20E-DB15-4BF1-997D-7D90A4B1DA34}"/>
              </a:ext>
            </a:extLst>
          </p:cNvPr>
          <p:cNvSpPr>
            <a:spLocks/>
          </p:cNvSpPr>
          <p:nvPr/>
        </p:nvSpPr>
        <p:spPr>
          <a:xfrm>
            <a:off x="1530703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" name="data_4520">
            <a:extLst>
              <a:ext uri="{FF2B5EF4-FFF2-40B4-BE49-F238E27FC236}">
                <a16:creationId xmlns:a16="http://schemas.microsoft.com/office/drawing/2014/main" id="{A5AA07D1-2D0D-4C24-A4C8-8CEB6154CD2A}"/>
              </a:ext>
            </a:extLst>
          </p:cNvPr>
          <p:cNvSpPr>
            <a:spLocks/>
          </p:cNvSpPr>
          <p:nvPr/>
        </p:nvSpPr>
        <p:spPr>
          <a:xfrm>
            <a:off x="13988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" name="data_4521">
            <a:extLst>
              <a:ext uri="{FF2B5EF4-FFF2-40B4-BE49-F238E27FC236}">
                <a16:creationId xmlns:a16="http://schemas.microsoft.com/office/drawing/2014/main" id="{E7EA0D11-824D-4ECC-83B6-CABC14AAB2BF}"/>
              </a:ext>
            </a:extLst>
          </p:cNvPr>
          <p:cNvSpPr>
            <a:spLocks/>
          </p:cNvSpPr>
          <p:nvPr/>
        </p:nvSpPr>
        <p:spPr>
          <a:xfrm>
            <a:off x="14072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" name="data_4522">
            <a:extLst>
              <a:ext uri="{FF2B5EF4-FFF2-40B4-BE49-F238E27FC236}">
                <a16:creationId xmlns:a16="http://schemas.microsoft.com/office/drawing/2014/main" id="{9FD10419-4E98-4F18-AB2D-86AAD33CCCBB}"/>
              </a:ext>
            </a:extLst>
          </p:cNvPr>
          <p:cNvSpPr>
            <a:spLocks/>
          </p:cNvSpPr>
          <p:nvPr/>
        </p:nvSpPr>
        <p:spPr>
          <a:xfrm>
            <a:off x="1363147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" name="data_4523">
            <a:extLst>
              <a:ext uri="{FF2B5EF4-FFF2-40B4-BE49-F238E27FC236}">
                <a16:creationId xmlns:a16="http://schemas.microsoft.com/office/drawing/2014/main" id="{5BCE86BB-A145-4647-A61F-22F90DE85376}"/>
              </a:ext>
            </a:extLst>
          </p:cNvPr>
          <p:cNvSpPr>
            <a:spLocks/>
          </p:cNvSpPr>
          <p:nvPr/>
        </p:nvSpPr>
        <p:spPr>
          <a:xfrm>
            <a:off x="149098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" name="data_4524">
            <a:extLst>
              <a:ext uri="{FF2B5EF4-FFF2-40B4-BE49-F238E27FC236}">
                <a16:creationId xmlns:a16="http://schemas.microsoft.com/office/drawing/2014/main" id="{B88BF24C-9FAB-4009-A6AC-9784593B855C}"/>
              </a:ext>
            </a:extLst>
          </p:cNvPr>
          <p:cNvSpPr>
            <a:spLocks/>
          </p:cNvSpPr>
          <p:nvPr/>
        </p:nvSpPr>
        <p:spPr>
          <a:xfrm>
            <a:off x="13883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" name="data_4525">
            <a:extLst>
              <a:ext uri="{FF2B5EF4-FFF2-40B4-BE49-F238E27FC236}">
                <a16:creationId xmlns:a16="http://schemas.microsoft.com/office/drawing/2014/main" id="{8504FD62-02E0-4E0A-8106-A59C9EEB2641}"/>
              </a:ext>
            </a:extLst>
          </p:cNvPr>
          <p:cNvSpPr>
            <a:spLocks/>
          </p:cNvSpPr>
          <p:nvPr/>
        </p:nvSpPr>
        <p:spPr>
          <a:xfrm>
            <a:off x="15474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" name="data_4526">
            <a:extLst>
              <a:ext uri="{FF2B5EF4-FFF2-40B4-BE49-F238E27FC236}">
                <a16:creationId xmlns:a16="http://schemas.microsoft.com/office/drawing/2014/main" id="{30333627-40A0-4F45-821B-78B1E1262EB9}"/>
              </a:ext>
            </a:extLst>
          </p:cNvPr>
          <p:cNvSpPr>
            <a:spLocks/>
          </p:cNvSpPr>
          <p:nvPr/>
        </p:nvSpPr>
        <p:spPr>
          <a:xfrm>
            <a:off x="1432952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" name="data_4527">
            <a:extLst>
              <a:ext uri="{FF2B5EF4-FFF2-40B4-BE49-F238E27FC236}">
                <a16:creationId xmlns:a16="http://schemas.microsoft.com/office/drawing/2014/main" id="{CE60809B-39A3-4B83-BFF4-FA0C6863001C}"/>
              </a:ext>
            </a:extLst>
          </p:cNvPr>
          <p:cNvSpPr>
            <a:spLocks/>
          </p:cNvSpPr>
          <p:nvPr/>
        </p:nvSpPr>
        <p:spPr>
          <a:xfrm>
            <a:off x="1455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" name="data_4528">
            <a:extLst>
              <a:ext uri="{FF2B5EF4-FFF2-40B4-BE49-F238E27FC236}">
                <a16:creationId xmlns:a16="http://schemas.microsoft.com/office/drawing/2014/main" id="{96D046CB-8E55-4187-B001-6827899CE001}"/>
              </a:ext>
            </a:extLst>
          </p:cNvPr>
          <p:cNvSpPr>
            <a:spLocks/>
          </p:cNvSpPr>
          <p:nvPr/>
        </p:nvSpPr>
        <p:spPr>
          <a:xfrm>
            <a:off x="1387804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" name="data_4529">
            <a:extLst>
              <a:ext uri="{FF2B5EF4-FFF2-40B4-BE49-F238E27FC236}">
                <a16:creationId xmlns:a16="http://schemas.microsoft.com/office/drawing/2014/main" id="{3176196B-F210-4B8C-A41A-E2A5F14A75FD}"/>
              </a:ext>
            </a:extLst>
          </p:cNvPr>
          <p:cNvSpPr>
            <a:spLocks/>
          </p:cNvSpPr>
          <p:nvPr/>
        </p:nvSpPr>
        <p:spPr>
          <a:xfrm>
            <a:off x="144442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" name="data_4530">
            <a:extLst>
              <a:ext uri="{FF2B5EF4-FFF2-40B4-BE49-F238E27FC236}">
                <a16:creationId xmlns:a16="http://schemas.microsoft.com/office/drawing/2014/main" id="{81B98E7D-432C-4B40-9B3A-49D108FC0A21}"/>
              </a:ext>
            </a:extLst>
          </p:cNvPr>
          <p:cNvSpPr>
            <a:spLocks/>
          </p:cNvSpPr>
          <p:nvPr/>
        </p:nvSpPr>
        <p:spPr>
          <a:xfrm>
            <a:off x="1537530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" name="data_4531">
            <a:extLst>
              <a:ext uri="{FF2B5EF4-FFF2-40B4-BE49-F238E27FC236}">
                <a16:creationId xmlns:a16="http://schemas.microsoft.com/office/drawing/2014/main" id="{337B6244-DCBE-4B43-AD83-C25B822CCCE7}"/>
              </a:ext>
            </a:extLst>
          </p:cNvPr>
          <p:cNvSpPr>
            <a:spLocks/>
          </p:cNvSpPr>
          <p:nvPr/>
        </p:nvSpPr>
        <p:spPr>
          <a:xfrm>
            <a:off x="15166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" name="data_4532">
            <a:extLst>
              <a:ext uri="{FF2B5EF4-FFF2-40B4-BE49-F238E27FC236}">
                <a16:creationId xmlns:a16="http://schemas.microsoft.com/office/drawing/2014/main" id="{B11E8580-9898-4CAF-8525-2C949038E2EE}"/>
              </a:ext>
            </a:extLst>
          </p:cNvPr>
          <p:cNvSpPr>
            <a:spLocks/>
          </p:cNvSpPr>
          <p:nvPr/>
        </p:nvSpPr>
        <p:spPr>
          <a:xfrm>
            <a:off x="1403893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" name="data_4533">
            <a:extLst>
              <a:ext uri="{FF2B5EF4-FFF2-40B4-BE49-F238E27FC236}">
                <a16:creationId xmlns:a16="http://schemas.microsoft.com/office/drawing/2014/main" id="{14723C69-DACB-4423-9D6D-58B37D27C0D7}"/>
              </a:ext>
            </a:extLst>
          </p:cNvPr>
          <p:cNvSpPr>
            <a:spLocks/>
          </p:cNvSpPr>
          <p:nvPr/>
        </p:nvSpPr>
        <p:spPr>
          <a:xfrm>
            <a:off x="18500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" name="data_4534">
            <a:extLst>
              <a:ext uri="{FF2B5EF4-FFF2-40B4-BE49-F238E27FC236}">
                <a16:creationId xmlns:a16="http://schemas.microsoft.com/office/drawing/2014/main" id="{8078B583-04A5-450E-9831-15101DA7419A}"/>
              </a:ext>
            </a:extLst>
          </p:cNvPr>
          <p:cNvSpPr>
            <a:spLocks/>
          </p:cNvSpPr>
          <p:nvPr/>
        </p:nvSpPr>
        <p:spPr>
          <a:xfrm>
            <a:off x="197116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" name="data_4535">
            <a:extLst>
              <a:ext uri="{FF2B5EF4-FFF2-40B4-BE49-F238E27FC236}">
                <a16:creationId xmlns:a16="http://schemas.microsoft.com/office/drawing/2014/main" id="{3FABFDEE-904B-40C5-871E-0806104D97D2}"/>
              </a:ext>
            </a:extLst>
          </p:cNvPr>
          <p:cNvSpPr>
            <a:spLocks/>
          </p:cNvSpPr>
          <p:nvPr/>
        </p:nvSpPr>
        <p:spPr>
          <a:xfrm>
            <a:off x="1954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" name="data_4536">
            <a:extLst>
              <a:ext uri="{FF2B5EF4-FFF2-40B4-BE49-F238E27FC236}">
                <a16:creationId xmlns:a16="http://schemas.microsoft.com/office/drawing/2014/main" id="{787D04E7-A7BC-4154-9F44-72B476FD6AE3}"/>
              </a:ext>
            </a:extLst>
          </p:cNvPr>
          <p:cNvSpPr>
            <a:spLocks/>
          </p:cNvSpPr>
          <p:nvPr/>
        </p:nvSpPr>
        <p:spPr>
          <a:xfrm>
            <a:off x="1957000" y="38110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" name="data_4537">
            <a:extLst>
              <a:ext uri="{FF2B5EF4-FFF2-40B4-BE49-F238E27FC236}">
                <a16:creationId xmlns:a16="http://schemas.microsoft.com/office/drawing/2014/main" id="{88936B25-8BB1-4997-9054-4E60A276453F}"/>
              </a:ext>
            </a:extLst>
          </p:cNvPr>
          <p:cNvSpPr>
            <a:spLocks/>
          </p:cNvSpPr>
          <p:nvPr/>
        </p:nvSpPr>
        <p:spPr>
          <a:xfrm>
            <a:off x="1915451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" name="data_4538">
            <a:extLst>
              <a:ext uri="{FF2B5EF4-FFF2-40B4-BE49-F238E27FC236}">
                <a16:creationId xmlns:a16="http://schemas.microsoft.com/office/drawing/2014/main" id="{9D80F66D-88B6-4872-92B0-8B0FFCC5656B}"/>
              </a:ext>
            </a:extLst>
          </p:cNvPr>
          <p:cNvSpPr>
            <a:spLocks/>
          </p:cNvSpPr>
          <p:nvPr/>
        </p:nvSpPr>
        <p:spPr>
          <a:xfrm>
            <a:off x="19770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" name="data_4539">
            <a:extLst>
              <a:ext uri="{FF2B5EF4-FFF2-40B4-BE49-F238E27FC236}">
                <a16:creationId xmlns:a16="http://schemas.microsoft.com/office/drawing/2014/main" id="{23265993-F1FC-46C0-A890-1CA72C11B811}"/>
              </a:ext>
            </a:extLst>
          </p:cNvPr>
          <p:cNvSpPr>
            <a:spLocks/>
          </p:cNvSpPr>
          <p:nvPr/>
        </p:nvSpPr>
        <p:spPr>
          <a:xfrm>
            <a:off x="18470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" name="data_4540">
            <a:extLst>
              <a:ext uri="{FF2B5EF4-FFF2-40B4-BE49-F238E27FC236}">
                <a16:creationId xmlns:a16="http://schemas.microsoft.com/office/drawing/2014/main" id="{E20892BC-C0C1-4889-B9EC-2E3F0C4C0929}"/>
              </a:ext>
            </a:extLst>
          </p:cNvPr>
          <p:cNvSpPr>
            <a:spLocks/>
          </p:cNvSpPr>
          <p:nvPr/>
        </p:nvSpPr>
        <p:spPr>
          <a:xfrm>
            <a:off x="19139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" name="data_4541">
            <a:extLst>
              <a:ext uri="{FF2B5EF4-FFF2-40B4-BE49-F238E27FC236}">
                <a16:creationId xmlns:a16="http://schemas.microsoft.com/office/drawing/2014/main" id="{1DB60159-B555-44FF-89C0-172DD4362805}"/>
              </a:ext>
            </a:extLst>
          </p:cNvPr>
          <p:cNvSpPr>
            <a:spLocks/>
          </p:cNvSpPr>
          <p:nvPr/>
        </p:nvSpPr>
        <p:spPr>
          <a:xfrm>
            <a:off x="20377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" name="data_4542">
            <a:extLst>
              <a:ext uri="{FF2B5EF4-FFF2-40B4-BE49-F238E27FC236}">
                <a16:creationId xmlns:a16="http://schemas.microsoft.com/office/drawing/2014/main" id="{236C4BE1-85AE-4E45-A479-30675A09F4A7}"/>
              </a:ext>
            </a:extLst>
          </p:cNvPr>
          <p:cNvSpPr>
            <a:spLocks/>
          </p:cNvSpPr>
          <p:nvPr/>
        </p:nvSpPr>
        <p:spPr>
          <a:xfrm>
            <a:off x="1913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" name="data_4543">
            <a:extLst>
              <a:ext uri="{FF2B5EF4-FFF2-40B4-BE49-F238E27FC236}">
                <a16:creationId xmlns:a16="http://schemas.microsoft.com/office/drawing/2014/main" id="{4DED591C-B114-400E-AD54-4167B1A14C08}"/>
              </a:ext>
            </a:extLst>
          </p:cNvPr>
          <p:cNvSpPr>
            <a:spLocks/>
          </p:cNvSpPr>
          <p:nvPr/>
        </p:nvSpPr>
        <p:spPr>
          <a:xfrm>
            <a:off x="1927996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" name="data_4544">
            <a:extLst>
              <a:ext uri="{FF2B5EF4-FFF2-40B4-BE49-F238E27FC236}">
                <a16:creationId xmlns:a16="http://schemas.microsoft.com/office/drawing/2014/main" id="{51E2D0F8-17D5-484A-A09F-BC19AA76A9EB}"/>
              </a:ext>
            </a:extLst>
          </p:cNvPr>
          <p:cNvSpPr>
            <a:spLocks/>
          </p:cNvSpPr>
          <p:nvPr/>
        </p:nvSpPr>
        <p:spPr>
          <a:xfrm>
            <a:off x="184269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" name="data_4545">
            <a:extLst>
              <a:ext uri="{FF2B5EF4-FFF2-40B4-BE49-F238E27FC236}">
                <a16:creationId xmlns:a16="http://schemas.microsoft.com/office/drawing/2014/main" id="{B076FC00-5FDA-4AB0-9487-71059BE24400}"/>
              </a:ext>
            </a:extLst>
          </p:cNvPr>
          <p:cNvSpPr>
            <a:spLocks/>
          </p:cNvSpPr>
          <p:nvPr/>
        </p:nvSpPr>
        <p:spPr>
          <a:xfrm>
            <a:off x="1871378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" name="data_4546">
            <a:extLst>
              <a:ext uri="{FF2B5EF4-FFF2-40B4-BE49-F238E27FC236}">
                <a16:creationId xmlns:a16="http://schemas.microsoft.com/office/drawing/2014/main" id="{0AFBA5CE-FC2F-4233-A6E7-C49766325EC6}"/>
              </a:ext>
            </a:extLst>
          </p:cNvPr>
          <p:cNvSpPr>
            <a:spLocks/>
          </p:cNvSpPr>
          <p:nvPr/>
        </p:nvSpPr>
        <p:spPr>
          <a:xfrm>
            <a:off x="19633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" name="data_4547">
            <a:extLst>
              <a:ext uri="{FF2B5EF4-FFF2-40B4-BE49-F238E27FC236}">
                <a16:creationId xmlns:a16="http://schemas.microsoft.com/office/drawing/2014/main" id="{42C6F851-7B95-4AAE-ACFE-8224B2068F1B}"/>
              </a:ext>
            </a:extLst>
          </p:cNvPr>
          <p:cNvSpPr>
            <a:spLocks/>
          </p:cNvSpPr>
          <p:nvPr/>
        </p:nvSpPr>
        <p:spPr>
          <a:xfrm>
            <a:off x="20203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" name="data_4548">
            <a:extLst>
              <a:ext uri="{FF2B5EF4-FFF2-40B4-BE49-F238E27FC236}">
                <a16:creationId xmlns:a16="http://schemas.microsoft.com/office/drawing/2014/main" id="{47D6734C-0C31-43E8-9A09-F67E1406AD45}"/>
              </a:ext>
            </a:extLst>
          </p:cNvPr>
          <p:cNvSpPr>
            <a:spLocks/>
          </p:cNvSpPr>
          <p:nvPr/>
        </p:nvSpPr>
        <p:spPr>
          <a:xfrm>
            <a:off x="20004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" name="data_4549">
            <a:extLst>
              <a:ext uri="{FF2B5EF4-FFF2-40B4-BE49-F238E27FC236}">
                <a16:creationId xmlns:a16="http://schemas.microsoft.com/office/drawing/2014/main" id="{2CDA5974-A992-4D9B-A87E-17E4B26A7DCD}"/>
              </a:ext>
            </a:extLst>
          </p:cNvPr>
          <p:cNvSpPr>
            <a:spLocks/>
          </p:cNvSpPr>
          <p:nvPr/>
        </p:nvSpPr>
        <p:spPr>
          <a:xfrm>
            <a:off x="19511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" name="data_4550">
            <a:extLst>
              <a:ext uri="{FF2B5EF4-FFF2-40B4-BE49-F238E27FC236}">
                <a16:creationId xmlns:a16="http://schemas.microsoft.com/office/drawing/2014/main" id="{C78E9055-2F62-4BAC-A96E-E822002CE279}"/>
              </a:ext>
            </a:extLst>
          </p:cNvPr>
          <p:cNvSpPr>
            <a:spLocks/>
          </p:cNvSpPr>
          <p:nvPr/>
        </p:nvSpPr>
        <p:spPr>
          <a:xfrm>
            <a:off x="1876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" name="data_4551">
            <a:extLst>
              <a:ext uri="{FF2B5EF4-FFF2-40B4-BE49-F238E27FC236}">
                <a16:creationId xmlns:a16="http://schemas.microsoft.com/office/drawing/2014/main" id="{B88D590A-3177-43D8-8A5C-D9465994656D}"/>
              </a:ext>
            </a:extLst>
          </p:cNvPr>
          <p:cNvSpPr>
            <a:spLocks/>
          </p:cNvSpPr>
          <p:nvPr/>
        </p:nvSpPr>
        <p:spPr>
          <a:xfrm>
            <a:off x="1947682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" name="data_4552">
            <a:extLst>
              <a:ext uri="{FF2B5EF4-FFF2-40B4-BE49-F238E27FC236}">
                <a16:creationId xmlns:a16="http://schemas.microsoft.com/office/drawing/2014/main" id="{2DB9FBDE-C212-4B65-A22C-E14854A36C4E}"/>
              </a:ext>
            </a:extLst>
          </p:cNvPr>
          <p:cNvSpPr>
            <a:spLocks/>
          </p:cNvSpPr>
          <p:nvPr/>
        </p:nvSpPr>
        <p:spPr>
          <a:xfrm>
            <a:off x="19639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" name="data_4553">
            <a:extLst>
              <a:ext uri="{FF2B5EF4-FFF2-40B4-BE49-F238E27FC236}">
                <a16:creationId xmlns:a16="http://schemas.microsoft.com/office/drawing/2014/main" id="{16220EF7-BB87-460A-91F7-ADF34AA3C08F}"/>
              </a:ext>
            </a:extLst>
          </p:cNvPr>
          <p:cNvSpPr>
            <a:spLocks/>
          </p:cNvSpPr>
          <p:nvPr/>
        </p:nvSpPr>
        <p:spPr>
          <a:xfrm>
            <a:off x="18801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" name="data_4554">
            <a:extLst>
              <a:ext uri="{FF2B5EF4-FFF2-40B4-BE49-F238E27FC236}">
                <a16:creationId xmlns:a16="http://schemas.microsoft.com/office/drawing/2014/main" id="{FD99DE9B-DF6E-4E80-B767-69C176113714}"/>
              </a:ext>
            </a:extLst>
          </p:cNvPr>
          <p:cNvSpPr>
            <a:spLocks/>
          </p:cNvSpPr>
          <p:nvPr/>
        </p:nvSpPr>
        <p:spPr>
          <a:xfrm>
            <a:off x="1939512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" name="data_4555">
            <a:extLst>
              <a:ext uri="{FF2B5EF4-FFF2-40B4-BE49-F238E27FC236}">
                <a16:creationId xmlns:a16="http://schemas.microsoft.com/office/drawing/2014/main" id="{852698BC-0269-464F-9BA5-3DAC81F69B2D}"/>
              </a:ext>
            </a:extLst>
          </p:cNvPr>
          <p:cNvSpPr>
            <a:spLocks/>
          </p:cNvSpPr>
          <p:nvPr/>
        </p:nvSpPr>
        <p:spPr>
          <a:xfrm>
            <a:off x="18700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" name="data_4556">
            <a:extLst>
              <a:ext uri="{FF2B5EF4-FFF2-40B4-BE49-F238E27FC236}">
                <a16:creationId xmlns:a16="http://schemas.microsoft.com/office/drawing/2014/main" id="{151DD1CE-D7B1-4A7C-814D-9315C5994FBC}"/>
              </a:ext>
            </a:extLst>
          </p:cNvPr>
          <p:cNvSpPr>
            <a:spLocks/>
          </p:cNvSpPr>
          <p:nvPr/>
        </p:nvSpPr>
        <p:spPr>
          <a:xfrm>
            <a:off x="1954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" name="data_4557">
            <a:extLst>
              <a:ext uri="{FF2B5EF4-FFF2-40B4-BE49-F238E27FC236}">
                <a16:creationId xmlns:a16="http://schemas.microsoft.com/office/drawing/2014/main" id="{629B8425-B811-4412-BD1A-ED81688F8ECC}"/>
              </a:ext>
            </a:extLst>
          </p:cNvPr>
          <p:cNvSpPr>
            <a:spLocks/>
          </p:cNvSpPr>
          <p:nvPr/>
        </p:nvSpPr>
        <p:spPr>
          <a:xfrm>
            <a:off x="18820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" name="data_4558">
            <a:extLst>
              <a:ext uri="{FF2B5EF4-FFF2-40B4-BE49-F238E27FC236}">
                <a16:creationId xmlns:a16="http://schemas.microsoft.com/office/drawing/2014/main" id="{745B340D-1CF6-402A-AA5A-39C2FA1C48CD}"/>
              </a:ext>
            </a:extLst>
          </p:cNvPr>
          <p:cNvSpPr>
            <a:spLocks/>
          </p:cNvSpPr>
          <p:nvPr/>
        </p:nvSpPr>
        <p:spPr>
          <a:xfrm>
            <a:off x="18457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" name="data_4559">
            <a:extLst>
              <a:ext uri="{FF2B5EF4-FFF2-40B4-BE49-F238E27FC236}">
                <a16:creationId xmlns:a16="http://schemas.microsoft.com/office/drawing/2014/main" id="{4738C031-FE08-4D44-80E3-529C1593E2C3}"/>
              </a:ext>
            </a:extLst>
          </p:cNvPr>
          <p:cNvSpPr>
            <a:spLocks/>
          </p:cNvSpPr>
          <p:nvPr/>
        </p:nvSpPr>
        <p:spPr>
          <a:xfrm>
            <a:off x="1935219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" name="data_4560">
            <a:extLst>
              <a:ext uri="{FF2B5EF4-FFF2-40B4-BE49-F238E27FC236}">
                <a16:creationId xmlns:a16="http://schemas.microsoft.com/office/drawing/2014/main" id="{C54C5386-D339-4547-9D77-F8C6F29C9B8D}"/>
              </a:ext>
            </a:extLst>
          </p:cNvPr>
          <p:cNvSpPr>
            <a:spLocks/>
          </p:cNvSpPr>
          <p:nvPr/>
        </p:nvSpPr>
        <p:spPr>
          <a:xfrm>
            <a:off x="1953367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" name="data_4561">
            <a:extLst>
              <a:ext uri="{FF2B5EF4-FFF2-40B4-BE49-F238E27FC236}">
                <a16:creationId xmlns:a16="http://schemas.microsoft.com/office/drawing/2014/main" id="{4B9C5D6C-9FC1-4013-838D-E879319F8AF1}"/>
              </a:ext>
            </a:extLst>
          </p:cNvPr>
          <p:cNvSpPr>
            <a:spLocks/>
          </p:cNvSpPr>
          <p:nvPr/>
        </p:nvSpPr>
        <p:spPr>
          <a:xfrm>
            <a:off x="20452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" name="data_4562">
            <a:extLst>
              <a:ext uri="{FF2B5EF4-FFF2-40B4-BE49-F238E27FC236}">
                <a16:creationId xmlns:a16="http://schemas.microsoft.com/office/drawing/2014/main" id="{ADA2EE82-47D5-4D28-A57C-62BB8D589F75}"/>
              </a:ext>
            </a:extLst>
          </p:cNvPr>
          <p:cNvSpPr>
            <a:spLocks/>
          </p:cNvSpPr>
          <p:nvPr/>
        </p:nvSpPr>
        <p:spPr>
          <a:xfrm>
            <a:off x="20283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" name="data_4563">
            <a:extLst>
              <a:ext uri="{FF2B5EF4-FFF2-40B4-BE49-F238E27FC236}">
                <a16:creationId xmlns:a16="http://schemas.microsoft.com/office/drawing/2014/main" id="{EF95E9B6-522E-4AB7-9885-1A6FB24F7AF0}"/>
              </a:ext>
            </a:extLst>
          </p:cNvPr>
          <p:cNvSpPr>
            <a:spLocks/>
          </p:cNvSpPr>
          <p:nvPr/>
        </p:nvSpPr>
        <p:spPr>
          <a:xfrm>
            <a:off x="19142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" name="data_4564">
            <a:extLst>
              <a:ext uri="{FF2B5EF4-FFF2-40B4-BE49-F238E27FC236}">
                <a16:creationId xmlns:a16="http://schemas.microsoft.com/office/drawing/2014/main" id="{D797041F-4ACA-43BD-80CB-0A15C4D35BFB}"/>
              </a:ext>
            </a:extLst>
          </p:cNvPr>
          <p:cNvSpPr>
            <a:spLocks/>
          </p:cNvSpPr>
          <p:nvPr/>
        </p:nvSpPr>
        <p:spPr>
          <a:xfrm>
            <a:off x="1930648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" name="data_4565">
            <a:extLst>
              <a:ext uri="{FF2B5EF4-FFF2-40B4-BE49-F238E27FC236}">
                <a16:creationId xmlns:a16="http://schemas.microsoft.com/office/drawing/2014/main" id="{C8C36070-26A2-4E39-9A4F-2D245FA9598C}"/>
              </a:ext>
            </a:extLst>
          </p:cNvPr>
          <p:cNvSpPr>
            <a:spLocks/>
          </p:cNvSpPr>
          <p:nvPr/>
        </p:nvSpPr>
        <p:spPr>
          <a:xfrm>
            <a:off x="196403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" name="data_4566">
            <a:extLst>
              <a:ext uri="{FF2B5EF4-FFF2-40B4-BE49-F238E27FC236}">
                <a16:creationId xmlns:a16="http://schemas.microsoft.com/office/drawing/2014/main" id="{9F441B79-A48A-4011-80CD-2CFBBB28DB6F}"/>
              </a:ext>
            </a:extLst>
          </p:cNvPr>
          <p:cNvSpPr>
            <a:spLocks/>
          </p:cNvSpPr>
          <p:nvPr/>
        </p:nvSpPr>
        <p:spPr>
          <a:xfrm>
            <a:off x="1897537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" name="data_4567">
            <a:extLst>
              <a:ext uri="{FF2B5EF4-FFF2-40B4-BE49-F238E27FC236}">
                <a16:creationId xmlns:a16="http://schemas.microsoft.com/office/drawing/2014/main" id="{A46027B3-5526-4D44-957B-16B7FD616AC1}"/>
              </a:ext>
            </a:extLst>
          </p:cNvPr>
          <p:cNvSpPr>
            <a:spLocks/>
          </p:cNvSpPr>
          <p:nvPr/>
        </p:nvSpPr>
        <p:spPr>
          <a:xfrm>
            <a:off x="185882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" name="data_4568">
            <a:extLst>
              <a:ext uri="{FF2B5EF4-FFF2-40B4-BE49-F238E27FC236}">
                <a16:creationId xmlns:a16="http://schemas.microsoft.com/office/drawing/2014/main" id="{64614EF5-5A55-4093-AF8D-C86691571297}"/>
              </a:ext>
            </a:extLst>
          </p:cNvPr>
          <p:cNvSpPr>
            <a:spLocks/>
          </p:cNvSpPr>
          <p:nvPr/>
        </p:nvSpPr>
        <p:spPr>
          <a:xfrm>
            <a:off x="196572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" name="data_4569">
            <a:extLst>
              <a:ext uri="{FF2B5EF4-FFF2-40B4-BE49-F238E27FC236}">
                <a16:creationId xmlns:a16="http://schemas.microsoft.com/office/drawing/2014/main" id="{32F57BAC-CE3A-4585-82EA-324D628184B6}"/>
              </a:ext>
            </a:extLst>
          </p:cNvPr>
          <p:cNvSpPr>
            <a:spLocks/>
          </p:cNvSpPr>
          <p:nvPr/>
        </p:nvSpPr>
        <p:spPr>
          <a:xfrm>
            <a:off x="19883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" name="data_4570">
            <a:extLst>
              <a:ext uri="{FF2B5EF4-FFF2-40B4-BE49-F238E27FC236}">
                <a16:creationId xmlns:a16="http://schemas.microsoft.com/office/drawing/2014/main" id="{8860365E-C527-4ECA-AD2B-BCE07349EA22}"/>
              </a:ext>
            </a:extLst>
          </p:cNvPr>
          <p:cNvSpPr>
            <a:spLocks/>
          </p:cNvSpPr>
          <p:nvPr/>
        </p:nvSpPr>
        <p:spPr>
          <a:xfrm>
            <a:off x="195414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" name="data_4571">
            <a:extLst>
              <a:ext uri="{FF2B5EF4-FFF2-40B4-BE49-F238E27FC236}">
                <a16:creationId xmlns:a16="http://schemas.microsoft.com/office/drawing/2014/main" id="{28851330-011B-43AF-8D8C-9228D86515D0}"/>
              </a:ext>
            </a:extLst>
          </p:cNvPr>
          <p:cNvSpPr>
            <a:spLocks/>
          </p:cNvSpPr>
          <p:nvPr/>
        </p:nvSpPr>
        <p:spPr>
          <a:xfrm>
            <a:off x="20507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" name="data_4572">
            <a:extLst>
              <a:ext uri="{FF2B5EF4-FFF2-40B4-BE49-F238E27FC236}">
                <a16:creationId xmlns:a16="http://schemas.microsoft.com/office/drawing/2014/main" id="{09A9A716-FF84-4C49-8D11-6220B567EDF7}"/>
              </a:ext>
            </a:extLst>
          </p:cNvPr>
          <p:cNvSpPr>
            <a:spLocks/>
          </p:cNvSpPr>
          <p:nvPr/>
        </p:nvSpPr>
        <p:spPr>
          <a:xfrm>
            <a:off x="18824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" name="data_4573">
            <a:extLst>
              <a:ext uri="{FF2B5EF4-FFF2-40B4-BE49-F238E27FC236}">
                <a16:creationId xmlns:a16="http://schemas.microsoft.com/office/drawing/2014/main" id="{67DABABF-4885-4E9C-9CF5-3F772B367261}"/>
              </a:ext>
            </a:extLst>
          </p:cNvPr>
          <p:cNvSpPr>
            <a:spLocks/>
          </p:cNvSpPr>
          <p:nvPr/>
        </p:nvSpPr>
        <p:spPr>
          <a:xfrm>
            <a:off x="20254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" name="data_4574">
            <a:extLst>
              <a:ext uri="{FF2B5EF4-FFF2-40B4-BE49-F238E27FC236}">
                <a16:creationId xmlns:a16="http://schemas.microsoft.com/office/drawing/2014/main" id="{4A317CDF-089A-4EB8-BBC1-98421923D3B1}"/>
              </a:ext>
            </a:extLst>
          </p:cNvPr>
          <p:cNvSpPr>
            <a:spLocks/>
          </p:cNvSpPr>
          <p:nvPr/>
        </p:nvSpPr>
        <p:spPr>
          <a:xfrm>
            <a:off x="19321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" name="data_4575">
            <a:extLst>
              <a:ext uri="{FF2B5EF4-FFF2-40B4-BE49-F238E27FC236}">
                <a16:creationId xmlns:a16="http://schemas.microsoft.com/office/drawing/2014/main" id="{8F729031-5989-489E-A6D9-149B31C7DCF0}"/>
              </a:ext>
            </a:extLst>
          </p:cNvPr>
          <p:cNvSpPr>
            <a:spLocks/>
          </p:cNvSpPr>
          <p:nvPr/>
        </p:nvSpPr>
        <p:spPr>
          <a:xfrm>
            <a:off x="186555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" name="data_4576">
            <a:extLst>
              <a:ext uri="{FF2B5EF4-FFF2-40B4-BE49-F238E27FC236}">
                <a16:creationId xmlns:a16="http://schemas.microsoft.com/office/drawing/2014/main" id="{483E70E2-CAC6-4A48-BA5B-35ADB1C028E7}"/>
              </a:ext>
            </a:extLst>
          </p:cNvPr>
          <p:cNvSpPr>
            <a:spLocks/>
          </p:cNvSpPr>
          <p:nvPr/>
        </p:nvSpPr>
        <p:spPr>
          <a:xfrm>
            <a:off x="1945280" y="27898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" name="data_4577">
            <a:extLst>
              <a:ext uri="{FF2B5EF4-FFF2-40B4-BE49-F238E27FC236}">
                <a16:creationId xmlns:a16="http://schemas.microsoft.com/office/drawing/2014/main" id="{10480CAB-7870-4B06-B226-C914296F98F2}"/>
              </a:ext>
            </a:extLst>
          </p:cNvPr>
          <p:cNvSpPr>
            <a:spLocks/>
          </p:cNvSpPr>
          <p:nvPr/>
        </p:nvSpPr>
        <p:spPr>
          <a:xfrm>
            <a:off x="19534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" name="data_4578">
            <a:extLst>
              <a:ext uri="{FF2B5EF4-FFF2-40B4-BE49-F238E27FC236}">
                <a16:creationId xmlns:a16="http://schemas.microsoft.com/office/drawing/2014/main" id="{ADE3A08F-C412-4718-B1D3-79CCF1D64C54}"/>
              </a:ext>
            </a:extLst>
          </p:cNvPr>
          <p:cNvSpPr>
            <a:spLocks/>
          </p:cNvSpPr>
          <p:nvPr/>
        </p:nvSpPr>
        <p:spPr>
          <a:xfrm>
            <a:off x="1866344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" name="data_4579">
            <a:extLst>
              <a:ext uri="{FF2B5EF4-FFF2-40B4-BE49-F238E27FC236}">
                <a16:creationId xmlns:a16="http://schemas.microsoft.com/office/drawing/2014/main" id="{26842D40-D578-452C-93EF-1334156C01C5}"/>
              </a:ext>
            </a:extLst>
          </p:cNvPr>
          <p:cNvSpPr>
            <a:spLocks/>
          </p:cNvSpPr>
          <p:nvPr/>
        </p:nvSpPr>
        <p:spPr>
          <a:xfrm>
            <a:off x="190129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" name="data_4580">
            <a:extLst>
              <a:ext uri="{FF2B5EF4-FFF2-40B4-BE49-F238E27FC236}">
                <a16:creationId xmlns:a16="http://schemas.microsoft.com/office/drawing/2014/main" id="{39872BC7-CF31-4770-8F07-6E26981F7E9D}"/>
              </a:ext>
            </a:extLst>
          </p:cNvPr>
          <p:cNvSpPr>
            <a:spLocks/>
          </p:cNvSpPr>
          <p:nvPr/>
        </p:nvSpPr>
        <p:spPr>
          <a:xfrm>
            <a:off x="185132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" name="data_4581">
            <a:extLst>
              <a:ext uri="{FF2B5EF4-FFF2-40B4-BE49-F238E27FC236}">
                <a16:creationId xmlns:a16="http://schemas.microsoft.com/office/drawing/2014/main" id="{9C66A015-EFAD-4832-A27B-59C82288F0C3}"/>
              </a:ext>
            </a:extLst>
          </p:cNvPr>
          <p:cNvSpPr>
            <a:spLocks/>
          </p:cNvSpPr>
          <p:nvPr/>
        </p:nvSpPr>
        <p:spPr>
          <a:xfrm>
            <a:off x="1948232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" name="data_4582">
            <a:extLst>
              <a:ext uri="{FF2B5EF4-FFF2-40B4-BE49-F238E27FC236}">
                <a16:creationId xmlns:a16="http://schemas.microsoft.com/office/drawing/2014/main" id="{C822B73B-8F24-4E52-BC33-8F14B50A316D}"/>
              </a:ext>
            </a:extLst>
          </p:cNvPr>
          <p:cNvSpPr>
            <a:spLocks/>
          </p:cNvSpPr>
          <p:nvPr/>
        </p:nvSpPr>
        <p:spPr>
          <a:xfrm>
            <a:off x="19334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" name="data_4583">
            <a:extLst>
              <a:ext uri="{FF2B5EF4-FFF2-40B4-BE49-F238E27FC236}">
                <a16:creationId xmlns:a16="http://schemas.microsoft.com/office/drawing/2014/main" id="{3A1B95D1-CFE9-44DA-9900-67552D3AC86F}"/>
              </a:ext>
            </a:extLst>
          </p:cNvPr>
          <p:cNvSpPr>
            <a:spLocks/>
          </p:cNvSpPr>
          <p:nvPr/>
        </p:nvSpPr>
        <p:spPr>
          <a:xfrm>
            <a:off x="185164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" name="data_4584">
            <a:extLst>
              <a:ext uri="{FF2B5EF4-FFF2-40B4-BE49-F238E27FC236}">
                <a16:creationId xmlns:a16="http://schemas.microsoft.com/office/drawing/2014/main" id="{535378DC-BBAB-485A-84C5-9F1404074AA4}"/>
              </a:ext>
            </a:extLst>
          </p:cNvPr>
          <p:cNvSpPr>
            <a:spLocks/>
          </p:cNvSpPr>
          <p:nvPr/>
        </p:nvSpPr>
        <p:spPr>
          <a:xfrm>
            <a:off x="198081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" name="data_4585">
            <a:extLst>
              <a:ext uri="{FF2B5EF4-FFF2-40B4-BE49-F238E27FC236}">
                <a16:creationId xmlns:a16="http://schemas.microsoft.com/office/drawing/2014/main" id="{EA8F34D2-8602-47C5-A188-174D664A673E}"/>
              </a:ext>
            </a:extLst>
          </p:cNvPr>
          <p:cNvSpPr>
            <a:spLocks/>
          </p:cNvSpPr>
          <p:nvPr/>
        </p:nvSpPr>
        <p:spPr>
          <a:xfrm>
            <a:off x="1961394" y="2880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" name="data_4586">
            <a:extLst>
              <a:ext uri="{FF2B5EF4-FFF2-40B4-BE49-F238E27FC236}">
                <a16:creationId xmlns:a16="http://schemas.microsoft.com/office/drawing/2014/main" id="{FF944F6C-90C0-4E6A-AABF-97B801F8B8D0}"/>
              </a:ext>
            </a:extLst>
          </p:cNvPr>
          <p:cNvSpPr>
            <a:spLocks/>
          </p:cNvSpPr>
          <p:nvPr/>
        </p:nvSpPr>
        <p:spPr>
          <a:xfrm>
            <a:off x="1899942" y="24861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" name="data_4587">
            <a:extLst>
              <a:ext uri="{FF2B5EF4-FFF2-40B4-BE49-F238E27FC236}">
                <a16:creationId xmlns:a16="http://schemas.microsoft.com/office/drawing/2014/main" id="{D9400439-EA8E-43DD-94B3-581E544BD395}"/>
              </a:ext>
            </a:extLst>
          </p:cNvPr>
          <p:cNvSpPr>
            <a:spLocks/>
          </p:cNvSpPr>
          <p:nvPr/>
        </p:nvSpPr>
        <p:spPr>
          <a:xfrm>
            <a:off x="19939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" name="data_4588">
            <a:extLst>
              <a:ext uri="{FF2B5EF4-FFF2-40B4-BE49-F238E27FC236}">
                <a16:creationId xmlns:a16="http://schemas.microsoft.com/office/drawing/2014/main" id="{F343AB33-48BB-45E7-82A7-D3CF8BC262D9}"/>
              </a:ext>
            </a:extLst>
          </p:cNvPr>
          <p:cNvSpPr>
            <a:spLocks/>
          </p:cNvSpPr>
          <p:nvPr/>
        </p:nvSpPr>
        <p:spPr>
          <a:xfrm>
            <a:off x="19705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" name="data_4589">
            <a:extLst>
              <a:ext uri="{FF2B5EF4-FFF2-40B4-BE49-F238E27FC236}">
                <a16:creationId xmlns:a16="http://schemas.microsoft.com/office/drawing/2014/main" id="{99664662-3DC1-4BF3-8F81-71F158E36E58}"/>
              </a:ext>
            </a:extLst>
          </p:cNvPr>
          <p:cNvSpPr>
            <a:spLocks/>
          </p:cNvSpPr>
          <p:nvPr/>
        </p:nvSpPr>
        <p:spPr>
          <a:xfrm>
            <a:off x="2015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" name="data_4590">
            <a:extLst>
              <a:ext uri="{FF2B5EF4-FFF2-40B4-BE49-F238E27FC236}">
                <a16:creationId xmlns:a16="http://schemas.microsoft.com/office/drawing/2014/main" id="{45BBE03C-E4AE-4F69-903F-B3BE0D4BC978}"/>
              </a:ext>
            </a:extLst>
          </p:cNvPr>
          <p:cNvSpPr>
            <a:spLocks/>
          </p:cNvSpPr>
          <p:nvPr/>
        </p:nvSpPr>
        <p:spPr>
          <a:xfrm>
            <a:off x="19326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" name="data_4591">
            <a:extLst>
              <a:ext uri="{FF2B5EF4-FFF2-40B4-BE49-F238E27FC236}">
                <a16:creationId xmlns:a16="http://schemas.microsoft.com/office/drawing/2014/main" id="{7E29BEDC-951F-4B5E-A937-23D6CF25A2F6}"/>
              </a:ext>
            </a:extLst>
          </p:cNvPr>
          <p:cNvSpPr>
            <a:spLocks/>
          </p:cNvSpPr>
          <p:nvPr/>
        </p:nvSpPr>
        <p:spPr>
          <a:xfrm>
            <a:off x="1906009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" name="data_4592">
            <a:extLst>
              <a:ext uri="{FF2B5EF4-FFF2-40B4-BE49-F238E27FC236}">
                <a16:creationId xmlns:a16="http://schemas.microsoft.com/office/drawing/2014/main" id="{623218B3-80CF-4279-A6CE-957DCCCD0DCC}"/>
              </a:ext>
            </a:extLst>
          </p:cNvPr>
          <p:cNvSpPr>
            <a:spLocks/>
          </p:cNvSpPr>
          <p:nvPr/>
        </p:nvSpPr>
        <p:spPr>
          <a:xfrm>
            <a:off x="19114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" name="data_4593">
            <a:extLst>
              <a:ext uri="{FF2B5EF4-FFF2-40B4-BE49-F238E27FC236}">
                <a16:creationId xmlns:a16="http://schemas.microsoft.com/office/drawing/2014/main" id="{7F29A70C-7E74-401B-9691-C88497AA30DA}"/>
              </a:ext>
            </a:extLst>
          </p:cNvPr>
          <p:cNvSpPr>
            <a:spLocks/>
          </p:cNvSpPr>
          <p:nvPr/>
        </p:nvSpPr>
        <p:spPr>
          <a:xfrm>
            <a:off x="192336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" name="data_4594">
            <a:extLst>
              <a:ext uri="{FF2B5EF4-FFF2-40B4-BE49-F238E27FC236}">
                <a16:creationId xmlns:a16="http://schemas.microsoft.com/office/drawing/2014/main" id="{AB59C1F2-DF48-462C-8358-4430DC732A0F}"/>
              </a:ext>
            </a:extLst>
          </p:cNvPr>
          <p:cNvSpPr>
            <a:spLocks/>
          </p:cNvSpPr>
          <p:nvPr/>
        </p:nvSpPr>
        <p:spPr>
          <a:xfrm>
            <a:off x="19655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" name="data_4595">
            <a:extLst>
              <a:ext uri="{FF2B5EF4-FFF2-40B4-BE49-F238E27FC236}">
                <a16:creationId xmlns:a16="http://schemas.microsoft.com/office/drawing/2014/main" id="{1CDFE490-57AF-401B-8F86-06A380B53EE4}"/>
              </a:ext>
            </a:extLst>
          </p:cNvPr>
          <p:cNvSpPr>
            <a:spLocks/>
          </p:cNvSpPr>
          <p:nvPr/>
        </p:nvSpPr>
        <p:spPr>
          <a:xfrm>
            <a:off x="19863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" name="data_4596">
            <a:extLst>
              <a:ext uri="{FF2B5EF4-FFF2-40B4-BE49-F238E27FC236}">
                <a16:creationId xmlns:a16="http://schemas.microsoft.com/office/drawing/2014/main" id="{A8D11521-4CF6-449B-BC86-086D6D3E2C74}"/>
              </a:ext>
            </a:extLst>
          </p:cNvPr>
          <p:cNvSpPr>
            <a:spLocks/>
          </p:cNvSpPr>
          <p:nvPr/>
        </p:nvSpPr>
        <p:spPr>
          <a:xfrm>
            <a:off x="19200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" name="data_4597">
            <a:extLst>
              <a:ext uri="{FF2B5EF4-FFF2-40B4-BE49-F238E27FC236}">
                <a16:creationId xmlns:a16="http://schemas.microsoft.com/office/drawing/2014/main" id="{82FAEE15-E11F-4092-AE14-FC81DE1164EF}"/>
              </a:ext>
            </a:extLst>
          </p:cNvPr>
          <p:cNvSpPr>
            <a:spLocks/>
          </p:cNvSpPr>
          <p:nvPr/>
        </p:nvSpPr>
        <p:spPr>
          <a:xfrm>
            <a:off x="20203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" name="data_4598">
            <a:extLst>
              <a:ext uri="{FF2B5EF4-FFF2-40B4-BE49-F238E27FC236}">
                <a16:creationId xmlns:a16="http://schemas.microsoft.com/office/drawing/2014/main" id="{D5AE42E2-F0A2-4EE9-B5E9-054A4D1FDBDA}"/>
              </a:ext>
            </a:extLst>
          </p:cNvPr>
          <p:cNvSpPr>
            <a:spLocks/>
          </p:cNvSpPr>
          <p:nvPr/>
        </p:nvSpPr>
        <p:spPr>
          <a:xfrm>
            <a:off x="1978983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" name="data_4599">
            <a:extLst>
              <a:ext uri="{FF2B5EF4-FFF2-40B4-BE49-F238E27FC236}">
                <a16:creationId xmlns:a16="http://schemas.microsoft.com/office/drawing/2014/main" id="{9381B789-B2EF-49BD-AA6B-44DFC4562B71}"/>
              </a:ext>
            </a:extLst>
          </p:cNvPr>
          <p:cNvSpPr>
            <a:spLocks/>
          </p:cNvSpPr>
          <p:nvPr/>
        </p:nvSpPr>
        <p:spPr>
          <a:xfrm>
            <a:off x="2034414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" name="data_4600">
            <a:extLst>
              <a:ext uri="{FF2B5EF4-FFF2-40B4-BE49-F238E27FC236}">
                <a16:creationId xmlns:a16="http://schemas.microsoft.com/office/drawing/2014/main" id="{BAABD69D-D413-4C8D-B1D1-436671C1D51A}"/>
              </a:ext>
            </a:extLst>
          </p:cNvPr>
          <p:cNvSpPr>
            <a:spLocks/>
          </p:cNvSpPr>
          <p:nvPr/>
        </p:nvSpPr>
        <p:spPr>
          <a:xfrm>
            <a:off x="20225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" name="data_4601">
            <a:extLst>
              <a:ext uri="{FF2B5EF4-FFF2-40B4-BE49-F238E27FC236}">
                <a16:creationId xmlns:a16="http://schemas.microsoft.com/office/drawing/2014/main" id="{F7CCD731-474B-4B43-BF25-D9F0F84E1AD5}"/>
              </a:ext>
            </a:extLst>
          </p:cNvPr>
          <p:cNvSpPr>
            <a:spLocks/>
          </p:cNvSpPr>
          <p:nvPr/>
        </p:nvSpPr>
        <p:spPr>
          <a:xfrm>
            <a:off x="20129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" name="data_4602">
            <a:extLst>
              <a:ext uri="{FF2B5EF4-FFF2-40B4-BE49-F238E27FC236}">
                <a16:creationId xmlns:a16="http://schemas.microsoft.com/office/drawing/2014/main" id="{190D3DAE-FEDF-4F87-A984-52ED759D15DE}"/>
              </a:ext>
            </a:extLst>
          </p:cNvPr>
          <p:cNvSpPr>
            <a:spLocks/>
          </p:cNvSpPr>
          <p:nvPr/>
        </p:nvSpPr>
        <p:spPr>
          <a:xfrm>
            <a:off x="1837500" y="3578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" name="data_4603">
            <a:extLst>
              <a:ext uri="{FF2B5EF4-FFF2-40B4-BE49-F238E27FC236}">
                <a16:creationId xmlns:a16="http://schemas.microsoft.com/office/drawing/2014/main" id="{1391BB3A-72CA-4578-B5B9-78CED16B79D5}"/>
              </a:ext>
            </a:extLst>
          </p:cNvPr>
          <p:cNvSpPr>
            <a:spLocks/>
          </p:cNvSpPr>
          <p:nvPr/>
        </p:nvSpPr>
        <p:spPr>
          <a:xfrm>
            <a:off x="20487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" name="data_4604">
            <a:extLst>
              <a:ext uri="{FF2B5EF4-FFF2-40B4-BE49-F238E27FC236}">
                <a16:creationId xmlns:a16="http://schemas.microsoft.com/office/drawing/2014/main" id="{574D7D93-91B5-460D-BEFF-DAFF440D5354}"/>
              </a:ext>
            </a:extLst>
          </p:cNvPr>
          <p:cNvSpPr>
            <a:spLocks/>
          </p:cNvSpPr>
          <p:nvPr/>
        </p:nvSpPr>
        <p:spPr>
          <a:xfrm>
            <a:off x="1945935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" name="data_4605">
            <a:extLst>
              <a:ext uri="{FF2B5EF4-FFF2-40B4-BE49-F238E27FC236}">
                <a16:creationId xmlns:a16="http://schemas.microsoft.com/office/drawing/2014/main" id="{CCBB0539-4517-4A1C-A985-14404C34D233}"/>
              </a:ext>
            </a:extLst>
          </p:cNvPr>
          <p:cNvSpPr>
            <a:spLocks/>
          </p:cNvSpPr>
          <p:nvPr/>
        </p:nvSpPr>
        <p:spPr>
          <a:xfrm>
            <a:off x="20086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" name="data_4606">
            <a:extLst>
              <a:ext uri="{FF2B5EF4-FFF2-40B4-BE49-F238E27FC236}">
                <a16:creationId xmlns:a16="http://schemas.microsoft.com/office/drawing/2014/main" id="{B951C65F-E000-468B-BF77-44498905E995}"/>
              </a:ext>
            </a:extLst>
          </p:cNvPr>
          <p:cNvSpPr>
            <a:spLocks/>
          </p:cNvSpPr>
          <p:nvPr/>
        </p:nvSpPr>
        <p:spPr>
          <a:xfrm>
            <a:off x="19221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" name="data_4607">
            <a:extLst>
              <a:ext uri="{FF2B5EF4-FFF2-40B4-BE49-F238E27FC236}">
                <a16:creationId xmlns:a16="http://schemas.microsoft.com/office/drawing/2014/main" id="{83E85228-5F75-47DE-9681-1C555B49ECC0}"/>
              </a:ext>
            </a:extLst>
          </p:cNvPr>
          <p:cNvSpPr>
            <a:spLocks/>
          </p:cNvSpPr>
          <p:nvPr/>
        </p:nvSpPr>
        <p:spPr>
          <a:xfrm>
            <a:off x="1841234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" name="data_4608">
            <a:extLst>
              <a:ext uri="{FF2B5EF4-FFF2-40B4-BE49-F238E27FC236}">
                <a16:creationId xmlns:a16="http://schemas.microsoft.com/office/drawing/2014/main" id="{F4ED0F0F-D3DE-458F-AA6A-7183D4A4B270}"/>
              </a:ext>
            </a:extLst>
          </p:cNvPr>
          <p:cNvSpPr>
            <a:spLocks/>
          </p:cNvSpPr>
          <p:nvPr/>
        </p:nvSpPr>
        <p:spPr>
          <a:xfrm>
            <a:off x="1929603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" name="data_4609">
            <a:extLst>
              <a:ext uri="{FF2B5EF4-FFF2-40B4-BE49-F238E27FC236}">
                <a16:creationId xmlns:a16="http://schemas.microsoft.com/office/drawing/2014/main" id="{37347056-FAB7-4397-9804-7F139695A0A0}"/>
              </a:ext>
            </a:extLst>
          </p:cNvPr>
          <p:cNvSpPr>
            <a:spLocks/>
          </p:cNvSpPr>
          <p:nvPr/>
        </p:nvSpPr>
        <p:spPr>
          <a:xfrm>
            <a:off x="18589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" name="data_4610">
            <a:extLst>
              <a:ext uri="{FF2B5EF4-FFF2-40B4-BE49-F238E27FC236}">
                <a16:creationId xmlns:a16="http://schemas.microsoft.com/office/drawing/2014/main" id="{03C3506B-3FE8-4F0B-BED6-7BBAD1825899}"/>
              </a:ext>
            </a:extLst>
          </p:cNvPr>
          <p:cNvSpPr>
            <a:spLocks/>
          </p:cNvSpPr>
          <p:nvPr/>
        </p:nvSpPr>
        <p:spPr>
          <a:xfrm>
            <a:off x="189648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" name="data_4611">
            <a:extLst>
              <a:ext uri="{FF2B5EF4-FFF2-40B4-BE49-F238E27FC236}">
                <a16:creationId xmlns:a16="http://schemas.microsoft.com/office/drawing/2014/main" id="{499B6670-08DF-4531-8533-7021A753A0BC}"/>
              </a:ext>
            </a:extLst>
          </p:cNvPr>
          <p:cNvSpPr>
            <a:spLocks/>
          </p:cNvSpPr>
          <p:nvPr/>
        </p:nvSpPr>
        <p:spPr>
          <a:xfrm>
            <a:off x="1973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" name="data_4612">
            <a:extLst>
              <a:ext uri="{FF2B5EF4-FFF2-40B4-BE49-F238E27FC236}">
                <a16:creationId xmlns:a16="http://schemas.microsoft.com/office/drawing/2014/main" id="{11AAED41-53E3-4813-A77C-77692553DB82}"/>
              </a:ext>
            </a:extLst>
          </p:cNvPr>
          <p:cNvSpPr>
            <a:spLocks/>
          </p:cNvSpPr>
          <p:nvPr/>
        </p:nvSpPr>
        <p:spPr>
          <a:xfrm>
            <a:off x="1904356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" name="data_4613">
            <a:extLst>
              <a:ext uri="{FF2B5EF4-FFF2-40B4-BE49-F238E27FC236}">
                <a16:creationId xmlns:a16="http://schemas.microsoft.com/office/drawing/2014/main" id="{F16F0CFF-BCFA-4362-818C-1C6B6526F18F}"/>
              </a:ext>
            </a:extLst>
          </p:cNvPr>
          <p:cNvSpPr>
            <a:spLocks/>
          </p:cNvSpPr>
          <p:nvPr/>
        </p:nvSpPr>
        <p:spPr>
          <a:xfrm>
            <a:off x="2015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" name="data_4614">
            <a:extLst>
              <a:ext uri="{FF2B5EF4-FFF2-40B4-BE49-F238E27FC236}">
                <a16:creationId xmlns:a16="http://schemas.microsoft.com/office/drawing/2014/main" id="{8C437728-8F19-40DD-8E51-FB22B337813B}"/>
              </a:ext>
            </a:extLst>
          </p:cNvPr>
          <p:cNvSpPr>
            <a:spLocks/>
          </p:cNvSpPr>
          <p:nvPr/>
        </p:nvSpPr>
        <p:spPr>
          <a:xfrm>
            <a:off x="20424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" name="data_4615">
            <a:extLst>
              <a:ext uri="{FF2B5EF4-FFF2-40B4-BE49-F238E27FC236}">
                <a16:creationId xmlns:a16="http://schemas.microsoft.com/office/drawing/2014/main" id="{FAAAA1E8-0923-4D70-A3B7-E32FF5D0F5EC}"/>
              </a:ext>
            </a:extLst>
          </p:cNvPr>
          <p:cNvSpPr>
            <a:spLocks/>
          </p:cNvSpPr>
          <p:nvPr/>
        </p:nvSpPr>
        <p:spPr>
          <a:xfrm>
            <a:off x="19460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" name="data_4616">
            <a:extLst>
              <a:ext uri="{FF2B5EF4-FFF2-40B4-BE49-F238E27FC236}">
                <a16:creationId xmlns:a16="http://schemas.microsoft.com/office/drawing/2014/main" id="{95951BF2-5872-443E-AA08-EEA5D2C0414C}"/>
              </a:ext>
            </a:extLst>
          </p:cNvPr>
          <p:cNvSpPr>
            <a:spLocks/>
          </p:cNvSpPr>
          <p:nvPr/>
        </p:nvSpPr>
        <p:spPr>
          <a:xfrm>
            <a:off x="19147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" name="data_4617">
            <a:extLst>
              <a:ext uri="{FF2B5EF4-FFF2-40B4-BE49-F238E27FC236}">
                <a16:creationId xmlns:a16="http://schemas.microsoft.com/office/drawing/2014/main" id="{F4EFF587-AE1E-44E6-BB19-EFD34AD9FF6F}"/>
              </a:ext>
            </a:extLst>
          </p:cNvPr>
          <p:cNvSpPr>
            <a:spLocks/>
          </p:cNvSpPr>
          <p:nvPr/>
        </p:nvSpPr>
        <p:spPr>
          <a:xfrm>
            <a:off x="19203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" name="data_4618">
            <a:extLst>
              <a:ext uri="{FF2B5EF4-FFF2-40B4-BE49-F238E27FC236}">
                <a16:creationId xmlns:a16="http://schemas.microsoft.com/office/drawing/2014/main" id="{94556894-F490-40AD-9778-2EEC3E7C9AC4}"/>
              </a:ext>
            </a:extLst>
          </p:cNvPr>
          <p:cNvSpPr>
            <a:spLocks/>
          </p:cNvSpPr>
          <p:nvPr/>
        </p:nvSpPr>
        <p:spPr>
          <a:xfrm>
            <a:off x="19087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" name="data_4619">
            <a:extLst>
              <a:ext uri="{FF2B5EF4-FFF2-40B4-BE49-F238E27FC236}">
                <a16:creationId xmlns:a16="http://schemas.microsoft.com/office/drawing/2014/main" id="{30864BE7-8F17-41D2-B743-C428FAED3F2B}"/>
              </a:ext>
            </a:extLst>
          </p:cNvPr>
          <p:cNvSpPr>
            <a:spLocks/>
          </p:cNvSpPr>
          <p:nvPr/>
        </p:nvSpPr>
        <p:spPr>
          <a:xfrm>
            <a:off x="20362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" name="data_4620">
            <a:extLst>
              <a:ext uri="{FF2B5EF4-FFF2-40B4-BE49-F238E27FC236}">
                <a16:creationId xmlns:a16="http://schemas.microsoft.com/office/drawing/2014/main" id="{93CD1C19-0818-424A-A7B1-B1E8109713D8}"/>
              </a:ext>
            </a:extLst>
          </p:cNvPr>
          <p:cNvSpPr>
            <a:spLocks/>
          </p:cNvSpPr>
          <p:nvPr/>
        </p:nvSpPr>
        <p:spPr>
          <a:xfrm>
            <a:off x="1870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" name="data_4621">
            <a:extLst>
              <a:ext uri="{FF2B5EF4-FFF2-40B4-BE49-F238E27FC236}">
                <a16:creationId xmlns:a16="http://schemas.microsoft.com/office/drawing/2014/main" id="{12AA4836-51D9-40BF-B50B-8E9A7D0DC026}"/>
              </a:ext>
            </a:extLst>
          </p:cNvPr>
          <p:cNvSpPr>
            <a:spLocks/>
          </p:cNvSpPr>
          <p:nvPr/>
        </p:nvSpPr>
        <p:spPr>
          <a:xfrm>
            <a:off x="1907285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" name="data_4622">
            <a:extLst>
              <a:ext uri="{FF2B5EF4-FFF2-40B4-BE49-F238E27FC236}">
                <a16:creationId xmlns:a16="http://schemas.microsoft.com/office/drawing/2014/main" id="{44D595BD-29B0-4B8A-86F9-D7B3C86420B6}"/>
              </a:ext>
            </a:extLst>
          </p:cNvPr>
          <p:cNvSpPr>
            <a:spLocks/>
          </p:cNvSpPr>
          <p:nvPr/>
        </p:nvSpPr>
        <p:spPr>
          <a:xfrm>
            <a:off x="1919697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" name="data_4623">
            <a:extLst>
              <a:ext uri="{FF2B5EF4-FFF2-40B4-BE49-F238E27FC236}">
                <a16:creationId xmlns:a16="http://schemas.microsoft.com/office/drawing/2014/main" id="{A43B443C-10C9-4D58-97EC-E2C5667ED214}"/>
              </a:ext>
            </a:extLst>
          </p:cNvPr>
          <p:cNvSpPr>
            <a:spLocks/>
          </p:cNvSpPr>
          <p:nvPr/>
        </p:nvSpPr>
        <p:spPr>
          <a:xfrm>
            <a:off x="1988095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" name="data_4624">
            <a:extLst>
              <a:ext uri="{FF2B5EF4-FFF2-40B4-BE49-F238E27FC236}">
                <a16:creationId xmlns:a16="http://schemas.microsoft.com/office/drawing/2014/main" id="{89F5809C-ED10-45DD-9B5F-7F698CB6D23F}"/>
              </a:ext>
            </a:extLst>
          </p:cNvPr>
          <p:cNvSpPr>
            <a:spLocks/>
          </p:cNvSpPr>
          <p:nvPr/>
        </p:nvSpPr>
        <p:spPr>
          <a:xfrm>
            <a:off x="19256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" name="data_4625">
            <a:extLst>
              <a:ext uri="{FF2B5EF4-FFF2-40B4-BE49-F238E27FC236}">
                <a16:creationId xmlns:a16="http://schemas.microsoft.com/office/drawing/2014/main" id="{C780CAE5-6FD7-4C95-B28B-A6DCD901D8F4}"/>
              </a:ext>
            </a:extLst>
          </p:cNvPr>
          <p:cNvSpPr>
            <a:spLocks/>
          </p:cNvSpPr>
          <p:nvPr/>
        </p:nvSpPr>
        <p:spPr>
          <a:xfrm>
            <a:off x="1994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" name="data_4626">
            <a:extLst>
              <a:ext uri="{FF2B5EF4-FFF2-40B4-BE49-F238E27FC236}">
                <a16:creationId xmlns:a16="http://schemas.microsoft.com/office/drawing/2014/main" id="{7AEE35E4-5F43-4B89-A4F1-6D8E42D8271B}"/>
              </a:ext>
            </a:extLst>
          </p:cNvPr>
          <p:cNvSpPr>
            <a:spLocks/>
          </p:cNvSpPr>
          <p:nvPr/>
        </p:nvSpPr>
        <p:spPr>
          <a:xfrm>
            <a:off x="19655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" name="data_4627">
            <a:extLst>
              <a:ext uri="{FF2B5EF4-FFF2-40B4-BE49-F238E27FC236}">
                <a16:creationId xmlns:a16="http://schemas.microsoft.com/office/drawing/2014/main" id="{B3D86D7A-700B-4F31-A5C1-C06AD651241B}"/>
              </a:ext>
            </a:extLst>
          </p:cNvPr>
          <p:cNvSpPr>
            <a:spLocks/>
          </p:cNvSpPr>
          <p:nvPr/>
        </p:nvSpPr>
        <p:spPr>
          <a:xfrm>
            <a:off x="19530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" name="data_4628">
            <a:extLst>
              <a:ext uri="{FF2B5EF4-FFF2-40B4-BE49-F238E27FC236}">
                <a16:creationId xmlns:a16="http://schemas.microsoft.com/office/drawing/2014/main" id="{0CD84E71-A652-4E68-AE9F-3EB40E55879A}"/>
              </a:ext>
            </a:extLst>
          </p:cNvPr>
          <p:cNvSpPr>
            <a:spLocks/>
          </p:cNvSpPr>
          <p:nvPr/>
        </p:nvSpPr>
        <p:spPr>
          <a:xfrm>
            <a:off x="190349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" name="data_4629">
            <a:extLst>
              <a:ext uri="{FF2B5EF4-FFF2-40B4-BE49-F238E27FC236}">
                <a16:creationId xmlns:a16="http://schemas.microsoft.com/office/drawing/2014/main" id="{5EB705B2-755C-4517-9305-69D4C7F308AF}"/>
              </a:ext>
            </a:extLst>
          </p:cNvPr>
          <p:cNvSpPr>
            <a:spLocks/>
          </p:cNvSpPr>
          <p:nvPr/>
        </p:nvSpPr>
        <p:spPr>
          <a:xfrm>
            <a:off x="187501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" name="data_4630">
            <a:extLst>
              <a:ext uri="{FF2B5EF4-FFF2-40B4-BE49-F238E27FC236}">
                <a16:creationId xmlns:a16="http://schemas.microsoft.com/office/drawing/2014/main" id="{0F1A9F8C-E96D-4C71-B62F-9D675C9535AD}"/>
              </a:ext>
            </a:extLst>
          </p:cNvPr>
          <p:cNvSpPr>
            <a:spLocks/>
          </p:cNvSpPr>
          <p:nvPr/>
        </p:nvSpPr>
        <p:spPr>
          <a:xfrm>
            <a:off x="19520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" name="data_4631">
            <a:extLst>
              <a:ext uri="{FF2B5EF4-FFF2-40B4-BE49-F238E27FC236}">
                <a16:creationId xmlns:a16="http://schemas.microsoft.com/office/drawing/2014/main" id="{E1D7765B-1031-432D-8C02-553151CCF723}"/>
              </a:ext>
            </a:extLst>
          </p:cNvPr>
          <p:cNvSpPr>
            <a:spLocks/>
          </p:cNvSpPr>
          <p:nvPr/>
        </p:nvSpPr>
        <p:spPr>
          <a:xfrm>
            <a:off x="18681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" name="data_4632">
            <a:extLst>
              <a:ext uri="{FF2B5EF4-FFF2-40B4-BE49-F238E27FC236}">
                <a16:creationId xmlns:a16="http://schemas.microsoft.com/office/drawing/2014/main" id="{25A6B1E1-B362-4123-942B-FDDB7814AA35}"/>
              </a:ext>
            </a:extLst>
          </p:cNvPr>
          <p:cNvSpPr>
            <a:spLocks/>
          </p:cNvSpPr>
          <p:nvPr/>
        </p:nvSpPr>
        <p:spPr>
          <a:xfrm>
            <a:off x="1880181" y="252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" name="data_4633">
            <a:extLst>
              <a:ext uri="{FF2B5EF4-FFF2-40B4-BE49-F238E27FC236}">
                <a16:creationId xmlns:a16="http://schemas.microsoft.com/office/drawing/2014/main" id="{4171E6AA-55B3-41BD-8559-53F50F7E3A92}"/>
              </a:ext>
            </a:extLst>
          </p:cNvPr>
          <p:cNvSpPr>
            <a:spLocks/>
          </p:cNvSpPr>
          <p:nvPr/>
        </p:nvSpPr>
        <p:spPr>
          <a:xfrm>
            <a:off x="1885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" name="data_4634">
            <a:extLst>
              <a:ext uri="{FF2B5EF4-FFF2-40B4-BE49-F238E27FC236}">
                <a16:creationId xmlns:a16="http://schemas.microsoft.com/office/drawing/2014/main" id="{B877EE05-66F3-4324-9F49-501EF97A9FA1}"/>
              </a:ext>
            </a:extLst>
          </p:cNvPr>
          <p:cNvSpPr>
            <a:spLocks/>
          </p:cNvSpPr>
          <p:nvPr/>
        </p:nvSpPr>
        <p:spPr>
          <a:xfrm>
            <a:off x="1964564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" name="data_4635">
            <a:extLst>
              <a:ext uri="{FF2B5EF4-FFF2-40B4-BE49-F238E27FC236}">
                <a16:creationId xmlns:a16="http://schemas.microsoft.com/office/drawing/2014/main" id="{02FC0531-664C-40EE-937C-B7275C20BB2E}"/>
              </a:ext>
            </a:extLst>
          </p:cNvPr>
          <p:cNvSpPr>
            <a:spLocks/>
          </p:cNvSpPr>
          <p:nvPr/>
        </p:nvSpPr>
        <p:spPr>
          <a:xfrm>
            <a:off x="20290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" name="data_4636">
            <a:extLst>
              <a:ext uri="{FF2B5EF4-FFF2-40B4-BE49-F238E27FC236}">
                <a16:creationId xmlns:a16="http://schemas.microsoft.com/office/drawing/2014/main" id="{7C1C2E83-B005-40E0-B32A-C7AEE235A81D}"/>
              </a:ext>
            </a:extLst>
          </p:cNvPr>
          <p:cNvSpPr>
            <a:spLocks/>
          </p:cNvSpPr>
          <p:nvPr/>
        </p:nvSpPr>
        <p:spPr>
          <a:xfrm>
            <a:off x="19834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" name="data_4637">
            <a:extLst>
              <a:ext uri="{FF2B5EF4-FFF2-40B4-BE49-F238E27FC236}">
                <a16:creationId xmlns:a16="http://schemas.microsoft.com/office/drawing/2014/main" id="{5DB50FAC-18EB-423B-8E24-0590CBA99F96}"/>
              </a:ext>
            </a:extLst>
          </p:cNvPr>
          <p:cNvSpPr>
            <a:spLocks/>
          </p:cNvSpPr>
          <p:nvPr/>
        </p:nvSpPr>
        <p:spPr>
          <a:xfrm>
            <a:off x="2010330" y="25188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" name="data_4638">
            <a:extLst>
              <a:ext uri="{FF2B5EF4-FFF2-40B4-BE49-F238E27FC236}">
                <a16:creationId xmlns:a16="http://schemas.microsoft.com/office/drawing/2014/main" id="{B7110759-752B-4180-A248-1D3D48ADE6B7}"/>
              </a:ext>
            </a:extLst>
          </p:cNvPr>
          <p:cNvSpPr>
            <a:spLocks/>
          </p:cNvSpPr>
          <p:nvPr/>
        </p:nvSpPr>
        <p:spPr>
          <a:xfrm>
            <a:off x="1929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" name="data_4639">
            <a:extLst>
              <a:ext uri="{FF2B5EF4-FFF2-40B4-BE49-F238E27FC236}">
                <a16:creationId xmlns:a16="http://schemas.microsoft.com/office/drawing/2014/main" id="{3E70D90B-959C-4DFD-AF52-0615FF8E5196}"/>
              </a:ext>
            </a:extLst>
          </p:cNvPr>
          <p:cNvSpPr>
            <a:spLocks/>
          </p:cNvSpPr>
          <p:nvPr/>
        </p:nvSpPr>
        <p:spPr>
          <a:xfrm>
            <a:off x="20100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" name="data_4640">
            <a:extLst>
              <a:ext uri="{FF2B5EF4-FFF2-40B4-BE49-F238E27FC236}">
                <a16:creationId xmlns:a16="http://schemas.microsoft.com/office/drawing/2014/main" id="{DA963822-C224-4A22-8CCE-17F2122FBD27}"/>
              </a:ext>
            </a:extLst>
          </p:cNvPr>
          <p:cNvSpPr>
            <a:spLocks/>
          </p:cNvSpPr>
          <p:nvPr/>
        </p:nvSpPr>
        <p:spPr>
          <a:xfrm>
            <a:off x="1996223" y="28889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" name="data_4641">
            <a:extLst>
              <a:ext uri="{FF2B5EF4-FFF2-40B4-BE49-F238E27FC236}">
                <a16:creationId xmlns:a16="http://schemas.microsoft.com/office/drawing/2014/main" id="{3C4E8CB8-7811-4336-A89F-3EC4BA361AD5}"/>
              </a:ext>
            </a:extLst>
          </p:cNvPr>
          <p:cNvSpPr>
            <a:spLocks/>
          </p:cNvSpPr>
          <p:nvPr/>
        </p:nvSpPr>
        <p:spPr>
          <a:xfrm>
            <a:off x="1903798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" name="data_4642">
            <a:extLst>
              <a:ext uri="{FF2B5EF4-FFF2-40B4-BE49-F238E27FC236}">
                <a16:creationId xmlns:a16="http://schemas.microsoft.com/office/drawing/2014/main" id="{F753FFD2-7A20-4D93-B963-6A20CB7D2AB7}"/>
              </a:ext>
            </a:extLst>
          </p:cNvPr>
          <p:cNvSpPr>
            <a:spLocks/>
          </p:cNvSpPr>
          <p:nvPr/>
        </p:nvSpPr>
        <p:spPr>
          <a:xfrm>
            <a:off x="204536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" name="data_4643">
            <a:extLst>
              <a:ext uri="{FF2B5EF4-FFF2-40B4-BE49-F238E27FC236}">
                <a16:creationId xmlns:a16="http://schemas.microsoft.com/office/drawing/2014/main" id="{E13AE2F5-0A73-42C1-8B7E-88A8D3C0534B}"/>
              </a:ext>
            </a:extLst>
          </p:cNvPr>
          <p:cNvSpPr>
            <a:spLocks/>
          </p:cNvSpPr>
          <p:nvPr/>
        </p:nvSpPr>
        <p:spPr>
          <a:xfrm>
            <a:off x="183450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" name="data_4644">
            <a:extLst>
              <a:ext uri="{FF2B5EF4-FFF2-40B4-BE49-F238E27FC236}">
                <a16:creationId xmlns:a16="http://schemas.microsoft.com/office/drawing/2014/main" id="{46CD7BAD-80F3-4443-BE7F-BB54AFC1BB30}"/>
              </a:ext>
            </a:extLst>
          </p:cNvPr>
          <p:cNvSpPr>
            <a:spLocks/>
          </p:cNvSpPr>
          <p:nvPr/>
        </p:nvSpPr>
        <p:spPr>
          <a:xfrm>
            <a:off x="194203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" name="data_4645">
            <a:extLst>
              <a:ext uri="{FF2B5EF4-FFF2-40B4-BE49-F238E27FC236}">
                <a16:creationId xmlns:a16="http://schemas.microsoft.com/office/drawing/2014/main" id="{979DA1A6-2B9E-4370-B236-F0E5A22CBE0E}"/>
              </a:ext>
            </a:extLst>
          </p:cNvPr>
          <p:cNvSpPr>
            <a:spLocks/>
          </p:cNvSpPr>
          <p:nvPr/>
        </p:nvSpPr>
        <p:spPr>
          <a:xfrm>
            <a:off x="1864063" y="2481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" name="data_4646">
            <a:extLst>
              <a:ext uri="{FF2B5EF4-FFF2-40B4-BE49-F238E27FC236}">
                <a16:creationId xmlns:a16="http://schemas.microsoft.com/office/drawing/2014/main" id="{6BEA45A1-90E2-46E3-B69C-7974900DA61B}"/>
              </a:ext>
            </a:extLst>
          </p:cNvPr>
          <p:cNvSpPr>
            <a:spLocks/>
          </p:cNvSpPr>
          <p:nvPr/>
        </p:nvSpPr>
        <p:spPr>
          <a:xfrm>
            <a:off x="202857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" name="data_4647">
            <a:extLst>
              <a:ext uri="{FF2B5EF4-FFF2-40B4-BE49-F238E27FC236}">
                <a16:creationId xmlns:a16="http://schemas.microsoft.com/office/drawing/2014/main" id="{6D08EADA-7115-40B2-98DD-2D0FAB022A89}"/>
              </a:ext>
            </a:extLst>
          </p:cNvPr>
          <p:cNvSpPr>
            <a:spLocks/>
          </p:cNvSpPr>
          <p:nvPr/>
        </p:nvSpPr>
        <p:spPr>
          <a:xfrm>
            <a:off x="18937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" name="data_4648">
            <a:extLst>
              <a:ext uri="{FF2B5EF4-FFF2-40B4-BE49-F238E27FC236}">
                <a16:creationId xmlns:a16="http://schemas.microsoft.com/office/drawing/2014/main" id="{395FEB35-5A4A-44CD-81F4-368C1E268798}"/>
              </a:ext>
            </a:extLst>
          </p:cNvPr>
          <p:cNvSpPr>
            <a:spLocks/>
          </p:cNvSpPr>
          <p:nvPr/>
        </p:nvSpPr>
        <p:spPr>
          <a:xfrm>
            <a:off x="18785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" name="data_4649">
            <a:extLst>
              <a:ext uri="{FF2B5EF4-FFF2-40B4-BE49-F238E27FC236}">
                <a16:creationId xmlns:a16="http://schemas.microsoft.com/office/drawing/2014/main" id="{8C1E0457-7209-41FB-962C-BFCBD92C21D0}"/>
              </a:ext>
            </a:extLst>
          </p:cNvPr>
          <p:cNvSpPr>
            <a:spLocks/>
          </p:cNvSpPr>
          <p:nvPr/>
        </p:nvSpPr>
        <p:spPr>
          <a:xfrm>
            <a:off x="198009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" name="data_4650">
            <a:extLst>
              <a:ext uri="{FF2B5EF4-FFF2-40B4-BE49-F238E27FC236}">
                <a16:creationId xmlns:a16="http://schemas.microsoft.com/office/drawing/2014/main" id="{9F429977-6839-4EDD-882D-533D2799BDE5}"/>
              </a:ext>
            </a:extLst>
          </p:cNvPr>
          <p:cNvSpPr>
            <a:spLocks/>
          </p:cNvSpPr>
          <p:nvPr/>
        </p:nvSpPr>
        <p:spPr>
          <a:xfrm>
            <a:off x="1929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" name="data_4651">
            <a:extLst>
              <a:ext uri="{FF2B5EF4-FFF2-40B4-BE49-F238E27FC236}">
                <a16:creationId xmlns:a16="http://schemas.microsoft.com/office/drawing/2014/main" id="{F3A185AB-277E-4555-9789-9F10E9C9D896}"/>
              </a:ext>
            </a:extLst>
          </p:cNvPr>
          <p:cNvSpPr>
            <a:spLocks/>
          </p:cNvSpPr>
          <p:nvPr/>
        </p:nvSpPr>
        <p:spPr>
          <a:xfrm>
            <a:off x="18617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" name="data_4652">
            <a:extLst>
              <a:ext uri="{FF2B5EF4-FFF2-40B4-BE49-F238E27FC236}">
                <a16:creationId xmlns:a16="http://schemas.microsoft.com/office/drawing/2014/main" id="{8A2AC61F-37F1-440E-A7E9-D057F03AF14E}"/>
              </a:ext>
            </a:extLst>
          </p:cNvPr>
          <p:cNvSpPr>
            <a:spLocks/>
          </p:cNvSpPr>
          <p:nvPr/>
        </p:nvSpPr>
        <p:spPr>
          <a:xfrm>
            <a:off x="186375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" name="data_4653">
            <a:extLst>
              <a:ext uri="{FF2B5EF4-FFF2-40B4-BE49-F238E27FC236}">
                <a16:creationId xmlns:a16="http://schemas.microsoft.com/office/drawing/2014/main" id="{923D1D17-94DA-439A-A3E2-EBF7EBAC52C6}"/>
              </a:ext>
            </a:extLst>
          </p:cNvPr>
          <p:cNvSpPr>
            <a:spLocks/>
          </p:cNvSpPr>
          <p:nvPr/>
        </p:nvSpPr>
        <p:spPr>
          <a:xfrm>
            <a:off x="190773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" name="data_4654">
            <a:extLst>
              <a:ext uri="{FF2B5EF4-FFF2-40B4-BE49-F238E27FC236}">
                <a16:creationId xmlns:a16="http://schemas.microsoft.com/office/drawing/2014/main" id="{12B75D46-22FC-4AE1-A4D8-5B042B1B2E2E}"/>
              </a:ext>
            </a:extLst>
          </p:cNvPr>
          <p:cNvSpPr>
            <a:spLocks/>
          </p:cNvSpPr>
          <p:nvPr/>
        </p:nvSpPr>
        <p:spPr>
          <a:xfrm>
            <a:off x="1951089" y="26869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" name="data_4655">
            <a:extLst>
              <a:ext uri="{FF2B5EF4-FFF2-40B4-BE49-F238E27FC236}">
                <a16:creationId xmlns:a16="http://schemas.microsoft.com/office/drawing/2014/main" id="{A2B32FAA-1938-488A-80B9-81B691F6E54F}"/>
              </a:ext>
            </a:extLst>
          </p:cNvPr>
          <p:cNvSpPr>
            <a:spLocks/>
          </p:cNvSpPr>
          <p:nvPr/>
        </p:nvSpPr>
        <p:spPr>
          <a:xfrm>
            <a:off x="188018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" name="data_4656">
            <a:extLst>
              <a:ext uri="{FF2B5EF4-FFF2-40B4-BE49-F238E27FC236}">
                <a16:creationId xmlns:a16="http://schemas.microsoft.com/office/drawing/2014/main" id="{055E1677-A5EA-4A74-945D-A0807C9E1F91}"/>
              </a:ext>
            </a:extLst>
          </p:cNvPr>
          <p:cNvSpPr>
            <a:spLocks/>
          </p:cNvSpPr>
          <p:nvPr/>
        </p:nvSpPr>
        <p:spPr>
          <a:xfrm>
            <a:off x="1902753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" name="data_4657">
            <a:extLst>
              <a:ext uri="{FF2B5EF4-FFF2-40B4-BE49-F238E27FC236}">
                <a16:creationId xmlns:a16="http://schemas.microsoft.com/office/drawing/2014/main" id="{6CEFE206-A0E2-4888-BEF7-0D255950F31E}"/>
              </a:ext>
            </a:extLst>
          </p:cNvPr>
          <p:cNvSpPr>
            <a:spLocks/>
          </p:cNvSpPr>
          <p:nvPr/>
        </p:nvSpPr>
        <p:spPr>
          <a:xfrm>
            <a:off x="1859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" name="data_4658">
            <a:extLst>
              <a:ext uri="{FF2B5EF4-FFF2-40B4-BE49-F238E27FC236}">
                <a16:creationId xmlns:a16="http://schemas.microsoft.com/office/drawing/2014/main" id="{902AAF42-3F86-4B5E-B016-C06A9C423C0D}"/>
              </a:ext>
            </a:extLst>
          </p:cNvPr>
          <p:cNvSpPr>
            <a:spLocks/>
          </p:cNvSpPr>
          <p:nvPr/>
        </p:nvSpPr>
        <p:spPr>
          <a:xfrm>
            <a:off x="1959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" name="data_4659">
            <a:extLst>
              <a:ext uri="{FF2B5EF4-FFF2-40B4-BE49-F238E27FC236}">
                <a16:creationId xmlns:a16="http://schemas.microsoft.com/office/drawing/2014/main" id="{968F38F7-988A-4B63-899F-5892C6207582}"/>
              </a:ext>
            </a:extLst>
          </p:cNvPr>
          <p:cNvSpPr>
            <a:spLocks/>
          </p:cNvSpPr>
          <p:nvPr/>
        </p:nvSpPr>
        <p:spPr>
          <a:xfrm>
            <a:off x="185650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" name="data_4660">
            <a:extLst>
              <a:ext uri="{FF2B5EF4-FFF2-40B4-BE49-F238E27FC236}">
                <a16:creationId xmlns:a16="http://schemas.microsoft.com/office/drawing/2014/main" id="{44865423-AC7C-4D86-8FC2-DF15B23C3588}"/>
              </a:ext>
            </a:extLst>
          </p:cNvPr>
          <p:cNvSpPr>
            <a:spLocks/>
          </p:cNvSpPr>
          <p:nvPr/>
        </p:nvSpPr>
        <p:spPr>
          <a:xfrm>
            <a:off x="2014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" name="data_4661">
            <a:extLst>
              <a:ext uri="{FF2B5EF4-FFF2-40B4-BE49-F238E27FC236}">
                <a16:creationId xmlns:a16="http://schemas.microsoft.com/office/drawing/2014/main" id="{89EB03FD-98B9-4371-8F6D-72B5897520CC}"/>
              </a:ext>
            </a:extLst>
          </p:cNvPr>
          <p:cNvSpPr>
            <a:spLocks/>
          </p:cNvSpPr>
          <p:nvPr/>
        </p:nvSpPr>
        <p:spPr>
          <a:xfrm>
            <a:off x="193745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" name="data_4662">
            <a:extLst>
              <a:ext uri="{FF2B5EF4-FFF2-40B4-BE49-F238E27FC236}">
                <a16:creationId xmlns:a16="http://schemas.microsoft.com/office/drawing/2014/main" id="{37BB222D-D306-4139-BEB6-3626A8A0CA1B}"/>
              </a:ext>
            </a:extLst>
          </p:cNvPr>
          <p:cNvSpPr>
            <a:spLocks/>
          </p:cNvSpPr>
          <p:nvPr/>
        </p:nvSpPr>
        <p:spPr>
          <a:xfrm>
            <a:off x="199073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" name="data_4663">
            <a:extLst>
              <a:ext uri="{FF2B5EF4-FFF2-40B4-BE49-F238E27FC236}">
                <a16:creationId xmlns:a16="http://schemas.microsoft.com/office/drawing/2014/main" id="{171D3E99-C0A6-47AF-A7BE-46FB8B9EE0A8}"/>
              </a:ext>
            </a:extLst>
          </p:cNvPr>
          <p:cNvSpPr>
            <a:spLocks/>
          </p:cNvSpPr>
          <p:nvPr/>
        </p:nvSpPr>
        <p:spPr>
          <a:xfrm>
            <a:off x="196445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" name="data_4664">
            <a:extLst>
              <a:ext uri="{FF2B5EF4-FFF2-40B4-BE49-F238E27FC236}">
                <a16:creationId xmlns:a16="http://schemas.microsoft.com/office/drawing/2014/main" id="{3CA3E3E2-FAE5-43E6-A59F-3A7D00C4DA67}"/>
              </a:ext>
            </a:extLst>
          </p:cNvPr>
          <p:cNvSpPr>
            <a:spLocks/>
          </p:cNvSpPr>
          <p:nvPr/>
        </p:nvSpPr>
        <p:spPr>
          <a:xfrm>
            <a:off x="188138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" name="data_4665">
            <a:extLst>
              <a:ext uri="{FF2B5EF4-FFF2-40B4-BE49-F238E27FC236}">
                <a16:creationId xmlns:a16="http://schemas.microsoft.com/office/drawing/2014/main" id="{40F47D91-84D9-4C3D-9B4A-333AEEC0A63C}"/>
              </a:ext>
            </a:extLst>
          </p:cNvPr>
          <p:cNvSpPr>
            <a:spLocks/>
          </p:cNvSpPr>
          <p:nvPr/>
        </p:nvSpPr>
        <p:spPr>
          <a:xfrm>
            <a:off x="18372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" name="data_4666">
            <a:extLst>
              <a:ext uri="{FF2B5EF4-FFF2-40B4-BE49-F238E27FC236}">
                <a16:creationId xmlns:a16="http://schemas.microsoft.com/office/drawing/2014/main" id="{DA90DAE7-655D-4A2D-8324-8DB3228A8C99}"/>
              </a:ext>
            </a:extLst>
          </p:cNvPr>
          <p:cNvSpPr>
            <a:spLocks/>
          </p:cNvSpPr>
          <p:nvPr/>
        </p:nvSpPr>
        <p:spPr>
          <a:xfrm>
            <a:off x="19129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" name="data_4667">
            <a:extLst>
              <a:ext uri="{FF2B5EF4-FFF2-40B4-BE49-F238E27FC236}">
                <a16:creationId xmlns:a16="http://schemas.microsoft.com/office/drawing/2014/main" id="{2CBD6FC0-C50D-4CC3-A963-662F089EB5C2}"/>
              </a:ext>
            </a:extLst>
          </p:cNvPr>
          <p:cNvSpPr>
            <a:spLocks/>
          </p:cNvSpPr>
          <p:nvPr/>
        </p:nvSpPr>
        <p:spPr>
          <a:xfrm>
            <a:off x="2020178" y="2753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" name="data_4668">
            <a:extLst>
              <a:ext uri="{FF2B5EF4-FFF2-40B4-BE49-F238E27FC236}">
                <a16:creationId xmlns:a16="http://schemas.microsoft.com/office/drawing/2014/main" id="{FCB8CDA0-9A1E-4682-BC6A-6D1B64C2CAB3}"/>
              </a:ext>
            </a:extLst>
          </p:cNvPr>
          <p:cNvSpPr>
            <a:spLocks/>
          </p:cNvSpPr>
          <p:nvPr/>
        </p:nvSpPr>
        <p:spPr>
          <a:xfrm>
            <a:off x="18345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" name="data_4669">
            <a:extLst>
              <a:ext uri="{FF2B5EF4-FFF2-40B4-BE49-F238E27FC236}">
                <a16:creationId xmlns:a16="http://schemas.microsoft.com/office/drawing/2014/main" id="{138F73B3-C43C-4227-AD98-A13BD72D88F5}"/>
              </a:ext>
            </a:extLst>
          </p:cNvPr>
          <p:cNvSpPr>
            <a:spLocks/>
          </p:cNvSpPr>
          <p:nvPr/>
        </p:nvSpPr>
        <p:spPr>
          <a:xfrm>
            <a:off x="2034869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" name="data_4670">
            <a:extLst>
              <a:ext uri="{FF2B5EF4-FFF2-40B4-BE49-F238E27FC236}">
                <a16:creationId xmlns:a16="http://schemas.microsoft.com/office/drawing/2014/main" id="{74FF5B71-78DD-4E70-A664-20A4F12BDD77}"/>
              </a:ext>
            </a:extLst>
          </p:cNvPr>
          <p:cNvSpPr>
            <a:spLocks/>
          </p:cNvSpPr>
          <p:nvPr/>
        </p:nvSpPr>
        <p:spPr>
          <a:xfrm>
            <a:off x="201831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" name="data_4671">
            <a:extLst>
              <a:ext uri="{FF2B5EF4-FFF2-40B4-BE49-F238E27FC236}">
                <a16:creationId xmlns:a16="http://schemas.microsoft.com/office/drawing/2014/main" id="{14553FB6-4675-43D9-8F8F-B14E14559300}"/>
              </a:ext>
            </a:extLst>
          </p:cNvPr>
          <p:cNvSpPr>
            <a:spLocks/>
          </p:cNvSpPr>
          <p:nvPr/>
        </p:nvSpPr>
        <p:spPr>
          <a:xfrm>
            <a:off x="196812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" name="data_4672">
            <a:extLst>
              <a:ext uri="{FF2B5EF4-FFF2-40B4-BE49-F238E27FC236}">
                <a16:creationId xmlns:a16="http://schemas.microsoft.com/office/drawing/2014/main" id="{4EA0327F-CBAB-4A6C-BDFC-FE120303BF90}"/>
              </a:ext>
            </a:extLst>
          </p:cNvPr>
          <p:cNvSpPr>
            <a:spLocks/>
          </p:cNvSpPr>
          <p:nvPr/>
        </p:nvSpPr>
        <p:spPr>
          <a:xfrm>
            <a:off x="201428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" name="data_4673">
            <a:extLst>
              <a:ext uri="{FF2B5EF4-FFF2-40B4-BE49-F238E27FC236}">
                <a16:creationId xmlns:a16="http://schemas.microsoft.com/office/drawing/2014/main" id="{B98F4A83-93CB-4F96-B207-2634E5B8BEEB}"/>
              </a:ext>
            </a:extLst>
          </p:cNvPr>
          <p:cNvSpPr>
            <a:spLocks/>
          </p:cNvSpPr>
          <p:nvPr/>
        </p:nvSpPr>
        <p:spPr>
          <a:xfrm>
            <a:off x="201471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" name="data_4674">
            <a:extLst>
              <a:ext uri="{FF2B5EF4-FFF2-40B4-BE49-F238E27FC236}">
                <a16:creationId xmlns:a16="http://schemas.microsoft.com/office/drawing/2014/main" id="{76DCDA8B-7D35-445A-95A2-91C2CD1A0395}"/>
              </a:ext>
            </a:extLst>
          </p:cNvPr>
          <p:cNvSpPr>
            <a:spLocks/>
          </p:cNvSpPr>
          <p:nvPr/>
        </p:nvSpPr>
        <p:spPr>
          <a:xfrm>
            <a:off x="19081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" name="data_4675">
            <a:extLst>
              <a:ext uri="{FF2B5EF4-FFF2-40B4-BE49-F238E27FC236}">
                <a16:creationId xmlns:a16="http://schemas.microsoft.com/office/drawing/2014/main" id="{6BDAF183-D0F9-4E39-A211-A0E353055142}"/>
              </a:ext>
            </a:extLst>
          </p:cNvPr>
          <p:cNvSpPr>
            <a:spLocks/>
          </p:cNvSpPr>
          <p:nvPr/>
        </p:nvSpPr>
        <p:spPr>
          <a:xfrm>
            <a:off x="1927461" y="279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" name="data_4676">
            <a:extLst>
              <a:ext uri="{FF2B5EF4-FFF2-40B4-BE49-F238E27FC236}">
                <a16:creationId xmlns:a16="http://schemas.microsoft.com/office/drawing/2014/main" id="{4FB1BA38-CAAE-40F1-BE5A-84C5CF7DA26F}"/>
              </a:ext>
            </a:extLst>
          </p:cNvPr>
          <p:cNvSpPr>
            <a:spLocks/>
          </p:cNvSpPr>
          <p:nvPr/>
        </p:nvSpPr>
        <p:spPr>
          <a:xfrm>
            <a:off x="19441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" name="data_4677">
            <a:extLst>
              <a:ext uri="{FF2B5EF4-FFF2-40B4-BE49-F238E27FC236}">
                <a16:creationId xmlns:a16="http://schemas.microsoft.com/office/drawing/2014/main" id="{2517CBFD-1531-4BF2-B77E-A6791F0D7FBF}"/>
              </a:ext>
            </a:extLst>
          </p:cNvPr>
          <p:cNvSpPr>
            <a:spLocks/>
          </p:cNvSpPr>
          <p:nvPr/>
        </p:nvSpPr>
        <p:spPr>
          <a:xfrm>
            <a:off x="1989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" name="data_4678">
            <a:extLst>
              <a:ext uri="{FF2B5EF4-FFF2-40B4-BE49-F238E27FC236}">
                <a16:creationId xmlns:a16="http://schemas.microsoft.com/office/drawing/2014/main" id="{F927BE6F-A8FE-4146-84B2-A61A5FD45AD8}"/>
              </a:ext>
            </a:extLst>
          </p:cNvPr>
          <p:cNvSpPr>
            <a:spLocks/>
          </p:cNvSpPr>
          <p:nvPr/>
        </p:nvSpPr>
        <p:spPr>
          <a:xfrm>
            <a:off x="20446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" name="data_4679">
            <a:extLst>
              <a:ext uri="{FF2B5EF4-FFF2-40B4-BE49-F238E27FC236}">
                <a16:creationId xmlns:a16="http://schemas.microsoft.com/office/drawing/2014/main" id="{48491B49-DF49-4B9C-959E-FCC5059F056D}"/>
              </a:ext>
            </a:extLst>
          </p:cNvPr>
          <p:cNvSpPr>
            <a:spLocks/>
          </p:cNvSpPr>
          <p:nvPr/>
        </p:nvSpPr>
        <p:spPr>
          <a:xfrm>
            <a:off x="1962954" y="3026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" name="data_4680">
            <a:extLst>
              <a:ext uri="{FF2B5EF4-FFF2-40B4-BE49-F238E27FC236}">
                <a16:creationId xmlns:a16="http://schemas.microsoft.com/office/drawing/2014/main" id="{B7E081F0-3636-4AB4-AB46-87B753860E2F}"/>
              </a:ext>
            </a:extLst>
          </p:cNvPr>
          <p:cNvSpPr>
            <a:spLocks/>
          </p:cNvSpPr>
          <p:nvPr/>
        </p:nvSpPr>
        <p:spPr>
          <a:xfrm>
            <a:off x="19602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" name="data_4681">
            <a:extLst>
              <a:ext uri="{FF2B5EF4-FFF2-40B4-BE49-F238E27FC236}">
                <a16:creationId xmlns:a16="http://schemas.microsoft.com/office/drawing/2014/main" id="{1B311D91-929D-44D7-8AFD-65661C550CF9}"/>
              </a:ext>
            </a:extLst>
          </p:cNvPr>
          <p:cNvSpPr>
            <a:spLocks/>
          </p:cNvSpPr>
          <p:nvPr/>
        </p:nvSpPr>
        <p:spPr>
          <a:xfrm>
            <a:off x="1989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" name="data_4682">
            <a:extLst>
              <a:ext uri="{FF2B5EF4-FFF2-40B4-BE49-F238E27FC236}">
                <a16:creationId xmlns:a16="http://schemas.microsoft.com/office/drawing/2014/main" id="{F7CB00D2-AAF2-4667-9F97-826D7732B087}"/>
              </a:ext>
            </a:extLst>
          </p:cNvPr>
          <p:cNvSpPr>
            <a:spLocks/>
          </p:cNvSpPr>
          <p:nvPr/>
        </p:nvSpPr>
        <p:spPr>
          <a:xfrm>
            <a:off x="1936090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" name="data_4683">
            <a:extLst>
              <a:ext uri="{FF2B5EF4-FFF2-40B4-BE49-F238E27FC236}">
                <a16:creationId xmlns:a16="http://schemas.microsoft.com/office/drawing/2014/main" id="{0D9A74E2-F12C-4E6F-B4B2-6AFEEBFA50B5}"/>
              </a:ext>
            </a:extLst>
          </p:cNvPr>
          <p:cNvSpPr>
            <a:spLocks/>
          </p:cNvSpPr>
          <p:nvPr/>
        </p:nvSpPr>
        <p:spPr>
          <a:xfrm>
            <a:off x="183792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" name="data_4684">
            <a:extLst>
              <a:ext uri="{FF2B5EF4-FFF2-40B4-BE49-F238E27FC236}">
                <a16:creationId xmlns:a16="http://schemas.microsoft.com/office/drawing/2014/main" id="{C7159F19-86E6-429F-BB9C-181F568B30EE}"/>
              </a:ext>
            </a:extLst>
          </p:cNvPr>
          <p:cNvSpPr>
            <a:spLocks/>
          </p:cNvSpPr>
          <p:nvPr/>
        </p:nvSpPr>
        <p:spPr>
          <a:xfrm>
            <a:off x="2018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" name="data_4685">
            <a:extLst>
              <a:ext uri="{FF2B5EF4-FFF2-40B4-BE49-F238E27FC236}">
                <a16:creationId xmlns:a16="http://schemas.microsoft.com/office/drawing/2014/main" id="{961012CE-EC93-4E25-A7F9-0282B702EDB3}"/>
              </a:ext>
            </a:extLst>
          </p:cNvPr>
          <p:cNvSpPr>
            <a:spLocks/>
          </p:cNvSpPr>
          <p:nvPr/>
        </p:nvSpPr>
        <p:spPr>
          <a:xfrm>
            <a:off x="19634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" name="data_4686">
            <a:extLst>
              <a:ext uri="{FF2B5EF4-FFF2-40B4-BE49-F238E27FC236}">
                <a16:creationId xmlns:a16="http://schemas.microsoft.com/office/drawing/2014/main" id="{4DA7B4F5-34EF-450D-82F5-61D842DD439E}"/>
              </a:ext>
            </a:extLst>
          </p:cNvPr>
          <p:cNvSpPr>
            <a:spLocks/>
          </p:cNvSpPr>
          <p:nvPr/>
        </p:nvSpPr>
        <p:spPr>
          <a:xfrm>
            <a:off x="1873351" y="3193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" name="data_4687">
            <a:extLst>
              <a:ext uri="{FF2B5EF4-FFF2-40B4-BE49-F238E27FC236}">
                <a16:creationId xmlns:a16="http://schemas.microsoft.com/office/drawing/2014/main" id="{1CE891F2-3E3B-43DE-A6F8-824EC92F696D}"/>
              </a:ext>
            </a:extLst>
          </p:cNvPr>
          <p:cNvSpPr>
            <a:spLocks/>
          </p:cNvSpPr>
          <p:nvPr/>
        </p:nvSpPr>
        <p:spPr>
          <a:xfrm>
            <a:off x="20498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" name="data_4688">
            <a:extLst>
              <a:ext uri="{FF2B5EF4-FFF2-40B4-BE49-F238E27FC236}">
                <a16:creationId xmlns:a16="http://schemas.microsoft.com/office/drawing/2014/main" id="{99923EC1-D859-4170-8FF6-50056DBAD625}"/>
              </a:ext>
            </a:extLst>
          </p:cNvPr>
          <p:cNvSpPr>
            <a:spLocks/>
          </p:cNvSpPr>
          <p:nvPr/>
        </p:nvSpPr>
        <p:spPr>
          <a:xfrm>
            <a:off x="190747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" name="data_4689">
            <a:extLst>
              <a:ext uri="{FF2B5EF4-FFF2-40B4-BE49-F238E27FC236}">
                <a16:creationId xmlns:a16="http://schemas.microsoft.com/office/drawing/2014/main" id="{32FE54A9-8FB4-4B46-B0DA-6C47649F96BF}"/>
              </a:ext>
            </a:extLst>
          </p:cNvPr>
          <p:cNvSpPr>
            <a:spLocks/>
          </p:cNvSpPr>
          <p:nvPr/>
        </p:nvSpPr>
        <p:spPr>
          <a:xfrm>
            <a:off x="203407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" name="data_4690">
            <a:extLst>
              <a:ext uri="{FF2B5EF4-FFF2-40B4-BE49-F238E27FC236}">
                <a16:creationId xmlns:a16="http://schemas.microsoft.com/office/drawing/2014/main" id="{0F09DF11-5585-481E-B3E3-CC124C99FA16}"/>
              </a:ext>
            </a:extLst>
          </p:cNvPr>
          <p:cNvSpPr>
            <a:spLocks/>
          </p:cNvSpPr>
          <p:nvPr/>
        </p:nvSpPr>
        <p:spPr>
          <a:xfrm>
            <a:off x="18503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" name="data_4691">
            <a:extLst>
              <a:ext uri="{FF2B5EF4-FFF2-40B4-BE49-F238E27FC236}">
                <a16:creationId xmlns:a16="http://schemas.microsoft.com/office/drawing/2014/main" id="{E197C282-526F-4491-A85D-599C5DE1AFA0}"/>
              </a:ext>
            </a:extLst>
          </p:cNvPr>
          <p:cNvSpPr>
            <a:spLocks/>
          </p:cNvSpPr>
          <p:nvPr/>
        </p:nvSpPr>
        <p:spPr>
          <a:xfrm>
            <a:off x="205091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" name="data_4692">
            <a:extLst>
              <a:ext uri="{FF2B5EF4-FFF2-40B4-BE49-F238E27FC236}">
                <a16:creationId xmlns:a16="http://schemas.microsoft.com/office/drawing/2014/main" id="{29309CA3-3836-4A0A-B687-4A5460960713}"/>
              </a:ext>
            </a:extLst>
          </p:cNvPr>
          <p:cNvSpPr>
            <a:spLocks/>
          </p:cNvSpPr>
          <p:nvPr/>
        </p:nvSpPr>
        <p:spPr>
          <a:xfrm>
            <a:off x="20469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" name="data_4693">
            <a:extLst>
              <a:ext uri="{FF2B5EF4-FFF2-40B4-BE49-F238E27FC236}">
                <a16:creationId xmlns:a16="http://schemas.microsoft.com/office/drawing/2014/main" id="{BBA57A5C-4142-4EBF-A108-292A85F0D467}"/>
              </a:ext>
            </a:extLst>
          </p:cNvPr>
          <p:cNvSpPr>
            <a:spLocks/>
          </p:cNvSpPr>
          <p:nvPr/>
        </p:nvSpPr>
        <p:spPr>
          <a:xfrm>
            <a:off x="1997240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" name="data_4694">
            <a:extLst>
              <a:ext uri="{FF2B5EF4-FFF2-40B4-BE49-F238E27FC236}">
                <a16:creationId xmlns:a16="http://schemas.microsoft.com/office/drawing/2014/main" id="{9CFD560E-81A2-4338-8AFB-046734D6CA98}"/>
              </a:ext>
            </a:extLst>
          </p:cNvPr>
          <p:cNvSpPr>
            <a:spLocks/>
          </p:cNvSpPr>
          <p:nvPr/>
        </p:nvSpPr>
        <p:spPr>
          <a:xfrm>
            <a:off x="194321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" name="data_4695">
            <a:extLst>
              <a:ext uri="{FF2B5EF4-FFF2-40B4-BE49-F238E27FC236}">
                <a16:creationId xmlns:a16="http://schemas.microsoft.com/office/drawing/2014/main" id="{AF74E1CF-779D-4996-8BBA-314718760B7C}"/>
              </a:ext>
            </a:extLst>
          </p:cNvPr>
          <p:cNvSpPr>
            <a:spLocks/>
          </p:cNvSpPr>
          <p:nvPr/>
        </p:nvSpPr>
        <p:spPr>
          <a:xfrm>
            <a:off x="188005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" name="data_4696">
            <a:extLst>
              <a:ext uri="{FF2B5EF4-FFF2-40B4-BE49-F238E27FC236}">
                <a16:creationId xmlns:a16="http://schemas.microsoft.com/office/drawing/2014/main" id="{DA37BA35-EAE7-4A3A-8725-505A2927B10B}"/>
              </a:ext>
            </a:extLst>
          </p:cNvPr>
          <p:cNvSpPr>
            <a:spLocks/>
          </p:cNvSpPr>
          <p:nvPr/>
        </p:nvSpPr>
        <p:spPr>
          <a:xfrm>
            <a:off x="200762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" name="data_4697">
            <a:extLst>
              <a:ext uri="{FF2B5EF4-FFF2-40B4-BE49-F238E27FC236}">
                <a16:creationId xmlns:a16="http://schemas.microsoft.com/office/drawing/2014/main" id="{E43466FD-AF8B-427E-AEA6-1811F67818D2}"/>
              </a:ext>
            </a:extLst>
          </p:cNvPr>
          <p:cNvSpPr>
            <a:spLocks/>
          </p:cNvSpPr>
          <p:nvPr/>
        </p:nvSpPr>
        <p:spPr>
          <a:xfrm>
            <a:off x="204210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" name="data_4698">
            <a:extLst>
              <a:ext uri="{FF2B5EF4-FFF2-40B4-BE49-F238E27FC236}">
                <a16:creationId xmlns:a16="http://schemas.microsoft.com/office/drawing/2014/main" id="{1517918F-E3C7-4681-B22E-0DDF5735D762}"/>
              </a:ext>
            </a:extLst>
          </p:cNvPr>
          <p:cNvSpPr>
            <a:spLocks/>
          </p:cNvSpPr>
          <p:nvPr/>
        </p:nvSpPr>
        <p:spPr>
          <a:xfrm>
            <a:off x="1880641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" name="data_4699">
            <a:extLst>
              <a:ext uri="{FF2B5EF4-FFF2-40B4-BE49-F238E27FC236}">
                <a16:creationId xmlns:a16="http://schemas.microsoft.com/office/drawing/2014/main" id="{5BCA2C5B-714E-4E03-AC90-750572B8B7B2}"/>
              </a:ext>
            </a:extLst>
          </p:cNvPr>
          <p:cNvSpPr>
            <a:spLocks/>
          </p:cNvSpPr>
          <p:nvPr/>
        </p:nvSpPr>
        <p:spPr>
          <a:xfrm>
            <a:off x="1862650" y="33847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" name="data_4700">
            <a:extLst>
              <a:ext uri="{FF2B5EF4-FFF2-40B4-BE49-F238E27FC236}">
                <a16:creationId xmlns:a16="http://schemas.microsoft.com/office/drawing/2014/main" id="{38F7E88C-4605-4794-9882-03880D68F50E}"/>
              </a:ext>
            </a:extLst>
          </p:cNvPr>
          <p:cNvSpPr>
            <a:spLocks/>
          </p:cNvSpPr>
          <p:nvPr/>
        </p:nvSpPr>
        <p:spPr>
          <a:xfrm>
            <a:off x="19917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" name="data_4701">
            <a:extLst>
              <a:ext uri="{FF2B5EF4-FFF2-40B4-BE49-F238E27FC236}">
                <a16:creationId xmlns:a16="http://schemas.microsoft.com/office/drawing/2014/main" id="{B1BEAF10-A46A-4345-9DE5-FE2ED0A2F2BA}"/>
              </a:ext>
            </a:extLst>
          </p:cNvPr>
          <p:cNvSpPr>
            <a:spLocks/>
          </p:cNvSpPr>
          <p:nvPr/>
        </p:nvSpPr>
        <p:spPr>
          <a:xfrm>
            <a:off x="1834346" y="2695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" name="data_4702">
            <a:extLst>
              <a:ext uri="{FF2B5EF4-FFF2-40B4-BE49-F238E27FC236}">
                <a16:creationId xmlns:a16="http://schemas.microsoft.com/office/drawing/2014/main" id="{EA96EAE5-7850-42D3-AFEC-0DA46C17DF3B}"/>
              </a:ext>
            </a:extLst>
          </p:cNvPr>
          <p:cNvSpPr>
            <a:spLocks/>
          </p:cNvSpPr>
          <p:nvPr/>
        </p:nvSpPr>
        <p:spPr>
          <a:xfrm>
            <a:off x="190561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" name="data_4703">
            <a:extLst>
              <a:ext uri="{FF2B5EF4-FFF2-40B4-BE49-F238E27FC236}">
                <a16:creationId xmlns:a16="http://schemas.microsoft.com/office/drawing/2014/main" id="{BA652313-949E-4494-80C3-7F3CDC4A93AC}"/>
              </a:ext>
            </a:extLst>
          </p:cNvPr>
          <p:cNvSpPr>
            <a:spLocks/>
          </p:cNvSpPr>
          <p:nvPr/>
        </p:nvSpPr>
        <p:spPr>
          <a:xfrm>
            <a:off x="19060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" name="data_4704">
            <a:extLst>
              <a:ext uri="{FF2B5EF4-FFF2-40B4-BE49-F238E27FC236}">
                <a16:creationId xmlns:a16="http://schemas.microsoft.com/office/drawing/2014/main" id="{E3F47B9A-993A-4B0C-A2B2-DFEE16BD7B84}"/>
              </a:ext>
            </a:extLst>
          </p:cNvPr>
          <p:cNvSpPr>
            <a:spLocks/>
          </p:cNvSpPr>
          <p:nvPr/>
        </p:nvSpPr>
        <p:spPr>
          <a:xfrm>
            <a:off x="19681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" name="data_4705">
            <a:extLst>
              <a:ext uri="{FF2B5EF4-FFF2-40B4-BE49-F238E27FC236}">
                <a16:creationId xmlns:a16="http://schemas.microsoft.com/office/drawing/2014/main" id="{D545C185-7CC2-46FB-A7B8-E508C92EF19F}"/>
              </a:ext>
            </a:extLst>
          </p:cNvPr>
          <p:cNvSpPr>
            <a:spLocks/>
          </p:cNvSpPr>
          <p:nvPr/>
        </p:nvSpPr>
        <p:spPr>
          <a:xfrm>
            <a:off x="199918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" name="data_4706">
            <a:extLst>
              <a:ext uri="{FF2B5EF4-FFF2-40B4-BE49-F238E27FC236}">
                <a16:creationId xmlns:a16="http://schemas.microsoft.com/office/drawing/2014/main" id="{DB68129F-01A1-4427-894E-5687506F7894}"/>
              </a:ext>
            </a:extLst>
          </p:cNvPr>
          <p:cNvSpPr>
            <a:spLocks/>
          </p:cNvSpPr>
          <p:nvPr/>
        </p:nvSpPr>
        <p:spPr>
          <a:xfrm>
            <a:off x="199740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" name="data_4707">
            <a:extLst>
              <a:ext uri="{FF2B5EF4-FFF2-40B4-BE49-F238E27FC236}">
                <a16:creationId xmlns:a16="http://schemas.microsoft.com/office/drawing/2014/main" id="{8E6ACAFC-16C4-4BC1-A986-CAB91A22B493}"/>
              </a:ext>
            </a:extLst>
          </p:cNvPr>
          <p:cNvSpPr>
            <a:spLocks/>
          </p:cNvSpPr>
          <p:nvPr/>
        </p:nvSpPr>
        <p:spPr>
          <a:xfrm>
            <a:off x="199507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" name="data_4708">
            <a:extLst>
              <a:ext uri="{FF2B5EF4-FFF2-40B4-BE49-F238E27FC236}">
                <a16:creationId xmlns:a16="http://schemas.microsoft.com/office/drawing/2014/main" id="{C07E901A-3012-4423-A7EA-973E47456882}"/>
              </a:ext>
            </a:extLst>
          </p:cNvPr>
          <p:cNvSpPr>
            <a:spLocks/>
          </p:cNvSpPr>
          <p:nvPr/>
        </p:nvSpPr>
        <p:spPr>
          <a:xfrm>
            <a:off x="187235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" name="data_4709">
            <a:extLst>
              <a:ext uri="{FF2B5EF4-FFF2-40B4-BE49-F238E27FC236}">
                <a16:creationId xmlns:a16="http://schemas.microsoft.com/office/drawing/2014/main" id="{D8AB697B-7821-4F68-B430-03C310D7B997}"/>
              </a:ext>
            </a:extLst>
          </p:cNvPr>
          <p:cNvSpPr>
            <a:spLocks/>
          </p:cNvSpPr>
          <p:nvPr/>
        </p:nvSpPr>
        <p:spPr>
          <a:xfrm>
            <a:off x="1925744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" name="data_4710">
            <a:extLst>
              <a:ext uri="{FF2B5EF4-FFF2-40B4-BE49-F238E27FC236}">
                <a16:creationId xmlns:a16="http://schemas.microsoft.com/office/drawing/2014/main" id="{693136D2-4419-4C23-96A6-53CD64C7E694}"/>
              </a:ext>
            </a:extLst>
          </p:cNvPr>
          <p:cNvSpPr>
            <a:spLocks/>
          </p:cNvSpPr>
          <p:nvPr/>
        </p:nvSpPr>
        <p:spPr>
          <a:xfrm>
            <a:off x="188789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" name="data_4711">
            <a:extLst>
              <a:ext uri="{FF2B5EF4-FFF2-40B4-BE49-F238E27FC236}">
                <a16:creationId xmlns:a16="http://schemas.microsoft.com/office/drawing/2014/main" id="{89F02FFE-D0C0-49AD-A9AF-B2D495101C51}"/>
              </a:ext>
            </a:extLst>
          </p:cNvPr>
          <p:cNvSpPr>
            <a:spLocks/>
          </p:cNvSpPr>
          <p:nvPr/>
        </p:nvSpPr>
        <p:spPr>
          <a:xfrm>
            <a:off x="19208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" name="data_4712">
            <a:extLst>
              <a:ext uri="{FF2B5EF4-FFF2-40B4-BE49-F238E27FC236}">
                <a16:creationId xmlns:a16="http://schemas.microsoft.com/office/drawing/2014/main" id="{9B742211-B878-49A5-883A-32A62FA3D563}"/>
              </a:ext>
            </a:extLst>
          </p:cNvPr>
          <p:cNvSpPr>
            <a:spLocks/>
          </p:cNvSpPr>
          <p:nvPr/>
        </p:nvSpPr>
        <p:spPr>
          <a:xfrm>
            <a:off x="24663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" name="data_4713">
            <a:extLst>
              <a:ext uri="{FF2B5EF4-FFF2-40B4-BE49-F238E27FC236}">
                <a16:creationId xmlns:a16="http://schemas.microsoft.com/office/drawing/2014/main" id="{698044D8-7876-4189-8531-515761D830EC}"/>
              </a:ext>
            </a:extLst>
          </p:cNvPr>
          <p:cNvSpPr>
            <a:spLocks/>
          </p:cNvSpPr>
          <p:nvPr/>
        </p:nvSpPr>
        <p:spPr>
          <a:xfrm>
            <a:off x="24662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" name="data_4714">
            <a:extLst>
              <a:ext uri="{FF2B5EF4-FFF2-40B4-BE49-F238E27FC236}">
                <a16:creationId xmlns:a16="http://schemas.microsoft.com/office/drawing/2014/main" id="{D5C499C1-16DF-427B-95C7-0F9190F460AA}"/>
              </a:ext>
            </a:extLst>
          </p:cNvPr>
          <p:cNvSpPr>
            <a:spLocks/>
          </p:cNvSpPr>
          <p:nvPr/>
        </p:nvSpPr>
        <p:spPr>
          <a:xfrm>
            <a:off x="24543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" name="data_4715">
            <a:extLst>
              <a:ext uri="{FF2B5EF4-FFF2-40B4-BE49-F238E27FC236}">
                <a16:creationId xmlns:a16="http://schemas.microsoft.com/office/drawing/2014/main" id="{285EC44D-742A-47C9-930B-BB4F5C7C6262}"/>
              </a:ext>
            </a:extLst>
          </p:cNvPr>
          <p:cNvSpPr>
            <a:spLocks/>
          </p:cNvSpPr>
          <p:nvPr/>
        </p:nvSpPr>
        <p:spPr>
          <a:xfrm>
            <a:off x="2476246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" name="data_4716">
            <a:extLst>
              <a:ext uri="{FF2B5EF4-FFF2-40B4-BE49-F238E27FC236}">
                <a16:creationId xmlns:a16="http://schemas.microsoft.com/office/drawing/2014/main" id="{EE160FA6-08E1-4D8F-9D22-8F238F9B3C36}"/>
              </a:ext>
            </a:extLst>
          </p:cNvPr>
          <p:cNvSpPr>
            <a:spLocks/>
          </p:cNvSpPr>
          <p:nvPr/>
        </p:nvSpPr>
        <p:spPr>
          <a:xfrm>
            <a:off x="2382099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" name="data_4717">
            <a:extLst>
              <a:ext uri="{FF2B5EF4-FFF2-40B4-BE49-F238E27FC236}">
                <a16:creationId xmlns:a16="http://schemas.microsoft.com/office/drawing/2014/main" id="{C760E739-33E4-4AAF-9B02-EEB44CBF2200}"/>
              </a:ext>
            </a:extLst>
          </p:cNvPr>
          <p:cNvSpPr>
            <a:spLocks/>
          </p:cNvSpPr>
          <p:nvPr/>
        </p:nvSpPr>
        <p:spPr>
          <a:xfrm>
            <a:off x="24974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" name="data_4718">
            <a:extLst>
              <a:ext uri="{FF2B5EF4-FFF2-40B4-BE49-F238E27FC236}">
                <a16:creationId xmlns:a16="http://schemas.microsoft.com/office/drawing/2014/main" id="{DE1E01AC-E223-4407-BE80-75770BD96D41}"/>
              </a:ext>
            </a:extLst>
          </p:cNvPr>
          <p:cNvSpPr>
            <a:spLocks/>
          </p:cNvSpPr>
          <p:nvPr/>
        </p:nvSpPr>
        <p:spPr>
          <a:xfrm>
            <a:off x="2418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" name="data_4719">
            <a:extLst>
              <a:ext uri="{FF2B5EF4-FFF2-40B4-BE49-F238E27FC236}">
                <a16:creationId xmlns:a16="http://schemas.microsoft.com/office/drawing/2014/main" id="{284BA55E-E695-4483-B027-9F01C145A417}"/>
              </a:ext>
            </a:extLst>
          </p:cNvPr>
          <p:cNvSpPr>
            <a:spLocks/>
          </p:cNvSpPr>
          <p:nvPr/>
        </p:nvSpPr>
        <p:spPr>
          <a:xfrm>
            <a:off x="23156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" name="data_4720">
            <a:extLst>
              <a:ext uri="{FF2B5EF4-FFF2-40B4-BE49-F238E27FC236}">
                <a16:creationId xmlns:a16="http://schemas.microsoft.com/office/drawing/2014/main" id="{732C64C7-D2D4-493B-B546-53BEF44CB319}"/>
              </a:ext>
            </a:extLst>
          </p:cNvPr>
          <p:cNvSpPr>
            <a:spLocks/>
          </p:cNvSpPr>
          <p:nvPr/>
        </p:nvSpPr>
        <p:spPr>
          <a:xfrm>
            <a:off x="2296362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" name="data_4721">
            <a:extLst>
              <a:ext uri="{FF2B5EF4-FFF2-40B4-BE49-F238E27FC236}">
                <a16:creationId xmlns:a16="http://schemas.microsoft.com/office/drawing/2014/main" id="{B6BA23DC-1B6D-42A5-B575-34C201F9726D}"/>
              </a:ext>
            </a:extLst>
          </p:cNvPr>
          <p:cNvSpPr>
            <a:spLocks/>
          </p:cNvSpPr>
          <p:nvPr/>
        </p:nvSpPr>
        <p:spPr>
          <a:xfrm>
            <a:off x="246938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" name="data_4722">
            <a:extLst>
              <a:ext uri="{FF2B5EF4-FFF2-40B4-BE49-F238E27FC236}">
                <a16:creationId xmlns:a16="http://schemas.microsoft.com/office/drawing/2014/main" id="{6E629707-4C2D-4A0D-9540-32FCF3E06F29}"/>
              </a:ext>
            </a:extLst>
          </p:cNvPr>
          <p:cNvSpPr>
            <a:spLocks/>
          </p:cNvSpPr>
          <p:nvPr/>
        </p:nvSpPr>
        <p:spPr>
          <a:xfrm>
            <a:off x="2417195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" name="data_4723">
            <a:extLst>
              <a:ext uri="{FF2B5EF4-FFF2-40B4-BE49-F238E27FC236}">
                <a16:creationId xmlns:a16="http://schemas.microsoft.com/office/drawing/2014/main" id="{568CAE5A-4EB9-4E44-85EB-67CDC2CE4E13}"/>
              </a:ext>
            </a:extLst>
          </p:cNvPr>
          <p:cNvSpPr>
            <a:spLocks/>
          </p:cNvSpPr>
          <p:nvPr/>
        </p:nvSpPr>
        <p:spPr>
          <a:xfrm>
            <a:off x="23480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" name="data_4724">
            <a:extLst>
              <a:ext uri="{FF2B5EF4-FFF2-40B4-BE49-F238E27FC236}">
                <a16:creationId xmlns:a16="http://schemas.microsoft.com/office/drawing/2014/main" id="{FCA4CA8C-CE5E-4133-9593-F1A97EFB35CA}"/>
              </a:ext>
            </a:extLst>
          </p:cNvPr>
          <p:cNvSpPr>
            <a:spLocks/>
          </p:cNvSpPr>
          <p:nvPr/>
        </p:nvSpPr>
        <p:spPr>
          <a:xfrm>
            <a:off x="241134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" name="data_4725">
            <a:extLst>
              <a:ext uri="{FF2B5EF4-FFF2-40B4-BE49-F238E27FC236}">
                <a16:creationId xmlns:a16="http://schemas.microsoft.com/office/drawing/2014/main" id="{2F79AD9F-E9FC-4926-B1FF-BB16F07DC097}"/>
              </a:ext>
            </a:extLst>
          </p:cNvPr>
          <p:cNvSpPr>
            <a:spLocks/>
          </p:cNvSpPr>
          <p:nvPr/>
        </p:nvSpPr>
        <p:spPr>
          <a:xfrm>
            <a:off x="2420269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" name="data_4726">
            <a:extLst>
              <a:ext uri="{FF2B5EF4-FFF2-40B4-BE49-F238E27FC236}">
                <a16:creationId xmlns:a16="http://schemas.microsoft.com/office/drawing/2014/main" id="{1CA992E6-0D68-4529-AD9E-03FF7811CFEB}"/>
              </a:ext>
            </a:extLst>
          </p:cNvPr>
          <p:cNvSpPr>
            <a:spLocks/>
          </p:cNvSpPr>
          <p:nvPr/>
        </p:nvSpPr>
        <p:spPr>
          <a:xfrm>
            <a:off x="23007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" name="data_4727">
            <a:extLst>
              <a:ext uri="{FF2B5EF4-FFF2-40B4-BE49-F238E27FC236}">
                <a16:creationId xmlns:a16="http://schemas.microsoft.com/office/drawing/2014/main" id="{B2EB7C1F-E7BF-4DD6-B366-0F9DD866B590}"/>
              </a:ext>
            </a:extLst>
          </p:cNvPr>
          <p:cNvSpPr>
            <a:spLocks/>
          </p:cNvSpPr>
          <p:nvPr/>
        </p:nvSpPr>
        <p:spPr>
          <a:xfrm>
            <a:off x="2459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" name="data_4728">
            <a:extLst>
              <a:ext uri="{FF2B5EF4-FFF2-40B4-BE49-F238E27FC236}">
                <a16:creationId xmlns:a16="http://schemas.microsoft.com/office/drawing/2014/main" id="{3F8F2969-0E87-49FD-82A8-DCE312713DF6}"/>
              </a:ext>
            </a:extLst>
          </p:cNvPr>
          <p:cNvSpPr>
            <a:spLocks/>
          </p:cNvSpPr>
          <p:nvPr/>
        </p:nvSpPr>
        <p:spPr>
          <a:xfrm>
            <a:off x="24971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" name="data_4729">
            <a:extLst>
              <a:ext uri="{FF2B5EF4-FFF2-40B4-BE49-F238E27FC236}">
                <a16:creationId xmlns:a16="http://schemas.microsoft.com/office/drawing/2014/main" id="{945346B8-0CDC-4D1C-82F1-A08A56C17404}"/>
              </a:ext>
            </a:extLst>
          </p:cNvPr>
          <p:cNvSpPr>
            <a:spLocks/>
          </p:cNvSpPr>
          <p:nvPr/>
        </p:nvSpPr>
        <p:spPr>
          <a:xfrm>
            <a:off x="23884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" name="data_4730">
            <a:extLst>
              <a:ext uri="{FF2B5EF4-FFF2-40B4-BE49-F238E27FC236}">
                <a16:creationId xmlns:a16="http://schemas.microsoft.com/office/drawing/2014/main" id="{8E9C0CCE-BD30-4ABD-9CC5-A7F15919A0E7}"/>
              </a:ext>
            </a:extLst>
          </p:cNvPr>
          <p:cNvSpPr>
            <a:spLocks/>
          </p:cNvSpPr>
          <p:nvPr/>
        </p:nvSpPr>
        <p:spPr>
          <a:xfrm>
            <a:off x="24317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" name="data_4731">
            <a:extLst>
              <a:ext uri="{FF2B5EF4-FFF2-40B4-BE49-F238E27FC236}">
                <a16:creationId xmlns:a16="http://schemas.microsoft.com/office/drawing/2014/main" id="{2DB2D35F-ADE3-4D36-ABA0-E71F2B629B37}"/>
              </a:ext>
            </a:extLst>
          </p:cNvPr>
          <p:cNvSpPr>
            <a:spLocks/>
          </p:cNvSpPr>
          <p:nvPr/>
        </p:nvSpPr>
        <p:spPr>
          <a:xfrm>
            <a:off x="246891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" name="data_4732">
            <a:extLst>
              <a:ext uri="{FF2B5EF4-FFF2-40B4-BE49-F238E27FC236}">
                <a16:creationId xmlns:a16="http://schemas.microsoft.com/office/drawing/2014/main" id="{9BF3F313-5306-4041-89D3-EB830A1ADB2C}"/>
              </a:ext>
            </a:extLst>
          </p:cNvPr>
          <p:cNvSpPr>
            <a:spLocks/>
          </p:cNvSpPr>
          <p:nvPr/>
        </p:nvSpPr>
        <p:spPr>
          <a:xfrm>
            <a:off x="2337436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" name="data_4733">
            <a:extLst>
              <a:ext uri="{FF2B5EF4-FFF2-40B4-BE49-F238E27FC236}">
                <a16:creationId xmlns:a16="http://schemas.microsoft.com/office/drawing/2014/main" id="{B8C80332-74F4-4F9C-8B72-CADC776FEB1A}"/>
              </a:ext>
            </a:extLst>
          </p:cNvPr>
          <p:cNvSpPr>
            <a:spLocks/>
          </p:cNvSpPr>
          <p:nvPr/>
        </p:nvSpPr>
        <p:spPr>
          <a:xfrm>
            <a:off x="242189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" name="data_4734">
            <a:extLst>
              <a:ext uri="{FF2B5EF4-FFF2-40B4-BE49-F238E27FC236}">
                <a16:creationId xmlns:a16="http://schemas.microsoft.com/office/drawing/2014/main" id="{A6900348-7B04-4335-A03F-8950D8FCE01C}"/>
              </a:ext>
            </a:extLst>
          </p:cNvPr>
          <p:cNvSpPr>
            <a:spLocks/>
          </p:cNvSpPr>
          <p:nvPr/>
        </p:nvSpPr>
        <p:spPr>
          <a:xfrm>
            <a:off x="25127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" name="data_4735">
            <a:extLst>
              <a:ext uri="{FF2B5EF4-FFF2-40B4-BE49-F238E27FC236}">
                <a16:creationId xmlns:a16="http://schemas.microsoft.com/office/drawing/2014/main" id="{BCA4CA4A-7927-407F-B6C8-2609021F2AE4}"/>
              </a:ext>
            </a:extLst>
          </p:cNvPr>
          <p:cNvSpPr>
            <a:spLocks/>
          </p:cNvSpPr>
          <p:nvPr/>
        </p:nvSpPr>
        <p:spPr>
          <a:xfrm>
            <a:off x="234171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" name="data_4736">
            <a:extLst>
              <a:ext uri="{FF2B5EF4-FFF2-40B4-BE49-F238E27FC236}">
                <a16:creationId xmlns:a16="http://schemas.microsoft.com/office/drawing/2014/main" id="{053DF42C-B0A1-4DC9-8EE2-DF74E9A9CCC4}"/>
              </a:ext>
            </a:extLst>
          </p:cNvPr>
          <p:cNvSpPr>
            <a:spLocks/>
          </p:cNvSpPr>
          <p:nvPr/>
        </p:nvSpPr>
        <p:spPr>
          <a:xfrm>
            <a:off x="2401134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" name="data_4737">
            <a:extLst>
              <a:ext uri="{FF2B5EF4-FFF2-40B4-BE49-F238E27FC236}">
                <a16:creationId xmlns:a16="http://schemas.microsoft.com/office/drawing/2014/main" id="{5F3F3059-12AF-4575-B1A8-43D7D0B5EBF9}"/>
              </a:ext>
            </a:extLst>
          </p:cNvPr>
          <p:cNvSpPr>
            <a:spLocks/>
          </p:cNvSpPr>
          <p:nvPr/>
        </p:nvSpPr>
        <p:spPr>
          <a:xfrm>
            <a:off x="235770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" name="data_4738">
            <a:extLst>
              <a:ext uri="{FF2B5EF4-FFF2-40B4-BE49-F238E27FC236}">
                <a16:creationId xmlns:a16="http://schemas.microsoft.com/office/drawing/2014/main" id="{2F0C4F55-952F-4D1E-8D0A-1E8A441020B5}"/>
              </a:ext>
            </a:extLst>
          </p:cNvPr>
          <p:cNvSpPr>
            <a:spLocks/>
          </p:cNvSpPr>
          <p:nvPr/>
        </p:nvSpPr>
        <p:spPr>
          <a:xfrm>
            <a:off x="2412045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" name="data_4739">
            <a:extLst>
              <a:ext uri="{FF2B5EF4-FFF2-40B4-BE49-F238E27FC236}">
                <a16:creationId xmlns:a16="http://schemas.microsoft.com/office/drawing/2014/main" id="{6F01E818-ACEF-49BB-BD78-709EC6BC08AE}"/>
              </a:ext>
            </a:extLst>
          </p:cNvPr>
          <p:cNvSpPr>
            <a:spLocks/>
          </p:cNvSpPr>
          <p:nvPr/>
        </p:nvSpPr>
        <p:spPr>
          <a:xfrm>
            <a:off x="2457874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" name="data_4740">
            <a:extLst>
              <a:ext uri="{FF2B5EF4-FFF2-40B4-BE49-F238E27FC236}">
                <a16:creationId xmlns:a16="http://schemas.microsoft.com/office/drawing/2014/main" id="{4C3174BB-81D4-4F12-AE2C-F81D1439E48A}"/>
              </a:ext>
            </a:extLst>
          </p:cNvPr>
          <p:cNvSpPr>
            <a:spLocks/>
          </p:cNvSpPr>
          <p:nvPr/>
        </p:nvSpPr>
        <p:spPr>
          <a:xfrm>
            <a:off x="2435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" name="data_4741">
            <a:extLst>
              <a:ext uri="{FF2B5EF4-FFF2-40B4-BE49-F238E27FC236}">
                <a16:creationId xmlns:a16="http://schemas.microsoft.com/office/drawing/2014/main" id="{4202BC4B-CEEB-460A-981E-A7E52D4E94DD}"/>
              </a:ext>
            </a:extLst>
          </p:cNvPr>
          <p:cNvSpPr>
            <a:spLocks/>
          </p:cNvSpPr>
          <p:nvPr/>
        </p:nvSpPr>
        <p:spPr>
          <a:xfrm>
            <a:off x="23805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" name="data_4742">
            <a:extLst>
              <a:ext uri="{FF2B5EF4-FFF2-40B4-BE49-F238E27FC236}">
                <a16:creationId xmlns:a16="http://schemas.microsoft.com/office/drawing/2014/main" id="{0DE947CC-03E1-42F2-BB86-0DCDEAA7D2B9}"/>
              </a:ext>
            </a:extLst>
          </p:cNvPr>
          <p:cNvSpPr>
            <a:spLocks/>
          </p:cNvSpPr>
          <p:nvPr/>
        </p:nvSpPr>
        <p:spPr>
          <a:xfrm>
            <a:off x="24043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" name="data_4743">
            <a:extLst>
              <a:ext uri="{FF2B5EF4-FFF2-40B4-BE49-F238E27FC236}">
                <a16:creationId xmlns:a16="http://schemas.microsoft.com/office/drawing/2014/main" id="{9C01DC4D-2832-4737-8861-CE6D469DEA83}"/>
              </a:ext>
            </a:extLst>
          </p:cNvPr>
          <p:cNvSpPr>
            <a:spLocks/>
          </p:cNvSpPr>
          <p:nvPr/>
        </p:nvSpPr>
        <p:spPr>
          <a:xfrm>
            <a:off x="2318312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" name="data_4744">
            <a:extLst>
              <a:ext uri="{FF2B5EF4-FFF2-40B4-BE49-F238E27FC236}">
                <a16:creationId xmlns:a16="http://schemas.microsoft.com/office/drawing/2014/main" id="{B2622767-36B9-4FF3-AAAD-D251CCD3B4C5}"/>
              </a:ext>
            </a:extLst>
          </p:cNvPr>
          <p:cNvSpPr>
            <a:spLocks/>
          </p:cNvSpPr>
          <p:nvPr/>
        </p:nvSpPr>
        <p:spPr>
          <a:xfrm>
            <a:off x="2490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" name="data_4745">
            <a:extLst>
              <a:ext uri="{FF2B5EF4-FFF2-40B4-BE49-F238E27FC236}">
                <a16:creationId xmlns:a16="http://schemas.microsoft.com/office/drawing/2014/main" id="{62A688A4-552F-445F-8029-F01366537F71}"/>
              </a:ext>
            </a:extLst>
          </p:cNvPr>
          <p:cNvSpPr>
            <a:spLocks/>
          </p:cNvSpPr>
          <p:nvPr/>
        </p:nvSpPr>
        <p:spPr>
          <a:xfrm>
            <a:off x="2306864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" name="data_4746">
            <a:extLst>
              <a:ext uri="{FF2B5EF4-FFF2-40B4-BE49-F238E27FC236}">
                <a16:creationId xmlns:a16="http://schemas.microsoft.com/office/drawing/2014/main" id="{340973C0-DEA1-43FB-9179-D32D0DA3E0CA}"/>
              </a:ext>
            </a:extLst>
          </p:cNvPr>
          <p:cNvSpPr>
            <a:spLocks/>
          </p:cNvSpPr>
          <p:nvPr/>
        </p:nvSpPr>
        <p:spPr>
          <a:xfrm>
            <a:off x="24088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" name="data_4747">
            <a:extLst>
              <a:ext uri="{FF2B5EF4-FFF2-40B4-BE49-F238E27FC236}">
                <a16:creationId xmlns:a16="http://schemas.microsoft.com/office/drawing/2014/main" id="{5EEB50C0-03C9-46F2-88FA-D2917A12CE5F}"/>
              </a:ext>
            </a:extLst>
          </p:cNvPr>
          <p:cNvSpPr>
            <a:spLocks/>
          </p:cNvSpPr>
          <p:nvPr/>
        </p:nvSpPr>
        <p:spPr>
          <a:xfrm>
            <a:off x="2359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" name="data_4748">
            <a:extLst>
              <a:ext uri="{FF2B5EF4-FFF2-40B4-BE49-F238E27FC236}">
                <a16:creationId xmlns:a16="http://schemas.microsoft.com/office/drawing/2014/main" id="{AD8FFFB5-2066-41B4-BE4E-6B16CE707A7F}"/>
              </a:ext>
            </a:extLst>
          </p:cNvPr>
          <p:cNvSpPr>
            <a:spLocks/>
          </p:cNvSpPr>
          <p:nvPr/>
        </p:nvSpPr>
        <p:spPr>
          <a:xfrm>
            <a:off x="237181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" name="data_4749">
            <a:extLst>
              <a:ext uri="{FF2B5EF4-FFF2-40B4-BE49-F238E27FC236}">
                <a16:creationId xmlns:a16="http://schemas.microsoft.com/office/drawing/2014/main" id="{3554E45E-CFED-4F55-AC03-0A0520E2142F}"/>
              </a:ext>
            </a:extLst>
          </p:cNvPr>
          <p:cNvSpPr>
            <a:spLocks/>
          </p:cNvSpPr>
          <p:nvPr/>
        </p:nvSpPr>
        <p:spPr>
          <a:xfrm>
            <a:off x="241584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" name="data_4750">
            <a:extLst>
              <a:ext uri="{FF2B5EF4-FFF2-40B4-BE49-F238E27FC236}">
                <a16:creationId xmlns:a16="http://schemas.microsoft.com/office/drawing/2014/main" id="{6B3CBCBF-2C85-40F3-A0B8-3FA12E7CFA37}"/>
              </a:ext>
            </a:extLst>
          </p:cNvPr>
          <p:cNvSpPr>
            <a:spLocks/>
          </p:cNvSpPr>
          <p:nvPr/>
        </p:nvSpPr>
        <p:spPr>
          <a:xfrm>
            <a:off x="23056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" name="data_4751">
            <a:extLst>
              <a:ext uri="{FF2B5EF4-FFF2-40B4-BE49-F238E27FC236}">
                <a16:creationId xmlns:a16="http://schemas.microsoft.com/office/drawing/2014/main" id="{3D31143F-0BF1-4CAA-890E-38E699859AE2}"/>
              </a:ext>
            </a:extLst>
          </p:cNvPr>
          <p:cNvSpPr>
            <a:spLocks/>
          </p:cNvSpPr>
          <p:nvPr/>
        </p:nvSpPr>
        <p:spPr>
          <a:xfrm>
            <a:off x="25121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" name="data_4752">
            <a:extLst>
              <a:ext uri="{FF2B5EF4-FFF2-40B4-BE49-F238E27FC236}">
                <a16:creationId xmlns:a16="http://schemas.microsoft.com/office/drawing/2014/main" id="{4946998D-35AE-424C-9285-079C6287B0D8}"/>
              </a:ext>
            </a:extLst>
          </p:cNvPr>
          <p:cNvSpPr>
            <a:spLocks/>
          </p:cNvSpPr>
          <p:nvPr/>
        </p:nvSpPr>
        <p:spPr>
          <a:xfrm>
            <a:off x="24559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" name="data_4753">
            <a:extLst>
              <a:ext uri="{FF2B5EF4-FFF2-40B4-BE49-F238E27FC236}">
                <a16:creationId xmlns:a16="http://schemas.microsoft.com/office/drawing/2014/main" id="{693496D5-8627-4EE6-8E56-7EB06E1C66E3}"/>
              </a:ext>
            </a:extLst>
          </p:cNvPr>
          <p:cNvSpPr>
            <a:spLocks/>
          </p:cNvSpPr>
          <p:nvPr/>
        </p:nvSpPr>
        <p:spPr>
          <a:xfrm>
            <a:off x="24493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" name="data_4754">
            <a:extLst>
              <a:ext uri="{FF2B5EF4-FFF2-40B4-BE49-F238E27FC236}">
                <a16:creationId xmlns:a16="http://schemas.microsoft.com/office/drawing/2014/main" id="{E06BA9C7-33B5-4D22-A1E9-072041E7C389}"/>
              </a:ext>
            </a:extLst>
          </p:cNvPr>
          <p:cNvSpPr>
            <a:spLocks/>
          </p:cNvSpPr>
          <p:nvPr/>
        </p:nvSpPr>
        <p:spPr>
          <a:xfrm>
            <a:off x="25103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" name="data_4755">
            <a:extLst>
              <a:ext uri="{FF2B5EF4-FFF2-40B4-BE49-F238E27FC236}">
                <a16:creationId xmlns:a16="http://schemas.microsoft.com/office/drawing/2014/main" id="{F805E044-08D1-4591-8032-146045E712DF}"/>
              </a:ext>
            </a:extLst>
          </p:cNvPr>
          <p:cNvSpPr>
            <a:spLocks/>
          </p:cNvSpPr>
          <p:nvPr/>
        </p:nvSpPr>
        <p:spPr>
          <a:xfrm>
            <a:off x="24234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" name="data_4756">
            <a:extLst>
              <a:ext uri="{FF2B5EF4-FFF2-40B4-BE49-F238E27FC236}">
                <a16:creationId xmlns:a16="http://schemas.microsoft.com/office/drawing/2014/main" id="{37A61B1E-FCE5-4BF1-9E8A-66B8F7C2FD1A}"/>
              </a:ext>
            </a:extLst>
          </p:cNvPr>
          <p:cNvSpPr>
            <a:spLocks/>
          </p:cNvSpPr>
          <p:nvPr/>
        </p:nvSpPr>
        <p:spPr>
          <a:xfrm>
            <a:off x="24644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" name="data_4757">
            <a:extLst>
              <a:ext uri="{FF2B5EF4-FFF2-40B4-BE49-F238E27FC236}">
                <a16:creationId xmlns:a16="http://schemas.microsoft.com/office/drawing/2014/main" id="{A40E5617-9051-4A71-A2EC-66A0BD9D6902}"/>
              </a:ext>
            </a:extLst>
          </p:cNvPr>
          <p:cNvSpPr>
            <a:spLocks/>
          </p:cNvSpPr>
          <p:nvPr/>
        </p:nvSpPr>
        <p:spPr>
          <a:xfrm>
            <a:off x="23675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" name="data_4758">
            <a:extLst>
              <a:ext uri="{FF2B5EF4-FFF2-40B4-BE49-F238E27FC236}">
                <a16:creationId xmlns:a16="http://schemas.microsoft.com/office/drawing/2014/main" id="{1DB87F10-4507-4587-AADC-466299D16F41}"/>
              </a:ext>
            </a:extLst>
          </p:cNvPr>
          <p:cNvSpPr>
            <a:spLocks/>
          </p:cNvSpPr>
          <p:nvPr/>
        </p:nvSpPr>
        <p:spPr>
          <a:xfrm>
            <a:off x="233490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" name="data_4759">
            <a:extLst>
              <a:ext uri="{FF2B5EF4-FFF2-40B4-BE49-F238E27FC236}">
                <a16:creationId xmlns:a16="http://schemas.microsoft.com/office/drawing/2014/main" id="{146DB822-8890-41DD-B3E6-925ED64B18D3}"/>
              </a:ext>
            </a:extLst>
          </p:cNvPr>
          <p:cNvSpPr>
            <a:spLocks/>
          </p:cNvSpPr>
          <p:nvPr/>
        </p:nvSpPr>
        <p:spPr>
          <a:xfrm>
            <a:off x="24199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1" name="data_4760">
            <a:extLst>
              <a:ext uri="{FF2B5EF4-FFF2-40B4-BE49-F238E27FC236}">
                <a16:creationId xmlns:a16="http://schemas.microsoft.com/office/drawing/2014/main" id="{73733B36-E10A-4BB5-AF41-2E961EEAD8B0}"/>
              </a:ext>
            </a:extLst>
          </p:cNvPr>
          <p:cNvSpPr>
            <a:spLocks/>
          </p:cNvSpPr>
          <p:nvPr/>
        </p:nvSpPr>
        <p:spPr>
          <a:xfrm>
            <a:off x="229701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2" name="data_4761">
            <a:extLst>
              <a:ext uri="{FF2B5EF4-FFF2-40B4-BE49-F238E27FC236}">
                <a16:creationId xmlns:a16="http://schemas.microsoft.com/office/drawing/2014/main" id="{41E3E262-D2AC-456D-8A01-27F55EC4CD40}"/>
              </a:ext>
            </a:extLst>
          </p:cNvPr>
          <p:cNvSpPr>
            <a:spLocks/>
          </p:cNvSpPr>
          <p:nvPr/>
        </p:nvSpPr>
        <p:spPr>
          <a:xfrm>
            <a:off x="23748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3" name="data_4762">
            <a:extLst>
              <a:ext uri="{FF2B5EF4-FFF2-40B4-BE49-F238E27FC236}">
                <a16:creationId xmlns:a16="http://schemas.microsoft.com/office/drawing/2014/main" id="{944CADAB-EB49-4D2B-8BC1-89B06F11CD6B}"/>
              </a:ext>
            </a:extLst>
          </p:cNvPr>
          <p:cNvSpPr>
            <a:spLocks/>
          </p:cNvSpPr>
          <p:nvPr/>
        </p:nvSpPr>
        <p:spPr>
          <a:xfrm>
            <a:off x="23874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4" name="data_4763">
            <a:extLst>
              <a:ext uri="{FF2B5EF4-FFF2-40B4-BE49-F238E27FC236}">
                <a16:creationId xmlns:a16="http://schemas.microsoft.com/office/drawing/2014/main" id="{BB5FB6B4-58F2-440F-97AE-8288E5A253EF}"/>
              </a:ext>
            </a:extLst>
          </p:cNvPr>
          <p:cNvSpPr>
            <a:spLocks/>
          </p:cNvSpPr>
          <p:nvPr/>
        </p:nvSpPr>
        <p:spPr>
          <a:xfrm>
            <a:off x="24427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5" name="data_4764">
            <a:extLst>
              <a:ext uri="{FF2B5EF4-FFF2-40B4-BE49-F238E27FC236}">
                <a16:creationId xmlns:a16="http://schemas.microsoft.com/office/drawing/2014/main" id="{4EF3A002-0775-4077-984B-7EAB4B5A0538}"/>
              </a:ext>
            </a:extLst>
          </p:cNvPr>
          <p:cNvSpPr>
            <a:spLocks/>
          </p:cNvSpPr>
          <p:nvPr/>
        </p:nvSpPr>
        <p:spPr>
          <a:xfrm>
            <a:off x="248467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6" name="data_4765">
            <a:extLst>
              <a:ext uri="{FF2B5EF4-FFF2-40B4-BE49-F238E27FC236}">
                <a16:creationId xmlns:a16="http://schemas.microsoft.com/office/drawing/2014/main" id="{8BD4EE4B-E493-466C-A278-9DE6614DE92D}"/>
              </a:ext>
            </a:extLst>
          </p:cNvPr>
          <p:cNvSpPr>
            <a:spLocks/>
          </p:cNvSpPr>
          <p:nvPr/>
        </p:nvSpPr>
        <p:spPr>
          <a:xfrm>
            <a:off x="2413906" y="2363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7" name="data_4766">
            <a:extLst>
              <a:ext uri="{FF2B5EF4-FFF2-40B4-BE49-F238E27FC236}">
                <a16:creationId xmlns:a16="http://schemas.microsoft.com/office/drawing/2014/main" id="{0543AA73-90F1-48D9-BEC1-3EF5392DE986}"/>
              </a:ext>
            </a:extLst>
          </p:cNvPr>
          <p:cNvSpPr>
            <a:spLocks/>
          </p:cNvSpPr>
          <p:nvPr/>
        </p:nvSpPr>
        <p:spPr>
          <a:xfrm>
            <a:off x="2477269" y="24626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8" name="data_4767">
            <a:extLst>
              <a:ext uri="{FF2B5EF4-FFF2-40B4-BE49-F238E27FC236}">
                <a16:creationId xmlns:a16="http://schemas.microsoft.com/office/drawing/2014/main" id="{8B7DE98F-E2E6-4D2A-96B9-68B7F91D2C3B}"/>
              </a:ext>
            </a:extLst>
          </p:cNvPr>
          <p:cNvSpPr>
            <a:spLocks/>
          </p:cNvSpPr>
          <p:nvPr/>
        </p:nvSpPr>
        <p:spPr>
          <a:xfrm>
            <a:off x="229789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9" name="data_4768">
            <a:extLst>
              <a:ext uri="{FF2B5EF4-FFF2-40B4-BE49-F238E27FC236}">
                <a16:creationId xmlns:a16="http://schemas.microsoft.com/office/drawing/2014/main" id="{79ED971E-BA66-43DD-983E-EC15EE54F856}"/>
              </a:ext>
            </a:extLst>
          </p:cNvPr>
          <p:cNvSpPr>
            <a:spLocks/>
          </p:cNvSpPr>
          <p:nvPr/>
        </p:nvSpPr>
        <p:spPr>
          <a:xfrm>
            <a:off x="230157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0" name="data_4769">
            <a:extLst>
              <a:ext uri="{FF2B5EF4-FFF2-40B4-BE49-F238E27FC236}">
                <a16:creationId xmlns:a16="http://schemas.microsoft.com/office/drawing/2014/main" id="{6DAEFE35-093F-453F-85E4-93123D98E603}"/>
              </a:ext>
            </a:extLst>
          </p:cNvPr>
          <p:cNvSpPr>
            <a:spLocks/>
          </p:cNvSpPr>
          <p:nvPr/>
        </p:nvSpPr>
        <p:spPr>
          <a:xfrm>
            <a:off x="2350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1" name="data_4770">
            <a:extLst>
              <a:ext uri="{FF2B5EF4-FFF2-40B4-BE49-F238E27FC236}">
                <a16:creationId xmlns:a16="http://schemas.microsoft.com/office/drawing/2014/main" id="{FFF403DC-4D00-4173-973A-8B4E8C5203BE}"/>
              </a:ext>
            </a:extLst>
          </p:cNvPr>
          <p:cNvSpPr>
            <a:spLocks/>
          </p:cNvSpPr>
          <p:nvPr/>
        </p:nvSpPr>
        <p:spPr>
          <a:xfrm>
            <a:off x="241520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2" name="data_4771">
            <a:extLst>
              <a:ext uri="{FF2B5EF4-FFF2-40B4-BE49-F238E27FC236}">
                <a16:creationId xmlns:a16="http://schemas.microsoft.com/office/drawing/2014/main" id="{C2004831-9AEE-4C48-86F5-E916372A118C}"/>
              </a:ext>
            </a:extLst>
          </p:cNvPr>
          <p:cNvSpPr>
            <a:spLocks/>
          </p:cNvSpPr>
          <p:nvPr/>
        </p:nvSpPr>
        <p:spPr>
          <a:xfrm>
            <a:off x="2339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3" name="data_4772">
            <a:extLst>
              <a:ext uri="{FF2B5EF4-FFF2-40B4-BE49-F238E27FC236}">
                <a16:creationId xmlns:a16="http://schemas.microsoft.com/office/drawing/2014/main" id="{760F5AAB-CEFA-44FD-BACD-B02B47AECD9E}"/>
              </a:ext>
            </a:extLst>
          </p:cNvPr>
          <p:cNvSpPr>
            <a:spLocks/>
          </p:cNvSpPr>
          <p:nvPr/>
        </p:nvSpPr>
        <p:spPr>
          <a:xfrm>
            <a:off x="2396449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4" name="data_4773">
            <a:extLst>
              <a:ext uri="{FF2B5EF4-FFF2-40B4-BE49-F238E27FC236}">
                <a16:creationId xmlns:a16="http://schemas.microsoft.com/office/drawing/2014/main" id="{DCD21B4C-BFE1-4059-9E61-58D19F4D9E8A}"/>
              </a:ext>
            </a:extLst>
          </p:cNvPr>
          <p:cNvSpPr>
            <a:spLocks/>
          </p:cNvSpPr>
          <p:nvPr/>
        </p:nvSpPr>
        <p:spPr>
          <a:xfrm>
            <a:off x="24251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5" name="data_4774">
            <a:extLst>
              <a:ext uri="{FF2B5EF4-FFF2-40B4-BE49-F238E27FC236}">
                <a16:creationId xmlns:a16="http://schemas.microsoft.com/office/drawing/2014/main" id="{3604620E-7237-4B56-A3C4-E6AFD1226373}"/>
              </a:ext>
            </a:extLst>
          </p:cNvPr>
          <p:cNvSpPr>
            <a:spLocks/>
          </p:cNvSpPr>
          <p:nvPr/>
        </p:nvSpPr>
        <p:spPr>
          <a:xfrm>
            <a:off x="2426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6" name="data_4775">
            <a:extLst>
              <a:ext uri="{FF2B5EF4-FFF2-40B4-BE49-F238E27FC236}">
                <a16:creationId xmlns:a16="http://schemas.microsoft.com/office/drawing/2014/main" id="{6CEC94A7-3BF7-460F-9264-DC47C466BCE1}"/>
              </a:ext>
            </a:extLst>
          </p:cNvPr>
          <p:cNvSpPr>
            <a:spLocks/>
          </p:cNvSpPr>
          <p:nvPr/>
        </p:nvSpPr>
        <p:spPr>
          <a:xfrm>
            <a:off x="235881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7" name="data_4776">
            <a:extLst>
              <a:ext uri="{FF2B5EF4-FFF2-40B4-BE49-F238E27FC236}">
                <a16:creationId xmlns:a16="http://schemas.microsoft.com/office/drawing/2014/main" id="{0D757E50-E1C3-4D64-8C72-DEF840855BBA}"/>
              </a:ext>
            </a:extLst>
          </p:cNvPr>
          <p:cNvSpPr>
            <a:spLocks/>
          </p:cNvSpPr>
          <p:nvPr/>
        </p:nvSpPr>
        <p:spPr>
          <a:xfrm>
            <a:off x="24563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8" name="data_4777">
            <a:extLst>
              <a:ext uri="{FF2B5EF4-FFF2-40B4-BE49-F238E27FC236}">
                <a16:creationId xmlns:a16="http://schemas.microsoft.com/office/drawing/2014/main" id="{23BFB94C-0CA6-44FC-AA75-FA509A02CA4A}"/>
              </a:ext>
            </a:extLst>
          </p:cNvPr>
          <p:cNvSpPr>
            <a:spLocks/>
          </p:cNvSpPr>
          <p:nvPr/>
        </p:nvSpPr>
        <p:spPr>
          <a:xfrm>
            <a:off x="2434369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9" name="data_4778">
            <a:extLst>
              <a:ext uri="{FF2B5EF4-FFF2-40B4-BE49-F238E27FC236}">
                <a16:creationId xmlns:a16="http://schemas.microsoft.com/office/drawing/2014/main" id="{9630F39B-A191-4525-A5C3-C1942C0F5568}"/>
              </a:ext>
            </a:extLst>
          </p:cNvPr>
          <p:cNvSpPr>
            <a:spLocks/>
          </p:cNvSpPr>
          <p:nvPr/>
        </p:nvSpPr>
        <p:spPr>
          <a:xfrm>
            <a:off x="2462338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0" name="data_4779">
            <a:extLst>
              <a:ext uri="{FF2B5EF4-FFF2-40B4-BE49-F238E27FC236}">
                <a16:creationId xmlns:a16="http://schemas.microsoft.com/office/drawing/2014/main" id="{A7D56B5F-2EFD-4B0A-AACD-D6F709A00F02}"/>
              </a:ext>
            </a:extLst>
          </p:cNvPr>
          <p:cNvSpPr>
            <a:spLocks/>
          </p:cNvSpPr>
          <p:nvPr/>
        </p:nvSpPr>
        <p:spPr>
          <a:xfrm>
            <a:off x="23708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1" name="data_4780">
            <a:extLst>
              <a:ext uri="{FF2B5EF4-FFF2-40B4-BE49-F238E27FC236}">
                <a16:creationId xmlns:a16="http://schemas.microsoft.com/office/drawing/2014/main" id="{2BF5CF08-6BED-415E-B988-A3F7F0F9F3FB}"/>
              </a:ext>
            </a:extLst>
          </p:cNvPr>
          <p:cNvSpPr>
            <a:spLocks/>
          </p:cNvSpPr>
          <p:nvPr/>
        </p:nvSpPr>
        <p:spPr>
          <a:xfrm>
            <a:off x="24323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2" name="data_4781">
            <a:extLst>
              <a:ext uri="{FF2B5EF4-FFF2-40B4-BE49-F238E27FC236}">
                <a16:creationId xmlns:a16="http://schemas.microsoft.com/office/drawing/2014/main" id="{6813BB7D-12B0-4FB4-A034-424EF44D6B22}"/>
              </a:ext>
            </a:extLst>
          </p:cNvPr>
          <p:cNvSpPr>
            <a:spLocks/>
          </p:cNvSpPr>
          <p:nvPr/>
        </p:nvSpPr>
        <p:spPr>
          <a:xfrm>
            <a:off x="2488876" y="35360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3" name="data_4782">
            <a:extLst>
              <a:ext uri="{FF2B5EF4-FFF2-40B4-BE49-F238E27FC236}">
                <a16:creationId xmlns:a16="http://schemas.microsoft.com/office/drawing/2014/main" id="{7D5CA26A-7832-4A41-BB28-1029AF1E3C04}"/>
              </a:ext>
            </a:extLst>
          </p:cNvPr>
          <p:cNvSpPr>
            <a:spLocks/>
          </p:cNvSpPr>
          <p:nvPr/>
        </p:nvSpPr>
        <p:spPr>
          <a:xfrm>
            <a:off x="24036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4" name="data_4783">
            <a:extLst>
              <a:ext uri="{FF2B5EF4-FFF2-40B4-BE49-F238E27FC236}">
                <a16:creationId xmlns:a16="http://schemas.microsoft.com/office/drawing/2014/main" id="{7501ECD0-ECCB-4876-92F7-11743CB87F57}"/>
              </a:ext>
            </a:extLst>
          </p:cNvPr>
          <p:cNvSpPr>
            <a:spLocks/>
          </p:cNvSpPr>
          <p:nvPr/>
        </p:nvSpPr>
        <p:spPr>
          <a:xfrm>
            <a:off x="230471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5" name="data_4784">
            <a:extLst>
              <a:ext uri="{FF2B5EF4-FFF2-40B4-BE49-F238E27FC236}">
                <a16:creationId xmlns:a16="http://schemas.microsoft.com/office/drawing/2014/main" id="{CF9D44B1-FC49-4863-9D88-A119AB0E92A1}"/>
              </a:ext>
            </a:extLst>
          </p:cNvPr>
          <p:cNvSpPr>
            <a:spLocks/>
          </p:cNvSpPr>
          <p:nvPr/>
        </p:nvSpPr>
        <p:spPr>
          <a:xfrm>
            <a:off x="2451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6" name="data_4785">
            <a:extLst>
              <a:ext uri="{FF2B5EF4-FFF2-40B4-BE49-F238E27FC236}">
                <a16:creationId xmlns:a16="http://schemas.microsoft.com/office/drawing/2014/main" id="{BEE8E8B9-354C-4F3E-932A-EE62B741D5C3}"/>
              </a:ext>
            </a:extLst>
          </p:cNvPr>
          <p:cNvSpPr>
            <a:spLocks/>
          </p:cNvSpPr>
          <p:nvPr/>
        </p:nvSpPr>
        <p:spPr>
          <a:xfrm>
            <a:off x="23489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7" name="data_4786">
            <a:extLst>
              <a:ext uri="{FF2B5EF4-FFF2-40B4-BE49-F238E27FC236}">
                <a16:creationId xmlns:a16="http://schemas.microsoft.com/office/drawing/2014/main" id="{55080B8F-2ED2-4B1B-8F53-1A16E3C6C329}"/>
              </a:ext>
            </a:extLst>
          </p:cNvPr>
          <p:cNvSpPr>
            <a:spLocks/>
          </p:cNvSpPr>
          <p:nvPr/>
        </p:nvSpPr>
        <p:spPr>
          <a:xfrm>
            <a:off x="25010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8" name="data_4787">
            <a:extLst>
              <a:ext uri="{FF2B5EF4-FFF2-40B4-BE49-F238E27FC236}">
                <a16:creationId xmlns:a16="http://schemas.microsoft.com/office/drawing/2014/main" id="{9D120D9A-995A-4310-8713-50B22156AF35}"/>
              </a:ext>
            </a:extLst>
          </p:cNvPr>
          <p:cNvSpPr>
            <a:spLocks/>
          </p:cNvSpPr>
          <p:nvPr/>
        </p:nvSpPr>
        <p:spPr>
          <a:xfrm>
            <a:off x="236649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9" name="data_4788">
            <a:extLst>
              <a:ext uri="{FF2B5EF4-FFF2-40B4-BE49-F238E27FC236}">
                <a16:creationId xmlns:a16="http://schemas.microsoft.com/office/drawing/2014/main" id="{A9ADAC51-57F8-413E-A42A-EC3CD91794D0}"/>
              </a:ext>
            </a:extLst>
          </p:cNvPr>
          <p:cNvSpPr>
            <a:spLocks/>
          </p:cNvSpPr>
          <p:nvPr/>
        </p:nvSpPr>
        <p:spPr>
          <a:xfrm>
            <a:off x="229395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0" name="data_4789">
            <a:extLst>
              <a:ext uri="{FF2B5EF4-FFF2-40B4-BE49-F238E27FC236}">
                <a16:creationId xmlns:a16="http://schemas.microsoft.com/office/drawing/2014/main" id="{71A2D87C-3ABC-4084-8B2C-6100CB2C5073}"/>
              </a:ext>
            </a:extLst>
          </p:cNvPr>
          <p:cNvSpPr>
            <a:spLocks/>
          </p:cNvSpPr>
          <p:nvPr/>
        </p:nvSpPr>
        <p:spPr>
          <a:xfrm>
            <a:off x="24739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1" name="data_4790">
            <a:extLst>
              <a:ext uri="{FF2B5EF4-FFF2-40B4-BE49-F238E27FC236}">
                <a16:creationId xmlns:a16="http://schemas.microsoft.com/office/drawing/2014/main" id="{DDFF7F88-1FB3-4DFA-BFFC-489A1CD5D696}"/>
              </a:ext>
            </a:extLst>
          </p:cNvPr>
          <p:cNvSpPr>
            <a:spLocks/>
          </p:cNvSpPr>
          <p:nvPr/>
        </p:nvSpPr>
        <p:spPr>
          <a:xfrm>
            <a:off x="24049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2" name="data_4791">
            <a:extLst>
              <a:ext uri="{FF2B5EF4-FFF2-40B4-BE49-F238E27FC236}">
                <a16:creationId xmlns:a16="http://schemas.microsoft.com/office/drawing/2014/main" id="{759AC464-3000-4A33-92C2-6FA0997153B2}"/>
              </a:ext>
            </a:extLst>
          </p:cNvPr>
          <p:cNvSpPr>
            <a:spLocks/>
          </p:cNvSpPr>
          <p:nvPr/>
        </p:nvSpPr>
        <p:spPr>
          <a:xfrm>
            <a:off x="2473729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3" name="data_4792">
            <a:extLst>
              <a:ext uri="{FF2B5EF4-FFF2-40B4-BE49-F238E27FC236}">
                <a16:creationId xmlns:a16="http://schemas.microsoft.com/office/drawing/2014/main" id="{13A3C32E-FB7A-47F2-B165-64354D9C0B65}"/>
              </a:ext>
            </a:extLst>
          </p:cNvPr>
          <p:cNvSpPr>
            <a:spLocks/>
          </p:cNvSpPr>
          <p:nvPr/>
        </p:nvSpPr>
        <p:spPr>
          <a:xfrm>
            <a:off x="23343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4" name="data_4793">
            <a:extLst>
              <a:ext uri="{FF2B5EF4-FFF2-40B4-BE49-F238E27FC236}">
                <a16:creationId xmlns:a16="http://schemas.microsoft.com/office/drawing/2014/main" id="{4A3C9DCC-BFA0-4853-8592-BF9B9CF7FC9B}"/>
              </a:ext>
            </a:extLst>
          </p:cNvPr>
          <p:cNvSpPr>
            <a:spLocks/>
          </p:cNvSpPr>
          <p:nvPr/>
        </p:nvSpPr>
        <p:spPr>
          <a:xfrm>
            <a:off x="23598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5" name="data_4794">
            <a:extLst>
              <a:ext uri="{FF2B5EF4-FFF2-40B4-BE49-F238E27FC236}">
                <a16:creationId xmlns:a16="http://schemas.microsoft.com/office/drawing/2014/main" id="{101194B3-E5B7-4800-AEE1-34B3A89D8C38}"/>
              </a:ext>
            </a:extLst>
          </p:cNvPr>
          <p:cNvSpPr>
            <a:spLocks/>
          </p:cNvSpPr>
          <p:nvPr/>
        </p:nvSpPr>
        <p:spPr>
          <a:xfrm>
            <a:off x="2310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6" name="data_4795">
            <a:extLst>
              <a:ext uri="{FF2B5EF4-FFF2-40B4-BE49-F238E27FC236}">
                <a16:creationId xmlns:a16="http://schemas.microsoft.com/office/drawing/2014/main" id="{AA739D4D-A8D8-4A46-ACB1-A43C77C3E3A9}"/>
              </a:ext>
            </a:extLst>
          </p:cNvPr>
          <p:cNvSpPr>
            <a:spLocks/>
          </p:cNvSpPr>
          <p:nvPr/>
        </p:nvSpPr>
        <p:spPr>
          <a:xfrm>
            <a:off x="2407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7" name="data_4796">
            <a:extLst>
              <a:ext uri="{FF2B5EF4-FFF2-40B4-BE49-F238E27FC236}">
                <a16:creationId xmlns:a16="http://schemas.microsoft.com/office/drawing/2014/main" id="{20E33330-A2CF-4CC8-A915-314E6A9A458F}"/>
              </a:ext>
            </a:extLst>
          </p:cNvPr>
          <p:cNvSpPr>
            <a:spLocks/>
          </p:cNvSpPr>
          <p:nvPr/>
        </p:nvSpPr>
        <p:spPr>
          <a:xfrm>
            <a:off x="24823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8" name="data_4797">
            <a:extLst>
              <a:ext uri="{FF2B5EF4-FFF2-40B4-BE49-F238E27FC236}">
                <a16:creationId xmlns:a16="http://schemas.microsoft.com/office/drawing/2014/main" id="{AFE663C1-32BE-4AE6-98A3-426E9AAB6517}"/>
              </a:ext>
            </a:extLst>
          </p:cNvPr>
          <p:cNvSpPr>
            <a:spLocks/>
          </p:cNvSpPr>
          <p:nvPr/>
        </p:nvSpPr>
        <p:spPr>
          <a:xfrm>
            <a:off x="24370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9" name="data_4798">
            <a:extLst>
              <a:ext uri="{FF2B5EF4-FFF2-40B4-BE49-F238E27FC236}">
                <a16:creationId xmlns:a16="http://schemas.microsoft.com/office/drawing/2014/main" id="{BC4B391D-797D-4EE5-809A-CDBE23EF872A}"/>
              </a:ext>
            </a:extLst>
          </p:cNvPr>
          <p:cNvSpPr>
            <a:spLocks/>
          </p:cNvSpPr>
          <p:nvPr/>
        </p:nvSpPr>
        <p:spPr>
          <a:xfrm>
            <a:off x="232198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0" name="data_4799">
            <a:extLst>
              <a:ext uri="{FF2B5EF4-FFF2-40B4-BE49-F238E27FC236}">
                <a16:creationId xmlns:a16="http://schemas.microsoft.com/office/drawing/2014/main" id="{8AB752DA-BE0E-471C-BC85-709CCCF22BF7}"/>
              </a:ext>
            </a:extLst>
          </p:cNvPr>
          <p:cNvSpPr>
            <a:spLocks/>
          </p:cNvSpPr>
          <p:nvPr/>
        </p:nvSpPr>
        <p:spPr>
          <a:xfrm>
            <a:off x="2310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1" name="data_4800">
            <a:extLst>
              <a:ext uri="{FF2B5EF4-FFF2-40B4-BE49-F238E27FC236}">
                <a16:creationId xmlns:a16="http://schemas.microsoft.com/office/drawing/2014/main" id="{48E810EA-AF24-4BF7-AA8A-556C3559FBB2}"/>
              </a:ext>
            </a:extLst>
          </p:cNvPr>
          <p:cNvSpPr>
            <a:spLocks/>
          </p:cNvSpPr>
          <p:nvPr/>
        </p:nvSpPr>
        <p:spPr>
          <a:xfrm>
            <a:off x="23977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2" name="data_4801">
            <a:extLst>
              <a:ext uri="{FF2B5EF4-FFF2-40B4-BE49-F238E27FC236}">
                <a16:creationId xmlns:a16="http://schemas.microsoft.com/office/drawing/2014/main" id="{75C1340C-4264-4D53-9EC3-55E63327852A}"/>
              </a:ext>
            </a:extLst>
          </p:cNvPr>
          <p:cNvSpPr>
            <a:spLocks/>
          </p:cNvSpPr>
          <p:nvPr/>
        </p:nvSpPr>
        <p:spPr>
          <a:xfrm>
            <a:off x="2360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3" name="data_4802">
            <a:extLst>
              <a:ext uri="{FF2B5EF4-FFF2-40B4-BE49-F238E27FC236}">
                <a16:creationId xmlns:a16="http://schemas.microsoft.com/office/drawing/2014/main" id="{7F7F3E78-017D-489A-93F7-D729139AFCE9}"/>
              </a:ext>
            </a:extLst>
          </p:cNvPr>
          <p:cNvSpPr>
            <a:spLocks/>
          </p:cNvSpPr>
          <p:nvPr/>
        </p:nvSpPr>
        <p:spPr>
          <a:xfrm>
            <a:off x="2381936" y="3060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4" name="data_4803">
            <a:extLst>
              <a:ext uri="{FF2B5EF4-FFF2-40B4-BE49-F238E27FC236}">
                <a16:creationId xmlns:a16="http://schemas.microsoft.com/office/drawing/2014/main" id="{64A2D74C-8FB3-41BD-A41C-B4AB854AD9F0}"/>
              </a:ext>
            </a:extLst>
          </p:cNvPr>
          <p:cNvSpPr>
            <a:spLocks/>
          </p:cNvSpPr>
          <p:nvPr/>
        </p:nvSpPr>
        <p:spPr>
          <a:xfrm>
            <a:off x="24563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5" name="data_4804">
            <a:extLst>
              <a:ext uri="{FF2B5EF4-FFF2-40B4-BE49-F238E27FC236}">
                <a16:creationId xmlns:a16="http://schemas.microsoft.com/office/drawing/2014/main" id="{17760530-7562-4D9C-BEE2-8BF329D021E7}"/>
              </a:ext>
            </a:extLst>
          </p:cNvPr>
          <p:cNvSpPr>
            <a:spLocks/>
          </p:cNvSpPr>
          <p:nvPr/>
        </p:nvSpPr>
        <p:spPr>
          <a:xfrm>
            <a:off x="23624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6" name="data_4805">
            <a:extLst>
              <a:ext uri="{FF2B5EF4-FFF2-40B4-BE49-F238E27FC236}">
                <a16:creationId xmlns:a16="http://schemas.microsoft.com/office/drawing/2014/main" id="{B074A2D8-8C75-449E-8301-DA8339255A66}"/>
              </a:ext>
            </a:extLst>
          </p:cNvPr>
          <p:cNvSpPr>
            <a:spLocks/>
          </p:cNvSpPr>
          <p:nvPr/>
        </p:nvSpPr>
        <p:spPr>
          <a:xfrm>
            <a:off x="2370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7" name="data_4806">
            <a:extLst>
              <a:ext uri="{FF2B5EF4-FFF2-40B4-BE49-F238E27FC236}">
                <a16:creationId xmlns:a16="http://schemas.microsoft.com/office/drawing/2014/main" id="{03C82BBA-6963-4404-91FF-2D69F043C235}"/>
              </a:ext>
            </a:extLst>
          </p:cNvPr>
          <p:cNvSpPr>
            <a:spLocks/>
          </p:cNvSpPr>
          <p:nvPr/>
        </p:nvSpPr>
        <p:spPr>
          <a:xfrm>
            <a:off x="24495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8" name="data_4807">
            <a:extLst>
              <a:ext uri="{FF2B5EF4-FFF2-40B4-BE49-F238E27FC236}">
                <a16:creationId xmlns:a16="http://schemas.microsoft.com/office/drawing/2014/main" id="{2A3E0955-9E7A-498F-9256-C4B90577E64E}"/>
              </a:ext>
            </a:extLst>
          </p:cNvPr>
          <p:cNvSpPr>
            <a:spLocks/>
          </p:cNvSpPr>
          <p:nvPr/>
        </p:nvSpPr>
        <p:spPr>
          <a:xfrm>
            <a:off x="234196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9" name="data_4808">
            <a:extLst>
              <a:ext uri="{FF2B5EF4-FFF2-40B4-BE49-F238E27FC236}">
                <a16:creationId xmlns:a16="http://schemas.microsoft.com/office/drawing/2014/main" id="{ED784DE1-3E0D-47F9-8549-586AEBD333E1}"/>
              </a:ext>
            </a:extLst>
          </p:cNvPr>
          <p:cNvSpPr>
            <a:spLocks/>
          </p:cNvSpPr>
          <p:nvPr/>
        </p:nvSpPr>
        <p:spPr>
          <a:xfrm>
            <a:off x="235220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0" name="data_4809">
            <a:extLst>
              <a:ext uri="{FF2B5EF4-FFF2-40B4-BE49-F238E27FC236}">
                <a16:creationId xmlns:a16="http://schemas.microsoft.com/office/drawing/2014/main" id="{F86B1E37-0CD5-45D6-B19F-5CC4061B2017}"/>
              </a:ext>
            </a:extLst>
          </p:cNvPr>
          <p:cNvSpPr>
            <a:spLocks/>
          </p:cNvSpPr>
          <p:nvPr/>
        </p:nvSpPr>
        <p:spPr>
          <a:xfrm>
            <a:off x="23500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1" name="data_4810">
            <a:extLst>
              <a:ext uri="{FF2B5EF4-FFF2-40B4-BE49-F238E27FC236}">
                <a16:creationId xmlns:a16="http://schemas.microsoft.com/office/drawing/2014/main" id="{517ED892-5B63-4DD1-AE9F-6775AE817C3A}"/>
              </a:ext>
            </a:extLst>
          </p:cNvPr>
          <p:cNvSpPr>
            <a:spLocks/>
          </p:cNvSpPr>
          <p:nvPr/>
        </p:nvSpPr>
        <p:spPr>
          <a:xfrm>
            <a:off x="24684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2" name="data_4811">
            <a:extLst>
              <a:ext uri="{FF2B5EF4-FFF2-40B4-BE49-F238E27FC236}">
                <a16:creationId xmlns:a16="http://schemas.microsoft.com/office/drawing/2014/main" id="{B5758165-F8CD-4987-889D-B175708F3C3E}"/>
              </a:ext>
            </a:extLst>
          </p:cNvPr>
          <p:cNvSpPr>
            <a:spLocks/>
          </p:cNvSpPr>
          <p:nvPr/>
        </p:nvSpPr>
        <p:spPr>
          <a:xfrm>
            <a:off x="2312124" y="2382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3" name="data_4812">
            <a:extLst>
              <a:ext uri="{FF2B5EF4-FFF2-40B4-BE49-F238E27FC236}">
                <a16:creationId xmlns:a16="http://schemas.microsoft.com/office/drawing/2014/main" id="{226C7A51-8A93-4DB3-98FB-8CD15EBB8F43}"/>
              </a:ext>
            </a:extLst>
          </p:cNvPr>
          <p:cNvSpPr>
            <a:spLocks/>
          </p:cNvSpPr>
          <p:nvPr/>
        </p:nvSpPr>
        <p:spPr>
          <a:xfrm>
            <a:off x="230158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4" name="data_4813">
            <a:extLst>
              <a:ext uri="{FF2B5EF4-FFF2-40B4-BE49-F238E27FC236}">
                <a16:creationId xmlns:a16="http://schemas.microsoft.com/office/drawing/2014/main" id="{CD496EBA-5AE0-4976-BBD2-6A55B7472F6C}"/>
              </a:ext>
            </a:extLst>
          </p:cNvPr>
          <p:cNvSpPr>
            <a:spLocks/>
          </p:cNvSpPr>
          <p:nvPr/>
        </p:nvSpPr>
        <p:spPr>
          <a:xfrm>
            <a:off x="25114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5" name="data_4814">
            <a:extLst>
              <a:ext uri="{FF2B5EF4-FFF2-40B4-BE49-F238E27FC236}">
                <a16:creationId xmlns:a16="http://schemas.microsoft.com/office/drawing/2014/main" id="{D9A8801F-A731-4744-BFEE-401483FC6A55}"/>
              </a:ext>
            </a:extLst>
          </p:cNvPr>
          <p:cNvSpPr>
            <a:spLocks/>
          </p:cNvSpPr>
          <p:nvPr/>
        </p:nvSpPr>
        <p:spPr>
          <a:xfrm>
            <a:off x="24872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6" name="data_4815">
            <a:extLst>
              <a:ext uri="{FF2B5EF4-FFF2-40B4-BE49-F238E27FC236}">
                <a16:creationId xmlns:a16="http://schemas.microsoft.com/office/drawing/2014/main" id="{5D9F965B-1710-4777-9092-B3C092DD2110}"/>
              </a:ext>
            </a:extLst>
          </p:cNvPr>
          <p:cNvSpPr>
            <a:spLocks/>
          </p:cNvSpPr>
          <p:nvPr/>
        </p:nvSpPr>
        <p:spPr>
          <a:xfrm>
            <a:off x="236054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7" name="data_4816">
            <a:extLst>
              <a:ext uri="{FF2B5EF4-FFF2-40B4-BE49-F238E27FC236}">
                <a16:creationId xmlns:a16="http://schemas.microsoft.com/office/drawing/2014/main" id="{A6BA30FD-F439-4CCD-9795-1663BCE6FCBF}"/>
              </a:ext>
            </a:extLst>
          </p:cNvPr>
          <p:cNvSpPr>
            <a:spLocks/>
          </p:cNvSpPr>
          <p:nvPr/>
        </p:nvSpPr>
        <p:spPr>
          <a:xfrm>
            <a:off x="2395010" y="2356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8" name="data_4817">
            <a:extLst>
              <a:ext uri="{FF2B5EF4-FFF2-40B4-BE49-F238E27FC236}">
                <a16:creationId xmlns:a16="http://schemas.microsoft.com/office/drawing/2014/main" id="{B8B68DAF-BFF9-473A-8CF1-6D14F657650D}"/>
              </a:ext>
            </a:extLst>
          </p:cNvPr>
          <p:cNvSpPr>
            <a:spLocks/>
          </p:cNvSpPr>
          <p:nvPr/>
        </p:nvSpPr>
        <p:spPr>
          <a:xfrm>
            <a:off x="243331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9" name="data_4818">
            <a:extLst>
              <a:ext uri="{FF2B5EF4-FFF2-40B4-BE49-F238E27FC236}">
                <a16:creationId xmlns:a16="http://schemas.microsoft.com/office/drawing/2014/main" id="{58BFF342-567F-4854-8746-B1034718F9F1}"/>
              </a:ext>
            </a:extLst>
          </p:cNvPr>
          <p:cNvSpPr>
            <a:spLocks/>
          </p:cNvSpPr>
          <p:nvPr/>
        </p:nvSpPr>
        <p:spPr>
          <a:xfrm>
            <a:off x="23042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" name="data_4819">
            <a:extLst>
              <a:ext uri="{FF2B5EF4-FFF2-40B4-BE49-F238E27FC236}">
                <a16:creationId xmlns:a16="http://schemas.microsoft.com/office/drawing/2014/main" id="{E4120E44-9A50-4629-9165-330F2673385C}"/>
              </a:ext>
            </a:extLst>
          </p:cNvPr>
          <p:cNvSpPr>
            <a:spLocks/>
          </p:cNvSpPr>
          <p:nvPr/>
        </p:nvSpPr>
        <p:spPr>
          <a:xfrm>
            <a:off x="2309343" y="282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" name="data_4820">
            <a:extLst>
              <a:ext uri="{FF2B5EF4-FFF2-40B4-BE49-F238E27FC236}">
                <a16:creationId xmlns:a16="http://schemas.microsoft.com/office/drawing/2014/main" id="{0263FD5B-940E-45DF-B2BD-EE3C1C277A4E}"/>
              </a:ext>
            </a:extLst>
          </p:cNvPr>
          <p:cNvSpPr>
            <a:spLocks/>
          </p:cNvSpPr>
          <p:nvPr/>
        </p:nvSpPr>
        <p:spPr>
          <a:xfrm>
            <a:off x="249251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" name="data_4821">
            <a:extLst>
              <a:ext uri="{FF2B5EF4-FFF2-40B4-BE49-F238E27FC236}">
                <a16:creationId xmlns:a16="http://schemas.microsoft.com/office/drawing/2014/main" id="{F8C1E105-4285-41F1-B5AE-D5B1129A1C09}"/>
              </a:ext>
            </a:extLst>
          </p:cNvPr>
          <p:cNvSpPr>
            <a:spLocks/>
          </p:cNvSpPr>
          <p:nvPr/>
        </p:nvSpPr>
        <p:spPr>
          <a:xfrm>
            <a:off x="23772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" name="data_4822">
            <a:extLst>
              <a:ext uri="{FF2B5EF4-FFF2-40B4-BE49-F238E27FC236}">
                <a16:creationId xmlns:a16="http://schemas.microsoft.com/office/drawing/2014/main" id="{B95DC3A8-F593-4A52-8B09-6C7ADDC7901A}"/>
              </a:ext>
            </a:extLst>
          </p:cNvPr>
          <p:cNvSpPr>
            <a:spLocks/>
          </p:cNvSpPr>
          <p:nvPr/>
        </p:nvSpPr>
        <p:spPr>
          <a:xfrm>
            <a:off x="24471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" name="data_4823">
            <a:extLst>
              <a:ext uri="{FF2B5EF4-FFF2-40B4-BE49-F238E27FC236}">
                <a16:creationId xmlns:a16="http://schemas.microsoft.com/office/drawing/2014/main" id="{8B4A5A1D-02D6-40B1-B88E-34A876FD4768}"/>
              </a:ext>
            </a:extLst>
          </p:cNvPr>
          <p:cNvSpPr>
            <a:spLocks/>
          </p:cNvSpPr>
          <p:nvPr/>
        </p:nvSpPr>
        <p:spPr>
          <a:xfrm>
            <a:off x="240253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" name="data_4824">
            <a:extLst>
              <a:ext uri="{FF2B5EF4-FFF2-40B4-BE49-F238E27FC236}">
                <a16:creationId xmlns:a16="http://schemas.microsoft.com/office/drawing/2014/main" id="{BF356771-32A4-4FEC-BCFA-D76D114DD47E}"/>
              </a:ext>
            </a:extLst>
          </p:cNvPr>
          <p:cNvSpPr>
            <a:spLocks/>
          </p:cNvSpPr>
          <p:nvPr/>
        </p:nvSpPr>
        <p:spPr>
          <a:xfrm>
            <a:off x="25050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" name="data_4825">
            <a:extLst>
              <a:ext uri="{FF2B5EF4-FFF2-40B4-BE49-F238E27FC236}">
                <a16:creationId xmlns:a16="http://schemas.microsoft.com/office/drawing/2014/main" id="{21D54E2C-7959-4FB8-8FF5-3063390C37E8}"/>
              </a:ext>
            </a:extLst>
          </p:cNvPr>
          <p:cNvSpPr>
            <a:spLocks/>
          </p:cNvSpPr>
          <p:nvPr/>
        </p:nvSpPr>
        <p:spPr>
          <a:xfrm>
            <a:off x="23122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" name="data_4826">
            <a:extLst>
              <a:ext uri="{FF2B5EF4-FFF2-40B4-BE49-F238E27FC236}">
                <a16:creationId xmlns:a16="http://schemas.microsoft.com/office/drawing/2014/main" id="{1973FD1A-4328-4D07-B5C4-6C5CFB573520}"/>
              </a:ext>
            </a:extLst>
          </p:cNvPr>
          <p:cNvSpPr>
            <a:spLocks/>
          </p:cNvSpPr>
          <p:nvPr/>
        </p:nvSpPr>
        <p:spPr>
          <a:xfrm>
            <a:off x="23581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" name="data_4827">
            <a:extLst>
              <a:ext uri="{FF2B5EF4-FFF2-40B4-BE49-F238E27FC236}">
                <a16:creationId xmlns:a16="http://schemas.microsoft.com/office/drawing/2014/main" id="{DB7D9871-338A-4E7C-98EA-99E848716C35}"/>
              </a:ext>
            </a:extLst>
          </p:cNvPr>
          <p:cNvSpPr>
            <a:spLocks/>
          </p:cNvSpPr>
          <p:nvPr/>
        </p:nvSpPr>
        <p:spPr>
          <a:xfrm>
            <a:off x="24820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" name="data_4828">
            <a:extLst>
              <a:ext uri="{FF2B5EF4-FFF2-40B4-BE49-F238E27FC236}">
                <a16:creationId xmlns:a16="http://schemas.microsoft.com/office/drawing/2014/main" id="{92891092-2364-4D6D-A8AB-C80E851F96FB}"/>
              </a:ext>
            </a:extLst>
          </p:cNvPr>
          <p:cNvSpPr>
            <a:spLocks/>
          </p:cNvSpPr>
          <p:nvPr/>
        </p:nvSpPr>
        <p:spPr>
          <a:xfrm>
            <a:off x="2458001" y="28960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" name="data_4829">
            <a:extLst>
              <a:ext uri="{FF2B5EF4-FFF2-40B4-BE49-F238E27FC236}">
                <a16:creationId xmlns:a16="http://schemas.microsoft.com/office/drawing/2014/main" id="{E21B3A28-3700-4BD7-9C22-3C6614446722}"/>
              </a:ext>
            </a:extLst>
          </p:cNvPr>
          <p:cNvSpPr>
            <a:spLocks/>
          </p:cNvSpPr>
          <p:nvPr/>
        </p:nvSpPr>
        <p:spPr>
          <a:xfrm>
            <a:off x="23700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" name="data_4830">
            <a:extLst>
              <a:ext uri="{FF2B5EF4-FFF2-40B4-BE49-F238E27FC236}">
                <a16:creationId xmlns:a16="http://schemas.microsoft.com/office/drawing/2014/main" id="{8CF246BD-DC96-4DD5-B89F-B15822520744}"/>
              </a:ext>
            </a:extLst>
          </p:cNvPr>
          <p:cNvSpPr>
            <a:spLocks/>
          </p:cNvSpPr>
          <p:nvPr/>
        </p:nvSpPr>
        <p:spPr>
          <a:xfrm>
            <a:off x="238381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" name="data_4831">
            <a:extLst>
              <a:ext uri="{FF2B5EF4-FFF2-40B4-BE49-F238E27FC236}">
                <a16:creationId xmlns:a16="http://schemas.microsoft.com/office/drawing/2014/main" id="{9514FE65-22B9-40F7-A497-31379B526A67}"/>
              </a:ext>
            </a:extLst>
          </p:cNvPr>
          <p:cNvSpPr>
            <a:spLocks/>
          </p:cNvSpPr>
          <p:nvPr/>
        </p:nvSpPr>
        <p:spPr>
          <a:xfrm>
            <a:off x="2418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" name="data_4832">
            <a:extLst>
              <a:ext uri="{FF2B5EF4-FFF2-40B4-BE49-F238E27FC236}">
                <a16:creationId xmlns:a16="http://schemas.microsoft.com/office/drawing/2014/main" id="{92ACFA88-B23B-40DC-A6C6-5A85D85C90C4}"/>
              </a:ext>
            </a:extLst>
          </p:cNvPr>
          <p:cNvSpPr>
            <a:spLocks/>
          </p:cNvSpPr>
          <p:nvPr/>
        </p:nvSpPr>
        <p:spPr>
          <a:xfrm>
            <a:off x="243587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" name="data_4833">
            <a:extLst>
              <a:ext uri="{FF2B5EF4-FFF2-40B4-BE49-F238E27FC236}">
                <a16:creationId xmlns:a16="http://schemas.microsoft.com/office/drawing/2014/main" id="{7A0EEAE5-998A-419D-AB48-27C10211DF62}"/>
              </a:ext>
            </a:extLst>
          </p:cNvPr>
          <p:cNvSpPr>
            <a:spLocks/>
          </p:cNvSpPr>
          <p:nvPr/>
        </p:nvSpPr>
        <p:spPr>
          <a:xfrm>
            <a:off x="2359613" y="26865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" name="data_4834">
            <a:extLst>
              <a:ext uri="{FF2B5EF4-FFF2-40B4-BE49-F238E27FC236}">
                <a16:creationId xmlns:a16="http://schemas.microsoft.com/office/drawing/2014/main" id="{9CA8395B-374F-4B6B-B272-54102DF0CEE8}"/>
              </a:ext>
            </a:extLst>
          </p:cNvPr>
          <p:cNvSpPr>
            <a:spLocks/>
          </p:cNvSpPr>
          <p:nvPr/>
        </p:nvSpPr>
        <p:spPr>
          <a:xfrm>
            <a:off x="235483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" name="data_4835">
            <a:extLst>
              <a:ext uri="{FF2B5EF4-FFF2-40B4-BE49-F238E27FC236}">
                <a16:creationId xmlns:a16="http://schemas.microsoft.com/office/drawing/2014/main" id="{73FBB1D9-2699-4737-9A71-D07FC3DDFF1C}"/>
              </a:ext>
            </a:extLst>
          </p:cNvPr>
          <p:cNvSpPr>
            <a:spLocks/>
          </p:cNvSpPr>
          <p:nvPr/>
        </p:nvSpPr>
        <p:spPr>
          <a:xfrm>
            <a:off x="2413568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" name="data_4836">
            <a:extLst>
              <a:ext uri="{FF2B5EF4-FFF2-40B4-BE49-F238E27FC236}">
                <a16:creationId xmlns:a16="http://schemas.microsoft.com/office/drawing/2014/main" id="{78C72ADB-27A1-4058-8D5A-F983B544F98D}"/>
              </a:ext>
            </a:extLst>
          </p:cNvPr>
          <p:cNvSpPr>
            <a:spLocks/>
          </p:cNvSpPr>
          <p:nvPr/>
        </p:nvSpPr>
        <p:spPr>
          <a:xfrm>
            <a:off x="24235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" name="data_4837">
            <a:extLst>
              <a:ext uri="{FF2B5EF4-FFF2-40B4-BE49-F238E27FC236}">
                <a16:creationId xmlns:a16="http://schemas.microsoft.com/office/drawing/2014/main" id="{1EF873E1-FBA8-4568-8E9D-422D48ADC7B7}"/>
              </a:ext>
            </a:extLst>
          </p:cNvPr>
          <p:cNvSpPr>
            <a:spLocks/>
          </p:cNvSpPr>
          <p:nvPr/>
        </p:nvSpPr>
        <p:spPr>
          <a:xfrm>
            <a:off x="23045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" name="data_4838">
            <a:extLst>
              <a:ext uri="{FF2B5EF4-FFF2-40B4-BE49-F238E27FC236}">
                <a16:creationId xmlns:a16="http://schemas.microsoft.com/office/drawing/2014/main" id="{BA120EFC-2453-412B-9755-C4A3A296F72E}"/>
              </a:ext>
            </a:extLst>
          </p:cNvPr>
          <p:cNvSpPr>
            <a:spLocks/>
          </p:cNvSpPr>
          <p:nvPr/>
        </p:nvSpPr>
        <p:spPr>
          <a:xfrm>
            <a:off x="23118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" name="data_4839">
            <a:extLst>
              <a:ext uri="{FF2B5EF4-FFF2-40B4-BE49-F238E27FC236}">
                <a16:creationId xmlns:a16="http://schemas.microsoft.com/office/drawing/2014/main" id="{2FA1439E-C750-44C0-9443-0E805A89B799}"/>
              </a:ext>
            </a:extLst>
          </p:cNvPr>
          <p:cNvSpPr>
            <a:spLocks/>
          </p:cNvSpPr>
          <p:nvPr/>
        </p:nvSpPr>
        <p:spPr>
          <a:xfrm>
            <a:off x="23586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" name="data_4840">
            <a:extLst>
              <a:ext uri="{FF2B5EF4-FFF2-40B4-BE49-F238E27FC236}">
                <a16:creationId xmlns:a16="http://schemas.microsoft.com/office/drawing/2014/main" id="{284527CA-B914-4250-9711-BC9587DEC265}"/>
              </a:ext>
            </a:extLst>
          </p:cNvPr>
          <p:cNvSpPr>
            <a:spLocks/>
          </p:cNvSpPr>
          <p:nvPr/>
        </p:nvSpPr>
        <p:spPr>
          <a:xfrm>
            <a:off x="229459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" name="data_4841">
            <a:extLst>
              <a:ext uri="{FF2B5EF4-FFF2-40B4-BE49-F238E27FC236}">
                <a16:creationId xmlns:a16="http://schemas.microsoft.com/office/drawing/2014/main" id="{3F3FE003-9D7B-44B6-BF2D-085D0EFAE3E7}"/>
              </a:ext>
            </a:extLst>
          </p:cNvPr>
          <p:cNvSpPr>
            <a:spLocks/>
          </p:cNvSpPr>
          <p:nvPr/>
        </p:nvSpPr>
        <p:spPr>
          <a:xfrm>
            <a:off x="24739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" name="data_4842">
            <a:extLst>
              <a:ext uri="{FF2B5EF4-FFF2-40B4-BE49-F238E27FC236}">
                <a16:creationId xmlns:a16="http://schemas.microsoft.com/office/drawing/2014/main" id="{245657E5-DC2E-4C31-B5D6-14209C5B7E84}"/>
              </a:ext>
            </a:extLst>
          </p:cNvPr>
          <p:cNvSpPr>
            <a:spLocks/>
          </p:cNvSpPr>
          <p:nvPr/>
        </p:nvSpPr>
        <p:spPr>
          <a:xfrm>
            <a:off x="24501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" name="data_4843">
            <a:extLst>
              <a:ext uri="{FF2B5EF4-FFF2-40B4-BE49-F238E27FC236}">
                <a16:creationId xmlns:a16="http://schemas.microsoft.com/office/drawing/2014/main" id="{66C6BDEA-95CB-4777-8464-E93B03DC80D9}"/>
              </a:ext>
            </a:extLst>
          </p:cNvPr>
          <p:cNvSpPr>
            <a:spLocks/>
          </p:cNvSpPr>
          <p:nvPr/>
        </p:nvSpPr>
        <p:spPr>
          <a:xfrm>
            <a:off x="234822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" name="data_4844">
            <a:extLst>
              <a:ext uri="{FF2B5EF4-FFF2-40B4-BE49-F238E27FC236}">
                <a16:creationId xmlns:a16="http://schemas.microsoft.com/office/drawing/2014/main" id="{2B43E660-D885-4160-9ABA-2AD69CB56FE0}"/>
              </a:ext>
            </a:extLst>
          </p:cNvPr>
          <p:cNvSpPr>
            <a:spLocks/>
          </p:cNvSpPr>
          <p:nvPr/>
        </p:nvSpPr>
        <p:spPr>
          <a:xfrm>
            <a:off x="24851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" name="data_4845">
            <a:extLst>
              <a:ext uri="{FF2B5EF4-FFF2-40B4-BE49-F238E27FC236}">
                <a16:creationId xmlns:a16="http://schemas.microsoft.com/office/drawing/2014/main" id="{0A93687D-33F9-4CB2-935D-1A70A52262EE}"/>
              </a:ext>
            </a:extLst>
          </p:cNvPr>
          <p:cNvSpPr>
            <a:spLocks/>
          </p:cNvSpPr>
          <p:nvPr/>
        </p:nvSpPr>
        <p:spPr>
          <a:xfrm>
            <a:off x="22962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" name="data_4846">
            <a:extLst>
              <a:ext uri="{FF2B5EF4-FFF2-40B4-BE49-F238E27FC236}">
                <a16:creationId xmlns:a16="http://schemas.microsoft.com/office/drawing/2014/main" id="{978219FC-897A-447E-ACF3-C32F5E9E4CEB}"/>
              </a:ext>
            </a:extLst>
          </p:cNvPr>
          <p:cNvSpPr>
            <a:spLocks/>
          </p:cNvSpPr>
          <p:nvPr/>
        </p:nvSpPr>
        <p:spPr>
          <a:xfrm>
            <a:off x="2387622" y="27538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" name="data_4847">
            <a:extLst>
              <a:ext uri="{FF2B5EF4-FFF2-40B4-BE49-F238E27FC236}">
                <a16:creationId xmlns:a16="http://schemas.microsoft.com/office/drawing/2014/main" id="{83D7FB66-1470-4D1A-AEB8-EE726FF8AA1F}"/>
              </a:ext>
            </a:extLst>
          </p:cNvPr>
          <p:cNvSpPr>
            <a:spLocks/>
          </p:cNvSpPr>
          <p:nvPr/>
        </p:nvSpPr>
        <p:spPr>
          <a:xfrm>
            <a:off x="23478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" name="data_4848">
            <a:extLst>
              <a:ext uri="{FF2B5EF4-FFF2-40B4-BE49-F238E27FC236}">
                <a16:creationId xmlns:a16="http://schemas.microsoft.com/office/drawing/2014/main" id="{A8A8AD6A-7609-403F-B8AF-4F1EFBB67EA6}"/>
              </a:ext>
            </a:extLst>
          </p:cNvPr>
          <p:cNvSpPr>
            <a:spLocks/>
          </p:cNvSpPr>
          <p:nvPr/>
        </p:nvSpPr>
        <p:spPr>
          <a:xfrm>
            <a:off x="23885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" name="data_4849">
            <a:extLst>
              <a:ext uri="{FF2B5EF4-FFF2-40B4-BE49-F238E27FC236}">
                <a16:creationId xmlns:a16="http://schemas.microsoft.com/office/drawing/2014/main" id="{B510A80E-0F43-4432-87A0-6DF852952F6F}"/>
              </a:ext>
            </a:extLst>
          </p:cNvPr>
          <p:cNvSpPr>
            <a:spLocks/>
          </p:cNvSpPr>
          <p:nvPr/>
        </p:nvSpPr>
        <p:spPr>
          <a:xfrm>
            <a:off x="2367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" name="data_4850">
            <a:extLst>
              <a:ext uri="{FF2B5EF4-FFF2-40B4-BE49-F238E27FC236}">
                <a16:creationId xmlns:a16="http://schemas.microsoft.com/office/drawing/2014/main" id="{D6918B8E-49C4-433D-B176-62D0EBFC06E2}"/>
              </a:ext>
            </a:extLst>
          </p:cNvPr>
          <p:cNvSpPr>
            <a:spLocks/>
          </p:cNvSpPr>
          <p:nvPr/>
        </p:nvSpPr>
        <p:spPr>
          <a:xfrm>
            <a:off x="23963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" name="data_4851">
            <a:extLst>
              <a:ext uri="{FF2B5EF4-FFF2-40B4-BE49-F238E27FC236}">
                <a16:creationId xmlns:a16="http://schemas.microsoft.com/office/drawing/2014/main" id="{873E25D1-700F-4725-A463-DD3C1B1DAE03}"/>
              </a:ext>
            </a:extLst>
          </p:cNvPr>
          <p:cNvSpPr>
            <a:spLocks/>
          </p:cNvSpPr>
          <p:nvPr/>
        </p:nvSpPr>
        <p:spPr>
          <a:xfrm>
            <a:off x="240189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" name="data_4852">
            <a:extLst>
              <a:ext uri="{FF2B5EF4-FFF2-40B4-BE49-F238E27FC236}">
                <a16:creationId xmlns:a16="http://schemas.microsoft.com/office/drawing/2014/main" id="{D5891849-FD71-4D00-8C4E-0BD89D519455}"/>
              </a:ext>
            </a:extLst>
          </p:cNvPr>
          <p:cNvSpPr>
            <a:spLocks/>
          </p:cNvSpPr>
          <p:nvPr/>
        </p:nvSpPr>
        <p:spPr>
          <a:xfrm>
            <a:off x="238396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" name="data_4853">
            <a:extLst>
              <a:ext uri="{FF2B5EF4-FFF2-40B4-BE49-F238E27FC236}">
                <a16:creationId xmlns:a16="http://schemas.microsoft.com/office/drawing/2014/main" id="{DC41082E-0BF5-44B6-8BD6-E8011985D624}"/>
              </a:ext>
            </a:extLst>
          </p:cNvPr>
          <p:cNvSpPr>
            <a:spLocks/>
          </p:cNvSpPr>
          <p:nvPr/>
        </p:nvSpPr>
        <p:spPr>
          <a:xfrm>
            <a:off x="2348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" name="data_4854">
            <a:extLst>
              <a:ext uri="{FF2B5EF4-FFF2-40B4-BE49-F238E27FC236}">
                <a16:creationId xmlns:a16="http://schemas.microsoft.com/office/drawing/2014/main" id="{623469D4-7168-43D9-9068-5F85C32C3431}"/>
              </a:ext>
            </a:extLst>
          </p:cNvPr>
          <p:cNvSpPr>
            <a:spLocks/>
          </p:cNvSpPr>
          <p:nvPr/>
        </p:nvSpPr>
        <p:spPr>
          <a:xfrm>
            <a:off x="2508294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" name="data_4855">
            <a:extLst>
              <a:ext uri="{FF2B5EF4-FFF2-40B4-BE49-F238E27FC236}">
                <a16:creationId xmlns:a16="http://schemas.microsoft.com/office/drawing/2014/main" id="{6CFD567D-B957-4ABA-9119-5BEF515C2F82}"/>
              </a:ext>
            </a:extLst>
          </p:cNvPr>
          <p:cNvSpPr>
            <a:spLocks/>
          </p:cNvSpPr>
          <p:nvPr/>
        </p:nvSpPr>
        <p:spPr>
          <a:xfrm>
            <a:off x="24540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" name="data_4856">
            <a:extLst>
              <a:ext uri="{FF2B5EF4-FFF2-40B4-BE49-F238E27FC236}">
                <a16:creationId xmlns:a16="http://schemas.microsoft.com/office/drawing/2014/main" id="{D8C84283-755F-407E-937F-5E644A5C4A94}"/>
              </a:ext>
            </a:extLst>
          </p:cNvPr>
          <p:cNvSpPr>
            <a:spLocks/>
          </p:cNvSpPr>
          <p:nvPr/>
        </p:nvSpPr>
        <p:spPr>
          <a:xfrm>
            <a:off x="22971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" name="data_4857">
            <a:extLst>
              <a:ext uri="{FF2B5EF4-FFF2-40B4-BE49-F238E27FC236}">
                <a16:creationId xmlns:a16="http://schemas.microsoft.com/office/drawing/2014/main" id="{7B493135-F916-4DB0-9A31-3E627F7D04FD}"/>
              </a:ext>
            </a:extLst>
          </p:cNvPr>
          <p:cNvSpPr>
            <a:spLocks/>
          </p:cNvSpPr>
          <p:nvPr/>
        </p:nvSpPr>
        <p:spPr>
          <a:xfrm>
            <a:off x="2354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" name="data_4858">
            <a:extLst>
              <a:ext uri="{FF2B5EF4-FFF2-40B4-BE49-F238E27FC236}">
                <a16:creationId xmlns:a16="http://schemas.microsoft.com/office/drawing/2014/main" id="{B06AEB99-23DD-4A19-BA1B-EFEFD49DA6A3}"/>
              </a:ext>
            </a:extLst>
          </p:cNvPr>
          <p:cNvSpPr>
            <a:spLocks/>
          </p:cNvSpPr>
          <p:nvPr/>
        </p:nvSpPr>
        <p:spPr>
          <a:xfrm>
            <a:off x="241276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" name="data_4859">
            <a:extLst>
              <a:ext uri="{FF2B5EF4-FFF2-40B4-BE49-F238E27FC236}">
                <a16:creationId xmlns:a16="http://schemas.microsoft.com/office/drawing/2014/main" id="{69DB7E88-6F8A-4CC8-B27C-3B23D4E6DD22}"/>
              </a:ext>
            </a:extLst>
          </p:cNvPr>
          <p:cNvSpPr>
            <a:spLocks/>
          </p:cNvSpPr>
          <p:nvPr/>
        </p:nvSpPr>
        <p:spPr>
          <a:xfrm>
            <a:off x="23317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" name="data_4860">
            <a:extLst>
              <a:ext uri="{FF2B5EF4-FFF2-40B4-BE49-F238E27FC236}">
                <a16:creationId xmlns:a16="http://schemas.microsoft.com/office/drawing/2014/main" id="{B7263D37-444D-447B-9593-C6C1923016A4}"/>
              </a:ext>
            </a:extLst>
          </p:cNvPr>
          <p:cNvSpPr>
            <a:spLocks/>
          </p:cNvSpPr>
          <p:nvPr/>
        </p:nvSpPr>
        <p:spPr>
          <a:xfrm>
            <a:off x="2487815" y="2423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" name="data_4861">
            <a:extLst>
              <a:ext uri="{FF2B5EF4-FFF2-40B4-BE49-F238E27FC236}">
                <a16:creationId xmlns:a16="http://schemas.microsoft.com/office/drawing/2014/main" id="{070FB710-EC47-4D08-9AAD-CD2F4EA948A4}"/>
              </a:ext>
            </a:extLst>
          </p:cNvPr>
          <p:cNvSpPr>
            <a:spLocks/>
          </p:cNvSpPr>
          <p:nvPr/>
        </p:nvSpPr>
        <p:spPr>
          <a:xfrm>
            <a:off x="2450659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" name="data_4862">
            <a:extLst>
              <a:ext uri="{FF2B5EF4-FFF2-40B4-BE49-F238E27FC236}">
                <a16:creationId xmlns:a16="http://schemas.microsoft.com/office/drawing/2014/main" id="{939E1B1A-9AD0-44D5-8D9E-284D566173CD}"/>
              </a:ext>
            </a:extLst>
          </p:cNvPr>
          <p:cNvSpPr>
            <a:spLocks/>
          </p:cNvSpPr>
          <p:nvPr/>
        </p:nvSpPr>
        <p:spPr>
          <a:xfrm>
            <a:off x="2452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" name="data_4863">
            <a:extLst>
              <a:ext uri="{FF2B5EF4-FFF2-40B4-BE49-F238E27FC236}">
                <a16:creationId xmlns:a16="http://schemas.microsoft.com/office/drawing/2014/main" id="{1DACCAF0-3941-431E-8B7E-DF1B722720E1}"/>
              </a:ext>
            </a:extLst>
          </p:cNvPr>
          <p:cNvSpPr>
            <a:spLocks/>
          </p:cNvSpPr>
          <p:nvPr/>
        </p:nvSpPr>
        <p:spPr>
          <a:xfrm>
            <a:off x="2473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" name="data_4864">
            <a:extLst>
              <a:ext uri="{FF2B5EF4-FFF2-40B4-BE49-F238E27FC236}">
                <a16:creationId xmlns:a16="http://schemas.microsoft.com/office/drawing/2014/main" id="{541A591D-887F-49BB-BE0F-7AA7E47B17A8}"/>
              </a:ext>
            </a:extLst>
          </p:cNvPr>
          <p:cNvSpPr>
            <a:spLocks/>
          </p:cNvSpPr>
          <p:nvPr/>
        </p:nvSpPr>
        <p:spPr>
          <a:xfrm>
            <a:off x="2357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" name="data_4865">
            <a:extLst>
              <a:ext uri="{FF2B5EF4-FFF2-40B4-BE49-F238E27FC236}">
                <a16:creationId xmlns:a16="http://schemas.microsoft.com/office/drawing/2014/main" id="{5746EFF6-89CB-4EEF-980F-994707E5EF00}"/>
              </a:ext>
            </a:extLst>
          </p:cNvPr>
          <p:cNvSpPr>
            <a:spLocks/>
          </p:cNvSpPr>
          <p:nvPr/>
        </p:nvSpPr>
        <p:spPr>
          <a:xfrm>
            <a:off x="2379407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" name="data_4866">
            <a:extLst>
              <a:ext uri="{FF2B5EF4-FFF2-40B4-BE49-F238E27FC236}">
                <a16:creationId xmlns:a16="http://schemas.microsoft.com/office/drawing/2014/main" id="{C15A6AF0-3120-40FD-A433-85CD8F55E482}"/>
              </a:ext>
            </a:extLst>
          </p:cNvPr>
          <p:cNvSpPr>
            <a:spLocks/>
          </p:cNvSpPr>
          <p:nvPr/>
        </p:nvSpPr>
        <p:spPr>
          <a:xfrm>
            <a:off x="23131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" name="data_4867">
            <a:extLst>
              <a:ext uri="{FF2B5EF4-FFF2-40B4-BE49-F238E27FC236}">
                <a16:creationId xmlns:a16="http://schemas.microsoft.com/office/drawing/2014/main" id="{0AA8F8B1-8900-4629-A025-F28ABFB0678C}"/>
              </a:ext>
            </a:extLst>
          </p:cNvPr>
          <p:cNvSpPr>
            <a:spLocks/>
          </p:cNvSpPr>
          <p:nvPr/>
        </p:nvSpPr>
        <p:spPr>
          <a:xfrm>
            <a:off x="232610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" name="data_4868">
            <a:extLst>
              <a:ext uri="{FF2B5EF4-FFF2-40B4-BE49-F238E27FC236}">
                <a16:creationId xmlns:a16="http://schemas.microsoft.com/office/drawing/2014/main" id="{907068FB-C74B-4BBC-A4F0-8BDB362AD4EF}"/>
              </a:ext>
            </a:extLst>
          </p:cNvPr>
          <p:cNvSpPr>
            <a:spLocks/>
          </p:cNvSpPr>
          <p:nvPr/>
        </p:nvSpPr>
        <p:spPr>
          <a:xfrm>
            <a:off x="239136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" name="data_4869">
            <a:extLst>
              <a:ext uri="{FF2B5EF4-FFF2-40B4-BE49-F238E27FC236}">
                <a16:creationId xmlns:a16="http://schemas.microsoft.com/office/drawing/2014/main" id="{BC8A05D4-725B-40B5-87E4-F39ECAEC61E8}"/>
              </a:ext>
            </a:extLst>
          </p:cNvPr>
          <p:cNvSpPr>
            <a:spLocks/>
          </p:cNvSpPr>
          <p:nvPr/>
        </p:nvSpPr>
        <p:spPr>
          <a:xfrm>
            <a:off x="24023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" name="data_4870">
            <a:extLst>
              <a:ext uri="{FF2B5EF4-FFF2-40B4-BE49-F238E27FC236}">
                <a16:creationId xmlns:a16="http://schemas.microsoft.com/office/drawing/2014/main" id="{FF5529D9-6A47-4B09-BB3C-E9FB908FA1C0}"/>
              </a:ext>
            </a:extLst>
          </p:cNvPr>
          <p:cNvSpPr>
            <a:spLocks/>
          </p:cNvSpPr>
          <p:nvPr/>
        </p:nvSpPr>
        <p:spPr>
          <a:xfrm>
            <a:off x="243758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" name="data_4871">
            <a:extLst>
              <a:ext uri="{FF2B5EF4-FFF2-40B4-BE49-F238E27FC236}">
                <a16:creationId xmlns:a16="http://schemas.microsoft.com/office/drawing/2014/main" id="{AAB46CB0-3A2F-4894-AAC7-5D364560799E}"/>
              </a:ext>
            </a:extLst>
          </p:cNvPr>
          <p:cNvSpPr>
            <a:spLocks/>
          </p:cNvSpPr>
          <p:nvPr/>
        </p:nvSpPr>
        <p:spPr>
          <a:xfrm>
            <a:off x="243231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" name="data_4872">
            <a:extLst>
              <a:ext uri="{FF2B5EF4-FFF2-40B4-BE49-F238E27FC236}">
                <a16:creationId xmlns:a16="http://schemas.microsoft.com/office/drawing/2014/main" id="{C7B3A063-A0A5-4391-B18F-35C4DBB0A8C1}"/>
              </a:ext>
            </a:extLst>
          </p:cNvPr>
          <p:cNvSpPr>
            <a:spLocks/>
          </p:cNvSpPr>
          <p:nvPr/>
        </p:nvSpPr>
        <p:spPr>
          <a:xfrm>
            <a:off x="250546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" name="data_4873">
            <a:extLst>
              <a:ext uri="{FF2B5EF4-FFF2-40B4-BE49-F238E27FC236}">
                <a16:creationId xmlns:a16="http://schemas.microsoft.com/office/drawing/2014/main" id="{FA5DE58E-AE33-45A6-AA1D-0855DD5BE859}"/>
              </a:ext>
            </a:extLst>
          </p:cNvPr>
          <p:cNvSpPr>
            <a:spLocks/>
          </p:cNvSpPr>
          <p:nvPr/>
        </p:nvSpPr>
        <p:spPr>
          <a:xfrm>
            <a:off x="238082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" name="data_4874">
            <a:extLst>
              <a:ext uri="{FF2B5EF4-FFF2-40B4-BE49-F238E27FC236}">
                <a16:creationId xmlns:a16="http://schemas.microsoft.com/office/drawing/2014/main" id="{581B0A83-493B-4C1F-A5CB-387EDDA44AFC}"/>
              </a:ext>
            </a:extLst>
          </p:cNvPr>
          <p:cNvSpPr>
            <a:spLocks/>
          </p:cNvSpPr>
          <p:nvPr/>
        </p:nvSpPr>
        <p:spPr>
          <a:xfrm>
            <a:off x="232381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" name="data_4875">
            <a:extLst>
              <a:ext uri="{FF2B5EF4-FFF2-40B4-BE49-F238E27FC236}">
                <a16:creationId xmlns:a16="http://schemas.microsoft.com/office/drawing/2014/main" id="{ECD318DD-82AC-4B42-928F-72C54EE2D6AB}"/>
              </a:ext>
            </a:extLst>
          </p:cNvPr>
          <p:cNvSpPr>
            <a:spLocks/>
          </p:cNvSpPr>
          <p:nvPr/>
        </p:nvSpPr>
        <p:spPr>
          <a:xfrm>
            <a:off x="23632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" name="data_4876">
            <a:extLst>
              <a:ext uri="{FF2B5EF4-FFF2-40B4-BE49-F238E27FC236}">
                <a16:creationId xmlns:a16="http://schemas.microsoft.com/office/drawing/2014/main" id="{4D0495E0-314A-453F-8424-B9D5E47A3FE8}"/>
              </a:ext>
            </a:extLst>
          </p:cNvPr>
          <p:cNvSpPr>
            <a:spLocks/>
          </p:cNvSpPr>
          <p:nvPr/>
        </p:nvSpPr>
        <p:spPr>
          <a:xfrm>
            <a:off x="23534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" name="data_4877">
            <a:extLst>
              <a:ext uri="{FF2B5EF4-FFF2-40B4-BE49-F238E27FC236}">
                <a16:creationId xmlns:a16="http://schemas.microsoft.com/office/drawing/2014/main" id="{62B15F01-83B4-45EC-8763-67BCEB18E3E2}"/>
              </a:ext>
            </a:extLst>
          </p:cNvPr>
          <p:cNvSpPr>
            <a:spLocks/>
          </p:cNvSpPr>
          <p:nvPr/>
        </p:nvSpPr>
        <p:spPr>
          <a:xfrm>
            <a:off x="233047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" name="data_4878">
            <a:extLst>
              <a:ext uri="{FF2B5EF4-FFF2-40B4-BE49-F238E27FC236}">
                <a16:creationId xmlns:a16="http://schemas.microsoft.com/office/drawing/2014/main" id="{0E14A2AE-5267-4DB8-8A5A-5DEA1BA19873}"/>
              </a:ext>
            </a:extLst>
          </p:cNvPr>
          <p:cNvSpPr>
            <a:spLocks/>
          </p:cNvSpPr>
          <p:nvPr/>
        </p:nvSpPr>
        <p:spPr>
          <a:xfrm>
            <a:off x="2398361" y="33896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" name="data_4879">
            <a:extLst>
              <a:ext uri="{FF2B5EF4-FFF2-40B4-BE49-F238E27FC236}">
                <a16:creationId xmlns:a16="http://schemas.microsoft.com/office/drawing/2014/main" id="{CDCE9CAD-B216-4452-B2C7-F50845816750}"/>
              </a:ext>
            </a:extLst>
          </p:cNvPr>
          <p:cNvSpPr>
            <a:spLocks/>
          </p:cNvSpPr>
          <p:nvPr/>
        </p:nvSpPr>
        <p:spPr>
          <a:xfrm>
            <a:off x="24043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" name="data_4880">
            <a:extLst>
              <a:ext uri="{FF2B5EF4-FFF2-40B4-BE49-F238E27FC236}">
                <a16:creationId xmlns:a16="http://schemas.microsoft.com/office/drawing/2014/main" id="{5FCCD588-417D-4244-A6CA-2E40C9B6C129}"/>
              </a:ext>
            </a:extLst>
          </p:cNvPr>
          <p:cNvSpPr>
            <a:spLocks/>
          </p:cNvSpPr>
          <p:nvPr/>
        </p:nvSpPr>
        <p:spPr>
          <a:xfrm>
            <a:off x="2473257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" name="data_4881">
            <a:extLst>
              <a:ext uri="{FF2B5EF4-FFF2-40B4-BE49-F238E27FC236}">
                <a16:creationId xmlns:a16="http://schemas.microsoft.com/office/drawing/2014/main" id="{FE3742B3-F172-4306-9381-A784D3455E00}"/>
              </a:ext>
            </a:extLst>
          </p:cNvPr>
          <p:cNvSpPr>
            <a:spLocks/>
          </p:cNvSpPr>
          <p:nvPr/>
        </p:nvSpPr>
        <p:spPr>
          <a:xfrm>
            <a:off x="2408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" name="data_4882">
            <a:extLst>
              <a:ext uri="{FF2B5EF4-FFF2-40B4-BE49-F238E27FC236}">
                <a16:creationId xmlns:a16="http://schemas.microsoft.com/office/drawing/2014/main" id="{AA1F2C07-8DC4-46B7-AB51-0407ECC18F0B}"/>
              </a:ext>
            </a:extLst>
          </p:cNvPr>
          <p:cNvSpPr>
            <a:spLocks/>
          </p:cNvSpPr>
          <p:nvPr/>
        </p:nvSpPr>
        <p:spPr>
          <a:xfrm>
            <a:off x="24872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" name="data_4883">
            <a:extLst>
              <a:ext uri="{FF2B5EF4-FFF2-40B4-BE49-F238E27FC236}">
                <a16:creationId xmlns:a16="http://schemas.microsoft.com/office/drawing/2014/main" id="{711AE034-914B-4BD3-A884-295FC89428AC}"/>
              </a:ext>
            </a:extLst>
          </p:cNvPr>
          <p:cNvSpPr>
            <a:spLocks/>
          </p:cNvSpPr>
          <p:nvPr/>
        </p:nvSpPr>
        <p:spPr>
          <a:xfrm>
            <a:off x="23456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" name="data_4884">
            <a:extLst>
              <a:ext uri="{FF2B5EF4-FFF2-40B4-BE49-F238E27FC236}">
                <a16:creationId xmlns:a16="http://schemas.microsoft.com/office/drawing/2014/main" id="{4FAA3C42-6C77-4A3B-AE6C-90937AED058E}"/>
              </a:ext>
            </a:extLst>
          </p:cNvPr>
          <p:cNvSpPr>
            <a:spLocks/>
          </p:cNvSpPr>
          <p:nvPr/>
        </p:nvSpPr>
        <p:spPr>
          <a:xfrm>
            <a:off x="236108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" name="data_4885">
            <a:extLst>
              <a:ext uri="{FF2B5EF4-FFF2-40B4-BE49-F238E27FC236}">
                <a16:creationId xmlns:a16="http://schemas.microsoft.com/office/drawing/2014/main" id="{C97679DF-7F56-4FFA-85E5-34E07997B777}"/>
              </a:ext>
            </a:extLst>
          </p:cNvPr>
          <p:cNvSpPr>
            <a:spLocks/>
          </p:cNvSpPr>
          <p:nvPr/>
        </p:nvSpPr>
        <p:spPr>
          <a:xfrm>
            <a:off x="248031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" name="data_4886">
            <a:extLst>
              <a:ext uri="{FF2B5EF4-FFF2-40B4-BE49-F238E27FC236}">
                <a16:creationId xmlns:a16="http://schemas.microsoft.com/office/drawing/2014/main" id="{D414E51E-3691-4F11-A182-29612B3CF789}"/>
              </a:ext>
            </a:extLst>
          </p:cNvPr>
          <p:cNvSpPr>
            <a:spLocks/>
          </p:cNvSpPr>
          <p:nvPr/>
        </p:nvSpPr>
        <p:spPr>
          <a:xfrm>
            <a:off x="2343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" name="data_4887">
            <a:extLst>
              <a:ext uri="{FF2B5EF4-FFF2-40B4-BE49-F238E27FC236}">
                <a16:creationId xmlns:a16="http://schemas.microsoft.com/office/drawing/2014/main" id="{8B6FA47E-9F41-4DE6-96F0-5FEACE929BBC}"/>
              </a:ext>
            </a:extLst>
          </p:cNvPr>
          <p:cNvSpPr>
            <a:spLocks/>
          </p:cNvSpPr>
          <p:nvPr/>
        </p:nvSpPr>
        <p:spPr>
          <a:xfrm>
            <a:off x="2369712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" name="data_4888">
            <a:extLst>
              <a:ext uri="{FF2B5EF4-FFF2-40B4-BE49-F238E27FC236}">
                <a16:creationId xmlns:a16="http://schemas.microsoft.com/office/drawing/2014/main" id="{7C724FDB-D0F9-44B4-932C-EFC6EBFA27BB}"/>
              </a:ext>
            </a:extLst>
          </p:cNvPr>
          <p:cNvSpPr>
            <a:spLocks/>
          </p:cNvSpPr>
          <p:nvPr/>
        </p:nvSpPr>
        <p:spPr>
          <a:xfrm>
            <a:off x="24086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" name="data_4889">
            <a:extLst>
              <a:ext uri="{FF2B5EF4-FFF2-40B4-BE49-F238E27FC236}">
                <a16:creationId xmlns:a16="http://schemas.microsoft.com/office/drawing/2014/main" id="{28CDD3B2-22F1-4520-87D0-BB727BED9CC8}"/>
              </a:ext>
            </a:extLst>
          </p:cNvPr>
          <p:cNvSpPr>
            <a:spLocks/>
          </p:cNvSpPr>
          <p:nvPr/>
        </p:nvSpPr>
        <p:spPr>
          <a:xfrm>
            <a:off x="245224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" name="data_4890">
            <a:extLst>
              <a:ext uri="{FF2B5EF4-FFF2-40B4-BE49-F238E27FC236}">
                <a16:creationId xmlns:a16="http://schemas.microsoft.com/office/drawing/2014/main" id="{54E48FFC-6293-422B-A43A-96BA90EF6E07}"/>
              </a:ext>
            </a:extLst>
          </p:cNvPr>
          <p:cNvSpPr>
            <a:spLocks/>
          </p:cNvSpPr>
          <p:nvPr/>
        </p:nvSpPr>
        <p:spPr>
          <a:xfrm>
            <a:off x="24114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" name="data_4891">
            <a:extLst>
              <a:ext uri="{FF2B5EF4-FFF2-40B4-BE49-F238E27FC236}">
                <a16:creationId xmlns:a16="http://schemas.microsoft.com/office/drawing/2014/main" id="{6521630E-C03A-44DB-92C4-DDEF37FC4338}"/>
              </a:ext>
            </a:extLst>
          </p:cNvPr>
          <p:cNvSpPr>
            <a:spLocks/>
          </p:cNvSpPr>
          <p:nvPr/>
        </p:nvSpPr>
        <p:spPr>
          <a:xfrm>
            <a:off x="33870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" name="data_4892">
            <a:extLst>
              <a:ext uri="{FF2B5EF4-FFF2-40B4-BE49-F238E27FC236}">
                <a16:creationId xmlns:a16="http://schemas.microsoft.com/office/drawing/2014/main" id="{434BCF53-88CF-4173-9C56-80302DE98364}"/>
              </a:ext>
            </a:extLst>
          </p:cNvPr>
          <p:cNvSpPr>
            <a:spLocks/>
          </p:cNvSpPr>
          <p:nvPr/>
        </p:nvSpPr>
        <p:spPr>
          <a:xfrm>
            <a:off x="34030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" name="data_4893">
            <a:extLst>
              <a:ext uri="{FF2B5EF4-FFF2-40B4-BE49-F238E27FC236}">
                <a16:creationId xmlns:a16="http://schemas.microsoft.com/office/drawing/2014/main" id="{7F34A6EE-AE0F-498A-9F83-41D6AC88A3B9}"/>
              </a:ext>
            </a:extLst>
          </p:cNvPr>
          <p:cNvSpPr>
            <a:spLocks/>
          </p:cNvSpPr>
          <p:nvPr/>
        </p:nvSpPr>
        <p:spPr>
          <a:xfrm>
            <a:off x="33570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" name="data_4894">
            <a:extLst>
              <a:ext uri="{FF2B5EF4-FFF2-40B4-BE49-F238E27FC236}">
                <a16:creationId xmlns:a16="http://schemas.microsoft.com/office/drawing/2014/main" id="{33B2FD28-11D5-4B65-915B-F32C5EF25326}"/>
              </a:ext>
            </a:extLst>
          </p:cNvPr>
          <p:cNvSpPr>
            <a:spLocks/>
          </p:cNvSpPr>
          <p:nvPr/>
        </p:nvSpPr>
        <p:spPr>
          <a:xfrm>
            <a:off x="33545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" name="data_4895">
            <a:extLst>
              <a:ext uri="{FF2B5EF4-FFF2-40B4-BE49-F238E27FC236}">
                <a16:creationId xmlns:a16="http://schemas.microsoft.com/office/drawing/2014/main" id="{81A47AE4-DC2F-49E3-B254-2791040FEA8C}"/>
              </a:ext>
            </a:extLst>
          </p:cNvPr>
          <p:cNvSpPr>
            <a:spLocks/>
          </p:cNvSpPr>
          <p:nvPr/>
        </p:nvSpPr>
        <p:spPr>
          <a:xfrm>
            <a:off x="3355683" y="309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" name="data_4896">
            <a:extLst>
              <a:ext uri="{FF2B5EF4-FFF2-40B4-BE49-F238E27FC236}">
                <a16:creationId xmlns:a16="http://schemas.microsoft.com/office/drawing/2014/main" id="{458AAB0E-1AEC-4785-A1B4-FC3EA517CCE6}"/>
              </a:ext>
            </a:extLst>
          </p:cNvPr>
          <p:cNvSpPr>
            <a:spLocks/>
          </p:cNvSpPr>
          <p:nvPr/>
        </p:nvSpPr>
        <p:spPr>
          <a:xfrm>
            <a:off x="34410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" name="data_4897">
            <a:extLst>
              <a:ext uri="{FF2B5EF4-FFF2-40B4-BE49-F238E27FC236}">
                <a16:creationId xmlns:a16="http://schemas.microsoft.com/office/drawing/2014/main" id="{5177F7AC-C222-42FC-A7EF-9DA8DD26B3A5}"/>
              </a:ext>
            </a:extLst>
          </p:cNvPr>
          <p:cNvSpPr>
            <a:spLocks/>
          </p:cNvSpPr>
          <p:nvPr/>
        </p:nvSpPr>
        <p:spPr>
          <a:xfrm>
            <a:off x="33768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" name="data_4898">
            <a:extLst>
              <a:ext uri="{FF2B5EF4-FFF2-40B4-BE49-F238E27FC236}">
                <a16:creationId xmlns:a16="http://schemas.microsoft.com/office/drawing/2014/main" id="{0AC775D3-65A6-4A17-8AC5-E227B8F24735}"/>
              </a:ext>
            </a:extLst>
          </p:cNvPr>
          <p:cNvSpPr>
            <a:spLocks/>
          </p:cNvSpPr>
          <p:nvPr/>
        </p:nvSpPr>
        <p:spPr>
          <a:xfrm>
            <a:off x="33959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" name="data_4899">
            <a:extLst>
              <a:ext uri="{FF2B5EF4-FFF2-40B4-BE49-F238E27FC236}">
                <a16:creationId xmlns:a16="http://schemas.microsoft.com/office/drawing/2014/main" id="{6EE47196-5E1E-41B2-9CF3-92DEA2903C0E}"/>
              </a:ext>
            </a:extLst>
          </p:cNvPr>
          <p:cNvSpPr>
            <a:spLocks/>
          </p:cNvSpPr>
          <p:nvPr/>
        </p:nvSpPr>
        <p:spPr>
          <a:xfrm>
            <a:off x="32859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" name="data_4900">
            <a:extLst>
              <a:ext uri="{FF2B5EF4-FFF2-40B4-BE49-F238E27FC236}">
                <a16:creationId xmlns:a16="http://schemas.microsoft.com/office/drawing/2014/main" id="{C51E0AE6-4C8A-45E7-9C76-6C0F4A7C5CC1}"/>
              </a:ext>
            </a:extLst>
          </p:cNvPr>
          <p:cNvSpPr>
            <a:spLocks/>
          </p:cNvSpPr>
          <p:nvPr/>
        </p:nvSpPr>
        <p:spPr>
          <a:xfrm>
            <a:off x="348353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" name="data_4901">
            <a:extLst>
              <a:ext uri="{FF2B5EF4-FFF2-40B4-BE49-F238E27FC236}">
                <a16:creationId xmlns:a16="http://schemas.microsoft.com/office/drawing/2014/main" id="{4A2AEEAC-6F00-401B-8B73-A88730714EB2}"/>
              </a:ext>
            </a:extLst>
          </p:cNvPr>
          <p:cNvSpPr>
            <a:spLocks/>
          </p:cNvSpPr>
          <p:nvPr/>
        </p:nvSpPr>
        <p:spPr>
          <a:xfrm>
            <a:off x="3455280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" name="data_4902">
            <a:extLst>
              <a:ext uri="{FF2B5EF4-FFF2-40B4-BE49-F238E27FC236}">
                <a16:creationId xmlns:a16="http://schemas.microsoft.com/office/drawing/2014/main" id="{6D53B09A-BD14-403F-A2FC-09CF0903B51B}"/>
              </a:ext>
            </a:extLst>
          </p:cNvPr>
          <p:cNvSpPr>
            <a:spLocks/>
          </p:cNvSpPr>
          <p:nvPr/>
        </p:nvSpPr>
        <p:spPr>
          <a:xfrm>
            <a:off x="3309724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" name="data_4903">
            <a:extLst>
              <a:ext uri="{FF2B5EF4-FFF2-40B4-BE49-F238E27FC236}">
                <a16:creationId xmlns:a16="http://schemas.microsoft.com/office/drawing/2014/main" id="{C84182DB-4990-4651-AEE3-C596C33FDA78}"/>
              </a:ext>
            </a:extLst>
          </p:cNvPr>
          <p:cNvSpPr>
            <a:spLocks/>
          </p:cNvSpPr>
          <p:nvPr/>
        </p:nvSpPr>
        <p:spPr>
          <a:xfrm>
            <a:off x="33603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" name="data_4904">
            <a:extLst>
              <a:ext uri="{FF2B5EF4-FFF2-40B4-BE49-F238E27FC236}">
                <a16:creationId xmlns:a16="http://schemas.microsoft.com/office/drawing/2014/main" id="{B8EA995E-F0E7-493F-A8DF-8854275DE899}"/>
              </a:ext>
            </a:extLst>
          </p:cNvPr>
          <p:cNvSpPr>
            <a:spLocks/>
          </p:cNvSpPr>
          <p:nvPr/>
        </p:nvSpPr>
        <p:spPr>
          <a:xfrm>
            <a:off x="34910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" name="data_4905">
            <a:extLst>
              <a:ext uri="{FF2B5EF4-FFF2-40B4-BE49-F238E27FC236}">
                <a16:creationId xmlns:a16="http://schemas.microsoft.com/office/drawing/2014/main" id="{A0B53DCB-69C8-487E-9D7E-7478F6F398DA}"/>
              </a:ext>
            </a:extLst>
          </p:cNvPr>
          <p:cNvSpPr>
            <a:spLocks/>
          </p:cNvSpPr>
          <p:nvPr/>
        </p:nvSpPr>
        <p:spPr>
          <a:xfrm>
            <a:off x="32795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" name="data_4906">
            <a:extLst>
              <a:ext uri="{FF2B5EF4-FFF2-40B4-BE49-F238E27FC236}">
                <a16:creationId xmlns:a16="http://schemas.microsoft.com/office/drawing/2014/main" id="{B1420C25-B083-494E-AAE6-CA8C1240A9E0}"/>
              </a:ext>
            </a:extLst>
          </p:cNvPr>
          <p:cNvSpPr>
            <a:spLocks/>
          </p:cNvSpPr>
          <p:nvPr/>
        </p:nvSpPr>
        <p:spPr>
          <a:xfrm>
            <a:off x="33852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" name="data_4907">
            <a:extLst>
              <a:ext uri="{FF2B5EF4-FFF2-40B4-BE49-F238E27FC236}">
                <a16:creationId xmlns:a16="http://schemas.microsoft.com/office/drawing/2014/main" id="{14505FC8-A551-430F-80B4-13058C412A9B}"/>
              </a:ext>
            </a:extLst>
          </p:cNvPr>
          <p:cNvSpPr>
            <a:spLocks/>
          </p:cNvSpPr>
          <p:nvPr/>
        </p:nvSpPr>
        <p:spPr>
          <a:xfrm>
            <a:off x="33962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" name="data_4908">
            <a:extLst>
              <a:ext uri="{FF2B5EF4-FFF2-40B4-BE49-F238E27FC236}">
                <a16:creationId xmlns:a16="http://schemas.microsoft.com/office/drawing/2014/main" id="{6689A989-15F3-4646-94BB-B967C7790749}"/>
              </a:ext>
            </a:extLst>
          </p:cNvPr>
          <p:cNvSpPr>
            <a:spLocks/>
          </p:cNvSpPr>
          <p:nvPr/>
        </p:nvSpPr>
        <p:spPr>
          <a:xfrm>
            <a:off x="338234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" name="data_4909">
            <a:extLst>
              <a:ext uri="{FF2B5EF4-FFF2-40B4-BE49-F238E27FC236}">
                <a16:creationId xmlns:a16="http://schemas.microsoft.com/office/drawing/2014/main" id="{F85C32BA-B2B4-472F-9B13-39B8DC6AF833}"/>
              </a:ext>
            </a:extLst>
          </p:cNvPr>
          <p:cNvSpPr>
            <a:spLocks/>
          </p:cNvSpPr>
          <p:nvPr/>
        </p:nvSpPr>
        <p:spPr>
          <a:xfrm>
            <a:off x="3492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" name="data_4910">
            <a:extLst>
              <a:ext uri="{FF2B5EF4-FFF2-40B4-BE49-F238E27FC236}">
                <a16:creationId xmlns:a16="http://schemas.microsoft.com/office/drawing/2014/main" id="{17DB5FC1-F92A-44F1-83A7-F49F7A6FE533}"/>
              </a:ext>
            </a:extLst>
          </p:cNvPr>
          <p:cNvSpPr>
            <a:spLocks/>
          </p:cNvSpPr>
          <p:nvPr/>
        </p:nvSpPr>
        <p:spPr>
          <a:xfrm>
            <a:off x="346139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" name="data_4911">
            <a:extLst>
              <a:ext uri="{FF2B5EF4-FFF2-40B4-BE49-F238E27FC236}">
                <a16:creationId xmlns:a16="http://schemas.microsoft.com/office/drawing/2014/main" id="{496F49DE-CA18-4955-B826-130859965830}"/>
              </a:ext>
            </a:extLst>
          </p:cNvPr>
          <p:cNvSpPr>
            <a:spLocks/>
          </p:cNvSpPr>
          <p:nvPr/>
        </p:nvSpPr>
        <p:spPr>
          <a:xfrm>
            <a:off x="3295574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" name="data_4912">
            <a:extLst>
              <a:ext uri="{FF2B5EF4-FFF2-40B4-BE49-F238E27FC236}">
                <a16:creationId xmlns:a16="http://schemas.microsoft.com/office/drawing/2014/main" id="{054E6C4C-177E-4905-B567-FCB2D14510A1}"/>
              </a:ext>
            </a:extLst>
          </p:cNvPr>
          <p:cNvSpPr>
            <a:spLocks/>
          </p:cNvSpPr>
          <p:nvPr/>
        </p:nvSpPr>
        <p:spPr>
          <a:xfrm>
            <a:off x="33201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" name="data_4913">
            <a:extLst>
              <a:ext uri="{FF2B5EF4-FFF2-40B4-BE49-F238E27FC236}">
                <a16:creationId xmlns:a16="http://schemas.microsoft.com/office/drawing/2014/main" id="{E066179A-17F7-4359-908B-238541A3009F}"/>
              </a:ext>
            </a:extLst>
          </p:cNvPr>
          <p:cNvSpPr>
            <a:spLocks/>
          </p:cNvSpPr>
          <p:nvPr/>
        </p:nvSpPr>
        <p:spPr>
          <a:xfrm>
            <a:off x="3345024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" name="data_4914">
            <a:extLst>
              <a:ext uri="{FF2B5EF4-FFF2-40B4-BE49-F238E27FC236}">
                <a16:creationId xmlns:a16="http://schemas.microsoft.com/office/drawing/2014/main" id="{FEAA13DC-49E3-42AB-A019-654B4662BEFF}"/>
              </a:ext>
            </a:extLst>
          </p:cNvPr>
          <p:cNvSpPr>
            <a:spLocks/>
          </p:cNvSpPr>
          <p:nvPr/>
        </p:nvSpPr>
        <p:spPr>
          <a:xfrm>
            <a:off x="338515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" name="data_4915">
            <a:extLst>
              <a:ext uri="{FF2B5EF4-FFF2-40B4-BE49-F238E27FC236}">
                <a16:creationId xmlns:a16="http://schemas.microsoft.com/office/drawing/2014/main" id="{D5C8BCE6-2E96-48D6-83B8-014F91E9FF4C}"/>
              </a:ext>
            </a:extLst>
          </p:cNvPr>
          <p:cNvSpPr>
            <a:spLocks/>
          </p:cNvSpPr>
          <p:nvPr/>
        </p:nvSpPr>
        <p:spPr>
          <a:xfrm>
            <a:off x="34514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" name="data_4916">
            <a:extLst>
              <a:ext uri="{FF2B5EF4-FFF2-40B4-BE49-F238E27FC236}">
                <a16:creationId xmlns:a16="http://schemas.microsoft.com/office/drawing/2014/main" id="{99D4844E-7BE6-403C-8D6F-32058C913545}"/>
              </a:ext>
            </a:extLst>
          </p:cNvPr>
          <p:cNvSpPr>
            <a:spLocks/>
          </p:cNvSpPr>
          <p:nvPr/>
        </p:nvSpPr>
        <p:spPr>
          <a:xfrm>
            <a:off x="341191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" name="data_4917">
            <a:extLst>
              <a:ext uri="{FF2B5EF4-FFF2-40B4-BE49-F238E27FC236}">
                <a16:creationId xmlns:a16="http://schemas.microsoft.com/office/drawing/2014/main" id="{3CDF4F40-85C9-47A6-B037-0D7D469756DE}"/>
              </a:ext>
            </a:extLst>
          </p:cNvPr>
          <p:cNvSpPr>
            <a:spLocks/>
          </p:cNvSpPr>
          <p:nvPr/>
        </p:nvSpPr>
        <p:spPr>
          <a:xfrm>
            <a:off x="346370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" name="data_4918">
            <a:extLst>
              <a:ext uri="{FF2B5EF4-FFF2-40B4-BE49-F238E27FC236}">
                <a16:creationId xmlns:a16="http://schemas.microsoft.com/office/drawing/2014/main" id="{4D082252-0A60-4BC5-BD71-BBCB0C508CE7}"/>
              </a:ext>
            </a:extLst>
          </p:cNvPr>
          <p:cNvSpPr>
            <a:spLocks/>
          </p:cNvSpPr>
          <p:nvPr/>
        </p:nvSpPr>
        <p:spPr>
          <a:xfrm>
            <a:off x="33246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" name="data_4919">
            <a:extLst>
              <a:ext uri="{FF2B5EF4-FFF2-40B4-BE49-F238E27FC236}">
                <a16:creationId xmlns:a16="http://schemas.microsoft.com/office/drawing/2014/main" id="{6F140D86-00CA-426E-916E-79D68AA400FB}"/>
              </a:ext>
            </a:extLst>
          </p:cNvPr>
          <p:cNvSpPr>
            <a:spLocks/>
          </p:cNvSpPr>
          <p:nvPr/>
        </p:nvSpPr>
        <p:spPr>
          <a:xfrm>
            <a:off x="3400060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" name="data_4920">
            <a:extLst>
              <a:ext uri="{FF2B5EF4-FFF2-40B4-BE49-F238E27FC236}">
                <a16:creationId xmlns:a16="http://schemas.microsoft.com/office/drawing/2014/main" id="{16C35E70-E24B-44E5-A0B0-824C76979F3D}"/>
              </a:ext>
            </a:extLst>
          </p:cNvPr>
          <p:cNvSpPr>
            <a:spLocks/>
          </p:cNvSpPr>
          <p:nvPr/>
        </p:nvSpPr>
        <p:spPr>
          <a:xfrm>
            <a:off x="340128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" name="data_4921">
            <a:extLst>
              <a:ext uri="{FF2B5EF4-FFF2-40B4-BE49-F238E27FC236}">
                <a16:creationId xmlns:a16="http://schemas.microsoft.com/office/drawing/2014/main" id="{77A586BE-BA39-4930-AD57-D73CB111039F}"/>
              </a:ext>
            </a:extLst>
          </p:cNvPr>
          <p:cNvSpPr>
            <a:spLocks/>
          </p:cNvSpPr>
          <p:nvPr/>
        </p:nvSpPr>
        <p:spPr>
          <a:xfrm>
            <a:off x="32782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" name="data_4922">
            <a:extLst>
              <a:ext uri="{FF2B5EF4-FFF2-40B4-BE49-F238E27FC236}">
                <a16:creationId xmlns:a16="http://schemas.microsoft.com/office/drawing/2014/main" id="{3ECD50AE-D61A-49E1-AAF2-A6ED631FE3F9}"/>
              </a:ext>
            </a:extLst>
          </p:cNvPr>
          <p:cNvSpPr>
            <a:spLocks/>
          </p:cNvSpPr>
          <p:nvPr/>
        </p:nvSpPr>
        <p:spPr>
          <a:xfrm>
            <a:off x="3284804" y="35257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" name="data_4923">
            <a:extLst>
              <a:ext uri="{FF2B5EF4-FFF2-40B4-BE49-F238E27FC236}">
                <a16:creationId xmlns:a16="http://schemas.microsoft.com/office/drawing/2014/main" id="{7987B29D-BB6C-4567-8B5A-099528AC0617}"/>
              </a:ext>
            </a:extLst>
          </p:cNvPr>
          <p:cNvSpPr>
            <a:spLocks/>
          </p:cNvSpPr>
          <p:nvPr/>
        </p:nvSpPr>
        <p:spPr>
          <a:xfrm>
            <a:off x="33416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" name="data_4924">
            <a:extLst>
              <a:ext uri="{FF2B5EF4-FFF2-40B4-BE49-F238E27FC236}">
                <a16:creationId xmlns:a16="http://schemas.microsoft.com/office/drawing/2014/main" id="{944D68D5-6A2F-4E20-AFF5-8FA457BCCCF4}"/>
              </a:ext>
            </a:extLst>
          </p:cNvPr>
          <p:cNvSpPr>
            <a:spLocks/>
          </p:cNvSpPr>
          <p:nvPr/>
        </p:nvSpPr>
        <p:spPr>
          <a:xfrm>
            <a:off x="33170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" name="data_4925">
            <a:extLst>
              <a:ext uri="{FF2B5EF4-FFF2-40B4-BE49-F238E27FC236}">
                <a16:creationId xmlns:a16="http://schemas.microsoft.com/office/drawing/2014/main" id="{EE638FB7-66AE-4E80-AE5A-126E7C7F2968}"/>
              </a:ext>
            </a:extLst>
          </p:cNvPr>
          <p:cNvSpPr>
            <a:spLocks/>
          </p:cNvSpPr>
          <p:nvPr/>
        </p:nvSpPr>
        <p:spPr>
          <a:xfrm>
            <a:off x="33707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" name="data_4926">
            <a:extLst>
              <a:ext uri="{FF2B5EF4-FFF2-40B4-BE49-F238E27FC236}">
                <a16:creationId xmlns:a16="http://schemas.microsoft.com/office/drawing/2014/main" id="{0A8682A3-A6D3-492C-88D8-9DCCEFAA77EC}"/>
              </a:ext>
            </a:extLst>
          </p:cNvPr>
          <p:cNvSpPr>
            <a:spLocks/>
          </p:cNvSpPr>
          <p:nvPr/>
        </p:nvSpPr>
        <p:spPr>
          <a:xfrm>
            <a:off x="334136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" name="data_4927">
            <a:extLst>
              <a:ext uri="{FF2B5EF4-FFF2-40B4-BE49-F238E27FC236}">
                <a16:creationId xmlns:a16="http://schemas.microsoft.com/office/drawing/2014/main" id="{8939E8AE-CFEB-4237-960B-FBB5A34C6612}"/>
              </a:ext>
            </a:extLst>
          </p:cNvPr>
          <p:cNvSpPr>
            <a:spLocks/>
          </p:cNvSpPr>
          <p:nvPr/>
        </p:nvSpPr>
        <p:spPr>
          <a:xfrm>
            <a:off x="34388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" name="data_4928">
            <a:extLst>
              <a:ext uri="{FF2B5EF4-FFF2-40B4-BE49-F238E27FC236}">
                <a16:creationId xmlns:a16="http://schemas.microsoft.com/office/drawing/2014/main" id="{244089BB-4C79-4E84-AC1A-4A309AE30135}"/>
              </a:ext>
            </a:extLst>
          </p:cNvPr>
          <p:cNvSpPr>
            <a:spLocks/>
          </p:cNvSpPr>
          <p:nvPr/>
        </p:nvSpPr>
        <p:spPr>
          <a:xfrm>
            <a:off x="343302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" name="data_4929">
            <a:extLst>
              <a:ext uri="{FF2B5EF4-FFF2-40B4-BE49-F238E27FC236}">
                <a16:creationId xmlns:a16="http://schemas.microsoft.com/office/drawing/2014/main" id="{D7301224-4F24-48F3-8A5A-C86F3349D941}"/>
              </a:ext>
            </a:extLst>
          </p:cNvPr>
          <p:cNvSpPr>
            <a:spLocks/>
          </p:cNvSpPr>
          <p:nvPr/>
        </p:nvSpPr>
        <p:spPr>
          <a:xfrm>
            <a:off x="32735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" name="data_4930">
            <a:extLst>
              <a:ext uri="{FF2B5EF4-FFF2-40B4-BE49-F238E27FC236}">
                <a16:creationId xmlns:a16="http://schemas.microsoft.com/office/drawing/2014/main" id="{8961F985-0494-4C4F-98A4-E924076CF57C}"/>
              </a:ext>
            </a:extLst>
          </p:cNvPr>
          <p:cNvSpPr>
            <a:spLocks/>
          </p:cNvSpPr>
          <p:nvPr/>
        </p:nvSpPr>
        <p:spPr>
          <a:xfrm>
            <a:off x="3361222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" name="data_4931">
            <a:extLst>
              <a:ext uri="{FF2B5EF4-FFF2-40B4-BE49-F238E27FC236}">
                <a16:creationId xmlns:a16="http://schemas.microsoft.com/office/drawing/2014/main" id="{DD3F9E4D-642D-4426-9AAB-B75108CF0943}"/>
              </a:ext>
            </a:extLst>
          </p:cNvPr>
          <p:cNvSpPr>
            <a:spLocks/>
          </p:cNvSpPr>
          <p:nvPr/>
        </p:nvSpPr>
        <p:spPr>
          <a:xfrm>
            <a:off x="33847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" name="data_4932">
            <a:extLst>
              <a:ext uri="{FF2B5EF4-FFF2-40B4-BE49-F238E27FC236}">
                <a16:creationId xmlns:a16="http://schemas.microsoft.com/office/drawing/2014/main" id="{CDE049F1-7CA4-4E7C-A530-04CAE9FBF859}"/>
              </a:ext>
            </a:extLst>
          </p:cNvPr>
          <p:cNvSpPr>
            <a:spLocks/>
          </p:cNvSpPr>
          <p:nvPr/>
        </p:nvSpPr>
        <p:spPr>
          <a:xfrm>
            <a:off x="338941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4" name="data_4933">
            <a:extLst>
              <a:ext uri="{FF2B5EF4-FFF2-40B4-BE49-F238E27FC236}">
                <a16:creationId xmlns:a16="http://schemas.microsoft.com/office/drawing/2014/main" id="{AA3EFE55-156E-4F8F-AA11-5C64ACFFC34D}"/>
              </a:ext>
            </a:extLst>
          </p:cNvPr>
          <p:cNvSpPr>
            <a:spLocks/>
          </p:cNvSpPr>
          <p:nvPr/>
        </p:nvSpPr>
        <p:spPr>
          <a:xfrm>
            <a:off x="3380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5" name="data_4934">
            <a:extLst>
              <a:ext uri="{FF2B5EF4-FFF2-40B4-BE49-F238E27FC236}">
                <a16:creationId xmlns:a16="http://schemas.microsoft.com/office/drawing/2014/main" id="{E00FD51A-8769-43B9-82BA-88B1962AFFA8}"/>
              </a:ext>
            </a:extLst>
          </p:cNvPr>
          <p:cNvSpPr>
            <a:spLocks/>
          </p:cNvSpPr>
          <p:nvPr/>
        </p:nvSpPr>
        <p:spPr>
          <a:xfrm>
            <a:off x="3451043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6" name="data_4935">
            <a:extLst>
              <a:ext uri="{FF2B5EF4-FFF2-40B4-BE49-F238E27FC236}">
                <a16:creationId xmlns:a16="http://schemas.microsoft.com/office/drawing/2014/main" id="{E37D15A2-DCBC-4128-B604-3F6B94870C61}"/>
              </a:ext>
            </a:extLst>
          </p:cNvPr>
          <p:cNvSpPr>
            <a:spLocks/>
          </p:cNvSpPr>
          <p:nvPr/>
        </p:nvSpPr>
        <p:spPr>
          <a:xfrm>
            <a:off x="3293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7" name="data_4936">
            <a:extLst>
              <a:ext uri="{FF2B5EF4-FFF2-40B4-BE49-F238E27FC236}">
                <a16:creationId xmlns:a16="http://schemas.microsoft.com/office/drawing/2014/main" id="{75EE657D-ED75-48C2-A281-36A0A6642670}"/>
              </a:ext>
            </a:extLst>
          </p:cNvPr>
          <p:cNvSpPr>
            <a:spLocks/>
          </p:cNvSpPr>
          <p:nvPr/>
        </p:nvSpPr>
        <p:spPr>
          <a:xfrm>
            <a:off x="32916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8" name="data_4937">
            <a:extLst>
              <a:ext uri="{FF2B5EF4-FFF2-40B4-BE49-F238E27FC236}">
                <a16:creationId xmlns:a16="http://schemas.microsoft.com/office/drawing/2014/main" id="{EF5DBA03-947E-4906-A304-69C2A05C3F54}"/>
              </a:ext>
            </a:extLst>
          </p:cNvPr>
          <p:cNvSpPr>
            <a:spLocks/>
          </p:cNvSpPr>
          <p:nvPr/>
        </p:nvSpPr>
        <p:spPr>
          <a:xfrm>
            <a:off x="3320771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9" name="data_4938">
            <a:extLst>
              <a:ext uri="{FF2B5EF4-FFF2-40B4-BE49-F238E27FC236}">
                <a16:creationId xmlns:a16="http://schemas.microsoft.com/office/drawing/2014/main" id="{2CBB6E4C-5868-4307-9361-7945DDDFB66E}"/>
              </a:ext>
            </a:extLst>
          </p:cNvPr>
          <p:cNvSpPr>
            <a:spLocks/>
          </p:cNvSpPr>
          <p:nvPr/>
        </p:nvSpPr>
        <p:spPr>
          <a:xfrm>
            <a:off x="3403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0" name="data_4939">
            <a:extLst>
              <a:ext uri="{FF2B5EF4-FFF2-40B4-BE49-F238E27FC236}">
                <a16:creationId xmlns:a16="http://schemas.microsoft.com/office/drawing/2014/main" id="{91A3FA00-C6B6-4E6D-BE6A-308AF4970D32}"/>
              </a:ext>
            </a:extLst>
          </p:cNvPr>
          <p:cNvSpPr>
            <a:spLocks/>
          </p:cNvSpPr>
          <p:nvPr/>
        </p:nvSpPr>
        <p:spPr>
          <a:xfrm>
            <a:off x="33646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1" name="data_4940">
            <a:extLst>
              <a:ext uri="{FF2B5EF4-FFF2-40B4-BE49-F238E27FC236}">
                <a16:creationId xmlns:a16="http://schemas.microsoft.com/office/drawing/2014/main" id="{3B7245C3-B94F-4826-9BB6-4F7ACE19C79B}"/>
              </a:ext>
            </a:extLst>
          </p:cNvPr>
          <p:cNvSpPr>
            <a:spLocks/>
          </p:cNvSpPr>
          <p:nvPr/>
        </p:nvSpPr>
        <p:spPr>
          <a:xfrm>
            <a:off x="345449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2" name="data_4941">
            <a:extLst>
              <a:ext uri="{FF2B5EF4-FFF2-40B4-BE49-F238E27FC236}">
                <a16:creationId xmlns:a16="http://schemas.microsoft.com/office/drawing/2014/main" id="{E9F02625-887F-41D4-9AD9-442AAA362762}"/>
              </a:ext>
            </a:extLst>
          </p:cNvPr>
          <p:cNvSpPr>
            <a:spLocks/>
          </p:cNvSpPr>
          <p:nvPr/>
        </p:nvSpPr>
        <p:spPr>
          <a:xfrm>
            <a:off x="3459346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3" name="data_4942">
            <a:extLst>
              <a:ext uri="{FF2B5EF4-FFF2-40B4-BE49-F238E27FC236}">
                <a16:creationId xmlns:a16="http://schemas.microsoft.com/office/drawing/2014/main" id="{27DD56AF-1AE3-43CB-8CCF-5E9C85626C89}"/>
              </a:ext>
            </a:extLst>
          </p:cNvPr>
          <p:cNvSpPr>
            <a:spLocks/>
          </p:cNvSpPr>
          <p:nvPr/>
        </p:nvSpPr>
        <p:spPr>
          <a:xfrm>
            <a:off x="33377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4" name="data_4943">
            <a:extLst>
              <a:ext uri="{FF2B5EF4-FFF2-40B4-BE49-F238E27FC236}">
                <a16:creationId xmlns:a16="http://schemas.microsoft.com/office/drawing/2014/main" id="{1A4C9938-11F0-44E8-A1B3-44C2195572D3}"/>
              </a:ext>
            </a:extLst>
          </p:cNvPr>
          <p:cNvSpPr>
            <a:spLocks/>
          </p:cNvSpPr>
          <p:nvPr/>
        </p:nvSpPr>
        <p:spPr>
          <a:xfrm>
            <a:off x="3348690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5" name="data_4944">
            <a:extLst>
              <a:ext uri="{FF2B5EF4-FFF2-40B4-BE49-F238E27FC236}">
                <a16:creationId xmlns:a16="http://schemas.microsoft.com/office/drawing/2014/main" id="{6EF81238-354F-4993-8A9E-CBEC2C0AF399}"/>
              </a:ext>
            </a:extLst>
          </p:cNvPr>
          <p:cNvSpPr>
            <a:spLocks/>
          </p:cNvSpPr>
          <p:nvPr/>
        </p:nvSpPr>
        <p:spPr>
          <a:xfrm>
            <a:off x="3325537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6" name="data_4945">
            <a:extLst>
              <a:ext uri="{FF2B5EF4-FFF2-40B4-BE49-F238E27FC236}">
                <a16:creationId xmlns:a16="http://schemas.microsoft.com/office/drawing/2014/main" id="{D0C629BD-0E4D-4E2A-BA94-37663FBC55E8}"/>
              </a:ext>
            </a:extLst>
          </p:cNvPr>
          <p:cNvSpPr>
            <a:spLocks/>
          </p:cNvSpPr>
          <p:nvPr/>
        </p:nvSpPr>
        <p:spPr>
          <a:xfrm>
            <a:off x="3396843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4946">
            <a:extLst>
              <a:ext uri="{FF2B5EF4-FFF2-40B4-BE49-F238E27FC236}">
                <a16:creationId xmlns:a16="http://schemas.microsoft.com/office/drawing/2014/main" id="{8E8F6629-B63D-4385-97D9-7F791A1B68AE}"/>
              </a:ext>
            </a:extLst>
          </p:cNvPr>
          <p:cNvSpPr>
            <a:spLocks/>
          </p:cNvSpPr>
          <p:nvPr/>
        </p:nvSpPr>
        <p:spPr>
          <a:xfrm>
            <a:off x="34282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4947">
            <a:extLst>
              <a:ext uri="{FF2B5EF4-FFF2-40B4-BE49-F238E27FC236}">
                <a16:creationId xmlns:a16="http://schemas.microsoft.com/office/drawing/2014/main" id="{A20A5ECB-0394-42DE-AF54-A8D3675F1CE9}"/>
              </a:ext>
            </a:extLst>
          </p:cNvPr>
          <p:cNvSpPr>
            <a:spLocks/>
          </p:cNvSpPr>
          <p:nvPr/>
        </p:nvSpPr>
        <p:spPr>
          <a:xfrm>
            <a:off x="33873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4948">
            <a:extLst>
              <a:ext uri="{FF2B5EF4-FFF2-40B4-BE49-F238E27FC236}">
                <a16:creationId xmlns:a16="http://schemas.microsoft.com/office/drawing/2014/main" id="{981A7AD3-B006-4770-8F06-59BAB02DC22A}"/>
              </a:ext>
            </a:extLst>
          </p:cNvPr>
          <p:cNvSpPr>
            <a:spLocks/>
          </p:cNvSpPr>
          <p:nvPr/>
        </p:nvSpPr>
        <p:spPr>
          <a:xfrm>
            <a:off x="3479034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4949">
            <a:extLst>
              <a:ext uri="{FF2B5EF4-FFF2-40B4-BE49-F238E27FC236}">
                <a16:creationId xmlns:a16="http://schemas.microsoft.com/office/drawing/2014/main" id="{91602C6C-5CDB-4CE4-9AB8-AEC6452CFF09}"/>
              </a:ext>
            </a:extLst>
          </p:cNvPr>
          <p:cNvSpPr>
            <a:spLocks/>
          </p:cNvSpPr>
          <p:nvPr/>
        </p:nvSpPr>
        <p:spPr>
          <a:xfrm>
            <a:off x="3488634" y="3938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4950">
            <a:extLst>
              <a:ext uri="{FF2B5EF4-FFF2-40B4-BE49-F238E27FC236}">
                <a16:creationId xmlns:a16="http://schemas.microsoft.com/office/drawing/2014/main" id="{9E40848E-5510-42F3-92CD-1B68A2572E88}"/>
              </a:ext>
            </a:extLst>
          </p:cNvPr>
          <p:cNvSpPr>
            <a:spLocks/>
          </p:cNvSpPr>
          <p:nvPr/>
        </p:nvSpPr>
        <p:spPr>
          <a:xfrm>
            <a:off x="34009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4951">
            <a:extLst>
              <a:ext uri="{FF2B5EF4-FFF2-40B4-BE49-F238E27FC236}">
                <a16:creationId xmlns:a16="http://schemas.microsoft.com/office/drawing/2014/main" id="{C0149FDD-FAC8-4B8D-B7A0-1986CA6818EA}"/>
              </a:ext>
            </a:extLst>
          </p:cNvPr>
          <p:cNvSpPr>
            <a:spLocks/>
          </p:cNvSpPr>
          <p:nvPr/>
        </p:nvSpPr>
        <p:spPr>
          <a:xfrm>
            <a:off x="337829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4952">
            <a:extLst>
              <a:ext uri="{FF2B5EF4-FFF2-40B4-BE49-F238E27FC236}">
                <a16:creationId xmlns:a16="http://schemas.microsoft.com/office/drawing/2014/main" id="{6F8CE31C-1812-44EE-B0F3-85823AD9A965}"/>
              </a:ext>
            </a:extLst>
          </p:cNvPr>
          <p:cNvSpPr>
            <a:spLocks/>
          </p:cNvSpPr>
          <p:nvPr/>
        </p:nvSpPr>
        <p:spPr>
          <a:xfrm>
            <a:off x="34040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4953">
            <a:extLst>
              <a:ext uri="{FF2B5EF4-FFF2-40B4-BE49-F238E27FC236}">
                <a16:creationId xmlns:a16="http://schemas.microsoft.com/office/drawing/2014/main" id="{8B761EAB-DD33-4922-B28F-B94A5344DC2A}"/>
              </a:ext>
            </a:extLst>
          </p:cNvPr>
          <p:cNvSpPr>
            <a:spLocks/>
          </p:cNvSpPr>
          <p:nvPr/>
        </p:nvSpPr>
        <p:spPr>
          <a:xfrm>
            <a:off x="34119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4954">
            <a:extLst>
              <a:ext uri="{FF2B5EF4-FFF2-40B4-BE49-F238E27FC236}">
                <a16:creationId xmlns:a16="http://schemas.microsoft.com/office/drawing/2014/main" id="{3525935F-0FBE-43B1-BAF7-E330AC50421F}"/>
              </a:ext>
            </a:extLst>
          </p:cNvPr>
          <p:cNvSpPr>
            <a:spLocks/>
          </p:cNvSpPr>
          <p:nvPr/>
        </p:nvSpPr>
        <p:spPr>
          <a:xfrm>
            <a:off x="33185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4955">
            <a:extLst>
              <a:ext uri="{FF2B5EF4-FFF2-40B4-BE49-F238E27FC236}">
                <a16:creationId xmlns:a16="http://schemas.microsoft.com/office/drawing/2014/main" id="{EC783858-5BB0-4380-84BA-A8C058AD1D68}"/>
              </a:ext>
            </a:extLst>
          </p:cNvPr>
          <p:cNvSpPr>
            <a:spLocks/>
          </p:cNvSpPr>
          <p:nvPr/>
        </p:nvSpPr>
        <p:spPr>
          <a:xfrm>
            <a:off x="342707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4956">
            <a:extLst>
              <a:ext uri="{FF2B5EF4-FFF2-40B4-BE49-F238E27FC236}">
                <a16:creationId xmlns:a16="http://schemas.microsoft.com/office/drawing/2014/main" id="{A861D283-BFC6-4704-9D5A-200E9E16CBC6}"/>
              </a:ext>
            </a:extLst>
          </p:cNvPr>
          <p:cNvSpPr>
            <a:spLocks/>
          </p:cNvSpPr>
          <p:nvPr/>
        </p:nvSpPr>
        <p:spPr>
          <a:xfrm>
            <a:off x="346859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4957">
            <a:extLst>
              <a:ext uri="{FF2B5EF4-FFF2-40B4-BE49-F238E27FC236}">
                <a16:creationId xmlns:a16="http://schemas.microsoft.com/office/drawing/2014/main" id="{FA508DEB-7F4C-4FBB-A372-61DA27958E42}"/>
              </a:ext>
            </a:extLst>
          </p:cNvPr>
          <p:cNvSpPr>
            <a:spLocks/>
          </p:cNvSpPr>
          <p:nvPr/>
        </p:nvSpPr>
        <p:spPr>
          <a:xfrm>
            <a:off x="33267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4958">
            <a:extLst>
              <a:ext uri="{FF2B5EF4-FFF2-40B4-BE49-F238E27FC236}">
                <a16:creationId xmlns:a16="http://schemas.microsoft.com/office/drawing/2014/main" id="{B3559A8A-B3A2-4427-BFD2-316119DA70B7}"/>
              </a:ext>
            </a:extLst>
          </p:cNvPr>
          <p:cNvSpPr>
            <a:spLocks/>
          </p:cNvSpPr>
          <p:nvPr/>
        </p:nvSpPr>
        <p:spPr>
          <a:xfrm>
            <a:off x="327527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4959">
            <a:extLst>
              <a:ext uri="{FF2B5EF4-FFF2-40B4-BE49-F238E27FC236}">
                <a16:creationId xmlns:a16="http://schemas.microsoft.com/office/drawing/2014/main" id="{0E353633-C4FC-4A5F-A326-AB815E720D6D}"/>
              </a:ext>
            </a:extLst>
          </p:cNvPr>
          <p:cNvSpPr>
            <a:spLocks/>
          </p:cNvSpPr>
          <p:nvPr/>
        </p:nvSpPr>
        <p:spPr>
          <a:xfrm>
            <a:off x="3434561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4960">
            <a:extLst>
              <a:ext uri="{FF2B5EF4-FFF2-40B4-BE49-F238E27FC236}">
                <a16:creationId xmlns:a16="http://schemas.microsoft.com/office/drawing/2014/main" id="{9558E0E4-03CE-4AC1-8758-06C07DE14EA8}"/>
              </a:ext>
            </a:extLst>
          </p:cNvPr>
          <p:cNvSpPr>
            <a:spLocks/>
          </p:cNvSpPr>
          <p:nvPr/>
        </p:nvSpPr>
        <p:spPr>
          <a:xfrm>
            <a:off x="33174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4961">
            <a:extLst>
              <a:ext uri="{FF2B5EF4-FFF2-40B4-BE49-F238E27FC236}">
                <a16:creationId xmlns:a16="http://schemas.microsoft.com/office/drawing/2014/main" id="{AC79556D-FA0E-4BBA-881B-6CF231EE5A6D}"/>
              </a:ext>
            </a:extLst>
          </p:cNvPr>
          <p:cNvSpPr>
            <a:spLocks/>
          </p:cNvSpPr>
          <p:nvPr/>
        </p:nvSpPr>
        <p:spPr>
          <a:xfrm>
            <a:off x="3352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4962">
            <a:extLst>
              <a:ext uri="{FF2B5EF4-FFF2-40B4-BE49-F238E27FC236}">
                <a16:creationId xmlns:a16="http://schemas.microsoft.com/office/drawing/2014/main" id="{4DB6C371-DA23-43C0-B100-F0FDEBE17442}"/>
              </a:ext>
            </a:extLst>
          </p:cNvPr>
          <p:cNvSpPr>
            <a:spLocks/>
          </p:cNvSpPr>
          <p:nvPr/>
        </p:nvSpPr>
        <p:spPr>
          <a:xfrm>
            <a:off x="3324244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4963">
            <a:extLst>
              <a:ext uri="{FF2B5EF4-FFF2-40B4-BE49-F238E27FC236}">
                <a16:creationId xmlns:a16="http://schemas.microsoft.com/office/drawing/2014/main" id="{67E91C0F-3943-42E6-9D97-D1DC69B839C2}"/>
              </a:ext>
            </a:extLst>
          </p:cNvPr>
          <p:cNvSpPr>
            <a:spLocks/>
          </p:cNvSpPr>
          <p:nvPr/>
        </p:nvSpPr>
        <p:spPr>
          <a:xfrm>
            <a:off x="330061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4964">
            <a:extLst>
              <a:ext uri="{FF2B5EF4-FFF2-40B4-BE49-F238E27FC236}">
                <a16:creationId xmlns:a16="http://schemas.microsoft.com/office/drawing/2014/main" id="{CA79B308-ECAB-490D-ADFE-E4107658818F}"/>
              </a:ext>
            </a:extLst>
          </p:cNvPr>
          <p:cNvSpPr>
            <a:spLocks/>
          </p:cNvSpPr>
          <p:nvPr/>
        </p:nvSpPr>
        <p:spPr>
          <a:xfrm>
            <a:off x="34097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4965">
            <a:extLst>
              <a:ext uri="{FF2B5EF4-FFF2-40B4-BE49-F238E27FC236}">
                <a16:creationId xmlns:a16="http://schemas.microsoft.com/office/drawing/2014/main" id="{882C3D24-264C-4D77-8C4F-DB776181D3A7}"/>
              </a:ext>
            </a:extLst>
          </p:cNvPr>
          <p:cNvSpPr>
            <a:spLocks/>
          </p:cNvSpPr>
          <p:nvPr/>
        </p:nvSpPr>
        <p:spPr>
          <a:xfrm>
            <a:off x="3448364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4966">
            <a:extLst>
              <a:ext uri="{FF2B5EF4-FFF2-40B4-BE49-F238E27FC236}">
                <a16:creationId xmlns:a16="http://schemas.microsoft.com/office/drawing/2014/main" id="{CC9D1C7F-609D-45D5-9963-91112F472FBD}"/>
              </a:ext>
            </a:extLst>
          </p:cNvPr>
          <p:cNvSpPr>
            <a:spLocks/>
          </p:cNvSpPr>
          <p:nvPr/>
        </p:nvSpPr>
        <p:spPr>
          <a:xfrm>
            <a:off x="330102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4967">
            <a:extLst>
              <a:ext uri="{FF2B5EF4-FFF2-40B4-BE49-F238E27FC236}">
                <a16:creationId xmlns:a16="http://schemas.microsoft.com/office/drawing/2014/main" id="{D1F05483-3BBD-4E57-902F-5740C802CE20}"/>
              </a:ext>
            </a:extLst>
          </p:cNvPr>
          <p:cNvSpPr>
            <a:spLocks/>
          </p:cNvSpPr>
          <p:nvPr/>
        </p:nvSpPr>
        <p:spPr>
          <a:xfrm>
            <a:off x="33362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4968">
            <a:extLst>
              <a:ext uri="{FF2B5EF4-FFF2-40B4-BE49-F238E27FC236}">
                <a16:creationId xmlns:a16="http://schemas.microsoft.com/office/drawing/2014/main" id="{DD3D1D42-8364-4C0F-9584-7C77D41A34F2}"/>
              </a:ext>
            </a:extLst>
          </p:cNvPr>
          <p:cNvSpPr>
            <a:spLocks/>
          </p:cNvSpPr>
          <p:nvPr/>
        </p:nvSpPr>
        <p:spPr>
          <a:xfrm>
            <a:off x="34504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4969">
            <a:extLst>
              <a:ext uri="{FF2B5EF4-FFF2-40B4-BE49-F238E27FC236}">
                <a16:creationId xmlns:a16="http://schemas.microsoft.com/office/drawing/2014/main" id="{C3C0BECF-810A-4EF5-94FC-F1AACE8F1953}"/>
              </a:ext>
            </a:extLst>
          </p:cNvPr>
          <p:cNvSpPr>
            <a:spLocks/>
          </p:cNvSpPr>
          <p:nvPr/>
        </p:nvSpPr>
        <p:spPr>
          <a:xfrm>
            <a:off x="33579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4970">
            <a:extLst>
              <a:ext uri="{FF2B5EF4-FFF2-40B4-BE49-F238E27FC236}">
                <a16:creationId xmlns:a16="http://schemas.microsoft.com/office/drawing/2014/main" id="{702BB4BE-BFA2-411F-B893-7BDB51898F7B}"/>
              </a:ext>
            </a:extLst>
          </p:cNvPr>
          <p:cNvSpPr>
            <a:spLocks/>
          </p:cNvSpPr>
          <p:nvPr/>
        </p:nvSpPr>
        <p:spPr>
          <a:xfrm>
            <a:off x="3353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4971">
            <a:extLst>
              <a:ext uri="{FF2B5EF4-FFF2-40B4-BE49-F238E27FC236}">
                <a16:creationId xmlns:a16="http://schemas.microsoft.com/office/drawing/2014/main" id="{A0754C6C-2B7C-452A-AB99-D88DC000692B}"/>
              </a:ext>
            </a:extLst>
          </p:cNvPr>
          <p:cNvSpPr>
            <a:spLocks/>
          </p:cNvSpPr>
          <p:nvPr/>
        </p:nvSpPr>
        <p:spPr>
          <a:xfrm>
            <a:off x="330348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4972">
            <a:extLst>
              <a:ext uri="{FF2B5EF4-FFF2-40B4-BE49-F238E27FC236}">
                <a16:creationId xmlns:a16="http://schemas.microsoft.com/office/drawing/2014/main" id="{FD1DF046-8E5A-49D9-A87E-91D7A65F3291}"/>
              </a:ext>
            </a:extLst>
          </p:cNvPr>
          <p:cNvSpPr>
            <a:spLocks/>
          </p:cNvSpPr>
          <p:nvPr/>
        </p:nvSpPr>
        <p:spPr>
          <a:xfrm>
            <a:off x="349068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4973">
            <a:extLst>
              <a:ext uri="{FF2B5EF4-FFF2-40B4-BE49-F238E27FC236}">
                <a16:creationId xmlns:a16="http://schemas.microsoft.com/office/drawing/2014/main" id="{8D53561D-65B2-4109-9B00-E573F15B7649}"/>
              </a:ext>
            </a:extLst>
          </p:cNvPr>
          <p:cNvSpPr>
            <a:spLocks/>
          </p:cNvSpPr>
          <p:nvPr/>
        </p:nvSpPr>
        <p:spPr>
          <a:xfrm>
            <a:off x="3422598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4974">
            <a:extLst>
              <a:ext uri="{FF2B5EF4-FFF2-40B4-BE49-F238E27FC236}">
                <a16:creationId xmlns:a16="http://schemas.microsoft.com/office/drawing/2014/main" id="{383D9E12-90F7-4D70-A8F8-379A953747C4}"/>
              </a:ext>
            </a:extLst>
          </p:cNvPr>
          <p:cNvSpPr>
            <a:spLocks/>
          </p:cNvSpPr>
          <p:nvPr/>
        </p:nvSpPr>
        <p:spPr>
          <a:xfrm>
            <a:off x="335722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4975">
            <a:extLst>
              <a:ext uri="{FF2B5EF4-FFF2-40B4-BE49-F238E27FC236}">
                <a16:creationId xmlns:a16="http://schemas.microsoft.com/office/drawing/2014/main" id="{D362621C-0780-4D47-A6C0-4C04F624F088}"/>
              </a:ext>
            </a:extLst>
          </p:cNvPr>
          <p:cNvSpPr>
            <a:spLocks/>
          </p:cNvSpPr>
          <p:nvPr/>
        </p:nvSpPr>
        <p:spPr>
          <a:xfrm>
            <a:off x="33078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4976">
            <a:extLst>
              <a:ext uri="{FF2B5EF4-FFF2-40B4-BE49-F238E27FC236}">
                <a16:creationId xmlns:a16="http://schemas.microsoft.com/office/drawing/2014/main" id="{6933FF9B-E2C5-4744-A36F-B001B718BD56}"/>
              </a:ext>
            </a:extLst>
          </p:cNvPr>
          <p:cNvSpPr>
            <a:spLocks/>
          </p:cNvSpPr>
          <p:nvPr/>
        </p:nvSpPr>
        <p:spPr>
          <a:xfrm>
            <a:off x="3419557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4977">
            <a:extLst>
              <a:ext uri="{FF2B5EF4-FFF2-40B4-BE49-F238E27FC236}">
                <a16:creationId xmlns:a16="http://schemas.microsoft.com/office/drawing/2014/main" id="{6CC99847-E24C-47C0-A11D-30D22F3C3988}"/>
              </a:ext>
            </a:extLst>
          </p:cNvPr>
          <p:cNvSpPr>
            <a:spLocks/>
          </p:cNvSpPr>
          <p:nvPr/>
        </p:nvSpPr>
        <p:spPr>
          <a:xfrm>
            <a:off x="33659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4978">
            <a:extLst>
              <a:ext uri="{FF2B5EF4-FFF2-40B4-BE49-F238E27FC236}">
                <a16:creationId xmlns:a16="http://schemas.microsoft.com/office/drawing/2014/main" id="{D1769BCD-1CEC-458C-A028-3A92263D2DDC}"/>
              </a:ext>
            </a:extLst>
          </p:cNvPr>
          <p:cNvSpPr>
            <a:spLocks/>
          </p:cNvSpPr>
          <p:nvPr/>
        </p:nvSpPr>
        <p:spPr>
          <a:xfrm>
            <a:off x="336038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4979">
            <a:extLst>
              <a:ext uri="{FF2B5EF4-FFF2-40B4-BE49-F238E27FC236}">
                <a16:creationId xmlns:a16="http://schemas.microsoft.com/office/drawing/2014/main" id="{6B2FCC54-4D84-4666-8956-818B607D1C86}"/>
              </a:ext>
            </a:extLst>
          </p:cNvPr>
          <p:cNvSpPr>
            <a:spLocks/>
          </p:cNvSpPr>
          <p:nvPr/>
        </p:nvSpPr>
        <p:spPr>
          <a:xfrm>
            <a:off x="33306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4980">
            <a:extLst>
              <a:ext uri="{FF2B5EF4-FFF2-40B4-BE49-F238E27FC236}">
                <a16:creationId xmlns:a16="http://schemas.microsoft.com/office/drawing/2014/main" id="{165E47E7-5043-4127-BE9F-30A59E008C1C}"/>
              </a:ext>
            </a:extLst>
          </p:cNvPr>
          <p:cNvSpPr>
            <a:spLocks/>
          </p:cNvSpPr>
          <p:nvPr/>
        </p:nvSpPr>
        <p:spPr>
          <a:xfrm>
            <a:off x="337419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4981">
            <a:extLst>
              <a:ext uri="{FF2B5EF4-FFF2-40B4-BE49-F238E27FC236}">
                <a16:creationId xmlns:a16="http://schemas.microsoft.com/office/drawing/2014/main" id="{EAAEB829-1F1D-4934-B816-7A7DBF584675}"/>
              </a:ext>
            </a:extLst>
          </p:cNvPr>
          <p:cNvSpPr>
            <a:spLocks/>
          </p:cNvSpPr>
          <p:nvPr/>
        </p:nvSpPr>
        <p:spPr>
          <a:xfrm>
            <a:off x="33538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4982">
            <a:extLst>
              <a:ext uri="{FF2B5EF4-FFF2-40B4-BE49-F238E27FC236}">
                <a16:creationId xmlns:a16="http://schemas.microsoft.com/office/drawing/2014/main" id="{8CDEDAAD-9572-4BEA-A93F-853CB2CCAD61}"/>
              </a:ext>
            </a:extLst>
          </p:cNvPr>
          <p:cNvSpPr>
            <a:spLocks/>
          </p:cNvSpPr>
          <p:nvPr/>
        </p:nvSpPr>
        <p:spPr>
          <a:xfrm>
            <a:off x="33714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4983">
            <a:extLst>
              <a:ext uri="{FF2B5EF4-FFF2-40B4-BE49-F238E27FC236}">
                <a16:creationId xmlns:a16="http://schemas.microsoft.com/office/drawing/2014/main" id="{A55C5372-92E9-459B-96A3-D23CF2A21121}"/>
              </a:ext>
            </a:extLst>
          </p:cNvPr>
          <p:cNvSpPr>
            <a:spLocks/>
          </p:cNvSpPr>
          <p:nvPr/>
        </p:nvSpPr>
        <p:spPr>
          <a:xfrm>
            <a:off x="34816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4984">
            <a:extLst>
              <a:ext uri="{FF2B5EF4-FFF2-40B4-BE49-F238E27FC236}">
                <a16:creationId xmlns:a16="http://schemas.microsoft.com/office/drawing/2014/main" id="{160A6D63-DBE5-4480-A9DC-F9BD7AC0CB60}"/>
              </a:ext>
            </a:extLst>
          </p:cNvPr>
          <p:cNvSpPr>
            <a:spLocks/>
          </p:cNvSpPr>
          <p:nvPr/>
        </p:nvSpPr>
        <p:spPr>
          <a:xfrm>
            <a:off x="329105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4985">
            <a:extLst>
              <a:ext uri="{FF2B5EF4-FFF2-40B4-BE49-F238E27FC236}">
                <a16:creationId xmlns:a16="http://schemas.microsoft.com/office/drawing/2014/main" id="{1B5FD708-9DD2-466C-BD22-679F8ED4CD4F}"/>
              </a:ext>
            </a:extLst>
          </p:cNvPr>
          <p:cNvSpPr>
            <a:spLocks/>
          </p:cNvSpPr>
          <p:nvPr/>
        </p:nvSpPr>
        <p:spPr>
          <a:xfrm>
            <a:off x="34423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4986">
            <a:extLst>
              <a:ext uri="{FF2B5EF4-FFF2-40B4-BE49-F238E27FC236}">
                <a16:creationId xmlns:a16="http://schemas.microsoft.com/office/drawing/2014/main" id="{AB9A332E-111C-4365-AD5A-C2F587C971B3}"/>
              </a:ext>
            </a:extLst>
          </p:cNvPr>
          <p:cNvSpPr>
            <a:spLocks/>
          </p:cNvSpPr>
          <p:nvPr/>
        </p:nvSpPr>
        <p:spPr>
          <a:xfrm>
            <a:off x="346100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4987">
            <a:extLst>
              <a:ext uri="{FF2B5EF4-FFF2-40B4-BE49-F238E27FC236}">
                <a16:creationId xmlns:a16="http://schemas.microsoft.com/office/drawing/2014/main" id="{D229F13E-B65B-4AA7-A341-6ACEB6FF45C8}"/>
              </a:ext>
            </a:extLst>
          </p:cNvPr>
          <p:cNvSpPr>
            <a:spLocks/>
          </p:cNvSpPr>
          <p:nvPr/>
        </p:nvSpPr>
        <p:spPr>
          <a:xfrm>
            <a:off x="337337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4988">
            <a:extLst>
              <a:ext uri="{FF2B5EF4-FFF2-40B4-BE49-F238E27FC236}">
                <a16:creationId xmlns:a16="http://schemas.microsoft.com/office/drawing/2014/main" id="{189DCD62-28FA-436C-966B-9E84BDAFAA72}"/>
              </a:ext>
            </a:extLst>
          </p:cNvPr>
          <p:cNvSpPr>
            <a:spLocks/>
          </p:cNvSpPr>
          <p:nvPr/>
        </p:nvSpPr>
        <p:spPr>
          <a:xfrm>
            <a:off x="3473249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4989">
            <a:extLst>
              <a:ext uri="{FF2B5EF4-FFF2-40B4-BE49-F238E27FC236}">
                <a16:creationId xmlns:a16="http://schemas.microsoft.com/office/drawing/2014/main" id="{BB2FCAE2-3E4B-4D69-A44F-DB11AA39BB6E}"/>
              </a:ext>
            </a:extLst>
          </p:cNvPr>
          <p:cNvSpPr>
            <a:spLocks/>
          </p:cNvSpPr>
          <p:nvPr/>
        </p:nvSpPr>
        <p:spPr>
          <a:xfrm>
            <a:off x="3292051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4990">
            <a:extLst>
              <a:ext uri="{FF2B5EF4-FFF2-40B4-BE49-F238E27FC236}">
                <a16:creationId xmlns:a16="http://schemas.microsoft.com/office/drawing/2014/main" id="{4E39FAB9-BF2A-48F1-9F29-2DB1B737E829}"/>
              </a:ext>
            </a:extLst>
          </p:cNvPr>
          <p:cNvSpPr>
            <a:spLocks/>
          </p:cNvSpPr>
          <p:nvPr/>
        </p:nvSpPr>
        <p:spPr>
          <a:xfrm>
            <a:off x="3361646" y="2807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4991">
            <a:extLst>
              <a:ext uri="{FF2B5EF4-FFF2-40B4-BE49-F238E27FC236}">
                <a16:creationId xmlns:a16="http://schemas.microsoft.com/office/drawing/2014/main" id="{CB0C714B-D956-48AB-87DD-44A33D5AEA2A}"/>
              </a:ext>
            </a:extLst>
          </p:cNvPr>
          <p:cNvSpPr>
            <a:spLocks/>
          </p:cNvSpPr>
          <p:nvPr/>
        </p:nvSpPr>
        <p:spPr>
          <a:xfrm>
            <a:off x="3327572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4992">
            <a:extLst>
              <a:ext uri="{FF2B5EF4-FFF2-40B4-BE49-F238E27FC236}">
                <a16:creationId xmlns:a16="http://schemas.microsoft.com/office/drawing/2014/main" id="{9F12E740-5B8C-4127-9D81-ED9F3F1DB306}"/>
              </a:ext>
            </a:extLst>
          </p:cNvPr>
          <p:cNvSpPr>
            <a:spLocks/>
          </p:cNvSpPr>
          <p:nvPr/>
        </p:nvSpPr>
        <p:spPr>
          <a:xfrm>
            <a:off x="3435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4993">
            <a:extLst>
              <a:ext uri="{FF2B5EF4-FFF2-40B4-BE49-F238E27FC236}">
                <a16:creationId xmlns:a16="http://schemas.microsoft.com/office/drawing/2014/main" id="{441343DB-4EE6-464E-8861-FDAD096A6D58}"/>
              </a:ext>
            </a:extLst>
          </p:cNvPr>
          <p:cNvSpPr>
            <a:spLocks/>
          </p:cNvSpPr>
          <p:nvPr/>
        </p:nvSpPr>
        <p:spPr>
          <a:xfrm>
            <a:off x="34019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4994">
            <a:extLst>
              <a:ext uri="{FF2B5EF4-FFF2-40B4-BE49-F238E27FC236}">
                <a16:creationId xmlns:a16="http://schemas.microsoft.com/office/drawing/2014/main" id="{5D0AE020-6B0B-48B0-A9A2-CEEEE3075528}"/>
              </a:ext>
            </a:extLst>
          </p:cNvPr>
          <p:cNvSpPr>
            <a:spLocks/>
          </p:cNvSpPr>
          <p:nvPr/>
        </p:nvSpPr>
        <p:spPr>
          <a:xfrm>
            <a:off x="347334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4995">
            <a:extLst>
              <a:ext uri="{FF2B5EF4-FFF2-40B4-BE49-F238E27FC236}">
                <a16:creationId xmlns:a16="http://schemas.microsoft.com/office/drawing/2014/main" id="{EA39D101-58AF-45D3-B2E6-370BF9DA4338}"/>
              </a:ext>
            </a:extLst>
          </p:cNvPr>
          <p:cNvSpPr>
            <a:spLocks/>
          </p:cNvSpPr>
          <p:nvPr/>
        </p:nvSpPr>
        <p:spPr>
          <a:xfrm>
            <a:off x="3315400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4996">
            <a:extLst>
              <a:ext uri="{FF2B5EF4-FFF2-40B4-BE49-F238E27FC236}">
                <a16:creationId xmlns:a16="http://schemas.microsoft.com/office/drawing/2014/main" id="{CD4B6FA8-3F0F-43BD-9E90-B51A6C775476}"/>
              </a:ext>
            </a:extLst>
          </p:cNvPr>
          <p:cNvSpPr>
            <a:spLocks/>
          </p:cNvSpPr>
          <p:nvPr/>
        </p:nvSpPr>
        <p:spPr>
          <a:xfrm>
            <a:off x="33429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4997">
            <a:extLst>
              <a:ext uri="{FF2B5EF4-FFF2-40B4-BE49-F238E27FC236}">
                <a16:creationId xmlns:a16="http://schemas.microsoft.com/office/drawing/2014/main" id="{394FE2EF-5BCD-4D77-A31E-A8E59A9FABC5}"/>
              </a:ext>
            </a:extLst>
          </p:cNvPr>
          <p:cNvSpPr>
            <a:spLocks/>
          </p:cNvSpPr>
          <p:nvPr/>
        </p:nvSpPr>
        <p:spPr>
          <a:xfrm>
            <a:off x="345953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4998">
            <a:extLst>
              <a:ext uri="{FF2B5EF4-FFF2-40B4-BE49-F238E27FC236}">
                <a16:creationId xmlns:a16="http://schemas.microsoft.com/office/drawing/2014/main" id="{5C474403-58A5-4DF5-9323-39C555FB65A3}"/>
              </a:ext>
            </a:extLst>
          </p:cNvPr>
          <p:cNvSpPr>
            <a:spLocks/>
          </p:cNvSpPr>
          <p:nvPr/>
        </p:nvSpPr>
        <p:spPr>
          <a:xfrm>
            <a:off x="347806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4999">
            <a:extLst>
              <a:ext uri="{FF2B5EF4-FFF2-40B4-BE49-F238E27FC236}">
                <a16:creationId xmlns:a16="http://schemas.microsoft.com/office/drawing/2014/main" id="{45D14563-83C9-44FB-955F-8116B50B8E5A}"/>
              </a:ext>
            </a:extLst>
          </p:cNvPr>
          <p:cNvSpPr>
            <a:spLocks/>
          </p:cNvSpPr>
          <p:nvPr/>
        </p:nvSpPr>
        <p:spPr>
          <a:xfrm>
            <a:off x="33866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5000">
            <a:extLst>
              <a:ext uri="{FF2B5EF4-FFF2-40B4-BE49-F238E27FC236}">
                <a16:creationId xmlns:a16="http://schemas.microsoft.com/office/drawing/2014/main" id="{DEFF8155-CBCB-4236-A788-E1F9BE7C2639}"/>
              </a:ext>
            </a:extLst>
          </p:cNvPr>
          <p:cNvSpPr>
            <a:spLocks/>
          </p:cNvSpPr>
          <p:nvPr/>
        </p:nvSpPr>
        <p:spPr>
          <a:xfrm>
            <a:off x="32913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5001">
            <a:extLst>
              <a:ext uri="{FF2B5EF4-FFF2-40B4-BE49-F238E27FC236}">
                <a16:creationId xmlns:a16="http://schemas.microsoft.com/office/drawing/2014/main" id="{6DCEBB87-0B3C-46EB-BC64-35C6AA8BBEE6}"/>
              </a:ext>
            </a:extLst>
          </p:cNvPr>
          <p:cNvSpPr>
            <a:spLocks/>
          </p:cNvSpPr>
          <p:nvPr/>
        </p:nvSpPr>
        <p:spPr>
          <a:xfrm>
            <a:off x="33659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5002">
            <a:extLst>
              <a:ext uri="{FF2B5EF4-FFF2-40B4-BE49-F238E27FC236}">
                <a16:creationId xmlns:a16="http://schemas.microsoft.com/office/drawing/2014/main" id="{CDD49380-B6B4-4A13-8F48-79884A3A3ED2}"/>
              </a:ext>
            </a:extLst>
          </p:cNvPr>
          <p:cNvSpPr>
            <a:spLocks/>
          </p:cNvSpPr>
          <p:nvPr/>
        </p:nvSpPr>
        <p:spPr>
          <a:xfrm>
            <a:off x="33007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5003">
            <a:extLst>
              <a:ext uri="{FF2B5EF4-FFF2-40B4-BE49-F238E27FC236}">
                <a16:creationId xmlns:a16="http://schemas.microsoft.com/office/drawing/2014/main" id="{03629A31-9D00-422F-AB9B-EB25874B0B66}"/>
              </a:ext>
            </a:extLst>
          </p:cNvPr>
          <p:cNvSpPr>
            <a:spLocks/>
          </p:cNvSpPr>
          <p:nvPr/>
        </p:nvSpPr>
        <p:spPr>
          <a:xfrm>
            <a:off x="3477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5004">
            <a:extLst>
              <a:ext uri="{FF2B5EF4-FFF2-40B4-BE49-F238E27FC236}">
                <a16:creationId xmlns:a16="http://schemas.microsoft.com/office/drawing/2014/main" id="{D2714ED8-A188-468B-95AC-6FED3325F413}"/>
              </a:ext>
            </a:extLst>
          </p:cNvPr>
          <p:cNvSpPr>
            <a:spLocks/>
          </p:cNvSpPr>
          <p:nvPr/>
        </p:nvSpPr>
        <p:spPr>
          <a:xfrm>
            <a:off x="328078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5005">
            <a:extLst>
              <a:ext uri="{FF2B5EF4-FFF2-40B4-BE49-F238E27FC236}">
                <a16:creationId xmlns:a16="http://schemas.microsoft.com/office/drawing/2014/main" id="{8ECA67BB-E08B-4E6F-B848-0EE1B04DB97C}"/>
              </a:ext>
            </a:extLst>
          </p:cNvPr>
          <p:cNvSpPr>
            <a:spLocks/>
          </p:cNvSpPr>
          <p:nvPr/>
        </p:nvSpPr>
        <p:spPr>
          <a:xfrm>
            <a:off x="33420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5006">
            <a:extLst>
              <a:ext uri="{FF2B5EF4-FFF2-40B4-BE49-F238E27FC236}">
                <a16:creationId xmlns:a16="http://schemas.microsoft.com/office/drawing/2014/main" id="{59175B6F-55D2-4333-8862-7663EE8D9773}"/>
              </a:ext>
            </a:extLst>
          </p:cNvPr>
          <p:cNvSpPr>
            <a:spLocks/>
          </p:cNvSpPr>
          <p:nvPr/>
        </p:nvSpPr>
        <p:spPr>
          <a:xfrm>
            <a:off x="3431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5007">
            <a:extLst>
              <a:ext uri="{FF2B5EF4-FFF2-40B4-BE49-F238E27FC236}">
                <a16:creationId xmlns:a16="http://schemas.microsoft.com/office/drawing/2014/main" id="{52FECB99-AC9B-4CDB-ADE5-28F2E7067A4F}"/>
              </a:ext>
            </a:extLst>
          </p:cNvPr>
          <p:cNvSpPr>
            <a:spLocks/>
          </p:cNvSpPr>
          <p:nvPr/>
        </p:nvSpPr>
        <p:spPr>
          <a:xfrm>
            <a:off x="3318209" y="3487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5008">
            <a:extLst>
              <a:ext uri="{FF2B5EF4-FFF2-40B4-BE49-F238E27FC236}">
                <a16:creationId xmlns:a16="http://schemas.microsoft.com/office/drawing/2014/main" id="{2A67721B-CACB-4D28-9864-5C7129435066}"/>
              </a:ext>
            </a:extLst>
          </p:cNvPr>
          <p:cNvSpPr>
            <a:spLocks/>
          </p:cNvSpPr>
          <p:nvPr/>
        </p:nvSpPr>
        <p:spPr>
          <a:xfrm>
            <a:off x="327578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5009">
            <a:extLst>
              <a:ext uri="{FF2B5EF4-FFF2-40B4-BE49-F238E27FC236}">
                <a16:creationId xmlns:a16="http://schemas.microsoft.com/office/drawing/2014/main" id="{0906DFCC-92E3-4BEB-98B1-BC6B83F0ADC3}"/>
              </a:ext>
            </a:extLst>
          </p:cNvPr>
          <p:cNvSpPr>
            <a:spLocks/>
          </p:cNvSpPr>
          <p:nvPr/>
        </p:nvSpPr>
        <p:spPr>
          <a:xfrm>
            <a:off x="34001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5010">
            <a:extLst>
              <a:ext uri="{FF2B5EF4-FFF2-40B4-BE49-F238E27FC236}">
                <a16:creationId xmlns:a16="http://schemas.microsoft.com/office/drawing/2014/main" id="{5DC73A80-8146-4D7E-9A4E-AEF16EBB79B9}"/>
              </a:ext>
            </a:extLst>
          </p:cNvPr>
          <p:cNvSpPr>
            <a:spLocks/>
          </p:cNvSpPr>
          <p:nvPr/>
        </p:nvSpPr>
        <p:spPr>
          <a:xfrm>
            <a:off x="344087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5011">
            <a:extLst>
              <a:ext uri="{FF2B5EF4-FFF2-40B4-BE49-F238E27FC236}">
                <a16:creationId xmlns:a16="http://schemas.microsoft.com/office/drawing/2014/main" id="{159C8F65-62FB-4C41-9C6E-4C73A61566E0}"/>
              </a:ext>
            </a:extLst>
          </p:cNvPr>
          <p:cNvSpPr>
            <a:spLocks/>
          </p:cNvSpPr>
          <p:nvPr/>
        </p:nvSpPr>
        <p:spPr>
          <a:xfrm>
            <a:off x="334628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5012">
            <a:extLst>
              <a:ext uri="{FF2B5EF4-FFF2-40B4-BE49-F238E27FC236}">
                <a16:creationId xmlns:a16="http://schemas.microsoft.com/office/drawing/2014/main" id="{B9DC9A0E-34BD-411A-BF98-39399F58EE70}"/>
              </a:ext>
            </a:extLst>
          </p:cNvPr>
          <p:cNvSpPr>
            <a:spLocks/>
          </p:cNvSpPr>
          <p:nvPr/>
        </p:nvSpPr>
        <p:spPr>
          <a:xfrm>
            <a:off x="33721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5013">
            <a:extLst>
              <a:ext uri="{FF2B5EF4-FFF2-40B4-BE49-F238E27FC236}">
                <a16:creationId xmlns:a16="http://schemas.microsoft.com/office/drawing/2014/main" id="{19B8E866-C933-4A56-9788-43E6D29D1E70}"/>
              </a:ext>
            </a:extLst>
          </p:cNvPr>
          <p:cNvSpPr>
            <a:spLocks/>
          </p:cNvSpPr>
          <p:nvPr/>
        </p:nvSpPr>
        <p:spPr>
          <a:xfrm>
            <a:off x="32957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5014">
            <a:extLst>
              <a:ext uri="{FF2B5EF4-FFF2-40B4-BE49-F238E27FC236}">
                <a16:creationId xmlns:a16="http://schemas.microsoft.com/office/drawing/2014/main" id="{617206AD-8072-4BB5-8857-9ED43C85EC8E}"/>
              </a:ext>
            </a:extLst>
          </p:cNvPr>
          <p:cNvSpPr>
            <a:spLocks/>
          </p:cNvSpPr>
          <p:nvPr/>
        </p:nvSpPr>
        <p:spPr>
          <a:xfrm>
            <a:off x="3492583" y="32421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5015">
            <a:extLst>
              <a:ext uri="{FF2B5EF4-FFF2-40B4-BE49-F238E27FC236}">
                <a16:creationId xmlns:a16="http://schemas.microsoft.com/office/drawing/2014/main" id="{C75DBDEC-CE88-40D9-81CC-51E4BDF0DCBD}"/>
              </a:ext>
            </a:extLst>
          </p:cNvPr>
          <p:cNvSpPr>
            <a:spLocks/>
          </p:cNvSpPr>
          <p:nvPr/>
        </p:nvSpPr>
        <p:spPr>
          <a:xfrm>
            <a:off x="33341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5016">
            <a:extLst>
              <a:ext uri="{FF2B5EF4-FFF2-40B4-BE49-F238E27FC236}">
                <a16:creationId xmlns:a16="http://schemas.microsoft.com/office/drawing/2014/main" id="{00530ED6-D453-4BD0-8F31-9877BAB0611A}"/>
              </a:ext>
            </a:extLst>
          </p:cNvPr>
          <p:cNvSpPr>
            <a:spLocks/>
          </p:cNvSpPr>
          <p:nvPr/>
        </p:nvSpPr>
        <p:spPr>
          <a:xfrm>
            <a:off x="3295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5017">
            <a:extLst>
              <a:ext uri="{FF2B5EF4-FFF2-40B4-BE49-F238E27FC236}">
                <a16:creationId xmlns:a16="http://schemas.microsoft.com/office/drawing/2014/main" id="{5916C625-DDB8-4D43-9FF3-BB1AEBEA170B}"/>
              </a:ext>
            </a:extLst>
          </p:cNvPr>
          <p:cNvSpPr>
            <a:spLocks/>
          </p:cNvSpPr>
          <p:nvPr/>
        </p:nvSpPr>
        <p:spPr>
          <a:xfrm>
            <a:off x="32887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5018">
            <a:extLst>
              <a:ext uri="{FF2B5EF4-FFF2-40B4-BE49-F238E27FC236}">
                <a16:creationId xmlns:a16="http://schemas.microsoft.com/office/drawing/2014/main" id="{C53551C0-5AE7-4E66-9121-A63FCBE00BA8}"/>
              </a:ext>
            </a:extLst>
          </p:cNvPr>
          <p:cNvSpPr>
            <a:spLocks/>
          </p:cNvSpPr>
          <p:nvPr/>
        </p:nvSpPr>
        <p:spPr>
          <a:xfrm>
            <a:off x="34190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5019">
            <a:extLst>
              <a:ext uri="{FF2B5EF4-FFF2-40B4-BE49-F238E27FC236}">
                <a16:creationId xmlns:a16="http://schemas.microsoft.com/office/drawing/2014/main" id="{3561AD7B-4D83-45C0-A0FF-E757E31090B6}"/>
              </a:ext>
            </a:extLst>
          </p:cNvPr>
          <p:cNvSpPr>
            <a:spLocks/>
          </p:cNvSpPr>
          <p:nvPr/>
        </p:nvSpPr>
        <p:spPr>
          <a:xfrm>
            <a:off x="34436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5020">
            <a:extLst>
              <a:ext uri="{FF2B5EF4-FFF2-40B4-BE49-F238E27FC236}">
                <a16:creationId xmlns:a16="http://schemas.microsoft.com/office/drawing/2014/main" id="{3D70E09A-1A5C-4AC4-98FA-A14782824E1E}"/>
              </a:ext>
            </a:extLst>
          </p:cNvPr>
          <p:cNvSpPr>
            <a:spLocks/>
          </p:cNvSpPr>
          <p:nvPr/>
        </p:nvSpPr>
        <p:spPr>
          <a:xfrm>
            <a:off x="339566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5021">
            <a:extLst>
              <a:ext uri="{FF2B5EF4-FFF2-40B4-BE49-F238E27FC236}">
                <a16:creationId xmlns:a16="http://schemas.microsoft.com/office/drawing/2014/main" id="{2D4AF11C-C6DA-499A-9968-57594F406433}"/>
              </a:ext>
            </a:extLst>
          </p:cNvPr>
          <p:cNvSpPr>
            <a:spLocks/>
          </p:cNvSpPr>
          <p:nvPr/>
        </p:nvSpPr>
        <p:spPr>
          <a:xfrm>
            <a:off x="343422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5022">
            <a:extLst>
              <a:ext uri="{FF2B5EF4-FFF2-40B4-BE49-F238E27FC236}">
                <a16:creationId xmlns:a16="http://schemas.microsoft.com/office/drawing/2014/main" id="{4263B008-BF20-40B4-AE1A-130C511778C4}"/>
              </a:ext>
            </a:extLst>
          </p:cNvPr>
          <p:cNvSpPr>
            <a:spLocks/>
          </p:cNvSpPr>
          <p:nvPr/>
        </p:nvSpPr>
        <p:spPr>
          <a:xfrm>
            <a:off x="330826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5023">
            <a:extLst>
              <a:ext uri="{FF2B5EF4-FFF2-40B4-BE49-F238E27FC236}">
                <a16:creationId xmlns:a16="http://schemas.microsoft.com/office/drawing/2014/main" id="{004D19F9-F476-4FFE-8536-0D028981CC3E}"/>
              </a:ext>
            </a:extLst>
          </p:cNvPr>
          <p:cNvSpPr>
            <a:spLocks/>
          </p:cNvSpPr>
          <p:nvPr/>
        </p:nvSpPr>
        <p:spPr>
          <a:xfrm>
            <a:off x="33707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5024">
            <a:extLst>
              <a:ext uri="{FF2B5EF4-FFF2-40B4-BE49-F238E27FC236}">
                <a16:creationId xmlns:a16="http://schemas.microsoft.com/office/drawing/2014/main" id="{08CC554F-C65C-4ABE-99E8-12D61D2FA7CB}"/>
              </a:ext>
            </a:extLst>
          </p:cNvPr>
          <p:cNvSpPr>
            <a:spLocks/>
          </p:cNvSpPr>
          <p:nvPr/>
        </p:nvSpPr>
        <p:spPr>
          <a:xfrm>
            <a:off x="332762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5025">
            <a:extLst>
              <a:ext uri="{FF2B5EF4-FFF2-40B4-BE49-F238E27FC236}">
                <a16:creationId xmlns:a16="http://schemas.microsoft.com/office/drawing/2014/main" id="{ECC3346F-7DBD-4BDE-BC18-1BAFD89F266C}"/>
              </a:ext>
            </a:extLst>
          </p:cNvPr>
          <p:cNvSpPr>
            <a:spLocks/>
          </p:cNvSpPr>
          <p:nvPr/>
        </p:nvSpPr>
        <p:spPr>
          <a:xfrm>
            <a:off x="34341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5026">
            <a:extLst>
              <a:ext uri="{FF2B5EF4-FFF2-40B4-BE49-F238E27FC236}">
                <a16:creationId xmlns:a16="http://schemas.microsoft.com/office/drawing/2014/main" id="{D78D9F56-7315-425A-978F-42CCD65B438B}"/>
              </a:ext>
            </a:extLst>
          </p:cNvPr>
          <p:cNvSpPr>
            <a:spLocks/>
          </p:cNvSpPr>
          <p:nvPr/>
        </p:nvSpPr>
        <p:spPr>
          <a:xfrm>
            <a:off x="3442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5027">
            <a:extLst>
              <a:ext uri="{FF2B5EF4-FFF2-40B4-BE49-F238E27FC236}">
                <a16:creationId xmlns:a16="http://schemas.microsoft.com/office/drawing/2014/main" id="{5ADE9982-27F1-4667-9356-F9F24A069E07}"/>
              </a:ext>
            </a:extLst>
          </p:cNvPr>
          <p:cNvSpPr>
            <a:spLocks/>
          </p:cNvSpPr>
          <p:nvPr/>
        </p:nvSpPr>
        <p:spPr>
          <a:xfrm>
            <a:off x="333775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5028">
            <a:extLst>
              <a:ext uri="{FF2B5EF4-FFF2-40B4-BE49-F238E27FC236}">
                <a16:creationId xmlns:a16="http://schemas.microsoft.com/office/drawing/2014/main" id="{CDC8DEB9-1191-432D-A934-57D379D619B1}"/>
              </a:ext>
            </a:extLst>
          </p:cNvPr>
          <p:cNvSpPr>
            <a:spLocks/>
          </p:cNvSpPr>
          <p:nvPr/>
        </p:nvSpPr>
        <p:spPr>
          <a:xfrm>
            <a:off x="327189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5029">
            <a:extLst>
              <a:ext uri="{FF2B5EF4-FFF2-40B4-BE49-F238E27FC236}">
                <a16:creationId xmlns:a16="http://schemas.microsoft.com/office/drawing/2014/main" id="{8A47A992-1583-47E5-B83E-2965AC7BA42E}"/>
              </a:ext>
            </a:extLst>
          </p:cNvPr>
          <p:cNvSpPr>
            <a:spLocks/>
          </p:cNvSpPr>
          <p:nvPr/>
        </p:nvSpPr>
        <p:spPr>
          <a:xfrm>
            <a:off x="33716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5030">
            <a:extLst>
              <a:ext uri="{FF2B5EF4-FFF2-40B4-BE49-F238E27FC236}">
                <a16:creationId xmlns:a16="http://schemas.microsoft.com/office/drawing/2014/main" id="{F00EE361-7998-426F-A36A-EF77E3A26568}"/>
              </a:ext>
            </a:extLst>
          </p:cNvPr>
          <p:cNvSpPr>
            <a:spLocks/>
          </p:cNvSpPr>
          <p:nvPr/>
        </p:nvSpPr>
        <p:spPr>
          <a:xfrm>
            <a:off x="32947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5031">
            <a:extLst>
              <a:ext uri="{FF2B5EF4-FFF2-40B4-BE49-F238E27FC236}">
                <a16:creationId xmlns:a16="http://schemas.microsoft.com/office/drawing/2014/main" id="{EC29302A-A949-4B83-8271-1EF7A6A0A03E}"/>
              </a:ext>
            </a:extLst>
          </p:cNvPr>
          <p:cNvSpPr>
            <a:spLocks/>
          </p:cNvSpPr>
          <p:nvPr/>
        </p:nvSpPr>
        <p:spPr>
          <a:xfrm>
            <a:off x="3423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5032">
            <a:extLst>
              <a:ext uri="{FF2B5EF4-FFF2-40B4-BE49-F238E27FC236}">
                <a16:creationId xmlns:a16="http://schemas.microsoft.com/office/drawing/2014/main" id="{6F495EF0-E218-4533-9C44-279130D829C7}"/>
              </a:ext>
            </a:extLst>
          </p:cNvPr>
          <p:cNvSpPr>
            <a:spLocks/>
          </p:cNvSpPr>
          <p:nvPr/>
        </p:nvSpPr>
        <p:spPr>
          <a:xfrm>
            <a:off x="34105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5033">
            <a:extLst>
              <a:ext uri="{FF2B5EF4-FFF2-40B4-BE49-F238E27FC236}">
                <a16:creationId xmlns:a16="http://schemas.microsoft.com/office/drawing/2014/main" id="{4E113229-B944-4A96-9B47-4BF7AA9453C5}"/>
              </a:ext>
            </a:extLst>
          </p:cNvPr>
          <p:cNvSpPr>
            <a:spLocks/>
          </p:cNvSpPr>
          <p:nvPr/>
        </p:nvSpPr>
        <p:spPr>
          <a:xfrm>
            <a:off x="3355381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5034">
            <a:extLst>
              <a:ext uri="{FF2B5EF4-FFF2-40B4-BE49-F238E27FC236}">
                <a16:creationId xmlns:a16="http://schemas.microsoft.com/office/drawing/2014/main" id="{D723A314-44F6-43E7-9DBC-BAD8586D0F4E}"/>
              </a:ext>
            </a:extLst>
          </p:cNvPr>
          <p:cNvSpPr>
            <a:spLocks/>
          </p:cNvSpPr>
          <p:nvPr/>
        </p:nvSpPr>
        <p:spPr>
          <a:xfrm>
            <a:off x="34478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5035">
            <a:extLst>
              <a:ext uri="{FF2B5EF4-FFF2-40B4-BE49-F238E27FC236}">
                <a16:creationId xmlns:a16="http://schemas.microsoft.com/office/drawing/2014/main" id="{0380472C-E5BF-429F-93BF-4C9280AA3BC3}"/>
              </a:ext>
            </a:extLst>
          </p:cNvPr>
          <p:cNvSpPr>
            <a:spLocks/>
          </p:cNvSpPr>
          <p:nvPr/>
        </p:nvSpPr>
        <p:spPr>
          <a:xfrm>
            <a:off x="3280911" y="37267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5036">
            <a:extLst>
              <a:ext uri="{FF2B5EF4-FFF2-40B4-BE49-F238E27FC236}">
                <a16:creationId xmlns:a16="http://schemas.microsoft.com/office/drawing/2014/main" id="{F82DB6C0-D225-4E04-8AAF-FD9FC10BDD13}"/>
              </a:ext>
            </a:extLst>
          </p:cNvPr>
          <p:cNvSpPr>
            <a:spLocks/>
          </p:cNvSpPr>
          <p:nvPr/>
        </p:nvSpPr>
        <p:spPr>
          <a:xfrm>
            <a:off x="3339659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5037">
            <a:extLst>
              <a:ext uri="{FF2B5EF4-FFF2-40B4-BE49-F238E27FC236}">
                <a16:creationId xmlns:a16="http://schemas.microsoft.com/office/drawing/2014/main" id="{6B4BFCAF-3DCD-4FAE-9236-952DA59F609E}"/>
              </a:ext>
            </a:extLst>
          </p:cNvPr>
          <p:cNvSpPr>
            <a:spLocks/>
          </p:cNvSpPr>
          <p:nvPr/>
        </p:nvSpPr>
        <p:spPr>
          <a:xfrm>
            <a:off x="3395135" y="2668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5038">
            <a:extLst>
              <a:ext uri="{FF2B5EF4-FFF2-40B4-BE49-F238E27FC236}">
                <a16:creationId xmlns:a16="http://schemas.microsoft.com/office/drawing/2014/main" id="{5ED08C8E-3B89-498A-99D1-3C6440AAC934}"/>
              </a:ext>
            </a:extLst>
          </p:cNvPr>
          <p:cNvSpPr>
            <a:spLocks/>
          </p:cNvSpPr>
          <p:nvPr/>
        </p:nvSpPr>
        <p:spPr>
          <a:xfrm>
            <a:off x="33549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5039">
            <a:extLst>
              <a:ext uri="{FF2B5EF4-FFF2-40B4-BE49-F238E27FC236}">
                <a16:creationId xmlns:a16="http://schemas.microsoft.com/office/drawing/2014/main" id="{4D5731FB-D148-4C28-94CF-BD7B7907980C}"/>
              </a:ext>
            </a:extLst>
          </p:cNvPr>
          <p:cNvSpPr>
            <a:spLocks/>
          </p:cNvSpPr>
          <p:nvPr/>
        </p:nvSpPr>
        <p:spPr>
          <a:xfrm>
            <a:off x="348207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5040">
            <a:extLst>
              <a:ext uri="{FF2B5EF4-FFF2-40B4-BE49-F238E27FC236}">
                <a16:creationId xmlns:a16="http://schemas.microsoft.com/office/drawing/2014/main" id="{4D585665-06DC-4795-8555-7E3750AE2785}"/>
              </a:ext>
            </a:extLst>
          </p:cNvPr>
          <p:cNvSpPr>
            <a:spLocks/>
          </p:cNvSpPr>
          <p:nvPr/>
        </p:nvSpPr>
        <p:spPr>
          <a:xfrm>
            <a:off x="3365158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5041">
            <a:extLst>
              <a:ext uri="{FF2B5EF4-FFF2-40B4-BE49-F238E27FC236}">
                <a16:creationId xmlns:a16="http://schemas.microsoft.com/office/drawing/2014/main" id="{FC3821FE-9CA8-460E-858F-1A12A2AD090C}"/>
              </a:ext>
            </a:extLst>
          </p:cNvPr>
          <p:cNvSpPr>
            <a:spLocks/>
          </p:cNvSpPr>
          <p:nvPr/>
        </p:nvSpPr>
        <p:spPr>
          <a:xfrm>
            <a:off x="33129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5042">
            <a:extLst>
              <a:ext uri="{FF2B5EF4-FFF2-40B4-BE49-F238E27FC236}">
                <a16:creationId xmlns:a16="http://schemas.microsoft.com/office/drawing/2014/main" id="{1F6CC9CA-A557-41D3-8449-4566B383205F}"/>
              </a:ext>
            </a:extLst>
          </p:cNvPr>
          <p:cNvSpPr>
            <a:spLocks/>
          </p:cNvSpPr>
          <p:nvPr/>
        </p:nvSpPr>
        <p:spPr>
          <a:xfrm>
            <a:off x="3417932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5043">
            <a:extLst>
              <a:ext uri="{FF2B5EF4-FFF2-40B4-BE49-F238E27FC236}">
                <a16:creationId xmlns:a16="http://schemas.microsoft.com/office/drawing/2014/main" id="{23C08A81-FFCE-4B7B-BE8A-A4C7DF6C2883}"/>
              </a:ext>
            </a:extLst>
          </p:cNvPr>
          <p:cNvSpPr>
            <a:spLocks/>
          </p:cNvSpPr>
          <p:nvPr/>
        </p:nvSpPr>
        <p:spPr>
          <a:xfrm>
            <a:off x="34578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5044">
            <a:extLst>
              <a:ext uri="{FF2B5EF4-FFF2-40B4-BE49-F238E27FC236}">
                <a16:creationId xmlns:a16="http://schemas.microsoft.com/office/drawing/2014/main" id="{5E8C00FF-9DFB-43E2-BEA1-6DD04B6D315D}"/>
              </a:ext>
            </a:extLst>
          </p:cNvPr>
          <p:cNvSpPr>
            <a:spLocks/>
          </p:cNvSpPr>
          <p:nvPr/>
        </p:nvSpPr>
        <p:spPr>
          <a:xfrm>
            <a:off x="337457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5045">
            <a:extLst>
              <a:ext uri="{FF2B5EF4-FFF2-40B4-BE49-F238E27FC236}">
                <a16:creationId xmlns:a16="http://schemas.microsoft.com/office/drawing/2014/main" id="{2C461EA4-CD9D-4B50-9343-9AC3A0DA2C77}"/>
              </a:ext>
            </a:extLst>
          </p:cNvPr>
          <p:cNvSpPr>
            <a:spLocks/>
          </p:cNvSpPr>
          <p:nvPr/>
        </p:nvSpPr>
        <p:spPr>
          <a:xfrm>
            <a:off x="3478463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5046">
            <a:extLst>
              <a:ext uri="{FF2B5EF4-FFF2-40B4-BE49-F238E27FC236}">
                <a16:creationId xmlns:a16="http://schemas.microsoft.com/office/drawing/2014/main" id="{D73D5DD7-6BB8-4C40-B70B-FC89BFF5965D}"/>
              </a:ext>
            </a:extLst>
          </p:cNvPr>
          <p:cNvSpPr>
            <a:spLocks/>
          </p:cNvSpPr>
          <p:nvPr/>
        </p:nvSpPr>
        <p:spPr>
          <a:xfrm>
            <a:off x="33684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5047">
            <a:extLst>
              <a:ext uri="{FF2B5EF4-FFF2-40B4-BE49-F238E27FC236}">
                <a16:creationId xmlns:a16="http://schemas.microsoft.com/office/drawing/2014/main" id="{A5A350A3-C99D-4A68-A879-31D035550F86}"/>
              </a:ext>
            </a:extLst>
          </p:cNvPr>
          <p:cNvSpPr>
            <a:spLocks/>
          </p:cNvSpPr>
          <p:nvPr/>
        </p:nvSpPr>
        <p:spPr>
          <a:xfrm>
            <a:off x="3339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5048">
            <a:extLst>
              <a:ext uri="{FF2B5EF4-FFF2-40B4-BE49-F238E27FC236}">
                <a16:creationId xmlns:a16="http://schemas.microsoft.com/office/drawing/2014/main" id="{54F02318-F41F-4555-A18D-21E9DE335E27}"/>
              </a:ext>
            </a:extLst>
          </p:cNvPr>
          <p:cNvSpPr>
            <a:spLocks/>
          </p:cNvSpPr>
          <p:nvPr/>
        </p:nvSpPr>
        <p:spPr>
          <a:xfrm>
            <a:off x="34391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5049">
            <a:extLst>
              <a:ext uri="{FF2B5EF4-FFF2-40B4-BE49-F238E27FC236}">
                <a16:creationId xmlns:a16="http://schemas.microsoft.com/office/drawing/2014/main" id="{C4613BFF-85F3-414F-98C5-2B4BCC005E7E}"/>
              </a:ext>
            </a:extLst>
          </p:cNvPr>
          <p:cNvSpPr>
            <a:spLocks/>
          </p:cNvSpPr>
          <p:nvPr/>
        </p:nvSpPr>
        <p:spPr>
          <a:xfrm>
            <a:off x="33450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5050">
            <a:extLst>
              <a:ext uri="{FF2B5EF4-FFF2-40B4-BE49-F238E27FC236}">
                <a16:creationId xmlns:a16="http://schemas.microsoft.com/office/drawing/2014/main" id="{AB110BAC-0C7D-4EE3-A24A-463CB39DE9FF}"/>
              </a:ext>
            </a:extLst>
          </p:cNvPr>
          <p:cNvSpPr>
            <a:spLocks/>
          </p:cNvSpPr>
          <p:nvPr/>
        </p:nvSpPr>
        <p:spPr>
          <a:xfrm>
            <a:off x="332248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5051">
            <a:extLst>
              <a:ext uri="{FF2B5EF4-FFF2-40B4-BE49-F238E27FC236}">
                <a16:creationId xmlns:a16="http://schemas.microsoft.com/office/drawing/2014/main" id="{B5AAB862-573C-4B69-A071-16177B5B81FB}"/>
              </a:ext>
            </a:extLst>
          </p:cNvPr>
          <p:cNvSpPr>
            <a:spLocks/>
          </p:cNvSpPr>
          <p:nvPr/>
        </p:nvSpPr>
        <p:spPr>
          <a:xfrm>
            <a:off x="34242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5052">
            <a:extLst>
              <a:ext uri="{FF2B5EF4-FFF2-40B4-BE49-F238E27FC236}">
                <a16:creationId xmlns:a16="http://schemas.microsoft.com/office/drawing/2014/main" id="{546837CA-F6D9-4379-9E6C-C3C8E317C343}"/>
              </a:ext>
            </a:extLst>
          </p:cNvPr>
          <p:cNvSpPr>
            <a:spLocks/>
          </p:cNvSpPr>
          <p:nvPr/>
        </p:nvSpPr>
        <p:spPr>
          <a:xfrm>
            <a:off x="34588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5053">
            <a:extLst>
              <a:ext uri="{FF2B5EF4-FFF2-40B4-BE49-F238E27FC236}">
                <a16:creationId xmlns:a16="http://schemas.microsoft.com/office/drawing/2014/main" id="{6541A2E0-CDB4-4966-8A1D-F214FD5A4083}"/>
              </a:ext>
            </a:extLst>
          </p:cNvPr>
          <p:cNvSpPr>
            <a:spLocks/>
          </p:cNvSpPr>
          <p:nvPr/>
        </p:nvSpPr>
        <p:spPr>
          <a:xfrm>
            <a:off x="33775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5054">
            <a:extLst>
              <a:ext uri="{FF2B5EF4-FFF2-40B4-BE49-F238E27FC236}">
                <a16:creationId xmlns:a16="http://schemas.microsoft.com/office/drawing/2014/main" id="{52E57C5B-0E33-4121-807A-EB83BF2FA359}"/>
              </a:ext>
            </a:extLst>
          </p:cNvPr>
          <p:cNvSpPr>
            <a:spLocks/>
          </p:cNvSpPr>
          <p:nvPr/>
        </p:nvSpPr>
        <p:spPr>
          <a:xfrm>
            <a:off x="34253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5055">
            <a:extLst>
              <a:ext uri="{FF2B5EF4-FFF2-40B4-BE49-F238E27FC236}">
                <a16:creationId xmlns:a16="http://schemas.microsoft.com/office/drawing/2014/main" id="{2D508E55-906A-433E-812C-E3DF14122113}"/>
              </a:ext>
            </a:extLst>
          </p:cNvPr>
          <p:cNvSpPr>
            <a:spLocks/>
          </p:cNvSpPr>
          <p:nvPr/>
        </p:nvSpPr>
        <p:spPr>
          <a:xfrm>
            <a:off x="335915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5056">
            <a:extLst>
              <a:ext uri="{FF2B5EF4-FFF2-40B4-BE49-F238E27FC236}">
                <a16:creationId xmlns:a16="http://schemas.microsoft.com/office/drawing/2014/main" id="{A137DAF5-1CF5-4E0D-915B-27739B4D198E}"/>
              </a:ext>
            </a:extLst>
          </p:cNvPr>
          <p:cNvSpPr>
            <a:spLocks/>
          </p:cNvSpPr>
          <p:nvPr/>
        </p:nvSpPr>
        <p:spPr>
          <a:xfrm>
            <a:off x="3325675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5057">
            <a:extLst>
              <a:ext uri="{FF2B5EF4-FFF2-40B4-BE49-F238E27FC236}">
                <a16:creationId xmlns:a16="http://schemas.microsoft.com/office/drawing/2014/main" id="{99B35F2F-1E6B-492C-B2F2-4C4C630CFD4E}"/>
              </a:ext>
            </a:extLst>
          </p:cNvPr>
          <p:cNvSpPr>
            <a:spLocks/>
          </p:cNvSpPr>
          <p:nvPr/>
        </p:nvSpPr>
        <p:spPr>
          <a:xfrm>
            <a:off x="33855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5058">
            <a:extLst>
              <a:ext uri="{FF2B5EF4-FFF2-40B4-BE49-F238E27FC236}">
                <a16:creationId xmlns:a16="http://schemas.microsoft.com/office/drawing/2014/main" id="{F7D6A9BA-EFF9-4306-B214-829DB68E6289}"/>
              </a:ext>
            </a:extLst>
          </p:cNvPr>
          <p:cNvSpPr>
            <a:spLocks/>
          </p:cNvSpPr>
          <p:nvPr/>
        </p:nvSpPr>
        <p:spPr>
          <a:xfrm>
            <a:off x="3292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5059">
            <a:extLst>
              <a:ext uri="{FF2B5EF4-FFF2-40B4-BE49-F238E27FC236}">
                <a16:creationId xmlns:a16="http://schemas.microsoft.com/office/drawing/2014/main" id="{06BD9F95-C15E-4086-9635-F384BCB79DD7}"/>
              </a:ext>
            </a:extLst>
          </p:cNvPr>
          <p:cNvSpPr>
            <a:spLocks/>
          </p:cNvSpPr>
          <p:nvPr/>
        </p:nvSpPr>
        <p:spPr>
          <a:xfrm>
            <a:off x="3453877" y="3282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5060">
            <a:extLst>
              <a:ext uri="{FF2B5EF4-FFF2-40B4-BE49-F238E27FC236}">
                <a16:creationId xmlns:a16="http://schemas.microsoft.com/office/drawing/2014/main" id="{7B74AB67-8BDD-4DD2-B83F-60965918613B}"/>
              </a:ext>
            </a:extLst>
          </p:cNvPr>
          <p:cNvSpPr>
            <a:spLocks/>
          </p:cNvSpPr>
          <p:nvPr/>
        </p:nvSpPr>
        <p:spPr>
          <a:xfrm>
            <a:off x="3396911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5061">
            <a:extLst>
              <a:ext uri="{FF2B5EF4-FFF2-40B4-BE49-F238E27FC236}">
                <a16:creationId xmlns:a16="http://schemas.microsoft.com/office/drawing/2014/main" id="{EABCB1FC-7731-4A14-983A-94A20F580343}"/>
              </a:ext>
            </a:extLst>
          </p:cNvPr>
          <p:cNvSpPr>
            <a:spLocks/>
          </p:cNvSpPr>
          <p:nvPr/>
        </p:nvSpPr>
        <p:spPr>
          <a:xfrm>
            <a:off x="33721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5062">
            <a:extLst>
              <a:ext uri="{FF2B5EF4-FFF2-40B4-BE49-F238E27FC236}">
                <a16:creationId xmlns:a16="http://schemas.microsoft.com/office/drawing/2014/main" id="{E3612382-4776-479C-B767-629E77234457}"/>
              </a:ext>
            </a:extLst>
          </p:cNvPr>
          <p:cNvSpPr>
            <a:spLocks/>
          </p:cNvSpPr>
          <p:nvPr/>
        </p:nvSpPr>
        <p:spPr>
          <a:xfrm>
            <a:off x="3450200" y="38414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5063">
            <a:extLst>
              <a:ext uri="{FF2B5EF4-FFF2-40B4-BE49-F238E27FC236}">
                <a16:creationId xmlns:a16="http://schemas.microsoft.com/office/drawing/2014/main" id="{8422725D-7BF7-4ECB-818E-227AAEDAD901}"/>
              </a:ext>
            </a:extLst>
          </p:cNvPr>
          <p:cNvSpPr>
            <a:spLocks/>
          </p:cNvSpPr>
          <p:nvPr/>
        </p:nvSpPr>
        <p:spPr>
          <a:xfrm>
            <a:off x="346391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5064">
            <a:extLst>
              <a:ext uri="{FF2B5EF4-FFF2-40B4-BE49-F238E27FC236}">
                <a16:creationId xmlns:a16="http://schemas.microsoft.com/office/drawing/2014/main" id="{04637262-7929-4227-91CD-F02AF772DE76}"/>
              </a:ext>
            </a:extLst>
          </p:cNvPr>
          <p:cNvSpPr>
            <a:spLocks/>
          </p:cNvSpPr>
          <p:nvPr/>
        </p:nvSpPr>
        <p:spPr>
          <a:xfrm>
            <a:off x="3278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5065">
            <a:extLst>
              <a:ext uri="{FF2B5EF4-FFF2-40B4-BE49-F238E27FC236}">
                <a16:creationId xmlns:a16="http://schemas.microsoft.com/office/drawing/2014/main" id="{FBA1810B-351E-4458-933A-6514D73CE103}"/>
              </a:ext>
            </a:extLst>
          </p:cNvPr>
          <p:cNvSpPr>
            <a:spLocks/>
          </p:cNvSpPr>
          <p:nvPr/>
        </p:nvSpPr>
        <p:spPr>
          <a:xfrm>
            <a:off x="34647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5066">
            <a:extLst>
              <a:ext uri="{FF2B5EF4-FFF2-40B4-BE49-F238E27FC236}">
                <a16:creationId xmlns:a16="http://schemas.microsoft.com/office/drawing/2014/main" id="{8B692AB7-2908-4FB6-8CF3-D028E8A1365D}"/>
              </a:ext>
            </a:extLst>
          </p:cNvPr>
          <p:cNvSpPr>
            <a:spLocks/>
          </p:cNvSpPr>
          <p:nvPr/>
        </p:nvSpPr>
        <p:spPr>
          <a:xfrm>
            <a:off x="338844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5067">
            <a:extLst>
              <a:ext uri="{FF2B5EF4-FFF2-40B4-BE49-F238E27FC236}">
                <a16:creationId xmlns:a16="http://schemas.microsoft.com/office/drawing/2014/main" id="{D9F87976-CF5A-4CD9-BADF-896C7F1CB428}"/>
              </a:ext>
            </a:extLst>
          </p:cNvPr>
          <p:cNvSpPr>
            <a:spLocks/>
          </p:cNvSpPr>
          <p:nvPr/>
        </p:nvSpPr>
        <p:spPr>
          <a:xfrm>
            <a:off x="3395670" y="2972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5068">
            <a:extLst>
              <a:ext uri="{FF2B5EF4-FFF2-40B4-BE49-F238E27FC236}">
                <a16:creationId xmlns:a16="http://schemas.microsoft.com/office/drawing/2014/main" id="{6ED40D43-83E7-4538-8221-0A4B51FC810E}"/>
              </a:ext>
            </a:extLst>
          </p:cNvPr>
          <p:cNvSpPr>
            <a:spLocks/>
          </p:cNvSpPr>
          <p:nvPr/>
        </p:nvSpPr>
        <p:spPr>
          <a:xfrm>
            <a:off x="342873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5069">
            <a:extLst>
              <a:ext uri="{FF2B5EF4-FFF2-40B4-BE49-F238E27FC236}">
                <a16:creationId xmlns:a16="http://schemas.microsoft.com/office/drawing/2014/main" id="{F480FF80-6AA8-4CB9-8B86-614B4056B0DD}"/>
              </a:ext>
            </a:extLst>
          </p:cNvPr>
          <p:cNvSpPr>
            <a:spLocks/>
          </p:cNvSpPr>
          <p:nvPr/>
        </p:nvSpPr>
        <p:spPr>
          <a:xfrm>
            <a:off x="339994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5070">
            <a:extLst>
              <a:ext uri="{FF2B5EF4-FFF2-40B4-BE49-F238E27FC236}">
                <a16:creationId xmlns:a16="http://schemas.microsoft.com/office/drawing/2014/main" id="{E0FB5DC8-50C6-47B0-9087-5D7E86DC4E65}"/>
              </a:ext>
            </a:extLst>
          </p:cNvPr>
          <p:cNvSpPr>
            <a:spLocks/>
          </p:cNvSpPr>
          <p:nvPr/>
        </p:nvSpPr>
        <p:spPr>
          <a:xfrm>
            <a:off x="37804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5071">
            <a:extLst>
              <a:ext uri="{FF2B5EF4-FFF2-40B4-BE49-F238E27FC236}">
                <a16:creationId xmlns:a16="http://schemas.microsoft.com/office/drawing/2014/main" id="{2637FD95-FA65-464E-A3D6-F1CE0D0F15BD}"/>
              </a:ext>
            </a:extLst>
          </p:cNvPr>
          <p:cNvSpPr>
            <a:spLocks/>
          </p:cNvSpPr>
          <p:nvPr/>
        </p:nvSpPr>
        <p:spPr>
          <a:xfrm>
            <a:off x="38593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5072">
            <a:extLst>
              <a:ext uri="{FF2B5EF4-FFF2-40B4-BE49-F238E27FC236}">
                <a16:creationId xmlns:a16="http://schemas.microsoft.com/office/drawing/2014/main" id="{3FBE3CB3-6FA0-414D-8AEF-FE2A76FE3FAD}"/>
              </a:ext>
            </a:extLst>
          </p:cNvPr>
          <p:cNvSpPr>
            <a:spLocks/>
          </p:cNvSpPr>
          <p:nvPr/>
        </p:nvSpPr>
        <p:spPr>
          <a:xfrm>
            <a:off x="38643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5073">
            <a:extLst>
              <a:ext uri="{FF2B5EF4-FFF2-40B4-BE49-F238E27FC236}">
                <a16:creationId xmlns:a16="http://schemas.microsoft.com/office/drawing/2014/main" id="{6B929654-1882-4278-84C1-4E9913307525}"/>
              </a:ext>
            </a:extLst>
          </p:cNvPr>
          <p:cNvSpPr>
            <a:spLocks/>
          </p:cNvSpPr>
          <p:nvPr/>
        </p:nvSpPr>
        <p:spPr>
          <a:xfrm>
            <a:off x="382891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5074">
            <a:extLst>
              <a:ext uri="{FF2B5EF4-FFF2-40B4-BE49-F238E27FC236}">
                <a16:creationId xmlns:a16="http://schemas.microsoft.com/office/drawing/2014/main" id="{E72BED2F-B73D-42C6-B313-7661F4E02B44}"/>
              </a:ext>
            </a:extLst>
          </p:cNvPr>
          <p:cNvSpPr>
            <a:spLocks/>
          </p:cNvSpPr>
          <p:nvPr/>
        </p:nvSpPr>
        <p:spPr>
          <a:xfrm>
            <a:off x="3793554" y="30037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5075">
            <a:extLst>
              <a:ext uri="{FF2B5EF4-FFF2-40B4-BE49-F238E27FC236}">
                <a16:creationId xmlns:a16="http://schemas.microsoft.com/office/drawing/2014/main" id="{C3D88BCE-928A-44F5-B538-BFDBFF15ED30}"/>
              </a:ext>
            </a:extLst>
          </p:cNvPr>
          <p:cNvSpPr>
            <a:spLocks/>
          </p:cNvSpPr>
          <p:nvPr/>
        </p:nvSpPr>
        <p:spPr>
          <a:xfrm>
            <a:off x="3842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5076">
            <a:extLst>
              <a:ext uri="{FF2B5EF4-FFF2-40B4-BE49-F238E27FC236}">
                <a16:creationId xmlns:a16="http://schemas.microsoft.com/office/drawing/2014/main" id="{C465539D-D77D-4498-8DBB-F36F8A2C5179}"/>
              </a:ext>
            </a:extLst>
          </p:cNvPr>
          <p:cNvSpPr>
            <a:spLocks/>
          </p:cNvSpPr>
          <p:nvPr/>
        </p:nvSpPr>
        <p:spPr>
          <a:xfrm>
            <a:off x="37897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5077">
            <a:extLst>
              <a:ext uri="{FF2B5EF4-FFF2-40B4-BE49-F238E27FC236}">
                <a16:creationId xmlns:a16="http://schemas.microsoft.com/office/drawing/2014/main" id="{10A512C4-77C1-4F0C-AAC7-5E32F59C2F76}"/>
              </a:ext>
            </a:extLst>
          </p:cNvPr>
          <p:cNvSpPr>
            <a:spLocks/>
          </p:cNvSpPr>
          <p:nvPr/>
        </p:nvSpPr>
        <p:spPr>
          <a:xfrm>
            <a:off x="38157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5078">
            <a:extLst>
              <a:ext uri="{FF2B5EF4-FFF2-40B4-BE49-F238E27FC236}">
                <a16:creationId xmlns:a16="http://schemas.microsoft.com/office/drawing/2014/main" id="{36FAE69F-FA9C-453F-A68F-591348A3DA36}"/>
              </a:ext>
            </a:extLst>
          </p:cNvPr>
          <p:cNvSpPr>
            <a:spLocks/>
          </p:cNvSpPr>
          <p:nvPr/>
        </p:nvSpPr>
        <p:spPr>
          <a:xfrm>
            <a:off x="3960751" y="3530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5079">
            <a:extLst>
              <a:ext uri="{FF2B5EF4-FFF2-40B4-BE49-F238E27FC236}">
                <a16:creationId xmlns:a16="http://schemas.microsoft.com/office/drawing/2014/main" id="{ADF73E31-1E40-43EF-87FE-D29E476B0043}"/>
              </a:ext>
            </a:extLst>
          </p:cNvPr>
          <p:cNvSpPr>
            <a:spLocks/>
          </p:cNvSpPr>
          <p:nvPr/>
        </p:nvSpPr>
        <p:spPr>
          <a:xfrm>
            <a:off x="39365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5080">
            <a:extLst>
              <a:ext uri="{FF2B5EF4-FFF2-40B4-BE49-F238E27FC236}">
                <a16:creationId xmlns:a16="http://schemas.microsoft.com/office/drawing/2014/main" id="{5E46493B-C087-4F65-8782-5D66F590BA21}"/>
              </a:ext>
            </a:extLst>
          </p:cNvPr>
          <p:cNvSpPr>
            <a:spLocks/>
          </p:cNvSpPr>
          <p:nvPr/>
        </p:nvSpPr>
        <p:spPr>
          <a:xfrm>
            <a:off x="3877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5081">
            <a:extLst>
              <a:ext uri="{FF2B5EF4-FFF2-40B4-BE49-F238E27FC236}">
                <a16:creationId xmlns:a16="http://schemas.microsoft.com/office/drawing/2014/main" id="{7649CF6E-0DDE-4285-B491-E2B832699910}"/>
              </a:ext>
            </a:extLst>
          </p:cNvPr>
          <p:cNvSpPr>
            <a:spLocks/>
          </p:cNvSpPr>
          <p:nvPr/>
        </p:nvSpPr>
        <p:spPr>
          <a:xfrm>
            <a:off x="380348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5082">
            <a:extLst>
              <a:ext uri="{FF2B5EF4-FFF2-40B4-BE49-F238E27FC236}">
                <a16:creationId xmlns:a16="http://schemas.microsoft.com/office/drawing/2014/main" id="{73206A13-5996-4877-A825-3189BEE58654}"/>
              </a:ext>
            </a:extLst>
          </p:cNvPr>
          <p:cNvSpPr>
            <a:spLocks/>
          </p:cNvSpPr>
          <p:nvPr/>
        </p:nvSpPr>
        <p:spPr>
          <a:xfrm>
            <a:off x="37698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5083">
            <a:extLst>
              <a:ext uri="{FF2B5EF4-FFF2-40B4-BE49-F238E27FC236}">
                <a16:creationId xmlns:a16="http://schemas.microsoft.com/office/drawing/2014/main" id="{08232D98-839E-4DF9-A017-EA3A56C46635}"/>
              </a:ext>
            </a:extLst>
          </p:cNvPr>
          <p:cNvSpPr>
            <a:spLocks/>
          </p:cNvSpPr>
          <p:nvPr/>
        </p:nvSpPr>
        <p:spPr>
          <a:xfrm>
            <a:off x="3790653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5084">
            <a:extLst>
              <a:ext uri="{FF2B5EF4-FFF2-40B4-BE49-F238E27FC236}">
                <a16:creationId xmlns:a16="http://schemas.microsoft.com/office/drawing/2014/main" id="{755A4A3F-7434-435B-9FC2-E155C0D8C20A}"/>
              </a:ext>
            </a:extLst>
          </p:cNvPr>
          <p:cNvSpPr>
            <a:spLocks/>
          </p:cNvSpPr>
          <p:nvPr/>
        </p:nvSpPr>
        <p:spPr>
          <a:xfrm>
            <a:off x="381233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5085">
            <a:extLst>
              <a:ext uri="{FF2B5EF4-FFF2-40B4-BE49-F238E27FC236}">
                <a16:creationId xmlns:a16="http://schemas.microsoft.com/office/drawing/2014/main" id="{8A555594-DCFE-4278-BEE3-774D94F5708C}"/>
              </a:ext>
            </a:extLst>
          </p:cNvPr>
          <p:cNvSpPr>
            <a:spLocks/>
          </p:cNvSpPr>
          <p:nvPr/>
        </p:nvSpPr>
        <p:spPr>
          <a:xfrm>
            <a:off x="38056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5086">
            <a:extLst>
              <a:ext uri="{FF2B5EF4-FFF2-40B4-BE49-F238E27FC236}">
                <a16:creationId xmlns:a16="http://schemas.microsoft.com/office/drawing/2014/main" id="{EDD2E0F3-65D5-472A-871D-2841FB3ED32D}"/>
              </a:ext>
            </a:extLst>
          </p:cNvPr>
          <p:cNvSpPr>
            <a:spLocks/>
          </p:cNvSpPr>
          <p:nvPr/>
        </p:nvSpPr>
        <p:spPr>
          <a:xfrm>
            <a:off x="376118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5087">
            <a:extLst>
              <a:ext uri="{FF2B5EF4-FFF2-40B4-BE49-F238E27FC236}">
                <a16:creationId xmlns:a16="http://schemas.microsoft.com/office/drawing/2014/main" id="{CDF07D7C-9F2E-467F-92E7-92DB0A16C925}"/>
              </a:ext>
            </a:extLst>
          </p:cNvPr>
          <p:cNvSpPr>
            <a:spLocks/>
          </p:cNvSpPr>
          <p:nvPr/>
        </p:nvSpPr>
        <p:spPr>
          <a:xfrm>
            <a:off x="3871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5088">
            <a:extLst>
              <a:ext uri="{FF2B5EF4-FFF2-40B4-BE49-F238E27FC236}">
                <a16:creationId xmlns:a16="http://schemas.microsoft.com/office/drawing/2014/main" id="{54742F2D-82A4-4D51-AB4A-0C56EBE8360D}"/>
              </a:ext>
            </a:extLst>
          </p:cNvPr>
          <p:cNvSpPr>
            <a:spLocks/>
          </p:cNvSpPr>
          <p:nvPr/>
        </p:nvSpPr>
        <p:spPr>
          <a:xfrm>
            <a:off x="39345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5089">
            <a:extLst>
              <a:ext uri="{FF2B5EF4-FFF2-40B4-BE49-F238E27FC236}">
                <a16:creationId xmlns:a16="http://schemas.microsoft.com/office/drawing/2014/main" id="{17C55B2F-D833-40F6-BEB0-F1AD03943BD0}"/>
              </a:ext>
            </a:extLst>
          </p:cNvPr>
          <p:cNvSpPr>
            <a:spLocks/>
          </p:cNvSpPr>
          <p:nvPr/>
        </p:nvSpPr>
        <p:spPr>
          <a:xfrm>
            <a:off x="377116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5090">
            <a:extLst>
              <a:ext uri="{FF2B5EF4-FFF2-40B4-BE49-F238E27FC236}">
                <a16:creationId xmlns:a16="http://schemas.microsoft.com/office/drawing/2014/main" id="{0C7A0389-A85D-4D53-AEC5-B38ACCA6C213}"/>
              </a:ext>
            </a:extLst>
          </p:cNvPr>
          <p:cNvSpPr>
            <a:spLocks/>
          </p:cNvSpPr>
          <p:nvPr/>
        </p:nvSpPr>
        <p:spPr>
          <a:xfrm>
            <a:off x="3893378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5091">
            <a:extLst>
              <a:ext uri="{FF2B5EF4-FFF2-40B4-BE49-F238E27FC236}">
                <a16:creationId xmlns:a16="http://schemas.microsoft.com/office/drawing/2014/main" id="{434D1F96-BE60-46AA-9162-33EFF0458031}"/>
              </a:ext>
            </a:extLst>
          </p:cNvPr>
          <p:cNvSpPr>
            <a:spLocks/>
          </p:cNvSpPr>
          <p:nvPr/>
        </p:nvSpPr>
        <p:spPr>
          <a:xfrm>
            <a:off x="391340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5092">
            <a:extLst>
              <a:ext uri="{FF2B5EF4-FFF2-40B4-BE49-F238E27FC236}">
                <a16:creationId xmlns:a16="http://schemas.microsoft.com/office/drawing/2014/main" id="{F3D1C267-1073-402F-843A-CC0E26DC7654}"/>
              </a:ext>
            </a:extLst>
          </p:cNvPr>
          <p:cNvSpPr>
            <a:spLocks/>
          </p:cNvSpPr>
          <p:nvPr/>
        </p:nvSpPr>
        <p:spPr>
          <a:xfrm>
            <a:off x="3820298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5093">
            <a:extLst>
              <a:ext uri="{FF2B5EF4-FFF2-40B4-BE49-F238E27FC236}">
                <a16:creationId xmlns:a16="http://schemas.microsoft.com/office/drawing/2014/main" id="{ACA1B79A-5E58-4D01-9144-76914B58BD30}"/>
              </a:ext>
            </a:extLst>
          </p:cNvPr>
          <p:cNvSpPr>
            <a:spLocks/>
          </p:cNvSpPr>
          <p:nvPr/>
        </p:nvSpPr>
        <p:spPr>
          <a:xfrm>
            <a:off x="3927482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5094">
            <a:extLst>
              <a:ext uri="{FF2B5EF4-FFF2-40B4-BE49-F238E27FC236}">
                <a16:creationId xmlns:a16="http://schemas.microsoft.com/office/drawing/2014/main" id="{5836B28B-6383-41F9-8BDD-DBF65AB5FEFA}"/>
              </a:ext>
            </a:extLst>
          </p:cNvPr>
          <p:cNvSpPr>
            <a:spLocks/>
          </p:cNvSpPr>
          <p:nvPr/>
        </p:nvSpPr>
        <p:spPr>
          <a:xfrm>
            <a:off x="385323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5095">
            <a:extLst>
              <a:ext uri="{FF2B5EF4-FFF2-40B4-BE49-F238E27FC236}">
                <a16:creationId xmlns:a16="http://schemas.microsoft.com/office/drawing/2014/main" id="{DD1B3CBC-9D34-4306-94FF-406FB6642B3A}"/>
              </a:ext>
            </a:extLst>
          </p:cNvPr>
          <p:cNvSpPr>
            <a:spLocks/>
          </p:cNvSpPr>
          <p:nvPr/>
        </p:nvSpPr>
        <p:spPr>
          <a:xfrm>
            <a:off x="385830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5096">
            <a:extLst>
              <a:ext uri="{FF2B5EF4-FFF2-40B4-BE49-F238E27FC236}">
                <a16:creationId xmlns:a16="http://schemas.microsoft.com/office/drawing/2014/main" id="{AF3BC4F2-0A25-45E7-8B64-0727F1CD01E9}"/>
              </a:ext>
            </a:extLst>
          </p:cNvPr>
          <p:cNvSpPr>
            <a:spLocks/>
          </p:cNvSpPr>
          <p:nvPr/>
        </p:nvSpPr>
        <p:spPr>
          <a:xfrm>
            <a:off x="394549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5097">
            <a:extLst>
              <a:ext uri="{FF2B5EF4-FFF2-40B4-BE49-F238E27FC236}">
                <a16:creationId xmlns:a16="http://schemas.microsoft.com/office/drawing/2014/main" id="{D214E89D-BCF5-454F-9B1B-0201FE932AD8}"/>
              </a:ext>
            </a:extLst>
          </p:cNvPr>
          <p:cNvSpPr>
            <a:spLocks/>
          </p:cNvSpPr>
          <p:nvPr/>
        </p:nvSpPr>
        <p:spPr>
          <a:xfrm>
            <a:off x="3923970" y="35906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5098">
            <a:extLst>
              <a:ext uri="{FF2B5EF4-FFF2-40B4-BE49-F238E27FC236}">
                <a16:creationId xmlns:a16="http://schemas.microsoft.com/office/drawing/2014/main" id="{3D3156A6-A9EC-4A2E-9993-FF8578D862D8}"/>
              </a:ext>
            </a:extLst>
          </p:cNvPr>
          <p:cNvSpPr>
            <a:spLocks/>
          </p:cNvSpPr>
          <p:nvPr/>
        </p:nvSpPr>
        <p:spPr>
          <a:xfrm>
            <a:off x="3897893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5099">
            <a:extLst>
              <a:ext uri="{FF2B5EF4-FFF2-40B4-BE49-F238E27FC236}">
                <a16:creationId xmlns:a16="http://schemas.microsoft.com/office/drawing/2014/main" id="{6C582755-5A80-4536-A68E-801BFF30FEA2}"/>
              </a:ext>
            </a:extLst>
          </p:cNvPr>
          <p:cNvSpPr>
            <a:spLocks/>
          </p:cNvSpPr>
          <p:nvPr/>
        </p:nvSpPr>
        <p:spPr>
          <a:xfrm>
            <a:off x="38277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5100">
            <a:extLst>
              <a:ext uri="{FF2B5EF4-FFF2-40B4-BE49-F238E27FC236}">
                <a16:creationId xmlns:a16="http://schemas.microsoft.com/office/drawing/2014/main" id="{A4DD39C3-C6CD-4FC7-ABE1-911A799BA962}"/>
              </a:ext>
            </a:extLst>
          </p:cNvPr>
          <p:cNvSpPr>
            <a:spLocks/>
          </p:cNvSpPr>
          <p:nvPr/>
        </p:nvSpPr>
        <p:spPr>
          <a:xfrm>
            <a:off x="39119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5101">
            <a:extLst>
              <a:ext uri="{FF2B5EF4-FFF2-40B4-BE49-F238E27FC236}">
                <a16:creationId xmlns:a16="http://schemas.microsoft.com/office/drawing/2014/main" id="{816BADC8-9F66-46F2-AE0B-ADB4A2649808}"/>
              </a:ext>
            </a:extLst>
          </p:cNvPr>
          <p:cNvSpPr>
            <a:spLocks/>
          </p:cNvSpPr>
          <p:nvPr/>
        </p:nvSpPr>
        <p:spPr>
          <a:xfrm>
            <a:off x="3917522" y="3720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5102">
            <a:extLst>
              <a:ext uri="{FF2B5EF4-FFF2-40B4-BE49-F238E27FC236}">
                <a16:creationId xmlns:a16="http://schemas.microsoft.com/office/drawing/2014/main" id="{C7347D1E-5C35-4AC5-A392-C2742C2C5063}"/>
              </a:ext>
            </a:extLst>
          </p:cNvPr>
          <p:cNvSpPr>
            <a:spLocks/>
          </p:cNvSpPr>
          <p:nvPr/>
        </p:nvSpPr>
        <p:spPr>
          <a:xfrm>
            <a:off x="38364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5103">
            <a:extLst>
              <a:ext uri="{FF2B5EF4-FFF2-40B4-BE49-F238E27FC236}">
                <a16:creationId xmlns:a16="http://schemas.microsoft.com/office/drawing/2014/main" id="{2FCB80AC-3C15-45E1-B2C0-22D0AA4DD835}"/>
              </a:ext>
            </a:extLst>
          </p:cNvPr>
          <p:cNvSpPr>
            <a:spLocks/>
          </p:cNvSpPr>
          <p:nvPr/>
        </p:nvSpPr>
        <p:spPr>
          <a:xfrm>
            <a:off x="37556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5104">
            <a:extLst>
              <a:ext uri="{FF2B5EF4-FFF2-40B4-BE49-F238E27FC236}">
                <a16:creationId xmlns:a16="http://schemas.microsoft.com/office/drawing/2014/main" id="{66A1039C-E2E3-40B7-B689-41398CA46E5C}"/>
              </a:ext>
            </a:extLst>
          </p:cNvPr>
          <p:cNvSpPr>
            <a:spLocks/>
          </p:cNvSpPr>
          <p:nvPr/>
        </p:nvSpPr>
        <p:spPr>
          <a:xfrm>
            <a:off x="38111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5105">
            <a:extLst>
              <a:ext uri="{FF2B5EF4-FFF2-40B4-BE49-F238E27FC236}">
                <a16:creationId xmlns:a16="http://schemas.microsoft.com/office/drawing/2014/main" id="{97432CDA-081F-4DFE-B529-07535BF89F71}"/>
              </a:ext>
            </a:extLst>
          </p:cNvPr>
          <p:cNvSpPr>
            <a:spLocks/>
          </p:cNvSpPr>
          <p:nvPr/>
        </p:nvSpPr>
        <p:spPr>
          <a:xfrm>
            <a:off x="377669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5106">
            <a:extLst>
              <a:ext uri="{FF2B5EF4-FFF2-40B4-BE49-F238E27FC236}">
                <a16:creationId xmlns:a16="http://schemas.microsoft.com/office/drawing/2014/main" id="{B3787984-72CC-4697-AA2B-58D0F9C1D6DF}"/>
              </a:ext>
            </a:extLst>
          </p:cNvPr>
          <p:cNvSpPr>
            <a:spLocks/>
          </p:cNvSpPr>
          <p:nvPr/>
        </p:nvSpPr>
        <p:spPr>
          <a:xfrm>
            <a:off x="381254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5107">
            <a:extLst>
              <a:ext uri="{FF2B5EF4-FFF2-40B4-BE49-F238E27FC236}">
                <a16:creationId xmlns:a16="http://schemas.microsoft.com/office/drawing/2014/main" id="{EBDE7D6B-F7A9-4468-BE45-B60D98FF76EA}"/>
              </a:ext>
            </a:extLst>
          </p:cNvPr>
          <p:cNvSpPr>
            <a:spLocks/>
          </p:cNvSpPr>
          <p:nvPr/>
        </p:nvSpPr>
        <p:spPr>
          <a:xfrm>
            <a:off x="375914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5108">
            <a:extLst>
              <a:ext uri="{FF2B5EF4-FFF2-40B4-BE49-F238E27FC236}">
                <a16:creationId xmlns:a16="http://schemas.microsoft.com/office/drawing/2014/main" id="{9781A984-2B4E-44C8-8FA2-562ABFB5956E}"/>
              </a:ext>
            </a:extLst>
          </p:cNvPr>
          <p:cNvSpPr>
            <a:spLocks/>
          </p:cNvSpPr>
          <p:nvPr/>
        </p:nvSpPr>
        <p:spPr>
          <a:xfrm>
            <a:off x="39390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5109">
            <a:extLst>
              <a:ext uri="{FF2B5EF4-FFF2-40B4-BE49-F238E27FC236}">
                <a16:creationId xmlns:a16="http://schemas.microsoft.com/office/drawing/2014/main" id="{CBAB1026-11F6-4367-AF7B-2C613FD8621C}"/>
              </a:ext>
            </a:extLst>
          </p:cNvPr>
          <p:cNvSpPr>
            <a:spLocks/>
          </p:cNvSpPr>
          <p:nvPr/>
        </p:nvSpPr>
        <p:spPr>
          <a:xfrm>
            <a:off x="3897031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5110">
            <a:extLst>
              <a:ext uri="{FF2B5EF4-FFF2-40B4-BE49-F238E27FC236}">
                <a16:creationId xmlns:a16="http://schemas.microsoft.com/office/drawing/2014/main" id="{87A2C425-1989-4F7C-87F9-78DF29D77226}"/>
              </a:ext>
            </a:extLst>
          </p:cNvPr>
          <p:cNvSpPr>
            <a:spLocks/>
          </p:cNvSpPr>
          <p:nvPr/>
        </p:nvSpPr>
        <p:spPr>
          <a:xfrm>
            <a:off x="39358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5111">
            <a:extLst>
              <a:ext uri="{FF2B5EF4-FFF2-40B4-BE49-F238E27FC236}">
                <a16:creationId xmlns:a16="http://schemas.microsoft.com/office/drawing/2014/main" id="{0BE68FA3-4FB7-4548-8718-47FA850727D8}"/>
              </a:ext>
            </a:extLst>
          </p:cNvPr>
          <p:cNvSpPr>
            <a:spLocks/>
          </p:cNvSpPr>
          <p:nvPr/>
        </p:nvSpPr>
        <p:spPr>
          <a:xfrm>
            <a:off x="375426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5112">
            <a:extLst>
              <a:ext uri="{FF2B5EF4-FFF2-40B4-BE49-F238E27FC236}">
                <a16:creationId xmlns:a16="http://schemas.microsoft.com/office/drawing/2014/main" id="{5F7F3938-86E9-4F41-8182-5191F54FA7F8}"/>
              </a:ext>
            </a:extLst>
          </p:cNvPr>
          <p:cNvSpPr>
            <a:spLocks/>
          </p:cNvSpPr>
          <p:nvPr/>
        </p:nvSpPr>
        <p:spPr>
          <a:xfrm>
            <a:off x="39170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5113">
            <a:extLst>
              <a:ext uri="{FF2B5EF4-FFF2-40B4-BE49-F238E27FC236}">
                <a16:creationId xmlns:a16="http://schemas.microsoft.com/office/drawing/2014/main" id="{5C4F67D1-996E-4DDF-9374-562D2497B535}"/>
              </a:ext>
            </a:extLst>
          </p:cNvPr>
          <p:cNvSpPr>
            <a:spLocks/>
          </p:cNvSpPr>
          <p:nvPr/>
        </p:nvSpPr>
        <p:spPr>
          <a:xfrm>
            <a:off x="39282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5114">
            <a:extLst>
              <a:ext uri="{FF2B5EF4-FFF2-40B4-BE49-F238E27FC236}">
                <a16:creationId xmlns:a16="http://schemas.microsoft.com/office/drawing/2014/main" id="{DB4CC94A-91C1-4FCD-93BC-93A49CBE7690}"/>
              </a:ext>
            </a:extLst>
          </p:cNvPr>
          <p:cNvSpPr>
            <a:spLocks/>
          </p:cNvSpPr>
          <p:nvPr/>
        </p:nvSpPr>
        <p:spPr>
          <a:xfrm>
            <a:off x="37493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5115">
            <a:extLst>
              <a:ext uri="{FF2B5EF4-FFF2-40B4-BE49-F238E27FC236}">
                <a16:creationId xmlns:a16="http://schemas.microsoft.com/office/drawing/2014/main" id="{B1946C9F-E6F3-4E65-8C63-7341F4101AA0}"/>
              </a:ext>
            </a:extLst>
          </p:cNvPr>
          <p:cNvSpPr>
            <a:spLocks/>
          </p:cNvSpPr>
          <p:nvPr/>
        </p:nvSpPr>
        <p:spPr>
          <a:xfrm>
            <a:off x="38388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5116">
            <a:extLst>
              <a:ext uri="{FF2B5EF4-FFF2-40B4-BE49-F238E27FC236}">
                <a16:creationId xmlns:a16="http://schemas.microsoft.com/office/drawing/2014/main" id="{13FD8212-764C-4830-8C4E-F5462C95AF56}"/>
              </a:ext>
            </a:extLst>
          </p:cNvPr>
          <p:cNvSpPr>
            <a:spLocks/>
          </p:cNvSpPr>
          <p:nvPr/>
        </p:nvSpPr>
        <p:spPr>
          <a:xfrm>
            <a:off x="389402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5117">
            <a:extLst>
              <a:ext uri="{FF2B5EF4-FFF2-40B4-BE49-F238E27FC236}">
                <a16:creationId xmlns:a16="http://schemas.microsoft.com/office/drawing/2014/main" id="{CEA1C25D-F7D3-44A3-820F-00D44DC40D55}"/>
              </a:ext>
            </a:extLst>
          </p:cNvPr>
          <p:cNvSpPr>
            <a:spLocks/>
          </p:cNvSpPr>
          <p:nvPr/>
        </p:nvSpPr>
        <p:spPr>
          <a:xfrm>
            <a:off x="378246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5118">
            <a:extLst>
              <a:ext uri="{FF2B5EF4-FFF2-40B4-BE49-F238E27FC236}">
                <a16:creationId xmlns:a16="http://schemas.microsoft.com/office/drawing/2014/main" id="{D8C973C6-BC52-4A37-9212-EF943A1798CE}"/>
              </a:ext>
            </a:extLst>
          </p:cNvPr>
          <p:cNvSpPr>
            <a:spLocks/>
          </p:cNvSpPr>
          <p:nvPr/>
        </p:nvSpPr>
        <p:spPr>
          <a:xfrm>
            <a:off x="38529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5119">
            <a:extLst>
              <a:ext uri="{FF2B5EF4-FFF2-40B4-BE49-F238E27FC236}">
                <a16:creationId xmlns:a16="http://schemas.microsoft.com/office/drawing/2014/main" id="{A7C51777-6C65-4185-B3BF-5F7BBF14E47E}"/>
              </a:ext>
            </a:extLst>
          </p:cNvPr>
          <p:cNvSpPr>
            <a:spLocks/>
          </p:cNvSpPr>
          <p:nvPr/>
        </p:nvSpPr>
        <p:spPr>
          <a:xfrm>
            <a:off x="3931698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5120">
            <a:extLst>
              <a:ext uri="{FF2B5EF4-FFF2-40B4-BE49-F238E27FC236}">
                <a16:creationId xmlns:a16="http://schemas.microsoft.com/office/drawing/2014/main" id="{AC814465-3674-4D67-81F8-D48086369A2C}"/>
              </a:ext>
            </a:extLst>
          </p:cNvPr>
          <p:cNvSpPr>
            <a:spLocks/>
          </p:cNvSpPr>
          <p:nvPr/>
        </p:nvSpPr>
        <p:spPr>
          <a:xfrm>
            <a:off x="3829070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5121">
            <a:extLst>
              <a:ext uri="{FF2B5EF4-FFF2-40B4-BE49-F238E27FC236}">
                <a16:creationId xmlns:a16="http://schemas.microsoft.com/office/drawing/2014/main" id="{4A63001C-6474-40D1-A4AA-767147948760}"/>
              </a:ext>
            </a:extLst>
          </p:cNvPr>
          <p:cNvSpPr>
            <a:spLocks/>
          </p:cNvSpPr>
          <p:nvPr/>
        </p:nvSpPr>
        <p:spPr>
          <a:xfrm>
            <a:off x="37643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5122">
            <a:extLst>
              <a:ext uri="{FF2B5EF4-FFF2-40B4-BE49-F238E27FC236}">
                <a16:creationId xmlns:a16="http://schemas.microsoft.com/office/drawing/2014/main" id="{775DAB51-A473-4FB9-8799-7A32E4909828}"/>
              </a:ext>
            </a:extLst>
          </p:cNvPr>
          <p:cNvSpPr>
            <a:spLocks/>
          </p:cNvSpPr>
          <p:nvPr/>
        </p:nvSpPr>
        <p:spPr>
          <a:xfrm>
            <a:off x="3920326" y="2399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5123">
            <a:extLst>
              <a:ext uri="{FF2B5EF4-FFF2-40B4-BE49-F238E27FC236}">
                <a16:creationId xmlns:a16="http://schemas.microsoft.com/office/drawing/2014/main" id="{A731E0C4-F458-4185-B78B-1E47EEEF31E4}"/>
              </a:ext>
            </a:extLst>
          </p:cNvPr>
          <p:cNvSpPr>
            <a:spLocks/>
          </p:cNvSpPr>
          <p:nvPr/>
        </p:nvSpPr>
        <p:spPr>
          <a:xfrm>
            <a:off x="3792103" y="27109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5124">
            <a:extLst>
              <a:ext uri="{FF2B5EF4-FFF2-40B4-BE49-F238E27FC236}">
                <a16:creationId xmlns:a16="http://schemas.microsoft.com/office/drawing/2014/main" id="{91A31027-E486-4342-919B-C8E556036D35}"/>
              </a:ext>
            </a:extLst>
          </p:cNvPr>
          <p:cNvSpPr>
            <a:spLocks/>
          </p:cNvSpPr>
          <p:nvPr/>
        </p:nvSpPr>
        <p:spPr>
          <a:xfrm>
            <a:off x="3833295" y="31769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5125">
            <a:extLst>
              <a:ext uri="{FF2B5EF4-FFF2-40B4-BE49-F238E27FC236}">
                <a16:creationId xmlns:a16="http://schemas.microsoft.com/office/drawing/2014/main" id="{5FE7C68B-4142-4BA9-81F3-B0FD71FF3323}"/>
              </a:ext>
            </a:extLst>
          </p:cNvPr>
          <p:cNvSpPr>
            <a:spLocks/>
          </p:cNvSpPr>
          <p:nvPr/>
        </p:nvSpPr>
        <p:spPr>
          <a:xfrm>
            <a:off x="38556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5126">
            <a:extLst>
              <a:ext uri="{FF2B5EF4-FFF2-40B4-BE49-F238E27FC236}">
                <a16:creationId xmlns:a16="http://schemas.microsoft.com/office/drawing/2014/main" id="{4104F639-87D3-4974-BDB9-7C53F539A36C}"/>
              </a:ext>
            </a:extLst>
          </p:cNvPr>
          <p:cNvSpPr>
            <a:spLocks/>
          </p:cNvSpPr>
          <p:nvPr/>
        </p:nvSpPr>
        <p:spPr>
          <a:xfrm>
            <a:off x="3740167" y="37387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5127">
            <a:extLst>
              <a:ext uri="{FF2B5EF4-FFF2-40B4-BE49-F238E27FC236}">
                <a16:creationId xmlns:a16="http://schemas.microsoft.com/office/drawing/2014/main" id="{376A18AA-7BE4-4BB5-A8D2-985222C3AC66}"/>
              </a:ext>
            </a:extLst>
          </p:cNvPr>
          <p:cNvSpPr>
            <a:spLocks/>
          </p:cNvSpPr>
          <p:nvPr/>
        </p:nvSpPr>
        <p:spPr>
          <a:xfrm>
            <a:off x="392503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5128">
            <a:extLst>
              <a:ext uri="{FF2B5EF4-FFF2-40B4-BE49-F238E27FC236}">
                <a16:creationId xmlns:a16="http://schemas.microsoft.com/office/drawing/2014/main" id="{6161BFC4-BA13-48C9-BC0C-C69DBEE8A731}"/>
              </a:ext>
            </a:extLst>
          </p:cNvPr>
          <p:cNvSpPr>
            <a:spLocks/>
          </p:cNvSpPr>
          <p:nvPr/>
        </p:nvSpPr>
        <p:spPr>
          <a:xfrm>
            <a:off x="3948114" y="39319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5129">
            <a:extLst>
              <a:ext uri="{FF2B5EF4-FFF2-40B4-BE49-F238E27FC236}">
                <a16:creationId xmlns:a16="http://schemas.microsoft.com/office/drawing/2014/main" id="{E2584F6B-8961-4512-9BD5-F17DC8931A84}"/>
              </a:ext>
            </a:extLst>
          </p:cNvPr>
          <p:cNvSpPr>
            <a:spLocks/>
          </p:cNvSpPr>
          <p:nvPr/>
        </p:nvSpPr>
        <p:spPr>
          <a:xfrm>
            <a:off x="380204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5130">
            <a:extLst>
              <a:ext uri="{FF2B5EF4-FFF2-40B4-BE49-F238E27FC236}">
                <a16:creationId xmlns:a16="http://schemas.microsoft.com/office/drawing/2014/main" id="{81B32926-A4C5-4604-85BD-110C76EFE6F7}"/>
              </a:ext>
            </a:extLst>
          </p:cNvPr>
          <p:cNvSpPr>
            <a:spLocks/>
          </p:cNvSpPr>
          <p:nvPr/>
        </p:nvSpPr>
        <p:spPr>
          <a:xfrm>
            <a:off x="38809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5131">
            <a:extLst>
              <a:ext uri="{FF2B5EF4-FFF2-40B4-BE49-F238E27FC236}">
                <a16:creationId xmlns:a16="http://schemas.microsoft.com/office/drawing/2014/main" id="{7FD49ED3-B525-42E2-90FA-0AA97DBB87F5}"/>
              </a:ext>
            </a:extLst>
          </p:cNvPr>
          <p:cNvSpPr>
            <a:spLocks/>
          </p:cNvSpPr>
          <p:nvPr/>
        </p:nvSpPr>
        <p:spPr>
          <a:xfrm>
            <a:off x="38143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5132">
            <a:extLst>
              <a:ext uri="{FF2B5EF4-FFF2-40B4-BE49-F238E27FC236}">
                <a16:creationId xmlns:a16="http://schemas.microsoft.com/office/drawing/2014/main" id="{8B7AA56D-303A-410B-BA5C-7414E7E91735}"/>
              </a:ext>
            </a:extLst>
          </p:cNvPr>
          <p:cNvSpPr>
            <a:spLocks/>
          </p:cNvSpPr>
          <p:nvPr/>
        </p:nvSpPr>
        <p:spPr>
          <a:xfrm>
            <a:off x="38371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5133">
            <a:extLst>
              <a:ext uri="{FF2B5EF4-FFF2-40B4-BE49-F238E27FC236}">
                <a16:creationId xmlns:a16="http://schemas.microsoft.com/office/drawing/2014/main" id="{F830BEAE-AE52-4039-B9B4-6C33860311A6}"/>
              </a:ext>
            </a:extLst>
          </p:cNvPr>
          <p:cNvSpPr>
            <a:spLocks/>
          </p:cNvSpPr>
          <p:nvPr/>
        </p:nvSpPr>
        <p:spPr>
          <a:xfrm>
            <a:off x="3950690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5134">
            <a:extLst>
              <a:ext uri="{FF2B5EF4-FFF2-40B4-BE49-F238E27FC236}">
                <a16:creationId xmlns:a16="http://schemas.microsoft.com/office/drawing/2014/main" id="{41D4F6C6-84F5-43DA-80DF-B81959976A2B}"/>
              </a:ext>
            </a:extLst>
          </p:cNvPr>
          <p:cNvSpPr>
            <a:spLocks/>
          </p:cNvSpPr>
          <p:nvPr/>
        </p:nvSpPr>
        <p:spPr>
          <a:xfrm>
            <a:off x="384869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5135">
            <a:extLst>
              <a:ext uri="{FF2B5EF4-FFF2-40B4-BE49-F238E27FC236}">
                <a16:creationId xmlns:a16="http://schemas.microsoft.com/office/drawing/2014/main" id="{590DD2C2-0739-47D5-9B83-23A7B40C7FE0}"/>
              </a:ext>
            </a:extLst>
          </p:cNvPr>
          <p:cNvSpPr>
            <a:spLocks/>
          </p:cNvSpPr>
          <p:nvPr/>
        </p:nvSpPr>
        <p:spPr>
          <a:xfrm>
            <a:off x="3947640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5136">
            <a:extLst>
              <a:ext uri="{FF2B5EF4-FFF2-40B4-BE49-F238E27FC236}">
                <a16:creationId xmlns:a16="http://schemas.microsoft.com/office/drawing/2014/main" id="{C7E5013B-F7C7-43F2-9ECF-36954478F2EE}"/>
              </a:ext>
            </a:extLst>
          </p:cNvPr>
          <p:cNvSpPr>
            <a:spLocks/>
          </p:cNvSpPr>
          <p:nvPr/>
        </p:nvSpPr>
        <p:spPr>
          <a:xfrm>
            <a:off x="3834596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5137">
            <a:extLst>
              <a:ext uri="{FF2B5EF4-FFF2-40B4-BE49-F238E27FC236}">
                <a16:creationId xmlns:a16="http://schemas.microsoft.com/office/drawing/2014/main" id="{D8D38E93-1C01-4E6D-A40F-6955A17CAFD7}"/>
              </a:ext>
            </a:extLst>
          </p:cNvPr>
          <p:cNvSpPr>
            <a:spLocks/>
          </p:cNvSpPr>
          <p:nvPr/>
        </p:nvSpPr>
        <p:spPr>
          <a:xfrm>
            <a:off x="39093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5138">
            <a:extLst>
              <a:ext uri="{FF2B5EF4-FFF2-40B4-BE49-F238E27FC236}">
                <a16:creationId xmlns:a16="http://schemas.microsoft.com/office/drawing/2014/main" id="{66F914D6-7C40-482B-BE67-B92219D7B789}"/>
              </a:ext>
            </a:extLst>
          </p:cNvPr>
          <p:cNvSpPr>
            <a:spLocks/>
          </p:cNvSpPr>
          <p:nvPr/>
        </p:nvSpPr>
        <p:spPr>
          <a:xfrm>
            <a:off x="3878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5139">
            <a:extLst>
              <a:ext uri="{FF2B5EF4-FFF2-40B4-BE49-F238E27FC236}">
                <a16:creationId xmlns:a16="http://schemas.microsoft.com/office/drawing/2014/main" id="{57127A0D-AA9F-4866-88C8-566F645C722C}"/>
              </a:ext>
            </a:extLst>
          </p:cNvPr>
          <p:cNvSpPr>
            <a:spLocks/>
          </p:cNvSpPr>
          <p:nvPr/>
        </p:nvSpPr>
        <p:spPr>
          <a:xfrm>
            <a:off x="387005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5140">
            <a:extLst>
              <a:ext uri="{FF2B5EF4-FFF2-40B4-BE49-F238E27FC236}">
                <a16:creationId xmlns:a16="http://schemas.microsoft.com/office/drawing/2014/main" id="{5AA804AD-089C-4445-B153-BF14BCDE79F0}"/>
              </a:ext>
            </a:extLst>
          </p:cNvPr>
          <p:cNvSpPr>
            <a:spLocks/>
          </p:cNvSpPr>
          <p:nvPr/>
        </p:nvSpPr>
        <p:spPr>
          <a:xfrm>
            <a:off x="37478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5141">
            <a:extLst>
              <a:ext uri="{FF2B5EF4-FFF2-40B4-BE49-F238E27FC236}">
                <a16:creationId xmlns:a16="http://schemas.microsoft.com/office/drawing/2014/main" id="{55259F71-4F0F-4DDC-865E-80426A5637D7}"/>
              </a:ext>
            </a:extLst>
          </p:cNvPr>
          <p:cNvSpPr>
            <a:spLocks/>
          </p:cNvSpPr>
          <p:nvPr/>
        </p:nvSpPr>
        <p:spPr>
          <a:xfrm>
            <a:off x="378749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5142">
            <a:extLst>
              <a:ext uri="{FF2B5EF4-FFF2-40B4-BE49-F238E27FC236}">
                <a16:creationId xmlns:a16="http://schemas.microsoft.com/office/drawing/2014/main" id="{B8E28FB6-936E-471F-A076-C1704904A67E}"/>
              </a:ext>
            </a:extLst>
          </p:cNvPr>
          <p:cNvSpPr>
            <a:spLocks/>
          </p:cNvSpPr>
          <p:nvPr/>
        </p:nvSpPr>
        <p:spPr>
          <a:xfrm>
            <a:off x="39588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5143">
            <a:extLst>
              <a:ext uri="{FF2B5EF4-FFF2-40B4-BE49-F238E27FC236}">
                <a16:creationId xmlns:a16="http://schemas.microsoft.com/office/drawing/2014/main" id="{9D4C9EBF-0D4A-4980-95CD-39E27E6FEE84}"/>
              </a:ext>
            </a:extLst>
          </p:cNvPr>
          <p:cNvSpPr>
            <a:spLocks/>
          </p:cNvSpPr>
          <p:nvPr/>
        </p:nvSpPr>
        <p:spPr>
          <a:xfrm>
            <a:off x="390474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5144">
            <a:extLst>
              <a:ext uri="{FF2B5EF4-FFF2-40B4-BE49-F238E27FC236}">
                <a16:creationId xmlns:a16="http://schemas.microsoft.com/office/drawing/2014/main" id="{5C1DD1DA-78E1-4E6B-BC1B-01AB4E52146A}"/>
              </a:ext>
            </a:extLst>
          </p:cNvPr>
          <p:cNvSpPr>
            <a:spLocks/>
          </p:cNvSpPr>
          <p:nvPr/>
        </p:nvSpPr>
        <p:spPr>
          <a:xfrm>
            <a:off x="3899484" y="34739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5145">
            <a:extLst>
              <a:ext uri="{FF2B5EF4-FFF2-40B4-BE49-F238E27FC236}">
                <a16:creationId xmlns:a16="http://schemas.microsoft.com/office/drawing/2014/main" id="{B296B9F3-4923-44D8-8AB4-21457573896C}"/>
              </a:ext>
            </a:extLst>
          </p:cNvPr>
          <p:cNvSpPr>
            <a:spLocks/>
          </p:cNvSpPr>
          <p:nvPr/>
        </p:nvSpPr>
        <p:spPr>
          <a:xfrm>
            <a:off x="379551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5146">
            <a:extLst>
              <a:ext uri="{FF2B5EF4-FFF2-40B4-BE49-F238E27FC236}">
                <a16:creationId xmlns:a16="http://schemas.microsoft.com/office/drawing/2014/main" id="{9928CD0B-4E49-4B7A-ADBE-FD72CF2C63CD}"/>
              </a:ext>
            </a:extLst>
          </p:cNvPr>
          <p:cNvSpPr>
            <a:spLocks/>
          </p:cNvSpPr>
          <p:nvPr/>
        </p:nvSpPr>
        <p:spPr>
          <a:xfrm>
            <a:off x="388608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5147">
            <a:extLst>
              <a:ext uri="{FF2B5EF4-FFF2-40B4-BE49-F238E27FC236}">
                <a16:creationId xmlns:a16="http://schemas.microsoft.com/office/drawing/2014/main" id="{351920D3-4B4A-4D96-8E05-19F52E3E7F33}"/>
              </a:ext>
            </a:extLst>
          </p:cNvPr>
          <p:cNvSpPr>
            <a:spLocks/>
          </p:cNvSpPr>
          <p:nvPr/>
        </p:nvSpPr>
        <p:spPr>
          <a:xfrm>
            <a:off x="38244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5148">
            <a:extLst>
              <a:ext uri="{FF2B5EF4-FFF2-40B4-BE49-F238E27FC236}">
                <a16:creationId xmlns:a16="http://schemas.microsoft.com/office/drawing/2014/main" id="{6B82E641-593D-49CF-8E7F-DDAA7B6DAADB}"/>
              </a:ext>
            </a:extLst>
          </p:cNvPr>
          <p:cNvSpPr>
            <a:spLocks/>
          </p:cNvSpPr>
          <p:nvPr/>
        </p:nvSpPr>
        <p:spPr>
          <a:xfrm>
            <a:off x="374681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5149">
            <a:extLst>
              <a:ext uri="{FF2B5EF4-FFF2-40B4-BE49-F238E27FC236}">
                <a16:creationId xmlns:a16="http://schemas.microsoft.com/office/drawing/2014/main" id="{DA0DCF6F-7C39-4F87-AEF9-492D8D149137}"/>
              </a:ext>
            </a:extLst>
          </p:cNvPr>
          <p:cNvSpPr>
            <a:spLocks/>
          </p:cNvSpPr>
          <p:nvPr/>
        </p:nvSpPr>
        <p:spPr>
          <a:xfrm>
            <a:off x="3770045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5150">
            <a:extLst>
              <a:ext uri="{FF2B5EF4-FFF2-40B4-BE49-F238E27FC236}">
                <a16:creationId xmlns:a16="http://schemas.microsoft.com/office/drawing/2014/main" id="{5290489A-4BE5-4424-8478-2012AD182F2E}"/>
              </a:ext>
            </a:extLst>
          </p:cNvPr>
          <p:cNvSpPr>
            <a:spLocks/>
          </p:cNvSpPr>
          <p:nvPr/>
        </p:nvSpPr>
        <p:spPr>
          <a:xfrm>
            <a:off x="390815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5151">
            <a:extLst>
              <a:ext uri="{FF2B5EF4-FFF2-40B4-BE49-F238E27FC236}">
                <a16:creationId xmlns:a16="http://schemas.microsoft.com/office/drawing/2014/main" id="{0C1A5D35-8B28-418A-9605-92CFE2EAB6BB}"/>
              </a:ext>
            </a:extLst>
          </p:cNvPr>
          <p:cNvSpPr>
            <a:spLocks/>
          </p:cNvSpPr>
          <p:nvPr/>
        </p:nvSpPr>
        <p:spPr>
          <a:xfrm>
            <a:off x="3939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5152">
            <a:extLst>
              <a:ext uri="{FF2B5EF4-FFF2-40B4-BE49-F238E27FC236}">
                <a16:creationId xmlns:a16="http://schemas.microsoft.com/office/drawing/2014/main" id="{936459AC-92D4-492C-BDE8-D041CFA5CF21}"/>
              </a:ext>
            </a:extLst>
          </p:cNvPr>
          <p:cNvSpPr>
            <a:spLocks/>
          </p:cNvSpPr>
          <p:nvPr/>
        </p:nvSpPr>
        <p:spPr>
          <a:xfrm>
            <a:off x="384996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5153">
            <a:extLst>
              <a:ext uri="{FF2B5EF4-FFF2-40B4-BE49-F238E27FC236}">
                <a16:creationId xmlns:a16="http://schemas.microsoft.com/office/drawing/2014/main" id="{163EA5F0-3A81-4583-A232-CA6CE0C299C0}"/>
              </a:ext>
            </a:extLst>
          </p:cNvPr>
          <p:cNvSpPr>
            <a:spLocks/>
          </p:cNvSpPr>
          <p:nvPr/>
        </p:nvSpPr>
        <p:spPr>
          <a:xfrm>
            <a:off x="38723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5154">
            <a:extLst>
              <a:ext uri="{FF2B5EF4-FFF2-40B4-BE49-F238E27FC236}">
                <a16:creationId xmlns:a16="http://schemas.microsoft.com/office/drawing/2014/main" id="{FBB83237-A62B-4314-9796-69A98E179E07}"/>
              </a:ext>
            </a:extLst>
          </p:cNvPr>
          <p:cNvSpPr>
            <a:spLocks/>
          </p:cNvSpPr>
          <p:nvPr/>
        </p:nvSpPr>
        <p:spPr>
          <a:xfrm>
            <a:off x="3813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5155">
            <a:extLst>
              <a:ext uri="{FF2B5EF4-FFF2-40B4-BE49-F238E27FC236}">
                <a16:creationId xmlns:a16="http://schemas.microsoft.com/office/drawing/2014/main" id="{9EF7D8A7-7853-46F8-9258-5D7DE6DB26E6}"/>
              </a:ext>
            </a:extLst>
          </p:cNvPr>
          <p:cNvSpPr>
            <a:spLocks/>
          </p:cNvSpPr>
          <p:nvPr/>
        </p:nvSpPr>
        <p:spPr>
          <a:xfrm>
            <a:off x="3764160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5156">
            <a:extLst>
              <a:ext uri="{FF2B5EF4-FFF2-40B4-BE49-F238E27FC236}">
                <a16:creationId xmlns:a16="http://schemas.microsoft.com/office/drawing/2014/main" id="{B11A43C2-C453-4C36-B4F5-5BD6FF23AFC8}"/>
              </a:ext>
            </a:extLst>
          </p:cNvPr>
          <p:cNvSpPr>
            <a:spLocks/>
          </p:cNvSpPr>
          <p:nvPr/>
        </p:nvSpPr>
        <p:spPr>
          <a:xfrm>
            <a:off x="378708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5157">
            <a:extLst>
              <a:ext uri="{FF2B5EF4-FFF2-40B4-BE49-F238E27FC236}">
                <a16:creationId xmlns:a16="http://schemas.microsoft.com/office/drawing/2014/main" id="{688CA64E-1BEE-4347-B103-FB14950B7D91}"/>
              </a:ext>
            </a:extLst>
          </p:cNvPr>
          <p:cNvSpPr>
            <a:spLocks/>
          </p:cNvSpPr>
          <p:nvPr/>
        </p:nvSpPr>
        <p:spPr>
          <a:xfrm>
            <a:off x="37583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5158">
            <a:extLst>
              <a:ext uri="{FF2B5EF4-FFF2-40B4-BE49-F238E27FC236}">
                <a16:creationId xmlns:a16="http://schemas.microsoft.com/office/drawing/2014/main" id="{F66C4E06-80B0-4D5D-BFD9-0116ED31BD30}"/>
              </a:ext>
            </a:extLst>
          </p:cNvPr>
          <p:cNvSpPr>
            <a:spLocks/>
          </p:cNvSpPr>
          <p:nvPr/>
        </p:nvSpPr>
        <p:spPr>
          <a:xfrm>
            <a:off x="3802383" y="29964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5159">
            <a:extLst>
              <a:ext uri="{FF2B5EF4-FFF2-40B4-BE49-F238E27FC236}">
                <a16:creationId xmlns:a16="http://schemas.microsoft.com/office/drawing/2014/main" id="{87BADC57-6A9E-4D4B-9525-ECDB0F4FF8C3}"/>
              </a:ext>
            </a:extLst>
          </p:cNvPr>
          <p:cNvSpPr>
            <a:spLocks/>
          </p:cNvSpPr>
          <p:nvPr/>
        </p:nvSpPr>
        <p:spPr>
          <a:xfrm>
            <a:off x="37815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5160">
            <a:extLst>
              <a:ext uri="{FF2B5EF4-FFF2-40B4-BE49-F238E27FC236}">
                <a16:creationId xmlns:a16="http://schemas.microsoft.com/office/drawing/2014/main" id="{E47D708C-31CC-4FB0-B43C-3B71F230A078}"/>
              </a:ext>
            </a:extLst>
          </p:cNvPr>
          <p:cNvSpPr>
            <a:spLocks/>
          </p:cNvSpPr>
          <p:nvPr/>
        </p:nvSpPr>
        <p:spPr>
          <a:xfrm>
            <a:off x="382206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5161">
            <a:extLst>
              <a:ext uri="{FF2B5EF4-FFF2-40B4-BE49-F238E27FC236}">
                <a16:creationId xmlns:a16="http://schemas.microsoft.com/office/drawing/2014/main" id="{243F855B-9181-420D-AFF1-30EE6038069D}"/>
              </a:ext>
            </a:extLst>
          </p:cNvPr>
          <p:cNvSpPr>
            <a:spLocks/>
          </p:cNvSpPr>
          <p:nvPr/>
        </p:nvSpPr>
        <p:spPr>
          <a:xfrm>
            <a:off x="39050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5162">
            <a:extLst>
              <a:ext uri="{FF2B5EF4-FFF2-40B4-BE49-F238E27FC236}">
                <a16:creationId xmlns:a16="http://schemas.microsoft.com/office/drawing/2014/main" id="{5F7BA47E-7AA0-49FC-944B-169555F17F49}"/>
              </a:ext>
            </a:extLst>
          </p:cNvPr>
          <p:cNvSpPr>
            <a:spLocks/>
          </p:cNvSpPr>
          <p:nvPr/>
        </p:nvSpPr>
        <p:spPr>
          <a:xfrm>
            <a:off x="38221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5163">
            <a:extLst>
              <a:ext uri="{FF2B5EF4-FFF2-40B4-BE49-F238E27FC236}">
                <a16:creationId xmlns:a16="http://schemas.microsoft.com/office/drawing/2014/main" id="{42FC225C-4E88-447D-B395-606CE7AD4C91}"/>
              </a:ext>
            </a:extLst>
          </p:cNvPr>
          <p:cNvSpPr>
            <a:spLocks/>
          </p:cNvSpPr>
          <p:nvPr/>
        </p:nvSpPr>
        <p:spPr>
          <a:xfrm>
            <a:off x="3922056" y="2434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5164">
            <a:extLst>
              <a:ext uri="{FF2B5EF4-FFF2-40B4-BE49-F238E27FC236}">
                <a16:creationId xmlns:a16="http://schemas.microsoft.com/office/drawing/2014/main" id="{A642F8D1-893D-4C4C-B7D9-CE3E1D90C14D}"/>
              </a:ext>
            </a:extLst>
          </p:cNvPr>
          <p:cNvSpPr>
            <a:spLocks/>
          </p:cNvSpPr>
          <p:nvPr/>
        </p:nvSpPr>
        <p:spPr>
          <a:xfrm>
            <a:off x="38396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5165">
            <a:extLst>
              <a:ext uri="{FF2B5EF4-FFF2-40B4-BE49-F238E27FC236}">
                <a16:creationId xmlns:a16="http://schemas.microsoft.com/office/drawing/2014/main" id="{5B120305-23B1-4D80-A10C-F3A4195EAAF8}"/>
              </a:ext>
            </a:extLst>
          </p:cNvPr>
          <p:cNvSpPr>
            <a:spLocks/>
          </p:cNvSpPr>
          <p:nvPr/>
        </p:nvSpPr>
        <p:spPr>
          <a:xfrm>
            <a:off x="3858620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5166">
            <a:extLst>
              <a:ext uri="{FF2B5EF4-FFF2-40B4-BE49-F238E27FC236}">
                <a16:creationId xmlns:a16="http://schemas.microsoft.com/office/drawing/2014/main" id="{5834DCCF-194F-4E02-BFAE-74F6140856A1}"/>
              </a:ext>
            </a:extLst>
          </p:cNvPr>
          <p:cNvSpPr>
            <a:spLocks/>
          </p:cNvSpPr>
          <p:nvPr/>
        </p:nvSpPr>
        <p:spPr>
          <a:xfrm>
            <a:off x="3857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5167">
            <a:extLst>
              <a:ext uri="{FF2B5EF4-FFF2-40B4-BE49-F238E27FC236}">
                <a16:creationId xmlns:a16="http://schemas.microsoft.com/office/drawing/2014/main" id="{72CD8631-BF43-4A9B-9873-72AC830C6F6D}"/>
              </a:ext>
            </a:extLst>
          </p:cNvPr>
          <p:cNvSpPr>
            <a:spLocks/>
          </p:cNvSpPr>
          <p:nvPr/>
        </p:nvSpPr>
        <p:spPr>
          <a:xfrm>
            <a:off x="3921904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5168">
            <a:extLst>
              <a:ext uri="{FF2B5EF4-FFF2-40B4-BE49-F238E27FC236}">
                <a16:creationId xmlns:a16="http://schemas.microsoft.com/office/drawing/2014/main" id="{973FBD33-FD41-4C03-9455-84C096BA0CF8}"/>
              </a:ext>
            </a:extLst>
          </p:cNvPr>
          <p:cNvSpPr>
            <a:spLocks/>
          </p:cNvSpPr>
          <p:nvPr/>
        </p:nvSpPr>
        <p:spPr>
          <a:xfrm>
            <a:off x="39272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5169">
            <a:extLst>
              <a:ext uri="{FF2B5EF4-FFF2-40B4-BE49-F238E27FC236}">
                <a16:creationId xmlns:a16="http://schemas.microsoft.com/office/drawing/2014/main" id="{4731D68F-9C82-47B8-B0F1-0E67D02C3F78}"/>
              </a:ext>
            </a:extLst>
          </p:cNvPr>
          <p:cNvSpPr>
            <a:spLocks/>
          </p:cNvSpPr>
          <p:nvPr/>
        </p:nvSpPr>
        <p:spPr>
          <a:xfrm>
            <a:off x="3911879" y="2904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5170">
            <a:extLst>
              <a:ext uri="{FF2B5EF4-FFF2-40B4-BE49-F238E27FC236}">
                <a16:creationId xmlns:a16="http://schemas.microsoft.com/office/drawing/2014/main" id="{5178C845-38DF-499A-A0E2-DB3277736B34}"/>
              </a:ext>
            </a:extLst>
          </p:cNvPr>
          <p:cNvSpPr>
            <a:spLocks/>
          </p:cNvSpPr>
          <p:nvPr/>
        </p:nvSpPr>
        <p:spPr>
          <a:xfrm>
            <a:off x="378978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5171">
            <a:extLst>
              <a:ext uri="{FF2B5EF4-FFF2-40B4-BE49-F238E27FC236}">
                <a16:creationId xmlns:a16="http://schemas.microsoft.com/office/drawing/2014/main" id="{32B6E673-9949-41D3-BFA9-E767812D33AA}"/>
              </a:ext>
            </a:extLst>
          </p:cNvPr>
          <p:cNvSpPr>
            <a:spLocks/>
          </p:cNvSpPr>
          <p:nvPr/>
        </p:nvSpPr>
        <p:spPr>
          <a:xfrm>
            <a:off x="376069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5172">
            <a:extLst>
              <a:ext uri="{FF2B5EF4-FFF2-40B4-BE49-F238E27FC236}">
                <a16:creationId xmlns:a16="http://schemas.microsoft.com/office/drawing/2014/main" id="{EB1930F4-1599-445F-AF13-AE104EC61F43}"/>
              </a:ext>
            </a:extLst>
          </p:cNvPr>
          <p:cNvSpPr>
            <a:spLocks/>
          </p:cNvSpPr>
          <p:nvPr/>
        </p:nvSpPr>
        <p:spPr>
          <a:xfrm>
            <a:off x="3775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5173">
            <a:extLst>
              <a:ext uri="{FF2B5EF4-FFF2-40B4-BE49-F238E27FC236}">
                <a16:creationId xmlns:a16="http://schemas.microsoft.com/office/drawing/2014/main" id="{D1C49FC5-D4D3-4201-865B-F5CF51CD494D}"/>
              </a:ext>
            </a:extLst>
          </p:cNvPr>
          <p:cNvSpPr>
            <a:spLocks/>
          </p:cNvSpPr>
          <p:nvPr/>
        </p:nvSpPr>
        <p:spPr>
          <a:xfrm>
            <a:off x="3925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5174">
            <a:extLst>
              <a:ext uri="{FF2B5EF4-FFF2-40B4-BE49-F238E27FC236}">
                <a16:creationId xmlns:a16="http://schemas.microsoft.com/office/drawing/2014/main" id="{0A83187D-8ABA-442A-958B-15BCF3DC0CE3}"/>
              </a:ext>
            </a:extLst>
          </p:cNvPr>
          <p:cNvSpPr>
            <a:spLocks/>
          </p:cNvSpPr>
          <p:nvPr/>
        </p:nvSpPr>
        <p:spPr>
          <a:xfrm>
            <a:off x="38420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5175">
            <a:extLst>
              <a:ext uri="{FF2B5EF4-FFF2-40B4-BE49-F238E27FC236}">
                <a16:creationId xmlns:a16="http://schemas.microsoft.com/office/drawing/2014/main" id="{37C807A8-405A-425C-B955-BF565E6C4BB1}"/>
              </a:ext>
            </a:extLst>
          </p:cNvPr>
          <p:cNvSpPr>
            <a:spLocks/>
          </p:cNvSpPr>
          <p:nvPr/>
        </p:nvSpPr>
        <p:spPr>
          <a:xfrm>
            <a:off x="37478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5176">
            <a:extLst>
              <a:ext uri="{FF2B5EF4-FFF2-40B4-BE49-F238E27FC236}">
                <a16:creationId xmlns:a16="http://schemas.microsoft.com/office/drawing/2014/main" id="{C65C1213-6A7C-484B-A893-3C7FE2E570EA}"/>
              </a:ext>
            </a:extLst>
          </p:cNvPr>
          <p:cNvSpPr>
            <a:spLocks/>
          </p:cNvSpPr>
          <p:nvPr/>
        </p:nvSpPr>
        <p:spPr>
          <a:xfrm>
            <a:off x="382246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5177">
            <a:extLst>
              <a:ext uri="{FF2B5EF4-FFF2-40B4-BE49-F238E27FC236}">
                <a16:creationId xmlns:a16="http://schemas.microsoft.com/office/drawing/2014/main" id="{FA168136-9E01-4BCD-B1B8-AEEA3549EDC3}"/>
              </a:ext>
            </a:extLst>
          </p:cNvPr>
          <p:cNvSpPr>
            <a:spLocks/>
          </p:cNvSpPr>
          <p:nvPr/>
        </p:nvSpPr>
        <p:spPr>
          <a:xfrm>
            <a:off x="3740563" y="30525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5178">
            <a:extLst>
              <a:ext uri="{FF2B5EF4-FFF2-40B4-BE49-F238E27FC236}">
                <a16:creationId xmlns:a16="http://schemas.microsoft.com/office/drawing/2014/main" id="{7DEA68A9-7DF2-4965-96A0-63CD931EC3D2}"/>
              </a:ext>
            </a:extLst>
          </p:cNvPr>
          <p:cNvSpPr>
            <a:spLocks/>
          </p:cNvSpPr>
          <p:nvPr/>
        </p:nvSpPr>
        <p:spPr>
          <a:xfrm>
            <a:off x="38403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5179">
            <a:extLst>
              <a:ext uri="{FF2B5EF4-FFF2-40B4-BE49-F238E27FC236}">
                <a16:creationId xmlns:a16="http://schemas.microsoft.com/office/drawing/2014/main" id="{F2D252AC-9CAD-40A6-BA65-60F6C0A09A39}"/>
              </a:ext>
            </a:extLst>
          </p:cNvPr>
          <p:cNvSpPr>
            <a:spLocks/>
          </p:cNvSpPr>
          <p:nvPr/>
        </p:nvSpPr>
        <p:spPr>
          <a:xfrm>
            <a:off x="3842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5180">
            <a:extLst>
              <a:ext uri="{FF2B5EF4-FFF2-40B4-BE49-F238E27FC236}">
                <a16:creationId xmlns:a16="http://schemas.microsoft.com/office/drawing/2014/main" id="{1B1C13F9-88AC-41E0-A7CA-BCB62651E04D}"/>
              </a:ext>
            </a:extLst>
          </p:cNvPr>
          <p:cNvSpPr>
            <a:spLocks/>
          </p:cNvSpPr>
          <p:nvPr/>
        </p:nvSpPr>
        <p:spPr>
          <a:xfrm>
            <a:off x="37746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5181">
            <a:extLst>
              <a:ext uri="{FF2B5EF4-FFF2-40B4-BE49-F238E27FC236}">
                <a16:creationId xmlns:a16="http://schemas.microsoft.com/office/drawing/2014/main" id="{7F7D6733-0A52-4878-902B-F3A2139779A1}"/>
              </a:ext>
            </a:extLst>
          </p:cNvPr>
          <p:cNvSpPr>
            <a:spLocks/>
          </p:cNvSpPr>
          <p:nvPr/>
        </p:nvSpPr>
        <p:spPr>
          <a:xfrm>
            <a:off x="38850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5182">
            <a:extLst>
              <a:ext uri="{FF2B5EF4-FFF2-40B4-BE49-F238E27FC236}">
                <a16:creationId xmlns:a16="http://schemas.microsoft.com/office/drawing/2014/main" id="{7C3B0CE2-81D1-4DFC-A95C-58FFE40738E2}"/>
              </a:ext>
            </a:extLst>
          </p:cNvPr>
          <p:cNvSpPr>
            <a:spLocks/>
          </p:cNvSpPr>
          <p:nvPr/>
        </p:nvSpPr>
        <p:spPr>
          <a:xfrm>
            <a:off x="3951183" y="29423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5183">
            <a:extLst>
              <a:ext uri="{FF2B5EF4-FFF2-40B4-BE49-F238E27FC236}">
                <a16:creationId xmlns:a16="http://schemas.microsoft.com/office/drawing/2014/main" id="{840C41D8-D491-44C5-9524-9F97EEE09A58}"/>
              </a:ext>
            </a:extLst>
          </p:cNvPr>
          <p:cNvSpPr>
            <a:spLocks/>
          </p:cNvSpPr>
          <p:nvPr/>
        </p:nvSpPr>
        <p:spPr>
          <a:xfrm>
            <a:off x="3932763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5184">
            <a:extLst>
              <a:ext uri="{FF2B5EF4-FFF2-40B4-BE49-F238E27FC236}">
                <a16:creationId xmlns:a16="http://schemas.microsoft.com/office/drawing/2014/main" id="{914BACAD-E4D3-48E0-B2DB-28667E47A7B4}"/>
              </a:ext>
            </a:extLst>
          </p:cNvPr>
          <p:cNvSpPr>
            <a:spLocks/>
          </p:cNvSpPr>
          <p:nvPr/>
        </p:nvSpPr>
        <p:spPr>
          <a:xfrm>
            <a:off x="38441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5185">
            <a:extLst>
              <a:ext uri="{FF2B5EF4-FFF2-40B4-BE49-F238E27FC236}">
                <a16:creationId xmlns:a16="http://schemas.microsoft.com/office/drawing/2014/main" id="{E00062F9-2CB4-4470-92DC-5490C6FE4CE5}"/>
              </a:ext>
            </a:extLst>
          </p:cNvPr>
          <p:cNvSpPr>
            <a:spLocks/>
          </p:cNvSpPr>
          <p:nvPr/>
        </p:nvSpPr>
        <p:spPr>
          <a:xfrm>
            <a:off x="385413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5186">
            <a:extLst>
              <a:ext uri="{FF2B5EF4-FFF2-40B4-BE49-F238E27FC236}">
                <a16:creationId xmlns:a16="http://schemas.microsoft.com/office/drawing/2014/main" id="{48743DB5-1FB6-4F1C-A606-DA39263C7C17}"/>
              </a:ext>
            </a:extLst>
          </p:cNvPr>
          <p:cNvSpPr>
            <a:spLocks/>
          </p:cNvSpPr>
          <p:nvPr/>
        </p:nvSpPr>
        <p:spPr>
          <a:xfrm>
            <a:off x="393980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5187">
            <a:extLst>
              <a:ext uri="{FF2B5EF4-FFF2-40B4-BE49-F238E27FC236}">
                <a16:creationId xmlns:a16="http://schemas.microsoft.com/office/drawing/2014/main" id="{61DD2D65-1C8A-4C5C-B613-5C3E9FB6B462}"/>
              </a:ext>
            </a:extLst>
          </p:cNvPr>
          <p:cNvSpPr>
            <a:spLocks/>
          </p:cNvSpPr>
          <p:nvPr/>
        </p:nvSpPr>
        <p:spPr>
          <a:xfrm>
            <a:off x="38935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5188">
            <a:extLst>
              <a:ext uri="{FF2B5EF4-FFF2-40B4-BE49-F238E27FC236}">
                <a16:creationId xmlns:a16="http://schemas.microsoft.com/office/drawing/2014/main" id="{B94CB427-6BF8-49AF-B0EC-E7363B81073E}"/>
              </a:ext>
            </a:extLst>
          </p:cNvPr>
          <p:cNvSpPr>
            <a:spLocks/>
          </p:cNvSpPr>
          <p:nvPr/>
        </p:nvSpPr>
        <p:spPr>
          <a:xfrm>
            <a:off x="384797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5189">
            <a:extLst>
              <a:ext uri="{FF2B5EF4-FFF2-40B4-BE49-F238E27FC236}">
                <a16:creationId xmlns:a16="http://schemas.microsoft.com/office/drawing/2014/main" id="{F8E66B44-9380-425C-BB8A-C1B9574DE674}"/>
              </a:ext>
            </a:extLst>
          </p:cNvPr>
          <p:cNvSpPr>
            <a:spLocks/>
          </p:cNvSpPr>
          <p:nvPr/>
        </p:nvSpPr>
        <p:spPr>
          <a:xfrm>
            <a:off x="3960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5190">
            <a:extLst>
              <a:ext uri="{FF2B5EF4-FFF2-40B4-BE49-F238E27FC236}">
                <a16:creationId xmlns:a16="http://schemas.microsoft.com/office/drawing/2014/main" id="{10FFFE64-ACEA-4241-9BE3-E016473CDF21}"/>
              </a:ext>
            </a:extLst>
          </p:cNvPr>
          <p:cNvSpPr>
            <a:spLocks/>
          </p:cNvSpPr>
          <p:nvPr/>
        </p:nvSpPr>
        <p:spPr>
          <a:xfrm>
            <a:off x="3740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5191">
            <a:extLst>
              <a:ext uri="{FF2B5EF4-FFF2-40B4-BE49-F238E27FC236}">
                <a16:creationId xmlns:a16="http://schemas.microsoft.com/office/drawing/2014/main" id="{58C8B4CE-82B0-4E15-95F6-6AB775C0BD97}"/>
              </a:ext>
            </a:extLst>
          </p:cNvPr>
          <p:cNvSpPr>
            <a:spLocks/>
          </p:cNvSpPr>
          <p:nvPr/>
        </p:nvSpPr>
        <p:spPr>
          <a:xfrm>
            <a:off x="3871158" y="29426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5192">
            <a:extLst>
              <a:ext uri="{FF2B5EF4-FFF2-40B4-BE49-F238E27FC236}">
                <a16:creationId xmlns:a16="http://schemas.microsoft.com/office/drawing/2014/main" id="{B9D7E633-DCF7-41DA-A7E9-435A695A427B}"/>
              </a:ext>
            </a:extLst>
          </p:cNvPr>
          <p:cNvSpPr>
            <a:spLocks/>
          </p:cNvSpPr>
          <p:nvPr/>
        </p:nvSpPr>
        <p:spPr>
          <a:xfrm>
            <a:off x="37533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5193">
            <a:extLst>
              <a:ext uri="{FF2B5EF4-FFF2-40B4-BE49-F238E27FC236}">
                <a16:creationId xmlns:a16="http://schemas.microsoft.com/office/drawing/2014/main" id="{88CD4A13-5B1A-479A-A563-6B303ECB0311}"/>
              </a:ext>
            </a:extLst>
          </p:cNvPr>
          <p:cNvSpPr>
            <a:spLocks/>
          </p:cNvSpPr>
          <p:nvPr/>
        </p:nvSpPr>
        <p:spPr>
          <a:xfrm>
            <a:off x="3936314" y="36635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5194">
            <a:extLst>
              <a:ext uri="{FF2B5EF4-FFF2-40B4-BE49-F238E27FC236}">
                <a16:creationId xmlns:a16="http://schemas.microsoft.com/office/drawing/2014/main" id="{A0AE7C7B-3601-4A47-A43B-D0ED8B5BBF3D}"/>
              </a:ext>
            </a:extLst>
          </p:cNvPr>
          <p:cNvSpPr>
            <a:spLocks/>
          </p:cNvSpPr>
          <p:nvPr/>
        </p:nvSpPr>
        <p:spPr>
          <a:xfrm>
            <a:off x="38765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5195">
            <a:extLst>
              <a:ext uri="{FF2B5EF4-FFF2-40B4-BE49-F238E27FC236}">
                <a16:creationId xmlns:a16="http://schemas.microsoft.com/office/drawing/2014/main" id="{0BC14F46-2579-4E15-904B-D63FCB159DBC}"/>
              </a:ext>
            </a:extLst>
          </p:cNvPr>
          <p:cNvSpPr>
            <a:spLocks/>
          </p:cNvSpPr>
          <p:nvPr/>
        </p:nvSpPr>
        <p:spPr>
          <a:xfrm>
            <a:off x="38738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5196">
            <a:extLst>
              <a:ext uri="{FF2B5EF4-FFF2-40B4-BE49-F238E27FC236}">
                <a16:creationId xmlns:a16="http://schemas.microsoft.com/office/drawing/2014/main" id="{C95D4869-748E-43E9-B8A7-D721747A5FF6}"/>
              </a:ext>
            </a:extLst>
          </p:cNvPr>
          <p:cNvSpPr>
            <a:spLocks/>
          </p:cNvSpPr>
          <p:nvPr/>
        </p:nvSpPr>
        <p:spPr>
          <a:xfrm>
            <a:off x="379503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5197">
            <a:extLst>
              <a:ext uri="{FF2B5EF4-FFF2-40B4-BE49-F238E27FC236}">
                <a16:creationId xmlns:a16="http://schemas.microsoft.com/office/drawing/2014/main" id="{DDB7AB60-16C4-4D20-B76A-70ACECD1BFB5}"/>
              </a:ext>
            </a:extLst>
          </p:cNvPr>
          <p:cNvSpPr>
            <a:spLocks/>
          </p:cNvSpPr>
          <p:nvPr/>
        </p:nvSpPr>
        <p:spPr>
          <a:xfrm>
            <a:off x="39529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5198">
            <a:extLst>
              <a:ext uri="{FF2B5EF4-FFF2-40B4-BE49-F238E27FC236}">
                <a16:creationId xmlns:a16="http://schemas.microsoft.com/office/drawing/2014/main" id="{A4C55B6A-2D9F-4EDD-98C2-BCAA621F42DA}"/>
              </a:ext>
            </a:extLst>
          </p:cNvPr>
          <p:cNvSpPr>
            <a:spLocks/>
          </p:cNvSpPr>
          <p:nvPr/>
        </p:nvSpPr>
        <p:spPr>
          <a:xfrm>
            <a:off x="37754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5199">
            <a:extLst>
              <a:ext uri="{FF2B5EF4-FFF2-40B4-BE49-F238E27FC236}">
                <a16:creationId xmlns:a16="http://schemas.microsoft.com/office/drawing/2014/main" id="{23CEABE2-A82F-479D-B30F-3B3113C0E472}"/>
              </a:ext>
            </a:extLst>
          </p:cNvPr>
          <p:cNvSpPr>
            <a:spLocks/>
          </p:cNvSpPr>
          <p:nvPr/>
        </p:nvSpPr>
        <p:spPr>
          <a:xfrm>
            <a:off x="381626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5200">
            <a:extLst>
              <a:ext uri="{FF2B5EF4-FFF2-40B4-BE49-F238E27FC236}">
                <a16:creationId xmlns:a16="http://schemas.microsoft.com/office/drawing/2014/main" id="{A907EC38-A084-45B8-9490-7A82422260BF}"/>
              </a:ext>
            </a:extLst>
          </p:cNvPr>
          <p:cNvSpPr>
            <a:spLocks/>
          </p:cNvSpPr>
          <p:nvPr/>
        </p:nvSpPr>
        <p:spPr>
          <a:xfrm>
            <a:off x="383375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5201">
            <a:extLst>
              <a:ext uri="{FF2B5EF4-FFF2-40B4-BE49-F238E27FC236}">
                <a16:creationId xmlns:a16="http://schemas.microsoft.com/office/drawing/2014/main" id="{9EF2786B-6ED3-4179-84EE-416F26C2E9C3}"/>
              </a:ext>
            </a:extLst>
          </p:cNvPr>
          <p:cNvSpPr>
            <a:spLocks/>
          </p:cNvSpPr>
          <p:nvPr/>
        </p:nvSpPr>
        <p:spPr>
          <a:xfrm>
            <a:off x="381724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5202">
            <a:extLst>
              <a:ext uri="{FF2B5EF4-FFF2-40B4-BE49-F238E27FC236}">
                <a16:creationId xmlns:a16="http://schemas.microsoft.com/office/drawing/2014/main" id="{46E48B5D-E262-447F-B55B-3E0E89E3843D}"/>
              </a:ext>
            </a:extLst>
          </p:cNvPr>
          <p:cNvSpPr>
            <a:spLocks/>
          </p:cNvSpPr>
          <p:nvPr/>
        </p:nvSpPr>
        <p:spPr>
          <a:xfrm>
            <a:off x="3861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5203">
            <a:extLst>
              <a:ext uri="{FF2B5EF4-FFF2-40B4-BE49-F238E27FC236}">
                <a16:creationId xmlns:a16="http://schemas.microsoft.com/office/drawing/2014/main" id="{91951BFF-C08A-45E5-A2C8-47B9B7304A45}"/>
              </a:ext>
            </a:extLst>
          </p:cNvPr>
          <p:cNvSpPr>
            <a:spLocks/>
          </p:cNvSpPr>
          <p:nvPr/>
        </p:nvSpPr>
        <p:spPr>
          <a:xfrm>
            <a:off x="382797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5204">
            <a:extLst>
              <a:ext uri="{FF2B5EF4-FFF2-40B4-BE49-F238E27FC236}">
                <a16:creationId xmlns:a16="http://schemas.microsoft.com/office/drawing/2014/main" id="{0D3C6301-CD68-4C26-B320-FFF9375ADA99}"/>
              </a:ext>
            </a:extLst>
          </p:cNvPr>
          <p:cNvSpPr>
            <a:spLocks/>
          </p:cNvSpPr>
          <p:nvPr/>
        </p:nvSpPr>
        <p:spPr>
          <a:xfrm>
            <a:off x="379127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5205">
            <a:extLst>
              <a:ext uri="{FF2B5EF4-FFF2-40B4-BE49-F238E27FC236}">
                <a16:creationId xmlns:a16="http://schemas.microsoft.com/office/drawing/2014/main" id="{6F7B5A8D-D898-43DE-ACD9-4827FB744801}"/>
              </a:ext>
            </a:extLst>
          </p:cNvPr>
          <p:cNvSpPr>
            <a:spLocks/>
          </p:cNvSpPr>
          <p:nvPr/>
        </p:nvSpPr>
        <p:spPr>
          <a:xfrm>
            <a:off x="388677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5206">
            <a:extLst>
              <a:ext uri="{FF2B5EF4-FFF2-40B4-BE49-F238E27FC236}">
                <a16:creationId xmlns:a16="http://schemas.microsoft.com/office/drawing/2014/main" id="{0E3BA8CC-35EF-4FB3-B8B0-1C3F0DCCD81B}"/>
              </a:ext>
            </a:extLst>
          </p:cNvPr>
          <p:cNvSpPr>
            <a:spLocks/>
          </p:cNvSpPr>
          <p:nvPr/>
        </p:nvSpPr>
        <p:spPr>
          <a:xfrm>
            <a:off x="386553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5207">
            <a:extLst>
              <a:ext uri="{FF2B5EF4-FFF2-40B4-BE49-F238E27FC236}">
                <a16:creationId xmlns:a16="http://schemas.microsoft.com/office/drawing/2014/main" id="{DD8E992A-D917-4D79-8FAB-47F0CB479159}"/>
              </a:ext>
            </a:extLst>
          </p:cNvPr>
          <p:cNvSpPr>
            <a:spLocks/>
          </p:cNvSpPr>
          <p:nvPr/>
        </p:nvSpPr>
        <p:spPr>
          <a:xfrm>
            <a:off x="375954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5208">
            <a:extLst>
              <a:ext uri="{FF2B5EF4-FFF2-40B4-BE49-F238E27FC236}">
                <a16:creationId xmlns:a16="http://schemas.microsoft.com/office/drawing/2014/main" id="{75509688-E97F-4430-B423-534F0AD7B70A}"/>
              </a:ext>
            </a:extLst>
          </p:cNvPr>
          <p:cNvSpPr>
            <a:spLocks/>
          </p:cNvSpPr>
          <p:nvPr/>
        </p:nvSpPr>
        <p:spPr>
          <a:xfrm>
            <a:off x="389230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5209">
            <a:extLst>
              <a:ext uri="{FF2B5EF4-FFF2-40B4-BE49-F238E27FC236}">
                <a16:creationId xmlns:a16="http://schemas.microsoft.com/office/drawing/2014/main" id="{8C0E1026-7551-466B-AB7A-6D060EC59084}"/>
              </a:ext>
            </a:extLst>
          </p:cNvPr>
          <p:cNvSpPr>
            <a:spLocks/>
          </p:cNvSpPr>
          <p:nvPr/>
        </p:nvSpPr>
        <p:spPr>
          <a:xfrm>
            <a:off x="376107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5210">
            <a:extLst>
              <a:ext uri="{FF2B5EF4-FFF2-40B4-BE49-F238E27FC236}">
                <a16:creationId xmlns:a16="http://schemas.microsoft.com/office/drawing/2014/main" id="{1A2893BD-A1BE-4F8D-ABCC-903F935AAF11}"/>
              </a:ext>
            </a:extLst>
          </p:cNvPr>
          <p:cNvSpPr>
            <a:spLocks/>
          </p:cNvSpPr>
          <p:nvPr/>
        </p:nvSpPr>
        <p:spPr>
          <a:xfrm>
            <a:off x="39559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5211">
            <a:extLst>
              <a:ext uri="{FF2B5EF4-FFF2-40B4-BE49-F238E27FC236}">
                <a16:creationId xmlns:a16="http://schemas.microsoft.com/office/drawing/2014/main" id="{9CA46970-0262-4BAE-B3D4-FE2B2278349D}"/>
              </a:ext>
            </a:extLst>
          </p:cNvPr>
          <p:cNvSpPr>
            <a:spLocks/>
          </p:cNvSpPr>
          <p:nvPr/>
        </p:nvSpPr>
        <p:spPr>
          <a:xfrm>
            <a:off x="383694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5212">
            <a:extLst>
              <a:ext uri="{FF2B5EF4-FFF2-40B4-BE49-F238E27FC236}">
                <a16:creationId xmlns:a16="http://schemas.microsoft.com/office/drawing/2014/main" id="{6D7A7732-0053-4036-8702-49FC7208C227}"/>
              </a:ext>
            </a:extLst>
          </p:cNvPr>
          <p:cNvSpPr>
            <a:spLocks/>
          </p:cNvSpPr>
          <p:nvPr/>
        </p:nvSpPr>
        <p:spPr>
          <a:xfrm>
            <a:off x="3763737" y="33241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5213">
            <a:extLst>
              <a:ext uri="{FF2B5EF4-FFF2-40B4-BE49-F238E27FC236}">
                <a16:creationId xmlns:a16="http://schemas.microsoft.com/office/drawing/2014/main" id="{CA98C243-BB0C-4EDA-AD78-54810DB21465}"/>
              </a:ext>
            </a:extLst>
          </p:cNvPr>
          <p:cNvSpPr>
            <a:spLocks/>
          </p:cNvSpPr>
          <p:nvPr/>
        </p:nvSpPr>
        <p:spPr>
          <a:xfrm>
            <a:off x="39062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5214">
            <a:extLst>
              <a:ext uri="{FF2B5EF4-FFF2-40B4-BE49-F238E27FC236}">
                <a16:creationId xmlns:a16="http://schemas.microsoft.com/office/drawing/2014/main" id="{309169AA-2D9E-4B43-B9A4-54384625026E}"/>
              </a:ext>
            </a:extLst>
          </p:cNvPr>
          <p:cNvSpPr>
            <a:spLocks/>
          </p:cNvSpPr>
          <p:nvPr/>
        </p:nvSpPr>
        <p:spPr>
          <a:xfrm>
            <a:off x="38464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5215">
            <a:extLst>
              <a:ext uri="{FF2B5EF4-FFF2-40B4-BE49-F238E27FC236}">
                <a16:creationId xmlns:a16="http://schemas.microsoft.com/office/drawing/2014/main" id="{8C841996-1865-4F0C-8B18-D24C7952C721}"/>
              </a:ext>
            </a:extLst>
          </p:cNvPr>
          <p:cNvSpPr>
            <a:spLocks/>
          </p:cNvSpPr>
          <p:nvPr/>
        </p:nvSpPr>
        <p:spPr>
          <a:xfrm>
            <a:off x="381758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5216">
            <a:extLst>
              <a:ext uri="{FF2B5EF4-FFF2-40B4-BE49-F238E27FC236}">
                <a16:creationId xmlns:a16="http://schemas.microsoft.com/office/drawing/2014/main" id="{238A4129-0CE9-456C-9871-B75FE6443C58}"/>
              </a:ext>
            </a:extLst>
          </p:cNvPr>
          <p:cNvSpPr>
            <a:spLocks/>
          </p:cNvSpPr>
          <p:nvPr/>
        </p:nvSpPr>
        <p:spPr>
          <a:xfrm>
            <a:off x="3887512" y="2762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5217">
            <a:extLst>
              <a:ext uri="{FF2B5EF4-FFF2-40B4-BE49-F238E27FC236}">
                <a16:creationId xmlns:a16="http://schemas.microsoft.com/office/drawing/2014/main" id="{7CC1753D-7EAB-42F7-86FD-A2CFAAFE9602}"/>
              </a:ext>
            </a:extLst>
          </p:cNvPr>
          <p:cNvSpPr>
            <a:spLocks/>
          </p:cNvSpPr>
          <p:nvPr/>
        </p:nvSpPr>
        <p:spPr>
          <a:xfrm>
            <a:off x="37876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5218">
            <a:extLst>
              <a:ext uri="{FF2B5EF4-FFF2-40B4-BE49-F238E27FC236}">
                <a16:creationId xmlns:a16="http://schemas.microsoft.com/office/drawing/2014/main" id="{A4D21661-B775-4C86-889F-E37FA1C70DDE}"/>
              </a:ext>
            </a:extLst>
          </p:cNvPr>
          <p:cNvSpPr>
            <a:spLocks/>
          </p:cNvSpPr>
          <p:nvPr/>
        </p:nvSpPr>
        <p:spPr>
          <a:xfrm>
            <a:off x="39332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5219">
            <a:extLst>
              <a:ext uri="{FF2B5EF4-FFF2-40B4-BE49-F238E27FC236}">
                <a16:creationId xmlns:a16="http://schemas.microsoft.com/office/drawing/2014/main" id="{1E1B9343-C5AF-428C-BC42-868A42018589}"/>
              </a:ext>
            </a:extLst>
          </p:cNvPr>
          <p:cNvSpPr>
            <a:spLocks/>
          </p:cNvSpPr>
          <p:nvPr/>
        </p:nvSpPr>
        <p:spPr>
          <a:xfrm>
            <a:off x="3837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5220">
            <a:extLst>
              <a:ext uri="{FF2B5EF4-FFF2-40B4-BE49-F238E27FC236}">
                <a16:creationId xmlns:a16="http://schemas.microsoft.com/office/drawing/2014/main" id="{C91CE120-BF6B-4ABA-BFF3-73D959FEDFC9}"/>
              </a:ext>
            </a:extLst>
          </p:cNvPr>
          <p:cNvSpPr>
            <a:spLocks/>
          </p:cNvSpPr>
          <p:nvPr/>
        </p:nvSpPr>
        <p:spPr>
          <a:xfrm>
            <a:off x="379622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5221">
            <a:extLst>
              <a:ext uri="{FF2B5EF4-FFF2-40B4-BE49-F238E27FC236}">
                <a16:creationId xmlns:a16="http://schemas.microsoft.com/office/drawing/2014/main" id="{A5C8CF41-3EE9-4FB5-B12D-3F3A08CDC2C4}"/>
              </a:ext>
            </a:extLst>
          </p:cNvPr>
          <p:cNvSpPr>
            <a:spLocks/>
          </p:cNvSpPr>
          <p:nvPr/>
        </p:nvSpPr>
        <p:spPr>
          <a:xfrm>
            <a:off x="3882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5222">
            <a:extLst>
              <a:ext uri="{FF2B5EF4-FFF2-40B4-BE49-F238E27FC236}">
                <a16:creationId xmlns:a16="http://schemas.microsoft.com/office/drawing/2014/main" id="{155D4482-125C-49CF-88A1-D4B15034A5FD}"/>
              </a:ext>
            </a:extLst>
          </p:cNvPr>
          <p:cNvSpPr>
            <a:spLocks/>
          </p:cNvSpPr>
          <p:nvPr/>
        </p:nvSpPr>
        <p:spPr>
          <a:xfrm>
            <a:off x="376084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5223">
            <a:extLst>
              <a:ext uri="{FF2B5EF4-FFF2-40B4-BE49-F238E27FC236}">
                <a16:creationId xmlns:a16="http://schemas.microsoft.com/office/drawing/2014/main" id="{32429C0A-95A5-42B7-B18C-15A16434A0D0}"/>
              </a:ext>
            </a:extLst>
          </p:cNvPr>
          <p:cNvSpPr>
            <a:spLocks/>
          </p:cNvSpPr>
          <p:nvPr/>
        </p:nvSpPr>
        <p:spPr>
          <a:xfrm>
            <a:off x="3938799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5224">
            <a:extLst>
              <a:ext uri="{FF2B5EF4-FFF2-40B4-BE49-F238E27FC236}">
                <a16:creationId xmlns:a16="http://schemas.microsoft.com/office/drawing/2014/main" id="{60F0F540-FE2E-4C90-9A60-82EDA3B661B6}"/>
              </a:ext>
            </a:extLst>
          </p:cNvPr>
          <p:cNvSpPr>
            <a:spLocks/>
          </p:cNvSpPr>
          <p:nvPr/>
        </p:nvSpPr>
        <p:spPr>
          <a:xfrm>
            <a:off x="3936880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5225">
            <a:extLst>
              <a:ext uri="{FF2B5EF4-FFF2-40B4-BE49-F238E27FC236}">
                <a16:creationId xmlns:a16="http://schemas.microsoft.com/office/drawing/2014/main" id="{B27A21EB-36F4-4D36-89BD-61CC3738D0B3}"/>
              </a:ext>
            </a:extLst>
          </p:cNvPr>
          <p:cNvSpPr>
            <a:spLocks/>
          </p:cNvSpPr>
          <p:nvPr/>
        </p:nvSpPr>
        <p:spPr>
          <a:xfrm>
            <a:off x="3932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5226">
            <a:extLst>
              <a:ext uri="{FF2B5EF4-FFF2-40B4-BE49-F238E27FC236}">
                <a16:creationId xmlns:a16="http://schemas.microsoft.com/office/drawing/2014/main" id="{D07B2399-B784-4670-9942-EAF359C666FA}"/>
              </a:ext>
            </a:extLst>
          </p:cNvPr>
          <p:cNvSpPr>
            <a:spLocks/>
          </p:cNvSpPr>
          <p:nvPr/>
        </p:nvSpPr>
        <p:spPr>
          <a:xfrm>
            <a:off x="391099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5227">
            <a:extLst>
              <a:ext uri="{FF2B5EF4-FFF2-40B4-BE49-F238E27FC236}">
                <a16:creationId xmlns:a16="http://schemas.microsoft.com/office/drawing/2014/main" id="{81D6E0E5-6E80-4742-98DB-E32CF40FBC07}"/>
              </a:ext>
            </a:extLst>
          </p:cNvPr>
          <p:cNvSpPr>
            <a:spLocks/>
          </p:cNvSpPr>
          <p:nvPr/>
        </p:nvSpPr>
        <p:spPr>
          <a:xfrm>
            <a:off x="387174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5228">
            <a:extLst>
              <a:ext uri="{FF2B5EF4-FFF2-40B4-BE49-F238E27FC236}">
                <a16:creationId xmlns:a16="http://schemas.microsoft.com/office/drawing/2014/main" id="{82F6CAB8-5165-4A4E-B358-565621766B84}"/>
              </a:ext>
            </a:extLst>
          </p:cNvPr>
          <p:cNvSpPr>
            <a:spLocks/>
          </p:cNvSpPr>
          <p:nvPr/>
        </p:nvSpPr>
        <p:spPr>
          <a:xfrm>
            <a:off x="377397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5229">
            <a:extLst>
              <a:ext uri="{FF2B5EF4-FFF2-40B4-BE49-F238E27FC236}">
                <a16:creationId xmlns:a16="http://schemas.microsoft.com/office/drawing/2014/main" id="{06EF6241-D16B-465A-B37C-F2F7564DCE13}"/>
              </a:ext>
            </a:extLst>
          </p:cNvPr>
          <p:cNvSpPr>
            <a:spLocks/>
          </p:cNvSpPr>
          <p:nvPr/>
        </p:nvSpPr>
        <p:spPr>
          <a:xfrm>
            <a:off x="3782110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5230">
            <a:extLst>
              <a:ext uri="{FF2B5EF4-FFF2-40B4-BE49-F238E27FC236}">
                <a16:creationId xmlns:a16="http://schemas.microsoft.com/office/drawing/2014/main" id="{9C420467-DF89-4F23-A561-9BBB39CB5F68}"/>
              </a:ext>
            </a:extLst>
          </p:cNvPr>
          <p:cNvSpPr>
            <a:spLocks/>
          </p:cNvSpPr>
          <p:nvPr/>
        </p:nvSpPr>
        <p:spPr>
          <a:xfrm>
            <a:off x="39347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5231">
            <a:extLst>
              <a:ext uri="{FF2B5EF4-FFF2-40B4-BE49-F238E27FC236}">
                <a16:creationId xmlns:a16="http://schemas.microsoft.com/office/drawing/2014/main" id="{E71BA7D6-66A7-48B7-BC62-42C01FEDB412}"/>
              </a:ext>
            </a:extLst>
          </p:cNvPr>
          <p:cNvSpPr>
            <a:spLocks/>
          </p:cNvSpPr>
          <p:nvPr/>
        </p:nvSpPr>
        <p:spPr>
          <a:xfrm>
            <a:off x="38165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5232">
            <a:extLst>
              <a:ext uri="{FF2B5EF4-FFF2-40B4-BE49-F238E27FC236}">
                <a16:creationId xmlns:a16="http://schemas.microsoft.com/office/drawing/2014/main" id="{9151FF2F-D4AF-4A0B-BF67-35E37805922F}"/>
              </a:ext>
            </a:extLst>
          </p:cNvPr>
          <p:cNvSpPr>
            <a:spLocks/>
          </p:cNvSpPr>
          <p:nvPr/>
        </p:nvSpPr>
        <p:spPr>
          <a:xfrm>
            <a:off x="392290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5233">
            <a:extLst>
              <a:ext uri="{FF2B5EF4-FFF2-40B4-BE49-F238E27FC236}">
                <a16:creationId xmlns:a16="http://schemas.microsoft.com/office/drawing/2014/main" id="{05F2AB8A-152D-4AD4-8A35-8956A4213289}"/>
              </a:ext>
            </a:extLst>
          </p:cNvPr>
          <p:cNvSpPr>
            <a:spLocks/>
          </p:cNvSpPr>
          <p:nvPr/>
        </p:nvSpPr>
        <p:spPr>
          <a:xfrm>
            <a:off x="37989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5234">
            <a:extLst>
              <a:ext uri="{FF2B5EF4-FFF2-40B4-BE49-F238E27FC236}">
                <a16:creationId xmlns:a16="http://schemas.microsoft.com/office/drawing/2014/main" id="{4C3928CD-550C-4A53-B49E-DB45F654DF49}"/>
              </a:ext>
            </a:extLst>
          </p:cNvPr>
          <p:cNvSpPr>
            <a:spLocks/>
          </p:cNvSpPr>
          <p:nvPr/>
        </p:nvSpPr>
        <p:spPr>
          <a:xfrm>
            <a:off x="3747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5235">
            <a:extLst>
              <a:ext uri="{FF2B5EF4-FFF2-40B4-BE49-F238E27FC236}">
                <a16:creationId xmlns:a16="http://schemas.microsoft.com/office/drawing/2014/main" id="{263F718B-FD52-4A95-9513-C64BC256B95D}"/>
              </a:ext>
            </a:extLst>
          </p:cNvPr>
          <p:cNvSpPr>
            <a:spLocks/>
          </p:cNvSpPr>
          <p:nvPr/>
        </p:nvSpPr>
        <p:spPr>
          <a:xfrm>
            <a:off x="3793609" y="32572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5236">
            <a:extLst>
              <a:ext uri="{FF2B5EF4-FFF2-40B4-BE49-F238E27FC236}">
                <a16:creationId xmlns:a16="http://schemas.microsoft.com/office/drawing/2014/main" id="{06C77EA9-C7A8-40DE-A4DF-6C5A9B397D33}"/>
              </a:ext>
            </a:extLst>
          </p:cNvPr>
          <p:cNvSpPr>
            <a:spLocks/>
          </p:cNvSpPr>
          <p:nvPr/>
        </p:nvSpPr>
        <p:spPr>
          <a:xfrm>
            <a:off x="3906120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5237">
            <a:extLst>
              <a:ext uri="{FF2B5EF4-FFF2-40B4-BE49-F238E27FC236}">
                <a16:creationId xmlns:a16="http://schemas.microsoft.com/office/drawing/2014/main" id="{8113D99D-C806-4FE3-B79B-344E60C56220}"/>
              </a:ext>
            </a:extLst>
          </p:cNvPr>
          <p:cNvSpPr>
            <a:spLocks/>
          </p:cNvSpPr>
          <p:nvPr/>
        </p:nvSpPr>
        <p:spPr>
          <a:xfrm>
            <a:off x="38691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5238">
            <a:extLst>
              <a:ext uri="{FF2B5EF4-FFF2-40B4-BE49-F238E27FC236}">
                <a16:creationId xmlns:a16="http://schemas.microsoft.com/office/drawing/2014/main" id="{38B51704-38CF-437F-B7A0-35C7ED992E3D}"/>
              </a:ext>
            </a:extLst>
          </p:cNvPr>
          <p:cNvSpPr>
            <a:spLocks/>
          </p:cNvSpPr>
          <p:nvPr/>
        </p:nvSpPr>
        <p:spPr>
          <a:xfrm>
            <a:off x="3874441" y="30496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5239">
            <a:extLst>
              <a:ext uri="{FF2B5EF4-FFF2-40B4-BE49-F238E27FC236}">
                <a16:creationId xmlns:a16="http://schemas.microsoft.com/office/drawing/2014/main" id="{4A1D6A6A-3CB3-40FA-BB24-8C7ABE9A431F}"/>
              </a:ext>
            </a:extLst>
          </p:cNvPr>
          <p:cNvSpPr>
            <a:spLocks/>
          </p:cNvSpPr>
          <p:nvPr/>
        </p:nvSpPr>
        <p:spPr>
          <a:xfrm>
            <a:off x="3878375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5240">
            <a:extLst>
              <a:ext uri="{FF2B5EF4-FFF2-40B4-BE49-F238E27FC236}">
                <a16:creationId xmlns:a16="http://schemas.microsoft.com/office/drawing/2014/main" id="{48E7EDDB-E21C-4B2C-9926-9B2DEBB4E97A}"/>
              </a:ext>
            </a:extLst>
          </p:cNvPr>
          <p:cNvSpPr>
            <a:spLocks/>
          </p:cNvSpPr>
          <p:nvPr/>
        </p:nvSpPr>
        <p:spPr>
          <a:xfrm>
            <a:off x="39045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5241">
            <a:extLst>
              <a:ext uri="{FF2B5EF4-FFF2-40B4-BE49-F238E27FC236}">
                <a16:creationId xmlns:a16="http://schemas.microsoft.com/office/drawing/2014/main" id="{4281B181-50EB-40B7-BDF3-7E9A0405E588}"/>
              </a:ext>
            </a:extLst>
          </p:cNvPr>
          <p:cNvSpPr>
            <a:spLocks/>
          </p:cNvSpPr>
          <p:nvPr/>
        </p:nvSpPr>
        <p:spPr>
          <a:xfrm>
            <a:off x="3755722" y="3951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5242">
            <a:extLst>
              <a:ext uri="{FF2B5EF4-FFF2-40B4-BE49-F238E27FC236}">
                <a16:creationId xmlns:a16="http://schemas.microsoft.com/office/drawing/2014/main" id="{14AA72FE-D137-4159-BE02-B584C432385E}"/>
              </a:ext>
            </a:extLst>
          </p:cNvPr>
          <p:cNvSpPr>
            <a:spLocks/>
          </p:cNvSpPr>
          <p:nvPr/>
        </p:nvSpPr>
        <p:spPr>
          <a:xfrm>
            <a:off x="3756083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5243">
            <a:extLst>
              <a:ext uri="{FF2B5EF4-FFF2-40B4-BE49-F238E27FC236}">
                <a16:creationId xmlns:a16="http://schemas.microsoft.com/office/drawing/2014/main" id="{E924D0F6-509A-4DC7-86F9-C3D1CF41DE2E}"/>
              </a:ext>
            </a:extLst>
          </p:cNvPr>
          <p:cNvSpPr>
            <a:spLocks/>
          </p:cNvSpPr>
          <p:nvPr/>
        </p:nvSpPr>
        <p:spPr>
          <a:xfrm>
            <a:off x="388260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5244">
            <a:extLst>
              <a:ext uri="{FF2B5EF4-FFF2-40B4-BE49-F238E27FC236}">
                <a16:creationId xmlns:a16="http://schemas.microsoft.com/office/drawing/2014/main" id="{426B15C3-E2BF-44CC-9899-8430D92D714C}"/>
              </a:ext>
            </a:extLst>
          </p:cNvPr>
          <p:cNvSpPr>
            <a:spLocks/>
          </p:cNvSpPr>
          <p:nvPr/>
        </p:nvSpPr>
        <p:spPr>
          <a:xfrm>
            <a:off x="37577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5245">
            <a:extLst>
              <a:ext uri="{FF2B5EF4-FFF2-40B4-BE49-F238E27FC236}">
                <a16:creationId xmlns:a16="http://schemas.microsoft.com/office/drawing/2014/main" id="{055CA79D-054B-491A-BC17-4CAE6DB01EC8}"/>
              </a:ext>
            </a:extLst>
          </p:cNvPr>
          <p:cNvSpPr>
            <a:spLocks/>
          </p:cNvSpPr>
          <p:nvPr/>
        </p:nvSpPr>
        <p:spPr>
          <a:xfrm>
            <a:off x="378230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5246">
            <a:extLst>
              <a:ext uri="{FF2B5EF4-FFF2-40B4-BE49-F238E27FC236}">
                <a16:creationId xmlns:a16="http://schemas.microsoft.com/office/drawing/2014/main" id="{B914BB6A-24BE-45E1-B3AA-E46C6E3B0A77}"/>
              </a:ext>
            </a:extLst>
          </p:cNvPr>
          <p:cNvSpPr>
            <a:spLocks/>
          </p:cNvSpPr>
          <p:nvPr/>
        </p:nvSpPr>
        <p:spPr>
          <a:xfrm>
            <a:off x="3847377" y="38190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5247">
            <a:extLst>
              <a:ext uri="{FF2B5EF4-FFF2-40B4-BE49-F238E27FC236}">
                <a16:creationId xmlns:a16="http://schemas.microsoft.com/office/drawing/2014/main" id="{CF860333-8228-422D-85BE-EF95710AC1B0}"/>
              </a:ext>
            </a:extLst>
          </p:cNvPr>
          <p:cNvSpPr>
            <a:spLocks/>
          </p:cNvSpPr>
          <p:nvPr/>
        </p:nvSpPr>
        <p:spPr>
          <a:xfrm>
            <a:off x="374705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5248">
            <a:extLst>
              <a:ext uri="{FF2B5EF4-FFF2-40B4-BE49-F238E27FC236}">
                <a16:creationId xmlns:a16="http://schemas.microsoft.com/office/drawing/2014/main" id="{7DC123EA-DE28-4CF4-9304-CAAB190FDE71}"/>
              </a:ext>
            </a:extLst>
          </p:cNvPr>
          <p:cNvSpPr>
            <a:spLocks/>
          </p:cNvSpPr>
          <p:nvPr/>
        </p:nvSpPr>
        <p:spPr>
          <a:xfrm>
            <a:off x="384193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5249">
            <a:extLst>
              <a:ext uri="{FF2B5EF4-FFF2-40B4-BE49-F238E27FC236}">
                <a16:creationId xmlns:a16="http://schemas.microsoft.com/office/drawing/2014/main" id="{2A23E0D2-E7DB-4467-847B-B18680CE8751}"/>
              </a:ext>
            </a:extLst>
          </p:cNvPr>
          <p:cNvSpPr>
            <a:spLocks/>
          </p:cNvSpPr>
          <p:nvPr/>
        </p:nvSpPr>
        <p:spPr>
          <a:xfrm>
            <a:off x="42587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5250">
            <a:extLst>
              <a:ext uri="{FF2B5EF4-FFF2-40B4-BE49-F238E27FC236}">
                <a16:creationId xmlns:a16="http://schemas.microsoft.com/office/drawing/2014/main" id="{25AE01FB-86F6-47F6-B497-5734EAEC0A2A}"/>
              </a:ext>
            </a:extLst>
          </p:cNvPr>
          <p:cNvSpPr>
            <a:spLocks/>
          </p:cNvSpPr>
          <p:nvPr/>
        </p:nvSpPr>
        <p:spPr>
          <a:xfrm>
            <a:off x="42055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5251">
            <a:extLst>
              <a:ext uri="{FF2B5EF4-FFF2-40B4-BE49-F238E27FC236}">
                <a16:creationId xmlns:a16="http://schemas.microsoft.com/office/drawing/2014/main" id="{D3CC3888-E5D1-4240-AE7A-0455EDD82285}"/>
              </a:ext>
            </a:extLst>
          </p:cNvPr>
          <p:cNvSpPr>
            <a:spLocks/>
          </p:cNvSpPr>
          <p:nvPr/>
        </p:nvSpPr>
        <p:spPr>
          <a:xfrm>
            <a:off x="42618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5252">
            <a:extLst>
              <a:ext uri="{FF2B5EF4-FFF2-40B4-BE49-F238E27FC236}">
                <a16:creationId xmlns:a16="http://schemas.microsoft.com/office/drawing/2014/main" id="{8EAF9CA9-615C-42EE-9C2D-2EDB7C471600}"/>
              </a:ext>
            </a:extLst>
          </p:cNvPr>
          <p:cNvSpPr>
            <a:spLocks/>
          </p:cNvSpPr>
          <p:nvPr/>
        </p:nvSpPr>
        <p:spPr>
          <a:xfrm>
            <a:off x="42354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5253">
            <a:extLst>
              <a:ext uri="{FF2B5EF4-FFF2-40B4-BE49-F238E27FC236}">
                <a16:creationId xmlns:a16="http://schemas.microsoft.com/office/drawing/2014/main" id="{BE91D5CD-79C1-40FB-9E39-1EADFDC48783}"/>
              </a:ext>
            </a:extLst>
          </p:cNvPr>
          <p:cNvSpPr>
            <a:spLocks/>
          </p:cNvSpPr>
          <p:nvPr/>
        </p:nvSpPr>
        <p:spPr>
          <a:xfrm>
            <a:off x="4268440" y="30037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5254">
            <a:extLst>
              <a:ext uri="{FF2B5EF4-FFF2-40B4-BE49-F238E27FC236}">
                <a16:creationId xmlns:a16="http://schemas.microsoft.com/office/drawing/2014/main" id="{62740566-E715-497E-BFF5-0687A1120E5E}"/>
              </a:ext>
            </a:extLst>
          </p:cNvPr>
          <p:cNvSpPr>
            <a:spLocks/>
          </p:cNvSpPr>
          <p:nvPr/>
        </p:nvSpPr>
        <p:spPr>
          <a:xfrm>
            <a:off x="43730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5255">
            <a:extLst>
              <a:ext uri="{FF2B5EF4-FFF2-40B4-BE49-F238E27FC236}">
                <a16:creationId xmlns:a16="http://schemas.microsoft.com/office/drawing/2014/main" id="{59E11D96-283A-4DFA-A1DA-293302469D8E}"/>
              </a:ext>
            </a:extLst>
          </p:cNvPr>
          <p:cNvSpPr>
            <a:spLocks/>
          </p:cNvSpPr>
          <p:nvPr/>
        </p:nvSpPr>
        <p:spPr>
          <a:xfrm>
            <a:off x="4314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5256">
            <a:extLst>
              <a:ext uri="{FF2B5EF4-FFF2-40B4-BE49-F238E27FC236}">
                <a16:creationId xmlns:a16="http://schemas.microsoft.com/office/drawing/2014/main" id="{53958187-AC20-4314-822B-E5BEDE19B2EC}"/>
              </a:ext>
            </a:extLst>
          </p:cNvPr>
          <p:cNvSpPr>
            <a:spLocks/>
          </p:cNvSpPr>
          <p:nvPr/>
        </p:nvSpPr>
        <p:spPr>
          <a:xfrm>
            <a:off x="42100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5257">
            <a:extLst>
              <a:ext uri="{FF2B5EF4-FFF2-40B4-BE49-F238E27FC236}">
                <a16:creationId xmlns:a16="http://schemas.microsoft.com/office/drawing/2014/main" id="{97BC1600-7690-414B-BF18-34AC2F700C04}"/>
              </a:ext>
            </a:extLst>
          </p:cNvPr>
          <p:cNvSpPr>
            <a:spLocks/>
          </p:cNvSpPr>
          <p:nvPr/>
        </p:nvSpPr>
        <p:spPr>
          <a:xfrm>
            <a:off x="4305284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5258">
            <a:extLst>
              <a:ext uri="{FF2B5EF4-FFF2-40B4-BE49-F238E27FC236}">
                <a16:creationId xmlns:a16="http://schemas.microsoft.com/office/drawing/2014/main" id="{24D5818F-ECE8-448C-A420-C745D710F044}"/>
              </a:ext>
            </a:extLst>
          </p:cNvPr>
          <p:cNvSpPr>
            <a:spLocks/>
          </p:cNvSpPr>
          <p:nvPr/>
        </p:nvSpPr>
        <p:spPr>
          <a:xfrm>
            <a:off x="42297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5259">
            <a:extLst>
              <a:ext uri="{FF2B5EF4-FFF2-40B4-BE49-F238E27FC236}">
                <a16:creationId xmlns:a16="http://schemas.microsoft.com/office/drawing/2014/main" id="{A483B894-3218-4296-9BE3-137EDA94F8A3}"/>
              </a:ext>
            </a:extLst>
          </p:cNvPr>
          <p:cNvSpPr>
            <a:spLocks/>
          </p:cNvSpPr>
          <p:nvPr/>
        </p:nvSpPr>
        <p:spPr>
          <a:xfrm>
            <a:off x="4270399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5260">
            <a:extLst>
              <a:ext uri="{FF2B5EF4-FFF2-40B4-BE49-F238E27FC236}">
                <a16:creationId xmlns:a16="http://schemas.microsoft.com/office/drawing/2014/main" id="{0D0E591F-FF98-492D-8049-D5225593C7B4}"/>
              </a:ext>
            </a:extLst>
          </p:cNvPr>
          <p:cNvSpPr>
            <a:spLocks/>
          </p:cNvSpPr>
          <p:nvPr/>
        </p:nvSpPr>
        <p:spPr>
          <a:xfrm>
            <a:off x="42237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5261">
            <a:extLst>
              <a:ext uri="{FF2B5EF4-FFF2-40B4-BE49-F238E27FC236}">
                <a16:creationId xmlns:a16="http://schemas.microsoft.com/office/drawing/2014/main" id="{81BF0242-076E-457C-A5B4-8EDC2F240B5E}"/>
              </a:ext>
            </a:extLst>
          </p:cNvPr>
          <p:cNvSpPr>
            <a:spLocks/>
          </p:cNvSpPr>
          <p:nvPr/>
        </p:nvSpPr>
        <p:spPr>
          <a:xfrm>
            <a:off x="4391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5262">
            <a:extLst>
              <a:ext uri="{FF2B5EF4-FFF2-40B4-BE49-F238E27FC236}">
                <a16:creationId xmlns:a16="http://schemas.microsoft.com/office/drawing/2014/main" id="{D173CFDF-B948-4492-9629-8C8DED8A663C}"/>
              </a:ext>
            </a:extLst>
          </p:cNvPr>
          <p:cNvSpPr>
            <a:spLocks/>
          </p:cNvSpPr>
          <p:nvPr/>
        </p:nvSpPr>
        <p:spPr>
          <a:xfrm>
            <a:off x="423560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5263">
            <a:extLst>
              <a:ext uri="{FF2B5EF4-FFF2-40B4-BE49-F238E27FC236}">
                <a16:creationId xmlns:a16="http://schemas.microsoft.com/office/drawing/2014/main" id="{00FAB546-AE37-453A-AF82-A23219A153F2}"/>
              </a:ext>
            </a:extLst>
          </p:cNvPr>
          <p:cNvSpPr>
            <a:spLocks/>
          </p:cNvSpPr>
          <p:nvPr/>
        </p:nvSpPr>
        <p:spPr>
          <a:xfrm>
            <a:off x="424129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5264">
            <a:extLst>
              <a:ext uri="{FF2B5EF4-FFF2-40B4-BE49-F238E27FC236}">
                <a16:creationId xmlns:a16="http://schemas.microsoft.com/office/drawing/2014/main" id="{12C89ECB-9EA7-4F86-87A6-1C5B6B5DE86C}"/>
              </a:ext>
            </a:extLst>
          </p:cNvPr>
          <p:cNvSpPr>
            <a:spLocks/>
          </p:cNvSpPr>
          <p:nvPr/>
        </p:nvSpPr>
        <p:spPr>
          <a:xfrm>
            <a:off x="43000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5265">
            <a:extLst>
              <a:ext uri="{FF2B5EF4-FFF2-40B4-BE49-F238E27FC236}">
                <a16:creationId xmlns:a16="http://schemas.microsoft.com/office/drawing/2014/main" id="{59056DF0-FE02-48CB-9D29-6919CA151E3C}"/>
              </a:ext>
            </a:extLst>
          </p:cNvPr>
          <p:cNvSpPr>
            <a:spLocks/>
          </p:cNvSpPr>
          <p:nvPr/>
        </p:nvSpPr>
        <p:spPr>
          <a:xfrm>
            <a:off x="43569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5266">
            <a:extLst>
              <a:ext uri="{FF2B5EF4-FFF2-40B4-BE49-F238E27FC236}">
                <a16:creationId xmlns:a16="http://schemas.microsoft.com/office/drawing/2014/main" id="{D8B2B8A5-B6DC-4092-BFDD-1EDFABA3866F}"/>
              </a:ext>
            </a:extLst>
          </p:cNvPr>
          <p:cNvSpPr>
            <a:spLocks/>
          </p:cNvSpPr>
          <p:nvPr/>
        </p:nvSpPr>
        <p:spPr>
          <a:xfrm>
            <a:off x="43649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5267">
            <a:extLst>
              <a:ext uri="{FF2B5EF4-FFF2-40B4-BE49-F238E27FC236}">
                <a16:creationId xmlns:a16="http://schemas.microsoft.com/office/drawing/2014/main" id="{2D0B7B6C-C2C7-4DAE-9F34-F6C591880CAD}"/>
              </a:ext>
            </a:extLst>
          </p:cNvPr>
          <p:cNvSpPr>
            <a:spLocks/>
          </p:cNvSpPr>
          <p:nvPr/>
        </p:nvSpPr>
        <p:spPr>
          <a:xfrm>
            <a:off x="42433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5268">
            <a:extLst>
              <a:ext uri="{FF2B5EF4-FFF2-40B4-BE49-F238E27FC236}">
                <a16:creationId xmlns:a16="http://schemas.microsoft.com/office/drawing/2014/main" id="{C2014F3F-CECF-474F-A576-3275505DB8A7}"/>
              </a:ext>
            </a:extLst>
          </p:cNvPr>
          <p:cNvSpPr>
            <a:spLocks/>
          </p:cNvSpPr>
          <p:nvPr/>
        </p:nvSpPr>
        <p:spPr>
          <a:xfrm>
            <a:off x="42097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5269">
            <a:extLst>
              <a:ext uri="{FF2B5EF4-FFF2-40B4-BE49-F238E27FC236}">
                <a16:creationId xmlns:a16="http://schemas.microsoft.com/office/drawing/2014/main" id="{E50ADB9D-1503-49B0-874C-98E964AE05FD}"/>
              </a:ext>
            </a:extLst>
          </p:cNvPr>
          <p:cNvSpPr>
            <a:spLocks/>
          </p:cNvSpPr>
          <p:nvPr/>
        </p:nvSpPr>
        <p:spPr>
          <a:xfrm>
            <a:off x="4330248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5270">
            <a:extLst>
              <a:ext uri="{FF2B5EF4-FFF2-40B4-BE49-F238E27FC236}">
                <a16:creationId xmlns:a16="http://schemas.microsoft.com/office/drawing/2014/main" id="{C21470D5-153F-42ED-8A78-94110BCAB50B}"/>
              </a:ext>
            </a:extLst>
          </p:cNvPr>
          <p:cNvSpPr>
            <a:spLocks/>
          </p:cNvSpPr>
          <p:nvPr/>
        </p:nvSpPr>
        <p:spPr>
          <a:xfrm>
            <a:off x="43144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5271">
            <a:extLst>
              <a:ext uri="{FF2B5EF4-FFF2-40B4-BE49-F238E27FC236}">
                <a16:creationId xmlns:a16="http://schemas.microsoft.com/office/drawing/2014/main" id="{3E2C849E-8006-4006-8F7F-5CA5BFEA8FF2}"/>
              </a:ext>
            </a:extLst>
          </p:cNvPr>
          <p:cNvSpPr>
            <a:spLocks/>
          </p:cNvSpPr>
          <p:nvPr/>
        </p:nvSpPr>
        <p:spPr>
          <a:xfrm>
            <a:off x="439697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5272">
            <a:extLst>
              <a:ext uri="{FF2B5EF4-FFF2-40B4-BE49-F238E27FC236}">
                <a16:creationId xmlns:a16="http://schemas.microsoft.com/office/drawing/2014/main" id="{3FA10B5B-6F82-4CD2-9E65-14163ECC69EB}"/>
              </a:ext>
            </a:extLst>
          </p:cNvPr>
          <p:cNvSpPr>
            <a:spLocks/>
          </p:cNvSpPr>
          <p:nvPr/>
        </p:nvSpPr>
        <p:spPr>
          <a:xfrm>
            <a:off x="4296822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5273">
            <a:extLst>
              <a:ext uri="{FF2B5EF4-FFF2-40B4-BE49-F238E27FC236}">
                <a16:creationId xmlns:a16="http://schemas.microsoft.com/office/drawing/2014/main" id="{0BCC94F6-AE0B-4D5E-B447-2DE741D96BA7}"/>
              </a:ext>
            </a:extLst>
          </p:cNvPr>
          <p:cNvSpPr>
            <a:spLocks/>
          </p:cNvSpPr>
          <p:nvPr/>
        </p:nvSpPr>
        <p:spPr>
          <a:xfrm>
            <a:off x="442622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5274">
            <a:extLst>
              <a:ext uri="{FF2B5EF4-FFF2-40B4-BE49-F238E27FC236}">
                <a16:creationId xmlns:a16="http://schemas.microsoft.com/office/drawing/2014/main" id="{0621ABA5-4AFA-4A8B-B6A7-7B02959C798B}"/>
              </a:ext>
            </a:extLst>
          </p:cNvPr>
          <p:cNvSpPr>
            <a:spLocks/>
          </p:cNvSpPr>
          <p:nvPr/>
        </p:nvSpPr>
        <p:spPr>
          <a:xfrm>
            <a:off x="43063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5275">
            <a:extLst>
              <a:ext uri="{FF2B5EF4-FFF2-40B4-BE49-F238E27FC236}">
                <a16:creationId xmlns:a16="http://schemas.microsoft.com/office/drawing/2014/main" id="{1F16FF92-A0F3-4142-909C-B07301692718}"/>
              </a:ext>
            </a:extLst>
          </p:cNvPr>
          <p:cNvSpPr>
            <a:spLocks/>
          </p:cNvSpPr>
          <p:nvPr/>
        </p:nvSpPr>
        <p:spPr>
          <a:xfrm>
            <a:off x="42768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5276">
            <a:extLst>
              <a:ext uri="{FF2B5EF4-FFF2-40B4-BE49-F238E27FC236}">
                <a16:creationId xmlns:a16="http://schemas.microsoft.com/office/drawing/2014/main" id="{1BBCB376-3274-44B6-B9BD-230EEBDFDDD5}"/>
              </a:ext>
            </a:extLst>
          </p:cNvPr>
          <p:cNvSpPr>
            <a:spLocks/>
          </p:cNvSpPr>
          <p:nvPr/>
        </p:nvSpPr>
        <p:spPr>
          <a:xfrm>
            <a:off x="4357218" y="35257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5277">
            <a:extLst>
              <a:ext uri="{FF2B5EF4-FFF2-40B4-BE49-F238E27FC236}">
                <a16:creationId xmlns:a16="http://schemas.microsoft.com/office/drawing/2014/main" id="{FFA1D739-9E60-4802-88A8-D5A83DECDD32}"/>
              </a:ext>
            </a:extLst>
          </p:cNvPr>
          <p:cNvSpPr>
            <a:spLocks/>
          </p:cNvSpPr>
          <p:nvPr/>
        </p:nvSpPr>
        <p:spPr>
          <a:xfrm>
            <a:off x="4238895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5278">
            <a:extLst>
              <a:ext uri="{FF2B5EF4-FFF2-40B4-BE49-F238E27FC236}">
                <a16:creationId xmlns:a16="http://schemas.microsoft.com/office/drawing/2014/main" id="{441A95E6-9439-4BAB-89BD-2808B3624D2B}"/>
              </a:ext>
            </a:extLst>
          </p:cNvPr>
          <p:cNvSpPr>
            <a:spLocks/>
          </p:cNvSpPr>
          <p:nvPr/>
        </p:nvSpPr>
        <p:spPr>
          <a:xfrm>
            <a:off x="4379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5279">
            <a:extLst>
              <a:ext uri="{FF2B5EF4-FFF2-40B4-BE49-F238E27FC236}">
                <a16:creationId xmlns:a16="http://schemas.microsoft.com/office/drawing/2014/main" id="{F00F4589-8E7A-46CC-846C-B034B00CD524}"/>
              </a:ext>
            </a:extLst>
          </p:cNvPr>
          <p:cNvSpPr>
            <a:spLocks/>
          </p:cNvSpPr>
          <p:nvPr/>
        </p:nvSpPr>
        <p:spPr>
          <a:xfrm>
            <a:off x="43288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5280">
            <a:extLst>
              <a:ext uri="{FF2B5EF4-FFF2-40B4-BE49-F238E27FC236}">
                <a16:creationId xmlns:a16="http://schemas.microsoft.com/office/drawing/2014/main" id="{3661198B-1220-455C-B549-D80F8FDA0ED4}"/>
              </a:ext>
            </a:extLst>
          </p:cNvPr>
          <p:cNvSpPr>
            <a:spLocks/>
          </p:cNvSpPr>
          <p:nvPr/>
        </p:nvSpPr>
        <p:spPr>
          <a:xfrm>
            <a:off x="4315627" y="32016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5281">
            <a:extLst>
              <a:ext uri="{FF2B5EF4-FFF2-40B4-BE49-F238E27FC236}">
                <a16:creationId xmlns:a16="http://schemas.microsoft.com/office/drawing/2014/main" id="{A405B1E0-0A70-46AD-881E-5EDB71E34B1E}"/>
              </a:ext>
            </a:extLst>
          </p:cNvPr>
          <p:cNvSpPr>
            <a:spLocks/>
          </p:cNvSpPr>
          <p:nvPr/>
        </p:nvSpPr>
        <p:spPr>
          <a:xfrm>
            <a:off x="434165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5282">
            <a:extLst>
              <a:ext uri="{FF2B5EF4-FFF2-40B4-BE49-F238E27FC236}">
                <a16:creationId xmlns:a16="http://schemas.microsoft.com/office/drawing/2014/main" id="{5C192906-1D48-4139-AD32-7207900B0F81}"/>
              </a:ext>
            </a:extLst>
          </p:cNvPr>
          <p:cNvSpPr>
            <a:spLocks/>
          </p:cNvSpPr>
          <p:nvPr/>
        </p:nvSpPr>
        <p:spPr>
          <a:xfrm>
            <a:off x="4391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5283">
            <a:extLst>
              <a:ext uri="{FF2B5EF4-FFF2-40B4-BE49-F238E27FC236}">
                <a16:creationId xmlns:a16="http://schemas.microsoft.com/office/drawing/2014/main" id="{CF0233C9-6CB0-4ABB-A978-B5ADB4A1019D}"/>
              </a:ext>
            </a:extLst>
          </p:cNvPr>
          <p:cNvSpPr>
            <a:spLocks/>
          </p:cNvSpPr>
          <p:nvPr/>
        </p:nvSpPr>
        <p:spPr>
          <a:xfrm>
            <a:off x="42791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5284">
            <a:extLst>
              <a:ext uri="{FF2B5EF4-FFF2-40B4-BE49-F238E27FC236}">
                <a16:creationId xmlns:a16="http://schemas.microsoft.com/office/drawing/2014/main" id="{6E04C142-603F-420C-A585-A48D21DCF6CC}"/>
              </a:ext>
            </a:extLst>
          </p:cNvPr>
          <p:cNvSpPr>
            <a:spLocks/>
          </p:cNvSpPr>
          <p:nvPr/>
        </p:nvSpPr>
        <p:spPr>
          <a:xfrm>
            <a:off x="425572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5285">
            <a:extLst>
              <a:ext uri="{FF2B5EF4-FFF2-40B4-BE49-F238E27FC236}">
                <a16:creationId xmlns:a16="http://schemas.microsoft.com/office/drawing/2014/main" id="{EFE84691-B2C0-40B0-A938-2E7D1CCC6E1C}"/>
              </a:ext>
            </a:extLst>
          </p:cNvPr>
          <p:cNvSpPr>
            <a:spLocks/>
          </p:cNvSpPr>
          <p:nvPr/>
        </p:nvSpPr>
        <p:spPr>
          <a:xfrm>
            <a:off x="437193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5286">
            <a:extLst>
              <a:ext uri="{FF2B5EF4-FFF2-40B4-BE49-F238E27FC236}">
                <a16:creationId xmlns:a16="http://schemas.microsoft.com/office/drawing/2014/main" id="{F8AB47DB-B56E-428A-8185-384ECF820B37}"/>
              </a:ext>
            </a:extLst>
          </p:cNvPr>
          <p:cNvSpPr>
            <a:spLocks/>
          </p:cNvSpPr>
          <p:nvPr/>
        </p:nvSpPr>
        <p:spPr>
          <a:xfrm>
            <a:off x="432272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5287">
            <a:extLst>
              <a:ext uri="{FF2B5EF4-FFF2-40B4-BE49-F238E27FC236}">
                <a16:creationId xmlns:a16="http://schemas.microsoft.com/office/drawing/2014/main" id="{BEEABF83-7F22-4DCB-B99F-59FA9D4F2A1F}"/>
              </a:ext>
            </a:extLst>
          </p:cNvPr>
          <p:cNvSpPr>
            <a:spLocks/>
          </p:cNvSpPr>
          <p:nvPr/>
        </p:nvSpPr>
        <p:spPr>
          <a:xfrm>
            <a:off x="43388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5288">
            <a:extLst>
              <a:ext uri="{FF2B5EF4-FFF2-40B4-BE49-F238E27FC236}">
                <a16:creationId xmlns:a16="http://schemas.microsoft.com/office/drawing/2014/main" id="{536AB144-4B42-4159-9DA7-625BDA7FF44A}"/>
              </a:ext>
            </a:extLst>
          </p:cNvPr>
          <p:cNvSpPr>
            <a:spLocks/>
          </p:cNvSpPr>
          <p:nvPr/>
        </p:nvSpPr>
        <p:spPr>
          <a:xfrm>
            <a:off x="420360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5289">
            <a:extLst>
              <a:ext uri="{FF2B5EF4-FFF2-40B4-BE49-F238E27FC236}">
                <a16:creationId xmlns:a16="http://schemas.microsoft.com/office/drawing/2014/main" id="{894CC398-073B-447D-AF4C-F7FA68D866DD}"/>
              </a:ext>
            </a:extLst>
          </p:cNvPr>
          <p:cNvSpPr>
            <a:spLocks/>
          </p:cNvSpPr>
          <p:nvPr/>
        </p:nvSpPr>
        <p:spPr>
          <a:xfrm>
            <a:off x="435067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5290">
            <a:extLst>
              <a:ext uri="{FF2B5EF4-FFF2-40B4-BE49-F238E27FC236}">
                <a16:creationId xmlns:a16="http://schemas.microsoft.com/office/drawing/2014/main" id="{6F488B50-546B-4625-A1FE-89B311D7A2C5}"/>
              </a:ext>
            </a:extLst>
          </p:cNvPr>
          <p:cNvSpPr>
            <a:spLocks/>
          </p:cNvSpPr>
          <p:nvPr/>
        </p:nvSpPr>
        <p:spPr>
          <a:xfrm>
            <a:off x="438487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5291">
            <a:extLst>
              <a:ext uri="{FF2B5EF4-FFF2-40B4-BE49-F238E27FC236}">
                <a16:creationId xmlns:a16="http://schemas.microsoft.com/office/drawing/2014/main" id="{C30F332A-C0AB-4BA1-B438-07DDC29C875C}"/>
              </a:ext>
            </a:extLst>
          </p:cNvPr>
          <p:cNvSpPr>
            <a:spLocks/>
          </p:cNvSpPr>
          <p:nvPr/>
        </p:nvSpPr>
        <p:spPr>
          <a:xfrm>
            <a:off x="4216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5292">
            <a:extLst>
              <a:ext uri="{FF2B5EF4-FFF2-40B4-BE49-F238E27FC236}">
                <a16:creationId xmlns:a16="http://schemas.microsoft.com/office/drawing/2014/main" id="{08D84822-56BD-42F2-8A14-DD20DDB282F5}"/>
              </a:ext>
            </a:extLst>
          </p:cNvPr>
          <p:cNvSpPr>
            <a:spLocks/>
          </p:cNvSpPr>
          <p:nvPr/>
        </p:nvSpPr>
        <p:spPr>
          <a:xfrm>
            <a:off x="4279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5293">
            <a:extLst>
              <a:ext uri="{FF2B5EF4-FFF2-40B4-BE49-F238E27FC236}">
                <a16:creationId xmlns:a16="http://schemas.microsoft.com/office/drawing/2014/main" id="{16CC7563-F994-49D0-814E-B47D18EFB7D1}"/>
              </a:ext>
            </a:extLst>
          </p:cNvPr>
          <p:cNvSpPr>
            <a:spLocks/>
          </p:cNvSpPr>
          <p:nvPr/>
        </p:nvSpPr>
        <p:spPr>
          <a:xfrm>
            <a:off x="43989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5294">
            <a:extLst>
              <a:ext uri="{FF2B5EF4-FFF2-40B4-BE49-F238E27FC236}">
                <a16:creationId xmlns:a16="http://schemas.microsoft.com/office/drawing/2014/main" id="{E877D433-1312-453D-A476-CA866C4AB1DF}"/>
              </a:ext>
            </a:extLst>
          </p:cNvPr>
          <p:cNvSpPr>
            <a:spLocks/>
          </p:cNvSpPr>
          <p:nvPr/>
        </p:nvSpPr>
        <p:spPr>
          <a:xfrm>
            <a:off x="42267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5295">
            <a:extLst>
              <a:ext uri="{FF2B5EF4-FFF2-40B4-BE49-F238E27FC236}">
                <a16:creationId xmlns:a16="http://schemas.microsoft.com/office/drawing/2014/main" id="{8DC9411A-44CB-45BC-9049-7C3EFF61F22F}"/>
              </a:ext>
            </a:extLst>
          </p:cNvPr>
          <p:cNvSpPr>
            <a:spLocks/>
          </p:cNvSpPr>
          <p:nvPr/>
        </p:nvSpPr>
        <p:spPr>
          <a:xfrm>
            <a:off x="42885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5296">
            <a:extLst>
              <a:ext uri="{FF2B5EF4-FFF2-40B4-BE49-F238E27FC236}">
                <a16:creationId xmlns:a16="http://schemas.microsoft.com/office/drawing/2014/main" id="{E0AE31B6-9B27-4509-A8C7-F20FF2299D39}"/>
              </a:ext>
            </a:extLst>
          </p:cNvPr>
          <p:cNvSpPr>
            <a:spLocks/>
          </p:cNvSpPr>
          <p:nvPr/>
        </p:nvSpPr>
        <p:spPr>
          <a:xfrm>
            <a:off x="43008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5297">
            <a:extLst>
              <a:ext uri="{FF2B5EF4-FFF2-40B4-BE49-F238E27FC236}">
                <a16:creationId xmlns:a16="http://schemas.microsoft.com/office/drawing/2014/main" id="{506EC26C-CC03-43F5-BE78-A31970392554}"/>
              </a:ext>
            </a:extLst>
          </p:cNvPr>
          <p:cNvSpPr>
            <a:spLocks/>
          </p:cNvSpPr>
          <p:nvPr/>
        </p:nvSpPr>
        <p:spPr>
          <a:xfrm>
            <a:off x="432865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5298">
            <a:extLst>
              <a:ext uri="{FF2B5EF4-FFF2-40B4-BE49-F238E27FC236}">
                <a16:creationId xmlns:a16="http://schemas.microsoft.com/office/drawing/2014/main" id="{87560464-01D1-4FE2-922B-0E693729DF01}"/>
              </a:ext>
            </a:extLst>
          </p:cNvPr>
          <p:cNvSpPr>
            <a:spLocks/>
          </p:cNvSpPr>
          <p:nvPr/>
        </p:nvSpPr>
        <p:spPr>
          <a:xfrm>
            <a:off x="4325283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5299">
            <a:extLst>
              <a:ext uri="{FF2B5EF4-FFF2-40B4-BE49-F238E27FC236}">
                <a16:creationId xmlns:a16="http://schemas.microsoft.com/office/drawing/2014/main" id="{386B7CB2-B603-46CE-8514-5D0D7F77D917}"/>
              </a:ext>
            </a:extLst>
          </p:cNvPr>
          <p:cNvSpPr>
            <a:spLocks/>
          </p:cNvSpPr>
          <p:nvPr/>
        </p:nvSpPr>
        <p:spPr>
          <a:xfrm>
            <a:off x="434785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5300">
            <a:extLst>
              <a:ext uri="{FF2B5EF4-FFF2-40B4-BE49-F238E27FC236}">
                <a16:creationId xmlns:a16="http://schemas.microsoft.com/office/drawing/2014/main" id="{A4893D99-5799-41C6-9B6E-66989B9117ED}"/>
              </a:ext>
            </a:extLst>
          </p:cNvPr>
          <p:cNvSpPr>
            <a:spLocks/>
          </p:cNvSpPr>
          <p:nvPr/>
        </p:nvSpPr>
        <p:spPr>
          <a:xfrm>
            <a:off x="44080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5301">
            <a:extLst>
              <a:ext uri="{FF2B5EF4-FFF2-40B4-BE49-F238E27FC236}">
                <a16:creationId xmlns:a16="http://schemas.microsoft.com/office/drawing/2014/main" id="{16F55995-0BAA-44A6-96E6-C687ACE11657}"/>
              </a:ext>
            </a:extLst>
          </p:cNvPr>
          <p:cNvSpPr>
            <a:spLocks/>
          </p:cNvSpPr>
          <p:nvPr/>
        </p:nvSpPr>
        <p:spPr>
          <a:xfrm>
            <a:off x="43307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5302">
            <a:extLst>
              <a:ext uri="{FF2B5EF4-FFF2-40B4-BE49-F238E27FC236}">
                <a16:creationId xmlns:a16="http://schemas.microsoft.com/office/drawing/2014/main" id="{70B3AC31-7BAE-4A76-840A-B764786F02AE}"/>
              </a:ext>
            </a:extLst>
          </p:cNvPr>
          <p:cNvSpPr>
            <a:spLocks/>
          </p:cNvSpPr>
          <p:nvPr/>
        </p:nvSpPr>
        <p:spPr>
          <a:xfrm>
            <a:off x="4256990" y="271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5303">
            <a:extLst>
              <a:ext uri="{FF2B5EF4-FFF2-40B4-BE49-F238E27FC236}">
                <a16:creationId xmlns:a16="http://schemas.microsoft.com/office/drawing/2014/main" id="{72FBD420-BA9D-4C64-ABF8-A55476B26FC4}"/>
              </a:ext>
            </a:extLst>
          </p:cNvPr>
          <p:cNvSpPr>
            <a:spLocks/>
          </p:cNvSpPr>
          <p:nvPr/>
        </p:nvSpPr>
        <p:spPr>
          <a:xfrm>
            <a:off x="4413087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5304">
            <a:extLst>
              <a:ext uri="{FF2B5EF4-FFF2-40B4-BE49-F238E27FC236}">
                <a16:creationId xmlns:a16="http://schemas.microsoft.com/office/drawing/2014/main" id="{1E2747D3-043C-4E40-B24F-80A1E1E7FE6D}"/>
              </a:ext>
            </a:extLst>
          </p:cNvPr>
          <p:cNvSpPr>
            <a:spLocks/>
          </p:cNvSpPr>
          <p:nvPr/>
        </p:nvSpPr>
        <p:spPr>
          <a:xfrm>
            <a:off x="4308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5305">
            <a:extLst>
              <a:ext uri="{FF2B5EF4-FFF2-40B4-BE49-F238E27FC236}">
                <a16:creationId xmlns:a16="http://schemas.microsoft.com/office/drawing/2014/main" id="{CDC5068E-F57F-4A50-8048-53FE4B6C59AD}"/>
              </a:ext>
            </a:extLst>
          </p:cNvPr>
          <p:cNvSpPr>
            <a:spLocks/>
          </p:cNvSpPr>
          <p:nvPr/>
        </p:nvSpPr>
        <p:spPr>
          <a:xfrm>
            <a:off x="4369132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5306">
            <a:extLst>
              <a:ext uri="{FF2B5EF4-FFF2-40B4-BE49-F238E27FC236}">
                <a16:creationId xmlns:a16="http://schemas.microsoft.com/office/drawing/2014/main" id="{3D282CB9-1969-4605-8FDF-0146AE25D6E3}"/>
              </a:ext>
            </a:extLst>
          </p:cNvPr>
          <p:cNvSpPr>
            <a:spLocks/>
          </p:cNvSpPr>
          <p:nvPr/>
        </p:nvSpPr>
        <p:spPr>
          <a:xfrm>
            <a:off x="426721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5307">
            <a:extLst>
              <a:ext uri="{FF2B5EF4-FFF2-40B4-BE49-F238E27FC236}">
                <a16:creationId xmlns:a16="http://schemas.microsoft.com/office/drawing/2014/main" id="{9B2CF7FF-8A76-40C5-95D7-245BEE8B43BE}"/>
              </a:ext>
            </a:extLst>
          </p:cNvPr>
          <p:cNvSpPr>
            <a:spLocks/>
          </p:cNvSpPr>
          <p:nvPr/>
        </p:nvSpPr>
        <p:spPr>
          <a:xfrm>
            <a:off x="4295430" y="39251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5308">
            <a:extLst>
              <a:ext uri="{FF2B5EF4-FFF2-40B4-BE49-F238E27FC236}">
                <a16:creationId xmlns:a16="http://schemas.microsoft.com/office/drawing/2014/main" id="{76F4DF72-6C1E-405D-AAA0-65366E0CA671}"/>
              </a:ext>
            </a:extLst>
          </p:cNvPr>
          <p:cNvSpPr>
            <a:spLocks/>
          </p:cNvSpPr>
          <p:nvPr/>
        </p:nvSpPr>
        <p:spPr>
          <a:xfrm>
            <a:off x="43490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5309">
            <a:extLst>
              <a:ext uri="{FF2B5EF4-FFF2-40B4-BE49-F238E27FC236}">
                <a16:creationId xmlns:a16="http://schemas.microsoft.com/office/drawing/2014/main" id="{1EC872D2-1ED1-48EC-B75A-E3E8A3B214BB}"/>
              </a:ext>
            </a:extLst>
          </p:cNvPr>
          <p:cNvSpPr>
            <a:spLocks/>
          </p:cNvSpPr>
          <p:nvPr/>
        </p:nvSpPr>
        <p:spPr>
          <a:xfrm>
            <a:off x="43376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5310">
            <a:extLst>
              <a:ext uri="{FF2B5EF4-FFF2-40B4-BE49-F238E27FC236}">
                <a16:creationId xmlns:a16="http://schemas.microsoft.com/office/drawing/2014/main" id="{8849F0E6-0E6D-496B-AE24-6B53A42C65A9}"/>
              </a:ext>
            </a:extLst>
          </p:cNvPr>
          <p:cNvSpPr>
            <a:spLocks/>
          </p:cNvSpPr>
          <p:nvPr/>
        </p:nvSpPr>
        <p:spPr>
          <a:xfrm>
            <a:off x="42977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5311">
            <a:extLst>
              <a:ext uri="{FF2B5EF4-FFF2-40B4-BE49-F238E27FC236}">
                <a16:creationId xmlns:a16="http://schemas.microsoft.com/office/drawing/2014/main" id="{6666921E-F1F1-4259-8CFC-9984AAB496C6}"/>
              </a:ext>
            </a:extLst>
          </p:cNvPr>
          <p:cNvSpPr>
            <a:spLocks/>
          </p:cNvSpPr>
          <p:nvPr/>
        </p:nvSpPr>
        <p:spPr>
          <a:xfrm>
            <a:off x="42774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5312">
            <a:extLst>
              <a:ext uri="{FF2B5EF4-FFF2-40B4-BE49-F238E27FC236}">
                <a16:creationId xmlns:a16="http://schemas.microsoft.com/office/drawing/2014/main" id="{967BBEDC-022C-4F2E-B387-22E6AA99ACF7}"/>
              </a:ext>
            </a:extLst>
          </p:cNvPr>
          <p:cNvSpPr>
            <a:spLocks/>
          </p:cNvSpPr>
          <p:nvPr/>
        </p:nvSpPr>
        <p:spPr>
          <a:xfrm>
            <a:off x="43665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5313">
            <a:extLst>
              <a:ext uri="{FF2B5EF4-FFF2-40B4-BE49-F238E27FC236}">
                <a16:creationId xmlns:a16="http://schemas.microsoft.com/office/drawing/2014/main" id="{2141FBEA-0568-4747-B83F-D94375A8F8D0}"/>
              </a:ext>
            </a:extLst>
          </p:cNvPr>
          <p:cNvSpPr>
            <a:spLocks/>
          </p:cNvSpPr>
          <p:nvPr/>
        </p:nvSpPr>
        <p:spPr>
          <a:xfrm>
            <a:off x="4219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5314">
            <a:extLst>
              <a:ext uri="{FF2B5EF4-FFF2-40B4-BE49-F238E27FC236}">
                <a16:creationId xmlns:a16="http://schemas.microsoft.com/office/drawing/2014/main" id="{90887BBA-8354-4836-AB21-803534988791}"/>
              </a:ext>
            </a:extLst>
          </p:cNvPr>
          <p:cNvSpPr>
            <a:spLocks/>
          </p:cNvSpPr>
          <p:nvPr/>
        </p:nvSpPr>
        <p:spPr>
          <a:xfrm>
            <a:off x="434890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5315">
            <a:extLst>
              <a:ext uri="{FF2B5EF4-FFF2-40B4-BE49-F238E27FC236}">
                <a16:creationId xmlns:a16="http://schemas.microsoft.com/office/drawing/2014/main" id="{55FBD5EE-8F75-40CC-B297-21E6DC0D4B06}"/>
              </a:ext>
            </a:extLst>
          </p:cNvPr>
          <p:cNvSpPr>
            <a:spLocks/>
          </p:cNvSpPr>
          <p:nvPr/>
        </p:nvSpPr>
        <p:spPr>
          <a:xfrm>
            <a:off x="4252520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5316">
            <a:extLst>
              <a:ext uri="{FF2B5EF4-FFF2-40B4-BE49-F238E27FC236}">
                <a16:creationId xmlns:a16="http://schemas.microsoft.com/office/drawing/2014/main" id="{2007BABA-D879-42E2-8BEB-48B353EB7DA2}"/>
              </a:ext>
            </a:extLst>
          </p:cNvPr>
          <p:cNvSpPr>
            <a:spLocks/>
          </p:cNvSpPr>
          <p:nvPr/>
        </p:nvSpPr>
        <p:spPr>
          <a:xfrm>
            <a:off x="438432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5317">
            <a:extLst>
              <a:ext uri="{FF2B5EF4-FFF2-40B4-BE49-F238E27FC236}">
                <a16:creationId xmlns:a16="http://schemas.microsoft.com/office/drawing/2014/main" id="{F4F70D95-55F2-4387-BCF1-97DD6A0E2381}"/>
              </a:ext>
            </a:extLst>
          </p:cNvPr>
          <p:cNvSpPr>
            <a:spLocks/>
          </p:cNvSpPr>
          <p:nvPr/>
        </p:nvSpPr>
        <p:spPr>
          <a:xfrm>
            <a:off x="43726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5318">
            <a:extLst>
              <a:ext uri="{FF2B5EF4-FFF2-40B4-BE49-F238E27FC236}">
                <a16:creationId xmlns:a16="http://schemas.microsoft.com/office/drawing/2014/main" id="{82AB75AA-10B4-4DDD-B279-DB9818F6B5D9}"/>
              </a:ext>
            </a:extLst>
          </p:cNvPr>
          <p:cNvSpPr>
            <a:spLocks/>
          </p:cNvSpPr>
          <p:nvPr/>
        </p:nvSpPr>
        <p:spPr>
          <a:xfrm>
            <a:off x="441681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5319">
            <a:extLst>
              <a:ext uri="{FF2B5EF4-FFF2-40B4-BE49-F238E27FC236}">
                <a16:creationId xmlns:a16="http://schemas.microsoft.com/office/drawing/2014/main" id="{E55DCFCB-D15C-4714-9444-1E49910DE8AB}"/>
              </a:ext>
            </a:extLst>
          </p:cNvPr>
          <p:cNvSpPr>
            <a:spLocks/>
          </p:cNvSpPr>
          <p:nvPr/>
        </p:nvSpPr>
        <p:spPr>
          <a:xfrm>
            <a:off x="429439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5320">
            <a:extLst>
              <a:ext uri="{FF2B5EF4-FFF2-40B4-BE49-F238E27FC236}">
                <a16:creationId xmlns:a16="http://schemas.microsoft.com/office/drawing/2014/main" id="{7E23C599-B1E1-4CCE-8B40-980C37464343}"/>
              </a:ext>
            </a:extLst>
          </p:cNvPr>
          <p:cNvSpPr>
            <a:spLocks/>
          </p:cNvSpPr>
          <p:nvPr/>
        </p:nvSpPr>
        <p:spPr>
          <a:xfrm>
            <a:off x="43236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5321">
            <a:extLst>
              <a:ext uri="{FF2B5EF4-FFF2-40B4-BE49-F238E27FC236}">
                <a16:creationId xmlns:a16="http://schemas.microsoft.com/office/drawing/2014/main" id="{93E19B56-AC4C-49CA-AD4F-CA6ADE65A8C7}"/>
              </a:ext>
            </a:extLst>
          </p:cNvPr>
          <p:cNvSpPr>
            <a:spLocks/>
          </p:cNvSpPr>
          <p:nvPr/>
        </p:nvSpPr>
        <p:spPr>
          <a:xfrm>
            <a:off x="43576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5322">
            <a:extLst>
              <a:ext uri="{FF2B5EF4-FFF2-40B4-BE49-F238E27FC236}">
                <a16:creationId xmlns:a16="http://schemas.microsoft.com/office/drawing/2014/main" id="{D0557373-C194-400C-AFD0-8D5299CB65F2}"/>
              </a:ext>
            </a:extLst>
          </p:cNvPr>
          <p:cNvSpPr>
            <a:spLocks/>
          </p:cNvSpPr>
          <p:nvPr/>
        </p:nvSpPr>
        <p:spPr>
          <a:xfrm>
            <a:off x="437187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5323">
            <a:extLst>
              <a:ext uri="{FF2B5EF4-FFF2-40B4-BE49-F238E27FC236}">
                <a16:creationId xmlns:a16="http://schemas.microsoft.com/office/drawing/2014/main" id="{AEB913B9-EE69-449A-B6B3-0C54B39DE0B6}"/>
              </a:ext>
            </a:extLst>
          </p:cNvPr>
          <p:cNvSpPr>
            <a:spLocks/>
          </p:cNvSpPr>
          <p:nvPr/>
        </p:nvSpPr>
        <p:spPr>
          <a:xfrm>
            <a:off x="425492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5324">
            <a:extLst>
              <a:ext uri="{FF2B5EF4-FFF2-40B4-BE49-F238E27FC236}">
                <a16:creationId xmlns:a16="http://schemas.microsoft.com/office/drawing/2014/main" id="{1099E958-BC4A-4E4F-A33E-865E4CD09247}"/>
              </a:ext>
            </a:extLst>
          </p:cNvPr>
          <p:cNvSpPr>
            <a:spLocks/>
          </p:cNvSpPr>
          <p:nvPr/>
        </p:nvSpPr>
        <p:spPr>
          <a:xfrm>
            <a:off x="43042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5325">
            <a:extLst>
              <a:ext uri="{FF2B5EF4-FFF2-40B4-BE49-F238E27FC236}">
                <a16:creationId xmlns:a16="http://schemas.microsoft.com/office/drawing/2014/main" id="{659CC895-75CD-4BF1-8AF5-F027E5567503}"/>
              </a:ext>
            </a:extLst>
          </p:cNvPr>
          <p:cNvSpPr>
            <a:spLocks/>
          </p:cNvSpPr>
          <p:nvPr/>
        </p:nvSpPr>
        <p:spPr>
          <a:xfrm>
            <a:off x="428723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5326">
            <a:extLst>
              <a:ext uri="{FF2B5EF4-FFF2-40B4-BE49-F238E27FC236}">
                <a16:creationId xmlns:a16="http://schemas.microsoft.com/office/drawing/2014/main" id="{CCEBDA0C-1FCB-4C2D-ACFD-A0F0E8CFC050}"/>
              </a:ext>
            </a:extLst>
          </p:cNvPr>
          <p:cNvSpPr>
            <a:spLocks/>
          </p:cNvSpPr>
          <p:nvPr/>
        </p:nvSpPr>
        <p:spPr>
          <a:xfrm>
            <a:off x="422587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5327">
            <a:extLst>
              <a:ext uri="{FF2B5EF4-FFF2-40B4-BE49-F238E27FC236}">
                <a16:creationId xmlns:a16="http://schemas.microsoft.com/office/drawing/2014/main" id="{1B8FDB54-564A-4068-8B0D-7E27B7F58D35}"/>
              </a:ext>
            </a:extLst>
          </p:cNvPr>
          <p:cNvSpPr>
            <a:spLocks/>
          </p:cNvSpPr>
          <p:nvPr/>
        </p:nvSpPr>
        <p:spPr>
          <a:xfrm>
            <a:off x="422780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5328">
            <a:extLst>
              <a:ext uri="{FF2B5EF4-FFF2-40B4-BE49-F238E27FC236}">
                <a16:creationId xmlns:a16="http://schemas.microsoft.com/office/drawing/2014/main" id="{790A7C25-5BD8-48EE-A431-C2D73005EA8D}"/>
              </a:ext>
            </a:extLst>
          </p:cNvPr>
          <p:cNvSpPr>
            <a:spLocks/>
          </p:cNvSpPr>
          <p:nvPr/>
        </p:nvSpPr>
        <p:spPr>
          <a:xfrm>
            <a:off x="4282485" y="266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5329">
            <a:extLst>
              <a:ext uri="{FF2B5EF4-FFF2-40B4-BE49-F238E27FC236}">
                <a16:creationId xmlns:a16="http://schemas.microsoft.com/office/drawing/2014/main" id="{4392CA17-CAF8-458F-9D3E-51AFA8592ABD}"/>
              </a:ext>
            </a:extLst>
          </p:cNvPr>
          <p:cNvSpPr>
            <a:spLocks/>
          </p:cNvSpPr>
          <p:nvPr/>
        </p:nvSpPr>
        <p:spPr>
          <a:xfrm>
            <a:off x="440944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5330">
            <a:extLst>
              <a:ext uri="{FF2B5EF4-FFF2-40B4-BE49-F238E27FC236}">
                <a16:creationId xmlns:a16="http://schemas.microsoft.com/office/drawing/2014/main" id="{E4C38FDF-3B5C-4193-8C79-456DD3688E8B}"/>
              </a:ext>
            </a:extLst>
          </p:cNvPr>
          <p:cNvSpPr>
            <a:spLocks/>
          </p:cNvSpPr>
          <p:nvPr/>
        </p:nvSpPr>
        <p:spPr>
          <a:xfrm>
            <a:off x="42612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5331">
            <a:extLst>
              <a:ext uri="{FF2B5EF4-FFF2-40B4-BE49-F238E27FC236}">
                <a16:creationId xmlns:a16="http://schemas.microsoft.com/office/drawing/2014/main" id="{025B9652-CD2A-4116-9BED-5437979F2750}"/>
              </a:ext>
            </a:extLst>
          </p:cNvPr>
          <p:cNvSpPr>
            <a:spLocks/>
          </p:cNvSpPr>
          <p:nvPr/>
        </p:nvSpPr>
        <p:spPr>
          <a:xfrm>
            <a:off x="4408334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5332">
            <a:extLst>
              <a:ext uri="{FF2B5EF4-FFF2-40B4-BE49-F238E27FC236}">
                <a16:creationId xmlns:a16="http://schemas.microsoft.com/office/drawing/2014/main" id="{CC18051A-4FFC-438E-B236-4720AD922812}"/>
              </a:ext>
            </a:extLst>
          </p:cNvPr>
          <p:cNvSpPr>
            <a:spLocks/>
          </p:cNvSpPr>
          <p:nvPr/>
        </p:nvSpPr>
        <p:spPr>
          <a:xfrm>
            <a:off x="42348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5333">
            <a:extLst>
              <a:ext uri="{FF2B5EF4-FFF2-40B4-BE49-F238E27FC236}">
                <a16:creationId xmlns:a16="http://schemas.microsoft.com/office/drawing/2014/main" id="{40EE4A5D-CAD1-4F96-B370-6DA100DAC1C5}"/>
              </a:ext>
            </a:extLst>
          </p:cNvPr>
          <p:cNvSpPr>
            <a:spLocks/>
          </p:cNvSpPr>
          <p:nvPr/>
        </p:nvSpPr>
        <p:spPr>
          <a:xfrm>
            <a:off x="43901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5334">
            <a:extLst>
              <a:ext uri="{FF2B5EF4-FFF2-40B4-BE49-F238E27FC236}">
                <a16:creationId xmlns:a16="http://schemas.microsoft.com/office/drawing/2014/main" id="{6012F710-C64F-46FC-A77F-20BEE6E7CA31}"/>
              </a:ext>
            </a:extLst>
          </p:cNvPr>
          <p:cNvSpPr>
            <a:spLocks/>
          </p:cNvSpPr>
          <p:nvPr/>
        </p:nvSpPr>
        <p:spPr>
          <a:xfrm>
            <a:off x="4282286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5335">
            <a:extLst>
              <a:ext uri="{FF2B5EF4-FFF2-40B4-BE49-F238E27FC236}">
                <a16:creationId xmlns:a16="http://schemas.microsoft.com/office/drawing/2014/main" id="{4AB5F47A-70A8-46B0-B9DB-0D0A13B0D1E5}"/>
              </a:ext>
            </a:extLst>
          </p:cNvPr>
          <p:cNvSpPr>
            <a:spLocks/>
          </p:cNvSpPr>
          <p:nvPr/>
        </p:nvSpPr>
        <p:spPr>
          <a:xfrm>
            <a:off x="428970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5336">
            <a:extLst>
              <a:ext uri="{FF2B5EF4-FFF2-40B4-BE49-F238E27FC236}">
                <a16:creationId xmlns:a16="http://schemas.microsoft.com/office/drawing/2014/main" id="{4ED81CFF-FA9B-4474-8DAD-650947E1A433}"/>
              </a:ext>
            </a:extLst>
          </p:cNvPr>
          <p:cNvSpPr>
            <a:spLocks/>
          </p:cNvSpPr>
          <p:nvPr/>
        </p:nvSpPr>
        <p:spPr>
          <a:xfrm>
            <a:off x="42213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5337">
            <a:extLst>
              <a:ext uri="{FF2B5EF4-FFF2-40B4-BE49-F238E27FC236}">
                <a16:creationId xmlns:a16="http://schemas.microsoft.com/office/drawing/2014/main" id="{F2838210-621E-4AAE-8C50-4B36F7A7ECFA}"/>
              </a:ext>
            </a:extLst>
          </p:cNvPr>
          <p:cNvSpPr>
            <a:spLocks/>
          </p:cNvSpPr>
          <p:nvPr/>
        </p:nvSpPr>
        <p:spPr>
          <a:xfrm>
            <a:off x="43212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5338">
            <a:extLst>
              <a:ext uri="{FF2B5EF4-FFF2-40B4-BE49-F238E27FC236}">
                <a16:creationId xmlns:a16="http://schemas.microsoft.com/office/drawing/2014/main" id="{90A82B21-6153-4F2D-8840-3C5BD1289F18}"/>
              </a:ext>
            </a:extLst>
          </p:cNvPr>
          <p:cNvSpPr>
            <a:spLocks/>
          </p:cNvSpPr>
          <p:nvPr/>
        </p:nvSpPr>
        <p:spPr>
          <a:xfrm>
            <a:off x="43304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5339">
            <a:extLst>
              <a:ext uri="{FF2B5EF4-FFF2-40B4-BE49-F238E27FC236}">
                <a16:creationId xmlns:a16="http://schemas.microsoft.com/office/drawing/2014/main" id="{778786DB-0BBB-4CD0-8C2F-B0CD1AB316E5}"/>
              </a:ext>
            </a:extLst>
          </p:cNvPr>
          <p:cNvSpPr>
            <a:spLocks/>
          </p:cNvSpPr>
          <p:nvPr/>
        </p:nvSpPr>
        <p:spPr>
          <a:xfrm>
            <a:off x="43604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5340">
            <a:extLst>
              <a:ext uri="{FF2B5EF4-FFF2-40B4-BE49-F238E27FC236}">
                <a16:creationId xmlns:a16="http://schemas.microsoft.com/office/drawing/2014/main" id="{6EB75433-31F8-43BB-95D8-093859249748}"/>
              </a:ext>
            </a:extLst>
          </p:cNvPr>
          <p:cNvSpPr>
            <a:spLocks/>
          </p:cNvSpPr>
          <p:nvPr/>
        </p:nvSpPr>
        <p:spPr>
          <a:xfrm>
            <a:off x="4320686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5341">
            <a:extLst>
              <a:ext uri="{FF2B5EF4-FFF2-40B4-BE49-F238E27FC236}">
                <a16:creationId xmlns:a16="http://schemas.microsoft.com/office/drawing/2014/main" id="{288EA962-4785-4833-B3B3-971DB87991C5}"/>
              </a:ext>
            </a:extLst>
          </p:cNvPr>
          <p:cNvSpPr>
            <a:spLocks/>
          </p:cNvSpPr>
          <p:nvPr/>
        </p:nvSpPr>
        <p:spPr>
          <a:xfrm>
            <a:off x="43846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5342">
            <a:extLst>
              <a:ext uri="{FF2B5EF4-FFF2-40B4-BE49-F238E27FC236}">
                <a16:creationId xmlns:a16="http://schemas.microsoft.com/office/drawing/2014/main" id="{2E5315DA-0D07-4FDA-949E-B2E6003D8991}"/>
              </a:ext>
            </a:extLst>
          </p:cNvPr>
          <p:cNvSpPr>
            <a:spLocks/>
          </p:cNvSpPr>
          <p:nvPr/>
        </p:nvSpPr>
        <p:spPr>
          <a:xfrm>
            <a:off x="43485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5343">
            <a:extLst>
              <a:ext uri="{FF2B5EF4-FFF2-40B4-BE49-F238E27FC236}">
                <a16:creationId xmlns:a16="http://schemas.microsoft.com/office/drawing/2014/main" id="{6FDC7B9D-9D2D-4F0A-A148-22529AE13D2A}"/>
              </a:ext>
            </a:extLst>
          </p:cNvPr>
          <p:cNvSpPr>
            <a:spLocks/>
          </p:cNvSpPr>
          <p:nvPr/>
        </p:nvSpPr>
        <p:spPr>
          <a:xfrm>
            <a:off x="42856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5344">
            <a:extLst>
              <a:ext uri="{FF2B5EF4-FFF2-40B4-BE49-F238E27FC236}">
                <a16:creationId xmlns:a16="http://schemas.microsoft.com/office/drawing/2014/main" id="{6F07ECF5-2A2E-4742-A3A8-6DEAE834A041}"/>
              </a:ext>
            </a:extLst>
          </p:cNvPr>
          <p:cNvSpPr>
            <a:spLocks/>
          </p:cNvSpPr>
          <p:nvPr/>
        </p:nvSpPr>
        <p:spPr>
          <a:xfrm>
            <a:off x="42847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5345">
            <a:extLst>
              <a:ext uri="{FF2B5EF4-FFF2-40B4-BE49-F238E27FC236}">
                <a16:creationId xmlns:a16="http://schemas.microsoft.com/office/drawing/2014/main" id="{A1FBBEBA-3011-403F-B554-B30A97083DF5}"/>
              </a:ext>
            </a:extLst>
          </p:cNvPr>
          <p:cNvSpPr>
            <a:spLocks/>
          </p:cNvSpPr>
          <p:nvPr/>
        </p:nvSpPr>
        <p:spPr>
          <a:xfrm>
            <a:off x="43165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5346">
            <a:extLst>
              <a:ext uri="{FF2B5EF4-FFF2-40B4-BE49-F238E27FC236}">
                <a16:creationId xmlns:a16="http://schemas.microsoft.com/office/drawing/2014/main" id="{DCE46A2A-CBE4-46C6-867D-7BD905FE8DB6}"/>
              </a:ext>
            </a:extLst>
          </p:cNvPr>
          <p:cNvSpPr>
            <a:spLocks/>
          </p:cNvSpPr>
          <p:nvPr/>
        </p:nvSpPr>
        <p:spPr>
          <a:xfrm>
            <a:off x="434338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5347">
            <a:extLst>
              <a:ext uri="{FF2B5EF4-FFF2-40B4-BE49-F238E27FC236}">
                <a16:creationId xmlns:a16="http://schemas.microsoft.com/office/drawing/2014/main" id="{3EDA1E22-D3D3-443F-810F-BE92242E9761}"/>
              </a:ext>
            </a:extLst>
          </p:cNvPr>
          <p:cNvSpPr>
            <a:spLocks/>
          </p:cNvSpPr>
          <p:nvPr/>
        </p:nvSpPr>
        <p:spPr>
          <a:xfrm>
            <a:off x="42508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5348">
            <a:extLst>
              <a:ext uri="{FF2B5EF4-FFF2-40B4-BE49-F238E27FC236}">
                <a16:creationId xmlns:a16="http://schemas.microsoft.com/office/drawing/2014/main" id="{BE09E84C-BAA8-47E5-99FE-06600945F042}"/>
              </a:ext>
            </a:extLst>
          </p:cNvPr>
          <p:cNvSpPr>
            <a:spLocks/>
          </p:cNvSpPr>
          <p:nvPr/>
        </p:nvSpPr>
        <p:spPr>
          <a:xfrm>
            <a:off x="4332885" y="26605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5349">
            <a:extLst>
              <a:ext uri="{FF2B5EF4-FFF2-40B4-BE49-F238E27FC236}">
                <a16:creationId xmlns:a16="http://schemas.microsoft.com/office/drawing/2014/main" id="{61D8C1C3-5BC4-497F-B4F8-14F66F7B8C9E}"/>
              </a:ext>
            </a:extLst>
          </p:cNvPr>
          <p:cNvSpPr>
            <a:spLocks/>
          </p:cNvSpPr>
          <p:nvPr/>
        </p:nvSpPr>
        <p:spPr>
          <a:xfrm>
            <a:off x="43675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5350">
            <a:extLst>
              <a:ext uri="{FF2B5EF4-FFF2-40B4-BE49-F238E27FC236}">
                <a16:creationId xmlns:a16="http://schemas.microsoft.com/office/drawing/2014/main" id="{588E4B04-F850-476F-86F6-A631F43D75CE}"/>
              </a:ext>
            </a:extLst>
          </p:cNvPr>
          <p:cNvSpPr>
            <a:spLocks/>
          </p:cNvSpPr>
          <p:nvPr/>
        </p:nvSpPr>
        <p:spPr>
          <a:xfrm>
            <a:off x="42359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5351">
            <a:extLst>
              <a:ext uri="{FF2B5EF4-FFF2-40B4-BE49-F238E27FC236}">
                <a16:creationId xmlns:a16="http://schemas.microsoft.com/office/drawing/2014/main" id="{4EDF8DAE-A9B6-4E92-B152-956A179F6922}"/>
              </a:ext>
            </a:extLst>
          </p:cNvPr>
          <p:cNvSpPr>
            <a:spLocks/>
          </p:cNvSpPr>
          <p:nvPr/>
        </p:nvSpPr>
        <p:spPr>
          <a:xfrm>
            <a:off x="440549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5352">
            <a:extLst>
              <a:ext uri="{FF2B5EF4-FFF2-40B4-BE49-F238E27FC236}">
                <a16:creationId xmlns:a16="http://schemas.microsoft.com/office/drawing/2014/main" id="{5B1C486D-F281-4E3C-BEAD-1587D32DDB1A}"/>
              </a:ext>
            </a:extLst>
          </p:cNvPr>
          <p:cNvSpPr>
            <a:spLocks/>
          </p:cNvSpPr>
          <p:nvPr/>
        </p:nvSpPr>
        <p:spPr>
          <a:xfrm>
            <a:off x="43235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5353">
            <a:extLst>
              <a:ext uri="{FF2B5EF4-FFF2-40B4-BE49-F238E27FC236}">
                <a16:creationId xmlns:a16="http://schemas.microsoft.com/office/drawing/2014/main" id="{ED0AC029-14CD-4990-8FC4-652139330A03}"/>
              </a:ext>
            </a:extLst>
          </p:cNvPr>
          <p:cNvSpPr>
            <a:spLocks/>
          </p:cNvSpPr>
          <p:nvPr/>
        </p:nvSpPr>
        <p:spPr>
          <a:xfrm>
            <a:off x="43797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5354">
            <a:extLst>
              <a:ext uri="{FF2B5EF4-FFF2-40B4-BE49-F238E27FC236}">
                <a16:creationId xmlns:a16="http://schemas.microsoft.com/office/drawing/2014/main" id="{D061C50E-AED2-4CDA-9DA8-E46E450323DF}"/>
              </a:ext>
            </a:extLst>
          </p:cNvPr>
          <p:cNvSpPr>
            <a:spLocks/>
          </p:cNvSpPr>
          <p:nvPr/>
        </p:nvSpPr>
        <p:spPr>
          <a:xfrm>
            <a:off x="42862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5355">
            <a:extLst>
              <a:ext uri="{FF2B5EF4-FFF2-40B4-BE49-F238E27FC236}">
                <a16:creationId xmlns:a16="http://schemas.microsoft.com/office/drawing/2014/main" id="{3261D056-6E36-4777-989A-F3B4BB1109DB}"/>
              </a:ext>
            </a:extLst>
          </p:cNvPr>
          <p:cNvSpPr>
            <a:spLocks/>
          </p:cNvSpPr>
          <p:nvPr/>
        </p:nvSpPr>
        <p:spPr>
          <a:xfrm>
            <a:off x="43703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5356">
            <a:extLst>
              <a:ext uri="{FF2B5EF4-FFF2-40B4-BE49-F238E27FC236}">
                <a16:creationId xmlns:a16="http://schemas.microsoft.com/office/drawing/2014/main" id="{3D303601-5CF4-478C-9896-E5E149EC12E5}"/>
              </a:ext>
            </a:extLst>
          </p:cNvPr>
          <p:cNvSpPr>
            <a:spLocks/>
          </p:cNvSpPr>
          <p:nvPr/>
        </p:nvSpPr>
        <p:spPr>
          <a:xfrm>
            <a:off x="4224682" y="3052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5357">
            <a:extLst>
              <a:ext uri="{FF2B5EF4-FFF2-40B4-BE49-F238E27FC236}">
                <a16:creationId xmlns:a16="http://schemas.microsoft.com/office/drawing/2014/main" id="{10589394-F26B-46D1-9D06-E2478885ABB9}"/>
              </a:ext>
            </a:extLst>
          </p:cNvPr>
          <p:cNvSpPr>
            <a:spLocks/>
          </p:cNvSpPr>
          <p:nvPr/>
        </p:nvSpPr>
        <p:spPr>
          <a:xfrm>
            <a:off x="4206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5358">
            <a:extLst>
              <a:ext uri="{FF2B5EF4-FFF2-40B4-BE49-F238E27FC236}">
                <a16:creationId xmlns:a16="http://schemas.microsoft.com/office/drawing/2014/main" id="{3D528BD8-6B8C-41D4-A9B7-3A3130F221D0}"/>
              </a:ext>
            </a:extLst>
          </p:cNvPr>
          <p:cNvSpPr>
            <a:spLocks/>
          </p:cNvSpPr>
          <p:nvPr/>
        </p:nvSpPr>
        <p:spPr>
          <a:xfrm>
            <a:off x="4390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5359">
            <a:extLst>
              <a:ext uri="{FF2B5EF4-FFF2-40B4-BE49-F238E27FC236}">
                <a16:creationId xmlns:a16="http://schemas.microsoft.com/office/drawing/2014/main" id="{FF18E033-6089-4DED-8FB9-1E46B8A06BDE}"/>
              </a:ext>
            </a:extLst>
          </p:cNvPr>
          <p:cNvSpPr>
            <a:spLocks/>
          </p:cNvSpPr>
          <p:nvPr/>
        </p:nvSpPr>
        <p:spPr>
          <a:xfrm>
            <a:off x="4217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5360">
            <a:extLst>
              <a:ext uri="{FF2B5EF4-FFF2-40B4-BE49-F238E27FC236}">
                <a16:creationId xmlns:a16="http://schemas.microsoft.com/office/drawing/2014/main" id="{72143999-8E91-4D6F-9263-DD773DFA92D2}"/>
              </a:ext>
            </a:extLst>
          </p:cNvPr>
          <p:cNvSpPr>
            <a:spLocks/>
          </p:cNvSpPr>
          <p:nvPr/>
        </p:nvSpPr>
        <p:spPr>
          <a:xfrm>
            <a:off x="43094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5361">
            <a:extLst>
              <a:ext uri="{FF2B5EF4-FFF2-40B4-BE49-F238E27FC236}">
                <a16:creationId xmlns:a16="http://schemas.microsoft.com/office/drawing/2014/main" id="{908648AE-91E7-449F-970B-C88A7129A3CB}"/>
              </a:ext>
            </a:extLst>
          </p:cNvPr>
          <p:cNvSpPr>
            <a:spLocks/>
          </p:cNvSpPr>
          <p:nvPr/>
        </p:nvSpPr>
        <p:spPr>
          <a:xfrm>
            <a:off x="4366395" y="30072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5362">
            <a:extLst>
              <a:ext uri="{FF2B5EF4-FFF2-40B4-BE49-F238E27FC236}">
                <a16:creationId xmlns:a16="http://schemas.microsoft.com/office/drawing/2014/main" id="{9C7903BB-D5B1-4F0B-8CF0-AAC5AC6F8237}"/>
              </a:ext>
            </a:extLst>
          </p:cNvPr>
          <p:cNvSpPr>
            <a:spLocks/>
          </p:cNvSpPr>
          <p:nvPr/>
        </p:nvSpPr>
        <p:spPr>
          <a:xfrm>
            <a:off x="428387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5363">
            <a:extLst>
              <a:ext uri="{FF2B5EF4-FFF2-40B4-BE49-F238E27FC236}">
                <a16:creationId xmlns:a16="http://schemas.microsoft.com/office/drawing/2014/main" id="{F49D94F7-76FA-4E08-8BA7-369D4A49B76A}"/>
              </a:ext>
            </a:extLst>
          </p:cNvPr>
          <p:cNvSpPr>
            <a:spLocks/>
          </p:cNvSpPr>
          <p:nvPr/>
        </p:nvSpPr>
        <p:spPr>
          <a:xfrm>
            <a:off x="43852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5364">
            <a:extLst>
              <a:ext uri="{FF2B5EF4-FFF2-40B4-BE49-F238E27FC236}">
                <a16:creationId xmlns:a16="http://schemas.microsoft.com/office/drawing/2014/main" id="{9D3FF2E5-DB40-4B8D-9F7F-1E7FC438F760}"/>
              </a:ext>
            </a:extLst>
          </p:cNvPr>
          <p:cNvSpPr>
            <a:spLocks/>
          </p:cNvSpPr>
          <p:nvPr/>
        </p:nvSpPr>
        <p:spPr>
          <a:xfrm>
            <a:off x="424999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5365">
            <a:extLst>
              <a:ext uri="{FF2B5EF4-FFF2-40B4-BE49-F238E27FC236}">
                <a16:creationId xmlns:a16="http://schemas.microsoft.com/office/drawing/2014/main" id="{8314AC25-7792-4779-8107-28F087E3BED5}"/>
              </a:ext>
            </a:extLst>
          </p:cNvPr>
          <p:cNvSpPr>
            <a:spLocks/>
          </p:cNvSpPr>
          <p:nvPr/>
        </p:nvSpPr>
        <p:spPr>
          <a:xfrm>
            <a:off x="4326911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5366">
            <a:extLst>
              <a:ext uri="{FF2B5EF4-FFF2-40B4-BE49-F238E27FC236}">
                <a16:creationId xmlns:a16="http://schemas.microsoft.com/office/drawing/2014/main" id="{7874125C-01E3-4246-AADF-E67252E884D9}"/>
              </a:ext>
            </a:extLst>
          </p:cNvPr>
          <p:cNvSpPr>
            <a:spLocks/>
          </p:cNvSpPr>
          <p:nvPr/>
        </p:nvSpPr>
        <p:spPr>
          <a:xfrm>
            <a:off x="4204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5367">
            <a:extLst>
              <a:ext uri="{FF2B5EF4-FFF2-40B4-BE49-F238E27FC236}">
                <a16:creationId xmlns:a16="http://schemas.microsoft.com/office/drawing/2014/main" id="{EEEAF2A1-8797-4560-BC67-94BC826A4DE3}"/>
              </a:ext>
            </a:extLst>
          </p:cNvPr>
          <p:cNvSpPr>
            <a:spLocks/>
          </p:cNvSpPr>
          <p:nvPr/>
        </p:nvSpPr>
        <p:spPr>
          <a:xfrm>
            <a:off x="442569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5368">
            <a:extLst>
              <a:ext uri="{FF2B5EF4-FFF2-40B4-BE49-F238E27FC236}">
                <a16:creationId xmlns:a16="http://schemas.microsoft.com/office/drawing/2014/main" id="{97F69FFE-2585-4636-9B69-FFDD595B2C43}"/>
              </a:ext>
            </a:extLst>
          </p:cNvPr>
          <p:cNvSpPr>
            <a:spLocks/>
          </p:cNvSpPr>
          <p:nvPr/>
        </p:nvSpPr>
        <p:spPr>
          <a:xfrm>
            <a:off x="438384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5369">
            <a:extLst>
              <a:ext uri="{FF2B5EF4-FFF2-40B4-BE49-F238E27FC236}">
                <a16:creationId xmlns:a16="http://schemas.microsoft.com/office/drawing/2014/main" id="{5E865A40-CE86-4496-AC07-794DC21E631F}"/>
              </a:ext>
            </a:extLst>
          </p:cNvPr>
          <p:cNvSpPr>
            <a:spLocks/>
          </p:cNvSpPr>
          <p:nvPr/>
        </p:nvSpPr>
        <p:spPr>
          <a:xfrm>
            <a:off x="437604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5370">
            <a:extLst>
              <a:ext uri="{FF2B5EF4-FFF2-40B4-BE49-F238E27FC236}">
                <a16:creationId xmlns:a16="http://schemas.microsoft.com/office/drawing/2014/main" id="{F50B6329-CF34-4F01-96DA-AF2E69150040}"/>
              </a:ext>
            </a:extLst>
          </p:cNvPr>
          <p:cNvSpPr>
            <a:spLocks/>
          </p:cNvSpPr>
          <p:nvPr/>
        </p:nvSpPr>
        <p:spPr>
          <a:xfrm>
            <a:off x="4224270" y="2917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5371">
            <a:extLst>
              <a:ext uri="{FF2B5EF4-FFF2-40B4-BE49-F238E27FC236}">
                <a16:creationId xmlns:a16="http://schemas.microsoft.com/office/drawing/2014/main" id="{2D3C7D71-946F-4DC7-8DE2-F82A2329085D}"/>
              </a:ext>
            </a:extLst>
          </p:cNvPr>
          <p:cNvSpPr>
            <a:spLocks/>
          </p:cNvSpPr>
          <p:nvPr/>
        </p:nvSpPr>
        <p:spPr>
          <a:xfrm>
            <a:off x="44123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5372">
            <a:extLst>
              <a:ext uri="{FF2B5EF4-FFF2-40B4-BE49-F238E27FC236}">
                <a16:creationId xmlns:a16="http://schemas.microsoft.com/office/drawing/2014/main" id="{B1A93EE6-ACA7-4AF4-89E2-2D1A6C3E7DDF}"/>
              </a:ext>
            </a:extLst>
          </p:cNvPr>
          <p:cNvSpPr>
            <a:spLocks/>
          </p:cNvSpPr>
          <p:nvPr/>
        </p:nvSpPr>
        <p:spPr>
          <a:xfrm>
            <a:off x="438275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5373">
            <a:extLst>
              <a:ext uri="{FF2B5EF4-FFF2-40B4-BE49-F238E27FC236}">
                <a16:creationId xmlns:a16="http://schemas.microsoft.com/office/drawing/2014/main" id="{7474F91B-4F5A-4384-B453-47C6B6EC2876}"/>
              </a:ext>
            </a:extLst>
          </p:cNvPr>
          <p:cNvSpPr>
            <a:spLocks/>
          </p:cNvSpPr>
          <p:nvPr/>
        </p:nvSpPr>
        <p:spPr>
          <a:xfrm>
            <a:off x="4321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5374">
            <a:extLst>
              <a:ext uri="{FF2B5EF4-FFF2-40B4-BE49-F238E27FC236}">
                <a16:creationId xmlns:a16="http://schemas.microsoft.com/office/drawing/2014/main" id="{52D6E241-7227-4C9F-A004-01F626F6A685}"/>
              </a:ext>
            </a:extLst>
          </p:cNvPr>
          <p:cNvSpPr>
            <a:spLocks/>
          </p:cNvSpPr>
          <p:nvPr/>
        </p:nvSpPr>
        <p:spPr>
          <a:xfrm>
            <a:off x="43319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5375">
            <a:extLst>
              <a:ext uri="{FF2B5EF4-FFF2-40B4-BE49-F238E27FC236}">
                <a16:creationId xmlns:a16="http://schemas.microsoft.com/office/drawing/2014/main" id="{9DD3DE2A-7A52-43E5-972A-476E366C2031}"/>
              </a:ext>
            </a:extLst>
          </p:cNvPr>
          <p:cNvSpPr>
            <a:spLocks/>
          </p:cNvSpPr>
          <p:nvPr/>
        </p:nvSpPr>
        <p:spPr>
          <a:xfrm>
            <a:off x="428957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5376">
            <a:extLst>
              <a:ext uri="{FF2B5EF4-FFF2-40B4-BE49-F238E27FC236}">
                <a16:creationId xmlns:a16="http://schemas.microsoft.com/office/drawing/2014/main" id="{51F1CD4F-A4A1-4E09-B536-B473CD09F197}"/>
              </a:ext>
            </a:extLst>
          </p:cNvPr>
          <p:cNvSpPr>
            <a:spLocks/>
          </p:cNvSpPr>
          <p:nvPr/>
        </p:nvSpPr>
        <p:spPr>
          <a:xfrm>
            <a:off x="43510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5377">
            <a:extLst>
              <a:ext uri="{FF2B5EF4-FFF2-40B4-BE49-F238E27FC236}">
                <a16:creationId xmlns:a16="http://schemas.microsoft.com/office/drawing/2014/main" id="{19B0EBEB-87C7-425F-A5F1-00412660EF10}"/>
              </a:ext>
            </a:extLst>
          </p:cNvPr>
          <p:cNvSpPr>
            <a:spLocks/>
          </p:cNvSpPr>
          <p:nvPr/>
        </p:nvSpPr>
        <p:spPr>
          <a:xfrm>
            <a:off x="42156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5378">
            <a:extLst>
              <a:ext uri="{FF2B5EF4-FFF2-40B4-BE49-F238E27FC236}">
                <a16:creationId xmlns:a16="http://schemas.microsoft.com/office/drawing/2014/main" id="{29E85C1B-8911-493D-882F-7D386840D74E}"/>
              </a:ext>
            </a:extLst>
          </p:cNvPr>
          <p:cNvSpPr>
            <a:spLocks/>
          </p:cNvSpPr>
          <p:nvPr/>
        </p:nvSpPr>
        <p:spPr>
          <a:xfrm>
            <a:off x="428399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5379">
            <a:extLst>
              <a:ext uri="{FF2B5EF4-FFF2-40B4-BE49-F238E27FC236}">
                <a16:creationId xmlns:a16="http://schemas.microsoft.com/office/drawing/2014/main" id="{C91E0391-1875-4582-BA2C-35495C019D24}"/>
              </a:ext>
            </a:extLst>
          </p:cNvPr>
          <p:cNvSpPr>
            <a:spLocks/>
          </p:cNvSpPr>
          <p:nvPr/>
        </p:nvSpPr>
        <p:spPr>
          <a:xfrm>
            <a:off x="4281383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5380">
            <a:extLst>
              <a:ext uri="{FF2B5EF4-FFF2-40B4-BE49-F238E27FC236}">
                <a16:creationId xmlns:a16="http://schemas.microsoft.com/office/drawing/2014/main" id="{4C2F1B8B-360F-440B-AA54-CC2132230125}"/>
              </a:ext>
            </a:extLst>
          </p:cNvPr>
          <p:cNvSpPr>
            <a:spLocks/>
          </p:cNvSpPr>
          <p:nvPr/>
        </p:nvSpPr>
        <p:spPr>
          <a:xfrm>
            <a:off x="442136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5381">
            <a:extLst>
              <a:ext uri="{FF2B5EF4-FFF2-40B4-BE49-F238E27FC236}">
                <a16:creationId xmlns:a16="http://schemas.microsoft.com/office/drawing/2014/main" id="{FA61A1C3-A631-4488-99CD-0A0D220E4A0F}"/>
              </a:ext>
            </a:extLst>
          </p:cNvPr>
          <p:cNvSpPr>
            <a:spLocks/>
          </p:cNvSpPr>
          <p:nvPr/>
        </p:nvSpPr>
        <p:spPr>
          <a:xfrm>
            <a:off x="4412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5382">
            <a:extLst>
              <a:ext uri="{FF2B5EF4-FFF2-40B4-BE49-F238E27FC236}">
                <a16:creationId xmlns:a16="http://schemas.microsoft.com/office/drawing/2014/main" id="{BAF677F3-1F20-4D69-A48C-06D3C9AAFC0E}"/>
              </a:ext>
            </a:extLst>
          </p:cNvPr>
          <p:cNvSpPr>
            <a:spLocks/>
          </p:cNvSpPr>
          <p:nvPr/>
        </p:nvSpPr>
        <p:spPr>
          <a:xfrm>
            <a:off x="43030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5383">
            <a:extLst>
              <a:ext uri="{FF2B5EF4-FFF2-40B4-BE49-F238E27FC236}">
                <a16:creationId xmlns:a16="http://schemas.microsoft.com/office/drawing/2014/main" id="{1C31BD32-5709-4468-A291-8D2CDBE67936}"/>
              </a:ext>
            </a:extLst>
          </p:cNvPr>
          <p:cNvSpPr>
            <a:spLocks/>
          </p:cNvSpPr>
          <p:nvPr/>
        </p:nvSpPr>
        <p:spPr>
          <a:xfrm>
            <a:off x="426830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5384">
            <a:extLst>
              <a:ext uri="{FF2B5EF4-FFF2-40B4-BE49-F238E27FC236}">
                <a16:creationId xmlns:a16="http://schemas.microsoft.com/office/drawing/2014/main" id="{E1819106-7573-4DFF-81E6-0202FB3038FA}"/>
              </a:ext>
            </a:extLst>
          </p:cNvPr>
          <p:cNvSpPr>
            <a:spLocks/>
          </p:cNvSpPr>
          <p:nvPr/>
        </p:nvSpPr>
        <p:spPr>
          <a:xfrm>
            <a:off x="436591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5385">
            <a:extLst>
              <a:ext uri="{FF2B5EF4-FFF2-40B4-BE49-F238E27FC236}">
                <a16:creationId xmlns:a16="http://schemas.microsoft.com/office/drawing/2014/main" id="{FD369BFF-D78D-4211-8A9B-68EEA8E2DCA8}"/>
              </a:ext>
            </a:extLst>
          </p:cNvPr>
          <p:cNvSpPr>
            <a:spLocks/>
          </p:cNvSpPr>
          <p:nvPr/>
        </p:nvSpPr>
        <p:spPr>
          <a:xfrm>
            <a:off x="437905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5386">
            <a:extLst>
              <a:ext uri="{FF2B5EF4-FFF2-40B4-BE49-F238E27FC236}">
                <a16:creationId xmlns:a16="http://schemas.microsoft.com/office/drawing/2014/main" id="{08CF2D30-B04E-4AD0-BAA0-6B04B59BE05E}"/>
              </a:ext>
            </a:extLst>
          </p:cNvPr>
          <p:cNvSpPr>
            <a:spLocks/>
          </p:cNvSpPr>
          <p:nvPr/>
        </p:nvSpPr>
        <p:spPr>
          <a:xfrm>
            <a:off x="42211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5387">
            <a:extLst>
              <a:ext uri="{FF2B5EF4-FFF2-40B4-BE49-F238E27FC236}">
                <a16:creationId xmlns:a16="http://schemas.microsoft.com/office/drawing/2014/main" id="{DDA93DDA-6C78-407C-86A6-8933DA69BC7C}"/>
              </a:ext>
            </a:extLst>
          </p:cNvPr>
          <p:cNvSpPr>
            <a:spLocks/>
          </p:cNvSpPr>
          <p:nvPr/>
        </p:nvSpPr>
        <p:spPr>
          <a:xfrm>
            <a:off x="433192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5388">
            <a:extLst>
              <a:ext uri="{FF2B5EF4-FFF2-40B4-BE49-F238E27FC236}">
                <a16:creationId xmlns:a16="http://schemas.microsoft.com/office/drawing/2014/main" id="{3CDF215E-8F24-42D5-AA21-66B17C773D8A}"/>
              </a:ext>
            </a:extLst>
          </p:cNvPr>
          <p:cNvSpPr>
            <a:spLocks/>
          </p:cNvSpPr>
          <p:nvPr/>
        </p:nvSpPr>
        <p:spPr>
          <a:xfrm>
            <a:off x="4387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5389">
            <a:extLst>
              <a:ext uri="{FF2B5EF4-FFF2-40B4-BE49-F238E27FC236}">
                <a16:creationId xmlns:a16="http://schemas.microsoft.com/office/drawing/2014/main" id="{B0AEB45D-C409-4DC3-9FBC-1311F6A67ADC}"/>
              </a:ext>
            </a:extLst>
          </p:cNvPr>
          <p:cNvSpPr>
            <a:spLocks/>
          </p:cNvSpPr>
          <p:nvPr/>
        </p:nvSpPr>
        <p:spPr>
          <a:xfrm>
            <a:off x="427153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5390">
            <a:extLst>
              <a:ext uri="{FF2B5EF4-FFF2-40B4-BE49-F238E27FC236}">
                <a16:creationId xmlns:a16="http://schemas.microsoft.com/office/drawing/2014/main" id="{C0A269A8-4DFF-41EF-90F1-47BEE7437C8D}"/>
              </a:ext>
            </a:extLst>
          </p:cNvPr>
          <p:cNvSpPr>
            <a:spLocks/>
          </p:cNvSpPr>
          <p:nvPr/>
        </p:nvSpPr>
        <p:spPr>
          <a:xfrm>
            <a:off x="4274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5391">
            <a:extLst>
              <a:ext uri="{FF2B5EF4-FFF2-40B4-BE49-F238E27FC236}">
                <a16:creationId xmlns:a16="http://schemas.microsoft.com/office/drawing/2014/main" id="{9D70EA2F-C009-4276-ACD6-1253DAA2CD47}"/>
              </a:ext>
            </a:extLst>
          </p:cNvPr>
          <p:cNvSpPr>
            <a:spLocks/>
          </p:cNvSpPr>
          <p:nvPr/>
        </p:nvSpPr>
        <p:spPr>
          <a:xfrm>
            <a:off x="4360827" y="3605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5392">
            <a:extLst>
              <a:ext uri="{FF2B5EF4-FFF2-40B4-BE49-F238E27FC236}">
                <a16:creationId xmlns:a16="http://schemas.microsoft.com/office/drawing/2014/main" id="{7669C574-005D-4AB1-834C-21C86BFBC25D}"/>
              </a:ext>
            </a:extLst>
          </p:cNvPr>
          <p:cNvSpPr>
            <a:spLocks/>
          </p:cNvSpPr>
          <p:nvPr/>
        </p:nvSpPr>
        <p:spPr>
          <a:xfrm>
            <a:off x="427490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5393">
            <a:extLst>
              <a:ext uri="{FF2B5EF4-FFF2-40B4-BE49-F238E27FC236}">
                <a16:creationId xmlns:a16="http://schemas.microsoft.com/office/drawing/2014/main" id="{BEFE1237-9FAD-45DE-AACF-A3196E4835AE}"/>
              </a:ext>
            </a:extLst>
          </p:cNvPr>
          <p:cNvSpPr>
            <a:spLocks/>
          </p:cNvSpPr>
          <p:nvPr/>
        </p:nvSpPr>
        <p:spPr>
          <a:xfrm>
            <a:off x="4203276" y="38952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5394">
            <a:extLst>
              <a:ext uri="{FF2B5EF4-FFF2-40B4-BE49-F238E27FC236}">
                <a16:creationId xmlns:a16="http://schemas.microsoft.com/office/drawing/2014/main" id="{71ACE43D-0509-4803-9559-35C6DE7387D2}"/>
              </a:ext>
            </a:extLst>
          </p:cNvPr>
          <p:cNvSpPr>
            <a:spLocks/>
          </p:cNvSpPr>
          <p:nvPr/>
        </p:nvSpPr>
        <p:spPr>
          <a:xfrm>
            <a:off x="4207351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5395">
            <a:extLst>
              <a:ext uri="{FF2B5EF4-FFF2-40B4-BE49-F238E27FC236}">
                <a16:creationId xmlns:a16="http://schemas.microsoft.com/office/drawing/2014/main" id="{98FF6E4A-055E-4350-93E7-B1374A664AF2}"/>
              </a:ext>
            </a:extLst>
          </p:cNvPr>
          <p:cNvSpPr>
            <a:spLocks/>
          </p:cNvSpPr>
          <p:nvPr/>
        </p:nvSpPr>
        <p:spPr>
          <a:xfrm>
            <a:off x="432308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5396">
            <a:extLst>
              <a:ext uri="{FF2B5EF4-FFF2-40B4-BE49-F238E27FC236}">
                <a16:creationId xmlns:a16="http://schemas.microsoft.com/office/drawing/2014/main" id="{12592300-9F02-41E8-A15D-D03BEAF2F5C7}"/>
              </a:ext>
            </a:extLst>
          </p:cNvPr>
          <p:cNvSpPr>
            <a:spLocks/>
          </p:cNvSpPr>
          <p:nvPr/>
        </p:nvSpPr>
        <p:spPr>
          <a:xfrm>
            <a:off x="430026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5397">
            <a:extLst>
              <a:ext uri="{FF2B5EF4-FFF2-40B4-BE49-F238E27FC236}">
                <a16:creationId xmlns:a16="http://schemas.microsoft.com/office/drawing/2014/main" id="{A160E9C1-0A7B-4065-A34D-47BA721D4636}"/>
              </a:ext>
            </a:extLst>
          </p:cNvPr>
          <p:cNvSpPr>
            <a:spLocks/>
          </p:cNvSpPr>
          <p:nvPr/>
        </p:nvSpPr>
        <p:spPr>
          <a:xfrm>
            <a:off x="43450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5398">
            <a:extLst>
              <a:ext uri="{FF2B5EF4-FFF2-40B4-BE49-F238E27FC236}">
                <a16:creationId xmlns:a16="http://schemas.microsoft.com/office/drawing/2014/main" id="{5DDE4C55-A625-48B7-8B17-27C6F9EEF066}"/>
              </a:ext>
            </a:extLst>
          </p:cNvPr>
          <p:cNvSpPr>
            <a:spLocks/>
          </p:cNvSpPr>
          <p:nvPr/>
        </p:nvSpPr>
        <p:spPr>
          <a:xfrm>
            <a:off x="43534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5399">
            <a:extLst>
              <a:ext uri="{FF2B5EF4-FFF2-40B4-BE49-F238E27FC236}">
                <a16:creationId xmlns:a16="http://schemas.microsoft.com/office/drawing/2014/main" id="{31A0A860-8C02-408E-A9F5-FF32B4743916}"/>
              </a:ext>
            </a:extLst>
          </p:cNvPr>
          <p:cNvSpPr>
            <a:spLocks/>
          </p:cNvSpPr>
          <p:nvPr/>
        </p:nvSpPr>
        <p:spPr>
          <a:xfrm>
            <a:off x="422885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5400">
            <a:extLst>
              <a:ext uri="{FF2B5EF4-FFF2-40B4-BE49-F238E27FC236}">
                <a16:creationId xmlns:a16="http://schemas.microsoft.com/office/drawing/2014/main" id="{2D7CB0CD-2DDC-4553-966A-D872D54B5DD6}"/>
              </a:ext>
            </a:extLst>
          </p:cNvPr>
          <p:cNvSpPr>
            <a:spLocks/>
          </p:cNvSpPr>
          <p:nvPr/>
        </p:nvSpPr>
        <p:spPr>
          <a:xfrm>
            <a:off x="4387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5401">
            <a:extLst>
              <a:ext uri="{FF2B5EF4-FFF2-40B4-BE49-F238E27FC236}">
                <a16:creationId xmlns:a16="http://schemas.microsoft.com/office/drawing/2014/main" id="{AD4AB7D4-9E15-4259-8009-AD1EE07FFC36}"/>
              </a:ext>
            </a:extLst>
          </p:cNvPr>
          <p:cNvSpPr>
            <a:spLocks/>
          </p:cNvSpPr>
          <p:nvPr/>
        </p:nvSpPr>
        <p:spPr>
          <a:xfrm>
            <a:off x="4249529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5402">
            <a:extLst>
              <a:ext uri="{FF2B5EF4-FFF2-40B4-BE49-F238E27FC236}">
                <a16:creationId xmlns:a16="http://schemas.microsoft.com/office/drawing/2014/main" id="{26FD6B93-572A-449A-B4FB-2DD9B970E0F2}"/>
              </a:ext>
            </a:extLst>
          </p:cNvPr>
          <p:cNvSpPr>
            <a:spLocks/>
          </p:cNvSpPr>
          <p:nvPr/>
        </p:nvSpPr>
        <p:spPr>
          <a:xfrm>
            <a:off x="4328665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5403">
            <a:extLst>
              <a:ext uri="{FF2B5EF4-FFF2-40B4-BE49-F238E27FC236}">
                <a16:creationId xmlns:a16="http://schemas.microsoft.com/office/drawing/2014/main" id="{E63EFD09-9EA7-41D1-B77A-E65FE4F614C4}"/>
              </a:ext>
            </a:extLst>
          </p:cNvPr>
          <p:cNvSpPr>
            <a:spLocks/>
          </p:cNvSpPr>
          <p:nvPr/>
        </p:nvSpPr>
        <p:spPr>
          <a:xfrm>
            <a:off x="4375484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5404">
            <a:extLst>
              <a:ext uri="{FF2B5EF4-FFF2-40B4-BE49-F238E27FC236}">
                <a16:creationId xmlns:a16="http://schemas.microsoft.com/office/drawing/2014/main" id="{A6ED0E13-B464-4C3F-95AE-B076A62BF852}"/>
              </a:ext>
            </a:extLst>
          </p:cNvPr>
          <p:cNvSpPr>
            <a:spLocks/>
          </p:cNvSpPr>
          <p:nvPr/>
        </p:nvSpPr>
        <p:spPr>
          <a:xfrm>
            <a:off x="42706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5405">
            <a:extLst>
              <a:ext uri="{FF2B5EF4-FFF2-40B4-BE49-F238E27FC236}">
                <a16:creationId xmlns:a16="http://schemas.microsoft.com/office/drawing/2014/main" id="{AEAB77AF-3AA5-4048-8352-A5CA6A64574A}"/>
              </a:ext>
            </a:extLst>
          </p:cNvPr>
          <p:cNvSpPr>
            <a:spLocks/>
          </p:cNvSpPr>
          <p:nvPr/>
        </p:nvSpPr>
        <p:spPr>
          <a:xfrm>
            <a:off x="43997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5406">
            <a:extLst>
              <a:ext uri="{FF2B5EF4-FFF2-40B4-BE49-F238E27FC236}">
                <a16:creationId xmlns:a16="http://schemas.microsoft.com/office/drawing/2014/main" id="{DF9F1508-B070-46AE-BC51-DB4F76F6FC37}"/>
              </a:ext>
            </a:extLst>
          </p:cNvPr>
          <p:cNvSpPr>
            <a:spLocks/>
          </p:cNvSpPr>
          <p:nvPr/>
        </p:nvSpPr>
        <p:spPr>
          <a:xfrm>
            <a:off x="435045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5407">
            <a:extLst>
              <a:ext uri="{FF2B5EF4-FFF2-40B4-BE49-F238E27FC236}">
                <a16:creationId xmlns:a16="http://schemas.microsoft.com/office/drawing/2014/main" id="{405E3F26-39B1-40AE-B334-31EC47067356}"/>
              </a:ext>
            </a:extLst>
          </p:cNvPr>
          <p:cNvSpPr>
            <a:spLocks/>
          </p:cNvSpPr>
          <p:nvPr/>
        </p:nvSpPr>
        <p:spPr>
          <a:xfrm>
            <a:off x="42204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5408">
            <a:extLst>
              <a:ext uri="{FF2B5EF4-FFF2-40B4-BE49-F238E27FC236}">
                <a16:creationId xmlns:a16="http://schemas.microsoft.com/office/drawing/2014/main" id="{242E759F-5E2E-42D6-AEB0-8B37E9322988}"/>
              </a:ext>
            </a:extLst>
          </p:cNvPr>
          <p:cNvSpPr>
            <a:spLocks/>
          </p:cNvSpPr>
          <p:nvPr/>
        </p:nvSpPr>
        <p:spPr>
          <a:xfrm>
            <a:off x="4307577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5409">
            <a:extLst>
              <a:ext uri="{FF2B5EF4-FFF2-40B4-BE49-F238E27FC236}">
                <a16:creationId xmlns:a16="http://schemas.microsoft.com/office/drawing/2014/main" id="{906EF07C-4EF8-4ED1-B414-221F5FD6F439}"/>
              </a:ext>
            </a:extLst>
          </p:cNvPr>
          <p:cNvSpPr>
            <a:spLocks/>
          </p:cNvSpPr>
          <p:nvPr/>
        </p:nvSpPr>
        <p:spPr>
          <a:xfrm>
            <a:off x="43539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5410">
            <a:extLst>
              <a:ext uri="{FF2B5EF4-FFF2-40B4-BE49-F238E27FC236}">
                <a16:creationId xmlns:a16="http://schemas.microsoft.com/office/drawing/2014/main" id="{13C23089-99FD-4660-8AA4-B0EFFED8115F}"/>
              </a:ext>
            </a:extLst>
          </p:cNvPr>
          <p:cNvSpPr>
            <a:spLocks/>
          </p:cNvSpPr>
          <p:nvPr/>
        </p:nvSpPr>
        <p:spPr>
          <a:xfrm>
            <a:off x="44203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5411">
            <a:extLst>
              <a:ext uri="{FF2B5EF4-FFF2-40B4-BE49-F238E27FC236}">
                <a16:creationId xmlns:a16="http://schemas.microsoft.com/office/drawing/2014/main" id="{060EEF8E-A170-4AD5-A3BA-1690A67936D7}"/>
              </a:ext>
            </a:extLst>
          </p:cNvPr>
          <p:cNvSpPr>
            <a:spLocks/>
          </p:cNvSpPr>
          <p:nvPr/>
        </p:nvSpPr>
        <p:spPr>
          <a:xfrm>
            <a:off x="439615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5412">
            <a:extLst>
              <a:ext uri="{FF2B5EF4-FFF2-40B4-BE49-F238E27FC236}">
                <a16:creationId xmlns:a16="http://schemas.microsoft.com/office/drawing/2014/main" id="{2E9BDB2D-E7F6-49E0-B3A0-95284A818754}"/>
              </a:ext>
            </a:extLst>
          </p:cNvPr>
          <p:cNvSpPr>
            <a:spLocks/>
          </p:cNvSpPr>
          <p:nvPr/>
        </p:nvSpPr>
        <p:spPr>
          <a:xfrm>
            <a:off x="42769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5413">
            <a:extLst>
              <a:ext uri="{FF2B5EF4-FFF2-40B4-BE49-F238E27FC236}">
                <a16:creationId xmlns:a16="http://schemas.microsoft.com/office/drawing/2014/main" id="{9A1193C0-55D3-43BD-B4C7-D3706B2FAFDA}"/>
              </a:ext>
            </a:extLst>
          </p:cNvPr>
          <p:cNvSpPr>
            <a:spLocks/>
          </p:cNvSpPr>
          <p:nvPr/>
        </p:nvSpPr>
        <p:spPr>
          <a:xfrm>
            <a:off x="42399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5414">
            <a:extLst>
              <a:ext uri="{FF2B5EF4-FFF2-40B4-BE49-F238E27FC236}">
                <a16:creationId xmlns:a16="http://schemas.microsoft.com/office/drawing/2014/main" id="{CA7E5C88-7D55-45C0-86DC-D1D473D9115E}"/>
              </a:ext>
            </a:extLst>
          </p:cNvPr>
          <p:cNvSpPr>
            <a:spLocks/>
          </p:cNvSpPr>
          <p:nvPr/>
        </p:nvSpPr>
        <p:spPr>
          <a:xfrm>
            <a:off x="4417021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5415">
            <a:extLst>
              <a:ext uri="{FF2B5EF4-FFF2-40B4-BE49-F238E27FC236}">
                <a16:creationId xmlns:a16="http://schemas.microsoft.com/office/drawing/2014/main" id="{4426A96F-8B13-4A0C-962B-3F3FFF2D8661}"/>
              </a:ext>
            </a:extLst>
          </p:cNvPr>
          <p:cNvSpPr>
            <a:spLocks/>
          </p:cNvSpPr>
          <p:nvPr/>
        </p:nvSpPr>
        <p:spPr>
          <a:xfrm>
            <a:off x="44020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5416">
            <a:extLst>
              <a:ext uri="{FF2B5EF4-FFF2-40B4-BE49-F238E27FC236}">
                <a16:creationId xmlns:a16="http://schemas.microsoft.com/office/drawing/2014/main" id="{5A4FB1E8-E45A-4B10-B1D3-AB57E6151204}"/>
              </a:ext>
            </a:extLst>
          </p:cNvPr>
          <p:cNvSpPr>
            <a:spLocks/>
          </p:cNvSpPr>
          <p:nvPr/>
        </p:nvSpPr>
        <p:spPr>
          <a:xfrm>
            <a:off x="425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5417">
            <a:extLst>
              <a:ext uri="{FF2B5EF4-FFF2-40B4-BE49-F238E27FC236}">
                <a16:creationId xmlns:a16="http://schemas.microsoft.com/office/drawing/2014/main" id="{0B567668-6FD8-4354-8329-C29862C18A7B}"/>
              </a:ext>
            </a:extLst>
          </p:cNvPr>
          <p:cNvSpPr>
            <a:spLocks/>
          </p:cNvSpPr>
          <p:nvPr/>
        </p:nvSpPr>
        <p:spPr>
          <a:xfrm>
            <a:off x="4350609" y="2817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5418">
            <a:extLst>
              <a:ext uri="{FF2B5EF4-FFF2-40B4-BE49-F238E27FC236}">
                <a16:creationId xmlns:a16="http://schemas.microsoft.com/office/drawing/2014/main" id="{9FF620C9-E671-48AF-9B88-B79547CEC8E9}"/>
              </a:ext>
            </a:extLst>
          </p:cNvPr>
          <p:cNvSpPr>
            <a:spLocks/>
          </p:cNvSpPr>
          <p:nvPr/>
        </p:nvSpPr>
        <p:spPr>
          <a:xfrm>
            <a:off x="442615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5419">
            <a:extLst>
              <a:ext uri="{FF2B5EF4-FFF2-40B4-BE49-F238E27FC236}">
                <a16:creationId xmlns:a16="http://schemas.microsoft.com/office/drawing/2014/main" id="{740F2FB1-9C42-44FD-8FC2-60DCA82908ED}"/>
              </a:ext>
            </a:extLst>
          </p:cNvPr>
          <p:cNvSpPr>
            <a:spLocks/>
          </p:cNvSpPr>
          <p:nvPr/>
        </p:nvSpPr>
        <p:spPr>
          <a:xfrm>
            <a:off x="42847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5420">
            <a:extLst>
              <a:ext uri="{FF2B5EF4-FFF2-40B4-BE49-F238E27FC236}">
                <a16:creationId xmlns:a16="http://schemas.microsoft.com/office/drawing/2014/main" id="{3B150526-605A-4955-8CBC-99C45A58F956}"/>
              </a:ext>
            </a:extLst>
          </p:cNvPr>
          <p:cNvSpPr>
            <a:spLocks/>
          </p:cNvSpPr>
          <p:nvPr/>
        </p:nvSpPr>
        <p:spPr>
          <a:xfrm>
            <a:off x="4305150" y="39243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5421">
            <a:extLst>
              <a:ext uri="{FF2B5EF4-FFF2-40B4-BE49-F238E27FC236}">
                <a16:creationId xmlns:a16="http://schemas.microsoft.com/office/drawing/2014/main" id="{020E8E34-2559-444B-82D4-A64130FDE367}"/>
              </a:ext>
            </a:extLst>
          </p:cNvPr>
          <p:cNvSpPr>
            <a:spLocks/>
          </p:cNvSpPr>
          <p:nvPr/>
        </p:nvSpPr>
        <p:spPr>
          <a:xfrm>
            <a:off x="4231255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5422">
            <a:extLst>
              <a:ext uri="{FF2B5EF4-FFF2-40B4-BE49-F238E27FC236}">
                <a16:creationId xmlns:a16="http://schemas.microsoft.com/office/drawing/2014/main" id="{BEA216AE-E1B0-4B67-A0CA-5DC2D246F261}"/>
              </a:ext>
            </a:extLst>
          </p:cNvPr>
          <p:cNvSpPr>
            <a:spLocks/>
          </p:cNvSpPr>
          <p:nvPr/>
        </p:nvSpPr>
        <p:spPr>
          <a:xfrm>
            <a:off x="42927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5423">
            <a:extLst>
              <a:ext uri="{FF2B5EF4-FFF2-40B4-BE49-F238E27FC236}">
                <a16:creationId xmlns:a16="http://schemas.microsoft.com/office/drawing/2014/main" id="{923AB4EF-4BB2-4631-809F-A5461B33E662}"/>
              </a:ext>
            </a:extLst>
          </p:cNvPr>
          <p:cNvSpPr>
            <a:spLocks/>
          </p:cNvSpPr>
          <p:nvPr/>
        </p:nvSpPr>
        <p:spPr>
          <a:xfrm>
            <a:off x="42415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5424">
            <a:extLst>
              <a:ext uri="{FF2B5EF4-FFF2-40B4-BE49-F238E27FC236}">
                <a16:creationId xmlns:a16="http://schemas.microsoft.com/office/drawing/2014/main" id="{6C4F05A0-1481-4FF1-B9A1-8AF0F0AEF424}"/>
              </a:ext>
            </a:extLst>
          </p:cNvPr>
          <p:cNvSpPr>
            <a:spLocks/>
          </p:cNvSpPr>
          <p:nvPr/>
        </p:nvSpPr>
        <p:spPr>
          <a:xfrm>
            <a:off x="42460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5425">
            <a:extLst>
              <a:ext uri="{FF2B5EF4-FFF2-40B4-BE49-F238E27FC236}">
                <a16:creationId xmlns:a16="http://schemas.microsoft.com/office/drawing/2014/main" id="{42E1CBD1-D5B3-4C2A-BAC2-02B49842CAD5}"/>
              </a:ext>
            </a:extLst>
          </p:cNvPr>
          <p:cNvSpPr>
            <a:spLocks/>
          </p:cNvSpPr>
          <p:nvPr/>
        </p:nvSpPr>
        <p:spPr>
          <a:xfrm>
            <a:off x="4230129" y="39722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5426">
            <a:extLst>
              <a:ext uri="{FF2B5EF4-FFF2-40B4-BE49-F238E27FC236}">
                <a16:creationId xmlns:a16="http://schemas.microsoft.com/office/drawing/2014/main" id="{364EDDF4-D2DF-4973-AE7D-62EA537963B0}"/>
              </a:ext>
            </a:extLst>
          </p:cNvPr>
          <p:cNvSpPr>
            <a:spLocks/>
          </p:cNvSpPr>
          <p:nvPr/>
        </p:nvSpPr>
        <p:spPr>
          <a:xfrm>
            <a:off x="421939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5427">
            <a:extLst>
              <a:ext uri="{FF2B5EF4-FFF2-40B4-BE49-F238E27FC236}">
                <a16:creationId xmlns:a16="http://schemas.microsoft.com/office/drawing/2014/main" id="{4DDE7914-B362-4B67-870E-F473B9C6DA6C}"/>
              </a:ext>
            </a:extLst>
          </p:cNvPr>
          <p:cNvSpPr>
            <a:spLocks/>
          </p:cNvSpPr>
          <p:nvPr/>
        </p:nvSpPr>
        <p:spPr>
          <a:xfrm>
            <a:off x="43218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5428">
            <a:extLst>
              <a:ext uri="{FF2B5EF4-FFF2-40B4-BE49-F238E27FC236}">
                <a16:creationId xmlns:a16="http://schemas.microsoft.com/office/drawing/2014/main" id="{D98710C8-781C-4365-8152-3AE0D4530111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0" name="data_5429">
            <a:extLst>
              <a:ext uri="{FF2B5EF4-FFF2-40B4-BE49-F238E27FC236}">
                <a16:creationId xmlns:a16="http://schemas.microsoft.com/office/drawing/2014/main" id="{D8718F01-3DC9-4A54-9C32-C88D5D67D727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1" name="text_5430">
            <a:extLst>
              <a:ext uri="{FF2B5EF4-FFF2-40B4-BE49-F238E27FC236}">
                <a16:creationId xmlns:a16="http://schemas.microsoft.com/office/drawing/2014/main" id="{3854386C-1C42-49DB-8BAD-0168D36340D4}"/>
              </a:ext>
            </a:extLst>
          </p:cNvPr>
          <p:cNvSpPr>
            <a:spLocks/>
          </p:cNvSpPr>
          <p:nvPr/>
        </p:nvSpPr>
        <p:spPr>
          <a:xfrm>
            <a:off x="709414" y="1897352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5431">
            <a:extLst>
              <a:ext uri="{FF2B5EF4-FFF2-40B4-BE49-F238E27FC236}">
                <a16:creationId xmlns:a16="http://schemas.microsoft.com/office/drawing/2014/main" id="{F4B5D361-9F5B-459A-8656-C71C4890F035}"/>
              </a:ext>
            </a:extLst>
          </p:cNvPr>
          <p:cNvSpPr>
            <a:spLocks/>
          </p:cNvSpPr>
          <p:nvPr/>
        </p:nvSpPr>
        <p:spPr>
          <a:xfrm>
            <a:off x="1188244" y="1919926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5432">
            <a:extLst>
              <a:ext uri="{FF2B5EF4-FFF2-40B4-BE49-F238E27FC236}">
                <a16:creationId xmlns:a16="http://schemas.microsoft.com/office/drawing/2014/main" id="{61DD602C-BEC2-4C80-AB79-925BC28F7CD8}"/>
              </a:ext>
            </a:extLst>
          </p:cNvPr>
          <p:cNvSpPr>
            <a:spLocks/>
          </p:cNvSpPr>
          <p:nvPr/>
        </p:nvSpPr>
        <p:spPr>
          <a:xfrm>
            <a:off x="1491033" y="3323131"/>
            <a:ext cx="191" cy="674169"/>
          </a:xfrm>
          <a:custGeom>
            <a:avLst/>
            <a:gdLst/>
            <a:ahLst/>
            <a:cxnLst/>
            <a:rect l="0" t="0" r="0" b="0"/>
            <a:pathLst>
              <a:path w="191" h="674169">
                <a:moveTo>
                  <a:pt x="0" y="67416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4" name="data_5433">
            <a:extLst>
              <a:ext uri="{FF2B5EF4-FFF2-40B4-BE49-F238E27FC236}">
                <a16:creationId xmlns:a16="http://schemas.microsoft.com/office/drawing/2014/main" id="{3E467EE4-0C12-4978-A6C6-E49D0D645F5C}"/>
              </a:ext>
            </a:extLst>
          </p:cNvPr>
          <p:cNvSpPr>
            <a:spLocks/>
          </p:cNvSpPr>
          <p:nvPr/>
        </p:nvSpPr>
        <p:spPr>
          <a:xfrm>
            <a:off x="1956863" y="2311878"/>
            <a:ext cx="191" cy="1123615"/>
          </a:xfrm>
          <a:custGeom>
            <a:avLst/>
            <a:gdLst/>
            <a:ahLst/>
            <a:cxnLst/>
            <a:rect l="0" t="0" r="0" b="0"/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5" name="data_5434">
            <a:extLst>
              <a:ext uri="{FF2B5EF4-FFF2-40B4-BE49-F238E27FC236}">
                <a16:creationId xmlns:a16="http://schemas.microsoft.com/office/drawing/2014/main" id="{06FEF4F5-DE6F-4E71-A775-71252903CD41}"/>
              </a:ext>
            </a:extLst>
          </p:cNvPr>
          <p:cNvSpPr>
            <a:spLocks/>
          </p:cNvSpPr>
          <p:nvPr/>
        </p:nvSpPr>
        <p:spPr>
          <a:xfrm>
            <a:off x="2422694" y="2311878"/>
            <a:ext cx="191" cy="653101"/>
          </a:xfrm>
          <a:custGeom>
            <a:avLst/>
            <a:gdLst/>
            <a:ahLst/>
            <a:cxnLst/>
            <a:rect l="0" t="0" r="0" b="0"/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6" name="data_5435">
            <a:extLst>
              <a:ext uri="{FF2B5EF4-FFF2-40B4-BE49-F238E27FC236}">
                <a16:creationId xmlns:a16="http://schemas.microsoft.com/office/drawing/2014/main" id="{27E48006-3038-4EB9-8402-EFE27417221B}"/>
              </a:ext>
            </a:extLst>
          </p:cNvPr>
          <p:cNvSpPr>
            <a:spLocks/>
          </p:cNvSpPr>
          <p:nvPr/>
        </p:nvSpPr>
        <p:spPr>
          <a:xfrm>
            <a:off x="3400937" y="3132413"/>
            <a:ext cx="191" cy="864888"/>
          </a:xfrm>
          <a:custGeom>
            <a:avLst/>
            <a:gdLst/>
            <a:ahLst/>
            <a:cxnLst/>
            <a:rect l="0" t="0" r="0" b="0"/>
            <a:pathLst>
              <a:path w="191" h="864888">
                <a:moveTo>
                  <a:pt x="0" y="86488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7" name="data_5436">
            <a:extLst>
              <a:ext uri="{FF2B5EF4-FFF2-40B4-BE49-F238E27FC236}">
                <a16:creationId xmlns:a16="http://schemas.microsoft.com/office/drawing/2014/main" id="{14310D3C-33C2-4EEC-B9A0-895285B396C0}"/>
              </a:ext>
            </a:extLst>
          </p:cNvPr>
          <p:cNvSpPr>
            <a:spLocks/>
          </p:cNvSpPr>
          <p:nvPr/>
        </p:nvSpPr>
        <p:spPr>
          <a:xfrm>
            <a:off x="3866767" y="2311878"/>
            <a:ext cx="191" cy="1191835"/>
          </a:xfrm>
          <a:custGeom>
            <a:avLst/>
            <a:gdLst/>
            <a:ahLst/>
            <a:cxnLst/>
            <a:rect l="0" t="0" r="0" b="0"/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8" name="data_5437">
            <a:extLst>
              <a:ext uri="{FF2B5EF4-FFF2-40B4-BE49-F238E27FC236}">
                <a16:creationId xmlns:a16="http://schemas.microsoft.com/office/drawing/2014/main" id="{47CC541C-5DCE-4E5E-9A01-7C7BE16CADE2}"/>
              </a:ext>
            </a:extLst>
          </p:cNvPr>
          <p:cNvSpPr>
            <a:spLocks/>
          </p:cNvSpPr>
          <p:nvPr/>
        </p:nvSpPr>
        <p:spPr>
          <a:xfrm>
            <a:off x="4332597" y="2311878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9" name="data_5438">
            <a:extLst>
              <a:ext uri="{FF2B5EF4-FFF2-40B4-BE49-F238E27FC236}">
                <a16:creationId xmlns:a16="http://schemas.microsoft.com/office/drawing/2014/main" id="{A751286F-B49D-4CFA-BF31-67FDC55898BC}"/>
              </a:ext>
            </a:extLst>
          </p:cNvPr>
          <p:cNvSpPr>
            <a:spLocks/>
          </p:cNvSpPr>
          <p:nvPr/>
        </p:nvSpPr>
        <p:spPr>
          <a:xfrm>
            <a:off x="1455564" y="374732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0" name="data_5439">
            <a:extLst>
              <a:ext uri="{FF2B5EF4-FFF2-40B4-BE49-F238E27FC236}">
                <a16:creationId xmlns:a16="http://schemas.microsoft.com/office/drawing/2014/main" id="{D25474CD-DFDA-4807-8E51-712DB775E9D2}"/>
              </a:ext>
            </a:extLst>
          </p:cNvPr>
          <p:cNvSpPr>
            <a:spLocks/>
          </p:cNvSpPr>
          <p:nvPr/>
        </p:nvSpPr>
        <p:spPr>
          <a:xfrm>
            <a:off x="1921395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1" name="data_5440">
            <a:extLst>
              <a:ext uri="{FF2B5EF4-FFF2-40B4-BE49-F238E27FC236}">
                <a16:creationId xmlns:a16="http://schemas.microsoft.com/office/drawing/2014/main" id="{68A7ED02-0E4F-4775-B401-7F1486679A1A}"/>
              </a:ext>
            </a:extLst>
          </p:cNvPr>
          <p:cNvSpPr>
            <a:spLocks/>
          </p:cNvSpPr>
          <p:nvPr/>
        </p:nvSpPr>
        <p:spPr>
          <a:xfrm>
            <a:off x="238722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2" name="data_5441">
            <a:extLst>
              <a:ext uri="{FF2B5EF4-FFF2-40B4-BE49-F238E27FC236}">
                <a16:creationId xmlns:a16="http://schemas.microsoft.com/office/drawing/2014/main" id="{218FECCC-673F-4D3A-A5BC-084EA57BB726}"/>
              </a:ext>
            </a:extLst>
          </p:cNvPr>
          <p:cNvSpPr>
            <a:spLocks/>
          </p:cNvSpPr>
          <p:nvPr/>
        </p:nvSpPr>
        <p:spPr>
          <a:xfrm>
            <a:off x="3365468" y="370901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3" name="data_5442">
            <a:extLst>
              <a:ext uri="{FF2B5EF4-FFF2-40B4-BE49-F238E27FC236}">
                <a16:creationId xmlns:a16="http://schemas.microsoft.com/office/drawing/2014/main" id="{9758619B-5618-4FEC-A857-252E798E2CEC}"/>
              </a:ext>
            </a:extLst>
          </p:cNvPr>
          <p:cNvSpPr>
            <a:spLocks/>
          </p:cNvSpPr>
          <p:nvPr/>
        </p:nvSpPr>
        <p:spPr>
          <a:xfrm>
            <a:off x="3831298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4" name="data_5443">
            <a:extLst>
              <a:ext uri="{FF2B5EF4-FFF2-40B4-BE49-F238E27FC236}">
                <a16:creationId xmlns:a16="http://schemas.microsoft.com/office/drawing/2014/main" id="{F6584955-A9EF-484A-A783-8A2EACF0A3C7}"/>
              </a:ext>
            </a:extLst>
          </p:cNvPr>
          <p:cNvSpPr>
            <a:spLocks/>
          </p:cNvSpPr>
          <p:nvPr/>
        </p:nvSpPr>
        <p:spPr>
          <a:xfrm>
            <a:off x="4297128" y="264280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5" name="data_5444">
            <a:extLst>
              <a:ext uri="{FF2B5EF4-FFF2-40B4-BE49-F238E27FC236}">
                <a16:creationId xmlns:a16="http://schemas.microsoft.com/office/drawing/2014/main" id="{64314431-D1AF-4552-803E-A8EB57FBE4A6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6" name="data_5445">
            <a:extLst>
              <a:ext uri="{FF2B5EF4-FFF2-40B4-BE49-F238E27FC236}">
                <a16:creationId xmlns:a16="http://schemas.microsoft.com/office/drawing/2014/main" id="{2536FB01-5FC8-4A26-B9BB-2AB13499E984}"/>
              </a:ext>
            </a:extLst>
          </p:cNvPr>
          <p:cNvSpPr>
            <a:spLocks/>
          </p:cNvSpPr>
          <p:nvPr/>
        </p:nvSpPr>
        <p:spPr>
          <a:xfrm>
            <a:off x="6472621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17" name="text_5446">
            <a:extLst>
              <a:ext uri="{FF2B5EF4-FFF2-40B4-BE49-F238E27FC236}">
                <a16:creationId xmlns:a16="http://schemas.microsoft.com/office/drawing/2014/main" id="{B622E2C1-7662-4033-9FF2-6ED586ECC490}"/>
              </a:ext>
            </a:extLst>
          </p:cNvPr>
          <p:cNvSpPr>
            <a:spLocks/>
          </p:cNvSpPr>
          <p:nvPr/>
        </p:nvSpPr>
        <p:spPr>
          <a:xfrm>
            <a:off x="6112521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5447">
            <a:extLst>
              <a:ext uri="{FF2B5EF4-FFF2-40B4-BE49-F238E27FC236}">
                <a16:creationId xmlns:a16="http://schemas.microsoft.com/office/drawing/2014/main" id="{20AA6498-E4B9-4AE7-BD22-A68E4814A321}"/>
              </a:ext>
            </a:extLst>
          </p:cNvPr>
          <p:cNvSpPr>
            <a:spLocks/>
          </p:cNvSpPr>
          <p:nvPr/>
        </p:nvSpPr>
        <p:spPr>
          <a:xfrm>
            <a:off x="6236568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5448">
            <a:extLst>
              <a:ext uri="{FF2B5EF4-FFF2-40B4-BE49-F238E27FC236}">
                <a16:creationId xmlns:a16="http://schemas.microsoft.com/office/drawing/2014/main" id="{653730C2-143D-4702-8556-54926633AB7D}"/>
              </a:ext>
            </a:extLst>
          </p:cNvPr>
          <p:cNvSpPr>
            <a:spLocks/>
          </p:cNvSpPr>
          <p:nvPr/>
        </p:nvSpPr>
        <p:spPr>
          <a:xfrm>
            <a:off x="8382524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0" name="text_5449">
            <a:extLst>
              <a:ext uri="{FF2B5EF4-FFF2-40B4-BE49-F238E27FC236}">
                <a16:creationId xmlns:a16="http://schemas.microsoft.com/office/drawing/2014/main" id="{563E5E50-38D2-4AA1-8604-9DE3B11BFF6F}"/>
              </a:ext>
            </a:extLst>
          </p:cNvPr>
          <p:cNvSpPr>
            <a:spLocks/>
          </p:cNvSpPr>
          <p:nvPr/>
        </p:nvSpPr>
        <p:spPr>
          <a:xfrm>
            <a:off x="802242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5450">
            <a:extLst>
              <a:ext uri="{FF2B5EF4-FFF2-40B4-BE49-F238E27FC236}">
                <a16:creationId xmlns:a16="http://schemas.microsoft.com/office/drawing/2014/main" id="{D65F8A91-12EB-426B-AC46-3E00E136A27D}"/>
              </a:ext>
            </a:extLst>
          </p:cNvPr>
          <p:cNvSpPr>
            <a:spLocks/>
          </p:cNvSpPr>
          <p:nvPr/>
        </p:nvSpPr>
        <p:spPr>
          <a:xfrm>
            <a:off x="8241618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5451">
            <a:extLst>
              <a:ext uri="{FF2B5EF4-FFF2-40B4-BE49-F238E27FC236}">
                <a16:creationId xmlns:a16="http://schemas.microsoft.com/office/drawing/2014/main" id="{DA6F94B1-39CC-43D6-B668-E8952583AF24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3" name="data_5452">
            <a:extLst>
              <a:ext uri="{FF2B5EF4-FFF2-40B4-BE49-F238E27FC236}">
                <a16:creationId xmlns:a16="http://schemas.microsoft.com/office/drawing/2014/main" id="{C667A363-70B6-41F7-8C7E-15307577530C}"/>
              </a:ext>
            </a:extLst>
          </p:cNvPr>
          <p:cNvSpPr>
            <a:spLocks/>
          </p:cNvSpPr>
          <p:nvPr/>
        </p:nvSpPr>
        <p:spPr>
          <a:xfrm>
            <a:off x="5659665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4" name="text_5453">
            <a:extLst>
              <a:ext uri="{FF2B5EF4-FFF2-40B4-BE49-F238E27FC236}">
                <a16:creationId xmlns:a16="http://schemas.microsoft.com/office/drawing/2014/main" id="{76586C8D-88D9-4D5A-8E07-19D6013624DE}"/>
              </a:ext>
            </a:extLst>
          </p:cNvPr>
          <p:cNvSpPr>
            <a:spLocks/>
          </p:cNvSpPr>
          <p:nvPr/>
        </p:nvSpPr>
        <p:spPr>
          <a:xfrm>
            <a:off x="5435941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5454">
            <a:extLst>
              <a:ext uri="{FF2B5EF4-FFF2-40B4-BE49-F238E27FC236}">
                <a16:creationId xmlns:a16="http://schemas.microsoft.com/office/drawing/2014/main" id="{47942D39-E0B1-432E-97F4-DEAC8AA85C5C}"/>
              </a:ext>
            </a:extLst>
          </p:cNvPr>
          <p:cNvSpPr>
            <a:spLocks/>
          </p:cNvSpPr>
          <p:nvPr/>
        </p:nvSpPr>
        <p:spPr>
          <a:xfrm>
            <a:off x="5704001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6" name="data_5455">
            <a:extLst>
              <a:ext uri="{FF2B5EF4-FFF2-40B4-BE49-F238E27FC236}">
                <a16:creationId xmlns:a16="http://schemas.microsoft.com/office/drawing/2014/main" id="{FF505E0E-69E6-4D52-B13A-ED07B5B9EA7D}"/>
              </a:ext>
            </a:extLst>
          </p:cNvPr>
          <p:cNvSpPr>
            <a:spLocks/>
          </p:cNvSpPr>
          <p:nvPr/>
        </p:nvSpPr>
        <p:spPr>
          <a:xfrm>
            <a:off x="5659665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7" name="text_5456">
            <a:extLst>
              <a:ext uri="{FF2B5EF4-FFF2-40B4-BE49-F238E27FC236}">
                <a16:creationId xmlns:a16="http://schemas.microsoft.com/office/drawing/2014/main" id="{77B7E5CC-9C61-4E4A-8AC0-FC792202F139}"/>
              </a:ext>
            </a:extLst>
          </p:cNvPr>
          <p:cNvSpPr>
            <a:spLocks/>
          </p:cNvSpPr>
          <p:nvPr/>
        </p:nvSpPr>
        <p:spPr>
          <a:xfrm>
            <a:off x="5435941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5457">
            <a:extLst>
              <a:ext uri="{FF2B5EF4-FFF2-40B4-BE49-F238E27FC236}">
                <a16:creationId xmlns:a16="http://schemas.microsoft.com/office/drawing/2014/main" id="{A85A7AD7-796D-40C0-9571-D23D0EE0A56E}"/>
              </a:ext>
            </a:extLst>
          </p:cNvPr>
          <p:cNvSpPr>
            <a:spLocks/>
          </p:cNvSpPr>
          <p:nvPr/>
        </p:nvSpPr>
        <p:spPr>
          <a:xfrm>
            <a:off x="5704001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9" name="data_5458">
            <a:extLst>
              <a:ext uri="{FF2B5EF4-FFF2-40B4-BE49-F238E27FC236}">
                <a16:creationId xmlns:a16="http://schemas.microsoft.com/office/drawing/2014/main" id="{179E25E1-6B65-41E2-BC75-CE735C481B2F}"/>
              </a:ext>
            </a:extLst>
          </p:cNvPr>
          <p:cNvSpPr>
            <a:spLocks/>
          </p:cNvSpPr>
          <p:nvPr/>
        </p:nvSpPr>
        <p:spPr>
          <a:xfrm>
            <a:off x="5659665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0" name="text_5459">
            <a:extLst>
              <a:ext uri="{FF2B5EF4-FFF2-40B4-BE49-F238E27FC236}">
                <a16:creationId xmlns:a16="http://schemas.microsoft.com/office/drawing/2014/main" id="{9D9497AB-1C50-4622-871B-1F00F6364F0E}"/>
              </a:ext>
            </a:extLst>
          </p:cNvPr>
          <p:cNvSpPr>
            <a:spLocks/>
          </p:cNvSpPr>
          <p:nvPr/>
        </p:nvSpPr>
        <p:spPr>
          <a:xfrm>
            <a:off x="5435941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5460">
            <a:extLst>
              <a:ext uri="{FF2B5EF4-FFF2-40B4-BE49-F238E27FC236}">
                <a16:creationId xmlns:a16="http://schemas.microsoft.com/office/drawing/2014/main" id="{9BE08480-A97B-4CBD-BDBC-117DA2E8214E}"/>
              </a:ext>
            </a:extLst>
          </p:cNvPr>
          <p:cNvSpPr>
            <a:spLocks/>
          </p:cNvSpPr>
          <p:nvPr/>
        </p:nvSpPr>
        <p:spPr>
          <a:xfrm rot="-5400000">
            <a:off x="5166733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5461">
            <a:extLst>
              <a:ext uri="{FF2B5EF4-FFF2-40B4-BE49-F238E27FC236}">
                <a16:creationId xmlns:a16="http://schemas.microsoft.com/office/drawing/2014/main" id="{E60472DB-B7BA-4D3A-BF61-F9A977631922}"/>
              </a:ext>
            </a:extLst>
          </p:cNvPr>
          <p:cNvSpPr>
            <a:spLocks/>
          </p:cNvSpPr>
          <p:nvPr/>
        </p:nvSpPr>
        <p:spPr>
          <a:xfrm>
            <a:off x="583443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22" y="1674889"/>
                </a:lnTo>
                <a:lnTo>
                  <a:pt x="6368" y="1664355"/>
                </a:lnTo>
                <a:lnTo>
                  <a:pt x="13888" y="1653821"/>
                </a:lnTo>
                <a:lnTo>
                  <a:pt x="23648" y="1643287"/>
                </a:lnTo>
                <a:lnTo>
                  <a:pt x="34992" y="1632753"/>
                </a:lnTo>
                <a:lnTo>
                  <a:pt x="47214" y="1622219"/>
                </a:lnTo>
                <a:lnTo>
                  <a:pt x="59632" y="1611685"/>
                </a:lnTo>
                <a:lnTo>
                  <a:pt x="71647" y="1601152"/>
                </a:lnTo>
                <a:lnTo>
                  <a:pt x="82783" y="1590618"/>
                </a:lnTo>
                <a:lnTo>
                  <a:pt x="92711" y="1580084"/>
                </a:lnTo>
                <a:lnTo>
                  <a:pt x="101248" y="1569550"/>
                </a:lnTo>
                <a:lnTo>
                  <a:pt x="108341" y="1559016"/>
                </a:lnTo>
                <a:lnTo>
                  <a:pt x="114037" y="1548482"/>
                </a:lnTo>
                <a:lnTo>
                  <a:pt x="118461" y="1537948"/>
                </a:lnTo>
                <a:lnTo>
                  <a:pt x="121775" y="1527414"/>
                </a:lnTo>
                <a:lnTo>
                  <a:pt x="124161" y="1516880"/>
                </a:lnTo>
                <a:lnTo>
                  <a:pt x="125798" y="1506347"/>
                </a:lnTo>
                <a:lnTo>
                  <a:pt x="126851" y="1495813"/>
                </a:lnTo>
                <a:lnTo>
                  <a:pt x="127463" y="1485279"/>
                </a:lnTo>
                <a:lnTo>
                  <a:pt x="127758" y="1474745"/>
                </a:lnTo>
                <a:lnTo>
                  <a:pt x="127835" y="1464211"/>
                </a:lnTo>
                <a:lnTo>
                  <a:pt x="127778" y="1453677"/>
                </a:lnTo>
                <a:lnTo>
                  <a:pt x="127656" y="1443143"/>
                </a:lnTo>
                <a:lnTo>
                  <a:pt x="127527" y="1432609"/>
                </a:lnTo>
                <a:lnTo>
                  <a:pt x="127442" y="1422075"/>
                </a:lnTo>
                <a:lnTo>
                  <a:pt x="127449" y="1411542"/>
                </a:lnTo>
                <a:lnTo>
                  <a:pt x="127590" y="1401008"/>
                </a:lnTo>
                <a:lnTo>
                  <a:pt x="127901" y="1390474"/>
                </a:lnTo>
                <a:lnTo>
                  <a:pt x="128414" y="1379940"/>
                </a:lnTo>
                <a:lnTo>
                  <a:pt x="129146" y="1369406"/>
                </a:lnTo>
                <a:lnTo>
                  <a:pt x="130101" y="1358872"/>
                </a:lnTo>
                <a:lnTo>
                  <a:pt x="131263" y="1348338"/>
                </a:lnTo>
                <a:lnTo>
                  <a:pt x="132594" y="1337804"/>
                </a:lnTo>
                <a:lnTo>
                  <a:pt x="134035" y="1327270"/>
                </a:lnTo>
                <a:lnTo>
                  <a:pt x="135507" y="1316736"/>
                </a:lnTo>
                <a:lnTo>
                  <a:pt x="136919" y="1306203"/>
                </a:lnTo>
                <a:lnTo>
                  <a:pt x="138172" y="1295669"/>
                </a:lnTo>
                <a:lnTo>
                  <a:pt x="139173" y="1285135"/>
                </a:lnTo>
                <a:lnTo>
                  <a:pt x="139840" y="1274601"/>
                </a:lnTo>
                <a:lnTo>
                  <a:pt x="140108" y="1264067"/>
                </a:lnTo>
                <a:lnTo>
                  <a:pt x="139940" y="1253533"/>
                </a:lnTo>
                <a:lnTo>
                  <a:pt x="139324" y="1242999"/>
                </a:lnTo>
                <a:lnTo>
                  <a:pt x="138279" y="1232465"/>
                </a:lnTo>
                <a:lnTo>
                  <a:pt x="136848" y="1221931"/>
                </a:lnTo>
                <a:lnTo>
                  <a:pt x="135102" y="1211398"/>
                </a:lnTo>
                <a:lnTo>
                  <a:pt x="133133" y="1200864"/>
                </a:lnTo>
                <a:lnTo>
                  <a:pt x="131050" y="1190330"/>
                </a:lnTo>
                <a:lnTo>
                  <a:pt x="128973" y="1179796"/>
                </a:lnTo>
                <a:lnTo>
                  <a:pt x="127028" y="1169262"/>
                </a:lnTo>
                <a:lnTo>
                  <a:pt x="125340" y="1158728"/>
                </a:lnTo>
                <a:lnTo>
                  <a:pt x="124020" y="1148194"/>
                </a:lnTo>
                <a:lnTo>
                  <a:pt x="123160" y="1137660"/>
                </a:lnTo>
                <a:lnTo>
                  <a:pt x="122823" y="1127126"/>
                </a:lnTo>
                <a:lnTo>
                  <a:pt x="123039" y="1116593"/>
                </a:lnTo>
                <a:lnTo>
                  <a:pt x="123800" y="1106059"/>
                </a:lnTo>
                <a:lnTo>
                  <a:pt x="125063" y="1095525"/>
                </a:lnTo>
                <a:lnTo>
                  <a:pt x="126755" y="1084991"/>
                </a:lnTo>
                <a:lnTo>
                  <a:pt x="128782" y="1074457"/>
                </a:lnTo>
                <a:lnTo>
                  <a:pt x="131040" y="1063923"/>
                </a:lnTo>
                <a:lnTo>
                  <a:pt x="133425" y="1053389"/>
                </a:lnTo>
                <a:lnTo>
                  <a:pt x="135840" y="1042855"/>
                </a:lnTo>
                <a:lnTo>
                  <a:pt x="138203" y="1032321"/>
                </a:lnTo>
                <a:lnTo>
                  <a:pt x="140447" y="1021788"/>
                </a:lnTo>
                <a:lnTo>
                  <a:pt x="142523" y="1011254"/>
                </a:lnTo>
                <a:lnTo>
                  <a:pt x="144394" y="1000720"/>
                </a:lnTo>
                <a:lnTo>
                  <a:pt x="146033" y="990186"/>
                </a:lnTo>
                <a:lnTo>
                  <a:pt x="147423" y="979652"/>
                </a:lnTo>
                <a:lnTo>
                  <a:pt x="148549" y="969118"/>
                </a:lnTo>
                <a:lnTo>
                  <a:pt x="149405" y="958584"/>
                </a:lnTo>
                <a:lnTo>
                  <a:pt x="149989" y="948050"/>
                </a:lnTo>
                <a:lnTo>
                  <a:pt x="150307" y="937516"/>
                </a:lnTo>
                <a:lnTo>
                  <a:pt x="150378" y="926982"/>
                </a:lnTo>
                <a:lnTo>
                  <a:pt x="150227" y="916449"/>
                </a:lnTo>
                <a:lnTo>
                  <a:pt x="149897" y="905915"/>
                </a:lnTo>
                <a:lnTo>
                  <a:pt x="149436" y="895381"/>
                </a:lnTo>
                <a:lnTo>
                  <a:pt x="148901" y="884847"/>
                </a:lnTo>
                <a:lnTo>
                  <a:pt x="148351" y="874313"/>
                </a:lnTo>
                <a:lnTo>
                  <a:pt x="147843" y="863779"/>
                </a:lnTo>
                <a:lnTo>
                  <a:pt x="147425" y="853245"/>
                </a:lnTo>
                <a:lnTo>
                  <a:pt x="147135" y="842711"/>
                </a:lnTo>
                <a:lnTo>
                  <a:pt x="146995" y="832177"/>
                </a:lnTo>
                <a:lnTo>
                  <a:pt x="147011" y="821644"/>
                </a:lnTo>
                <a:lnTo>
                  <a:pt x="147175" y="811110"/>
                </a:lnTo>
                <a:lnTo>
                  <a:pt x="147470" y="800576"/>
                </a:lnTo>
                <a:lnTo>
                  <a:pt x="147868" y="790042"/>
                </a:lnTo>
                <a:lnTo>
                  <a:pt x="148343" y="779508"/>
                </a:lnTo>
                <a:lnTo>
                  <a:pt x="148868" y="768974"/>
                </a:lnTo>
                <a:lnTo>
                  <a:pt x="149425" y="758440"/>
                </a:lnTo>
                <a:lnTo>
                  <a:pt x="150000" y="747906"/>
                </a:lnTo>
                <a:lnTo>
                  <a:pt x="150588" y="737372"/>
                </a:lnTo>
                <a:lnTo>
                  <a:pt x="151188" y="726839"/>
                </a:lnTo>
                <a:lnTo>
                  <a:pt x="151801" y="716305"/>
                </a:lnTo>
                <a:lnTo>
                  <a:pt x="152425" y="705771"/>
                </a:lnTo>
                <a:lnTo>
                  <a:pt x="153054" y="695237"/>
                </a:lnTo>
                <a:lnTo>
                  <a:pt x="153676" y="684703"/>
                </a:lnTo>
                <a:lnTo>
                  <a:pt x="154272" y="674169"/>
                </a:lnTo>
                <a:lnTo>
                  <a:pt x="154818" y="663635"/>
                </a:lnTo>
                <a:lnTo>
                  <a:pt x="155289" y="653101"/>
                </a:lnTo>
                <a:lnTo>
                  <a:pt x="155663" y="642567"/>
                </a:lnTo>
                <a:lnTo>
                  <a:pt x="155923" y="632034"/>
                </a:lnTo>
                <a:lnTo>
                  <a:pt x="156064" y="621500"/>
                </a:lnTo>
                <a:lnTo>
                  <a:pt x="156092" y="610966"/>
                </a:lnTo>
                <a:lnTo>
                  <a:pt x="156025" y="600432"/>
                </a:lnTo>
                <a:lnTo>
                  <a:pt x="155889" y="589898"/>
                </a:lnTo>
                <a:lnTo>
                  <a:pt x="155716" y="579364"/>
                </a:lnTo>
                <a:lnTo>
                  <a:pt x="155537" y="568830"/>
                </a:lnTo>
                <a:lnTo>
                  <a:pt x="155381" y="558296"/>
                </a:lnTo>
                <a:lnTo>
                  <a:pt x="155267" y="547762"/>
                </a:lnTo>
                <a:lnTo>
                  <a:pt x="155204" y="537228"/>
                </a:lnTo>
                <a:lnTo>
                  <a:pt x="155195" y="526695"/>
                </a:lnTo>
                <a:lnTo>
                  <a:pt x="155233" y="516161"/>
                </a:lnTo>
                <a:lnTo>
                  <a:pt x="155309" y="505627"/>
                </a:lnTo>
                <a:lnTo>
                  <a:pt x="155414" y="495093"/>
                </a:lnTo>
                <a:lnTo>
                  <a:pt x="155543" y="484559"/>
                </a:lnTo>
                <a:lnTo>
                  <a:pt x="155699" y="474025"/>
                </a:lnTo>
                <a:lnTo>
                  <a:pt x="155889" y="463491"/>
                </a:lnTo>
                <a:lnTo>
                  <a:pt x="156128" y="452957"/>
                </a:lnTo>
                <a:lnTo>
                  <a:pt x="156433" y="442423"/>
                </a:lnTo>
                <a:lnTo>
                  <a:pt x="156822" y="431890"/>
                </a:lnTo>
                <a:lnTo>
                  <a:pt x="157309" y="421356"/>
                </a:lnTo>
                <a:lnTo>
                  <a:pt x="157901" y="410822"/>
                </a:lnTo>
                <a:lnTo>
                  <a:pt x="158599" y="400288"/>
                </a:lnTo>
                <a:lnTo>
                  <a:pt x="159395" y="389754"/>
                </a:lnTo>
                <a:lnTo>
                  <a:pt x="160274" y="379220"/>
                </a:lnTo>
                <a:lnTo>
                  <a:pt x="161216" y="368686"/>
                </a:lnTo>
                <a:lnTo>
                  <a:pt x="162200" y="358152"/>
                </a:lnTo>
                <a:lnTo>
                  <a:pt x="163201" y="347618"/>
                </a:lnTo>
                <a:lnTo>
                  <a:pt x="164198" y="337085"/>
                </a:lnTo>
                <a:lnTo>
                  <a:pt x="165172" y="326551"/>
                </a:lnTo>
                <a:lnTo>
                  <a:pt x="166106" y="316017"/>
                </a:lnTo>
                <a:lnTo>
                  <a:pt x="166986" y="305483"/>
                </a:lnTo>
                <a:lnTo>
                  <a:pt x="167802" y="294949"/>
                </a:lnTo>
                <a:lnTo>
                  <a:pt x="168546" y="284415"/>
                </a:lnTo>
                <a:lnTo>
                  <a:pt x="169212" y="273881"/>
                </a:lnTo>
                <a:lnTo>
                  <a:pt x="169794" y="263347"/>
                </a:lnTo>
                <a:lnTo>
                  <a:pt x="170290" y="252813"/>
                </a:lnTo>
                <a:lnTo>
                  <a:pt x="170695" y="242280"/>
                </a:lnTo>
                <a:lnTo>
                  <a:pt x="171004" y="231746"/>
                </a:lnTo>
                <a:lnTo>
                  <a:pt x="171211" y="221212"/>
                </a:lnTo>
                <a:lnTo>
                  <a:pt x="171303" y="210678"/>
                </a:lnTo>
                <a:lnTo>
                  <a:pt x="171261" y="200144"/>
                </a:lnTo>
                <a:lnTo>
                  <a:pt x="171058" y="189610"/>
                </a:lnTo>
                <a:lnTo>
                  <a:pt x="170657" y="179076"/>
                </a:lnTo>
                <a:lnTo>
                  <a:pt x="170010" y="168542"/>
                </a:lnTo>
                <a:lnTo>
                  <a:pt x="169060" y="158008"/>
                </a:lnTo>
                <a:lnTo>
                  <a:pt x="167742" y="147474"/>
                </a:lnTo>
                <a:lnTo>
                  <a:pt x="165991" y="136941"/>
                </a:lnTo>
                <a:lnTo>
                  <a:pt x="163749" y="126407"/>
                </a:lnTo>
                <a:lnTo>
                  <a:pt x="160976" y="115873"/>
                </a:lnTo>
                <a:lnTo>
                  <a:pt x="157658" y="105339"/>
                </a:lnTo>
                <a:lnTo>
                  <a:pt x="153824" y="94805"/>
                </a:lnTo>
                <a:lnTo>
                  <a:pt x="149549" y="84271"/>
                </a:lnTo>
                <a:lnTo>
                  <a:pt x="144962" y="73737"/>
                </a:lnTo>
                <a:lnTo>
                  <a:pt x="140247" y="63203"/>
                </a:lnTo>
                <a:lnTo>
                  <a:pt x="135628" y="52669"/>
                </a:lnTo>
                <a:lnTo>
                  <a:pt x="131359" y="42136"/>
                </a:lnTo>
                <a:lnTo>
                  <a:pt x="127698" y="31602"/>
                </a:lnTo>
                <a:lnTo>
                  <a:pt x="124885" y="21068"/>
                </a:lnTo>
                <a:lnTo>
                  <a:pt x="123112" y="10534"/>
                </a:lnTo>
                <a:lnTo>
                  <a:pt x="122507" y="0"/>
                </a:lnTo>
                <a:lnTo>
                  <a:pt x="222207" y="0"/>
                </a:lnTo>
                <a:lnTo>
                  <a:pt x="222207" y="0"/>
                </a:lnTo>
                <a:lnTo>
                  <a:pt x="221602" y="10534"/>
                </a:lnTo>
                <a:lnTo>
                  <a:pt x="219830" y="21068"/>
                </a:lnTo>
                <a:lnTo>
                  <a:pt x="217016" y="31602"/>
                </a:lnTo>
                <a:lnTo>
                  <a:pt x="213355" y="42136"/>
                </a:lnTo>
                <a:lnTo>
                  <a:pt x="209086" y="52669"/>
                </a:lnTo>
                <a:lnTo>
                  <a:pt x="204467" y="63203"/>
                </a:lnTo>
                <a:lnTo>
                  <a:pt x="199752" y="73737"/>
                </a:lnTo>
                <a:lnTo>
                  <a:pt x="195166" y="84271"/>
                </a:lnTo>
                <a:lnTo>
                  <a:pt x="190891" y="94805"/>
                </a:lnTo>
                <a:lnTo>
                  <a:pt x="187056" y="105339"/>
                </a:lnTo>
                <a:lnTo>
                  <a:pt x="183738" y="115873"/>
                </a:lnTo>
                <a:lnTo>
                  <a:pt x="180965" y="126407"/>
                </a:lnTo>
                <a:lnTo>
                  <a:pt x="178723" y="136941"/>
                </a:lnTo>
                <a:lnTo>
                  <a:pt x="176972" y="147474"/>
                </a:lnTo>
                <a:lnTo>
                  <a:pt x="175654" y="158008"/>
                </a:lnTo>
                <a:lnTo>
                  <a:pt x="174704" y="168542"/>
                </a:lnTo>
                <a:lnTo>
                  <a:pt x="174057" y="179076"/>
                </a:lnTo>
                <a:lnTo>
                  <a:pt x="173656" y="189610"/>
                </a:lnTo>
                <a:lnTo>
                  <a:pt x="173453" y="200144"/>
                </a:lnTo>
                <a:lnTo>
                  <a:pt x="173411" y="210678"/>
                </a:lnTo>
                <a:lnTo>
                  <a:pt x="173503" y="221212"/>
                </a:lnTo>
                <a:lnTo>
                  <a:pt x="173710" y="231746"/>
                </a:lnTo>
                <a:lnTo>
                  <a:pt x="174019" y="242280"/>
                </a:lnTo>
                <a:lnTo>
                  <a:pt x="174425" y="252813"/>
                </a:lnTo>
                <a:lnTo>
                  <a:pt x="174920" y="263347"/>
                </a:lnTo>
                <a:lnTo>
                  <a:pt x="175503" y="273881"/>
                </a:lnTo>
                <a:lnTo>
                  <a:pt x="176168" y="284415"/>
                </a:lnTo>
                <a:lnTo>
                  <a:pt x="176912" y="294949"/>
                </a:lnTo>
                <a:lnTo>
                  <a:pt x="177728" y="305483"/>
                </a:lnTo>
                <a:lnTo>
                  <a:pt x="178608" y="316017"/>
                </a:lnTo>
                <a:lnTo>
                  <a:pt x="179542" y="326551"/>
                </a:lnTo>
                <a:lnTo>
                  <a:pt x="180516" y="337085"/>
                </a:lnTo>
                <a:lnTo>
                  <a:pt x="181513" y="347618"/>
                </a:lnTo>
                <a:lnTo>
                  <a:pt x="182515" y="358152"/>
                </a:lnTo>
                <a:lnTo>
                  <a:pt x="183498" y="368686"/>
                </a:lnTo>
                <a:lnTo>
                  <a:pt x="184440" y="379220"/>
                </a:lnTo>
                <a:lnTo>
                  <a:pt x="185319" y="389754"/>
                </a:lnTo>
                <a:lnTo>
                  <a:pt x="186115" y="400288"/>
                </a:lnTo>
                <a:lnTo>
                  <a:pt x="186813" y="410822"/>
                </a:lnTo>
                <a:lnTo>
                  <a:pt x="187405" y="421356"/>
                </a:lnTo>
                <a:lnTo>
                  <a:pt x="187892" y="431890"/>
                </a:lnTo>
                <a:lnTo>
                  <a:pt x="188281" y="442423"/>
                </a:lnTo>
                <a:lnTo>
                  <a:pt x="188586" y="452957"/>
                </a:lnTo>
                <a:lnTo>
                  <a:pt x="188825" y="463491"/>
                </a:lnTo>
                <a:lnTo>
                  <a:pt x="189016" y="474025"/>
                </a:lnTo>
                <a:lnTo>
                  <a:pt x="189171" y="484559"/>
                </a:lnTo>
                <a:lnTo>
                  <a:pt x="189301" y="495093"/>
                </a:lnTo>
                <a:lnTo>
                  <a:pt x="189406" y="505627"/>
                </a:lnTo>
                <a:lnTo>
                  <a:pt x="189482" y="516161"/>
                </a:lnTo>
                <a:lnTo>
                  <a:pt x="189520" y="526695"/>
                </a:lnTo>
                <a:lnTo>
                  <a:pt x="189510" y="537228"/>
                </a:lnTo>
                <a:lnTo>
                  <a:pt x="189448" y="547762"/>
                </a:lnTo>
                <a:lnTo>
                  <a:pt x="189333" y="558296"/>
                </a:lnTo>
                <a:lnTo>
                  <a:pt x="189177" y="568830"/>
                </a:lnTo>
                <a:lnTo>
                  <a:pt x="188998" y="579364"/>
                </a:lnTo>
                <a:lnTo>
                  <a:pt x="188825" y="589898"/>
                </a:lnTo>
                <a:lnTo>
                  <a:pt x="188689" y="600432"/>
                </a:lnTo>
                <a:lnTo>
                  <a:pt x="188622" y="610966"/>
                </a:lnTo>
                <a:lnTo>
                  <a:pt x="188651" y="621500"/>
                </a:lnTo>
                <a:lnTo>
                  <a:pt x="188792" y="632034"/>
                </a:lnTo>
                <a:lnTo>
                  <a:pt x="189051" y="642567"/>
                </a:lnTo>
                <a:lnTo>
                  <a:pt x="189425" y="653101"/>
                </a:lnTo>
                <a:lnTo>
                  <a:pt x="189896" y="663635"/>
                </a:lnTo>
                <a:lnTo>
                  <a:pt x="190442" y="674169"/>
                </a:lnTo>
                <a:lnTo>
                  <a:pt x="191038" y="684703"/>
                </a:lnTo>
                <a:lnTo>
                  <a:pt x="191660" y="695237"/>
                </a:lnTo>
                <a:lnTo>
                  <a:pt x="192290" y="705771"/>
                </a:lnTo>
                <a:lnTo>
                  <a:pt x="192913" y="716305"/>
                </a:lnTo>
                <a:lnTo>
                  <a:pt x="193526" y="726839"/>
                </a:lnTo>
                <a:lnTo>
                  <a:pt x="194126" y="737372"/>
                </a:lnTo>
                <a:lnTo>
                  <a:pt x="194714" y="747906"/>
                </a:lnTo>
                <a:lnTo>
                  <a:pt x="195289" y="758440"/>
                </a:lnTo>
                <a:lnTo>
                  <a:pt x="195846" y="768974"/>
                </a:lnTo>
                <a:lnTo>
                  <a:pt x="196372" y="779508"/>
                </a:lnTo>
                <a:lnTo>
                  <a:pt x="196846" y="790042"/>
                </a:lnTo>
                <a:lnTo>
                  <a:pt x="197245" y="800576"/>
                </a:lnTo>
                <a:lnTo>
                  <a:pt x="197539" y="811110"/>
                </a:lnTo>
                <a:lnTo>
                  <a:pt x="197704" y="821644"/>
                </a:lnTo>
                <a:lnTo>
                  <a:pt x="197720" y="832177"/>
                </a:lnTo>
                <a:lnTo>
                  <a:pt x="197579" y="842711"/>
                </a:lnTo>
                <a:lnTo>
                  <a:pt x="197289" y="853245"/>
                </a:lnTo>
                <a:lnTo>
                  <a:pt x="196871" y="863779"/>
                </a:lnTo>
                <a:lnTo>
                  <a:pt x="196363" y="874313"/>
                </a:lnTo>
                <a:lnTo>
                  <a:pt x="195813" y="884847"/>
                </a:lnTo>
                <a:lnTo>
                  <a:pt x="195278" y="895381"/>
                </a:lnTo>
                <a:lnTo>
                  <a:pt x="194817" y="905915"/>
                </a:lnTo>
                <a:lnTo>
                  <a:pt x="194487" y="916449"/>
                </a:lnTo>
                <a:lnTo>
                  <a:pt x="194337" y="926982"/>
                </a:lnTo>
                <a:lnTo>
                  <a:pt x="194407" y="937516"/>
                </a:lnTo>
                <a:lnTo>
                  <a:pt x="194725" y="948050"/>
                </a:lnTo>
                <a:lnTo>
                  <a:pt x="195309" y="958584"/>
                </a:lnTo>
                <a:lnTo>
                  <a:pt x="196165" y="969118"/>
                </a:lnTo>
                <a:lnTo>
                  <a:pt x="197292" y="979652"/>
                </a:lnTo>
                <a:lnTo>
                  <a:pt x="198681" y="990186"/>
                </a:lnTo>
                <a:lnTo>
                  <a:pt x="200321" y="1000720"/>
                </a:lnTo>
                <a:lnTo>
                  <a:pt x="202191" y="1011254"/>
                </a:lnTo>
                <a:lnTo>
                  <a:pt x="204267" y="1021788"/>
                </a:lnTo>
                <a:lnTo>
                  <a:pt x="206511" y="1032321"/>
                </a:lnTo>
                <a:lnTo>
                  <a:pt x="208874" y="1042855"/>
                </a:lnTo>
                <a:lnTo>
                  <a:pt x="211289" y="1053389"/>
                </a:lnTo>
                <a:lnTo>
                  <a:pt x="213674" y="1063923"/>
                </a:lnTo>
                <a:lnTo>
                  <a:pt x="215932" y="1074457"/>
                </a:lnTo>
                <a:lnTo>
                  <a:pt x="217960" y="1084991"/>
                </a:lnTo>
                <a:lnTo>
                  <a:pt x="219651" y="1095525"/>
                </a:lnTo>
                <a:lnTo>
                  <a:pt x="220914" y="1106059"/>
                </a:lnTo>
                <a:lnTo>
                  <a:pt x="221675" y="1116593"/>
                </a:lnTo>
                <a:lnTo>
                  <a:pt x="221891" y="1127126"/>
                </a:lnTo>
                <a:lnTo>
                  <a:pt x="221555" y="1137660"/>
                </a:lnTo>
                <a:lnTo>
                  <a:pt x="220695" y="1148194"/>
                </a:lnTo>
                <a:lnTo>
                  <a:pt x="219375" y="1158728"/>
                </a:lnTo>
                <a:lnTo>
                  <a:pt x="217686" y="1169262"/>
                </a:lnTo>
                <a:lnTo>
                  <a:pt x="215742" y="1179796"/>
                </a:lnTo>
                <a:lnTo>
                  <a:pt x="213665" y="1190330"/>
                </a:lnTo>
                <a:lnTo>
                  <a:pt x="211581" y="1200864"/>
                </a:lnTo>
                <a:lnTo>
                  <a:pt x="209612" y="1211398"/>
                </a:lnTo>
                <a:lnTo>
                  <a:pt x="207866" y="1221931"/>
                </a:lnTo>
                <a:lnTo>
                  <a:pt x="206436" y="1232465"/>
                </a:lnTo>
                <a:lnTo>
                  <a:pt x="205390" y="1242999"/>
                </a:lnTo>
                <a:lnTo>
                  <a:pt x="204774" y="1253533"/>
                </a:lnTo>
                <a:lnTo>
                  <a:pt x="204606" y="1264067"/>
                </a:lnTo>
                <a:lnTo>
                  <a:pt x="204874" y="1274601"/>
                </a:lnTo>
                <a:lnTo>
                  <a:pt x="205541" y="1285135"/>
                </a:lnTo>
                <a:lnTo>
                  <a:pt x="206542" y="1295669"/>
                </a:lnTo>
                <a:lnTo>
                  <a:pt x="207796" y="1306203"/>
                </a:lnTo>
                <a:lnTo>
                  <a:pt x="209207" y="1316736"/>
                </a:lnTo>
                <a:lnTo>
                  <a:pt x="210679" y="1327270"/>
                </a:lnTo>
                <a:lnTo>
                  <a:pt x="212120" y="1337804"/>
                </a:lnTo>
                <a:lnTo>
                  <a:pt x="213451" y="1348338"/>
                </a:lnTo>
                <a:lnTo>
                  <a:pt x="214613" y="1358872"/>
                </a:lnTo>
                <a:lnTo>
                  <a:pt x="215568" y="1369406"/>
                </a:lnTo>
                <a:lnTo>
                  <a:pt x="216301" y="1379940"/>
                </a:lnTo>
                <a:lnTo>
                  <a:pt x="216813" y="1390474"/>
                </a:lnTo>
                <a:lnTo>
                  <a:pt x="217125" y="1401008"/>
                </a:lnTo>
                <a:lnTo>
                  <a:pt x="217265" y="1411542"/>
                </a:lnTo>
                <a:lnTo>
                  <a:pt x="217272" y="1422075"/>
                </a:lnTo>
                <a:lnTo>
                  <a:pt x="217187" y="1432609"/>
                </a:lnTo>
                <a:lnTo>
                  <a:pt x="217058" y="1443143"/>
                </a:lnTo>
                <a:lnTo>
                  <a:pt x="216936" y="1453677"/>
                </a:lnTo>
                <a:lnTo>
                  <a:pt x="216879" y="1464211"/>
                </a:lnTo>
                <a:lnTo>
                  <a:pt x="216956" y="1474745"/>
                </a:lnTo>
                <a:lnTo>
                  <a:pt x="217251" y="1485279"/>
                </a:lnTo>
                <a:lnTo>
                  <a:pt x="217864" y="1495813"/>
                </a:lnTo>
                <a:lnTo>
                  <a:pt x="218916" y="1506347"/>
                </a:lnTo>
                <a:lnTo>
                  <a:pt x="220553" y="1516880"/>
                </a:lnTo>
                <a:lnTo>
                  <a:pt x="222940" y="1527414"/>
                </a:lnTo>
                <a:lnTo>
                  <a:pt x="226254" y="1537948"/>
                </a:lnTo>
                <a:lnTo>
                  <a:pt x="230677" y="1548482"/>
                </a:lnTo>
                <a:lnTo>
                  <a:pt x="236374" y="1559016"/>
                </a:lnTo>
                <a:lnTo>
                  <a:pt x="243466" y="1569550"/>
                </a:lnTo>
                <a:lnTo>
                  <a:pt x="252003" y="1580084"/>
                </a:lnTo>
                <a:lnTo>
                  <a:pt x="261931" y="1590618"/>
                </a:lnTo>
                <a:lnTo>
                  <a:pt x="273067" y="1601152"/>
                </a:lnTo>
                <a:lnTo>
                  <a:pt x="285082" y="1611685"/>
                </a:lnTo>
                <a:lnTo>
                  <a:pt x="297500" y="1622219"/>
                </a:lnTo>
                <a:lnTo>
                  <a:pt x="309722" y="1632753"/>
                </a:lnTo>
                <a:lnTo>
                  <a:pt x="321066" y="1643287"/>
                </a:lnTo>
                <a:lnTo>
                  <a:pt x="330826" y="1653821"/>
                </a:lnTo>
                <a:lnTo>
                  <a:pt x="338346" y="1664355"/>
                </a:lnTo>
                <a:lnTo>
                  <a:pt x="343092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5462">
            <a:extLst>
              <a:ext uri="{FF2B5EF4-FFF2-40B4-BE49-F238E27FC236}">
                <a16:creationId xmlns:a16="http://schemas.microsoft.com/office/drawing/2014/main" id="{60CCE223-9F08-4CEB-BC74-5B2577831AF3}"/>
              </a:ext>
            </a:extLst>
          </p:cNvPr>
          <p:cNvSpPr>
            <a:spLocks/>
          </p:cNvSpPr>
          <p:nvPr/>
        </p:nvSpPr>
        <p:spPr>
          <a:xfrm>
            <a:off x="630026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5463">
            <a:extLst>
              <a:ext uri="{FF2B5EF4-FFF2-40B4-BE49-F238E27FC236}">
                <a16:creationId xmlns:a16="http://schemas.microsoft.com/office/drawing/2014/main" id="{1F27A052-4290-47DD-8B59-84A5474E8BBB}"/>
              </a:ext>
            </a:extLst>
          </p:cNvPr>
          <p:cNvSpPr>
            <a:spLocks/>
          </p:cNvSpPr>
          <p:nvPr/>
        </p:nvSpPr>
        <p:spPr>
          <a:xfrm>
            <a:off x="6766094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5464">
            <a:extLst>
              <a:ext uri="{FF2B5EF4-FFF2-40B4-BE49-F238E27FC236}">
                <a16:creationId xmlns:a16="http://schemas.microsoft.com/office/drawing/2014/main" id="{F8469B43-7789-4DD5-931F-EEFAD6E00E89}"/>
              </a:ext>
            </a:extLst>
          </p:cNvPr>
          <p:cNvSpPr>
            <a:spLocks/>
          </p:cNvSpPr>
          <p:nvPr/>
        </p:nvSpPr>
        <p:spPr>
          <a:xfrm>
            <a:off x="774433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86763" y="1685423"/>
                </a:moveTo>
                <a:lnTo>
                  <a:pt x="57951" y="1685423"/>
                </a:lnTo>
                <a:lnTo>
                  <a:pt x="59120" y="1674889"/>
                </a:lnTo>
                <a:lnTo>
                  <a:pt x="62545" y="1664355"/>
                </a:lnTo>
                <a:lnTo>
                  <a:pt x="67997" y="1653821"/>
                </a:lnTo>
                <a:lnTo>
                  <a:pt x="75123" y="1643287"/>
                </a:lnTo>
                <a:lnTo>
                  <a:pt x="83480" y="1632753"/>
                </a:lnTo>
                <a:lnTo>
                  <a:pt x="92583" y="1622219"/>
                </a:lnTo>
                <a:lnTo>
                  <a:pt x="101952" y="1611685"/>
                </a:lnTo>
                <a:lnTo>
                  <a:pt x="111149" y="1601152"/>
                </a:lnTo>
                <a:lnTo>
                  <a:pt x="119810" y="1590618"/>
                </a:lnTo>
                <a:lnTo>
                  <a:pt x="127664" y="1580084"/>
                </a:lnTo>
                <a:lnTo>
                  <a:pt x="134540" y="1569550"/>
                </a:lnTo>
                <a:lnTo>
                  <a:pt x="140363" y="1559016"/>
                </a:lnTo>
                <a:lnTo>
                  <a:pt x="145137" y="1548482"/>
                </a:lnTo>
                <a:lnTo>
                  <a:pt x="148931" y="1537948"/>
                </a:lnTo>
                <a:lnTo>
                  <a:pt x="151853" y="1527414"/>
                </a:lnTo>
                <a:lnTo>
                  <a:pt x="154039" y="1516880"/>
                </a:lnTo>
                <a:lnTo>
                  <a:pt x="155629" y="1506347"/>
                </a:lnTo>
                <a:lnTo>
                  <a:pt x="156758" y="1495813"/>
                </a:lnTo>
                <a:lnTo>
                  <a:pt x="157548" y="1485279"/>
                </a:lnTo>
                <a:lnTo>
                  <a:pt x="158103" y="1474745"/>
                </a:lnTo>
                <a:lnTo>
                  <a:pt x="158506" y="1464211"/>
                </a:lnTo>
                <a:lnTo>
                  <a:pt x="158824" y="1453677"/>
                </a:lnTo>
                <a:lnTo>
                  <a:pt x="159104" y="1443143"/>
                </a:lnTo>
                <a:lnTo>
                  <a:pt x="159377" y="1432609"/>
                </a:lnTo>
                <a:lnTo>
                  <a:pt x="159664" y="1422075"/>
                </a:lnTo>
                <a:lnTo>
                  <a:pt x="159972" y="1411542"/>
                </a:lnTo>
                <a:lnTo>
                  <a:pt x="160300" y="1401008"/>
                </a:lnTo>
                <a:lnTo>
                  <a:pt x="160639" y="1390474"/>
                </a:lnTo>
                <a:lnTo>
                  <a:pt x="160977" y="1379940"/>
                </a:lnTo>
                <a:lnTo>
                  <a:pt x="161297" y="1369406"/>
                </a:lnTo>
                <a:lnTo>
                  <a:pt x="161581" y="1358872"/>
                </a:lnTo>
                <a:lnTo>
                  <a:pt x="161814" y="1348338"/>
                </a:lnTo>
                <a:lnTo>
                  <a:pt x="161985" y="1337804"/>
                </a:lnTo>
                <a:lnTo>
                  <a:pt x="162086" y="1327270"/>
                </a:lnTo>
                <a:lnTo>
                  <a:pt x="162117" y="1316736"/>
                </a:lnTo>
                <a:lnTo>
                  <a:pt x="162085" y="1306203"/>
                </a:lnTo>
                <a:lnTo>
                  <a:pt x="162002" y="1295669"/>
                </a:lnTo>
                <a:lnTo>
                  <a:pt x="161885" y="1285135"/>
                </a:lnTo>
                <a:lnTo>
                  <a:pt x="161755" y="1274601"/>
                </a:lnTo>
                <a:lnTo>
                  <a:pt x="161631" y="1264067"/>
                </a:lnTo>
                <a:lnTo>
                  <a:pt x="161533" y="1253533"/>
                </a:lnTo>
                <a:lnTo>
                  <a:pt x="161474" y="1242999"/>
                </a:lnTo>
                <a:lnTo>
                  <a:pt x="161462" y="1232465"/>
                </a:lnTo>
                <a:lnTo>
                  <a:pt x="161499" y="1221931"/>
                </a:lnTo>
                <a:lnTo>
                  <a:pt x="161579" y="1211398"/>
                </a:lnTo>
                <a:lnTo>
                  <a:pt x="161694" y="1200864"/>
                </a:lnTo>
                <a:lnTo>
                  <a:pt x="161830" y="1190330"/>
                </a:lnTo>
                <a:lnTo>
                  <a:pt x="161971" y="1179796"/>
                </a:lnTo>
                <a:lnTo>
                  <a:pt x="162106" y="1169262"/>
                </a:lnTo>
                <a:lnTo>
                  <a:pt x="162224" y="1158728"/>
                </a:lnTo>
                <a:lnTo>
                  <a:pt x="162321" y="1148194"/>
                </a:lnTo>
                <a:lnTo>
                  <a:pt x="162398" y="1137660"/>
                </a:lnTo>
                <a:lnTo>
                  <a:pt x="162462" y="1127126"/>
                </a:lnTo>
                <a:lnTo>
                  <a:pt x="162525" y="1116593"/>
                </a:lnTo>
                <a:lnTo>
                  <a:pt x="162602" y="1106059"/>
                </a:lnTo>
                <a:lnTo>
                  <a:pt x="162711" y="1095525"/>
                </a:lnTo>
                <a:lnTo>
                  <a:pt x="162867" y="1084991"/>
                </a:lnTo>
                <a:lnTo>
                  <a:pt x="163082" y="1074457"/>
                </a:lnTo>
                <a:lnTo>
                  <a:pt x="163364" y="1063923"/>
                </a:lnTo>
                <a:lnTo>
                  <a:pt x="163713" y="1053389"/>
                </a:lnTo>
                <a:lnTo>
                  <a:pt x="164120" y="1042855"/>
                </a:lnTo>
                <a:lnTo>
                  <a:pt x="164570" y="1032321"/>
                </a:lnTo>
                <a:lnTo>
                  <a:pt x="165039" y="1021788"/>
                </a:lnTo>
                <a:lnTo>
                  <a:pt x="165496" y="1011254"/>
                </a:lnTo>
                <a:lnTo>
                  <a:pt x="165909" y="1000720"/>
                </a:lnTo>
                <a:lnTo>
                  <a:pt x="166240" y="990186"/>
                </a:lnTo>
                <a:lnTo>
                  <a:pt x="166455" y="979652"/>
                </a:lnTo>
                <a:lnTo>
                  <a:pt x="166524" y="969118"/>
                </a:lnTo>
                <a:lnTo>
                  <a:pt x="166425" y="958584"/>
                </a:lnTo>
                <a:lnTo>
                  <a:pt x="166148" y="948050"/>
                </a:lnTo>
                <a:lnTo>
                  <a:pt x="165693" y="937516"/>
                </a:lnTo>
                <a:lnTo>
                  <a:pt x="165077" y="926982"/>
                </a:lnTo>
                <a:lnTo>
                  <a:pt x="164330" y="916449"/>
                </a:lnTo>
                <a:lnTo>
                  <a:pt x="163495" y="905915"/>
                </a:lnTo>
                <a:lnTo>
                  <a:pt x="162625" y="895381"/>
                </a:lnTo>
                <a:lnTo>
                  <a:pt x="161778" y="884847"/>
                </a:lnTo>
                <a:lnTo>
                  <a:pt x="161011" y="874313"/>
                </a:lnTo>
                <a:lnTo>
                  <a:pt x="160377" y="863779"/>
                </a:lnTo>
                <a:lnTo>
                  <a:pt x="159919" y="853245"/>
                </a:lnTo>
                <a:lnTo>
                  <a:pt x="159665" y="842711"/>
                </a:lnTo>
                <a:lnTo>
                  <a:pt x="159623" y="832177"/>
                </a:lnTo>
                <a:lnTo>
                  <a:pt x="159788" y="821644"/>
                </a:lnTo>
                <a:lnTo>
                  <a:pt x="160137" y="811110"/>
                </a:lnTo>
                <a:lnTo>
                  <a:pt x="160635" y="800576"/>
                </a:lnTo>
                <a:lnTo>
                  <a:pt x="161237" y="790042"/>
                </a:lnTo>
                <a:lnTo>
                  <a:pt x="161899" y="779508"/>
                </a:lnTo>
                <a:lnTo>
                  <a:pt x="162577" y="768974"/>
                </a:lnTo>
                <a:lnTo>
                  <a:pt x="163234" y="758440"/>
                </a:lnTo>
                <a:lnTo>
                  <a:pt x="163842" y="747906"/>
                </a:lnTo>
                <a:lnTo>
                  <a:pt x="164381" y="737372"/>
                </a:lnTo>
                <a:lnTo>
                  <a:pt x="164844" y="726839"/>
                </a:lnTo>
                <a:lnTo>
                  <a:pt x="165228" y="716305"/>
                </a:lnTo>
                <a:lnTo>
                  <a:pt x="165538" y="705771"/>
                </a:lnTo>
                <a:lnTo>
                  <a:pt x="165781" y="695237"/>
                </a:lnTo>
                <a:lnTo>
                  <a:pt x="165965" y="684703"/>
                </a:lnTo>
                <a:lnTo>
                  <a:pt x="166097" y="674169"/>
                </a:lnTo>
                <a:lnTo>
                  <a:pt x="166183" y="663635"/>
                </a:lnTo>
                <a:lnTo>
                  <a:pt x="166228" y="653101"/>
                </a:lnTo>
                <a:lnTo>
                  <a:pt x="166235" y="642567"/>
                </a:lnTo>
                <a:lnTo>
                  <a:pt x="166209" y="632034"/>
                </a:lnTo>
                <a:lnTo>
                  <a:pt x="166153" y="621500"/>
                </a:lnTo>
                <a:lnTo>
                  <a:pt x="166072" y="610966"/>
                </a:lnTo>
                <a:lnTo>
                  <a:pt x="165971" y="600432"/>
                </a:lnTo>
                <a:lnTo>
                  <a:pt x="165854" y="589898"/>
                </a:lnTo>
                <a:lnTo>
                  <a:pt x="165724" y="579364"/>
                </a:lnTo>
                <a:lnTo>
                  <a:pt x="165579" y="568830"/>
                </a:lnTo>
                <a:lnTo>
                  <a:pt x="165417" y="558296"/>
                </a:lnTo>
                <a:lnTo>
                  <a:pt x="165231" y="547762"/>
                </a:lnTo>
                <a:lnTo>
                  <a:pt x="165013" y="537228"/>
                </a:lnTo>
                <a:lnTo>
                  <a:pt x="164756" y="526695"/>
                </a:lnTo>
                <a:lnTo>
                  <a:pt x="164453" y="516161"/>
                </a:lnTo>
                <a:lnTo>
                  <a:pt x="164104" y="505627"/>
                </a:lnTo>
                <a:lnTo>
                  <a:pt x="163715" y="495093"/>
                </a:lnTo>
                <a:lnTo>
                  <a:pt x="163301" y="484559"/>
                </a:lnTo>
                <a:lnTo>
                  <a:pt x="162883" y="474025"/>
                </a:lnTo>
                <a:lnTo>
                  <a:pt x="162490" y="463491"/>
                </a:lnTo>
                <a:lnTo>
                  <a:pt x="162152" y="452957"/>
                </a:lnTo>
                <a:lnTo>
                  <a:pt x="161900" y="442423"/>
                </a:lnTo>
                <a:lnTo>
                  <a:pt x="161758" y="431890"/>
                </a:lnTo>
                <a:lnTo>
                  <a:pt x="161743" y="421356"/>
                </a:lnTo>
                <a:lnTo>
                  <a:pt x="161858" y="410822"/>
                </a:lnTo>
                <a:lnTo>
                  <a:pt x="162095" y="400288"/>
                </a:lnTo>
                <a:lnTo>
                  <a:pt x="162432" y="389754"/>
                </a:lnTo>
                <a:lnTo>
                  <a:pt x="162838" y="379220"/>
                </a:lnTo>
                <a:lnTo>
                  <a:pt x="163274" y="368686"/>
                </a:lnTo>
                <a:lnTo>
                  <a:pt x="163698" y="358152"/>
                </a:lnTo>
                <a:lnTo>
                  <a:pt x="164074" y="347618"/>
                </a:lnTo>
                <a:lnTo>
                  <a:pt x="164367" y="337085"/>
                </a:lnTo>
                <a:lnTo>
                  <a:pt x="164555" y="326551"/>
                </a:lnTo>
                <a:lnTo>
                  <a:pt x="164625" y="316017"/>
                </a:lnTo>
                <a:lnTo>
                  <a:pt x="164577" y="305483"/>
                </a:lnTo>
                <a:lnTo>
                  <a:pt x="164416" y="294949"/>
                </a:lnTo>
                <a:lnTo>
                  <a:pt x="164161" y="284415"/>
                </a:lnTo>
                <a:lnTo>
                  <a:pt x="163829" y="273881"/>
                </a:lnTo>
                <a:lnTo>
                  <a:pt x="163440" y="263347"/>
                </a:lnTo>
                <a:lnTo>
                  <a:pt x="163009" y="252813"/>
                </a:lnTo>
                <a:lnTo>
                  <a:pt x="162539" y="242280"/>
                </a:lnTo>
                <a:lnTo>
                  <a:pt x="162021" y="231746"/>
                </a:lnTo>
                <a:lnTo>
                  <a:pt x="161423" y="221212"/>
                </a:lnTo>
                <a:lnTo>
                  <a:pt x="160688" y="210678"/>
                </a:lnTo>
                <a:lnTo>
                  <a:pt x="159725" y="200144"/>
                </a:lnTo>
                <a:lnTo>
                  <a:pt x="158411" y="189610"/>
                </a:lnTo>
                <a:lnTo>
                  <a:pt x="156586" y="179076"/>
                </a:lnTo>
                <a:lnTo>
                  <a:pt x="154055" y="168542"/>
                </a:lnTo>
                <a:lnTo>
                  <a:pt x="150598" y="158008"/>
                </a:lnTo>
                <a:lnTo>
                  <a:pt x="145980" y="147474"/>
                </a:lnTo>
                <a:lnTo>
                  <a:pt x="139978" y="136941"/>
                </a:lnTo>
                <a:lnTo>
                  <a:pt x="132405" y="126407"/>
                </a:lnTo>
                <a:lnTo>
                  <a:pt x="123140" y="115873"/>
                </a:lnTo>
                <a:lnTo>
                  <a:pt x="112167" y="105339"/>
                </a:lnTo>
                <a:lnTo>
                  <a:pt x="99601" y="94805"/>
                </a:lnTo>
                <a:lnTo>
                  <a:pt x="85714" y="84271"/>
                </a:lnTo>
                <a:lnTo>
                  <a:pt x="70939" y="73737"/>
                </a:lnTo>
                <a:lnTo>
                  <a:pt x="55864" y="63203"/>
                </a:lnTo>
                <a:lnTo>
                  <a:pt x="41198" y="52669"/>
                </a:lnTo>
                <a:lnTo>
                  <a:pt x="27723" y="42136"/>
                </a:lnTo>
                <a:lnTo>
                  <a:pt x="16224" y="31602"/>
                </a:lnTo>
                <a:lnTo>
                  <a:pt x="7420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7" y="10534"/>
                </a:lnTo>
                <a:lnTo>
                  <a:pt x="337295" y="21068"/>
                </a:lnTo>
                <a:lnTo>
                  <a:pt x="328491" y="31602"/>
                </a:lnTo>
                <a:lnTo>
                  <a:pt x="316992" y="42136"/>
                </a:lnTo>
                <a:lnTo>
                  <a:pt x="303516" y="52669"/>
                </a:lnTo>
                <a:lnTo>
                  <a:pt x="288850" y="63203"/>
                </a:lnTo>
                <a:lnTo>
                  <a:pt x="273775" y="73737"/>
                </a:lnTo>
                <a:lnTo>
                  <a:pt x="259000" y="84271"/>
                </a:lnTo>
                <a:lnTo>
                  <a:pt x="245113" y="94805"/>
                </a:lnTo>
                <a:lnTo>
                  <a:pt x="232547" y="105339"/>
                </a:lnTo>
                <a:lnTo>
                  <a:pt x="221574" y="115873"/>
                </a:lnTo>
                <a:lnTo>
                  <a:pt x="212309" y="126407"/>
                </a:lnTo>
                <a:lnTo>
                  <a:pt x="204736" y="136941"/>
                </a:lnTo>
                <a:lnTo>
                  <a:pt x="198734" y="147474"/>
                </a:lnTo>
                <a:lnTo>
                  <a:pt x="194117" y="158008"/>
                </a:lnTo>
                <a:lnTo>
                  <a:pt x="190659" y="168542"/>
                </a:lnTo>
                <a:lnTo>
                  <a:pt x="188128" y="179076"/>
                </a:lnTo>
                <a:lnTo>
                  <a:pt x="186303" y="189610"/>
                </a:lnTo>
                <a:lnTo>
                  <a:pt x="184989" y="200144"/>
                </a:lnTo>
                <a:lnTo>
                  <a:pt x="184027" y="210678"/>
                </a:lnTo>
                <a:lnTo>
                  <a:pt x="183291" y="221212"/>
                </a:lnTo>
                <a:lnTo>
                  <a:pt x="182693" y="231746"/>
                </a:lnTo>
                <a:lnTo>
                  <a:pt x="182175" y="242280"/>
                </a:lnTo>
                <a:lnTo>
                  <a:pt x="181706" y="252813"/>
                </a:lnTo>
                <a:lnTo>
                  <a:pt x="181274" y="263347"/>
                </a:lnTo>
                <a:lnTo>
                  <a:pt x="180885" y="273881"/>
                </a:lnTo>
                <a:lnTo>
                  <a:pt x="180553" y="284415"/>
                </a:lnTo>
                <a:lnTo>
                  <a:pt x="180298" y="294949"/>
                </a:lnTo>
                <a:lnTo>
                  <a:pt x="180138" y="305483"/>
                </a:lnTo>
                <a:lnTo>
                  <a:pt x="180089" y="316017"/>
                </a:lnTo>
                <a:lnTo>
                  <a:pt x="180159" y="326551"/>
                </a:lnTo>
                <a:lnTo>
                  <a:pt x="180347" y="337085"/>
                </a:lnTo>
                <a:lnTo>
                  <a:pt x="180641" y="347618"/>
                </a:lnTo>
                <a:lnTo>
                  <a:pt x="181016" y="358152"/>
                </a:lnTo>
                <a:lnTo>
                  <a:pt x="181441" y="368686"/>
                </a:lnTo>
                <a:lnTo>
                  <a:pt x="181876" y="379220"/>
                </a:lnTo>
                <a:lnTo>
                  <a:pt x="182282" y="389754"/>
                </a:lnTo>
                <a:lnTo>
                  <a:pt x="182619" y="400288"/>
                </a:lnTo>
                <a:lnTo>
                  <a:pt x="182856" y="410822"/>
                </a:lnTo>
                <a:lnTo>
                  <a:pt x="182971" y="421356"/>
                </a:lnTo>
                <a:lnTo>
                  <a:pt x="182956" y="431890"/>
                </a:lnTo>
                <a:lnTo>
                  <a:pt x="182814" y="442423"/>
                </a:lnTo>
                <a:lnTo>
                  <a:pt x="182562" y="452957"/>
                </a:lnTo>
                <a:lnTo>
                  <a:pt x="182224" y="463491"/>
                </a:lnTo>
                <a:lnTo>
                  <a:pt x="181831" y="474025"/>
                </a:lnTo>
                <a:lnTo>
                  <a:pt x="181413" y="484559"/>
                </a:lnTo>
                <a:lnTo>
                  <a:pt x="180999" y="495093"/>
                </a:lnTo>
                <a:lnTo>
                  <a:pt x="180610" y="505627"/>
                </a:lnTo>
                <a:lnTo>
                  <a:pt x="180261" y="516161"/>
                </a:lnTo>
                <a:lnTo>
                  <a:pt x="179958" y="526695"/>
                </a:lnTo>
                <a:lnTo>
                  <a:pt x="179701" y="537228"/>
                </a:lnTo>
                <a:lnTo>
                  <a:pt x="179483" y="547762"/>
                </a:lnTo>
                <a:lnTo>
                  <a:pt x="179297" y="558296"/>
                </a:lnTo>
                <a:lnTo>
                  <a:pt x="179135" y="568830"/>
                </a:lnTo>
                <a:lnTo>
                  <a:pt x="178991" y="579364"/>
                </a:lnTo>
                <a:lnTo>
                  <a:pt x="178860" y="589898"/>
                </a:lnTo>
                <a:lnTo>
                  <a:pt x="178743" y="600432"/>
                </a:lnTo>
                <a:lnTo>
                  <a:pt x="178642" y="610966"/>
                </a:lnTo>
                <a:lnTo>
                  <a:pt x="178561" y="621500"/>
                </a:lnTo>
                <a:lnTo>
                  <a:pt x="178506" y="632034"/>
                </a:lnTo>
                <a:lnTo>
                  <a:pt x="178479" y="642567"/>
                </a:lnTo>
                <a:lnTo>
                  <a:pt x="178487" y="653101"/>
                </a:lnTo>
                <a:lnTo>
                  <a:pt x="178531" y="663635"/>
                </a:lnTo>
                <a:lnTo>
                  <a:pt x="178617" y="674169"/>
                </a:lnTo>
                <a:lnTo>
                  <a:pt x="178749" y="684703"/>
                </a:lnTo>
                <a:lnTo>
                  <a:pt x="178933" y="695237"/>
                </a:lnTo>
                <a:lnTo>
                  <a:pt x="179176" y="705771"/>
                </a:lnTo>
                <a:lnTo>
                  <a:pt x="179486" y="716305"/>
                </a:lnTo>
                <a:lnTo>
                  <a:pt x="179870" y="726839"/>
                </a:lnTo>
                <a:lnTo>
                  <a:pt x="180333" y="737372"/>
                </a:lnTo>
                <a:lnTo>
                  <a:pt x="180873" y="747906"/>
                </a:lnTo>
                <a:lnTo>
                  <a:pt x="181480" y="758440"/>
                </a:lnTo>
                <a:lnTo>
                  <a:pt x="182137" y="768974"/>
                </a:lnTo>
                <a:lnTo>
                  <a:pt x="182815" y="779508"/>
                </a:lnTo>
                <a:lnTo>
                  <a:pt x="183477" y="790042"/>
                </a:lnTo>
                <a:lnTo>
                  <a:pt x="184080" y="800576"/>
                </a:lnTo>
                <a:lnTo>
                  <a:pt x="184577" y="811110"/>
                </a:lnTo>
                <a:lnTo>
                  <a:pt x="184926" y="821644"/>
                </a:lnTo>
                <a:lnTo>
                  <a:pt x="185091" y="832177"/>
                </a:lnTo>
                <a:lnTo>
                  <a:pt x="185050" y="842711"/>
                </a:lnTo>
                <a:lnTo>
                  <a:pt x="184795" y="853245"/>
                </a:lnTo>
                <a:lnTo>
                  <a:pt x="184337" y="863779"/>
                </a:lnTo>
                <a:lnTo>
                  <a:pt x="183703" y="874313"/>
                </a:lnTo>
                <a:lnTo>
                  <a:pt x="182937" y="884847"/>
                </a:lnTo>
                <a:lnTo>
                  <a:pt x="182089" y="895381"/>
                </a:lnTo>
                <a:lnTo>
                  <a:pt x="181219" y="905915"/>
                </a:lnTo>
                <a:lnTo>
                  <a:pt x="180384" y="916449"/>
                </a:lnTo>
                <a:lnTo>
                  <a:pt x="179637" y="926982"/>
                </a:lnTo>
                <a:lnTo>
                  <a:pt x="179021" y="937516"/>
                </a:lnTo>
                <a:lnTo>
                  <a:pt x="178566" y="948050"/>
                </a:lnTo>
                <a:lnTo>
                  <a:pt x="178289" y="958584"/>
                </a:lnTo>
                <a:lnTo>
                  <a:pt x="178190" y="969118"/>
                </a:lnTo>
                <a:lnTo>
                  <a:pt x="178259" y="979652"/>
                </a:lnTo>
                <a:lnTo>
                  <a:pt x="178475" y="990186"/>
                </a:lnTo>
                <a:lnTo>
                  <a:pt x="178806" y="1000720"/>
                </a:lnTo>
                <a:lnTo>
                  <a:pt x="179218" y="1011254"/>
                </a:lnTo>
                <a:lnTo>
                  <a:pt x="179676" y="1021788"/>
                </a:lnTo>
                <a:lnTo>
                  <a:pt x="180144" y="1032321"/>
                </a:lnTo>
                <a:lnTo>
                  <a:pt x="180594" y="1042855"/>
                </a:lnTo>
                <a:lnTo>
                  <a:pt x="181002" y="1053389"/>
                </a:lnTo>
                <a:lnTo>
                  <a:pt x="181350" y="1063923"/>
                </a:lnTo>
                <a:lnTo>
                  <a:pt x="181632" y="1074457"/>
                </a:lnTo>
                <a:lnTo>
                  <a:pt x="181848" y="1084991"/>
                </a:lnTo>
                <a:lnTo>
                  <a:pt x="182003" y="1095525"/>
                </a:lnTo>
                <a:lnTo>
                  <a:pt x="182112" y="1106059"/>
                </a:lnTo>
                <a:lnTo>
                  <a:pt x="182190" y="1116593"/>
                </a:lnTo>
                <a:lnTo>
                  <a:pt x="182252" y="1127126"/>
                </a:lnTo>
                <a:lnTo>
                  <a:pt x="182316" y="1137660"/>
                </a:lnTo>
                <a:lnTo>
                  <a:pt x="182393" y="1148194"/>
                </a:lnTo>
                <a:lnTo>
                  <a:pt x="182490" y="1158728"/>
                </a:lnTo>
                <a:lnTo>
                  <a:pt x="182608" y="1169262"/>
                </a:lnTo>
                <a:lnTo>
                  <a:pt x="182743" y="1179796"/>
                </a:lnTo>
                <a:lnTo>
                  <a:pt x="182885" y="1190330"/>
                </a:lnTo>
                <a:lnTo>
                  <a:pt x="183020" y="1200864"/>
                </a:lnTo>
                <a:lnTo>
                  <a:pt x="183135" y="1211398"/>
                </a:lnTo>
                <a:lnTo>
                  <a:pt x="183216" y="1221931"/>
                </a:lnTo>
                <a:lnTo>
                  <a:pt x="183252" y="1232465"/>
                </a:lnTo>
                <a:lnTo>
                  <a:pt x="183240" y="1242999"/>
                </a:lnTo>
                <a:lnTo>
                  <a:pt x="183181" y="1253533"/>
                </a:lnTo>
                <a:lnTo>
                  <a:pt x="183083" y="1264067"/>
                </a:lnTo>
                <a:lnTo>
                  <a:pt x="182960" y="1274601"/>
                </a:lnTo>
                <a:lnTo>
                  <a:pt x="182829" y="1285135"/>
                </a:lnTo>
                <a:lnTo>
                  <a:pt x="182713" y="1295669"/>
                </a:lnTo>
                <a:lnTo>
                  <a:pt x="182630" y="1306203"/>
                </a:lnTo>
                <a:lnTo>
                  <a:pt x="182597" y="1316736"/>
                </a:lnTo>
                <a:lnTo>
                  <a:pt x="182628" y="1327270"/>
                </a:lnTo>
                <a:lnTo>
                  <a:pt x="182729" y="1337804"/>
                </a:lnTo>
                <a:lnTo>
                  <a:pt x="182900" y="1348338"/>
                </a:lnTo>
                <a:lnTo>
                  <a:pt x="183133" y="1358872"/>
                </a:lnTo>
                <a:lnTo>
                  <a:pt x="183417" y="1369406"/>
                </a:lnTo>
                <a:lnTo>
                  <a:pt x="183737" y="1379940"/>
                </a:lnTo>
                <a:lnTo>
                  <a:pt x="184075" y="1390474"/>
                </a:lnTo>
                <a:lnTo>
                  <a:pt x="184415" y="1401008"/>
                </a:lnTo>
                <a:lnTo>
                  <a:pt x="184742" y="1411542"/>
                </a:lnTo>
                <a:lnTo>
                  <a:pt x="185050" y="1422075"/>
                </a:lnTo>
                <a:lnTo>
                  <a:pt x="185337" y="1432609"/>
                </a:lnTo>
                <a:lnTo>
                  <a:pt x="185611" y="1443143"/>
                </a:lnTo>
                <a:lnTo>
                  <a:pt x="185890" y="1453677"/>
                </a:lnTo>
                <a:lnTo>
                  <a:pt x="186208" y="1464211"/>
                </a:lnTo>
                <a:lnTo>
                  <a:pt x="186611" y="1474745"/>
                </a:lnTo>
                <a:lnTo>
                  <a:pt x="187166" y="1485279"/>
                </a:lnTo>
                <a:lnTo>
                  <a:pt x="187956" y="1495813"/>
                </a:lnTo>
                <a:lnTo>
                  <a:pt x="189085" y="1506347"/>
                </a:lnTo>
                <a:lnTo>
                  <a:pt x="190675" y="1516880"/>
                </a:lnTo>
                <a:lnTo>
                  <a:pt x="192861" y="1527414"/>
                </a:lnTo>
                <a:lnTo>
                  <a:pt x="195784" y="1537948"/>
                </a:lnTo>
                <a:lnTo>
                  <a:pt x="199577" y="1548482"/>
                </a:lnTo>
                <a:lnTo>
                  <a:pt x="204351" y="1559016"/>
                </a:lnTo>
                <a:lnTo>
                  <a:pt x="210174" y="1569550"/>
                </a:lnTo>
                <a:lnTo>
                  <a:pt x="217050" y="1580084"/>
                </a:lnTo>
                <a:lnTo>
                  <a:pt x="224905" y="1590618"/>
                </a:lnTo>
                <a:lnTo>
                  <a:pt x="233565" y="1601152"/>
                </a:lnTo>
                <a:lnTo>
                  <a:pt x="242762" y="1611685"/>
                </a:lnTo>
                <a:lnTo>
                  <a:pt x="252131" y="1622219"/>
                </a:lnTo>
                <a:lnTo>
                  <a:pt x="261235" y="1632753"/>
                </a:lnTo>
                <a:lnTo>
                  <a:pt x="269591" y="1643287"/>
                </a:lnTo>
                <a:lnTo>
                  <a:pt x="276717" y="1653821"/>
                </a:lnTo>
                <a:lnTo>
                  <a:pt x="282170" y="1664355"/>
                </a:lnTo>
                <a:lnTo>
                  <a:pt x="285595" y="1674889"/>
                </a:lnTo>
                <a:lnTo>
                  <a:pt x="286763" y="1685423"/>
                </a:lnTo>
                <a:lnTo>
                  <a:pt x="286763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5465">
            <a:extLst>
              <a:ext uri="{FF2B5EF4-FFF2-40B4-BE49-F238E27FC236}">
                <a16:creationId xmlns:a16="http://schemas.microsoft.com/office/drawing/2014/main" id="{50F80389-06EA-4FA3-ADEC-96C436174B32}"/>
              </a:ext>
            </a:extLst>
          </p:cNvPr>
          <p:cNvSpPr>
            <a:spLocks/>
          </p:cNvSpPr>
          <p:nvPr/>
        </p:nvSpPr>
        <p:spPr>
          <a:xfrm>
            <a:off x="821016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5466">
            <a:extLst>
              <a:ext uri="{FF2B5EF4-FFF2-40B4-BE49-F238E27FC236}">
                <a16:creationId xmlns:a16="http://schemas.microsoft.com/office/drawing/2014/main" id="{2B8BA562-F7B2-48D2-90FE-4C7B2040F51A}"/>
              </a:ext>
            </a:extLst>
          </p:cNvPr>
          <p:cNvSpPr>
            <a:spLocks/>
          </p:cNvSpPr>
          <p:nvPr/>
        </p:nvSpPr>
        <p:spPr>
          <a:xfrm>
            <a:off x="867599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5467">
            <a:extLst>
              <a:ext uri="{FF2B5EF4-FFF2-40B4-BE49-F238E27FC236}">
                <a16:creationId xmlns:a16="http://schemas.microsoft.com/office/drawing/2014/main" id="{5DDD5F18-FFD6-4287-B007-E0AA4412A0CA}"/>
              </a:ext>
            </a:extLst>
          </p:cNvPr>
          <p:cNvSpPr>
            <a:spLocks/>
          </p:cNvSpPr>
          <p:nvPr/>
        </p:nvSpPr>
        <p:spPr>
          <a:xfrm>
            <a:off x="6089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5468">
            <a:extLst>
              <a:ext uri="{FF2B5EF4-FFF2-40B4-BE49-F238E27FC236}">
                <a16:creationId xmlns:a16="http://schemas.microsoft.com/office/drawing/2014/main" id="{8CDDBEAB-C252-401F-9CCC-88B901A261A9}"/>
              </a:ext>
            </a:extLst>
          </p:cNvPr>
          <p:cNvSpPr>
            <a:spLocks/>
          </p:cNvSpPr>
          <p:nvPr/>
        </p:nvSpPr>
        <p:spPr>
          <a:xfrm>
            <a:off x="602890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5469">
            <a:extLst>
              <a:ext uri="{FF2B5EF4-FFF2-40B4-BE49-F238E27FC236}">
                <a16:creationId xmlns:a16="http://schemas.microsoft.com/office/drawing/2014/main" id="{FBE1FF18-30E0-4871-BE3B-03F12F1B0047}"/>
              </a:ext>
            </a:extLst>
          </p:cNvPr>
          <p:cNvSpPr>
            <a:spLocks/>
          </p:cNvSpPr>
          <p:nvPr/>
        </p:nvSpPr>
        <p:spPr>
          <a:xfrm>
            <a:off x="58857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5470">
            <a:extLst>
              <a:ext uri="{FF2B5EF4-FFF2-40B4-BE49-F238E27FC236}">
                <a16:creationId xmlns:a16="http://schemas.microsoft.com/office/drawing/2014/main" id="{411A1DA7-3511-4156-881D-AFB3F0A831D8}"/>
              </a:ext>
            </a:extLst>
          </p:cNvPr>
          <p:cNvSpPr>
            <a:spLocks/>
          </p:cNvSpPr>
          <p:nvPr/>
        </p:nvSpPr>
        <p:spPr>
          <a:xfrm>
            <a:off x="595004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5471">
            <a:extLst>
              <a:ext uri="{FF2B5EF4-FFF2-40B4-BE49-F238E27FC236}">
                <a16:creationId xmlns:a16="http://schemas.microsoft.com/office/drawing/2014/main" id="{FC9CA448-940D-49E6-B5D0-106E10374617}"/>
              </a:ext>
            </a:extLst>
          </p:cNvPr>
          <p:cNvSpPr>
            <a:spLocks/>
          </p:cNvSpPr>
          <p:nvPr/>
        </p:nvSpPr>
        <p:spPr>
          <a:xfrm>
            <a:off x="593570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5472">
            <a:extLst>
              <a:ext uri="{FF2B5EF4-FFF2-40B4-BE49-F238E27FC236}">
                <a16:creationId xmlns:a16="http://schemas.microsoft.com/office/drawing/2014/main" id="{E5E1DF38-2912-46D4-AB76-3D5833E86FC9}"/>
              </a:ext>
            </a:extLst>
          </p:cNvPr>
          <p:cNvSpPr>
            <a:spLocks/>
          </p:cNvSpPr>
          <p:nvPr/>
        </p:nvSpPr>
        <p:spPr>
          <a:xfrm>
            <a:off x="5922822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5473">
            <a:extLst>
              <a:ext uri="{FF2B5EF4-FFF2-40B4-BE49-F238E27FC236}">
                <a16:creationId xmlns:a16="http://schemas.microsoft.com/office/drawing/2014/main" id="{805FFA1C-78DA-4171-B32D-53D6928B3BFE}"/>
              </a:ext>
            </a:extLst>
          </p:cNvPr>
          <p:cNvSpPr>
            <a:spLocks/>
          </p:cNvSpPr>
          <p:nvPr/>
        </p:nvSpPr>
        <p:spPr>
          <a:xfrm>
            <a:off x="6007063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5474">
            <a:extLst>
              <a:ext uri="{FF2B5EF4-FFF2-40B4-BE49-F238E27FC236}">
                <a16:creationId xmlns:a16="http://schemas.microsoft.com/office/drawing/2014/main" id="{DC65D975-D8FC-4452-A897-AA4C18906ACF}"/>
              </a:ext>
            </a:extLst>
          </p:cNvPr>
          <p:cNvSpPr>
            <a:spLocks/>
          </p:cNvSpPr>
          <p:nvPr/>
        </p:nvSpPr>
        <p:spPr>
          <a:xfrm>
            <a:off x="5940151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5475">
            <a:extLst>
              <a:ext uri="{FF2B5EF4-FFF2-40B4-BE49-F238E27FC236}">
                <a16:creationId xmlns:a16="http://schemas.microsoft.com/office/drawing/2014/main" id="{EFB318BB-96AE-4B6A-8D3F-4B61D98E5461}"/>
              </a:ext>
            </a:extLst>
          </p:cNvPr>
          <p:cNvSpPr>
            <a:spLocks/>
          </p:cNvSpPr>
          <p:nvPr/>
        </p:nvSpPr>
        <p:spPr>
          <a:xfrm>
            <a:off x="6067216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5476">
            <a:extLst>
              <a:ext uri="{FF2B5EF4-FFF2-40B4-BE49-F238E27FC236}">
                <a16:creationId xmlns:a16="http://schemas.microsoft.com/office/drawing/2014/main" id="{F0875BD7-4346-42CA-BDE8-8B7681520C29}"/>
              </a:ext>
            </a:extLst>
          </p:cNvPr>
          <p:cNvSpPr>
            <a:spLocks/>
          </p:cNvSpPr>
          <p:nvPr/>
        </p:nvSpPr>
        <p:spPr>
          <a:xfrm>
            <a:off x="5977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5477">
            <a:extLst>
              <a:ext uri="{FF2B5EF4-FFF2-40B4-BE49-F238E27FC236}">
                <a16:creationId xmlns:a16="http://schemas.microsoft.com/office/drawing/2014/main" id="{A62ADA28-BD9B-4CFE-918C-D9DCB5AA80B8}"/>
              </a:ext>
            </a:extLst>
          </p:cNvPr>
          <p:cNvSpPr>
            <a:spLocks/>
          </p:cNvSpPr>
          <p:nvPr/>
        </p:nvSpPr>
        <p:spPr>
          <a:xfrm>
            <a:off x="5939748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5478">
            <a:extLst>
              <a:ext uri="{FF2B5EF4-FFF2-40B4-BE49-F238E27FC236}">
                <a16:creationId xmlns:a16="http://schemas.microsoft.com/office/drawing/2014/main" id="{7AD12D51-D3A7-4A6B-AF98-3008E246C922}"/>
              </a:ext>
            </a:extLst>
          </p:cNvPr>
          <p:cNvSpPr>
            <a:spLocks/>
          </p:cNvSpPr>
          <p:nvPr/>
        </p:nvSpPr>
        <p:spPr>
          <a:xfrm>
            <a:off x="6074073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5479">
            <a:extLst>
              <a:ext uri="{FF2B5EF4-FFF2-40B4-BE49-F238E27FC236}">
                <a16:creationId xmlns:a16="http://schemas.microsoft.com/office/drawing/2014/main" id="{FA3FF029-BC5F-4678-A75A-9753EF0F376E}"/>
              </a:ext>
            </a:extLst>
          </p:cNvPr>
          <p:cNvSpPr>
            <a:spLocks/>
          </p:cNvSpPr>
          <p:nvPr/>
        </p:nvSpPr>
        <p:spPr>
          <a:xfrm>
            <a:off x="6056411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5480">
            <a:extLst>
              <a:ext uri="{FF2B5EF4-FFF2-40B4-BE49-F238E27FC236}">
                <a16:creationId xmlns:a16="http://schemas.microsoft.com/office/drawing/2014/main" id="{B97D3C16-1EA4-4804-B8F1-562D7128FEE7}"/>
              </a:ext>
            </a:extLst>
          </p:cNvPr>
          <p:cNvSpPr>
            <a:spLocks/>
          </p:cNvSpPr>
          <p:nvPr/>
        </p:nvSpPr>
        <p:spPr>
          <a:xfrm>
            <a:off x="60862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5481">
            <a:extLst>
              <a:ext uri="{FF2B5EF4-FFF2-40B4-BE49-F238E27FC236}">
                <a16:creationId xmlns:a16="http://schemas.microsoft.com/office/drawing/2014/main" id="{056B6772-A33A-4A88-9D5C-FA7FE08718F1}"/>
              </a:ext>
            </a:extLst>
          </p:cNvPr>
          <p:cNvSpPr>
            <a:spLocks/>
          </p:cNvSpPr>
          <p:nvPr/>
        </p:nvSpPr>
        <p:spPr>
          <a:xfrm>
            <a:off x="59625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5482">
            <a:extLst>
              <a:ext uri="{FF2B5EF4-FFF2-40B4-BE49-F238E27FC236}">
                <a16:creationId xmlns:a16="http://schemas.microsoft.com/office/drawing/2014/main" id="{33F7F482-1537-4743-B166-89F63319F5A0}"/>
              </a:ext>
            </a:extLst>
          </p:cNvPr>
          <p:cNvSpPr>
            <a:spLocks/>
          </p:cNvSpPr>
          <p:nvPr/>
        </p:nvSpPr>
        <p:spPr>
          <a:xfrm>
            <a:off x="6031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5483">
            <a:extLst>
              <a:ext uri="{FF2B5EF4-FFF2-40B4-BE49-F238E27FC236}">
                <a16:creationId xmlns:a16="http://schemas.microsoft.com/office/drawing/2014/main" id="{BD22CB1B-911B-46BB-92C0-704BB21098C1}"/>
              </a:ext>
            </a:extLst>
          </p:cNvPr>
          <p:cNvSpPr>
            <a:spLocks/>
          </p:cNvSpPr>
          <p:nvPr/>
        </p:nvSpPr>
        <p:spPr>
          <a:xfrm>
            <a:off x="5940677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5484">
            <a:extLst>
              <a:ext uri="{FF2B5EF4-FFF2-40B4-BE49-F238E27FC236}">
                <a16:creationId xmlns:a16="http://schemas.microsoft.com/office/drawing/2014/main" id="{CB2AD1EF-14CB-452D-A010-28007B31F6AF}"/>
              </a:ext>
            </a:extLst>
          </p:cNvPr>
          <p:cNvSpPr>
            <a:spLocks/>
          </p:cNvSpPr>
          <p:nvPr/>
        </p:nvSpPr>
        <p:spPr>
          <a:xfrm>
            <a:off x="610043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5485">
            <a:extLst>
              <a:ext uri="{FF2B5EF4-FFF2-40B4-BE49-F238E27FC236}">
                <a16:creationId xmlns:a16="http://schemas.microsoft.com/office/drawing/2014/main" id="{D5BB0CAB-3A58-4138-A248-90C67C58F206}"/>
              </a:ext>
            </a:extLst>
          </p:cNvPr>
          <p:cNvSpPr>
            <a:spLocks/>
          </p:cNvSpPr>
          <p:nvPr/>
        </p:nvSpPr>
        <p:spPr>
          <a:xfrm>
            <a:off x="6040888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5486">
            <a:extLst>
              <a:ext uri="{FF2B5EF4-FFF2-40B4-BE49-F238E27FC236}">
                <a16:creationId xmlns:a16="http://schemas.microsoft.com/office/drawing/2014/main" id="{3F3FAA2A-E346-4540-8904-467770C3272D}"/>
              </a:ext>
            </a:extLst>
          </p:cNvPr>
          <p:cNvSpPr>
            <a:spLocks/>
          </p:cNvSpPr>
          <p:nvPr/>
        </p:nvSpPr>
        <p:spPr>
          <a:xfrm>
            <a:off x="61003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5487">
            <a:extLst>
              <a:ext uri="{FF2B5EF4-FFF2-40B4-BE49-F238E27FC236}">
                <a16:creationId xmlns:a16="http://schemas.microsoft.com/office/drawing/2014/main" id="{ECBEFFD0-9F59-4796-B913-5DB7B4ADBAFE}"/>
              </a:ext>
            </a:extLst>
          </p:cNvPr>
          <p:cNvSpPr>
            <a:spLocks/>
          </p:cNvSpPr>
          <p:nvPr/>
        </p:nvSpPr>
        <p:spPr>
          <a:xfrm>
            <a:off x="590532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5488">
            <a:extLst>
              <a:ext uri="{FF2B5EF4-FFF2-40B4-BE49-F238E27FC236}">
                <a16:creationId xmlns:a16="http://schemas.microsoft.com/office/drawing/2014/main" id="{8FB00436-664F-4E7C-A8CF-FC0C424A59EC}"/>
              </a:ext>
            </a:extLst>
          </p:cNvPr>
          <p:cNvSpPr>
            <a:spLocks/>
          </p:cNvSpPr>
          <p:nvPr/>
        </p:nvSpPr>
        <p:spPr>
          <a:xfrm>
            <a:off x="5926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5489">
            <a:extLst>
              <a:ext uri="{FF2B5EF4-FFF2-40B4-BE49-F238E27FC236}">
                <a16:creationId xmlns:a16="http://schemas.microsoft.com/office/drawing/2014/main" id="{C609AA2D-305C-49CB-A5CF-FEF98E19B597}"/>
              </a:ext>
            </a:extLst>
          </p:cNvPr>
          <p:cNvSpPr>
            <a:spLocks/>
          </p:cNvSpPr>
          <p:nvPr/>
        </p:nvSpPr>
        <p:spPr>
          <a:xfrm>
            <a:off x="603091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5490">
            <a:extLst>
              <a:ext uri="{FF2B5EF4-FFF2-40B4-BE49-F238E27FC236}">
                <a16:creationId xmlns:a16="http://schemas.microsoft.com/office/drawing/2014/main" id="{676BA700-359B-47D3-97B3-7A9DE50E4AA4}"/>
              </a:ext>
            </a:extLst>
          </p:cNvPr>
          <p:cNvSpPr>
            <a:spLocks/>
          </p:cNvSpPr>
          <p:nvPr/>
        </p:nvSpPr>
        <p:spPr>
          <a:xfrm>
            <a:off x="5956544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5491">
            <a:extLst>
              <a:ext uri="{FF2B5EF4-FFF2-40B4-BE49-F238E27FC236}">
                <a16:creationId xmlns:a16="http://schemas.microsoft.com/office/drawing/2014/main" id="{4D9E15EB-361D-4349-8E6C-A867D948FF6B}"/>
              </a:ext>
            </a:extLst>
          </p:cNvPr>
          <p:cNvSpPr>
            <a:spLocks/>
          </p:cNvSpPr>
          <p:nvPr/>
        </p:nvSpPr>
        <p:spPr>
          <a:xfrm>
            <a:off x="60504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5492">
            <a:extLst>
              <a:ext uri="{FF2B5EF4-FFF2-40B4-BE49-F238E27FC236}">
                <a16:creationId xmlns:a16="http://schemas.microsoft.com/office/drawing/2014/main" id="{8BA53A6D-E2A7-468A-9A25-F1C9BDA5B339}"/>
              </a:ext>
            </a:extLst>
          </p:cNvPr>
          <p:cNvSpPr>
            <a:spLocks/>
          </p:cNvSpPr>
          <p:nvPr/>
        </p:nvSpPr>
        <p:spPr>
          <a:xfrm>
            <a:off x="5886156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5493">
            <a:extLst>
              <a:ext uri="{FF2B5EF4-FFF2-40B4-BE49-F238E27FC236}">
                <a16:creationId xmlns:a16="http://schemas.microsoft.com/office/drawing/2014/main" id="{B03997C4-CA0E-4165-B8B0-9537B3DEB459}"/>
              </a:ext>
            </a:extLst>
          </p:cNvPr>
          <p:cNvSpPr>
            <a:spLocks/>
          </p:cNvSpPr>
          <p:nvPr/>
        </p:nvSpPr>
        <p:spPr>
          <a:xfrm>
            <a:off x="59080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5494">
            <a:extLst>
              <a:ext uri="{FF2B5EF4-FFF2-40B4-BE49-F238E27FC236}">
                <a16:creationId xmlns:a16="http://schemas.microsoft.com/office/drawing/2014/main" id="{B3316E29-5BBE-4A0D-8A40-604931E9C748}"/>
              </a:ext>
            </a:extLst>
          </p:cNvPr>
          <p:cNvSpPr>
            <a:spLocks/>
          </p:cNvSpPr>
          <p:nvPr/>
        </p:nvSpPr>
        <p:spPr>
          <a:xfrm>
            <a:off x="595537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5495">
            <a:extLst>
              <a:ext uri="{FF2B5EF4-FFF2-40B4-BE49-F238E27FC236}">
                <a16:creationId xmlns:a16="http://schemas.microsoft.com/office/drawing/2014/main" id="{92492C1D-46DE-4B8E-A62F-7176A21616C0}"/>
              </a:ext>
            </a:extLst>
          </p:cNvPr>
          <p:cNvSpPr>
            <a:spLocks/>
          </p:cNvSpPr>
          <p:nvPr/>
        </p:nvSpPr>
        <p:spPr>
          <a:xfrm>
            <a:off x="590617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5496">
            <a:extLst>
              <a:ext uri="{FF2B5EF4-FFF2-40B4-BE49-F238E27FC236}">
                <a16:creationId xmlns:a16="http://schemas.microsoft.com/office/drawing/2014/main" id="{74E25F57-E252-46CF-9FF5-3BCCEFA618AC}"/>
              </a:ext>
            </a:extLst>
          </p:cNvPr>
          <p:cNvSpPr>
            <a:spLocks/>
          </p:cNvSpPr>
          <p:nvPr/>
        </p:nvSpPr>
        <p:spPr>
          <a:xfrm>
            <a:off x="6089613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5497">
            <a:extLst>
              <a:ext uri="{FF2B5EF4-FFF2-40B4-BE49-F238E27FC236}">
                <a16:creationId xmlns:a16="http://schemas.microsoft.com/office/drawing/2014/main" id="{57609337-2056-4D5F-ACA8-62310C602B8C}"/>
              </a:ext>
            </a:extLst>
          </p:cNvPr>
          <p:cNvSpPr>
            <a:spLocks/>
          </p:cNvSpPr>
          <p:nvPr/>
        </p:nvSpPr>
        <p:spPr>
          <a:xfrm>
            <a:off x="6081701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5498">
            <a:extLst>
              <a:ext uri="{FF2B5EF4-FFF2-40B4-BE49-F238E27FC236}">
                <a16:creationId xmlns:a16="http://schemas.microsoft.com/office/drawing/2014/main" id="{06732D9B-5BC0-4C1A-9E93-7DD318C96C65}"/>
              </a:ext>
            </a:extLst>
          </p:cNvPr>
          <p:cNvSpPr>
            <a:spLocks/>
          </p:cNvSpPr>
          <p:nvPr/>
        </p:nvSpPr>
        <p:spPr>
          <a:xfrm>
            <a:off x="6031246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5499">
            <a:extLst>
              <a:ext uri="{FF2B5EF4-FFF2-40B4-BE49-F238E27FC236}">
                <a16:creationId xmlns:a16="http://schemas.microsoft.com/office/drawing/2014/main" id="{D6509333-E1AA-4D18-BFC8-EC955069EA9B}"/>
              </a:ext>
            </a:extLst>
          </p:cNvPr>
          <p:cNvSpPr>
            <a:spLocks/>
          </p:cNvSpPr>
          <p:nvPr/>
        </p:nvSpPr>
        <p:spPr>
          <a:xfrm>
            <a:off x="6044810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5500">
            <a:extLst>
              <a:ext uri="{FF2B5EF4-FFF2-40B4-BE49-F238E27FC236}">
                <a16:creationId xmlns:a16="http://schemas.microsoft.com/office/drawing/2014/main" id="{AFF106F2-D244-437A-B990-316587974E6D}"/>
              </a:ext>
            </a:extLst>
          </p:cNvPr>
          <p:cNvSpPr>
            <a:spLocks/>
          </p:cNvSpPr>
          <p:nvPr/>
        </p:nvSpPr>
        <p:spPr>
          <a:xfrm>
            <a:off x="600023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5501">
            <a:extLst>
              <a:ext uri="{FF2B5EF4-FFF2-40B4-BE49-F238E27FC236}">
                <a16:creationId xmlns:a16="http://schemas.microsoft.com/office/drawing/2014/main" id="{842E68BA-67B8-4062-9199-5FD27ABB828C}"/>
              </a:ext>
            </a:extLst>
          </p:cNvPr>
          <p:cNvSpPr>
            <a:spLocks/>
          </p:cNvSpPr>
          <p:nvPr/>
        </p:nvSpPr>
        <p:spPr>
          <a:xfrm>
            <a:off x="593438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5502">
            <a:extLst>
              <a:ext uri="{FF2B5EF4-FFF2-40B4-BE49-F238E27FC236}">
                <a16:creationId xmlns:a16="http://schemas.microsoft.com/office/drawing/2014/main" id="{E0C42459-A1BF-46A0-B077-1C2062D18791}"/>
              </a:ext>
            </a:extLst>
          </p:cNvPr>
          <p:cNvSpPr>
            <a:spLocks/>
          </p:cNvSpPr>
          <p:nvPr/>
        </p:nvSpPr>
        <p:spPr>
          <a:xfrm>
            <a:off x="59000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5503">
            <a:extLst>
              <a:ext uri="{FF2B5EF4-FFF2-40B4-BE49-F238E27FC236}">
                <a16:creationId xmlns:a16="http://schemas.microsoft.com/office/drawing/2014/main" id="{85896B4C-5151-45EC-84EF-73A48CFA460E}"/>
              </a:ext>
            </a:extLst>
          </p:cNvPr>
          <p:cNvSpPr>
            <a:spLocks/>
          </p:cNvSpPr>
          <p:nvPr/>
        </p:nvSpPr>
        <p:spPr>
          <a:xfrm>
            <a:off x="609764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5504">
            <a:extLst>
              <a:ext uri="{FF2B5EF4-FFF2-40B4-BE49-F238E27FC236}">
                <a16:creationId xmlns:a16="http://schemas.microsoft.com/office/drawing/2014/main" id="{925DD4A5-A10F-4CF2-9024-6821A44C1937}"/>
              </a:ext>
            </a:extLst>
          </p:cNvPr>
          <p:cNvSpPr>
            <a:spLocks/>
          </p:cNvSpPr>
          <p:nvPr/>
        </p:nvSpPr>
        <p:spPr>
          <a:xfrm>
            <a:off x="593130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5505">
            <a:extLst>
              <a:ext uri="{FF2B5EF4-FFF2-40B4-BE49-F238E27FC236}">
                <a16:creationId xmlns:a16="http://schemas.microsoft.com/office/drawing/2014/main" id="{DB0459D5-7DFC-4A05-9F80-429158DD3BC8}"/>
              </a:ext>
            </a:extLst>
          </p:cNvPr>
          <p:cNvSpPr>
            <a:spLocks/>
          </p:cNvSpPr>
          <p:nvPr/>
        </p:nvSpPr>
        <p:spPr>
          <a:xfrm>
            <a:off x="6058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5506">
            <a:extLst>
              <a:ext uri="{FF2B5EF4-FFF2-40B4-BE49-F238E27FC236}">
                <a16:creationId xmlns:a16="http://schemas.microsoft.com/office/drawing/2014/main" id="{E35B2B7A-6F2E-4AB5-9CE1-62D71A6B387A}"/>
              </a:ext>
            </a:extLst>
          </p:cNvPr>
          <p:cNvSpPr>
            <a:spLocks/>
          </p:cNvSpPr>
          <p:nvPr/>
        </p:nvSpPr>
        <p:spPr>
          <a:xfrm>
            <a:off x="592208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5507">
            <a:extLst>
              <a:ext uri="{FF2B5EF4-FFF2-40B4-BE49-F238E27FC236}">
                <a16:creationId xmlns:a16="http://schemas.microsoft.com/office/drawing/2014/main" id="{61DACD13-31A9-4A14-AC55-BD42E3F16624}"/>
              </a:ext>
            </a:extLst>
          </p:cNvPr>
          <p:cNvSpPr>
            <a:spLocks/>
          </p:cNvSpPr>
          <p:nvPr/>
        </p:nvSpPr>
        <p:spPr>
          <a:xfrm>
            <a:off x="6082810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5508">
            <a:extLst>
              <a:ext uri="{FF2B5EF4-FFF2-40B4-BE49-F238E27FC236}">
                <a16:creationId xmlns:a16="http://schemas.microsoft.com/office/drawing/2014/main" id="{74A661C7-2302-429B-9C21-D90D8C5BE02E}"/>
              </a:ext>
            </a:extLst>
          </p:cNvPr>
          <p:cNvSpPr>
            <a:spLocks/>
          </p:cNvSpPr>
          <p:nvPr/>
        </p:nvSpPr>
        <p:spPr>
          <a:xfrm>
            <a:off x="6044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5509">
            <a:extLst>
              <a:ext uri="{FF2B5EF4-FFF2-40B4-BE49-F238E27FC236}">
                <a16:creationId xmlns:a16="http://schemas.microsoft.com/office/drawing/2014/main" id="{9FCEDDE9-F6B9-4923-9C6F-8685589F228F}"/>
              </a:ext>
            </a:extLst>
          </p:cNvPr>
          <p:cNvSpPr>
            <a:spLocks/>
          </p:cNvSpPr>
          <p:nvPr/>
        </p:nvSpPr>
        <p:spPr>
          <a:xfrm>
            <a:off x="605514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5510">
            <a:extLst>
              <a:ext uri="{FF2B5EF4-FFF2-40B4-BE49-F238E27FC236}">
                <a16:creationId xmlns:a16="http://schemas.microsoft.com/office/drawing/2014/main" id="{68A5C314-7F32-4191-99D3-D0B4B8502DEC}"/>
              </a:ext>
            </a:extLst>
          </p:cNvPr>
          <p:cNvSpPr>
            <a:spLocks/>
          </p:cNvSpPr>
          <p:nvPr/>
        </p:nvSpPr>
        <p:spPr>
          <a:xfrm>
            <a:off x="6020359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5511">
            <a:extLst>
              <a:ext uri="{FF2B5EF4-FFF2-40B4-BE49-F238E27FC236}">
                <a16:creationId xmlns:a16="http://schemas.microsoft.com/office/drawing/2014/main" id="{E0421170-31EA-42CE-923A-A5A6D5C1DE40}"/>
              </a:ext>
            </a:extLst>
          </p:cNvPr>
          <p:cNvSpPr>
            <a:spLocks/>
          </p:cNvSpPr>
          <p:nvPr/>
        </p:nvSpPr>
        <p:spPr>
          <a:xfrm>
            <a:off x="5941959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5512">
            <a:extLst>
              <a:ext uri="{FF2B5EF4-FFF2-40B4-BE49-F238E27FC236}">
                <a16:creationId xmlns:a16="http://schemas.microsoft.com/office/drawing/2014/main" id="{FA124ABA-40CB-4ED8-BB47-3F6BB25303DE}"/>
              </a:ext>
            </a:extLst>
          </p:cNvPr>
          <p:cNvSpPr>
            <a:spLocks/>
          </p:cNvSpPr>
          <p:nvPr/>
        </p:nvSpPr>
        <p:spPr>
          <a:xfrm>
            <a:off x="5967439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5513">
            <a:extLst>
              <a:ext uri="{FF2B5EF4-FFF2-40B4-BE49-F238E27FC236}">
                <a16:creationId xmlns:a16="http://schemas.microsoft.com/office/drawing/2014/main" id="{D9158FA6-90A5-42A3-9BC7-1784FEBBD293}"/>
              </a:ext>
            </a:extLst>
          </p:cNvPr>
          <p:cNvSpPr>
            <a:spLocks/>
          </p:cNvSpPr>
          <p:nvPr/>
        </p:nvSpPr>
        <p:spPr>
          <a:xfrm>
            <a:off x="60157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5514">
            <a:extLst>
              <a:ext uri="{FF2B5EF4-FFF2-40B4-BE49-F238E27FC236}">
                <a16:creationId xmlns:a16="http://schemas.microsoft.com/office/drawing/2014/main" id="{E56A8F49-1BAC-43D6-B947-001F4EDABBF6}"/>
              </a:ext>
            </a:extLst>
          </p:cNvPr>
          <p:cNvSpPr>
            <a:spLocks/>
          </p:cNvSpPr>
          <p:nvPr/>
        </p:nvSpPr>
        <p:spPr>
          <a:xfrm>
            <a:off x="5947130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5515">
            <a:extLst>
              <a:ext uri="{FF2B5EF4-FFF2-40B4-BE49-F238E27FC236}">
                <a16:creationId xmlns:a16="http://schemas.microsoft.com/office/drawing/2014/main" id="{12907C9C-6FFF-4DFB-B5D8-0A603D8A74D9}"/>
              </a:ext>
            </a:extLst>
          </p:cNvPr>
          <p:cNvSpPr>
            <a:spLocks/>
          </p:cNvSpPr>
          <p:nvPr/>
        </p:nvSpPr>
        <p:spPr>
          <a:xfrm>
            <a:off x="6074526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5516">
            <a:extLst>
              <a:ext uri="{FF2B5EF4-FFF2-40B4-BE49-F238E27FC236}">
                <a16:creationId xmlns:a16="http://schemas.microsoft.com/office/drawing/2014/main" id="{B250C873-E4F4-46C5-9E80-8ACB7EE5FB69}"/>
              </a:ext>
            </a:extLst>
          </p:cNvPr>
          <p:cNvSpPr>
            <a:spLocks/>
          </p:cNvSpPr>
          <p:nvPr/>
        </p:nvSpPr>
        <p:spPr>
          <a:xfrm>
            <a:off x="59824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5517">
            <a:extLst>
              <a:ext uri="{FF2B5EF4-FFF2-40B4-BE49-F238E27FC236}">
                <a16:creationId xmlns:a16="http://schemas.microsoft.com/office/drawing/2014/main" id="{172020CE-E89E-4864-A5C2-36CE77C68289}"/>
              </a:ext>
            </a:extLst>
          </p:cNvPr>
          <p:cNvSpPr>
            <a:spLocks/>
          </p:cNvSpPr>
          <p:nvPr/>
        </p:nvSpPr>
        <p:spPr>
          <a:xfrm>
            <a:off x="60029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5518">
            <a:extLst>
              <a:ext uri="{FF2B5EF4-FFF2-40B4-BE49-F238E27FC236}">
                <a16:creationId xmlns:a16="http://schemas.microsoft.com/office/drawing/2014/main" id="{A20C7C04-99AD-4052-AFCB-18FD4678BA60}"/>
              </a:ext>
            </a:extLst>
          </p:cNvPr>
          <p:cNvSpPr>
            <a:spLocks/>
          </p:cNvSpPr>
          <p:nvPr/>
        </p:nvSpPr>
        <p:spPr>
          <a:xfrm>
            <a:off x="58797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5519">
            <a:extLst>
              <a:ext uri="{FF2B5EF4-FFF2-40B4-BE49-F238E27FC236}">
                <a16:creationId xmlns:a16="http://schemas.microsoft.com/office/drawing/2014/main" id="{641CFA2A-3492-452A-932E-299252F66B44}"/>
              </a:ext>
            </a:extLst>
          </p:cNvPr>
          <p:cNvSpPr>
            <a:spLocks/>
          </p:cNvSpPr>
          <p:nvPr/>
        </p:nvSpPr>
        <p:spPr>
          <a:xfrm>
            <a:off x="595100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5520">
            <a:extLst>
              <a:ext uri="{FF2B5EF4-FFF2-40B4-BE49-F238E27FC236}">
                <a16:creationId xmlns:a16="http://schemas.microsoft.com/office/drawing/2014/main" id="{20DCFE09-4CE8-41AE-95CB-9740DDEBBF07}"/>
              </a:ext>
            </a:extLst>
          </p:cNvPr>
          <p:cNvSpPr>
            <a:spLocks/>
          </p:cNvSpPr>
          <p:nvPr/>
        </p:nvSpPr>
        <p:spPr>
          <a:xfrm>
            <a:off x="596741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5521">
            <a:extLst>
              <a:ext uri="{FF2B5EF4-FFF2-40B4-BE49-F238E27FC236}">
                <a16:creationId xmlns:a16="http://schemas.microsoft.com/office/drawing/2014/main" id="{10E0F3A4-3902-4FC1-AE34-3C1137F95F19}"/>
              </a:ext>
            </a:extLst>
          </p:cNvPr>
          <p:cNvSpPr>
            <a:spLocks/>
          </p:cNvSpPr>
          <p:nvPr/>
        </p:nvSpPr>
        <p:spPr>
          <a:xfrm>
            <a:off x="592295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5522">
            <a:extLst>
              <a:ext uri="{FF2B5EF4-FFF2-40B4-BE49-F238E27FC236}">
                <a16:creationId xmlns:a16="http://schemas.microsoft.com/office/drawing/2014/main" id="{BFA9645F-1C5E-477F-9C76-CA29C5CCDFCF}"/>
              </a:ext>
            </a:extLst>
          </p:cNvPr>
          <p:cNvSpPr>
            <a:spLocks/>
          </p:cNvSpPr>
          <p:nvPr/>
        </p:nvSpPr>
        <p:spPr>
          <a:xfrm>
            <a:off x="591264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5523">
            <a:extLst>
              <a:ext uri="{FF2B5EF4-FFF2-40B4-BE49-F238E27FC236}">
                <a16:creationId xmlns:a16="http://schemas.microsoft.com/office/drawing/2014/main" id="{555084CE-16D6-4C9E-B1B6-3774D13555BC}"/>
              </a:ext>
            </a:extLst>
          </p:cNvPr>
          <p:cNvSpPr>
            <a:spLocks/>
          </p:cNvSpPr>
          <p:nvPr/>
        </p:nvSpPr>
        <p:spPr>
          <a:xfrm>
            <a:off x="6095203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5524">
            <a:extLst>
              <a:ext uri="{FF2B5EF4-FFF2-40B4-BE49-F238E27FC236}">
                <a16:creationId xmlns:a16="http://schemas.microsoft.com/office/drawing/2014/main" id="{D24B9A58-6B1D-49B5-AFC2-A44540C33445}"/>
              </a:ext>
            </a:extLst>
          </p:cNvPr>
          <p:cNvSpPr>
            <a:spLocks/>
          </p:cNvSpPr>
          <p:nvPr/>
        </p:nvSpPr>
        <p:spPr>
          <a:xfrm>
            <a:off x="589498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5525">
            <a:extLst>
              <a:ext uri="{FF2B5EF4-FFF2-40B4-BE49-F238E27FC236}">
                <a16:creationId xmlns:a16="http://schemas.microsoft.com/office/drawing/2014/main" id="{66C620B6-9C23-44FA-BE1D-0E54B60CFE94}"/>
              </a:ext>
            </a:extLst>
          </p:cNvPr>
          <p:cNvSpPr>
            <a:spLocks/>
          </p:cNvSpPr>
          <p:nvPr/>
        </p:nvSpPr>
        <p:spPr>
          <a:xfrm>
            <a:off x="5897370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5526">
            <a:extLst>
              <a:ext uri="{FF2B5EF4-FFF2-40B4-BE49-F238E27FC236}">
                <a16:creationId xmlns:a16="http://schemas.microsoft.com/office/drawing/2014/main" id="{65D89CAC-0208-4CA0-B794-175E54FAA37B}"/>
              </a:ext>
            </a:extLst>
          </p:cNvPr>
          <p:cNvSpPr>
            <a:spLocks/>
          </p:cNvSpPr>
          <p:nvPr/>
        </p:nvSpPr>
        <p:spPr>
          <a:xfrm>
            <a:off x="6049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5527">
            <a:extLst>
              <a:ext uri="{FF2B5EF4-FFF2-40B4-BE49-F238E27FC236}">
                <a16:creationId xmlns:a16="http://schemas.microsoft.com/office/drawing/2014/main" id="{54B376BE-7F85-4B41-98AB-B9640F41011A}"/>
              </a:ext>
            </a:extLst>
          </p:cNvPr>
          <p:cNvSpPr>
            <a:spLocks/>
          </p:cNvSpPr>
          <p:nvPr/>
        </p:nvSpPr>
        <p:spPr>
          <a:xfrm>
            <a:off x="589445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5528">
            <a:extLst>
              <a:ext uri="{FF2B5EF4-FFF2-40B4-BE49-F238E27FC236}">
                <a16:creationId xmlns:a16="http://schemas.microsoft.com/office/drawing/2014/main" id="{8FCB596D-2282-46C5-94BA-AA91E38BEBBB}"/>
              </a:ext>
            </a:extLst>
          </p:cNvPr>
          <p:cNvSpPr>
            <a:spLocks/>
          </p:cNvSpPr>
          <p:nvPr/>
        </p:nvSpPr>
        <p:spPr>
          <a:xfrm>
            <a:off x="60309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5529">
            <a:extLst>
              <a:ext uri="{FF2B5EF4-FFF2-40B4-BE49-F238E27FC236}">
                <a16:creationId xmlns:a16="http://schemas.microsoft.com/office/drawing/2014/main" id="{670500DB-F3FD-4521-AABE-71EB53D0A27D}"/>
              </a:ext>
            </a:extLst>
          </p:cNvPr>
          <p:cNvSpPr>
            <a:spLocks/>
          </p:cNvSpPr>
          <p:nvPr/>
        </p:nvSpPr>
        <p:spPr>
          <a:xfrm>
            <a:off x="588543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5530">
            <a:extLst>
              <a:ext uri="{FF2B5EF4-FFF2-40B4-BE49-F238E27FC236}">
                <a16:creationId xmlns:a16="http://schemas.microsoft.com/office/drawing/2014/main" id="{786980CC-5603-442B-8068-519770C3360E}"/>
              </a:ext>
            </a:extLst>
          </p:cNvPr>
          <p:cNvSpPr>
            <a:spLocks/>
          </p:cNvSpPr>
          <p:nvPr/>
        </p:nvSpPr>
        <p:spPr>
          <a:xfrm>
            <a:off x="6019022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5531">
            <a:extLst>
              <a:ext uri="{FF2B5EF4-FFF2-40B4-BE49-F238E27FC236}">
                <a16:creationId xmlns:a16="http://schemas.microsoft.com/office/drawing/2014/main" id="{746F0E48-D482-422E-A7DE-3A24951A11FD}"/>
              </a:ext>
            </a:extLst>
          </p:cNvPr>
          <p:cNvSpPr>
            <a:spLocks/>
          </p:cNvSpPr>
          <p:nvPr/>
        </p:nvSpPr>
        <p:spPr>
          <a:xfrm>
            <a:off x="6009133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5532">
            <a:extLst>
              <a:ext uri="{FF2B5EF4-FFF2-40B4-BE49-F238E27FC236}">
                <a16:creationId xmlns:a16="http://schemas.microsoft.com/office/drawing/2014/main" id="{BB294603-8287-4AC3-B1AE-DF1BFC26B4DB}"/>
              </a:ext>
            </a:extLst>
          </p:cNvPr>
          <p:cNvSpPr>
            <a:spLocks/>
          </p:cNvSpPr>
          <p:nvPr/>
        </p:nvSpPr>
        <p:spPr>
          <a:xfrm>
            <a:off x="60557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5533">
            <a:extLst>
              <a:ext uri="{FF2B5EF4-FFF2-40B4-BE49-F238E27FC236}">
                <a16:creationId xmlns:a16="http://schemas.microsoft.com/office/drawing/2014/main" id="{4C014A5D-7B3F-49F2-92AC-CBD4633142AC}"/>
              </a:ext>
            </a:extLst>
          </p:cNvPr>
          <p:cNvSpPr>
            <a:spLocks/>
          </p:cNvSpPr>
          <p:nvPr/>
        </p:nvSpPr>
        <p:spPr>
          <a:xfrm>
            <a:off x="598715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5534">
            <a:extLst>
              <a:ext uri="{FF2B5EF4-FFF2-40B4-BE49-F238E27FC236}">
                <a16:creationId xmlns:a16="http://schemas.microsoft.com/office/drawing/2014/main" id="{709C9DE5-E92D-470D-BFB1-7CE32BF35DC4}"/>
              </a:ext>
            </a:extLst>
          </p:cNvPr>
          <p:cNvSpPr>
            <a:spLocks/>
          </p:cNvSpPr>
          <p:nvPr/>
        </p:nvSpPr>
        <p:spPr>
          <a:xfrm>
            <a:off x="5914315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5535">
            <a:extLst>
              <a:ext uri="{FF2B5EF4-FFF2-40B4-BE49-F238E27FC236}">
                <a16:creationId xmlns:a16="http://schemas.microsoft.com/office/drawing/2014/main" id="{5A470577-4D30-4581-ADFF-891E6857FEF7}"/>
              </a:ext>
            </a:extLst>
          </p:cNvPr>
          <p:cNvSpPr>
            <a:spLocks/>
          </p:cNvSpPr>
          <p:nvPr/>
        </p:nvSpPr>
        <p:spPr>
          <a:xfrm>
            <a:off x="6084475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5536">
            <a:extLst>
              <a:ext uri="{FF2B5EF4-FFF2-40B4-BE49-F238E27FC236}">
                <a16:creationId xmlns:a16="http://schemas.microsoft.com/office/drawing/2014/main" id="{E78DC2F7-52CF-420D-90BA-67885B05AFD2}"/>
              </a:ext>
            </a:extLst>
          </p:cNvPr>
          <p:cNvSpPr>
            <a:spLocks/>
          </p:cNvSpPr>
          <p:nvPr/>
        </p:nvSpPr>
        <p:spPr>
          <a:xfrm>
            <a:off x="5890255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5537">
            <a:extLst>
              <a:ext uri="{FF2B5EF4-FFF2-40B4-BE49-F238E27FC236}">
                <a16:creationId xmlns:a16="http://schemas.microsoft.com/office/drawing/2014/main" id="{B58EB596-8074-4865-BE17-828399D59302}"/>
              </a:ext>
            </a:extLst>
          </p:cNvPr>
          <p:cNvSpPr>
            <a:spLocks/>
          </p:cNvSpPr>
          <p:nvPr/>
        </p:nvSpPr>
        <p:spPr>
          <a:xfrm>
            <a:off x="605610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5538">
            <a:extLst>
              <a:ext uri="{FF2B5EF4-FFF2-40B4-BE49-F238E27FC236}">
                <a16:creationId xmlns:a16="http://schemas.microsoft.com/office/drawing/2014/main" id="{755E2684-8B49-4D6C-99F8-ED2B925E458F}"/>
              </a:ext>
            </a:extLst>
          </p:cNvPr>
          <p:cNvSpPr>
            <a:spLocks/>
          </p:cNvSpPr>
          <p:nvPr/>
        </p:nvSpPr>
        <p:spPr>
          <a:xfrm>
            <a:off x="588297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5539">
            <a:extLst>
              <a:ext uri="{FF2B5EF4-FFF2-40B4-BE49-F238E27FC236}">
                <a16:creationId xmlns:a16="http://schemas.microsoft.com/office/drawing/2014/main" id="{61769495-9A4A-403F-B6B5-50A8608FC00D}"/>
              </a:ext>
            </a:extLst>
          </p:cNvPr>
          <p:cNvSpPr>
            <a:spLocks/>
          </p:cNvSpPr>
          <p:nvPr/>
        </p:nvSpPr>
        <p:spPr>
          <a:xfrm>
            <a:off x="60078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5540">
            <a:extLst>
              <a:ext uri="{FF2B5EF4-FFF2-40B4-BE49-F238E27FC236}">
                <a16:creationId xmlns:a16="http://schemas.microsoft.com/office/drawing/2014/main" id="{6225F89B-D35E-4084-8AC3-EABBE1B9AC57}"/>
              </a:ext>
            </a:extLst>
          </p:cNvPr>
          <p:cNvSpPr>
            <a:spLocks/>
          </p:cNvSpPr>
          <p:nvPr/>
        </p:nvSpPr>
        <p:spPr>
          <a:xfrm>
            <a:off x="588835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5541">
            <a:extLst>
              <a:ext uri="{FF2B5EF4-FFF2-40B4-BE49-F238E27FC236}">
                <a16:creationId xmlns:a16="http://schemas.microsoft.com/office/drawing/2014/main" id="{34319196-2F02-47DE-B91E-3D5CF336942A}"/>
              </a:ext>
            </a:extLst>
          </p:cNvPr>
          <p:cNvSpPr>
            <a:spLocks/>
          </p:cNvSpPr>
          <p:nvPr/>
        </p:nvSpPr>
        <p:spPr>
          <a:xfrm>
            <a:off x="6056897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5542">
            <a:extLst>
              <a:ext uri="{FF2B5EF4-FFF2-40B4-BE49-F238E27FC236}">
                <a16:creationId xmlns:a16="http://schemas.microsoft.com/office/drawing/2014/main" id="{9E396917-0D89-4BD4-9F70-1DADC34943A0}"/>
              </a:ext>
            </a:extLst>
          </p:cNvPr>
          <p:cNvSpPr>
            <a:spLocks/>
          </p:cNvSpPr>
          <p:nvPr/>
        </p:nvSpPr>
        <p:spPr>
          <a:xfrm>
            <a:off x="6068514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5543">
            <a:extLst>
              <a:ext uri="{FF2B5EF4-FFF2-40B4-BE49-F238E27FC236}">
                <a16:creationId xmlns:a16="http://schemas.microsoft.com/office/drawing/2014/main" id="{5F6FF788-C8E6-485E-BF73-1267E2FFE9EB}"/>
              </a:ext>
            </a:extLst>
          </p:cNvPr>
          <p:cNvSpPr>
            <a:spLocks/>
          </p:cNvSpPr>
          <p:nvPr/>
        </p:nvSpPr>
        <p:spPr>
          <a:xfrm>
            <a:off x="6022277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5544">
            <a:extLst>
              <a:ext uri="{FF2B5EF4-FFF2-40B4-BE49-F238E27FC236}">
                <a16:creationId xmlns:a16="http://schemas.microsoft.com/office/drawing/2014/main" id="{38887AB1-E8CA-4CE0-ACFC-6A9087126366}"/>
              </a:ext>
            </a:extLst>
          </p:cNvPr>
          <p:cNvSpPr>
            <a:spLocks/>
          </p:cNvSpPr>
          <p:nvPr/>
        </p:nvSpPr>
        <p:spPr>
          <a:xfrm>
            <a:off x="59363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5545">
            <a:extLst>
              <a:ext uri="{FF2B5EF4-FFF2-40B4-BE49-F238E27FC236}">
                <a16:creationId xmlns:a16="http://schemas.microsoft.com/office/drawing/2014/main" id="{C76E5EFE-649A-4102-B1AC-5C100AF2ACBC}"/>
              </a:ext>
            </a:extLst>
          </p:cNvPr>
          <p:cNvSpPr>
            <a:spLocks/>
          </p:cNvSpPr>
          <p:nvPr/>
        </p:nvSpPr>
        <p:spPr>
          <a:xfrm>
            <a:off x="6093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5546">
            <a:extLst>
              <a:ext uri="{FF2B5EF4-FFF2-40B4-BE49-F238E27FC236}">
                <a16:creationId xmlns:a16="http://schemas.microsoft.com/office/drawing/2014/main" id="{6AE47D18-E305-4ED4-B49C-344423D3B04A}"/>
              </a:ext>
            </a:extLst>
          </p:cNvPr>
          <p:cNvSpPr>
            <a:spLocks/>
          </p:cNvSpPr>
          <p:nvPr/>
        </p:nvSpPr>
        <p:spPr>
          <a:xfrm>
            <a:off x="6049771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5547">
            <a:extLst>
              <a:ext uri="{FF2B5EF4-FFF2-40B4-BE49-F238E27FC236}">
                <a16:creationId xmlns:a16="http://schemas.microsoft.com/office/drawing/2014/main" id="{57834637-BF29-4C00-A3AC-0AD740E0AA40}"/>
              </a:ext>
            </a:extLst>
          </p:cNvPr>
          <p:cNvSpPr>
            <a:spLocks/>
          </p:cNvSpPr>
          <p:nvPr/>
        </p:nvSpPr>
        <p:spPr>
          <a:xfrm>
            <a:off x="598660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5548">
            <a:extLst>
              <a:ext uri="{FF2B5EF4-FFF2-40B4-BE49-F238E27FC236}">
                <a16:creationId xmlns:a16="http://schemas.microsoft.com/office/drawing/2014/main" id="{7FAA3C53-FF3A-42D1-BA39-1B1E198D12B9}"/>
              </a:ext>
            </a:extLst>
          </p:cNvPr>
          <p:cNvSpPr>
            <a:spLocks/>
          </p:cNvSpPr>
          <p:nvPr/>
        </p:nvSpPr>
        <p:spPr>
          <a:xfrm>
            <a:off x="60935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5549">
            <a:extLst>
              <a:ext uri="{FF2B5EF4-FFF2-40B4-BE49-F238E27FC236}">
                <a16:creationId xmlns:a16="http://schemas.microsoft.com/office/drawing/2014/main" id="{C2E2C310-C830-43D4-B740-8E03EDFEFEF7}"/>
              </a:ext>
            </a:extLst>
          </p:cNvPr>
          <p:cNvSpPr>
            <a:spLocks/>
          </p:cNvSpPr>
          <p:nvPr/>
        </p:nvSpPr>
        <p:spPr>
          <a:xfrm>
            <a:off x="600276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5550">
            <a:extLst>
              <a:ext uri="{FF2B5EF4-FFF2-40B4-BE49-F238E27FC236}">
                <a16:creationId xmlns:a16="http://schemas.microsoft.com/office/drawing/2014/main" id="{C352D407-59CD-41DF-9B42-445437A24DBE}"/>
              </a:ext>
            </a:extLst>
          </p:cNvPr>
          <p:cNvSpPr>
            <a:spLocks/>
          </p:cNvSpPr>
          <p:nvPr/>
        </p:nvSpPr>
        <p:spPr>
          <a:xfrm>
            <a:off x="596411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5551">
            <a:extLst>
              <a:ext uri="{FF2B5EF4-FFF2-40B4-BE49-F238E27FC236}">
                <a16:creationId xmlns:a16="http://schemas.microsoft.com/office/drawing/2014/main" id="{E411C398-3936-48B9-ABFC-03D1EDD470E6}"/>
              </a:ext>
            </a:extLst>
          </p:cNvPr>
          <p:cNvSpPr>
            <a:spLocks/>
          </p:cNvSpPr>
          <p:nvPr/>
        </p:nvSpPr>
        <p:spPr>
          <a:xfrm>
            <a:off x="600899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5552">
            <a:extLst>
              <a:ext uri="{FF2B5EF4-FFF2-40B4-BE49-F238E27FC236}">
                <a16:creationId xmlns:a16="http://schemas.microsoft.com/office/drawing/2014/main" id="{B32A5F31-AC32-44DF-9A8E-71C9142FB9B5}"/>
              </a:ext>
            </a:extLst>
          </p:cNvPr>
          <p:cNvSpPr>
            <a:spLocks/>
          </p:cNvSpPr>
          <p:nvPr/>
        </p:nvSpPr>
        <p:spPr>
          <a:xfrm>
            <a:off x="5905399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5553">
            <a:extLst>
              <a:ext uri="{FF2B5EF4-FFF2-40B4-BE49-F238E27FC236}">
                <a16:creationId xmlns:a16="http://schemas.microsoft.com/office/drawing/2014/main" id="{1F1FFC34-C7A1-4FD9-A889-1F574CF41442}"/>
              </a:ext>
            </a:extLst>
          </p:cNvPr>
          <p:cNvSpPr>
            <a:spLocks/>
          </p:cNvSpPr>
          <p:nvPr/>
        </p:nvSpPr>
        <p:spPr>
          <a:xfrm>
            <a:off x="5934198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5554">
            <a:extLst>
              <a:ext uri="{FF2B5EF4-FFF2-40B4-BE49-F238E27FC236}">
                <a16:creationId xmlns:a16="http://schemas.microsoft.com/office/drawing/2014/main" id="{D2BB5CA7-8B6D-41AD-869A-A155F8AB3959}"/>
              </a:ext>
            </a:extLst>
          </p:cNvPr>
          <p:cNvSpPr>
            <a:spLocks/>
          </p:cNvSpPr>
          <p:nvPr/>
        </p:nvSpPr>
        <p:spPr>
          <a:xfrm>
            <a:off x="60938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5555">
            <a:extLst>
              <a:ext uri="{FF2B5EF4-FFF2-40B4-BE49-F238E27FC236}">
                <a16:creationId xmlns:a16="http://schemas.microsoft.com/office/drawing/2014/main" id="{1AA24CE4-97B3-452E-B177-828E2630227E}"/>
              </a:ext>
            </a:extLst>
          </p:cNvPr>
          <p:cNvSpPr>
            <a:spLocks/>
          </p:cNvSpPr>
          <p:nvPr/>
        </p:nvSpPr>
        <p:spPr>
          <a:xfrm>
            <a:off x="59314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5556">
            <a:extLst>
              <a:ext uri="{FF2B5EF4-FFF2-40B4-BE49-F238E27FC236}">
                <a16:creationId xmlns:a16="http://schemas.microsoft.com/office/drawing/2014/main" id="{3F3AEFD6-1865-4434-BFEE-725C9D63B2E4}"/>
              </a:ext>
            </a:extLst>
          </p:cNvPr>
          <p:cNvSpPr>
            <a:spLocks/>
          </p:cNvSpPr>
          <p:nvPr/>
        </p:nvSpPr>
        <p:spPr>
          <a:xfrm>
            <a:off x="599312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5557">
            <a:extLst>
              <a:ext uri="{FF2B5EF4-FFF2-40B4-BE49-F238E27FC236}">
                <a16:creationId xmlns:a16="http://schemas.microsoft.com/office/drawing/2014/main" id="{84CFC7D6-26E3-484A-8281-BD3EE9FD2BF3}"/>
              </a:ext>
            </a:extLst>
          </p:cNvPr>
          <p:cNvSpPr>
            <a:spLocks/>
          </p:cNvSpPr>
          <p:nvPr/>
        </p:nvSpPr>
        <p:spPr>
          <a:xfrm>
            <a:off x="604213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5558">
            <a:extLst>
              <a:ext uri="{FF2B5EF4-FFF2-40B4-BE49-F238E27FC236}">
                <a16:creationId xmlns:a16="http://schemas.microsoft.com/office/drawing/2014/main" id="{9CDBB4FD-53E2-415A-9141-AE8C648DEFD7}"/>
              </a:ext>
            </a:extLst>
          </p:cNvPr>
          <p:cNvSpPr>
            <a:spLocks/>
          </p:cNvSpPr>
          <p:nvPr/>
        </p:nvSpPr>
        <p:spPr>
          <a:xfrm>
            <a:off x="596720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5559">
            <a:extLst>
              <a:ext uri="{FF2B5EF4-FFF2-40B4-BE49-F238E27FC236}">
                <a16:creationId xmlns:a16="http://schemas.microsoft.com/office/drawing/2014/main" id="{3705DDD5-F88D-4275-913F-1ABABBFA171D}"/>
              </a:ext>
            </a:extLst>
          </p:cNvPr>
          <p:cNvSpPr>
            <a:spLocks/>
          </p:cNvSpPr>
          <p:nvPr/>
        </p:nvSpPr>
        <p:spPr>
          <a:xfrm>
            <a:off x="5998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5560">
            <a:extLst>
              <a:ext uri="{FF2B5EF4-FFF2-40B4-BE49-F238E27FC236}">
                <a16:creationId xmlns:a16="http://schemas.microsoft.com/office/drawing/2014/main" id="{A61FFD73-6414-4363-A50B-CBE6BF4612D6}"/>
              </a:ext>
            </a:extLst>
          </p:cNvPr>
          <p:cNvSpPr>
            <a:spLocks/>
          </p:cNvSpPr>
          <p:nvPr/>
        </p:nvSpPr>
        <p:spPr>
          <a:xfrm>
            <a:off x="601813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5561">
            <a:extLst>
              <a:ext uri="{FF2B5EF4-FFF2-40B4-BE49-F238E27FC236}">
                <a16:creationId xmlns:a16="http://schemas.microsoft.com/office/drawing/2014/main" id="{7337FE0D-2A46-44A9-BCEE-4CC1FB316E74}"/>
              </a:ext>
            </a:extLst>
          </p:cNvPr>
          <p:cNvSpPr>
            <a:spLocks/>
          </p:cNvSpPr>
          <p:nvPr/>
        </p:nvSpPr>
        <p:spPr>
          <a:xfrm>
            <a:off x="63657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5562">
            <a:extLst>
              <a:ext uri="{FF2B5EF4-FFF2-40B4-BE49-F238E27FC236}">
                <a16:creationId xmlns:a16="http://schemas.microsoft.com/office/drawing/2014/main" id="{B0AF393D-8FAA-417C-88AE-BCB05EB4C934}"/>
              </a:ext>
            </a:extLst>
          </p:cNvPr>
          <p:cNvSpPr>
            <a:spLocks/>
          </p:cNvSpPr>
          <p:nvPr/>
        </p:nvSpPr>
        <p:spPr>
          <a:xfrm>
            <a:off x="6486926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5563">
            <a:extLst>
              <a:ext uri="{FF2B5EF4-FFF2-40B4-BE49-F238E27FC236}">
                <a16:creationId xmlns:a16="http://schemas.microsoft.com/office/drawing/2014/main" id="{834E7FCD-1FEE-46E5-B208-F86849EB830F}"/>
              </a:ext>
            </a:extLst>
          </p:cNvPr>
          <p:cNvSpPr>
            <a:spLocks/>
          </p:cNvSpPr>
          <p:nvPr/>
        </p:nvSpPr>
        <p:spPr>
          <a:xfrm>
            <a:off x="64699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5564">
            <a:extLst>
              <a:ext uri="{FF2B5EF4-FFF2-40B4-BE49-F238E27FC236}">
                <a16:creationId xmlns:a16="http://schemas.microsoft.com/office/drawing/2014/main" id="{1FCA47E1-D85A-4547-99CF-7A011E2F3BBE}"/>
              </a:ext>
            </a:extLst>
          </p:cNvPr>
          <p:cNvSpPr>
            <a:spLocks/>
          </p:cNvSpPr>
          <p:nvPr/>
        </p:nvSpPr>
        <p:spPr>
          <a:xfrm>
            <a:off x="64727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5565">
            <a:extLst>
              <a:ext uri="{FF2B5EF4-FFF2-40B4-BE49-F238E27FC236}">
                <a16:creationId xmlns:a16="http://schemas.microsoft.com/office/drawing/2014/main" id="{AA0EE29D-AFB8-43E7-91C7-944E74E06023}"/>
              </a:ext>
            </a:extLst>
          </p:cNvPr>
          <p:cNvSpPr>
            <a:spLocks/>
          </p:cNvSpPr>
          <p:nvPr/>
        </p:nvSpPr>
        <p:spPr>
          <a:xfrm>
            <a:off x="6431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5566">
            <a:extLst>
              <a:ext uri="{FF2B5EF4-FFF2-40B4-BE49-F238E27FC236}">
                <a16:creationId xmlns:a16="http://schemas.microsoft.com/office/drawing/2014/main" id="{305CAA78-133E-4435-BA32-7BFFFF9AF7C7}"/>
              </a:ext>
            </a:extLst>
          </p:cNvPr>
          <p:cNvSpPr>
            <a:spLocks/>
          </p:cNvSpPr>
          <p:nvPr/>
        </p:nvSpPr>
        <p:spPr>
          <a:xfrm>
            <a:off x="6492800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5567">
            <a:extLst>
              <a:ext uri="{FF2B5EF4-FFF2-40B4-BE49-F238E27FC236}">
                <a16:creationId xmlns:a16="http://schemas.microsoft.com/office/drawing/2014/main" id="{C5F5BC3F-8EB7-4F71-8922-3900163B65C4}"/>
              </a:ext>
            </a:extLst>
          </p:cNvPr>
          <p:cNvSpPr>
            <a:spLocks/>
          </p:cNvSpPr>
          <p:nvPr/>
        </p:nvSpPr>
        <p:spPr>
          <a:xfrm>
            <a:off x="636278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5568">
            <a:extLst>
              <a:ext uri="{FF2B5EF4-FFF2-40B4-BE49-F238E27FC236}">
                <a16:creationId xmlns:a16="http://schemas.microsoft.com/office/drawing/2014/main" id="{E005FF5A-55D3-4F5E-B95A-950DF117A674}"/>
              </a:ext>
            </a:extLst>
          </p:cNvPr>
          <p:cNvSpPr>
            <a:spLocks/>
          </p:cNvSpPr>
          <p:nvPr/>
        </p:nvSpPr>
        <p:spPr>
          <a:xfrm>
            <a:off x="6429701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5569">
            <a:extLst>
              <a:ext uri="{FF2B5EF4-FFF2-40B4-BE49-F238E27FC236}">
                <a16:creationId xmlns:a16="http://schemas.microsoft.com/office/drawing/2014/main" id="{F8A311F2-9D04-496C-8E2A-33821C6F39FA}"/>
              </a:ext>
            </a:extLst>
          </p:cNvPr>
          <p:cNvSpPr>
            <a:spLocks/>
          </p:cNvSpPr>
          <p:nvPr/>
        </p:nvSpPr>
        <p:spPr>
          <a:xfrm>
            <a:off x="65535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5570">
            <a:extLst>
              <a:ext uri="{FF2B5EF4-FFF2-40B4-BE49-F238E27FC236}">
                <a16:creationId xmlns:a16="http://schemas.microsoft.com/office/drawing/2014/main" id="{942895DB-49A2-42E8-9F50-3C0DCC6E6336}"/>
              </a:ext>
            </a:extLst>
          </p:cNvPr>
          <p:cNvSpPr>
            <a:spLocks/>
          </p:cNvSpPr>
          <p:nvPr/>
        </p:nvSpPr>
        <p:spPr>
          <a:xfrm>
            <a:off x="64289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5571">
            <a:extLst>
              <a:ext uri="{FF2B5EF4-FFF2-40B4-BE49-F238E27FC236}">
                <a16:creationId xmlns:a16="http://schemas.microsoft.com/office/drawing/2014/main" id="{76211152-E1D8-4799-991E-2057CC4433A3}"/>
              </a:ext>
            </a:extLst>
          </p:cNvPr>
          <p:cNvSpPr>
            <a:spLocks/>
          </p:cNvSpPr>
          <p:nvPr/>
        </p:nvSpPr>
        <p:spPr>
          <a:xfrm>
            <a:off x="64437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5572">
            <a:extLst>
              <a:ext uri="{FF2B5EF4-FFF2-40B4-BE49-F238E27FC236}">
                <a16:creationId xmlns:a16="http://schemas.microsoft.com/office/drawing/2014/main" id="{73740C32-A160-48BE-A8F7-1C3332F43746}"/>
              </a:ext>
            </a:extLst>
          </p:cNvPr>
          <p:cNvSpPr>
            <a:spLocks/>
          </p:cNvSpPr>
          <p:nvPr/>
        </p:nvSpPr>
        <p:spPr>
          <a:xfrm>
            <a:off x="6358447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5573">
            <a:extLst>
              <a:ext uri="{FF2B5EF4-FFF2-40B4-BE49-F238E27FC236}">
                <a16:creationId xmlns:a16="http://schemas.microsoft.com/office/drawing/2014/main" id="{40CEED83-15E4-4445-8CA5-5333740685A9}"/>
              </a:ext>
            </a:extLst>
          </p:cNvPr>
          <p:cNvSpPr>
            <a:spLocks/>
          </p:cNvSpPr>
          <p:nvPr/>
        </p:nvSpPr>
        <p:spPr>
          <a:xfrm>
            <a:off x="6387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5574">
            <a:extLst>
              <a:ext uri="{FF2B5EF4-FFF2-40B4-BE49-F238E27FC236}">
                <a16:creationId xmlns:a16="http://schemas.microsoft.com/office/drawing/2014/main" id="{72DBBCF1-E762-4FCB-BECC-9CB9EFE022B9}"/>
              </a:ext>
            </a:extLst>
          </p:cNvPr>
          <p:cNvSpPr>
            <a:spLocks/>
          </p:cNvSpPr>
          <p:nvPr/>
        </p:nvSpPr>
        <p:spPr>
          <a:xfrm>
            <a:off x="647914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5575">
            <a:extLst>
              <a:ext uri="{FF2B5EF4-FFF2-40B4-BE49-F238E27FC236}">
                <a16:creationId xmlns:a16="http://schemas.microsoft.com/office/drawing/2014/main" id="{5F1DE884-BACE-480E-8A37-60F4D46C5997}"/>
              </a:ext>
            </a:extLst>
          </p:cNvPr>
          <p:cNvSpPr>
            <a:spLocks/>
          </p:cNvSpPr>
          <p:nvPr/>
        </p:nvSpPr>
        <p:spPr>
          <a:xfrm>
            <a:off x="65360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5576">
            <a:extLst>
              <a:ext uri="{FF2B5EF4-FFF2-40B4-BE49-F238E27FC236}">
                <a16:creationId xmlns:a16="http://schemas.microsoft.com/office/drawing/2014/main" id="{4D01933F-29D4-46EF-AADA-7358CC657ACF}"/>
              </a:ext>
            </a:extLst>
          </p:cNvPr>
          <p:cNvSpPr>
            <a:spLocks/>
          </p:cNvSpPr>
          <p:nvPr/>
        </p:nvSpPr>
        <p:spPr>
          <a:xfrm>
            <a:off x="651621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5577">
            <a:extLst>
              <a:ext uri="{FF2B5EF4-FFF2-40B4-BE49-F238E27FC236}">
                <a16:creationId xmlns:a16="http://schemas.microsoft.com/office/drawing/2014/main" id="{68012A3C-FBBB-4D80-8CDF-653BB7D61460}"/>
              </a:ext>
            </a:extLst>
          </p:cNvPr>
          <p:cNvSpPr>
            <a:spLocks/>
          </p:cNvSpPr>
          <p:nvPr/>
        </p:nvSpPr>
        <p:spPr>
          <a:xfrm>
            <a:off x="64669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5578">
            <a:extLst>
              <a:ext uri="{FF2B5EF4-FFF2-40B4-BE49-F238E27FC236}">
                <a16:creationId xmlns:a16="http://schemas.microsoft.com/office/drawing/2014/main" id="{4E6152B1-8CD4-4A24-B10E-7055EDC53C39}"/>
              </a:ext>
            </a:extLst>
          </p:cNvPr>
          <p:cNvSpPr>
            <a:spLocks/>
          </p:cNvSpPr>
          <p:nvPr/>
        </p:nvSpPr>
        <p:spPr>
          <a:xfrm>
            <a:off x="63926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5579">
            <a:extLst>
              <a:ext uri="{FF2B5EF4-FFF2-40B4-BE49-F238E27FC236}">
                <a16:creationId xmlns:a16="http://schemas.microsoft.com/office/drawing/2014/main" id="{165B5673-1BED-47DF-A67F-59CD0FBCDC09}"/>
              </a:ext>
            </a:extLst>
          </p:cNvPr>
          <p:cNvSpPr>
            <a:spLocks/>
          </p:cNvSpPr>
          <p:nvPr/>
        </p:nvSpPr>
        <p:spPr>
          <a:xfrm>
            <a:off x="6463440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5580">
            <a:extLst>
              <a:ext uri="{FF2B5EF4-FFF2-40B4-BE49-F238E27FC236}">
                <a16:creationId xmlns:a16="http://schemas.microsoft.com/office/drawing/2014/main" id="{548DC7D8-B3C3-4FCB-BD43-E2A0256E00D2}"/>
              </a:ext>
            </a:extLst>
          </p:cNvPr>
          <p:cNvSpPr>
            <a:spLocks/>
          </p:cNvSpPr>
          <p:nvPr/>
        </p:nvSpPr>
        <p:spPr>
          <a:xfrm>
            <a:off x="64796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5581">
            <a:extLst>
              <a:ext uri="{FF2B5EF4-FFF2-40B4-BE49-F238E27FC236}">
                <a16:creationId xmlns:a16="http://schemas.microsoft.com/office/drawing/2014/main" id="{8E2BAFBD-1600-4E07-9326-B7F18EDA88E4}"/>
              </a:ext>
            </a:extLst>
          </p:cNvPr>
          <p:cNvSpPr>
            <a:spLocks/>
          </p:cNvSpPr>
          <p:nvPr/>
        </p:nvSpPr>
        <p:spPr>
          <a:xfrm>
            <a:off x="6395905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5582">
            <a:extLst>
              <a:ext uri="{FF2B5EF4-FFF2-40B4-BE49-F238E27FC236}">
                <a16:creationId xmlns:a16="http://schemas.microsoft.com/office/drawing/2014/main" id="{0044CE03-B08F-4279-B5D5-1A9F4BF3F1A3}"/>
              </a:ext>
            </a:extLst>
          </p:cNvPr>
          <p:cNvSpPr>
            <a:spLocks/>
          </p:cNvSpPr>
          <p:nvPr/>
        </p:nvSpPr>
        <p:spPr>
          <a:xfrm>
            <a:off x="64552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5583">
            <a:extLst>
              <a:ext uri="{FF2B5EF4-FFF2-40B4-BE49-F238E27FC236}">
                <a16:creationId xmlns:a16="http://schemas.microsoft.com/office/drawing/2014/main" id="{F2728A2E-1752-4518-9D6D-4CC0D8F6AE4F}"/>
              </a:ext>
            </a:extLst>
          </p:cNvPr>
          <p:cNvSpPr>
            <a:spLocks/>
          </p:cNvSpPr>
          <p:nvPr/>
        </p:nvSpPr>
        <p:spPr>
          <a:xfrm>
            <a:off x="63858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5584">
            <a:extLst>
              <a:ext uri="{FF2B5EF4-FFF2-40B4-BE49-F238E27FC236}">
                <a16:creationId xmlns:a16="http://schemas.microsoft.com/office/drawing/2014/main" id="{0787E6F6-A1B0-416B-B8DE-985DBA0640D4}"/>
              </a:ext>
            </a:extLst>
          </p:cNvPr>
          <p:cNvSpPr>
            <a:spLocks/>
          </p:cNvSpPr>
          <p:nvPr/>
        </p:nvSpPr>
        <p:spPr>
          <a:xfrm>
            <a:off x="647015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5585">
            <a:extLst>
              <a:ext uri="{FF2B5EF4-FFF2-40B4-BE49-F238E27FC236}">
                <a16:creationId xmlns:a16="http://schemas.microsoft.com/office/drawing/2014/main" id="{018CED4D-446F-463E-850D-B80525D5CEB4}"/>
              </a:ext>
            </a:extLst>
          </p:cNvPr>
          <p:cNvSpPr>
            <a:spLocks/>
          </p:cNvSpPr>
          <p:nvPr/>
        </p:nvSpPr>
        <p:spPr>
          <a:xfrm>
            <a:off x="6397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5586">
            <a:extLst>
              <a:ext uri="{FF2B5EF4-FFF2-40B4-BE49-F238E27FC236}">
                <a16:creationId xmlns:a16="http://schemas.microsoft.com/office/drawing/2014/main" id="{DB762A46-8402-47DC-961E-E09D28499887}"/>
              </a:ext>
            </a:extLst>
          </p:cNvPr>
          <p:cNvSpPr>
            <a:spLocks/>
          </p:cNvSpPr>
          <p:nvPr/>
        </p:nvSpPr>
        <p:spPr>
          <a:xfrm>
            <a:off x="636155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5587">
            <a:extLst>
              <a:ext uri="{FF2B5EF4-FFF2-40B4-BE49-F238E27FC236}">
                <a16:creationId xmlns:a16="http://schemas.microsoft.com/office/drawing/2014/main" id="{82BACA11-3733-4160-BCE8-23640A1BB577}"/>
              </a:ext>
            </a:extLst>
          </p:cNvPr>
          <p:cNvSpPr>
            <a:spLocks/>
          </p:cNvSpPr>
          <p:nvPr/>
        </p:nvSpPr>
        <p:spPr>
          <a:xfrm>
            <a:off x="6450976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5588">
            <a:extLst>
              <a:ext uri="{FF2B5EF4-FFF2-40B4-BE49-F238E27FC236}">
                <a16:creationId xmlns:a16="http://schemas.microsoft.com/office/drawing/2014/main" id="{AFAD8610-07AB-4D5A-9876-5AD790031589}"/>
              </a:ext>
            </a:extLst>
          </p:cNvPr>
          <p:cNvSpPr>
            <a:spLocks/>
          </p:cNvSpPr>
          <p:nvPr/>
        </p:nvSpPr>
        <p:spPr>
          <a:xfrm>
            <a:off x="64691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5589">
            <a:extLst>
              <a:ext uri="{FF2B5EF4-FFF2-40B4-BE49-F238E27FC236}">
                <a16:creationId xmlns:a16="http://schemas.microsoft.com/office/drawing/2014/main" id="{4E515651-10DE-4B19-BE16-2B272D331761}"/>
              </a:ext>
            </a:extLst>
          </p:cNvPr>
          <p:cNvSpPr>
            <a:spLocks/>
          </p:cNvSpPr>
          <p:nvPr/>
        </p:nvSpPr>
        <p:spPr>
          <a:xfrm>
            <a:off x="65609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5590">
            <a:extLst>
              <a:ext uri="{FF2B5EF4-FFF2-40B4-BE49-F238E27FC236}">
                <a16:creationId xmlns:a16="http://schemas.microsoft.com/office/drawing/2014/main" id="{F4762EB6-6554-4BC2-BCB8-3E6FDF9DDB20}"/>
              </a:ext>
            </a:extLst>
          </p:cNvPr>
          <p:cNvSpPr>
            <a:spLocks/>
          </p:cNvSpPr>
          <p:nvPr/>
        </p:nvSpPr>
        <p:spPr>
          <a:xfrm>
            <a:off x="6544063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5591">
            <a:extLst>
              <a:ext uri="{FF2B5EF4-FFF2-40B4-BE49-F238E27FC236}">
                <a16:creationId xmlns:a16="http://schemas.microsoft.com/office/drawing/2014/main" id="{A217D789-5C64-4A80-879E-ED9D1316056D}"/>
              </a:ext>
            </a:extLst>
          </p:cNvPr>
          <p:cNvSpPr>
            <a:spLocks/>
          </p:cNvSpPr>
          <p:nvPr/>
        </p:nvSpPr>
        <p:spPr>
          <a:xfrm>
            <a:off x="64300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5592">
            <a:extLst>
              <a:ext uri="{FF2B5EF4-FFF2-40B4-BE49-F238E27FC236}">
                <a16:creationId xmlns:a16="http://schemas.microsoft.com/office/drawing/2014/main" id="{563CFA14-4DB7-4829-8E5B-FC5DD7FC3BDA}"/>
              </a:ext>
            </a:extLst>
          </p:cNvPr>
          <p:cNvSpPr>
            <a:spLocks/>
          </p:cNvSpPr>
          <p:nvPr/>
        </p:nvSpPr>
        <p:spPr>
          <a:xfrm>
            <a:off x="644640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5593">
            <a:extLst>
              <a:ext uri="{FF2B5EF4-FFF2-40B4-BE49-F238E27FC236}">
                <a16:creationId xmlns:a16="http://schemas.microsoft.com/office/drawing/2014/main" id="{C2222CE6-090B-49A6-ABFA-F5EE0B4A7155}"/>
              </a:ext>
            </a:extLst>
          </p:cNvPr>
          <p:cNvSpPr>
            <a:spLocks/>
          </p:cNvSpPr>
          <p:nvPr/>
        </p:nvSpPr>
        <p:spPr>
          <a:xfrm>
            <a:off x="647978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5594">
            <a:extLst>
              <a:ext uri="{FF2B5EF4-FFF2-40B4-BE49-F238E27FC236}">
                <a16:creationId xmlns:a16="http://schemas.microsoft.com/office/drawing/2014/main" id="{2205298D-6C04-4925-8A12-8E48D6E23DDB}"/>
              </a:ext>
            </a:extLst>
          </p:cNvPr>
          <p:cNvSpPr>
            <a:spLocks/>
          </p:cNvSpPr>
          <p:nvPr/>
        </p:nvSpPr>
        <p:spPr>
          <a:xfrm>
            <a:off x="64132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5595">
            <a:extLst>
              <a:ext uri="{FF2B5EF4-FFF2-40B4-BE49-F238E27FC236}">
                <a16:creationId xmlns:a16="http://schemas.microsoft.com/office/drawing/2014/main" id="{699F7F9A-4902-45C0-8E86-44209CCEED69}"/>
              </a:ext>
            </a:extLst>
          </p:cNvPr>
          <p:cNvSpPr>
            <a:spLocks/>
          </p:cNvSpPr>
          <p:nvPr/>
        </p:nvSpPr>
        <p:spPr>
          <a:xfrm>
            <a:off x="63745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5596">
            <a:extLst>
              <a:ext uri="{FF2B5EF4-FFF2-40B4-BE49-F238E27FC236}">
                <a16:creationId xmlns:a16="http://schemas.microsoft.com/office/drawing/2014/main" id="{85B7E80E-8CBD-48F4-B003-19CEEA544C20}"/>
              </a:ext>
            </a:extLst>
          </p:cNvPr>
          <p:cNvSpPr>
            <a:spLocks/>
          </p:cNvSpPr>
          <p:nvPr/>
        </p:nvSpPr>
        <p:spPr>
          <a:xfrm>
            <a:off x="64814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5597">
            <a:extLst>
              <a:ext uri="{FF2B5EF4-FFF2-40B4-BE49-F238E27FC236}">
                <a16:creationId xmlns:a16="http://schemas.microsoft.com/office/drawing/2014/main" id="{6A65A2F0-76C3-45C4-9EF4-E6956E155228}"/>
              </a:ext>
            </a:extLst>
          </p:cNvPr>
          <p:cNvSpPr>
            <a:spLocks/>
          </p:cNvSpPr>
          <p:nvPr/>
        </p:nvSpPr>
        <p:spPr>
          <a:xfrm>
            <a:off x="6504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5598">
            <a:extLst>
              <a:ext uri="{FF2B5EF4-FFF2-40B4-BE49-F238E27FC236}">
                <a16:creationId xmlns:a16="http://schemas.microsoft.com/office/drawing/2014/main" id="{F8686332-E497-492F-8168-C71B69AF6892}"/>
              </a:ext>
            </a:extLst>
          </p:cNvPr>
          <p:cNvSpPr>
            <a:spLocks/>
          </p:cNvSpPr>
          <p:nvPr/>
        </p:nvSpPr>
        <p:spPr>
          <a:xfrm>
            <a:off x="646990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5599">
            <a:extLst>
              <a:ext uri="{FF2B5EF4-FFF2-40B4-BE49-F238E27FC236}">
                <a16:creationId xmlns:a16="http://schemas.microsoft.com/office/drawing/2014/main" id="{77181225-DC54-4CD1-90F1-515F7E547DF5}"/>
              </a:ext>
            </a:extLst>
          </p:cNvPr>
          <p:cNvSpPr>
            <a:spLocks/>
          </p:cNvSpPr>
          <p:nvPr/>
        </p:nvSpPr>
        <p:spPr>
          <a:xfrm>
            <a:off x="65664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5600">
            <a:extLst>
              <a:ext uri="{FF2B5EF4-FFF2-40B4-BE49-F238E27FC236}">
                <a16:creationId xmlns:a16="http://schemas.microsoft.com/office/drawing/2014/main" id="{4D60BF1D-2874-4EDC-845C-A944E83E9805}"/>
              </a:ext>
            </a:extLst>
          </p:cNvPr>
          <p:cNvSpPr>
            <a:spLocks/>
          </p:cNvSpPr>
          <p:nvPr/>
        </p:nvSpPr>
        <p:spPr>
          <a:xfrm>
            <a:off x="63982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5601">
            <a:extLst>
              <a:ext uri="{FF2B5EF4-FFF2-40B4-BE49-F238E27FC236}">
                <a16:creationId xmlns:a16="http://schemas.microsoft.com/office/drawing/2014/main" id="{CD7E8E4B-AB13-4373-A425-23A5611E1CDF}"/>
              </a:ext>
            </a:extLst>
          </p:cNvPr>
          <p:cNvSpPr>
            <a:spLocks/>
          </p:cNvSpPr>
          <p:nvPr/>
        </p:nvSpPr>
        <p:spPr>
          <a:xfrm>
            <a:off x="6541246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5602">
            <a:extLst>
              <a:ext uri="{FF2B5EF4-FFF2-40B4-BE49-F238E27FC236}">
                <a16:creationId xmlns:a16="http://schemas.microsoft.com/office/drawing/2014/main" id="{E7AFF38C-4F40-45DF-8BBC-199238A5CF37}"/>
              </a:ext>
            </a:extLst>
          </p:cNvPr>
          <p:cNvSpPr>
            <a:spLocks/>
          </p:cNvSpPr>
          <p:nvPr/>
        </p:nvSpPr>
        <p:spPr>
          <a:xfrm>
            <a:off x="64478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5603">
            <a:extLst>
              <a:ext uri="{FF2B5EF4-FFF2-40B4-BE49-F238E27FC236}">
                <a16:creationId xmlns:a16="http://schemas.microsoft.com/office/drawing/2014/main" id="{B491694A-1723-4002-9886-420924D346A1}"/>
              </a:ext>
            </a:extLst>
          </p:cNvPr>
          <p:cNvSpPr>
            <a:spLocks/>
          </p:cNvSpPr>
          <p:nvPr/>
        </p:nvSpPr>
        <p:spPr>
          <a:xfrm>
            <a:off x="63813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5604">
            <a:extLst>
              <a:ext uri="{FF2B5EF4-FFF2-40B4-BE49-F238E27FC236}">
                <a16:creationId xmlns:a16="http://schemas.microsoft.com/office/drawing/2014/main" id="{18B3C14D-4E74-46D2-AE92-8FCDC3912FAF}"/>
              </a:ext>
            </a:extLst>
          </p:cNvPr>
          <p:cNvSpPr>
            <a:spLocks/>
          </p:cNvSpPr>
          <p:nvPr/>
        </p:nvSpPr>
        <p:spPr>
          <a:xfrm>
            <a:off x="646103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5605">
            <a:extLst>
              <a:ext uri="{FF2B5EF4-FFF2-40B4-BE49-F238E27FC236}">
                <a16:creationId xmlns:a16="http://schemas.microsoft.com/office/drawing/2014/main" id="{1F689978-8199-4B1C-9A4E-BDAD9957C61D}"/>
              </a:ext>
            </a:extLst>
          </p:cNvPr>
          <p:cNvSpPr>
            <a:spLocks/>
          </p:cNvSpPr>
          <p:nvPr/>
        </p:nvSpPr>
        <p:spPr>
          <a:xfrm>
            <a:off x="64691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5606">
            <a:extLst>
              <a:ext uri="{FF2B5EF4-FFF2-40B4-BE49-F238E27FC236}">
                <a16:creationId xmlns:a16="http://schemas.microsoft.com/office/drawing/2014/main" id="{0764161E-0C81-4F9F-8A18-BD7C948AA484}"/>
              </a:ext>
            </a:extLst>
          </p:cNvPr>
          <p:cNvSpPr>
            <a:spLocks/>
          </p:cNvSpPr>
          <p:nvPr/>
        </p:nvSpPr>
        <p:spPr>
          <a:xfrm>
            <a:off x="63821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5607">
            <a:extLst>
              <a:ext uri="{FF2B5EF4-FFF2-40B4-BE49-F238E27FC236}">
                <a16:creationId xmlns:a16="http://schemas.microsoft.com/office/drawing/2014/main" id="{8C589AA1-3F6D-4272-95FC-EDA716FC7041}"/>
              </a:ext>
            </a:extLst>
          </p:cNvPr>
          <p:cNvSpPr>
            <a:spLocks/>
          </p:cNvSpPr>
          <p:nvPr/>
        </p:nvSpPr>
        <p:spPr>
          <a:xfrm>
            <a:off x="64170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5608">
            <a:extLst>
              <a:ext uri="{FF2B5EF4-FFF2-40B4-BE49-F238E27FC236}">
                <a16:creationId xmlns:a16="http://schemas.microsoft.com/office/drawing/2014/main" id="{7E465480-1C9C-4D2E-8682-54B9994E38A9}"/>
              </a:ext>
            </a:extLst>
          </p:cNvPr>
          <p:cNvSpPr>
            <a:spLocks/>
          </p:cNvSpPr>
          <p:nvPr/>
        </p:nvSpPr>
        <p:spPr>
          <a:xfrm>
            <a:off x="63670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5609">
            <a:extLst>
              <a:ext uri="{FF2B5EF4-FFF2-40B4-BE49-F238E27FC236}">
                <a16:creationId xmlns:a16="http://schemas.microsoft.com/office/drawing/2014/main" id="{03708EE4-A022-428E-A684-DC58A0D41DFF}"/>
              </a:ext>
            </a:extLst>
          </p:cNvPr>
          <p:cNvSpPr>
            <a:spLocks/>
          </p:cNvSpPr>
          <p:nvPr/>
        </p:nvSpPr>
        <p:spPr>
          <a:xfrm>
            <a:off x="6463989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5610">
            <a:extLst>
              <a:ext uri="{FF2B5EF4-FFF2-40B4-BE49-F238E27FC236}">
                <a16:creationId xmlns:a16="http://schemas.microsoft.com/office/drawing/2014/main" id="{8FEEFE68-1401-4C6A-BFFD-8F0310E930A3}"/>
              </a:ext>
            </a:extLst>
          </p:cNvPr>
          <p:cNvSpPr>
            <a:spLocks/>
          </p:cNvSpPr>
          <p:nvPr/>
        </p:nvSpPr>
        <p:spPr>
          <a:xfrm>
            <a:off x="64492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5611">
            <a:extLst>
              <a:ext uri="{FF2B5EF4-FFF2-40B4-BE49-F238E27FC236}">
                <a16:creationId xmlns:a16="http://schemas.microsoft.com/office/drawing/2014/main" id="{78F9E6F2-CFE4-419C-9427-158B6ECA98CB}"/>
              </a:ext>
            </a:extLst>
          </p:cNvPr>
          <p:cNvSpPr>
            <a:spLocks/>
          </p:cNvSpPr>
          <p:nvPr/>
        </p:nvSpPr>
        <p:spPr>
          <a:xfrm>
            <a:off x="63674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5612">
            <a:extLst>
              <a:ext uri="{FF2B5EF4-FFF2-40B4-BE49-F238E27FC236}">
                <a16:creationId xmlns:a16="http://schemas.microsoft.com/office/drawing/2014/main" id="{24C2BC64-9217-4CAE-8C4F-6E61E566F1BA}"/>
              </a:ext>
            </a:extLst>
          </p:cNvPr>
          <p:cNvSpPr>
            <a:spLocks/>
          </p:cNvSpPr>
          <p:nvPr/>
        </p:nvSpPr>
        <p:spPr>
          <a:xfrm>
            <a:off x="649656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5613">
            <a:extLst>
              <a:ext uri="{FF2B5EF4-FFF2-40B4-BE49-F238E27FC236}">
                <a16:creationId xmlns:a16="http://schemas.microsoft.com/office/drawing/2014/main" id="{E6A750F4-7784-479A-A950-7DE505E22177}"/>
              </a:ext>
            </a:extLst>
          </p:cNvPr>
          <p:cNvSpPr>
            <a:spLocks/>
          </p:cNvSpPr>
          <p:nvPr/>
        </p:nvSpPr>
        <p:spPr>
          <a:xfrm>
            <a:off x="64771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5614">
            <a:extLst>
              <a:ext uri="{FF2B5EF4-FFF2-40B4-BE49-F238E27FC236}">
                <a16:creationId xmlns:a16="http://schemas.microsoft.com/office/drawing/2014/main" id="{432E6B16-144E-46F1-94D4-96D428AE55AA}"/>
              </a:ext>
            </a:extLst>
          </p:cNvPr>
          <p:cNvSpPr>
            <a:spLocks/>
          </p:cNvSpPr>
          <p:nvPr/>
        </p:nvSpPr>
        <p:spPr>
          <a:xfrm>
            <a:off x="641570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5615">
            <a:extLst>
              <a:ext uri="{FF2B5EF4-FFF2-40B4-BE49-F238E27FC236}">
                <a16:creationId xmlns:a16="http://schemas.microsoft.com/office/drawing/2014/main" id="{E6B9C2C4-D066-42A1-A7A8-F1881BCA4247}"/>
              </a:ext>
            </a:extLst>
          </p:cNvPr>
          <p:cNvSpPr>
            <a:spLocks/>
          </p:cNvSpPr>
          <p:nvPr/>
        </p:nvSpPr>
        <p:spPr>
          <a:xfrm>
            <a:off x="65097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5616">
            <a:extLst>
              <a:ext uri="{FF2B5EF4-FFF2-40B4-BE49-F238E27FC236}">
                <a16:creationId xmlns:a16="http://schemas.microsoft.com/office/drawing/2014/main" id="{AE2EE2FF-4FB4-420D-AC07-8BE200FF58B6}"/>
              </a:ext>
            </a:extLst>
          </p:cNvPr>
          <p:cNvSpPr>
            <a:spLocks/>
          </p:cNvSpPr>
          <p:nvPr/>
        </p:nvSpPr>
        <p:spPr>
          <a:xfrm>
            <a:off x="64862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5617">
            <a:extLst>
              <a:ext uri="{FF2B5EF4-FFF2-40B4-BE49-F238E27FC236}">
                <a16:creationId xmlns:a16="http://schemas.microsoft.com/office/drawing/2014/main" id="{1D709354-75A2-4755-8F39-8B90831233F7}"/>
              </a:ext>
            </a:extLst>
          </p:cNvPr>
          <p:cNvSpPr>
            <a:spLocks/>
          </p:cNvSpPr>
          <p:nvPr/>
        </p:nvSpPr>
        <p:spPr>
          <a:xfrm>
            <a:off x="65314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5618">
            <a:extLst>
              <a:ext uri="{FF2B5EF4-FFF2-40B4-BE49-F238E27FC236}">
                <a16:creationId xmlns:a16="http://schemas.microsoft.com/office/drawing/2014/main" id="{8C15CDEA-65DE-44A6-BFEF-D3EE8B9E7294}"/>
              </a:ext>
            </a:extLst>
          </p:cNvPr>
          <p:cNvSpPr>
            <a:spLocks/>
          </p:cNvSpPr>
          <p:nvPr/>
        </p:nvSpPr>
        <p:spPr>
          <a:xfrm>
            <a:off x="64483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5619">
            <a:extLst>
              <a:ext uri="{FF2B5EF4-FFF2-40B4-BE49-F238E27FC236}">
                <a16:creationId xmlns:a16="http://schemas.microsoft.com/office/drawing/2014/main" id="{A758A18A-0C0F-4415-9BFB-E3D93035EA39}"/>
              </a:ext>
            </a:extLst>
          </p:cNvPr>
          <p:cNvSpPr>
            <a:spLocks/>
          </p:cNvSpPr>
          <p:nvPr/>
        </p:nvSpPr>
        <p:spPr>
          <a:xfrm>
            <a:off x="6421766" y="30720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5620">
            <a:extLst>
              <a:ext uri="{FF2B5EF4-FFF2-40B4-BE49-F238E27FC236}">
                <a16:creationId xmlns:a16="http://schemas.microsoft.com/office/drawing/2014/main" id="{7BF481E1-E111-4CB9-BE86-57857379BAB7}"/>
              </a:ext>
            </a:extLst>
          </p:cNvPr>
          <p:cNvSpPr>
            <a:spLocks/>
          </p:cNvSpPr>
          <p:nvPr/>
        </p:nvSpPr>
        <p:spPr>
          <a:xfrm>
            <a:off x="642719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5621">
            <a:extLst>
              <a:ext uri="{FF2B5EF4-FFF2-40B4-BE49-F238E27FC236}">
                <a16:creationId xmlns:a16="http://schemas.microsoft.com/office/drawing/2014/main" id="{56272646-D549-44BF-8EDB-FCF1D68B49BC}"/>
              </a:ext>
            </a:extLst>
          </p:cNvPr>
          <p:cNvSpPr>
            <a:spLocks/>
          </p:cNvSpPr>
          <p:nvPr/>
        </p:nvSpPr>
        <p:spPr>
          <a:xfrm>
            <a:off x="643911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5622">
            <a:extLst>
              <a:ext uri="{FF2B5EF4-FFF2-40B4-BE49-F238E27FC236}">
                <a16:creationId xmlns:a16="http://schemas.microsoft.com/office/drawing/2014/main" id="{0B54C3EE-7E7D-42FB-85D3-A3D06EF80B31}"/>
              </a:ext>
            </a:extLst>
          </p:cNvPr>
          <p:cNvSpPr>
            <a:spLocks/>
          </p:cNvSpPr>
          <p:nvPr/>
        </p:nvSpPr>
        <p:spPr>
          <a:xfrm>
            <a:off x="648134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5623">
            <a:extLst>
              <a:ext uri="{FF2B5EF4-FFF2-40B4-BE49-F238E27FC236}">
                <a16:creationId xmlns:a16="http://schemas.microsoft.com/office/drawing/2014/main" id="{D1E07948-2402-447D-8885-CDD4A9AFD30C}"/>
              </a:ext>
            </a:extLst>
          </p:cNvPr>
          <p:cNvSpPr>
            <a:spLocks/>
          </p:cNvSpPr>
          <p:nvPr/>
        </p:nvSpPr>
        <p:spPr>
          <a:xfrm>
            <a:off x="65020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5624">
            <a:extLst>
              <a:ext uri="{FF2B5EF4-FFF2-40B4-BE49-F238E27FC236}">
                <a16:creationId xmlns:a16="http://schemas.microsoft.com/office/drawing/2014/main" id="{6E129A19-04A9-4788-9DE9-A7E9EF70C7C9}"/>
              </a:ext>
            </a:extLst>
          </p:cNvPr>
          <p:cNvSpPr>
            <a:spLocks/>
          </p:cNvSpPr>
          <p:nvPr/>
        </p:nvSpPr>
        <p:spPr>
          <a:xfrm>
            <a:off x="6435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5625">
            <a:extLst>
              <a:ext uri="{FF2B5EF4-FFF2-40B4-BE49-F238E27FC236}">
                <a16:creationId xmlns:a16="http://schemas.microsoft.com/office/drawing/2014/main" id="{0BD916D2-1094-47D3-9422-C008954F5DCB}"/>
              </a:ext>
            </a:extLst>
          </p:cNvPr>
          <p:cNvSpPr>
            <a:spLocks/>
          </p:cNvSpPr>
          <p:nvPr/>
        </p:nvSpPr>
        <p:spPr>
          <a:xfrm>
            <a:off x="653606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5626">
            <a:extLst>
              <a:ext uri="{FF2B5EF4-FFF2-40B4-BE49-F238E27FC236}">
                <a16:creationId xmlns:a16="http://schemas.microsoft.com/office/drawing/2014/main" id="{2C0CA641-3889-45EE-92FE-E03B572E25F1}"/>
              </a:ext>
            </a:extLst>
          </p:cNvPr>
          <p:cNvSpPr>
            <a:spLocks/>
          </p:cNvSpPr>
          <p:nvPr/>
        </p:nvSpPr>
        <p:spPr>
          <a:xfrm>
            <a:off x="64947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5627">
            <a:extLst>
              <a:ext uri="{FF2B5EF4-FFF2-40B4-BE49-F238E27FC236}">
                <a16:creationId xmlns:a16="http://schemas.microsoft.com/office/drawing/2014/main" id="{1AAF0FBD-8E65-454D-ABD3-C4AFE616FF55}"/>
              </a:ext>
            </a:extLst>
          </p:cNvPr>
          <p:cNvSpPr>
            <a:spLocks/>
          </p:cNvSpPr>
          <p:nvPr/>
        </p:nvSpPr>
        <p:spPr>
          <a:xfrm>
            <a:off x="65501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5628">
            <a:extLst>
              <a:ext uri="{FF2B5EF4-FFF2-40B4-BE49-F238E27FC236}">
                <a16:creationId xmlns:a16="http://schemas.microsoft.com/office/drawing/2014/main" id="{2CC2E9A2-0BCC-4828-9B1F-877D08FCD36A}"/>
              </a:ext>
            </a:extLst>
          </p:cNvPr>
          <p:cNvSpPr>
            <a:spLocks/>
          </p:cNvSpPr>
          <p:nvPr/>
        </p:nvSpPr>
        <p:spPr>
          <a:xfrm>
            <a:off x="653831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5629">
            <a:extLst>
              <a:ext uri="{FF2B5EF4-FFF2-40B4-BE49-F238E27FC236}">
                <a16:creationId xmlns:a16="http://schemas.microsoft.com/office/drawing/2014/main" id="{CD9E8C0C-9854-4993-8BBB-66461DF74481}"/>
              </a:ext>
            </a:extLst>
          </p:cNvPr>
          <p:cNvSpPr>
            <a:spLocks/>
          </p:cNvSpPr>
          <p:nvPr/>
        </p:nvSpPr>
        <p:spPr>
          <a:xfrm>
            <a:off x="6528729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5630">
            <a:extLst>
              <a:ext uri="{FF2B5EF4-FFF2-40B4-BE49-F238E27FC236}">
                <a16:creationId xmlns:a16="http://schemas.microsoft.com/office/drawing/2014/main" id="{E6151C27-73AC-47DE-80B9-D18D32FAD0EA}"/>
              </a:ext>
            </a:extLst>
          </p:cNvPr>
          <p:cNvSpPr>
            <a:spLocks/>
          </p:cNvSpPr>
          <p:nvPr/>
        </p:nvSpPr>
        <p:spPr>
          <a:xfrm>
            <a:off x="63532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5631">
            <a:extLst>
              <a:ext uri="{FF2B5EF4-FFF2-40B4-BE49-F238E27FC236}">
                <a16:creationId xmlns:a16="http://schemas.microsoft.com/office/drawing/2014/main" id="{B60CE224-1576-4F8C-93BB-04DBB09DF8E5}"/>
              </a:ext>
            </a:extLst>
          </p:cNvPr>
          <p:cNvSpPr>
            <a:spLocks/>
          </p:cNvSpPr>
          <p:nvPr/>
        </p:nvSpPr>
        <p:spPr>
          <a:xfrm>
            <a:off x="656447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5632">
            <a:extLst>
              <a:ext uri="{FF2B5EF4-FFF2-40B4-BE49-F238E27FC236}">
                <a16:creationId xmlns:a16="http://schemas.microsoft.com/office/drawing/2014/main" id="{1997B25B-3DE4-4980-81F1-29FC1F15E63E}"/>
              </a:ext>
            </a:extLst>
          </p:cNvPr>
          <p:cNvSpPr>
            <a:spLocks/>
          </p:cNvSpPr>
          <p:nvPr/>
        </p:nvSpPr>
        <p:spPr>
          <a:xfrm>
            <a:off x="64616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5633">
            <a:extLst>
              <a:ext uri="{FF2B5EF4-FFF2-40B4-BE49-F238E27FC236}">
                <a16:creationId xmlns:a16="http://schemas.microsoft.com/office/drawing/2014/main" id="{4DC3B3FF-470F-46CA-A574-42D88A917CC3}"/>
              </a:ext>
            </a:extLst>
          </p:cNvPr>
          <p:cNvSpPr>
            <a:spLocks/>
          </p:cNvSpPr>
          <p:nvPr/>
        </p:nvSpPr>
        <p:spPr>
          <a:xfrm>
            <a:off x="652443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5634">
            <a:extLst>
              <a:ext uri="{FF2B5EF4-FFF2-40B4-BE49-F238E27FC236}">
                <a16:creationId xmlns:a16="http://schemas.microsoft.com/office/drawing/2014/main" id="{BE76BE2B-1FA6-4584-A85A-570DF107E786}"/>
              </a:ext>
            </a:extLst>
          </p:cNvPr>
          <p:cNvSpPr>
            <a:spLocks/>
          </p:cNvSpPr>
          <p:nvPr/>
        </p:nvSpPr>
        <p:spPr>
          <a:xfrm>
            <a:off x="64378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5635">
            <a:extLst>
              <a:ext uri="{FF2B5EF4-FFF2-40B4-BE49-F238E27FC236}">
                <a16:creationId xmlns:a16="http://schemas.microsoft.com/office/drawing/2014/main" id="{5048B155-1C2B-4F65-A4D4-51DC8566E171}"/>
              </a:ext>
            </a:extLst>
          </p:cNvPr>
          <p:cNvSpPr>
            <a:spLocks/>
          </p:cNvSpPr>
          <p:nvPr/>
        </p:nvSpPr>
        <p:spPr>
          <a:xfrm>
            <a:off x="6356991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5636">
            <a:extLst>
              <a:ext uri="{FF2B5EF4-FFF2-40B4-BE49-F238E27FC236}">
                <a16:creationId xmlns:a16="http://schemas.microsoft.com/office/drawing/2014/main" id="{F9F7FAB6-8277-4366-BFCF-A682CB2C4A2F}"/>
              </a:ext>
            </a:extLst>
          </p:cNvPr>
          <p:cNvSpPr>
            <a:spLocks/>
          </p:cNvSpPr>
          <p:nvPr/>
        </p:nvSpPr>
        <p:spPr>
          <a:xfrm>
            <a:off x="64453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5637">
            <a:extLst>
              <a:ext uri="{FF2B5EF4-FFF2-40B4-BE49-F238E27FC236}">
                <a16:creationId xmlns:a16="http://schemas.microsoft.com/office/drawing/2014/main" id="{21D09948-1735-4309-AFAD-B71AAD329FB5}"/>
              </a:ext>
            </a:extLst>
          </p:cNvPr>
          <p:cNvSpPr>
            <a:spLocks/>
          </p:cNvSpPr>
          <p:nvPr/>
        </p:nvSpPr>
        <p:spPr>
          <a:xfrm>
            <a:off x="63747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5638">
            <a:extLst>
              <a:ext uri="{FF2B5EF4-FFF2-40B4-BE49-F238E27FC236}">
                <a16:creationId xmlns:a16="http://schemas.microsoft.com/office/drawing/2014/main" id="{963F68F6-398E-425B-81A2-B5FD9D660E46}"/>
              </a:ext>
            </a:extLst>
          </p:cNvPr>
          <p:cNvSpPr>
            <a:spLocks/>
          </p:cNvSpPr>
          <p:nvPr/>
        </p:nvSpPr>
        <p:spPr>
          <a:xfrm>
            <a:off x="64122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5639">
            <a:extLst>
              <a:ext uri="{FF2B5EF4-FFF2-40B4-BE49-F238E27FC236}">
                <a16:creationId xmlns:a16="http://schemas.microsoft.com/office/drawing/2014/main" id="{919F5175-A06D-4FA2-B2D8-245C7D090D62}"/>
              </a:ext>
            </a:extLst>
          </p:cNvPr>
          <p:cNvSpPr>
            <a:spLocks/>
          </p:cNvSpPr>
          <p:nvPr/>
        </p:nvSpPr>
        <p:spPr>
          <a:xfrm>
            <a:off x="648884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5640">
            <a:extLst>
              <a:ext uri="{FF2B5EF4-FFF2-40B4-BE49-F238E27FC236}">
                <a16:creationId xmlns:a16="http://schemas.microsoft.com/office/drawing/2014/main" id="{F566BFE6-43E3-4695-92C2-353BECE7FBC8}"/>
              </a:ext>
            </a:extLst>
          </p:cNvPr>
          <p:cNvSpPr>
            <a:spLocks/>
          </p:cNvSpPr>
          <p:nvPr/>
        </p:nvSpPr>
        <p:spPr>
          <a:xfrm>
            <a:off x="6420114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5641">
            <a:extLst>
              <a:ext uri="{FF2B5EF4-FFF2-40B4-BE49-F238E27FC236}">
                <a16:creationId xmlns:a16="http://schemas.microsoft.com/office/drawing/2014/main" id="{4E09CBDA-BB65-401E-95BF-EF0A4864D3C2}"/>
              </a:ext>
            </a:extLst>
          </p:cNvPr>
          <p:cNvSpPr>
            <a:spLocks/>
          </p:cNvSpPr>
          <p:nvPr/>
        </p:nvSpPr>
        <p:spPr>
          <a:xfrm>
            <a:off x="65310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5642">
            <a:extLst>
              <a:ext uri="{FF2B5EF4-FFF2-40B4-BE49-F238E27FC236}">
                <a16:creationId xmlns:a16="http://schemas.microsoft.com/office/drawing/2014/main" id="{F8658718-D3C0-498B-AD75-0D8B0F674913}"/>
              </a:ext>
            </a:extLst>
          </p:cNvPr>
          <p:cNvSpPr>
            <a:spLocks/>
          </p:cNvSpPr>
          <p:nvPr/>
        </p:nvSpPr>
        <p:spPr>
          <a:xfrm>
            <a:off x="655823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5643">
            <a:extLst>
              <a:ext uri="{FF2B5EF4-FFF2-40B4-BE49-F238E27FC236}">
                <a16:creationId xmlns:a16="http://schemas.microsoft.com/office/drawing/2014/main" id="{A82F606A-CD94-4F98-AE01-BB53D9BC5894}"/>
              </a:ext>
            </a:extLst>
          </p:cNvPr>
          <p:cNvSpPr>
            <a:spLocks/>
          </p:cNvSpPr>
          <p:nvPr/>
        </p:nvSpPr>
        <p:spPr>
          <a:xfrm>
            <a:off x="6461765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5644">
            <a:extLst>
              <a:ext uri="{FF2B5EF4-FFF2-40B4-BE49-F238E27FC236}">
                <a16:creationId xmlns:a16="http://schemas.microsoft.com/office/drawing/2014/main" id="{BE3D4013-6F0E-4FDC-9B7D-7D43888D38D0}"/>
              </a:ext>
            </a:extLst>
          </p:cNvPr>
          <p:cNvSpPr>
            <a:spLocks/>
          </p:cNvSpPr>
          <p:nvPr/>
        </p:nvSpPr>
        <p:spPr>
          <a:xfrm>
            <a:off x="64305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5645">
            <a:extLst>
              <a:ext uri="{FF2B5EF4-FFF2-40B4-BE49-F238E27FC236}">
                <a16:creationId xmlns:a16="http://schemas.microsoft.com/office/drawing/2014/main" id="{BE7BD8C8-13F8-4D02-80C6-0031526CD633}"/>
              </a:ext>
            </a:extLst>
          </p:cNvPr>
          <p:cNvSpPr>
            <a:spLocks/>
          </p:cNvSpPr>
          <p:nvPr/>
        </p:nvSpPr>
        <p:spPr>
          <a:xfrm>
            <a:off x="643609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5646">
            <a:extLst>
              <a:ext uri="{FF2B5EF4-FFF2-40B4-BE49-F238E27FC236}">
                <a16:creationId xmlns:a16="http://schemas.microsoft.com/office/drawing/2014/main" id="{CDA4A2C4-61D7-4E0A-8784-E81861224E8A}"/>
              </a:ext>
            </a:extLst>
          </p:cNvPr>
          <p:cNvSpPr>
            <a:spLocks/>
          </p:cNvSpPr>
          <p:nvPr/>
        </p:nvSpPr>
        <p:spPr>
          <a:xfrm>
            <a:off x="64244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5647">
            <a:extLst>
              <a:ext uri="{FF2B5EF4-FFF2-40B4-BE49-F238E27FC236}">
                <a16:creationId xmlns:a16="http://schemas.microsoft.com/office/drawing/2014/main" id="{83301920-8203-4FB6-ACD9-7FF148D62930}"/>
              </a:ext>
            </a:extLst>
          </p:cNvPr>
          <p:cNvSpPr>
            <a:spLocks/>
          </p:cNvSpPr>
          <p:nvPr/>
        </p:nvSpPr>
        <p:spPr>
          <a:xfrm>
            <a:off x="65520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5648">
            <a:extLst>
              <a:ext uri="{FF2B5EF4-FFF2-40B4-BE49-F238E27FC236}">
                <a16:creationId xmlns:a16="http://schemas.microsoft.com/office/drawing/2014/main" id="{A79D6050-6820-4F31-B514-D5EF82074F41}"/>
              </a:ext>
            </a:extLst>
          </p:cNvPr>
          <p:cNvSpPr>
            <a:spLocks/>
          </p:cNvSpPr>
          <p:nvPr/>
        </p:nvSpPr>
        <p:spPr>
          <a:xfrm>
            <a:off x="638662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5649">
            <a:extLst>
              <a:ext uri="{FF2B5EF4-FFF2-40B4-BE49-F238E27FC236}">
                <a16:creationId xmlns:a16="http://schemas.microsoft.com/office/drawing/2014/main" id="{AB4DDC26-4F53-4B1A-A346-F376CEEEFEDF}"/>
              </a:ext>
            </a:extLst>
          </p:cNvPr>
          <p:cNvSpPr>
            <a:spLocks/>
          </p:cNvSpPr>
          <p:nvPr/>
        </p:nvSpPr>
        <p:spPr>
          <a:xfrm>
            <a:off x="64230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5650">
            <a:extLst>
              <a:ext uri="{FF2B5EF4-FFF2-40B4-BE49-F238E27FC236}">
                <a16:creationId xmlns:a16="http://schemas.microsoft.com/office/drawing/2014/main" id="{24C39EFD-865A-406F-A430-149B7D596E44}"/>
              </a:ext>
            </a:extLst>
          </p:cNvPr>
          <p:cNvSpPr>
            <a:spLocks/>
          </p:cNvSpPr>
          <p:nvPr/>
        </p:nvSpPr>
        <p:spPr>
          <a:xfrm>
            <a:off x="643545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5651">
            <a:extLst>
              <a:ext uri="{FF2B5EF4-FFF2-40B4-BE49-F238E27FC236}">
                <a16:creationId xmlns:a16="http://schemas.microsoft.com/office/drawing/2014/main" id="{77D9C9BE-3B49-4ADF-AC2F-7FCA53269CDC}"/>
              </a:ext>
            </a:extLst>
          </p:cNvPr>
          <p:cNvSpPr>
            <a:spLocks/>
          </p:cNvSpPr>
          <p:nvPr/>
        </p:nvSpPr>
        <p:spPr>
          <a:xfrm>
            <a:off x="6503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5652">
            <a:extLst>
              <a:ext uri="{FF2B5EF4-FFF2-40B4-BE49-F238E27FC236}">
                <a16:creationId xmlns:a16="http://schemas.microsoft.com/office/drawing/2014/main" id="{DAC17427-8B77-4934-93D0-7999673CF4C3}"/>
              </a:ext>
            </a:extLst>
          </p:cNvPr>
          <p:cNvSpPr>
            <a:spLocks/>
          </p:cNvSpPr>
          <p:nvPr/>
        </p:nvSpPr>
        <p:spPr>
          <a:xfrm>
            <a:off x="64414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5653">
            <a:extLst>
              <a:ext uri="{FF2B5EF4-FFF2-40B4-BE49-F238E27FC236}">
                <a16:creationId xmlns:a16="http://schemas.microsoft.com/office/drawing/2014/main" id="{518F52F2-F44C-4380-BEDB-5C7655387BFC}"/>
              </a:ext>
            </a:extLst>
          </p:cNvPr>
          <p:cNvSpPr>
            <a:spLocks/>
          </p:cNvSpPr>
          <p:nvPr/>
        </p:nvSpPr>
        <p:spPr>
          <a:xfrm>
            <a:off x="6510645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5654">
            <a:extLst>
              <a:ext uri="{FF2B5EF4-FFF2-40B4-BE49-F238E27FC236}">
                <a16:creationId xmlns:a16="http://schemas.microsoft.com/office/drawing/2014/main" id="{97BA893F-3B96-4343-936C-AEAA8B10500C}"/>
              </a:ext>
            </a:extLst>
          </p:cNvPr>
          <p:cNvSpPr>
            <a:spLocks/>
          </p:cNvSpPr>
          <p:nvPr/>
        </p:nvSpPr>
        <p:spPr>
          <a:xfrm>
            <a:off x="64813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5655">
            <a:extLst>
              <a:ext uri="{FF2B5EF4-FFF2-40B4-BE49-F238E27FC236}">
                <a16:creationId xmlns:a16="http://schemas.microsoft.com/office/drawing/2014/main" id="{E1DB7232-FA7F-4EEC-9D90-A006DC772C76}"/>
              </a:ext>
            </a:extLst>
          </p:cNvPr>
          <p:cNvSpPr>
            <a:spLocks/>
          </p:cNvSpPr>
          <p:nvPr/>
        </p:nvSpPr>
        <p:spPr>
          <a:xfrm>
            <a:off x="69820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5656">
            <a:extLst>
              <a:ext uri="{FF2B5EF4-FFF2-40B4-BE49-F238E27FC236}">
                <a16:creationId xmlns:a16="http://schemas.microsoft.com/office/drawing/2014/main" id="{826CE6A9-8E43-4CBF-85EF-8A77B59D3BCC}"/>
              </a:ext>
            </a:extLst>
          </p:cNvPr>
          <p:cNvSpPr>
            <a:spLocks/>
          </p:cNvSpPr>
          <p:nvPr/>
        </p:nvSpPr>
        <p:spPr>
          <a:xfrm>
            <a:off x="6981973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5657">
            <a:extLst>
              <a:ext uri="{FF2B5EF4-FFF2-40B4-BE49-F238E27FC236}">
                <a16:creationId xmlns:a16="http://schemas.microsoft.com/office/drawing/2014/main" id="{BF636CC3-8FB6-42DE-BCBB-D01878C87213}"/>
              </a:ext>
            </a:extLst>
          </p:cNvPr>
          <p:cNvSpPr>
            <a:spLocks/>
          </p:cNvSpPr>
          <p:nvPr/>
        </p:nvSpPr>
        <p:spPr>
          <a:xfrm>
            <a:off x="69701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5658">
            <a:extLst>
              <a:ext uri="{FF2B5EF4-FFF2-40B4-BE49-F238E27FC236}">
                <a16:creationId xmlns:a16="http://schemas.microsoft.com/office/drawing/2014/main" id="{EF654FAF-A910-4BB0-B8F8-F41D9B61B582}"/>
              </a:ext>
            </a:extLst>
          </p:cNvPr>
          <p:cNvSpPr>
            <a:spLocks/>
          </p:cNvSpPr>
          <p:nvPr/>
        </p:nvSpPr>
        <p:spPr>
          <a:xfrm>
            <a:off x="699200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5659">
            <a:extLst>
              <a:ext uri="{FF2B5EF4-FFF2-40B4-BE49-F238E27FC236}">
                <a16:creationId xmlns:a16="http://schemas.microsoft.com/office/drawing/2014/main" id="{BC0D4FC7-6B51-4BEE-996E-F5344275EC20}"/>
              </a:ext>
            </a:extLst>
          </p:cNvPr>
          <p:cNvSpPr>
            <a:spLocks/>
          </p:cNvSpPr>
          <p:nvPr/>
        </p:nvSpPr>
        <p:spPr>
          <a:xfrm>
            <a:off x="689785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5660">
            <a:extLst>
              <a:ext uri="{FF2B5EF4-FFF2-40B4-BE49-F238E27FC236}">
                <a16:creationId xmlns:a16="http://schemas.microsoft.com/office/drawing/2014/main" id="{5D1CFD24-B065-4664-8C50-355FCBB79FFD}"/>
              </a:ext>
            </a:extLst>
          </p:cNvPr>
          <p:cNvSpPr>
            <a:spLocks/>
          </p:cNvSpPr>
          <p:nvPr/>
        </p:nvSpPr>
        <p:spPr>
          <a:xfrm>
            <a:off x="7013176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5661">
            <a:extLst>
              <a:ext uri="{FF2B5EF4-FFF2-40B4-BE49-F238E27FC236}">
                <a16:creationId xmlns:a16="http://schemas.microsoft.com/office/drawing/2014/main" id="{E9C02943-C327-4A1A-A2A3-68467494E865}"/>
              </a:ext>
            </a:extLst>
          </p:cNvPr>
          <p:cNvSpPr>
            <a:spLocks/>
          </p:cNvSpPr>
          <p:nvPr/>
        </p:nvSpPr>
        <p:spPr>
          <a:xfrm>
            <a:off x="6934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5662">
            <a:extLst>
              <a:ext uri="{FF2B5EF4-FFF2-40B4-BE49-F238E27FC236}">
                <a16:creationId xmlns:a16="http://schemas.microsoft.com/office/drawing/2014/main" id="{C91FB714-23F9-42E1-BD87-0F173229FAF2}"/>
              </a:ext>
            </a:extLst>
          </p:cNvPr>
          <p:cNvSpPr>
            <a:spLocks/>
          </p:cNvSpPr>
          <p:nvPr/>
        </p:nvSpPr>
        <p:spPr>
          <a:xfrm>
            <a:off x="68314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5663">
            <a:extLst>
              <a:ext uri="{FF2B5EF4-FFF2-40B4-BE49-F238E27FC236}">
                <a16:creationId xmlns:a16="http://schemas.microsoft.com/office/drawing/2014/main" id="{20A4E3F9-DD5C-42F5-9B8C-E3D77E527491}"/>
              </a:ext>
            </a:extLst>
          </p:cNvPr>
          <p:cNvSpPr>
            <a:spLocks/>
          </p:cNvSpPr>
          <p:nvPr/>
        </p:nvSpPr>
        <p:spPr>
          <a:xfrm>
            <a:off x="68121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5664">
            <a:extLst>
              <a:ext uri="{FF2B5EF4-FFF2-40B4-BE49-F238E27FC236}">
                <a16:creationId xmlns:a16="http://schemas.microsoft.com/office/drawing/2014/main" id="{02FB5BFE-AD03-4CD7-9AE1-ED744FEBA30B}"/>
              </a:ext>
            </a:extLst>
          </p:cNvPr>
          <p:cNvSpPr>
            <a:spLocks/>
          </p:cNvSpPr>
          <p:nvPr/>
        </p:nvSpPr>
        <p:spPr>
          <a:xfrm>
            <a:off x="6985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5665">
            <a:extLst>
              <a:ext uri="{FF2B5EF4-FFF2-40B4-BE49-F238E27FC236}">
                <a16:creationId xmlns:a16="http://schemas.microsoft.com/office/drawing/2014/main" id="{25685EE0-0759-48FD-AFA4-B5499BDEED51}"/>
              </a:ext>
            </a:extLst>
          </p:cNvPr>
          <p:cNvSpPr>
            <a:spLocks/>
          </p:cNvSpPr>
          <p:nvPr/>
        </p:nvSpPr>
        <p:spPr>
          <a:xfrm>
            <a:off x="69329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5666">
            <a:extLst>
              <a:ext uri="{FF2B5EF4-FFF2-40B4-BE49-F238E27FC236}">
                <a16:creationId xmlns:a16="http://schemas.microsoft.com/office/drawing/2014/main" id="{9918EF97-03D2-46AB-B812-CB7C3D9EBB46}"/>
              </a:ext>
            </a:extLst>
          </p:cNvPr>
          <p:cNvSpPr>
            <a:spLocks/>
          </p:cNvSpPr>
          <p:nvPr/>
        </p:nvSpPr>
        <p:spPr>
          <a:xfrm>
            <a:off x="68638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5667">
            <a:extLst>
              <a:ext uri="{FF2B5EF4-FFF2-40B4-BE49-F238E27FC236}">
                <a16:creationId xmlns:a16="http://schemas.microsoft.com/office/drawing/2014/main" id="{1298E36F-02E2-4C6B-A565-7C3431CCE280}"/>
              </a:ext>
            </a:extLst>
          </p:cNvPr>
          <p:cNvSpPr>
            <a:spLocks/>
          </p:cNvSpPr>
          <p:nvPr/>
        </p:nvSpPr>
        <p:spPr>
          <a:xfrm>
            <a:off x="6927103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5668">
            <a:extLst>
              <a:ext uri="{FF2B5EF4-FFF2-40B4-BE49-F238E27FC236}">
                <a16:creationId xmlns:a16="http://schemas.microsoft.com/office/drawing/2014/main" id="{772805E5-2636-4B18-9495-01331CA809B1}"/>
              </a:ext>
            </a:extLst>
          </p:cNvPr>
          <p:cNvSpPr>
            <a:spLocks/>
          </p:cNvSpPr>
          <p:nvPr/>
        </p:nvSpPr>
        <p:spPr>
          <a:xfrm>
            <a:off x="6936027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5669">
            <a:extLst>
              <a:ext uri="{FF2B5EF4-FFF2-40B4-BE49-F238E27FC236}">
                <a16:creationId xmlns:a16="http://schemas.microsoft.com/office/drawing/2014/main" id="{511D0269-BCAD-4008-BAFF-766D90ED5FC8}"/>
              </a:ext>
            </a:extLst>
          </p:cNvPr>
          <p:cNvSpPr>
            <a:spLocks/>
          </p:cNvSpPr>
          <p:nvPr/>
        </p:nvSpPr>
        <p:spPr>
          <a:xfrm>
            <a:off x="68164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5670">
            <a:extLst>
              <a:ext uri="{FF2B5EF4-FFF2-40B4-BE49-F238E27FC236}">
                <a16:creationId xmlns:a16="http://schemas.microsoft.com/office/drawing/2014/main" id="{79CA828A-BA01-4E93-A666-C73B43B303D5}"/>
              </a:ext>
            </a:extLst>
          </p:cNvPr>
          <p:cNvSpPr>
            <a:spLocks/>
          </p:cNvSpPr>
          <p:nvPr/>
        </p:nvSpPr>
        <p:spPr>
          <a:xfrm>
            <a:off x="6975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5671">
            <a:extLst>
              <a:ext uri="{FF2B5EF4-FFF2-40B4-BE49-F238E27FC236}">
                <a16:creationId xmlns:a16="http://schemas.microsoft.com/office/drawing/2014/main" id="{E6290EF4-050F-4EB7-97A7-8DFD6A3430EF}"/>
              </a:ext>
            </a:extLst>
          </p:cNvPr>
          <p:cNvSpPr>
            <a:spLocks/>
          </p:cNvSpPr>
          <p:nvPr/>
        </p:nvSpPr>
        <p:spPr>
          <a:xfrm>
            <a:off x="70129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5672">
            <a:extLst>
              <a:ext uri="{FF2B5EF4-FFF2-40B4-BE49-F238E27FC236}">
                <a16:creationId xmlns:a16="http://schemas.microsoft.com/office/drawing/2014/main" id="{A171641C-5B5D-4876-8EFA-2DE28EB04770}"/>
              </a:ext>
            </a:extLst>
          </p:cNvPr>
          <p:cNvSpPr>
            <a:spLocks/>
          </p:cNvSpPr>
          <p:nvPr/>
        </p:nvSpPr>
        <p:spPr>
          <a:xfrm>
            <a:off x="69041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5673">
            <a:extLst>
              <a:ext uri="{FF2B5EF4-FFF2-40B4-BE49-F238E27FC236}">
                <a16:creationId xmlns:a16="http://schemas.microsoft.com/office/drawing/2014/main" id="{63687039-F685-4979-A914-6880DC38928A}"/>
              </a:ext>
            </a:extLst>
          </p:cNvPr>
          <p:cNvSpPr>
            <a:spLocks/>
          </p:cNvSpPr>
          <p:nvPr/>
        </p:nvSpPr>
        <p:spPr>
          <a:xfrm>
            <a:off x="6947469" y="2600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5674">
            <a:extLst>
              <a:ext uri="{FF2B5EF4-FFF2-40B4-BE49-F238E27FC236}">
                <a16:creationId xmlns:a16="http://schemas.microsoft.com/office/drawing/2014/main" id="{E1F0EBF7-0090-4BE1-AFD9-D08179917F0A}"/>
              </a:ext>
            </a:extLst>
          </p:cNvPr>
          <p:cNvSpPr>
            <a:spLocks/>
          </p:cNvSpPr>
          <p:nvPr/>
        </p:nvSpPr>
        <p:spPr>
          <a:xfrm>
            <a:off x="69846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5675">
            <a:extLst>
              <a:ext uri="{FF2B5EF4-FFF2-40B4-BE49-F238E27FC236}">
                <a16:creationId xmlns:a16="http://schemas.microsoft.com/office/drawing/2014/main" id="{42D0FC00-9E5A-4AD5-AFF5-7FEC66227900}"/>
              </a:ext>
            </a:extLst>
          </p:cNvPr>
          <p:cNvSpPr>
            <a:spLocks/>
          </p:cNvSpPr>
          <p:nvPr/>
        </p:nvSpPr>
        <p:spPr>
          <a:xfrm>
            <a:off x="6853193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5676">
            <a:extLst>
              <a:ext uri="{FF2B5EF4-FFF2-40B4-BE49-F238E27FC236}">
                <a16:creationId xmlns:a16="http://schemas.microsoft.com/office/drawing/2014/main" id="{ED8D3B0B-D629-419E-A632-23C415714A39}"/>
              </a:ext>
            </a:extLst>
          </p:cNvPr>
          <p:cNvSpPr>
            <a:spLocks/>
          </p:cNvSpPr>
          <p:nvPr/>
        </p:nvSpPr>
        <p:spPr>
          <a:xfrm>
            <a:off x="693765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5677">
            <a:extLst>
              <a:ext uri="{FF2B5EF4-FFF2-40B4-BE49-F238E27FC236}">
                <a16:creationId xmlns:a16="http://schemas.microsoft.com/office/drawing/2014/main" id="{BCF14A2A-94C7-4B78-96E0-A66E7332E046}"/>
              </a:ext>
            </a:extLst>
          </p:cNvPr>
          <p:cNvSpPr>
            <a:spLocks/>
          </p:cNvSpPr>
          <p:nvPr/>
        </p:nvSpPr>
        <p:spPr>
          <a:xfrm>
            <a:off x="70284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5678">
            <a:extLst>
              <a:ext uri="{FF2B5EF4-FFF2-40B4-BE49-F238E27FC236}">
                <a16:creationId xmlns:a16="http://schemas.microsoft.com/office/drawing/2014/main" id="{A53791E6-FE4F-4B01-86E2-B68DA7FD2CA7}"/>
              </a:ext>
            </a:extLst>
          </p:cNvPr>
          <p:cNvSpPr>
            <a:spLocks/>
          </p:cNvSpPr>
          <p:nvPr/>
        </p:nvSpPr>
        <p:spPr>
          <a:xfrm>
            <a:off x="68574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5679">
            <a:extLst>
              <a:ext uri="{FF2B5EF4-FFF2-40B4-BE49-F238E27FC236}">
                <a16:creationId xmlns:a16="http://schemas.microsoft.com/office/drawing/2014/main" id="{D46EECD7-DF54-4190-A6AC-109465F2280F}"/>
              </a:ext>
            </a:extLst>
          </p:cNvPr>
          <p:cNvSpPr>
            <a:spLocks/>
          </p:cNvSpPr>
          <p:nvPr/>
        </p:nvSpPr>
        <p:spPr>
          <a:xfrm>
            <a:off x="69168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5680">
            <a:extLst>
              <a:ext uri="{FF2B5EF4-FFF2-40B4-BE49-F238E27FC236}">
                <a16:creationId xmlns:a16="http://schemas.microsoft.com/office/drawing/2014/main" id="{045F4E45-BEFE-4742-AC4E-1146FF60CE77}"/>
              </a:ext>
            </a:extLst>
          </p:cNvPr>
          <p:cNvSpPr>
            <a:spLocks/>
          </p:cNvSpPr>
          <p:nvPr/>
        </p:nvSpPr>
        <p:spPr>
          <a:xfrm>
            <a:off x="687346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5681">
            <a:extLst>
              <a:ext uri="{FF2B5EF4-FFF2-40B4-BE49-F238E27FC236}">
                <a16:creationId xmlns:a16="http://schemas.microsoft.com/office/drawing/2014/main" id="{EFECB0C4-687B-46CF-930B-9781FB2811A6}"/>
              </a:ext>
            </a:extLst>
          </p:cNvPr>
          <p:cNvSpPr>
            <a:spLocks/>
          </p:cNvSpPr>
          <p:nvPr/>
        </p:nvSpPr>
        <p:spPr>
          <a:xfrm>
            <a:off x="6927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5682">
            <a:extLst>
              <a:ext uri="{FF2B5EF4-FFF2-40B4-BE49-F238E27FC236}">
                <a16:creationId xmlns:a16="http://schemas.microsoft.com/office/drawing/2014/main" id="{51ED06E0-A8D1-429E-AE6C-B4056C5F5DD2}"/>
              </a:ext>
            </a:extLst>
          </p:cNvPr>
          <p:cNvSpPr>
            <a:spLocks/>
          </p:cNvSpPr>
          <p:nvPr/>
        </p:nvSpPr>
        <p:spPr>
          <a:xfrm>
            <a:off x="69736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5683">
            <a:extLst>
              <a:ext uri="{FF2B5EF4-FFF2-40B4-BE49-F238E27FC236}">
                <a16:creationId xmlns:a16="http://schemas.microsoft.com/office/drawing/2014/main" id="{AD149968-BC62-472A-A918-B8FB3010DEF9}"/>
              </a:ext>
            </a:extLst>
          </p:cNvPr>
          <p:cNvSpPr>
            <a:spLocks/>
          </p:cNvSpPr>
          <p:nvPr/>
        </p:nvSpPr>
        <p:spPr>
          <a:xfrm>
            <a:off x="6951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5684">
            <a:extLst>
              <a:ext uri="{FF2B5EF4-FFF2-40B4-BE49-F238E27FC236}">
                <a16:creationId xmlns:a16="http://schemas.microsoft.com/office/drawing/2014/main" id="{BAE82566-9724-4502-9111-179EB3AC25A9}"/>
              </a:ext>
            </a:extLst>
          </p:cNvPr>
          <p:cNvSpPr>
            <a:spLocks/>
          </p:cNvSpPr>
          <p:nvPr/>
        </p:nvSpPr>
        <p:spPr>
          <a:xfrm>
            <a:off x="6896290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5685">
            <a:extLst>
              <a:ext uri="{FF2B5EF4-FFF2-40B4-BE49-F238E27FC236}">
                <a16:creationId xmlns:a16="http://schemas.microsoft.com/office/drawing/2014/main" id="{F7ED20B0-9531-4AD7-8E81-EC10BCAC2AA6}"/>
              </a:ext>
            </a:extLst>
          </p:cNvPr>
          <p:cNvSpPr>
            <a:spLocks/>
          </p:cNvSpPr>
          <p:nvPr/>
        </p:nvSpPr>
        <p:spPr>
          <a:xfrm>
            <a:off x="69201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5686">
            <a:extLst>
              <a:ext uri="{FF2B5EF4-FFF2-40B4-BE49-F238E27FC236}">
                <a16:creationId xmlns:a16="http://schemas.microsoft.com/office/drawing/2014/main" id="{B483E630-26CD-4139-81B1-19A41AE573AA}"/>
              </a:ext>
            </a:extLst>
          </p:cNvPr>
          <p:cNvSpPr>
            <a:spLocks/>
          </p:cNvSpPr>
          <p:nvPr/>
        </p:nvSpPr>
        <p:spPr>
          <a:xfrm>
            <a:off x="68340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5687">
            <a:extLst>
              <a:ext uri="{FF2B5EF4-FFF2-40B4-BE49-F238E27FC236}">
                <a16:creationId xmlns:a16="http://schemas.microsoft.com/office/drawing/2014/main" id="{EEFFDC34-FC63-45D9-8DD4-42F254426E24}"/>
              </a:ext>
            </a:extLst>
          </p:cNvPr>
          <p:cNvSpPr>
            <a:spLocks/>
          </p:cNvSpPr>
          <p:nvPr/>
        </p:nvSpPr>
        <p:spPr>
          <a:xfrm>
            <a:off x="7005857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5688">
            <a:extLst>
              <a:ext uri="{FF2B5EF4-FFF2-40B4-BE49-F238E27FC236}">
                <a16:creationId xmlns:a16="http://schemas.microsoft.com/office/drawing/2014/main" id="{320F6312-49D2-40F8-AB78-614B27201B47}"/>
              </a:ext>
            </a:extLst>
          </p:cNvPr>
          <p:cNvSpPr>
            <a:spLocks/>
          </p:cNvSpPr>
          <p:nvPr/>
        </p:nvSpPr>
        <p:spPr>
          <a:xfrm>
            <a:off x="68226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5689">
            <a:extLst>
              <a:ext uri="{FF2B5EF4-FFF2-40B4-BE49-F238E27FC236}">
                <a16:creationId xmlns:a16="http://schemas.microsoft.com/office/drawing/2014/main" id="{64AA9FEA-61EE-4784-9C75-36B9DFC165ED}"/>
              </a:ext>
            </a:extLst>
          </p:cNvPr>
          <p:cNvSpPr>
            <a:spLocks/>
          </p:cNvSpPr>
          <p:nvPr/>
        </p:nvSpPr>
        <p:spPr>
          <a:xfrm>
            <a:off x="69246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5690">
            <a:extLst>
              <a:ext uri="{FF2B5EF4-FFF2-40B4-BE49-F238E27FC236}">
                <a16:creationId xmlns:a16="http://schemas.microsoft.com/office/drawing/2014/main" id="{C8D56803-B524-4E4C-A780-6DB848B6C022}"/>
              </a:ext>
            </a:extLst>
          </p:cNvPr>
          <p:cNvSpPr>
            <a:spLocks/>
          </p:cNvSpPr>
          <p:nvPr/>
        </p:nvSpPr>
        <p:spPr>
          <a:xfrm>
            <a:off x="687532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5691">
            <a:extLst>
              <a:ext uri="{FF2B5EF4-FFF2-40B4-BE49-F238E27FC236}">
                <a16:creationId xmlns:a16="http://schemas.microsoft.com/office/drawing/2014/main" id="{D1BADA1F-0DC3-4904-9FAA-4DC70F6F45B4}"/>
              </a:ext>
            </a:extLst>
          </p:cNvPr>
          <p:cNvSpPr>
            <a:spLocks/>
          </p:cNvSpPr>
          <p:nvPr/>
        </p:nvSpPr>
        <p:spPr>
          <a:xfrm>
            <a:off x="68875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5692">
            <a:extLst>
              <a:ext uri="{FF2B5EF4-FFF2-40B4-BE49-F238E27FC236}">
                <a16:creationId xmlns:a16="http://schemas.microsoft.com/office/drawing/2014/main" id="{1E2A86ED-F7BF-4B84-96A5-56BDA1DC9EA3}"/>
              </a:ext>
            </a:extLst>
          </p:cNvPr>
          <p:cNvSpPr>
            <a:spLocks/>
          </p:cNvSpPr>
          <p:nvPr/>
        </p:nvSpPr>
        <p:spPr>
          <a:xfrm>
            <a:off x="69316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5693">
            <a:extLst>
              <a:ext uri="{FF2B5EF4-FFF2-40B4-BE49-F238E27FC236}">
                <a16:creationId xmlns:a16="http://schemas.microsoft.com/office/drawing/2014/main" id="{17E467DB-D796-4345-9253-B5652C470007}"/>
              </a:ext>
            </a:extLst>
          </p:cNvPr>
          <p:cNvSpPr>
            <a:spLocks/>
          </p:cNvSpPr>
          <p:nvPr/>
        </p:nvSpPr>
        <p:spPr>
          <a:xfrm>
            <a:off x="6821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5694">
            <a:extLst>
              <a:ext uri="{FF2B5EF4-FFF2-40B4-BE49-F238E27FC236}">
                <a16:creationId xmlns:a16="http://schemas.microsoft.com/office/drawing/2014/main" id="{085F6BFB-B003-4337-9CDB-A3FA5BF1DA3B}"/>
              </a:ext>
            </a:extLst>
          </p:cNvPr>
          <p:cNvSpPr>
            <a:spLocks/>
          </p:cNvSpPr>
          <p:nvPr/>
        </p:nvSpPr>
        <p:spPr>
          <a:xfrm>
            <a:off x="70279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5695">
            <a:extLst>
              <a:ext uri="{FF2B5EF4-FFF2-40B4-BE49-F238E27FC236}">
                <a16:creationId xmlns:a16="http://schemas.microsoft.com/office/drawing/2014/main" id="{62F100AD-2957-4AD7-8BE5-5F76AB6E0BF4}"/>
              </a:ext>
            </a:extLst>
          </p:cNvPr>
          <p:cNvSpPr>
            <a:spLocks/>
          </p:cNvSpPr>
          <p:nvPr/>
        </p:nvSpPr>
        <p:spPr>
          <a:xfrm>
            <a:off x="69717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5696">
            <a:extLst>
              <a:ext uri="{FF2B5EF4-FFF2-40B4-BE49-F238E27FC236}">
                <a16:creationId xmlns:a16="http://schemas.microsoft.com/office/drawing/2014/main" id="{BA057191-68AC-44FD-8C0B-9EFE15F87D4F}"/>
              </a:ext>
            </a:extLst>
          </p:cNvPr>
          <p:cNvSpPr>
            <a:spLocks/>
          </p:cNvSpPr>
          <p:nvPr/>
        </p:nvSpPr>
        <p:spPr>
          <a:xfrm>
            <a:off x="69650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5697">
            <a:extLst>
              <a:ext uri="{FF2B5EF4-FFF2-40B4-BE49-F238E27FC236}">
                <a16:creationId xmlns:a16="http://schemas.microsoft.com/office/drawing/2014/main" id="{FF85B928-AD47-464F-9498-2F268E3B9D10}"/>
              </a:ext>
            </a:extLst>
          </p:cNvPr>
          <p:cNvSpPr>
            <a:spLocks/>
          </p:cNvSpPr>
          <p:nvPr/>
        </p:nvSpPr>
        <p:spPr>
          <a:xfrm>
            <a:off x="7026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5698">
            <a:extLst>
              <a:ext uri="{FF2B5EF4-FFF2-40B4-BE49-F238E27FC236}">
                <a16:creationId xmlns:a16="http://schemas.microsoft.com/office/drawing/2014/main" id="{9204DF31-3B9E-43C8-B864-A99A28D2A31A}"/>
              </a:ext>
            </a:extLst>
          </p:cNvPr>
          <p:cNvSpPr>
            <a:spLocks/>
          </p:cNvSpPr>
          <p:nvPr/>
        </p:nvSpPr>
        <p:spPr>
          <a:xfrm>
            <a:off x="693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5699">
            <a:extLst>
              <a:ext uri="{FF2B5EF4-FFF2-40B4-BE49-F238E27FC236}">
                <a16:creationId xmlns:a16="http://schemas.microsoft.com/office/drawing/2014/main" id="{E3E1E213-ED05-4F82-B9AD-F798CC7F9700}"/>
              </a:ext>
            </a:extLst>
          </p:cNvPr>
          <p:cNvSpPr>
            <a:spLocks/>
          </p:cNvSpPr>
          <p:nvPr/>
        </p:nvSpPr>
        <p:spPr>
          <a:xfrm>
            <a:off x="69801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5700">
            <a:extLst>
              <a:ext uri="{FF2B5EF4-FFF2-40B4-BE49-F238E27FC236}">
                <a16:creationId xmlns:a16="http://schemas.microsoft.com/office/drawing/2014/main" id="{DA6ED1FD-3973-4DF8-932D-05AB2D006E8E}"/>
              </a:ext>
            </a:extLst>
          </p:cNvPr>
          <p:cNvSpPr>
            <a:spLocks/>
          </p:cNvSpPr>
          <p:nvPr/>
        </p:nvSpPr>
        <p:spPr>
          <a:xfrm>
            <a:off x="68832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5701">
            <a:extLst>
              <a:ext uri="{FF2B5EF4-FFF2-40B4-BE49-F238E27FC236}">
                <a16:creationId xmlns:a16="http://schemas.microsoft.com/office/drawing/2014/main" id="{0BF25348-F440-4FB2-9850-916C12665225}"/>
              </a:ext>
            </a:extLst>
          </p:cNvPr>
          <p:cNvSpPr>
            <a:spLocks/>
          </p:cNvSpPr>
          <p:nvPr/>
        </p:nvSpPr>
        <p:spPr>
          <a:xfrm>
            <a:off x="6850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5702">
            <a:extLst>
              <a:ext uri="{FF2B5EF4-FFF2-40B4-BE49-F238E27FC236}">
                <a16:creationId xmlns:a16="http://schemas.microsoft.com/office/drawing/2014/main" id="{65FD50BC-8636-4407-B088-4725F223EFB5}"/>
              </a:ext>
            </a:extLst>
          </p:cNvPr>
          <p:cNvSpPr>
            <a:spLocks/>
          </p:cNvSpPr>
          <p:nvPr/>
        </p:nvSpPr>
        <p:spPr>
          <a:xfrm>
            <a:off x="693572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5703">
            <a:extLst>
              <a:ext uri="{FF2B5EF4-FFF2-40B4-BE49-F238E27FC236}">
                <a16:creationId xmlns:a16="http://schemas.microsoft.com/office/drawing/2014/main" id="{F6E1ED12-E018-4C75-824A-442D4F6000F3}"/>
              </a:ext>
            </a:extLst>
          </p:cNvPr>
          <p:cNvSpPr>
            <a:spLocks/>
          </p:cNvSpPr>
          <p:nvPr/>
        </p:nvSpPr>
        <p:spPr>
          <a:xfrm>
            <a:off x="6812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5704">
            <a:extLst>
              <a:ext uri="{FF2B5EF4-FFF2-40B4-BE49-F238E27FC236}">
                <a16:creationId xmlns:a16="http://schemas.microsoft.com/office/drawing/2014/main" id="{78E5D966-3021-4C78-A121-94B44097E352}"/>
              </a:ext>
            </a:extLst>
          </p:cNvPr>
          <p:cNvSpPr>
            <a:spLocks/>
          </p:cNvSpPr>
          <p:nvPr/>
        </p:nvSpPr>
        <p:spPr>
          <a:xfrm>
            <a:off x="689055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5705">
            <a:extLst>
              <a:ext uri="{FF2B5EF4-FFF2-40B4-BE49-F238E27FC236}">
                <a16:creationId xmlns:a16="http://schemas.microsoft.com/office/drawing/2014/main" id="{D6D7B697-92FA-42A8-A08E-20464693B27F}"/>
              </a:ext>
            </a:extLst>
          </p:cNvPr>
          <p:cNvSpPr>
            <a:spLocks/>
          </p:cNvSpPr>
          <p:nvPr/>
        </p:nvSpPr>
        <p:spPr>
          <a:xfrm>
            <a:off x="69031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5706">
            <a:extLst>
              <a:ext uri="{FF2B5EF4-FFF2-40B4-BE49-F238E27FC236}">
                <a16:creationId xmlns:a16="http://schemas.microsoft.com/office/drawing/2014/main" id="{1651F808-9547-448A-B946-8A5B9B8B4B1B}"/>
              </a:ext>
            </a:extLst>
          </p:cNvPr>
          <p:cNvSpPr>
            <a:spLocks/>
          </p:cNvSpPr>
          <p:nvPr/>
        </p:nvSpPr>
        <p:spPr>
          <a:xfrm>
            <a:off x="695847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5707">
            <a:extLst>
              <a:ext uri="{FF2B5EF4-FFF2-40B4-BE49-F238E27FC236}">
                <a16:creationId xmlns:a16="http://schemas.microsoft.com/office/drawing/2014/main" id="{1A272321-58C5-4724-95D1-D6CAB6B8644C}"/>
              </a:ext>
            </a:extLst>
          </p:cNvPr>
          <p:cNvSpPr>
            <a:spLocks/>
          </p:cNvSpPr>
          <p:nvPr/>
        </p:nvSpPr>
        <p:spPr>
          <a:xfrm>
            <a:off x="70004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5708">
            <a:extLst>
              <a:ext uri="{FF2B5EF4-FFF2-40B4-BE49-F238E27FC236}">
                <a16:creationId xmlns:a16="http://schemas.microsoft.com/office/drawing/2014/main" id="{EE06413A-43BB-47E7-9B43-80061E510010}"/>
              </a:ext>
            </a:extLst>
          </p:cNvPr>
          <p:cNvSpPr>
            <a:spLocks/>
          </p:cNvSpPr>
          <p:nvPr/>
        </p:nvSpPr>
        <p:spPr>
          <a:xfrm>
            <a:off x="6929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5709">
            <a:extLst>
              <a:ext uri="{FF2B5EF4-FFF2-40B4-BE49-F238E27FC236}">
                <a16:creationId xmlns:a16="http://schemas.microsoft.com/office/drawing/2014/main" id="{26F9FDC2-936E-4DBB-8F29-3FA1A873B75F}"/>
              </a:ext>
            </a:extLst>
          </p:cNvPr>
          <p:cNvSpPr>
            <a:spLocks/>
          </p:cNvSpPr>
          <p:nvPr/>
        </p:nvSpPr>
        <p:spPr>
          <a:xfrm>
            <a:off x="6993026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5710">
            <a:extLst>
              <a:ext uri="{FF2B5EF4-FFF2-40B4-BE49-F238E27FC236}">
                <a16:creationId xmlns:a16="http://schemas.microsoft.com/office/drawing/2014/main" id="{00EA903A-7596-410D-9BD6-56BDB652322C}"/>
              </a:ext>
            </a:extLst>
          </p:cNvPr>
          <p:cNvSpPr>
            <a:spLocks/>
          </p:cNvSpPr>
          <p:nvPr/>
        </p:nvSpPr>
        <p:spPr>
          <a:xfrm>
            <a:off x="68136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5711">
            <a:extLst>
              <a:ext uri="{FF2B5EF4-FFF2-40B4-BE49-F238E27FC236}">
                <a16:creationId xmlns:a16="http://schemas.microsoft.com/office/drawing/2014/main" id="{75422586-9966-44CA-B2A4-B5F8B5849986}"/>
              </a:ext>
            </a:extLst>
          </p:cNvPr>
          <p:cNvSpPr>
            <a:spLocks/>
          </p:cNvSpPr>
          <p:nvPr/>
        </p:nvSpPr>
        <p:spPr>
          <a:xfrm>
            <a:off x="68173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5712">
            <a:extLst>
              <a:ext uri="{FF2B5EF4-FFF2-40B4-BE49-F238E27FC236}">
                <a16:creationId xmlns:a16="http://schemas.microsoft.com/office/drawing/2014/main" id="{A37BC4A9-5D84-4560-B9CB-719D0AA999EE}"/>
              </a:ext>
            </a:extLst>
          </p:cNvPr>
          <p:cNvSpPr>
            <a:spLocks/>
          </p:cNvSpPr>
          <p:nvPr/>
        </p:nvSpPr>
        <p:spPr>
          <a:xfrm>
            <a:off x="68661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5713">
            <a:extLst>
              <a:ext uri="{FF2B5EF4-FFF2-40B4-BE49-F238E27FC236}">
                <a16:creationId xmlns:a16="http://schemas.microsoft.com/office/drawing/2014/main" id="{365FB85C-DCA9-4865-892B-4E3559D07417}"/>
              </a:ext>
            </a:extLst>
          </p:cNvPr>
          <p:cNvSpPr>
            <a:spLocks/>
          </p:cNvSpPr>
          <p:nvPr/>
        </p:nvSpPr>
        <p:spPr>
          <a:xfrm>
            <a:off x="6930960" y="29964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5714">
            <a:extLst>
              <a:ext uri="{FF2B5EF4-FFF2-40B4-BE49-F238E27FC236}">
                <a16:creationId xmlns:a16="http://schemas.microsoft.com/office/drawing/2014/main" id="{B121C35C-DA9C-45EE-91FE-A78AB097BEC3}"/>
              </a:ext>
            </a:extLst>
          </p:cNvPr>
          <p:cNvSpPr>
            <a:spLocks/>
          </p:cNvSpPr>
          <p:nvPr/>
        </p:nvSpPr>
        <p:spPr>
          <a:xfrm>
            <a:off x="685532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5715">
            <a:extLst>
              <a:ext uri="{FF2B5EF4-FFF2-40B4-BE49-F238E27FC236}">
                <a16:creationId xmlns:a16="http://schemas.microsoft.com/office/drawing/2014/main" id="{F7AD275B-F9D0-43FC-86FE-C38F4054F26D}"/>
              </a:ext>
            </a:extLst>
          </p:cNvPr>
          <p:cNvSpPr>
            <a:spLocks/>
          </p:cNvSpPr>
          <p:nvPr/>
        </p:nvSpPr>
        <p:spPr>
          <a:xfrm>
            <a:off x="69122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5716">
            <a:extLst>
              <a:ext uri="{FF2B5EF4-FFF2-40B4-BE49-F238E27FC236}">
                <a16:creationId xmlns:a16="http://schemas.microsoft.com/office/drawing/2014/main" id="{8BEEDC58-577A-43F8-B3EB-ECC0298BDAE7}"/>
              </a:ext>
            </a:extLst>
          </p:cNvPr>
          <p:cNvSpPr>
            <a:spLocks/>
          </p:cNvSpPr>
          <p:nvPr/>
        </p:nvSpPr>
        <p:spPr>
          <a:xfrm>
            <a:off x="694088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5717">
            <a:extLst>
              <a:ext uri="{FF2B5EF4-FFF2-40B4-BE49-F238E27FC236}">
                <a16:creationId xmlns:a16="http://schemas.microsoft.com/office/drawing/2014/main" id="{B906EB94-6E40-43E1-AFAB-DAF8F1EEF8C6}"/>
              </a:ext>
            </a:extLst>
          </p:cNvPr>
          <p:cNvSpPr>
            <a:spLocks/>
          </p:cNvSpPr>
          <p:nvPr/>
        </p:nvSpPr>
        <p:spPr>
          <a:xfrm>
            <a:off x="69425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5718">
            <a:extLst>
              <a:ext uri="{FF2B5EF4-FFF2-40B4-BE49-F238E27FC236}">
                <a16:creationId xmlns:a16="http://schemas.microsoft.com/office/drawing/2014/main" id="{1FB88360-C891-442B-BB36-8FCD55A8D560}"/>
              </a:ext>
            </a:extLst>
          </p:cNvPr>
          <p:cNvSpPr>
            <a:spLocks/>
          </p:cNvSpPr>
          <p:nvPr/>
        </p:nvSpPr>
        <p:spPr>
          <a:xfrm>
            <a:off x="6874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5719">
            <a:extLst>
              <a:ext uri="{FF2B5EF4-FFF2-40B4-BE49-F238E27FC236}">
                <a16:creationId xmlns:a16="http://schemas.microsoft.com/office/drawing/2014/main" id="{475F5D19-EE23-4AA6-BE9E-EFC79B084914}"/>
              </a:ext>
            </a:extLst>
          </p:cNvPr>
          <p:cNvSpPr>
            <a:spLocks/>
          </p:cNvSpPr>
          <p:nvPr/>
        </p:nvSpPr>
        <p:spPr>
          <a:xfrm>
            <a:off x="697211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5720">
            <a:extLst>
              <a:ext uri="{FF2B5EF4-FFF2-40B4-BE49-F238E27FC236}">
                <a16:creationId xmlns:a16="http://schemas.microsoft.com/office/drawing/2014/main" id="{7C1233E9-4C23-48D2-9EEB-A2EEA1375232}"/>
              </a:ext>
            </a:extLst>
          </p:cNvPr>
          <p:cNvSpPr>
            <a:spLocks/>
          </p:cNvSpPr>
          <p:nvPr/>
        </p:nvSpPr>
        <p:spPr>
          <a:xfrm>
            <a:off x="695012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5721">
            <a:extLst>
              <a:ext uri="{FF2B5EF4-FFF2-40B4-BE49-F238E27FC236}">
                <a16:creationId xmlns:a16="http://schemas.microsoft.com/office/drawing/2014/main" id="{E99AFCB3-9E06-430F-8F20-CD14B5606FE7}"/>
              </a:ext>
            </a:extLst>
          </p:cNvPr>
          <p:cNvSpPr>
            <a:spLocks/>
          </p:cNvSpPr>
          <p:nvPr/>
        </p:nvSpPr>
        <p:spPr>
          <a:xfrm>
            <a:off x="69780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5722">
            <a:extLst>
              <a:ext uri="{FF2B5EF4-FFF2-40B4-BE49-F238E27FC236}">
                <a16:creationId xmlns:a16="http://schemas.microsoft.com/office/drawing/2014/main" id="{B28822DC-7533-4C92-B1D7-066B660E2908}"/>
              </a:ext>
            </a:extLst>
          </p:cNvPr>
          <p:cNvSpPr>
            <a:spLocks/>
          </p:cNvSpPr>
          <p:nvPr/>
        </p:nvSpPr>
        <p:spPr>
          <a:xfrm>
            <a:off x="688657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5723">
            <a:extLst>
              <a:ext uri="{FF2B5EF4-FFF2-40B4-BE49-F238E27FC236}">
                <a16:creationId xmlns:a16="http://schemas.microsoft.com/office/drawing/2014/main" id="{839BA10C-1E82-4E17-B35D-83D3AD576FFB}"/>
              </a:ext>
            </a:extLst>
          </p:cNvPr>
          <p:cNvSpPr>
            <a:spLocks/>
          </p:cNvSpPr>
          <p:nvPr/>
        </p:nvSpPr>
        <p:spPr>
          <a:xfrm>
            <a:off x="694813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5724">
            <a:extLst>
              <a:ext uri="{FF2B5EF4-FFF2-40B4-BE49-F238E27FC236}">
                <a16:creationId xmlns:a16="http://schemas.microsoft.com/office/drawing/2014/main" id="{17F0C42A-AFC8-429D-9150-6D86ECA5C33C}"/>
              </a:ext>
            </a:extLst>
          </p:cNvPr>
          <p:cNvSpPr>
            <a:spLocks/>
          </p:cNvSpPr>
          <p:nvPr/>
        </p:nvSpPr>
        <p:spPr>
          <a:xfrm>
            <a:off x="70046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5725">
            <a:extLst>
              <a:ext uri="{FF2B5EF4-FFF2-40B4-BE49-F238E27FC236}">
                <a16:creationId xmlns:a16="http://schemas.microsoft.com/office/drawing/2014/main" id="{6AEF1C09-5698-4C27-B08A-381B8E95A2A2}"/>
              </a:ext>
            </a:extLst>
          </p:cNvPr>
          <p:cNvSpPr>
            <a:spLocks/>
          </p:cNvSpPr>
          <p:nvPr/>
        </p:nvSpPr>
        <p:spPr>
          <a:xfrm>
            <a:off x="69194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5726">
            <a:extLst>
              <a:ext uri="{FF2B5EF4-FFF2-40B4-BE49-F238E27FC236}">
                <a16:creationId xmlns:a16="http://schemas.microsoft.com/office/drawing/2014/main" id="{5BAE8F41-63F8-472B-B87E-A60FF483AF5F}"/>
              </a:ext>
            </a:extLst>
          </p:cNvPr>
          <p:cNvSpPr>
            <a:spLocks/>
          </p:cNvSpPr>
          <p:nvPr/>
        </p:nvSpPr>
        <p:spPr>
          <a:xfrm>
            <a:off x="68204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5727">
            <a:extLst>
              <a:ext uri="{FF2B5EF4-FFF2-40B4-BE49-F238E27FC236}">
                <a16:creationId xmlns:a16="http://schemas.microsoft.com/office/drawing/2014/main" id="{B0C8CF59-8236-4C41-B6D5-2A09B4C063BC}"/>
              </a:ext>
            </a:extLst>
          </p:cNvPr>
          <p:cNvSpPr>
            <a:spLocks/>
          </p:cNvSpPr>
          <p:nvPr/>
        </p:nvSpPr>
        <p:spPr>
          <a:xfrm>
            <a:off x="696729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5728">
            <a:extLst>
              <a:ext uri="{FF2B5EF4-FFF2-40B4-BE49-F238E27FC236}">
                <a16:creationId xmlns:a16="http://schemas.microsoft.com/office/drawing/2014/main" id="{0FFF43E9-A88D-48DC-928D-96233934A0D1}"/>
              </a:ext>
            </a:extLst>
          </p:cNvPr>
          <p:cNvSpPr>
            <a:spLocks/>
          </p:cNvSpPr>
          <p:nvPr/>
        </p:nvSpPr>
        <p:spPr>
          <a:xfrm>
            <a:off x="68646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5729">
            <a:extLst>
              <a:ext uri="{FF2B5EF4-FFF2-40B4-BE49-F238E27FC236}">
                <a16:creationId xmlns:a16="http://schemas.microsoft.com/office/drawing/2014/main" id="{456CC139-42D2-45C9-BBBC-B2C50BD57ABB}"/>
              </a:ext>
            </a:extLst>
          </p:cNvPr>
          <p:cNvSpPr>
            <a:spLocks/>
          </p:cNvSpPr>
          <p:nvPr/>
        </p:nvSpPr>
        <p:spPr>
          <a:xfrm>
            <a:off x="7016815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5730">
            <a:extLst>
              <a:ext uri="{FF2B5EF4-FFF2-40B4-BE49-F238E27FC236}">
                <a16:creationId xmlns:a16="http://schemas.microsoft.com/office/drawing/2014/main" id="{A10A7D47-94F9-4B41-840D-6E06EDAE5A30}"/>
              </a:ext>
            </a:extLst>
          </p:cNvPr>
          <p:cNvSpPr>
            <a:spLocks/>
          </p:cNvSpPr>
          <p:nvPr/>
        </p:nvSpPr>
        <p:spPr>
          <a:xfrm>
            <a:off x="68822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5731">
            <a:extLst>
              <a:ext uri="{FF2B5EF4-FFF2-40B4-BE49-F238E27FC236}">
                <a16:creationId xmlns:a16="http://schemas.microsoft.com/office/drawing/2014/main" id="{8BC94789-D849-4CDF-9A1D-D24E768554AA}"/>
              </a:ext>
            </a:extLst>
          </p:cNvPr>
          <p:cNvSpPr>
            <a:spLocks/>
          </p:cNvSpPr>
          <p:nvPr/>
        </p:nvSpPr>
        <p:spPr>
          <a:xfrm>
            <a:off x="68097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5732">
            <a:extLst>
              <a:ext uri="{FF2B5EF4-FFF2-40B4-BE49-F238E27FC236}">
                <a16:creationId xmlns:a16="http://schemas.microsoft.com/office/drawing/2014/main" id="{E2ED1DB3-B537-46D1-B072-130C8EA6D167}"/>
              </a:ext>
            </a:extLst>
          </p:cNvPr>
          <p:cNvSpPr>
            <a:spLocks/>
          </p:cNvSpPr>
          <p:nvPr/>
        </p:nvSpPr>
        <p:spPr>
          <a:xfrm>
            <a:off x="698975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5733">
            <a:extLst>
              <a:ext uri="{FF2B5EF4-FFF2-40B4-BE49-F238E27FC236}">
                <a16:creationId xmlns:a16="http://schemas.microsoft.com/office/drawing/2014/main" id="{C2DBF415-D55A-4974-9CBC-DD2DADDBC194}"/>
              </a:ext>
            </a:extLst>
          </p:cNvPr>
          <p:cNvSpPr>
            <a:spLocks/>
          </p:cNvSpPr>
          <p:nvPr/>
        </p:nvSpPr>
        <p:spPr>
          <a:xfrm>
            <a:off x="692067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5734">
            <a:extLst>
              <a:ext uri="{FF2B5EF4-FFF2-40B4-BE49-F238E27FC236}">
                <a16:creationId xmlns:a16="http://schemas.microsoft.com/office/drawing/2014/main" id="{78808B5E-C06E-4C43-B17D-05B6C3DF4A46}"/>
              </a:ext>
            </a:extLst>
          </p:cNvPr>
          <p:cNvSpPr>
            <a:spLocks/>
          </p:cNvSpPr>
          <p:nvPr/>
        </p:nvSpPr>
        <p:spPr>
          <a:xfrm>
            <a:off x="6989486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5735">
            <a:extLst>
              <a:ext uri="{FF2B5EF4-FFF2-40B4-BE49-F238E27FC236}">
                <a16:creationId xmlns:a16="http://schemas.microsoft.com/office/drawing/2014/main" id="{8EFD289B-8ACD-4FD4-A057-8EFC1733F974}"/>
              </a:ext>
            </a:extLst>
          </p:cNvPr>
          <p:cNvSpPr>
            <a:spLocks/>
          </p:cNvSpPr>
          <p:nvPr/>
        </p:nvSpPr>
        <p:spPr>
          <a:xfrm>
            <a:off x="68500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5736">
            <a:extLst>
              <a:ext uri="{FF2B5EF4-FFF2-40B4-BE49-F238E27FC236}">
                <a16:creationId xmlns:a16="http://schemas.microsoft.com/office/drawing/2014/main" id="{75736A8B-9E24-42BB-80B9-F263FE58A74F}"/>
              </a:ext>
            </a:extLst>
          </p:cNvPr>
          <p:cNvSpPr>
            <a:spLocks/>
          </p:cNvSpPr>
          <p:nvPr/>
        </p:nvSpPr>
        <p:spPr>
          <a:xfrm>
            <a:off x="68755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5737">
            <a:extLst>
              <a:ext uri="{FF2B5EF4-FFF2-40B4-BE49-F238E27FC236}">
                <a16:creationId xmlns:a16="http://schemas.microsoft.com/office/drawing/2014/main" id="{14672E5E-2B10-411E-9504-F033C1681CEC}"/>
              </a:ext>
            </a:extLst>
          </p:cNvPr>
          <p:cNvSpPr>
            <a:spLocks/>
          </p:cNvSpPr>
          <p:nvPr/>
        </p:nvSpPr>
        <p:spPr>
          <a:xfrm>
            <a:off x="6826584" y="36424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5738">
            <a:extLst>
              <a:ext uri="{FF2B5EF4-FFF2-40B4-BE49-F238E27FC236}">
                <a16:creationId xmlns:a16="http://schemas.microsoft.com/office/drawing/2014/main" id="{912FA138-FA41-45F5-A803-67B341A16409}"/>
              </a:ext>
            </a:extLst>
          </p:cNvPr>
          <p:cNvSpPr>
            <a:spLocks/>
          </p:cNvSpPr>
          <p:nvPr/>
        </p:nvSpPr>
        <p:spPr>
          <a:xfrm>
            <a:off x="6923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5739">
            <a:extLst>
              <a:ext uri="{FF2B5EF4-FFF2-40B4-BE49-F238E27FC236}">
                <a16:creationId xmlns:a16="http://schemas.microsoft.com/office/drawing/2014/main" id="{04C4541F-61B5-4036-AB4D-D50074E33B41}"/>
              </a:ext>
            </a:extLst>
          </p:cNvPr>
          <p:cNvSpPr>
            <a:spLocks/>
          </p:cNvSpPr>
          <p:nvPr/>
        </p:nvSpPr>
        <p:spPr>
          <a:xfrm>
            <a:off x="699809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5740">
            <a:extLst>
              <a:ext uri="{FF2B5EF4-FFF2-40B4-BE49-F238E27FC236}">
                <a16:creationId xmlns:a16="http://schemas.microsoft.com/office/drawing/2014/main" id="{B0448916-3781-48AB-8477-3118BC491B9D}"/>
              </a:ext>
            </a:extLst>
          </p:cNvPr>
          <p:cNvSpPr>
            <a:spLocks/>
          </p:cNvSpPr>
          <p:nvPr/>
        </p:nvSpPr>
        <p:spPr>
          <a:xfrm>
            <a:off x="69527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5741">
            <a:extLst>
              <a:ext uri="{FF2B5EF4-FFF2-40B4-BE49-F238E27FC236}">
                <a16:creationId xmlns:a16="http://schemas.microsoft.com/office/drawing/2014/main" id="{4A020C65-4128-44CC-A8EA-2F21BB6AFAC1}"/>
              </a:ext>
            </a:extLst>
          </p:cNvPr>
          <p:cNvSpPr>
            <a:spLocks/>
          </p:cNvSpPr>
          <p:nvPr/>
        </p:nvSpPr>
        <p:spPr>
          <a:xfrm>
            <a:off x="683774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5742">
            <a:extLst>
              <a:ext uri="{FF2B5EF4-FFF2-40B4-BE49-F238E27FC236}">
                <a16:creationId xmlns:a16="http://schemas.microsoft.com/office/drawing/2014/main" id="{ED001C84-B6C6-4CC6-9BDD-D5A71A975B94}"/>
              </a:ext>
            </a:extLst>
          </p:cNvPr>
          <p:cNvSpPr>
            <a:spLocks/>
          </p:cNvSpPr>
          <p:nvPr/>
        </p:nvSpPr>
        <p:spPr>
          <a:xfrm>
            <a:off x="68261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5743">
            <a:extLst>
              <a:ext uri="{FF2B5EF4-FFF2-40B4-BE49-F238E27FC236}">
                <a16:creationId xmlns:a16="http://schemas.microsoft.com/office/drawing/2014/main" id="{8DFF6EC9-AC06-459A-910E-1B77EAA2A395}"/>
              </a:ext>
            </a:extLst>
          </p:cNvPr>
          <p:cNvSpPr>
            <a:spLocks/>
          </p:cNvSpPr>
          <p:nvPr/>
        </p:nvSpPr>
        <p:spPr>
          <a:xfrm>
            <a:off x="69135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5744">
            <a:extLst>
              <a:ext uri="{FF2B5EF4-FFF2-40B4-BE49-F238E27FC236}">
                <a16:creationId xmlns:a16="http://schemas.microsoft.com/office/drawing/2014/main" id="{659F1F35-ADA8-4EE2-A789-621C63F868C3}"/>
              </a:ext>
            </a:extLst>
          </p:cNvPr>
          <p:cNvSpPr>
            <a:spLocks/>
          </p:cNvSpPr>
          <p:nvPr/>
        </p:nvSpPr>
        <p:spPr>
          <a:xfrm>
            <a:off x="6875892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5745">
            <a:extLst>
              <a:ext uri="{FF2B5EF4-FFF2-40B4-BE49-F238E27FC236}">
                <a16:creationId xmlns:a16="http://schemas.microsoft.com/office/drawing/2014/main" id="{94D50891-AF87-41B6-A8B6-2BFEF9A2C773}"/>
              </a:ext>
            </a:extLst>
          </p:cNvPr>
          <p:cNvSpPr>
            <a:spLocks/>
          </p:cNvSpPr>
          <p:nvPr/>
        </p:nvSpPr>
        <p:spPr>
          <a:xfrm>
            <a:off x="68976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5746">
            <a:extLst>
              <a:ext uri="{FF2B5EF4-FFF2-40B4-BE49-F238E27FC236}">
                <a16:creationId xmlns:a16="http://schemas.microsoft.com/office/drawing/2014/main" id="{80A50F7D-0BE2-430A-939B-302793EDB65D}"/>
              </a:ext>
            </a:extLst>
          </p:cNvPr>
          <p:cNvSpPr>
            <a:spLocks/>
          </p:cNvSpPr>
          <p:nvPr/>
        </p:nvSpPr>
        <p:spPr>
          <a:xfrm>
            <a:off x="69720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5747">
            <a:extLst>
              <a:ext uri="{FF2B5EF4-FFF2-40B4-BE49-F238E27FC236}">
                <a16:creationId xmlns:a16="http://schemas.microsoft.com/office/drawing/2014/main" id="{8E567605-C3BB-4FFE-B124-912AD28315E9}"/>
              </a:ext>
            </a:extLst>
          </p:cNvPr>
          <p:cNvSpPr>
            <a:spLocks/>
          </p:cNvSpPr>
          <p:nvPr/>
        </p:nvSpPr>
        <p:spPr>
          <a:xfrm>
            <a:off x="68782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5748">
            <a:extLst>
              <a:ext uri="{FF2B5EF4-FFF2-40B4-BE49-F238E27FC236}">
                <a16:creationId xmlns:a16="http://schemas.microsoft.com/office/drawing/2014/main" id="{3E6A78C6-C773-44D0-A357-902F14DD2CF0}"/>
              </a:ext>
            </a:extLst>
          </p:cNvPr>
          <p:cNvSpPr>
            <a:spLocks/>
          </p:cNvSpPr>
          <p:nvPr/>
        </p:nvSpPr>
        <p:spPr>
          <a:xfrm>
            <a:off x="68865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5749">
            <a:extLst>
              <a:ext uri="{FF2B5EF4-FFF2-40B4-BE49-F238E27FC236}">
                <a16:creationId xmlns:a16="http://schemas.microsoft.com/office/drawing/2014/main" id="{672F4062-4C06-45CE-AA83-D8E4F89EF9AE}"/>
              </a:ext>
            </a:extLst>
          </p:cNvPr>
          <p:cNvSpPr>
            <a:spLocks/>
          </p:cNvSpPr>
          <p:nvPr/>
        </p:nvSpPr>
        <p:spPr>
          <a:xfrm>
            <a:off x="79027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5750">
            <a:extLst>
              <a:ext uri="{FF2B5EF4-FFF2-40B4-BE49-F238E27FC236}">
                <a16:creationId xmlns:a16="http://schemas.microsoft.com/office/drawing/2014/main" id="{2195DCFF-AE98-46A6-B115-13C19DAB4CCD}"/>
              </a:ext>
            </a:extLst>
          </p:cNvPr>
          <p:cNvSpPr>
            <a:spLocks/>
          </p:cNvSpPr>
          <p:nvPr/>
        </p:nvSpPr>
        <p:spPr>
          <a:xfrm>
            <a:off x="7918788" y="2447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5751">
            <a:extLst>
              <a:ext uri="{FF2B5EF4-FFF2-40B4-BE49-F238E27FC236}">
                <a16:creationId xmlns:a16="http://schemas.microsoft.com/office/drawing/2014/main" id="{28E89A0D-0E11-43F1-B44E-FC6ACC24C149}"/>
              </a:ext>
            </a:extLst>
          </p:cNvPr>
          <p:cNvSpPr>
            <a:spLocks/>
          </p:cNvSpPr>
          <p:nvPr/>
        </p:nvSpPr>
        <p:spPr>
          <a:xfrm>
            <a:off x="78727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5752">
            <a:extLst>
              <a:ext uri="{FF2B5EF4-FFF2-40B4-BE49-F238E27FC236}">
                <a16:creationId xmlns:a16="http://schemas.microsoft.com/office/drawing/2014/main" id="{327DAD4D-CB3F-41EA-B905-79AFC6593F55}"/>
              </a:ext>
            </a:extLst>
          </p:cNvPr>
          <p:cNvSpPr>
            <a:spLocks/>
          </p:cNvSpPr>
          <p:nvPr/>
        </p:nvSpPr>
        <p:spPr>
          <a:xfrm>
            <a:off x="787025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5753">
            <a:extLst>
              <a:ext uri="{FF2B5EF4-FFF2-40B4-BE49-F238E27FC236}">
                <a16:creationId xmlns:a16="http://schemas.microsoft.com/office/drawing/2014/main" id="{713EBE5A-C988-48E9-9C17-880BD74B6F16}"/>
              </a:ext>
            </a:extLst>
          </p:cNvPr>
          <p:cNvSpPr>
            <a:spLocks/>
          </p:cNvSpPr>
          <p:nvPr/>
        </p:nvSpPr>
        <p:spPr>
          <a:xfrm>
            <a:off x="787144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5754">
            <a:extLst>
              <a:ext uri="{FF2B5EF4-FFF2-40B4-BE49-F238E27FC236}">
                <a16:creationId xmlns:a16="http://schemas.microsoft.com/office/drawing/2014/main" id="{4DDA5EF4-2E98-44F8-AB0B-08001F8DF572}"/>
              </a:ext>
            </a:extLst>
          </p:cNvPr>
          <p:cNvSpPr>
            <a:spLocks/>
          </p:cNvSpPr>
          <p:nvPr/>
        </p:nvSpPr>
        <p:spPr>
          <a:xfrm>
            <a:off x="7956791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5755">
            <a:extLst>
              <a:ext uri="{FF2B5EF4-FFF2-40B4-BE49-F238E27FC236}">
                <a16:creationId xmlns:a16="http://schemas.microsoft.com/office/drawing/2014/main" id="{BC40E6A8-68F5-4225-9476-50E3B245EDA4}"/>
              </a:ext>
            </a:extLst>
          </p:cNvPr>
          <p:cNvSpPr>
            <a:spLocks/>
          </p:cNvSpPr>
          <p:nvPr/>
        </p:nvSpPr>
        <p:spPr>
          <a:xfrm>
            <a:off x="78926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5756">
            <a:extLst>
              <a:ext uri="{FF2B5EF4-FFF2-40B4-BE49-F238E27FC236}">
                <a16:creationId xmlns:a16="http://schemas.microsoft.com/office/drawing/2014/main" id="{E598AD4D-65C1-4583-B48C-597FC69A2AE8}"/>
              </a:ext>
            </a:extLst>
          </p:cNvPr>
          <p:cNvSpPr>
            <a:spLocks/>
          </p:cNvSpPr>
          <p:nvPr/>
        </p:nvSpPr>
        <p:spPr>
          <a:xfrm>
            <a:off x="791174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5757">
            <a:extLst>
              <a:ext uri="{FF2B5EF4-FFF2-40B4-BE49-F238E27FC236}">
                <a16:creationId xmlns:a16="http://schemas.microsoft.com/office/drawing/2014/main" id="{E2AE97B8-E28B-4549-ACBA-811F2EA7631E}"/>
              </a:ext>
            </a:extLst>
          </p:cNvPr>
          <p:cNvSpPr>
            <a:spLocks/>
          </p:cNvSpPr>
          <p:nvPr/>
        </p:nvSpPr>
        <p:spPr>
          <a:xfrm>
            <a:off x="780174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5758">
            <a:extLst>
              <a:ext uri="{FF2B5EF4-FFF2-40B4-BE49-F238E27FC236}">
                <a16:creationId xmlns:a16="http://schemas.microsoft.com/office/drawing/2014/main" id="{7E993395-4F5F-4DAB-9D3A-163EE93DA067}"/>
              </a:ext>
            </a:extLst>
          </p:cNvPr>
          <p:cNvSpPr>
            <a:spLocks/>
          </p:cNvSpPr>
          <p:nvPr/>
        </p:nvSpPr>
        <p:spPr>
          <a:xfrm>
            <a:off x="799929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5759">
            <a:extLst>
              <a:ext uri="{FF2B5EF4-FFF2-40B4-BE49-F238E27FC236}">
                <a16:creationId xmlns:a16="http://schemas.microsoft.com/office/drawing/2014/main" id="{7C148E89-A754-4A5F-B6DF-711813BE16DD}"/>
              </a:ext>
            </a:extLst>
          </p:cNvPr>
          <p:cNvSpPr>
            <a:spLocks/>
          </p:cNvSpPr>
          <p:nvPr/>
        </p:nvSpPr>
        <p:spPr>
          <a:xfrm>
            <a:off x="7971037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5760">
            <a:extLst>
              <a:ext uri="{FF2B5EF4-FFF2-40B4-BE49-F238E27FC236}">
                <a16:creationId xmlns:a16="http://schemas.microsoft.com/office/drawing/2014/main" id="{93F8C30B-1A1F-4259-BA89-D84F23CD1189}"/>
              </a:ext>
            </a:extLst>
          </p:cNvPr>
          <p:cNvSpPr>
            <a:spLocks/>
          </p:cNvSpPr>
          <p:nvPr/>
        </p:nvSpPr>
        <p:spPr>
          <a:xfrm>
            <a:off x="782548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5761">
            <a:extLst>
              <a:ext uri="{FF2B5EF4-FFF2-40B4-BE49-F238E27FC236}">
                <a16:creationId xmlns:a16="http://schemas.microsoft.com/office/drawing/2014/main" id="{11C7747A-DF8B-4060-B4C8-B2A79EF24BF4}"/>
              </a:ext>
            </a:extLst>
          </p:cNvPr>
          <p:cNvSpPr>
            <a:spLocks/>
          </p:cNvSpPr>
          <p:nvPr/>
        </p:nvSpPr>
        <p:spPr>
          <a:xfrm>
            <a:off x="7876067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5762">
            <a:extLst>
              <a:ext uri="{FF2B5EF4-FFF2-40B4-BE49-F238E27FC236}">
                <a16:creationId xmlns:a16="http://schemas.microsoft.com/office/drawing/2014/main" id="{161E572B-C4A5-4161-BDE7-B9017A5CDE73}"/>
              </a:ext>
            </a:extLst>
          </p:cNvPr>
          <p:cNvSpPr>
            <a:spLocks/>
          </p:cNvSpPr>
          <p:nvPr/>
        </p:nvSpPr>
        <p:spPr>
          <a:xfrm>
            <a:off x="80068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5763">
            <a:extLst>
              <a:ext uri="{FF2B5EF4-FFF2-40B4-BE49-F238E27FC236}">
                <a16:creationId xmlns:a16="http://schemas.microsoft.com/office/drawing/2014/main" id="{AA4969A7-72DC-46CF-9726-CFE2A1A0EF43}"/>
              </a:ext>
            </a:extLst>
          </p:cNvPr>
          <p:cNvSpPr>
            <a:spLocks/>
          </p:cNvSpPr>
          <p:nvPr/>
        </p:nvSpPr>
        <p:spPr>
          <a:xfrm>
            <a:off x="779532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5764">
            <a:extLst>
              <a:ext uri="{FF2B5EF4-FFF2-40B4-BE49-F238E27FC236}">
                <a16:creationId xmlns:a16="http://schemas.microsoft.com/office/drawing/2014/main" id="{5FBB3138-D4AC-497E-81D9-503D6B1B0FE9}"/>
              </a:ext>
            </a:extLst>
          </p:cNvPr>
          <p:cNvSpPr>
            <a:spLocks/>
          </p:cNvSpPr>
          <p:nvPr/>
        </p:nvSpPr>
        <p:spPr>
          <a:xfrm>
            <a:off x="79010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5765">
            <a:extLst>
              <a:ext uri="{FF2B5EF4-FFF2-40B4-BE49-F238E27FC236}">
                <a16:creationId xmlns:a16="http://schemas.microsoft.com/office/drawing/2014/main" id="{ED5FECE8-336C-4C65-92C1-CB3692004160}"/>
              </a:ext>
            </a:extLst>
          </p:cNvPr>
          <p:cNvSpPr>
            <a:spLocks/>
          </p:cNvSpPr>
          <p:nvPr/>
        </p:nvSpPr>
        <p:spPr>
          <a:xfrm>
            <a:off x="79120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5766">
            <a:extLst>
              <a:ext uri="{FF2B5EF4-FFF2-40B4-BE49-F238E27FC236}">
                <a16:creationId xmlns:a16="http://schemas.microsoft.com/office/drawing/2014/main" id="{660144C3-6C34-4952-A7D5-D2DA49DAAC4C}"/>
              </a:ext>
            </a:extLst>
          </p:cNvPr>
          <p:cNvSpPr>
            <a:spLocks/>
          </p:cNvSpPr>
          <p:nvPr/>
        </p:nvSpPr>
        <p:spPr>
          <a:xfrm>
            <a:off x="789809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5767">
            <a:extLst>
              <a:ext uri="{FF2B5EF4-FFF2-40B4-BE49-F238E27FC236}">
                <a16:creationId xmlns:a16="http://schemas.microsoft.com/office/drawing/2014/main" id="{05061B76-813A-47E4-A688-A36A530CF060}"/>
              </a:ext>
            </a:extLst>
          </p:cNvPr>
          <p:cNvSpPr>
            <a:spLocks/>
          </p:cNvSpPr>
          <p:nvPr/>
        </p:nvSpPr>
        <p:spPr>
          <a:xfrm>
            <a:off x="800812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5768">
            <a:extLst>
              <a:ext uri="{FF2B5EF4-FFF2-40B4-BE49-F238E27FC236}">
                <a16:creationId xmlns:a16="http://schemas.microsoft.com/office/drawing/2014/main" id="{DDA9F985-760C-4E10-A079-CC03DBDB6586}"/>
              </a:ext>
            </a:extLst>
          </p:cNvPr>
          <p:cNvSpPr>
            <a:spLocks/>
          </p:cNvSpPr>
          <p:nvPr/>
        </p:nvSpPr>
        <p:spPr>
          <a:xfrm>
            <a:off x="7977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5769">
            <a:extLst>
              <a:ext uri="{FF2B5EF4-FFF2-40B4-BE49-F238E27FC236}">
                <a16:creationId xmlns:a16="http://schemas.microsoft.com/office/drawing/2014/main" id="{07CA8BB6-4E63-44DD-BF05-90E0272078E6}"/>
              </a:ext>
            </a:extLst>
          </p:cNvPr>
          <p:cNvSpPr>
            <a:spLocks/>
          </p:cNvSpPr>
          <p:nvPr/>
        </p:nvSpPr>
        <p:spPr>
          <a:xfrm>
            <a:off x="7811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5770">
            <a:extLst>
              <a:ext uri="{FF2B5EF4-FFF2-40B4-BE49-F238E27FC236}">
                <a16:creationId xmlns:a16="http://schemas.microsoft.com/office/drawing/2014/main" id="{F9B00D53-EAD0-4E0E-BE24-97DB25429923}"/>
              </a:ext>
            </a:extLst>
          </p:cNvPr>
          <p:cNvSpPr>
            <a:spLocks/>
          </p:cNvSpPr>
          <p:nvPr/>
        </p:nvSpPr>
        <p:spPr>
          <a:xfrm>
            <a:off x="7835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5771">
            <a:extLst>
              <a:ext uri="{FF2B5EF4-FFF2-40B4-BE49-F238E27FC236}">
                <a16:creationId xmlns:a16="http://schemas.microsoft.com/office/drawing/2014/main" id="{17CC93A7-28EA-4498-849C-E0D3257ECE71}"/>
              </a:ext>
            </a:extLst>
          </p:cNvPr>
          <p:cNvSpPr>
            <a:spLocks/>
          </p:cNvSpPr>
          <p:nvPr/>
        </p:nvSpPr>
        <p:spPr>
          <a:xfrm>
            <a:off x="7860781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5772">
            <a:extLst>
              <a:ext uri="{FF2B5EF4-FFF2-40B4-BE49-F238E27FC236}">
                <a16:creationId xmlns:a16="http://schemas.microsoft.com/office/drawing/2014/main" id="{825DD201-1EF3-4053-84CF-EF015ADE91A1}"/>
              </a:ext>
            </a:extLst>
          </p:cNvPr>
          <p:cNvSpPr>
            <a:spLocks/>
          </p:cNvSpPr>
          <p:nvPr/>
        </p:nvSpPr>
        <p:spPr>
          <a:xfrm>
            <a:off x="790091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5773">
            <a:extLst>
              <a:ext uri="{FF2B5EF4-FFF2-40B4-BE49-F238E27FC236}">
                <a16:creationId xmlns:a16="http://schemas.microsoft.com/office/drawing/2014/main" id="{2B9897CF-5504-4C2A-ACED-227AB1771708}"/>
              </a:ext>
            </a:extLst>
          </p:cNvPr>
          <p:cNvSpPr>
            <a:spLocks/>
          </p:cNvSpPr>
          <p:nvPr/>
        </p:nvSpPr>
        <p:spPr>
          <a:xfrm>
            <a:off x="79671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5774">
            <a:extLst>
              <a:ext uri="{FF2B5EF4-FFF2-40B4-BE49-F238E27FC236}">
                <a16:creationId xmlns:a16="http://schemas.microsoft.com/office/drawing/2014/main" id="{213F3A66-1114-4AEE-87DA-272EAFF0FE4A}"/>
              </a:ext>
            </a:extLst>
          </p:cNvPr>
          <p:cNvSpPr>
            <a:spLocks/>
          </p:cNvSpPr>
          <p:nvPr/>
        </p:nvSpPr>
        <p:spPr>
          <a:xfrm>
            <a:off x="792766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5775">
            <a:extLst>
              <a:ext uri="{FF2B5EF4-FFF2-40B4-BE49-F238E27FC236}">
                <a16:creationId xmlns:a16="http://schemas.microsoft.com/office/drawing/2014/main" id="{017DDDB4-6BD3-409C-B237-0E892A794570}"/>
              </a:ext>
            </a:extLst>
          </p:cNvPr>
          <p:cNvSpPr>
            <a:spLocks/>
          </p:cNvSpPr>
          <p:nvPr/>
        </p:nvSpPr>
        <p:spPr>
          <a:xfrm>
            <a:off x="7979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5776">
            <a:extLst>
              <a:ext uri="{FF2B5EF4-FFF2-40B4-BE49-F238E27FC236}">
                <a16:creationId xmlns:a16="http://schemas.microsoft.com/office/drawing/2014/main" id="{D9694B56-C960-411F-8D4C-228FA72CA82F}"/>
              </a:ext>
            </a:extLst>
          </p:cNvPr>
          <p:cNvSpPr>
            <a:spLocks/>
          </p:cNvSpPr>
          <p:nvPr/>
        </p:nvSpPr>
        <p:spPr>
          <a:xfrm>
            <a:off x="78403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5777">
            <a:extLst>
              <a:ext uri="{FF2B5EF4-FFF2-40B4-BE49-F238E27FC236}">
                <a16:creationId xmlns:a16="http://schemas.microsoft.com/office/drawing/2014/main" id="{8945E31C-EABE-4502-836A-A8A309D3D233}"/>
              </a:ext>
            </a:extLst>
          </p:cNvPr>
          <p:cNvSpPr>
            <a:spLocks/>
          </p:cNvSpPr>
          <p:nvPr/>
        </p:nvSpPr>
        <p:spPr>
          <a:xfrm>
            <a:off x="79158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5778">
            <a:extLst>
              <a:ext uri="{FF2B5EF4-FFF2-40B4-BE49-F238E27FC236}">
                <a16:creationId xmlns:a16="http://schemas.microsoft.com/office/drawing/2014/main" id="{0A7A3469-7165-4B7D-AA1E-158E7D912879}"/>
              </a:ext>
            </a:extLst>
          </p:cNvPr>
          <p:cNvSpPr>
            <a:spLocks/>
          </p:cNvSpPr>
          <p:nvPr/>
        </p:nvSpPr>
        <p:spPr>
          <a:xfrm>
            <a:off x="7917045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5779">
            <a:extLst>
              <a:ext uri="{FF2B5EF4-FFF2-40B4-BE49-F238E27FC236}">
                <a16:creationId xmlns:a16="http://schemas.microsoft.com/office/drawing/2014/main" id="{12BB1CA7-93C8-4263-A5D2-D68842444719}"/>
              </a:ext>
            </a:extLst>
          </p:cNvPr>
          <p:cNvSpPr>
            <a:spLocks/>
          </p:cNvSpPr>
          <p:nvPr/>
        </p:nvSpPr>
        <p:spPr>
          <a:xfrm>
            <a:off x="77939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5780">
            <a:extLst>
              <a:ext uri="{FF2B5EF4-FFF2-40B4-BE49-F238E27FC236}">
                <a16:creationId xmlns:a16="http://schemas.microsoft.com/office/drawing/2014/main" id="{A6E8CC1C-FC5E-4678-86AD-25801A19D490}"/>
              </a:ext>
            </a:extLst>
          </p:cNvPr>
          <p:cNvSpPr>
            <a:spLocks/>
          </p:cNvSpPr>
          <p:nvPr/>
        </p:nvSpPr>
        <p:spPr>
          <a:xfrm>
            <a:off x="7800562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5781">
            <a:extLst>
              <a:ext uri="{FF2B5EF4-FFF2-40B4-BE49-F238E27FC236}">
                <a16:creationId xmlns:a16="http://schemas.microsoft.com/office/drawing/2014/main" id="{D66150C2-076B-4991-9DCC-3EE29D1CB861}"/>
              </a:ext>
            </a:extLst>
          </p:cNvPr>
          <p:cNvSpPr>
            <a:spLocks/>
          </p:cNvSpPr>
          <p:nvPr/>
        </p:nvSpPr>
        <p:spPr>
          <a:xfrm>
            <a:off x="7857374" y="39494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5782">
            <a:extLst>
              <a:ext uri="{FF2B5EF4-FFF2-40B4-BE49-F238E27FC236}">
                <a16:creationId xmlns:a16="http://schemas.microsoft.com/office/drawing/2014/main" id="{A43C3041-4AE8-423D-A91D-882F62D7CAD6}"/>
              </a:ext>
            </a:extLst>
          </p:cNvPr>
          <p:cNvSpPr>
            <a:spLocks/>
          </p:cNvSpPr>
          <p:nvPr/>
        </p:nvSpPr>
        <p:spPr>
          <a:xfrm>
            <a:off x="78328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5783">
            <a:extLst>
              <a:ext uri="{FF2B5EF4-FFF2-40B4-BE49-F238E27FC236}">
                <a16:creationId xmlns:a16="http://schemas.microsoft.com/office/drawing/2014/main" id="{7D6FD8F1-6BB5-482C-ABF7-E26FE10CB27A}"/>
              </a:ext>
            </a:extLst>
          </p:cNvPr>
          <p:cNvSpPr>
            <a:spLocks/>
          </p:cNvSpPr>
          <p:nvPr/>
        </p:nvSpPr>
        <p:spPr>
          <a:xfrm>
            <a:off x="78864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5784">
            <a:extLst>
              <a:ext uri="{FF2B5EF4-FFF2-40B4-BE49-F238E27FC236}">
                <a16:creationId xmlns:a16="http://schemas.microsoft.com/office/drawing/2014/main" id="{FD11F103-9D08-4A5B-AF3E-0898AEF8F5DD}"/>
              </a:ext>
            </a:extLst>
          </p:cNvPr>
          <p:cNvSpPr>
            <a:spLocks/>
          </p:cNvSpPr>
          <p:nvPr/>
        </p:nvSpPr>
        <p:spPr>
          <a:xfrm>
            <a:off x="78571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5785">
            <a:extLst>
              <a:ext uri="{FF2B5EF4-FFF2-40B4-BE49-F238E27FC236}">
                <a16:creationId xmlns:a16="http://schemas.microsoft.com/office/drawing/2014/main" id="{DE3CC17E-A338-4AE7-AB58-D05671498480}"/>
              </a:ext>
            </a:extLst>
          </p:cNvPr>
          <p:cNvSpPr>
            <a:spLocks/>
          </p:cNvSpPr>
          <p:nvPr/>
        </p:nvSpPr>
        <p:spPr>
          <a:xfrm>
            <a:off x="795456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5786">
            <a:extLst>
              <a:ext uri="{FF2B5EF4-FFF2-40B4-BE49-F238E27FC236}">
                <a16:creationId xmlns:a16="http://schemas.microsoft.com/office/drawing/2014/main" id="{377D785F-D855-4C9B-B5DA-1D6EDD5A1F87}"/>
              </a:ext>
            </a:extLst>
          </p:cNvPr>
          <p:cNvSpPr>
            <a:spLocks/>
          </p:cNvSpPr>
          <p:nvPr/>
        </p:nvSpPr>
        <p:spPr>
          <a:xfrm>
            <a:off x="794878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5787">
            <a:extLst>
              <a:ext uri="{FF2B5EF4-FFF2-40B4-BE49-F238E27FC236}">
                <a16:creationId xmlns:a16="http://schemas.microsoft.com/office/drawing/2014/main" id="{0FFC9579-A119-4C1A-98D8-4464BADAB778}"/>
              </a:ext>
            </a:extLst>
          </p:cNvPr>
          <p:cNvSpPr>
            <a:spLocks/>
          </p:cNvSpPr>
          <p:nvPr/>
        </p:nvSpPr>
        <p:spPr>
          <a:xfrm>
            <a:off x="77892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5788">
            <a:extLst>
              <a:ext uri="{FF2B5EF4-FFF2-40B4-BE49-F238E27FC236}">
                <a16:creationId xmlns:a16="http://schemas.microsoft.com/office/drawing/2014/main" id="{3F66A26D-766A-4CED-AF10-4D9843EEDF88}"/>
              </a:ext>
            </a:extLst>
          </p:cNvPr>
          <p:cNvSpPr>
            <a:spLocks/>
          </p:cNvSpPr>
          <p:nvPr/>
        </p:nvSpPr>
        <p:spPr>
          <a:xfrm>
            <a:off x="787697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5789">
            <a:extLst>
              <a:ext uri="{FF2B5EF4-FFF2-40B4-BE49-F238E27FC236}">
                <a16:creationId xmlns:a16="http://schemas.microsoft.com/office/drawing/2014/main" id="{3A336A67-9363-4C9A-B402-00545BF61F1F}"/>
              </a:ext>
            </a:extLst>
          </p:cNvPr>
          <p:cNvSpPr>
            <a:spLocks/>
          </p:cNvSpPr>
          <p:nvPr/>
        </p:nvSpPr>
        <p:spPr>
          <a:xfrm>
            <a:off x="790053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5790">
            <a:extLst>
              <a:ext uri="{FF2B5EF4-FFF2-40B4-BE49-F238E27FC236}">
                <a16:creationId xmlns:a16="http://schemas.microsoft.com/office/drawing/2014/main" id="{C10C55EB-4411-4DCE-8B9C-BF561558E41D}"/>
              </a:ext>
            </a:extLst>
          </p:cNvPr>
          <p:cNvSpPr>
            <a:spLocks/>
          </p:cNvSpPr>
          <p:nvPr/>
        </p:nvSpPr>
        <p:spPr>
          <a:xfrm>
            <a:off x="790517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5791">
            <a:extLst>
              <a:ext uri="{FF2B5EF4-FFF2-40B4-BE49-F238E27FC236}">
                <a16:creationId xmlns:a16="http://schemas.microsoft.com/office/drawing/2014/main" id="{F95A1AB1-3B4E-4C9B-83F9-A5E6BFCC8D12}"/>
              </a:ext>
            </a:extLst>
          </p:cNvPr>
          <p:cNvSpPr>
            <a:spLocks/>
          </p:cNvSpPr>
          <p:nvPr/>
        </p:nvSpPr>
        <p:spPr>
          <a:xfrm>
            <a:off x="789585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5792">
            <a:extLst>
              <a:ext uri="{FF2B5EF4-FFF2-40B4-BE49-F238E27FC236}">
                <a16:creationId xmlns:a16="http://schemas.microsoft.com/office/drawing/2014/main" id="{E13D6245-EA7B-4B3C-A497-533D26F299E5}"/>
              </a:ext>
            </a:extLst>
          </p:cNvPr>
          <p:cNvSpPr>
            <a:spLocks/>
          </p:cNvSpPr>
          <p:nvPr/>
        </p:nvSpPr>
        <p:spPr>
          <a:xfrm>
            <a:off x="79668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5793">
            <a:extLst>
              <a:ext uri="{FF2B5EF4-FFF2-40B4-BE49-F238E27FC236}">
                <a16:creationId xmlns:a16="http://schemas.microsoft.com/office/drawing/2014/main" id="{139A4377-BC8D-4700-B246-1B06F5285E15}"/>
              </a:ext>
            </a:extLst>
          </p:cNvPr>
          <p:cNvSpPr>
            <a:spLocks/>
          </p:cNvSpPr>
          <p:nvPr/>
        </p:nvSpPr>
        <p:spPr>
          <a:xfrm>
            <a:off x="780892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5794">
            <a:extLst>
              <a:ext uri="{FF2B5EF4-FFF2-40B4-BE49-F238E27FC236}">
                <a16:creationId xmlns:a16="http://schemas.microsoft.com/office/drawing/2014/main" id="{4C03F986-DCE6-4655-A853-EE66677F7BD4}"/>
              </a:ext>
            </a:extLst>
          </p:cNvPr>
          <p:cNvSpPr>
            <a:spLocks/>
          </p:cNvSpPr>
          <p:nvPr/>
        </p:nvSpPr>
        <p:spPr>
          <a:xfrm>
            <a:off x="780739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5795">
            <a:extLst>
              <a:ext uri="{FF2B5EF4-FFF2-40B4-BE49-F238E27FC236}">
                <a16:creationId xmlns:a16="http://schemas.microsoft.com/office/drawing/2014/main" id="{436F90D3-8775-44A5-817B-5E541A1FE0AB}"/>
              </a:ext>
            </a:extLst>
          </p:cNvPr>
          <p:cNvSpPr>
            <a:spLocks/>
          </p:cNvSpPr>
          <p:nvPr/>
        </p:nvSpPr>
        <p:spPr>
          <a:xfrm>
            <a:off x="783652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5796">
            <a:extLst>
              <a:ext uri="{FF2B5EF4-FFF2-40B4-BE49-F238E27FC236}">
                <a16:creationId xmlns:a16="http://schemas.microsoft.com/office/drawing/2014/main" id="{3D90BBD5-6A22-4ADC-8E77-FB81A4504D9E}"/>
              </a:ext>
            </a:extLst>
          </p:cNvPr>
          <p:cNvSpPr>
            <a:spLocks/>
          </p:cNvSpPr>
          <p:nvPr/>
        </p:nvSpPr>
        <p:spPr>
          <a:xfrm>
            <a:off x="7919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5797">
            <a:extLst>
              <a:ext uri="{FF2B5EF4-FFF2-40B4-BE49-F238E27FC236}">
                <a16:creationId xmlns:a16="http://schemas.microsoft.com/office/drawing/2014/main" id="{153A71E3-B845-4955-BA86-5EB1EF3A6E36}"/>
              </a:ext>
            </a:extLst>
          </p:cNvPr>
          <p:cNvSpPr>
            <a:spLocks/>
          </p:cNvSpPr>
          <p:nvPr/>
        </p:nvSpPr>
        <p:spPr>
          <a:xfrm>
            <a:off x="788038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5798">
            <a:extLst>
              <a:ext uri="{FF2B5EF4-FFF2-40B4-BE49-F238E27FC236}">
                <a16:creationId xmlns:a16="http://schemas.microsoft.com/office/drawing/2014/main" id="{1F9A442B-E93E-4371-ABD4-5BA75131EC37}"/>
              </a:ext>
            </a:extLst>
          </p:cNvPr>
          <p:cNvSpPr>
            <a:spLocks/>
          </p:cNvSpPr>
          <p:nvPr/>
        </p:nvSpPr>
        <p:spPr>
          <a:xfrm>
            <a:off x="79702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5799">
            <a:extLst>
              <a:ext uri="{FF2B5EF4-FFF2-40B4-BE49-F238E27FC236}">
                <a16:creationId xmlns:a16="http://schemas.microsoft.com/office/drawing/2014/main" id="{B2F22F4A-82AE-4774-A3F3-9206C7AD6864}"/>
              </a:ext>
            </a:extLst>
          </p:cNvPr>
          <p:cNvSpPr>
            <a:spLocks/>
          </p:cNvSpPr>
          <p:nvPr/>
        </p:nvSpPr>
        <p:spPr>
          <a:xfrm>
            <a:off x="797510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5800">
            <a:extLst>
              <a:ext uri="{FF2B5EF4-FFF2-40B4-BE49-F238E27FC236}">
                <a16:creationId xmlns:a16="http://schemas.microsoft.com/office/drawing/2014/main" id="{30AFF3DF-DE69-4261-BF8B-C58A8173A183}"/>
              </a:ext>
            </a:extLst>
          </p:cNvPr>
          <p:cNvSpPr>
            <a:spLocks/>
          </p:cNvSpPr>
          <p:nvPr/>
        </p:nvSpPr>
        <p:spPr>
          <a:xfrm>
            <a:off x="785348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5801">
            <a:extLst>
              <a:ext uri="{FF2B5EF4-FFF2-40B4-BE49-F238E27FC236}">
                <a16:creationId xmlns:a16="http://schemas.microsoft.com/office/drawing/2014/main" id="{AEFD0FE3-B7A7-46C5-84CC-3624DF9ECD2F}"/>
              </a:ext>
            </a:extLst>
          </p:cNvPr>
          <p:cNvSpPr>
            <a:spLocks/>
          </p:cNvSpPr>
          <p:nvPr/>
        </p:nvSpPr>
        <p:spPr>
          <a:xfrm>
            <a:off x="786444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5802">
            <a:extLst>
              <a:ext uri="{FF2B5EF4-FFF2-40B4-BE49-F238E27FC236}">
                <a16:creationId xmlns:a16="http://schemas.microsoft.com/office/drawing/2014/main" id="{A2D1B50A-81CB-4E45-8F16-95213FB73702}"/>
              </a:ext>
            </a:extLst>
          </p:cNvPr>
          <p:cNvSpPr>
            <a:spLocks/>
          </p:cNvSpPr>
          <p:nvPr/>
        </p:nvSpPr>
        <p:spPr>
          <a:xfrm>
            <a:off x="7841294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5803">
            <a:extLst>
              <a:ext uri="{FF2B5EF4-FFF2-40B4-BE49-F238E27FC236}">
                <a16:creationId xmlns:a16="http://schemas.microsoft.com/office/drawing/2014/main" id="{237C731C-E72E-4026-9CBE-B596AB08A476}"/>
              </a:ext>
            </a:extLst>
          </p:cNvPr>
          <p:cNvSpPr>
            <a:spLocks/>
          </p:cNvSpPr>
          <p:nvPr/>
        </p:nvSpPr>
        <p:spPr>
          <a:xfrm>
            <a:off x="7912600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5804">
            <a:extLst>
              <a:ext uri="{FF2B5EF4-FFF2-40B4-BE49-F238E27FC236}">
                <a16:creationId xmlns:a16="http://schemas.microsoft.com/office/drawing/2014/main" id="{FE9C32AF-4BB6-42C4-9ADE-930C9147E25B}"/>
              </a:ext>
            </a:extLst>
          </p:cNvPr>
          <p:cNvSpPr>
            <a:spLocks/>
          </p:cNvSpPr>
          <p:nvPr/>
        </p:nvSpPr>
        <p:spPr>
          <a:xfrm>
            <a:off x="7943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5805">
            <a:extLst>
              <a:ext uri="{FF2B5EF4-FFF2-40B4-BE49-F238E27FC236}">
                <a16:creationId xmlns:a16="http://schemas.microsoft.com/office/drawing/2014/main" id="{988D2E7F-38DD-4D30-B72F-2B54D5B39CA0}"/>
              </a:ext>
            </a:extLst>
          </p:cNvPr>
          <p:cNvSpPr>
            <a:spLocks/>
          </p:cNvSpPr>
          <p:nvPr/>
        </p:nvSpPr>
        <p:spPr>
          <a:xfrm>
            <a:off x="79031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5806">
            <a:extLst>
              <a:ext uri="{FF2B5EF4-FFF2-40B4-BE49-F238E27FC236}">
                <a16:creationId xmlns:a16="http://schemas.microsoft.com/office/drawing/2014/main" id="{80E294D7-B6AC-49F7-891D-46812628D842}"/>
              </a:ext>
            </a:extLst>
          </p:cNvPr>
          <p:cNvSpPr>
            <a:spLocks/>
          </p:cNvSpPr>
          <p:nvPr/>
        </p:nvSpPr>
        <p:spPr>
          <a:xfrm>
            <a:off x="79947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5807">
            <a:extLst>
              <a:ext uri="{FF2B5EF4-FFF2-40B4-BE49-F238E27FC236}">
                <a16:creationId xmlns:a16="http://schemas.microsoft.com/office/drawing/2014/main" id="{8AFC95F2-3B8B-4307-874B-594F7D576918}"/>
              </a:ext>
            </a:extLst>
          </p:cNvPr>
          <p:cNvSpPr>
            <a:spLocks/>
          </p:cNvSpPr>
          <p:nvPr/>
        </p:nvSpPr>
        <p:spPr>
          <a:xfrm>
            <a:off x="80043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5808">
            <a:extLst>
              <a:ext uri="{FF2B5EF4-FFF2-40B4-BE49-F238E27FC236}">
                <a16:creationId xmlns:a16="http://schemas.microsoft.com/office/drawing/2014/main" id="{1C625456-9205-43C7-A330-1D15138C6586}"/>
              </a:ext>
            </a:extLst>
          </p:cNvPr>
          <p:cNvSpPr>
            <a:spLocks/>
          </p:cNvSpPr>
          <p:nvPr/>
        </p:nvSpPr>
        <p:spPr>
          <a:xfrm>
            <a:off x="7916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5809">
            <a:extLst>
              <a:ext uri="{FF2B5EF4-FFF2-40B4-BE49-F238E27FC236}">
                <a16:creationId xmlns:a16="http://schemas.microsoft.com/office/drawing/2014/main" id="{CA334D59-7BD9-4705-B38F-8AE71D012223}"/>
              </a:ext>
            </a:extLst>
          </p:cNvPr>
          <p:cNvSpPr>
            <a:spLocks/>
          </p:cNvSpPr>
          <p:nvPr/>
        </p:nvSpPr>
        <p:spPr>
          <a:xfrm>
            <a:off x="789405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5810">
            <a:extLst>
              <a:ext uri="{FF2B5EF4-FFF2-40B4-BE49-F238E27FC236}">
                <a16:creationId xmlns:a16="http://schemas.microsoft.com/office/drawing/2014/main" id="{515D0131-4F08-4FAB-AE8C-5D19AEE49DB8}"/>
              </a:ext>
            </a:extLst>
          </p:cNvPr>
          <p:cNvSpPr>
            <a:spLocks/>
          </p:cNvSpPr>
          <p:nvPr/>
        </p:nvSpPr>
        <p:spPr>
          <a:xfrm>
            <a:off x="79198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5811">
            <a:extLst>
              <a:ext uri="{FF2B5EF4-FFF2-40B4-BE49-F238E27FC236}">
                <a16:creationId xmlns:a16="http://schemas.microsoft.com/office/drawing/2014/main" id="{1AA8E3A3-69F5-4CAA-B002-592C95D79F9E}"/>
              </a:ext>
            </a:extLst>
          </p:cNvPr>
          <p:cNvSpPr>
            <a:spLocks/>
          </p:cNvSpPr>
          <p:nvPr/>
        </p:nvSpPr>
        <p:spPr>
          <a:xfrm>
            <a:off x="792766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5812">
            <a:extLst>
              <a:ext uri="{FF2B5EF4-FFF2-40B4-BE49-F238E27FC236}">
                <a16:creationId xmlns:a16="http://schemas.microsoft.com/office/drawing/2014/main" id="{765AE77A-E7D8-42A7-B200-A7D36FC82395}"/>
              </a:ext>
            </a:extLst>
          </p:cNvPr>
          <p:cNvSpPr>
            <a:spLocks/>
          </p:cNvSpPr>
          <p:nvPr/>
        </p:nvSpPr>
        <p:spPr>
          <a:xfrm>
            <a:off x="7834301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5813">
            <a:extLst>
              <a:ext uri="{FF2B5EF4-FFF2-40B4-BE49-F238E27FC236}">
                <a16:creationId xmlns:a16="http://schemas.microsoft.com/office/drawing/2014/main" id="{292580E5-7021-4E56-87D7-AD4CC796D3DB}"/>
              </a:ext>
            </a:extLst>
          </p:cNvPr>
          <p:cNvSpPr>
            <a:spLocks/>
          </p:cNvSpPr>
          <p:nvPr/>
        </p:nvSpPr>
        <p:spPr>
          <a:xfrm>
            <a:off x="794283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5814">
            <a:extLst>
              <a:ext uri="{FF2B5EF4-FFF2-40B4-BE49-F238E27FC236}">
                <a16:creationId xmlns:a16="http://schemas.microsoft.com/office/drawing/2014/main" id="{246C3863-42B0-409D-8DF0-0DACF390BC4E}"/>
              </a:ext>
            </a:extLst>
          </p:cNvPr>
          <p:cNvSpPr>
            <a:spLocks/>
          </p:cNvSpPr>
          <p:nvPr/>
        </p:nvSpPr>
        <p:spPr>
          <a:xfrm>
            <a:off x="79843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5815">
            <a:extLst>
              <a:ext uri="{FF2B5EF4-FFF2-40B4-BE49-F238E27FC236}">
                <a16:creationId xmlns:a16="http://schemas.microsoft.com/office/drawing/2014/main" id="{118B3E4D-0EFE-4EBE-94B9-D1E8B7A56BE9}"/>
              </a:ext>
            </a:extLst>
          </p:cNvPr>
          <p:cNvSpPr>
            <a:spLocks/>
          </p:cNvSpPr>
          <p:nvPr/>
        </p:nvSpPr>
        <p:spPr>
          <a:xfrm>
            <a:off x="78425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5816">
            <a:extLst>
              <a:ext uri="{FF2B5EF4-FFF2-40B4-BE49-F238E27FC236}">
                <a16:creationId xmlns:a16="http://schemas.microsoft.com/office/drawing/2014/main" id="{86C6DFBA-C592-4137-93C2-09E0419EE4CF}"/>
              </a:ext>
            </a:extLst>
          </p:cNvPr>
          <p:cNvSpPr>
            <a:spLocks/>
          </p:cNvSpPr>
          <p:nvPr/>
        </p:nvSpPr>
        <p:spPr>
          <a:xfrm>
            <a:off x="779103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5817">
            <a:extLst>
              <a:ext uri="{FF2B5EF4-FFF2-40B4-BE49-F238E27FC236}">
                <a16:creationId xmlns:a16="http://schemas.microsoft.com/office/drawing/2014/main" id="{6E82109E-259D-4F4A-BFD6-C7520567E819}"/>
              </a:ext>
            </a:extLst>
          </p:cNvPr>
          <p:cNvSpPr>
            <a:spLocks/>
          </p:cNvSpPr>
          <p:nvPr/>
        </p:nvSpPr>
        <p:spPr>
          <a:xfrm>
            <a:off x="79503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5818">
            <a:extLst>
              <a:ext uri="{FF2B5EF4-FFF2-40B4-BE49-F238E27FC236}">
                <a16:creationId xmlns:a16="http://schemas.microsoft.com/office/drawing/2014/main" id="{EE98D654-DD8B-48BE-A47D-87B6A3C18EB9}"/>
              </a:ext>
            </a:extLst>
          </p:cNvPr>
          <p:cNvSpPr>
            <a:spLocks/>
          </p:cNvSpPr>
          <p:nvPr/>
        </p:nvSpPr>
        <p:spPr>
          <a:xfrm>
            <a:off x="783324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5819">
            <a:extLst>
              <a:ext uri="{FF2B5EF4-FFF2-40B4-BE49-F238E27FC236}">
                <a16:creationId xmlns:a16="http://schemas.microsoft.com/office/drawing/2014/main" id="{0EE09705-D706-4EDB-958F-52C16D47A26E}"/>
              </a:ext>
            </a:extLst>
          </p:cNvPr>
          <p:cNvSpPr>
            <a:spLocks/>
          </p:cNvSpPr>
          <p:nvPr/>
        </p:nvSpPr>
        <p:spPr>
          <a:xfrm>
            <a:off x="786874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5820">
            <a:extLst>
              <a:ext uri="{FF2B5EF4-FFF2-40B4-BE49-F238E27FC236}">
                <a16:creationId xmlns:a16="http://schemas.microsoft.com/office/drawing/2014/main" id="{77528A78-FD4E-4FB8-A256-946060F96983}"/>
              </a:ext>
            </a:extLst>
          </p:cNvPr>
          <p:cNvSpPr>
            <a:spLocks/>
          </p:cNvSpPr>
          <p:nvPr/>
        </p:nvSpPr>
        <p:spPr>
          <a:xfrm>
            <a:off x="784000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5821">
            <a:extLst>
              <a:ext uri="{FF2B5EF4-FFF2-40B4-BE49-F238E27FC236}">
                <a16:creationId xmlns:a16="http://schemas.microsoft.com/office/drawing/2014/main" id="{FEB39F5A-54C8-47E0-A668-27C52986CC7A}"/>
              </a:ext>
            </a:extLst>
          </p:cNvPr>
          <p:cNvSpPr>
            <a:spLocks/>
          </p:cNvSpPr>
          <p:nvPr/>
        </p:nvSpPr>
        <p:spPr>
          <a:xfrm>
            <a:off x="78163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5822">
            <a:extLst>
              <a:ext uri="{FF2B5EF4-FFF2-40B4-BE49-F238E27FC236}">
                <a16:creationId xmlns:a16="http://schemas.microsoft.com/office/drawing/2014/main" id="{51FCE5B7-A044-4D83-A9B9-8449FFC24D09}"/>
              </a:ext>
            </a:extLst>
          </p:cNvPr>
          <p:cNvSpPr>
            <a:spLocks/>
          </p:cNvSpPr>
          <p:nvPr/>
        </p:nvSpPr>
        <p:spPr>
          <a:xfrm>
            <a:off x="792546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5823">
            <a:extLst>
              <a:ext uri="{FF2B5EF4-FFF2-40B4-BE49-F238E27FC236}">
                <a16:creationId xmlns:a16="http://schemas.microsoft.com/office/drawing/2014/main" id="{4057327B-2536-43C6-AD7E-D108A6EA93C8}"/>
              </a:ext>
            </a:extLst>
          </p:cNvPr>
          <p:cNvSpPr>
            <a:spLocks/>
          </p:cNvSpPr>
          <p:nvPr/>
        </p:nvSpPr>
        <p:spPr>
          <a:xfrm>
            <a:off x="7964121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5824">
            <a:extLst>
              <a:ext uri="{FF2B5EF4-FFF2-40B4-BE49-F238E27FC236}">
                <a16:creationId xmlns:a16="http://schemas.microsoft.com/office/drawing/2014/main" id="{324AA169-10BE-4FED-B518-08F8D364EE44}"/>
              </a:ext>
            </a:extLst>
          </p:cNvPr>
          <p:cNvSpPr>
            <a:spLocks/>
          </p:cNvSpPr>
          <p:nvPr/>
        </p:nvSpPr>
        <p:spPr>
          <a:xfrm>
            <a:off x="781677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5825">
            <a:extLst>
              <a:ext uri="{FF2B5EF4-FFF2-40B4-BE49-F238E27FC236}">
                <a16:creationId xmlns:a16="http://schemas.microsoft.com/office/drawing/2014/main" id="{3AAE9FAE-DE97-4B93-B6E1-C28DB7B598CE}"/>
              </a:ext>
            </a:extLst>
          </p:cNvPr>
          <p:cNvSpPr>
            <a:spLocks/>
          </p:cNvSpPr>
          <p:nvPr/>
        </p:nvSpPr>
        <p:spPr>
          <a:xfrm>
            <a:off x="7852052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5826">
            <a:extLst>
              <a:ext uri="{FF2B5EF4-FFF2-40B4-BE49-F238E27FC236}">
                <a16:creationId xmlns:a16="http://schemas.microsoft.com/office/drawing/2014/main" id="{2EEBC43C-1E50-433D-A8FD-35E6B874B117}"/>
              </a:ext>
            </a:extLst>
          </p:cNvPr>
          <p:cNvSpPr>
            <a:spLocks/>
          </p:cNvSpPr>
          <p:nvPr/>
        </p:nvSpPr>
        <p:spPr>
          <a:xfrm>
            <a:off x="79661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5827">
            <a:extLst>
              <a:ext uri="{FF2B5EF4-FFF2-40B4-BE49-F238E27FC236}">
                <a16:creationId xmlns:a16="http://schemas.microsoft.com/office/drawing/2014/main" id="{F5E4DF5D-5FD6-43C9-BE6A-42248713306A}"/>
              </a:ext>
            </a:extLst>
          </p:cNvPr>
          <p:cNvSpPr>
            <a:spLocks/>
          </p:cNvSpPr>
          <p:nvPr/>
        </p:nvSpPr>
        <p:spPr>
          <a:xfrm>
            <a:off x="7873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5828">
            <a:extLst>
              <a:ext uri="{FF2B5EF4-FFF2-40B4-BE49-F238E27FC236}">
                <a16:creationId xmlns:a16="http://schemas.microsoft.com/office/drawing/2014/main" id="{3E2B3DE4-4BDF-4C8D-BABE-24750D2631CB}"/>
              </a:ext>
            </a:extLst>
          </p:cNvPr>
          <p:cNvSpPr>
            <a:spLocks/>
          </p:cNvSpPr>
          <p:nvPr/>
        </p:nvSpPr>
        <p:spPr>
          <a:xfrm>
            <a:off x="7868801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5829">
            <a:extLst>
              <a:ext uri="{FF2B5EF4-FFF2-40B4-BE49-F238E27FC236}">
                <a16:creationId xmlns:a16="http://schemas.microsoft.com/office/drawing/2014/main" id="{9CC88ACB-352D-49E6-9A25-8D2DE62512D6}"/>
              </a:ext>
            </a:extLst>
          </p:cNvPr>
          <p:cNvSpPr>
            <a:spLocks/>
          </p:cNvSpPr>
          <p:nvPr/>
        </p:nvSpPr>
        <p:spPr>
          <a:xfrm>
            <a:off x="78192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5830">
            <a:extLst>
              <a:ext uri="{FF2B5EF4-FFF2-40B4-BE49-F238E27FC236}">
                <a16:creationId xmlns:a16="http://schemas.microsoft.com/office/drawing/2014/main" id="{A9E11E4B-D551-4934-937D-32777CAF916D}"/>
              </a:ext>
            </a:extLst>
          </p:cNvPr>
          <p:cNvSpPr>
            <a:spLocks/>
          </p:cNvSpPr>
          <p:nvPr/>
        </p:nvSpPr>
        <p:spPr>
          <a:xfrm>
            <a:off x="8006440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5831">
            <a:extLst>
              <a:ext uri="{FF2B5EF4-FFF2-40B4-BE49-F238E27FC236}">
                <a16:creationId xmlns:a16="http://schemas.microsoft.com/office/drawing/2014/main" id="{69A53329-8D83-4B25-A0C4-0FA0355160B1}"/>
              </a:ext>
            </a:extLst>
          </p:cNvPr>
          <p:cNvSpPr>
            <a:spLocks/>
          </p:cNvSpPr>
          <p:nvPr/>
        </p:nvSpPr>
        <p:spPr>
          <a:xfrm>
            <a:off x="79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5832">
            <a:extLst>
              <a:ext uri="{FF2B5EF4-FFF2-40B4-BE49-F238E27FC236}">
                <a16:creationId xmlns:a16="http://schemas.microsoft.com/office/drawing/2014/main" id="{3528C0A7-469B-4467-BC74-8D66183C88A5}"/>
              </a:ext>
            </a:extLst>
          </p:cNvPr>
          <p:cNvSpPr>
            <a:spLocks/>
          </p:cNvSpPr>
          <p:nvPr/>
        </p:nvSpPr>
        <p:spPr>
          <a:xfrm>
            <a:off x="7872986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5833">
            <a:extLst>
              <a:ext uri="{FF2B5EF4-FFF2-40B4-BE49-F238E27FC236}">
                <a16:creationId xmlns:a16="http://schemas.microsoft.com/office/drawing/2014/main" id="{02D56D1A-702D-455E-A4A7-4221163BBDFC}"/>
              </a:ext>
            </a:extLst>
          </p:cNvPr>
          <p:cNvSpPr>
            <a:spLocks/>
          </p:cNvSpPr>
          <p:nvPr/>
        </p:nvSpPr>
        <p:spPr>
          <a:xfrm>
            <a:off x="782357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5834">
            <a:extLst>
              <a:ext uri="{FF2B5EF4-FFF2-40B4-BE49-F238E27FC236}">
                <a16:creationId xmlns:a16="http://schemas.microsoft.com/office/drawing/2014/main" id="{A82159D5-099B-4F39-A4FD-E8675DDE33E4}"/>
              </a:ext>
            </a:extLst>
          </p:cNvPr>
          <p:cNvSpPr>
            <a:spLocks/>
          </p:cNvSpPr>
          <p:nvPr/>
        </p:nvSpPr>
        <p:spPr>
          <a:xfrm>
            <a:off x="7935314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5835">
            <a:extLst>
              <a:ext uri="{FF2B5EF4-FFF2-40B4-BE49-F238E27FC236}">
                <a16:creationId xmlns:a16="http://schemas.microsoft.com/office/drawing/2014/main" id="{C5B105D6-8769-46DF-8526-4C280B19AA6C}"/>
              </a:ext>
            </a:extLst>
          </p:cNvPr>
          <p:cNvSpPr>
            <a:spLocks/>
          </p:cNvSpPr>
          <p:nvPr/>
        </p:nvSpPr>
        <p:spPr>
          <a:xfrm>
            <a:off x="7881683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5836">
            <a:extLst>
              <a:ext uri="{FF2B5EF4-FFF2-40B4-BE49-F238E27FC236}">
                <a16:creationId xmlns:a16="http://schemas.microsoft.com/office/drawing/2014/main" id="{B14B2F7A-8ED6-43D7-AD57-C183FC9C97EC}"/>
              </a:ext>
            </a:extLst>
          </p:cNvPr>
          <p:cNvSpPr>
            <a:spLocks/>
          </p:cNvSpPr>
          <p:nvPr/>
        </p:nvSpPr>
        <p:spPr>
          <a:xfrm>
            <a:off x="78761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5837">
            <a:extLst>
              <a:ext uri="{FF2B5EF4-FFF2-40B4-BE49-F238E27FC236}">
                <a16:creationId xmlns:a16="http://schemas.microsoft.com/office/drawing/2014/main" id="{308EBC1F-7B0F-43DE-9843-241A1285BE08}"/>
              </a:ext>
            </a:extLst>
          </p:cNvPr>
          <p:cNvSpPr>
            <a:spLocks/>
          </p:cNvSpPr>
          <p:nvPr/>
        </p:nvSpPr>
        <p:spPr>
          <a:xfrm>
            <a:off x="78464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5838">
            <a:extLst>
              <a:ext uri="{FF2B5EF4-FFF2-40B4-BE49-F238E27FC236}">
                <a16:creationId xmlns:a16="http://schemas.microsoft.com/office/drawing/2014/main" id="{486EB607-C316-497A-AE5D-CABE13D1B097}"/>
              </a:ext>
            </a:extLst>
          </p:cNvPr>
          <p:cNvSpPr>
            <a:spLocks/>
          </p:cNvSpPr>
          <p:nvPr/>
        </p:nvSpPr>
        <p:spPr>
          <a:xfrm>
            <a:off x="788995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5839">
            <a:extLst>
              <a:ext uri="{FF2B5EF4-FFF2-40B4-BE49-F238E27FC236}">
                <a16:creationId xmlns:a16="http://schemas.microsoft.com/office/drawing/2014/main" id="{43111745-49B1-45C8-9AA9-D3DBAA38ACDA}"/>
              </a:ext>
            </a:extLst>
          </p:cNvPr>
          <p:cNvSpPr>
            <a:spLocks/>
          </p:cNvSpPr>
          <p:nvPr/>
        </p:nvSpPr>
        <p:spPr>
          <a:xfrm>
            <a:off x="786963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5840">
            <a:extLst>
              <a:ext uri="{FF2B5EF4-FFF2-40B4-BE49-F238E27FC236}">
                <a16:creationId xmlns:a16="http://schemas.microsoft.com/office/drawing/2014/main" id="{80E7B34C-906A-4044-9641-9A677FDDD41C}"/>
              </a:ext>
            </a:extLst>
          </p:cNvPr>
          <p:cNvSpPr>
            <a:spLocks/>
          </p:cNvSpPr>
          <p:nvPr/>
        </p:nvSpPr>
        <p:spPr>
          <a:xfrm>
            <a:off x="788717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5841">
            <a:extLst>
              <a:ext uri="{FF2B5EF4-FFF2-40B4-BE49-F238E27FC236}">
                <a16:creationId xmlns:a16="http://schemas.microsoft.com/office/drawing/2014/main" id="{0CF6B881-0DE6-4229-AC3E-BD5A46ABF6D5}"/>
              </a:ext>
            </a:extLst>
          </p:cNvPr>
          <p:cNvSpPr>
            <a:spLocks/>
          </p:cNvSpPr>
          <p:nvPr/>
        </p:nvSpPr>
        <p:spPr>
          <a:xfrm>
            <a:off x="799743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5842">
            <a:extLst>
              <a:ext uri="{FF2B5EF4-FFF2-40B4-BE49-F238E27FC236}">
                <a16:creationId xmlns:a16="http://schemas.microsoft.com/office/drawing/2014/main" id="{013B49A8-7488-40CC-A89E-B832F2B0B284}"/>
              </a:ext>
            </a:extLst>
          </p:cNvPr>
          <p:cNvSpPr>
            <a:spLocks/>
          </p:cNvSpPr>
          <p:nvPr/>
        </p:nvSpPr>
        <p:spPr>
          <a:xfrm>
            <a:off x="780680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5843">
            <a:extLst>
              <a:ext uri="{FF2B5EF4-FFF2-40B4-BE49-F238E27FC236}">
                <a16:creationId xmlns:a16="http://schemas.microsoft.com/office/drawing/2014/main" id="{1CC3DB73-63B9-47EA-9291-3FAE40648289}"/>
              </a:ext>
            </a:extLst>
          </p:cNvPr>
          <p:cNvSpPr>
            <a:spLocks/>
          </p:cNvSpPr>
          <p:nvPr/>
        </p:nvSpPr>
        <p:spPr>
          <a:xfrm>
            <a:off x="82962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5844">
            <a:extLst>
              <a:ext uri="{FF2B5EF4-FFF2-40B4-BE49-F238E27FC236}">
                <a16:creationId xmlns:a16="http://schemas.microsoft.com/office/drawing/2014/main" id="{8FD56F25-576B-461C-A48F-D407FAB328F6}"/>
              </a:ext>
            </a:extLst>
          </p:cNvPr>
          <p:cNvSpPr>
            <a:spLocks/>
          </p:cNvSpPr>
          <p:nvPr/>
        </p:nvSpPr>
        <p:spPr>
          <a:xfrm>
            <a:off x="83750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5845">
            <a:extLst>
              <a:ext uri="{FF2B5EF4-FFF2-40B4-BE49-F238E27FC236}">
                <a16:creationId xmlns:a16="http://schemas.microsoft.com/office/drawing/2014/main" id="{EB64F8DF-C366-4400-817E-BDC815E1EE4A}"/>
              </a:ext>
            </a:extLst>
          </p:cNvPr>
          <p:cNvSpPr>
            <a:spLocks/>
          </p:cNvSpPr>
          <p:nvPr/>
        </p:nvSpPr>
        <p:spPr>
          <a:xfrm>
            <a:off x="838006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5846">
            <a:extLst>
              <a:ext uri="{FF2B5EF4-FFF2-40B4-BE49-F238E27FC236}">
                <a16:creationId xmlns:a16="http://schemas.microsoft.com/office/drawing/2014/main" id="{13DBBE2E-7B76-42C1-9492-E890971C277A}"/>
              </a:ext>
            </a:extLst>
          </p:cNvPr>
          <p:cNvSpPr>
            <a:spLocks/>
          </p:cNvSpPr>
          <p:nvPr/>
        </p:nvSpPr>
        <p:spPr>
          <a:xfrm>
            <a:off x="83446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5847">
            <a:extLst>
              <a:ext uri="{FF2B5EF4-FFF2-40B4-BE49-F238E27FC236}">
                <a16:creationId xmlns:a16="http://schemas.microsoft.com/office/drawing/2014/main" id="{A8C1C8B2-3EDB-4635-A9C9-77766C0997CF}"/>
              </a:ext>
            </a:extLst>
          </p:cNvPr>
          <p:cNvSpPr>
            <a:spLocks/>
          </p:cNvSpPr>
          <p:nvPr/>
        </p:nvSpPr>
        <p:spPr>
          <a:xfrm>
            <a:off x="83093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5848">
            <a:extLst>
              <a:ext uri="{FF2B5EF4-FFF2-40B4-BE49-F238E27FC236}">
                <a16:creationId xmlns:a16="http://schemas.microsoft.com/office/drawing/2014/main" id="{A2894E0B-C915-4D22-8426-0F108535C22B}"/>
              </a:ext>
            </a:extLst>
          </p:cNvPr>
          <p:cNvSpPr>
            <a:spLocks/>
          </p:cNvSpPr>
          <p:nvPr/>
        </p:nvSpPr>
        <p:spPr>
          <a:xfrm>
            <a:off x="835793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5849">
            <a:extLst>
              <a:ext uri="{FF2B5EF4-FFF2-40B4-BE49-F238E27FC236}">
                <a16:creationId xmlns:a16="http://schemas.microsoft.com/office/drawing/2014/main" id="{58699CC0-B961-4C4A-B23A-83BA3404140F}"/>
              </a:ext>
            </a:extLst>
          </p:cNvPr>
          <p:cNvSpPr>
            <a:spLocks/>
          </p:cNvSpPr>
          <p:nvPr/>
        </p:nvSpPr>
        <p:spPr>
          <a:xfrm>
            <a:off x="83055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5850">
            <a:extLst>
              <a:ext uri="{FF2B5EF4-FFF2-40B4-BE49-F238E27FC236}">
                <a16:creationId xmlns:a16="http://schemas.microsoft.com/office/drawing/2014/main" id="{6584E72C-A48C-4BF3-BDED-19C6BBA24EF6}"/>
              </a:ext>
            </a:extLst>
          </p:cNvPr>
          <p:cNvSpPr>
            <a:spLocks/>
          </p:cNvSpPr>
          <p:nvPr/>
        </p:nvSpPr>
        <p:spPr>
          <a:xfrm>
            <a:off x="83315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5851">
            <a:extLst>
              <a:ext uri="{FF2B5EF4-FFF2-40B4-BE49-F238E27FC236}">
                <a16:creationId xmlns:a16="http://schemas.microsoft.com/office/drawing/2014/main" id="{293D2736-A5E4-4894-A726-89F7A51AFB62}"/>
              </a:ext>
            </a:extLst>
          </p:cNvPr>
          <p:cNvSpPr>
            <a:spLocks/>
          </p:cNvSpPr>
          <p:nvPr/>
        </p:nvSpPr>
        <p:spPr>
          <a:xfrm>
            <a:off x="847650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5852">
            <a:extLst>
              <a:ext uri="{FF2B5EF4-FFF2-40B4-BE49-F238E27FC236}">
                <a16:creationId xmlns:a16="http://schemas.microsoft.com/office/drawing/2014/main" id="{D36859CF-4BE6-4006-893C-C5CBBEF01647}"/>
              </a:ext>
            </a:extLst>
          </p:cNvPr>
          <p:cNvSpPr>
            <a:spLocks/>
          </p:cNvSpPr>
          <p:nvPr/>
        </p:nvSpPr>
        <p:spPr>
          <a:xfrm>
            <a:off x="84522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5853">
            <a:extLst>
              <a:ext uri="{FF2B5EF4-FFF2-40B4-BE49-F238E27FC236}">
                <a16:creationId xmlns:a16="http://schemas.microsoft.com/office/drawing/2014/main" id="{5A5122BF-9C48-433A-8335-648A52757D78}"/>
              </a:ext>
            </a:extLst>
          </p:cNvPr>
          <p:cNvSpPr>
            <a:spLocks/>
          </p:cNvSpPr>
          <p:nvPr/>
        </p:nvSpPr>
        <p:spPr>
          <a:xfrm>
            <a:off x="83929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5854">
            <a:extLst>
              <a:ext uri="{FF2B5EF4-FFF2-40B4-BE49-F238E27FC236}">
                <a16:creationId xmlns:a16="http://schemas.microsoft.com/office/drawing/2014/main" id="{E1C88513-15CC-49C5-9049-2F077BC579FC}"/>
              </a:ext>
            </a:extLst>
          </p:cNvPr>
          <p:cNvSpPr>
            <a:spLocks/>
          </p:cNvSpPr>
          <p:nvPr/>
        </p:nvSpPr>
        <p:spPr>
          <a:xfrm>
            <a:off x="83192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5855">
            <a:extLst>
              <a:ext uri="{FF2B5EF4-FFF2-40B4-BE49-F238E27FC236}">
                <a16:creationId xmlns:a16="http://schemas.microsoft.com/office/drawing/2014/main" id="{9D9E9AC8-17BA-47C4-9E5B-1824C9B4EC40}"/>
              </a:ext>
            </a:extLst>
          </p:cNvPr>
          <p:cNvSpPr>
            <a:spLocks/>
          </p:cNvSpPr>
          <p:nvPr/>
        </p:nvSpPr>
        <p:spPr>
          <a:xfrm>
            <a:off x="8285612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5856">
            <a:extLst>
              <a:ext uri="{FF2B5EF4-FFF2-40B4-BE49-F238E27FC236}">
                <a16:creationId xmlns:a16="http://schemas.microsoft.com/office/drawing/2014/main" id="{2E771D65-54F4-4C31-A952-44DCF8BD49C0}"/>
              </a:ext>
            </a:extLst>
          </p:cNvPr>
          <p:cNvSpPr>
            <a:spLocks/>
          </p:cNvSpPr>
          <p:nvPr/>
        </p:nvSpPr>
        <p:spPr>
          <a:xfrm>
            <a:off x="8306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5857">
            <a:extLst>
              <a:ext uri="{FF2B5EF4-FFF2-40B4-BE49-F238E27FC236}">
                <a16:creationId xmlns:a16="http://schemas.microsoft.com/office/drawing/2014/main" id="{73C2AF01-FFD9-49CC-9820-D2A89AD5F898}"/>
              </a:ext>
            </a:extLst>
          </p:cNvPr>
          <p:cNvSpPr>
            <a:spLocks/>
          </p:cNvSpPr>
          <p:nvPr/>
        </p:nvSpPr>
        <p:spPr>
          <a:xfrm>
            <a:off x="83280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5858">
            <a:extLst>
              <a:ext uri="{FF2B5EF4-FFF2-40B4-BE49-F238E27FC236}">
                <a16:creationId xmlns:a16="http://schemas.microsoft.com/office/drawing/2014/main" id="{95DE5CA5-2C77-4F71-87D1-AD217C58ECF5}"/>
              </a:ext>
            </a:extLst>
          </p:cNvPr>
          <p:cNvSpPr>
            <a:spLocks/>
          </p:cNvSpPr>
          <p:nvPr/>
        </p:nvSpPr>
        <p:spPr>
          <a:xfrm>
            <a:off x="83213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5859">
            <a:extLst>
              <a:ext uri="{FF2B5EF4-FFF2-40B4-BE49-F238E27FC236}">
                <a16:creationId xmlns:a16="http://schemas.microsoft.com/office/drawing/2014/main" id="{1AA694BC-05FD-4D9B-873E-45A80ECA3349}"/>
              </a:ext>
            </a:extLst>
          </p:cNvPr>
          <p:cNvSpPr>
            <a:spLocks/>
          </p:cNvSpPr>
          <p:nvPr/>
        </p:nvSpPr>
        <p:spPr>
          <a:xfrm>
            <a:off x="82769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5860">
            <a:extLst>
              <a:ext uri="{FF2B5EF4-FFF2-40B4-BE49-F238E27FC236}">
                <a16:creationId xmlns:a16="http://schemas.microsoft.com/office/drawing/2014/main" id="{5B5CEB89-FDBF-4E3B-A224-0F1F8B6C87B1}"/>
              </a:ext>
            </a:extLst>
          </p:cNvPr>
          <p:cNvSpPr>
            <a:spLocks/>
          </p:cNvSpPr>
          <p:nvPr/>
        </p:nvSpPr>
        <p:spPr>
          <a:xfrm>
            <a:off x="83872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5861">
            <a:extLst>
              <a:ext uri="{FF2B5EF4-FFF2-40B4-BE49-F238E27FC236}">
                <a16:creationId xmlns:a16="http://schemas.microsoft.com/office/drawing/2014/main" id="{A78E32CE-34DA-44CB-96B4-F84CD2863158}"/>
              </a:ext>
            </a:extLst>
          </p:cNvPr>
          <p:cNvSpPr>
            <a:spLocks/>
          </p:cNvSpPr>
          <p:nvPr/>
        </p:nvSpPr>
        <p:spPr>
          <a:xfrm>
            <a:off x="8450289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5862">
            <a:extLst>
              <a:ext uri="{FF2B5EF4-FFF2-40B4-BE49-F238E27FC236}">
                <a16:creationId xmlns:a16="http://schemas.microsoft.com/office/drawing/2014/main" id="{9E46C689-6221-4988-9376-903A91362004}"/>
              </a:ext>
            </a:extLst>
          </p:cNvPr>
          <p:cNvSpPr>
            <a:spLocks/>
          </p:cNvSpPr>
          <p:nvPr/>
        </p:nvSpPr>
        <p:spPr>
          <a:xfrm>
            <a:off x="82869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5863">
            <a:extLst>
              <a:ext uri="{FF2B5EF4-FFF2-40B4-BE49-F238E27FC236}">
                <a16:creationId xmlns:a16="http://schemas.microsoft.com/office/drawing/2014/main" id="{CCB44663-0EB2-4085-96A8-DA47CC69B4A9}"/>
              </a:ext>
            </a:extLst>
          </p:cNvPr>
          <p:cNvSpPr>
            <a:spLocks/>
          </p:cNvSpPr>
          <p:nvPr/>
        </p:nvSpPr>
        <p:spPr>
          <a:xfrm>
            <a:off x="8409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5864">
            <a:extLst>
              <a:ext uri="{FF2B5EF4-FFF2-40B4-BE49-F238E27FC236}">
                <a16:creationId xmlns:a16="http://schemas.microsoft.com/office/drawing/2014/main" id="{B325D7E3-E2D2-43E1-95AD-50434BA2ABF0}"/>
              </a:ext>
            </a:extLst>
          </p:cNvPr>
          <p:cNvSpPr>
            <a:spLocks/>
          </p:cNvSpPr>
          <p:nvPr/>
        </p:nvSpPr>
        <p:spPr>
          <a:xfrm>
            <a:off x="842915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5865">
            <a:extLst>
              <a:ext uri="{FF2B5EF4-FFF2-40B4-BE49-F238E27FC236}">
                <a16:creationId xmlns:a16="http://schemas.microsoft.com/office/drawing/2014/main" id="{F1074366-5784-44C8-A97B-B947B51EF9E1}"/>
              </a:ext>
            </a:extLst>
          </p:cNvPr>
          <p:cNvSpPr>
            <a:spLocks/>
          </p:cNvSpPr>
          <p:nvPr/>
        </p:nvSpPr>
        <p:spPr>
          <a:xfrm>
            <a:off x="8336055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5866">
            <a:extLst>
              <a:ext uri="{FF2B5EF4-FFF2-40B4-BE49-F238E27FC236}">
                <a16:creationId xmlns:a16="http://schemas.microsoft.com/office/drawing/2014/main" id="{399913D4-ADB4-44E8-ACFC-4A84918A035D}"/>
              </a:ext>
            </a:extLst>
          </p:cNvPr>
          <p:cNvSpPr>
            <a:spLocks/>
          </p:cNvSpPr>
          <p:nvPr/>
        </p:nvSpPr>
        <p:spPr>
          <a:xfrm>
            <a:off x="84432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5867">
            <a:extLst>
              <a:ext uri="{FF2B5EF4-FFF2-40B4-BE49-F238E27FC236}">
                <a16:creationId xmlns:a16="http://schemas.microsoft.com/office/drawing/2014/main" id="{FDF5E9B7-ED88-45F0-A14E-4C8DA2C0017A}"/>
              </a:ext>
            </a:extLst>
          </p:cNvPr>
          <p:cNvSpPr>
            <a:spLocks/>
          </p:cNvSpPr>
          <p:nvPr/>
        </p:nvSpPr>
        <p:spPr>
          <a:xfrm>
            <a:off x="83689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5868">
            <a:extLst>
              <a:ext uri="{FF2B5EF4-FFF2-40B4-BE49-F238E27FC236}">
                <a16:creationId xmlns:a16="http://schemas.microsoft.com/office/drawing/2014/main" id="{7F823516-FA7F-4F6A-A7B8-8038C54DCB05}"/>
              </a:ext>
            </a:extLst>
          </p:cNvPr>
          <p:cNvSpPr>
            <a:spLocks/>
          </p:cNvSpPr>
          <p:nvPr/>
        </p:nvSpPr>
        <p:spPr>
          <a:xfrm>
            <a:off x="837406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5869">
            <a:extLst>
              <a:ext uri="{FF2B5EF4-FFF2-40B4-BE49-F238E27FC236}">
                <a16:creationId xmlns:a16="http://schemas.microsoft.com/office/drawing/2014/main" id="{99535A0C-5FB1-46D2-8C54-1456B52A9A09}"/>
              </a:ext>
            </a:extLst>
          </p:cNvPr>
          <p:cNvSpPr>
            <a:spLocks/>
          </p:cNvSpPr>
          <p:nvPr/>
        </p:nvSpPr>
        <p:spPr>
          <a:xfrm>
            <a:off x="84612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5870">
            <a:extLst>
              <a:ext uri="{FF2B5EF4-FFF2-40B4-BE49-F238E27FC236}">
                <a16:creationId xmlns:a16="http://schemas.microsoft.com/office/drawing/2014/main" id="{20EADC3A-E42D-4D19-AF6D-38B596A2996C}"/>
              </a:ext>
            </a:extLst>
          </p:cNvPr>
          <p:cNvSpPr>
            <a:spLocks/>
          </p:cNvSpPr>
          <p:nvPr/>
        </p:nvSpPr>
        <p:spPr>
          <a:xfrm>
            <a:off x="84397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5871">
            <a:extLst>
              <a:ext uri="{FF2B5EF4-FFF2-40B4-BE49-F238E27FC236}">
                <a16:creationId xmlns:a16="http://schemas.microsoft.com/office/drawing/2014/main" id="{8933882F-291C-4589-9F90-6DB2087615C2}"/>
              </a:ext>
            </a:extLst>
          </p:cNvPr>
          <p:cNvSpPr>
            <a:spLocks/>
          </p:cNvSpPr>
          <p:nvPr/>
        </p:nvSpPr>
        <p:spPr>
          <a:xfrm>
            <a:off x="841365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5872">
            <a:extLst>
              <a:ext uri="{FF2B5EF4-FFF2-40B4-BE49-F238E27FC236}">
                <a16:creationId xmlns:a16="http://schemas.microsoft.com/office/drawing/2014/main" id="{76ACAB55-DDD8-4CAE-ACAC-C7BC312F66BF}"/>
              </a:ext>
            </a:extLst>
          </p:cNvPr>
          <p:cNvSpPr>
            <a:spLocks/>
          </p:cNvSpPr>
          <p:nvPr/>
        </p:nvSpPr>
        <p:spPr>
          <a:xfrm>
            <a:off x="83434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5873">
            <a:extLst>
              <a:ext uri="{FF2B5EF4-FFF2-40B4-BE49-F238E27FC236}">
                <a16:creationId xmlns:a16="http://schemas.microsoft.com/office/drawing/2014/main" id="{8CC50385-BBB7-4945-BA0F-1BB6F8032376}"/>
              </a:ext>
            </a:extLst>
          </p:cNvPr>
          <p:cNvSpPr>
            <a:spLocks/>
          </p:cNvSpPr>
          <p:nvPr/>
        </p:nvSpPr>
        <p:spPr>
          <a:xfrm>
            <a:off x="8427702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5874">
            <a:extLst>
              <a:ext uri="{FF2B5EF4-FFF2-40B4-BE49-F238E27FC236}">
                <a16:creationId xmlns:a16="http://schemas.microsoft.com/office/drawing/2014/main" id="{9ACA5C48-C2C1-42F1-8BEC-A268C5155EEA}"/>
              </a:ext>
            </a:extLst>
          </p:cNvPr>
          <p:cNvSpPr>
            <a:spLocks/>
          </p:cNvSpPr>
          <p:nvPr/>
        </p:nvSpPr>
        <p:spPr>
          <a:xfrm>
            <a:off x="843328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5875">
            <a:extLst>
              <a:ext uri="{FF2B5EF4-FFF2-40B4-BE49-F238E27FC236}">
                <a16:creationId xmlns:a16="http://schemas.microsoft.com/office/drawing/2014/main" id="{26221292-65F3-43CE-8F3D-4F0CD9C0BA74}"/>
              </a:ext>
            </a:extLst>
          </p:cNvPr>
          <p:cNvSpPr>
            <a:spLocks/>
          </p:cNvSpPr>
          <p:nvPr/>
        </p:nvSpPr>
        <p:spPr>
          <a:xfrm>
            <a:off x="8352202" y="39394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5876">
            <a:extLst>
              <a:ext uri="{FF2B5EF4-FFF2-40B4-BE49-F238E27FC236}">
                <a16:creationId xmlns:a16="http://schemas.microsoft.com/office/drawing/2014/main" id="{ECB5697E-FD88-4D18-B23C-85DA7C307B22}"/>
              </a:ext>
            </a:extLst>
          </p:cNvPr>
          <p:cNvSpPr>
            <a:spLocks/>
          </p:cNvSpPr>
          <p:nvPr/>
        </p:nvSpPr>
        <p:spPr>
          <a:xfrm>
            <a:off x="82713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5877">
            <a:extLst>
              <a:ext uri="{FF2B5EF4-FFF2-40B4-BE49-F238E27FC236}">
                <a16:creationId xmlns:a16="http://schemas.microsoft.com/office/drawing/2014/main" id="{A0E56221-2EF0-4024-86CF-7B67FE5CEA1F}"/>
              </a:ext>
            </a:extLst>
          </p:cNvPr>
          <p:cNvSpPr>
            <a:spLocks/>
          </p:cNvSpPr>
          <p:nvPr/>
        </p:nvSpPr>
        <p:spPr>
          <a:xfrm>
            <a:off x="832690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5878">
            <a:extLst>
              <a:ext uri="{FF2B5EF4-FFF2-40B4-BE49-F238E27FC236}">
                <a16:creationId xmlns:a16="http://schemas.microsoft.com/office/drawing/2014/main" id="{F19EBEB0-2AE8-4486-9E04-3919DD5B2AF5}"/>
              </a:ext>
            </a:extLst>
          </p:cNvPr>
          <p:cNvSpPr>
            <a:spLocks/>
          </p:cNvSpPr>
          <p:nvPr/>
        </p:nvSpPr>
        <p:spPr>
          <a:xfrm>
            <a:off x="8292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5879">
            <a:extLst>
              <a:ext uri="{FF2B5EF4-FFF2-40B4-BE49-F238E27FC236}">
                <a16:creationId xmlns:a16="http://schemas.microsoft.com/office/drawing/2014/main" id="{AD033801-E3DE-4469-85CF-47A843319229}"/>
              </a:ext>
            </a:extLst>
          </p:cNvPr>
          <p:cNvSpPr>
            <a:spLocks/>
          </p:cNvSpPr>
          <p:nvPr/>
        </p:nvSpPr>
        <p:spPr>
          <a:xfrm>
            <a:off x="83282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5880">
            <a:extLst>
              <a:ext uri="{FF2B5EF4-FFF2-40B4-BE49-F238E27FC236}">
                <a16:creationId xmlns:a16="http://schemas.microsoft.com/office/drawing/2014/main" id="{6613D3E1-ED87-4C87-91A8-FEA10BC7E865}"/>
              </a:ext>
            </a:extLst>
          </p:cNvPr>
          <p:cNvSpPr>
            <a:spLocks/>
          </p:cNvSpPr>
          <p:nvPr/>
        </p:nvSpPr>
        <p:spPr>
          <a:xfrm>
            <a:off x="82749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5881">
            <a:extLst>
              <a:ext uri="{FF2B5EF4-FFF2-40B4-BE49-F238E27FC236}">
                <a16:creationId xmlns:a16="http://schemas.microsoft.com/office/drawing/2014/main" id="{A1C482E9-48F8-466F-BB3D-D267FCBEDD79}"/>
              </a:ext>
            </a:extLst>
          </p:cNvPr>
          <p:cNvSpPr>
            <a:spLocks/>
          </p:cNvSpPr>
          <p:nvPr/>
        </p:nvSpPr>
        <p:spPr>
          <a:xfrm>
            <a:off x="84547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5882">
            <a:extLst>
              <a:ext uri="{FF2B5EF4-FFF2-40B4-BE49-F238E27FC236}">
                <a16:creationId xmlns:a16="http://schemas.microsoft.com/office/drawing/2014/main" id="{B4851BC3-8605-4968-8F48-6C34B1B20D7F}"/>
              </a:ext>
            </a:extLst>
          </p:cNvPr>
          <p:cNvSpPr>
            <a:spLocks/>
          </p:cNvSpPr>
          <p:nvPr/>
        </p:nvSpPr>
        <p:spPr>
          <a:xfrm>
            <a:off x="84127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5883">
            <a:extLst>
              <a:ext uri="{FF2B5EF4-FFF2-40B4-BE49-F238E27FC236}">
                <a16:creationId xmlns:a16="http://schemas.microsoft.com/office/drawing/2014/main" id="{A8A75E68-F54A-49C5-BDBA-88AABDC51A93}"/>
              </a:ext>
            </a:extLst>
          </p:cNvPr>
          <p:cNvSpPr>
            <a:spLocks/>
          </p:cNvSpPr>
          <p:nvPr/>
        </p:nvSpPr>
        <p:spPr>
          <a:xfrm>
            <a:off x="8451587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5884">
            <a:extLst>
              <a:ext uri="{FF2B5EF4-FFF2-40B4-BE49-F238E27FC236}">
                <a16:creationId xmlns:a16="http://schemas.microsoft.com/office/drawing/2014/main" id="{5088CEDE-B93F-4BB7-A539-A59E6E07E691}"/>
              </a:ext>
            </a:extLst>
          </p:cNvPr>
          <p:cNvSpPr>
            <a:spLocks/>
          </p:cNvSpPr>
          <p:nvPr/>
        </p:nvSpPr>
        <p:spPr>
          <a:xfrm>
            <a:off x="82700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5885">
            <a:extLst>
              <a:ext uri="{FF2B5EF4-FFF2-40B4-BE49-F238E27FC236}">
                <a16:creationId xmlns:a16="http://schemas.microsoft.com/office/drawing/2014/main" id="{AE94F31D-6010-4EAC-BF87-78D3B50AB5AF}"/>
              </a:ext>
            </a:extLst>
          </p:cNvPr>
          <p:cNvSpPr>
            <a:spLocks/>
          </p:cNvSpPr>
          <p:nvPr/>
        </p:nvSpPr>
        <p:spPr>
          <a:xfrm>
            <a:off x="84327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5886">
            <a:extLst>
              <a:ext uri="{FF2B5EF4-FFF2-40B4-BE49-F238E27FC236}">
                <a16:creationId xmlns:a16="http://schemas.microsoft.com/office/drawing/2014/main" id="{9CBC4CFB-0AE2-46E1-96E2-9D99CE2A4831}"/>
              </a:ext>
            </a:extLst>
          </p:cNvPr>
          <p:cNvSpPr>
            <a:spLocks/>
          </p:cNvSpPr>
          <p:nvPr/>
        </p:nvSpPr>
        <p:spPr>
          <a:xfrm>
            <a:off x="84440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5887">
            <a:extLst>
              <a:ext uri="{FF2B5EF4-FFF2-40B4-BE49-F238E27FC236}">
                <a16:creationId xmlns:a16="http://schemas.microsoft.com/office/drawing/2014/main" id="{93E48638-00FE-4A3C-8131-91350491C1F3}"/>
              </a:ext>
            </a:extLst>
          </p:cNvPr>
          <p:cNvSpPr>
            <a:spLocks/>
          </p:cNvSpPr>
          <p:nvPr/>
        </p:nvSpPr>
        <p:spPr>
          <a:xfrm>
            <a:off x="826505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5888">
            <a:extLst>
              <a:ext uri="{FF2B5EF4-FFF2-40B4-BE49-F238E27FC236}">
                <a16:creationId xmlns:a16="http://schemas.microsoft.com/office/drawing/2014/main" id="{849D8F84-F2E5-4D12-99DB-2C3774AD67C3}"/>
              </a:ext>
            </a:extLst>
          </p:cNvPr>
          <p:cNvSpPr>
            <a:spLocks/>
          </p:cNvSpPr>
          <p:nvPr/>
        </p:nvSpPr>
        <p:spPr>
          <a:xfrm>
            <a:off x="8354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5889">
            <a:extLst>
              <a:ext uri="{FF2B5EF4-FFF2-40B4-BE49-F238E27FC236}">
                <a16:creationId xmlns:a16="http://schemas.microsoft.com/office/drawing/2014/main" id="{B368612C-DA69-4CE0-AF2F-180646706EA6}"/>
              </a:ext>
            </a:extLst>
          </p:cNvPr>
          <p:cNvSpPr>
            <a:spLocks/>
          </p:cNvSpPr>
          <p:nvPr/>
        </p:nvSpPr>
        <p:spPr>
          <a:xfrm>
            <a:off x="84097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5890">
            <a:extLst>
              <a:ext uri="{FF2B5EF4-FFF2-40B4-BE49-F238E27FC236}">
                <a16:creationId xmlns:a16="http://schemas.microsoft.com/office/drawing/2014/main" id="{2BDCDC9A-EA8E-40EA-8A14-2943A474846B}"/>
              </a:ext>
            </a:extLst>
          </p:cNvPr>
          <p:cNvSpPr>
            <a:spLocks/>
          </p:cNvSpPr>
          <p:nvPr/>
        </p:nvSpPr>
        <p:spPr>
          <a:xfrm>
            <a:off x="8298222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5891">
            <a:extLst>
              <a:ext uri="{FF2B5EF4-FFF2-40B4-BE49-F238E27FC236}">
                <a16:creationId xmlns:a16="http://schemas.microsoft.com/office/drawing/2014/main" id="{BA440BFE-29CE-489A-801F-59E0AA4779B6}"/>
              </a:ext>
            </a:extLst>
          </p:cNvPr>
          <p:cNvSpPr>
            <a:spLocks/>
          </p:cNvSpPr>
          <p:nvPr/>
        </p:nvSpPr>
        <p:spPr>
          <a:xfrm>
            <a:off x="83687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5892">
            <a:extLst>
              <a:ext uri="{FF2B5EF4-FFF2-40B4-BE49-F238E27FC236}">
                <a16:creationId xmlns:a16="http://schemas.microsoft.com/office/drawing/2014/main" id="{3021C809-DD90-46EF-9F57-F7B6AD546FE4}"/>
              </a:ext>
            </a:extLst>
          </p:cNvPr>
          <p:cNvSpPr>
            <a:spLocks/>
          </p:cNvSpPr>
          <p:nvPr/>
        </p:nvSpPr>
        <p:spPr>
          <a:xfrm>
            <a:off x="84474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5893">
            <a:extLst>
              <a:ext uri="{FF2B5EF4-FFF2-40B4-BE49-F238E27FC236}">
                <a16:creationId xmlns:a16="http://schemas.microsoft.com/office/drawing/2014/main" id="{9BBEAEDE-AB3E-4588-BB86-D8E2B403594D}"/>
              </a:ext>
            </a:extLst>
          </p:cNvPr>
          <p:cNvSpPr>
            <a:spLocks/>
          </p:cNvSpPr>
          <p:nvPr/>
        </p:nvSpPr>
        <p:spPr>
          <a:xfrm>
            <a:off x="8344827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5894">
            <a:extLst>
              <a:ext uri="{FF2B5EF4-FFF2-40B4-BE49-F238E27FC236}">
                <a16:creationId xmlns:a16="http://schemas.microsoft.com/office/drawing/2014/main" id="{040E0B7A-154B-4B4C-A21D-4288ED5ED756}"/>
              </a:ext>
            </a:extLst>
          </p:cNvPr>
          <p:cNvSpPr>
            <a:spLocks/>
          </p:cNvSpPr>
          <p:nvPr/>
        </p:nvSpPr>
        <p:spPr>
          <a:xfrm>
            <a:off x="828014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5895">
            <a:extLst>
              <a:ext uri="{FF2B5EF4-FFF2-40B4-BE49-F238E27FC236}">
                <a16:creationId xmlns:a16="http://schemas.microsoft.com/office/drawing/2014/main" id="{AE0A4926-D8C8-47A9-9A8B-8EE406AD7765}"/>
              </a:ext>
            </a:extLst>
          </p:cNvPr>
          <p:cNvSpPr>
            <a:spLocks/>
          </p:cNvSpPr>
          <p:nvPr/>
        </p:nvSpPr>
        <p:spPr>
          <a:xfrm>
            <a:off x="843608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5896">
            <a:extLst>
              <a:ext uri="{FF2B5EF4-FFF2-40B4-BE49-F238E27FC236}">
                <a16:creationId xmlns:a16="http://schemas.microsoft.com/office/drawing/2014/main" id="{7A81F47A-FAE7-422E-96DF-82ED55C8157A}"/>
              </a:ext>
            </a:extLst>
          </p:cNvPr>
          <p:cNvSpPr>
            <a:spLocks/>
          </p:cNvSpPr>
          <p:nvPr/>
        </p:nvSpPr>
        <p:spPr>
          <a:xfrm>
            <a:off x="83078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5897">
            <a:extLst>
              <a:ext uri="{FF2B5EF4-FFF2-40B4-BE49-F238E27FC236}">
                <a16:creationId xmlns:a16="http://schemas.microsoft.com/office/drawing/2014/main" id="{48402370-245B-4B8A-AE25-8A8730829507}"/>
              </a:ext>
            </a:extLst>
          </p:cNvPr>
          <p:cNvSpPr>
            <a:spLocks/>
          </p:cNvSpPr>
          <p:nvPr/>
        </p:nvSpPr>
        <p:spPr>
          <a:xfrm>
            <a:off x="8349053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5898">
            <a:extLst>
              <a:ext uri="{FF2B5EF4-FFF2-40B4-BE49-F238E27FC236}">
                <a16:creationId xmlns:a16="http://schemas.microsoft.com/office/drawing/2014/main" id="{377288BA-C123-4948-B089-3D6C3D4386AE}"/>
              </a:ext>
            </a:extLst>
          </p:cNvPr>
          <p:cNvSpPr>
            <a:spLocks/>
          </p:cNvSpPr>
          <p:nvPr/>
        </p:nvSpPr>
        <p:spPr>
          <a:xfrm>
            <a:off x="837137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5899">
            <a:extLst>
              <a:ext uri="{FF2B5EF4-FFF2-40B4-BE49-F238E27FC236}">
                <a16:creationId xmlns:a16="http://schemas.microsoft.com/office/drawing/2014/main" id="{757A36B1-A8F8-4779-A95A-17EA0BD14816}"/>
              </a:ext>
            </a:extLst>
          </p:cNvPr>
          <p:cNvSpPr>
            <a:spLocks/>
          </p:cNvSpPr>
          <p:nvPr/>
        </p:nvSpPr>
        <p:spPr>
          <a:xfrm>
            <a:off x="8255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5900">
            <a:extLst>
              <a:ext uri="{FF2B5EF4-FFF2-40B4-BE49-F238E27FC236}">
                <a16:creationId xmlns:a16="http://schemas.microsoft.com/office/drawing/2014/main" id="{014FF296-2D6D-40AF-B5A4-4920BE03F164}"/>
              </a:ext>
            </a:extLst>
          </p:cNvPr>
          <p:cNvSpPr>
            <a:spLocks/>
          </p:cNvSpPr>
          <p:nvPr/>
        </p:nvSpPr>
        <p:spPr>
          <a:xfrm>
            <a:off x="84407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5901">
            <a:extLst>
              <a:ext uri="{FF2B5EF4-FFF2-40B4-BE49-F238E27FC236}">
                <a16:creationId xmlns:a16="http://schemas.microsoft.com/office/drawing/2014/main" id="{B7FE90F3-5F0B-401F-8B05-85DC16B35750}"/>
              </a:ext>
            </a:extLst>
          </p:cNvPr>
          <p:cNvSpPr>
            <a:spLocks/>
          </p:cNvSpPr>
          <p:nvPr/>
        </p:nvSpPr>
        <p:spPr>
          <a:xfrm>
            <a:off x="84638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5902">
            <a:extLst>
              <a:ext uri="{FF2B5EF4-FFF2-40B4-BE49-F238E27FC236}">
                <a16:creationId xmlns:a16="http://schemas.microsoft.com/office/drawing/2014/main" id="{9DEE3340-CC35-4252-8D4C-463A5FCB5546}"/>
              </a:ext>
            </a:extLst>
          </p:cNvPr>
          <p:cNvSpPr>
            <a:spLocks/>
          </p:cNvSpPr>
          <p:nvPr/>
        </p:nvSpPr>
        <p:spPr>
          <a:xfrm>
            <a:off x="83178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5903">
            <a:extLst>
              <a:ext uri="{FF2B5EF4-FFF2-40B4-BE49-F238E27FC236}">
                <a16:creationId xmlns:a16="http://schemas.microsoft.com/office/drawing/2014/main" id="{D30958E4-997B-4A89-8C22-8C994FCC588E}"/>
              </a:ext>
            </a:extLst>
          </p:cNvPr>
          <p:cNvSpPr>
            <a:spLocks/>
          </p:cNvSpPr>
          <p:nvPr/>
        </p:nvSpPr>
        <p:spPr>
          <a:xfrm>
            <a:off x="8396687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5904">
            <a:extLst>
              <a:ext uri="{FF2B5EF4-FFF2-40B4-BE49-F238E27FC236}">
                <a16:creationId xmlns:a16="http://schemas.microsoft.com/office/drawing/2014/main" id="{935BD6CD-2B8C-4B2B-B804-5448F651F85A}"/>
              </a:ext>
            </a:extLst>
          </p:cNvPr>
          <p:cNvSpPr>
            <a:spLocks/>
          </p:cNvSpPr>
          <p:nvPr/>
        </p:nvSpPr>
        <p:spPr>
          <a:xfrm>
            <a:off x="83300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5905">
            <a:extLst>
              <a:ext uri="{FF2B5EF4-FFF2-40B4-BE49-F238E27FC236}">
                <a16:creationId xmlns:a16="http://schemas.microsoft.com/office/drawing/2014/main" id="{F2CF4DC9-6EFA-4488-8D44-4354E7050F0F}"/>
              </a:ext>
            </a:extLst>
          </p:cNvPr>
          <p:cNvSpPr>
            <a:spLocks/>
          </p:cNvSpPr>
          <p:nvPr/>
        </p:nvSpPr>
        <p:spPr>
          <a:xfrm>
            <a:off x="83528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5906">
            <a:extLst>
              <a:ext uri="{FF2B5EF4-FFF2-40B4-BE49-F238E27FC236}">
                <a16:creationId xmlns:a16="http://schemas.microsoft.com/office/drawing/2014/main" id="{1E17932F-16DC-4B40-B167-F5C2CEB39F2D}"/>
              </a:ext>
            </a:extLst>
          </p:cNvPr>
          <p:cNvSpPr>
            <a:spLocks/>
          </p:cNvSpPr>
          <p:nvPr/>
        </p:nvSpPr>
        <p:spPr>
          <a:xfrm>
            <a:off x="8466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5907">
            <a:extLst>
              <a:ext uri="{FF2B5EF4-FFF2-40B4-BE49-F238E27FC236}">
                <a16:creationId xmlns:a16="http://schemas.microsoft.com/office/drawing/2014/main" id="{16E96BFE-A8AF-459A-BA33-89A9E0BAF93C}"/>
              </a:ext>
            </a:extLst>
          </p:cNvPr>
          <p:cNvSpPr>
            <a:spLocks/>
          </p:cNvSpPr>
          <p:nvPr/>
        </p:nvSpPr>
        <p:spPr>
          <a:xfrm>
            <a:off x="83644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5908">
            <a:extLst>
              <a:ext uri="{FF2B5EF4-FFF2-40B4-BE49-F238E27FC236}">
                <a16:creationId xmlns:a16="http://schemas.microsoft.com/office/drawing/2014/main" id="{D98597BA-A4E3-45BB-AB31-02DCE736F5FC}"/>
              </a:ext>
            </a:extLst>
          </p:cNvPr>
          <p:cNvSpPr>
            <a:spLocks/>
          </p:cNvSpPr>
          <p:nvPr/>
        </p:nvSpPr>
        <p:spPr>
          <a:xfrm>
            <a:off x="84633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5909">
            <a:extLst>
              <a:ext uri="{FF2B5EF4-FFF2-40B4-BE49-F238E27FC236}">
                <a16:creationId xmlns:a16="http://schemas.microsoft.com/office/drawing/2014/main" id="{37C1E264-8439-48C9-8286-05C07B927679}"/>
              </a:ext>
            </a:extLst>
          </p:cNvPr>
          <p:cNvSpPr>
            <a:spLocks/>
          </p:cNvSpPr>
          <p:nvPr/>
        </p:nvSpPr>
        <p:spPr>
          <a:xfrm>
            <a:off x="83503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5910">
            <a:extLst>
              <a:ext uri="{FF2B5EF4-FFF2-40B4-BE49-F238E27FC236}">
                <a16:creationId xmlns:a16="http://schemas.microsoft.com/office/drawing/2014/main" id="{17B87557-194A-4181-8D00-3841875B512C}"/>
              </a:ext>
            </a:extLst>
          </p:cNvPr>
          <p:cNvSpPr>
            <a:spLocks/>
          </p:cNvSpPr>
          <p:nvPr/>
        </p:nvSpPr>
        <p:spPr>
          <a:xfrm>
            <a:off x="84251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5911">
            <a:extLst>
              <a:ext uri="{FF2B5EF4-FFF2-40B4-BE49-F238E27FC236}">
                <a16:creationId xmlns:a16="http://schemas.microsoft.com/office/drawing/2014/main" id="{48095DFC-5462-4F13-8390-B92A338217B8}"/>
              </a:ext>
            </a:extLst>
          </p:cNvPr>
          <p:cNvSpPr>
            <a:spLocks/>
          </p:cNvSpPr>
          <p:nvPr/>
        </p:nvSpPr>
        <p:spPr>
          <a:xfrm>
            <a:off x="83946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5912">
            <a:extLst>
              <a:ext uri="{FF2B5EF4-FFF2-40B4-BE49-F238E27FC236}">
                <a16:creationId xmlns:a16="http://schemas.microsoft.com/office/drawing/2014/main" id="{A4F91FD8-9FA1-4256-83AD-D3B0A6E9074F}"/>
              </a:ext>
            </a:extLst>
          </p:cNvPr>
          <p:cNvSpPr>
            <a:spLocks/>
          </p:cNvSpPr>
          <p:nvPr/>
        </p:nvSpPr>
        <p:spPr>
          <a:xfrm>
            <a:off x="8385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5913">
            <a:extLst>
              <a:ext uri="{FF2B5EF4-FFF2-40B4-BE49-F238E27FC236}">
                <a16:creationId xmlns:a16="http://schemas.microsoft.com/office/drawing/2014/main" id="{18B4E8D0-6351-4689-AF7B-7205BD3C0863}"/>
              </a:ext>
            </a:extLst>
          </p:cNvPr>
          <p:cNvSpPr>
            <a:spLocks/>
          </p:cNvSpPr>
          <p:nvPr/>
        </p:nvSpPr>
        <p:spPr>
          <a:xfrm>
            <a:off x="8263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5914">
            <a:extLst>
              <a:ext uri="{FF2B5EF4-FFF2-40B4-BE49-F238E27FC236}">
                <a16:creationId xmlns:a16="http://schemas.microsoft.com/office/drawing/2014/main" id="{C0F18F60-3656-41F9-B56F-8CB83258BEEF}"/>
              </a:ext>
            </a:extLst>
          </p:cNvPr>
          <p:cNvSpPr>
            <a:spLocks/>
          </p:cNvSpPr>
          <p:nvPr/>
        </p:nvSpPr>
        <p:spPr>
          <a:xfrm>
            <a:off x="83032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5915">
            <a:extLst>
              <a:ext uri="{FF2B5EF4-FFF2-40B4-BE49-F238E27FC236}">
                <a16:creationId xmlns:a16="http://schemas.microsoft.com/office/drawing/2014/main" id="{804D23C3-7EC3-4B5C-B89D-22C132403A26}"/>
              </a:ext>
            </a:extLst>
          </p:cNvPr>
          <p:cNvSpPr>
            <a:spLocks/>
          </p:cNvSpPr>
          <p:nvPr/>
        </p:nvSpPr>
        <p:spPr>
          <a:xfrm>
            <a:off x="847459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5916">
            <a:extLst>
              <a:ext uri="{FF2B5EF4-FFF2-40B4-BE49-F238E27FC236}">
                <a16:creationId xmlns:a16="http://schemas.microsoft.com/office/drawing/2014/main" id="{F8B2AD0D-41AB-4AA7-881B-3EFA4904467F}"/>
              </a:ext>
            </a:extLst>
          </p:cNvPr>
          <p:cNvSpPr>
            <a:spLocks/>
          </p:cNvSpPr>
          <p:nvPr/>
        </p:nvSpPr>
        <p:spPr>
          <a:xfrm>
            <a:off x="84205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5917">
            <a:extLst>
              <a:ext uri="{FF2B5EF4-FFF2-40B4-BE49-F238E27FC236}">
                <a16:creationId xmlns:a16="http://schemas.microsoft.com/office/drawing/2014/main" id="{53DA75F5-3391-4790-A7F9-C9A3F0C1972A}"/>
              </a:ext>
            </a:extLst>
          </p:cNvPr>
          <p:cNvSpPr>
            <a:spLocks/>
          </p:cNvSpPr>
          <p:nvPr/>
        </p:nvSpPr>
        <p:spPr>
          <a:xfrm>
            <a:off x="84152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5918">
            <a:extLst>
              <a:ext uri="{FF2B5EF4-FFF2-40B4-BE49-F238E27FC236}">
                <a16:creationId xmlns:a16="http://schemas.microsoft.com/office/drawing/2014/main" id="{D5C023AC-C431-44DC-B799-6BADF8F32993}"/>
              </a:ext>
            </a:extLst>
          </p:cNvPr>
          <p:cNvSpPr>
            <a:spLocks/>
          </p:cNvSpPr>
          <p:nvPr/>
        </p:nvSpPr>
        <p:spPr>
          <a:xfrm>
            <a:off x="8311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5919">
            <a:extLst>
              <a:ext uri="{FF2B5EF4-FFF2-40B4-BE49-F238E27FC236}">
                <a16:creationId xmlns:a16="http://schemas.microsoft.com/office/drawing/2014/main" id="{79E88612-08AD-470E-9B99-5700D472D657}"/>
              </a:ext>
            </a:extLst>
          </p:cNvPr>
          <p:cNvSpPr>
            <a:spLocks/>
          </p:cNvSpPr>
          <p:nvPr/>
        </p:nvSpPr>
        <p:spPr>
          <a:xfrm>
            <a:off x="84018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5920">
            <a:extLst>
              <a:ext uri="{FF2B5EF4-FFF2-40B4-BE49-F238E27FC236}">
                <a16:creationId xmlns:a16="http://schemas.microsoft.com/office/drawing/2014/main" id="{853B3973-DD3E-4D11-89AC-E22054E9C5B9}"/>
              </a:ext>
            </a:extLst>
          </p:cNvPr>
          <p:cNvSpPr>
            <a:spLocks/>
          </p:cNvSpPr>
          <p:nvPr/>
        </p:nvSpPr>
        <p:spPr>
          <a:xfrm>
            <a:off x="83402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5921">
            <a:extLst>
              <a:ext uri="{FF2B5EF4-FFF2-40B4-BE49-F238E27FC236}">
                <a16:creationId xmlns:a16="http://schemas.microsoft.com/office/drawing/2014/main" id="{15DF352D-181D-4F2A-B6BD-5D784828954E}"/>
              </a:ext>
            </a:extLst>
          </p:cNvPr>
          <p:cNvSpPr>
            <a:spLocks/>
          </p:cNvSpPr>
          <p:nvPr/>
        </p:nvSpPr>
        <p:spPr>
          <a:xfrm>
            <a:off x="82625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5922">
            <a:extLst>
              <a:ext uri="{FF2B5EF4-FFF2-40B4-BE49-F238E27FC236}">
                <a16:creationId xmlns:a16="http://schemas.microsoft.com/office/drawing/2014/main" id="{45E669DD-C9E8-4ECC-9B0D-A50B4E353B9B}"/>
              </a:ext>
            </a:extLst>
          </p:cNvPr>
          <p:cNvSpPr>
            <a:spLocks/>
          </p:cNvSpPr>
          <p:nvPr/>
        </p:nvSpPr>
        <p:spPr>
          <a:xfrm>
            <a:off x="82858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5923">
            <a:extLst>
              <a:ext uri="{FF2B5EF4-FFF2-40B4-BE49-F238E27FC236}">
                <a16:creationId xmlns:a16="http://schemas.microsoft.com/office/drawing/2014/main" id="{A50889CC-ACBE-4895-8D66-4A0094C19CA7}"/>
              </a:ext>
            </a:extLst>
          </p:cNvPr>
          <p:cNvSpPr>
            <a:spLocks/>
          </p:cNvSpPr>
          <p:nvPr/>
        </p:nvSpPr>
        <p:spPr>
          <a:xfrm>
            <a:off x="84239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5924">
            <a:extLst>
              <a:ext uri="{FF2B5EF4-FFF2-40B4-BE49-F238E27FC236}">
                <a16:creationId xmlns:a16="http://schemas.microsoft.com/office/drawing/2014/main" id="{80AD51B1-67F1-45ED-BE49-CA9C7C7C5396}"/>
              </a:ext>
            </a:extLst>
          </p:cNvPr>
          <p:cNvSpPr>
            <a:spLocks/>
          </p:cNvSpPr>
          <p:nvPr/>
        </p:nvSpPr>
        <p:spPr>
          <a:xfrm>
            <a:off x="84552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5925">
            <a:extLst>
              <a:ext uri="{FF2B5EF4-FFF2-40B4-BE49-F238E27FC236}">
                <a16:creationId xmlns:a16="http://schemas.microsoft.com/office/drawing/2014/main" id="{7968E16F-916F-4479-AF89-1E3456D04C10}"/>
              </a:ext>
            </a:extLst>
          </p:cNvPr>
          <p:cNvSpPr>
            <a:spLocks/>
          </p:cNvSpPr>
          <p:nvPr/>
        </p:nvSpPr>
        <p:spPr>
          <a:xfrm>
            <a:off x="83657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5926">
            <a:extLst>
              <a:ext uri="{FF2B5EF4-FFF2-40B4-BE49-F238E27FC236}">
                <a16:creationId xmlns:a16="http://schemas.microsoft.com/office/drawing/2014/main" id="{D1032EFF-73C9-4D6C-8352-C03DF3E6D283}"/>
              </a:ext>
            </a:extLst>
          </p:cNvPr>
          <p:cNvSpPr>
            <a:spLocks/>
          </p:cNvSpPr>
          <p:nvPr/>
        </p:nvSpPr>
        <p:spPr>
          <a:xfrm>
            <a:off x="8388108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5927">
            <a:extLst>
              <a:ext uri="{FF2B5EF4-FFF2-40B4-BE49-F238E27FC236}">
                <a16:creationId xmlns:a16="http://schemas.microsoft.com/office/drawing/2014/main" id="{7D542E73-7651-44EF-BDA3-F295A2AD9771}"/>
              </a:ext>
            </a:extLst>
          </p:cNvPr>
          <p:cNvSpPr>
            <a:spLocks/>
          </p:cNvSpPr>
          <p:nvPr/>
        </p:nvSpPr>
        <p:spPr>
          <a:xfrm>
            <a:off x="83291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5928">
            <a:extLst>
              <a:ext uri="{FF2B5EF4-FFF2-40B4-BE49-F238E27FC236}">
                <a16:creationId xmlns:a16="http://schemas.microsoft.com/office/drawing/2014/main" id="{41841271-1F58-4EC9-A639-E570FD0CF9A6}"/>
              </a:ext>
            </a:extLst>
          </p:cNvPr>
          <p:cNvSpPr>
            <a:spLocks/>
          </p:cNvSpPr>
          <p:nvPr/>
        </p:nvSpPr>
        <p:spPr>
          <a:xfrm>
            <a:off x="827991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5929">
            <a:extLst>
              <a:ext uri="{FF2B5EF4-FFF2-40B4-BE49-F238E27FC236}">
                <a16:creationId xmlns:a16="http://schemas.microsoft.com/office/drawing/2014/main" id="{11E40BAA-5370-4F48-91C7-E454EF7397E6}"/>
              </a:ext>
            </a:extLst>
          </p:cNvPr>
          <p:cNvSpPr>
            <a:spLocks/>
          </p:cNvSpPr>
          <p:nvPr/>
        </p:nvSpPr>
        <p:spPr>
          <a:xfrm>
            <a:off x="8302838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5930">
            <a:extLst>
              <a:ext uri="{FF2B5EF4-FFF2-40B4-BE49-F238E27FC236}">
                <a16:creationId xmlns:a16="http://schemas.microsoft.com/office/drawing/2014/main" id="{82229347-994B-4CFE-9B2C-DADBA5D2D60C}"/>
              </a:ext>
            </a:extLst>
          </p:cNvPr>
          <p:cNvSpPr>
            <a:spLocks/>
          </p:cNvSpPr>
          <p:nvPr/>
        </p:nvSpPr>
        <p:spPr>
          <a:xfrm>
            <a:off x="82740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5931">
            <a:extLst>
              <a:ext uri="{FF2B5EF4-FFF2-40B4-BE49-F238E27FC236}">
                <a16:creationId xmlns:a16="http://schemas.microsoft.com/office/drawing/2014/main" id="{1ABF590D-06E5-4154-B5DB-DB3130AAF3D3}"/>
              </a:ext>
            </a:extLst>
          </p:cNvPr>
          <p:cNvSpPr>
            <a:spLocks/>
          </p:cNvSpPr>
          <p:nvPr/>
        </p:nvSpPr>
        <p:spPr>
          <a:xfrm>
            <a:off x="83181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5932">
            <a:extLst>
              <a:ext uri="{FF2B5EF4-FFF2-40B4-BE49-F238E27FC236}">
                <a16:creationId xmlns:a16="http://schemas.microsoft.com/office/drawing/2014/main" id="{816D25B8-BC99-4558-B837-5CF6939CF498}"/>
              </a:ext>
            </a:extLst>
          </p:cNvPr>
          <p:cNvSpPr>
            <a:spLocks/>
          </p:cNvSpPr>
          <p:nvPr/>
        </p:nvSpPr>
        <p:spPr>
          <a:xfrm>
            <a:off x="82972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5933">
            <a:extLst>
              <a:ext uri="{FF2B5EF4-FFF2-40B4-BE49-F238E27FC236}">
                <a16:creationId xmlns:a16="http://schemas.microsoft.com/office/drawing/2014/main" id="{86B97F4C-BC61-4203-9105-20C94624C127}"/>
              </a:ext>
            </a:extLst>
          </p:cNvPr>
          <p:cNvSpPr>
            <a:spLocks/>
          </p:cNvSpPr>
          <p:nvPr/>
        </p:nvSpPr>
        <p:spPr>
          <a:xfrm>
            <a:off x="83378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5934">
            <a:extLst>
              <a:ext uri="{FF2B5EF4-FFF2-40B4-BE49-F238E27FC236}">
                <a16:creationId xmlns:a16="http://schemas.microsoft.com/office/drawing/2014/main" id="{ACB477F1-F92F-420E-8AC0-BDC31EB3656A}"/>
              </a:ext>
            </a:extLst>
          </p:cNvPr>
          <p:cNvSpPr>
            <a:spLocks/>
          </p:cNvSpPr>
          <p:nvPr/>
        </p:nvSpPr>
        <p:spPr>
          <a:xfrm>
            <a:off x="842085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5935">
            <a:extLst>
              <a:ext uri="{FF2B5EF4-FFF2-40B4-BE49-F238E27FC236}">
                <a16:creationId xmlns:a16="http://schemas.microsoft.com/office/drawing/2014/main" id="{B32BB41C-51EB-4889-9396-CF5C16CFA404}"/>
              </a:ext>
            </a:extLst>
          </p:cNvPr>
          <p:cNvSpPr>
            <a:spLocks/>
          </p:cNvSpPr>
          <p:nvPr/>
        </p:nvSpPr>
        <p:spPr>
          <a:xfrm>
            <a:off x="833789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5936">
            <a:extLst>
              <a:ext uri="{FF2B5EF4-FFF2-40B4-BE49-F238E27FC236}">
                <a16:creationId xmlns:a16="http://schemas.microsoft.com/office/drawing/2014/main" id="{C79E2EDC-62AB-4FF2-94E6-F16787418D45}"/>
              </a:ext>
            </a:extLst>
          </p:cNvPr>
          <p:cNvSpPr>
            <a:spLocks/>
          </p:cNvSpPr>
          <p:nvPr/>
        </p:nvSpPr>
        <p:spPr>
          <a:xfrm>
            <a:off x="843781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5937">
            <a:extLst>
              <a:ext uri="{FF2B5EF4-FFF2-40B4-BE49-F238E27FC236}">
                <a16:creationId xmlns:a16="http://schemas.microsoft.com/office/drawing/2014/main" id="{06E69F27-DA57-479D-95A6-D054334BADC2}"/>
              </a:ext>
            </a:extLst>
          </p:cNvPr>
          <p:cNvSpPr>
            <a:spLocks/>
          </p:cNvSpPr>
          <p:nvPr/>
        </p:nvSpPr>
        <p:spPr>
          <a:xfrm>
            <a:off x="87745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5938">
            <a:extLst>
              <a:ext uri="{FF2B5EF4-FFF2-40B4-BE49-F238E27FC236}">
                <a16:creationId xmlns:a16="http://schemas.microsoft.com/office/drawing/2014/main" id="{413FF918-B397-403C-89E4-5EB25E8C8F12}"/>
              </a:ext>
            </a:extLst>
          </p:cNvPr>
          <p:cNvSpPr>
            <a:spLocks/>
          </p:cNvSpPr>
          <p:nvPr/>
        </p:nvSpPr>
        <p:spPr>
          <a:xfrm>
            <a:off x="87212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5939">
            <a:extLst>
              <a:ext uri="{FF2B5EF4-FFF2-40B4-BE49-F238E27FC236}">
                <a16:creationId xmlns:a16="http://schemas.microsoft.com/office/drawing/2014/main" id="{356B9D68-CA7F-49DB-A9F9-6F1A97B950E3}"/>
              </a:ext>
            </a:extLst>
          </p:cNvPr>
          <p:cNvSpPr>
            <a:spLocks/>
          </p:cNvSpPr>
          <p:nvPr/>
        </p:nvSpPr>
        <p:spPr>
          <a:xfrm>
            <a:off x="87776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5940">
            <a:extLst>
              <a:ext uri="{FF2B5EF4-FFF2-40B4-BE49-F238E27FC236}">
                <a16:creationId xmlns:a16="http://schemas.microsoft.com/office/drawing/2014/main" id="{9A7A7102-0458-4FD9-8FD2-0A0345321434}"/>
              </a:ext>
            </a:extLst>
          </p:cNvPr>
          <p:cNvSpPr>
            <a:spLocks/>
          </p:cNvSpPr>
          <p:nvPr/>
        </p:nvSpPr>
        <p:spPr>
          <a:xfrm>
            <a:off x="87511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5941">
            <a:extLst>
              <a:ext uri="{FF2B5EF4-FFF2-40B4-BE49-F238E27FC236}">
                <a16:creationId xmlns:a16="http://schemas.microsoft.com/office/drawing/2014/main" id="{7812E936-B0A1-491F-832D-E89DAFBD18F3}"/>
              </a:ext>
            </a:extLst>
          </p:cNvPr>
          <p:cNvSpPr>
            <a:spLocks/>
          </p:cNvSpPr>
          <p:nvPr/>
        </p:nvSpPr>
        <p:spPr>
          <a:xfrm>
            <a:off x="8784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5942">
            <a:extLst>
              <a:ext uri="{FF2B5EF4-FFF2-40B4-BE49-F238E27FC236}">
                <a16:creationId xmlns:a16="http://schemas.microsoft.com/office/drawing/2014/main" id="{D80A097C-2B21-47B5-8F56-448C444061D3}"/>
              </a:ext>
            </a:extLst>
          </p:cNvPr>
          <p:cNvSpPr>
            <a:spLocks/>
          </p:cNvSpPr>
          <p:nvPr/>
        </p:nvSpPr>
        <p:spPr>
          <a:xfrm>
            <a:off x="888885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5943">
            <a:extLst>
              <a:ext uri="{FF2B5EF4-FFF2-40B4-BE49-F238E27FC236}">
                <a16:creationId xmlns:a16="http://schemas.microsoft.com/office/drawing/2014/main" id="{3FE57D50-9927-4CC9-A5E7-FD4C95E1818F}"/>
              </a:ext>
            </a:extLst>
          </p:cNvPr>
          <p:cNvSpPr>
            <a:spLocks/>
          </p:cNvSpPr>
          <p:nvPr/>
        </p:nvSpPr>
        <p:spPr>
          <a:xfrm>
            <a:off x="88301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5944">
            <a:extLst>
              <a:ext uri="{FF2B5EF4-FFF2-40B4-BE49-F238E27FC236}">
                <a16:creationId xmlns:a16="http://schemas.microsoft.com/office/drawing/2014/main" id="{C6245DF7-611D-4C8C-B45E-179BBBB75586}"/>
              </a:ext>
            </a:extLst>
          </p:cNvPr>
          <p:cNvSpPr>
            <a:spLocks/>
          </p:cNvSpPr>
          <p:nvPr/>
        </p:nvSpPr>
        <p:spPr>
          <a:xfrm>
            <a:off x="8725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5945">
            <a:extLst>
              <a:ext uri="{FF2B5EF4-FFF2-40B4-BE49-F238E27FC236}">
                <a16:creationId xmlns:a16="http://schemas.microsoft.com/office/drawing/2014/main" id="{B8C6523A-1E03-49CD-87C7-C357F615D0D8}"/>
              </a:ext>
            </a:extLst>
          </p:cNvPr>
          <p:cNvSpPr>
            <a:spLocks/>
          </p:cNvSpPr>
          <p:nvPr/>
        </p:nvSpPr>
        <p:spPr>
          <a:xfrm>
            <a:off x="882104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5946">
            <a:extLst>
              <a:ext uri="{FF2B5EF4-FFF2-40B4-BE49-F238E27FC236}">
                <a16:creationId xmlns:a16="http://schemas.microsoft.com/office/drawing/2014/main" id="{F2107CAE-D18C-49B5-AA2B-25F5AB41F433}"/>
              </a:ext>
            </a:extLst>
          </p:cNvPr>
          <p:cNvSpPr>
            <a:spLocks/>
          </p:cNvSpPr>
          <p:nvPr/>
        </p:nvSpPr>
        <p:spPr>
          <a:xfrm>
            <a:off x="874555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5947">
            <a:extLst>
              <a:ext uri="{FF2B5EF4-FFF2-40B4-BE49-F238E27FC236}">
                <a16:creationId xmlns:a16="http://schemas.microsoft.com/office/drawing/2014/main" id="{4C339081-6AAA-41DB-B34A-C0E1F99EE336}"/>
              </a:ext>
            </a:extLst>
          </p:cNvPr>
          <p:cNvSpPr>
            <a:spLocks/>
          </p:cNvSpPr>
          <p:nvPr/>
        </p:nvSpPr>
        <p:spPr>
          <a:xfrm>
            <a:off x="87861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5948">
            <a:extLst>
              <a:ext uri="{FF2B5EF4-FFF2-40B4-BE49-F238E27FC236}">
                <a16:creationId xmlns:a16="http://schemas.microsoft.com/office/drawing/2014/main" id="{397767C7-C95D-4273-AEC1-D866E506BDB3}"/>
              </a:ext>
            </a:extLst>
          </p:cNvPr>
          <p:cNvSpPr>
            <a:spLocks/>
          </p:cNvSpPr>
          <p:nvPr/>
        </p:nvSpPr>
        <p:spPr>
          <a:xfrm>
            <a:off x="87394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5949">
            <a:extLst>
              <a:ext uri="{FF2B5EF4-FFF2-40B4-BE49-F238E27FC236}">
                <a16:creationId xmlns:a16="http://schemas.microsoft.com/office/drawing/2014/main" id="{54613240-4319-40AA-A3BC-DBB6269814E0}"/>
              </a:ext>
            </a:extLst>
          </p:cNvPr>
          <p:cNvSpPr>
            <a:spLocks/>
          </p:cNvSpPr>
          <p:nvPr/>
        </p:nvSpPr>
        <p:spPr>
          <a:xfrm>
            <a:off x="8907452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5950">
            <a:extLst>
              <a:ext uri="{FF2B5EF4-FFF2-40B4-BE49-F238E27FC236}">
                <a16:creationId xmlns:a16="http://schemas.microsoft.com/office/drawing/2014/main" id="{3FCFDA0D-9BB9-445F-BB3B-50BB9FD1DB0D}"/>
              </a:ext>
            </a:extLst>
          </p:cNvPr>
          <p:cNvSpPr>
            <a:spLocks/>
          </p:cNvSpPr>
          <p:nvPr/>
        </p:nvSpPr>
        <p:spPr>
          <a:xfrm>
            <a:off x="87513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5951">
            <a:extLst>
              <a:ext uri="{FF2B5EF4-FFF2-40B4-BE49-F238E27FC236}">
                <a16:creationId xmlns:a16="http://schemas.microsoft.com/office/drawing/2014/main" id="{7A84DFB8-185C-458C-86D4-03AB607A85AD}"/>
              </a:ext>
            </a:extLst>
          </p:cNvPr>
          <p:cNvSpPr>
            <a:spLocks/>
          </p:cNvSpPr>
          <p:nvPr/>
        </p:nvSpPr>
        <p:spPr>
          <a:xfrm>
            <a:off x="87570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5952">
            <a:extLst>
              <a:ext uri="{FF2B5EF4-FFF2-40B4-BE49-F238E27FC236}">
                <a16:creationId xmlns:a16="http://schemas.microsoft.com/office/drawing/2014/main" id="{D70BC096-040B-42D6-92DD-AF9574B6D199}"/>
              </a:ext>
            </a:extLst>
          </p:cNvPr>
          <p:cNvSpPr>
            <a:spLocks/>
          </p:cNvSpPr>
          <p:nvPr/>
        </p:nvSpPr>
        <p:spPr>
          <a:xfrm>
            <a:off x="88157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5953">
            <a:extLst>
              <a:ext uri="{FF2B5EF4-FFF2-40B4-BE49-F238E27FC236}">
                <a16:creationId xmlns:a16="http://schemas.microsoft.com/office/drawing/2014/main" id="{EABE0E1E-C757-437E-B067-2D31A02B3FF0}"/>
              </a:ext>
            </a:extLst>
          </p:cNvPr>
          <p:cNvSpPr>
            <a:spLocks/>
          </p:cNvSpPr>
          <p:nvPr/>
        </p:nvSpPr>
        <p:spPr>
          <a:xfrm>
            <a:off x="88727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5954">
            <a:extLst>
              <a:ext uri="{FF2B5EF4-FFF2-40B4-BE49-F238E27FC236}">
                <a16:creationId xmlns:a16="http://schemas.microsoft.com/office/drawing/2014/main" id="{9F97AE18-BE53-4482-B960-BD4A4BC65879}"/>
              </a:ext>
            </a:extLst>
          </p:cNvPr>
          <p:cNvSpPr>
            <a:spLocks/>
          </p:cNvSpPr>
          <p:nvPr/>
        </p:nvSpPr>
        <p:spPr>
          <a:xfrm>
            <a:off x="88807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5955">
            <a:extLst>
              <a:ext uri="{FF2B5EF4-FFF2-40B4-BE49-F238E27FC236}">
                <a16:creationId xmlns:a16="http://schemas.microsoft.com/office/drawing/2014/main" id="{1684E7F9-8843-46A5-8F4B-674F4E0268DE}"/>
              </a:ext>
            </a:extLst>
          </p:cNvPr>
          <p:cNvSpPr>
            <a:spLocks/>
          </p:cNvSpPr>
          <p:nvPr/>
        </p:nvSpPr>
        <p:spPr>
          <a:xfrm>
            <a:off x="8759079" y="322112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5956">
            <a:extLst>
              <a:ext uri="{FF2B5EF4-FFF2-40B4-BE49-F238E27FC236}">
                <a16:creationId xmlns:a16="http://schemas.microsoft.com/office/drawing/2014/main" id="{C259AC96-18CC-40F0-9611-B3E0907B2F30}"/>
              </a:ext>
            </a:extLst>
          </p:cNvPr>
          <p:cNvSpPr>
            <a:spLocks/>
          </p:cNvSpPr>
          <p:nvPr/>
        </p:nvSpPr>
        <p:spPr>
          <a:xfrm>
            <a:off x="87255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5957">
            <a:extLst>
              <a:ext uri="{FF2B5EF4-FFF2-40B4-BE49-F238E27FC236}">
                <a16:creationId xmlns:a16="http://schemas.microsoft.com/office/drawing/2014/main" id="{E7148F8E-AA66-402D-9FCE-4D7FE4B3DD6E}"/>
              </a:ext>
            </a:extLst>
          </p:cNvPr>
          <p:cNvSpPr>
            <a:spLocks/>
          </p:cNvSpPr>
          <p:nvPr/>
        </p:nvSpPr>
        <p:spPr>
          <a:xfrm>
            <a:off x="88460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5958">
            <a:extLst>
              <a:ext uri="{FF2B5EF4-FFF2-40B4-BE49-F238E27FC236}">
                <a16:creationId xmlns:a16="http://schemas.microsoft.com/office/drawing/2014/main" id="{08121F7C-3B7E-4259-8FBC-F61FDBA19496}"/>
              </a:ext>
            </a:extLst>
          </p:cNvPr>
          <p:cNvSpPr>
            <a:spLocks/>
          </p:cNvSpPr>
          <p:nvPr/>
        </p:nvSpPr>
        <p:spPr>
          <a:xfrm>
            <a:off x="883022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5959">
            <a:extLst>
              <a:ext uri="{FF2B5EF4-FFF2-40B4-BE49-F238E27FC236}">
                <a16:creationId xmlns:a16="http://schemas.microsoft.com/office/drawing/2014/main" id="{6AE70395-3BA6-421B-833C-8E2ED39ACE8A}"/>
              </a:ext>
            </a:extLst>
          </p:cNvPr>
          <p:cNvSpPr>
            <a:spLocks/>
          </p:cNvSpPr>
          <p:nvPr/>
        </p:nvSpPr>
        <p:spPr>
          <a:xfrm>
            <a:off x="891273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5960">
            <a:extLst>
              <a:ext uri="{FF2B5EF4-FFF2-40B4-BE49-F238E27FC236}">
                <a16:creationId xmlns:a16="http://schemas.microsoft.com/office/drawing/2014/main" id="{CD6BB848-FBC0-4028-9046-6BFFAF7084DB}"/>
              </a:ext>
            </a:extLst>
          </p:cNvPr>
          <p:cNvSpPr>
            <a:spLocks/>
          </p:cNvSpPr>
          <p:nvPr/>
        </p:nvSpPr>
        <p:spPr>
          <a:xfrm>
            <a:off x="88125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5961">
            <a:extLst>
              <a:ext uri="{FF2B5EF4-FFF2-40B4-BE49-F238E27FC236}">
                <a16:creationId xmlns:a16="http://schemas.microsoft.com/office/drawing/2014/main" id="{992D9652-A2F0-4C45-995B-C432AA2AE9F1}"/>
              </a:ext>
            </a:extLst>
          </p:cNvPr>
          <p:cNvSpPr>
            <a:spLocks/>
          </p:cNvSpPr>
          <p:nvPr/>
        </p:nvSpPr>
        <p:spPr>
          <a:xfrm>
            <a:off x="8941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5962">
            <a:extLst>
              <a:ext uri="{FF2B5EF4-FFF2-40B4-BE49-F238E27FC236}">
                <a16:creationId xmlns:a16="http://schemas.microsoft.com/office/drawing/2014/main" id="{49D41337-3ADD-43E1-A7CF-5898DEB036E4}"/>
              </a:ext>
            </a:extLst>
          </p:cNvPr>
          <p:cNvSpPr>
            <a:spLocks/>
          </p:cNvSpPr>
          <p:nvPr/>
        </p:nvSpPr>
        <p:spPr>
          <a:xfrm>
            <a:off x="88221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5963">
            <a:extLst>
              <a:ext uri="{FF2B5EF4-FFF2-40B4-BE49-F238E27FC236}">
                <a16:creationId xmlns:a16="http://schemas.microsoft.com/office/drawing/2014/main" id="{8A5C1628-B212-4BBF-A701-9F2C057B4594}"/>
              </a:ext>
            </a:extLst>
          </p:cNvPr>
          <p:cNvSpPr>
            <a:spLocks/>
          </p:cNvSpPr>
          <p:nvPr/>
        </p:nvSpPr>
        <p:spPr>
          <a:xfrm>
            <a:off x="87925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5964">
            <a:extLst>
              <a:ext uri="{FF2B5EF4-FFF2-40B4-BE49-F238E27FC236}">
                <a16:creationId xmlns:a16="http://schemas.microsoft.com/office/drawing/2014/main" id="{4FEFB17E-19A7-4B25-B9BE-5C4DBD0E199B}"/>
              </a:ext>
            </a:extLst>
          </p:cNvPr>
          <p:cNvSpPr>
            <a:spLocks/>
          </p:cNvSpPr>
          <p:nvPr/>
        </p:nvSpPr>
        <p:spPr>
          <a:xfrm>
            <a:off x="8872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5965">
            <a:extLst>
              <a:ext uri="{FF2B5EF4-FFF2-40B4-BE49-F238E27FC236}">
                <a16:creationId xmlns:a16="http://schemas.microsoft.com/office/drawing/2014/main" id="{3A8E74CD-BD23-48D0-903C-F73FC69FADFA}"/>
              </a:ext>
            </a:extLst>
          </p:cNvPr>
          <p:cNvSpPr>
            <a:spLocks/>
          </p:cNvSpPr>
          <p:nvPr/>
        </p:nvSpPr>
        <p:spPr>
          <a:xfrm>
            <a:off x="87546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5966">
            <a:extLst>
              <a:ext uri="{FF2B5EF4-FFF2-40B4-BE49-F238E27FC236}">
                <a16:creationId xmlns:a16="http://schemas.microsoft.com/office/drawing/2014/main" id="{40EB6B41-A805-460F-BA26-42C52EC4A08F}"/>
              </a:ext>
            </a:extLst>
          </p:cNvPr>
          <p:cNvSpPr>
            <a:spLocks/>
          </p:cNvSpPr>
          <p:nvPr/>
        </p:nvSpPr>
        <p:spPr>
          <a:xfrm>
            <a:off x="88952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5967">
            <a:extLst>
              <a:ext uri="{FF2B5EF4-FFF2-40B4-BE49-F238E27FC236}">
                <a16:creationId xmlns:a16="http://schemas.microsoft.com/office/drawing/2014/main" id="{6B497ECF-C9EB-4943-A986-6623975BB040}"/>
              </a:ext>
            </a:extLst>
          </p:cNvPr>
          <p:cNvSpPr>
            <a:spLocks/>
          </p:cNvSpPr>
          <p:nvPr/>
        </p:nvSpPr>
        <p:spPr>
          <a:xfrm>
            <a:off x="8844657" y="3698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5968">
            <a:extLst>
              <a:ext uri="{FF2B5EF4-FFF2-40B4-BE49-F238E27FC236}">
                <a16:creationId xmlns:a16="http://schemas.microsoft.com/office/drawing/2014/main" id="{1D30534A-7B39-4EF7-A117-2225415BF427}"/>
              </a:ext>
            </a:extLst>
          </p:cNvPr>
          <p:cNvSpPr>
            <a:spLocks/>
          </p:cNvSpPr>
          <p:nvPr/>
        </p:nvSpPr>
        <p:spPr>
          <a:xfrm>
            <a:off x="88313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5969">
            <a:extLst>
              <a:ext uri="{FF2B5EF4-FFF2-40B4-BE49-F238E27FC236}">
                <a16:creationId xmlns:a16="http://schemas.microsoft.com/office/drawing/2014/main" id="{D042B3F8-A95B-48EF-9DC3-5AE0E03D76EA}"/>
              </a:ext>
            </a:extLst>
          </p:cNvPr>
          <p:cNvSpPr>
            <a:spLocks/>
          </p:cNvSpPr>
          <p:nvPr/>
        </p:nvSpPr>
        <p:spPr>
          <a:xfrm>
            <a:off x="8857409" y="392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5970">
            <a:extLst>
              <a:ext uri="{FF2B5EF4-FFF2-40B4-BE49-F238E27FC236}">
                <a16:creationId xmlns:a16="http://schemas.microsoft.com/office/drawing/2014/main" id="{1C7B53CA-9EA4-46B7-8BF5-8187DF87DEA6}"/>
              </a:ext>
            </a:extLst>
          </p:cNvPr>
          <p:cNvSpPr>
            <a:spLocks/>
          </p:cNvSpPr>
          <p:nvPr/>
        </p:nvSpPr>
        <p:spPr>
          <a:xfrm>
            <a:off x="89069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5971">
            <a:extLst>
              <a:ext uri="{FF2B5EF4-FFF2-40B4-BE49-F238E27FC236}">
                <a16:creationId xmlns:a16="http://schemas.microsoft.com/office/drawing/2014/main" id="{9FB9D710-1526-4234-BA9A-FB6E362912DD}"/>
              </a:ext>
            </a:extLst>
          </p:cNvPr>
          <p:cNvSpPr>
            <a:spLocks/>
          </p:cNvSpPr>
          <p:nvPr/>
        </p:nvSpPr>
        <p:spPr>
          <a:xfrm>
            <a:off x="879489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5972">
            <a:extLst>
              <a:ext uri="{FF2B5EF4-FFF2-40B4-BE49-F238E27FC236}">
                <a16:creationId xmlns:a16="http://schemas.microsoft.com/office/drawing/2014/main" id="{68455477-CA44-4DC3-9663-C12A767733A8}"/>
              </a:ext>
            </a:extLst>
          </p:cNvPr>
          <p:cNvSpPr>
            <a:spLocks/>
          </p:cNvSpPr>
          <p:nvPr/>
        </p:nvSpPr>
        <p:spPr>
          <a:xfrm>
            <a:off x="87714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5973">
            <a:extLst>
              <a:ext uri="{FF2B5EF4-FFF2-40B4-BE49-F238E27FC236}">
                <a16:creationId xmlns:a16="http://schemas.microsoft.com/office/drawing/2014/main" id="{7252899E-363C-4B1C-848E-D664054BF126}"/>
              </a:ext>
            </a:extLst>
          </p:cNvPr>
          <p:cNvSpPr>
            <a:spLocks/>
          </p:cNvSpPr>
          <p:nvPr/>
        </p:nvSpPr>
        <p:spPr>
          <a:xfrm>
            <a:off x="8887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5974">
            <a:extLst>
              <a:ext uri="{FF2B5EF4-FFF2-40B4-BE49-F238E27FC236}">
                <a16:creationId xmlns:a16="http://schemas.microsoft.com/office/drawing/2014/main" id="{4555C3A9-20F5-44EC-8EA0-D0E0B0B918DC}"/>
              </a:ext>
            </a:extLst>
          </p:cNvPr>
          <p:cNvSpPr>
            <a:spLocks/>
          </p:cNvSpPr>
          <p:nvPr/>
        </p:nvSpPr>
        <p:spPr>
          <a:xfrm>
            <a:off x="883848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5975">
            <a:extLst>
              <a:ext uri="{FF2B5EF4-FFF2-40B4-BE49-F238E27FC236}">
                <a16:creationId xmlns:a16="http://schemas.microsoft.com/office/drawing/2014/main" id="{167A3CEB-161D-4BC6-B75C-CBD52EB2659E}"/>
              </a:ext>
            </a:extLst>
          </p:cNvPr>
          <p:cNvSpPr>
            <a:spLocks/>
          </p:cNvSpPr>
          <p:nvPr/>
        </p:nvSpPr>
        <p:spPr>
          <a:xfrm>
            <a:off x="88546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5976">
            <a:extLst>
              <a:ext uri="{FF2B5EF4-FFF2-40B4-BE49-F238E27FC236}">
                <a16:creationId xmlns:a16="http://schemas.microsoft.com/office/drawing/2014/main" id="{C9C038B7-344B-4254-9C5C-D4A788ED3DDB}"/>
              </a:ext>
            </a:extLst>
          </p:cNvPr>
          <p:cNvSpPr>
            <a:spLocks/>
          </p:cNvSpPr>
          <p:nvPr/>
        </p:nvSpPr>
        <p:spPr>
          <a:xfrm>
            <a:off x="87193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5977">
            <a:extLst>
              <a:ext uri="{FF2B5EF4-FFF2-40B4-BE49-F238E27FC236}">
                <a16:creationId xmlns:a16="http://schemas.microsoft.com/office/drawing/2014/main" id="{70B09D33-3D8D-4166-BA0D-D4387EFD3609}"/>
              </a:ext>
            </a:extLst>
          </p:cNvPr>
          <p:cNvSpPr>
            <a:spLocks/>
          </p:cNvSpPr>
          <p:nvPr/>
        </p:nvSpPr>
        <p:spPr>
          <a:xfrm>
            <a:off x="8866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5978">
            <a:extLst>
              <a:ext uri="{FF2B5EF4-FFF2-40B4-BE49-F238E27FC236}">
                <a16:creationId xmlns:a16="http://schemas.microsoft.com/office/drawing/2014/main" id="{49CC6363-FC5D-48AD-BE5F-98CD325E483F}"/>
              </a:ext>
            </a:extLst>
          </p:cNvPr>
          <p:cNvSpPr>
            <a:spLocks/>
          </p:cNvSpPr>
          <p:nvPr/>
        </p:nvSpPr>
        <p:spPr>
          <a:xfrm>
            <a:off x="89006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5979">
            <a:extLst>
              <a:ext uri="{FF2B5EF4-FFF2-40B4-BE49-F238E27FC236}">
                <a16:creationId xmlns:a16="http://schemas.microsoft.com/office/drawing/2014/main" id="{7AA99DAE-A91A-4218-B180-A52D04435276}"/>
              </a:ext>
            </a:extLst>
          </p:cNvPr>
          <p:cNvSpPr>
            <a:spLocks/>
          </p:cNvSpPr>
          <p:nvPr/>
        </p:nvSpPr>
        <p:spPr>
          <a:xfrm>
            <a:off x="87325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5980">
            <a:extLst>
              <a:ext uri="{FF2B5EF4-FFF2-40B4-BE49-F238E27FC236}">
                <a16:creationId xmlns:a16="http://schemas.microsoft.com/office/drawing/2014/main" id="{2E679842-7E89-4213-96A1-991149C9FC72}"/>
              </a:ext>
            </a:extLst>
          </p:cNvPr>
          <p:cNvSpPr>
            <a:spLocks/>
          </p:cNvSpPr>
          <p:nvPr/>
        </p:nvSpPr>
        <p:spPr>
          <a:xfrm>
            <a:off x="879518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5981">
            <a:extLst>
              <a:ext uri="{FF2B5EF4-FFF2-40B4-BE49-F238E27FC236}">
                <a16:creationId xmlns:a16="http://schemas.microsoft.com/office/drawing/2014/main" id="{52D4612E-14A4-4B2D-A308-18E11A45B629}"/>
              </a:ext>
            </a:extLst>
          </p:cNvPr>
          <p:cNvSpPr>
            <a:spLocks/>
          </p:cNvSpPr>
          <p:nvPr/>
        </p:nvSpPr>
        <p:spPr>
          <a:xfrm>
            <a:off x="8914692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5982">
            <a:extLst>
              <a:ext uri="{FF2B5EF4-FFF2-40B4-BE49-F238E27FC236}">
                <a16:creationId xmlns:a16="http://schemas.microsoft.com/office/drawing/2014/main" id="{C4401397-228B-4418-A7C2-767A90014D10}"/>
              </a:ext>
            </a:extLst>
          </p:cNvPr>
          <p:cNvSpPr>
            <a:spLocks/>
          </p:cNvSpPr>
          <p:nvPr/>
        </p:nvSpPr>
        <p:spPr>
          <a:xfrm>
            <a:off x="87425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5983">
            <a:extLst>
              <a:ext uri="{FF2B5EF4-FFF2-40B4-BE49-F238E27FC236}">
                <a16:creationId xmlns:a16="http://schemas.microsoft.com/office/drawing/2014/main" id="{39E11A63-72B7-4428-A48B-055908C624E7}"/>
              </a:ext>
            </a:extLst>
          </p:cNvPr>
          <p:cNvSpPr>
            <a:spLocks/>
          </p:cNvSpPr>
          <p:nvPr/>
        </p:nvSpPr>
        <p:spPr>
          <a:xfrm>
            <a:off x="88043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5984">
            <a:extLst>
              <a:ext uri="{FF2B5EF4-FFF2-40B4-BE49-F238E27FC236}">
                <a16:creationId xmlns:a16="http://schemas.microsoft.com/office/drawing/2014/main" id="{D96F6EE3-C034-41F5-A017-2EDF9CCE8559}"/>
              </a:ext>
            </a:extLst>
          </p:cNvPr>
          <p:cNvSpPr>
            <a:spLocks/>
          </p:cNvSpPr>
          <p:nvPr/>
        </p:nvSpPr>
        <p:spPr>
          <a:xfrm>
            <a:off x="8816570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5985">
            <a:extLst>
              <a:ext uri="{FF2B5EF4-FFF2-40B4-BE49-F238E27FC236}">
                <a16:creationId xmlns:a16="http://schemas.microsoft.com/office/drawing/2014/main" id="{5F552324-1649-4846-9963-AD457EB9611D}"/>
              </a:ext>
            </a:extLst>
          </p:cNvPr>
          <p:cNvSpPr>
            <a:spLocks/>
          </p:cNvSpPr>
          <p:nvPr/>
        </p:nvSpPr>
        <p:spPr>
          <a:xfrm>
            <a:off x="88444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5986">
            <a:extLst>
              <a:ext uri="{FF2B5EF4-FFF2-40B4-BE49-F238E27FC236}">
                <a16:creationId xmlns:a16="http://schemas.microsoft.com/office/drawing/2014/main" id="{B7D30DE2-E757-4D3C-8698-C6DD9E2E54AD}"/>
              </a:ext>
            </a:extLst>
          </p:cNvPr>
          <p:cNvSpPr>
            <a:spLocks/>
          </p:cNvSpPr>
          <p:nvPr/>
        </p:nvSpPr>
        <p:spPr>
          <a:xfrm>
            <a:off x="88410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5987">
            <a:extLst>
              <a:ext uri="{FF2B5EF4-FFF2-40B4-BE49-F238E27FC236}">
                <a16:creationId xmlns:a16="http://schemas.microsoft.com/office/drawing/2014/main" id="{43DEB114-EBC0-4FC4-93F0-E14286D59E3C}"/>
              </a:ext>
            </a:extLst>
          </p:cNvPr>
          <p:cNvSpPr>
            <a:spLocks/>
          </p:cNvSpPr>
          <p:nvPr/>
        </p:nvSpPr>
        <p:spPr>
          <a:xfrm>
            <a:off x="8863614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5988">
            <a:extLst>
              <a:ext uri="{FF2B5EF4-FFF2-40B4-BE49-F238E27FC236}">
                <a16:creationId xmlns:a16="http://schemas.microsoft.com/office/drawing/2014/main" id="{BC4837EC-B493-4CF0-B8D8-9038143DE519}"/>
              </a:ext>
            </a:extLst>
          </p:cNvPr>
          <p:cNvSpPr>
            <a:spLocks/>
          </p:cNvSpPr>
          <p:nvPr/>
        </p:nvSpPr>
        <p:spPr>
          <a:xfrm>
            <a:off x="89238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5989">
            <a:extLst>
              <a:ext uri="{FF2B5EF4-FFF2-40B4-BE49-F238E27FC236}">
                <a16:creationId xmlns:a16="http://schemas.microsoft.com/office/drawing/2014/main" id="{5ED14997-34F5-4524-A337-7E9E69E878BF}"/>
              </a:ext>
            </a:extLst>
          </p:cNvPr>
          <p:cNvSpPr>
            <a:spLocks/>
          </p:cNvSpPr>
          <p:nvPr/>
        </p:nvSpPr>
        <p:spPr>
          <a:xfrm>
            <a:off x="8846522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5990">
            <a:extLst>
              <a:ext uri="{FF2B5EF4-FFF2-40B4-BE49-F238E27FC236}">
                <a16:creationId xmlns:a16="http://schemas.microsoft.com/office/drawing/2014/main" id="{473C82D4-A919-423F-99B0-325C95F22080}"/>
              </a:ext>
            </a:extLst>
          </p:cNvPr>
          <p:cNvSpPr>
            <a:spLocks/>
          </p:cNvSpPr>
          <p:nvPr/>
        </p:nvSpPr>
        <p:spPr>
          <a:xfrm>
            <a:off x="87727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5991">
            <a:extLst>
              <a:ext uri="{FF2B5EF4-FFF2-40B4-BE49-F238E27FC236}">
                <a16:creationId xmlns:a16="http://schemas.microsoft.com/office/drawing/2014/main" id="{0442EE32-F6FB-470C-B065-0EA39965B095}"/>
              </a:ext>
            </a:extLst>
          </p:cNvPr>
          <p:cNvSpPr>
            <a:spLocks/>
          </p:cNvSpPr>
          <p:nvPr/>
        </p:nvSpPr>
        <p:spPr>
          <a:xfrm>
            <a:off x="892884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5992">
            <a:extLst>
              <a:ext uri="{FF2B5EF4-FFF2-40B4-BE49-F238E27FC236}">
                <a16:creationId xmlns:a16="http://schemas.microsoft.com/office/drawing/2014/main" id="{C823C926-0A23-4537-BD5A-1245FFEE7AF2}"/>
              </a:ext>
            </a:extLst>
          </p:cNvPr>
          <p:cNvSpPr>
            <a:spLocks/>
          </p:cNvSpPr>
          <p:nvPr/>
        </p:nvSpPr>
        <p:spPr>
          <a:xfrm>
            <a:off x="88241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5993">
            <a:extLst>
              <a:ext uri="{FF2B5EF4-FFF2-40B4-BE49-F238E27FC236}">
                <a16:creationId xmlns:a16="http://schemas.microsoft.com/office/drawing/2014/main" id="{5CDEC404-EC98-4303-852B-F9A82AE61C19}"/>
              </a:ext>
            </a:extLst>
          </p:cNvPr>
          <p:cNvSpPr>
            <a:spLocks/>
          </p:cNvSpPr>
          <p:nvPr/>
        </p:nvSpPr>
        <p:spPr>
          <a:xfrm>
            <a:off x="88848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5994">
            <a:extLst>
              <a:ext uri="{FF2B5EF4-FFF2-40B4-BE49-F238E27FC236}">
                <a16:creationId xmlns:a16="http://schemas.microsoft.com/office/drawing/2014/main" id="{F2083DAE-3A52-42FF-8623-C12BF42B7E52}"/>
              </a:ext>
            </a:extLst>
          </p:cNvPr>
          <p:cNvSpPr>
            <a:spLocks/>
          </p:cNvSpPr>
          <p:nvPr/>
        </p:nvSpPr>
        <p:spPr>
          <a:xfrm>
            <a:off x="87829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5995">
            <a:extLst>
              <a:ext uri="{FF2B5EF4-FFF2-40B4-BE49-F238E27FC236}">
                <a16:creationId xmlns:a16="http://schemas.microsoft.com/office/drawing/2014/main" id="{1EB4BC7E-1BF4-4218-92F1-CA0634C77A65}"/>
              </a:ext>
            </a:extLst>
          </p:cNvPr>
          <p:cNvSpPr>
            <a:spLocks/>
          </p:cNvSpPr>
          <p:nvPr/>
        </p:nvSpPr>
        <p:spPr>
          <a:xfrm>
            <a:off x="88111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5996">
            <a:extLst>
              <a:ext uri="{FF2B5EF4-FFF2-40B4-BE49-F238E27FC236}">
                <a16:creationId xmlns:a16="http://schemas.microsoft.com/office/drawing/2014/main" id="{D1A29B69-8165-4A54-8D2C-24A12FB3BACF}"/>
              </a:ext>
            </a:extLst>
          </p:cNvPr>
          <p:cNvSpPr>
            <a:spLocks/>
          </p:cNvSpPr>
          <p:nvPr/>
        </p:nvSpPr>
        <p:spPr>
          <a:xfrm>
            <a:off x="88648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5997">
            <a:extLst>
              <a:ext uri="{FF2B5EF4-FFF2-40B4-BE49-F238E27FC236}">
                <a16:creationId xmlns:a16="http://schemas.microsoft.com/office/drawing/2014/main" id="{4FB80614-439C-4264-9447-78AA6B69C2DA}"/>
              </a:ext>
            </a:extLst>
          </p:cNvPr>
          <p:cNvSpPr>
            <a:spLocks/>
          </p:cNvSpPr>
          <p:nvPr/>
        </p:nvSpPr>
        <p:spPr>
          <a:xfrm>
            <a:off x="8853447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5998">
            <a:extLst>
              <a:ext uri="{FF2B5EF4-FFF2-40B4-BE49-F238E27FC236}">
                <a16:creationId xmlns:a16="http://schemas.microsoft.com/office/drawing/2014/main" id="{A7F9202A-8BC2-4C91-8164-909288392077}"/>
              </a:ext>
            </a:extLst>
          </p:cNvPr>
          <p:cNvSpPr>
            <a:spLocks/>
          </p:cNvSpPr>
          <p:nvPr/>
        </p:nvSpPr>
        <p:spPr>
          <a:xfrm>
            <a:off x="881350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5999">
            <a:extLst>
              <a:ext uri="{FF2B5EF4-FFF2-40B4-BE49-F238E27FC236}">
                <a16:creationId xmlns:a16="http://schemas.microsoft.com/office/drawing/2014/main" id="{B6624DC6-73B7-41E7-95DC-7F559ADD933E}"/>
              </a:ext>
            </a:extLst>
          </p:cNvPr>
          <p:cNvSpPr>
            <a:spLocks/>
          </p:cNvSpPr>
          <p:nvPr/>
        </p:nvSpPr>
        <p:spPr>
          <a:xfrm>
            <a:off x="87932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6000">
            <a:extLst>
              <a:ext uri="{FF2B5EF4-FFF2-40B4-BE49-F238E27FC236}">
                <a16:creationId xmlns:a16="http://schemas.microsoft.com/office/drawing/2014/main" id="{45A98951-013F-4861-BB19-6EC1D9483439}"/>
              </a:ext>
            </a:extLst>
          </p:cNvPr>
          <p:cNvSpPr>
            <a:spLocks/>
          </p:cNvSpPr>
          <p:nvPr/>
        </p:nvSpPr>
        <p:spPr>
          <a:xfrm>
            <a:off x="888233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6001">
            <a:extLst>
              <a:ext uri="{FF2B5EF4-FFF2-40B4-BE49-F238E27FC236}">
                <a16:creationId xmlns:a16="http://schemas.microsoft.com/office/drawing/2014/main" id="{6E306B9B-E339-495E-BA94-956E30DC09BD}"/>
              </a:ext>
            </a:extLst>
          </p:cNvPr>
          <p:cNvSpPr>
            <a:spLocks/>
          </p:cNvSpPr>
          <p:nvPr/>
        </p:nvSpPr>
        <p:spPr>
          <a:xfrm>
            <a:off x="87355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6002">
            <a:extLst>
              <a:ext uri="{FF2B5EF4-FFF2-40B4-BE49-F238E27FC236}">
                <a16:creationId xmlns:a16="http://schemas.microsoft.com/office/drawing/2014/main" id="{1147883B-6DB9-4EA7-A87C-43D079263D6D}"/>
              </a:ext>
            </a:extLst>
          </p:cNvPr>
          <p:cNvSpPr>
            <a:spLocks/>
          </p:cNvSpPr>
          <p:nvPr/>
        </p:nvSpPr>
        <p:spPr>
          <a:xfrm>
            <a:off x="88646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6003">
            <a:extLst>
              <a:ext uri="{FF2B5EF4-FFF2-40B4-BE49-F238E27FC236}">
                <a16:creationId xmlns:a16="http://schemas.microsoft.com/office/drawing/2014/main" id="{5BC787CC-508C-4B60-A82E-49F4BE0F856C}"/>
              </a:ext>
            </a:extLst>
          </p:cNvPr>
          <p:cNvSpPr>
            <a:spLocks/>
          </p:cNvSpPr>
          <p:nvPr/>
        </p:nvSpPr>
        <p:spPr>
          <a:xfrm>
            <a:off x="87682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6004">
            <a:extLst>
              <a:ext uri="{FF2B5EF4-FFF2-40B4-BE49-F238E27FC236}">
                <a16:creationId xmlns:a16="http://schemas.microsoft.com/office/drawing/2014/main" id="{78684CF3-3C62-41C9-AC2D-12B189312202}"/>
              </a:ext>
            </a:extLst>
          </p:cNvPr>
          <p:cNvSpPr>
            <a:spLocks/>
          </p:cNvSpPr>
          <p:nvPr/>
        </p:nvSpPr>
        <p:spPr>
          <a:xfrm>
            <a:off x="8900082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6005">
            <a:extLst>
              <a:ext uri="{FF2B5EF4-FFF2-40B4-BE49-F238E27FC236}">
                <a16:creationId xmlns:a16="http://schemas.microsoft.com/office/drawing/2014/main" id="{F65DD9B2-41B6-4FEC-BDF4-B9C25FCE0D1A}"/>
              </a:ext>
            </a:extLst>
          </p:cNvPr>
          <p:cNvSpPr>
            <a:spLocks/>
          </p:cNvSpPr>
          <p:nvPr/>
        </p:nvSpPr>
        <p:spPr>
          <a:xfrm>
            <a:off x="88884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6006">
            <a:extLst>
              <a:ext uri="{FF2B5EF4-FFF2-40B4-BE49-F238E27FC236}">
                <a16:creationId xmlns:a16="http://schemas.microsoft.com/office/drawing/2014/main" id="{C83DB009-5292-4A87-A6C2-FC2BDC7E313B}"/>
              </a:ext>
            </a:extLst>
          </p:cNvPr>
          <p:cNvSpPr>
            <a:spLocks/>
          </p:cNvSpPr>
          <p:nvPr/>
        </p:nvSpPr>
        <p:spPr>
          <a:xfrm>
            <a:off x="8932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6007">
            <a:extLst>
              <a:ext uri="{FF2B5EF4-FFF2-40B4-BE49-F238E27FC236}">
                <a16:creationId xmlns:a16="http://schemas.microsoft.com/office/drawing/2014/main" id="{A4B408BE-7A2F-4116-B6F5-41491ED1BE87}"/>
              </a:ext>
            </a:extLst>
          </p:cNvPr>
          <p:cNvSpPr>
            <a:spLocks/>
          </p:cNvSpPr>
          <p:nvPr/>
        </p:nvSpPr>
        <p:spPr>
          <a:xfrm>
            <a:off x="88101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6008">
            <a:extLst>
              <a:ext uri="{FF2B5EF4-FFF2-40B4-BE49-F238E27FC236}">
                <a16:creationId xmlns:a16="http://schemas.microsoft.com/office/drawing/2014/main" id="{551C5518-7F34-4123-B04D-D3B028AEB89F}"/>
              </a:ext>
            </a:extLst>
          </p:cNvPr>
          <p:cNvSpPr>
            <a:spLocks/>
          </p:cNvSpPr>
          <p:nvPr/>
        </p:nvSpPr>
        <p:spPr>
          <a:xfrm>
            <a:off x="8839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6009">
            <a:extLst>
              <a:ext uri="{FF2B5EF4-FFF2-40B4-BE49-F238E27FC236}">
                <a16:creationId xmlns:a16="http://schemas.microsoft.com/office/drawing/2014/main" id="{8D1716A0-F5DC-4B4C-A5F5-192298887740}"/>
              </a:ext>
            </a:extLst>
          </p:cNvPr>
          <p:cNvSpPr>
            <a:spLocks/>
          </p:cNvSpPr>
          <p:nvPr/>
        </p:nvSpPr>
        <p:spPr>
          <a:xfrm>
            <a:off x="887339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6010">
            <a:extLst>
              <a:ext uri="{FF2B5EF4-FFF2-40B4-BE49-F238E27FC236}">
                <a16:creationId xmlns:a16="http://schemas.microsoft.com/office/drawing/2014/main" id="{044BF8C2-73B7-49A7-ABF6-3732ACA33CE3}"/>
              </a:ext>
            </a:extLst>
          </p:cNvPr>
          <p:cNvSpPr>
            <a:spLocks/>
          </p:cNvSpPr>
          <p:nvPr/>
        </p:nvSpPr>
        <p:spPr>
          <a:xfrm>
            <a:off x="88876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6011">
            <a:extLst>
              <a:ext uri="{FF2B5EF4-FFF2-40B4-BE49-F238E27FC236}">
                <a16:creationId xmlns:a16="http://schemas.microsoft.com/office/drawing/2014/main" id="{AA110AB3-5342-4C9B-8559-510DF2C4069B}"/>
              </a:ext>
            </a:extLst>
          </p:cNvPr>
          <p:cNvSpPr>
            <a:spLocks/>
          </p:cNvSpPr>
          <p:nvPr/>
        </p:nvSpPr>
        <p:spPr>
          <a:xfrm>
            <a:off x="877067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6012">
            <a:extLst>
              <a:ext uri="{FF2B5EF4-FFF2-40B4-BE49-F238E27FC236}">
                <a16:creationId xmlns:a16="http://schemas.microsoft.com/office/drawing/2014/main" id="{D6BA8063-C106-4348-B92A-67AC049A0FC1}"/>
              </a:ext>
            </a:extLst>
          </p:cNvPr>
          <p:cNvSpPr>
            <a:spLocks/>
          </p:cNvSpPr>
          <p:nvPr/>
        </p:nvSpPr>
        <p:spPr>
          <a:xfrm>
            <a:off x="8819993" y="388593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6013">
            <a:extLst>
              <a:ext uri="{FF2B5EF4-FFF2-40B4-BE49-F238E27FC236}">
                <a16:creationId xmlns:a16="http://schemas.microsoft.com/office/drawing/2014/main" id="{61ABD422-8A79-44FC-B3B1-26A1D42CA04A}"/>
              </a:ext>
            </a:extLst>
          </p:cNvPr>
          <p:cNvSpPr>
            <a:spLocks/>
          </p:cNvSpPr>
          <p:nvPr/>
        </p:nvSpPr>
        <p:spPr>
          <a:xfrm>
            <a:off x="8802994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6014">
            <a:extLst>
              <a:ext uri="{FF2B5EF4-FFF2-40B4-BE49-F238E27FC236}">
                <a16:creationId xmlns:a16="http://schemas.microsoft.com/office/drawing/2014/main" id="{89891A20-D578-42EC-99AE-DCCECB757D8C}"/>
              </a:ext>
            </a:extLst>
          </p:cNvPr>
          <p:cNvSpPr>
            <a:spLocks/>
          </p:cNvSpPr>
          <p:nvPr/>
        </p:nvSpPr>
        <p:spPr>
          <a:xfrm>
            <a:off x="87416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6015">
            <a:extLst>
              <a:ext uri="{FF2B5EF4-FFF2-40B4-BE49-F238E27FC236}">
                <a16:creationId xmlns:a16="http://schemas.microsoft.com/office/drawing/2014/main" id="{39E1ACFE-5462-4F04-B2B7-31BBD618B4A0}"/>
              </a:ext>
            </a:extLst>
          </p:cNvPr>
          <p:cNvSpPr>
            <a:spLocks/>
          </p:cNvSpPr>
          <p:nvPr/>
        </p:nvSpPr>
        <p:spPr>
          <a:xfrm>
            <a:off x="87435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6016">
            <a:extLst>
              <a:ext uri="{FF2B5EF4-FFF2-40B4-BE49-F238E27FC236}">
                <a16:creationId xmlns:a16="http://schemas.microsoft.com/office/drawing/2014/main" id="{C1C7D5BE-2E93-48C2-B9FC-44D0BEC12590}"/>
              </a:ext>
            </a:extLst>
          </p:cNvPr>
          <p:cNvSpPr>
            <a:spLocks/>
          </p:cNvSpPr>
          <p:nvPr/>
        </p:nvSpPr>
        <p:spPr>
          <a:xfrm>
            <a:off x="87982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6017">
            <a:extLst>
              <a:ext uri="{FF2B5EF4-FFF2-40B4-BE49-F238E27FC236}">
                <a16:creationId xmlns:a16="http://schemas.microsoft.com/office/drawing/2014/main" id="{8F1B6C2B-0230-444D-8A49-A77AA0AEA40B}"/>
              </a:ext>
            </a:extLst>
          </p:cNvPr>
          <p:cNvSpPr>
            <a:spLocks/>
          </p:cNvSpPr>
          <p:nvPr/>
        </p:nvSpPr>
        <p:spPr>
          <a:xfrm>
            <a:off x="8925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6018">
            <a:extLst>
              <a:ext uri="{FF2B5EF4-FFF2-40B4-BE49-F238E27FC236}">
                <a16:creationId xmlns:a16="http://schemas.microsoft.com/office/drawing/2014/main" id="{EC4A6ED2-EB75-4C09-89A8-0D467A16A0DF}"/>
              </a:ext>
            </a:extLst>
          </p:cNvPr>
          <p:cNvSpPr>
            <a:spLocks/>
          </p:cNvSpPr>
          <p:nvPr/>
        </p:nvSpPr>
        <p:spPr>
          <a:xfrm>
            <a:off x="87769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6019">
            <a:extLst>
              <a:ext uri="{FF2B5EF4-FFF2-40B4-BE49-F238E27FC236}">
                <a16:creationId xmlns:a16="http://schemas.microsoft.com/office/drawing/2014/main" id="{F4C500BA-CF74-47FE-9510-529272081FD3}"/>
              </a:ext>
            </a:extLst>
          </p:cNvPr>
          <p:cNvSpPr>
            <a:spLocks/>
          </p:cNvSpPr>
          <p:nvPr/>
        </p:nvSpPr>
        <p:spPr>
          <a:xfrm>
            <a:off x="89240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6020">
            <a:extLst>
              <a:ext uri="{FF2B5EF4-FFF2-40B4-BE49-F238E27FC236}">
                <a16:creationId xmlns:a16="http://schemas.microsoft.com/office/drawing/2014/main" id="{8080A3E3-2A12-4261-BED6-50BE80D35D60}"/>
              </a:ext>
            </a:extLst>
          </p:cNvPr>
          <p:cNvSpPr>
            <a:spLocks/>
          </p:cNvSpPr>
          <p:nvPr/>
        </p:nvSpPr>
        <p:spPr>
          <a:xfrm>
            <a:off x="8750591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6021">
            <a:extLst>
              <a:ext uri="{FF2B5EF4-FFF2-40B4-BE49-F238E27FC236}">
                <a16:creationId xmlns:a16="http://schemas.microsoft.com/office/drawing/2014/main" id="{50920165-2701-4F50-AD01-7F9B0BFFD497}"/>
              </a:ext>
            </a:extLst>
          </p:cNvPr>
          <p:cNvSpPr>
            <a:spLocks/>
          </p:cNvSpPr>
          <p:nvPr/>
        </p:nvSpPr>
        <p:spPr>
          <a:xfrm>
            <a:off x="89058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6022">
            <a:extLst>
              <a:ext uri="{FF2B5EF4-FFF2-40B4-BE49-F238E27FC236}">
                <a16:creationId xmlns:a16="http://schemas.microsoft.com/office/drawing/2014/main" id="{50E79355-4F4A-4108-9C0C-B99C3BD2648A}"/>
              </a:ext>
            </a:extLst>
          </p:cNvPr>
          <p:cNvSpPr>
            <a:spLocks/>
          </p:cNvSpPr>
          <p:nvPr/>
        </p:nvSpPr>
        <p:spPr>
          <a:xfrm>
            <a:off x="879804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6023">
            <a:extLst>
              <a:ext uri="{FF2B5EF4-FFF2-40B4-BE49-F238E27FC236}">
                <a16:creationId xmlns:a16="http://schemas.microsoft.com/office/drawing/2014/main" id="{E161A36C-B83F-4DD8-93B0-36727A95FBE2}"/>
              </a:ext>
            </a:extLst>
          </p:cNvPr>
          <p:cNvSpPr>
            <a:spLocks/>
          </p:cNvSpPr>
          <p:nvPr/>
        </p:nvSpPr>
        <p:spPr>
          <a:xfrm>
            <a:off x="8805460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6024">
            <a:extLst>
              <a:ext uri="{FF2B5EF4-FFF2-40B4-BE49-F238E27FC236}">
                <a16:creationId xmlns:a16="http://schemas.microsoft.com/office/drawing/2014/main" id="{4786186E-D1DB-4A37-84E9-D760A5B84704}"/>
              </a:ext>
            </a:extLst>
          </p:cNvPr>
          <p:cNvSpPr>
            <a:spLocks/>
          </p:cNvSpPr>
          <p:nvPr/>
        </p:nvSpPr>
        <p:spPr>
          <a:xfrm>
            <a:off x="873707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6025">
            <a:extLst>
              <a:ext uri="{FF2B5EF4-FFF2-40B4-BE49-F238E27FC236}">
                <a16:creationId xmlns:a16="http://schemas.microsoft.com/office/drawing/2014/main" id="{F03DBCEF-8304-4D28-B37E-2A11752FF135}"/>
              </a:ext>
            </a:extLst>
          </p:cNvPr>
          <p:cNvSpPr>
            <a:spLocks/>
          </p:cNvSpPr>
          <p:nvPr/>
        </p:nvSpPr>
        <p:spPr>
          <a:xfrm>
            <a:off x="88370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6026">
            <a:extLst>
              <a:ext uri="{FF2B5EF4-FFF2-40B4-BE49-F238E27FC236}">
                <a16:creationId xmlns:a16="http://schemas.microsoft.com/office/drawing/2014/main" id="{16CFBD77-EB58-4187-9EAE-3031AD90D5A1}"/>
              </a:ext>
            </a:extLst>
          </p:cNvPr>
          <p:cNvSpPr>
            <a:spLocks/>
          </p:cNvSpPr>
          <p:nvPr/>
        </p:nvSpPr>
        <p:spPr>
          <a:xfrm>
            <a:off x="8846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6027">
            <a:extLst>
              <a:ext uri="{FF2B5EF4-FFF2-40B4-BE49-F238E27FC236}">
                <a16:creationId xmlns:a16="http://schemas.microsoft.com/office/drawing/2014/main" id="{AB9AC327-F91D-4080-8A9B-242DE2D34E5D}"/>
              </a:ext>
            </a:extLst>
          </p:cNvPr>
          <p:cNvSpPr>
            <a:spLocks/>
          </p:cNvSpPr>
          <p:nvPr/>
        </p:nvSpPr>
        <p:spPr>
          <a:xfrm>
            <a:off x="88761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6028">
            <a:extLst>
              <a:ext uri="{FF2B5EF4-FFF2-40B4-BE49-F238E27FC236}">
                <a16:creationId xmlns:a16="http://schemas.microsoft.com/office/drawing/2014/main" id="{3CAB4C10-2E47-486E-BFD8-AE2CC1CBA855}"/>
              </a:ext>
            </a:extLst>
          </p:cNvPr>
          <p:cNvSpPr>
            <a:spLocks/>
          </p:cNvSpPr>
          <p:nvPr/>
        </p:nvSpPr>
        <p:spPr>
          <a:xfrm>
            <a:off x="88364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6029">
            <a:extLst>
              <a:ext uri="{FF2B5EF4-FFF2-40B4-BE49-F238E27FC236}">
                <a16:creationId xmlns:a16="http://schemas.microsoft.com/office/drawing/2014/main" id="{4BA0B959-F27F-4A48-BAF7-A212E4E07A44}"/>
              </a:ext>
            </a:extLst>
          </p:cNvPr>
          <p:cNvSpPr>
            <a:spLocks/>
          </p:cNvSpPr>
          <p:nvPr/>
        </p:nvSpPr>
        <p:spPr>
          <a:xfrm>
            <a:off x="89004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6030">
            <a:extLst>
              <a:ext uri="{FF2B5EF4-FFF2-40B4-BE49-F238E27FC236}">
                <a16:creationId xmlns:a16="http://schemas.microsoft.com/office/drawing/2014/main" id="{F59DD92A-D272-4D02-AB6E-1FACD84D6E56}"/>
              </a:ext>
            </a:extLst>
          </p:cNvPr>
          <p:cNvSpPr>
            <a:spLocks/>
          </p:cNvSpPr>
          <p:nvPr/>
        </p:nvSpPr>
        <p:spPr>
          <a:xfrm>
            <a:off x="88642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6031">
            <a:extLst>
              <a:ext uri="{FF2B5EF4-FFF2-40B4-BE49-F238E27FC236}">
                <a16:creationId xmlns:a16="http://schemas.microsoft.com/office/drawing/2014/main" id="{E40EF763-3476-4E75-90C7-0C85217E450F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3" name="data_6032">
            <a:extLst>
              <a:ext uri="{FF2B5EF4-FFF2-40B4-BE49-F238E27FC236}">
                <a16:creationId xmlns:a16="http://schemas.microsoft.com/office/drawing/2014/main" id="{DCA4DFF5-0E40-4A11-BC53-2EAA07CF1920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4" name="text_6033">
            <a:extLst>
              <a:ext uri="{FF2B5EF4-FFF2-40B4-BE49-F238E27FC236}">
                <a16:creationId xmlns:a16="http://schemas.microsoft.com/office/drawing/2014/main" id="{90640D42-BFEE-41BA-B2AA-1A26576DC1CB}"/>
              </a:ext>
            </a:extLst>
          </p:cNvPr>
          <p:cNvSpPr>
            <a:spLocks/>
          </p:cNvSpPr>
          <p:nvPr/>
        </p:nvSpPr>
        <p:spPr>
          <a:xfrm>
            <a:off x="5225171" y="189735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6034">
            <a:extLst>
              <a:ext uri="{FF2B5EF4-FFF2-40B4-BE49-F238E27FC236}">
                <a16:creationId xmlns:a16="http://schemas.microsoft.com/office/drawing/2014/main" id="{84B9B32E-5BA2-4D02-8C7E-AEE0262FF6DA}"/>
              </a:ext>
            </a:extLst>
          </p:cNvPr>
          <p:cNvSpPr>
            <a:spLocks/>
          </p:cNvSpPr>
          <p:nvPr/>
        </p:nvSpPr>
        <p:spPr>
          <a:xfrm>
            <a:off x="5704001" y="191992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6035">
            <a:extLst>
              <a:ext uri="{FF2B5EF4-FFF2-40B4-BE49-F238E27FC236}">
                <a16:creationId xmlns:a16="http://schemas.microsoft.com/office/drawing/2014/main" id="{F0B73CCD-3817-4EEC-A104-CDDA3EF5F407}"/>
              </a:ext>
            </a:extLst>
          </p:cNvPr>
          <p:cNvSpPr>
            <a:spLocks/>
          </p:cNvSpPr>
          <p:nvPr/>
        </p:nvSpPr>
        <p:spPr>
          <a:xfrm>
            <a:off x="6006790" y="3154589"/>
            <a:ext cx="191" cy="749077"/>
          </a:xfrm>
          <a:custGeom>
            <a:avLst/>
            <a:gdLst/>
            <a:ahLst/>
            <a:cxnLst/>
            <a:rect l="0" t="0" r="0" b="0"/>
            <a:pathLst>
              <a:path w="191" h="749077">
                <a:moveTo>
                  <a:pt x="0" y="74907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07" name="data_6036">
            <a:extLst>
              <a:ext uri="{FF2B5EF4-FFF2-40B4-BE49-F238E27FC236}">
                <a16:creationId xmlns:a16="http://schemas.microsoft.com/office/drawing/2014/main" id="{B1FCF1AC-ECAD-4A5A-BCFB-CDAB1B126CD8}"/>
              </a:ext>
            </a:extLst>
          </p:cNvPr>
          <p:cNvSpPr>
            <a:spLocks/>
          </p:cNvSpPr>
          <p:nvPr/>
        </p:nvSpPr>
        <p:spPr>
          <a:xfrm>
            <a:off x="6472621" y="2311878"/>
            <a:ext cx="191" cy="1264067"/>
          </a:xfrm>
          <a:custGeom>
            <a:avLst/>
            <a:gdLst/>
            <a:ahLst/>
            <a:cxnLst/>
            <a:rect l="0" t="0" r="0" b="0"/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08" name="data_6037">
            <a:extLst>
              <a:ext uri="{FF2B5EF4-FFF2-40B4-BE49-F238E27FC236}">
                <a16:creationId xmlns:a16="http://schemas.microsoft.com/office/drawing/2014/main" id="{8682E6C4-DBC5-402E-A59C-CE9CE040BD82}"/>
              </a:ext>
            </a:extLst>
          </p:cNvPr>
          <p:cNvSpPr>
            <a:spLocks/>
          </p:cNvSpPr>
          <p:nvPr/>
        </p:nvSpPr>
        <p:spPr>
          <a:xfrm>
            <a:off x="6938451" y="2311878"/>
            <a:ext cx="191" cy="780119"/>
          </a:xfrm>
          <a:custGeom>
            <a:avLst/>
            <a:gdLst/>
            <a:ahLst/>
            <a:cxnLst/>
            <a:rect l="0" t="0" r="0" b="0"/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9" name="data_6038">
            <a:extLst>
              <a:ext uri="{FF2B5EF4-FFF2-40B4-BE49-F238E27FC236}">
                <a16:creationId xmlns:a16="http://schemas.microsoft.com/office/drawing/2014/main" id="{E00C5CC9-109A-4870-BEF8-73F7363EDA4E}"/>
              </a:ext>
            </a:extLst>
          </p:cNvPr>
          <p:cNvSpPr>
            <a:spLocks/>
          </p:cNvSpPr>
          <p:nvPr/>
        </p:nvSpPr>
        <p:spPr>
          <a:xfrm>
            <a:off x="7916694" y="2311878"/>
            <a:ext cx="191" cy="1610875"/>
          </a:xfrm>
          <a:custGeom>
            <a:avLst/>
            <a:gdLst/>
            <a:ahLst/>
            <a:cxnLst/>
            <a:rect l="0" t="0" r="0" b="0"/>
            <a:pathLst>
              <a:path w="191" h="1610875">
                <a:moveTo>
                  <a:pt x="0" y="161087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10" name="data_6039">
            <a:extLst>
              <a:ext uri="{FF2B5EF4-FFF2-40B4-BE49-F238E27FC236}">
                <a16:creationId xmlns:a16="http://schemas.microsoft.com/office/drawing/2014/main" id="{67ACB074-EEFB-4255-A42E-96590413D85C}"/>
              </a:ext>
            </a:extLst>
          </p:cNvPr>
          <p:cNvSpPr>
            <a:spLocks/>
          </p:cNvSpPr>
          <p:nvPr/>
        </p:nvSpPr>
        <p:spPr>
          <a:xfrm>
            <a:off x="8382524" y="2311878"/>
            <a:ext cx="191" cy="1474745"/>
          </a:xfrm>
          <a:custGeom>
            <a:avLst/>
            <a:gdLst/>
            <a:ahLst/>
            <a:cxnLst/>
            <a:rect l="0" t="0" r="0" b="0"/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11" name="data_6040">
            <a:extLst>
              <a:ext uri="{FF2B5EF4-FFF2-40B4-BE49-F238E27FC236}">
                <a16:creationId xmlns:a16="http://schemas.microsoft.com/office/drawing/2014/main" id="{B6C86C59-C452-4D68-A8FE-37A24C292531}"/>
              </a:ext>
            </a:extLst>
          </p:cNvPr>
          <p:cNvSpPr>
            <a:spLocks/>
          </p:cNvSpPr>
          <p:nvPr/>
        </p:nvSpPr>
        <p:spPr>
          <a:xfrm>
            <a:off x="8848354" y="2311878"/>
            <a:ext cx="191" cy="1228954"/>
          </a:xfrm>
          <a:custGeom>
            <a:avLst/>
            <a:gdLst/>
            <a:ahLst/>
            <a:cxnLst/>
            <a:rect l="0" t="0" r="0" b="0"/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12" name="data_6041">
            <a:extLst>
              <a:ext uri="{FF2B5EF4-FFF2-40B4-BE49-F238E27FC236}">
                <a16:creationId xmlns:a16="http://schemas.microsoft.com/office/drawing/2014/main" id="{027BD915-6E1F-484D-B83F-9E9E54EC60F3}"/>
              </a:ext>
            </a:extLst>
          </p:cNvPr>
          <p:cNvSpPr>
            <a:spLocks/>
          </p:cNvSpPr>
          <p:nvPr/>
        </p:nvSpPr>
        <p:spPr>
          <a:xfrm>
            <a:off x="5971322" y="354473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3" name="data_6042">
            <a:extLst>
              <a:ext uri="{FF2B5EF4-FFF2-40B4-BE49-F238E27FC236}">
                <a16:creationId xmlns:a16="http://schemas.microsoft.com/office/drawing/2014/main" id="{6E291A0C-D41B-4286-8AE9-E2F999B4BA0B}"/>
              </a:ext>
            </a:extLst>
          </p:cNvPr>
          <p:cNvSpPr>
            <a:spLocks/>
          </p:cNvSpPr>
          <p:nvPr/>
        </p:nvSpPr>
        <p:spPr>
          <a:xfrm>
            <a:off x="6437152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4" name="data_6043">
            <a:extLst>
              <a:ext uri="{FF2B5EF4-FFF2-40B4-BE49-F238E27FC236}">
                <a16:creationId xmlns:a16="http://schemas.microsoft.com/office/drawing/2014/main" id="{3192F1CC-94A0-4679-AD21-825996E34050}"/>
              </a:ext>
            </a:extLst>
          </p:cNvPr>
          <p:cNvSpPr>
            <a:spLocks/>
          </p:cNvSpPr>
          <p:nvPr/>
        </p:nvSpPr>
        <p:spPr>
          <a:xfrm>
            <a:off x="6902982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5" name="data_6044">
            <a:extLst>
              <a:ext uri="{FF2B5EF4-FFF2-40B4-BE49-F238E27FC236}">
                <a16:creationId xmlns:a16="http://schemas.microsoft.com/office/drawing/2014/main" id="{E1117028-DB0C-439E-9FA9-69DEAEE80959}"/>
              </a:ext>
            </a:extLst>
          </p:cNvPr>
          <p:cNvSpPr>
            <a:spLocks/>
          </p:cNvSpPr>
          <p:nvPr/>
        </p:nvSpPr>
        <p:spPr>
          <a:xfrm>
            <a:off x="7881225" y="289439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6" name="data_6045">
            <a:extLst>
              <a:ext uri="{FF2B5EF4-FFF2-40B4-BE49-F238E27FC236}">
                <a16:creationId xmlns:a16="http://schemas.microsoft.com/office/drawing/2014/main" id="{C10935A9-3C16-4AEC-B2D4-9AB7AF7FCE38}"/>
              </a:ext>
            </a:extLst>
          </p:cNvPr>
          <p:cNvSpPr>
            <a:spLocks/>
          </p:cNvSpPr>
          <p:nvPr/>
        </p:nvSpPr>
        <p:spPr>
          <a:xfrm>
            <a:off x="8347055" y="252220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7" name="data_6046">
            <a:extLst>
              <a:ext uri="{FF2B5EF4-FFF2-40B4-BE49-F238E27FC236}">
                <a16:creationId xmlns:a16="http://schemas.microsoft.com/office/drawing/2014/main" id="{F9541160-5AD9-40CB-BC52-4006FB7FF734}"/>
              </a:ext>
            </a:extLst>
          </p:cNvPr>
          <p:cNvSpPr>
            <a:spLocks/>
          </p:cNvSpPr>
          <p:nvPr/>
        </p:nvSpPr>
        <p:spPr>
          <a:xfrm>
            <a:off x="881288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8" name="data_6047">
            <a:extLst>
              <a:ext uri="{FF2B5EF4-FFF2-40B4-BE49-F238E27FC236}">
                <a16:creationId xmlns:a16="http://schemas.microsoft.com/office/drawing/2014/main" id="{B9FF9190-5E5D-4FA3-B120-599056D069E9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9" name="data_6048">
            <a:extLst>
              <a:ext uri="{FF2B5EF4-FFF2-40B4-BE49-F238E27FC236}">
                <a16:creationId xmlns:a16="http://schemas.microsoft.com/office/drawing/2014/main" id="{FF9F2908-CD42-45E3-BE92-5CA273C223A5}"/>
              </a:ext>
            </a:extLst>
          </p:cNvPr>
          <p:cNvSpPr>
            <a:spLocks/>
          </p:cNvSpPr>
          <p:nvPr/>
        </p:nvSpPr>
        <p:spPr>
          <a:xfrm>
            <a:off x="207513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0" name="text_6049">
            <a:extLst>
              <a:ext uri="{FF2B5EF4-FFF2-40B4-BE49-F238E27FC236}">
                <a16:creationId xmlns:a16="http://schemas.microsoft.com/office/drawing/2014/main" id="{BD7A1D82-1AC3-4DD9-A70A-DE8ED13C2666}"/>
              </a:ext>
            </a:extLst>
          </p:cNvPr>
          <p:cNvSpPr>
            <a:spLocks/>
          </p:cNvSpPr>
          <p:nvPr/>
        </p:nvSpPr>
        <p:spPr>
          <a:xfrm>
            <a:off x="1978023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6050">
            <a:extLst>
              <a:ext uri="{FF2B5EF4-FFF2-40B4-BE49-F238E27FC236}">
                <a16:creationId xmlns:a16="http://schemas.microsoft.com/office/drawing/2014/main" id="{03EA060B-B3FC-4061-885F-3DE5797B1248}"/>
              </a:ext>
            </a:extLst>
          </p:cNvPr>
          <p:cNvSpPr>
            <a:spLocks/>
          </p:cNvSpPr>
          <p:nvPr/>
        </p:nvSpPr>
        <p:spPr>
          <a:xfrm>
            <a:off x="374850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2" name="text_6051">
            <a:extLst>
              <a:ext uri="{FF2B5EF4-FFF2-40B4-BE49-F238E27FC236}">
                <a16:creationId xmlns:a16="http://schemas.microsoft.com/office/drawing/2014/main" id="{92172741-DD8F-496D-A5A9-35882A742DC7}"/>
              </a:ext>
            </a:extLst>
          </p:cNvPr>
          <p:cNvSpPr>
            <a:spLocks/>
          </p:cNvSpPr>
          <p:nvPr/>
        </p:nvSpPr>
        <p:spPr>
          <a:xfrm>
            <a:off x="3651394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6052">
            <a:extLst>
              <a:ext uri="{FF2B5EF4-FFF2-40B4-BE49-F238E27FC236}">
                <a16:creationId xmlns:a16="http://schemas.microsoft.com/office/drawing/2014/main" id="{43C9468C-E583-46BB-8FB7-0F1EFF6903A9}"/>
              </a:ext>
            </a:extLst>
          </p:cNvPr>
          <p:cNvSpPr>
            <a:spLocks/>
          </p:cNvSpPr>
          <p:nvPr/>
        </p:nvSpPr>
        <p:spPr>
          <a:xfrm>
            <a:off x="2128868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6053">
            <a:extLst>
              <a:ext uri="{FF2B5EF4-FFF2-40B4-BE49-F238E27FC236}">
                <a16:creationId xmlns:a16="http://schemas.microsoft.com/office/drawing/2014/main" id="{1D51A49F-5956-40C4-A20A-197F9336CF4C}"/>
              </a:ext>
            </a:extLst>
          </p:cNvPr>
          <p:cNvSpPr>
            <a:spLocks/>
          </p:cNvSpPr>
          <p:nvPr/>
        </p:nvSpPr>
        <p:spPr>
          <a:xfrm>
            <a:off x="1143908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5" name="text_6054">
            <a:extLst>
              <a:ext uri="{FF2B5EF4-FFF2-40B4-BE49-F238E27FC236}">
                <a16:creationId xmlns:a16="http://schemas.microsoft.com/office/drawing/2014/main" id="{CC2DAAA1-F5DE-4D61-89C5-5CAA1AA0D822}"/>
              </a:ext>
            </a:extLst>
          </p:cNvPr>
          <p:cNvSpPr>
            <a:spLocks/>
          </p:cNvSpPr>
          <p:nvPr/>
        </p:nvSpPr>
        <p:spPr>
          <a:xfrm>
            <a:off x="1017099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6055">
            <a:extLst>
              <a:ext uri="{FF2B5EF4-FFF2-40B4-BE49-F238E27FC236}">
                <a16:creationId xmlns:a16="http://schemas.microsoft.com/office/drawing/2014/main" id="{6CEEBE6E-1ECF-40FB-B6CF-3C6731FEECE5}"/>
              </a:ext>
            </a:extLst>
          </p:cNvPr>
          <p:cNvSpPr>
            <a:spLocks/>
          </p:cNvSpPr>
          <p:nvPr/>
        </p:nvSpPr>
        <p:spPr>
          <a:xfrm>
            <a:off x="1143908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6056">
            <a:extLst>
              <a:ext uri="{FF2B5EF4-FFF2-40B4-BE49-F238E27FC236}">
                <a16:creationId xmlns:a16="http://schemas.microsoft.com/office/drawing/2014/main" id="{48A3A6ED-27DA-47BC-BB50-778F7859F344}"/>
              </a:ext>
            </a:extLst>
          </p:cNvPr>
          <p:cNvSpPr>
            <a:spLocks/>
          </p:cNvSpPr>
          <p:nvPr/>
        </p:nvSpPr>
        <p:spPr>
          <a:xfrm>
            <a:off x="952362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6057">
            <a:extLst>
              <a:ext uri="{FF2B5EF4-FFF2-40B4-BE49-F238E27FC236}">
                <a16:creationId xmlns:a16="http://schemas.microsoft.com/office/drawing/2014/main" id="{E8AF4764-D34F-4589-8564-37B396228541}"/>
              </a:ext>
            </a:extLst>
          </p:cNvPr>
          <p:cNvSpPr>
            <a:spLocks/>
          </p:cNvSpPr>
          <p:nvPr/>
        </p:nvSpPr>
        <p:spPr>
          <a:xfrm>
            <a:off x="1143908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9" name="text_6058">
            <a:extLst>
              <a:ext uri="{FF2B5EF4-FFF2-40B4-BE49-F238E27FC236}">
                <a16:creationId xmlns:a16="http://schemas.microsoft.com/office/drawing/2014/main" id="{91425E86-F8D7-4F25-BAD8-A709441A262E}"/>
              </a:ext>
            </a:extLst>
          </p:cNvPr>
          <p:cNvSpPr>
            <a:spLocks/>
          </p:cNvSpPr>
          <p:nvPr/>
        </p:nvSpPr>
        <p:spPr>
          <a:xfrm>
            <a:off x="952362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6059">
            <a:extLst>
              <a:ext uri="{FF2B5EF4-FFF2-40B4-BE49-F238E27FC236}">
                <a16:creationId xmlns:a16="http://schemas.microsoft.com/office/drawing/2014/main" id="{54431E8A-E590-45D1-9747-A58B2CE43FE4}"/>
              </a:ext>
            </a:extLst>
          </p:cNvPr>
          <p:cNvSpPr>
            <a:spLocks/>
          </p:cNvSpPr>
          <p:nvPr/>
        </p:nvSpPr>
        <p:spPr>
          <a:xfrm>
            <a:off x="1143908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1" name="text_6060">
            <a:extLst>
              <a:ext uri="{FF2B5EF4-FFF2-40B4-BE49-F238E27FC236}">
                <a16:creationId xmlns:a16="http://schemas.microsoft.com/office/drawing/2014/main" id="{64C3872D-C492-4E20-8DAF-1FD403CA389B}"/>
              </a:ext>
            </a:extLst>
          </p:cNvPr>
          <p:cNvSpPr>
            <a:spLocks/>
          </p:cNvSpPr>
          <p:nvPr/>
        </p:nvSpPr>
        <p:spPr>
          <a:xfrm>
            <a:off x="952362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6061">
            <a:extLst>
              <a:ext uri="{FF2B5EF4-FFF2-40B4-BE49-F238E27FC236}">
                <a16:creationId xmlns:a16="http://schemas.microsoft.com/office/drawing/2014/main" id="{44A5AF08-24B3-437D-99D7-CE726207BA45}"/>
              </a:ext>
            </a:extLst>
          </p:cNvPr>
          <p:cNvSpPr>
            <a:spLocks/>
          </p:cNvSpPr>
          <p:nvPr/>
        </p:nvSpPr>
        <p:spPr>
          <a:xfrm>
            <a:off x="1143908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6062">
            <a:extLst>
              <a:ext uri="{FF2B5EF4-FFF2-40B4-BE49-F238E27FC236}">
                <a16:creationId xmlns:a16="http://schemas.microsoft.com/office/drawing/2014/main" id="{9C19E770-F3F9-42E0-BBB5-352BBD994777}"/>
              </a:ext>
            </a:extLst>
          </p:cNvPr>
          <p:cNvSpPr>
            <a:spLocks/>
          </p:cNvSpPr>
          <p:nvPr/>
        </p:nvSpPr>
        <p:spPr>
          <a:xfrm>
            <a:off x="887624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6063">
            <a:extLst>
              <a:ext uri="{FF2B5EF4-FFF2-40B4-BE49-F238E27FC236}">
                <a16:creationId xmlns:a16="http://schemas.microsoft.com/office/drawing/2014/main" id="{340FB71C-1CE5-4332-8844-37B236C61767}"/>
              </a:ext>
            </a:extLst>
          </p:cNvPr>
          <p:cNvSpPr>
            <a:spLocks/>
          </p:cNvSpPr>
          <p:nvPr/>
        </p:nvSpPr>
        <p:spPr>
          <a:xfrm rot="-5400000">
            <a:off x="-96858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6064">
            <a:extLst>
              <a:ext uri="{FF2B5EF4-FFF2-40B4-BE49-F238E27FC236}">
                <a16:creationId xmlns:a16="http://schemas.microsoft.com/office/drawing/2014/main" id="{02CC11B4-C6B8-4DA2-A7EE-CDE51CAC5635}"/>
              </a:ext>
            </a:extLst>
          </p:cNvPr>
          <p:cNvSpPr>
            <a:spLocks/>
          </p:cNvSpPr>
          <p:nvPr/>
        </p:nvSpPr>
        <p:spPr>
          <a:xfrm>
            <a:off x="1510368" y="6345745"/>
            <a:ext cx="343041" cy="510032"/>
          </a:xfrm>
          <a:custGeom>
            <a:avLst/>
            <a:gdLst/>
            <a:ahLst/>
            <a:cxnLst/>
            <a:rect l="0" t="0" r="0" b="0"/>
            <a:pathLst>
              <a:path w="343041" h="510032">
                <a:moveTo>
                  <a:pt x="0" y="510032"/>
                </a:moveTo>
                <a:lnTo>
                  <a:pt x="343041" y="510032"/>
                </a:lnTo>
                <a:lnTo>
                  <a:pt x="343041" y="0"/>
                </a:lnTo>
                <a:lnTo>
                  <a:pt x="0" y="0"/>
                </a:lnTo>
                <a:lnTo>
                  <a:pt x="0" y="510032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6" name="data_6065">
            <a:extLst>
              <a:ext uri="{FF2B5EF4-FFF2-40B4-BE49-F238E27FC236}">
                <a16:creationId xmlns:a16="http://schemas.microsoft.com/office/drawing/2014/main" id="{116EB9E1-CFA8-48A3-829E-C3E8CDEB7575}"/>
              </a:ext>
            </a:extLst>
          </p:cNvPr>
          <p:cNvSpPr>
            <a:spLocks/>
          </p:cNvSpPr>
          <p:nvPr/>
        </p:nvSpPr>
        <p:spPr>
          <a:xfrm>
            <a:off x="1903610" y="5863248"/>
            <a:ext cx="343041" cy="992529"/>
          </a:xfrm>
          <a:custGeom>
            <a:avLst/>
            <a:gdLst/>
            <a:ahLst/>
            <a:cxnLst/>
            <a:rect l="0" t="0" r="0" b="0"/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37" name="data_6066">
            <a:extLst>
              <a:ext uri="{FF2B5EF4-FFF2-40B4-BE49-F238E27FC236}">
                <a16:creationId xmlns:a16="http://schemas.microsoft.com/office/drawing/2014/main" id="{81ED9AD9-A08A-4303-8B7C-9DD3AEE12288}"/>
              </a:ext>
            </a:extLst>
          </p:cNvPr>
          <p:cNvSpPr>
            <a:spLocks/>
          </p:cNvSpPr>
          <p:nvPr/>
        </p:nvSpPr>
        <p:spPr>
          <a:xfrm>
            <a:off x="2296852" y="5669495"/>
            <a:ext cx="343041" cy="1186283"/>
          </a:xfrm>
          <a:custGeom>
            <a:avLst/>
            <a:gdLst/>
            <a:ahLst/>
            <a:cxnLst/>
            <a:rect l="0" t="0" r="0" b="0"/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38" name="data_6067">
            <a:extLst>
              <a:ext uri="{FF2B5EF4-FFF2-40B4-BE49-F238E27FC236}">
                <a16:creationId xmlns:a16="http://schemas.microsoft.com/office/drawing/2014/main" id="{D7268292-1BAD-4209-AE35-C75D3D1E01D5}"/>
              </a:ext>
            </a:extLst>
          </p:cNvPr>
          <p:cNvSpPr>
            <a:spLocks/>
          </p:cNvSpPr>
          <p:nvPr/>
        </p:nvSpPr>
        <p:spPr>
          <a:xfrm>
            <a:off x="3183738" y="6294786"/>
            <a:ext cx="343041" cy="560991"/>
          </a:xfrm>
          <a:custGeom>
            <a:avLst/>
            <a:gdLst/>
            <a:ahLst/>
            <a:cxnLst/>
            <a:rect l="0" t="0" r="0" b="0"/>
            <a:pathLst>
              <a:path w="343041" h="560991">
                <a:moveTo>
                  <a:pt x="0" y="560991"/>
                </a:moveTo>
                <a:lnTo>
                  <a:pt x="343041" y="560991"/>
                </a:lnTo>
                <a:lnTo>
                  <a:pt x="343041" y="0"/>
                </a:lnTo>
                <a:lnTo>
                  <a:pt x="0" y="0"/>
                </a:lnTo>
                <a:lnTo>
                  <a:pt x="0" y="56099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9" name="data_6068">
            <a:extLst>
              <a:ext uri="{FF2B5EF4-FFF2-40B4-BE49-F238E27FC236}">
                <a16:creationId xmlns:a16="http://schemas.microsoft.com/office/drawing/2014/main" id="{9EF5ADEB-09F5-45CF-9FE1-874150813379}"/>
              </a:ext>
            </a:extLst>
          </p:cNvPr>
          <p:cNvSpPr>
            <a:spLocks/>
          </p:cNvSpPr>
          <p:nvPr/>
        </p:nvSpPr>
        <p:spPr>
          <a:xfrm>
            <a:off x="3576980" y="5725034"/>
            <a:ext cx="343041" cy="1130743"/>
          </a:xfrm>
          <a:custGeom>
            <a:avLst/>
            <a:gdLst/>
            <a:ahLst/>
            <a:cxnLst/>
            <a:rect l="0" t="0" r="0" b="0"/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40" name="data_6069">
            <a:extLst>
              <a:ext uri="{FF2B5EF4-FFF2-40B4-BE49-F238E27FC236}">
                <a16:creationId xmlns:a16="http://schemas.microsoft.com/office/drawing/2014/main" id="{8E3E5AE1-276A-4083-9392-4B958D06FAC2}"/>
              </a:ext>
            </a:extLst>
          </p:cNvPr>
          <p:cNvSpPr>
            <a:spLocks/>
          </p:cNvSpPr>
          <p:nvPr/>
        </p:nvSpPr>
        <p:spPr>
          <a:xfrm>
            <a:off x="3970222" y="5574530"/>
            <a:ext cx="343041" cy="1281248"/>
          </a:xfrm>
          <a:custGeom>
            <a:avLst/>
            <a:gdLst/>
            <a:ahLst/>
            <a:cxnLst/>
            <a:rect l="0" t="0" r="0" b="0"/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41" name="data_6070">
            <a:extLst>
              <a:ext uri="{FF2B5EF4-FFF2-40B4-BE49-F238E27FC236}">
                <a16:creationId xmlns:a16="http://schemas.microsoft.com/office/drawing/2014/main" id="{0B667045-2F0B-4997-A6AE-83707917DB3A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2" name="data_6071">
            <a:extLst>
              <a:ext uri="{FF2B5EF4-FFF2-40B4-BE49-F238E27FC236}">
                <a16:creationId xmlns:a16="http://schemas.microsoft.com/office/drawing/2014/main" id="{1B233C02-CBAB-4020-AF7F-4FD37992AB16}"/>
              </a:ext>
            </a:extLst>
          </p:cNvPr>
          <p:cNvSpPr>
            <a:spLocks/>
          </p:cNvSpPr>
          <p:nvPr/>
        </p:nvSpPr>
        <p:spPr>
          <a:xfrm>
            <a:off x="1188244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3" name="data_6072">
            <a:extLst>
              <a:ext uri="{FF2B5EF4-FFF2-40B4-BE49-F238E27FC236}">
                <a16:creationId xmlns:a16="http://schemas.microsoft.com/office/drawing/2014/main" id="{D49D513D-52B3-4CFF-B75F-A9D588D1FE5B}"/>
              </a:ext>
            </a:extLst>
          </p:cNvPr>
          <p:cNvSpPr>
            <a:spLocks/>
          </p:cNvSpPr>
          <p:nvPr/>
        </p:nvSpPr>
        <p:spPr>
          <a:xfrm>
            <a:off x="1681888" y="6257106"/>
            <a:ext cx="191" cy="175444"/>
          </a:xfrm>
          <a:custGeom>
            <a:avLst/>
            <a:gdLst/>
            <a:ahLst/>
            <a:cxnLst/>
            <a:rect l="0" t="0" r="0" b="0"/>
            <a:pathLst>
              <a:path w="191" h="175444">
                <a:moveTo>
                  <a:pt x="0" y="1754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6073">
            <a:extLst>
              <a:ext uri="{FF2B5EF4-FFF2-40B4-BE49-F238E27FC236}">
                <a16:creationId xmlns:a16="http://schemas.microsoft.com/office/drawing/2014/main" id="{A16C2B2E-6D8A-45B1-8CCF-14B17BE32971}"/>
              </a:ext>
            </a:extLst>
          </p:cNvPr>
          <p:cNvSpPr>
            <a:spLocks/>
          </p:cNvSpPr>
          <p:nvPr/>
        </p:nvSpPr>
        <p:spPr>
          <a:xfrm>
            <a:off x="1623320" y="64325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6074">
            <a:extLst>
              <a:ext uri="{FF2B5EF4-FFF2-40B4-BE49-F238E27FC236}">
                <a16:creationId xmlns:a16="http://schemas.microsoft.com/office/drawing/2014/main" id="{8F4552EE-897B-4991-8C3C-963B500EAD3D}"/>
              </a:ext>
            </a:extLst>
          </p:cNvPr>
          <p:cNvSpPr>
            <a:spLocks/>
          </p:cNvSpPr>
          <p:nvPr/>
        </p:nvSpPr>
        <p:spPr>
          <a:xfrm>
            <a:off x="1623320" y="625710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6075">
            <a:extLst>
              <a:ext uri="{FF2B5EF4-FFF2-40B4-BE49-F238E27FC236}">
                <a16:creationId xmlns:a16="http://schemas.microsoft.com/office/drawing/2014/main" id="{29017856-142F-48A4-AE30-F1B6FBD5AD8E}"/>
              </a:ext>
            </a:extLst>
          </p:cNvPr>
          <p:cNvSpPr>
            <a:spLocks/>
          </p:cNvSpPr>
          <p:nvPr/>
        </p:nvSpPr>
        <p:spPr>
          <a:xfrm>
            <a:off x="1568693" y="607635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28.5</a:t>
            </a:r>
          </a:p>
        </p:txBody>
      </p:sp>
      <p:sp>
        <p:nvSpPr>
          <p:cNvPr id="1747" name="data_6076">
            <a:extLst>
              <a:ext uri="{FF2B5EF4-FFF2-40B4-BE49-F238E27FC236}">
                <a16:creationId xmlns:a16="http://schemas.microsoft.com/office/drawing/2014/main" id="{A427CE52-DDC5-4E8D-92E2-B45F28D92DFB}"/>
              </a:ext>
            </a:extLst>
          </p:cNvPr>
          <p:cNvSpPr>
            <a:spLocks/>
          </p:cNvSpPr>
          <p:nvPr/>
        </p:nvSpPr>
        <p:spPr>
          <a:xfrm>
            <a:off x="2075130" y="5776585"/>
            <a:ext cx="191" cy="175689"/>
          </a:xfrm>
          <a:custGeom>
            <a:avLst/>
            <a:gdLst/>
            <a:ahLst/>
            <a:cxnLst/>
            <a:rect l="0" t="0" r="0" b="0"/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6077">
            <a:extLst>
              <a:ext uri="{FF2B5EF4-FFF2-40B4-BE49-F238E27FC236}">
                <a16:creationId xmlns:a16="http://schemas.microsoft.com/office/drawing/2014/main" id="{76F284C3-5522-419C-80A2-88501026F387}"/>
              </a:ext>
            </a:extLst>
          </p:cNvPr>
          <p:cNvSpPr>
            <a:spLocks/>
          </p:cNvSpPr>
          <p:nvPr/>
        </p:nvSpPr>
        <p:spPr>
          <a:xfrm>
            <a:off x="2016562" y="5952274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6078">
            <a:extLst>
              <a:ext uri="{FF2B5EF4-FFF2-40B4-BE49-F238E27FC236}">
                <a16:creationId xmlns:a16="http://schemas.microsoft.com/office/drawing/2014/main" id="{5E728700-35E5-4721-A4B2-7A5ED5A48C88}"/>
              </a:ext>
            </a:extLst>
          </p:cNvPr>
          <p:cNvSpPr>
            <a:spLocks/>
          </p:cNvSpPr>
          <p:nvPr/>
        </p:nvSpPr>
        <p:spPr>
          <a:xfrm>
            <a:off x="2016562" y="577658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6079">
            <a:extLst>
              <a:ext uri="{FF2B5EF4-FFF2-40B4-BE49-F238E27FC236}">
                <a16:creationId xmlns:a16="http://schemas.microsoft.com/office/drawing/2014/main" id="{D52073ED-ABBB-4C03-8BDC-DCD8A06D7239}"/>
              </a:ext>
            </a:extLst>
          </p:cNvPr>
          <p:cNvSpPr>
            <a:spLocks/>
          </p:cNvSpPr>
          <p:nvPr/>
        </p:nvSpPr>
        <p:spPr>
          <a:xfrm>
            <a:off x="1961935" y="559583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6080">
            <a:extLst>
              <a:ext uri="{FF2B5EF4-FFF2-40B4-BE49-F238E27FC236}">
                <a16:creationId xmlns:a16="http://schemas.microsoft.com/office/drawing/2014/main" id="{4649DB7D-865F-4712-8A21-D2575A9418EF}"/>
              </a:ext>
            </a:extLst>
          </p:cNvPr>
          <p:cNvSpPr>
            <a:spLocks/>
          </p:cNvSpPr>
          <p:nvPr/>
        </p:nvSpPr>
        <p:spPr>
          <a:xfrm>
            <a:off x="2468372" y="5587215"/>
            <a:ext cx="191" cy="168398"/>
          </a:xfrm>
          <a:custGeom>
            <a:avLst/>
            <a:gdLst/>
            <a:ahLst/>
            <a:cxnLst/>
            <a:rect l="0" t="0" r="0" b="0"/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6081">
            <a:extLst>
              <a:ext uri="{FF2B5EF4-FFF2-40B4-BE49-F238E27FC236}">
                <a16:creationId xmlns:a16="http://schemas.microsoft.com/office/drawing/2014/main" id="{700DE089-2721-41B9-AA54-D02D1295D0E8}"/>
              </a:ext>
            </a:extLst>
          </p:cNvPr>
          <p:cNvSpPr>
            <a:spLocks/>
          </p:cNvSpPr>
          <p:nvPr/>
        </p:nvSpPr>
        <p:spPr>
          <a:xfrm>
            <a:off x="2409804" y="575561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6082">
            <a:extLst>
              <a:ext uri="{FF2B5EF4-FFF2-40B4-BE49-F238E27FC236}">
                <a16:creationId xmlns:a16="http://schemas.microsoft.com/office/drawing/2014/main" id="{3B3D1689-F0F7-4550-9F33-C7C21901760C}"/>
              </a:ext>
            </a:extLst>
          </p:cNvPr>
          <p:cNvSpPr>
            <a:spLocks/>
          </p:cNvSpPr>
          <p:nvPr/>
        </p:nvSpPr>
        <p:spPr>
          <a:xfrm>
            <a:off x="2409804" y="5587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6083">
            <a:extLst>
              <a:ext uri="{FF2B5EF4-FFF2-40B4-BE49-F238E27FC236}">
                <a16:creationId xmlns:a16="http://schemas.microsoft.com/office/drawing/2014/main" id="{B618A664-8328-4987-AB3F-2573A625BBD2}"/>
              </a:ext>
            </a:extLst>
          </p:cNvPr>
          <p:cNvSpPr>
            <a:spLocks/>
          </p:cNvSpPr>
          <p:nvPr/>
        </p:nvSpPr>
        <p:spPr>
          <a:xfrm>
            <a:off x="2355177" y="54064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6084">
            <a:extLst>
              <a:ext uri="{FF2B5EF4-FFF2-40B4-BE49-F238E27FC236}">
                <a16:creationId xmlns:a16="http://schemas.microsoft.com/office/drawing/2014/main" id="{37E378AC-D8AE-4A2B-8B93-65340CDA1DE9}"/>
              </a:ext>
            </a:extLst>
          </p:cNvPr>
          <p:cNvSpPr>
            <a:spLocks/>
          </p:cNvSpPr>
          <p:nvPr/>
        </p:nvSpPr>
        <p:spPr>
          <a:xfrm>
            <a:off x="3355258" y="6199615"/>
            <a:ext cx="191" cy="185462"/>
          </a:xfrm>
          <a:custGeom>
            <a:avLst/>
            <a:gdLst/>
            <a:ahLst/>
            <a:cxnLst/>
            <a:rect l="0" t="0" r="0" b="0"/>
            <a:pathLst>
              <a:path w="191" h="185462">
                <a:moveTo>
                  <a:pt x="0" y="18546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6" name="data_6085">
            <a:extLst>
              <a:ext uri="{FF2B5EF4-FFF2-40B4-BE49-F238E27FC236}">
                <a16:creationId xmlns:a16="http://schemas.microsoft.com/office/drawing/2014/main" id="{F0F13285-A567-42AA-8744-732D074BC706}"/>
              </a:ext>
            </a:extLst>
          </p:cNvPr>
          <p:cNvSpPr>
            <a:spLocks/>
          </p:cNvSpPr>
          <p:nvPr/>
        </p:nvSpPr>
        <p:spPr>
          <a:xfrm>
            <a:off x="3296690" y="6385077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7" name="data_6086">
            <a:extLst>
              <a:ext uri="{FF2B5EF4-FFF2-40B4-BE49-F238E27FC236}">
                <a16:creationId xmlns:a16="http://schemas.microsoft.com/office/drawing/2014/main" id="{713CC544-AFBA-4E67-A1E4-0CAC3730F76A}"/>
              </a:ext>
            </a:extLst>
          </p:cNvPr>
          <p:cNvSpPr>
            <a:spLocks/>
          </p:cNvSpPr>
          <p:nvPr/>
        </p:nvSpPr>
        <p:spPr>
          <a:xfrm>
            <a:off x="3296690" y="61996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8" name="text_6087">
            <a:extLst>
              <a:ext uri="{FF2B5EF4-FFF2-40B4-BE49-F238E27FC236}">
                <a16:creationId xmlns:a16="http://schemas.microsoft.com/office/drawing/2014/main" id="{E806D68E-74BA-462B-BE80-90B9FFF5F150}"/>
              </a:ext>
            </a:extLst>
          </p:cNvPr>
          <p:cNvSpPr>
            <a:spLocks/>
          </p:cNvSpPr>
          <p:nvPr/>
        </p:nvSpPr>
        <p:spPr>
          <a:xfrm>
            <a:off x="3242063" y="60188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31.4</a:t>
            </a:r>
          </a:p>
        </p:txBody>
      </p:sp>
      <p:sp>
        <p:nvSpPr>
          <p:cNvPr id="1759" name="data_6088">
            <a:extLst>
              <a:ext uri="{FF2B5EF4-FFF2-40B4-BE49-F238E27FC236}">
                <a16:creationId xmlns:a16="http://schemas.microsoft.com/office/drawing/2014/main" id="{8180C1CD-71B4-4D0F-ADB6-CE2C057D8B83}"/>
              </a:ext>
            </a:extLst>
          </p:cNvPr>
          <p:cNvSpPr>
            <a:spLocks/>
          </p:cNvSpPr>
          <p:nvPr/>
        </p:nvSpPr>
        <p:spPr>
          <a:xfrm>
            <a:off x="3748500" y="5634481"/>
            <a:ext cx="191" cy="182195"/>
          </a:xfrm>
          <a:custGeom>
            <a:avLst/>
            <a:gdLst/>
            <a:ahLst/>
            <a:cxnLst/>
            <a:rect l="0" t="0" r="0" b="0"/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0" name="data_6089">
            <a:extLst>
              <a:ext uri="{FF2B5EF4-FFF2-40B4-BE49-F238E27FC236}">
                <a16:creationId xmlns:a16="http://schemas.microsoft.com/office/drawing/2014/main" id="{5ACFBDA3-884D-4CC7-911B-F2AE61FF65F2}"/>
              </a:ext>
            </a:extLst>
          </p:cNvPr>
          <p:cNvSpPr>
            <a:spLocks/>
          </p:cNvSpPr>
          <p:nvPr/>
        </p:nvSpPr>
        <p:spPr>
          <a:xfrm>
            <a:off x="3689932" y="581667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1" name="data_6090">
            <a:extLst>
              <a:ext uri="{FF2B5EF4-FFF2-40B4-BE49-F238E27FC236}">
                <a16:creationId xmlns:a16="http://schemas.microsoft.com/office/drawing/2014/main" id="{A7F24366-7148-40BA-8DAA-7AC659856E51}"/>
              </a:ext>
            </a:extLst>
          </p:cNvPr>
          <p:cNvSpPr>
            <a:spLocks/>
          </p:cNvSpPr>
          <p:nvPr/>
        </p:nvSpPr>
        <p:spPr>
          <a:xfrm>
            <a:off x="3689932" y="563448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2" name="text_6091">
            <a:extLst>
              <a:ext uri="{FF2B5EF4-FFF2-40B4-BE49-F238E27FC236}">
                <a16:creationId xmlns:a16="http://schemas.microsoft.com/office/drawing/2014/main" id="{0D853833-E00E-44C3-AFC3-70F0ABDDF4A2}"/>
              </a:ext>
            </a:extLst>
          </p:cNvPr>
          <p:cNvSpPr>
            <a:spLocks/>
          </p:cNvSpPr>
          <p:nvPr/>
        </p:nvSpPr>
        <p:spPr>
          <a:xfrm>
            <a:off x="3635305" y="5453733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6092">
            <a:extLst>
              <a:ext uri="{FF2B5EF4-FFF2-40B4-BE49-F238E27FC236}">
                <a16:creationId xmlns:a16="http://schemas.microsoft.com/office/drawing/2014/main" id="{745283FA-963D-41ED-91A9-B290808879F0}"/>
              </a:ext>
            </a:extLst>
          </p:cNvPr>
          <p:cNvSpPr>
            <a:spLocks/>
          </p:cNvSpPr>
          <p:nvPr/>
        </p:nvSpPr>
        <p:spPr>
          <a:xfrm>
            <a:off x="4141742" y="5491743"/>
            <a:ext cx="191" cy="169049"/>
          </a:xfrm>
          <a:custGeom>
            <a:avLst/>
            <a:gdLst/>
            <a:ahLst/>
            <a:cxnLst/>
            <a:rect l="0" t="0" r="0" b="0"/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4" name="data_6093">
            <a:extLst>
              <a:ext uri="{FF2B5EF4-FFF2-40B4-BE49-F238E27FC236}">
                <a16:creationId xmlns:a16="http://schemas.microsoft.com/office/drawing/2014/main" id="{119F253C-F0CA-4E09-9F67-A13CD82AA851}"/>
              </a:ext>
            </a:extLst>
          </p:cNvPr>
          <p:cNvSpPr>
            <a:spLocks/>
          </p:cNvSpPr>
          <p:nvPr/>
        </p:nvSpPr>
        <p:spPr>
          <a:xfrm>
            <a:off x="4083174" y="566079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5" name="data_6094">
            <a:extLst>
              <a:ext uri="{FF2B5EF4-FFF2-40B4-BE49-F238E27FC236}">
                <a16:creationId xmlns:a16="http://schemas.microsoft.com/office/drawing/2014/main" id="{10DF22EE-ADD6-47FB-B256-42FA166AFFBC}"/>
              </a:ext>
            </a:extLst>
          </p:cNvPr>
          <p:cNvSpPr>
            <a:spLocks/>
          </p:cNvSpPr>
          <p:nvPr/>
        </p:nvSpPr>
        <p:spPr>
          <a:xfrm>
            <a:off x="4083174" y="54917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6" name="text_6095">
            <a:extLst>
              <a:ext uri="{FF2B5EF4-FFF2-40B4-BE49-F238E27FC236}">
                <a16:creationId xmlns:a16="http://schemas.microsoft.com/office/drawing/2014/main" id="{D9E6905C-8774-4D21-A7F9-089530359389}"/>
              </a:ext>
            </a:extLst>
          </p:cNvPr>
          <p:cNvSpPr>
            <a:spLocks/>
          </p:cNvSpPr>
          <p:nvPr/>
        </p:nvSpPr>
        <p:spPr>
          <a:xfrm>
            <a:off x="4028547" y="5310996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6096">
            <a:extLst>
              <a:ext uri="{FF2B5EF4-FFF2-40B4-BE49-F238E27FC236}">
                <a16:creationId xmlns:a16="http://schemas.microsoft.com/office/drawing/2014/main" id="{F1EF975F-ABD9-425E-A0D3-E474D0E12D63}"/>
              </a:ext>
            </a:extLst>
          </p:cNvPr>
          <p:cNvSpPr>
            <a:spLocks/>
          </p:cNvSpPr>
          <p:nvPr/>
        </p:nvSpPr>
        <p:spPr>
          <a:xfrm>
            <a:off x="709414" y="475582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6097">
            <a:extLst>
              <a:ext uri="{FF2B5EF4-FFF2-40B4-BE49-F238E27FC236}">
                <a16:creationId xmlns:a16="http://schemas.microsoft.com/office/drawing/2014/main" id="{F2C69556-6842-46AB-82AC-39497F39A2E9}"/>
              </a:ext>
            </a:extLst>
          </p:cNvPr>
          <p:cNvSpPr>
            <a:spLocks/>
          </p:cNvSpPr>
          <p:nvPr/>
        </p:nvSpPr>
        <p:spPr>
          <a:xfrm>
            <a:off x="1188244" y="4778402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6098">
            <a:extLst>
              <a:ext uri="{FF2B5EF4-FFF2-40B4-BE49-F238E27FC236}">
                <a16:creationId xmlns:a16="http://schemas.microsoft.com/office/drawing/2014/main" id="{A54FE5B9-4D1C-463D-818C-9D6491DC8F9B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70" name="data_6099">
            <a:extLst>
              <a:ext uri="{FF2B5EF4-FFF2-40B4-BE49-F238E27FC236}">
                <a16:creationId xmlns:a16="http://schemas.microsoft.com/office/drawing/2014/main" id="{7F3EA663-9101-4188-BC79-874C88EE5709}"/>
              </a:ext>
            </a:extLst>
          </p:cNvPr>
          <p:cNvSpPr>
            <a:spLocks/>
          </p:cNvSpPr>
          <p:nvPr/>
        </p:nvSpPr>
        <p:spPr>
          <a:xfrm>
            <a:off x="659088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1" name="text_6100">
            <a:extLst>
              <a:ext uri="{FF2B5EF4-FFF2-40B4-BE49-F238E27FC236}">
                <a16:creationId xmlns:a16="http://schemas.microsoft.com/office/drawing/2014/main" id="{FE1444EA-5C84-4CCA-8788-B1FB21037FE7}"/>
              </a:ext>
            </a:extLst>
          </p:cNvPr>
          <p:cNvSpPr>
            <a:spLocks/>
          </p:cNvSpPr>
          <p:nvPr/>
        </p:nvSpPr>
        <p:spPr>
          <a:xfrm>
            <a:off x="649378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6101">
            <a:extLst>
              <a:ext uri="{FF2B5EF4-FFF2-40B4-BE49-F238E27FC236}">
                <a16:creationId xmlns:a16="http://schemas.microsoft.com/office/drawing/2014/main" id="{7F25AAD4-D060-47E8-B0F2-96DAF6055686}"/>
              </a:ext>
            </a:extLst>
          </p:cNvPr>
          <p:cNvSpPr>
            <a:spLocks/>
          </p:cNvSpPr>
          <p:nvPr/>
        </p:nvSpPr>
        <p:spPr>
          <a:xfrm>
            <a:off x="826425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3" name="text_6102">
            <a:extLst>
              <a:ext uri="{FF2B5EF4-FFF2-40B4-BE49-F238E27FC236}">
                <a16:creationId xmlns:a16="http://schemas.microsoft.com/office/drawing/2014/main" id="{54353108-0D81-4F23-9806-9EE9EF605987}"/>
              </a:ext>
            </a:extLst>
          </p:cNvPr>
          <p:cNvSpPr>
            <a:spLocks/>
          </p:cNvSpPr>
          <p:nvPr/>
        </p:nvSpPr>
        <p:spPr>
          <a:xfrm>
            <a:off x="816715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6103">
            <a:extLst>
              <a:ext uri="{FF2B5EF4-FFF2-40B4-BE49-F238E27FC236}">
                <a16:creationId xmlns:a16="http://schemas.microsoft.com/office/drawing/2014/main" id="{FA557551-F6A8-46FB-8447-7F6A1C0C86FF}"/>
              </a:ext>
            </a:extLst>
          </p:cNvPr>
          <p:cNvSpPr>
            <a:spLocks/>
          </p:cNvSpPr>
          <p:nvPr/>
        </p:nvSpPr>
        <p:spPr>
          <a:xfrm>
            <a:off x="6644625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6104">
            <a:extLst>
              <a:ext uri="{FF2B5EF4-FFF2-40B4-BE49-F238E27FC236}">
                <a16:creationId xmlns:a16="http://schemas.microsoft.com/office/drawing/2014/main" id="{6C432E0E-7536-4630-8361-AFE40C37F4E7}"/>
              </a:ext>
            </a:extLst>
          </p:cNvPr>
          <p:cNvSpPr>
            <a:spLocks/>
          </p:cNvSpPr>
          <p:nvPr/>
        </p:nvSpPr>
        <p:spPr>
          <a:xfrm>
            <a:off x="5659665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6" name="text_6105">
            <a:extLst>
              <a:ext uri="{FF2B5EF4-FFF2-40B4-BE49-F238E27FC236}">
                <a16:creationId xmlns:a16="http://schemas.microsoft.com/office/drawing/2014/main" id="{5D7900CC-CB3F-4BE1-893E-F1022C8AC075}"/>
              </a:ext>
            </a:extLst>
          </p:cNvPr>
          <p:cNvSpPr>
            <a:spLocks/>
          </p:cNvSpPr>
          <p:nvPr/>
        </p:nvSpPr>
        <p:spPr>
          <a:xfrm>
            <a:off x="5532857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6106">
            <a:extLst>
              <a:ext uri="{FF2B5EF4-FFF2-40B4-BE49-F238E27FC236}">
                <a16:creationId xmlns:a16="http://schemas.microsoft.com/office/drawing/2014/main" id="{DB51FBFD-BFCA-4B15-BD8C-F53F28895490}"/>
              </a:ext>
            </a:extLst>
          </p:cNvPr>
          <p:cNvSpPr>
            <a:spLocks/>
          </p:cNvSpPr>
          <p:nvPr/>
        </p:nvSpPr>
        <p:spPr>
          <a:xfrm>
            <a:off x="5659665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8" name="text_6107">
            <a:extLst>
              <a:ext uri="{FF2B5EF4-FFF2-40B4-BE49-F238E27FC236}">
                <a16:creationId xmlns:a16="http://schemas.microsoft.com/office/drawing/2014/main" id="{368A56B3-3966-4609-8005-0340DB0955BE}"/>
              </a:ext>
            </a:extLst>
          </p:cNvPr>
          <p:cNvSpPr>
            <a:spLocks/>
          </p:cNvSpPr>
          <p:nvPr/>
        </p:nvSpPr>
        <p:spPr>
          <a:xfrm>
            <a:off x="5468119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6108">
            <a:extLst>
              <a:ext uri="{FF2B5EF4-FFF2-40B4-BE49-F238E27FC236}">
                <a16:creationId xmlns:a16="http://schemas.microsoft.com/office/drawing/2014/main" id="{212C81E8-21DE-433F-85E1-4AEBA1F973D2}"/>
              </a:ext>
            </a:extLst>
          </p:cNvPr>
          <p:cNvSpPr>
            <a:spLocks/>
          </p:cNvSpPr>
          <p:nvPr/>
        </p:nvSpPr>
        <p:spPr>
          <a:xfrm>
            <a:off x="5659665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0" name="text_6109">
            <a:extLst>
              <a:ext uri="{FF2B5EF4-FFF2-40B4-BE49-F238E27FC236}">
                <a16:creationId xmlns:a16="http://schemas.microsoft.com/office/drawing/2014/main" id="{9A4DB5F5-FF72-46FB-91F6-66FD6FC760FF}"/>
              </a:ext>
            </a:extLst>
          </p:cNvPr>
          <p:cNvSpPr>
            <a:spLocks/>
          </p:cNvSpPr>
          <p:nvPr/>
        </p:nvSpPr>
        <p:spPr>
          <a:xfrm>
            <a:off x="5468119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6110">
            <a:extLst>
              <a:ext uri="{FF2B5EF4-FFF2-40B4-BE49-F238E27FC236}">
                <a16:creationId xmlns:a16="http://schemas.microsoft.com/office/drawing/2014/main" id="{40E597F6-B769-4C29-8357-6B686A24B21F}"/>
              </a:ext>
            </a:extLst>
          </p:cNvPr>
          <p:cNvSpPr>
            <a:spLocks/>
          </p:cNvSpPr>
          <p:nvPr/>
        </p:nvSpPr>
        <p:spPr>
          <a:xfrm>
            <a:off x="5659665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2" name="text_6111">
            <a:extLst>
              <a:ext uri="{FF2B5EF4-FFF2-40B4-BE49-F238E27FC236}">
                <a16:creationId xmlns:a16="http://schemas.microsoft.com/office/drawing/2014/main" id="{EB19D386-52A7-4227-BF95-8ACEE1A3864F}"/>
              </a:ext>
            </a:extLst>
          </p:cNvPr>
          <p:cNvSpPr>
            <a:spLocks/>
          </p:cNvSpPr>
          <p:nvPr/>
        </p:nvSpPr>
        <p:spPr>
          <a:xfrm>
            <a:off x="5468119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6112">
            <a:extLst>
              <a:ext uri="{FF2B5EF4-FFF2-40B4-BE49-F238E27FC236}">
                <a16:creationId xmlns:a16="http://schemas.microsoft.com/office/drawing/2014/main" id="{7CB6C252-1337-4EF5-9FA2-DFBCA7F8DCFA}"/>
              </a:ext>
            </a:extLst>
          </p:cNvPr>
          <p:cNvSpPr>
            <a:spLocks/>
          </p:cNvSpPr>
          <p:nvPr/>
        </p:nvSpPr>
        <p:spPr>
          <a:xfrm>
            <a:off x="5659665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6113">
            <a:extLst>
              <a:ext uri="{FF2B5EF4-FFF2-40B4-BE49-F238E27FC236}">
                <a16:creationId xmlns:a16="http://schemas.microsoft.com/office/drawing/2014/main" id="{EBB49945-2746-45B5-8927-2572F078E587}"/>
              </a:ext>
            </a:extLst>
          </p:cNvPr>
          <p:cNvSpPr>
            <a:spLocks/>
          </p:cNvSpPr>
          <p:nvPr/>
        </p:nvSpPr>
        <p:spPr>
          <a:xfrm>
            <a:off x="5403381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6114">
            <a:extLst>
              <a:ext uri="{FF2B5EF4-FFF2-40B4-BE49-F238E27FC236}">
                <a16:creationId xmlns:a16="http://schemas.microsoft.com/office/drawing/2014/main" id="{F3D7EA09-9E7A-4CD3-B3E5-BAA39778C439}"/>
              </a:ext>
            </a:extLst>
          </p:cNvPr>
          <p:cNvSpPr>
            <a:spLocks/>
          </p:cNvSpPr>
          <p:nvPr/>
        </p:nvSpPr>
        <p:spPr>
          <a:xfrm rot="-5400000">
            <a:off x="4418899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6115">
            <a:extLst>
              <a:ext uri="{FF2B5EF4-FFF2-40B4-BE49-F238E27FC236}">
                <a16:creationId xmlns:a16="http://schemas.microsoft.com/office/drawing/2014/main" id="{69C4AEC0-8C37-45E1-9FDD-6EF80F383A2D}"/>
              </a:ext>
            </a:extLst>
          </p:cNvPr>
          <p:cNvSpPr>
            <a:spLocks/>
          </p:cNvSpPr>
          <p:nvPr/>
        </p:nvSpPr>
        <p:spPr>
          <a:xfrm>
            <a:off x="6026125" y="6023000"/>
            <a:ext cx="343041" cy="832778"/>
          </a:xfrm>
          <a:custGeom>
            <a:avLst/>
            <a:gdLst/>
            <a:ahLst/>
            <a:cxnLst/>
            <a:rect l="0" t="0" r="0" b="0"/>
            <a:pathLst>
              <a:path w="343041" h="832778">
                <a:moveTo>
                  <a:pt x="0" y="832778"/>
                </a:moveTo>
                <a:lnTo>
                  <a:pt x="343041" y="832778"/>
                </a:lnTo>
                <a:lnTo>
                  <a:pt x="343041" y="0"/>
                </a:lnTo>
                <a:lnTo>
                  <a:pt x="0" y="0"/>
                </a:lnTo>
                <a:lnTo>
                  <a:pt x="0" y="83277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87" name="data_6116">
            <a:extLst>
              <a:ext uri="{FF2B5EF4-FFF2-40B4-BE49-F238E27FC236}">
                <a16:creationId xmlns:a16="http://schemas.microsoft.com/office/drawing/2014/main" id="{452F09D4-3861-4761-9052-D2CE8A9C59A6}"/>
              </a:ext>
            </a:extLst>
          </p:cNvPr>
          <p:cNvSpPr>
            <a:spLocks/>
          </p:cNvSpPr>
          <p:nvPr/>
        </p:nvSpPr>
        <p:spPr>
          <a:xfrm>
            <a:off x="6419367" y="5787069"/>
            <a:ext cx="343041" cy="1068709"/>
          </a:xfrm>
          <a:custGeom>
            <a:avLst/>
            <a:gdLst/>
            <a:ahLst/>
            <a:cxnLst/>
            <a:rect l="0" t="0" r="0" b="0"/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88" name="data_6117">
            <a:extLst>
              <a:ext uri="{FF2B5EF4-FFF2-40B4-BE49-F238E27FC236}">
                <a16:creationId xmlns:a16="http://schemas.microsoft.com/office/drawing/2014/main" id="{7A8FEF13-9F26-403E-81F7-D12F1BE656EE}"/>
              </a:ext>
            </a:extLst>
          </p:cNvPr>
          <p:cNvSpPr>
            <a:spLocks/>
          </p:cNvSpPr>
          <p:nvPr/>
        </p:nvSpPr>
        <p:spPr>
          <a:xfrm>
            <a:off x="6812609" y="5595798"/>
            <a:ext cx="343041" cy="1259979"/>
          </a:xfrm>
          <a:custGeom>
            <a:avLst/>
            <a:gdLst/>
            <a:ahLst/>
            <a:cxnLst/>
            <a:rect l="0" t="0" r="0" b="0"/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89" name="data_6118">
            <a:extLst>
              <a:ext uri="{FF2B5EF4-FFF2-40B4-BE49-F238E27FC236}">
                <a16:creationId xmlns:a16="http://schemas.microsoft.com/office/drawing/2014/main" id="{33BD45D4-F03A-4BFD-A1D2-D3C555784997}"/>
              </a:ext>
            </a:extLst>
          </p:cNvPr>
          <p:cNvSpPr>
            <a:spLocks/>
          </p:cNvSpPr>
          <p:nvPr/>
        </p:nvSpPr>
        <p:spPr>
          <a:xfrm>
            <a:off x="7699495" y="5875207"/>
            <a:ext cx="343041" cy="980571"/>
          </a:xfrm>
          <a:custGeom>
            <a:avLst/>
            <a:gdLst/>
            <a:ahLst/>
            <a:cxnLst/>
            <a:rect l="0" t="0" r="0" b="0"/>
            <a:pathLst>
              <a:path w="343041" h="980571">
                <a:moveTo>
                  <a:pt x="0" y="980571"/>
                </a:moveTo>
                <a:lnTo>
                  <a:pt x="343041" y="980571"/>
                </a:lnTo>
                <a:lnTo>
                  <a:pt x="343041" y="0"/>
                </a:lnTo>
                <a:lnTo>
                  <a:pt x="0" y="0"/>
                </a:lnTo>
                <a:lnTo>
                  <a:pt x="0" y="98057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90" name="data_6119">
            <a:extLst>
              <a:ext uri="{FF2B5EF4-FFF2-40B4-BE49-F238E27FC236}">
                <a16:creationId xmlns:a16="http://schemas.microsoft.com/office/drawing/2014/main" id="{D115338E-214E-4BB0-A2AF-4AD23DBDA3C1}"/>
              </a:ext>
            </a:extLst>
          </p:cNvPr>
          <p:cNvSpPr>
            <a:spLocks/>
          </p:cNvSpPr>
          <p:nvPr/>
        </p:nvSpPr>
        <p:spPr>
          <a:xfrm>
            <a:off x="8092737" y="5631838"/>
            <a:ext cx="343041" cy="1223940"/>
          </a:xfrm>
          <a:custGeom>
            <a:avLst/>
            <a:gdLst/>
            <a:ahLst/>
            <a:cxnLst/>
            <a:rect l="0" t="0" r="0" b="0"/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91" name="data_6120">
            <a:extLst>
              <a:ext uri="{FF2B5EF4-FFF2-40B4-BE49-F238E27FC236}">
                <a16:creationId xmlns:a16="http://schemas.microsoft.com/office/drawing/2014/main" id="{91382406-D821-496E-828D-1C8688A98479}"/>
              </a:ext>
            </a:extLst>
          </p:cNvPr>
          <p:cNvSpPr>
            <a:spLocks/>
          </p:cNvSpPr>
          <p:nvPr/>
        </p:nvSpPr>
        <p:spPr>
          <a:xfrm>
            <a:off x="8485979" y="5546225"/>
            <a:ext cx="343041" cy="1309553"/>
          </a:xfrm>
          <a:custGeom>
            <a:avLst/>
            <a:gdLst/>
            <a:ahLst/>
            <a:cxnLst/>
            <a:rect l="0" t="0" r="0" b="0"/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92" name="data_6121">
            <a:extLst>
              <a:ext uri="{FF2B5EF4-FFF2-40B4-BE49-F238E27FC236}">
                <a16:creationId xmlns:a16="http://schemas.microsoft.com/office/drawing/2014/main" id="{7233C6D4-C802-4EC1-B446-B3DAB73667B6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3" name="data_6122">
            <a:extLst>
              <a:ext uri="{FF2B5EF4-FFF2-40B4-BE49-F238E27FC236}">
                <a16:creationId xmlns:a16="http://schemas.microsoft.com/office/drawing/2014/main" id="{16251030-0EAE-4C01-810D-2088102F5BAD}"/>
              </a:ext>
            </a:extLst>
          </p:cNvPr>
          <p:cNvSpPr>
            <a:spLocks/>
          </p:cNvSpPr>
          <p:nvPr/>
        </p:nvSpPr>
        <p:spPr>
          <a:xfrm>
            <a:off x="5704001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4" name="data_6123">
            <a:extLst>
              <a:ext uri="{FF2B5EF4-FFF2-40B4-BE49-F238E27FC236}">
                <a16:creationId xmlns:a16="http://schemas.microsoft.com/office/drawing/2014/main" id="{A8007C50-0C19-4A12-AA4A-4FFC9C2FD7CC}"/>
              </a:ext>
            </a:extLst>
          </p:cNvPr>
          <p:cNvSpPr>
            <a:spLocks/>
          </p:cNvSpPr>
          <p:nvPr/>
        </p:nvSpPr>
        <p:spPr>
          <a:xfrm>
            <a:off x="6197645" y="5871756"/>
            <a:ext cx="191" cy="298307"/>
          </a:xfrm>
          <a:custGeom>
            <a:avLst/>
            <a:gdLst/>
            <a:ahLst/>
            <a:cxnLst/>
            <a:rect l="0" t="0" r="0" b="0"/>
            <a:pathLst>
              <a:path w="191" h="298307">
                <a:moveTo>
                  <a:pt x="0" y="29830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5" name="data_6124">
            <a:extLst>
              <a:ext uri="{FF2B5EF4-FFF2-40B4-BE49-F238E27FC236}">
                <a16:creationId xmlns:a16="http://schemas.microsoft.com/office/drawing/2014/main" id="{802619BB-B7F0-4CED-A750-584C1EBC7FC6}"/>
              </a:ext>
            </a:extLst>
          </p:cNvPr>
          <p:cNvSpPr>
            <a:spLocks/>
          </p:cNvSpPr>
          <p:nvPr/>
        </p:nvSpPr>
        <p:spPr>
          <a:xfrm>
            <a:off x="6139077" y="617006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6" name="data_6125">
            <a:extLst>
              <a:ext uri="{FF2B5EF4-FFF2-40B4-BE49-F238E27FC236}">
                <a16:creationId xmlns:a16="http://schemas.microsoft.com/office/drawing/2014/main" id="{5C0A98CB-5D5F-42CF-AFF6-7B8D4B034D35}"/>
              </a:ext>
            </a:extLst>
          </p:cNvPr>
          <p:cNvSpPr>
            <a:spLocks/>
          </p:cNvSpPr>
          <p:nvPr/>
        </p:nvSpPr>
        <p:spPr>
          <a:xfrm>
            <a:off x="6139077" y="587175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7" name="text_6126">
            <a:extLst>
              <a:ext uri="{FF2B5EF4-FFF2-40B4-BE49-F238E27FC236}">
                <a16:creationId xmlns:a16="http://schemas.microsoft.com/office/drawing/2014/main" id="{6E48026E-D3D7-4B1D-89DF-7985D3121E65}"/>
              </a:ext>
            </a:extLst>
          </p:cNvPr>
          <p:cNvSpPr>
            <a:spLocks/>
          </p:cNvSpPr>
          <p:nvPr/>
        </p:nvSpPr>
        <p:spPr>
          <a:xfrm>
            <a:off x="6084450" y="5691009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46.6</a:t>
            </a:r>
          </a:p>
        </p:txBody>
      </p:sp>
      <p:sp>
        <p:nvSpPr>
          <p:cNvPr id="1798" name="data_6127">
            <a:extLst>
              <a:ext uri="{FF2B5EF4-FFF2-40B4-BE49-F238E27FC236}">
                <a16:creationId xmlns:a16="http://schemas.microsoft.com/office/drawing/2014/main" id="{5C408BC7-2656-472C-B985-FB29C50DAADD}"/>
              </a:ext>
            </a:extLst>
          </p:cNvPr>
          <p:cNvSpPr>
            <a:spLocks/>
          </p:cNvSpPr>
          <p:nvPr/>
        </p:nvSpPr>
        <p:spPr>
          <a:xfrm>
            <a:off x="6590887" y="5644829"/>
            <a:ext cx="191" cy="283321"/>
          </a:xfrm>
          <a:custGeom>
            <a:avLst/>
            <a:gdLst/>
            <a:ahLst/>
            <a:cxnLst/>
            <a:rect l="0" t="0" r="0" b="0"/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9" name="data_6128">
            <a:extLst>
              <a:ext uri="{FF2B5EF4-FFF2-40B4-BE49-F238E27FC236}">
                <a16:creationId xmlns:a16="http://schemas.microsoft.com/office/drawing/2014/main" id="{88E98752-3F1E-4D2F-A019-22C6D46EA0E3}"/>
              </a:ext>
            </a:extLst>
          </p:cNvPr>
          <p:cNvSpPr>
            <a:spLocks/>
          </p:cNvSpPr>
          <p:nvPr/>
        </p:nvSpPr>
        <p:spPr>
          <a:xfrm>
            <a:off x="6532319" y="592815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0" name="data_6129">
            <a:extLst>
              <a:ext uri="{FF2B5EF4-FFF2-40B4-BE49-F238E27FC236}">
                <a16:creationId xmlns:a16="http://schemas.microsoft.com/office/drawing/2014/main" id="{633BD703-1AA6-4D17-A825-9F4BF91BEB2B}"/>
              </a:ext>
            </a:extLst>
          </p:cNvPr>
          <p:cNvSpPr>
            <a:spLocks/>
          </p:cNvSpPr>
          <p:nvPr/>
        </p:nvSpPr>
        <p:spPr>
          <a:xfrm>
            <a:off x="6532319" y="564482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1" name="text_6130">
            <a:extLst>
              <a:ext uri="{FF2B5EF4-FFF2-40B4-BE49-F238E27FC236}">
                <a16:creationId xmlns:a16="http://schemas.microsoft.com/office/drawing/2014/main" id="{1724E2A2-031E-4F2B-B9C2-BB9B2A3A72CF}"/>
              </a:ext>
            </a:extLst>
          </p:cNvPr>
          <p:cNvSpPr>
            <a:spLocks/>
          </p:cNvSpPr>
          <p:nvPr/>
        </p:nvSpPr>
        <p:spPr>
          <a:xfrm>
            <a:off x="6477692" y="546408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6131">
            <a:extLst>
              <a:ext uri="{FF2B5EF4-FFF2-40B4-BE49-F238E27FC236}">
                <a16:creationId xmlns:a16="http://schemas.microsoft.com/office/drawing/2014/main" id="{A522A5A2-BE35-478B-8A9C-6DC7D0DAE3AF}"/>
              </a:ext>
            </a:extLst>
          </p:cNvPr>
          <p:cNvSpPr>
            <a:spLocks/>
          </p:cNvSpPr>
          <p:nvPr/>
        </p:nvSpPr>
        <p:spPr>
          <a:xfrm>
            <a:off x="6984129" y="5456939"/>
            <a:ext cx="191" cy="277044"/>
          </a:xfrm>
          <a:custGeom>
            <a:avLst/>
            <a:gdLst/>
            <a:ahLst/>
            <a:cxnLst/>
            <a:rect l="0" t="0" r="0" b="0"/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3" name="data_6132">
            <a:extLst>
              <a:ext uri="{FF2B5EF4-FFF2-40B4-BE49-F238E27FC236}">
                <a16:creationId xmlns:a16="http://schemas.microsoft.com/office/drawing/2014/main" id="{FB08BAAC-E0E0-4CCA-A338-058983C214DF}"/>
              </a:ext>
            </a:extLst>
          </p:cNvPr>
          <p:cNvSpPr>
            <a:spLocks/>
          </p:cNvSpPr>
          <p:nvPr/>
        </p:nvSpPr>
        <p:spPr>
          <a:xfrm>
            <a:off x="6925561" y="573398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4" name="data_6133">
            <a:extLst>
              <a:ext uri="{FF2B5EF4-FFF2-40B4-BE49-F238E27FC236}">
                <a16:creationId xmlns:a16="http://schemas.microsoft.com/office/drawing/2014/main" id="{C36AEE0E-CBF5-4352-AD01-338985086B42}"/>
              </a:ext>
            </a:extLst>
          </p:cNvPr>
          <p:cNvSpPr>
            <a:spLocks/>
          </p:cNvSpPr>
          <p:nvPr/>
        </p:nvSpPr>
        <p:spPr>
          <a:xfrm>
            <a:off x="6925561" y="545693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5" name="text_6134">
            <a:extLst>
              <a:ext uri="{FF2B5EF4-FFF2-40B4-BE49-F238E27FC236}">
                <a16:creationId xmlns:a16="http://schemas.microsoft.com/office/drawing/2014/main" id="{24726EB8-8F53-42A0-AFD0-87127FDF5EB2}"/>
              </a:ext>
            </a:extLst>
          </p:cNvPr>
          <p:cNvSpPr>
            <a:spLocks/>
          </p:cNvSpPr>
          <p:nvPr/>
        </p:nvSpPr>
        <p:spPr>
          <a:xfrm>
            <a:off x="6870934" y="527619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6135">
            <a:extLst>
              <a:ext uri="{FF2B5EF4-FFF2-40B4-BE49-F238E27FC236}">
                <a16:creationId xmlns:a16="http://schemas.microsoft.com/office/drawing/2014/main" id="{C8272A2A-30E8-47A0-A95E-1B8BA8A9CE1A}"/>
              </a:ext>
            </a:extLst>
          </p:cNvPr>
          <p:cNvSpPr>
            <a:spLocks/>
          </p:cNvSpPr>
          <p:nvPr/>
        </p:nvSpPr>
        <p:spPr>
          <a:xfrm>
            <a:off x="7871015" y="5722449"/>
            <a:ext cx="191" cy="307792"/>
          </a:xfrm>
          <a:custGeom>
            <a:avLst/>
            <a:gdLst/>
            <a:ahLst/>
            <a:cxnLst/>
            <a:rect l="0" t="0" r="0" b="0"/>
            <a:pathLst>
              <a:path w="191" h="307792">
                <a:moveTo>
                  <a:pt x="0" y="30779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7" name="data_6136">
            <a:extLst>
              <a:ext uri="{FF2B5EF4-FFF2-40B4-BE49-F238E27FC236}">
                <a16:creationId xmlns:a16="http://schemas.microsoft.com/office/drawing/2014/main" id="{6140C95E-8497-4204-ACBF-448D4FD8F0DA}"/>
              </a:ext>
            </a:extLst>
          </p:cNvPr>
          <p:cNvSpPr>
            <a:spLocks/>
          </p:cNvSpPr>
          <p:nvPr/>
        </p:nvSpPr>
        <p:spPr>
          <a:xfrm>
            <a:off x="7812447" y="603024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8" name="data_6137">
            <a:extLst>
              <a:ext uri="{FF2B5EF4-FFF2-40B4-BE49-F238E27FC236}">
                <a16:creationId xmlns:a16="http://schemas.microsoft.com/office/drawing/2014/main" id="{1503E752-BF73-4B96-90A7-9B51D2794BE6}"/>
              </a:ext>
            </a:extLst>
          </p:cNvPr>
          <p:cNvSpPr>
            <a:spLocks/>
          </p:cNvSpPr>
          <p:nvPr/>
        </p:nvSpPr>
        <p:spPr>
          <a:xfrm>
            <a:off x="7812447" y="57224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9" name="text_6138">
            <a:extLst>
              <a:ext uri="{FF2B5EF4-FFF2-40B4-BE49-F238E27FC236}">
                <a16:creationId xmlns:a16="http://schemas.microsoft.com/office/drawing/2014/main" id="{73EC70F1-CB1A-4EE4-91EF-9494E7986BB6}"/>
              </a:ext>
            </a:extLst>
          </p:cNvPr>
          <p:cNvSpPr>
            <a:spLocks/>
          </p:cNvSpPr>
          <p:nvPr/>
        </p:nvSpPr>
        <p:spPr>
          <a:xfrm>
            <a:off x="7757820" y="5541701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54.9</a:t>
            </a:r>
          </a:p>
        </p:txBody>
      </p:sp>
      <p:sp>
        <p:nvSpPr>
          <p:cNvPr id="1810" name="data_6139">
            <a:extLst>
              <a:ext uri="{FF2B5EF4-FFF2-40B4-BE49-F238E27FC236}">
                <a16:creationId xmlns:a16="http://schemas.microsoft.com/office/drawing/2014/main" id="{4BD940B8-9434-45F6-A6CE-6120C1E578DC}"/>
              </a:ext>
            </a:extLst>
          </p:cNvPr>
          <p:cNvSpPr>
            <a:spLocks/>
          </p:cNvSpPr>
          <p:nvPr/>
        </p:nvSpPr>
        <p:spPr>
          <a:xfrm>
            <a:off x="8264257" y="5495455"/>
            <a:ext cx="191" cy="276760"/>
          </a:xfrm>
          <a:custGeom>
            <a:avLst/>
            <a:gdLst/>
            <a:ahLst/>
            <a:cxnLst/>
            <a:rect l="0" t="0" r="0" b="0"/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1" name="data_6140">
            <a:extLst>
              <a:ext uri="{FF2B5EF4-FFF2-40B4-BE49-F238E27FC236}">
                <a16:creationId xmlns:a16="http://schemas.microsoft.com/office/drawing/2014/main" id="{D019831E-52C1-42B4-A545-C8292A5DD71C}"/>
              </a:ext>
            </a:extLst>
          </p:cNvPr>
          <p:cNvSpPr>
            <a:spLocks/>
          </p:cNvSpPr>
          <p:nvPr/>
        </p:nvSpPr>
        <p:spPr>
          <a:xfrm>
            <a:off x="8205690" y="5772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2" name="data_6141">
            <a:extLst>
              <a:ext uri="{FF2B5EF4-FFF2-40B4-BE49-F238E27FC236}">
                <a16:creationId xmlns:a16="http://schemas.microsoft.com/office/drawing/2014/main" id="{5DB61CBA-FCEC-4A8B-B54E-CE5B5C6646B9}"/>
              </a:ext>
            </a:extLst>
          </p:cNvPr>
          <p:cNvSpPr>
            <a:spLocks/>
          </p:cNvSpPr>
          <p:nvPr/>
        </p:nvSpPr>
        <p:spPr>
          <a:xfrm>
            <a:off x="8205690" y="549545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3" name="text_6142">
            <a:extLst>
              <a:ext uri="{FF2B5EF4-FFF2-40B4-BE49-F238E27FC236}">
                <a16:creationId xmlns:a16="http://schemas.microsoft.com/office/drawing/2014/main" id="{36860B88-CA02-496F-9A06-CED6509AE5BD}"/>
              </a:ext>
            </a:extLst>
          </p:cNvPr>
          <p:cNvSpPr>
            <a:spLocks/>
          </p:cNvSpPr>
          <p:nvPr/>
        </p:nvSpPr>
        <p:spPr>
          <a:xfrm>
            <a:off x="8151062" y="531470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6143">
            <a:extLst>
              <a:ext uri="{FF2B5EF4-FFF2-40B4-BE49-F238E27FC236}">
                <a16:creationId xmlns:a16="http://schemas.microsoft.com/office/drawing/2014/main" id="{9CE5A951-9051-41EB-9465-4FD0521D8014}"/>
              </a:ext>
            </a:extLst>
          </p:cNvPr>
          <p:cNvSpPr>
            <a:spLocks/>
          </p:cNvSpPr>
          <p:nvPr/>
        </p:nvSpPr>
        <p:spPr>
          <a:xfrm>
            <a:off x="8657500" y="5412570"/>
            <a:ext cx="191" cy="269873"/>
          </a:xfrm>
          <a:custGeom>
            <a:avLst/>
            <a:gdLst/>
            <a:ahLst/>
            <a:cxnLst/>
            <a:rect l="0" t="0" r="0" b="0"/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5" name="data_6144">
            <a:extLst>
              <a:ext uri="{FF2B5EF4-FFF2-40B4-BE49-F238E27FC236}">
                <a16:creationId xmlns:a16="http://schemas.microsoft.com/office/drawing/2014/main" id="{757D42C8-F8F2-4213-8FB0-EFFF13AB9778}"/>
              </a:ext>
            </a:extLst>
          </p:cNvPr>
          <p:cNvSpPr>
            <a:spLocks/>
          </p:cNvSpPr>
          <p:nvPr/>
        </p:nvSpPr>
        <p:spPr>
          <a:xfrm>
            <a:off x="8598932" y="56824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6" name="data_6145">
            <a:extLst>
              <a:ext uri="{FF2B5EF4-FFF2-40B4-BE49-F238E27FC236}">
                <a16:creationId xmlns:a16="http://schemas.microsoft.com/office/drawing/2014/main" id="{B30BFB92-48C4-4C6F-A232-2C01D5D0B981}"/>
              </a:ext>
            </a:extLst>
          </p:cNvPr>
          <p:cNvSpPr>
            <a:spLocks/>
          </p:cNvSpPr>
          <p:nvPr/>
        </p:nvSpPr>
        <p:spPr>
          <a:xfrm>
            <a:off x="8598932" y="541257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7" name="text_6146">
            <a:extLst>
              <a:ext uri="{FF2B5EF4-FFF2-40B4-BE49-F238E27FC236}">
                <a16:creationId xmlns:a16="http://schemas.microsoft.com/office/drawing/2014/main" id="{09CBE193-FA36-437F-B73A-7D393D1358F0}"/>
              </a:ext>
            </a:extLst>
          </p:cNvPr>
          <p:cNvSpPr>
            <a:spLocks/>
          </p:cNvSpPr>
          <p:nvPr/>
        </p:nvSpPr>
        <p:spPr>
          <a:xfrm>
            <a:off x="8544304" y="523182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6147">
            <a:extLst>
              <a:ext uri="{FF2B5EF4-FFF2-40B4-BE49-F238E27FC236}">
                <a16:creationId xmlns:a16="http://schemas.microsoft.com/office/drawing/2014/main" id="{C5770814-ECD4-47B9-A6C1-329B9BCDE4B0}"/>
              </a:ext>
            </a:extLst>
          </p:cNvPr>
          <p:cNvSpPr>
            <a:spLocks/>
          </p:cNvSpPr>
          <p:nvPr/>
        </p:nvSpPr>
        <p:spPr>
          <a:xfrm>
            <a:off x="5225171" y="47558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6148">
            <a:extLst>
              <a:ext uri="{FF2B5EF4-FFF2-40B4-BE49-F238E27FC236}">
                <a16:creationId xmlns:a16="http://schemas.microsoft.com/office/drawing/2014/main" id="{EBECBBF9-8E84-4884-9314-FB6CAED32070}"/>
              </a:ext>
            </a:extLst>
          </p:cNvPr>
          <p:cNvSpPr>
            <a:spLocks/>
          </p:cNvSpPr>
          <p:nvPr/>
        </p:nvSpPr>
        <p:spPr>
          <a:xfrm>
            <a:off x="5704001" y="4778402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6149">
            <a:extLst>
              <a:ext uri="{FF2B5EF4-FFF2-40B4-BE49-F238E27FC236}">
                <a16:creationId xmlns:a16="http://schemas.microsoft.com/office/drawing/2014/main" id="{5460C471-07AE-41BE-9C1F-5EF248B3C868}"/>
              </a:ext>
            </a:extLst>
          </p:cNvPr>
          <p:cNvSpPr>
            <a:spLocks/>
          </p:cNvSpPr>
          <p:nvPr/>
        </p:nvSpPr>
        <p:spPr>
          <a:xfrm>
            <a:off x="2982516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821" name="text_6150">
            <a:extLst>
              <a:ext uri="{FF2B5EF4-FFF2-40B4-BE49-F238E27FC236}">
                <a16:creationId xmlns:a16="http://schemas.microsoft.com/office/drawing/2014/main" id="{E72FCB81-3428-463C-90BD-6667F85C19BF}"/>
              </a:ext>
            </a:extLst>
          </p:cNvPr>
          <p:cNvSpPr>
            <a:spLocks/>
          </p:cNvSpPr>
          <p:nvPr/>
        </p:nvSpPr>
        <p:spPr>
          <a:xfrm>
            <a:off x="3252080" y="1291384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6151">
            <a:extLst>
              <a:ext uri="{FF2B5EF4-FFF2-40B4-BE49-F238E27FC236}">
                <a16:creationId xmlns:a16="http://schemas.microsoft.com/office/drawing/2014/main" id="{C517D4E9-7446-4273-8547-1470F8F701DB}"/>
              </a:ext>
            </a:extLst>
          </p:cNvPr>
          <p:cNvSpPr>
            <a:spLocks/>
          </p:cNvSpPr>
          <p:nvPr/>
        </p:nvSpPr>
        <p:spPr>
          <a:xfrm>
            <a:off x="4192119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823" name="text_6152">
            <a:extLst>
              <a:ext uri="{FF2B5EF4-FFF2-40B4-BE49-F238E27FC236}">
                <a16:creationId xmlns:a16="http://schemas.microsoft.com/office/drawing/2014/main" id="{80ECA535-3532-44FD-915D-31DFFF7E406A}"/>
              </a:ext>
            </a:extLst>
          </p:cNvPr>
          <p:cNvSpPr>
            <a:spLocks/>
          </p:cNvSpPr>
          <p:nvPr/>
        </p:nvSpPr>
        <p:spPr>
          <a:xfrm>
            <a:off x="4461682" y="1291384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6153">
            <a:extLst>
              <a:ext uri="{FF2B5EF4-FFF2-40B4-BE49-F238E27FC236}">
                <a16:creationId xmlns:a16="http://schemas.microsoft.com/office/drawing/2014/main" id="{7E76CBD1-0D38-4606-8959-6D7C38D32CA1}"/>
              </a:ext>
            </a:extLst>
          </p:cNvPr>
          <p:cNvSpPr>
            <a:spLocks/>
          </p:cNvSpPr>
          <p:nvPr/>
        </p:nvSpPr>
        <p:spPr>
          <a:xfrm>
            <a:off x="5844184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825" name="text_6154">
            <a:extLst>
              <a:ext uri="{FF2B5EF4-FFF2-40B4-BE49-F238E27FC236}">
                <a16:creationId xmlns:a16="http://schemas.microsoft.com/office/drawing/2014/main" id="{5FD3339D-BB62-43A9-A171-BFF644860785}"/>
              </a:ext>
            </a:extLst>
          </p:cNvPr>
          <p:cNvSpPr>
            <a:spLocks/>
          </p:cNvSpPr>
          <p:nvPr/>
        </p:nvSpPr>
        <p:spPr>
          <a:xfrm>
            <a:off x="6113748" y="1291384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1389139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data_6155">
            <a:extLst>
              <a:ext uri="{FF2B5EF4-FFF2-40B4-BE49-F238E27FC236}">
                <a16:creationId xmlns:a16="http://schemas.microsoft.com/office/drawing/2014/main" id="{4657437B-C88C-4751-8B5B-5A0D549930A4}"/>
              </a:ext>
            </a:extLst>
          </p:cNvPr>
          <p:cNvSpPr>
            <a:spLocks/>
          </p:cNvSpPr>
          <p:nvPr/>
        </p:nvSpPr>
        <p:spPr>
          <a:xfrm>
            <a:off x="238125" y="2439987"/>
            <a:ext cx="9048750" cy="3921125"/>
          </a:xfrm>
          <a:custGeom>
            <a:avLst/>
            <a:gdLst/>
            <a:ahLst/>
            <a:cxnLst/>
            <a:rect l="0" t="0" r="0" b="0"/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6156">
            <a:extLst>
              <a:ext uri="{FF2B5EF4-FFF2-40B4-BE49-F238E27FC236}">
                <a16:creationId xmlns:a16="http://schemas.microsoft.com/office/drawing/2014/main" id="{3398C852-1704-4B2E-8742-D2070622ACC9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6157">
            <a:extLst>
              <a:ext uri="{FF2B5EF4-FFF2-40B4-BE49-F238E27FC236}">
                <a16:creationId xmlns:a16="http://schemas.microsoft.com/office/drawing/2014/main" id="{47800763-4AE6-4141-AA7A-DA95B9D66014}"/>
              </a:ext>
            </a:extLst>
          </p:cNvPr>
          <p:cNvSpPr>
            <a:spLocks/>
          </p:cNvSpPr>
          <p:nvPr/>
        </p:nvSpPr>
        <p:spPr>
          <a:xfrm>
            <a:off x="2911815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6158">
            <a:extLst>
              <a:ext uri="{FF2B5EF4-FFF2-40B4-BE49-F238E27FC236}">
                <a16:creationId xmlns:a16="http://schemas.microsoft.com/office/drawing/2014/main" id="{87A2E0C3-DCC2-4F97-BA7F-1EF41515A9CB}"/>
              </a:ext>
            </a:extLst>
          </p:cNvPr>
          <p:cNvSpPr>
            <a:spLocks/>
          </p:cNvSpPr>
          <p:nvPr/>
        </p:nvSpPr>
        <p:spPr>
          <a:xfrm>
            <a:off x="2298913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6159">
            <a:extLst>
              <a:ext uri="{FF2B5EF4-FFF2-40B4-BE49-F238E27FC236}">
                <a16:creationId xmlns:a16="http://schemas.microsoft.com/office/drawing/2014/main" id="{5FAD5D48-1253-4284-9129-FB616369A25F}"/>
              </a:ext>
            </a:extLst>
          </p:cNvPr>
          <p:cNvSpPr>
            <a:spLocks/>
          </p:cNvSpPr>
          <p:nvPr/>
        </p:nvSpPr>
        <p:spPr>
          <a:xfrm>
            <a:off x="2331029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6160">
            <a:extLst>
              <a:ext uri="{FF2B5EF4-FFF2-40B4-BE49-F238E27FC236}">
                <a16:creationId xmlns:a16="http://schemas.microsoft.com/office/drawing/2014/main" id="{08A809FC-CFE2-45A8-A5DC-0D1951DC3D28}"/>
              </a:ext>
            </a:extLst>
          </p:cNvPr>
          <p:cNvSpPr>
            <a:spLocks/>
          </p:cNvSpPr>
          <p:nvPr/>
        </p:nvSpPr>
        <p:spPr>
          <a:xfrm>
            <a:off x="2397998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6161">
            <a:extLst>
              <a:ext uri="{FF2B5EF4-FFF2-40B4-BE49-F238E27FC236}">
                <a16:creationId xmlns:a16="http://schemas.microsoft.com/office/drawing/2014/main" id="{C65B9063-6510-402C-8A2E-BFF1BF0D4242}"/>
              </a:ext>
            </a:extLst>
          </p:cNvPr>
          <p:cNvSpPr>
            <a:spLocks/>
          </p:cNvSpPr>
          <p:nvPr/>
        </p:nvSpPr>
        <p:spPr>
          <a:xfrm>
            <a:off x="2447852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6162">
            <a:extLst>
              <a:ext uri="{FF2B5EF4-FFF2-40B4-BE49-F238E27FC236}">
                <a16:creationId xmlns:a16="http://schemas.microsoft.com/office/drawing/2014/main" id="{223C1290-6D61-4460-AC85-17DA9E4E8850}"/>
              </a:ext>
            </a:extLst>
          </p:cNvPr>
          <p:cNvSpPr>
            <a:spLocks/>
          </p:cNvSpPr>
          <p:nvPr/>
        </p:nvSpPr>
        <p:spPr>
          <a:xfrm>
            <a:off x="2490548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6163">
            <a:extLst>
              <a:ext uri="{FF2B5EF4-FFF2-40B4-BE49-F238E27FC236}">
                <a16:creationId xmlns:a16="http://schemas.microsoft.com/office/drawing/2014/main" id="{E1A9EC7F-09FE-4FCB-BB01-8401D6E0BE45}"/>
              </a:ext>
            </a:extLst>
          </p:cNvPr>
          <p:cNvSpPr>
            <a:spLocks/>
          </p:cNvSpPr>
          <p:nvPr/>
        </p:nvSpPr>
        <p:spPr>
          <a:xfrm>
            <a:off x="2551605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6164">
            <a:extLst>
              <a:ext uri="{FF2B5EF4-FFF2-40B4-BE49-F238E27FC236}">
                <a16:creationId xmlns:a16="http://schemas.microsoft.com/office/drawing/2014/main" id="{71C33188-2ADB-428D-A9D9-CF07AAD4F9CE}"/>
              </a:ext>
            </a:extLst>
          </p:cNvPr>
          <p:cNvSpPr>
            <a:spLocks/>
          </p:cNvSpPr>
          <p:nvPr/>
        </p:nvSpPr>
        <p:spPr>
          <a:xfrm>
            <a:off x="2618575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6165">
            <a:extLst>
              <a:ext uri="{FF2B5EF4-FFF2-40B4-BE49-F238E27FC236}">
                <a16:creationId xmlns:a16="http://schemas.microsoft.com/office/drawing/2014/main" id="{3C91D7AE-9C71-46DD-A90B-B538DDF5DEE2}"/>
              </a:ext>
            </a:extLst>
          </p:cNvPr>
          <p:cNvSpPr>
            <a:spLocks/>
          </p:cNvSpPr>
          <p:nvPr/>
        </p:nvSpPr>
        <p:spPr>
          <a:xfrm>
            <a:off x="2672474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6166">
            <a:extLst>
              <a:ext uri="{FF2B5EF4-FFF2-40B4-BE49-F238E27FC236}">
                <a16:creationId xmlns:a16="http://schemas.microsoft.com/office/drawing/2014/main" id="{682C9225-45FC-4C6D-B986-427D824799A9}"/>
              </a:ext>
            </a:extLst>
          </p:cNvPr>
          <p:cNvSpPr>
            <a:spLocks/>
          </p:cNvSpPr>
          <p:nvPr/>
        </p:nvSpPr>
        <p:spPr>
          <a:xfrm>
            <a:off x="2735896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6167">
            <a:extLst>
              <a:ext uri="{FF2B5EF4-FFF2-40B4-BE49-F238E27FC236}">
                <a16:creationId xmlns:a16="http://schemas.microsoft.com/office/drawing/2014/main" id="{22DB9A14-2603-40DE-B31B-EFEC98AA6218}"/>
              </a:ext>
            </a:extLst>
          </p:cNvPr>
          <p:cNvSpPr>
            <a:spLocks/>
          </p:cNvSpPr>
          <p:nvPr/>
        </p:nvSpPr>
        <p:spPr>
          <a:xfrm>
            <a:off x="2774920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6168">
            <a:extLst>
              <a:ext uri="{FF2B5EF4-FFF2-40B4-BE49-F238E27FC236}">
                <a16:creationId xmlns:a16="http://schemas.microsoft.com/office/drawing/2014/main" id="{CF149B75-AA84-4855-ADF5-42D5D2FFF3C3}"/>
              </a:ext>
            </a:extLst>
          </p:cNvPr>
          <p:cNvSpPr>
            <a:spLocks/>
          </p:cNvSpPr>
          <p:nvPr/>
        </p:nvSpPr>
        <p:spPr>
          <a:xfrm>
            <a:off x="2804172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6169">
            <a:extLst>
              <a:ext uri="{FF2B5EF4-FFF2-40B4-BE49-F238E27FC236}">
                <a16:creationId xmlns:a16="http://schemas.microsoft.com/office/drawing/2014/main" id="{3E07D9ED-B81C-469D-90CB-10416DD1CB70}"/>
              </a:ext>
            </a:extLst>
          </p:cNvPr>
          <p:cNvSpPr>
            <a:spLocks/>
          </p:cNvSpPr>
          <p:nvPr/>
        </p:nvSpPr>
        <p:spPr>
          <a:xfrm>
            <a:off x="2867594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6170">
            <a:extLst>
              <a:ext uri="{FF2B5EF4-FFF2-40B4-BE49-F238E27FC236}">
                <a16:creationId xmlns:a16="http://schemas.microsoft.com/office/drawing/2014/main" id="{BCC156A3-F7C7-4205-BD2D-2D6AF5399ACA}"/>
              </a:ext>
            </a:extLst>
          </p:cNvPr>
          <p:cNvSpPr>
            <a:spLocks/>
          </p:cNvSpPr>
          <p:nvPr/>
        </p:nvSpPr>
        <p:spPr>
          <a:xfrm>
            <a:off x="2925166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6171">
            <a:extLst>
              <a:ext uri="{FF2B5EF4-FFF2-40B4-BE49-F238E27FC236}">
                <a16:creationId xmlns:a16="http://schemas.microsoft.com/office/drawing/2014/main" id="{695E916A-185E-41D9-A616-687252692C07}"/>
              </a:ext>
            </a:extLst>
          </p:cNvPr>
          <p:cNvSpPr>
            <a:spLocks/>
          </p:cNvSpPr>
          <p:nvPr/>
        </p:nvSpPr>
        <p:spPr>
          <a:xfrm>
            <a:off x="2988588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6172">
            <a:extLst>
              <a:ext uri="{FF2B5EF4-FFF2-40B4-BE49-F238E27FC236}">
                <a16:creationId xmlns:a16="http://schemas.microsoft.com/office/drawing/2014/main" id="{A4BC5937-AA29-4023-8241-EBDD54715EAE}"/>
              </a:ext>
            </a:extLst>
          </p:cNvPr>
          <p:cNvSpPr>
            <a:spLocks/>
          </p:cNvSpPr>
          <p:nvPr/>
        </p:nvSpPr>
        <p:spPr>
          <a:xfrm>
            <a:off x="3017840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6173">
            <a:extLst>
              <a:ext uri="{FF2B5EF4-FFF2-40B4-BE49-F238E27FC236}">
                <a16:creationId xmlns:a16="http://schemas.microsoft.com/office/drawing/2014/main" id="{31059B17-21D6-45B1-BB03-79939A2BB15D}"/>
              </a:ext>
            </a:extLst>
          </p:cNvPr>
          <p:cNvSpPr>
            <a:spLocks/>
          </p:cNvSpPr>
          <p:nvPr/>
        </p:nvSpPr>
        <p:spPr>
          <a:xfrm>
            <a:off x="3046657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6174">
            <a:extLst>
              <a:ext uri="{FF2B5EF4-FFF2-40B4-BE49-F238E27FC236}">
                <a16:creationId xmlns:a16="http://schemas.microsoft.com/office/drawing/2014/main" id="{37CD57B5-5A6A-4627-849A-B0F816C66765}"/>
              </a:ext>
            </a:extLst>
          </p:cNvPr>
          <p:cNvSpPr>
            <a:spLocks/>
          </p:cNvSpPr>
          <p:nvPr/>
        </p:nvSpPr>
        <p:spPr>
          <a:xfrm>
            <a:off x="3112506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6175">
            <a:extLst>
              <a:ext uri="{FF2B5EF4-FFF2-40B4-BE49-F238E27FC236}">
                <a16:creationId xmlns:a16="http://schemas.microsoft.com/office/drawing/2014/main" id="{195737C2-BC5A-4841-8DEA-24E8ABFABF9A}"/>
              </a:ext>
            </a:extLst>
          </p:cNvPr>
          <p:cNvSpPr>
            <a:spLocks/>
          </p:cNvSpPr>
          <p:nvPr/>
        </p:nvSpPr>
        <p:spPr>
          <a:xfrm>
            <a:off x="3181716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6176">
            <a:extLst>
              <a:ext uri="{FF2B5EF4-FFF2-40B4-BE49-F238E27FC236}">
                <a16:creationId xmlns:a16="http://schemas.microsoft.com/office/drawing/2014/main" id="{F387575E-F120-44F7-B5EB-8AF66A0FD69A}"/>
              </a:ext>
            </a:extLst>
          </p:cNvPr>
          <p:cNvSpPr>
            <a:spLocks/>
          </p:cNvSpPr>
          <p:nvPr/>
        </p:nvSpPr>
        <p:spPr>
          <a:xfrm>
            <a:off x="3255470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6177">
            <a:extLst>
              <a:ext uri="{FF2B5EF4-FFF2-40B4-BE49-F238E27FC236}">
                <a16:creationId xmlns:a16="http://schemas.microsoft.com/office/drawing/2014/main" id="{828B29BB-5601-4A08-A502-81749A2A9570}"/>
              </a:ext>
            </a:extLst>
          </p:cNvPr>
          <p:cNvSpPr>
            <a:spLocks/>
          </p:cNvSpPr>
          <p:nvPr/>
        </p:nvSpPr>
        <p:spPr>
          <a:xfrm>
            <a:off x="3337253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6178">
            <a:extLst>
              <a:ext uri="{FF2B5EF4-FFF2-40B4-BE49-F238E27FC236}">
                <a16:creationId xmlns:a16="http://schemas.microsoft.com/office/drawing/2014/main" id="{4751468A-5B31-4520-8C05-5E93880107C9}"/>
              </a:ext>
            </a:extLst>
          </p:cNvPr>
          <p:cNvSpPr>
            <a:spLocks/>
          </p:cNvSpPr>
          <p:nvPr/>
        </p:nvSpPr>
        <p:spPr>
          <a:xfrm>
            <a:off x="3406261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6179">
            <a:extLst>
              <a:ext uri="{FF2B5EF4-FFF2-40B4-BE49-F238E27FC236}">
                <a16:creationId xmlns:a16="http://schemas.microsoft.com/office/drawing/2014/main" id="{80DAFE5B-A13E-4F3E-8EE4-35FF47D33BF8}"/>
              </a:ext>
            </a:extLst>
          </p:cNvPr>
          <p:cNvSpPr>
            <a:spLocks/>
          </p:cNvSpPr>
          <p:nvPr/>
        </p:nvSpPr>
        <p:spPr>
          <a:xfrm>
            <a:off x="3451484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6180">
            <a:extLst>
              <a:ext uri="{FF2B5EF4-FFF2-40B4-BE49-F238E27FC236}">
                <a16:creationId xmlns:a16="http://schemas.microsoft.com/office/drawing/2014/main" id="{B290A8B6-40FE-4B24-B77E-2AAA65F8FBB2}"/>
              </a:ext>
            </a:extLst>
          </p:cNvPr>
          <p:cNvSpPr>
            <a:spLocks/>
          </p:cNvSpPr>
          <p:nvPr/>
        </p:nvSpPr>
        <p:spPr>
          <a:xfrm>
            <a:off x="347400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6181">
            <a:extLst>
              <a:ext uri="{FF2B5EF4-FFF2-40B4-BE49-F238E27FC236}">
                <a16:creationId xmlns:a16="http://schemas.microsoft.com/office/drawing/2014/main" id="{2C01845D-983C-4C11-ADD3-2BFC51811FD7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6182">
            <a:extLst>
              <a:ext uri="{FF2B5EF4-FFF2-40B4-BE49-F238E27FC236}">
                <a16:creationId xmlns:a16="http://schemas.microsoft.com/office/drawing/2014/main" id="{C4843432-3D3E-4F68-AFB9-16668A709A32}"/>
              </a:ext>
            </a:extLst>
          </p:cNvPr>
          <p:cNvSpPr>
            <a:spLocks/>
          </p:cNvSpPr>
          <p:nvPr/>
        </p:nvSpPr>
        <p:spPr>
          <a:xfrm>
            <a:off x="1143908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6183">
            <a:extLst>
              <a:ext uri="{FF2B5EF4-FFF2-40B4-BE49-F238E27FC236}">
                <a16:creationId xmlns:a16="http://schemas.microsoft.com/office/drawing/2014/main" id="{A2056341-7EFE-4283-BF4E-BD2B292AB3F0}"/>
              </a:ext>
            </a:extLst>
          </p:cNvPr>
          <p:cNvSpPr>
            <a:spLocks/>
          </p:cNvSpPr>
          <p:nvPr/>
        </p:nvSpPr>
        <p:spPr>
          <a:xfrm>
            <a:off x="920184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6184">
            <a:extLst>
              <a:ext uri="{FF2B5EF4-FFF2-40B4-BE49-F238E27FC236}">
                <a16:creationId xmlns:a16="http://schemas.microsoft.com/office/drawing/2014/main" id="{37F038C1-FBC5-470A-A24B-B32A5171BBC0}"/>
              </a:ext>
            </a:extLst>
          </p:cNvPr>
          <p:cNvSpPr>
            <a:spLocks/>
          </p:cNvSpPr>
          <p:nvPr/>
        </p:nvSpPr>
        <p:spPr>
          <a:xfrm>
            <a:off x="1188244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6185">
            <a:extLst>
              <a:ext uri="{FF2B5EF4-FFF2-40B4-BE49-F238E27FC236}">
                <a16:creationId xmlns:a16="http://schemas.microsoft.com/office/drawing/2014/main" id="{7E88939D-197D-4E7B-98E0-67D40AB632D7}"/>
              </a:ext>
            </a:extLst>
          </p:cNvPr>
          <p:cNvSpPr>
            <a:spLocks/>
          </p:cNvSpPr>
          <p:nvPr/>
        </p:nvSpPr>
        <p:spPr>
          <a:xfrm>
            <a:off x="1143908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6186">
            <a:extLst>
              <a:ext uri="{FF2B5EF4-FFF2-40B4-BE49-F238E27FC236}">
                <a16:creationId xmlns:a16="http://schemas.microsoft.com/office/drawing/2014/main" id="{3AEA367A-0857-43F6-B91C-18F311495232}"/>
              </a:ext>
            </a:extLst>
          </p:cNvPr>
          <p:cNvSpPr>
            <a:spLocks/>
          </p:cNvSpPr>
          <p:nvPr/>
        </p:nvSpPr>
        <p:spPr>
          <a:xfrm>
            <a:off x="920184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6187">
            <a:extLst>
              <a:ext uri="{FF2B5EF4-FFF2-40B4-BE49-F238E27FC236}">
                <a16:creationId xmlns:a16="http://schemas.microsoft.com/office/drawing/2014/main" id="{A7E6D31F-B6C4-4872-BB81-517BD063B1C2}"/>
              </a:ext>
            </a:extLst>
          </p:cNvPr>
          <p:cNvSpPr>
            <a:spLocks/>
          </p:cNvSpPr>
          <p:nvPr/>
        </p:nvSpPr>
        <p:spPr>
          <a:xfrm>
            <a:off x="1188244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6188">
            <a:extLst>
              <a:ext uri="{FF2B5EF4-FFF2-40B4-BE49-F238E27FC236}">
                <a16:creationId xmlns:a16="http://schemas.microsoft.com/office/drawing/2014/main" id="{A4B20B40-6FAC-4A55-B7F8-9470538873FF}"/>
              </a:ext>
            </a:extLst>
          </p:cNvPr>
          <p:cNvSpPr>
            <a:spLocks/>
          </p:cNvSpPr>
          <p:nvPr/>
        </p:nvSpPr>
        <p:spPr>
          <a:xfrm>
            <a:off x="1143908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6189">
            <a:extLst>
              <a:ext uri="{FF2B5EF4-FFF2-40B4-BE49-F238E27FC236}">
                <a16:creationId xmlns:a16="http://schemas.microsoft.com/office/drawing/2014/main" id="{760DDA7C-BFB1-419D-B5AC-D9E3CBA0B60D}"/>
              </a:ext>
            </a:extLst>
          </p:cNvPr>
          <p:cNvSpPr>
            <a:spLocks/>
          </p:cNvSpPr>
          <p:nvPr/>
        </p:nvSpPr>
        <p:spPr>
          <a:xfrm>
            <a:off x="920184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6190">
            <a:extLst>
              <a:ext uri="{FF2B5EF4-FFF2-40B4-BE49-F238E27FC236}">
                <a16:creationId xmlns:a16="http://schemas.microsoft.com/office/drawing/2014/main" id="{913C9855-C643-4913-92EF-238FB4531DDF}"/>
              </a:ext>
            </a:extLst>
          </p:cNvPr>
          <p:cNvSpPr>
            <a:spLocks/>
          </p:cNvSpPr>
          <p:nvPr/>
        </p:nvSpPr>
        <p:spPr>
          <a:xfrm rot="-5400000">
            <a:off x="650976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6191">
            <a:extLst>
              <a:ext uri="{FF2B5EF4-FFF2-40B4-BE49-F238E27FC236}">
                <a16:creationId xmlns:a16="http://schemas.microsoft.com/office/drawing/2014/main" id="{E6926696-2725-4E94-A36F-5C33279348C6}"/>
              </a:ext>
            </a:extLst>
          </p:cNvPr>
          <p:cNvSpPr>
            <a:spLocks/>
          </p:cNvSpPr>
          <p:nvPr/>
        </p:nvSpPr>
        <p:spPr>
          <a:xfrm>
            <a:off x="1731169" y="5172972"/>
            <a:ext cx="706664" cy="247071"/>
          </a:xfrm>
          <a:custGeom>
            <a:avLst/>
            <a:gdLst/>
            <a:ahLst/>
            <a:cxnLst/>
            <a:rect l="0" t="0" r="0" b="0"/>
            <a:pathLst>
              <a:path w="706664" h="247071">
                <a:moveTo>
                  <a:pt x="0" y="247071"/>
                </a:moveTo>
                <a:lnTo>
                  <a:pt x="706664" y="247071"/>
                </a:lnTo>
                <a:lnTo>
                  <a:pt x="706664" y="0"/>
                </a:lnTo>
                <a:lnTo>
                  <a:pt x="0" y="0"/>
                </a:lnTo>
                <a:lnTo>
                  <a:pt x="0" y="247071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6192">
            <a:extLst>
              <a:ext uri="{FF2B5EF4-FFF2-40B4-BE49-F238E27FC236}">
                <a16:creationId xmlns:a16="http://schemas.microsoft.com/office/drawing/2014/main" id="{FDE298C0-39F0-4096-9551-0501D33BE402}"/>
              </a:ext>
            </a:extLst>
          </p:cNvPr>
          <p:cNvSpPr>
            <a:spLocks/>
          </p:cNvSpPr>
          <p:nvPr/>
        </p:nvSpPr>
        <p:spPr>
          <a:xfrm>
            <a:off x="2558483" y="4692468"/>
            <a:ext cx="706664" cy="727574"/>
          </a:xfrm>
          <a:custGeom>
            <a:avLst/>
            <a:gdLst/>
            <a:ahLst/>
            <a:cxnLst/>
            <a:rect l="0" t="0" r="0" b="0"/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6193">
            <a:extLst>
              <a:ext uri="{FF2B5EF4-FFF2-40B4-BE49-F238E27FC236}">
                <a16:creationId xmlns:a16="http://schemas.microsoft.com/office/drawing/2014/main" id="{40C8FA30-041A-4EB9-9406-1F4BBCBE33EF}"/>
              </a:ext>
            </a:extLst>
          </p:cNvPr>
          <p:cNvSpPr>
            <a:spLocks/>
          </p:cNvSpPr>
          <p:nvPr/>
        </p:nvSpPr>
        <p:spPr>
          <a:xfrm>
            <a:off x="3385797" y="4512519"/>
            <a:ext cx="706664" cy="907523"/>
          </a:xfrm>
          <a:custGeom>
            <a:avLst/>
            <a:gdLst/>
            <a:ahLst/>
            <a:cxnLst/>
            <a:rect l="0" t="0" r="0" b="0"/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6194">
            <a:extLst>
              <a:ext uri="{FF2B5EF4-FFF2-40B4-BE49-F238E27FC236}">
                <a16:creationId xmlns:a16="http://schemas.microsoft.com/office/drawing/2014/main" id="{01E81C64-0B2F-4963-AA0E-B788D5D8BF21}"/>
              </a:ext>
            </a:extLst>
          </p:cNvPr>
          <p:cNvSpPr>
            <a:spLocks/>
          </p:cNvSpPr>
          <p:nvPr/>
        </p:nvSpPr>
        <p:spPr>
          <a:xfrm>
            <a:off x="1929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6195">
            <a:extLst>
              <a:ext uri="{FF2B5EF4-FFF2-40B4-BE49-F238E27FC236}">
                <a16:creationId xmlns:a16="http://schemas.microsoft.com/office/drawing/2014/main" id="{0FB1C5DB-7D0A-4B96-8900-79F5B93D5B90}"/>
              </a:ext>
            </a:extLst>
          </p:cNvPr>
          <p:cNvSpPr>
            <a:spLocks/>
          </p:cNvSpPr>
          <p:nvPr/>
        </p:nvSpPr>
        <p:spPr>
          <a:xfrm>
            <a:off x="215706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6196">
            <a:extLst>
              <a:ext uri="{FF2B5EF4-FFF2-40B4-BE49-F238E27FC236}">
                <a16:creationId xmlns:a16="http://schemas.microsoft.com/office/drawing/2014/main" id="{74CEE7D4-B7DE-4DC9-9B57-FE9AFA0041AC}"/>
              </a:ext>
            </a:extLst>
          </p:cNvPr>
          <p:cNvSpPr>
            <a:spLocks/>
          </p:cNvSpPr>
          <p:nvPr/>
        </p:nvSpPr>
        <p:spPr>
          <a:xfrm>
            <a:off x="18412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6197">
            <a:extLst>
              <a:ext uri="{FF2B5EF4-FFF2-40B4-BE49-F238E27FC236}">
                <a16:creationId xmlns:a16="http://schemas.microsoft.com/office/drawing/2014/main" id="{4674E9A8-DB25-4133-8F20-673D8FE76341}"/>
              </a:ext>
            </a:extLst>
          </p:cNvPr>
          <p:cNvSpPr>
            <a:spLocks/>
          </p:cNvSpPr>
          <p:nvPr/>
        </p:nvSpPr>
        <p:spPr>
          <a:xfrm>
            <a:off x="20329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6198">
            <a:extLst>
              <a:ext uri="{FF2B5EF4-FFF2-40B4-BE49-F238E27FC236}">
                <a16:creationId xmlns:a16="http://schemas.microsoft.com/office/drawing/2014/main" id="{61EF1051-EC78-416D-B9E5-F2B7540C85FE}"/>
              </a:ext>
            </a:extLst>
          </p:cNvPr>
          <p:cNvSpPr>
            <a:spLocks/>
          </p:cNvSpPr>
          <p:nvPr/>
        </p:nvSpPr>
        <p:spPr>
          <a:xfrm>
            <a:off x="1884340" y="4813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6199">
            <a:extLst>
              <a:ext uri="{FF2B5EF4-FFF2-40B4-BE49-F238E27FC236}">
                <a16:creationId xmlns:a16="http://schemas.microsoft.com/office/drawing/2014/main" id="{9138F0D0-DD03-4D19-9AA1-ABFFB5FAAE45}"/>
              </a:ext>
            </a:extLst>
          </p:cNvPr>
          <p:cNvSpPr>
            <a:spLocks/>
          </p:cNvSpPr>
          <p:nvPr/>
        </p:nvSpPr>
        <p:spPr>
          <a:xfrm>
            <a:off x="22240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6200">
            <a:extLst>
              <a:ext uri="{FF2B5EF4-FFF2-40B4-BE49-F238E27FC236}">
                <a16:creationId xmlns:a16="http://schemas.microsoft.com/office/drawing/2014/main" id="{A9FEA957-06D0-44F5-BEFF-25F2564E2EA4}"/>
              </a:ext>
            </a:extLst>
          </p:cNvPr>
          <p:cNvSpPr>
            <a:spLocks/>
          </p:cNvSpPr>
          <p:nvPr/>
        </p:nvSpPr>
        <p:spPr>
          <a:xfrm>
            <a:off x="21000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6201">
            <a:extLst>
              <a:ext uri="{FF2B5EF4-FFF2-40B4-BE49-F238E27FC236}">
                <a16:creationId xmlns:a16="http://schemas.microsoft.com/office/drawing/2014/main" id="{E2BD172C-CD9E-4341-8A39-14711116CDA2}"/>
              </a:ext>
            </a:extLst>
          </p:cNvPr>
          <p:cNvSpPr>
            <a:spLocks/>
          </p:cNvSpPr>
          <p:nvPr/>
        </p:nvSpPr>
        <p:spPr>
          <a:xfrm>
            <a:off x="204245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6202">
            <a:extLst>
              <a:ext uri="{FF2B5EF4-FFF2-40B4-BE49-F238E27FC236}">
                <a16:creationId xmlns:a16="http://schemas.microsoft.com/office/drawing/2014/main" id="{0A3F3602-F0A0-40E6-A6E1-A7EFEE1DA478}"/>
              </a:ext>
            </a:extLst>
          </p:cNvPr>
          <p:cNvSpPr>
            <a:spLocks/>
          </p:cNvSpPr>
          <p:nvPr/>
        </p:nvSpPr>
        <p:spPr>
          <a:xfrm>
            <a:off x="18692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6203">
            <a:extLst>
              <a:ext uri="{FF2B5EF4-FFF2-40B4-BE49-F238E27FC236}">
                <a16:creationId xmlns:a16="http://schemas.microsoft.com/office/drawing/2014/main" id="{D1A535E1-536C-45B5-A466-B6C8557DA8EA}"/>
              </a:ext>
            </a:extLst>
          </p:cNvPr>
          <p:cNvSpPr>
            <a:spLocks/>
          </p:cNvSpPr>
          <p:nvPr/>
        </p:nvSpPr>
        <p:spPr>
          <a:xfrm>
            <a:off x="19777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6204">
            <a:extLst>
              <a:ext uri="{FF2B5EF4-FFF2-40B4-BE49-F238E27FC236}">
                <a16:creationId xmlns:a16="http://schemas.microsoft.com/office/drawing/2014/main" id="{3820A989-C88B-4362-9953-CDBC2D7EF249}"/>
              </a:ext>
            </a:extLst>
          </p:cNvPr>
          <p:cNvSpPr>
            <a:spLocks/>
          </p:cNvSpPr>
          <p:nvPr/>
        </p:nvSpPr>
        <p:spPr>
          <a:xfrm>
            <a:off x="1988751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6205">
            <a:extLst>
              <a:ext uri="{FF2B5EF4-FFF2-40B4-BE49-F238E27FC236}">
                <a16:creationId xmlns:a16="http://schemas.microsoft.com/office/drawing/2014/main" id="{065CC5A5-ACDA-40E1-BF3A-1F1049CE4DBD}"/>
              </a:ext>
            </a:extLst>
          </p:cNvPr>
          <p:cNvSpPr>
            <a:spLocks/>
          </p:cNvSpPr>
          <p:nvPr/>
        </p:nvSpPr>
        <p:spPr>
          <a:xfrm>
            <a:off x="2060170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6206">
            <a:extLst>
              <a:ext uri="{FF2B5EF4-FFF2-40B4-BE49-F238E27FC236}">
                <a16:creationId xmlns:a16="http://schemas.microsoft.com/office/drawing/2014/main" id="{F00D20A5-B9D2-4045-B33C-254C36AEB564}"/>
              </a:ext>
            </a:extLst>
          </p:cNvPr>
          <p:cNvSpPr>
            <a:spLocks/>
          </p:cNvSpPr>
          <p:nvPr/>
        </p:nvSpPr>
        <p:spPr>
          <a:xfrm>
            <a:off x="2201325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6207">
            <a:extLst>
              <a:ext uri="{FF2B5EF4-FFF2-40B4-BE49-F238E27FC236}">
                <a16:creationId xmlns:a16="http://schemas.microsoft.com/office/drawing/2014/main" id="{86E83037-7F97-459C-AACF-011D26CE2C0D}"/>
              </a:ext>
            </a:extLst>
          </p:cNvPr>
          <p:cNvSpPr>
            <a:spLocks/>
          </p:cNvSpPr>
          <p:nvPr/>
        </p:nvSpPr>
        <p:spPr>
          <a:xfrm>
            <a:off x="2081079" y="53819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6208">
            <a:extLst>
              <a:ext uri="{FF2B5EF4-FFF2-40B4-BE49-F238E27FC236}">
                <a16:creationId xmlns:a16="http://schemas.microsoft.com/office/drawing/2014/main" id="{28BC1930-EF9F-40EB-91C1-720EBB41D491}"/>
              </a:ext>
            </a:extLst>
          </p:cNvPr>
          <p:cNvSpPr>
            <a:spLocks/>
          </p:cNvSpPr>
          <p:nvPr/>
        </p:nvSpPr>
        <p:spPr>
          <a:xfrm>
            <a:off x="22662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6209">
            <a:extLst>
              <a:ext uri="{FF2B5EF4-FFF2-40B4-BE49-F238E27FC236}">
                <a16:creationId xmlns:a16="http://schemas.microsoft.com/office/drawing/2014/main" id="{CB6E7DB7-6916-4B69-9382-8DD2F5FF6B00}"/>
              </a:ext>
            </a:extLst>
          </p:cNvPr>
          <p:cNvSpPr>
            <a:spLocks/>
          </p:cNvSpPr>
          <p:nvPr/>
        </p:nvSpPr>
        <p:spPr>
          <a:xfrm>
            <a:off x="188877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6210">
            <a:extLst>
              <a:ext uri="{FF2B5EF4-FFF2-40B4-BE49-F238E27FC236}">
                <a16:creationId xmlns:a16="http://schemas.microsoft.com/office/drawing/2014/main" id="{CCCC1D20-E847-49EA-A38A-5B9BBC30B1F2}"/>
              </a:ext>
            </a:extLst>
          </p:cNvPr>
          <p:cNvSpPr>
            <a:spLocks/>
          </p:cNvSpPr>
          <p:nvPr/>
        </p:nvSpPr>
        <p:spPr>
          <a:xfrm>
            <a:off x="18519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6211">
            <a:extLst>
              <a:ext uri="{FF2B5EF4-FFF2-40B4-BE49-F238E27FC236}">
                <a16:creationId xmlns:a16="http://schemas.microsoft.com/office/drawing/2014/main" id="{ECDE403C-2940-4C74-8430-FB86FF88B580}"/>
              </a:ext>
            </a:extLst>
          </p:cNvPr>
          <p:cNvSpPr>
            <a:spLocks/>
          </p:cNvSpPr>
          <p:nvPr/>
        </p:nvSpPr>
        <p:spPr>
          <a:xfrm>
            <a:off x="216408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6212">
            <a:extLst>
              <a:ext uri="{FF2B5EF4-FFF2-40B4-BE49-F238E27FC236}">
                <a16:creationId xmlns:a16="http://schemas.microsoft.com/office/drawing/2014/main" id="{C31D5968-E494-426A-AB05-C3CD8DCA8345}"/>
              </a:ext>
            </a:extLst>
          </p:cNvPr>
          <p:cNvSpPr>
            <a:spLocks/>
          </p:cNvSpPr>
          <p:nvPr/>
        </p:nvSpPr>
        <p:spPr>
          <a:xfrm>
            <a:off x="2235860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6213">
            <a:extLst>
              <a:ext uri="{FF2B5EF4-FFF2-40B4-BE49-F238E27FC236}">
                <a16:creationId xmlns:a16="http://schemas.microsoft.com/office/drawing/2014/main" id="{D7F0A4D0-CF0A-43DC-A470-955445B4D1C7}"/>
              </a:ext>
            </a:extLst>
          </p:cNvPr>
          <p:cNvSpPr>
            <a:spLocks/>
          </p:cNvSpPr>
          <p:nvPr/>
        </p:nvSpPr>
        <p:spPr>
          <a:xfrm>
            <a:off x="2287158" y="51106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6214">
            <a:extLst>
              <a:ext uri="{FF2B5EF4-FFF2-40B4-BE49-F238E27FC236}">
                <a16:creationId xmlns:a16="http://schemas.microsoft.com/office/drawing/2014/main" id="{11D06398-D351-41F6-9659-48B0E604D7E0}"/>
              </a:ext>
            </a:extLst>
          </p:cNvPr>
          <p:cNvSpPr>
            <a:spLocks/>
          </p:cNvSpPr>
          <p:nvPr/>
        </p:nvSpPr>
        <p:spPr>
          <a:xfrm>
            <a:off x="225341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215">
            <a:extLst>
              <a:ext uri="{FF2B5EF4-FFF2-40B4-BE49-F238E27FC236}">
                <a16:creationId xmlns:a16="http://schemas.microsoft.com/office/drawing/2014/main" id="{15ED31EA-6535-4DB2-AFA9-9DF0EC7D5FA7}"/>
              </a:ext>
            </a:extLst>
          </p:cNvPr>
          <p:cNvSpPr>
            <a:spLocks/>
          </p:cNvSpPr>
          <p:nvPr/>
        </p:nvSpPr>
        <p:spPr>
          <a:xfrm>
            <a:off x="20698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216">
            <a:extLst>
              <a:ext uri="{FF2B5EF4-FFF2-40B4-BE49-F238E27FC236}">
                <a16:creationId xmlns:a16="http://schemas.microsoft.com/office/drawing/2014/main" id="{977EABD6-641D-4160-9B4C-A746A0985969}"/>
              </a:ext>
            </a:extLst>
          </p:cNvPr>
          <p:cNvSpPr>
            <a:spLocks/>
          </p:cNvSpPr>
          <p:nvPr/>
        </p:nvSpPr>
        <p:spPr>
          <a:xfrm>
            <a:off x="2208158" y="47512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17">
            <a:extLst>
              <a:ext uri="{FF2B5EF4-FFF2-40B4-BE49-F238E27FC236}">
                <a16:creationId xmlns:a16="http://schemas.microsoft.com/office/drawing/2014/main" id="{B856DE4C-8E01-42EC-B84F-10830E7A7E60}"/>
              </a:ext>
            </a:extLst>
          </p:cNvPr>
          <p:cNvSpPr>
            <a:spLocks/>
          </p:cNvSpPr>
          <p:nvPr/>
        </p:nvSpPr>
        <p:spPr>
          <a:xfrm>
            <a:off x="1815723" y="48495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218">
            <a:extLst>
              <a:ext uri="{FF2B5EF4-FFF2-40B4-BE49-F238E27FC236}">
                <a16:creationId xmlns:a16="http://schemas.microsoft.com/office/drawing/2014/main" id="{10C98A53-5CDC-41BC-A4F3-E18DB4CBCC81}"/>
              </a:ext>
            </a:extLst>
          </p:cNvPr>
          <p:cNvSpPr>
            <a:spLocks/>
          </p:cNvSpPr>
          <p:nvPr/>
        </p:nvSpPr>
        <p:spPr>
          <a:xfrm>
            <a:off x="180950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219">
            <a:extLst>
              <a:ext uri="{FF2B5EF4-FFF2-40B4-BE49-F238E27FC236}">
                <a16:creationId xmlns:a16="http://schemas.microsoft.com/office/drawing/2014/main" id="{8684BE41-AD9B-4FBE-9E38-5ABFD8E731F7}"/>
              </a:ext>
            </a:extLst>
          </p:cNvPr>
          <p:cNvSpPr>
            <a:spLocks/>
          </p:cNvSpPr>
          <p:nvPr/>
        </p:nvSpPr>
        <p:spPr>
          <a:xfrm>
            <a:off x="218667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220">
            <a:extLst>
              <a:ext uri="{FF2B5EF4-FFF2-40B4-BE49-F238E27FC236}">
                <a16:creationId xmlns:a16="http://schemas.microsoft.com/office/drawing/2014/main" id="{51039265-DC06-4AF1-A28C-4664F54B5571}"/>
              </a:ext>
            </a:extLst>
          </p:cNvPr>
          <p:cNvSpPr>
            <a:spLocks/>
          </p:cNvSpPr>
          <p:nvPr/>
        </p:nvSpPr>
        <p:spPr>
          <a:xfrm>
            <a:off x="22372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221">
            <a:extLst>
              <a:ext uri="{FF2B5EF4-FFF2-40B4-BE49-F238E27FC236}">
                <a16:creationId xmlns:a16="http://schemas.microsoft.com/office/drawing/2014/main" id="{3CC53CCC-CDD9-4106-95B8-1013B9A823BC}"/>
              </a:ext>
            </a:extLst>
          </p:cNvPr>
          <p:cNvSpPr>
            <a:spLocks/>
          </p:cNvSpPr>
          <p:nvPr/>
        </p:nvSpPr>
        <p:spPr>
          <a:xfrm>
            <a:off x="21864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222">
            <a:extLst>
              <a:ext uri="{FF2B5EF4-FFF2-40B4-BE49-F238E27FC236}">
                <a16:creationId xmlns:a16="http://schemas.microsoft.com/office/drawing/2014/main" id="{85DA9322-5457-4FD7-9696-ABBA9C31711B}"/>
              </a:ext>
            </a:extLst>
          </p:cNvPr>
          <p:cNvSpPr>
            <a:spLocks/>
          </p:cNvSpPr>
          <p:nvPr/>
        </p:nvSpPr>
        <p:spPr>
          <a:xfrm>
            <a:off x="2115039" y="51697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223">
            <a:extLst>
              <a:ext uri="{FF2B5EF4-FFF2-40B4-BE49-F238E27FC236}">
                <a16:creationId xmlns:a16="http://schemas.microsoft.com/office/drawing/2014/main" id="{883DAC77-F8AF-415C-BCEF-B437E1CA2FDD}"/>
              </a:ext>
            </a:extLst>
          </p:cNvPr>
          <p:cNvSpPr>
            <a:spLocks/>
          </p:cNvSpPr>
          <p:nvPr/>
        </p:nvSpPr>
        <p:spPr>
          <a:xfrm>
            <a:off x="192199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224">
            <a:extLst>
              <a:ext uri="{FF2B5EF4-FFF2-40B4-BE49-F238E27FC236}">
                <a16:creationId xmlns:a16="http://schemas.microsoft.com/office/drawing/2014/main" id="{1A3C51AB-73B9-4A57-8B53-E2964D196C00}"/>
              </a:ext>
            </a:extLst>
          </p:cNvPr>
          <p:cNvSpPr>
            <a:spLocks/>
          </p:cNvSpPr>
          <p:nvPr/>
        </p:nvSpPr>
        <p:spPr>
          <a:xfrm>
            <a:off x="222942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6225">
            <a:extLst>
              <a:ext uri="{FF2B5EF4-FFF2-40B4-BE49-F238E27FC236}">
                <a16:creationId xmlns:a16="http://schemas.microsoft.com/office/drawing/2014/main" id="{924468AA-35EC-412C-83C6-07F70A5340C3}"/>
              </a:ext>
            </a:extLst>
          </p:cNvPr>
          <p:cNvSpPr>
            <a:spLocks/>
          </p:cNvSpPr>
          <p:nvPr/>
        </p:nvSpPr>
        <p:spPr>
          <a:xfrm>
            <a:off x="2115919" y="52458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6226">
            <a:extLst>
              <a:ext uri="{FF2B5EF4-FFF2-40B4-BE49-F238E27FC236}">
                <a16:creationId xmlns:a16="http://schemas.microsoft.com/office/drawing/2014/main" id="{C5D8057A-09BD-4660-8230-EE94F2C59BF1}"/>
              </a:ext>
            </a:extLst>
          </p:cNvPr>
          <p:cNvSpPr>
            <a:spLocks/>
          </p:cNvSpPr>
          <p:nvPr/>
        </p:nvSpPr>
        <p:spPr>
          <a:xfrm>
            <a:off x="191186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6227">
            <a:extLst>
              <a:ext uri="{FF2B5EF4-FFF2-40B4-BE49-F238E27FC236}">
                <a16:creationId xmlns:a16="http://schemas.microsoft.com/office/drawing/2014/main" id="{FBBD2697-D7EA-495D-8308-FB91CAD0C946}"/>
              </a:ext>
            </a:extLst>
          </p:cNvPr>
          <p:cNvSpPr>
            <a:spLocks/>
          </p:cNvSpPr>
          <p:nvPr/>
        </p:nvSpPr>
        <p:spPr>
          <a:xfrm>
            <a:off x="2171261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6228">
            <a:extLst>
              <a:ext uri="{FF2B5EF4-FFF2-40B4-BE49-F238E27FC236}">
                <a16:creationId xmlns:a16="http://schemas.microsoft.com/office/drawing/2014/main" id="{36FC184F-A7CF-461C-A8C4-8924353155F5}"/>
              </a:ext>
            </a:extLst>
          </p:cNvPr>
          <p:cNvSpPr>
            <a:spLocks/>
          </p:cNvSpPr>
          <p:nvPr/>
        </p:nvSpPr>
        <p:spPr>
          <a:xfrm>
            <a:off x="19644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6229">
            <a:extLst>
              <a:ext uri="{FF2B5EF4-FFF2-40B4-BE49-F238E27FC236}">
                <a16:creationId xmlns:a16="http://schemas.microsoft.com/office/drawing/2014/main" id="{1D2B7C29-2549-44BF-8B05-E9B546274F07}"/>
              </a:ext>
            </a:extLst>
          </p:cNvPr>
          <p:cNvSpPr>
            <a:spLocks/>
          </p:cNvSpPr>
          <p:nvPr/>
        </p:nvSpPr>
        <p:spPr>
          <a:xfrm>
            <a:off x="18504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6230">
            <a:extLst>
              <a:ext uri="{FF2B5EF4-FFF2-40B4-BE49-F238E27FC236}">
                <a16:creationId xmlns:a16="http://schemas.microsoft.com/office/drawing/2014/main" id="{D6BA244D-9747-4F5A-A829-81F61962620B}"/>
              </a:ext>
            </a:extLst>
          </p:cNvPr>
          <p:cNvSpPr>
            <a:spLocks/>
          </p:cNvSpPr>
          <p:nvPr/>
        </p:nvSpPr>
        <p:spPr>
          <a:xfrm>
            <a:off x="22028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6231">
            <a:extLst>
              <a:ext uri="{FF2B5EF4-FFF2-40B4-BE49-F238E27FC236}">
                <a16:creationId xmlns:a16="http://schemas.microsoft.com/office/drawing/2014/main" id="{4C70FAD8-1AA0-4CB0-AE8B-5C6F3D250952}"/>
              </a:ext>
            </a:extLst>
          </p:cNvPr>
          <p:cNvSpPr>
            <a:spLocks/>
          </p:cNvSpPr>
          <p:nvPr/>
        </p:nvSpPr>
        <p:spPr>
          <a:xfrm>
            <a:off x="20531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6232">
            <a:extLst>
              <a:ext uri="{FF2B5EF4-FFF2-40B4-BE49-F238E27FC236}">
                <a16:creationId xmlns:a16="http://schemas.microsoft.com/office/drawing/2014/main" id="{4F88204E-2D3D-44A5-A7CE-718122C8099B}"/>
              </a:ext>
            </a:extLst>
          </p:cNvPr>
          <p:cNvSpPr>
            <a:spLocks/>
          </p:cNvSpPr>
          <p:nvPr/>
        </p:nvSpPr>
        <p:spPr>
          <a:xfrm>
            <a:off x="19604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6233">
            <a:extLst>
              <a:ext uri="{FF2B5EF4-FFF2-40B4-BE49-F238E27FC236}">
                <a16:creationId xmlns:a16="http://schemas.microsoft.com/office/drawing/2014/main" id="{5F82B60F-FA22-42C7-BCFF-A6D289AA4710}"/>
              </a:ext>
            </a:extLst>
          </p:cNvPr>
          <p:cNvSpPr>
            <a:spLocks/>
          </p:cNvSpPr>
          <p:nvPr/>
        </p:nvSpPr>
        <p:spPr>
          <a:xfrm>
            <a:off x="1837084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6234">
            <a:extLst>
              <a:ext uri="{FF2B5EF4-FFF2-40B4-BE49-F238E27FC236}">
                <a16:creationId xmlns:a16="http://schemas.microsoft.com/office/drawing/2014/main" id="{7198BFE3-6B69-44B2-9F34-279CC6A614C2}"/>
              </a:ext>
            </a:extLst>
          </p:cNvPr>
          <p:cNvSpPr>
            <a:spLocks/>
          </p:cNvSpPr>
          <p:nvPr/>
        </p:nvSpPr>
        <p:spPr>
          <a:xfrm>
            <a:off x="22696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6235">
            <a:extLst>
              <a:ext uri="{FF2B5EF4-FFF2-40B4-BE49-F238E27FC236}">
                <a16:creationId xmlns:a16="http://schemas.microsoft.com/office/drawing/2014/main" id="{81C58DB1-3C2B-402D-992F-B76CC0043C04}"/>
              </a:ext>
            </a:extLst>
          </p:cNvPr>
          <p:cNvSpPr>
            <a:spLocks/>
          </p:cNvSpPr>
          <p:nvPr/>
        </p:nvSpPr>
        <p:spPr>
          <a:xfrm>
            <a:off x="1968023" y="51649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6236">
            <a:extLst>
              <a:ext uri="{FF2B5EF4-FFF2-40B4-BE49-F238E27FC236}">
                <a16:creationId xmlns:a16="http://schemas.microsoft.com/office/drawing/2014/main" id="{343EEB07-C4B6-43DA-9CE1-CB127255C673}"/>
              </a:ext>
            </a:extLst>
          </p:cNvPr>
          <p:cNvSpPr>
            <a:spLocks/>
          </p:cNvSpPr>
          <p:nvPr/>
        </p:nvSpPr>
        <p:spPr>
          <a:xfrm>
            <a:off x="22045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6237">
            <a:extLst>
              <a:ext uri="{FF2B5EF4-FFF2-40B4-BE49-F238E27FC236}">
                <a16:creationId xmlns:a16="http://schemas.microsoft.com/office/drawing/2014/main" id="{198D6B7B-0C3F-44B9-A7AC-0F7FC979DF2C}"/>
              </a:ext>
            </a:extLst>
          </p:cNvPr>
          <p:cNvSpPr>
            <a:spLocks/>
          </p:cNvSpPr>
          <p:nvPr/>
        </p:nvSpPr>
        <p:spPr>
          <a:xfrm>
            <a:off x="206518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6238">
            <a:extLst>
              <a:ext uri="{FF2B5EF4-FFF2-40B4-BE49-F238E27FC236}">
                <a16:creationId xmlns:a16="http://schemas.microsoft.com/office/drawing/2014/main" id="{1C53ADD6-8FDE-4D6C-86D4-AE003F2AD8C7}"/>
              </a:ext>
            </a:extLst>
          </p:cNvPr>
          <p:cNvSpPr>
            <a:spLocks/>
          </p:cNvSpPr>
          <p:nvPr/>
        </p:nvSpPr>
        <p:spPr>
          <a:xfrm>
            <a:off x="18146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6239">
            <a:extLst>
              <a:ext uri="{FF2B5EF4-FFF2-40B4-BE49-F238E27FC236}">
                <a16:creationId xmlns:a16="http://schemas.microsoft.com/office/drawing/2014/main" id="{988A5587-FEF9-4326-9EA0-3E6874F0A1CA}"/>
              </a:ext>
            </a:extLst>
          </p:cNvPr>
          <p:cNvSpPr>
            <a:spLocks/>
          </p:cNvSpPr>
          <p:nvPr/>
        </p:nvSpPr>
        <p:spPr>
          <a:xfrm>
            <a:off x="19263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6240">
            <a:extLst>
              <a:ext uri="{FF2B5EF4-FFF2-40B4-BE49-F238E27FC236}">
                <a16:creationId xmlns:a16="http://schemas.microsoft.com/office/drawing/2014/main" id="{AAF2ED8E-8F47-49FB-A547-E48733CCD1BD}"/>
              </a:ext>
            </a:extLst>
          </p:cNvPr>
          <p:cNvSpPr>
            <a:spLocks/>
          </p:cNvSpPr>
          <p:nvPr/>
        </p:nvSpPr>
        <p:spPr>
          <a:xfrm>
            <a:off x="1841453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6241">
            <a:extLst>
              <a:ext uri="{FF2B5EF4-FFF2-40B4-BE49-F238E27FC236}">
                <a16:creationId xmlns:a16="http://schemas.microsoft.com/office/drawing/2014/main" id="{DDBAB39A-B551-407B-82FE-F1B0875692EA}"/>
              </a:ext>
            </a:extLst>
          </p:cNvPr>
          <p:cNvSpPr>
            <a:spLocks/>
          </p:cNvSpPr>
          <p:nvPr/>
        </p:nvSpPr>
        <p:spPr>
          <a:xfrm>
            <a:off x="20163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6242">
            <a:extLst>
              <a:ext uri="{FF2B5EF4-FFF2-40B4-BE49-F238E27FC236}">
                <a16:creationId xmlns:a16="http://schemas.microsoft.com/office/drawing/2014/main" id="{44651727-A9BD-44C6-88AD-2BCC5E3B5788}"/>
              </a:ext>
            </a:extLst>
          </p:cNvPr>
          <p:cNvSpPr>
            <a:spLocks/>
          </p:cNvSpPr>
          <p:nvPr/>
        </p:nvSpPr>
        <p:spPr>
          <a:xfrm>
            <a:off x="21720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6243">
            <a:extLst>
              <a:ext uri="{FF2B5EF4-FFF2-40B4-BE49-F238E27FC236}">
                <a16:creationId xmlns:a16="http://schemas.microsoft.com/office/drawing/2014/main" id="{A8652116-2BED-4899-ABB7-481B243606D3}"/>
              </a:ext>
            </a:extLst>
          </p:cNvPr>
          <p:cNvSpPr>
            <a:spLocks/>
          </p:cNvSpPr>
          <p:nvPr/>
        </p:nvSpPr>
        <p:spPr>
          <a:xfrm>
            <a:off x="231329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6244">
            <a:extLst>
              <a:ext uri="{FF2B5EF4-FFF2-40B4-BE49-F238E27FC236}">
                <a16:creationId xmlns:a16="http://schemas.microsoft.com/office/drawing/2014/main" id="{C66E53D0-B8D2-4227-A848-56B63EE6F790}"/>
              </a:ext>
            </a:extLst>
          </p:cNvPr>
          <p:cNvSpPr>
            <a:spLocks/>
          </p:cNvSpPr>
          <p:nvPr/>
        </p:nvSpPr>
        <p:spPr>
          <a:xfrm>
            <a:off x="20460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6245">
            <a:extLst>
              <a:ext uri="{FF2B5EF4-FFF2-40B4-BE49-F238E27FC236}">
                <a16:creationId xmlns:a16="http://schemas.microsoft.com/office/drawing/2014/main" id="{5EBABD98-6D79-4039-9C74-E5B12C3E517D}"/>
              </a:ext>
            </a:extLst>
          </p:cNvPr>
          <p:cNvSpPr>
            <a:spLocks/>
          </p:cNvSpPr>
          <p:nvPr/>
        </p:nvSpPr>
        <p:spPr>
          <a:xfrm>
            <a:off x="19379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6246">
            <a:extLst>
              <a:ext uri="{FF2B5EF4-FFF2-40B4-BE49-F238E27FC236}">
                <a16:creationId xmlns:a16="http://schemas.microsoft.com/office/drawing/2014/main" id="{94BB5B34-79CE-4D4F-984D-6BCC305292B8}"/>
              </a:ext>
            </a:extLst>
          </p:cNvPr>
          <p:cNvSpPr>
            <a:spLocks/>
          </p:cNvSpPr>
          <p:nvPr/>
        </p:nvSpPr>
        <p:spPr>
          <a:xfrm>
            <a:off x="19845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6247">
            <a:extLst>
              <a:ext uri="{FF2B5EF4-FFF2-40B4-BE49-F238E27FC236}">
                <a16:creationId xmlns:a16="http://schemas.microsoft.com/office/drawing/2014/main" id="{5E688836-59A1-419B-B1F3-4C1367E5EDB5}"/>
              </a:ext>
            </a:extLst>
          </p:cNvPr>
          <p:cNvSpPr>
            <a:spLocks/>
          </p:cNvSpPr>
          <p:nvPr/>
        </p:nvSpPr>
        <p:spPr>
          <a:xfrm>
            <a:off x="1890322" y="5126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6248">
            <a:extLst>
              <a:ext uri="{FF2B5EF4-FFF2-40B4-BE49-F238E27FC236}">
                <a16:creationId xmlns:a16="http://schemas.microsoft.com/office/drawing/2014/main" id="{024C9E18-CE94-4020-8789-212B205F10D3}"/>
              </a:ext>
            </a:extLst>
          </p:cNvPr>
          <p:cNvSpPr>
            <a:spLocks/>
          </p:cNvSpPr>
          <p:nvPr/>
        </p:nvSpPr>
        <p:spPr>
          <a:xfrm>
            <a:off x="18803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6249">
            <a:extLst>
              <a:ext uri="{FF2B5EF4-FFF2-40B4-BE49-F238E27FC236}">
                <a16:creationId xmlns:a16="http://schemas.microsoft.com/office/drawing/2014/main" id="{5CE4DFF1-5071-4DC3-81BC-231F560E80DB}"/>
              </a:ext>
            </a:extLst>
          </p:cNvPr>
          <p:cNvSpPr>
            <a:spLocks/>
          </p:cNvSpPr>
          <p:nvPr/>
        </p:nvSpPr>
        <p:spPr>
          <a:xfrm>
            <a:off x="2186307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6250">
            <a:extLst>
              <a:ext uri="{FF2B5EF4-FFF2-40B4-BE49-F238E27FC236}">
                <a16:creationId xmlns:a16="http://schemas.microsoft.com/office/drawing/2014/main" id="{31C02CF4-6F2F-49FC-BBC5-F014673AD7F6}"/>
              </a:ext>
            </a:extLst>
          </p:cNvPr>
          <p:cNvSpPr>
            <a:spLocks/>
          </p:cNvSpPr>
          <p:nvPr/>
        </p:nvSpPr>
        <p:spPr>
          <a:xfrm>
            <a:off x="2290009" y="532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6251">
            <a:extLst>
              <a:ext uri="{FF2B5EF4-FFF2-40B4-BE49-F238E27FC236}">
                <a16:creationId xmlns:a16="http://schemas.microsoft.com/office/drawing/2014/main" id="{8D364F36-84B3-48E5-B3DB-1DFF32704A61}"/>
              </a:ext>
            </a:extLst>
          </p:cNvPr>
          <p:cNvSpPr>
            <a:spLocks/>
          </p:cNvSpPr>
          <p:nvPr/>
        </p:nvSpPr>
        <p:spPr>
          <a:xfrm>
            <a:off x="211656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6252">
            <a:extLst>
              <a:ext uri="{FF2B5EF4-FFF2-40B4-BE49-F238E27FC236}">
                <a16:creationId xmlns:a16="http://schemas.microsoft.com/office/drawing/2014/main" id="{794202DD-104B-47B6-BE6A-6BB726F74350}"/>
              </a:ext>
            </a:extLst>
          </p:cNvPr>
          <p:cNvSpPr>
            <a:spLocks/>
          </p:cNvSpPr>
          <p:nvPr/>
        </p:nvSpPr>
        <p:spPr>
          <a:xfrm>
            <a:off x="1922397" y="5381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6253">
            <a:extLst>
              <a:ext uri="{FF2B5EF4-FFF2-40B4-BE49-F238E27FC236}">
                <a16:creationId xmlns:a16="http://schemas.microsoft.com/office/drawing/2014/main" id="{5787263C-D70D-4085-8468-627AAD6AA8B7}"/>
              </a:ext>
            </a:extLst>
          </p:cNvPr>
          <p:cNvSpPr>
            <a:spLocks/>
          </p:cNvSpPr>
          <p:nvPr/>
        </p:nvSpPr>
        <p:spPr>
          <a:xfrm>
            <a:off x="200609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6254">
            <a:extLst>
              <a:ext uri="{FF2B5EF4-FFF2-40B4-BE49-F238E27FC236}">
                <a16:creationId xmlns:a16="http://schemas.microsoft.com/office/drawing/2014/main" id="{13A75245-F274-4215-83CC-CBE939FD0E95}"/>
              </a:ext>
            </a:extLst>
          </p:cNvPr>
          <p:cNvSpPr>
            <a:spLocks/>
          </p:cNvSpPr>
          <p:nvPr/>
        </p:nvSpPr>
        <p:spPr>
          <a:xfrm>
            <a:off x="20971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6255">
            <a:extLst>
              <a:ext uri="{FF2B5EF4-FFF2-40B4-BE49-F238E27FC236}">
                <a16:creationId xmlns:a16="http://schemas.microsoft.com/office/drawing/2014/main" id="{42D541EA-E22F-4012-BECB-B51EDCC89E92}"/>
              </a:ext>
            </a:extLst>
          </p:cNvPr>
          <p:cNvSpPr>
            <a:spLocks/>
          </p:cNvSpPr>
          <p:nvPr/>
        </p:nvSpPr>
        <p:spPr>
          <a:xfrm>
            <a:off x="23099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6256">
            <a:extLst>
              <a:ext uri="{FF2B5EF4-FFF2-40B4-BE49-F238E27FC236}">
                <a16:creationId xmlns:a16="http://schemas.microsoft.com/office/drawing/2014/main" id="{D2ED6B1A-1CFA-4FA8-886A-83E6285ED2D7}"/>
              </a:ext>
            </a:extLst>
          </p:cNvPr>
          <p:cNvSpPr>
            <a:spLocks/>
          </p:cNvSpPr>
          <p:nvPr/>
        </p:nvSpPr>
        <p:spPr>
          <a:xfrm>
            <a:off x="1855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6257">
            <a:extLst>
              <a:ext uri="{FF2B5EF4-FFF2-40B4-BE49-F238E27FC236}">
                <a16:creationId xmlns:a16="http://schemas.microsoft.com/office/drawing/2014/main" id="{E08E0DAF-0DFF-4260-9DDB-026377475FC7}"/>
              </a:ext>
            </a:extLst>
          </p:cNvPr>
          <p:cNvSpPr>
            <a:spLocks/>
          </p:cNvSpPr>
          <p:nvPr/>
        </p:nvSpPr>
        <p:spPr>
          <a:xfrm>
            <a:off x="195379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6258">
            <a:extLst>
              <a:ext uri="{FF2B5EF4-FFF2-40B4-BE49-F238E27FC236}">
                <a16:creationId xmlns:a16="http://schemas.microsoft.com/office/drawing/2014/main" id="{D1ADFCEC-BE35-4D52-85E7-3C8D4CE9A6E1}"/>
              </a:ext>
            </a:extLst>
          </p:cNvPr>
          <p:cNvSpPr>
            <a:spLocks/>
          </p:cNvSpPr>
          <p:nvPr/>
        </p:nvSpPr>
        <p:spPr>
          <a:xfrm>
            <a:off x="192778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6259">
            <a:extLst>
              <a:ext uri="{FF2B5EF4-FFF2-40B4-BE49-F238E27FC236}">
                <a16:creationId xmlns:a16="http://schemas.microsoft.com/office/drawing/2014/main" id="{38327309-9E31-4574-B4A7-B10B40AF3CB8}"/>
              </a:ext>
            </a:extLst>
          </p:cNvPr>
          <p:cNvSpPr>
            <a:spLocks/>
          </p:cNvSpPr>
          <p:nvPr/>
        </p:nvSpPr>
        <p:spPr>
          <a:xfrm>
            <a:off x="2224177" y="5266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6260">
            <a:extLst>
              <a:ext uri="{FF2B5EF4-FFF2-40B4-BE49-F238E27FC236}">
                <a16:creationId xmlns:a16="http://schemas.microsoft.com/office/drawing/2014/main" id="{4F2DEEBA-7CB9-4971-BB2E-A4D283B861B3}"/>
              </a:ext>
            </a:extLst>
          </p:cNvPr>
          <p:cNvSpPr>
            <a:spLocks/>
          </p:cNvSpPr>
          <p:nvPr/>
        </p:nvSpPr>
        <p:spPr>
          <a:xfrm>
            <a:off x="19220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6261">
            <a:extLst>
              <a:ext uri="{FF2B5EF4-FFF2-40B4-BE49-F238E27FC236}">
                <a16:creationId xmlns:a16="http://schemas.microsoft.com/office/drawing/2014/main" id="{999855DD-0138-462E-A9A5-42943FFBB956}"/>
              </a:ext>
            </a:extLst>
          </p:cNvPr>
          <p:cNvSpPr>
            <a:spLocks/>
          </p:cNvSpPr>
          <p:nvPr/>
        </p:nvSpPr>
        <p:spPr>
          <a:xfrm>
            <a:off x="183276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6262">
            <a:extLst>
              <a:ext uri="{FF2B5EF4-FFF2-40B4-BE49-F238E27FC236}">
                <a16:creationId xmlns:a16="http://schemas.microsoft.com/office/drawing/2014/main" id="{CFAD461C-05AD-4AD9-8258-E3C1A3D355E3}"/>
              </a:ext>
            </a:extLst>
          </p:cNvPr>
          <p:cNvSpPr>
            <a:spLocks/>
          </p:cNvSpPr>
          <p:nvPr/>
        </p:nvSpPr>
        <p:spPr>
          <a:xfrm>
            <a:off x="2065772" y="50467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6263">
            <a:extLst>
              <a:ext uri="{FF2B5EF4-FFF2-40B4-BE49-F238E27FC236}">
                <a16:creationId xmlns:a16="http://schemas.microsoft.com/office/drawing/2014/main" id="{BD959CAA-5C36-4B60-926D-9D0B390F29A7}"/>
              </a:ext>
            </a:extLst>
          </p:cNvPr>
          <p:cNvSpPr>
            <a:spLocks/>
          </p:cNvSpPr>
          <p:nvPr/>
        </p:nvSpPr>
        <p:spPr>
          <a:xfrm>
            <a:off x="21688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6264">
            <a:extLst>
              <a:ext uri="{FF2B5EF4-FFF2-40B4-BE49-F238E27FC236}">
                <a16:creationId xmlns:a16="http://schemas.microsoft.com/office/drawing/2014/main" id="{24652B8A-2707-4041-BCC9-2AB3943DB712}"/>
              </a:ext>
            </a:extLst>
          </p:cNvPr>
          <p:cNvSpPr>
            <a:spLocks/>
          </p:cNvSpPr>
          <p:nvPr/>
        </p:nvSpPr>
        <p:spPr>
          <a:xfrm>
            <a:off x="23171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6265">
            <a:extLst>
              <a:ext uri="{FF2B5EF4-FFF2-40B4-BE49-F238E27FC236}">
                <a16:creationId xmlns:a16="http://schemas.microsoft.com/office/drawing/2014/main" id="{B4DF42A2-0CAB-4887-A1F9-A4A8D1350EB6}"/>
              </a:ext>
            </a:extLst>
          </p:cNvPr>
          <p:cNvSpPr>
            <a:spLocks/>
          </p:cNvSpPr>
          <p:nvPr/>
        </p:nvSpPr>
        <p:spPr>
          <a:xfrm>
            <a:off x="231965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6266">
            <a:extLst>
              <a:ext uri="{FF2B5EF4-FFF2-40B4-BE49-F238E27FC236}">
                <a16:creationId xmlns:a16="http://schemas.microsoft.com/office/drawing/2014/main" id="{DC653CBB-6F3F-4692-B6D8-0F3280C18079}"/>
              </a:ext>
            </a:extLst>
          </p:cNvPr>
          <p:cNvSpPr>
            <a:spLocks/>
          </p:cNvSpPr>
          <p:nvPr/>
        </p:nvSpPr>
        <p:spPr>
          <a:xfrm>
            <a:off x="23205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6267">
            <a:extLst>
              <a:ext uri="{FF2B5EF4-FFF2-40B4-BE49-F238E27FC236}">
                <a16:creationId xmlns:a16="http://schemas.microsoft.com/office/drawing/2014/main" id="{F2EC48F5-3757-48D2-929F-ECA47FFC978B}"/>
              </a:ext>
            </a:extLst>
          </p:cNvPr>
          <p:cNvSpPr>
            <a:spLocks/>
          </p:cNvSpPr>
          <p:nvPr/>
        </p:nvSpPr>
        <p:spPr>
          <a:xfrm>
            <a:off x="2300778" y="5300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6268">
            <a:extLst>
              <a:ext uri="{FF2B5EF4-FFF2-40B4-BE49-F238E27FC236}">
                <a16:creationId xmlns:a16="http://schemas.microsoft.com/office/drawing/2014/main" id="{6CD69365-DAC5-467A-9FB1-AEB47B295D65}"/>
              </a:ext>
            </a:extLst>
          </p:cNvPr>
          <p:cNvSpPr>
            <a:spLocks/>
          </p:cNvSpPr>
          <p:nvPr/>
        </p:nvSpPr>
        <p:spPr>
          <a:xfrm>
            <a:off x="2003369" y="523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6269">
            <a:extLst>
              <a:ext uri="{FF2B5EF4-FFF2-40B4-BE49-F238E27FC236}">
                <a16:creationId xmlns:a16="http://schemas.microsoft.com/office/drawing/2014/main" id="{6B7121AD-5BD2-44D7-AC52-A2E90CD6BADC}"/>
              </a:ext>
            </a:extLst>
          </p:cNvPr>
          <p:cNvSpPr>
            <a:spLocks/>
          </p:cNvSpPr>
          <p:nvPr/>
        </p:nvSpPr>
        <p:spPr>
          <a:xfrm>
            <a:off x="2284694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6270">
            <a:extLst>
              <a:ext uri="{FF2B5EF4-FFF2-40B4-BE49-F238E27FC236}">
                <a16:creationId xmlns:a16="http://schemas.microsoft.com/office/drawing/2014/main" id="{FC0840AB-0497-4D73-9FBA-F708227EF60D}"/>
              </a:ext>
            </a:extLst>
          </p:cNvPr>
          <p:cNvSpPr>
            <a:spLocks/>
          </p:cNvSpPr>
          <p:nvPr/>
        </p:nvSpPr>
        <p:spPr>
          <a:xfrm>
            <a:off x="198231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6271">
            <a:extLst>
              <a:ext uri="{FF2B5EF4-FFF2-40B4-BE49-F238E27FC236}">
                <a16:creationId xmlns:a16="http://schemas.microsoft.com/office/drawing/2014/main" id="{61FC49FF-DEBE-4919-AE27-0097AEA37303}"/>
              </a:ext>
            </a:extLst>
          </p:cNvPr>
          <p:cNvSpPr>
            <a:spLocks/>
          </p:cNvSpPr>
          <p:nvPr/>
        </p:nvSpPr>
        <p:spPr>
          <a:xfrm>
            <a:off x="2157171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6272">
            <a:extLst>
              <a:ext uri="{FF2B5EF4-FFF2-40B4-BE49-F238E27FC236}">
                <a16:creationId xmlns:a16="http://schemas.microsoft.com/office/drawing/2014/main" id="{296D296C-7A10-4A54-AFD0-60C77FE22C98}"/>
              </a:ext>
            </a:extLst>
          </p:cNvPr>
          <p:cNvSpPr>
            <a:spLocks/>
          </p:cNvSpPr>
          <p:nvPr/>
        </p:nvSpPr>
        <p:spPr>
          <a:xfrm>
            <a:off x="18493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6273">
            <a:extLst>
              <a:ext uri="{FF2B5EF4-FFF2-40B4-BE49-F238E27FC236}">
                <a16:creationId xmlns:a16="http://schemas.microsoft.com/office/drawing/2014/main" id="{8F4D8E15-7004-4390-AE98-8AD20C203BD3}"/>
              </a:ext>
            </a:extLst>
          </p:cNvPr>
          <p:cNvSpPr>
            <a:spLocks/>
          </p:cNvSpPr>
          <p:nvPr/>
        </p:nvSpPr>
        <p:spPr>
          <a:xfrm>
            <a:off x="207890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6274">
            <a:extLst>
              <a:ext uri="{FF2B5EF4-FFF2-40B4-BE49-F238E27FC236}">
                <a16:creationId xmlns:a16="http://schemas.microsoft.com/office/drawing/2014/main" id="{FC1313A7-A16D-4CAD-9713-04578694CACE}"/>
              </a:ext>
            </a:extLst>
          </p:cNvPr>
          <p:cNvSpPr>
            <a:spLocks/>
          </p:cNvSpPr>
          <p:nvPr/>
        </p:nvSpPr>
        <p:spPr>
          <a:xfrm>
            <a:off x="2319428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6275">
            <a:extLst>
              <a:ext uri="{FF2B5EF4-FFF2-40B4-BE49-F238E27FC236}">
                <a16:creationId xmlns:a16="http://schemas.microsoft.com/office/drawing/2014/main" id="{B16021DF-2C4A-4BA5-99A6-D0CE6B775B99}"/>
              </a:ext>
            </a:extLst>
          </p:cNvPr>
          <p:cNvSpPr>
            <a:spLocks/>
          </p:cNvSpPr>
          <p:nvPr/>
        </p:nvSpPr>
        <p:spPr>
          <a:xfrm>
            <a:off x="1919932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6276">
            <a:extLst>
              <a:ext uri="{FF2B5EF4-FFF2-40B4-BE49-F238E27FC236}">
                <a16:creationId xmlns:a16="http://schemas.microsoft.com/office/drawing/2014/main" id="{A2FF73F4-88AB-4E2E-B2A6-5BB2650133BE}"/>
              </a:ext>
            </a:extLst>
          </p:cNvPr>
          <p:cNvSpPr>
            <a:spLocks/>
          </p:cNvSpPr>
          <p:nvPr/>
        </p:nvSpPr>
        <p:spPr>
          <a:xfrm>
            <a:off x="1836653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6277">
            <a:extLst>
              <a:ext uri="{FF2B5EF4-FFF2-40B4-BE49-F238E27FC236}">
                <a16:creationId xmlns:a16="http://schemas.microsoft.com/office/drawing/2014/main" id="{20A21432-7DA7-4A52-A8D5-EBDDD3976FD7}"/>
              </a:ext>
            </a:extLst>
          </p:cNvPr>
          <p:cNvSpPr>
            <a:spLocks/>
          </p:cNvSpPr>
          <p:nvPr/>
        </p:nvSpPr>
        <p:spPr>
          <a:xfrm>
            <a:off x="2121289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6278">
            <a:extLst>
              <a:ext uri="{FF2B5EF4-FFF2-40B4-BE49-F238E27FC236}">
                <a16:creationId xmlns:a16="http://schemas.microsoft.com/office/drawing/2014/main" id="{AA7B8E37-17DF-41BF-A595-3F2339442FAD}"/>
              </a:ext>
            </a:extLst>
          </p:cNvPr>
          <p:cNvSpPr>
            <a:spLocks/>
          </p:cNvSpPr>
          <p:nvPr/>
        </p:nvSpPr>
        <p:spPr>
          <a:xfrm>
            <a:off x="223923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6279">
            <a:extLst>
              <a:ext uri="{FF2B5EF4-FFF2-40B4-BE49-F238E27FC236}">
                <a16:creationId xmlns:a16="http://schemas.microsoft.com/office/drawing/2014/main" id="{D8D58EC9-AD4C-435C-B067-C1F5509A4A70}"/>
              </a:ext>
            </a:extLst>
          </p:cNvPr>
          <p:cNvSpPr>
            <a:spLocks/>
          </p:cNvSpPr>
          <p:nvPr/>
        </p:nvSpPr>
        <p:spPr>
          <a:xfrm>
            <a:off x="199218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6280">
            <a:extLst>
              <a:ext uri="{FF2B5EF4-FFF2-40B4-BE49-F238E27FC236}">
                <a16:creationId xmlns:a16="http://schemas.microsoft.com/office/drawing/2014/main" id="{5793BEC0-148A-44E6-8806-89886ECED619}"/>
              </a:ext>
            </a:extLst>
          </p:cNvPr>
          <p:cNvSpPr>
            <a:spLocks/>
          </p:cNvSpPr>
          <p:nvPr/>
        </p:nvSpPr>
        <p:spPr>
          <a:xfrm>
            <a:off x="187265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6281">
            <a:extLst>
              <a:ext uri="{FF2B5EF4-FFF2-40B4-BE49-F238E27FC236}">
                <a16:creationId xmlns:a16="http://schemas.microsoft.com/office/drawing/2014/main" id="{A7F1C9E5-FEAC-4B6A-916C-9F94E1D18A58}"/>
              </a:ext>
            </a:extLst>
          </p:cNvPr>
          <p:cNvSpPr>
            <a:spLocks/>
          </p:cNvSpPr>
          <p:nvPr/>
        </p:nvSpPr>
        <p:spPr>
          <a:xfrm>
            <a:off x="212375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6282">
            <a:extLst>
              <a:ext uri="{FF2B5EF4-FFF2-40B4-BE49-F238E27FC236}">
                <a16:creationId xmlns:a16="http://schemas.microsoft.com/office/drawing/2014/main" id="{2F656F93-CCDF-401E-BC53-5518E382E9B7}"/>
              </a:ext>
            </a:extLst>
          </p:cNvPr>
          <p:cNvSpPr>
            <a:spLocks/>
          </p:cNvSpPr>
          <p:nvPr/>
        </p:nvSpPr>
        <p:spPr>
          <a:xfrm>
            <a:off x="223963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6283">
            <a:extLst>
              <a:ext uri="{FF2B5EF4-FFF2-40B4-BE49-F238E27FC236}">
                <a16:creationId xmlns:a16="http://schemas.microsoft.com/office/drawing/2014/main" id="{CD2AFC3E-BB7C-4096-B337-BFF93F69FD7B}"/>
              </a:ext>
            </a:extLst>
          </p:cNvPr>
          <p:cNvSpPr>
            <a:spLocks/>
          </p:cNvSpPr>
          <p:nvPr/>
        </p:nvSpPr>
        <p:spPr>
          <a:xfrm>
            <a:off x="2315677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6284">
            <a:extLst>
              <a:ext uri="{FF2B5EF4-FFF2-40B4-BE49-F238E27FC236}">
                <a16:creationId xmlns:a16="http://schemas.microsoft.com/office/drawing/2014/main" id="{30B171C8-E6B8-4A73-9B43-824F8BB62ACD}"/>
              </a:ext>
            </a:extLst>
          </p:cNvPr>
          <p:cNvSpPr>
            <a:spLocks/>
          </p:cNvSpPr>
          <p:nvPr/>
        </p:nvSpPr>
        <p:spPr>
          <a:xfrm>
            <a:off x="228108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6285">
            <a:extLst>
              <a:ext uri="{FF2B5EF4-FFF2-40B4-BE49-F238E27FC236}">
                <a16:creationId xmlns:a16="http://schemas.microsoft.com/office/drawing/2014/main" id="{74555C04-3DCE-4167-BCCF-CB93F5C49AC3}"/>
              </a:ext>
            </a:extLst>
          </p:cNvPr>
          <p:cNvSpPr>
            <a:spLocks/>
          </p:cNvSpPr>
          <p:nvPr/>
        </p:nvSpPr>
        <p:spPr>
          <a:xfrm>
            <a:off x="21155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6286">
            <a:extLst>
              <a:ext uri="{FF2B5EF4-FFF2-40B4-BE49-F238E27FC236}">
                <a16:creationId xmlns:a16="http://schemas.microsoft.com/office/drawing/2014/main" id="{28D54246-29D9-4725-BDE4-7F6531FEA62A}"/>
              </a:ext>
            </a:extLst>
          </p:cNvPr>
          <p:cNvSpPr>
            <a:spLocks/>
          </p:cNvSpPr>
          <p:nvPr/>
        </p:nvSpPr>
        <p:spPr>
          <a:xfrm>
            <a:off x="19428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6287">
            <a:extLst>
              <a:ext uri="{FF2B5EF4-FFF2-40B4-BE49-F238E27FC236}">
                <a16:creationId xmlns:a16="http://schemas.microsoft.com/office/drawing/2014/main" id="{570AF6F9-3C28-48BE-99FE-A601A0883FBD}"/>
              </a:ext>
            </a:extLst>
          </p:cNvPr>
          <p:cNvSpPr>
            <a:spLocks/>
          </p:cNvSpPr>
          <p:nvPr/>
        </p:nvSpPr>
        <p:spPr>
          <a:xfrm>
            <a:off x="1987732" y="530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6288">
            <a:extLst>
              <a:ext uri="{FF2B5EF4-FFF2-40B4-BE49-F238E27FC236}">
                <a16:creationId xmlns:a16="http://schemas.microsoft.com/office/drawing/2014/main" id="{85C7B6AA-5A4F-4D44-960B-D8D3F6B6D4FF}"/>
              </a:ext>
            </a:extLst>
          </p:cNvPr>
          <p:cNvSpPr>
            <a:spLocks/>
          </p:cNvSpPr>
          <p:nvPr/>
        </p:nvSpPr>
        <p:spPr>
          <a:xfrm>
            <a:off x="2303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6289">
            <a:extLst>
              <a:ext uri="{FF2B5EF4-FFF2-40B4-BE49-F238E27FC236}">
                <a16:creationId xmlns:a16="http://schemas.microsoft.com/office/drawing/2014/main" id="{6EF2A8DC-F2CF-4DDF-BE27-47214249E35D}"/>
              </a:ext>
            </a:extLst>
          </p:cNvPr>
          <p:cNvSpPr>
            <a:spLocks/>
          </p:cNvSpPr>
          <p:nvPr/>
        </p:nvSpPr>
        <p:spPr>
          <a:xfrm>
            <a:off x="222027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6290">
            <a:extLst>
              <a:ext uri="{FF2B5EF4-FFF2-40B4-BE49-F238E27FC236}">
                <a16:creationId xmlns:a16="http://schemas.microsoft.com/office/drawing/2014/main" id="{F270C907-08C1-435C-BED8-CE907F1F024B}"/>
              </a:ext>
            </a:extLst>
          </p:cNvPr>
          <p:cNvSpPr>
            <a:spLocks/>
          </p:cNvSpPr>
          <p:nvPr/>
        </p:nvSpPr>
        <p:spPr>
          <a:xfrm>
            <a:off x="19968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6291">
            <a:extLst>
              <a:ext uri="{FF2B5EF4-FFF2-40B4-BE49-F238E27FC236}">
                <a16:creationId xmlns:a16="http://schemas.microsoft.com/office/drawing/2014/main" id="{3DCA04E8-C342-4674-9C48-DBDEF00F66A0}"/>
              </a:ext>
            </a:extLst>
          </p:cNvPr>
          <p:cNvSpPr>
            <a:spLocks/>
          </p:cNvSpPr>
          <p:nvPr/>
        </p:nvSpPr>
        <p:spPr>
          <a:xfrm>
            <a:off x="201992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6292">
            <a:extLst>
              <a:ext uri="{FF2B5EF4-FFF2-40B4-BE49-F238E27FC236}">
                <a16:creationId xmlns:a16="http://schemas.microsoft.com/office/drawing/2014/main" id="{8B8A7B59-3234-4159-924B-E2372A003720}"/>
              </a:ext>
            </a:extLst>
          </p:cNvPr>
          <p:cNvSpPr>
            <a:spLocks/>
          </p:cNvSpPr>
          <p:nvPr/>
        </p:nvSpPr>
        <p:spPr>
          <a:xfrm>
            <a:off x="19107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6293">
            <a:extLst>
              <a:ext uri="{FF2B5EF4-FFF2-40B4-BE49-F238E27FC236}">
                <a16:creationId xmlns:a16="http://schemas.microsoft.com/office/drawing/2014/main" id="{1FF3E637-CE77-47F3-ABFE-F570439D2FC6}"/>
              </a:ext>
            </a:extLst>
          </p:cNvPr>
          <p:cNvSpPr>
            <a:spLocks/>
          </p:cNvSpPr>
          <p:nvPr/>
        </p:nvSpPr>
        <p:spPr>
          <a:xfrm>
            <a:off x="1939656" y="52514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6294">
            <a:extLst>
              <a:ext uri="{FF2B5EF4-FFF2-40B4-BE49-F238E27FC236}">
                <a16:creationId xmlns:a16="http://schemas.microsoft.com/office/drawing/2014/main" id="{BA52B64C-C899-4992-B7BA-40A0A3C358A9}"/>
              </a:ext>
            </a:extLst>
          </p:cNvPr>
          <p:cNvSpPr>
            <a:spLocks/>
          </p:cNvSpPr>
          <p:nvPr/>
        </p:nvSpPr>
        <p:spPr>
          <a:xfrm>
            <a:off x="1978773" y="460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6295">
            <a:extLst>
              <a:ext uri="{FF2B5EF4-FFF2-40B4-BE49-F238E27FC236}">
                <a16:creationId xmlns:a16="http://schemas.microsoft.com/office/drawing/2014/main" id="{00370B20-682C-4EC3-853B-0DCF3B2FE483}"/>
              </a:ext>
            </a:extLst>
          </p:cNvPr>
          <p:cNvSpPr>
            <a:spLocks/>
          </p:cNvSpPr>
          <p:nvPr/>
        </p:nvSpPr>
        <p:spPr>
          <a:xfrm>
            <a:off x="22760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6296">
            <a:extLst>
              <a:ext uri="{FF2B5EF4-FFF2-40B4-BE49-F238E27FC236}">
                <a16:creationId xmlns:a16="http://schemas.microsoft.com/office/drawing/2014/main" id="{52C6C729-FE16-4DAD-8F5C-10266D0667EC}"/>
              </a:ext>
            </a:extLst>
          </p:cNvPr>
          <p:cNvSpPr>
            <a:spLocks/>
          </p:cNvSpPr>
          <p:nvPr/>
        </p:nvSpPr>
        <p:spPr>
          <a:xfrm>
            <a:off x="21020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6297">
            <a:extLst>
              <a:ext uri="{FF2B5EF4-FFF2-40B4-BE49-F238E27FC236}">
                <a16:creationId xmlns:a16="http://schemas.microsoft.com/office/drawing/2014/main" id="{89C9129C-FE9F-4541-BBBD-BC0B5F28DBFA}"/>
              </a:ext>
            </a:extLst>
          </p:cNvPr>
          <p:cNvSpPr>
            <a:spLocks/>
          </p:cNvSpPr>
          <p:nvPr/>
        </p:nvSpPr>
        <p:spPr>
          <a:xfrm>
            <a:off x="2171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6298">
            <a:extLst>
              <a:ext uri="{FF2B5EF4-FFF2-40B4-BE49-F238E27FC236}">
                <a16:creationId xmlns:a16="http://schemas.microsoft.com/office/drawing/2014/main" id="{749C53DD-C4EF-4CC1-8048-4CC9E7A22727}"/>
              </a:ext>
            </a:extLst>
          </p:cNvPr>
          <p:cNvSpPr>
            <a:spLocks/>
          </p:cNvSpPr>
          <p:nvPr/>
        </p:nvSpPr>
        <p:spPr>
          <a:xfrm>
            <a:off x="2007008" y="5079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6299">
            <a:extLst>
              <a:ext uri="{FF2B5EF4-FFF2-40B4-BE49-F238E27FC236}">
                <a16:creationId xmlns:a16="http://schemas.microsoft.com/office/drawing/2014/main" id="{79DA5C6D-C8F3-41F3-8911-87E10BC653EA}"/>
              </a:ext>
            </a:extLst>
          </p:cNvPr>
          <p:cNvSpPr>
            <a:spLocks/>
          </p:cNvSpPr>
          <p:nvPr/>
        </p:nvSpPr>
        <p:spPr>
          <a:xfrm>
            <a:off x="194993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6300">
            <a:extLst>
              <a:ext uri="{FF2B5EF4-FFF2-40B4-BE49-F238E27FC236}">
                <a16:creationId xmlns:a16="http://schemas.microsoft.com/office/drawing/2014/main" id="{A92DFE12-814C-42A7-95A9-E5D1617AAD3A}"/>
              </a:ext>
            </a:extLst>
          </p:cNvPr>
          <p:cNvSpPr>
            <a:spLocks/>
          </p:cNvSpPr>
          <p:nvPr/>
        </p:nvSpPr>
        <p:spPr>
          <a:xfrm>
            <a:off x="1906360" y="4960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6301">
            <a:extLst>
              <a:ext uri="{FF2B5EF4-FFF2-40B4-BE49-F238E27FC236}">
                <a16:creationId xmlns:a16="http://schemas.microsoft.com/office/drawing/2014/main" id="{C7F4BA6E-22BA-4488-99A2-60BB7D085628}"/>
              </a:ext>
            </a:extLst>
          </p:cNvPr>
          <p:cNvSpPr>
            <a:spLocks/>
          </p:cNvSpPr>
          <p:nvPr/>
        </p:nvSpPr>
        <p:spPr>
          <a:xfrm>
            <a:off x="1964297" y="48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6302">
            <a:extLst>
              <a:ext uri="{FF2B5EF4-FFF2-40B4-BE49-F238E27FC236}">
                <a16:creationId xmlns:a16="http://schemas.microsoft.com/office/drawing/2014/main" id="{30B5727F-329A-423D-BE3D-C839AFC0FBDF}"/>
              </a:ext>
            </a:extLst>
          </p:cNvPr>
          <p:cNvSpPr>
            <a:spLocks/>
          </p:cNvSpPr>
          <p:nvPr/>
        </p:nvSpPr>
        <p:spPr>
          <a:xfrm>
            <a:off x="231387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6303">
            <a:extLst>
              <a:ext uri="{FF2B5EF4-FFF2-40B4-BE49-F238E27FC236}">
                <a16:creationId xmlns:a16="http://schemas.microsoft.com/office/drawing/2014/main" id="{F507C345-E5A1-42EA-868F-D1E800A81CA7}"/>
              </a:ext>
            </a:extLst>
          </p:cNvPr>
          <p:cNvSpPr>
            <a:spLocks/>
          </p:cNvSpPr>
          <p:nvPr/>
        </p:nvSpPr>
        <p:spPr>
          <a:xfrm>
            <a:off x="18489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6304">
            <a:extLst>
              <a:ext uri="{FF2B5EF4-FFF2-40B4-BE49-F238E27FC236}">
                <a16:creationId xmlns:a16="http://schemas.microsoft.com/office/drawing/2014/main" id="{6AEAF567-51D3-44F7-B7F3-EEE626C05B29}"/>
              </a:ext>
            </a:extLst>
          </p:cNvPr>
          <p:cNvSpPr>
            <a:spLocks/>
          </p:cNvSpPr>
          <p:nvPr/>
        </p:nvSpPr>
        <p:spPr>
          <a:xfrm>
            <a:off x="192959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6305">
            <a:extLst>
              <a:ext uri="{FF2B5EF4-FFF2-40B4-BE49-F238E27FC236}">
                <a16:creationId xmlns:a16="http://schemas.microsoft.com/office/drawing/2014/main" id="{7245AFC2-EB3A-44DA-B6A3-B32267E27AB4}"/>
              </a:ext>
            </a:extLst>
          </p:cNvPr>
          <p:cNvSpPr>
            <a:spLocks/>
          </p:cNvSpPr>
          <p:nvPr/>
        </p:nvSpPr>
        <p:spPr>
          <a:xfrm>
            <a:off x="18908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6306">
            <a:extLst>
              <a:ext uri="{FF2B5EF4-FFF2-40B4-BE49-F238E27FC236}">
                <a16:creationId xmlns:a16="http://schemas.microsoft.com/office/drawing/2014/main" id="{D0A05D48-223B-41D6-95F1-831B7A0A5FDA}"/>
              </a:ext>
            </a:extLst>
          </p:cNvPr>
          <p:cNvSpPr>
            <a:spLocks/>
          </p:cNvSpPr>
          <p:nvPr/>
        </p:nvSpPr>
        <p:spPr>
          <a:xfrm>
            <a:off x="2017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6307">
            <a:extLst>
              <a:ext uri="{FF2B5EF4-FFF2-40B4-BE49-F238E27FC236}">
                <a16:creationId xmlns:a16="http://schemas.microsoft.com/office/drawing/2014/main" id="{A66A3877-75ED-4779-AF1D-0AF3DE65997C}"/>
              </a:ext>
            </a:extLst>
          </p:cNvPr>
          <p:cNvSpPr>
            <a:spLocks/>
          </p:cNvSpPr>
          <p:nvPr/>
        </p:nvSpPr>
        <p:spPr>
          <a:xfrm>
            <a:off x="2186803" y="495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6308">
            <a:extLst>
              <a:ext uri="{FF2B5EF4-FFF2-40B4-BE49-F238E27FC236}">
                <a16:creationId xmlns:a16="http://schemas.microsoft.com/office/drawing/2014/main" id="{80291730-D7D7-4ECE-8DFC-C1357F062154}"/>
              </a:ext>
            </a:extLst>
          </p:cNvPr>
          <p:cNvSpPr>
            <a:spLocks/>
          </p:cNvSpPr>
          <p:nvPr/>
        </p:nvSpPr>
        <p:spPr>
          <a:xfrm>
            <a:off x="18378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6309">
            <a:extLst>
              <a:ext uri="{FF2B5EF4-FFF2-40B4-BE49-F238E27FC236}">
                <a16:creationId xmlns:a16="http://schemas.microsoft.com/office/drawing/2014/main" id="{4AFD9AF1-0E96-4581-96F1-840E229FE25F}"/>
              </a:ext>
            </a:extLst>
          </p:cNvPr>
          <p:cNvSpPr>
            <a:spLocks/>
          </p:cNvSpPr>
          <p:nvPr/>
        </p:nvSpPr>
        <p:spPr>
          <a:xfrm>
            <a:off x="183444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6310">
            <a:extLst>
              <a:ext uri="{FF2B5EF4-FFF2-40B4-BE49-F238E27FC236}">
                <a16:creationId xmlns:a16="http://schemas.microsoft.com/office/drawing/2014/main" id="{4B40436F-B8FC-44FB-9815-D69846B60B8C}"/>
              </a:ext>
            </a:extLst>
          </p:cNvPr>
          <p:cNvSpPr>
            <a:spLocks/>
          </p:cNvSpPr>
          <p:nvPr/>
        </p:nvSpPr>
        <p:spPr>
          <a:xfrm>
            <a:off x="2277153" y="5327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6311">
            <a:extLst>
              <a:ext uri="{FF2B5EF4-FFF2-40B4-BE49-F238E27FC236}">
                <a16:creationId xmlns:a16="http://schemas.microsoft.com/office/drawing/2014/main" id="{A43587E6-0B0D-4311-9A54-01F20C4589A7}"/>
              </a:ext>
            </a:extLst>
          </p:cNvPr>
          <p:cNvSpPr>
            <a:spLocks/>
          </p:cNvSpPr>
          <p:nvPr/>
        </p:nvSpPr>
        <p:spPr>
          <a:xfrm>
            <a:off x="2107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6312">
            <a:extLst>
              <a:ext uri="{FF2B5EF4-FFF2-40B4-BE49-F238E27FC236}">
                <a16:creationId xmlns:a16="http://schemas.microsoft.com/office/drawing/2014/main" id="{83C612C4-F8D3-4CA0-AA1E-CA415D0E7CE3}"/>
              </a:ext>
            </a:extLst>
          </p:cNvPr>
          <p:cNvSpPr>
            <a:spLocks/>
          </p:cNvSpPr>
          <p:nvPr/>
        </p:nvSpPr>
        <p:spPr>
          <a:xfrm>
            <a:off x="20069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6313">
            <a:extLst>
              <a:ext uri="{FF2B5EF4-FFF2-40B4-BE49-F238E27FC236}">
                <a16:creationId xmlns:a16="http://schemas.microsoft.com/office/drawing/2014/main" id="{008D63B5-4368-49F8-A7BD-5D4B62C7577F}"/>
              </a:ext>
            </a:extLst>
          </p:cNvPr>
          <p:cNvSpPr>
            <a:spLocks/>
          </p:cNvSpPr>
          <p:nvPr/>
        </p:nvSpPr>
        <p:spPr>
          <a:xfrm>
            <a:off x="1882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6314">
            <a:extLst>
              <a:ext uri="{FF2B5EF4-FFF2-40B4-BE49-F238E27FC236}">
                <a16:creationId xmlns:a16="http://schemas.microsoft.com/office/drawing/2014/main" id="{8CECB34E-1B41-491A-B2DE-776F7BC190CC}"/>
              </a:ext>
            </a:extLst>
          </p:cNvPr>
          <p:cNvSpPr>
            <a:spLocks/>
          </p:cNvSpPr>
          <p:nvPr/>
        </p:nvSpPr>
        <p:spPr>
          <a:xfrm>
            <a:off x="2066605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6315">
            <a:extLst>
              <a:ext uri="{FF2B5EF4-FFF2-40B4-BE49-F238E27FC236}">
                <a16:creationId xmlns:a16="http://schemas.microsoft.com/office/drawing/2014/main" id="{DA15D516-FBBC-4CF6-B44D-50C0BB4C252B}"/>
              </a:ext>
            </a:extLst>
          </p:cNvPr>
          <p:cNvSpPr>
            <a:spLocks/>
          </p:cNvSpPr>
          <p:nvPr/>
        </p:nvSpPr>
        <p:spPr>
          <a:xfrm>
            <a:off x="219914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6316">
            <a:extLst>
              <a:ext uri="{FF2B5EF4-FFF2-40B4-BE49-F238E27FC236}">
                <a16:creationId xmlns:a16="http://schemas.microsoft.com/office/drawing/2014/main" id="{089BB048-ED99-458F-95AC-AA5B1C726187}"/>
              </a:ext>
            </a:extLst>
          </p:cNvPr>
          <p:cNvSpPr>
            <a:spLocks/>
          </p:cNvSpPr>
          <p:nvPr/>
        </p:nvSpPr>
        <p:spPr>
          <a:xfrm>
            <a:off x="23232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6317">
            <a:extLst>
              <a:ext uri="{FF2B5EF4-FFF2-40B4-BE49-F238E27FC236}">
                <a16:creationId xmlns:a16="http://schemas.microsoft.com/office/drawing/2014/main" id="{814298BD-83A4-4AE3-9D91-2DDD5592E86E}"/>
              </a:ext>
            </a:extLst>
          </p:cNvPr>
          <p:cNvSpPr>
            <a:spLocks/>
          </p:cNvSpPr>
          <p:nvPr/>
        </p:nvSpPr>
        <p:spPr>
          <a:xfrm>
            <a:off x="2094367" y="52598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6318">
            <a:extLst>
              <a:ext uri="{FF2B5EF4-FFF2-40B4-BE49-F238E27FC236}">
                <a16:creationId xmlns:a16="http://schemas.microsoft.com/office/drawing/2014/main" id="{788415F3-55EE-4E03-9F8C-A22CAC589074}"/>
              </a:ext>
            </a:extLst>
          </p:cNvPr>
          <p:cNvSpPr>
            <a:spLocks/>
          </p:cNvSpPr>
          <p:nvPr/>
        </p:nvSpPr>
        <p:spPr>
          <a:xfrm>
            <a:off x="192944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6319">
            <a:extLst>
              <a:ext uri="{FF2B5EF4-FFF2-40B4-BE49-F238E27FC236}">
                <a16:creationId xmlns:a16="http://schemas.microsoft.com/office/drawing/2014/main" id="{F901B0EF-EBAD-485A-B8DB-4B0449350D39}"/>
              </a:ext>
            </a:extLst>
          </p:cNvPr>
          <p:cNvSpPr>
            <a:spLocks/>
          </p:cNvSpPr>
          <p:nvPr/>
        </p:nvSpPr>
        <p:spPr>
          <a:xfrm>
            <a:off x="22495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6320">
            <a:extLst>
              <a:ext uri="{FF2B5EF4-FFF2-40B4-BE49-F238E27FC236}">
                <a16:creationId xmlns:a16="http://schemas.microsoft.com/office/drawing/2014/main" id="{80D3594F-BAFB-4A6D-87CE-0BE1FE5197C9}"/>
              </a:ext>
            </a:extLst>
          </p:cNvPr>
          <p:cNvSpPr>
            <a:spLocks/>
          </p:cNvSpPr>
          <p:nvPr/>
        </p:nvSpPr>
        <p:spPr>
          <a:xfrm>
            <a:off x="18484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6321">
            <a:extLst>
              <a:ext uri="{FF2B5EF4-FFF2-40B4-BE49-F238E27FC236}">
                <a16:creationId xmlns:a16="http://schemas.microsoft.com/office/drawing/2014/main" id="{C37BF6EF-7736-4F81-B145-C6F167CFAC4E}"/>
              </a:ext>
            </a:extLst>
          </p:cNvPr>
          <p:cNvSpPr>
            <a:spLocks/>
          </p:cNvSpPr>
          <p:nvPr/>
        </p:nvSpPr>
        <p:spPr>
          <a:xfrm>
            <a:off x="21683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6322">
            <a:extLst>
              <a:ext uri="{FF2B5EF4-FFF2-40B4-BE49-F238E27FC236}">
                <a16:creationId xmlns:a16="http://schemas.microsoft.com/office/drawing/2014/main" id="{EF1D94E6-E92F-46E0-9870-BACE133CB0E7}"/>
              </a:ext>
            </a:extLst>
          </p:cNvPr>
          <p:cNvSpPr>
            <a:spLocks/>
          </p:cNvSpPr>
          <p:nvPr/>
        </p:nvSpPr>
        <p:spPr>
          <a:xfrm>
            <a:off x="22811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6323">
            <a:extLst>
              <a:ext uri="{FF2B5EF4-FFF2-40B4-BE49-F238E27FC236}">
                <a16:creationId xmlns:a16="http://schemas.microsoft.com/office/drawing/2014/main" id="{4D368909-9EAC-4341-999E-82862452E302}"/>
              </a:ext>
            </a:extLst>
          </p:cNvPr>
          <p:cNvSpPr>
            <a:spLocks/>
          </p:cNvSpPr>
          <p:nvPr/>
        </p:nvSpPr>
        <p:spPr>
          <a:xfrm>
            <a:off x="1984043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6324">
            <a:extLst>
              <a:ext uri="{FF2B5EF4-FFF2-40B4-BE49-F238E27FC236}">
                <a16:creationId xmlns:a16="http://schemas.microsoft.com/office/drawing/2014/main" id="{5628F77A-8092-4E6C-B89B-7341CC7E8AFE}"/>
              </a:ext>
            </a:extLst>
          </p:cNvPr>
          <p:cNvSpPr>
            <a:spLocks/>
          </p:cNvSpPr>
          <p:nvPr/>
        </p:nvSpPr>
        <p:spPr>
          <a:xfrm>
            <a:off x="1847547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6325">
            <a:extLst>
              <a:ext uri="{FF2B5EF4-FFF2-40B4-BE49-F238E27FC236}">
                <a16:creationId xmlns:a16="http://schemas.microsoft.com/office/drawing/2014/main" id="{81447B86-85CC-4DEE-99C1-F465B998F6B8}"/>
              </a:ext>
            </a:extLst>
          </p:cNvPr>
          <p:cNvSpPr>
            <a:spLocks/>
          </p:cNvSpPr>
          <p:nvPr/>
        </p:nvSpPr>
        <p:spPr>
          <a:xfrm>
            <a:off x="212216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6326">
            <a:extLst>
              <a:ext uri="{FF2B5EF4-FFF2-40B4-BE49-F238E27FC236}">
                <a16:creationId xmlns:a16="http://schemas.microsoft.com/office/drawing/2014/main" id="{500F6BC6-75E3-4FC0-A37E-BB4884CC18BA}"/>
              </a:ext>
            </a:extLst>
          </p:cNvPr>
          <p:cNvSpPr>
            <a:spLocks/>
          </p:cNvSpPr>
          <p:nvPr/>
        </p:nvSpPr>
        <p:spPr>
          <a:xfrm>
            <a:off x="19368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6327">
            <a:extLst>
              <a:ext uri="{FF2B5EF4-FFF2-40B4-BE49-F238E27FC236}">
                <a16:creationId xmlns:a16="http://schemas.microsoft.com/office/drawing/2014/main" id="{E8522DC1-4E97-4A3E-9A42-3761843E539F}"/>
              </a:ext>
            </a:extLst>
          </p:cNvPr>
          <p:cNvSpPr>
            <a:spLocks/>
          </p:cNvSpPr>
          <p:nvPr/>
        </p:nvSpPr>
        <p:spPr>
          <a:xfrm>
            <a:off x="18112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6328">
            <a:extLst>
              <a:ext uri="{FF2B5EF4-FFF2-40B4-BE49-F238E27FC236}">
                <a16:creationId xmlns:a16="http://schemas.microsoft.com/office/drawing/2014/main" id="{090DD357-B7B7-4D91-A106-D9A66FE7A596}"/>
              </a:ext>
            </a:extLst>
          </p:cNvPr>
          <p:cNvSpPr>
            <a:spLocks/>
          </p:cNvSpPr>
          <p:nvPr/>
        </p:nvSpPr>
        <p:spPr>
          <a:xfrm>
            <a:off x="2309658" y="48473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6329">
            <a:extLst>
              <a:ext uri="{FF2B5EF4-FFF2-40B4-BE49-F238E27FC236}">
                <a16:creationId xmlns:a16="http://schemas.microsoft.com/office/drawing/2014/main" id="{563AE789-A92D-41A4-88F4-59CD2CF4219D}"/>
              </a:ext>
            </a:extLst>
          </p:cNvPr>
          <p:cNvSpPr>
            <a:spLocks/>
          </p:cNvSpPr>
          <p:nvPr/>
        </p:nvSpPr>
        <p:spPr>
          <a:xfrm>
            <a:off x="218076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6330">
            <a:extLst>
              <a:ext uri="{FF2B5EF4-FFF2-40B4-BE49-F238E27FC236}">
                <a16:creationId xmlns:a16="http://schemas.microsoft.com/office/drawing/2014/main" id="{4D4A341C-9393-47DD-B245-157CA29B97A4}"/>
              </a:ext>
            </a:extLst>
          </p:cNvPr>
          <p:cNvSpPr>
            <a:spLocks/>
          </p:cNvSpPr>
          <p:nvPr/>
        </p:nvSpPr>
        <p:spPr>
          <a:xfrm>
            <a:off x="23013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6331">
            <a:extLst>
              <a:ext uri="{FF2B5EF4-FFF2-40B4-BE49-F238E27FC236}">
                <a16:creationId xmlns:a16="http://schemas.microsoft.com/office/drawing/2014/main" id="{7B57541E-491D-42E3-83C5-4F23FC56B987}"/>
              </a:ext>
            </a:extLst>
          </p:cNvPr>
          <p:cNvSpPr>
            <a:spLocks/>
          </p:cNvSpPr>
          <p:nvPr/>
        </p:nvSpPr>
        <p:spPr>
          <a:xfrm>
            <a:off x="1810719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6332">
            <a:extLst>
              <a:ext uri="{FF2B5EF4-FFF2-40B4-BE49-F238E27FC236}">
                <a16:creationId xmlns:a16="http://schemas.microsoft.com/office/drawing/2014/main" id="{52D379F0-67DD-451E-8811-95B7F4CB398C}"/>
              </a:ext>
            </a:extLst>
          </p:cNvPr>
          <p:cNvSpPr>
            <a:spLocks/>
          </p:cNvSpPr>
          <p:nvPr/>
        </p:nvSpPr>
        <p:spPr>
          <a:xfrm>
            <a:off x="2213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6333">
            <a:extLst>
              <a:ext uri="{FF2B5EF4-FFF2-40B4-BE49-F238E27FC236}">
                <a16:creationId xmlns:a16="http://schemas.microsoft.com/office/drawing/2014/main" id="{3C01C9E3-417D-486B-B975-D01F98C63233}"/>
              </a:ext>
            </a:extLst>
          </p:cNvPr>
          <p:cNvSpPr>
            <a:spLocks/>
          </p:cNvSpPr>
          <p:nvPr/>
        </p:nvSpPr>
        <p:spPr>
          <a:xfrm>
            <a:off x="19520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6334">
            <a:extLst>
              <a:ext uri="{FF2B5EF4-FFF2-40B4-BE49-F238E27FC236}">
                <a16:creationId xmlns:a16="http://schemas.microsoft.com/office/drawing/2014/main" id="{A5553D85-AC95-4448-A3DB-ABD13944B32A}"/>
              </a:ext>
            </a:extLst>
          </p:cNvPr>
          <p:cNvSpPr>
            <a:spLocks/>
          </p:cNvSpPr>
          <p:nvPr/>
        </p:nvSpPr>
        <p:spPr>
          <a:xfrm>
            <a:off x="20349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6335">
            <a:extLst>
              <a:ext uri="{FF2B5EF4-FFF2-40B4-BE49-F238E27FC236}">
                <a16:creationId xmlns:a16="http://schemas.microsoft.com/office/drawing/2014/main" id="{AC164413-CF11-4999-B4B3-F2B2F0CA9914}"/>
              </a:ext>
            </a:extLst>
          </p:cNvPr>
          <p:cNvSpPr>
            <a:spLocks/>
          </p:cNvSpPr>
          <p:nvPr/>
        </p:nvSpPr>
        <p:spPr>
          <a:xfrm>
            <a:off x="21170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6336">
            <a:extLst>
              <a:ext uri="{FF2B5EF4-FFF2-40B4-BE49-F238E27FC236}">
                <a16:creationId xmlns:a16="http://schemas.microsoft.com/office/drawing/2014/main" id="{5B1F574A-98A5-4DAA-ACF2-B1F343C2F188}"/>
              </a:ext>
            </a:extLst>
          </p:cNvPr>
          <p:cNvSpPr>
            <a:spLocks/>
          </p:cNvSpPr>
          <p:nvPr/>
        </p:nvSpPr>
        <p:spPr>
          <a:xfrm>
            <a:off x="22968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6337">
            <a:extLst>
              <a:ext uri="{FF2B5EF4-FFF2-40B4-BE49-F238E27FC236}">
                <a16:creationId xmlns:a16="http://schemas.microsoft.com/office/drawing/2014/main" id="{6687E321-F717-4421-802F-24575D3D3809}"/>
              </a:ext>
            </a:extLst>
          </p:cNvPr>
          <p:cNvSpPr>
            <a:spLocks/>
          </p:cNvSpPr>
          <p:nvPr/>
        </p:nvSpPr>
        <p:spPr>
          <a:xfrm>
            <a:off x="18800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6338">
            <a:extLst>
              <a:ext uri="{FF2B5EF4-FFF2-40B4-BE49-F238E27FC236}">
                <a16:creationId xmlns:a16="http://schemas.microsoft.com/office/drawing/2014/main" id="{0304FD92-FFC4-4607-89F8-55EBBB81A7F1}"/>
              </a:ext>
            </a:extLst>
          </p:cNvPr>
          <p:cNvSpPr>
            <a:spLocks/>
          </p:cNvSpPr>
          <p:nvPr/>
        </p:nvSpPr>
        <p:spPr>
          <a:xfrm>
            <a:off x="2148740" y="53209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6339">
            <a:extLst>
              <a:ext uri="{FF2B5EF4-FFF2-40B4-BE49-F238E27FC236}">
                <a16:creationId xmlns:a16="http://schemas.microsoft.com/office/drawing/2014/main" id="{D71AB4C0-2F95-47C7-96C2-1A8E24BD4C55}"/>
              </a:ext>
            </a:extLst>
          </p:cNvPr>
          <p:cNvSpPr>
            <a:spLocks/>
          </p:cNvSpPr>
          <p:nvPr/>
        </p:nvSpPr>
        <p:spPr>
          <a:xfrm>
            <a:off x="2053366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6340">
            <a:extLst>
              <a:ext uri="{FF2B5EF4-FFF2-40B4-BE49-F238E27FC236}">
                <a16:creationId xmlns:a16="http://schemas.microsoft.com/office/drawing/2014/main" id="{3D11F989-2ABF-491C-900E-33542B64D61F}"/>
              </a:ext>
            </a:extLst>
          </p:cNvPr>
          <p:cNvSpPr>
            <a:spLocks/>
          </p:cNvSpPr>
          <p:nvPr/>
        </p:nvSpPr>
        <p:spPr>
          <a:xfrm>
            <a:off x="2061469" y="51274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6341">
            <a:extLst>
              <a:ext uri="{FF2B5EF4-FFF2-40B4-BE49-F238E27FC236}">
                <a16:creationId xmlns:a16="http://schemas.microsoft.com/office/drawing/2014/main" id="{DB6455A3-F73A-47D7-911C-42CDB764A268}"/>
              </a:ext>
            </a:extLst>
          </p:cNvPr>
          <p:cNvSpPr>
            <a:spLocks/>
          </p:cNvSpPr>
          <p:nvPr/>
        </p:nvSpPr>
        <p:spPr>
          <a:xfrm>
            <a:off x="18826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6342">
            <a:extLst>
              <a:ext uri="{FF2B5EF4-FFF2-40B4-BE49-F238E27FC236}">
                <a16:creationId xmlns:a16="http://schemas.microsoft.com/office/drawing/2014/main" id="{722F39D8-0A41-4DE5-A1CA-12F367FB7C11}"/>
              </a:ext>
            </a:extLst>
          </p:cNvPr>
          <p:cNvSpPr>
            <a:spLocks/>
          </p:cNvSpPr>
          <p:nvPr/>
        </p:nvSpPr>
        <p:spPr>
          <a:xfrm>
            <a:off x="2274890" y="53262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6343">
            <a:extLst>
              <a:ext uri="{FF2B5EF4-FFF2-40B4-BE49-F238E27FC236}">
                <a16:creationId xmlns:a16="http://schemas.microsoft.com/office/drawing/2014/main" id="{9D27B6EE-D464-4310-BD28-24E012ECDBC9}"/>
              </a:ext>
            </a:extLst>
          </p:cNvPr>
          <p:cNvSpPr>
            <a:spLocks/>
          </p:cNvSpPr>
          <p:nvPr/>
        </p:nvSpPr>
        <p:spPr>
          <a:xfrm>
            <a:off x="1981329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6344">
            <a:extLst>
              <a:ext uri="{FF2B5EF4-FFF2-40B4-BE49-F238E27FC236}">
                <a16:creationId xmlns:a16="http://schemas.microsoft.com/office/drawing/2014/main" id="{C4688102-4277-4939-9D3B-607769443052}"/>
              </a:ext>
            </a:extLst>
          </p:cNvPr>
          <p:cNvSpPr>
            <a:spLocks/>
          </p:cNvSpPr>
          <p:nvPr/>
        </p:nvSpPr>
        <p:spPr>
          <a:xfrm>
            <a:off x="230037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6345">
            <a:extLst>
              <a:ext uri="{FF2B5EF4-FFF2-40B4-BE49-F238E27FC236}">
                <a16:creationId xmlns:a16="http://schemas.microsoft.com/office/drawing/2014/main" id="{B0E3A98C-3136-4633-A272-2FF896E0A802}"/>
              </a:ext>
            </a:extLst>
          </p:cNvPr>
          <p:cNvSpPr>
            <a:spLocks/>
          </p:cNvSpPr>
          <p:nvPr/>
        </p:nvSpPr>
        <p:spPr>
          <a:xfrm>
            <a:off x="2036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6346">
            <a:extLst>
              <a:ext uri="{FF2B5EF4-FFF2-40B4-BE49-F238E27FC236}">
                <a16:creationId xmlns:a16="http://schemas.microsoft.com/office/drawing/2014/main" id="{3B65CAB8-7E90-4489-AAD5-49AEAFC77F43}"/>
              </a:ext>
            </a:extLst>
          </p:cNvPr>
          <p:cNvSpPr>
            <a:spLocks/>
          </p:cNvSpPr>
          <p:nvPr/>
        </p:nvSpPr>
        <p:spPr>
          <a:xfrm>
            <a:off x="20357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6347">
            <a:extLst>
              <a:ext uri="{FF2B5EF4-FFF2-40B4-BE49-F238E27FC236}">
                <a16:creationId xmlns:a16="http://schemas.microsoft.com/office/drawing/2014/main" id="{DFB3B6CC-E64B-41F3-BCB2-D571B82A6DC1}"/>
              </a:ext>
            </a:extLst>
          </p:cNvPr>
          <p:cNvSpPr>
            <a:spLocks/>
          </p:cNvSpPr>
          <p:nvPr/>
        </p:nvSpPr>
        <p:spPr>
          <a:xfrm>
            <a:off x="21508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6348">
            <a:extLst>
              <a:ext uri="{FF2B5EF4-FFF2-40B4-BE49-F238E27FC236}">
                <a16:creationId xmlns:a16="http://schemas.microsoft.com/office/drawing/2014/main" id="{B1529EE9-749E-49D6-A868-38FBD5D7E2AB}"/>
              </a:ext>
            </a:extLst>
          </p:cNvPr>
          <p:cNvSpPr>
            <a:spLocks/>
          </p:cNvSpPr>
          <p:nvPr/>
        </p:nvSpPr>
        <p:spPr>
          <a:xfrm>
            <a:off x="22802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6349">
            <a:extLst>
              <a:ext uri="{FF2B5EF4-FFF2-40B4-BE49-F238E27FC236}">
                <a16:creationId xmlns:a16="http://schemas.microsoft.com/office/drawing/2014/main" id="{581F93B4-FF83-478B-B07F-A820167E4BC3}"/>
              </a:ext>
            </a:extLst>
          </p:cNvPr>
          <p:cNvSpPr>
            <a:spLocks/>
          </p:cNvSpPr>
          <p:nvPr/>
        </p:nvSpPr>
        <p:spPr>
          <a:xfrm>
            <a:off x="1928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6350">
            <a:extLst>
              <a:ext uri="{FF2B5EF4-FFF2-40B4-BE49-F238E27FC236}">
                <a16:creationId xmlns:a16="http://schemas.microsoft.com/office/drawing/2014/main" id="{03DFE019-CA36-4118-8D7C-83356D5F732B}"/>
              </a:ext>
            </a:extLst>
          </p:cNvPr>
          <p:cNvSpPr>
            <a:spLocks/>
          </p:cNvSpPr>
          <p:nvPr/>
        </p:nvSpPr>
        <p:spPr>
          <a:xfrm>
            <a:off x="2137967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6351">
            <a:extLst>
              <a:ext uri="{FF2B5EF4-FFF2-40B4-BE49-F238E27FC236}">
                <a16:creationId xmlns:a16="http://schemas.microsoft.com/office/drawing/2014/main" id="{EC5AA8CD-184E-446A-A2A2-455CC03D329C}"/>
              </a:ext>
            </a:extLst>
          </p:cNvPr>
          <p:cNvSpPr>
            <a:spLocks/>
          </p:cNvSpPr>
          <p:nvPr/>
        </p:nvSpPr>
        <p:spPr>
          <a:xfrm>
            <a:off x="201326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6352">
            <a:extLst>
              <a:ext uri="{FF2B5EF4-FFF2-40B4-BE49-F238E27FC236}">
                <a16:creationId xmlns:a16="http://schemas.microsoft.com/office/drawing/2014/main" id="{2D7C4C12-76E1-41C2-BC12-C5037F924531}"/>
              </a:ext>
            </a:extLst>
          </p:cNvPr>
          <p:cNvSpPr>
            <a:spLocks/>
          </p:cNvSpPr>
          <p:nvPr/>
        </p:nvSpPr>
        <p:spPr>
          <a:xfrm>
            <a:off x="21344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6353">
            <a:extLst>
              <a:ext uri="{FF2B5EF4-FFF2-40B4-BE49-F238E27FC236}">
                <a16:creationId xmlns:a16="http://schemas.microsoft.com/office/drawing/2014/main" id="{0D877C8F-E12B-408D-9E26-049FE17CB61A}"/>
              </a:ext>
            </a:extLst>
          </p:cNvPr>
          <p:cNvSpPr>
            <a:spLocks/>
          </p:cNvSpPr>
          <p:nvPr/>
        </p:nvSpPr>
        <p:spPr>
          <a:xfrm>
            <a:off x="2273261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6354">
            <a:extLst>
              <a:ext uri="{FF2B5EF4-FFF2-40B4-BE49-F238E27FC236}">
                <a16:creationId xmlns:a16="http://schemas.microsoft.com/office/drawing/2014/main" id="{475B4CD7-40F0-484F-ACCF-34D7E01ED3AA}"/>
              </a:ext>
            </a:extLst>
          </p:cNvPr>
          <p:cNvSpPr>
            <a:spLocks/>
          </p:cNvSpPr>
          <p:nvPr/>
        </p:nvSpPr>
        <p:spPr>
          <a:xfrm>
            <a:off x="19013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6355">
            <a:extLst>
              <a:ext uri="{FF2B5EF4-FFF2-40B4-BE49-F238E27FC236}">
                <a16:creationId xmlns:a16="http://schemas.microsoft.com/office/drawing/2014/main" id="{22CFE08E-AE9F-4733-86E2-704BEC46CCE4}"/>
              </a:ext>
            </a:extLst>
          </p:cNvPr>
          <p:cNvSpPr>
            <a:spLocks/>
          </p:cNvSpPr>
          <p:nvPr/>
        </p:nvSpPr>
        <p:spPr>
          <a:xfrm>
            <a:off x="20415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6356">
            <a:extLst>
              <a:ext uri="{FF2B5EF4-FFF2-40B4-BE49-F238E27FC236}">
                <a16:creationId xmlns:a16="http://schemas.microsoft.com/office/drawing/2014/main" id="{6E5CEA9B-5C6D-484A-B7C7-FDE02E4527CA}"/>
              </a:ext>
            </a:extLst>
          </p:cNvPr>
          <p:cNvSpPr>
            <a:spLocks/>
          </p:cNvSpPr>
          <p:nvPr/>
        </p:nvSpPr>
        <p:spPr>
          <a:xfrm>
            <a:off x="18480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6357">
            <a:extLst>
              <a:ext uri="{FF2B5EF4-FFF2-40B4-BE49-F238E27FC236}">
                <a16:creationId xmlns:a16="http://schemas.microsoft.com/office/drawing/2014/main" id="{A9E368E8-BA7A-4397-9263-BA41EB20BA31}"/>
              </a:ext>
            </a:extLst>
          </p:cNvPr>
          <p:cNvSpPr>
            <a:spLocks/>
          </p:cNvSpPr>
          <p:nvPr/>
        </p:nvSpPr>
        <p:spPr>
          <a:xfrm>
            <a:off x="2118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6358">
            <a:extLst>
              <a:ext uri="{FF2B5EF4-FFF2-40B4-BE49-F238E27FC236}">
                <a16:creationId xmlns:a16="http://schemas.microsoft.com/office/drawing/2014/main" id="{FBFCF1FE-F0E9-48DB-B142-57E638FC43A4}"/>
              </a:ext>
            </a:extLst>
          </p:cNvPr>
          <p:cNvSpPr>
            <a:spLocks/>
          </p:cNvSpPr>
          <p:nvPr/>
        </p:nvSpPr>
        <p:spPr>
          <a:xfrm>
            <a:off x="19779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6359">
            <a:extLst>
              <a:ext uri="{FF2B5EF4-FFF2-40B4-BE49-F238E27FC236}">
                <a16:creationId xmlns:a16="http://schemas.microsoft.com/office/drawing/2014/main" id="{5782A446-3B6A-4DA8-8075-C71B11AA3060}"/>
              </a:ext>
            </a:extLst>
          </p:cNvPr>
          <p:cNvSpPr>
            <a:spLocks/>
          </p:cNvSpPr>
          <p:nvPr/>
        </p:nvSpPr>
        <p:spPr>
          <a:xfrm>
            <a:off x="2022717" y="48348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6360">
            <a:extLst>
              <a:ext uri="{FF2B5EF4-FFF2-40B4-BE49-F238E27FC236}">
                <a16:creationId xmlns:a16="http://schemas.microsoft.com/office/drawing/2014/main" id="{FF1016F9-DE44-43B2-8B6E-638D0CD33CFF}"/>
              </a:ext>
            </a:extLst>
          </p:cNvPr>
          <p:cNvSpPr>
            <a:spLocks/>
          </p:cNvSpPr>
          <p:nvPr/>
        </p:nvSpPr>
        <p:spPr>
          <a:xfrm>
            <a:off x="197794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6361">
            <a:extLst>
              <a:ext uri="{FF2B5EF4-FFF2-40B4-BE49-F238E27FC236}">
                <a16:creationId xmlns:a16="http://schemas.microsoft.com/office/drawing/2014/main" id="{91DE4EA6-8429-4CEA-AE4C-F9CEA1DFB1C4}"/>
              </a:ext>
            </a:extLst>
          </p:cNvPr>
          <p:cNvSpPr>
            <a:spLocks/>
          </p:cNvSpPr>
          <p:nvPr/>
        </p:nvSpPr>
        <p:spPr>
          <a:xfrm>
            <a:off x="19552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6362">
            <a:extLst>
              <a:ext uri="{FF2B5EF4-FFF2-40B4-BE49-F238E27FC236}">
                <a16:creationId xmlns:a16="http://schemas.microsoft.com/office/drawing/2014/main" id="{6D97C80A-7DF5-42DB-AA92-CD1C74C1BEC8}"/>
              </a:ext>
            </a:extLst>
          </p:cNvPr>
          <p:cNvSpPr>
            <a:spLocks/>
          </p:cNvSpPr>
          <p:nvPr/>
        </p:nvSpPr>
        <p:spPr>
          <a:xfrm>
            <a:off x="2200966" y="5335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6363">
            <a:extLst>
              <a:ext uri="{FF2B5EF4-FFF2-40B4-BE49-F238E27FC236}">
                <a16:creationId xmlns:a16="http://schemas.microsoft.com/office/drawing/2014/main" id="{B8E23CB1-4B4C-4393-B6E5-D7CD696151B3}"/>
              </a:ext>
            </a:extLst>
          </p:cNvPr>
          <p:cNvSpPr>
            <a:spLocks/>
          </p:cNvSpPr>
          <p:nvPr/>
        </p:nvSpPr>
        <p:spPr>
          <a:xfrm>
            <a:off x="2007806" y="5076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6364">
            <a:extLst>
              <a:ext uri="{FF2B5EF4-FFF2-40B4-BE49-F238E27FC236}">
                <a16:creationId xmlns:a16="http://schemas.microsoft.com/office/drawing/2014/main" id="{09E8D686-8DA2-4861-A285-C688AB99C204}"/>
              </a:ext>
            </a:extLst>
          </p:cNvPr>
          <p:cNvSpPr>
            <a:spLocks/>
          </p:cNvSpPr>
          <p:nvPr/>
        </p:nvSpPr>
        <p:spPr>
          <a:xfrm>
            <a:off x="22553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6365">
            <a:extLst>
              <a:ext uri="{FF2B5EF4-FFF2-40B4-BE49-F238E27FC236}">
                <a16:creationId xmlns:a16="http://schemas.microsoft.com/office/drawing/2014/main" id="{CC4ED9ED-76D6-4DAD-9DE1-A49A1B66F6BF}"/>
              </a:ext>
            </a:extLst>
          </p:cNvPr>
          <p:cNvSpPr>
            <a:spLocks/>
          </p:cNvSpPr>
          <p:nvPr/>
        </p:nvSpPr>
        <p:spPr>
          <a:xfrm>
            <a:off x="1963694" y="53848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6366">
            <a:extLst>
              <a:ext uri="{FF2B5EF4-FFF2-40B4-BE49-F238E27FC236}">
                <a16:creationId xmlns:a16="http://schemas.microsoft.com/office/drawing/2014/main" id="{A2883E52-564C-4065-81FF-A85BACC0D752}"/>
              </a:ext>
            </a:extLst>
          </p:cNvPr>
          <p:cNvSpPr>
            <a:spLocks/>
          </p:cNvSpPr>
          <p:nvPr/>
        </p:nvSpPr>
        <p:spPr>
          <a:xfrm>
            <a:off x="185904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6367">
            <a:extLst>
              <a:ext uri="{FF2B5EF4-FFF2-40B4-BE49-F238E27FC236}">
                <a16:creationId xmlns:a16="http://schemas.microsoft.com/office/drawing/2014/main" id="{EDBE2891-EACB-4829-93A1-43E28F74F76A}"/>
              </a:ext>
            </a:extLst>
          </p:cNvPr>
          <p:cNvSpPr>
            <a:spLocks/>
          </p:cNvSpPr>
          <p:nvPr/>
        </p:nvSpPr>
        <p:spPr>
          <a:xfrm>
            <a:off x="182817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6368">
            <a:extLst>
              <a:ext uri="{FF2B5EF4-FFF2-40B4-BE49-F238E27FC236}">
                <a16:creationId xmlns:a16="http://schemas.microsoft.com/office/drawing/2014/main" id="{9BEF104F-6673-4298-A3B9-7ECD1E838EB7}"/>
              </a:ext>
            </a:extLst>
          </p:cNvPr>
          <p:cNvSpPr>
            <a:spLocks/>
          </p:cNvSpPr>
          <p:nvPr/>
        </p:nvSpPr>
        <p:spPr>
          <a:xfrm>
            <a:off x="21732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6369">
            <a:extLst>
              <a:ext uri="{FF2B5EF4-FFF2-40B4-BE49-F238E27FC236}">
                <a16:creationId xmlns:a16="http://schemas.microsoft.com/office/drawing/2014/main" id="{8C1A8625-F63D-4B1E-9E86-73FB921F45AD}"/>
              </a:ext>
            </a:extLst>
          </p:cNvPr>
          <p:cNvSpPr>
            <a:spLocks/>
          </p:cNvSpPr>
          <p:nvPr/>
        </p:nvSpPr>
        <p:spPr>
          <a:xfrm>
            <a:off x="22140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6370">
            <a:extLst>
              <a:ext uri="{FF2B5EF4-FFF2-40B4-BE49-F238E27FC236}">
                <a16:creationId xmlns:a16="http://schemas.microsoft.com/office/drawing/2014/main" id="{56427E44-B549-4819-B4B1-18005F94FAA6}"/>
              </a:ext>
            </a:extLst>
          </p:cNvPr>
          <p:cNvSpPr>
            <a:spLocks/>
          </p:cNvSpPr>
          <p:nvPr/>
        </p:nvSpPr>
        <p:spPr>
          <a:xfrm>
            <a:off x="2257166" y="5334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6371">
            <a:extLst>
              <a:ext uri="{FF2B5EF4-FFF2-40B4-BE49-F238E27FC236}">
                <a16:creationId xmlns:a16="http://schemas.microsoft.com/office/drawing/2014/main" id="{87B50AB3-C73B-4E0F-8E53-3A70B3E0DBD9}"/>
              </a:ext>
            </a:extLst>
          </p:cNvPr>
          <p:cNvSpPr>
            <a:spLocks/>
          </p:cNvSpPr>
          <p:nvPr/>
        </p:nvSpPr>
        <p:spPr>
          <a:xfrm>
            <a:off x="20906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6372">
            <a:extLst>
              <a:ext uri="{FF2B5EF4-FFF2-40B4-BE49-F238E27FC236}">
                <a16:creationId xmlns:a16="http://schemas.microsoft.com/office/drawing/2014/main" id="{514E1310-D3AA-4767-AEEC-F746C56BF10C}"/>
              </a:ext>
            </a:extLst>
          </p:cNvPr>
          <p:cNvSpPr>
            <a:spLocks/>
          </p:cNvSpPr>
          <p:nvPr/>
        </p:nvSpPr>
        <p:spPr>
          <a:xfrm>
            <a:off x="2077906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6373">
            <a:extLst>
              <a:ext uri="{FF2B5EF4-FFF2-40B4-BE49-F238E27FC236}">
                <a16:creationId xmlns:a16="http://schemas.microsoft.com/office/drawing/2014/main" id="{F0429D08-A60A-43DF-ACC0-E0CDA2056F4D}"/>
              </a:ext>
            </a:extLst>
          </p:cNvPr>
          <p:cNvSpPr>
            <a:spLocks/>
          </p:cNvSpPr>
          <p:nvPr/>
        </p:nvSpPr>
        <p:spPr>
          <a:xfrm>
            <a:off x="283149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6374">
            <a:extLst>
              <a:ext uri="{FF2B5EF4-FFF2-40B4-BE49-F238E27FC236}">
                <a16:creationId xmlns:a16="http://schemas.microsoft.com/office/drawing/2014/main" id="{4BC5C1D6-C578-4F5D-9026-3D52535A8C8D}"/>
              </a:ext>
            </a:extLst>
          </p:cNvPr>
          <p:cNvSpPr>
            <a:spLocks/>
          </p:cNvSpPr>
          <p:nvPr/>
        </p:nvSpPr>
        <p:spPr>
          <a:xfrm>
            <a:off x="3151840" y="4206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6375">
            <a:extLst>
              <a:ext uri="{FF2B5EF4-FFF2-40B4-BE49-F238E27FC236}">
                <a16:creationId xmlns:a16="http://schemas.microsoft.com/office/drawing/2014/main" id="{D2C27DA0-5B28-41C8-BD5F-9CB83BCB49FB}"/>
              </a:ext>
            </a:extLst>
          </p:cNvPr>
          <p:cNvSpPr>
            <a:spLocks/>
          </p:cNvSpPr>
          <p:nvPr/>
        </p:nvSpPr>
        <p:spPr>
          <a:xfrm>
            <a:off x="313756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6376">
            <a:extLst>
              <a:ext uri="{FF2B5EF4-FFF2-40B4-BE49-F238E27FC236}">
                <a16:creationId xmlns:a16="http://schemas.microsoft.com/office/drawing/2014/main" id="{CBAEA25C-86EC-4EA7-A3DC-31817167869A}"/>
              </a:ext>
            </a:extLst>
          </p:cNvPr>
          <p:cNvSpPr>
            <a:spLocks/>
          </p:cNvSpPr>
          <p:nvPr/>
        </p:nvSpPr>
        <p:spPr>
          <a:xfrm>
            <a:off x="295691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6377">
            <a:extLst>
              <a:ext uri="{FF2B5EF4-FFF2-40B4-BE49-F238E27FC236}">
                <a16:creationId xmlns:a16="http://schemas.microsoft.com/office/drawing/2014/main" id="{F1A6CCD9-5CCF-46A5-8C65-EFBEEFEE8213}"/>
              </a:ext>
            </a:extLst>
          </p:cNvPr>
          <p:cNvSpPr>
            <a:spLocks/>
          </p:cNvSpPr>
          <p:nvPr/>
        </p:nvSpPr>
        <p:spPr>
          <a:xfrm>
            <a:off x="3047013" y="44749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6378">
            <a:extLst>
              <a:ext uri="{FF2B5EF4-FFF2-40B4-BE49-F238E27FC236}">
                <a16:creationId xmlns:a16="http://schemas.microsoft.com/office/drawing/2014/main" id="{1A1D120D-CF17-46CB-83D0-727D7263102F}"/>
              </a:ext>
            </a:extLst>
          </p:cNvPr>
          <p:cNvSpPr>
            <a:spLocks/>
          </p:cNvSpPr>
          <p:nvPr/>
        </p:nvSpPr>
        <p:spPr>
          <a:xfrm>
            <a:off x="265986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6379">
            <a:extLst>
              <a:ext uri="{FF2B5EF4-FFF2-40B4-BE49-F238E27FC236}">
                <a16:creationId xmlns:a16="http://schemas.microsoft.com/office/drawing/2014/main" id="{836B01A0-D17E-44A5-8EDD-F1DEA80272F3}"/>
              </a:ext>
            </a:extLst>
          </p:cNvPr>
          <p:cNvSpPr>
            <a:spLocks/>
          </p:cNvSpPr>
          <p:nvPr/>
        </p:nvSpPr>
        <p:spPr>
          <a:xfrm>
            <a:off x="279182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6380">
            <a:extLst>
              <a:ext uri="{FF2B5EF4-FFF2-40B4-BE49-F238E27FC236}">
                <a16:creationId xmlns:a16="http://schemas.microsoft.com/office/drawing/2014/main" id="{D38358E9-BD59-4101-881B-8E74FBBD817D}"/>
              </a:ext>
            </a:extLst>
          </p:cNvPr>
          <p:cNvSpPr>
            <a:spLocks/>
          </p:cNvSpPr>
          <p:nvPr/>
        </p:nvSpPr>
        <p:spPr>
          <a:xfrm>
            <a:off x="2751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6381">
            <a:extLst>
              <a:ext uri="{FF2B5EF4-FFF2-40B4-BE49-F238E27FC236}">
                <a16:creationId xmlns:a16="http://schemas.microsoft.com/office/drawing/2014/main" id="{96D1F682-1709-4213-8974-C03656C203B5}"/>
              </a:ext>
            </a:extLst>
          </p:cNvPr>
          <p:cNvSpPr>
            <a:spLocks/>
          </p:cNvSpPr>
          <p:nvPr/>
        </p:nvSpPr>
        <p:spPr>
          <a:xfrm>
            <a:off x="2812633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6382">
            <a:extLst>
              <a:ext uri="{FF2B5EF4-FFF2-40B4-BE49-F238E27FC236}">
                <a16:creationId xmlns:a16="http://schemas.microsoft.com/office/drawing/2014/main" id="{42F294FC-CF65-4468-A8FB-BC6AA7F0BCBB}"/>
              </a:ext>
            </a:extLst>
          </p:cNvPr>
          <p:cNvSpPr>
            <a:spLocks/>
          </p:cNvSpPr>
          <p:nvPr/>
        </p:nvSpPr>
        <p:spPr>
          <a:xfrm>
            <a:off x="2664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6383">
            <a:extLst>
              <a:ext uri="{FF2B5EF4-FFF2-40B4-BE49-F238E27FC236}">
                <a16:creationId xmlns:a16="http://schemas.microsoft.com/office/drawing/2014/main" id="{E40D5DA2-E671-4691-BFD7-67099EEBE00D}"/>
              </a:ext>
            </a:extLst>
          </p:cNvPr>
          <p:cNvSpPr>
            <a:spLocks/>
          </p:cNvSpPr>
          <p:nvPr/>
        </p:nvSpPr>
        <p:spPr>
          <a:xfrm>
            <a:off x="3086932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6384">
            <a:extLst>
              <a:ext uri="{FF2B5EF4-FFF2-40B4-BE49-F238E27FC236}">
                <a16:creationId xmlns:a16="http://schemas.microsoft.com/office/drawing/2014/main" id="{5E5100B2-2E3C-47B3-89B4-23F278C4A77A}"/>
              </a:ext>
            </a:extLst>
          </p:cNvPr>
          <p:cNvSpPr>
            <a:spLocks/>
          </p:cNvSpPr>
          <p:nvPr/>
        </p:nvSpPr>
        <p:spPr>
          <a:xfrm>
            <a:off x="2864291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6385">
            <a:extLst>
              <a:ext uri="{FF2B5EF4-FFF2-40B4-BE49-F238E27FC236}">
                <a16:creationId xmlns:a16="http://schemas.microsoft.com/office/drawing/2014/main" id="{63DC6297-C90C-487A-A269-2D479299B731}"/>
              </a:ext>
            </a:extLst>
          </p:cNvPr>
          <p:cNvSpPr>
            <a:spLocks/>
          </p:cNvSpPr>
          <p:nvPr/>
        </p:nvSpPr>
        <p:spPr>
          <a:xfrm>
            <a:off x="2984554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6386">
            <a:extLst>
              <a:ext uri="{FF2B5EF4-FFF2-40B4-BE49-F238E27FC236}">
                <a16:creationId xmlns:a16="http://schemas.microsoft.com/office/drawing/2014/main" id="{9AD8E5B7-0881-414E-97EE-BF6DF0C75A82}"/>
              </a:ext>
            </a:extLst>
          </p:cNvPr>
          <p:cNvSpPr>
            <a:spLocks/>
          </p:cNvSpPr>
          <p:nvPr/>
        </p:nvSpPr>
        <p:spPr>
          <a:xfrm>
            <a:off x="2737010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6387">
            <a:extLst>
              <a:ext uri="{FF2B5EF4-FFF2-40B4-BE49-F238E27FC236}">
                <a16:creationId xmlns:a16="http://schemas.microsoft.com/office/drawing/2014/main" id="{3F5D7DBD-5C3B-4E84-A116-216B1F32EBEC}"/>
              </a:ext>
            </a:extLst>
          </p:cNvPr>
          <p:cNvSpPr>
            <a:spLocks/>
          </p:cNvSpPr>
          <p:nvPr/>
        </p:nvSpPr>
        <p:spPr>
          <a:xfrm>
            <a:off x="287659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6388">
            <a:extLst>
              <a:ext uri="{FF2B5EF4-FFF2-40B4-BE49-F238E27FC236}">
                <a16:creationId xmlns:a16="http://schemas.microsoft.com/office/drawing/2014/main" id="{0AFC235A-6473-4B39-AA9F-C7B53AFE6A67}"/>
              </a:ext>
            </a:extLst>
          </p:cNvPr>
          <p:cNvSpPr>
            <a:spLocks/>
          </p:cNvSpPr>
          <p:nvPr/>
        </p:nvSpPr>
        <p:spPr>
          <a:xfrm>
            <a:off x="280094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6389">
            <a:extLst>
              <a:ext uri="{FF2B5EF4-FFF2-40B4-BE49-F238E27FC236}">
                <a16:creationId xmlns:a16="http://schemas.microsoft.com/office/drawing/2014/main" id="{0FEAE5D0-8719-4113-B555-821AEF9652A1}"/>
              </a:ext>
            </a:extLst>
          </p:cNvPr>
          <p:cNvSpPr>
            <a:spLocks/>
          </p:cNvSpPr>
          <p:nvPr/>
        </p:nvSpPr>
        <p:spPr>
          <a:xfrm>
            <a:off x="27123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6390">
            <a:extLst>
              <a:ext uri="{FF2B5EF4-FFF2-40B4-BE49-F238E27FC236}">
                <a16:creationId xmlns:a16="http://schemas.microsoft.com/office/drawing/2014/main" id="{2A1F3CF9-98CE-4B04-B302-3D92D7CDD386}"/>
              </a:ext>
            </a:extLst>
          </p:cNvPr>
          <p:cNvSpPr>
            <a:spLocks/>
          </p:cNvSpPr>
          <p:nvPr/>
        </p:nvSpPr>
        <p:spPr>
          <a:xfrm>
            <a:off x="269759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6391">
            <a:extLst>
              <a:ext uri="{FF2B5EF4-FFF2-40B4-BE49-F238E27FC236}">
                <a16:creationId xmlns:a16="http://schemas.microsoft.com/office/drawing/2014/main" id="{2E40F629-D179-4685-919C-B83D1E7A2382}"/>
              </a:ext>
            </a:extLst>
          </p:cNvPr>
          <p:cNvSpPr>
            <a:spLocks/>
          </p:cNvSpPr>
          <p:nvPr/>
        </p:nvSpPr>
        <p:spPr>
          <a:xfrm>
            <a:off x="3086085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6392">
            <a:extLst>
              <a:ext uri="{FF2B5EF4-FFF2-40B4-BE49-F238E27FC236}">
                <a16:creationId xmlns:a16="http://schemas.microsoft.com/office/drawing/2014/main" id="{1DB47E81-3F7F-440E-8C83-95BD7AF3FD44}"/>
              </a:ext>
            </a:extLst>
          </p:cNvPr>
          <p:cNvSpPr>
            <a:spLocks/>
          </p:cNvSpPr>
          <p:nvPr/>
        </p:nvSpPr>
        <p:spPr>
          <a:xfrm>
            <a:off x="2916713" y="4459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6393">
            <a:extLst>
              <a:ext uri="{FF2B5EF4-FFF2-40B4-BE49-F238E27FC236}">
                <a16:creationId xmlns:a16="http://schemas.microsoft.com/office/drawing/2014/main" id="{6DA65E75-1DD4-4B33-92E5-F129DE5AE173}"/>
              </a:ext>
            </a:extLst>
          </p:cNvPr>
          <p:cNvSpPr>
            <a:spLocks/>
          </p:cNvSpPr>
          <p:nvPr/>
        </p:nvSpPr>
        <p:spPr>
          <a:xfrm>
            <a:off x="2817674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6394">
            <a:extLst>
              <a:ext uri="{FF2B5EF4-FFF2-40B4-BE49-F238E27FC236}">
                <a16:creationId xmlns:a16="http://schemas.microsoft.com/office/drawing/2014/main" id="{2DF0D7BB-E2E1-488C-A791-2A31ABFFFC2D}"/>
              </a:ext>
            </a:extLst>
          </p:cNvPr>
          <p:cNvSpPr>
            <a:spLocks/>
          </p:cNvSpPr>
          <p:nvPr/>
        </p:nvSpPr>
        <p:spPr>
          <a:xfrm>
            <a:off x="30846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6395">
            <a:extLst>
              <a:ext uri="{FF2B5EF4-FFF2-40B4-BE49-F238E27FC236}">
                <a16:creationId xmlns:a16="http://schemas.microsoft.com/office/drawing/2014/main" id="{A1506688-A947-498A-908B-ECF0A38B67DC}"/>
              </a:ext>
            </a:extLst>
          </p:cNvPr>
          <p:cNvSpPr>
            <a:spLocks/>
          </p:cNvSpPr>
          <p:nvPr/>
        </p:nvSpPr>
        <p:spPr>
          <a:xfrm>
            <a:off x="272896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6396">
            <a:extLst>
              <a:ext uri="{FF2B5EF4-FFF2-40B4-BE49-F238E27FC236}">
                <a16:creationId xmlns:a16="http://schemas.microsoft.com/office/drawing/2014/main" id="{D0FC65B6-0BDA-4BE8-BB61-E5B93B2C871E}"/>
              </a:ext>
            </a:extLst>
          </p:cNvPr>
          <p:cNvSpPr>
            <a:spLocks/>
          </p:cNvSpPr>
          <p:nvPr/>
        </p:nvSpPr>
        <p:spPr>
          <a:xfrm>
            <a:off x="2683044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6397">
            <a:extLst>
              <a:ext uri="{FF2B5EF4-FFF2-40B4-BE49-F238E27FC236}">
                <a16:creationId xmlns:a16="http://schemas.microsoft.com/office/drawing/2014/main" id="{5BED083E-AF92-42FB-9978-9DA631C2DAA6}"/>
              </a:ext>
            </a:extLst>
          </p:cNvPr>
          <p:cNvSpPr>
            <a:spLocks/>
          </p:cNvSpPr>
          <p:nvPr/>
        </p:nvSpPr>
        <p:spPr>
          <a:xfrm>
            <a:off x="282586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6398">
            <a:extLst>
              <a:ext uri="{FF2B5EF4-FFF2-40B4-BE49-F238E27FC236}">
                <a16:creationId xmlns:a16="http://schemas.microsoft.com/office/drawing/2014/main" id="{8CB719A8-D682-4942-9A76-CEF4D3ED9F89}"/>
              </a:ext>
            </a:extLst>
          </p:cNvPr>
          <p:cNvSpPr>
            <a:spLocks/>
          </p:cNvSpPr>
          <p:nvPr/>
        </p:nvSpPr>
        <p:spPr>
          <a:xfrm>
            <a:off x="27112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6399">
            <a:extLst>
              <a:ext uri="{FF2B5EF4-FFF2-40B4-BE49-F238E27FC236}">
                <a16:creationId xmlns:a16="http://schemas.microsoft.com/office/drawing/2014/main" id="{541F6149-79E8-4913-BD20-E748F8F8BECA}"/>
              </a:ext>
            </a:extLst>
          </p:cNvPr>
          <p:cNvSpPr>
            <a:spLocks/>
          </p:cNvSpPr>
          <p:nvPr/>
        </p:nvSpPr>
        <p:spPr>
          <a:xfrm>
            <a:off x="2989054" y="5348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6400">
            <a:extLst>
              <a:ext uri="{FF2B5EF4-FFF2-40B4-BE49-F238E27FC236}">
                <a16:creationId xmlns:a16="http://schemas.microsoft.com/office/drawing/2014/main" id="{2F7EC09E-CDFF-4EFA-888B-2779BCF4CD09}"/>
              </a:ext>
            </a:extLst>
          </p:cNvPr>
          <p:cNvSpPr>
            <a:spLocks/>
          </p:cNvSpPr>
          <p:nvPr/>
        </p:nvSpPr>
        <p:spPr>
          <a:xfrm>
            <a:off x="2681079" y="5060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6401">
            <a:extLst>
              <a:ext uri="{FF2B5EF4-FFF2-40B4-BE49-F238E27FC236}">
                <a16:creationId xmlns:a16="http://schemas.microsoft.com/office/drawing/2014/main" id="{8F3FE2A3-DC5C-4814-BC57-0CDC62013117}"/>
              </a:ext>
            </a:extLst>
          </p:cNvPr>
          <p:cNvSpPr>
            <a:spLocks/>
          </p:cNvSpPr>
          <p:nvPr/>
        </p:nvSpPr>
        <p:spPr>
          <a:xfrm>
            <a:off x="2850115" y="53173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6402">
            <a:extLst>
              <a:ext uri="{FF2B5EF4-FFF2-40B4-BE49-F238E27FC236}">
                <a16:creationId xmlns:a16="http://schemas.microsoft.com/office/drawing/2014/main" id="{E43B6808-F33A-4A75-AA12-DE0B4A216CBF}"/>
              </a:ext>
            </a:extLst>
          </p:cNvPr>
          <p:cNvSpPr>
            <a:spLocks/>
          </p:cNvSpPr>
          <p:nvPr/>
        </p:nvSpPr>
        <p:spPr>
          <a:xfrm>
            <a:off x="287345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6403">
            <a:extLst>
              <a:ext uri="{FF2B5EF4-FFF2-40B4-BE49-F238E27FC236}">
                <a16:creationId xmlns:a16="http://schemas.microsoft.com/office/drawing/2014/main" id="{3FB09039-5B18-4BC6-AD2F-DAFBC221D951}"/>
              </a:ext>
            </a:extLst>
          </p:cNvPr>
          <p:cNvSpPr>
            <a:spLocks/>
          </p:cNvSpPr>
          <p:nvPr/>
        </p:nvSpPr>
        <p:spPr>
          <a:xfrm>
            <a:off x="30634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6404">
            <a:extLst>
              <a:ext uri="{FF2B5EF4-FFF2-40B4-BE49-F238E27FC236}">
                <a16:creationId xmlns:a16="http://schemas.microsoft.com/office/drawing/2014/main" id="{37481F83-7C6C-47C1-BBF5-88DDB6BF3F0B}"/>
              </a:ext>
            </a:extLst>
          </p:cNvPr>
          <p:cNvSpPr>
            <a:spLocks/>
          </p:cNvSpPr>
          <p:nvPr/>
        </p:nvSpPr>
        <p:spPr>
          <a:xfrm>
            <a:off x="2943752" y="5108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6405">
            <a:extLst>
              <a:ext uri="{FF2B5EF4-FFF2-40B4-BE49-F238E27FC236}">
                <a16:creationId xmlns:a16="http://schemas.microsoft.com/office/drawing/2014/main" id="{A4BF3827-7981-41E5-AD79-C067D403E72F}"/>
              </a:ext>
            </a:extLst>
          </p:cNvPr>
          <p:cNvSpPr>
            <a:spLocks/>
          </p:cNvSpPr>
          <p:nvPr/>
        </p:nvSpPr>
        <p:spPr>
          <a:xfrm>
            <a:off x="279166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6406">
            <a:extLst>
              <a:ext uri="{FF2B5EF4-FFF2-40B4-BE49-F238E27FC236}">
                <a16:creationId xmlns:a16="http://schemas.microsoft.com/office/drawing/2014/main" id="{945E3344-13A6-4D02-B745-B7A688AB2349}"/>
              </a:ext>
            </a:extLst>
          </p:cNvPr>
          <p:cNvSpPr>
            <a:spLocks/>
          </p:cNvSpPr>
          <p:nvPr/>
        </p:nvSpPr>
        <p:spPr>
          <a:xfrm>
            <a:off x="266147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6407">
            <a:extLst>
              <a:ext uri="{FF2B5EF4-FFF2-40B4-BE49-F238E27FC236}">
                <a16:creationId xmlns:a16="http://schemas.microsoft.com/office/drawing/2014/main" id="{2703A7AD-2E96-431D-B288-BF5485B3ECC9}"/>
              </a:ext>
            </a:extLst>
          </p:cNvPr>
          <p:cNvSpPr>
            <a:spLocks/>
          </p:cNvSpPr>
          <p:nvPr/>
        </p:nvSpPr>
        <p:spPr>
          <a:xfrm>
            <a:off x="2644766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6408">
            <a:extLst>
              <a:ext uri="{FF2B5EF4-FFF2-40B4-BE49-F238E27FC236}">
                <a16:creationId xmlns:a16="http://schemas.microsoft.com/office/drawing/2014/main" id="{1B09C60C-151D-47D9-8B14-0B6DA9F04AB9}"/>
              </a:ext>
            </a:extLst>
          </p:cNvPr>
          <p:cNvSpPr>
            <a:spLocks/>
          </p:cNvSpPr>
          <p:nvPr/>
        </p:nvSpPr>
        <p:spPr>
          <a:xfrm>
            <a:off x="271940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6409">
            <a:extLst>
              <a:ext uri="{FF2B5EF4-FFF2-40B4-BE49-F238E27FC236}">
                <a16:creationId xmlns:a16="http://schemas.microsoft.com/office/drawing/2014/main" id="{32F9E66D-60DC-48C3-8C68-671C0EDC1BD9}"/>
              </a:ext>
            </a:extLst>
          </p:cNvPr>
          <p:cNvSpPr>
            <a:spLocks/>
          </p:cNvSpPr>
          <p:nvPr/>
        </p:nvSpPr>
        <p:spPr>
          <a:xfrm>
            <a:off x="277685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6410">
            <a:extLst>
              <a:ext uri="{FF2B5EF4-FFF2-40B4-BE49-F238E27FC236}">
                <a16:creationId xmlns:a16="http://schemas.microsoft.com/office/drawing/2014/main" id="{B70B491C-DD9F-49D1-8533-28CFC281310C}"/>
              </a:ext>
            </a:extLst>
          </p:cNvPr>
          <p:cNvSpPr>
            <a:spLocks/>
          </p:cNvSpPr>
          <p:nvPr/>
        </p:nvSpPr>
        <p:spPr>
          <a:xfrm>
            <a:off x="309196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6411">
            <a:extLst>
              <a:ext uri="{FF2B5EF4-FFF2-40B4-BE49-F238E27FC236}">
                <a16:creationId xmlns:a16="http://schemas.microsoft.com/office/drawing/2014/main" id="{8A1CC13C-CCF1-4758-BABF-1043182FDDCE}"/>
              </a:ext>
            </a:extLst>
          </p:cNvPr>
          <p:cNvSpPr>
            <a:spLocks/>
          </p:cNvSpPr>
          <p:nvPr/>
        </p:nvSpPr>
        <p:spPr>
          <a:xfrm>
            <a:off x="272336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6412">
            <a:extLst>
              <a:ext uri="{FF2B5EF4-FFF2-40B4-BE49-F238E27FC236}">
                <a16:creationId xmlns:a16="http://schemas.microsoft.com/office/drawing/2014/main" id="{F55C7485-DDCA-437F-8D9B-AE1A73B4BB44}"/>
              </a:ext>
            </a:extLst>
          </p:cNvPr>
          <p:cNvSpPr>
            <a:spLocks/>
          </p:cNvSpPr>
          <p:nvPr/>
        </p:nvSpPr>
        <p:spPr>
          <a:xfrm>
            <a:off x="2969649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6413">
            <a:extLst>
              <a:ext uri="{FF2B5EF4-FFF2-40B4-BE49-F238E27FC236}">
                <a16:creationId xmlns:a16="http://schemas.microsoft.com/office/drawing/2014/main" id="{948296A9-70ED-4F7F-A9F6-BB79E8D3E405}"/>
              </a:ext>
            </a:extLst>
          </p:cNvPr>
          <p:cNvSpPr>
            <a:spLocks/>
          </p:cNvSpPr>
          <p:nvPr/>
        </p:nvSpPr>
        <p:spPr>
          <a:xfrm>
            <a:off x="3004968" y="522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6414">
            <a:extLst>
              <a:ext uri="{FF2B5EF4-FFF2-40B4-BE49-F238E27FC236}">
                <a16:creationId xmlns:a16="http://schemas.microsoft.com/office/drawing/2014/main" id="{96060EE0-8392-4D88-835C-DA72FB97D5A2}"/>
              </a:ext>
            </a:extLst>
          </p:cNvPr>
          <p:cNvSpPr>
            <a:spLocks/>
          </p:cNvSpPr>
          <p:nvPr/>
        </p:nvSpPr>
        <p:spPr>
          <a:xfrm>
            <a:off x="292088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6415">
            <a:extLst>
              <a:ext uri="{FF2B5EF4-FFF2-40B4-BE49-F238E27FC236}">
                <a16:creationId xmlns:a16="http://schemas.microsoft.com/office/drawing/2014/main" id="{A085658C-22E8-4757-A0EC-A22410F2A50B}"/>
              </a:ext>
            </a:extLst>
          </p:cNvPr>
          <p:cNvSpPr>
            <a:spLocks/>
          </p:cNvSpPr>
          <p:nvPr/>
        </p:nvSpPr>
        <p:spPr>
          <a:xfrm>
            <a:off x="283194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6416">
            <a:extLst>
              <a:ext uri="{FF2B5EF4-FFF2-40B4-BE49-F238E27FC236}">
                <a16:creationId xmlns:a16="http://schemas.microsoft.com/office/drawing/2014/main" id="{3EB08CAB-9746-467F-A341-D678BBA71559}"/>
              </a:ext>
            </a:extLst>
          </p:cNvPr>
          <p:cNvSpPr>
            <a:spLocks/>
          </p:cNvSpPr>
          <p:nvPr/>
        </p:nvSpPr>
        <p:spPr>
          <a:xfrm>
            <a:off x="3000612" y="4128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6417">
            <a:extLst>
              <a:ext uri="{FF2B5EF4-FFF2-40B4-BE49-F238E27FC236}">
                <a16:creationId xmlns:a16="http://schemas.microsoft.com/office/drawing/2014/main" id="{60003ED7-585E-43CF-820C-503AE196265F}"/>
              </a:ext>
            </a:extLst>
          </p:cNvPr>
          <p:cNvSpPr>
            <a:spLocks/>
          </p:cNvSpPr>
          <p:nvPr/>
        </p:nvSpPr>
        <p:spPr>
          <a:xfrm>
            <a:off x="274447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6418">
            <a:extLst>
              <a:ext uri="{FF2B5EF4-FFF2-40B4-BE49-F238E27FC236}">
                <a16:creationId xmlns:a16="http://schemas.microsoft.com/office/drawing/2014/main" id="{83837269-2E22-413F-B310-F131994416EA}"/>
              </a:ext>
            </a:extLst>
          </p:cNvPr>
          <p:cNvSpPr>
            <a:spLocks/>
          </p:cNvSpPr>
          <p:nvPr/>
        </p:nvSpPr>
        <p:spPr>
          <a:xfrm>
            <a:off x="265361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6419">
            <a:extLst>
              <a:ext uri="{FF2B5EF4-FFF2-40B4-BE49-F238E27FC236}">
                <a16:creationId xmlns:a16="http://schemas.microsoft.com/office/drawing/2014/main" id="{4E10C33A-5D91-4076-846D-27771E9D5230}"/>
              </a:ext>
            </a:extLst>
          </p:cNvPr>
          <p:cNvSpPr>
            <a:spLocks/>
          </p:cNvSpPr>
          <p:nvPr/>
        </p:nvSpPr>
        <p:spPr>
          <a:xfrm>
            <a:off x="3140214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6420">
            <a:extLst>
              <a:ext uri="{FF2B5EF4-FFF2-40B4-BE49-F238E27FC236}">
                <a16:creationId xmlns:a16="http://schemas.microsoft.com/office/drawing/2014/main" id="{88E73183-1E46-4C58-82CC-58B773FEEF1A}"/>
              </a:ext>
            </a:extLst>
          </p:cNvPr>
          <p:cNvSpPr>
            <a:spLocks/>
          </p:cNvSpPr>
          <p:nvPr/>
        </p:nvSpPr>
        <p:spPr>
          <a:xfrm>
            <a:off x="299889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6421">
            <a:extLst>
              <a:ext uri="{FF2B5EF4-FFF2-40B4-BE49-F238E27FC236}">
                <a16:creationId xmlns:a16="http://schemas.microsoft.com/office/drawing/2014/main" id="{E579B673-9436-42D8-98DB-A1A1420D533F}"/>
              </a:ext>
            </a:extLst>
          </p:cNvPr>
          <p:cNvSpPr>
            <a:spLocks/>
          </p:cNvSpPr>
          <p:nvPr/>
        </p:nvSpPr>
        <p:spPr>
          <a:xfrm>
            <a:off x="278905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6422">
            <a:extLst>
              <a:ext uri="{FF2B5EF4-FFF2-40B4-BE49-F238E27FC236}">
                <a16:creationId xmlns:a16="http://schemas.microsoft.com/office/drawing/2014/main" id="{423A539A-AFEA-445D-A16F-EB19A7985E1B}"/>
              </a:ext>
            </a:extLst>
          </p:cNvPr>
          <p:cNvSpPr>
            <a:spLocks/>
          </p:cNvSpPr>
          <p:nvPr/>
        </p:nvSpPr>
        <p:spPr>
          <a:xfrm>
            <a:off x="2716083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6423">
            <a:extLst>
              <a:ext uri="{FF2B5EF4-FFF2-40B4-BE49-F238E27FC236}">
                <a16:creationId xmlns:a16="http://schemas.microsoft.com/office/drawing/2014/main" id="{8BA45BDC-7158-4D2E-AA5F-A8BF07213C0D}"/>
              </a:ext>
            </a:extLst>
          </p:cNvPr>
          <p:cNvSpPr>
            <a:spLocks/>
          </p:cNvSpPr>
          <p:nvPr/>
        </p:nvSpPr>
        <p:spPr>
          <a:xfrm>
            <a:off x="309626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6424">
            <a:extLst>
              <a:ext uri="{FF2B5EF4-FFF2-40B4-BE49-F238E27FC236}">
                <a16:creationId xmlns:a16="http://schemas.microsoft.com/office/drawing/2014/main" id="{B050CCCB-66A2-49FE-A567-F99C977B282B}"/>
              </a:ext>
            </a:extLst>
          </p:cNvPr>
          <p:cNvSpPr>
            <a:spLocks/>
          </p:cNvSpPr>
          <p:nvPr/>
        </p:nvSpPr>
        <p:spPr>
          <a:xfrm>
            <a:off x="27393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6425">
            <a:extLst>
              <a:ext uri="{FF2B5EF4-FFF2-40B4-BE49-F238E27FC236}">
                <a16:creationId xmlns:a16="http://schemas.microsoft.com/office/drawing/2014/main" id="{7F32A802-92B0-4074-BFF0-4CB6E37F6B28}"/>
              </a:ext>
            </a:extLst>
          </p:cNvPr>
          <p:cNvSpPr>
            <a:spLocks/>
          </p:cNvSpPr>
          <p:nvPr/>
        </p:nvSpPr>
        <p:spPr>
          <a:xfrm>
            <a:off x="2981811" y="44823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6426">
            <a:extLst>
              <a:ext uri="{FF2B5EF4-FFF2-40B4-BE49-F238E27FC236}">
                <a16:creationId xmlns:a16="http://schemas.microsoft.com/office/drawing/2014/main" id="{CFC88F96-800F-428A-916B-99406C2F0A3A}"/>
              </a:ext>
            </a:extLst>
          </p:cNvPr>
          <p:cNvSpPr>
            <a:spLocks/>
          </p:cNvSpPr>
          <p:nvPr/>
        </p:nvSpPr>
        <p:spPr>
          <a:xfrm>
            <a:off x="2716275" y="5104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6427">
            <a:extLst>
              <a:ext uri="{FF2B5EF4-FFF2-40B4-BE49-F238E27FC236}">
                <a16:creationId xmlns:a16="http://schemas.microsoft.com/office/drawing/2014/main" id="{A1AA09F2-DBB6-4EEF-BC5B-3D352A72794D}"/>
              </a:ext>
            </a:extLst>
          </p:cNvPr>
          <p:cNvSpPr>
            <a:spLocks/>
          </p:cNvSpPr>
          <p:nvPr/>
        </p:nvSpPr>
        <p:spPr>
          <a:xfrm>
            <a:off x="2919143" y="440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6428">
            <a:extLst>
              <a:ext uri="{FF2B5EF4-FFF2-40B4-BE49-F238E27FC236}">
                <a16:creationId xmlns:a16="http://schemas.microsoft.com/office/drawing/2014/main" id="{6E269F1E-A376-430F-BC1F-278A2136AE99}"/>
              </a:ext>
            </a:extLst>
          </p:cNvPr>
          <p:cNvSpPr>
            <a:spLocks/>
          </p:cNvSpPr>
          <p:nvPr/>
        </p:nvSpPr>
        <p:spPr>
          <a:xfrm>
            <a:off x="3123505" y="5279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6429">
            <a:extLst>
              <a:ext uri="{FF2B5EF4-FFF2-40B4-BE49-F238E27FC236}">
                <a16:creationId xmlns:a16="http://schemas.microsoft.com/office/drawing/2014/main" id="{C6A59D5B-F63C-4AF9-830F-5053CBFB0D29}"/>
              </a:ext>
            </a:extLst>
          </p:cNvPr>
          <p:cNvSpPr>
            <a:spLocks/>
          </p:cNvSpPr>
          <p:nvPr/>
        </p:nvSpPr>
        <p:spPr>
          <a:xfrm>
            <a:off x="2824252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6430">
            <a:extLst>
              <a:ext uri="{FF2B5EF4-FFF2-40B4-BE49-F238E27FC236}">
                <a16:creationId xmlns:a16="http://schemas.microsoft.com/office/drawing/2014/main" id="{54C05E5B-950D-473F-B792-98785D8EF003}"/>
              </a:ext>
            </a:extLst>
          </p:cNvPr>
          <p:cNvSpPr>
            <a:spLocks/>
          </p:cNvSpPr>
          <p:nvPr/>
        </p:nvSpPr>
        <p:spPr>
          <a:xfrm>
            <a:off x="272273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6431">
            <a:extLst>
              <a:ext uri="{FF2B5EF4-FFF2-40B4-BE49-F238E27FC236}">
                <a16:creationId xmlns:a16="http://schemas.microsoft.com/office/drawing/2014/main" id="{BE17355D-50C9-4BC5-AAD3-96F0E099D53C}"/>
              </a:ext>
            </a:extLst>
          </p:cNvPr>
          <p:cNvSpPr>
            <a:spLocks/>
          </p:cNvSpPr>
          <p:nvPr/>
        </p:nvSpPr>
        <p:spPr>
          <a:xfrm>
            <a:off x="2921497" y="5378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6432">
            <a:extLst>
              <a:ext uri="{FF2B5EF4-FFF2-40B4-BE49-F238E27FC236}">
                <a16:creationId xmlns:a16="http://schemas.microsoft.com/office/drawing/2014/main" id="{A884B6D2-0356-49D5-B3D9-DC3E478A4A30}"/>
              </a:ext>
            </a:extLst>
          </p:cNvPr>
          <p:cNvSpPr>
            <a:spLocks/>
          </p:cNvSpPr>
          <p:nvPr/>
        </p:nvSpPr>
        <p:spPr>
          <a:xfrm>
            <a:off x="2826016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6433">
            <a:extLst>
              <a:ext uri="{FF2B5EF4-FFF2-40B4-BE49-F238E27FC236}">
                <a16:creationId xmlns:a16="http://schemas.microsoft.com/office/drawing/2014/main" id="{363D14CF-0890-4D17-AAA1-BFA805B53274}"/>
              </a:ext>
            </a:extLst>
          </p:cNvPr>
          <p:cNvSpPr>
            <a:spLocks/>
          </p:cNvSpPr>
          <p:nvPr/>
        </p:nvSpPr>
        <p:spPr>
          <a:xfrm>
            <a:off x="2840210" y="49275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6434">
            <a:extLst>
              <a:ext uri="{FF2B5EF4-FFF2-40B4-BE49-F238E27FC236}">
                <a16:creationId xmlns:a16="http://schemas.microsoft.com/office/drawing/2014/main" id="{F2466010-9278-4BF6-9FF3-A4383D76FD54}"/>
              </a:ext>
            </a:extLst>
          </p:cNvPr>
          <p:cNvSpPr>
            <a:spLocks/>
          </p:cNvSpPr>
          <p:nvPr/>
        </p:nvSpPr>
        <p:spPr>
          <a:xfrm>
            <a:off x="282049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6435">
            <a:extLst>
              <a:ext uri="{FF2B5EF4-FFF2-40B4-BE49-F238E27FC236}">
                <a16:creationId xmlns:a16="http://schemas.microsoft.com/office/drawing/2014/main" id="{BF317F84-D071-4542-83CB-E0700366BBEA}"/>
              </a:ext>
            </a:extLst>
          </p:cNvPr>
          <p:cNvSpPr>
            <a:spLocks/>
          </p:cNvSpPr>
          <p:nvPr/>
        </p:nvSpPr>
        <p:spPr>
          <a:xfrm>
            <a:off x="3093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6436">
            <a:extLst>
              <a:ext uri="{FF2B5EF4-FFF2-40B4-BE49-F238E27FC236}">
                <a16:creationId xmlns:a16="http://schemas.microsoft.com/office/drawing/2014/main" id="{23F0F0C7-6B24-4BFC-A9EC-0ECBBB9FE121}"/>
              </a:ext>
            </a:extLst>
          </p:cNvPr>
          <p:cNvSpPr>
            <a:spLocks/>
          </p:cNvSpPr>
          <p:nvPr/>
        </p:nvSpPr>
        <p:spPr>
          <a:xfrm>
            <a:off x="27843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6437">
            <a:extLst>
              <a:ext uri="{FF2B5EF4-FFF2-40B4-BE49-F238E27FC236}">
                <a16:creationId xmlns:a16="http://schemas.microsoft.com/office/drawing/2014/main" id="{44574340-8F07-4589-9718-D731721A3C15}"/>
              </a:ext>
            </a:extLst>
          </p:cNvPr>
          <p:cNvSpPr>
            <a:spLocks/>
          </p:cNvSpPr>
          <p:nvPr/>
        </p:nvSpPr>
        <p:spPr>
          <a:xfrm>
            <a:off x="27761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6438">
            <a:extLst>
              <a:ext uri="{FF2B5EF4-FFF2-40B4-BE49-F238E27FC236}">
                <a16:creationId xmlns:a16="http://schemas.microsoft.com/office/drawing/2014/main" id="{0BC5F274-CC0A-46EE-9A8A-BEBAB4D79322}"/>
              </a:ext>
            </a:extLst>
          </p:cNvPr>
          <p:cNvSpPr>
            <a:spLocks/>
          </p:cNvSpPr>
          <p:nvPr/>
        </p:nvSpPr>
        <p:spPr>
          <a:xfrm>
            <a:off x="2935425" y="478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6439">
            <a:extLst>
              <a:ext uri="{FF2B5EF4-FFF2-40B4-BE49-F238E27FC236}">
                <a16:creationId xmlns:a16="http://schemas.microsoft.com/office/drawing/2014/main" id="{EAFF0BD3-8627-48B6-994E-CA52ADF8D74D}"/>
              </a:ext>
            </a:extLst>
          </p:cNvPr>
          <p:cNvSpPr>
            <a:spLocks/>
          </p:cNvSpPr>
          <p:nvPr/>
        </p:nvSpPr>
        <p:spPr>
          <a:xfrm>
            <a:off x="2737355" y="4823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6440">
            <a:extLst>
              <a:ext uri="{FF2B5EF4-FFF2-40B4-BE49-F238E27FC236}">
                <a16:creationId xmlns:a16="http://schemas.microsoft.com/office/drawing/2014/main" id="{E94DE8B5-A956-4A48-A1AF-9165B868243B}"/>
              </a:ext>
            </a:extLst>
          </p:cNvPr>
          <p:cNvSpPr>
            <a:spLocks/>
          </p:cNvSpPr>
          <p:nvPr/>
        </p:nvSpPr>
        <p:spPr>
          <a:xfrm>
            <a:off x="28569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6441">
            <a:extLst>
              <a:ext uri="{FF2B5EF4-FFF2-40B4-BE49-F238E27FC236}">
                <a16:creationId xmlns:a16="http://schemas.microsoft.com/office/drawing/2014/main" id="{719F4729-B03D-4CCC-95C7-D67D47BAE274}"/>
              </a:ext>
            </a:extLst>
          </p:cNvPr>
          <p:cNvSpPr>
            <a:spLocks/>
          </p:cNvSpPr>
          <p:nvPr/>
        </p:nvSpPr>
        <p:spPr>
          <a:xfrm>
            <a:off x="2776408" y="4318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6442">
            <a:extLst>
              <a:ext uri="{FF2B5EF4-FFF2-40B4-BE49-F238E27FC236}">
                <a16:creationId xmlns:a16="http://schemas.microsoft.com/office/drawing/2014/main" id="{6FE0B350-2885-4D3F-87B6-654764976FE1}"/>
              </a:ext>
            </a:extLst>
          </p:cNvPr>
          <p:cNvSpPr>
            <a:spLocks/>
          </p:cNvSpPr>
          <p:nvPr/>
        </p:nvSpPr>
        <p:spPr>
          <a:xfrm>
            <a:off x="2968813" y="446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6443">
            <a:extLst>
              <a:ext uri="{FF2B5EF4-FFF2-40B4-BE49-F238E27FC236}">
                <a16:creationId xmlns:a16="http://schemas.microsoft.com/office/drawing/2014/main" id="{89DB2D97-2C9F-48F4-872C-B8BAF3F88AA1}"/>
              </a:ext>
            </a:extLst>
          </p:cNvPr>
          <p:cNvSpPr>
            <a:spLocks/>
          </p:cNvSpPr>
          <p:nvPr/>
        </p:nvSpPr>
        <p:spPr>
          <a:xfrm>
            <a:off x="2682553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6444">
            <a:extLst>
              <a:ext uri="{FF2B5EF4-FFF2-40B4-BE49-F238E27FC236}">
                <a16:creationId xmlns:a16="http://schemas.microsoft.com/office/drawing/2014/main" id="{B146DBA8-2EF0-4F26-84AA-EFE37856BB18}"/>
              </a:ext>
            </a:extLst>
          </p:cNvPr>
          <p:cNvSpPr>
            <a:spLocks/>
          </p:cNvSpPr>
          <p:nvPr/>
        </p:nvSpPr>
        <p:spPr>
          <a:xfrm>
            <a:off x="2806589" y="385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6445">
            <a:extLst>
              <a:ext uri="{FF2B5EF4-FFF2-40B4-BE49-F238E27FC236}">
                <a16:creationId xmlns:a16="http://schemas.microsoft.com/office/drawing/2014/main" id="{05CD7D68-2FF2-4B9B-B0F0-E02BEFAA6F31}"/>
              </a:ext>
            </a:extLst>
          </p:cNvPr>
          <p:cNvSpPr>
            <a:spLocks/>
          </p:cNvSpPr>
          <p:nvPr/>
        </p:nvSpPr>
        <p:spPr>
          <a:xfrm>
            <a:off x="300722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6446">
            <a:extLst>
              <a:ext uri="{FF2B5EF4-FFF2-40B4-BE49-F238E27FC236}">
                <a16:creationId xmlns:a16="http://schemas.microsoft.com/office/drawing/2014/main" id="{03E475F3-D53F-42E0-97FB-EAE5483D5294}"/>
              </a:ext>
            </a:extLst>
          </p:cNvPr>
          <p:cNvSpPr>
            <a:spLocks/>
          </p:cNvSpPr>
          <p:nvPr/>
        </p:nvSpPr>
        <p:spPr>
          <a:xfrm>
            <a:off x="268590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6447">
            <a:extLst>
              <a:ext uri="{FF2B5EF4-FFF2-40B4-BE49-F238E27FC236}">
                <a16:creationId xmlns:a16="http://schemas.microsoft.com/office/drawing/2014/main" id="{333152B4-D0DD-458D-90FE-7CC9C6D7E6F9}"/>
              </a:ext>
            </a:extLst>
          </p:cNvPr>
          <p:cNvSpPr>
            <a:spLocks/>
          </p:cNvSpPr>
          <p:nvPr/>
        </p:nvSpPr>
        <p:spPr>
          <a:xfrm>
            <a:off x="2982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6448">
            <a:extLst>
              <a:ext uri="{FF2B5EF4-FFF2-40B4-BE49-F238E27FC236}">
                <a16:creationId xmlns:a16="http://schemas.microsoft.com/office/drawing/2014/main" id="{FC186DF0-9B9F-46AB-975A-55CED4F6B6BC}"/>
              </a:ext>
            </a:extLst>
          </p:cNvPr>
          <p:cNvSpPr>
            <a:spLocks/>
          </p:cNvSpPr>
          <p:nvPr/>
        </p:nvSpPr>
        <p:spPr>
          <a:xfrm>
            <a:off x="2718838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6449">
            <a:extLst>
              <a:ext uri="{FF2B5EF4-FFF2-40B4-BE49-F238E27FC236}">
                <a16:creationId xmlns:a16="http://schemas.microsoft.com/office/drawing/2014/main" id="{3E719409-6877-4908-A6CD-00B4BDB9EEB3}"/>
              </a:ext>
            </a:extLst>
          </p:cNvPr>
          <p:cNvSpPr>
            <a:spLocks/>
          </p:cNvSpPr>
          <p:nvPr/>
        </p:nvSpPr>
        <p:spPr>
          <a:xfrm>
            <a:off x="307150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6450">
            <a:extLst>
              <a:ext uri="{FF2B5EF4-FFF2-40B4-BE49-F238E27FC236}">
                <a16:creationId xmlns:a16="http://schemas.microsoft.com/office/drawing/2014/main" id="{90247F26-3E14-4E20-9D09-164AF50117A1}"/>
              </a:ext>
            </a:extLst>
          </p:cNvPr>
          <p:cNvSpPr>
            <a:spLocks/>
          </p:cNvSpPr>
          <p:nvPr/>
        </p:nvSpPr>
        <p:spPr>
          <a:xfrm>
            <a:off x="2880004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6451">
            <a:extLst>
              <a:ext uri="{FF2B5EF4-FFF2-40B4-BE49-F238E27FC236}">
                <a16:creationId xmlns:a16="http://schemas.microsoft.com/office/drawing/2014/main" id="{825337F4-9A95-4A58-A74B-1463287FA6BC}"/>
              </a:ext>
            </a:extLst>
          </p:cNvPr>
          <p:cNvSpPr>
            <a:spLocks/>
          </p:cNvSpPr>
          <p:nvPr/>
        </p:nvSpPr>
        <p:spPr>
          <a:xfrm>
            <a:off x="287019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6452">
            <a:extLst>
              <a:ext uri="{FF2B5EF4-FFF2-40B4-BE49-F238E27FC236}">
                <a16:creationId xmlns:a16="http://schemas.microsoft.com/office/drawing/2014/main" id="{99913C9A-3B9A-4965-963B-5C589687B95E}"/>
              </a:ext>
            </a:extLst>
          </p:cNvPr>
          <p:cNvSpPr>
            <a:spLocks/>
          </p:cNvSpPr>
          <p:nvPr/>
        </p:nvSpPr>
        <p:spPr>
          <a:xfrm>
            <a:off x="2846176" y="39886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6453">
            <a:extLst>
              <a:ext uri="{FF2B5EF4-FFF2-40B4-BE49-F238E27FC236}">
                <a16:creationId xmlns:a16="http://schemas.microsoft.com/office/drawing/2014/main" id="{3B45BFA9-5ED3-489F-AF98-FCA9BB01CEA4}"/>
              </a:ext>
            </a:extLst>
          </p:cNvPr>
          <p:cNvSpPr>
            <a:spLocks/>
          </p:cNvSpPr>
          <p:nvPr/>
        </p:nvSpPr>
        <p:spPr>
          <a:xfrm>
            <a:off x="313792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6454">
            <a:extLst>
              <a:ext uri="{FF2B5EF4-FFF2-40B4-BE49-F238E27FC236}">
                <a16:creationId xmlns:a16="http://schemas.microsoft.com/office/drawing/2014/main" id="{574F1845-6A27-443D-8220-90F73EEACB42}"/>
              </a:ext>
            </a:extLst>
          </p:cNvPr>
          <p:cNvSpPr>
            <a:spLocks/>
          </p:cNvSpPr>
          <p:nvPr/>
        </p:nvSpPr>
        <p:spPr>
          <a:xfrm>
            <a:off x="278371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6455">
            <a:extLst>
              <a:ext uri="{FF2B5EF4-FFF2-40B4-BE49-F238E27FC236}">
                <a16:creationId xmlns:a16="http://schemas.microsoft.com/office/drawing/2014/main" id="{7F55800E-6772-46A0-8DCE-0B7B8311B036}"/>
              </a:ext>
            </a:extLst>
          </p:cNvPr>
          <p:cNvSpPr>
            <a:spLocks/>
          </p:cNvSpPr>
          <p:nvPr/>
        </p:nvSpPr>
        <p:spPr>
          <a:xfrm>
            <a:off x="3075658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6456">
            <a:extLst>
              <a:ext uri="{FF2B5EF4-FFF2-40B4-BE49-F238E27FC236}">
                <a16:creationId xmlns:a16="http://schemas.microsoft.com/office/drawing/2014/main" id="{08715A17-6355-48C2-B34F-486CC7A5B226}"/>
              </a:ext>
            </a:extLst>
          </p:cNvPr>
          <p:cNvSpPr>
            <a:spLocks/>
          </p:cNvSpPr>
          <p:nvPr/>
        </p:nvSpPr>
        <p:spPr>
          <a:xfrm>
            <a:off x="281816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6457">
            <a:extLst>
              <a:ext uri="{FF2B5EF4-FFF2-40B4-BE49-F238E27FC236}">
                <a16:creationId xmlns:a16="http://schemas.microsoft.com/office/drawing/2014/main" id="{B9CBD675-7173-4124-89EB-E91B0E335409}"/>
              </a:ext>
            </a:extLst>
          </p:cNvPr>
          <p:cNvSpPr>
            <a:spLocks/>
          </p:cNvSpPr>
          <p:nvPr/>
        </p:nvSpPr>
        <p:spPr>
          <a:xfrm>
            <a:off x="27691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6458">
            <a:extLst>
              <a:ext uri="{FF2B5EF4-FFF2-40B4-BE49-F238E27FC236}">
                <a16:creationId xmlns:a16="http://schemas.microsoft.com/office/drawing/2014/main" id="{5F9911DC-9893-4980-98A5-36F321E77FA3}"/>
              </a:ext>
            </a:extLst>
          </p:cNvPr>
          <p:cNvSpPr>
            <a:spLocks/>
          </p:cNvSpPr>
          <p:nvPr/>
        </p:nvSpPr>
        <p:spPr>
          <a:xfrm>
            <a:off x="3151029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6459">
            <a:extLst>
              <a:ext uri="{FF2B5EF4-FFF2-40B4-BE49-F238E27FC236}">
                <a16:creationId xmlns:a16="http://schemas.microsoft.com/office/drawing/2014/main" id="{0249BC8A-69A6-44AA-A74B-BBA4ECE817FA}"/>
              </a:ext>
            </a:extLst>
          </p:cNvPr>
          <p:cNvSpPr>
            <a:spLocks/>
          </p:cNvSpPr>
          <p:nvPr/>
        </p:nvSpPr>
        <p:spPr>
          <a:xfrm>
            <a:off x="2874258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6460">
            <a:extLst>
              <a:ext uri="{FF2B5EF4-FFF2-40B4-BE49-F238E27FC236}">
                <a16:creationId xmlns:a16="http://schemas.microsoft.com/office/drawing/2014/main" id="{56C7ACEC-853C-4125-B87B-521C74A4EA6E}"/>
              </a:ext>
            </a:extLst>
          </p:cNvPr>
          <p:cNvSpPr>
            <a:spLocks/>
          </p:cNvSpPr>
          <p:nvPr/>
        </p:nvSpPr>
        <p:spPr>
          <a:xfrm>
            <a:off x="288418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6461">
            <a:extLst>
              <a:ext uri="{FF2B5EF4-FFF2-40B4-BE49-F238E27FC236}">
                <a16:creationId xmlns:a16="http://schemas.microsoft.com/office/drawing/2014/main" id="{EB629AEC-C7E0-4ECC-AAC3-722EC4B641E4}"/>
              </a:ext>
            </a:extLst>
          </p:cNvPr>
          <p:cNvSpPr>
            <a:spLocks/>
          </p:cNvSpPr>
          <p:nvPr/>
        </p:nvSpPr>
        <p:spPr>
          <a:xfrm>
            <a:off x="2837614" y="50180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6462">
            <a:extLst>
              <a:ext uri="{FF2B5EF4-FFF2-40B4-BE49-F238E27FC236}">
                <a16:creationId xmlns:a16="http://schemas.microsoft.com/office/drawing/2014/main" id="{47863E0D-62A2-4352-8DF5-C3FF90DF15D3}"/>
              </a:ext>
            </a:extLst>
          </p:cNvPr>
          <p:cNvSpPr>
            <a:spLocks/>
          </p:cNvSpPr>
          <p:nvPr/>
        </p:nvSpPr>
        <p:spPr>
          <a:xfrm>
            <a:off x="3013578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6463">
            <a:extLst>
              <a:ext uri="{FF2B5EF4-FFF2-40B4-BE49-F238E27FC236}">
                <a16:creationId xmlns:a16="http://schemas.microsoft.com/office/drawing/2014/main" id="{E9735F7D-8391-4905-AF35-61AE0BA8FB30}"/>
              </a:ext>
            </a:extLst>
          </p:cNvPr>
          <p:cNvSpPr>
            <a:spLocks/>
          </p:cNvSpPr>
          <p:nvPr/>
        </p:nvSpPr>
        <p:spPr>
          <a:xfrm>
            <a:off x="293638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6464">
            <a:extLst>
              <a:ext uri="{FF2B5EF4-FFF2-40B4-BE49-F238E27FC236}">
                <a16:creationId xmlns:a16="http://schemas.microsoft.com/office/drawing/2014/main" id="{35EC1B9D-A7F9-41EB-8129-8C31CBD0689E}"/>
              </a:ext>
            </a:extLst>
          </p:cNvPr>
          <p:cNvSpPr>
            <a:spLocks/>
          </p:cNvSpPr>
          <p:nvPr/>
        </p:nvSpPr>
        <p:spPr>
          <a:xfrm>
            <a:off x="308105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6465">
            <a:extLst>
              <a:ext uri="{FF2B5EF4-FFF2-40B4-BE49-F238E27FC236}">
                <a16:creationId xmlns:a16="http://schemas.microsoft.com/office/drawing/2014/main" id="{DC5E4A4C-191B-49DD-9BDA-AD4E0B0ACB63}"/>
              </a:ext>
            </a:extLst>
          </p:cNvPr>
          <p:cNvSpPr>
            <a:spLocks/>
          </p:cNvSpPr>
          <p:nvPr/>
        </p:nvSpPr>
        <p:spPr>
          <a:xfrm>
            <a:off x="29184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6466">
            <a:extLst>
              <a:ext uri="{FF2B5EF4-FFF2-40B4-BE49-F238E27FC236}">
                <a16:creationId xmlns:a16="http://schemas.microsoft.com/office/drawing/2014/main" id="{9D7405DE-633C-426B-B10E-9DEA07D3B48F}"/>
              </a:ext>
            </a:extLst>
          </p:cNvPr>
          <p:cNvSpPr>
            <a:spLocks/>
          </p:cNvSpPr>
          <p:nvPr/>
        </p:nvSpPr>
        <p:spPr>
          <a:xfrm>
            <a:off x="2833281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6467">
            <a:extLst>
              <a:ext uri="{FF2B5EF4-FFF2-40B4-BE49-F238E27FC236}">
                <a16:creationId xmlns:a16="http://schemas.microsoft.com/office/drawing/2014/main" id="{F43FB147-EB1C-4DCA-8224-21C478B801A2}"/>
              </a:ext>
            </a:extLst>
          </p:cNvPr>
          <p:cNvSpPr>
            <a:spLocks/>
          </p:cNvSpPr>
          <p:nvPr/>
        </p:nvSpPr>
        <p:spPr>
          <a:xfrm>
            <a:off x="279483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6468">
            <a:extLst>
              <a:ext uri="{FF2B5EF4-FFF2-40B4-BE49-F238E27FC236}">
                <a16:creationId xmlns:a16="http://schemas.microsoft.com/office/drawing/2014/main" id="{1D133C50-3E16-4A39-9160-8CD3994DF84F}"/>
              </a:ext>
            </a:extLst>
          </p:cNvPr>
          <p:cNvSpPr>
            <a:spLocks/>
          </p:cNvSpPr>
          <p:nvPr/>
        </p:nvSpPr>
        <p:spPr>
          <a:xfrm>
            <a:off x="2838021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6469">
            <a:extLst>
              <a:ext uri="{FF2B5EF4-FFF2-40B4-BE49-F238E27FC236}">
                <a16:creationId xmlns:a16="http://schemas.microsoft.com/office/drawing/2014/main" id="{3F17238A-1CDE-40A5-B733-F9052F20F2D3}"/>
              </a:ext>
            </a:extLst>
          </p:cNvPr>
          <p:cNvSpPr>
            <a:spLocks/>
          </p:cNvSpPr>
          <p:nvPr/>
        </p:nvSpPr>
        <p:spPr>
          <a:xfrm>
            <a:off x="289590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6470">
            <a:extLst>
              <a:ext uri="{FF2B5EF4-FFF2-40B4-BE49-F238E27FC236}">
                <a16:creationId xmlns:a16="http://schemas.microsoft.com/office/drawing/2014/main" id="{E6915259-8E48-472F-9FBC-9AA006935D3F}"/>
              </a:ext>
            </a:extLst>
          </p:cNvPr>
          <p:cNvSpPr>
            <a:spLocks/>
          </p:cNvSpPr>
          <p:nvPr/>
        </p:nvSpPr>
        <p:spPr>
          <a:xfrm>
            <a:off x="2913277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6471">
            <a:extLst>
              <a:ext uri="{FF2B5EF4-FFF2-40B4-BE49-F238E27FC236}">
                <a16:creationId xmlns:a16="http://schemas.microsoft.com/office/drawing/2014/main" id="{3968385D-57BB-4894-8F77-80A365606347}"/>
              </a:ext>
            </a:extLst>
          </p:cNvPr>
          <p:cNvSpPr>
            <a:spLocks/>
          </p:cNvSpPr>
          <p:nvPr/>
        </p:nvSpPr>
        <p:spPr>
          <a:xfrm>
            <a:off x="3088114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6472">
            <a:extLst>
              <a:ext uri="{FF2B5EF4-FFF2-40B4-BE49-F238E27FC236}">
                <a16:creationId xmlns:a16="http://schemas.microsoft.com/office/drawing/2014/main" id="{FCCA6980-6F11-419B-82D8-9F70776C04F4}"/>
              </a:ext>
            </a:extLst>
          </p:cNvPr>
          <p:cNvSpPr>
            <a:spLocks/>
          </p:cNvSpPr>
          <p:nvPr/>
        </p:nvSpPr>
        <p:spPr>
          <a:xfrm>
            <a:off x="3121759" y="48408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6473">
            <a:extLst>
              <a:ext uri="{FF2B5EF4-FFF2-40B4-BE49-F238E27FC236}">
                <a16:creationId xmlns:a16="http://schemas.microsoft.com/office/drawing/2014/main" id="{6898F798-8BB5-48D2-B55D-D80D2ED4CBDC}"/>
              </a:ext>
            </a:extLst>
          </p:cNvPr>
          <p:cNvSpPr>
            <a:spLocks/>
          </p:cNvSpPr>
          <p:nvPr/>
        </p:nvSpPr>
        <p:spPr>
          <a:xfrm>
            <a:off x="2781262" y="4760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6474">
            <a:extLst>
              <a:ext uri="{FF2B5EF4-FFF2-40B4-BE49-F238E27FC236}">
                <a16:creationId xmlns:a16="http://schemas.microsoft.com/office/drawing/2014/main" id="{E2461321-C59C-4353-AE0C-2FDD9A4E7FCA}"/>
              </a:ext>
            </a:extLst>
          </p:cNvPr>
          <p:cNvSpPr>
            <a:spLocks/>
          </p:cNvSpPr>
          <p:nvPr/>
        </p:nvSpPr>
        <p:spPr>
          <a:xfrm>
            <a:off x="271876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6475">
            <a:extLst>
              <a:ext uri="{FF2B5EF4-FFF2-40B4-BE49-F238E27FC236}">
                <a16:creationId xmlns:a16="http://schemas.microsoft.com/office/drawing/2014/main" id="{1B57FD5F-086F-4EE3-AD37-26A24833C7D7}"/>
              </a:ext>
            </a:extLst>
          </p:cNvPr>
          <p:cNvSpPr>
            <a:spLocks/>
          </p:cNvSpPr>
          <p:nvPr/>
        </p:nvSpPr>
        <p:spPr>
          <a:xfrm>
            <a:off x="30830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6476">
            <a:extLst>
              <a:ext uri="{FF2B5EF4-FFF2-40B4-BE49-F238E27FC236}">
                <a16:creationId xmlns:a16="http://schemas.microsoft.com/office/drawing/2014/main" id="{4AD24869-E629-4D9B-B732-BE74B43906BE}"/>
              </a:ext>
            </a:extLst>
          </p:cNvPr>
          <p:cNvSpPr>
            <a:spLocks/>
          </p:cNvSpPr>
          <p:nvPr/>
        </p:nvSpPr>
        <p:spPr>
          <a:xfrm>
            <a:off x="265118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6477">
            <a:extLst>
              <a:ext uri="{FF2B5EF4-FFF2-40B4-BE49-F238E27FC236}">
                <a16:creationId xmlns:a16="http://schemas.microsoft.com/office/drawing/2014/main" id="{ECD4C989-2046-4E2D-B8ED-F370C5602694}"/>
              </a:ext>
            </a:extLst>
          </p:cNvPr>
          <p:cNvSpPr>
            <a:spLocks/>
          </p:cNvSpPr>
          <p:nvPr/>
        </p:nvSpPr>
        <p:spPr>
          <a:xfrm>
            <a:off x="2944938" y="539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6478">
            <a:extLst>
              <a:ext uri="{FF2B5EF4-FFF2-40B4-BE49-F238E27FC236}">
                <a16:creationId xmlns:a16="http://schemas.microsoft.com/office/drawing/2014/main" id="{A21EF1A1-D3D9-45FA-A199-5D69AB49FF0C}"/>
              </a:ext>
            </a:extLst>
          </p:cNvPr>
          <p:cNvSpPr>
            <a:spLocks/>
          </p:cNvSpPr>
          <p:nvPr/>
        </p:nvSpPr>
        <p:spPr>
          <a:xfrm>
            <a:off x="2982017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6479">
            <a:extLst>
              <a:ext uri="{FF2B5EF4-FFF2-40B4-BE49-F238E27FC236}">
                <a16:creationId xmlns:a16="http://schemas.microsoft.com/office/drawing/2014/main" id="{901BA9DC-D97C-4CAF-8850-63DCDC40353D}"/>
              </a:ext>
            </a:extLst>
          </p:cNvPr>
          <p:cNvSpPr>
            <a:spLocks/>
          </p:cNvSpPr>
          <p:nvPr/>
        </p:nvSpPr>
        <p:spPr>
          <a:xfrm>
            <a:off x="30307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6480">
            <a:extLst>
              <a:ext uri="{FF2B5EF4-FFF2-40B4-BE49-F238E27FC236}">
                <a16:creationId xmlns:a16="http://schemas.microsoft.com/office/drawing/2014/main" id="{A3F9E2E4-C1AF-4529-847A-206DA5857723}"/>
              </a:ext>
            </a:extLst>
          </p:cNvPr>
          <p:cNvSpPr>
            <a:spLocks/>
          </p:cNvSpPr>
          <p:nvPr/>
        </p:nvSpPr>
        <p:spPr>
          <a:xfrm>
            <a:off x="3046639" y="49749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6481">
            <a:extLst>
              <a:ext uri="{FF2B5EF4-FFF2-40B4-BE49-F238E27FC236}">
                <a16:creationId xmlns:a16="http://schemas.microsoft.com/office/drawing/2014/main" id="{1EBC4E14-CB62-4967-AFE5-AA7DC4E8B1CD}"/>
              </a:ext>
            </a:extLst>
          </p:cNvPr>
          <p:cNvSpPr>
            <a:spLocks/>
          </p:cNvSpPr>
          <p:nvPr/>
        </p:nvSpPr>
        <p:spPr>
          <a:xfrm>
            <a:off x="2968198" y="42629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6482">
            <a:extLst>
              <a:ext uri="{FF2B5EF4-FFF2-40B4-BE49-F238E27FC236}">
                <a16:creationId xmlns:a16="http://schemas.microsoft.com/office/drawing/2014/main" id="{77FC563F-90AF-4653-9754-BBC4117BF1EC}"/>
              </a:ext>
            </a:extLst>
          </p:cNvPr>
          <p:cNvSpPr>
            <a:spLocks/>
          </p:cNvSpPr>
          <p:nvPr/>
        </p:nvSpPr>
        <p:spPr>
          <a:xfrm>
            <a:off x="27140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6483">
            <a:extLst>
              <a:ext uri="{FF2B5EF4-FFF2-40B4-BE49-F238E27FC236}">
                <a16:creationId xmlns:a16="http://schemas.microsoft.com/office/drawing/2014/main" id="{A9B36DE0-90D4-42DD-B75C-589FAD83B912}"/>
              </a:ext>
            </a:extLst>
          </p:cNvPr>
          <p:cNvSpPr>
            <a:spLocks/>
          </p:cNvSpPr>
          <p:nvPr/>
        </p:nvSpPr>
        <p:spPr>
          <a:xfrm>
            <a:off x="2807510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6484">
            <a:extLst>
              <a:ext uri="{FF2B5EF4-FFF2-40B4-BE49-F238E27FC236}">
                <a16:creationId xmlns:a16="http://schemas.microsoft.com/office/drawing/2014/main" id="{052DBD33-1AC2-4A68-92D8-5A87EB4E258A}"/>
              </a:ext>
            </a:extLst>
          </p:cNvPr>
          <p:cNvSpPr>
            <a:spLocks/>
          </p:cNvSpPr>
          <p:nvPr/>
        </p:nvSpPr>
        <p:spPr>
          <a:xfrm>
            <a:off x="26405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6485">
            <a:extLst>
              <a:ext uri="{FF2B5EF4-FFF2-40B4-BE49-F238E27FC236}">
                <a16:creationId xmlns:a16="http://schemas.microsoft.com/office/drawing/2014/main" id="{5AAD0F4B-EEF2-4CDE-AEBD-3A8D64805E7F}"/>
              </a:ext>
            </a:extLst>
          </p:cNvPr>
          <p:cNvSpPr>
            <a:spLocks/>
          </p:cNvSpPr>
          <p:nvPr/>
        </p:nvSpPr>
        <p:spPr>
          <a:xfrm>
            <a:off x="3146356" y="4322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6486">
            <a:extLst>
              <a:ext uri="{FF2B5EF4-FFF2-40B4-BE49-F238E27FC236}">
                <a16:creationId xmlns:a16="http://schemas.microsoft.com/office/drawing/2014/main" id="{AEF97077-1BA8-43B3-9DBF-BB530BC74A61}"/>
              </a:ext>
            </a:extLst>
          </p:cNvPr>
          <p:cNvSpPr>
            <a:spLocks/>
          </p:cNvSpPr>
          <p:nvPr/>
        </p:nvSpPr>
        <p:spPr>
          <a:xfrm>
            <a:off x="2812104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6487">
            <a:extLst>
              <a:ext uri="{FF2B5EF4-FFF2-40B4-BE49-F238E27FC236}">
                <a16:creationId xmlns:a16="http://schemas.microsoft.com/office/drawing/2014/main" id="{D7CDE151-FD48-4330-A029-9A00863A8589}"/>
              </a:ext>
            </a:extLst>
          </p:cNvPr>
          <p:cNvSpPr>
            <a:spLocks/>
          </p:cNvSpPr>
          <p:nvPr/>
        </p:nvSpPr>
        <p:spPr>
          <a:xfrm>
            <a:off x="298240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6488">
            <a:extLst>
              <a:ext uri="{FF2B5EF4-FFF2-40B4-BE49-F238E27FC236}">
                <a16:creationId xmlns:a16="http://schemas.microsoft.com/office/drawing/2014/main" id="{E54E019E-3314-464B-988A-2FEE63ED239F}"/>
              </a:ext>
            </a:extLst>
          </p:cNvPr>
          <p:cNvSpPr>
            <a:spLocks/>
          </p:cNvSpPr>
          <p:nvPr/>
        </p:nvSpPr>
        <p:spPr>
          <a:xfrm>
            <a:off x="268713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6489">
            <a:extLst>
              <a:ext uri="{FF2B5EF4-FFF2-40B4-BE49-F238E27FC236}">
                <a16:creationId xmlns:a16="http://schemas.microsoft.com/office/drawing/2014/main" id="{BCB56860-322B-49D4-A63C-881138081F72}"/>
              </a:ext>
            </a:extLst>
          </p:cNvPr>
          <p:cNvSpPr>
            <a:spLocks/>
          </p:cNvSpPr>
          <p:nvPr/>
        </p:nvSpPr>
        <p:spPr>
          <a:xfrm>
            <a:off x="2726542" y="48810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6490">
            <a:extLst>
              <a:ext uri="{FF2B5EF4-FFF2-40B4-BE49-F238E27FC236}">
                <a16:creationId xmlns:a16="http://schemas.microsoft.com/office/drawing/2014/main" id="{C2D26A86-ECA5-44B8-B216-45D736D23887}"/>
              </a:ext>
            </a:extLst>
          </p:cNvPr>
          <p:cNvSpPr>
            <a:spLocks/>
          </p:cNvSpPr>
          <p:nvPr/>
        </p:nvSpPr>
        <p:spPr>
          <a:xfrm>
            <a:off x="310718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6491">
            <a:extLst>
              <a:ext uri="{FF2B5EF4-FFF2-40B4-BE49-F238E27FC236}">
                <a16:creationId xmlns:a16="http://schemas.microsoft.com/office/drawing/2014/main" id="{DD0A6ADB-075F-4872-BA43-A953BBCC165D}"/>
              </a:ext>
            </a:extLst>
          </p:cNvPr>
          <p:cNvSpPr>
            <a:spLocks/>
          </p:cNvSpPr>
          <p:nvPr/>
        </p:nvSpPr>
        <p:spPr>
          <a:xfrm>
            <a:off x="28653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6492">
            <a:extLst>
              <a:ext uri="{FF2B5EF4-FFF2-40B4-BE49-F238E27FC236}">
                <a16:creationId xmlns:a16="http://schemas.microsoft.com/office/drawing/2014/main" id="{D6772308-E4C3-4B06-B3F5-D2B1274B378E}"/>
              </a:ext>
            </a:extLst>
          </p:cNvPr>
          <p:cNvSpPr>
            <a:spLocks/>
          </p:cNvSpPr>
          <p:nvPr/>
        </p:nvSpPr>
        <p:spPr>
          <a:xfrm>
            <a:off x="26666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6493">
            <a:extLst>
              <a:ext uri="{FF2B5EF4-FFF2-40B4-BE49-F238E27FC236}">
                <a16:creationId xmlns:a16="http://schemas.microsoft.com/office/drawing/2014/main" id="{9B10CD09-7B87-4A04-89DE-3CA3F80440E6}"/>
              </a:ext>
            </a:extLst>
          </p:cNvPr>
          <p:cNvSpPr>
            <a:spLocks/>
          </p:cNvSpPr>
          <p:nvPr/>
        </p:nvSpPr>
        <p:spPr>
          <a:xfrm>
            <a:off x="281390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6494">
            <a:extLst>
              <a:ext uri="{FF2B5EF4-FFF2-40B4-BE49-F238E27FC236}">
                <a16:creationId xmlns:a16="http://schemas.microsoft.com/office/drawing/2014/main" id="{FBEDBE4C-5B93-44FE-9989-5D5DE16AED51}"/>
              </a:ext>
            </a:extLst>
          </p:cNvPr>
          <p:cNvSpPr>
            <a:spLocks/>
          </p:cNvSpPr>
          <p:nvPr/>
        </p:nvSpPr>
        <p:spPr>
          <a:xfrm>
            <a:off x="2707552" y="47311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6495">
            <a:extLst>
              <a:ext uri="{FF2B5EF4-FFF2-40B4-BE49-F238E27FC236}">
                <a16:creationId xmlns:a16="http://schemas.microsoft.com/office/drawing/2014/main" id="{13844E95-BAF1-4280-B064-319504D27E47}"/>
              </a:ext>
            </a:extLst>
          </p:cNvPr>
          <p:cNvSpPr>
            <a:spLocks/>
          </p:cNvSpPr>
          <p:nvPr/>
        </p:nvSpPr>
        <p:spPr>
          <a:xfrm>
            <a:off x="27986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6496">
            <a:extLst>
              <a:ext uri="{FF2B5EF4-FFF2-40B4-BE49-F238E27FC236}">
                <a16:creationId xmlns:a16="http://schemas.microsoft.com/office/drawing/2014/main" id="{299C2D46-D837-4E61-BD51-F60E9A6E881E}"/>
              </a:ext>
            </a:extLst>
          </p:cNvPr>
          <p:cNvSpPr>
            <a:spLocks/>
          </p:cNvSpPr>
          <p:nvPr/>
        </p:nvSpPr>
        <p:spPr>
          <a:xfrm>
            <a:off x="2913143" y="50716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6497">
            <a:extLst>
              <a:ext uri="{FF2B5EF4-FFF2-40B4-BE49-F238E27FC236}">
                <a16:creationId xmlns:a16="http://schemas.microsoft.com/office/drawing/2014/main" id="{B36CDBD1-27A1-4A6F-830F-FD1962BB8C0A}"/>
              </a:ext>
            </a:extLst>
          </p:cNvPr>
          <p:cNvSpPr>
            <a:spLocks/>
          </p:cNvSpPr>
          <p:nvPr/>
        </p:nvSpPr>
        <p:spPr>
          <a:xfrm>
            <a:off x="276509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6498">
            <a:extLst>
              <a:ext uri="{FF2B5EF4-FFF2-40B4-BE49-F238E27FC236}">
                <a16:creationId xmlns:a16="http://schemas.microsoft.com/office/drawing/2014/main" id="{4971714C-FC00-4C94-960F-6FDA20E4BA7C}"/>
              </a:ext>
            </a:extLst>
          </p:cNvPr>
          <p:cNvSpPr>
            <a:spLocks/>
          </p:cNvSpPr>
          <p:nvPr/>
        </p:nvSpPr>
        <p:spPr>
          <a:xfrm>
            <a:off x="3000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6499">
            <a:extLst>
              <a:ext uri="{FF2B5EF4-FFF2-40B4-BE49-F238E27FC236}">
                <a16:creationId xmlns:a16="http://schemas.microsoft.com/office/drawing/2014/main" id="{CC92931C-12FE-4699-8FAA-2197D093969B}"/>
              </a:ext>
            </a:extLst>
          </p:cNvPr>
          <p:cNvSpPr>
            <a:spLocks/>
          </p:cNvSpPr>
          <p:nvPr/>
        </p:nvSpPr>
        <p:spPr>
          <a:xfrm>
            <a:off x="2946767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6500">
            <a:extLst>
              <a:ext uri="{FF2B5EF4-FFF2-40B4-BE49-F238E27FC236}">
                <a16:creationId xmlns:a16="http://schemas.microsoft.com/office/drawing/2014/main" id="{F4AA9143-3157-444A-9798-7A02CE90E3B9}"/>
              </a:ext>
            </a:extLst>
          </p:cNvPr>
          <p:cNvSpPr>
            <a:spLocks/>
          </p:cNvSpPr>
          <p:nvPr/>
        </p:nvSpPr>
        <p:spPr>
          <a:xfrm>
            <a:off x="288130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6501">
            <a:extLst>
              <a:ext uri="{FF2B5EF4-FFF2-40B4-BE49-F238E27FC236}">
                <a16:creationId xmlns:a16="http://schemas.microsoft.com/office/drawing/2014/main" id="{2C9CDB93-B7B3-45B5-BE03-C4E94448EDC6}"/>
              </a:ext>
            </a:extLst>
          </p:cNvPr>
          <p:cNvSpPr>
            <a:spLocks/>
          </p:cNvSpPr>
          <p:nvPr/>
        </p:nvSpPr>
        <p:spPr>
          <a:xfrm>
            <a:off x="30084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6502">
            <a:extLst>
              <a:ext uri="{FF2B5EF4-FFF2-40B4-BE49-F238E27FC236}">
                <a16:creationId xmlns:a16="http://schemas.microsoft.com/office/drawing/2014/main" id="{12A07E70-6A04-43B0-8127-25E2871D224D}"/>
              </a:ext>
            </a:extLst>
          </p:cNvPr>
          <p:cNvSpPr>
            <a:spLocks/>
          </p:cNvSpPr>
          <p:nvPr/>
        </p:nvSpPr>
        <p:spPr>
          <a:xfrm>
            <a:off x="296576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6503">
            <a:extLst>
              <a:ext uri="{FF2B5EF4-FFF2-40B4-BE49-F238E27FC236}">
                <a16:creationId xmlns:a16="http://schemas.microsoft.com/office/drawing/2014/main" id="{8C34B578-EEE7-414C-822F-7FF957594852}"/>
              </a:ext>
            </a:extLst>
          </p:cNvPr>
          <p:cNvSpPr>
            <a:spLocks/>
          </p:cNvSpPr>
          <p:nvPr/>
        </p:nvSpPr>
        <p:spPr>
          <a:xfrm>
            <a:off x="2750077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6504">
            <a:extLst>
              <a:ext uri="{FF2B5EF4-FFF2-40B4-BE49-F238E27FC236}">
                <a16:creationId xmlns:a16="http://schemas.microsoft.com/office/drawing/2014/main" id="{C723B47E-E1A6-431F-8A57-E82EAA3A237A}"/>
              </a:ext>
            </a:extLst>
          </p:cNvPr>
          <p:cNvSpPr>
            <a:spLocks/>
          </p:cNvSpPr>
          <p:nvPr/>
        </p:nvSpPr>
        <p:spPr>
          <a:xfrm>
            <a:off x="2980482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6505">
            <a:extLst>
              <a:ext uri="{FF2B5EF4-FFF2-40B4-BE49-F238E27FC236}">
                <a16:creationId xmlns:a16="http://schemas.microsoft.com/office/drawing/2014/main" id="{35AD4B81-BA6E-4CDB-8A93-6D9A9D7C1F32}"/>
              </a:ext>
            </a:extLst>
          </p:cNvPr>
          <p:cNvSpPr>
            <a:spLocks/>
          </p:cNvSpPr>
          <p:nvPr/>
        </p:nvSpPr>
        <p:spPr>
          <a:xfrm>
            <a:off x="28063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6506">
            <a:extLst>
              <a:ext uri="{FF2B5EF4-FFF2-40B4-BE49-F238E27FC236}">
                <a16:creationId xmlns:a16="http://schemas.microsoft.com/office/drawing/2014/main" id="{E79EB1F8-139D-4935-BBA6-58AAFEE0F3F1}"/>
              </a:ext>
            </a:extLst>
          </p:cNvPr>
          <p:cNvSpPr>
            <a:spLocks/>
          </p:cNvSpPr>
          <p:nvPr/>
        </p:nvSpPr>
        <p:spPr>
          <a:xfrm>
            <a:off x="300994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6507">
            <a:extLst>
              <a:ext uri="{FF2B5EF4-FFF2-40B4-BE49-F238E27FC236}">
                <a16:creationId xmlns:a16="http://schemas.microsoft.com/office/drawing/2014/main" id="{8AC56A63-7CE4-4AB2-B8E7-6FE456C4CBE3}"/>
              </a:ext>
            </a:extLst>
          </p:cNvPr>
          <p:cNvSpPr>
            <a:spLocks/>
          </p:cNvSpPr>
          <p:nvPr/>
        </p:nvSpPr>
        <p:spPr>
          <a:xfrm>
            <a:off x="2934859" y="51530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6508">
            <a:extLst>
              <a:ext uri="{FF2B5EF4-FFF2-40B4-BE49-F238E27FC236}">
                <a16:creationId xmlns:a16="http://schemas.microsoft.com/office/drawing/2014/main" id="{847016A1-34EB-466F-87F1-B1AF5FAFF3D6}"/>
              </a:ext>
            </a:extLst>
          </p:cNvPr>
          <p:cNvSpPr>
            <a:spLocks/>
          </p:cNvSpPr>
          <p:nvPr/>
        </p:nvSpPr>
        <p:spPr>
          <a:xfrm>
            <a:off x="26759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6509">
            <a:extLst>
              <a:ext uri="{FF2B5EF4-FFF2-40B4-BE49-F238E27FC236}">
                <a16:creationId xmlns:a16="http://schemas.microsoft.com/office/drawing/2014/main" id="{44EC22F2-00E1-493C-91D5-27452671EE52}"/>
              </a:ext>
            </a:extLst>
          </p:cNvPr>
          <p:cNvSpPr>
            <a:spLocks/>
          </p:cNvSpPr>
          <p:nvPr/>
        </p:nvSpPr>
        <p:spPr>
          <a:xfrm>
            <a:off x="3007731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6510">
            <a:extLst>
              <a:ext uri="{FF2B5EF4-FFF2-40B4-BE49-F238E27FC236}">
                <a16:creationId xmlns:a16="http://schemas.microsoft.com/office/drawing/2014/main" id="{2DC592D2-85F7-453E-AA3E-DAE2A43BF233}"/>
              </a:ext>
            </a:extLst>
          </p:cNvPr>
          <p:cNvSpPr>
            <a:spLocks/>
          </p:cNvSpPr>
          <p:nvPr/>
        </p:nvSpPr>
        <p:spPr>
          <a:xfrm>
            <a:off x="304800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6511">
            <a:extLst>
              <a:ext uri="{FF2B5EF4-FFF2-40B4-BE49-F238E27FC236}">
                <a16:creationId xmlns:a16="http://schemas.microsoft.com/office/drawing/2014/main" id="{5A31E1C8-7022-4F0D-A15D-94058D222792}"/>
              </a:ext>
            </a:extLst>
          </p:cNvPr>
          <p:cNvSpPr>
            <a:spLocks/>
          </p:cNvSpPr>
          <p:nvPr/>
        </p:nvSpPr>
        <p:spPr>
          <a:xfrm>
            <a:off x="298831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6512">
            <a:extLst>
              <a:ext uri="{FF2B5EF4-FFF2-40B4-BE49-F238E27FC236}">
                <a16:creationId xmlns:a16="http://schemas.microsoft.com/office/drawing/2014/main" id="{C1E44E0A-EEA5-4F1A-B305-C4A53C02A6E7}"/>
              </a:ext>
            </a:extLst>
          </p:cNvPr>
          <p:cNvSpPr>
            <a:spLocks/>
          </p:cNvSpPr>
          <p:nvPr/>
        </p:nvSpPr>
        <p:spPr>
          <a:xfrm>
            <a:off x="2889479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6513">
            <a:extLst>
              <a:ext uri="{FF2B5EF4-FFF2-40B4-BE49-F238E27FC236}">
                <a16:creationId xmlns:a16="http://schemas.microsoft.com/office/drawing/2014/main" id="{F9088E07-1B85-44C9-82E8-C53290FC9403}"/>
              </a:ext>
            </a:extLst>
          </p:cNvPr>
          <p:cNvSpPr>
            <a:spLocks/>
          </p:cNvSpPr>
          <p:nvPr/>
        </p:nvSpPr>
        <p:spPr>
          <a:xfrm>
            <a:off x="277265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6514">
            <a:extLst>
              <a:ext uri="{FF2B5EF4-FFF2-40B4-BE49-F238E27FC236}">
                <a16:creationId xmlns:a16="http://schemas.microsoft.com/office/drawing/2014/main" id="{13E333E5-BF9F-47AD-AC82-9DA12B553784}"/>
              </a:ext>
            </a:extLst>
          </p:cNvPr>
          <p:cNvSpPr>
            <a:spLocks/>
          </p:cNvSpPr>
          <p:nvPr/>
        </p:nvSpPr>
        <p:spPr>
          <a:xfrm>
            <a:off x="266909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6515">
            <a:extLst>
              <a:ext uri="{FF2B5EF4-FFF2-40B4-BE49-F238E27FC236}">
                <a16:creationId xmlns:a16="http://schemas.microsoft.com/office/drawing/2014/main" id="{74E28CDF-4DF5-4A90-9BCB-C0C230C09C05}"/>
              </a:ext>
            </a:extLst>
          </p:cNvPr>
          <p:cNvSpPr>
            <a:spLocks/>
          </p:cNvSpPr>
          <p:nvPr/>
        </p:nvSpPr>
        <p:spPr>
          <a:xfrm>
            <a:off x="3027684" y="52855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6516">
            <a:extLst>
              <a:ext uri="{FF2B5EF4-FFF2-40B4-BE49-F238E27FC236}">
                <a16:creationId xmlns:a16="http://schemas.microsoft.com/office/drawing/2014/main" id="{E8992D56-1A20-46D1-BA0E-1080215C5573}"/>
              </a:ext>
            </a:extLst>
          </p:cNvPr>
          <p:cNvSpPr>
            <a:spLocks/>
          </p:cNvSpPr>
          <p:nvPr/>
        </p:nvSpPr>
        <p:spPr>
          <a:xfrm>
            <a:off x="30835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6517">
            <a:extLst>
              <a:ext uri="{FF2B5EF4-FFF2-40B4-BE49-F238E27FC236}">
                <a16:creationId xmlns:a16="http://schemas.microsoft.com/office/drawing/2014/main" id="{895AF8DD-92A7-40A3-BD02-B964BCB587CE}"/>
              </a:ext>
            </a:extLst>
          </p:cNvPr>
          <p:cNvSpPr>
            <a:spLocks/>
          </p:cNvSpPr>
          <p:nvPr/>
        </p:nvSpPr>
        <p:spPr>
          <a:xfrm>
            <a:off x="3019607" y="5025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6518">
            <a:extLst>
              <a:ext uri="{FF2B5EF4-FFF2-40B4-BE49-F238E27FC236}">
                <a16:creationId xmlns:a16="http://schemas.microsoft.com/office/drawing/2014/main" id="{23179581-37E3-4F82-AE4C-5B106542BD67}"/>
              </a:ext>
            </a:extLst>
          </p:cNvPr>
          <p:cNvSpPr>
            <a:spLocks/>
          </p:cNvSpPr>
          <p:nvPr/>
        </p:nvSpPr>
        <p:spPr>
          <a:xfrm>
            <a:off x="2774376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6519">
            <a:extLst>
              <a:ext uri="{FF2B5EF4-FFF2-40B4-BE49-F238E27FC236}">
                <a16:creationId xmlns:a16="http://schemas.microsoft.com/office/drawing/2014/main" id="{B1097AD0-01FE-4245-89EE-15E9384DCCE3}"/>
              </a:ext>
            </a:extLst>
          </p:cNvPr>
          <p:cNvSpPr>
            <a:spLocks/>
          </p:cNvSpPr>
          <p:nvPr/>
        </p:nvSpPr>
        <p:spPr>
          <a:xfrm>
            <a:off x="2948317" y="4487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6520">
            <a:extLst>
              <a:ext uri="{FF2B5EF4-FFF2-40B4-BE49-F238E27FC236}">
                <a16:creationId xmlns:a16="http://schemas.microsoft.com/office/drawing/2014/main" id="{06CA054F-AC6E-45B4-B880-8E947D8A40B9}"/>
              </a:ext>
            </a:extLst>
          </p:cNvPr>
          <p:cNvSpPr>
            <a:spLocks/>
          </p:cNvSpPr>
          <p:nvPr/>
        </p:nvSpPr>
        <p:spPr>
          <a:xfrm>
            <a:off x="27031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6521">
            <a:extLst>
              <a:ext uri="{FF2B5EF4-FFF2-40B4-BE49-F238E27FC236}">
                <a16:creationId xmlns:a16="http://schemas.microsoft.com/office/drawing/2014/main" id="{6D6DC43C-ADC4-4131-AEFD-82A42DB9B9A1}"/>
              </a:ext>
            </a:extLst>
          </p:cNvPr>
          <p:cNvSpPr>
            <a:spLocks/>
          </p:cNvSpPr>
          <p:nvPr/>
        </p:nvSpPr>
        <p:spPr>
          <a:xfrm>
            <a:off x="2954314" y="44001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6522">
            <a:extLst>
              <a:ext uri="{FF2B5EF4-FFF2-40B4-BE49-F238E27FC236}">
                <a16:creationId xmlns:a16="http://schemas.microsoft.com/office/drawing/2014/main" id="{8FC4CC4E-0061-46C7-B8C9-944AA55EA272}"/>
              </a:ext>
            </a:extLst>
          </p:cNvPr>
          <p:cNvSpPr>
            <a:spLocks/>
          </p:cNvSpPr>
          <p:nvPr/>
        </p:nvSpPr>
        <p:spPr>
          <a:xfrm>
            <a:off x="2971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6523">
            <a:extLst>
              <a:ext uri="{FF2B5EF4-FFF2-40B4-BE49-F238E27FC236}">
                <a16:creationId xmlns:a16="http://schemas.microsoft.com/office/drawing/2014/main" id="{39876D55-15D8-40E4-AA6A-A3C00D79E9FF}"/>
              </a:ext>
            </a:extLst>
          </p:cNvPr>
          <p:cNvSpPr>
            <a:spLocks/>
          </p:cNvSpPr>
          <p:nvPr/>
        </p:nvSpPr>
        <p:spPr>
          <a:xfrm>
            <a:off x="2860595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6524">
            <a:extLst>
              <a:ext uri="{FF2B5EF4-FFF2-40B4-BE49-F238E27FC236}">
                <a16:creationId xmlns:a16="http://schemas.microsoft.com/office/drawing/2014/main" id="{47318C87-7C59-4A91-94AE-CCA024E67932}"/>
              </a:ext>
            </a:extLst>
          </p:cNvPr>
          <p:cNvSpPr>
            <a:spLocks/>
          </p:cNvSpPr>
          <p:nvPr/>
        </p:nvSpPr>
        <p:spPr>
          <a:xfrm>
            <a:off x="297213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6525">
            <a:extLst>
              <a:ext uri="{FF2B5EF4-FFF2-40B4-BE49-F238E27FC236}">
                <a16:creationId xmlns:a16="http://schemas.microsoft.com/office/drawing/2014/main" id="{647D4CCA-46B8-4630-BD48-E482EC382D83}"/>
              </a:ext>
            </a:extLst>
          </p:cNvPr>
          <p:cNvSpPr>
            <a:spLocks/>
          </p:cNvSpPr>
          <p:nvPr/>
        </p:nvSpPr>
        <p:spPr>
          <a:xfrm>
            <a:off x="3039720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6526">
            <a:extLst>
              <a:ext uri="{FF2B5EF4-FFF2-40B4-BE49-F238E27FC236}">
                <a16:creationId xmlns:a16="http://schemas.microsoft.com/office/drawing/2014/main" id="{3B1FC39C-41B4-405B-A2AA-4C8265CCF384}"/>
              </a:ext>
            </a:extLst>
          </p:cNvPr>
          <p:cNvSpPr>
            <a:spLocks/>
          </p:cNvSpPr>
          <p:nvPr/>
        </p:nvSpPr>
        <p:spPr>
          <a:xfrm>
            <a:off x="3080912" y="4877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6527">
            <a:extLst>
              <a:ext uri="{FF2B5EF4-FFF2-40B4-BE49-F238E27FC236}">
                <a16:creationId xmlns:a16="http://schemas.microsoft.com/office/drawing/2014/main" id="{2345A46B-578B-4A8C-B954-A7F17D72F93E}"/>
              </a:ext>
            </a:extLst>
          </p:cNvPr>
          <p:cNvSpPr>
            <a:spLocks/>
          </p:cNvSpPr>
          <p:nvPr/>
        </p:nvSpPr>
        <p:spPr>
          <a:xfrm>
            <a:off x="314607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6528">
            <a:extLst>
              <a:ext uri="{FF2B5EF4-FFF2-40B4-BE49-F238E27FC236}">
                <a16:creationId xmlns:a16="http://schemas.microsoft.com/office/drawing/2014/main" id="{48144464-1CC1-46E5-8FD8-885D63A7166D}"/>
              </a:ext>
            </a:extLst>
          </p:cNvPr>
          <p:cNvSpPr>
            <a:spLocks/>
          </p:cNvSpPr>
          <p:nvPr/>
        </p:nvSpPr>
        <p:spPr>
          <a:xfrm>
            <a:off x="2671090" y="4300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6529">
            <a:extLst>
              <a:ext uri="{FF2B5EF4-FFF2-40B4-BE49-F238E27FC236}">
                <a16:creationId xmlns:a16="http://schemas.microsoft.com/office/drawing/2014/main" id="{5F59E5EC-7E04-4142-81E3-1A2082E09DB7}"/>
              </a:ext>
            </a:extLst>
          </p:cNvPr>
          <p:cNvSpPr>
            <a:spLocks/>
          </p:cNvSpPr>
          <p:nvPr/>
        </p:nvSpPr>
        <p:spPr>
          <a:xfrm>
            <a:off x="294882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6530">
            <a:extLst>
              <a:ext uri="{FF2B5EF4-FFF2-40B4-BE49-F238E27FC236}">
                <a16:creationId xmlns:a16="http://schemas.microsoft.com/office/drawing/2014/main" id="{589761AA-09B6-4C8E-B6F1-74C99C679151}"/>
              </a:ext>
            </a:extLst>
          </p:cNvPr>
          <p:cNvSpPr>
            <a:spLocks/>
          </p:cNvSpPr>
          <p:nvPr/>
        </p:nvSpPr>
        <p:spPr>
          <a:xfrm>
            <a:off x="2816749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6531">
            <a:extLst>
              <a:ext uri="{FF2B5EF4-FFF2-40B4-BE49-F238E27FC236}">
                <a16:creationId xmlns:a16="http://schemas.microsoft.com/office/drawing/2014/main" id="{FF93C1E6-0B76-4477-AB2B-1A3B10C4F007}"/>
              </a:ext>
            </a:extLst>
          </p:cNvPr>
          <p:cNvSpPr>
            <a:spLocks/>
          </p:cNvSpPr>
          <p:nvPr/>
        </p:nvSpPr>
        <p:spPr>
          <a:xfrm>
            <a:off x="2948783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6532">
            <a:extLst>
              <a:ext uri="{FF2B5EF4-FFF2-40B4-BE49-F238E27FC236}">
                <a16:creationId xmlns:a16="http://schemas.microsoft.com/office/drawing/2014/main" id="{34551516-6280-48F6-B525-128FBF9192A1}"/>
              </a:ext>
            </a:extLst>
          </p:cNvPr>
          <p:cNvSpPr>
            <a:spLocks/>
          </p:cNvSpPr>
          <p:nvPr/>
        </p:nvSpPr>
        <p:spPr>
          <a:xfrm>
            <a:off x="3068484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6533">
            <a:extLst>
              <a:ext uri="{FF2B5EF4-FFF2-40B4-BE49-F238E27FC236}">
                <a16:creationId xmlns:a16="http://schemas.microsoft.com/office/drawing/2014/main" id="{7EBA4470-2685-4AB3-BCCB-9609AAA0E672}"/>
              </a:ext>
            </a:extLst>
          </p:cNvPr>
          <p:cNvSpPr>
            <a:spLocks/>
          </p:cNvSpPr>
          <p:nvPr/>
        </p:nvSpPr>
        <p:spPr>
          <a:xfrm>
            <a:off x="307716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6534">
            <a:extLst>
              <a:ext uri="{FF2B5EF4-FFF2-40B4-BE49-F238E27FC236}">
                <a16:creationId xmlns:a16="http://schemas.microsoft.com/office/drawing/2014/main" id="{533BEBD4-9C45-453F-9697-6A1B0FEE5987}"/>
              </a:ext>
            </a:extLst>
          </p:cNvPr>
          <p:cNvSpPr>
            <a:spLocks/>
          </p:cNvSpPr>
          <p:nvPr/>
        </p:nvSpPr>
        <p:spPr>
          <a:xfrm>
            <a:off x="269730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6535">
            <a:extLst>
              <a:ext uri="{FF2B5EF4-FFF2-40B4-BE49-F238E27FC236}">
                <a16:creationId xmlns:a16="http://schemas.microsoft.com/office/drawing/2014/main" id="{3CFD3C80-303F-40EA-BAC4-905D19E20E66}"/>
              </a:ext>
            </a:extLst>
          </p:cNvPr>
          <p:cNvSpPr>
            <a:spLocks/>
          </p:cNvSpPr>
          <p:nvPr/>
        </p:nvSpPr>
        <p:spPr>
          <a:xfrm>
            <a:off x="2719013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6536">
            <a:extLst>
              <a:ext uri="{FF2B5EF4-FFF2-40B4-BE49-F238E27FC236}">
                <a16:creationId xmlns:a16="http://schemas.microsoft.com/office/drawing/2014/main" id="{AA6CA51E-6639-489F-B61A-D078C4BFA6F4}"/>
              </a:ext>
            </a:extLst>
          </p:cNvPr>
          <p:cNvSpPr>
            <a:spLocks/>
          </p:cNvSpPr>
          <p:nvPr/>
        </p:nvSpPr>
        <p:spPr>
          <a:xfrm>
            <a:off x="2718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6537">
            <a:extLst>
              <a:ext uri="{FF2B5EF4-FFF2-40B4-BE49-F238E27FC236}">
                <a16:creationId xmlns:a16="http://schemas.microsoft.com/office/drawing/2014/main" id="{BC670818-4B4C-4D92-A1DD-E41554FB5949}"/>
              </a:ext>
            </a:extLst>
          </p:cNvPr>
          <p:cNvSpPr>
            <a:spLocks/>
          </p:cNvSpPr>
          <p:nvPr/>
        </p:nvSpPr>
        <p:spPr>
          <a:xfrm>
            <a:off x="2991577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6538">
            <a:extLst>
              <a:ext uri="{FF2B5EF4-FFF2-40B4-BE49-F238E27FC236}">
                <a16:creationId xmlns:a16="http://schemas.microsoft.com/office/drawing/2014/main" id="{70569670-774D-4B27-AB94-B213C7229EA8}"/>
              </a:ext>
            </a:extLst>
          </p:cNvPr>
          <p:cNvSpPr>
            <a:spLocks/>
          </p:cNvSpPr>
          <p:nvPr/>
        </p:nvSpPr>
        <p:spPr>
          <a:xfrm>
            <a:off x="2692391" y="49879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6539">
            <a:extLst>
              <a:ext uri="{FF2B5EF4-FFF2-40B4-BE49-F238E27FC236}">
                <a16:creationId xmlns:a16="http://schemas.microsoft.com/office/drawing/2014/main" id="{012B1ECE-DD24-4615-A219-CCC08A46D557}"/>
              </a:ext>
            </a:extLst>
          </p:cNvPr>
          <p:cNvSpPr>
            <a:spLocks/>
          </p:cNvSpPr>
          <p:nvPr/>
        </p:nvSpPr>
        <p:spPr>
          <a:xfrm>
            <a:off x="2997435" y="4706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6540">
            <a:extLst>
              <a:ext uri="{FF2B5EF4-FFF2-40B4-BE49-F238E27FC236}">
                <a16:creationId xmlns:a16="http://schemas.microsoft.com/office/drawing/2014/main" id="{6BFB4BC7-09D5-4BAA-946E-3C5689BFF521}"/>
              </a:ext>
            </a:extLst>
          </p:cNvPr>
          <p:cNvSpPr>
            <a:spLocks/>
          </p:cNvSpPr>
          <p:nvPr/>
        </p:nvSpPr>
        <p:spPr>
          <a:xfrm>
            <a:off x="28715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6541">
            <a:extLst>
              <a:ext uri="{FF2B5EF4-FFF2-40B4-BE49-F238E27FC236}">
                <a16:creationId xmlns:a16="http://schemas.microsoft.com/office/drawing/2014/main" id="{BE8B29CE-9FEC-4A32-9572-806F2D979723}"/>
              </a:ext>
            </a:extLst>
          </p:cNvPr>
          <p:cNvSpPr>
            <a:spLocks/>
          </p:cNvSpPr>
          <p:nvPr/>
        </p:nvSpPr>
        <p:spPr>
          <a:xfrm>
            <a:off x="2827465" y="47617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6542">
            <a:extLst>
              <a:ext uri="{FF2B5EF4-FFF2-40B4-BE49-F238E27FC236}">
                <a16:creationId xmlns:a16="http://schemas.microsoft.com/office/drawing/2014/main" id="{DA455535-6FDB-4FA9-B50B-A766452ABB39}"/>
              </a:ext>
            </a:extLst>
          </p:cNvPr>
          <p:cNvSpPr>
            <a:spLocks/>
          </p:cNvSpPr>
          <p:nvPr/>
        </p:nvSpPr>
        <p:spPr>
          <a:xfrm>
            <a:off x="2714002" y="5076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6543">
            <a:extLst>
              <a:ext uri="{FF2B5EF4-FFF2-40B4-BE49-F238E27FC236}">
                <a16:creationId xmlns:a16="http://schemas.microsoft.com/office/drawing/2014/main" id="{63D7B2ED-FBD8-4F02-980D-531FC78ED8A2}"/>
              </a:ext>
            </a:extLst>
          </p:cNvPr>
          <p:cNvSpPr>
            <a:spLocks/>
          </p:cNvSpPr>
          <p:nvPr/>
        </p:nvSpPr>
        <p:spPr>
          <a:xfrm>
            <a:off x="28747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6544">
            <a:extLst>
              <a:ext uri="{FF2B5EF4-FFF2-40B4-BE49-F238E27FC236}">
                <a16:creationId xmlns:a16="http://schemas.microsoft.com/office/drawing/2014/main" id="{C37F1B93-E282-47C9-98AA-5BE074DCEDE6}"/>
              </a:ext>
            </a:extLst>
          </p:cNvPr>
          <p:cNvSpPr>
            <a:spLocks/>
          </p:cNvSpPr>
          <p:nvPr/>
        </p:nvSpPr>
        <p:spPr>
          <a:xfrm>
            <a:off x="2786452" y="521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6545">
            <a:extLst>
              <a:ext uri="{FF2B5EF4-FFF2-40B4-BE49-F238E27FC236}">
                <a16:creationId xmlns:a16="http://schemas.microsoft.com/office/drawing/2014/main" id="{D2815325-B7D5-4EFE-82C5-56BDDC634042}"/>
              </a:ext>
            </a:extLst>
          </p:cNvPr>
          <p:cNvSpPr>
            <a:spLocks/>
          </p:cNvSpPr>
          <p:nvPr/>
        </p:nvSpPr>
        <p:spPr>
          <a:xfrm>
            <a:off x="3110406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6546">
            <a:extLst>
              <a:ext uri="{FF2B5EF4-FFF2-40B4-BE49-F238E27FC236}">
                <a16:creationId xmlns:a16="http://schemas.microsoft.com/office/drawing/2014/main" id="{4BA2970E-1762-417D-A532-D5C292D5537C}"/>
              </a:ext>
            </a:extLst>
          </p:cNvPr>
          <p:cNvSpPr>
            <a:spLocks/>
          </p:cNvSpPr>
          <p:nvPr/>
        </p:nvSpPr>
        <p:spPr>
          <a:xfrm>
            <a:off x="304729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6547">
            <a:extLst>
              <a:ext uri="{FF2B5EF4-FFF2-40B4-BE49-F238E27FC236}">
                <a16:creationId xmlns:a16="http://schemas.microsoft.com/office/drawing/2014/main" id="{3566F1AB-7C03-4EB6-B776-4361D2AD82D0}"/>
              </a:ext>
            </a:extLst>
          </p:cNvPr>
          <p:cNvSpPr>
            <a:spLocks/>
          </p:cNvSpPr>
          <p:nvPr/>
        </p:nvSpPr>
        <p:spPr>
          <a:xfrm>
            <a:off x="294353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6548">
            <a:extLst>
              <a:ext uri="{FF2B5EF4-FFF2-40B4-BE49-F238E27FC236}">
                <a16:creationId xmlns:a16="http://schemas.microsoft.com/office/drawing/2014/main" id="{E884D455-D920-4800-A4D0-498FD7BB601C}"/>
              </a:ext>
            </a:extLst>
          </p:cNvPr>
          <p:cNvSpPr>
            <a:spLocks/>
          </p:cNvSpPr>
          <p:nvPr/>
        </p:nvSpPr>
        <p:spPr>
          <a:xfrm>
            <a:off x="27142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6549">
            <a:extLst>
              <a:ext uri="{FF2B5EF4-FFF2-40B4-BE49-F238E27FC236}">
                <a16:creationId xmlns:a16="http://schemas.microsoft.com/office/drawing/2014/main" id="{88A7FC93-D7E0-486D-8547-710198A87839}"/>
              </a:ext>
            </a:extLst>
          </p:cNvPr>
          <p:cNvSpPr>
            <a:spLocks/>
          </p:cNvSpPr>
          <p:nvPr/>
        </p:nvSpPr>
        <p:spPr>
          <a:xfrm>
            <a:off x="2807044" y="50989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6550">
            <a:extLst>
              <a:ext uri="{FF2B5EF4-FFF2-40B4-BE49-F238E27FC236}">
                <a16:creationId xmlns:a16="http://schemas.microsoft.com/office/drawing/2014/main" id="{A8283219-C600-49AB-ABE7-12332E36D8E7}"/>
              </a:ext>
            </a:extLst>
          </p:cNvPr>
          <p:cNvSpPr>
            <a:spLocks/>
          </p:cNvSpPr>
          <p:nvPr/>
        </p:nvSpPr>
        <p:spPr>
          <a:xfrm>
            <a:off x="277734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6551">
            <a:extLst>
              <a:ext uri="{FF2B5EF4-FFF2-40B4-BE49-F238E27FC236}">
                <a16:creationId xmlns:a16="http://schemas.microsoft.com/office/drawing/2014/main" id="{AEA048F5-DD9E-4C0B-A58C-9542891F644D}"/>
              </a:ext>
            </a:extLst>
          </p:cNvPr>
          <p:cNvSpPr>
            <a:spLocks/>
          </p:cNvSpPr>
          <p:nvPr/>
        </p:nvSpPr>
        <p:spPr>
          <a:xfrm>
            <a:off x="2987603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6552">
            <a:extLst>
              <a:ext uri="{FF2B5EF4-FFF2-40B4-BE49-F238E27FC236}">
                <a16:creationId xmlns:a16="http://schemas.microsoft.com/office/drawing/2014/main" id="{544320F1-9314-43F7-992C-48DD9BF64EC3}"/>
              </a:ext>
            </a:extLst>
          </p:cNvPr>
          <p:cNvSpPr>
            <a:spLocks/>
          </p:cNvSpPr>
          <p:nvPr/>
        </p:nvSpPr>
        <p:spPr>
          <a:xfrm>
            <a:off x="380476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6553">
            <a:extLst>
              <a:ext uri="{FF2B5EF4-FFF2-40B4-BE49-F238E27FC236}">
                <a16:creationId xmlns:a16="http://schemas.microsoft.com/office/drawing/2014/main" id="{5940A861-F54A-46A0-B358-1397BD50BA07}"/>
              </a:ext>
            </a:extLst>
          </p:cNvPr>
          <p:cNvSpPr>
            <a:spLocks/>
          </p:cNvSpPr>
          <p:nvPr/>
        </p:nvSpPr>
        <p:spPr>
          <a:xfrm>
            <a:off x="35240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6554">
            <a:extLst>
              <a:ext uri="{FF2B5EF4-FFF2-40B4-BE49-F238E27FC236}">
                <a16:creationId xmlns:a16="http://schemas.microsoft.com/office/drawing/2014/main" id="{534B2B0A-7C56-48A1-B897-F44148BCDFE2}"/>
              </a:ext>
            </a:extLst>
          </p:cNvPr>
          <p:cNvSpPr>
            <a:spLocks/>
          </p:cNvSpPr>
          <p:nvPr/>
        </p:nvSpPr>
        <p:spPr>
          <a:xfrm>
            <a:off x="391734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6555">
            <a:extLst>
              <a:ext uri="{FF2B5EF4-FFF2-40B4-BE49-F238E27FC236}">
                <a16:creationId xmlns:a16="http://schemas.microsoft.com/office/drawing/2014/main" id="{CB8E4EE4-0293-4AE7-AE44-4307C6242A3A}"/>
              </a:ext>
            </a:extLst>
          </p:cNvPr>
          <p:cNvSpPr>
            <a:spLocks/>
          </p:cNvSpPr>
          <p:nvPr/>
        </p:nvSpPr>
        <p:spPr>
          <a:xfrm>
            <a:off x="3528206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6556">
            <a:extLst>
              <a:ext uri="{FF2B5EF4-FFF2-40B4-BE49-F238E27FC236}">
                <a16:creationId xmlns:a16="http://schemas.microsoft.com/office/drawing/2014/main" id="{C82E6729-F13A-40A0-95DC-30735331779F}"/>
              </a:ext>
            </a:extLst>
          </p:cNvPr>
          <p:cNvSpPr>
            <a:spLocks/>
          </p:cNvSpPr>
          <p:nvPr/>
        </p:nvSpPr>
        <p:spPr>
          <a:xfrm>
            <a:off x="3771898" y="4467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6557">
            <a:extLst>
              <a:ext uri="{FF2B5EF4-FFF2-40B4-BE49-F238E27FC236}">
                <a16:creationId xmlns:a16="http://schemas.microsoft.com/office/drawing/2014/main" id="{AB6772AE-018D-4A4C-AA18-7B266080BAF1}"/>
              </a:ext>
            </a:extLst>
          </p:cNvPr>
          <p:cNvSpPr>
            <a:spLocks/>
          </p:cNvSpPr>
          <p:nvPr/>
        </p:nvSpPr>
        <p:spPr>
          <a:xfrm>
            <a:off x="377727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6558">
            <a:extLst>
              <a:ext uri="{FF2B5EF4-FFF2-40B4-BE49-F238E27FC236}">
                <a16:creationId xmlns:a16="http://schemas.microsoft.com/office/drawing/2014/main" id="{F1ADE71C-214C-4C51-A479-BAACA61A36E6}"/>
              </a:ext>
            </a:extLst>
          </p:cNvPr>
          <p:cNvSpPr>
            <a:spLocks/>
          </p:cNvSpPr>
          <p:nvPr/>
        </p:nvSpPr>
        <p:spPr>
          <a:xfrm>
            <a:off x="39777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6559">
            <a:extLst>
              <a:ext uri="{FF2B5EF4-FFF2-40B4-BE49-F238E27FC236}">
                <a16:creationId xmlns:a16="http://schemas.microsoft.com/office/drawing/2014/main" id="{6B653AA5-C4A7-4CB3-AD11-BC3D9DFD8329}"/>
              </a:ext>
            </a:extLst>
          </p:cNvPr>
          <p:cNvSpPr>
            <a:spLocks/>
          </p:cNvSpPr>
          <p:nvPr/>
        </p:nvSpPr>
        <p:spPr>
          <a:xfrm>
            <a:off x="37610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6560">
            <a:extLst>
              <a:ext uri="{FF2B5EF4-FFF2-40B4-BE49-F238E27FC236}">
                <a16:creationId xmlns:a16="http://schemas.microsoft.com/office/drawing/2014/main" id="{D6AD7E84-95BF-457C-8871-1C16C9166774}"/>
              </a:ext>
            </a:extLst>
          </p:cNvPr>
          <p:cNvSpPr>
            <a:spLocks/>
          </p:cNvSpPr>
          <p:nvPr/>
        </p:nvSpPr>
        <p:spPr>
          <a:xfrm>
            <a:off x="3757845" y="53806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6561">
            <a:extLst>
              <a:ext uri="{FF2B5EF4-FFF2-40B4-BE49-F238E27FC236}">
                <a16:creationId xmlns:a16="http://schemas.microsoft.com/office/drawing/2014/main" id="{756B74A2-3495-4EE8-B36A-0CEB0FE6807A}"/>
              </a:ext>
            </a:extLst>
          </p:cNvPr>
          <p:cNvSpPr>
            <a:spLocks/>
          </p:cNvSpPr>
          <p:nvPr/>
        </p:nvSpPr>
        <p:spPr>
          <a:xfrm>
            <a:off x="37576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6562">
            <a:extLst>
              <a:ext uri="{FF2B5EF4-FFF2-40B4-BE49-F238E27FC236}">
                <a16:creationId xmlns:a16="http://schemas.microsoft.com/office/drawing/2014/main" id="{30CC6A97-DDAB-4F8D-95EA-1D92BFF53834}"/>
              </a:ext>
            </a:extLst>
          </p:cNvPr>
          <p:cNvSpPr>
            <a:spLocks/>
          </p:cNvSpPr>
          <p:nvPr/>
        </p:nvSpPr>
        <p:spPr>
          <a:xfrm>
            <a:off x="3641507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6563">
            <a:extLst>
              <a:ext uri="{FF2B5EF4-FFF2-40B4-BE49-F238E27FC236}">
                <a16:creationId xmlns:a16="http://schemas.microsoft.com/office/drawing/2014/main" id="{91DE7A1C-A0F3-4278-B676-ECAC189175A1}"/>
              </a:ext>
            </a:extLst>
          </p:cNvPr>
          <p:cNvSpPr>
            <a:spLocks/>
          </p:cNvSpPr>
          <p:nvPr/>
        </p:nvSpPr>
        <p:spPr>
          <a:xfrm>
            <a:off x="34943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6564">
            <a:extLst>
              <a:ext uri="{FF2B5EF4-FFF2-40B4-BE49-F238E27FC236}">
                <a16:creationId xmlns:a16="http://schemas.microsoft.com/office/drawing/2014/main" id="{338D8B21-D348-493D-97C5-F5FCA6F74592}"/>
              </a:ext>
            </a:extLst>
          </p:cNvPr>
          <p:cNvSpPr>
            <a:spLocks/>
          </p:cNvSpPr>
          <p:nvPr/>
        </p:nvSpPr>
        <p:spPr>
          <a:xfrm>
            <a:off x="3907939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6565">
            <a:extLst>
              <a:ext uri="{FF2B5EF4-FFF2-40B4-BE49-F238E27FC236}">
                <a16:creationId xmlns:a16="http://schemas.microsoft.com/office/drawing/2014/main" id="{38504BD6-E649-4C37-8DA6-F713F37ED021}"/>
              </a:ext>
            </a:extLst>
          </p:cNvPr>
          <p:cNvSpPr>
            <a:spLocks/>
          </p:cNvSpPr>
          <p:nvPr/>
        </p:nvSpPr>
        <p:spPr>
          <a:xfrm>
            <a:off x="3466022" y="42106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6566">
            <a:extLst>
              <a:ext uri="{FF2B5EF4-FFF2-40B4-BE49-F238E27FC236}">
                <a16:creationId xmlns:a16="http://schemas.microsoft.com/office/drawing/2014/main" id="{35BEC22A-560A-4406-B452-2FB389A3AA2B}"/>
              </a:ext>
            </a:extLst>
          </p:cNvPr>
          <p:cNvSpPr>
            <a:spLocks/>
          </p:cNvSpPr>
          <p:nvPr/>
        </p:nvSpPr>
        <p:spPr>
          <a:xfrm>
            <a:off x="3974110" y="52666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6567">
            <a:extLst>
              <a:ext uri="{FF2B5EF4-FFF2-40B4-BE49-F238E27FC236}">
                <a16:creationId xmlns:a16="http://schemas.microsoft.com/office/drawing/2014/main" id="{05003915-AEB5-465E-AC2A-935723FED788}"/>
              </a:ext>
            </a:extLst>
          </p:cNvPr>
          <p:cNvSpPr>
            <a:spLocks/>
          </p:cNvSpPr>
          <p:nvPr/>
        </p:nvSpPr>
        <p:spPr>
          <a:xfrm>
            <a:off x="3920719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6568">
            <a:extLst>
              <a:ext uri="{FF2B5EF4-FFF2-40B4-BE49-F238E27FC236}">
                <a16:creationId xmlns:a16="http://schemas.microsoft.com/office/drawing/2014/main" id="{8A882B0F-C67C-415F-B4FC-1593BDAE191B}"/>
              </a:ext>
            </a:extLst>
          </p:cNvPr>
          <p:cNvSpPr>
            <a:spLocks/>
          </p:cNvSpPr>
          <p:nvPr/>
        </p:nvSpPr>
        <p:spPr>
          <a:xfrm>
            <a:off x="365133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6569">
            <a:extLst>
              <a:ext uri="{FF2B5EF4-FFF2-40B4-BE49-F238E27FC236}">
                <a16:creationId xmlns:a16="http://schemas.microsoft.com/office/drawing/2014/main" id="{5861E934-B291-4F45-9636-55BFF8E8BB15}"/>
              </a:ext>
            </a:extLst>
          </p:cNvPr>
          <p:cNvSpPr>
            <a:spLocks/>
          </p:cNvSpPr>
          <p:nvPr/>
        </p:nvSpPr>
        <p:spPr>
          <a:xfrm>
            <a:off x="38491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6570">
            <a:extLst>
              <a:ext uri="{FF2B5EF4-FFF2-40B4-BE49-F238E27FC236}">
                <a16:creationId xmlns:a16="http://schemas.microsoft.com/office/drawing/2014/main" id="{8F8E180E-8A6A-4F63-A0C3-D7D5FCD068A6}"/>
              </a:ext>
            </a:extLst>
          </p:cNvPr>
          <p:cNvSpPr>
            <a:spLocks/>
          </p:cNvSpPr>
          <p:nvPr/>
        </p:nvSpPr>
        <p:spPr>
          <a:xfrm>
            <a:off x="360415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6571">
            <a:extLst>
              <a:ext uri="{FF2B5EF4-FFF2-40B4-BE49-F238E27FC236}">
                <a16:creationId xmlns:a16="http://schemas.microsoft.com/office/drawing/2014/main" id="{4D0E788B-08BD-4BE7-BFD3-5381B7659CFC}"/>
              </a:ext>
            </a:extLst>
          </p:cNvPr>
          <p:cNvSpPr>
            <a:spLocks/>
          </p:cNvSpPr>
          <p:nvPr/>
        </p:nvSpPr>
        <p:spPr>
          <a:xfrm>
            <a:off x="3484970" y="4158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6572">
            <a:extLst>
              <a:ext uri="{FF2B5EF4-FFF2-40B4-BE49-F238E27FC236}">
                <a16:creationId xmlns:a16="http://schemas.microsoft.com/office/drawing/2014/main" id="{C2FEA959-42AC-4C31-BAC2-7CCB45AA07D8}"/>
              </a:ext>
            </a:extLst>
          </p:cNvPr>
          <p:cNvSpPr>
            <a:spLocks/>
          </p:cNvSpPr>
          <p:nvPr/>
        </p:nvSpPr>
        <p:spPr>
          <a:xfrm>
            <a:off x="3899921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6573">
            <a:extLst>
              <a:ext uri="{FF2B5EF4-FFF2-40B4-BE49-F238E27FC236}">
                <a16:creationId xmlns:a16="http://schemas.microsoft.com/office/drawing/2014/main" id="{5ADA7B5E-F8B8-4EEF-A1A9-BC461DC53973}"/>
              </a:ext>
            </a:extLst>
          </p:cNvPr>
          <p:cNvSpPr>
            <a:spLocks/>
          </p:cNvSpPr>
          <p:nvPr/>
        </p:nvSpPr>
        <p:spPr>
          <a:xfrm>
            <a:off x="352269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6574">
            <a:extLst>
              <a:ext uri="{FF2B5EF4-FFF2-40B4-BE49-F238E27FC236}">
                <a16:creationId xmlns:a16="http://schemas.microsoft.com/office/drawing/2014/main" id="{8C8B395C-9183-4758-A908-DCDC6F1D2296}"/>
              </a:ext>
            </a:extLst>
          </p:cNvPr>
          <p:cNvSpPr>
            <a:spLocks/>
          </p:cNvSpPr>
          <p:nvPr/>
        </p:nvSpPr>
        <p:spPr>
          <a:xfrm>
            <a:off x="3565772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6575">
            <a:extLst>
              <a:ext uri="{FF2B5EF4-FFF2-40B4-BE49-F238E27FC236}">
                <a16:creationId xmlns:a16="http://schemas.microsoft.com/office/drawing/2014/main" id="{34CC196C-0F7D-49FF-8FDC-64CF9484BA8A}"/>
              </a:ext>
            </a:extLst>
          </p:cNvPr>
          <p:cNvSpPr>
            <a:spLocks/>
          </p:cNvSpPr>
          <p:nvPr/>
        </p:nvSpPr>
        <p:spPr>
          <a:xfrm>
            <a:off x="3575954" y="4385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6576">
            <a:extLst>
              <a:ext uri="{FF2B5EF4-FFF2-40B4-BE49-F238E27FC236}">
                <a16:creationId xmlns:a16="http://schemas.microsoft.com/office/drawing/2014/main" id="{CCC19003-FF45-4771-91CD-C046F5BA40DD}"/>
              </a:ext>
            </a:extLst>
          </p:cNvPr>
          <p:cNvSpPr>
            <a:spLocks/>
          </p:cNvSpPr>
          <p:nvPr/>
        </p:nvSpPr>
        <p:spPr>
          <a:xfrm>
            <a:off x="3848635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6577">
            <a:extLst>
              <a:ext uri="{FF2B5EF4-FFF2-40B4-BE49-F238E27FC236}">
                <a16:creationId xmlns:a16="http://schemas.microsoft.com/office/drawing/2014/main" id="{EA7AE3A8-3D2F-48DD-A815-BF70985CFF4E}"/>
              </a:ext>
            </a:extLst>
          </p:cNvPr>
          <p:cNvSpPr>
            <a:spLocks/>
          </p:cNvSpPr>
          <p:nvPr/>
        </p:nvSpPr>
        <p:spPr>
          <a:xfrm>
            <a:off x="37121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6578">
            <a:extLst>
              <a:ext uri="{FF2B5EF4-FFF2-40B4-BE49-F238E27FC236}">
                <a16:creationId xmlns:a16="http://schemas.microsoft.com/office/drawing/2014/main" id="{6F99439A-4DFD-4858-9E08-5020D64CBFAC}"/>
              </a:ext>
            </a:extLst>
          </p:cNvPr>
          <p:cNvSpPr>
            <a:spLocks/>
          </p:cNvSpPr>
          <p:nvPr/>
        </p:nvSpPr>
        <p:spPr>
          <a:xfrm>
            <a:off x="3464999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6579">
            <a:extLst>
              <a:ext uri="{FF2B5EF4-FFF2-40B4-BE49-F238E27FC236}">
                <a16:creationId xmlns:a16="http://schemas.microsoft.com/office/drawing/2014/main" id="{88A552EA-7F64-4247-B87C-767DE6AB574F}"/>
              </a:ext>
            </a:extLst>
          </p:cNvPr>
          <p:cNvSpPr>
            <a:spLocks/>
          </p:cNvSpPr>
          <p:nvPr/>
        </p:nvSpPr>
        <p:spPr>
          <a:xfrm>
            <a:off x="3533272" y="5034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6580">
            <a:extLst>
              <a:ext uri="{FF2B5EF4-FFF2-40B4-BE49-F238E27FC236}">
                <a16:creationId xmlns:a16="http://schemas.microsoft.com/office/drawing/2014/main" id="{4FCB7353-47B2-4C35-A238-BF3112CE4023}"/>
              </a:ext>
            </a:extLst>
          </p:cNvPr>
          <p:cNvSpPr>
            <a:spLocks/>
          </p:cNvSpPr>
          <p:nvPr/>
        </p:nvSpPr>
        <p:spPr>
          <a:xfrm>
            <a:off x="3716205" y="5317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6581">
            <a:extLst>
              <a:ext uri="{FF2B5EF4-FFF2-40B4-BE49-F238E27FC236}">
                <a16:creationId xmlns:a16="http://schemas.microsoft.com/office/drawing/2014/main" id="{E3FB078C-BB0F-485A-A572-1447AA3B8BF5}"/>
              </a:ext>
            </a:extLst>
          </p:cNvPr>
          <p:cNvSpPr>
            <a:spLocks/>
          </p:cNvSpPr>
          <p:nvPr/>
        </p:nvSpPr>
        <p:spPr>
          <a:xfrm>
            <a:off x="39011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6582">
            <a:extLst>
              <a:ext uri="{FF2B5EF4-FFF2-40B4-BE49-F238E27FC236}">
                <a16:creationId xmlns:a16="http://schemas.microsoft.com/office/drawing/2014/main" id="{DCDD0F58-8F7D-4286-BC89-ED9AE82D7BCF}"/>
              </a:ext>
            </a:extLst>
          </p:cNvPr>
          <p:cNvSpPr>
            <a:spLocks/>
          </p:cNvSpPr>
          <p:nvPr/>
        </p:nvSpPr>
        <p:spPr>
          <a:xfrm>
            <a:off x="366496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6583">
            <a:extLst>
              <a:ext uri="{FF2B5EF4-FFF2-40B4-BE49-F238E27FC236}">
                <a16:creationId xmlns:a16="http://schemas.microsoft.com/office/drawing/2014/main" id="{582574E6-E54F-408C-8019-064B679A5E8D}"/>
              </a:ext>
            </a:extLst>
          </p:cNvPr>
          <p:cNvSpPr>
            <a:spLocks/>
          </p:cNvSpPr>
          <p:nvPr/>
        </p:nvSpPr>
        <p:spPr>
          <a:xfrm>
            <a:off x="3670619" y="4996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6584">
            <a:extLst>
              <a:ext uri="{FF2B5EF4-FFF2-40B4-BE49-F238E27FC236}">
                <a16:creationId xmlns:a16="http://schemas.microsoft.com/office/drawing/2014/main" id="{9A88C7F0-0FD3-423C-8EF7-72D57B4B63CB}"/>
              </a:ext>
            </a:extLst>
          </p:cNvPr>
          <p:cNvSpPr>
            <a:spLocks/>
          </p:cNvSpPr>
          <p:nvPr/>
        </p:nvSpPr>
        <p:spPr>
          <a:xfrm>
            <a:off x="351329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6585">
            <a:extLst>
              <a:ext uri="{FF2B5EF4-FFF2-40B4-BE49-F238E27FC236}">
                <a16:creationId xmlns:a16="http://schemas.microsoft.com/office/drawing/2014/main" id="{BCF9466E-5C46-49CB-88E6-906662A255EB}"/>
              </a:ext>
            </a:extLst>
          </p:cNvPr>
          <p:cNvSpPr>
            <a:spLocks/>
          </p:cNvSpPr>
          <p:nvPr/>
        </p:nvSpPr>
        <p:spPr>
          <a:xfrm>
            <a:off x="3832388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6586">
            <a:extLst>
              <a:ext uri="{FF2B5EF4-FFF2-40B4-BE49-F238E27FC236}">
                <a16:creationId xmlns:a16="http://schemas.microsoft.com/office/drawing/2014/main" id="{C6DDD89F-1EC2-4D52-B0B5-70681AFD3E0F}"/>
              </a:ext>
            </a:extLst>
          </p:cNvPr>
          <p:cNvSpPr>
            <a:spLocks/>
          </p:cNvSpPr>
          <p:nvPr/>
        </p:nvSpPr>
        <p:spPr>
          <a:xfrm>
            <a:off x="37288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6587">
            <a:extLst>
              <a:ext uri="{FF2B5EF4-FFF2-40B4-BE49-F238E27FC236}">
                <a16:creationId xmlns:a16="http://schemas.microsoft.com/office/drawing/2014/main" id="{45DF7370-4027-4E3A-8FD8-174C7DCA3652}"/>
              </a:ext>
            </a:extLst>
          </p:cNvPr>
          <p:cNvSpPr>
            <a:spLocks/>
          </p:cNvSpPr>
          <p:nvPr/>
        </p:nvSpPr>
        <p:spPr>
          <a:xfrm>
            <a:off x="355207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6588">
            <a:extLst>
              <a:ext uri="{FF2B5EF4-FFF2-40B4-BE49-F238E27FC236}">
                <a16:creationId xmlns:a16="http://schemas.microsoft.com/office/drawing/2014/main" id="{FE3EEBE9-AD74-4589-9234-C79BF37CC3E8}"/>
              </a:ext>
            </a:extLst>
          </p:cNvPr>
          <p:cNvSpPr>
            <a:spLocks/>
          </p:cNvSpPr>
          <p:nvPr/>
        </p:nvSpPr>
        <p:spPr>
          <a:xfrm>
            <a:off x="39496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6589">
            <a:extLst>
              <a:ext uri="{FF2B5EF4-FFF2-40B4-BE49-F238E27FC236}">
                <a16:creationId xmlns:a16="http://schemas.microsoft.com/office/drawing/2014/main" id="{6EAAD2A9-D709-4E76-9FB5-1D0F684F345F}"/>
              </a:ext>
            </a:extLst>
          </p:cNvPr>
          <p:cNvSpPr>
            <a:spLocks/>
          </p:cNvSpPr>
          <p:nvPr/>
        </p:nvSpPr>
        <p:spPr>
          <a:xfrm>
            <a:off x="3737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6590">
            <a:extLst>
              <a:ext uri="{FF2B5EF4-FFF2-40B4-BE49-F238E27FC236}">
                <a16:creationId xmlns:a16="http://schemas.microsoft.com/office/drawing/2014/main" id="{801C8484-D58F-456F-93A2-81F444301060}"/>
              </a:ext>
            </a:extLst>
          </p:cNvPr>
          <p:cNvSpPr>
            <a:spLocks/>
          </p:cNvSpPr>
          <p:nvPr/>
        </p:nvSpPr>
        <p:spPr>
          <a:xfrm>
            <a:off x="35832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6591">
            <a:extLst>
              <a:ext uri="{FF2B5EF4-FFF2-40B4-BE49-F238E27FC236}">
                <a16:creationId xmlns:a16="http://schemas.microsoft.com/office/drawing/2014/main" id="{380DEF71-F554-4643-80AB-1D117676D5B2}"/>
              </a:ext>
            </a:extLst>
          </p:cNvPr>
          <p:cNvSpPr>
            <a:spLocks/>
          </p:cNvSpPr>
          <p:nvPr/>
        </p:nvSpPr>
        <p:spPr>
          <a:xfrm>
            <a:off x="3947812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6592">
            <a:extLst>
              <a:ext uri="{FF2B5EF4-FFF2-40B4-BE49-F238E27FC236}">
                <a16:creationId xmlns:a16="http://schemas.microsoft.com/office/drawing/2014/main" id="{DC0BD115-A1F4-4582-AB7F-0E416FDDF0E8}"/>
              </a:ext>
            </a:extLst>
          </p:cNvPr>
          <p:cNvSpPr>
            <a:spLocks/>
          </p:cNvSpPr>
          <p:nvPr/>
        </p:nvSpPr>
        <p:spPr>
          <a:xfrm>
            <a:off x="3515497" y="4498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6593">
            <a:extLst>
              <a:ext uri="{FF2B5EF4-FFF2-40B4-BE49-F238E27FC236}">
                <a16:creationId xmlns:a16="http://schemas.microsoft.com/office/drawing/2014/main" id="{9D2F5B69-F490-4582-A0DD-63436238F2A8}"/>
              </a:ext>
            </a:extLst>
          </p:cNvPr>
          <p:cNvSpPr>
            <a:spLocks/>
          </p:cNvSpPr>
          <p:nvPr/>
        </p:nvSpPr>
        <p:spPr>
          <a:xfrm>
            <a:off x="34639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6594">
            <a:extLst>
              <a:ext uri="{FF2B5EF4-FFF2-40B4-BE49-F238E27FC236}">
                <a16:creationId xmlns:a16="http://schemas.microsoft.com/office/drawing/2014/main" id="{D8F3283A-6488-4E25-9E6E-5E21529EBE40}"/>
              </a:ext>
            </a:extLst>
          </p:cNvPr>
          <p:cNvSpPr>
            <a:spLocks/>
          </p:cNvSpPr>
          <p:nvPr/>
        </p:nvSpPr>
        <p:spPr>
          <a:xfrm>
            <a:off x="385050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6595">
            <a:extLst>
              <a:ext uri="{FF2B5EF4-FFF2-40B4-BE49-F238E27FC236}">
                <a16:creationId xmlns:a16="http://schemas.microsoft.com/office/drawing/2014/main" id="{834280AB-1E79-4380-98B4-F75B9791C175}"/>
              </a:ext>
            </a:extLst>
          </p:cNvPr>
          <p:cNvSpPr>
            <a:spLocks/>
          </p:cNvSpPr>
          <p:nvPr/>
        </p:nvSpPr>
        <p:spPr>
          <a:xfrm>
            <a:off x="39347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6596">
            <a:extLst>
              <a:ext uri="{FF2B5EF4-FFF2-40B4-BE49-F238E27FC236}">
                <a16:creationId xmlns:a16="http://schemas.microsoft.com/office/drawing/2014/main" id="{A1E79CB5-C7F5-4FF8-8E33-BDD3548FCB7A}"/>
              </a:ext>
            </a:extLst>
          </p:cNvPr>
          <p:cNvSpPr>
            <a:spLocks/>
          </p:cNvSpPr>
          <p:nvPr/>
        </p:nvSpPr>
        <p:spPr>
          <a:xfrm>
            <a:off x="38200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6597">
            <a:extLst>
              <a:ext uri="{FF2B5EF4-FFF2-40B4-BE49-F238E27FC236}">
                <a16:creationId xmlns:a16="http://schemas.microsoft.com/office/drawing/2014/main" id="{8605D4EA-8F8E-4E2F-B06F-42DDA938C74D}"/>
              </a:ext>
            </a:extLst>
          </p:cNvPr>
          <p:cNvSpPr>
            <a:spLocks/>
          </p:cNvSpPr>
          <p:nvPr/>
        </p:nvSpPr>
        <p:spPr>
          <a:xfrm>
            <a:off x="391747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6598">
            <a:extLst>
              <a:ext uri="{FF2B5EF4-FFF2-40B4-BE49-F238E27FC236}">
                <a16:creationId xmlns:a16="http://schemas.microsoft.com/office/drawing/2014/main" id="{41138D27-69BD-4630-A2E2-7F4D4313D282}"/>
              </a:ext>
            </a:extLst>
          </p:cNvPr>
          <p:cNvSpPr>
            <a:spLocks/>
          </p:cNvSpPr>
          <p:nvPr/>
        </p:nvSpPr>
        <p:spPr>
          <a:xfrm>
            <a:off x="3496093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6599">
            <a:extLst>
              <a:ext uri="{FF2B5EF4-FFF2-40B4-BE49-F238E27FC236}">
                <a16:creationId xmlns:a16="http://schemas.microsoft.com/office/drawing/2014/main" id="{9B787610-A412-47A4-93E8-CB8BCBC07126}"/>
              </a:ext>
            </a:extLst>
          </p:cNvPr>
          <p:cNvSpPr>
            <a:spLocks/>
          </p:cNvSpPr>
          <p:nvPr/>
        </p:nvSpPr>
        <p:spPr>
          <a:xfrm>
            <a:off x="38707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6600">
            <a:extLst>
              <a:ext uri="{FF2B5EF4-FFF2-40B4-BE49-F238E27FC236}">
                <a16:creationId xmlns:a16="http://schemas.microsoft.com/office/drawing/2014/main" id="{A2B11786-C78F-49F2-A6C9-AB9A207F8FEE}"/>
              </a:ext>
            </a:extLst>
          </p:cNvPr>
          <p:cNvSpPr>
            <a:spLocks/>
          </p:cNvSpPr>
          <p:nvPr/>
        </p:nvSpPr>
        <p:spPr>
          <a:xfrm>
            <a:off x="3507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6601">
            <a:extLst>
              <a:ext uri="{FF2B5EF4-FFF2-40B4-BE49-F238E27FC236}">
                <a16:creationId xmlns:a16="http://schemas.microsoft.com/office/drawing/2014/main" id="{E825FF87-6C7B-4387-96BD-6B253F783870}"/>
              </a:ext>
            </a:extLst>
          </p:cNvPr>
          <p:cNvSpPr>
            <a:spLocks/>
          </p:cNvSpPr>
          <p:nvPr/>
        </p:nvSpPr>
        <p:spPr>
          <a:xfrm>
            <a:off x="3483265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6602">
            <a:extLst>
              <a:ext uri="{FF2B5EF4-FFF2-40B4-BE49-F238E27FC236}">
                <a16:creationId xmlns:a16="http://schemas.microsoft.com/office/drawing/2014/main" id="{20FC022F-53B5-4EDA-9934-F3ED11C52849}"/>
              </a:ext>
            </a:extLst>
          </p:cNvPr>
          <p:cNvSpPr>
            <a:spLocks/>
          </p:cNvSpPr>
          <p:nvPr/>
        </p:nvSpPr>
        <p:spPr>
          <a:xfrm>
            <a:off x="369322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6603">
            <a:extLst>
              <a:ext uri="{FF2B5EF4-FFF2-40B4-BE49-F238E27FC236}">
                <a16:creationId xmlns:a16="http://schemas.microsoft.com/office/drawing/2014/main" id="{43FE58DA-8F77-40B3-A7B8-8152B5FE8529}"/>
              </a:ext>
            </a:extLst>
          </p:cNvPr>
          <p:cNvSpPr>
            <a:spLocks/>
          </p:cNvSpPr>
          <p:nvPr/>
        </p:nvSpPr>
        <p:spPr>
          <a:xfrm>
            <a:off x="395681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6604">
            <a:extLst>
              <a:ext uri="{FF2B5EF4-FFF2-40B4-BE49-F238E27FC236}">
                <a16:creationId xmlns:a16="http://schemas.microsoft.com/office/drawing/2014/main" id="{34889D14-F55D-4F3D-957D-5DD5F3D52BF4}"/>
              </a:ext>
            </a:extLst>
          </p:cNvPr>
          <p:cNvSpPr>
            <a:spLocks/>
          </p:cNvSpPr>
          <p:nvPr/>
        </p:nvSpPr>
        <p:spPr>
          <a:xfrm>
            <a:off x="3580036" y="3902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6605">
            <a:extLst>
              <a:ext uri="{FF2B5EF4-FFF2-40B4-BE49-F238E27FC236}">
                <a16:creationId xmlns:a16="http://schemas.microsoft.com/office/drawing/2014/main" id="{41178D4E-AD6C-48F7-B752-308319CC044F}"/>
              </a:ext>
            </a:extLst>
          </p:cNvPr>
          <p:cNvSpPr>
            <a:spLocks/>
          </p:cNvSpPr>
          <p:nvPr/>
        </p:nvSpPr>
        <p:spPr>
          <a:xfrm>
            <a:off x="3644634" y="5032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6606">
            <a:extLst>
              <a:ext uri="{FF2B5EF4-FFF2-40B4-BE49-F238E27FC236}">
                <a16:creationId xmlns:a16="http://schemas.microsoft.com/office/drawing/2014/main" id="{B0683BB5-9534-4C17-82B7-591738F544A5}"/>
              </a:ext>
            </a:extLst>
          </p:cNvPr>
          <p:cNvSpPr>
            <a:spLocks/>
          </p:cNvSpPr>
          <p:nvPr/>
        </p:nvSpPr>
        <p:spPr>
          <a:xfrm>
            <a:off x="3894935" y="434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6607">
            <a:extLst>
              <a:ext uri="{FF2B5EF4-FFF2-40B4-BE49-F238E27FC236}">
                <a16:creationId xmlns:a16="http://schemas.microsoft.com/office/drawing/2014/main" id="{298379C3-14EB-4C60-BA64-F15A47E59DF8}"/>
              </a:ext>
            </a:extLst>
          </p:cNvPr>
          <p:cNvSpPr>
            <a:spLocks/>
          </p:cNvSpPr>
          <p:nvPr/>
        </p:nvSpPr>
        <p:spPr>
          <a:xfrm>
            <a:off x="3499623" y="5295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6608">
            <a:extLst>
              <a:ext uri="{FF2B5EF4-FFF2-40B4-BE49-F238E27FC236}">
                <a16:creationId xmlns:a16="http://schemas.microsoft.com/office/drawing/2014/main" id="{E7EDA1F3-D2AC-42C8-A7BC-457ACA0F3CBA}"/>
              </a:ext>
            </a:extLst>
          </p:cNvPr>
          <p:cNvSpPr>
            <a:spLocks/>
          </p:cNvSpPr>
          <p:nvPr/>
        </p:nvSpPr>
        <p:spPr>
          <a:xfrm>
            <a:off x="3771822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6609">
            <a:extLst>
              <a:ext uri="{FF2B5EF4-FFF2-40B4-BE49-F238E27FC236}">
                <a16:creationId xmlns:a16="http://schemas.microsoft.com/office/drawing/2014/main" id="{7CDE8FDE-4AEE-4561-8804-88EDAA2D9C73}"/>
              </a:ext>
            </a:extLst>
          </p:cNvPr>
          <p:cNvSpPr>
            <a:spLocks/>
          </p:cNvSpPr>
          <p:nvPr/>
        </p:nvSpPr>
        <p:spPr>
          <a:xfrm>
            <a:off x="37823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6610">
            <a:extLst>
              <a:ext uri="{FF2B5EF4-FFF2-40B4-BE49-F238E27FC236}">
                <a16:creationId xmlns:a16="http://schemas.microsoft.com/office/drawing/2014/main" id="{8071A8C7-1B05-4C32-8ACA-BB379EA1CAFF}"/>
              </a:ext>
            </a:extLst>
          </p:cNvPr>
          <p:cNvSpPr>
            <a:spLocks/>
          </p:cNvSpPr>
          <p:nvPr/>
        </p:nvSpPr>
        <p:spPr>
          <a:xfrm>
            <a:off x="3776857" y="5373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6611">
            <a:extLst>
              <a:ext uri="{FF2B5EF4-FFF2-40B4-BE49-F238E27FC236}">
                <a16:creationId xmlns:a16="http://schemas.microsoft.com/office/drawing/2014/main" id="{D4C498F3-93CC-4E50-8CF8-C501FFDC1FEB}"/>
              </a:ext>
            </a:extLst>
          </p:cNvPr>
          <p:cNvSpPr>
            <a:spLocks/>
          </p:cNvSpPr>
          <p:nvPr/>
        </p:nvSpPr>
        <p:spPr>
          <a:xfrm>
            <a:off x="381731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6612">
            <a:extLst>
              <a:ext uri="{FF2B5EF4-FFF2-40B4-BE49-F238E27FC236}">
                <a16:creationId xmlns:a16="http://schemas.microsoft.com/office/drawing/2014/main" id="{E5404803-47EE-43AE-A22C-720F9E7F7D73}"/>
              </a:ext>
            </a:extLst>
          </p:cNvPr>
          <p:cNvSpPr>
            <a:spLocks/>
          </p:cNvSpPr>
          <p:nvPr/>
        </p:nvSpPr>
        <p:spPr>
          <a:xfrm>
            <a:off x="381799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6613">
            <a:extLst>
              <a:ext uri="{FF2B5EF4-FFF2-40B4-BE49-F238E27FC236}">
                <a16:creationId xmlns:a16="http://schemas.microsoft.com/office/drawing/2014/main" id="{1CFC5D60-9A9A-42E6-B40C-8ED9B985DDFE}"/>
              </a:ext>
            </a:extLst>
          </p:cNvPr>
          <p:cNvSpPr>
            <a:spLocks/>
          </p:cNvSpPr>
          <p:nvPr/>
        </p:nvSpPr>
        <p:spPr>
          <a:xfrm>
            <a:off x="357559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6614">
            <a:extLst>
              <a:ext uri="{FF2B5EF4-FFF2-40B4-BE49-F238E27FC236}">
                <a16:creationId xmlns:a16="http://schemas.microsoft.com/office/drawing/2014/main" id="{E5587DFA-F382-4A1C-AB3C-C62205C4BC0F}"/>
              </a:ext>
            </a:extLst>
          </p:cNvPr>
          <p:cNvSpPr>
            <a:spLocks/>
          </p:cNvSpPr>
          <p:nvPr/>
        </p:nvSpPr>
        <p:spPr>
          <a:xfrm>
            <a:off x="39464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6615">
            <a:extLst>
              <a:ext uri="{FF2B5EF4-FFF2-40B4-BE49-F238E27FC236}">
                <a16:creationId xmlns:a16="http://schemas.microsoft.com/office/drawing/2014/main" id="{26229A35-6AEB-469A-8D49-BBFAF7F42754}"/>
              </a:ext>
            </a:extLst>
          </p:cNvPr>
          <p:cNvSpPr>
            <a:spLocks/>
          </p:cNvSpPr>
          <p:nvPr/>
        </p:nvSpPr>
        <p:spPr>
          <a:xfrm>
            <a:off x="384843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6616">
            <a:extLst>
              <a:ext uri="{FF2B5EF4-FFF2-40B4-BE49-F238E27FC236}">
                <a16:creationId xmlns:a16="http://schemas.microsoft.com/office/drawing/2014/main" id="{E1451514-51BD-453B-BD62-CC548611B312}"/>
              </a:ext>
            </a:extLst>
          </p:cNvPr>
          <p:cNvSpPr>
            <a:spLocks/>
          </p:cNvSpPr>
          <p:nvPr/>
        </p:nvSpPr>
        <p:spPr>
          <a:xfrm>
            <a:off x="362218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6617">
            <a:extLst>
              <a:ext uri="{FF2B5EF4-FFF2-40B4-BE49-F238E27FC236}">
                <a16:creationId xmlns:a16="http://schemas.microsoft.com/office/drawing/2014/main" id="{95C77321-4E20-4249-BE5F-B2550BEA3137}"/>
              </a:ext>
            </a:extLst>
          </p:cNvPr>
          <p:cNvSpPr>
            <a:spLocks/>
          </p:cNvSpPr>
          <p:nvPr/>
        </p:nvSpPr>
        <p:spPr>
          <a:xfrm>
            <a:off x="3679986" y="47422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6618">
            <a:extLst>
              <a:ext uri="{FF2B5EF4-FFF2-40B4-BE49-F238E27FC236}">
                <a16:creationId xmlns:a16="http://schemas.microsoft.com/office/drawing/2014/main" id="{7CC4DCB0-BE50-49B4-B13E-65919A988763}"/>
              </a:ext>
            </a:extLst>
          </p:cNvPr>
          <p:cNvSpPr>
            <a:spLocks/>
          </p:cNvSpPr>
          <p:nvPr/>
        </p:nvSpPr>
        <p:spPr>
          <a:xfrm>
            <a:off x="3507700" y="52511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6619">
            <a:extLst>
              <a:ext uri="{FF2B5EF4-FFF2-40B4-BE49-F238E27FC236}">
                <a16:creationId xmlns:a16="http://schemas.microsoft.com/office/drawing/2014/main" id="{57E5B2AC-BA74-491A-B0EB-4C4CDD270253}"/>
              </a:ext>
            </a:extLst>
          </p:cNvPr>
          <p:cNvSpPr>
            <a:spLocks/>
          </p:cNvSpPr>
          <p:nvPr/>
        </p:nvSpPr>
        <p:spPr>
          <a:xfrm>
            <a:off x="363684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6620">
            <a:extLst>
              <a:ext uri="{FF2B5EF4-FFF2-40B4-BE49-F238E27FC236}">
                <a16:creationId xmlns:a16="http://schemas.microsoft.com/office/drawing/2014/main" id="{DE4D9121-8F39-4641-A65F-B4B723DBF7E4}"/>
              </a:ext>
            </a:extLst>
          </p:cNvPr>
          <p:cNvSpPr>
            <a:spLocks/>
          </p:cNvSpPr>
          <p:nvPr/>
        </p:nvSpPr>
        <p:spPr>
          <a:xfrm>
            <a:off x="3492326" y="4155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6621">
            <a:extLst>
              <a:ext uri="{FF2B5EF4-FFF2-40B4-BE49-F238E27FC236}">
                <a16:creationId xmlns:a16="http://schemas.microsoft.com/office/drawing/2014/main" id="{3A1A2AA4-9068-42A1-AB72-D42303D8F011}"/>
              </a:ext>
            </a:extLst>
          </p:cNvPr>
          <p:cNvSpPr>
            <a:spLocks/>
          </p:cNvSpPr>
          <p:nvPr/>
        </p:nvSpPr>
        <p:spPr>
          <a:xfrm>
            <a:off x="3877720" y="48823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6622">
            <a:extLst>
              <a:ext uri="{FF2B5EF4-FFF2-40B4-BE49-F238E27FC236}">
                <a16:creationId xmlns:a16="http://schemas.microsoft.com/office/drawing/2014/main" id="{CEBC2415-8401-492C-A4EE-96B3B2DBD37C}"/>
              </a:ext>
            </a:extLst>
          </p:cNvPr>
          <p:cNvSpPr>
            <a:spLocks/>
          </p:cNvSpPr>
          <p:nvPr/>
        </p:nvSpPr>
        <p:spPr>
          <a:xfrm>
            <a:off x="3778243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6623">
            <a:extLst>
              <a:ext uri="{FF2B5EF4-FFF2-40B4-BE49-F238E27FC236}">
                <a16:creationId xmlns:a16="http://schemas.microsoft.com/office/drawing/2014/main" id="{90B00776-7406-4998-8EAA-22FDFA69F428}"/>
              </a:ext>
            </a:extLst>
          </p:cNvPr>
          <p:cNvSpPr>
            <a:spLocks/>
          </p:cNvSpPr>
          <p:nvPr/>
        </p:nvSpPr>
        <p:spPr>
          <a:xfrm>
            <a:off x="3881988" y="3957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6624">
            <a:extLst>
              <a:ext uri="{FF2B5EF4-FFF2-40B4-BE49-F238E27FC236}">
                <a16:creationId xmlns:a16="http://schemas.microsoft.com/office/drawing/2014/main" id="{B9207036-71D7-4D95-8FBF-D0CD37992E8D}"/>
              </a:ext>
            </a:extLst>
          </p:cNvPr>
          <p:cNvSpPr>
            <a:spLocks/>
          </p:cNvSpPr>
          <p:nvPr/>
        </p:nvSpPr>
        <p:spPr>
          <a:xfrm>
            <a:off x="37408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6625">
            <a:extLst>
              <a:ext uri="{FF2B5EF4-FFF2-40B4-BE49-F238E27FC236}">
                <a16:creationId xmlns:a16="http://schemas.microsoft.com/office/drawing/2014/main" id="{7AB1AF67-C30D-4C87-A250-33FD0023719A}"/>
              </a:ext>
            </a:extLst>
          </p:cNvPr>
          <p:cNvSpPr>
            <a:spLocks/>
          </p:cNvSpPr>
          <p:nvPr/>
        </p:nvSpPr>
        <p:spPr>
          <a:xfrm>
            <a:off x="350093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6626">
            <a:extLst>
              <a:ext uri="{FF2B5EF4-FFF2-40B4-BE49-F238E27FC236}">
                <a16:creationId xmlns:a16="http://schemas.microsoft.com/office/drawing/2014/main" id="{D51BBB67-950B-4D42-98E9-099515B8954C}"/>
              </a:ext>
            </a:extLst>
          </p:cNvPr>
          <p:cNvSpPr>
            <a:spLocks/>
          </p:cNvSpPr>
          <p:nvPr/>
        </p:nvSpPr>
        <p:spPr>
          <a:xfrm>
            <a:off x="3895634" y="5379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6627">
            <a:extLst>
              <a:ext uri="{FF2B5EF4-FFF2-40B4-BE49-F238E27FC236}">
                <a16:creationId xmlns:a16="http://schemas.microsoft.com/office/drawing/2014/main" id="{840231C8-B09C-4E13-937F-ACF12EABBC9B}"/>
              </a:ext>
            </a:extLst>
          </p:cNvPr>
          <p:cNvSpPr>
            <a:spLocks/>
          </p:cNvSpPr>
          <p:nvPr/>
        </p:nvSpPr>
        <p:spPr>
          <a:xfrm>
            <a:off x="35327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6628">
            <a:extLst>
              <a:ext uri="{FF2B5EF4-FFF2-40B4-BE49-F238E27FC236}">
                <a16:creationId xmlns:a16="http://schemas.microsoft.com/office/drawing/2014/main" id="{0532BA79-CD39-45A6-8E2A-1C6B56D3B88D}"/>
              </a:ext>
            </a:extLst>
          </p:cNvPr>
          <p:cNvSpPr>
            <a:spLocks/>
          </p:cNvSpPr>
          <p:nvPr/>
        </p:nvSpPr>
        <p:spPr>
          <a:xfrm>
            <a:off x="3765014" y="4724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6629">
            <a:extLst>
              <a:ext uri="{FF2B5EF4-FFF2-40B4-BE49-F238E27FC236}">
                <a16:creationId xmlns:a16="http://schemas.microsoft.com/office/drawing/2014/main" id="{ED66295F-0288-4A72-A70A-73D72273F66A}"/>
              </a:ext>
            </a:extLst>
          </p:cNvPr>
          <p:cNvSpPr>
            <a:spLocks/>
          </p:cNvSpPr>
          <p:nvPr/>
        </p:nvSpPr>
        <p:spPr>
          <a:xfrm>
            <a:off x="367124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6630">
            <a:extLst>
              <a:ext uri="{FF2B5EF4-FFF2-40B4-BE49-F238E27FC236}">
                <a16:creationId xmlns:a16="http://schemas.microsoft.com/office/drawing/2014/main" id="{96D19B08-3A1E-4449-85BE-53C24DED30EB}"/>
              </a:ext>
            </a:extLst>
          </p:cNvPr>
          <p:cNvSpPr>
            <a:spLocks/>
          </p:cNvSpPr>
          <p:nvPr/>
        </p:nvSpPr>
        <p:spPr>
          <a:xfrm>
            <a:off x="3558281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6631">
            <a:extLst>
              <a:ext uri="{FF2B5EF4-FFF2-40B4-BE49-F238E27FC236}">
                <a16:creationId xmlns:a16="http://schemas.microsoft.com/office/drawing/2014/main" id="{D52E3454-D544-40A6-82CF-3133CE883C00}"/>
              </a:ext>
            </a:extLst>
          </p:cNvPr>
          <p:cNvSpPr>
            <a:spLocks/>
          </p:cNvSpPr>
          <p:nvPr/>
        </p:nvSpPr>
        <p:spPr>
          <a:xfrm>
            <a:off x="3879602" y="4377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6632">
            <a:extLst>
              <a:ext uri="{FF2B5EF4-FFF2-40B4-BE49-F238E27FC236}">
                <a16:creationId xmlns:a16="http://schemas.microsoft.com/office/drawing/2014/main" id="{8CA29576-07C2-4E80-9476-C2FEE61D0D72}"/>
              </a:ext>
            </a:extLst>
          </p:cNvPr>
          <p:cNvSpPr>
            <a:spLocks/>
          </p:cNvSpPr>
          <p:nvPr/>
        </p:nvSpPr>
        <p:spPr>
          <a:xfrm>
            <a:off x="358589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6633">
            <a:extLst>
              <a:ext uri="{FF2B5EF4-FFF2-40B4-BE49-F238E27FC236}">
                <a16:creationId xmlns:a16="http://schemas.microsoft.com/office/drawing/2014/main" id="{F69CE9F7-40F7-4601-A641-DA9B376E76AA}"/>
              </a:ext>
            </a:extLst>
          </p:cNvPr>
          <p:cNvSpPr>
            <a:spLocks/>
          </p:cNvSpPr>
          <p:nvPr/>
        </p:nvSpPr>
        <p:spPr>
          <a:xfrm>
            <a:off x="3882439" y="4283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6634">
            <a:extLst>
              <a:ext uri="{FF2B5EF4-FFF2-40B4-BE49-F238E27FC236}">
                <a16:creationId xmlns:a16="http://schemas.microsoft.com/office/drawing/2014/main" id="{92D2B5C8-6195-4AA9-B1FE-85C4EB4A01C4}"/>
              </a:ext>
            </a:extLst>
          </p:cNvPr>
          <p:cNvSpPr>
            <a:spLocks/>
          </p:cNvSpPr>
          <p:nvPr/>
        </p:nvSpPr>
        <p:spPr>
          <a:xfrm>
            <a:off x="3669017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6635">
            <a:extLst>
              <a:ext uri="{FF2B5EF4-FFF2-40B4-BE49-F238E27FC236}">
                <a16:creationId xmlns:a16="http://schemas.microsoft.com/office/drawing/2014/main" id="{1298454A-C41E-4527-B277-433C7CDD6988}"/>
              </a:ext>
            </a:extLst>
          </p:cNvPr>
          <p:cNvSpPr>
            <a:spLocks/>
          </p:cNvSpPr>
          <p:nvPr/>
        </p:nvSpPr>
        <p:spPr>
          <a:xfrm>
            <a:off x="38616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6636">
            <a:extLst>
              <a:ext uri="{FF2B5EF4-FFF2-40B4-BE49-F238E27FC236}">
                <a16:creationId xmlns:a16="http://schemas.microsoft.com/office/drawing/2014/main" id="{AF1F2078-89E0-4F06-BBD1-EAA4C05243D0}"/>
              </a:ext>
            </a:extLst>
          </p:cNvPr>
          <p:cNvSpPr>
            <a:spLocks/>
          </p:cNvSpPr>
          <p:nvPr/>
        </p:nvSpPr>
        <p:spPr>
          <a:xfrm>
            <a:off x="353360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6637">
            <a:extLst>
              <a:ext uri="{FF2B5EF4-FFF2-40B4-BE49-F238E27FC236}">
                <a16:creationId xmlns:a16="http://schemas.microsoft.com/office/drawing/2014/main" id="{7F5FF749-BE20-4460-B205-57425C6D3B39}"/>
              </a:ext>
            </a:extLst>
          </p:cNvPr>
          <p:cNvSpPr>
            <a:spLocks/>
          </p:cNvSpPr>
          <p:nvPr/>
        </p:nvSpPr>
        <p:spPr>
          <a:xfrm>
            <a:off x="3807211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6638">
            <a:extLst>
              <a:ext uri="{FF2B5EF4-FFF2-40B4-BE49-F238E27FC236}">
                <a16:creationId xmlns:a16="http://schemas.microsoft.com/office/drawing/2014/main" id="{50E9475F-BAF5-4DD1-9FAC-0D040444CAE7}"/>
              </a:ext>
            </a:extLst>
          </p:cNvPr>
          <p:cNvSpPr>
            <a:spLocks/>
          </p:cNvSpPr>
          <p:nvPr/>
        </p:nvSpPr>
        <p:spPr>
          <a:xfrm>
            <a:off x="354234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6639">
            <a:extLst>
              <a:ext uri="{FF2B5EF4-FFF2-40B4-BE49-F238E27FC236}">
                <a16:creationId xmlns:a16="http://schemas.microsoft.com/office/drawing/2014/main" id="{7662AB6A-C742-4AC2-97EF-E4AFCBD6D26D}"/>
              </a:ext>
            </a:extLst>
          </p:cNvPr>
          <p:cNvSpPr>
            <a:spLocks/>
          </p:cNvSpPr>
          <p:nvPr/>
        </p:nvSpPr>
        <p:spPr>
          <a:xfrm>
            <a:off x="35069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6640">
            <a:extLst>
              <a:ext uri="{FF2B5EF4-FFF2-40B4-BE49-F238E27FC236}">
                <a16:creationId xmlns:a16="http://schemas.microsoft.com/office/drawing/2014/main" id="{5999399E-D552-4D52-8125-89B350CAFFAD}"/>
              </a:ext>
            </a:extLst>
          </p:cNvPr>
          <p:cNvSpPr>
            <a:spLocks/>
          </p:cNvSpPr>
          <p:nvPr/>
        </p:nvSpPr>
        <p:spPr>
          <a:xfrm>
            <a:off x="358218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6641">
            <a:extLst>
              <a:ext uri="{FF2B5EF4-FFF2-40B4-BE49-F238E27FC236}">
                <a16:creationId xmlns:a16="http://schemas.microsoft.com/office/drawing/2014/main" id="{7C8294B3-BF7C-4D3D-AA14-43651EC40B62}"/>
              </a:ext>
            </a:extLst>
          </p:cNvPr>
          <p:cNvSpPr>
            <a:spLocks/>
          </p:cNvSpPr>
          <p:nvPr/>
        </p:nvSpPr>
        <p:spPr>
          <a:xfrm>
            <a:off x="36244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6642">
            <a:extLst>
              <a:ext uri="{FF2B5EF4-FFF2-40B4-BE49-F238E27FC236}">
                <a16:creationId xmlns:a16="http://schemas.microsoft.com/office/drawing/2014/main" id="{0BC55991-0F1B-4C81-97FF-66C2B79516AF}"/>
              </a:ext>
            </a:extLst>
          </p:cNvPr>
          <p:cNvSpPr>
            <a:spLocks/>
          </p:cNvSpPr>
          <p:nvPr/>
        </p:nvSpPr>
        <p:spPr>
          <a:xfrm>
            <a:off x="3823767" y="500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6643">
            <a:extLst>
              <a:ext uri="{FF2B5EF4-FFF2-40B4-BE49-F238E27FC236}">
                <a16:creationId xmlns:a16="http://schemas.microsoft.com/office/drawing/2014/main" id="{F7B8BDB6-2693-43EA-959F-F46445FFA0ED}"/>
              </a:ext>
            </a:extLst>
          </p:cNvPr>
          <p:cNvSpPr>
            <a:spLocks/>
          </p:cNvSpPr>
          <p:nvPr/>
        </p:nvSpPr>
        <p:spPr>
          <a:xfrm>
            <a:off x="3673962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6644">
            <a:extLst>
              <a:ext uri="{FF2B5EF4-FFF2-40B4-BE49-F238E27FC236}">
                <a16:creationId xmlns:a16="http://schemas.microsoft.com/office/drawing/2014/main" id="{D536AA66-8F65-4470-839B-DC91EBE65CAF}"/>
              </a:ext>
            </a:extLst>
          </p:cNvPr>
          <p:cNvSpPr>
            <a:spLocks/>
          </p:cNvSpPr>
          <p:nvPr/>
        </p:nvSpPr>
        <p:spPr>
          <a:xfrm>
            <a:off x="39149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6645">
            <a:extLst>
              <a:ext uri="{FF2B5EF4-FFF2-40B4-BE49-F238E27FC236}">
                <a16:creationId xmlns:a16="http://schemas.microsoft.com/office/drawing/2014/main" id="{B6D32B98-AD93-42E1-B13C-FA18F1C14F3A}"/>
              </a:ext>
            </a:extLst>
          </p:cNvPr>
          <p:cNvSpPr>
            <a:spLocks/>
          </p:cNvSpPr>
          <p:nvPr/>
        </p:nvSpPr>
        <p:spPr>
          <a:xfrm>
            <a:off x="3703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6646">
            <a:extLst>
              <a:ext uri="{FF2B5EF4-FFF2-40B4-BE49-F238E27FC236}">
                <a16:creationId xmlns:a16="http://schemas.microsoft.com/office/drawing/2014/main" id="{CA7B8E81-E28E-4913-BDD8-9C39159286A5}"/>
              </a:ext>
            </a:extLst>
          </p:cNvPr>
          <p:cNvSpPr>
            <a:spLocks/>
          </p:cNvSpPr>
          <p:nvPr/>
        </p:nvSpPr>
        <p:spPr>
          <a:xfrm>
            <a:off x="38473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6647">
            <a:extLst>
              <a:ext uri="{FF2B5EF4-FFF2-40B4-BE49-F238E27FC236}">
                <a16:creationId xmlns:a16="http://schemas.microsoft.com/office/drawing/2014/main" id="{55145936-DF5B-4AD9-B119-F3FBAEF71AC3}"/>
              </a:ext>
            </a:extLst>
          </p:cNvPr>
          <p:cNvSpPr>
            <a:spLocks/>
          </p:cNvSpPr>
          <p:nvPr/>
        </p:nvSpPr>
        <p:spPr>
          <a:xfrm>
            <a:off x="3658582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6648">
            <a:extLst>
              <a:ext uri="{FF2B5EF4-FFF2-40B4-BE49-F238E27FC236}">
                <a16:creationId xmlns:a16="http://schemas.microsoft.com/office/drawing/2014/main" id="{D70ACAA3-AD38-4A55-9D05-B7B992469ADE}"/>
              </a:ext>
            </a:extLst>
          </p:cNvPr>
          <p:cNvSpPr>
            <a:spLocks/>
          </p:cNvSpPr>
          <p:nvPr/>
        </p:nvSpPr>
        <p:spPr>
          <a:xfrm>
            <a:off x="3931450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6649">
            <a:extLst>
              <a:ext uri="{FF2B5EF4-FFF2-40B4-BE49-F238E27FC236}">
                <a16:creationId xmlns:a16="http://schemas.microsoft.com/office/drawing/2014/main" id="{F2157D85-5D81-4798-B6B1-6C07CFA48F86}"/>
              </a:ext>
            </a:extLst>
          </p:cNvPr>
          <p:cNvSpPr>
            <a:spLocks/>
          </p:cNvSpPr>
          <p:nvPr/>
        </p:nvSpPr>
        <p:spPr>
          <a:xfrm>
            <a:off x="363828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6650">
            <a:extLst>
              <a:ext uri="{FF2B5EF4-FFF2-40B4-BE49-F238E27FC236}">
                <a16:creationId xmlns:a16="http://schemas.microsoft.com/office/drawing/2014/main" id="{8054678F-BD18-4482-82E0-A27C3F23DF17}"/>
              </a:ext>
            </a:extLst>
          </p:cNvPr>
          <p:cNvSpPr>
            <a:spLocks/>
          </p:cNvSpPr>
          <p:nvPr/>
        </p:nvSpPr>
        <p:spPr>
          <a:xfrm>
            <a:off x="34658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6651">
            <a:extLst>
              <a:ext uri="{FF2B5EF4-FFF2-40B4-BE49-F238E27FC236}">
                <a16:creationId xmlns:a16="http://schemas.microsoft.com/office/drawing/2014/main" id="{46E07763-63AF-477D-B8CC-3B474EEC4300}"/>
              </a:ext>
            </a:extLst>
          </p:cNvPr>
          <p:cNvSpPr>
            <a:spLocks/>
          </p:cNvSpPr>
          <p:nvPr/>
        </p:nvSpPr>
        <p:spPr>
          <a:xfrm>
            <a:off x="3611174" y="4635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6652">
            <a:extLst>
              <a:ext uri="{FF2B5EF4-FFF2-40B4-BE49-F238E27FC236}">
                <a16:creationId xmlns:a16="http://schemas.microsoft.com/office/drawing/2014/main" id="{C72270F1-4EF7-40FA-9D06-BBCDFBAC079F}"/>
              </a:ext>
            </a:extLst>
          </p:cNvPr>
          <p:cNvSpPr>
            <a:spLocks/>
          </p:cNvSpPr>
          <p:nvPr/>
        </p:nvSpPr>
        <p:spPr>
          <a:xfrm>
            <a:off x="3659752" y="4760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6653">
            <a:extLst>
              <a:ext uri="{FF2B5EF4-FFF2-40B4-BE49-F238E27FC236}">
                <a16:creationId xmlns:a16="http://schemas.microsoft.com/office/drawing/2014/main" id="{509D65D3-BA6A-4EEB-A34F-E213DBEF6000}"/>
              </a:ext>
            </a:extLst>
          </p:cNvPr>
          <p:cNvSpPr>
            <a:spLocks/>
          </p:cNvSpPr>
          <p:nvPr/>
        </p:nvSpPr>
        <p:spPr>
          <a:xfrm>
            <a:off x="37914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6654">
            <a:extLst>
              <a:ext uri="{FF2B5EF4-FFF2-40B4-BE49-F238E27FC236}">
                <a16:creationId xmlns:a16="http://schemas.microsoft.com/office/drawing/2014/main" id="{985C5B1F-6755-4308-A970-03B49747BD7A}"/>
              </a:ext>
            </a:extLst>
          </p:cNvPr>
          <p:cNvSpPr>
            <a:spLocks/>
          </p:cNvSpPr>
          <p:nvPr/>
        </p:nvSpPr>
        <p:spPr>
          <a:xfrm>
            <a:off x="396879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6655">
            <a:extLst>
              <a:ext uri="{FF2B5EF4-FFF2-40B4-BE49-F238E27FC236}">
                <a16:creationId xmlns:a16="http://schemas.microsoft.com/office/drawing/2014/main" id="{B559FFEC-8A68-4602-B178-2C5A768B4DFF}"/>
              </a:ext>
            </a:extLst>
          </p:cNvPr>
          <p:cNvSpPr>
            <a:spLocks/>
          </p:cNvSpPr>
          <p:nvPr/>
        </p:nvSpPr>
        <p:spPr>
          <a:xfrm>
            <a:off x="351556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6656">
            <a:extLst>
              <a:ext uri="{FF2B5EF4-FFF2-40B4-BE49-F238E27FC236}">
                <a16:creationId xmlns:a16="http://schemas.microsoft.com/office/drawing/2014/main" id="{492A4193-7134-433F-83D5-4D453A994DF7}"/>
              </a:ext>
            </a:extLst>
          </p:cNvPr>
          <p:cNvSpPr>
            <a:spLocks/>
          </p:cNvSpPr>
          <p:nvPr/>
        </p:nvSpPr>
        <p:spPr>
          <a:xfrm>
            <a:off x="351811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6657">
            <a:extLst>
              <a:ext uri="{FF2B5EF4-FFF2-40B4-BE49-F238E27FC236}">
                <a16:creationId xmlns:a16="http://schemas.microsoft.com/office/drawing/2014/main" id="{35D633BB-B52D-4951-A379-E39D0EB43D05}"/>
              </a:ext>
            </a:extLst>
          </p:cNvPr>
          <p:cNvSpPr>
            <a:spLocks/>
          </p:cNvSpPr>
          <p:nvPr/>
        </p:nvSpPr>
        <p:spPr>
          <a:xfrm>
            <a:off x="3937700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6658">
            <a:extLst>
              <a:ext uri="{FF2B5EF4-FFF2-40B4-BE49-F238E27FC236}">
                <a16:creationId xmlns:a16="http://schemas.microsoft.com/office/drawing/2014/main" id="{F66D5FC6-34FE-42AC-9438-33D1904EC2B2}"/>
              </a:ext>
            </a:extLst>
          </p:cNvPr>
          <p:cNvSpPr>
            <a:spLocks/>
          </p:cNvSpPr>
          <p:nvPr/>
        </p:nvSpPr>
        <p:spPr>
          <a:xfrm>
            <a:off x="35198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6659">
            <a:extLst>
              <a:ext uri="{FF2B5EF4-FFF2-40B4-BE49-F238E27FC236}">
                <a16:creationId xmlns:a16="http://schemas.microsoft.com/office/drawing/2014/main" id="{FD10EC2B-3A90-4A85-8EE4-F7803571471A}"/>
              </a:ext>
            </a:extLst>
          </p:cNvPr>
          <p:cNvSpPr>
            <a:spLocks/>
          </p:cNvSpPr>
          <p:nvPr/>
        </p:nvSpPr>
        <p:spPr>
          <a:xfrm>
            <a:off x="3880483" y="4543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6660">
            <a:extLst>
              <a:ext uri="{FF2B5EF4-FFF2-40B4-BE49-F238E27FC236}">
                <a16:creationId xmlns:a16="http://schemas.microsoft.com/office/drawing/2014/main" id="{3487D0B2-38F3-4E8D-83ED-C629FD7960EE}"/>
              </a:ext>
            </a:extLst>
          </p:cNvPr>
          <p:cNvSpPr>
            <a:spLocks/>
          </p:cNvSpPr>
          <p:nvPr/>
        </p:nvSpPr>
        <p:spPr>
          <a:xfrm>
            <a:off x="3500082" y="4262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6661">
            <a:extLst>
              <a:ext uri="{FF2B5EF4-FFF2-40B4-BE49-F238E27FC236}">
                <a16:creationId xmlns:a16="http://schemas.microsoft.com/office/drawing/2014/main" id="{6956C881-5E4D-43BE-9F32-80A4819558C5}"/>
              </a:ext>
            </a:extLst>
          </p:cNvPr>
          <p:cNvSpPr>
            <a:spLocks/>
          </p:cNvSpPr>
          <p:nvPr/>
        </p:nvSpPr>
        <p:spPr>
          <a:xfrm>
            <a:off x="385104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6662">
            <a:extLst>
              <a:ext uri="{FF2B5EF4-FFF2-40B4-BE49-F238E27FC236}">
                <a16:creationId xmlns:a16="http://schemas.microsoft.com/office/drawing/2014/main" id="{A2886EAA-285F-43BB-9F3D-BA05B30F2511}"/>
              </a:ext>
            </a:extLst>
          </p:cNvPr>
          <p:cNvSpPr>
            <a:spLocks/>
          </p:cNvSpPr>
          <p:nvPr/>
        </p:nvSpPr>
        <p:spPr>
          <a:xfrm>
            <a:off x="35815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6663">
            <a:extLst>
              <a:ext uri="{FF2B5EF4-FFF2-40B4-BE49-F238E27FC236}">
                <a16:creationId xmlns:a16="http://schemas.microsoft.com/office/drawing/2014/main" id="{36573DE0-1CFC-4F09-92A8-F66F46F95C3F}"/>
              </a:ext>
            </a:extLst>
          </p:cNvPr>
          <p:cNvSpPr>
            <a:spLocks/>
          </p:cNvSpPr>
          <p:nvPr/>
        </p:nvSpPr>
        <p:spPr>
          <a:xfrm>
            <a:off x="384632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6664">
            <a:extLst>
              <a:ext uri="{FF2B5EF4-FFF2-40B4-BE49-F238E27FC236}">
                <a16:creationId xmlns:a16="http://schemas.microsoft.com/office/drawing/2014/main" id="{F8739B9A-DE81-4D04-A755-FCF1D3A69D38}"/>
              </a:ext>
            </a:extLst>
          </p:cNvPr>
          <p:cNvSpPr>
            <a:spLocks/>
          </p:cNvSpPr>
          <p:nvPr/>
        </p:nvSpPr>
        <p:spPr>
          <a:xfrm>
            <a:off x="3602571" y="4239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6665">
            <a:extLst>
              <a:ext uri="{FF2B5EF4-FFF2-40B4-BE49-F238E27FC236}">
                <a16:creationId xmlns:a16="http://schemas.microsoft.com/office/drawing/2014/main" id="{B3ABF824-76F6-4E8D-8967-AE2C8BFF9C07}"/>
              </a:ext>
            </a:extLst>
          </p:cNvPr>
          <p:cNvSpPr>
            <a:spLocks/>
          </p:cNvSpPr>
          <p:nvPr/>
        </p:nvSpPr>
        <p:spPr>
          <a:xfrm>
            <a:off x="36547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6666">
            <a:extLst>
              <a:ext uri="{FF2B5EF4-FFF2-40B4-BE49-F238E27FC236}">
                <a16:creationId xmlns:a16="http://schemas.microsoft.com/office/drawing/2014/main" id="{60FD8ED7-8B5F-4338-9C51-EE221C60E5A4}"/>
              </a:ext>
            </a:extLst>
          </p:cNvPr>
          <p:cNvSpPr>
            <a:spLocks/>
          </p:cNvSpPr>
          <p:nvPr/>
        </p:nvSpPr>
        <p:spPr>
          <a:xfrm>
            <a:off x="3978324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6667">
            <a:extLst>
              <a:ext uri="{FF2B5EF4-FFF2-40B4-BE49-F238E27FC236}">
                <a16:creationId xmlns:a16="http://schemas.microsoft.com/office/drawing/2014/main" id="{A34BEBE5-B148-496F-BB22-2B53E5783A2F}"/>
              </a:ext>
            </a:extLst>
          </p:cNvPr>
          <p:cNvSpPr>
            <a:spLocks/>
          </p:cNvSpPr>
          <p:nvPr/>
        </p:nvSpPr>
        <p:spPr>
          <a:xfrm>
            <a:off x="3699017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6668">
            <a:extLst>
              <a:ext uri="{FF2B5EF4-FFF2-40B4-BE49-F238E27FC236}">
                <a16:creationId xmlns:a16="http://schemas.microsoft.com/office/drawing/2014/main" id="{634B9BCE-3EAB-4541-926A-656C461BA882}"/>
              </a:ext>
            </a:extLst>
          </p:cNvPr>
          <p:cNvSpPr>
            <a:spLocks/>
          </p:cNvSpPr>
          <p:nvPr/>
        </p:nvSpPr>
        <p:spPr>
          <a:xfrm>
            <a:off x="3844284" y="4492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6669">
            <a:extLst>
              <a:ext uri="{FF2B5EF4-FFF2-40B4-BE49-F238E27FC236}">
                <a16:creationId xmlns:a16="http://schemas.microsoft.com/office/drawing/2014/main" id="{47A74516-23D8-490F-AE1D-CB3CAE391EEF}"/>
              </a:ext>
            </a:extLst>
          </p:cNvPr>
          <p:cNvSpPr>
            <a:spLocks/>
          </p:cNvSpPr>
          <p:nvPr/>
        </p:nvSpPr>
        <p:spPr>
          <a:xfrm>
            <a:off x="37465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6670">
            <a:extLst>
              <a:ext uri="{FF2B5EF4-FFF2-40B4-BE49-F238E27FC236}">
                <a16:creationId xmlns:a16="http://schemas.microsoft.com/office/drawing/2014/main" id="{B0097967-D943-47EC-AD66-BCF7E74FF3DB}"/>
              </a:ext>
            </a:extLst>
          </p:cNvPr>
          <p:cNvSpPr>
            <a:spLocks/>
          </p:cNvSpPr>
          <p:nvPr/>
        </p:nvSpPr>
        <p:spPr>
          <a:xfrm>
            <a:off x="35447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6671">
            <a:extLst>
              <a:ext uri="{FF2B5EF4-FFF2-40B4-BE49-F238E27FC236}">
                <a16:creationId xmlns:a16="http://schemas.microsoft.com/office/drawing/2014/main" id="{76B5ED37-EBCC-4982-9281-6F60DF19026E}"/>
              </a:ext>
            </a:extLst>
          </p:cNvPr>
          <p:cNvSpPr>
            <a:spLocks/>
          </p:cNvSpPr>
          <p:nvPr/>
        </p:nvSpPr>
        <p:spPr>
          <a:xfrm>
            <a:off x="381034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6672">
            <a:extLst>
              <a:ext uri="{FF2B5EF4-FFF2-40B4-BE49-F238E27FC236}">
                <a16:creationId xmlns:a16="http://schemas.microsoft.com/office/drawing/2014/main" id="{60670FC0-609E-4C8F-B77C-EAC7997F0C02}"/>
              </a:ext>
            </a:extLst>
          </p:cNvPr>
          <p:cNvSpPr>
            <a:spLocks/>
          </p:cNvSpPr>
          <p:nvPr/>
        </p:nvSpPr>
        <p:spPr>
          <a:xfrm>
            <a:off x="389844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6673">
            <a:extLst>
              <a:ext uri="{FF2B5EF4-FFF2-40B4-BE49-F238E27FC236}">
                <a16:creationId xmlns:a16="http://schemas.microsoft.com/office/drawing/2014/main" id="{3154EA37-225E-4974-83E6-6D03C0E9859E}"/>
              </a:ext>
            </a:extLst>
          </p:cNvPr>
          <p:cNvSpPr>
            <a:spLocks/>
          </p:cNvSpPr>
          <p:nvPr/>
        </p:nvSpPr>
        <p:spPr>
          <a:xfrm>
            <a:off x="3839649" y="4724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6674">
            <a:extLst>
              <a:ext uri="{FF2B5EF4-FFF2-40B4-BE49-F238E27FC236}">
                <a16:creationId xmlns:a16="http://schemas.microsoft.com/office/drawing/2014/main" id="{D93C01FE-BAF8-4BB2-BB6F-140D4E1EE2B7}"/>
              </a:ext>
            </a:extLst>
          </p:cNvPr>
          <p:cNvSpPr>
            <a:spLocks/>
          </p:cNvSpPr>
          <p:nvPr/>
        </p:nvSpPr>
        <p:spPr>
          <a:xfrm>
            <a:off x="380231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6675">
            <a:extLst>
              <a:ext uri="{FF2B5EF4-FFF2-40B4-BE49-F238E27FC236}">
                <a16:creationId xmlns:a16="http://schemas.microsoft.com/office/drawing/2014/main" id="{BE051846-50BD-4D79-91D1-E617E2B19210}"/>
              </a:ext>
            </a:extLst>
          </p:cNvPr>
          <p:cNvSpPr>
            <a:spLocks/>
          </p:cNvSpPr>
          <p:nvPr/>
        </p:nvSpPr>
        <p:spPr>
          <a:xfrm>
            <a:off x="3884244" y="51079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6676">
            <a:extLst>
              <a:ext uri="{FF2B5EF4-FFF2-40B4-BE49-F238E27FC236}">
                <a16:creationId xmlns:a16="http://schemas.microsoft.com/office/drawing/2014/main" id="{16ACBF83-ABC7-488B-B065-E1136DA36F7E}"/>
              </a:ext>
            </a:extLst>
          </p:cNvPr>
          <p:cNvSpPr>
            <a:spLocks/>
          </p:cNvSpPr>
          <p:nvPr/>
        </p:nvSpPr>
        <p:spPr>
          <a:xfrm>
            <a:off x="380073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6677">
            <a:extLst>
              <a:ext uri="{FF2B5EF4-FFF2-40B4-BE49-F238E27FC236}">
                <a16:creationId xmlns:a16="http://schemas.microsoft.com/office/drawing/2014/main" id="{4E1B60ED-5EB2-4269-9B13-358DB396004C}"/>
              </a:ext>
            </a:extLst>
          </p:cNvPr>
          <p:cNvSpPr>
            <a:spLocks/>
          </p:cNvSpPr>
          <p:nvPr/>
        </p:nvSpPr>
        <p:spPr>
          <a:xfrm>
            <a:off x="34686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6678">
            <a:extLst>
              <a:ext uri="{FF2B5EF4-FFF2-40B4-BE49-F238E27FC236}">
                <a16:creationId xmlns:a16="http://schemas.microsoft.com/office/drawing/2014/main" id="{A8477315-0E13-4E26-85E4-5F036E425A3D}"/>
              </a:ext>
            </a:extLst>
          </p:cNvPr>
          <p:cNvSpPr>
            <a:spLocks/>
          </p:cNvSpPr>
          <p:nvPr/>
        </p:nvSpPr>
        <p:spPr>
          <a:xfrm>
            <a:off x="393687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6679">
            <a:extLst>
              <a:ext uri="{FF2B5EF4-FFF2-40B4-BE49-F238E27FC236}">
                <a16:creationId xmlns:a16="http://schemas.microsoft.com/office/drawing/2014/main" id="{3C7A5F55-D560-468F-8174-2B5078165CBD}"/>
              </a:ext>
            </a:extLst>
          </p:cNvPr>
          <p:cNvSpPr>
            <a:spLocks/>
          </p:cNvSpPr>
          <p:nvPr/>
        </p:nvSpPr>
        <p:spPr>
          <a:xfrm>
            <a:off x="36288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6680">
            <a:extLst>
              <a:ext uri="{FF2B5EF4-FFF2-40B4-BE49-F238E27FC236}">
                <a16:creationId xmlns:a16="http://schemas.microsoft.com/office/drawing/2014/main" id="{B3BA265E-BA68-424F-BC3C-B2DCD233A923}"/>
              </a:ext>
            </a:extLst>
          </p:cNvPr>
          <p:cNvSpPr>
            <a:spLocks/>
          </p:cNvSpPr>
          <p:nvPr/>
        </p:nvSpPr>
        <p:spPr>
          <a:xfrm>
            <a:off x="378733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6681">
            <a:extLst>
              <a:ext uri="{FF2B5EF4-FFF2-40B4-BE49-F238E27FC236}">
                <a16:creationId xmlns:a16="http://schemas.microsoft.com/office/drawing/2014/main" id="{FA12BCAA-7B5C-4285-AD8D-7EBA8115F05B}"/>
              </a:ext>
            </a:extLst>
          </p:cNvPr>
          <p:cNvSpPr>
            <a:spLocks/>
          </p:cNvSpPr>
          <p:nvPr/>
        </p:nvSpPr>
        <p:spPr>
          <a:xfrm>
            <a:off x="370855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6682">
            <a:extLst>
              <a:ext uri="{FF2B5EF4-FFF2-40B4-BE49-F238E27FC236}">
                <a16:creationId xmlns:a16="http://schemas.microsoft.com/office/drawing/2014/main" id="{BEBEE4D1-518B-4D9A-971E-E29F7117D3D1}"/>
              </a:ext>
            </a:extLst>
          </p:cNvPr>
          <p:cNvSpPr>
            <a:spLocks/>
          </p:cNvSpPr>
          <p:nvPr/>
        </p:nvSpPr>
        <p:spPr>
          <a:xfrm>
            <a:off x="368650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6683">
            <a:extLst>
              <a:ext uri="{FF2B5EF4-FFF2-40B4-BE49-F238E27FC236}">
                <a16:creationId xmlns:a16="http://schemas.microsoft.com/office/drawing/2014/main" id="{E7E6CFF9-A203-4A81-BBDC-010350A99DFD}"/>
              </a:ext>
            </a:extLst>
          </p:cNvPr>
          <p:cNvSpPr>
            <a:spLocks/>
          </p:cNvSpPr>
          <p:nvPr/>
        </p:nvSpPr>
        <p:spPr>
          <a:xfrm>
            <a:off x="3859511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6684">
            <a:extLst>
              <a:ext uri="{FF2B5EF4-FFF2-40B4-BE49-F238E27FC236}">
                <a16:creationId xmlns:a16="http://schemas.microsoft.com/office/drawing/2014/main" id="{85057A08-408C-4681-BEAA-74A68736EE5F}"/>
              </a:ext>
            </a:extLst>
          </p:cNvPr>
          <p:cNvSpPr>
            <a:spLocks/>
          </p:cNvSpPr>
          <p:nvPr/>
        </p:nvSpPr>
        <p:spPr>
          <a:xfrm>
            <a:off x="373394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6685">
            <a:extLst>
              <a:ext uri="{FF2B5EF4-FFF2-40B4-BE49-F238E27FC236}">
                <a16:creationId xmlns:a16="http://schemas.microsoft.com/office/drawing/2014/main" id="{566B67E3-3482-46C7-A802-4B4D1B0F6611}"/>
              </a:ext>
            </a:extLst>
          </p:cNvPr>
          <p:cNvSpPr>
            <a:spLocks/>
          </p:cNvSpPr>
          <p:nvPr/>
        </p:nvSpPr>
        <p:spPr>
          <a:xfrm>
            <a:off x="352061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6686">
            <a:extLst>
              <a:ext uri="{FF2B5EF4-FFF2-40B4-BE49-F238E27FC236}">
                <a16:creationId xmlns:a16="http://schemas.microsoft.com/office/drawing/2014/main" id="{B40B7CD9-8903-407E-B927-664E488B3E99}"/>
              </a:ext>
            </a:extLst>
          </p:cNvPr>
          <p:cNvSpPr>
            <a:spLocks/>
          </p:cNvSpPr>
          <p:nvPr/>
        </p:nvSpPr>
        <p:spPr>
          <a:xfrm>
            <a:off x="3871609" y="516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6687">
            <a:extLst>
              <a:ext uri="{FF2B5EF4-FFF2-40B4-BE49-F238E27FC236}">
                <a16:creationId xmlns:a16="http://schemas.microsoft.com/office/drawing/2014/main" id="{5E9C8E08-BA7A-4D9C-B4B8-5AA247A7EF5F}"/>
              </a:ext>
            </a:extLst>
          </p:cNvPr>
          <p:cNvSpPr>
            <a:spLocks/>
          </p:cNvSpPr>
          <p:nvPr/>
        </p:nvSpPr>
        <p:spPr>
          <a:xfrm>
            <a:off x="36422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6688">
            <a:extLst>
              <a:ext uri="{FF2B5EF4-FFF2-40B4-BE49-F238E27FC236}">
                <a16:creationId xmlns:a16="http://schemas.microsoft.com/office/drawing/2014/main" id="{3C15163A-9139-47DA-B907-4318217E93FA}"/>
              </a:ext>
            </a:extLst>
          </p:cNvPr>
          <p:cNvSpPr>
            <a:spLocks/>
          </p:cNvSpPr>
          <p:nvPr/>
        </p:nvSpPr>
        <p:spPr>
          <a:xfrm>
            <a:off x="3557995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6689">
            <a:extLst>
              <a:ext uri="{FF2B5EF4-FFF2-40B4-BE49-F238E27FC236}">
                <a16:creationId xmlns:a16="http://schemas.microsoft.com/office/drawing/2014/main" id="{F66F4682-1786-4FBC-BB49-C5D62DC5D8C5}"/>
              </a:ext>
            </a:extLst>
          </p:cNvPr>
          <p:cNvSpPr>
            <a:spLocks/>
          </p:cNvSpPr>
          <p:nvPr/>
        </p:nvSpPr>
        <p:spPr>
          <a:xfrm>
            <a:off x="3527525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6690">
            <a:extLst>
              <a:ext uri="{FF2B5EF4-FFF2-40B4-BE49-F238E27FC236}">
                <a16:creationId xmlns:a16="http://schemas.microsoft.com/office/drawing/2014/main" id="{4F4A96A4-E4B8-4B1D-9EDE-7E25ADC3165F}"/>
              </a:ext>
            </a:extLst>
          </p:cNvPr>
          <p:cNvSpPr>
            <a:spLocks/>
          </p:cNvSpPr>
          <p:nvPr/>
        </p:nvSpPr>
        <p:spPr>
          <a:xfrm>
            <a:off x="3552561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6691">
            <a:extLst>
              <a:ext uri="{FF2B5EF4-FFF2-40B4-BE49-F238E27FC236}">
                <a16:creationId xmlns:a16="http://schemas.microsoft.com/office/drawing/2014/main" id="{31049A8A-402E-4E58-A9EC-973B573AA9B9}"/>
              </a:ext>
            </a:extLst>
          </p:cNvPr>
          <p:cNvSpPr>
            <a:spLocks/>
          </p:cNvSpPr>
          <p:nvPr/>
        </p:nvSpPr>
        <p:spPr>
          <a:xfrm>
            <a:off x="3955898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6692">
            <a:extLst>
              <a:ext uri="{FF2B5EF4-FFF2-40B4-BE49-F238E27FC236}">
                <a16:creationId xmlns:a16="http://schemas.microsoft.com/office/drawing/2014/main" id="{E1F4ACCF-C28A-483C-963F-2EF2B29B4999}"/>
              </a:ext>
            </a:extLst>
          </p:cNvPr>
          <p:cNvSpPr>
            <a:spLocks/>
          </p:cNvSpPr>
          <p:nvPr/>
        </p:nvSpPr>
        <p:spPr>
          <a:xfrm>
            <a:off x="3747578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6693">
            <a:extLst>
              <a:ext uri="{FF2B5EF4-FFF2-40B4-BE49-F238E27FC236}">
                <a16:creationId xmlns:a16="http://schemas.microsoft.com/office/drawing/2014/main" id="{963F5825-C3F6-4CF6-B4BB-7A9E525B74CE}"/>
              </a:ext>
            </a:extLst>
          </p:cNvPr>
          <p:cNvSpPr>
            <a:spLocks/>
          </p:cNvSpPr>
          <p:nvPr/>
        </p:nvSpPr>
        <p:spPr>
          <a:xfrm>
            <a:off x="35349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6694">
            <a:extLst>
              <a:ext uri="{FF2B5EF4-FFF2-40B4-BE49-F238E27FC236}">
                <a16:creationId xmlns:a16="http://schemas.microsoft.com/office/drawing/2014/main" id="{3D10C10A-1468-4D59-9016-FE1233A518A0}"/>
              </a:ext>
            </a:extLst>
          </p:cNvPr>
          <p:cNvSpPr>
            <a:spLocks/>
          </p:cNvSpPr>
          <p:nvPr/>
        </p:nvSpPr>
        <p:spPr>
          <a:xfrm>
            <a:off x="3832137" y="5330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6695">
            <a:extLst>
              <a:ext uri="{FF2B5EF4-FFF2-40B4-BE49-F238E27FC236}">
                <a16:creationId xmlns:a16="http://schemas.microsoft.com/office/drawing/2014/main" id="{137F3754-1907-4192-A7E6-2A19E1439360}"/>
              </a:ext>
            </a:extLst>
          </p:cNvPr>
          <p:cNvSpPr>
            <a:spLocks/>
          </p:cNvSpPr>
          <p:nvPr/>
        </p:nvSpPr>
        <p:spPr>
          <a:xfrm>
            <a:off x="384217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6696">
            <a:extLst>
              <a:ext uri="{FF2B5EF4-FFF2-40B4-BE49-F238E27FC236}">
                <a16:creationId xmlns:a16="http://schemas.microsoft.com/office/drawing/2014/main" id="{BC39D55C-6986-42A5-822B-3D74B7F5CD1B}"/>
              </a:ext>
            </a:extLst>
          </p:cNvPr>
          <p:cNvSpPr>
            <a:spLocks/>
          </p:cNvSpPr>
          <p:nvPr/>
        </p:nvSpPr>
        <p:spPr>
          <a:xfrm>
            <a:off x="3973920" y="5124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6697">
            <a:extLst>
              <a:ext uri="{FF2B5EF4-FFF2-40B4-BE49-F238E27FC236}">
                <a16:creationId xmlns:a16="http://schemas.microsoft.com/office/drawing/2014/main" id="{E8201418-C9C6-4C90-9E0B-5120BB41893D}"/>
              </a:ext>
            </a:extLst>
          </p:cNvPr>
          <p:cNvSpPr>
            <a:spLocks/>
          </p:cNvSpPr>
          <p:nvPr/>
        </p:nvSpPr>
        <p:spPr>
          <a:xfrm>
            <a:off x="3486105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6698">
            <a:extLst>
              <a:ext uri="{FF2B5EF4-FFF2-40B4-BE49-F238E27FC236}">
                <a16:creationId xmlns:a16="http://schemas.microsoft.com/office/drawing/2014/main" id="{ADDCD3C0-692D-4997-96C3-1EF12875F1E2}"/>
              </a:ext>
            </a:extLst>
          </p:cNvPr>
          <p:cNvSpPr>
            <a:spLocks/>
          </p:cNvSpPr>
          <p:nvPr/>
        </p:nvSpPr>
        <p:spPr>
          <a:xfrm>
            <a:off x="3654706" y="47771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6699">
            <a:extLst>
              <a:ext uri="{FF2B5EF4-FFF2-40B4-BE49-F238E27FC236}">
                <a16:creationId xmlns:a16="http://schemas.microsoft.com/office/drawing/2014/main" id="{8A199718-8AB4-4EC3-B4A5-DF10DF2CE287}"/>
              </a:ext>
            </a:extLst>
          </p:cNvPr>
          <p:cNvSpPr>
            <a:spLocks/>
          </p:cNvSpPr>
          <p:nvPr/>
        </p:nvSpPr>
        <p:spPr>
          <a:xfrm>
            <a:off x="367280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6700">
            <a:extLst>
              <a:ext uri="{FF2B5EF4-FFF2-40B4-BE49-F238E27FC236}">
                <a16:creationId xmlns:a16="http://schemas.microsoft.com/office/drawing/2014/main" id="{73E22367-105A-4694-8FE2-D4C58E5C9FD6}"/>
              </a:ext>
            </a:extLst>
          </p:cNvPr>
          <p:cNvSpPr>
            <a:spLocks/>
          </p:cNvSpPr>
          <p:nvPr/>
        </p:nvSpPr>
        <p:spPr>
          <a:xfrm>
            <a:off x="3753194" y="3953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6701">
            <a:extLst>
              <a:ext uri="{FF2B5EF4-FFF2-40B4-BE49-F238E27FC236}">
                <a16:creationId xmlns:a16="http://schemas.microsoft.com/office/drawing/2014/main" id="{A27DE6E2-3FDA-4FBF-A1A0-59857B7DB975}"/>
              </a:ext>
            </a:extLst>
          </p:cNvPr>
          <p:cNvSpPr>
            <a:spLocks/>
          </p:cNvSpPr>
          <p:nvPr/>
        </p:nvSpPr>
        <p:spPr>
          <a:xfrm>
            <a:off x="372373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6702">
            <a:extLst>
              <a:ext uri="{FF2B5EF4-FFF2-40B4-BE49-F238E27FC236}">
                <a16:creationId xmlns:a16="http://schemas.microsoft.com/office/drawing/2014/main" id="{114EC1B8-9DF5-47FA-AF17-6DB606B9F6F4}"/>
              </a:ext>
            </a:extLst>
          </p:cNvPr>
          <p:cNvSpPr>
            <a:spLocks/>
          </p:cNvSpPr>
          <p:nvPr/>
        </p:nvSpPr>
        <p:spPr>
          <a:xfrm>
            <a:off x="3597700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6703">
            <a:extLst>
              <a:ext uri="{FF2B5EF4-FFF2-40B4-BE49-F238E27FC236}">
                <a16:creationId xmlns:a16="http://schemas.microsoft.com/office/drawing/2014/main" id="{5E12B4B1-E254-45AD-9287-B8ED99F543D1}"/>
              </a:ext>
            </a:extLst>
          </p:cNvPr>
          <p:cNvSpPr>
            <a:spLocks/>
          </p:cNvSpPr>
          <p:nvPr/>
        </p:nvSpPr>
        <p:spPr>
          <a:xfrm>
            <a:off x="38704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6704">
            <a:extLst>
              <a:ext uri="{FF2B5EF4-FFF2-40B4-BE49-F238E27FC236}">
                <a16:creationId xmlns:a16="http://schemas.microsoft.com/office/drawing/2014/main" id="{4384C54C-BDB3-4D09-8A6C-D66B8C8B8E31}"/>
              </a:ext>
            </a:extLst>
          </p:cNvPr>
          <p:cNvSpPr>
            <a:spLocks/>
          </p:cNvSpPr>
          <p:nvPr/>
        </p:nvSpPr>
        <p:spPr>
          <a:xfrm>
            <a:off x="3489834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6705">
            <a:extLst>
              <a:ext uri="{FF2B5EF4-FFF2-40B4-BE49-F238E27FC236}">
                <a16:creationId xmlns:a16="http://schemas.microsoft.com/office/drawing/2014/main" id="{807DC73F-4052-4F5D-9AB3-FF530B42E868}"/>
              </a:ext>
            </a:extLst>
          </p:cNvPr>
          <p:cNvSpPr>
            <a:spLocks/>
          </p:cNvSpPr>
          <p:nvPr/>
        </p:nvSpPr>
        <p:spPr>
          <a:xfrm>
            <a:off x="3803733" y="4624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6706">
            <a:extLst>
              <a:ext uri="{FF2B5EF4-FFF2-40B4-BE49-F238E27FC236}">
                <a16:creationId xmlns:a16="http://schemas.microsoft.com/office/drawing/2014/main" id="{99F316F6-BA1C-46F0-B5B8-AA618C08E335}"/>
              </a:ext>
            </a:extLst>
          </p:cNvPr>
          <p:cNvSpPr>
            <a:spLocks/>
          </p:cNvSpPr>
          <p:nvPr/>
        </p:nvSpPr>
        <p:spPr>
          <a:xfrm>
            <a:off x="373514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6707">
            <a:extLst>
              <a:ext uri="{FF2B5EF4-FFF2-40B4-BE49-F238E27FC236}">
                <a16:creationId xmlns:a16="http://schemas.microsoft.com/office/drawing/2014/main" id="{0EA4FACA-41E1-474F-8D25-D2DB90CE1A53}"/>
              </a:ext>
            </a:extLst>
          </p:cNvPr>
          <p:cNvSpPr>
            <a:spLocks/>
          </p:cNvSpPr>
          <p:nvPr/>
        </p:nvSpPr>
        <p:spPr>
          <a:xfrm>
            <a:off x="3730480" y="43869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6708">
            <a:extLst>
              <a:ext uri="{FF2B5EF4-FFF2-40B4-BE49-F238E27FC236}">
                <a16:creationId xmlns:a16="http://schemas.microsoft.com/office/drawing/2014/main" id="{39E07D03-766D-4D54-AD32-4E860D37E6DE}"/>
              </a:ext>
            </a:extLst>
          </p:cNvPr>
          <p:cNvSpPr>
            <a:spLocks/>
          </p:cNvSpPr>
          <p:nvPr/>
        </p:nvSpPr>
        <p:spPr>
          <a:xfrm>
            <a:off x="364648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6709">
            <a:extLst>
              <a:ext uri="{FF2B5EF4-FFF2-40B4-BE49-F238E27FC236}">
                <a16:creationId xmlns:a16="http://schemas.microsoft.com/office/drawing/2014/main" id="{8A6F599D-97F4-42D5-B3D2-569AFA0DCC1D}"/>
              </a:ext>
            </a:extLst>
          </p:cNvPr>
          <p:cNvSpPr>
            <a:spLocks/>
          </p:cNvSpPr>
          <p:nvPr/>
        </p:nvSpPr>
        <p:spPr>
          <a:xfrm>
            <a:off x="385563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6710">
            <a:extLst>
              <a:ext uri="{FF2B5EF4-FFF2-40B4-BE49-F238E27FC236}">
                <a16:creationId xmlns:a16="http://schemas.microsoft.com/office/drawing/2014/main" id="{DF52F5D0-A3DE-416B-87BC-ABCBD3BAFDFF}"/>
              </a:ext>
            </a:extLst>
          </p:cNvPr>
          <p:cNvSpPr>
            <a:spLocks/>
          </p:cNvSpPr>
          <p:nvPr/>
        </p:nvSpPr>
        <p:spPr>
          <a:xfrm>
            <a:off x="36339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6711">
            <a:extLst>
              <a:ext uri="{FF2B5EF4-FFF2-40B4-BE49-F238E27FC236}">
                <a16:creationId xmlns:a16="http://schemas.microsoft.com/office/drawing/2014/main" id="{73DE4624-F881-4971-B2EF-49CE222DA771}"/>
              </a:ext>
            </a:extLst>
          </p:cNvPr>
          <p:cNvSpPr>
            <a:spLocks/>
          </p:cNvSpPr>
          <p:nvPr/>
        </p:nvSpPr>
        <p:spPr>
          <a:xfrm>
            <a:off x="3636232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6712">
            <a:extLst>
              <a:ext uri="{FF2B5EF4-FFF2-40B4-BE49-F238E27FC236}">
                <a16:creationId xmlns:a16="http://schemas.microsoft.com/office/drawing/2014/main" id="{69DB4EFB-D97A-4937-ABAA-410361A80095}"/>
              </a:ext>
            </a:extLst>
          </p:cNvPr>
          <p:cNvSpPr>
            <a:spLocks/>
          </p:cNvSpPr>
          <p:nvPr/>
        </p:nvSpPr>
        <p:spPr>
          <a:xfrm>
            <a:off x="3745402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6713">
            <a:extLst>
              <a:ext uri="{FF2B5EF4-FFF2-40B4-BE49-F238E27FC236}">
                <a16:creationId xmlns:a16="http://schemas.microsoft.com/office/drawing/2014/main" id="{77ED8881-D06C-4A76-A4D4-B0BBD28E38A5}"/>
              </a:ext>
            </a:extLst>
          </p:cNvPr>
          <p:cNvSpPr>
            <a:spLocks/>
          </p:cNvSpPr>
          <p:nvPr/>
        </p:nvSpPr>
        <p:spPr>
          <a:xfrm>
            <a:off x="378891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6714">
            <a:extLst>
              <a:ext uri="{FF2B5EF4-FFF2-40B4-BE49-F238E27FC236}">
                <a16:creationId xmlns:a16="http://schemas.microsoft.com/office/drawing/2014/main" id="{299F4C54-19DC-426A-9EE9-D0590B2967B1}"/>
              </a:ext>
            </a:extLst>
          </p:cNvPr>
          <p:cNvSpPr>
            <a:spLocks/>
          </p:cNvSpPr>
          <p:nvPr/>
        </p:nvSpPr>
        <p:spPr>
          <a:xfrm>
            <a:off x="382878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6715">
            <a:extLst>
              <a:ext uri="{FF2B5EF4-FFF2-40B4-BE49-F238E27FC236}">
                <a16:creationId xmlns:a16="http://schemas.microsoft.com/office/drawing/2014/main" id="{70FF5B4D-D77B-4374-95C1-E03C6BEA706C}"/>
              </a:ext>
            </a:extLst>
          </p:cNvPr>
          <p:cNvSpPr>
            <a:spLocks/>
          </p:cNvSpPr>
          <p:nvPr/>
        </p:nvSpPr>
        <p:spPr>
          <a:xfrm>
            <a:off x="3748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6716">
            <a:extLst>
              <a:ext uri="{FF2B5EF4-FFF2-40B4-BE49-F238E27FC236}">
                <a16:creationId xmlns:a16="http://schemas.microsoft.com/office/drawing/2014/main" id="{E0684CFA-20C0-49CE-8C28-198797A87707}"/>
              </a:ext>
            </a:extLst>
          </p:cNvPr>
          <p:cNvSpPr>
            <a:spLocks/>
          </p:cNvSpPr>
          <p:nvPr/>
        </p:nvSpPr>
        <p:spPr>
          <a:xfrm>
            <a:off x="35435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6717">
            <a:extLst>
              <a:ext uri="{FF2B5EF4-FFF2-40B4-BE49-F238E27FC236}">
                <a16:creationId xmlns:a16="http://schemas.microsoft.com/office/drawing/2014/main" id="{94FFD898-860C-417D-A87D-00FAC7ADFAF2}"/>
              </a:ext>
            </a:extLst>
          </p:cNvPr>
          <p:cNvSpPr>
            <a:spLocks/>
          </p:cNvSpPr>
          <p:nvPr/>
        </p:nvSpPr>
        <p:spPr>
          <a:xfrm>
            <a:off x="3651702" y="4733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6718">
            <a:extLst>
              <a:ext uri="{FF2B5EF4-FFF2-40B4-BE49-F238E27FC236}">
                <a16:creationId xmlns:a16="http://schemas.microsoft.com/office/drawing/2014/main" id="{A651448E-5BBF-47AD-91C7-0AD908BFAF8B}"/>
              </a:ext>
            </a:extLst>
          </p:cNvPr>
          <p:cNvSpPr>
            <a:spLocks/>
          </p:cNvSpPr>
          <p:nvPr/>
        </p:nvSpPr>
        <p:spPr>
          <a:xfrm>
            <a:off x="3957633" y="44789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6719">
            <a:extLst>
              <a:ext uri="{FF2B5EF4-FFF2-40B4-BE49-F238E27FC236}">
                <a16:creationId xmlns:a16="http://schemas.microsoft.com/office/drawing/2014/main" id="{55DE812C-466B-4955-95C3-444C5FCA9BCF}"/>
              </a:ext>
            </a:extLst>
          </p:cNvPr>
          <p:cNvSpPr>
            <a:spLocks/>
          </p:cNvSpPr>
          <p:nvPr/>
        </p:nvSpPr>
        <p:spPr>
          <a:xfrm>
            <a:off x="36315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6720">
            <a:extLst>
              <a:ext uri="{FF2B5EF4-FFF2-40B4-BE49-F238E27FC236}">
                <a16:creationId xmlns:a16="http://schemas.microsoft.com/office/drawing/2014/main" id="{DCB1F042-7C8B-4671-825B-A0EDB861471C}"/>
              </a:ext>
            </a:extLst>
          </p:cNvPr>
          <p:cNvSpPr>
            <a:spLocks/>
          </p:cNvSpPr>
          <p:nvPr/>
        </p:nvSpPr>
        <p:spPr>
          <a:xfrm>
            <a:off x="3503068" y="454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6721">
            <a:extLst>
              <a:ext uri="{FF2B5EF4-FFF2-40B4-BE49-F238E27FC236}">
                <a16:creationId xmlns:a16="http://schemas.microsoft.com/office/drawing/2014/main" id="{84B553C5-4443-400D-87B1-18E3EC432E6D}"/>
              </a:ext>
            </a:extLst>
          </p:cNvPr>
          <p:cNvSpPr>
            <a:spLocks/>
          </p:cNvSpPr>
          <p:nvPr/>
        </p:nvSpPr>
        <p:spPr>
          <a:xfrm>
            <a:off x="3947646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6722">
            <a:extLst>
              <a:ext uri="{FF2B5EF4-FFF2-40B4-BE49-F238E27FC236}">
                <a16:creationId xmlns:a16="http://schemas.microsoft.com/office/drawing/2014/main" id="{EDEB1BD4-B2C0-4D52-B2B4-E1F284D0F19A}"/>
              </a:ext>
            </a:extLst>
          </p:cNvPr>
          <p:cNvSpPr>
            <a:spLocks/>
          </p:cNvSpPr>
          <p:nvPr/>
        </p:nvSpPr>
        <p:spPr>
          <a:xfrm>
            <a:off x="373436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6723">
            <a:extLst>
              <a:ext uri="{FF2B5EF4-FFF2-40B4-BE49-F238E27FC236}">
                <a16:creationId xmlns:a16="http://schemas.microsoft.com/office/drawing/2014/main" id="{2B99B05D-0A28-42DC-8771-8E89A9127D80}"/>
              </a:ext>
            </a:extLst>
          </p:cNvPr>
          <p:cNvSpPr>
            <a:spLocks/>
          </p:cNvSpPr>
          <p:nvPr/>
        </p:nvSpPr>
        <p:spPr>
          <a:xfrm>
            <a:off x="3947336" y="5228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6724">
            <a:extLst>
              <a:ext uri="{FF2B5EF4-FFF2-40B4-BE49-F238E27FC236}">
                <a16:creationId xmlns:a16="http://schemas.microsoft.com/office/drawing/2014/main" id="{4C7E2759-7615-44EC-9CF9-6F8AE16D163D}"/>
              </a:ext>
            </a:extLst>
          </p:cNvPr>
          <p:cNvSpPr>
            <a:spLocks/>
          </p:cNvSpPr>
          <p:nvPr/>
        </p:nvSpPr>
        <p:spPr>
          <a:xfrm>
            <a:off x="351189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6725">
            <a:extLst>
              <a:ext uri="{FF2B5EF4-FFF2-40B4-BE49-F238E27FC236}">
                <a16:creationId xmlns:a16="http://schemas.microsoft.com/office/drawing/2014/main" id="{076A5181-551D-4CA3-88C8-A6BCC8BE949D}"/>
              </a:ext>
            </a:extLst>
          </p:cNvPr>
          <p:cNvSpPr>
            <a:spLocks/>
          </p:cNvSpPr>
          <p:nvPr/>
        </p:nvSpPr>
        <p:spPr>
          <a:xfrm>
            <a:off x="379332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6726">
            <a:extLst>
              <a:ext uri="{FF2B5EF4-FFF2-40B4-BE49-F238E27FC236}">
                <a16:creationId xmlns:a16="http://schemas.microsoft.com/office/drawing/2014/main" id="{2408DF19-E46B-4070-AA88-9D8ED6922455}"/>
              </a:ext>
            </a:extLst>
          </p:cNvPr>
          <p:cNvSpPr>
            <a:spLocks/>
          </p:cNvSpPr>
          <p:nvPr/>
        </p:nvSpPr>
        <p:spPr>
          <a:xfrm>
            <a:off x="35412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6727">
            <a:extLst>
              <a:ext uri="{FF2B5EF4-FFF2-40B4-BE49-F238E27FC236}">
                <a16:creationId xmlns:a16="http://schemas.microsoft.com/office/drawing/2014/main" id="{0F0339DB-059B-4702-8F4C-2E167D3E9593}"/>
              </a:ext>
            </a:extLst>
          </p:cNvPr>
          <p:cNvSpPr>
            <a:spLocks/>
          </p:cNvSpPr>
          <p:nvPr/>
        </p:nvSpPr>
        <p:spPr>
          <a:xfrm>
            <a:off x="38476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6728">
            <a:extLst>
              <a:ext uri="{FF2B5EF4-FFF2-40B4-BE49-F238E27FC236}">
                <a16:creationId xmlns:a16="http://schemas.microsoft.com/office/drawing/2014/main" id="{897BBBB5-11EB-479E-9216-29DC3B1A88A9}"/>
              </a:ext>
            </a:extLst>
          </p:cNvPr>
          <p:cNvSpPr>
            <a:spLocks/>
          </p:cNvSpPr>
          <p:nvPr/>
        </p:nvSpPr>
        <p:spPr>
          <a:xfrm>
            <a:off x="3822127" y="5102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6729">
            <a:extLst>
              <a:ext uri="{FF2B5EF4-FFF2-40B4-BE49-F238E27FC236}">
                <a16:creationId xmlns:a16="http://schemas.microsoft.com/office/drawing/2014/main" id="{39127199-3A60-4529-9542-F5B9EC7EFB11}"/>
              </a:ext>
            </a:extLst>
          </p:cNvPr>
          <p:cNvSpPr>
            <a:spLocks/>
          </p:cNvSpPr>
          <p:nvPr/>
        </p:nvSpPr>
        <p:spPr>
          <a:xfrm>
            <a:off x="351815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6730">
            <a:extLst>
              <a:ext uri="{FF2B5EF4-FFF2-40B4-BE49-F238E27FC236}">
                <a16:creationId xmlns:a16="http://schemas.microsoft.com/office/drawing/2014/main" id="{CD5CD0CB-C26D-458A-985B-50315D432CCF}"/>
              </a:ext>
            </a:extLst>
          </p:cNvPr>
          <p:cNvSpPr>
            <a:spLocks/>
          </p:cNvSpPr>
          <p:nvPr/>
        </p:nvSpPr>
        <p:spPr>
          <a:xfrm>
            <a:off x="3859126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6731">
            <a:extLst>
              <a:ext uri="{FF2B5EF4-FFF2-40B4-BE49-F238E27FC236}">
                <a16:creationId xmlns:a16="http://schemas.microsoft.com/office/drawing/2014/main" id="{904FF235-0834-429B-B649-D62341901304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6732">
            <a:extLst>
              <a:ext uri="{FF2B5EF4-FFF2-40B4-BE49-F238E27FC236}">
                <a16:creationId xmlns:a16="http://schemas.microsoft.com/office/drawing/2014/main" id="{2C32078A-C08B-4E46-B734-4CB2D23B742E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6733">
            <a:extLst>
              <a:ext uri="{FF2B5EF4-FFF2-40B4-BE49-F238E27FC236}">
                <a16:creationId xmlns:a16="http://schemas.microsoft.com/office/drawing/2014/main" id="{05E46EAE-A86A-4DD0-9765-FD3C4730798C}"/>
              </a:ext>
            </a:extLst>
          </p:cNvPr>
          <p:cNvSpPr>
            <a:spLocks/>
          </p:cNvSpPr>
          <p:nvPr/>
        </p:nvSpPr>
        <p:spPr>
          <a:xfrm>
            <a:off x="709414" y="3381347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6734">
            <a:extLst>
              <a:ext uri="{FF2B5EF4-FFF2-40B4-BE49-F238E27FC236}">
                <a16:creationId xmlns:a16="http://schemas.microsoft.com/office/drawing/2014/main" id="{A249203E-5A9F-4E21-99AB-FFB375EFF5FF}"/>
              </a:ext>
            </a:extLst>
          </p:cNvPr>
          <p:cNvSpPr>
            <a:spLocks/>
          </p:cNvSpPr>
          <p:nvPr/>
        </p:nvSpPr>
        <p:spPr>
          <a:xfrm>
            <a:off x="1188244" y="3403921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6735">
            <a:extLst>
              <a:ext uri="{FF2B5EF4-FFF2-40B4-BE49-F238E27FC236}">
                <a16:creationId xmlns:a16="http://schemas.microsoft.com/office/drawing/2014/main" id="{B29BDFD5-F0DB-4FA0-9F9D-3C8B26D492E0}"/>
              </a:ext>
            </a:extLst>
          </p:cNvPr>
          <p:cNvSpPr>
            <a:spLocks/>
          </p:cNvSpPr>
          <p:nvPr/>
        </p:nvSpPr>
        <p:spPr>
          <a:xfrm>
            <a:off x="2084501" y="5107431"/>
            <a:ext cx="191" cy="125907"/>
          </a:xfrm>
          <a:custGeom>
            <a:avLst/>
            <a:gdLst/>
            <a:ahLst/>
            <a:cxnLst/>
            <a:rect l="0" t="0" r="0" b="0"/>
            <a:pathLst>
              <a:path w="191" h="125907">
                <a:moveTo>
                  <a:pt x="0" y="12590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6736">
            <a:extLst>
              <a:ext uri="{FF2B5EF4-FFF2-40B4-BE49-F238E27FC236}">
                <a16:creationId xmlns:a16="http://schemas.microsoft.com/office/drawing/2014/main" id="{2A411C92-8A64-4464-8E34-6133D440D775}"/>
              </a:ext>
            </a:extLst>
          </p:cNvPr>
          <p:cNvSpPr>
            <a:spLocks/>
          </p:cNvSpPr>
          <p:nvPr/>
        </p:nvSpPr>
        <p:spPr>
          <a:xfrm>
            <a:off x="1929379" y="523333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6737">
            <a:extLst>
              <a:ext uri="{FF2B5EF4-FFF2-40B4-BE49-F238E27FC236}">
                <a16:creationId xmlns:a16="http://schemas.microsoft.com/office/drawing/2014/main" id="{4B4D9C0E-3ED7-4019-AD52-BE12E6EC2F25}"/>
              </a:ext>
            </a:extLst>
          </p:cNvPr>
          <p:cNvSpPr>
            <a:spLocks/>
          </p:cNvSpPr>
          <p:nvPr/>
        </p:nvSpPr>
        <p:spPr>
          <a:xfrm>
            <a:off x="1929379" y="510743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6738">
            <a:extLst>
              <a:ext uri="{FF2B5EF4-FFF2-40B4-BE49-F238E27FC236}">
                <a16:creationId xmlns:a16="http://schemas.microsoft.com/office/drawing/2014/main" id="{4E7A6D2D-2C95-4F35-AB79-79D454BC5CAF}"/>
              </a:ext>
            </a:extLst>
          </p:cNvPr>
          <p:cNvSpPr>
            <a:spLocks/>
          </p:cNvSpPr>
          <p:nvPr/>
        </p:nvSpPr>
        <p:spPr>
          <a:xfrm>
            <a:off x="2911815" y="4606203"/>
            <a:ext cx="191" cy="171705"/>
          </a:xfrm>
          <a:custGeom>
            <a:avLst/>
            <a:gdLst/>
            <a:ahLst/>
            <a:cxnLst/>
            <a:rect l="0" t="0" r="0" b="0"/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6739">
            <a:extLst>
              <a:ext uri="{FF2B5EF4-FFF2-40B4-BE49-F238E27FC236}">
                <a16:creationId xmlns:a16="http://schemas.microsoft.com/office/drawing/2014/main" id="{D9023F8B-D922-45B3-AFD9-D8385B33A6A8}"/>
              </a:ext>
            </a:extLst>
          </p:cNvPr>
          <p:cNvSpPr>
            <a:spLocks/>
          </p:cNvSpPr>
          <p:nvPr/>
        </p:nvSpPr>
        <p:spPr>
          <a:xfrm>
            <a:off x="2756694" y="477790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6740">
            <a:extLst>
              <a:ext uri="{FF2B5EF4-FFF2-40B4-BE49-F238E27FC236}">
                <a16:creationId xmlns:a16="http://schemas.microsoft.com/office/drawing/2014/main" id="{B9DC1554-F1CD-43E7-8B13-BACF0FCFE53B}"/>
              </a:ext>
            </a:extLst>
          </p:cNvPr>
          <p:cNvSpPr>
            <a:spLocks/>
          </p:cNvSpPr>
          <p:nvPr/>
        </p:nvSpPr>
        <p:spPr>
          <a:xfrm>
            <a:off x="2756694" y="4606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6741">
            <a:extLst>
              <a:ext uri="{FF2B5EF4-FFF2-40B4-BE49-F238E27FC236}">
                <a16:creationId xmlns:a16="http://schemas.microsoft.com/office/drawing/2014/main" id="{191A0F07-4E88-4DD2-BC87-EDBED9194255}"/>
              </a:ext>
            </a:extLst>
          </p:cNvPr>
          <p:cNvSpPr>
            <a:spLocks/>
          </p:cNvSpPr>
          <p:nvPr/>
        </p:nvSpPr>
        <p:spPr>
          <a:xfrm>
            <a:off x="3739129" y="4421830"/>
            <a:ext cx="191" cy="181389"/>
          </a:xfrm>
          <a:custGeom>
            <a:avLst/>
            <a:gdLst/>
            <a:ahLst/>
            <a:cxnLst/>
            <a:rect l="0" t="0" r="0" b="0"/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6742">
            <a:extLst>
              <a:ext uri="{FF2B5EF4-FFF2-40B4-BE49-F238E27FC236}">
                <a16:creationId xmlns:a16="http://schemas.microsoft.com/office/drawing/2014/main" id="{B966AC70-6D5A-427B-A5BC-ACD5D94620C0}"/>
              </a:ext>
            </a:extLst>
          </p:cNvPr>
          <p:cNvSpPr>
            <a:spLocks/>
          </p:cNvSpPr>
          <p:nvPr/>
        </p:nvSpPr>
        <p:spPr>
          <a:xfrm>
            <a:off x="3584008" y="460321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6743">
            <a:extLst>
              <a:ext uri="{FF2B5EF4-FFF2-40B4-BE49-F238E27FC236}">
                <a16:creationId xmlns:a16="http://schemas.microsoft.com/office/drawing/2014/main" id="{795AC442-3F72-4902-BF57-64A6398BD28A}"/>
              </a:ext>
            </a:extLst>
          </p:cNvPr>
          <p:cNvSpPr>
            <a:spLocks/>
          </p:cNvSpPr>
          <p:nvPr/>
        </p:nvSpPr>
        <p:spPr>
          <a:xfrm>
            <a:off x="3584008" y="4421830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6744">
            <a:extLst>
              <a:ext uri="{FF2B5EF4-FFF2-40B4-BE49-F238E27FC236}">
                <a16:creationId xmlns:a16="http://schemas.microsoft.com/office/drawing/2014/main" id="{A9B669F4-6FEE-4DD3-9C7B-7DD673AB8B57}"/>
              </a:ext>
            </a:extLst>
          </p:cNvPr>
          <p:cNvSpPr>
            <a:spLocks/>
          </p:cNvSpPr>
          <p:nvPr/>
        </p:nvSpPr>
        <p:spPr>
          <a:xfrm>
            <a:off x="1791494" y="517297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6745">
            <a:extLst>
              <a:ext uri="{FF2B5EF4-FFF2-40B4-BE49-F238E27FC236}">
                <a16:creationId xmlns:a16="http://schemas.microsoft.com/office/drawing/2014/main" id="{02E131EE-8C97-416A-92DD-248368CDF2C2}"/>
              </a:ext>
            </a:extLst>
          </p:cNvPr>
          <p:cNvSpPr>
            <a:spLocks/>
          </p:cNvSpPr>
          <p:nvPr/>
        </p:nvSpPr>
        <p:spPr>
          <a:xfrm>
            <a:off x="2618808" y="4692468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6746">
            <a:extLst>
              <a:ext uri="{FF2B5EF4-FFF2-40B4-BE49-F238E27FC236}">
                <a16:creationId xmlns:a16="http://schemas.microsoft.com/office/drawing/2014/main" id="{2F32CDA0-9783-4601-B98B-1ED1E3F98DE5}"/>
              </a:ext>
            </a:extLst>
          </p:cNvPr>
          <p:cNvSpPr>
            <a:spLocks/>
          </p:cNvSpPr>
          <p:nvPr/>
        </p:nvSpPr>
        <p:spPr>
          <a:xfrm>
            <a:off x="3446122" y="4512519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6747">
            <a:extLst>
              <a:ext uri="{FF2B5EF4-FFF2-40B4-BE49-F238E27FC236}">
                <a16:creationId xmlns:a16="http://schemas.microsoft.com/office/drawing/2014/main" id="{7C0BC3C9-F860-4289-87A3-C09EA0059F9A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6748">
            <a:extLst>
              <a:ext uri="{FF2B5EF4-FFF2-40B4-BE49-F238E27FC236}">
                <a16:creationId xmlns:a16="http://schemas.microsoft.com/office/drawing/2014/main" id="{26AA7AAC-EAFC-4287-9E6F-972531D42D74}"/>
              </a:ext>
            </a:extLst>
          </p:cNvPr>
          <p:cNvSpPr>
            <a:spLocks/>
          </p:cNvSpPr>
          <p:nvPr/>
        </p:nvSpPr>
        <p:spPr>
          <a:xfrm>
            <a:off x="7427572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6749">
            <a:extLst>
              <a:ext uri="{FF2B5EF4-FFF2-40B4-BE49-F238E27FC236}">
                <a16:creationId xmlns:a16="http://schemas.microsoft.com/office/drawing/2014/main" id="{BB981E3E-AC8F-4D68-A3F1-2A761C143DE6}"/>
              </a:ext>
            </a:extLst>
          </p:cNvPr>
          <p:cNvSpPr>
            <a:spLocks/>
          </p:cNvSpPr>
          <p:nvPr/>
        </p:nvSpPr>
        <p:spPr>
          <a:xfrm>
            <a:off x="6814670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6750">
            <a:extLst>
              <a:ext uri="{FF2B5EF4-FFF2-40B4-BE49-F238E27FC236}">
                <a16:creationId xmlns:a16="http://schemas.microsoft.com/office/drawing/2014/main" id="{4FDFD457-F254-4EE5-9C44-AA5F7D8DFFD1}"/>
              </a:ext>
            </a:extLst>
          </p:cNvPr>
          <p:cNvSpPr>
            <a:spLocks/>
          </p:cNvSpPr>
          <p:nvPr/>
        </p:nvSpPr>
        <p:spPr>
          <a:xfrm>
            <a:off x="6846786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6751">
            <a:extLst>
              <a:ext uri="{FF2B5EF4-FFF2-40B4-BE49-F238E27FC236}">
                <a16:creationId xmlns:a16="http://schemas.microsoft.com/office/drawing/2014/main" id="{583A18D1-8DC8-4E53-99D0-CA1EFD5BAB36}"/>
              </a:ext>
            </a:extLst>
          </p:cNvPr>
          <p:cNvSpPr>
            <a:spLocks/>
          </p:cNvSpPr>
          <p:nvPr/>
        </p:nvSpPr>
        <p:spPr>
          <a:xfrm>
            <a:off x="6913755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6752">
            <a:extLst>
              <a:ext uri="{FF2B5EF4-FFF2-40B4-BE49-F238E27FC236}">
                <a16:creationId xmlns:a16="http://schemas.microsoft.com/office/drawing/2014/main" id="{5F678F14-61B9-4960-A8FC-870484547507}"/>
              </a:ext>
            </a:extLst>
          </p:cNvPr>
          <p:cNvSpPr>
            <a:spLocks/>
          </p:cNvSpPr>
          <p:nvPr/>
        </p:nvSpPr>
        <p:spPr>
          <a:xfrm>
            <a:off x="6963609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6753">
            <a:extLst>
              <a:ext uri="{FF2B5EF4-FFF2-40B4-BE49-F238E27FC236}">
                <a16:creationId xmlns:a16="http://schemas.microsoft.com/office/drawing/2014/main" id="{520DC584-BE2A-4844-A639-F149F2A250FE}"/>
              </a:ext>
            </a:extLst>
          </p:cNvPr>
          <p:cNvSpPr>
            <a:spLocks/>
          </p:cNvSpPr>
          <p:nvPr/>
        </p:nvSpPr>
        <p:spPr>
          <a:xfrm>
            <a:off x="7006305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6754">
            <a:extLst>
              <a:ext uri="{FF2B5EF4-FFF2-40B4-BE49-F238E27FC236}">
                <a16:creationId xmlns:a16="http://schemas.microsoft.com/office/drawing/2014/main" id="{AB742E1A-D44A-4E10-80EE-148065E5A99C}"/>
              </a:ext>
            </a:extLst>
          </p:cNvPr>
          <p:cNvSpPr>
            <a:spLocks/>
          </p:cNvSpPr>
          <p:nvPr/>
        </p:nvSpPr>
        <p:spPr>
          <a:xfrm>
            <a:off x="7067362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6755">
            <a:extLst>
              <a:ext uri="{FF2B5EF4-FFF2-40B4-BE49-F238E27FC236}">
                <a16:creationId xmlns:a16="http://schemas.microsoft.com/office/drawing/2014/main" id="{7A425528-8276-416D-A632-53003FCA36A3}"/>
              </a:ext>
            </a:extLst>
          </p:cNvPr>
          <p:cNvSpPr>
            <a:spLocks/>
          </p:cNvSpPr>
          <p:nvPr/>
        </p:nvSpPr>
        <p:spPr>
          <a:xfrm>
            <a:off x="7134332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6756">
            <a:extLst>
              <a:ext uri="{FF2B5EF4-FFF2-40B4-BE49-F238E27FC236}">
                <a16:creationId xmlns:a16="http://schemas.microsoft.com/office/drawing/2014/main" id="{371B7D47-ACF1-4C31-A4CF-613CF80BEAB7}"/>
              </a:ext>
            </a:extLst>
          </p:cNvPr>
          <p:cNvSpPr>
            <a:spLocks/>
          </p:cNvSpPr>
          <p:nvPr/>
        </p:nvSpPr>
        <p:spPr>
          <a:xfrm>
            <a:off x="7188231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6757">
            <a:extLst>
              <a:ext uri="{FF2B5EF4-FFF2-40B4-BE49-F238E27FC236}">
                <a16:creationId xmlns:a16="http://schemas.microsoft.com/office/drawing/2014/main" id="{EB2E05BA-5079-4AD9-A2D8-4E761FEFAE12}"/>
              </a:ext>
            </a:extLst>
          </p:cNvPr>
          <p:cNvSpPr>
            <a:spLocks/>
          </p:cNvSpPr>
          <p:nvPr/>
        </p:nvSpPr>
        <p:spPr>
          <a:xfrm>
            <a:off x="7251653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6758">
            <a:extLst>
              <a:ext uri="{FF2B5EF4-FFF2-40B4-BE49-F238E27FC236}">
                <a16:creationId xmlns:a16="http://schemas.microsoft.com/office/drawing/2014/main" id="{1C0293E9-C2AC-4B43-AB0D-9C78352D9DFC}"/>
              </a:ext>
            </a:extLst>
          </p:cNvPr>
          <p:cNvSpPr>
            <a:spLocks/>
          </p:cNvSpPr>
          <p:nvPr/>
        </p:nvSpPr>
        <p:spPr>
          <a:xfrm>
            <a:off x="7290677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6759">
            <a:extLst>
              <a:ext uri="{FF2B5EF4-FFF2-40B4-BE49-F238E27FC236}">
                <a16:creationId xmlns:a16="http://schemas.microsoft.com/office/drawing/2014/main" id="{AD402B49-9195-47E9-81BE-D118E2C316AB}"/>
              </a:ext>
            </a:extLst>
          </p:cNvPr>
          <p:cNvSpPr>
            <a:spLocks/>
          </p:cNvSpPr>
          <p:nvPr/>
        </p:nvSpPr>
        <p:spPr>
          <a:xfrm>
            <a:off x="7319930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6760">
            <a:extLst>
              <a:ext uri="{FF2B5EF4-FFF2-40B4-BE49-F238E27FC236}">
                <a16:creationId xmlns:a16="http://schemas.microsoft.com/office/drawing/2014/main" id="{700CB84B-DEAE-4B18-836E-E7FC277C512B}"/>
              </a:ext>
            </a:extLst>
          </p:cNvPr>
          <p:cNvSpPr>
            <a:spLocks/>
          </p:cNvSpPr>
          <p:nvPr/>
        </p:nvSpPr>
        <p:spPr>
          <a:xfrm>
            <a:off x="7383351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6761">
            <a:extLst>
              <a:ext uri="{FF2B5EF4-FFF2-40B4-BE49-F238E27FC236}">
                <a16:creationId xmlns:a16="http://schemas.microsoft.com/office/drawing/2014/main" id="{81EEAD79-2435-452C-B0E9-3108C64C73FA}"/>
              </a:ext>
            </a:extLst>
          </p:cNvPr>
          <p:cNvSpPr>
            <a:spLocks/>
          </p:cNvSpPr>
          <p:nvPr/>
        </p:nvSpPr>
        <p:spPr>
          <a:xfrm>
            <a:off x="7440923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6762">
            <a:extLst>
              <a:ext uri="{FF2B5EF4-FFF2-40B4-BE49-F238E27FC236}">
                <a16:creationId xmlns:a16="http://schemas.microsoft.com/office/drawing/2014/main" id="{34695300-01EC-4F9E-B8BE-B391F0261E2C}"/>
              </a:ext>
            </a:extLst>
          </p:cNvPr>
          <p:cNvSpPr>
            <a:spLocks/>
          </p:cNvSpPr>
          <p:nvPr/>
        </p:nvSpPr>
        <p:spPr>
          <a:xfrm>
            <a:off x="7504345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6763">
            <a:extLst>
              <a:ext uri="{FF2B5EF4-FFF2-40B4-BE49-F238E27FC236}">
                <a16:creationId xmlns:a16="http://schemas.microsoft.com/office/drawing/2014/main" id="{2B683A22-9701-43C1-AF13-1C0D5A4C59D7}"/>
              </a:ext>
            </a:extLst>
          </p:cNvPr>
          <p:cNvSpPr>
            <a:spLocks/>
          </p:cNvSpPr>
          <p:nvPr/>
        </p:nvSpPr>
        <p:spPr>
          <a:xfrm>
            <a:off x="7533597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6764">
            <a:extLst>
              <a:ext uri="{FF2B5EF4-FFF2-40B4-BE49-F238E27FC236}">
                <a16:creationId xmlns:a16="http://schemas.microsoft.com/office/drawing/2014/main" id="{E438FBA5-2C89-4272-99F8-888B14D8074C}"/>
              </a:ext>
            </a:extLst>
          </p:cNvPr>
          <p:cNvSpPr>
            <a:spLocks/>
          </p:cNvSpPr>
          <p:nvPr/>
        </p:nvSpPr>
        <p:spPr>
          <a:xfrm>
            <a:off x="7562414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6765">
            <a:extLst>
              <a:ext uri="{FF2B5EF4-FFF2-40B4-BE49-F238E27FC236}">
                <a16:creationId xmlns:a16="http://schemas.microsoft.com/office/drawing/2014/main" id="{8F3A3DCC-8DD5-49A5-B5D3-AB5C666811EB}"/>
              </a:ext>
            </a:extLst>
          </p:cNvPr>
          <p:cNvSpPr>
            <a:spLocks/>
          </p:cNvSpPr>
          <p:nvPr/>
        </p:nvSpPr>
        <p:spPr>
          <a:xfrm>
            <a:off x="7628263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6766">
            <a:extLst>
              <a:ext uri="{FF2B5EF4-FFF2-40B4-BE49-F238E27FC236}">
                <a16:creationId xmlns:a16="http://schemas.microsoft.com/office/drawing/2014/main" id="{B922AA03-34BB-41B0-9CC4-554603ACABD8}"/>
              </a:ext>
            </a:extLst>
          </p:cNvPr>
          <p:cNvSpPr>
            <a:spLocks/>
          </p:cNvSpPr>
          <p:nvPr/>
        </p:nvSpPr>
        <p:spPr>
          <a:xfrm>
            <a:off x="7697474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6767">
            <a:extLst>
              <a:ext uri="{FF2B5EF4-FFF2-40B4-BE49-F238E27FC236}">
                <a16:creationId xmlns:a16="http://schemas.microsoft.com/office/drawing/2014/main" id="{21A80FD2-CDA8-4619-9133-E087D9A4C253}"/>
              </a:ext>
            </a:extLst>
          </p:cNvPr>
          <p:cNvSpPr>
            <a:spLocks/>
          </p:cNvSpPr>
          <p:nvPr/>
        </p:nvSpPr>
        <p:spPr>
          <a:xfrm>
            <a:off x="7771227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6768">
            <a:extLst>
              <a:ext uri="{FF2B5EF4-FFF2-40B4-BE49-F238E27FC236}">
                <a16:creationId xmlns:a16="http://schemas.microsoft.com/office/drawing/2014/main" id="{1ED0975C-DA8C-467F-92E3-96A3DA9E2281}"/>
              </a:ext>
            </a:extLst>
          </p:cNvPr>
          <p:cNvSpPr>
            <a:spLocks/>
          </p:cNvSpPr>
          <p:nvPr/>
        </p:nvSpPr>
        <p:spPr>
          <a:xfrm>
            <a:off x="7853010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6769">
            <a:extLst>
              <a:ext uri="{FF2B5EF4-FFF2-40B4-BE49-F238E27FC236}">
                <a16:creationId xmlns:a16="http://schemas.microsoft.com/office/drawing/2014/main" id="{FF492FE4-5A43-418F-8DC6-E2AF90063A36}"/>
              </a:ext>
            </a:extLst>
          </p:cNvPr>
          <p:cNvSpPr>
            <a:spLocks/>
          </p:cNvSpPr>
          <p:nvPr/>
        </p:nvSpPr>
        <p:spPr>
          <a:xfrm>
            <a:off x="792201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6770">
            <a:extLst>
              <a:ext uri="{FF2B5EF4-FFF2-40B4-BE49-F238E27FC236}">
                <a16:creationId xmlns:a16="http://schemas.microsoft.com/office/drawing/2014/main" id="{AE75DEE5-52CF-42EF-8D3B-A1BD920B57CD}"/>
              </a:ext>
            </a:extLst>
          </p:cNvPr>
          <p:cNvSpPr>
            <a:spLocks/>
          </p:cNvSpPr>
          <p:nvPr/>
        </p:nvSpPr>
        <p:spPr>
          <a:xfrm>
            <a:off x="7967241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6771">
            <a:extLst>
              <a:ext uri="{FF2B5EF4-FFF2-40B4-BE49-F238E27FC236}">
                <a16:creationId xmlns:a16="http://schemas.microsoft.com/office/drawing/2014/main" id="{D31C6D3A-B481-487A-B1F3-E073FBE910D9}"/>
              </a:ext>
            </a:extLst>
          </p:cNvPr>
          <p:cNvSpPr>
            <a:spLocks/>
          </p:cNvSpPr>
          <p:nvPr/>
        </p:nvSpPr>
        <p:spPr>
          <a:xfrm>
            <a:off x="7989765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6772">
            <a:extLst>
              <a:ext uri="{FF2B5EF4-FFF2-40B4-BE49-F238E27FC236}">
                <a16:creationId xmlns:a16="http://schemas.microsoft.com/office/drawing/2014/main" id="{D66B6E3D-4D98-4312-8C46-1CD49D401848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19" name="data_6773">
            <a:extLst>
              <a:ext uri="{FF2B5EF4-FFF2-40B4-BE49-F238E27FC236}">
                <a16:creationId xmlns:a16="http://schemas.microsoft.com/office/drawing/2014/main" id="{7E65DDAA-89EF-4FBF-B82E-A6B49106D055}"/>
              </a:ext>
            </a:extLst>
          </p:cNvPr>
          <p:cNvSpPr>
            <a:spLocks/>
          </p:cNvSpPr>
          <p:nvPr/>
        </p:nvSpPr>
        <p:spPr>
          <a:xfrm>
            <a:off x="5659665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0" name="text_6774">
            <a:extLst>
              <a:ext uri="{FF2B5EF4-FFF2-40B4-BE49-F238E27FC236}">
                <a16:creationId xmlns:a16="http://schemas.microsoft.com/office/drawing/2014/main" id="{DCACDA4D-4158-47C2-B634-BE6A4267E3E1}"/>
              </a:ext>
            </a:extLst>
          </p:cNvPr>
          <p:cNvSpPr>
            <a:spLocks/>
          </p:cNvSpPr>
          <p:nvPr/>
        </p:nvSpPr>
        <p:spPr>
          <a:xfrm>
            <a:off x="5435941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6775">
            <a:extLst>
              <a:ext uri="{FF2B5EF4-FFF2-40B4-BE49-F238E27FC236}">
                <a16:creationId xmlns:a16="http://schemas.microsoft.com/office/drawing/2014/main" id="{52CD6800-F9E8-4A8D-B78F-C7FE74F7EA1E}"/>
              </a:ext>
            </a:extLst>
          </p:cNvPr>
          <p:cNvSpPr>
            <a:spLocks/>
          </p:cNvSpPr>
          <p:nvPr/>
        </p:nvSpPr>
        <p:spPr>
          <a:xfrm>
            <a:off x="5704001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2" name="data_6776">
            <a:extLst>
              <a:ext uri="{FF2B5EF4-FFF2-40B4-BE49-F238E27FC236}">
                <a16:creationId xmlns:a16="http://schemas.microsoft.com/office/drawing/2014/main" id="{5C9E62BF-4205-46B3-A7BE-ECDE896011CF}"/>
              </a:ext>
            </a:extLst>
          </p:cNvPr>
          <p:cNvSpPr>
            <a:spLocks/>
          </p:cNvSpPr>
          <p:nvPr/>
        </p:nvSpPr>
        <p:spPr>
          <a:xfrm>
            <a:off x="5659665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3" name="text_6777">
            <a:extLst>
              <a:ext uri="{FF2B5EF4-FFF2-40B4-BE49-F238E27FC236}">
                <a16:creationId xmlns:a16="http://schemas.microsoft.com/office/drawing/2014/main" id="{1DD63410-695C-45B4-845A-84B40DDB32E7}"/>
              </a:ext>
            </a:extLst>
          </p:cNvPr>
          <p:cNvSpPr>
            <a:spLocks/>
          </p:cNvSpPr>
          <p:nvPr/>
        </p:nvSpPr>
        <p:spPr>
          <a:xfrm>
            <a:off x="5435941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6778">
            <a:extLst>
              <a:ext uri="{FF2B5EF4-FFF2-40B4-BE49-F238E27FC236}">
                <a16:creationId xmlns:a16="http://schemas.microsoft.com/office/drawing/2014/main" id="{E64875FD-7EEB-4FFC-9C35-984E207337BE}"/>
              </a:ext>
            </a:extLst>
          </p:cNvPr>
          <p:cNvSpPr>
            <a:spLocks/>
          </p:cNvSpPr>
          <p:nvPr/>
        </p:nvSpPr>
        <p:spPr>
          <a:xfrm>
            <a:off x="5704001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5" name="data_6779">
            <a:extLst>
              <a:ext uri="{FF2B5EF4-FFF2-40B4-BE49-F238E27FC236}">
                <a16:creationId xmlns:a16="http://schemas.microsoft.com/office/drawing/2014/main" id="{6F3A782F-E7EF-45CE-A2A7-230EC42CEB34}"/>
              </a:ext>
            </a:extLst>
          </p:cNvPr>
          <p:cNvSpPr>
            <a:spLocks/>
          </p:cNvSpPr>
          <p:nvPr/>
        </p:nvSpPr>
        <p:spPr>
          <a:xfrm>
            <a:off x="5659665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6" name="text_6780">
            <a:extLst>
              <a:ext uri="{FF2B5EF4-FFF2-40B4-BE49-F238E27FC236}">
                <a16:creationId xmlns:a16="http://schemas.microsoft.com/office/drawing/2014/main" id="{650EF0B3-D133-4EAB-8C99-DF5616B3E9DD}"/>
              </a:ext>
            </a:extLst>
          </p:cNvPr>
          <p:cNvSpPr>
            <a:spLocks/>
          </p:cNvSpPr>
          <p:nvPr/>
        </p:nvSpPr>
        <p:spPr>
          <a:xfrm>
            <a:off x="5435941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6781">
            <a:extLst>
              <a:ext uri="{FF2B5EF4-FFF2-40B4-BE49-F238E27FC236}">
                <a16:creationId xmlns:a16="http://schemas.microsoft.com/office/drawing/2014/main" id="{20FA9137-B8EB-4824-8DAA-F02E7DACBC7E}"/>
              </a:ext>
            </a:extLst>
          </p:cNvPr>
          <p:cNvSpPr>
            <a:spLocks/>
          </p:cNvSpPr>
          <p:nvPr/>
        </p:nvSpPr>
        <p:spPr>
          <a:xfrm rot="-5400000">
            <a:off x="5166733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6782">
            <a:extLst>
              <a:ext uri="{FF2B5EF4-FFF2-40B4-BE49-F238E27FC236}">
                <a16:creationId xmlns:a16="http://schemas.microsoft.com/office/drawing/2014/main" id="{F728B920-8453-4F63-974B-3A25866F3E2D}"/>
              </a:ext>
            </a:extLst>
          </p:cNvPr>
          <p:cNvSpPr>
            <a:spLocks/>
          </p:cNvSpPr>
          <p:nvPr/>
        </p:nvSpPr>
        <p:spPr>
          <a:xfrm>
            <a:off x="6246926" y="4871892"/>
            <a:ext cx="706664" cy="548150"/>
          </a:xfrm>
          <a:custGeom>
            <a:avLst/>
            <a:gdLst/>
            <a:ahLst/>
            <a:cxnLst/>
            <a:rect l="0" t="0" r="0" b="0"/>
            <a:pathLst>
              <a:path w="706664" h="548150">
                <a:moveTo>
                  <a:pt x="0" y="548150"/>
                </a:moveTo>
                <a:lnTo>
                  <a:pt x="706664" y="548150"/>
                </a:lnTo>
                <a:lnTo>
                  <a:pt x="706664" y="0"/>
                </a:lnTo>
                <a:lnTo>
                  <a:pt x="0" y="0"/>
                </a:lnTo>
                <a:lnTo>
                  <a:pt x="0" y="54815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6783">
            <a:extLst>
              <a:ext uri="{FF2B5EF4-FFF2-40B4-BE49-F238E27FC236}">
                <a16:creationId xmlns:a16="http://schemas.microsoft.com/office/drawing/2014/main" id="{7FBEC08E-F4D0-4F2F-9D2B-BA7DBAE37D17}"/>
              </a:ext>
            </a:extLst>
          </p:cNvPr>
          <p:cNvSpPr>
            <a:spLocks/>
          </p:cNvSpPr>
          <p:nvPr/>
        </p:nvSpPr>
        <p:spPr>
          <a:xfrm>
            <a:off x="7074240" y="4607374"/>
            <a:ext cx="706664" cy="812669"/>
          </a:xfrm>
          <a:custGeom>
            <a:avLst/>
            <a:gdLst/>
            <a:ahLst/>
            <a:cxnLst/>
            <a:rect l="0" t="0" r="0" b="0"/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6784">
            <a:extLst>
              <a:ext uri="{FF2B5EF4-FFF2-40B4-BE49-F238E27FC236}">
                <a16:creationId xmlns:a16="http://schemas.microsoft.com/office/drawing/2014/main" id="{F6EA1859-594E-4FBD-8433-A0344C3A52C3}"/>
              </a:ext>
            </a:extLst>
          </p:cNvPr>
          <p:cNvSpPr>
            <a:spLocks/>
          </p:cNvSpPr>
          <p:nvPr/>
        </p:nvSpPr>
        <p:spPr>
          <a:xfrm>
            <a:off x="7901554" y="4435553"/>
            <a:ext cx="706664" cy="984489"/>
          </a:xfrm>
          <a:custGeom>
            <a:avLst/>
            <a:gdLst/>
            <a:ahLst/>
            <a:cxnLst/>
            <a:rect l="0" t="0" r="0" b="0"/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6785">
            <a:extLst>
              <a:ext uri="{FF2B5EF4-FFF2-40B4-BE49-F238E27FC236}">
                <a16:creationId xmlns:a16="http://schemas.microsoft.com/office/drawing/2014/main" id="{2BF480BE-7EE2-43D5-97C1-04DE1DF3DA76}"/>
              </a:ext>
            </a:extLst>
          </p:cNvPr>
          <p:cNvSpPr>
            <a:spLocks/>
          </p:cNvSpPr>
          <p:nvPr/>
        </p:nvSpPr>
        <p:spPr>
          <a:xfrm>
            <a:off x="644530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786">
            <a:extLst>
              <a:ext uri="{FF2B5EF4-FFF2-40B4-BE49-F238E27FC236}">
                <a16:creationId xmlns:a16="http://schemas.microsoft.com/office/drawing/2014/main" id="{D21ED552-51C6-4E5E-9B97-245B8CEEBDC1}"/>
              </a:ext>
            </a:extLst>
          </p:cNvPr>
          <p:cNvSpPr>
            <a:spLocks/>
          </p:cNvSpPr>
          <p:nvPr/>
        </p:nvSpPr>
        <p:spPr>
          <a:xfrm>
            <a:off x="6672821" y="4385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787">
            <a:extLst>
              <a:ext uri="{FF2B5EF4-FFF2-40B4-BE49-F238E27FC236}">
                <a16:creationId xmlns:a16="http://schemas.microsoft.com/office/drawing/2014/main" id="{C6F8FBF6-D780-48D3-A3A8-7AC8FEE0F3FC}"/>
              </a:ext>
            </a:extLst>
          </p:cNvPr>
          <p:cNvSpPr>
            <a:spLocks/>
          </p:cNvSpPr>
          <p:nvPr/>
        </p:nvSpPr>
        <p:spPr>
          <a:xfrm>
            <a:off x="63570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788">
            <a:extLst>
              <a:ext uri="{FF2B5EF4-FFF2-40B4-BE49-F238E27FC236}">
                <a16:creationId xmlns:a16="http://schemas.microsoft.com/office/drawing/2014/main" id="{03E7D5BB-81F3-447E-8608-6294CFEA5340}"/>
              </a:ext>
            </a:extLst>
          </p:cNvPr>
          <p:cNvSpPr>
            <a:spLocks/>
          </p:cNvSpPr>
          <p:nvPr/>
        </p:nvSpPr>
        <p:spPr>
          <a:xfrm>
            <a:off x="654870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789">
            <a:extLst>
              <a:ext uri="{FF2B5EF4-FFF2-40B4-BE49-F238E27FC236}">
                <a16:creationId xmlns:a16="http://schemas.microsoft.com/office/drawing/2014/main" id="{FF1667B2-15CC-4083-AC45-6739EB7DCC5B}"/>
              </a:ext>
            </a:extLst>
          </p:cNvPr>
          <p:cNvSpPr>
            <a:spLocks/>
          </p:cNvSpPr>
          <p:nvPr/>
        </p:nvSpPr>
        <p:spPr>
          <a:xfrm>
            <a:off x="640009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790">
            <a:extLst>
              <a:ext uri="{FF2B5EF4-FFF2-40B4-BE49-F238E27FC236}">
                <a16:creationId xmlns:a16="http://schemas.microsoft.com/office/drawing/2014/main" id="{A86471C5-86B2-45E8-8CF8-AB665F772282}"/>
              </a:ext>
            </a:extLst>
          </p:cNvPr>
          <p:cNvSpPr>
            <a:spLocks/>
          </p:cNvSpPr>
          <p:nvPr/>
        </p:nvSpPr>
        <p:spPr>
          <a:xfrm>
            <a:off x="6739782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791">
            <a:extLst>
              <a:ext uri="{FF2B5EF4-FFF2-40B4-BE49-F238E27FC236}">
                <a16:creationId xmlns:a16="http://schemas.microsoft.com/office/drawing/2014/main" id="{7BDA61D1-42D8-48E7-AE6C-4F70975D6502}"/>
              </a:ext>
            </a:extLst>
          </p:cNvPr>
          <p:cNvSpPr>
            <a:spLocks/>
          </p:cNvSpPr>
          <p:nvPr/>
        </p:nvSpPr>
        <p:spPr>
          <a:xfrm>
            <a:off x="6615792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792">
            <a:extLst>
              <a:ext uri="{FF2B5EF4-FFF2-40B4-BE49-F238E27FC236}">
                <a16:creationId xmlns:a16="http://schemas.microsoft.com/office/drawing/2014/main" id="{B4732706-7915-42AA-8FD5-C4001C2E95F6}"/>
              </a:ext>
            </a:extLst>
          </p:cNvPr>
          <p:cNvSpPr>
            <a:spLocks/>
          </p:cNvSpPr>
          <p:nvPr/>
        </p:nvSpPr>
        <p:spPr>
          <a:xfrm>
            <a:off x="6558209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793">
            <a:extLst>
              <a:ext uri="{FF2B5EF4-FFF2-40B4-BE49-F238E27FC236}">
                <a16:creationId xmlns:a16="http://schemas.microsoft.com/office/drawing/2014/main" id="{D24FC5B4-1A53-4173-8B67-0538477AFDEF}"/>
              </a:ext>
            </a:extLst>
          </p:cNvPr>
          <p:cNvSpPr>
            <a:spLocks/>
          </p:cNvSpPr>
          <p:nvPr/>
        </p:nvSpPr>
        <p:spPr>
          <a:xfrm>
            <a:off x="638503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794">
            <a:extLst>
              <a:ext uri="{FF2B5EF4-FFF2-40B4-BE49-F238E27FC236}">
                <a16:creationId xmlns:a16="http://schemas.microsoft.com/office/drawing/2014/main" id="{C65146D1-899E-4693-AD4E-7318375667DB}"/>
              </a:ext>
            </a:extLst>
          </p:cNvPr>
          <p:cNvSpPr>
            <a:spLocks/>
          </p:cNvSpPr>
          <p:nvPr/>
        </p:nvSpPr>
        <p:spPr>
          <a:xfrm>
            <a:off x="649347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795">
            <a:extLst>
              <a:ext uri="{FF2B5EF4-FFF2-40B4-BE49-F238E27FC236}">
                <a16:creationId xmlns:a16="http://schemas.microsoft.com/office/drawing/2014/main" id="{B1DFCFF4-B721-4800-A838-618075345E63}"/>
              </a:ext>
            </a:extLst>
          </p:cNvPr>
          <p:cNvSpPr>
            <a:spLocks/>
          </p:cNvSpPr>
          <p:nvPr/>
        </p:nvSpPr>
        <p:spPr>
          <a:xfrm>
            <a:off x="65045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796">
            <a:extLst>
              <a:ext uri="{FF2B5EF4-FFF2-40B4-BE49-F238E27FC236}">
                <a16:creationId xmlns:a16="http://schemas.microsoft.com/office/drawing/2014/main" id="{09B25734-CB4E-4587-8EF1-2A00C5A1ED6D}"/>
              </a:ext>
            </a:extLst>
          </p:cNvPr>
          <p:cNvSpPr>
            <a:spLocks/>
          </p:cNvSpPr>
          <p:nvPr/>
        </p:nvSpPr>
        <p:spPr>
          <a:xfrm>
            <a:off x="6575927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797">
            <a:extLst>
              <a:ext uri="{FF2B5EF4-FFF2-40B4-BE49-F238E27FC236}">
                <a16:creationId xmlns:a16="http://schemas.microsoft.com/office/drawing/2014/main" id="{C75F7B32-8986-4227-927A-EC81FDD12D19}"/>
              </a:ext>
            </a:extLst>
          </p:cNvPr>
          <p:cNvSpPr>
            <a:spLocks/>
          </p:cNvSpPr>
          <p:nvPr/>
        </p:nvSpPr>
        <p:spPr>
          <a:xfrm>
            <a:off x="67170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798">
            <a:extLst>
              <a:ext uri="{FF2B5EF4-FFF2-40B4-BE49-F238E27FC236}">
                <a16:creationId xmlns:a16="http://schemas.microsoft.com/office/drawing/2014/main" id="{C77A4C00-B0DF-4F95-A784-F733415C5F8D}"/>
              </a:ext>
            </a:extLst>
          </p:cNvPr>
          <p:cNvSpPr>
            <a:spLocks/>
          </p:cNvSpPr>
          <p:nvPr/>
        </p:nvSpPr>
        <p:spPr>
          <a:xfrm>
            <a:off x="65968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799">
            <a:extLst>
              <a:ext uri="{FF2B5EF4-FFF2-40B4-BE49-F238E27FC236}">
                <a16:creationId xmlns:a16="http://schemas.microsoft.com/office/drawing/2014/main" id="{249C1B02-DFD4-44EC-82E6-6B2455243C85}"/>
              </a:ext>
            </a:extLst>
          </p:cNvPr>
          <p:cNvSpPr>
            <a:spLocks/>
          </p:cNvSpPr>
          <p:nvPr/>
        </p:nvSpPr>
        <p:spPr>
          <a:xfrm>
            <a:off x="6781964" y="45179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800">
            <a:extLst>
              <a:ext uri="{FF2B5EF4-FFF2-40B4-BE49-F238E27FC236}">
                <a16:creationId xmlns:a16="http://schemas.microsoft.com/office/drawing/2014/main" id="{C844A9A5-49B7-42DF-A9BB-EBCB7FCEE3EB}"/>
              </a:ext>
            </a:extLst>
          </p:cNvPr>
          <p:cNvSpPr>
            <a:spLocks/>
          </p:cNvSpPr>
          <p:nvPr/>
        </p:nvSpPr>
        <p:spPr>
          <a:xfrm>
            <a:off x="64045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801">
            <a:extLst>
              <a:ext uri="{FF2B5EF4-FFF2-40B4-BE49-F238E27FC236}">
                <a16:creationId xmlns:a16="http://schemas.microsoft.com/office/drawing/2014/main" id="{6C6EF36B-D390-466A-ABA4-111EADF7D328}"/>
              </a:ext>
            </a:extLst>
          </p:cNvPr>
          <p:cNvSpPr>
            <a:spLocks/>
          </p:cNvSpPr>
          <p:nvPr/>
        </p:nvSpPr>
        <p:spPr>
          <a:xfrm>
            <a:off x="6367737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802">
            <a:extLst>
              <a:ext uri="{FF2B5EF4-FFF2-40B4-BE49-F238E27FC236}">
                <a16:creationId xmlns:a16="http://schemas.microsoft.com/office/drawing/2014/main" id="{5E860AE1-2F97-4C89-83A6-3118A73508FD}"/>
              </a:ext>
            </a:extLst>
          </p:cNvPr>
          <p:cNvSpPr>
            <a:spLocks/>
          </p:cNvSpPr>
          <p:nvPr/>
        </p:nvSpPr>
        <p:spPr>
          <a:xfrm>
            <a:off x="667984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803">
            <a:extLst>
              <a:ext uri="{FF2B5EF4-FFF2-40B4-BE49-F238E27FC236}">
                <a16:creationId xmlns:a16="http://schemas.microsoft.com/office/drawing/2014/main" id="{F5D2B779-B8A0-42F8-9BA4-6336A9964BA9}"/>
              </a:ext>
            </a:extLst>
          </p:cNvPr>
          <p:cNvSpPr>
            <a:spLocks/>
          </p:cNvSpPr>
          <p:nvPr/>
        </p:nvSpPr>
        <p:spPr>
          <a:xfrm>
            <a:off x="675161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804">
            <a:extLst>
              <a:ext uri="{FF2B5EF4-FFF2-40B4-BE49-F238E27FC236}">
                <a16:creationId xmlns:a16="http://schemas.microsoft.com/office/drawing/2014/main" id="{6956D227-D278-4C05-A63E-365AE5210FCA}"/>
              </a:ext>
            </a:extLst>
          </p:cNvPr>
          <p:cNvSpPr>
            <a:spLocks/>
          </p:cNvSpPr>
          <p:nvPr/>
        </p:nvSpPr>
        <p:spPr>
          <a:xfrm>
            <a:off x="68029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805">
            <a:extLst>
              <a:ext uri="{FF2B5EF4-FFF2-40B4-BE49-F238E27FC236}">
                <a16:creationId xmlns:a16="http://schemas.microsoft.com/office/drawing/2014/main" id="{448876AC-E1F2-466E-9BF4-2009D9DA04A7}"/>
              </a:ext>
            </a:extLst>
          </p:cNvPr>
          <p:cNvSpPr>
            <a:spLocks/>
          </p:cNvSpPr>
          <p:nvPr/>
        </p:nvSpPr>
        <p:spPr>
          <a:xfrm>
            <a:off x="6769176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806">
            <a:extLst>
              <a:ext uri="{FF2B5EF4-FFF2-40B4-BE49-F238E27FC236}">
                <a16:creationId xmlns:a16="http://schemas.microsoft.com/office/drawing/2014/main" id="{347DF67D-D865-48BB-B2C6-1FFEA295546E}"/>
              </a:ext>
            </a:extLst>
          </p:cNvPr>
          <p:cNvSpPr>
            <a:spLocks/>
          </p:cNvSpPr>
          <p:nvPr/>
        </p:nvSpPr>
        <p:spPr>
          <a:xfrm>
            <a:off x="65855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807">
            <a:extLst>
              <a:ext uri="{FF2B5EF4-FFF2-40B4-BE49-F238E27FC236}">
                <a16:creationId xmlns:a16="http://schemas.microsoft.com/office/drawing/2014/main" id="{AAC514E3-F3FD-40D5-A269-DBF241F42255}"/>
              </a:ext>
            </a:extLst>
          </p:cNvPr>
          <p:cNvSpPr>
            <a:spLocks/>
          </p:cNvSpPr>
          <p:nvPr/>
        </p:nvSpPr>
        <p:spPr>
          <a:xfrm>
            <a:off x="6723915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808">
            <a:extLst>
              <a:ext uri="{FF2B5EF4-FFF2-40B4-BE49-F238E27FC236}">
                <a16:creationId xmlns:a16="http://schemas.microsoft.com/office/drawing/2014/main" id="{5E09EC88-470F-4906-B0BA-585F9B4CF8CC}"/>
              </a:ext>
            </a:extLst>
          </p:cNvPr>
          <p:cNvSpPr>
            <a:spLocks/>
          </p:cNvSpPr>
          <p:nvPr/>
        </p:nvSpPr>
        <p:spPr>
          <a:xfrm>
            <a:off x="6331480" y="4927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809">
            <a:extLst>
              <a:ext uri="{FF2B5EF4-FFF2-40B4-BE49-F238E27FC236}">
                <a16:creationId xmlns:a16="http://schemas.microsoft.com/office/drawing/2014/main" id="{F983C29C-7369-4387-93EF-DBA00A9BA45C}"/>
              </a:ext>
            </a:extLst>
          </p:cNvPr>
          <p:cNvSpPr>
            <a:spLocks/>
          </p:cNvSpPr>
          <p:nvPr/>
        </p:nvSpPr>
        <p:spPr>
          <a:xfrm>
            <a:off x="63252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810">
            <a:extLst>
              <a:ext uri="{FF2B5EF4-FFF2-40B4-BE49-F238E27FC236}">
                <a16:creationId xmlns:a16="http://schemas.microsoft.com/office/drawing/2014/main" id="{19A78957-FC00-4D9C-8C20-47DCA6BC1F17}"/>
              </a:ext>
            </a:extLst>
          </p:cNvPr>
          <p:cNvSpPr>
            <a:spLocks/>
          </p:cNvSpPr>
          <p:nvPr/>
        </p:nvSpPr>
        <p:spPr>
          <a:xfrm>
            <a:off x="6702430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811">
            <a:extLst>
              <a:ext uri="{FF2B5EF4-FFF2-40B4-BE49-F238E27FC236}">
                <a16:creationId xmlns:a16="http://schemas.microsoft.com/office/drawing/2014/main" id="{53C42174-319D-4520-908D-F43E0DCE0CBC}"/>
              </a:ext>
            </a:extLst>
          </p:cNvPr>
          <p:cNvSpPr>
            <a:spLocks/>
          </p:cNvSpPr>
          <p:nvPr/>
        </p:nvSpPr>
        <p:spPr>
          <a:xfrm>
            <a:off x="67530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812">
            <a:extLst>
              <a:ext uri="{FF2B5EF4-FFF2-40B4-BE49-F238E27FC236}">
                <a16:creationId xmlns:a16="http://schemas.microsoft.com/office/drawing/2014/main" id="{A05B6C7F-9768-43AB-A9C3-A30E8D9D67F1}"/>
              </a:ext>
            </a:extLst>
          </p:cNvPr>
          <p:cNvSpPr>
            <a:spLocks/>
          </p:cNvSpPr>
          <p:nvPr/>
        </p:nvSpPr>
        <p:spPr>
          <a:xfrm>
            <a:off x="67022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813">
            <a:extLst>
              <a:ext uri="{FF2B5EF4-FFF2-40B4-BE49-F238E27FC236}">
                <a16:creationId xmlns:a16="http://schemas.microsoft.com/office/drawing/2014/main" id="{71F9638A-282C-49EC-8FB9-3D3315A97DD8}"/>
              </a:ext>
            </a:extLst>
          </p:cNvPr>
          <p:cNvSpPr>
            <a:spLocks/>
          </p:cNvSpPr>
          <p:nvPr/>
        </p:nvSpPr>
        <p:spPr>
          <a:xfrm>
            <a:off x="66307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814">
            <a:extLst>
              <a:ext uri="{FF2B5EF4-FFF2-40B4-BE49-F238E27FC236}">
                <a16:creationId xmlns:a16="http://schemas.microsoft.com/office/drawing/2014/main" id="{DF71FDA7-3C94-4918-9544-EFD5D66A04EB}"/>
              </a:ext>
            </a:extLst>
          </p:cNvPr>
          <p:cNvSpPr>
            <a:spLocks/>
          </p:cNvSpPr>
          <p:nvPr/>
        </p:nvSpPr>
        <p:spPr>
          <a:xfrm>
            <a:off x="64377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815">
            <a:extLst>
              <a:ext uri="{FF2B5EF4-FFF2-40B4-BE49-F238E27FC236}">
                <a16:creationId xmlns:a16="http://schemas.microsoft.com/office/drawing/2014/main" id="{CFC15C46-4DBB-446B-9985-E4A40CFA8AB1}"/>
              </a:ext>
            </a:extLst>
          </p:cNvPr>
          <p:cNvSpPr>
            <a:spLocks/>
          </p:cNvSpPr>
          <p:nvPr/>
        </p:nvSpPr>
        <p:spPr>
          <a:xfrm>
            <a:off x="6745179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816">
            <a:extLst>
              <a:ext uri="{FF2B5EF4-FFF2-40B4-BE49-F238E27FC236}">
                <a16:creationId xmlns:a16="http://schemas.microsoft.com/office/drawing/2014/main" id="{14D1FFD4-300E-4D33-843E-1E475778D9A0}"/>
              </a:ext>
            </a:extLst>
          </p:cNvPr>
          <p:cNvSpPr>
            <a:spLocks/>
          </p:cNvSpPr>
          <p:nvPr/>
        </p:nvSpPr>
        <p:spPr>
          <a:xfrm>
            <a:off x="66316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817">
            <a:extLst>
              <a:ext uri="{FF2B5EF4-FFF2-40B4-BE49-F238E27FC236}">
                <a16:creationId xmlns:a16="http://schemas.microsoft.com/office/drawing/2014/main" id="{EA7C06FE-71D0-46AC-AB3B-A5440B3CD4C7}"/>
              </a:ext>
            </a:extLst>
          </p:cNvPr>
          <p:cNvSpPr>
            <a:spLocks/>
          </p:cNvSpPr>
          <p:nvPr/>
        </p:nvSpPr>
        <p:spPr>
          <a:xfrm>
            <a:off x="6427622" y="53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818">
            <a:extLst>
              <a:ext uri="{FF2B5EF4-FFF2-40B4-BE49-F238E27FC236}">
                <a16:creationId xmlns:a16="http://schemas.microsoft.com/office/drawing/2014/main" id="{61B0F7AE-5728-4CCE-8C5F-5B11F3801F55}"/>
              </a:ext>
            </a:extLst>
          </p:cNvPr>
          <p:cNvSpPr>
            <a:spLocks/>
          </p:cNvSpPr>
          <p:nvPr/>
        </p:nvSpPr>
        <p:spPr>
          <a:xfrm>
            <a:off x="6687019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819">
            <a:extLst>
              <a:ext uri="{FF2B5EF4-FFF2-40B4-BE49-F238E27FC236}">
                <a16:creationId xmlns:a16="http://schemas.microsoft.com/office/drawing/2014/main" id="{3FAAC288-D6B5-4544-B9D6-A2A1A2611E0B}"/>
              </a:ext>
            </a:extLst>
          </p:cNvPr>
          <p:cNvSpPr>
            <a:spLocks/>
          </p:cNvSpPr>
          <p:nvPr/>
        </p:nvSpPr>
        <p:spPr>
          <a:xfrm>
            <a:off x="648024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820">
            <a:extLst>
              <a:ext uri="{FF2B5EF4-FFF2-40B4-BE49-F238E27FC236}">
                <a16:creationId xmlns:a16="http://schemas.microsoft.com/office/drawing/2014/main" id="{50287153-46F3-42F6-A519-9D2CFC828FF9}"/>
              </a:ext>
            </a:extLst>
          </p:cNvPr>
          <p:cNvSpPr>
            <a:spLocks/>
          </p:cNvSpPr>
          <p:nvPr/>
        </p:nvSpPr>
        <p:spPr>
          <a:xfrm>
            <a:off x="63661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821">
            <a:extLst>
              <a:ext uri="{FF2B5EF4-FFF2-40B4-BE49-F238E27FC236}">
                <a16:creationId xmlns:a16="http://schemas.microsoft.com/office/drawing/2014/main" id="{80E1BB3D-21D9-4227-9726-866DE054B6AA}"/>
              </a:ext>
            </a:extLst>
          </p:cNvPr>
          <p:cNvSpPr>
            <a:spLocks/>
          </p:cNvSpPr>
          <p:nvPr/>
        </p:nvSpPr>
        <p:spPr>
          <a:xfrm>
            <a:off x="671865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822">
            <a:extLst>
              <a:ext uri="{FF2B5EF4-FFF2-40B4-BE49-F238E27FC236}">
                <a16:creationId xmlns:a16="http://schemas.microsoft.com/office/drawing/2014/main" id="{4D586724-9A3E-472E-A479-CBBD43705DA6}"/>
              </a:ext>
            </a:extLst>
          </p:cNvPr>
          <p:cNvSpPr>
            <a:spLocks/>
          </p:cNvSpPr>
          <p:nvPr/>
        </p:nvSpPr>
        <p:spPr>
          <a:xfrm>
            <a:off x="6568926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823">
            <a:extLst>
              <a:ext uri="{FF2B5EF4-FFF2-40B4-BE49-F238E27FC236}">
                <a16:creationId xmlns:a16="http://schemas.microsoft.com/office/drawing/2014/main" id="{3B924D79-CEC8-47ED-8D87-17E2D453285E}"/>
              </a:ext>
            </a:extLst>
          </p:cNvPr>
          <p:cNvSpPr>
            <a:spLocks/>
          </p:cNvSpPr>
          <p:nvPr/>
        </p:nvSpPr>
        <p:spPr>
          <a:xfrm>
            <a:off x="64762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824">
            <a:extLst>
              <a:ext uri="{FF2B5EF4-FFF2-40B4-BE49-F238E27FC236}">
                <a16:creationId xmlns:a16="http://schemas.microsoft.com/office/drawing/2014/main" id="{0E34D767-65C9-4BDB-86DC-6F70278F6FEB}"/>
              </a:ext>
            </a:extLst>
          </p:cNvPr>
          <p:cNvSpPr>
            <a:spLocks/>
          </p:cNvSpPr>
          <p:nvPr/>
        </p:nvSpPr>
        <p:spPr>
          <a:xfrm>
            <a:off x="6352841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825">
            <a:extLst>
              <a:ext uri="{FF2B5EF4-FFF2-40B4-BE49-F238E27FC236}">
                <a16:creationId xmlns:a16="http://schemas.microsoft.com/office/drawing/2014/main" id="{1ECAABA6-1EFA-41DF-BA10-75561EF7697F}"/>
              </a:ext>
            </a:extLst>
          </p:cNvPr>
          <p:cNvSpPr>
            <a:spLocks/>
          </p:cNvSpPr>
          <p:nvPr/>
        </p:nvSpPr>
        <p:spPr>
          <a:xfrm>
            <a:off x="6785420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826">
            <a:extLst>
              <a:ext uri="{FF2B5EF4-FFF2-40B4-BE49-F238E27FC236}">
                <a16:creationId xmlns:a16="http://schemas.microsoft.com/office/drawing/2014/main" id="{0584BE66-AD9B-4BC0-A87E-58AED0D55A58}"/>
              </a:ext>
            </a:extLst>
          </p:cNvPr>
          <p:cNvSpPr>
            <a:spLocks/>
          </p:cNvSpPr>
          <p:nvPr/>
        </p:nvSpPr>
        <p:spPr>
          <a:xfrm>
            <a:off x="648378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827">
            <a:extLst>
              <a:ext uri="{FF2B5EF4-FFF2-40B4-BE49-F238E27FC236}">
                <a16:creationId xmlns:a16="http://schemas.microsoft.com/office/drawing/2014/main" id="{6786876F-7A5C-41D1-BBBB-D95D9661AE17}"/>
              </a:ext>
            </a:extLst>
          </p:cNvPr>
          <p:cNvSpPr>
            <a:spLocks/>
          </p:cNvSpPr>
          <p:nvPr/>
        </p:nvSpPr>
        <p:spPr>
          <a:xfrm>
            <a:off x="67202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828">
            <a:extLst>
              <a:ext uri="{FF2B5EF4-FFF2-40B4-BE49-F238E27FC236}">
                <a16:creationId xmlns:a16="http://schemas.microsoft.com/office/drawing/2014/main" id="{3BFAF3BA-D906-481A-81DC-BF0A740ED96E}"/>
              </a:ext>
            </a:extLst>
          </p:cNvPr>
          <p:cNvSpPr>
            <a:spLocks/>
          </p:cNvSpPr>
          <p:nvPr/>
        </p:nvSpPr>
        <p:spPr>
          <a:xfrm>
            <a:off x="658093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829">
            <a:extLst>
              <a:ext uri="{FF2B5EF4-FFF2-40B4-BE49-F238E27FC236}">
                <a16:creationId xmlns:a16="http://schemas.microsoft.com/office/drawing/2014/main" id="{7DE6164C-0259-4AE8-92B6-E324274285FE}"/>
              </a:ext>
            </a:extLst>
          </p:cNvPr>
          <p:cNvSpPr>
            <a:spLocks/>
          </p:cNvSpPr>
          <p:nvPr/>
        </p:nvSpPr>
        <p:spPr>
          <a:xfrm>
            <a:off x="633037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830">
            <a:extLst>
              <a:ext uri="{FF2B5EF4-FFF2-40B4-BE49-F238E27FC236}">
                <a16:creationId xmlns:a16="http://schemas.microsoft.com/office/drawing/2014/main" id="{59073A84-729B-4717-B3D1-C00A144B4697}"/>
              </a:ext>
            </a:extLst>
          </p:cNvPr>
          <p:cNvSpPr>
            <a:spLocks/>
          </p:cNvSpPr>
          <p:nvPr/>
        </p:nvSpPr>
        <p:spPr>
          <a:xfrm>
            <a:off x="644213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831">
            <a:extLst>
              <a:ext uri="{FF2B5EF4-FFF2-40B4-BE49-F238E27FC236}">
                <a16:creationId xmlns:a16="http://schemas.microsoft.com/office/drawing/2014/main" id="{ED5D2418-A206-4AE4-BC43-052AB18EC76E}"/>
              </a:ext>
            </a:extLst>
          </p:cNvPr>
          <p:cNvSpPr>
            <a:spLocks/>
          </p:cNvSpPr>
          <p:nvPr/>
        </p:nvSpPr>
        <p:spPr>
          <a:xfrm>
            <a:off x="635721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832">
            <a:extLst>
              <a:ext uri="{FF2B5EF4-FFF2-40B4-BE49-F238E27FC236}">
                <a16:creationId xmlns:a16="http://schemas.microsoft.com/office/drawing/2014/main" id="{FAB1301E-0F56-42FA-B454-8ADAAC0CA0BE}"/>
              </a:ext>
            </a:extLst>
          </p:cNvPr>
          <p:cNvSpPr>
            <a:spLocks/>
          </p:cNvSpPr>
          <p:nvPr/>
        </p:nvSpPr>
        <p:spPr>
          <a:xfrm>
            <a:off x="65321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833">
            <a:extLst>
              <a:ext uri="{FF2B5EF4-FFF2-40B4-BE49-F238E27FC236}">
                <a16:creationId xmlns:a16="http://schemas.microsoft.com/office/drawing/2014/main" id="{D3E5780D-1DBD-4C2B-AA0C-AFF84BC82C0F}"/>
              </a:ext>
            </a:extLst>
          </p:cNvPr>
          <p:cNvSpPr>
            <a:spLocks/>
          </p:cNvSpPr>
          <p:nvPr/>
        </p:nvSpPr>
        <p:spPr>
          <a:xfrm>
            <a:off x="6687774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834">
            <a:extLst>
              <a:ext uri="{FF2B5EF4-FFF2-40B4-BE49-F238E27FC236}">
                <a16:creationId xmlns:a16="http://schemas.microsoft.com/office/drawing/2014/main" id="{57B3638A-17C2-4FA2-ABC5-151864555627}"/>
              </a:ext>
            </a:extLst>
          </p:cNvPr>
          <p:cNvSpPr>
            <a:spLocks/>
          </p:cNvSpPr>
          <p:nvPr/>
        </p:nvSpPr>
        <p:spPr>
          <a:xfrm>
            <a:off x="68290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35">
            <a:extLst>
              <a:ext uri="{FF2B5EF4-FFF2-40B4-BE49-F238E27FC236}">
                <a16:creationId xmlns:a16="http://schemas.microsoft.com/office/drawing/2014/main" id="{8B46BC27-310B-486F-9201-58D729C26585}"/>
              </a:ext>
            </a:extLst>
          </p:cNvPr>
          <p:cNvSpPr>
            <a:spLocks/>
          </p:cNvSpPr>
          <p:nvPr/>
        </p:nvSpPr>
        <p:spPr>
          <a:xfrm>
            <a:off x="65618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36">
            <a:extLst>
              <a:ext uri="{FF2B5EF4-FFF2-40B4-BE49-F238E27FC236}">
                <a16:creationId xmlns:a16="http://schemas.microsoft.com/office/drawing/2014/main" id="{3FF2978B-D98C-4F58-A1B4-53C3EC139D1E}"/>
              </a:ext>
            </a:extLst>
          </p:cNvPr>
          <p:cNvSpPr>
            <a:spLocks/>
          </p:cNvSpPr>
          <p:nvPr/>
        </p:nvSpPr>
        <p:spPr>
          <a:xfrm>
            <a:off x="645365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37">
            <a:extLst>
              <a:ext uri="{FF2B5EF4-FFF2-40B4-BE49-F238E27FC236}">
                <a16:creationId xmlns:a16="http://schemas.microsoft.com/office/drawing/2014/main" id="{2FEDD256-D2B6-46AD-A88B-0A2B303B2E98}"/>
              </a:ext>
            </a:extLst>
          </p:cNvPr>
          <p:cNvSpPr>
            <a:spLocks/>
          </p:cNvSpPr>
          <p:nvPr/>
        </p:nvSpPr>
        <p:spPr>
          <a:xfrm>
            <a:off x="6500335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8">
            <a:extLst>
              <a:ext uri="{FF2B5EF4-FFF2-40B4-BE49-F238E27FC236}">
                <a16:creationId xmlns:a16="http://schemas.microsoft.com/office/drawing/2014/main" id="{BD568509-BA5C-49FF-A421-70CE07101249}"/>
              </a:ext>
            </a:extLst>
          </p:cNvPr>
          <p:cNvSpPr>
            <a:spLocks/>
          </p:cNvSpPr>
          <p:nvPr/>
        </p:nvSpPr>
        <p:spPr>
          <a:xfrm>
            <a:off x="6406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39">
            <a:extLst>
              <a:ext uri="{FF2B5EF4-FFF2-40B4-BE49-F238E27FC236}">
                <a16:creationId xmlns:a16="http://schemas.microsoft.com/office/drawing/2014/main" id="{0141D385-AA9A-484B-BB5A-388AAFE15FE5}"/>
              </a:ext>
            </a:extLst>
          </p:cNvPr>
          <p:cNvSpPr>
            <a:spLocks/>
          </p:cNvSpPr>
          <p:nvPr/>
        </p:nvSpPr>
        <p:spPr>
          <a:xfrm>
            <a:off x="6396064" y="45104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40">
            <a:extLst>
              <a:ext uri="{FF2B5EF4-FFF2-40B4-BE49-F238E27FC236}">
                <a16:creationId xmlns:a16="http://schemas.microsoft.com/office/drawing/2014/main" id="{CB690029-8DCC-441B-BA2F-0885332CA721}"/>
              </a:ext>
            </a:extLst>
          </p:cNvPr>
          <p:cNvSpPr>
            <a:spLocks/>
          </p:cNvSpPr>
          <p:nvPr/>
        </p:nvSpPr>
        <p:spPr>
          <a:xfrm>
            <a:off x="67020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41">
            <a:extLst>
              <a:ext uri="{FF2B5EF4-FFF2-40B4-BE49-F238E27FC236}">
                <a16:creationId xmlns:a16="http://schemas.microsoft.com/office/drawing/2014/main" id="{7357484C-BE14-42C6-B199-0CCFBA6B803F}"/>
              </a:ext>
            </a:extLst>
          </p:cNvPr>
          <p:cNvSpPr>
            <a:spLocks/>
          </p:cNvSpPr>
          <p:nvPr/>
        </p:nvSpPr>
        <p:spPr>
          <a:xfrm>
            <a:off x="6805766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42">
            <a:extLst>
              <a:ext uri="{FF2B5EF4-FFF2-40B4-BE49-F238E27FC236}">
                <a16:creationId xmlns:a16="http://schemas.microsoft.com/office/drawing/2014/main" id="{1005E05C-B43D-422D-A431-7609871265F4}"/>
              </a:ext>
            </a:extLst>
          </p:cNvPr>
          <p:cNvSpPr>
            <a:spLocks/>
          </p:cNvSpPr>
          <p:nvPr/>
        </p:nvSpPr>
        <p:spPr>
          <a:xfrm>
            <a:off x="6632326" y="4517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43">
            <a:extLst>
              <a:ext uri="{FF2B5EF4-FFF2-40B4-BE49-F238E27FC236}">
                <a16:creationId xmlns:a16="http://schemas.microsoft.com/office/drawing/2014/main" id="{3E584D18-4FEE-4462-9F36-4D3D38844218}"/>
              </a:ext>
            </a:extLst>
          </p:cNvPr>
          <p:cNvSpPr>
            <a:spLocks/>
          </p:cNvSpPr>
          <p:nvPr/>
        </p:nvSpPr>
        <p:spPr>
          <a:xfrm>
            <a:off x="643815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44">
            <a:extLst>
              <a:ext uri="{FF2B5EF4-FFF2-40B4-BE49-F238E27FC236}">
                <a16:creationId xmlns:a16="http://schemas.microsoft.com/office/drawing/2014/main" id="{79477D0E-85DF-4C58-8261-2DBEFBA5CAB0}"/>
              </a:ext>
            </a:extLst>
          </p:cNvPr>
          <p:cNvSpPr>
            <a:spLocks/>
          </p:cNvSpPr>
          <p:nvPr/>
        </p:nvSpPr>
        <p:spPr>
          <a:xfrm>
            <a:off x="65218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845">
            <a:extLst>
              <a:ext uri="{FF2B5EF4-FFF2-40B4-BE49-F238E27FC236}">
                <a16:creationId xmlns:a16="http://schemas.microsoft.com/office/drawing/2014/main" id="{BCC1602E-15A5-4C04-B327-04EA533D3592}"/>
              </a:ext>
            </a:extLst>
          </p:cNvPr>
          <p:cNvSpPr>
            <a:spLocks/>
          </p:cNvSpPr>
          <p:nvPr/>
        </p:nvSpPr>
        <p:spPr>
          <a:xfrm>
            <a:off x="6612864" y="47241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846">
            <a:extLst>
              <a:ext uri="{FF2B5EF4-FFF2-40B4-BE49-F238E27FC236}">
                <a16:creationId xmlns:a16="http://schemas.microsoft.com/office/drawing/2014/main" id="{B434584E-0FE0-411B-8766-37C952C3D0C9}"/>
              </a:ext>
            </a:extLst>
          </p:cNvPr>
          <p:cNvSpPr>
            <a:spLocks/>
          </p:cNvSpPr>
          <p:nvPr/>
        </p:nvSpPr>
        <p:spPr>
          <a:xfrm>
            <a:off x="6825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847">
            <a:extLst>
              <a:ext uri="{FF2B5EF4-FFF2-40B4-BE49-F238E27FC236}">
                <a16:creationId xmlns:a16="http://schemas.microsoft.com/office/drawing/2014/main" id="{4851C177-3B99-4FC8-A138-F0656DD73587}"/>
              </a:ext>
            </a:extLst>
          </p:cNvPr>
          <p:cNvSpPr>
            <a:spLocks/>
          </p:cNvSpPr>
          <p:nvPr/>
        </p:nvSpPr>
        <p:spPr>
          <a:xfrm>
            <a:off x="63708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848">
            <a:extLst>
              <a:ext uri="{FF2B5EF4-FFF2-40B4-BE49-F238E27FC236}">
                <a16:creationId xmlns:a16="http://schemas.microsoft.com/office/drawing/2014/main" id="{B465B653-0177-42D5-ABB6-F6FEB6F6D20F}"/>
              </a:ext>
            </a:extLst>
          </p:cNvPr>
          <p:cNvSpPr>
            <a:spLocks/>
          </p:cNvSpPr>
          <p:nvPr/>
        </p:nvSpPr>
        <p:spPr>
          <a:xfrm>
            <a:off x="6469548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849">
            <a:extLst>
              <a:ext uri="{FF2B5EF4-FFF2-40B4-BE49-F238E27FC236}">
                <a16:creationId xmlns:a16="http://schemas.microsoft.com/office/drawing/2014/main" id="{92A44A30-E560-4D3A-AC78-F824E19BFB5E}"/>
              </a:ext>
            </a:extLst>
          </p:cNvPr>
          <p:cNvSpPr>
            <a:spLocks/>
          </p:cNvSpPr>
          <p:nvPr/>
        </p:nvSpPr>
        <p:spPr>
          <a:xfrm>
            <a:off x="644354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850">
            <a:extLst>
              <a:ext uri="{FF2B5EF4-FFF2-40B4-BE49-F238E27FC236}">
                <a16:creationId xmlns:a16="http://schemas.microsoft.com/office/drawing/2014/main" id="{476A04A8-E309-4667-B07A-D353825F2735}"/>
              </a:ext>
            </a:extLst>
          </p:cNvPr>
          <p:cNvSpPr>
            <a:spLocks/>
          </p:cNvSpPr>
          <p:nvPr/>
        </p:nvSpPr>
        <p:spPr>
          <a:xfrm>
            <a:off x="67399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851">
            <a:extLst>
              <a:ext uri="{FF2B5EF4-FFF2-40B4-BE49-F238E27FC236}">
                <a16:creationId xmlns:a16="http://schemas.microsoft.com/office/drawing/2014/main" id="{736485E8-F184-4E47-A8EB-18F223FCCC60}"/>
              </a:ext>
            </a:extLst>
          </p:cNvPr>
          <p:cNvSpPr>
            <a:spLocks/>
          </p:cNvSpPr>
          <p:nvPr/>
        </p:nvSpPr>
        <p:spPr>
          <a:xfrm>
            <a:off x="6437758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852">
            <a:extLst>
              <a:ext uri="{FF2B5EF4-FFF2-40B4-BE49-F238E27FC236}">
                <a16:creationId xmlns:a16="http://schemas.microsoft.com/office/drawing/2014/main" id="{19F036D3-01AE-48C0-8B33-CD7605CC6940}"/>
              </a:ext>
            </a:extLst>
          </p:cNvPr>
          <p:cNvSpPr>
            <a:spLocks/>
          </p:cNvSpPr>
          <p:nvPr/>
        </p:nvSpPr>
        <p:spPr>
          <a:xfrm>
            <a:off x="6348525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853">
            <a:extLst>
              <a:ext uri="{FF2B5EF4-FFF2-40B4-BE49-F238E27FC236}">
                <a16:creationId xmlns:a16="http://schemas.microsoft.com/office/drawing/2014/main" id="{AC4377DA-1FA2-492C-AA05-27ABC3548092}"/>
              </a:ext>
            </a:extLst>
          </p:cNvPr>
          <p:cNvSpPr>
            <a:spLocks/>
          </p:cNvSpPr>
          <p:nvPr/>
        </p:nvSpPr>
        <p:spPr>
          <a:xfrm>
            <a:off x="658153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854">
            <a:extLst>
              <a:ext uri="{FF2B5EF4-FFF2-40B4-BE49-F238E27FC236}">
                <a16:creationId xmlns:a16="http://schemas.microsoft.com/office/drawing/2014/main" id="{CDF2F947-28A6-482B-B2F3-0A1ED88E73F1}"/>
              </a:ext>
            </a:extLst>
          </p:cNvPr>
          <p:cNvSpPr>
            <a:spLocks/>
          </p:cNvSpPr>
          <p:nvPr/>
        </p:nvSpPr>
        <p:spPr>
          <a:xfrm>
            <a:off x="668463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6855">
            <a:extLst>
              <a:ext uri="{FF2B5EF4-FFF2-40B4-BE49-F238E27FC236}">
                <a16:creationId xmlns:a16="http://schemas.microsoft.com/office/drawing/2014/main" id="{DA4A2ACE-E756-46F5-A3AB-1F8DB1C21BF3}"/>
              </a:ext>
            </a:extLst>
          </p:cNvPr>
          <p:cNvSpPr>
            <a:spLocks/>
          </p:cNvSpPr>
          <p:nvPr/>
        </p:nvSpPr>
        <p:spPr>
          <a:xfrm>
            <a:off x="683289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6856">
            <a:extLst>
              <a:ext uri="{FF2B5EF4-FFF2-40B4-BE49-F238E27FC236}">
                <a16:creationId xmlns:a16="http://schemas.microsoft.com/office/drawing/2014/main" id="{52493C8A-437E-46CE-88E2-0096EA4469F8}"/>
              </a:ext>
            </a:extLst>
          </p:cNvPr>
          <p:cNvSpPr>
            <a:spLocks/>
          </p:cNvSpPr>
          <p:nvPr/>
        </p:nvSpPr>
        <p:spPr>
          <a:xfrm>
            <a:off x="68354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6857">
            <a:extLst>
              <a:ext uri="{FF2B5EF4-FFF2-40B4-BE49-F238E27FC236}">
                <a16:creationId xmlns:a16="http://schemas.microsoft.com/office/drawing/2014/main" id="{5DC29F70-7AA8-4ECE-A4F7-13715D798D0A}"/>
              </a:ext>
            </a:extLst>
          </p:cNvPr>
          <p:cNvSpPr>
            <a:spLocks/>
          </p:cNvSpPr>
          <p:nvPr/>
        </p:nvSpPr>
        <p:spPr>
          <a:xfrm>
            <a:off x="683635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6858">
            <a:extLst>
              <a:ext uri="{FF2B5EF4-FFF2-40B4-BE49-F238E27FC236}">
                <a16:creationId xmlns:a16="http://schemas.microsoft.com/office/drawing/2014/main" id="{EE949A39-2E98-49AB-8413-E1E3738EAFC1}"/>
              </a:ext>
            </a:extLst>
          </p:cNvPr>
          <p:cNvSpPr>
            <a:spLocks/>
          </p:cNvSpPr>
          <p:nvPr/>
        </p:nvSpPr>
        <p:spPr>
          <a:xfrm>
            <a:off x="68165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6859">
            <a:extLst>
              <a:ext uri="{FF2B5EF4-FFF2-40B4-BE49-F238E27FC236}">
                <a16:creationId xmlns:a16="http://schemas.microsoft.com/office/drawing/2014/main" id="{1B189F81-D94B-4C3C-B972-CC2CB5B395DD}"/>
              </a:ext>
            </a:extLst>
          </p:cNvPr>
          <p:cNvSpPr>
            <a:spLocks/>
          </p:cNvSpPr>
          <p:nvPr/>
        </p:nvSpPr>
        <p:spPr>
          <a:xfrm>
            <a:off x="65191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6860">
            <a:extLst>
              <a:ext uri="{FF2B5EF4-FFF2-40B4-BE49-F238E27FC236}">
                <a16:creationId xmlns:a16="http://schemas.microsoft.com/office/drawing/2014/main" id="{B8A0A89F-36B6-4643-B06D-CB7213423E99}"/>
              </a:ext>
            </a:extLst>
          </p:cNvPr>
          <p:cNvSpPr>
            <a:spLocks/>
          </p:cNvSpPr>
          <p:nvPr/>
        </p:nvSpPr>
        <p:spPr>
          <a:xfrm>
            <a:off x="6800451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6861">
            <a:extLst>
              <a:ext uri="{FF2B5EF4-FFF2-40B4-BE49-F238E27FC236}">
                <a16:creationId xmlns:a16="http://schemas.microsoft.com/office/drawing/2014/main" id="{04384CD9-996F-4DEF-B96F-02FC162BCC3C}"/>
              </a:ext>
            </a:extLst>
          </p:cNvPr>
          <p:cNvSpPr>
            <a:spLocks/>
          </p:cNvSpPr>
          <p:nvPr/>
        </p:nvSpPr>
        <p:spPr>
          <a:xfrm>
            <a:off x="6498070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6862">
            <a:extLst>
              <a:ext uri="{FF2B5EF4-FFF2-40B4-BE49-F238E27FC236}">
                <a16:creationId xmlns:a16="http://schemas.microsoft.com/office/drawing/2014/main" id="{A041B8E0-2B5C-4968-B2CF-5069C5199A24}"/>
              </a:ext>
            </a:extLst>
          </p:cNvPr>
          <p:cNvSpPr>
            <a:spLocks/>
          </p:cNvSpPr>
          <p:nvPr/>
        </p:nvSpPr>
        <p:spPr>
          <a:xfrm>
            <a:off x="66729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6863">
            <a:extLst>
              <a:ext uri="{FF2B5EF4-FFF2-40B4-BE49-F238E27FC236}">
                <a16:creationId xmlns:a16="http://schemas.microsoft.com/office/drawing/2014/main" id="{D4329A19-6EFB-49B5-A6DD-0685372D4A4D}"/>
              </a:ext>
            </a:extLst>
          </p:cNvPr>
          <p:cNvSpPr>
            <a:spLocks/>
          </p:cNvSpPr>
          <p:nvPr/>
        </p:nvSpPr>
        <p:spPr>
          <a:xfrm>
            <a:off x="63651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6864">
            <a:extLst>
              <a:ext uri="{FF2B5EF4-FFF2-40B4-BE49-F238E27FC236}">
                <a16:creationId xmlns:a16="http://schemas.microsoft.com/office/drawing/2014/main" id="{9CDA443B-C3F2-44CF-A994-C76F6F4E4BB7}"/>
              </a:ext>
            </a:extLst>
          </p:cNvPr>
          <p:cNvSpPr>
            <a:spLocks/>
          </p:cNvSpPr>
          <p:nvPr/>
        </p:nvSpPr>
        <p:spPr>
          <a:xfrm>
            <a:off x="6594660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6865">
            <a:extLst>
              <a:ext uri="{FF2B5EF4-FFF2-40B4-BE49-F238E27FC236}">
                <a16:creationId xmlns:a16="http://schemas.microsoft.com/office/drawing/2014/main" id="{60EFD81A-271B-4749-9328-1CE7830832DB}"/>
              </a:ext>
            </a:extLst>
          </p:cNvPr>
          <p:cNvSpPr>
            <a:spLocks/>
          </p:cNvSpPr>
          <p:nvPr/>
        </p:nvSpPr>
        <p:spPr>
          <a:xfrm>
            <a:off x="683518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6866">
            <a:extLst>
              <a:ext uri="{FF2B5EF4-FFF2-40B4-BE49-F238E27FC236}">
                <a16:creationId xmlns:a16="http://schemas.microsoft.com/office/drawing/2014/main" id="{0682E93E-82E3-4B14-A98D-AD99C4762E41}"/>
              </a:ext>
            </a:extLst>
          </p:cNvPr>
          <p:cNvSpPr>
            <a:spLocks/>
          </p:cNvSpPr>
          <p:nvPr/>
        </p:nvSpPr>
        <p:spPr>
          <a:xfrm>
            <a:off x="64356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6867">
            <a:extLst>
              <a:ext uri="{FF2B5EF4-FFF2-40B4-BE49-F238E27FC236}">
                <a16:creationId xmlns:a16="http://schemas.microsoft.com/office/drawing/2014/main" id="{0DF95EF7-963E-4160-8BD9-7DCB02E07995}"/>
              </a:ext>
            </a:extLst>
          </p:cNvPr>
          <p:cNvSpPr>
            <a:spLocks/>
          </p:cNvSpPr>
          <p:nvPr/>
        </p:nvSpPr>
        <p:spPr>
          <a:xfrm>
            <a:off x="63524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6868">
            <a:extLst>
              <a:ext uri="{FF2B5EF4-FFF2-40B4-BE49-F238E27FC236}">
                <a16:creationId xmlns:a16="http://schemas.microsoft.com/office/drawing/2014/main" id="{548B822D-47C4-4AE7-8340-DC3DA7A1521E}"/>
              </a:ext>
            </a:extLst>
          </p:cNvPr>
          <p:cNvSpPr>
            <a:spLocks/>
          </p:cNvSpPr>
          <p:nvPr/>
        </p:nvSpPr>
        <p:spPr>
          <a:xfrm>
            <a:off x="663704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6869">
            <a:extLst>
              <a:ext uri="{FF2B5EF4-FFF2-40B4-BE49-F238E27FC236}">
                <a16:creationId xmlns:a16="http://schemas.microsoft.com/office/drawing/2014/main" id="{BA6944E8-EBBE-4239-B4E4-F2F35F740393}"/>
              </a:ext>
            </a:extLst>
          </p:cNvPr>
          <p:cNvSpPr>
            <a:spLocks/>
          </p:cNvSpPr>
          <p:nvPr/>
        </p:nvSpPr>
        <p:spPr>
          <a:xfrm>
            <a:off x="675498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6870">
            <a:extLst>
              <a:ext uri="{FF2B5EF4-FFF2-40B4-BE49-F238E27FC236}">
                <a16:creationId xmlns:a16="http://schemas.microsoft.com/office/drawing/2014/main" id="{D7FE6FBA-A4E0-4A1D-AD95-2EDA0B42C430}"/>
              </a:ext>
            </a:extLst>
          </p:cNvPr>
          <p:cNvSpPr>
            <a:spLocks/>
          </p:cNvSpPr>
          <p:nvPr/>
        </p:nvSpPr>
        <p:spPr>
          <a:xfrm>
            <a:off x="6507938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6871">
            <a:extLst>
              <a:ext uri="{FF2B5EF4-FFF2-40B4-BE49-F238E27FC236}">
                <a16:creationId xmlns:a16="http://schemas.microsoft.com/office/drawing/2014/main" id="{B9A6B51A-D8FA-4D38-BED5-B856E655A728}"/>
              </a:ext>
            </a:extLst>
          </p:cNvPr>
          <p:cNvSpPr>
            <a:spLocks/>
          </p:cNvSpPr>
          <p:nvPr/>
        </p:nvSpPr>
        <p:spPr>
          <a:xfrm>
            <a:off x="6388410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6872">
            <a:extLst>
              <a:ext uri="{FF2B5EF4-FFF2-40B4-BE49-F238E27FC236}">
                <a16:creationId xmlns:a16="http://schemas.microsoft.com/office/drawing/2014/main" id="{8B7E42F7-C637-4017-B3D6-F2E411B9B85A}"/>
              </a:ext>
            </a:extLst>
          </p:cNvPr>
          <p:cNvSpPr>
            <a:spLocks/>
          </p:cNvSpPr>
          <p:nvPr/>
        </p:nvSpPr>
        <p:spPr>
          <a:xfrm>
            <a:off x="663950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6873">
            <a:extLst>
              <a:ext uri="{FF2B5EF4-FFF2-40B4-BE49-F238E27FC236}">
                <a16:creationId xmlns:a16="http://schemas.microsoft.com/office/drawing/2014/main" id="{B392FD78-2DBE-4725-B2E1-779F515653F9}"/>
              </a:ext>
            </a:extLst>
          </p:cNvPr>
          <p:cNvSpPr>
            <a:spLocks/>
          </p:cNvSpPr>
          <p:nvPr/>
        </p:nvSpPr>
        <p:spPr>
          <a:xfrm>
            <a:off x="675539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6874">
            <a:extLst>
              <a:ext uri="{FF2B5EF4-FFF2-40B4-BE49-F238E27FC236}">
                <a16:creationId xmlns:a16="http://schemas.microsoft.com/office/drawing/2014/main" id="{B87706E2-8B88-41F1-9B5B-2D1CB38AB64D}"/>
              </a:ext>
            </a:extLst>
          </p:cNvPr>
          <p:cNvSpPr>
            <a:spLocks/>
          </p:cNvSpPr>
          <p:nvPr/>
        </p:nvSpPr>
        <p:spPr>
          <a:xfrm>
            <a:off x="6831434" y="4078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6875">
            <a:extLst>
              <a:ext uri="{FF2B5EF4-FFF2-40B4-BE49-F238E27FC236}">
                <a16:creationId xmlns:a16="http://schemas.microsoft.com/office/drawing/2014/main" id="{A2E90C29-1467-4A38-B605-792F5ED67424}"/>
              </a:ext>
            </a:extLst>
          </p:cNvPr>
          <p:cNvSpPr>
            <a:spLocks/>
          </p:cNvSpPr>
          <p:nvPr/>
        </p:nvSpPr>
        <p:spPr>
          <a:xfrm>
            <a:off x="679684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6876">
            <a:extLst>
              <a:ext uri="{FF2B5EF4-FFF2-40B4-BE49-F238E27FC236}">
                <a16:creationId xmlns:a16="http://schemas.microsoft.com/office/drawing/2014/main" id="{DCB27B43-C761-4665-AA99-0F52D59CE4DE}"/>
              </a:ext>
            </a:extLst>
          </p:cNvPr>
          <p:cNvSpPr>
            <a:spLocks/>
          </p:cNvSpPr>
          <p:nvPr/>
        </p:nvSpPr>
        <p:spPr>
          <a:xfrm>
            <a:off x="66313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6877">
            <a:extLst>
              <a:ext uri="{FF2B5EF4-FFF2-40B4-BE49-F238E27FC236}">
                <a16:creationId xmlns:a16="http://schemas.microsoft.com/office/drawing/2014/main" id="{F9C7F37D-0A14-4DD6-BE3B-C1F1E32A3895}"/>
              </a:ext>
            </a:extLst>
          </p:cNvPr>
          <p:cNvSpPr>
            <a:spLocks/>
          </p:cNvSpPr>
          <p:nvPr/>
        </p:nvSpPr>
        <p:spPr>
          <a:xfrm>
            <a:off x="64586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6878">
            <a:extLst>
              <a:ext uri="{FF2B5EF4-FFF2-40B4-BE49-F238E27FC236}">
                <a16:creationId xmlns:a16="http://schemas.microsoft.com/office/drawing/2014/main" id="{F4ECF757-A9EB-4364-A597-C002AE00A26F}"/>
              </a:ext>
            </a:extLst>
          </p:cNvPr>
          <p:cNvSpPr>
            <a:spLocks/>
          </p:cNvSpPr>
          <p:nvPr/>
        </p:nvSpPr>
        <p:spPr>
          <a:xfrm>
            <a:off x="6503489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6879">
            <a:extLst>
              <a:ext uri="{FF2B5EF4-FFF2-40B4-BE49-F238E27FC236}">
                <a16:creationId xmlns:a16="http://schemas.microsoft.com/office/drawing/2014/main" id="{1FDBD27F-EE99-4C3C-96B6-22956825E669}"/>
              </a:ext>
            </a:extLst>
          </p:cNvPr>
          <p:cNvSpPr>
            <a:spLocks/>
          </p:cNvSpPr>
          <p:nvPr/>
        </p:nvSpPr>
        <p:spPr>
          <a:xfrm>
            <a:off x="734725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6880">
            <a:extLst>
              <a:ext uri="{FF2B5EF4-FFF2-40B4-BE49-F238E27FC236}">
                <a16:creationId xmlns:a16="http://schemas.microsoft.com/office/drawing/2014/main" id="{652F6DB1-109F-4E30-AF05-CCBEFECA35D8}"/>
              </a:ext>
            </a:extLst>
          </p:cNvPr>
          <p:cNvSpPr>
            <a:spLocks/>
          </p:cNvSpPr>
          <p:nvPr/>
        </p:nvSpPr>
        <p:spPr>
          <a:xfrm>
            <a:off x="7667597" y="38004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6881">
            <a:extLst>
              <a:ext uri="{FF2B5EF4-FFF2-40B4-BE49-F238E27FC236}">
                <a16:creationId xmlns:a16="http://schemas.microsoft.com/office/drawing/2014/main" id="{56AB664C-CC98-4E08-945F-D82981BD901B}"/>
              </a:ext>
            </a:extLst>
          </p:cNvPr>
          <p:cNvSpPr>
            <a:spLocks/>
          </p:cNvSpPr>
          <p:nvPr/>
        </p:nvSpPr>
        <p:spPr>
          <a:xfrm>
            <a:off x="765332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6882">
            <a:extLst>
              <a:ext uri="{FF2B5EF4-FFF2-40B4-BE49-F238E27FC236}">
                <a16:creationId xmlns:a16="http://schemas.microsoft.com/office/drawing/2014/main" id="{A704A634-6436-4F62-9589-BA893D4DBD9E}"/>
              </a:ext>
            </a:extLst>
          </p:cNvPr>
          <p:cNvSpPr>
            <a:spLocks/>
          </p:cNvSpPr>
          <p:nvPr/>
        </p:nvSpPr>
        <p:spPr>
          <a:xfrm>
            <a:off x="74726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6883">
            <a:extLst>
              <a:ext uri="{FF2B5EF4-FFF2-40B4-BE49-F238E27FC236}">
                <a16:creationId xmlns:a16="http://schemas.microsoft.com/office/drawing/2014/main" id="{78FE7133-4990-4737-A5EB-643885C1E896}"/>
              </a:ext>
            </a:extLst>
          </p:cNvPr>
          <p:cNvSpPr>
            <a:spLocks/>
          </p:cNvSpPr>
          <p:nvPr/>
        </p:nvSpPr>
        <p:spPr>
          <a:xfrm>
            <a:off x="75627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6884">
            <a:extLst>
              <a:ext uri="{FF2B5EF4-FFF2-40B4-BE49-F238E27FC236}">
                <a16:creationId xmlns:a16="http://schemas.microsoft.com/office/drawing/2014/main" id="{5DA1FBD9-0943-4DDE-AE0E-623EAF74517E}"/>
              </a:ext>
            </a:extLst>
          </p:cNvPr>
          <p:cNvSpPr>
            <a:spLocks/>
          </p:cNvSpPr>
          <p:nvPr/>
        </p:nvSpPr>
        <p:spPr>
          <a:xfrm>
            <a:off x="7175623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6885">
            <a:extLst>
              <a:ext uri="{FF2B5EF4-FFF2-40B4-BE49-F238E27FC236}">
                <a16:creationId xmlns:a16="http://schemas.microsoft.com/office/drawing/2014/main" id="{C60558EE-884D-4160-B96B-5B700965258D}"/>
              </a:ext>
            </a:extLst>
          </p:cNvPr>
          <p:cNvSpPr>
            <a:spLocks/>
          </p:cNvSpPr>
          <p:nvPr/>
        </p:nvSpPr>
        <p:spPr>
          <a:xfrm>
            <a:off x="7307585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6886">
            <a:extLst>
              <a:ext uri="{FF2B5EF4-FFF2-40B4-BE49-F238E27FC236}">
                <a16:creationId xmlns:a16="http://schemas.microsoft.com/office/drawing/2014/main" id="{541A079A-E9BC-4023-916D-309814BD284A}"/>
              </a:ext>
            </a:extLst>
          </p:cNvPr>
          <p:cNvSpPr>
            <a:spLocks/>
          </p:cNvSpPr>
          <p:nvPr/>
        </p:nvSpPr>
        <p:spPr>
          <a:xfrm>
            <a:off x="7267626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6887">
            <a:extLst>
              <a:ext uri="{FF2B5EF4-FFF2-40B4-BE49-F238E27FC236}">
                <a16:creationId xmlns:a16="http://schemas.microsoft.com/office/drawing/2014/main" id="{8746BC82-3C72-4D6F-AEC0-86F94466F401}"/>
              </a:ext>
            </a:extLst>
          </p:cNvPr>
          <p:cNvSpPr>
            <a:spLocks/>
          </p:cNvSpPr>
          <p:nvPr/>
        </p:nvSpPr>
        <p:spPr>
          <a:xfrm>
            <a:off x="7328390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6888">
            <a:extLst>
              <a:ext uri="{FF2B5EF4-FFF2-40B4-BE49-F238E27FC236}">
                <a16:creationId xmlns:a16="http://schemas.microsoft.com/office/drawing/2014/main" id="{269F942E-47EE-490A-B3D2-0A47EE7BD2D5}"/>
              </a:ext>
            </a:extLst>
          </p:cNvPr>
          <p:cNvSpPr>
            <a:spLocks/>
          </p:cNvSpPr>
          <p:nvPr/>
        </p:nvSpPr>
        <p:spPr>
          <a:xfrm>
            <a:off x="71806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6889">
            <a:extLst>
              <a:ext uri="{FF2B5EF4-FFF2-40B4-BE49-F238E27FC236}">
                <a16:creationId xmlns:a16="http://schemas.microsoft.com/office/drawing/2014/main" id="{04757479-2514-4E5F-A35E-76B89E5BD039}"/>
              </a:ext>
            </a:extLst>
          </p:cNvPr>
          <p:cNvSpPr>
            <a:spLocks/>
          </p:cNvSpPr>
          <p:nvPr/>
        </p:nvSpPr>
        <p:spPr>
          <a:xfrm>
            <a:off x="76026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6890">
            <a:extLst>
              <a:ext uri="{FF2B5EF4-FFF2-40B4-BE49-F238E27FC236}">
                <a16:creationId xmlns:a16="http://schemas.microsoft.com/office/drawing/2014/main" id="{CD30751E-0BF9-4200-B51D-1F9525567F1E}"/>
              </a:ext>
            </a:extLst>
          </p:cNvPr>
          <p:cNvSpPr>
            <a:spLocks/>
          </p:cNvSpPr>
          <p:nvPr/>
        </p:nvSpPr>
        <p:spPr>
          <a:xfrm>
            <a:off x="7380049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6891">
            <a:extLst>
              <a:ext uri="{FF2B5EF4-FFF2-40B4-BE49-F238E27FC236}">
                <a16:creationId xmlns:a16="http://schemas.microsoft.com/office/drawing/2014/main" id="{08769138-591E-4F5B-B07D-241DD330842B}"/>
              </a:ext>
            </a:extLst>
          </p:cNvPr>
          <p:cNvSpPr>
            <a:spLocks/>
          </p:cNvSpPr>
          <p:nvPr/>
        </p:nvSpPr>
        <p:spPr>
          <a:xfrm>
            <a:off x="7500311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6892">
            <a:extLst>
              <a:ext uri="{FF2B5EF4-FFF2-40B4-BE49-F238E27FC236}">
                <a16:creationId xmlns:a16="http://schemas.microsoft.com/office/drawing/2014/main" id="{4D565E68-0291-41B4-AD12-97A48B5EFE0F}"/>
              </a:ext>
            </a:extLst>
          </p:cNvPr>
          <p:cNvSpPr>
            <a:spLocks/>
          </p:cNvSpPr>
          <p:nvPr/>
        </p:nvSpPr>
        <p:spPr>
          <a:xfrm>
            <a:off x="725276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6893">
            <a:extLst>
              <a:ext uri="{FF2B5EF4-FFF2-40B4-BE49-F238E27FC236}">
                <a16:creationId xmlns:a16="http://schemas.microsoft.com/office/drawing/2014/main" id="{1C2FECBD-CE81-499A-AFAA-8F88D8CA1472}"/>
              </a:ext>
            </a:extLst>
          </p:cNvPr>
          <p:cNvSpPr>
            <a:spLocks/>
          </p:cNvSpPr>
          <p:nvPr/>
        </p:nvSpPr>
        <p:spPr>
          <a:xfrm>
            <a:off x="739235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6894">
            <a:extLst>
              <a:ext uri="{FF2B5EF4-FFF2-40B4-BE49-F238E27FC236}">
                <a16:creationId xmlns:a16="http://schemas.microsoft.com/office/drawing/2014/main" id="{CFECE020-84CF-42CB-83AC-633EC49F5E2B}"/>
              </a:ext>
            </a:extLst>
          </p:cNvPr>
          <p:cNvSpPr>
            <a:spLocks/>
          </p:cNvSpPr>
          <p:nvPr/>
        </p:nvSpPr>
        <p:spPr>
          <a:xfrm>
            <a:off x="73166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6895">
            <a:extLst>
              <a:ext uri="{FF2B5EF4-FFF2-40B4-BE49-F238E27FC236}">
                <a16:creationId xmlns:a16="http://schemas.microsoft.com/office/drawing/2014/main" id="{AFD80EAF-CEF4-478F-87C5-0A2C700D214B}"/>
              </a:ext>
            </a:extLst>
          </p:cNvPr>
          <p:cNvSpPr>
            <a:spLocks/>
          </p:cNvSpPr>
          <p:nvPr/>
        </p:nvSpPr>
        <p:spPr>
          <a:xfrm>
            <a:off x="7228086" y="52040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6896">
            <a:extLst>
              <a:ext uri="{FF2B5EF4-FFF2-40B4-BE49-F238E27FC236}">
                <a16:creationId xmlns:a16="http://schemas.microsoft.com/office/drawing/2014/main" id="{D31C9ABC-8602-46D5-B5AF-00694950D9D9}"/>
              </a:ext>
            </a:extLst>
          </p:cNvPr>
          <p:cNvSpPr>
            <a:spLocks/>
          </p:cNvSpPr>
          <p:nvPr/>
        </p:nvSpPr>
        <p:spPr>
          <a:xfrm>
            <a:off x="721335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6897">
            <a:extLst>
              <a:ext uri="{FF2B5EF4-FFF2-40B4-BE49-F238E27FC236}">
                <a16:creationId xmlns:a16="http://schemas.microsoft.com/office/drawing/2014/main" id="{0127F55F-868F-4038-BE85-CE127B7C5D6E}"/>
              </a:ext>
            </a:extLst>
          </p:cNvPr>
          <p:cNvSpPr>
            <a:spLocks/>
          </p:cNvSpPr>
          <p:nvPr/>
        </p:nvSpPr>
        <p:spPr>
          <a:xfrm>
            <a:off x="7601842" y="5020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6898">
            <a:extLst>
              <a:ext uri="{FF2B5EF4-FFF2-40B4-BE49-F238E27FC236}">
                <a16:creationId xmlns:a16="http://schemas.microsoft.com/office/drawing/2014/main" id="{E7A33D1B-EFF6-4B92-8B69-7234A1A932CC}"/>
              </a:ext>
            </a:extLst>
          </p:cNvPr>
          <p:cNvSpPr>
            <a:spLocks/>
          </p:cNvSpPr>
          <p:nvPr/>
        </p:nvSpPr>
        <p:spPr>
          <a:xfrm>
            <a:off x="743247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6899">
            <a:extLst>
              <a:ext uri="{FF2B5EF4-FFF2-40B4-BE49-F238E27FC236}">
                <a16:creationId xmlns:a16="http://schemas.microsoft.com/office/drawing/2014/main" id="{878DBDCA-4EB7-4C33-B4C8-18EF757B0907}"/>
              </a:ext>
            </a:extLst>
          </p:cNvPr>
          <p:cNvSpPr>
            <a:spLocks/>
          </p:cNvSpPr>
          <p:nvPr/>
        </p:nvSpPr>
        <p:spPr>
          <a:xfrm>
            <a:off x="733343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6900">
            <a:extLst>
              <a:ext uri="{FF2B5EF4-FFF2-40B4-BE49-F238E27FC236}">
                <a16:creationId xmlns:a16="http://schemas.microsoft.com/office/drawing/2014/main" id="{64080BFF-4B18-4B6B-B950-220ED2AF5110}"/>
              </a:ext>
            </a:extLst>
          </p:cNvPr>
          <p:cNvSpPr>
            <a:spLocks/>
          </p:cNvSpPr>
          <p:nvPr/>
        </p:nvSpPr>
        <p:spPr>
          <a:xfrm>
            <a:off x="760040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6901">
            <a:extLst>
              <a:ext uri="{FF2B5EF4-FFF2-40B4-BE49-F238E27FC236}">
                <a16:creationId xmlns:a16="http://schemas.microsoft.com/office/drawing/2014/main" id="{5A55965C-74D2-441C-8D05-694B8A446FA4}"/>
              </a:ext>
            </a:extLst>
          </p:cNvPr>
          <p:cNvSpPr>
            <a:spLocks/>
          </p:cNvSpPr>
          <p:nvPr/>
        </p:nvSpPr>
        <p:spPr>
          <a:xfrm>
            <a:off x="7244718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6902">
            <a:extLst>
              <a:ext uri="{FF2B5EF4-FFF2-40B4-BE49-F238E27FC236}">
                <a16:creationId xmlns:a16="http://schemas.microsoft.com/office/drawing/2014/main" id="{402240F6-0C14-4CCB-9783-393E1EF1BD99}"/>
              </a:ext>
            </a:extLst>
          </p:cNvPr>
          <p:cNvSpPr>
            <a:spLocks/>
          </p:cNvSpPr>
          <p:nvPr/>
        </p:nvSpPr>
        <p:spPr>
          <a:xfrm>
            <a:off x="719880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6903">
            <a:extLst>
              <a:ext uri="{FF2B5EF4-FFF2-40B4-BE49-F238E27FC236}">
                <a16:creationId xmlns:a16="http://schemas.microsoft.com/office/drawing/2014/main" id="{7A3893A9-7D9F-4921-B5BC-9448E78996A5}"/>
              </a:ext>
            </a:extLst>
          </p:cNvPr>
          <p:cNvSpPr>
            <a:spLocks/>
          </p:cNvSpPr>
          <p:nvPr/>
        </p:nvSpPr>
        <p:spPr>
          <a:xfrm>
            <a:off x="734162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6904">
            <a:extLst>
              <a:ext uri="{FF2B5EF4-FFF2-40B4-BE49-F238E27FC236}">
                <a16:creationId xmlns:a16="http://schemas.microsoft.com/office/drawing/2014/main" id="{25422A98-7FE0-4694-83AC-AA8390605A03}"/>
              </a:ext>
            </a:extLst>
          </p:cNvPr>
          <p:cNvSpPr>
            <a:spLocks/>
          </p:cNvSpPr>
          <p:nvPr/>
        </p:nvSpPr>
        <p:spPr>
          <a:xfrm>
            <a:off x="7227027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6905">
            <a:extLst>
              <a:ext uri="{FF2B5EF4-FFF2-40B4-BE49-F238E27FC236}">
                <a16:creationId xmlns:a16="http://schemas.microsoft.com/office/drawing/2014/main" id="{F2030FC5-6124-4674-A8CF-349B67D8533A}"/>
              </a:ext>
            </a:extLst>
          </p:cNvPr>
          <p:cNvSpPr>
            <a:spLocks/>
          </p:cNvSpPr>
          <p:nvPr/>
        </p:nvSpPr>
        <p:spPr>
          <a:xfrm>
            <a:off x="750481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6906">
            <a:extLst>
              <a:ext uri="{FF2B5EF4-FFF2-40B4-BE49-F238E27FC236}">
                <a16:creationId xmlns:a16="http://schemas.microsoft.com/office/drawing/2014/main" id="{E545D31B-D37F-49EC-8AA7-EE57482B7283}"/>
              </a:ext>
            </a:extLst>
          </p:cNvPr>
          <p:cNvSpPr>
            <a:spLocks/>
          </p:cNvSpPr>
          <p:nvPr/>
        </p:nvSpPr>
        <p:spPr>
          <a:xfrm>
            <a:off x="7196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6907">
            <a:extLst>
              <a:ext uri="{FF2B5EF4-FFF2-40B4-BE49-F238E27FC236}">
                <a16:creationId xmlns:a16="http://schemas.microsoft.com/office/drawing/2014/main" id="{38FC0552-1575-4C29-9704-F38B0945FB5B}"/>
              </a:ext>
            </a:extLst>
          </p:cNvPr>
          <p:cNvSpPr>
            <a:spLocks/>
          </p:cNvSpPr>
          <p:nvPr/>
        </p:nvSpPr>
        <p:spPr>
          <a:xfrm>
            <a:off x="73658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6908">
            <a:extLst>
              <a:ext uri="{FF2B5EF4-FFF2-40B4-BE49-F238E27FC236}">
                <a16:creationId xmlns:a16="http://schemas.microsoft.com/office/drawing/2014/main" id="{B12AE03E-A68C-4A6B-A9B6-4F04FB7DB909}"/>
              </a:ext>
            </a:extLst>
          </p:cNvPr>
          <p:cNvSpPr>
            <a:spLocks/>
          </p:cNvSpPr>
          <p:nvPr/>
        </p:nvSpPr>
        <p:spPr>
          <a:xfrm>
            <a:off x="738921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6909">
            <a:extLst>
              <a:ext uri="{FF2B5EF4-FFF2-40B4-BE49-F238E27FC236}">
                <a16:creationId xmlns:a16="http://schemas.microsoft.com/office/drawing/2014/main" id="{AC6C5B82-A71B-433D-9F28-5D7D22B04692}"/>
              </a:ext>
            </a:extLst>
          </p:cNvPr>
          <p:cNvSpPr>
            <a:spLocks/>
          </p:cNvSpPr>
          <p:nvPr/>
        </p:nvSpPr>
        <p:spPr>
          <a:xfrm>
            <a:off x="7579205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6910">
            <a:extLst>
              <a:ext uri="{FF2B5EF4-FFF2-40B4-BE49-F238E27FC236}">
                <a16:creationId xmlns:a16="http://schemas.microsoft.com/office/drawing/2014/main" id="{836E9617-FB9F-4533-A04E-A9E519E5B45D}"/>
              </a:ext>
            </a:extLst>
          </p:cNvPr>
          <p:cNvSpPr>
            <a:spLocks/>
          </p:cNvSpPr>
          <p:nvPr/>
        </p:nvSpPr>
        <p:spPr>
          <a:xfrm>
            <a:off x="74595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6911">
            <a:extLst>
              <a:ext uri="{FF2B5EF4-FFF2-40B4-BE49-F238E27FC236}">
                <a16:creationId xmlns:a16="http://schemas.microsoft.com/office/drawing/2014/main" id="{9523052E-E7FF-4C5D-9D7D-3A14CF502D65}"/>
              </a:ext>
            </a:extLst>
          </p:cNvPr>
          <p:cNvSpPr>
            <a:spLocks/>
          </p:cNvSpPr>
          <p:nvPr/>
        </p:nvSpPr>
        <p:spPr>
          <a:xfrm>
            <a:off x="7307421" y="5381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6912">
            <a:extLst>
              <a:ext uri="{FF2B5EF4-FFF2-40B4-BE49-F238E27FC236}">
                <a16:creationId xmlns:a16="http://schemas.microsoft.com/office/drawing/2014/main" id="{C8449CCC-D612-4537-86FA-BB6D7A8CD558}"/>
              </a:ext>
            </a:extLst>
          </p:cNvPr>
          <p:cNvSpPr>
            <a:spLocks/>
          </p:cNvSpPr>
          <p:nvPr/>
        </p:nvSpPr>
        <p:spPr>
          <a:xfrm>
            <a:off x="717723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6913">
            <a:extLst>
              <a:ext uri="{FF2B5EF4-FFF2-40B4-BE49-F238E27FC236}">
                <a16:creationId xmlns:a16="http://schemas.microsoft.com/office/drawing/2014/main" id="{CCDDCAFA-FC6C-420D-815A-32713C2EA017}"/>
              </a:ext>
            </a:extLst>
          </p:cNvPr>
          <p:cNvSpPr>
            <a:spLocks/>
          </p:cNvSpPr>
          <p:nvPr/>
        </p:nvSpPr>
        <p:spPr>
          <a:xfrm>
            <a:off x="716052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6914">
            <a:extLst>
              <a:ext uri="{FF2B5EF4-FFF2-40B4-BE49-F238E27FC236}">
                <a16:creationId xmlns:a16="http://schemas.microsoft.com/office/drawing/2014/main" id="{05E8D0C8-F692-465E-84D8-AD9F9DBFE12E}"/>
              </a:ext>
            </a:extLst>
          </p:cNvPr>
          <p:cNvSpPr>
            <a:spLocks/>
          </p:cNvSpPr>
          <p:nvPr/>
        </p:nvSpPr>
        <p:spPr>
          <a:xfrm>
            <a:off x="723515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6915">
            <a:extLst>
              <a:ext uri="{FF2B5EF4-FFF2-40B4-BE49-F238E27FC236}">
                <a16:creationId xmlns:a16="http://schemas.microsoft.com/office/drawing/2014/main" id="{EBB940D4-D4C2-4A9C-8D63-BEF4E497BFFD}"/>
              </a:ext>
            </a:extLst>
          </p:cNvPr>
          <p:cNvSpPr>
            <a:spLocks/>
          </p:cNvSpPr>
          <p:nvPr/>
        </p:nvSpPr>
        <p:spPr>
          <a:xfrm>
            <a:off x="729260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6916">
            <a:extLst>
              <a:ext uri="{FF2B5EF4-FFF2-40B4-BE49-F238E27FC236}">
                <a16:creationId xmlns:a16="http://schemas.microsoft.com/office/drawing/2014/main" id="{C9CDA6E0-3D60-4FDA-A8D5-D9FAB2F104B3}"/>
              </a:ext>
            </a:extLst>
          </p:cNvPr>
          <p:cNvSpPr>
            <a:spLocks/>
          </p:cNvSpPr>
          <p:nvPr/>
        </p:nvSpPr>
        <p:spPr>
          <a:xfrm>
            <a:off x="7607722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6917">
            <a:extLst>
              <a:ext uri="{FF2B5EF4-FFF2-40B4-BE49-F238E27FC236}">
                <a16:creationId xmlns:a16="http://schemas.microsoft.com/office/drawing/2014/main" id="{17C3BC44-8EBB-40AC-BAC0-CC346815D17F}"/>
              </a:ext>
            </a:extLst>
          </p:cNvPr>
          <p:cNvSpPr>
            <a:spLocks/>
          </p:cNvSpPr>
          <p:nvPr/>
        </p:nvSpPr>
        <p:spPr>
          <a:xfrm>
            <a:off x="723912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6918">
            <a:extLst>
              <a:ext uri="{FF2B5EF4-FFF2-40B4-BE49-F238E27FC236}">
                <a16:creationId xmlns:a16="http://schemas.microsoft.com/office/drawing/2014/main" id="{13BADAF9-B18A-4828-A03F-CAF61B5ED7B1}"/>
              </a:ext>
            </a:extLst>
          </p:cNvPr>
          <p:cNvSpPr>
            <a:spLocks/>
          </p:cNvSpPr>
          <p:nvPr/>
        </p:nvSpPr>
        <p:spPr>
          <a:xfrm>
            <a:off x="7485406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6919">
            <a:extLst>
              <a:ext uri="{FF2B5EF4-FFF2-40B4-BE49-F238E27FC236}">
                <a16:creationId xmlns:a16="http://schemas.microsoft.com/office/drawing/2014/main" id="{CACC6EE0-924B-4332-AE77-46A048363EA7}"/>
              </a:ext>
            </a:extLst>
          </p:cNvPr>
          <p:cNvSpPr>
            <a:spLocks/>
          </p:cNvSpPr>
          <p:nvPr/>
        </p:nvSpPr>
        <p:spPr>
          <a:xfrm>
            <a:off x="7520725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6920">
            <a:extLst>
              <a:ext uri="{FF2B5EF4-FFF2-40B4-BE49-F238E27FC236}">
                <a16:creationId xmlns:a16="http://schemas.microsoft.com/office/drawing/2014/main" id="{E235364F-1120-4577-A21C-6CA7A8E5C790}"/>
              </a:ext>
            </a:extLst>
          </p:cNvPr>
          <p:cNvSpPr>
            <a:spLocks/>
          </p:cNvSpPr>
          <p:nvPr/>
        </p:nvSpPr>
        <p:spPr>
          <a:xfrm>
            <a:off x="743664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6921">
            <a:extLst>
              <a:ext uri="{FF2B5EF4-FFF2-40B4-BE49-F238E27FC236}">
                <a16:creationId xmlns:a16="http://schemas.microsoft.com/office/drawing/2014/main" id="{2919B4B0-93A3-4C4D-9C41-E8B949DA76BE}"/>
              </a:ext>
            </a:extLst>
          </p:cNvPr>
          <p:cNvSpPr>
            <a:spLocks/>
          </p:cNvSpPr>
          <p:nvPr/>
        </p:nvSpPr>
        <p:spPr>
          <a:xfrm>
            <a:off x="734770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6922">
            <a:extLst>
              <a:ext uri="{FF2B5EF4-FFF2-40B4-BE49-F238E27FC236}">
                <a16:creationId xmlns:a16="http://schemas.microsoft.com/office/drawing/2014/main" id="{67694136-5492-4127-A2BF-3B79C6F2AABA}"/>
              </a:ext>
            </a:extLst>
          </p:cNvPr>
          <p:cNvSpPr>
            <a:spLocks/>
          </p:cNvSpPr>
          <p:nvPr/>
        </p:nvSpPr>
        <p:spPr>
          <a:xfrm>
            <a:off x="75163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6923">
            <a:extLst>
              <a:ext uri="{FF2B5EF4-FFF2-40B4-BE49-F238E27FC236}">
                <a16:creationId xmlns:a16="http://schemas.microsoft.com/office/drawing/2014/main" id="{27560049-DDAA-4702-98C6-0CBE0D218482}"/>
              </a:ext>
            </a:extLst>
          </p:cNvPr>
          <p:cNvSpPr>
            <a:spLocks/>
          </p:cNvSpPr>
          <p:nvPr/>
        </p:nvSpPr>
        <p:spPr>
          <a:xfrm>
            <a:off x="7260237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6924">
            <a:extLst>
              <a:ext uri="{FF2B5EF4-FFF2-40B4-BE49-F238E27FC236}">
                <a16:creationId xmlns:a16="http://schemas.microsoft.com/office/drawing/2014/main" id="{29750432-FA49-48FB-95F6-443ABCB9CBC5}"/>
              </a:ext>
            </a:extLst>
          </p:cNvPr>
          <p:cNvSpPr>
            <a:spLocks/>
          </p:cNvSpPr>
          <p:nvPr/>
        </p:nvSpPr>
        <p:spPr>
          <a:xfrm>
            <a:off x="716937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6925">
            <a:extLst>
              <a:ext uri="{FF2B5EF4-FFF2-40B4-BE49-F238E27FC236}">
                <a16:creationId xmlns:a16="http://schemas.microsoft.com/office/drawing/2014/main" id="{E89A9EAE-2981-41A8-B6C0-52C532D86A19}"/>
              </a:ext>
            </a:extLst>
          </p:cNvPr>
          <p:cNvSpPr>
            <a:spLocks/>
          </p:cNvSpPr>
          <p:nvPr/>
        </p:nvSpPr>
        <p:spPr>
          <a:xfrm>
            <a:off x="76559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6926">
            <a:extLst>
              <a:ext uri="{FF2B5EF4-FFF2-40B4-BE49-F238E27FC236}">
                <a16:creationId xmlns:a16="http://schemas.microsoft.com/office/drawing/2014/main" id="{1AFDBB88-7647-4221-BBC0-AFDB5A9271DE}"/>
              </a:ext>
            </a:extLst>
          </p:cNvPr>
          <p:cNvSpPr>
            <a:spLocks/>
          </p:cNvSpPr>
          <p:nvPr/>
        </p:nvSpPr>
        <p:spPr>
          <a:xfrm>
            <a:off x="7514655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6927">
            <a:extLst>
              <a:ext uri="{FF2B5EF4-FFF2-40B4-BE49-F238E27FC236}">
                <a16:creationId xmlns:a16="http://schemas.microsoft.com/office/drawing/2014/main" id="{E8B766DC-443B-4249-A402-102E173823A5}"/>
              </a:ext>
            </a:extLst>
          </p:cNvPr>
          <p:cNvSpPr>
            <a:spLocks/>
          </p:cNvSpPr>
          <p:nvPr/>
        </p:nvSpPr>
        <p:spPr>
          <a:xfrm>
            <a:off x="7304812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6928">
            <a:extLst>
              <a:ext uri="{FF2B5EF4-FFF2-40B4-BE49-F238E27FC236}">
                <a16:creationId xmlns:a16="http://schemas.microsoft.com/office/drawing/2014/main" id="{98D81AC7-8328-4F08-A915-CF723F51E761}"/>
              </a:ext>
            </a:extLst>
          </p:cNvPr>
          <p:cNvSpPr>
            <a:spLocks/>
          </p:cNvSpPr>
          <p:nvPr/>
        </p:nvSpPr>
        <p:spPr>
          <a:xfrm>
            <a:off x="723184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6929">
            <a:extLst>
              <a:ext uri="{FF2B5EF4-FFF2-40B4-BE49-F238E27FC236}">
                <a16:creationId xmlns:a16="http://schemas.microsoft.com/office/drawing/2014/main" id="{4E6C8B38-A2F1-4D5E-8DDA-1E42FB2F50D9}"/>
              </a:ext>
            </a:extLst>
          </p:cNvPr>
          <p:cNvSpPr>
            <a:spLocks/>
          </p:cNvSpPr>
          <p:nvPr/>
        </p:nvSpPr>
        <p:spPr>
          <a:xfrm>
            <a:off x="761202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6930">
            <a:extLst>
              <a:ext uri="{FF2B5EF4-FFF2-40B4-BE49-F238E27FC236}">
                <a16:creationId xmlns:a16="http://schemas.microsoft.com/office/drawing/2014/main" id="{C0EDDAE7-E283-4A0A-BFCA-992840C9B310}"/>
              </a:ext>
            </a:extLst>
          </p:cNvPr>
          <p:cNvSpPr>
            <a:spLocks/>
          </p:cNvSpPr>
          <p:nvPr/>
        </p:nvSpPr>
        <p:spPr>
          <a:xfrm>
            <a:off x="7255156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6931">
            <a:extLst>
              <a:ext uri="{FF2B5EF4-FFF2-40B4-BE49-F238E27FC236}">
                <a16:creationId xmlns:a16="http://schemas.microsoft.com/office/drawing/2014/main" id="{BACA7F58-E13A-445F-BD60-EE083A75B625}"/>
              </a:ext>
            </a:extLst>
          </p:cNvPr>
          <p:cNvSpPr>
            <a:spLocks/>
          </p:cNvSpPr>
          <p:nvPr/>
        </p:nvSpPr>
        <p:spPr>
          <a:xfrm>
            <a:off x="7497569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6932">
            <a:extLst>
              <a:ext uri="{FF2B5EF4-FFF2-40B4-BE49-F238E27FC236}">
                <a16:creationId xmlns:a16="http://schemas.microsoft.com/office/drawing/2014/main" id="{EA868C68-1A46-414F-B2F8-4EEE4542ABEE}"/>
              </a:ext>
            </a:extLst>
          </p:cNvPr>
          <p:cNvSpPr>
            <a:spLocks/>
          </p:cNvSpPr>
          <p:nvPr/>
        </p:nvSpPr>
        <p:spPr>
          <a:xfrm>
            <a:off x="7232032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6933">
            <a:extLst>
              <a:ext uri="{FF2B5EF4-FFF2-40B4-BE49-F238E27FC236}">
                <a16:creationId xmlns:a16="http://schemas.microsoft.com/office/drawing/2014/main" id="{10D72390-F9DF-40BD-B401-8E4ECC3F2A5F}"/>
              </a:ext>
            </a:extLst>
          </p:cNvPr>
          <p:cNvSpPr>
            <a:spLocks/>
          </p:cNvSpPr>
          <p:nvPr/>
        </p:nvSpPr>
        <p:spPr>
          <a:xfrm>
            <a:off x="7434900" y="4680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6934">
            <a:extLst>
              <a:ext uri="{FF2B5EF4-FFF2-40B4-BE49-F238E27FC236}">
                <a16:creationId xmlns:a16="http://schemas.microsoft.com/office/drawing/2014/main" id="{C2B52C1D-4F18-4B49-8B2C-0820FF72FD4F}"/>
              </a:ext>
            </a:extLst>
          </p:cNvPr>
          <p:cNvSpPr>
            <a:spLocks/>
          </p:cNvSpPr>
          <p:nvPr/>
        </p:nvSpPr>
        <p:spPr>
          <a:xfrm>
            <a:off x="7639262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6935">
            <a:extLst>
              <a:ext uri="{FF2B5EF4-FFF2-40B4-BE49-F238E27FC236}">
                <a16:creationId xmlns:a16="http://schemas.microsoft.com/office/drawing/2014/main" id="{2FF117BD-9BF1-4CC0-8D13-C004AF8ED3B4}"/>
              </a:ext>
            </a:extLst>
          </p:cNvPr>
          <p:cNvSpPr>
            <a:spLocks/>
          </p:cNvSpPr>
          <p:nvPr/>
        </p:nvSpPr>
        <p:spPr>
          <a:xfrm>
            <a:off x="7340009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6936">
            <a:extLst>
              <a:ext uri="{FF2B5EF4-FFF2-40B4-BE49-F238E27FC236}">
                <a16:creationId xmlns:a16="http://schemas.microsoft.com/office/drawing/2014/main" id="{DEA9D77F-1B2A-4088-8E13-53D76455D106}"/>
              </a:ext>
            </a:extLst>
          </p:cNvPr>
          <p:cNvSpPr>
            <a:spLocks/>
          </p:cNvSpPr>
          <p:nvPr/>
        </p:nvSpPr>
        <p:spPr>
          <a:xfrm>
            <a:off x="723849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6937">
            <a:extLst>
              <a:ext uri="{FF2B5EF4-FFF2-40B4-BE49-F238E27FC236}">
                <a16:creationId xmlns:a16="http://schemas.microsoft.com/office/drawing/2014/main" id="{B2A96C4E-0546-4C1C-80CF-6C37B158FF95}"/>
              </a:ext>
            </a:extLst>
          </p:cNvPr>
          <p:cNvSpPr>
            <a:spLocks/>
          </p:cNvSpPr>
          <p:nvPr/>
        </p:nvSpPr>
        <p:spPr>
          <a:xfrm>
            <a:off x="7437255" y="4634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6938">
            <a:extLst>
              <a:ext uri="{FF2B5EF4-FFF2-40B4-BE49-F238E27FC236}">
                <a16:creationId xmlns:a16="http://schemas.microsoft.com/office/drawing/2014/main" id="{F2413566-B061-4515-9433-E6732CF51A62}"/>
              </a:ext>
            </a:extLst>
          </p:cNvPr>
          <p:cNvSpPr>
            <a:spLocks/>
          </p:cNvSpPr>
          <p:nvPr/>
        </p:nvSpPr>
        <p:spPr>
          <a:xfrm>
            <a:off x="734177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6939">
            <a:extLst>
              <a:ext uri="{FF2B5EF4-FFF2-40B4-BE49-F238E27FC236}">
                <a16:creationId xmlns:a16="http://schemas.microsoft.com/office/drawing/2014/main" id="{33E0CA7F-3D19-4B92-9330-8E1EF4A019AE}"/>
              </a:ext>
            </a:extLst>
          </p:cNvPr>
          <p:cNvSpPr>
            <a:spLocks/>
          </p:cNvSpPr>
          <p:nvPr/>
        </p:nvSpPr>
        <p:spPr>
          <a:xfrm>
            <a:off x="7355967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6940">
            <a:extLst>
              <a:ext uri="{FF2B5EF4-FFF2-40B4-BE49-F238E27FC236}">
                <a16:creationId xmlns:a16="http://schemas.microsoft.com/office/drawing/2014/main" id="{FD55C7B6-610F-4554-8A10-402702B853A5}"/>
              </a:ext>
            </a:extLst>
          </p:cNvPr>
          <p:cNvSpPr>
            <a:spLocks/>
          </p:cNvSpPr>
          <p:nvPr/>
        </p:nvSpPr>
        <p:spPr>
          <a:xfrm>
            <a:off x="73362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6941">
            <a:extLst>
              <a:ext uri="{FF2B5EF4-FFF2-40B4-BE49-F238E27FC236}">
                <a16:creationId xmlns:a16="http://schemas.microsoft.com/office/drawing/2014/main" id="{B8800646-DDC1-43ED-BB04-45795A987074}"/>
              </a:ext>
            </a:extLst>
          </p:cNvPr>
          <p:cNvSpPr>
            <a:spLocks/>
          </p:cNvSpPr>
          <p:nvPr/>
        </p:nvSpPr>
        <p:spPr>
          <a:xfrm>
            <a:off x="760959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6942">
            <a:extLst>
              <a:ext uri="{FF2B5EF4-FFF2-40B4-BE49-F238E27FC236}">
                <a16:creationId xmlns:a16="http://schemas.microsoft.com/office/drawing/2014/main" id="{7A9F6DBA-C6EF-4541-ADF5-9E8995D9BD57}"/>
              </a:ext>
            </a:extLst>
          </p:cNvPr>
          <p:cNvSpPr>
            <a:spLocks/>
          </p:cNvSpPr>
          <p:nvPr/>
        </p:nvSpPr>
        <p:spPr>
          <a:xfrm>
            <a:off x="7300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6943">
            <a:extLst>
              <a:ext uri="{FF2B5EF4-FFF2-40B4-BE49-F238E27FC236}">
                <a16:creationId xmlns:a16="http://schemas.microsoft.com/office/drawing/2014/main" id="{A874984A-7EE1-4255-A859-11D15AF912E6}"/>
              </a:ext>
            </a:extLst>
          </p:cNvPr>
          <p:cNvSpPr>
            <a:spLocks/>
          </p:cNvSpPr>
          <p:nvPr/>
        </p:nvSpPr>
        <p:spPr>
          <a:xfrm>
            <a:off x="7291926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6944">
            <a:extLst>
              <a:ext uri="{FF2B5EF4-FFF2-40B4-BE49-F238E27FC236}">
                <a16:creationId xmlns:a16="http://schemas.microsoft.com/office/drawing/2014/main" id="{3061789A-49C5-4B6B-9FF9-EBA51E560F86}"/>
              </a:ext>
            </a:extLst>
          </p:cNvPr>
          <p:cNvSpPr>
            <a:spLocks/>
          </p:cNvSpPr>
          <p:nvPr/>
        </p:nvSpPr>
        <p:spPr>
          <a:xfrm>
            <a:off x="745118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6945">
            <a:extLst>
              <a:ext uri="{FF2B5EF4-FFF2-40B4-BE49-F238E27FC236}">
                <a16:creationId xmlns:a16="http://schemas.microsoft.com/office/drawing/2014/main" id="{551A5D3D-0C3E-4450-8681-C47931221E5B}"/>
              </a:ext>
            </a:extLst>
          </p:cNvPr>
          <p:cNvSpPr>
            <a:spLocks/>
          </p:cNvSpPr>
          <p:nvPr/>
        </p:nvSpPr>
        <p:spPr>
          <a:xfrm>
            <a:off x="725311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6946">
            <a:extLst>
              <a:ext uri="{FF2B5EF4-FFF2-40B4-BE49-F238E27FC236}">
                <a16:creationId xmlns:a16="http://schemas.microsoft.com/office/drawing/2014/main" id="{4C80519B-DD74-411A-B1CD-D5EC69D26AD4}"/>
              </a:ext>
            </a:extLst>
          </p:cNvPr>
          <p:cNvSpPr>
            <a:spLocks/>
          </p:cNvSpPr>
          <p:nvPr/>
        </p:nvSpPr>
        <p:spPr>
          <a:xfrm>
            <a:off x="7372754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6947">
            <a:extLst>
              <a:ext uri="{FF2B5EF4-FFF2-40B4-BE49-F238E27FC236}">
                <a16:creationId xmlns:a16="http://schemas.microsoft.com/office/drawing/2014/main" id="{5020616F-D037-471C-80D2-1D445008D13B}"/>
              </a:ext>
            </a:extLst>
          </p:cNvPr>
          <p:cNvSpPr>
            <a:spLocks/>
          </p:cNvSpPr>
          <p:nvPr/>
        </p:nvSpPr>
        <p:spPr>
          <a:xfrm>
            <a:off x="7292165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6948">
            <a:extLst>
              <a:ext uri="{FF2B5EF4-FFF2-40B4-BE49-F238E27FC236}">
                <a16:creationId xmlns:a16="http://schemas.microsoft.com/office/drawing/2014/main" id="{41B26DE8-6C0C-4F30-B40F-AE83C1B715B0}"/>
              </a:ext>
            </a:extLst>
          </p:cNvPr>
          <p:cNvSpPr>
            <a:spLocks/>
          </p:cNvSpPr>
          <p:nvPr/>
        </p:nvSpPr>
        <p:spPr>
          <a:xfrm>
            <a:off x="74845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6949">
            <a:extLst>
              <a:ext uri="{FF2B5EF4-FFF2-40B4-BE49-F238E27FC236}">
                <a16:creationId xmlns:a16="http://schemas.microsoft.com/office/drawing/2014/main" id="{7C685628-DDB2-45CA-B958-CEB0F3FDD293}"/>
              </a:ext>
            </a:extLst>
          </p:cNvPr>
          <p:cNvSpPr>
            <a:spLocks/>
          </p:cNvSpPr>
          <p:nvPr/>
        </p:nvSpPr>
        <p:spPr>
          <a:xfrm>
            <a:off x="71983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6950">
            <a:extLst>
              <a:ext uri="{FF2B5EF4-FFF2-40B4-BE49-F238E27FC236}">
                <a16:creationId xmlns:a16="http://schemas.microsoft.com/office/drawing/2014/main" id="{F4CE4FBD-056E-4AD5-BFE2-35256ECCBDB4}"/>
              </a:ext>
            </a:extLst>
          </p:cNvPr>
          <p:cNvSpPr>
            <a:spLocks/>
          </p:cNvSpPr>
          <p:nvPr/>
        </p:nvSpPr>
        <p:spPr>
          <a:xfrm>
            <a:off x="732234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6951">
            <a:extLst>
              <a:ext uri="{FF2B5EF4-FFF2-40B4-BE49-F238E27FC236}">
                <a16:creationId xmlns:a16="http://schemas.microsoft.com/office/drawing/2014/main" id="{6189FE56-8368-4ED3-A58F-A382BC340182}"/>
              </a:ext>
            </a:extLst>
          </p:cNvPr>
          <p:cNvSpPr>
            <a:spLocks/>
          </p:cNvSpPr>
          <p:nvPr/>
        </p:nvSpPr>
        <p:spPr>
          <a:xfrm>
            <a:off x="752297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6952">
            <a:extLst>
              <a:ext uri="{FF2B5EF4-FFF2-40B4-BE49-F238E27FC236}">
                <a16:creationId xmlns:a16="http://schemas.microsoft.com/office/drawing/2014/main" id="{F60EC6B2-1F15-42BA-BB48-09C7D3F9277C}"/>
              </a:ext>
            </a:extLst>
          </p:cNvPr>
          <p:cNvSpPr>
            <a:spLocks/>
          </p:cNvSpPr>
          <p:nvPr/>
        </p:nvSpPr>
        <p:spPr>
          <a:xfrm>
            <a:off x="720166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6953">
            <a:extLst>
              <a:ext uri="{FF2B5EF4-FFF2-40B4-BE49-F238E27FC236}">
                <a16:creationId xmlns:a16="http://schemas.microsoft.com/office/drawing/2014/main" id="{95A47BE8-B304-49B3-9DCE-0067A641F1A4}"/>
              </a:ext>
            </a:extLst>
          </p:cNvPr>
          <p:cNvSpPr>
            <a:spLocks/>
          </p:cNvSpPr>
          <p:nvPr/>
        </p:nvSpPr>
        <p:spPr>
          <a:xfrm>
            <a:off x="7497823" y="538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6954">
            <a:extLst>
              <a:ext uri="{FF2B5EF4-FFF2-40B4-BE49-F238E27FC236}">
                <a16:creationId xmlns:a16="http://schemas.microsoft.com/office/drawing/2014/main" id="{7FC4084B-AE05-4BDD-9DBA-00AC3FE4B284}"/>
              </a:ext>
            </a:extLst>
          </p:cNvPr>
          <p:cNvSpPr>
            <a:spLocks/>
          </p:cNvSpPr>
          <p:nvPr/>
        </p:nvSpPr>
        <p:spPr>
          <a:xfrm>
            <a:off x="7234595" y="4984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6955">
            <a:extLst>
              <a:ext uri="{FF2B5EF4-FFF2-40B4-BE49-F238E27FC236}">
                <a16:creationId xmlns:a16="http://schemas.microsoft.com/office/drawing/2014/main" id="{8368FD4F-23B7-4B05-A39E-066A64E90DFB}"/>
              </a:ext>
            </a:extLst>
          </p:cNvPr>
          <p:cNvSpPr>
            <a:spLocks/>
          </p:cNvSpPr>
          <p:nvPr/>
        </p:nvSpPr>
        <p:spPr>
          <a:xfrm>
            <a:off x="7587262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6956">
            <a:extLst>
              <a:ext uri="{FF2B5EF4-FFF2-40B4-BE49-F238E27FC236}">
                <a16:creationId xmlns:a16="http://schemas.microsoft.com/office/drawing/2014/main" id="{CE5159BD-367F-4A17-9E21-E499014C1490}"/>
              </a:ext>
            </a:extLst>
          </p:cNvPr>
          <p:cNvSpPr>
            <a:spLocks/>
          </p:cNvSpPr>
          <p:nvPr/>
        </p:nvSpPr>
        <p:spPr>
          <a:xfrm>
            <a:off x="739576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6957">
            <a:extLst>
              <a:ext uri="{FF2B5EF4-FFF2-40B4-BE49-F238E27FC236}">
                <a16:creationId xmlns:a16="http://schemas.microsoft.com/office/drawing/2014/main" id="{DD3F9AF6-383C-4D5D-9623-2F3A20D9A685}"/>
              </a:ext>
            </a:extLst>
          </p:cNvPr>
          <p:cNvSpPr>
            <a:spLocks/>
          </p:cNvSpPr>
          <p:nvPr/>
        </p:nvSpPr>
        <p:spPr>
          <a:xfrm>
            <a:off x="73859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6958">
            <a:extLst>
              <a:ext uri="{FF2B5EF4-FFF2-40B4-BE49-F238E27FC236}">
                <a16:creationId xmlns:a16="http://schemas.microsoft.com/office/drawing/2014/main" id="{1EDA001B-C2E2-4D88-9A95-7F744944908A}"/>
              </a:ext>
            </a:extLst>
          </p:cNvPr>
          <p:cNvSpPr>
            <a:spLocks/>
          </p:cNvSpPr>
          <p:nvPr/>
        </p:nvSpPr>
        <p:spPr>
          <a:xfrm>
            <a:off x="7361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6959">
            <a:extLst>
              <a:ext uri="{FF2B5EF4-FFF2-40B4-BE49-F238E27FC236}">
                <a16:creationId xmlns:a16="http://schemas.microsoft.com/office/drawing/2014/main" id="{B31ECFAD-B3C3-4C85-9B36-33F6274812D5}"/>
              </a:ext>
            </a:extLst>
          </p:cNvPr>
          <p:cNvSpPr>
            <a:spLocks/>
          </p:cNvSpPr>
          <p:nvPr/>
        </p:nvSpPr>
        <p:spPr>
          <a:xfrm>
            <a:off x="765368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6960">
            <a:extLst>
              <a:ext uri="{FF2B5EF4-FFF2-40B4-BE49-F238E27FC236}">
                <a16:creationId xmlns:a16="http://schemas.microsoft.com/office/drawing/2014/main" id="{73D22A3B-D797-47CC-B943-512DCFFBD243}"/>
              </a:ext>
            </a:extLst>
          </p:cNvPr>
          <p:cNvSpPr>
            <a:spLocks/>
          </p:cNvSpPr>
          <p:nvPr/>
        </p:nvSpPr>
        <p:spPr>
          <a:xfrm>
            <a:off x="72994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6961">
            <a:extLst>
              <a:ext uri="{FF2B5EF4-FFF2-40B4-BE49-F238E27FC236}">
                <a16:creationId xmlns:a16="http://schemas.microsoft.com/office/drawing/2014/main" id="{ACC5BAA0-A035-4CC0-9157-1CB7470937AB}"/>
              </a:ext>
            </a:extLst>
          </p:cNvPr>
          <p:cNvSpPr>
            <a:spLocks/>
          </p:cNvSpPr>
          <p:nvPr/>
        </p:nvSpPr>
        <p:spPr>
          <a:xfrm>
            <a:off x="7591415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6962">
            <a:extLst>
              <a:ext uri="{FF2B5EF4-FFF2-40B4-BE49-F238E27FC236}">
                <a16:creationId xmlns:a16="http://schemas.microsoft.com/office/drawing/2014/main" id="{E0FC8504-1B94-4601-B7FE-1D726D12023A}"/>
              </a:ext>
            </a:extLst>
          </p:cNvPr>
          <p:cNvSpPr>
            <a:spLocks/>
          </p:cNvSpPr>
          <p:nvPr/>
        </p:nvSpPr>
        <p:spPr>
          <a:xfrm>
            <a:off x="733392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6963">
            <a:extLst>
              <a:ext uri="{FF2B5EF4-FFF2-40B4-BE49-F238E27FC236}">
                <a16:creationId xmlns:a16="http://schemas.microsoft.com/office/drawing/2014/main" id="{E0E01842-065E-48B1-B968-02C82FEB1BF5}"/>
              </a:ext>
            </a:extLst>
          </p:cNvPr>
          <p:cNvSpPr>
            <a:spLocks/>
          </p:cNvSpPr>
          <p:nvPr/>
        </p:nvSpPr>
        <p:spPr>
          <a:xfrm>
            <a:off x="728486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6964">
            <a:extLst>
              <a:ext uri="{FF2B5EF4-FFF2-40B4-BE49-F238E27FC236}">
                <a16:creationId xmlns:a16="http://schemas.microsoft.com/office/drawing/2014/main" id="{04741F27-4C90-4AAD-B6D4-FCEF115A774A}"/>
              </a:ext>
            </a:extLst>
          </p:cNvPr>
          <p:cNvSpPr>
            <a:spLocks/>
          </p:cNvSpPr>
          <p:nvPr/>
        </p:nvSpPr>
        <p:spPr>
          <a:xfrm>
            <a:off x="7666786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6965">
            <a:extLst>
              <a:ext uri="{FF2B5EF4-FFF2-40B4-BE49-F238E27FC236}">
                <a16:creationId xmlns:a16="http://schemas.microsoft.com/office/drawing/2014/main" id="{F45CA857-8E37-4F6B-B75D-6BC13682E40F}"/>
              </a:ext>
            </a:extLst>
          </p:cNvPr>
          <p:cNvSpPr>
            <a:spLocks/>
          </p:cNvSpPr>
          <p:nvPr/>
        </p:nvSpPr>
        <p:spPr>
          <a:xfrm>
            <a:off x="7390015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6966">
            <a:extLst>
              <a:ext uri="{FF2B5EF4-FFF2-40B4-BE49-F238E27FC236}">
                <a16:creationId xmlns:a16="http://schemas.microsoft.com/office/drawing/2014/main" id="{37A17EE1-89CA-483B-A24F-DE86933DCF4A}"/>
              </a:ext>
            </a:extLst>
          </p:cNvPr>
          <p:cNvSpPr>
            <a:spLocks/>
          </p:cNvSpPr>
          <p:nvPr/>
        </p:nvSpPr>
        <p:spPr>
          <a:xfrm>
            <a:off x="739994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6967">
            <a:extLst>
              <a:ext uri="{FF2B5EF4-FFF2-40B4-BE49-F238E27FC236}">
                <a16:creationId xmlns:a16="http://schemas.microsoft.com/office/drawing/2014/main" id="{42EFC002-41C7-487F-9180-5BC03B85FBC9}"/>
              </a:ext>
            </a:extLst>
          </p:cNvPr>
          <p:cNvSpPr>
            <a:spLocks/>
          </p:cNvSpPr>
          <p:nvPr/>
        </p:nvSpPr>
        <p:spPr>
          <a:xfrm>
            <a:off x="73533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6968">
            <a:extLst>
              <a:ext uri="{FF2B5EF4-FFF2-40B4-BE49-F238E27FC236}">
                <a16:creationId xmlns:a16="http://schemas.microsoft.com/office/drawing/2014/main" id="{CD081E25-F5B3-45D7-B0D2-1B59B7A9DDE8}"/>
              </a:ext>
            </a:extLst>
          </p:cNvPr>
          <p:cNvSpPr>
            <a:spLocks/>
          </p:cNvSpPr>
          <p:nvPr/>
        </p:nvSpPr>
        <p:spPr>
          <a:xfrm>
            <a:off x="7529335" y="4435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6969">
            <a:extLst>
              <a:ext uri="{FF2B5EF4-FFF2-40B4-BE49-F238E27FC236}">
                <a16:creationId xmlns:a16="http://schemas.microsoft.com/office/drawing/2014/main" id="{BAB8665B-466A-4FF7-9C3B-B62F87F0AEE3}"/>
              </a:ext>
            </a:extLst>
          </p:cNvPr>
          <p:cNvSpPr>
            <a:spLocks/>
          </p:cNvSpPr>
          <p:nvPr/>
        </p:nvSpPr>
        <p:spPr>
          <a:xfrm>
            <a:off x="745214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6970">
            <a:extLst>
              <a:ext uri="{FF2B5EF4-FFF2-40B4-BE49-F238E27FC236}">
                <a16:creationId xmlns:a16="http://schemas.microsoft.com/office/drawing/2014/main" id="{CF96DA37-3EC4-4CAF-A794-FA9A6705FD2E}"/>
              </a:ext>
            </a:extLst>
          </p:cNvPr>
          <p:cNvSpPr>
            <a:spLocks/>
          </p:cNvSpPr>
          <p:nvPr/>
        </p:nvSpPr>
        <p:spPr>
          <a:xfrm>
            <a:off x="759680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6971">
            <a:extLst>
              <a:ext uri="{FF2B5EF4-FFF2-40B4-BE49-F238E27FC236}">
                <a16:creationId xmlns:a16="http://schemas.microsoft.com/office/drawing/2014/main" id="{E3404117-E76E-44C1-8AEE-B2EC14DBF4DE}"/>
              </a:ext>
            </a:extLst>
          </p:cNvPr>
          <p:cNvSpPr>
            <a:spLocks/>
          </p:cNvSpPr>
          <p:nvPr/>
        </p:nvSpPr>
        <p:spPr>
          <a:xfrm>
            <a:off x="743421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6972">
            <a:extLst>
              <a:ext uri="{FF2B5EF4-FFF2-40B4-BE49-F238E27FC236}">
                <a16:creationId xmlns:a16="http://schemas.microsoft.com/office/drawing/2014/main" id="{3C38627B-60C0-4EDA-B1C5-F9FEB71A8169}"/>
              </a:ext>
            </a:extLst>
          </p:cNvPr>
          <p:cNvSpPr>
            <a:spLocks/>
          </p:cNvSpPr>
          <p:nvPr/>
        </p:nvSpPr>
        <p:spPr>
          <a:xfrm>
            <a:off x="7349038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6973">
            <a:extLst>
              <a:ext uri="{FF2B5EF4-FFF2-40B4-BE49-F238E27FC236}">
                <a16:creationId xmlns:a16="http://schemas.microsoft.com/office/drawing/2014/main" id="{EFE429B0-BD5B-4D19-8586-1E36C53E243D}"/>
              </a:ext>
            </a:extLst>
          </p:cNvPr>
          <p:cNvSpPr>
            <a:spLocks/>
          </p:cNvSpPr>
          <p:nvPr/>
        </p:nvSpPr>
        <p:spPr>
          <a:xfrm>
            <a:off x="83205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6974">
            <a:extLst>
              <a:ext uri="{FF2B5EF4-FFF2-40B4-BE49-F238E27FC236}">
                <a16:creationId xmlns:a16="http://schemas.microsoft.com/office/drawing/2014/main" id="{40C310C5-1B2D-4DFD-9F42-4BF71E93047C}"/>
              </a:ext>
            </a:extLst>
          </p:cNvPr>
          <p:cNvSpPr>
            <a:spLocks/>
          </p:cNvSpPr>
          <p:nvPr/>
        </p:nvSpPr>
        <p:spPr>
          <a:xfrm>
            <a:off x="8039829" y="37870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6975">
            <a:extLst>
              <a:ext uri="{FF2B5EF4-FFF2-40B4-BE49-F238E27FC236}">
                <a16:creationId xmlns:a16="http://schemas.microsoft.com/office/drawing/2014/main" id="{BA0C1F75-C54E-4013-B589-E81383F16D94}"/>
              </a:ext>
            </a:extLst>
          </p:cNvPr>
          <p:cNvSpPr>
            <a:spLocks/>
          </p:cNvSpPr>
          <p:nvPr/>
        </p:nvSpPr>
        <p:spPr>
          <a:xfrm>
            <a:off x="843310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6976">
            <a:extLst>
              <a:ext uri="{FF2B5EF4-FFF2-40B4-BE49-F238E27FC236}">
                <a16:creationId xmlns:a16="http://schemas.microsoft.com/office/drawing/2014/main" id="{9FC77E58-962B-494E-B2B7-AA1EF45F7894}"/>
              </a:ext>
            </a:extLst>
          </p:cNvPr>
          <p:cNvSpPr>
            <a:spLocks/>
          </p:cNvSpPr>
          <p:nvPr/>
        </p:nvSpPr>
        <p:spPr>
          <a:xfrm>
            <a:off x="80439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6977">
            <a:extLst>
              <a:ext uri="{FF2B5EF4-FFF2-40B4-BE49-F238E27FC236}">
                <a16:creationId xmlns:a16="http://schemas.microsoft.com/office/drawing/2014/main" id="{731D5945-C331-49B8-BA6F-4E0D53FCCEEC}"/>
              </a:ext>
            </a:extLst>
          </p:cNvPr>
          <p:cNvSpPr>
            <a:spLocks/>
          </p:cNvSpPr>
          <p:nvPr/>
        </p:nvSpPr>
        <p:spPr>
          <a:xfrm>
            <a:off x="82876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6978">
            <a:extLst>
              <a:ext uri="{FF2B5EF4-FFF2-40B4-BE49-F238E27FC236}">
                <a16:creationId xmlns:a16="http://schemas.microsoft.com/office/drawing/2014/main" id="{CB814310-5294-4A99-81F6-D3033BC00C6C}"/>
              </a:ext>
            </a:extLst>
          </p:cNvPr>
          <p:cNvSpPr>
            <a:spLocks/>
          </p:cNvSpPr>
          <p:nvPr/>
        </p:nvSpPr>
        <p:spPr>
          <a:xfrm>
            <a:off x="8293033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6979">
            <a:extLst>
              <a:ext uri="{FF2B5EF4-FFF2-40B4-BE49-F238E27FC236}">
                <a16:creationId xmlns:a16="http://schemas.microsoft.com/office/drawing/2014/main" id="{C97CE319-DD80-4903-B9D0-34DEFE6E91BF}"/>
              </a:ext>
            </a:extLst>
          </p:cNvPr>
          <p:cNvSpPr>
            <a:spLocks/>
          </p:cNvSpPr>
          <p:nvPr/>
        </p:nvSpPr>
        <p:spPr>
          <a:xfrm>
            <a:off x="84934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6980">
            <a:extLst>
              <a:ext uri="{FF2B5EF4-FFF2-40B4-BE49-F238E27FC236}">
                <a16:creationId xmlns:a16="http://schemas.microsoft.com/office/drawing/2014/main" id="{53BD6605-4BE3-48F1-9D9E-36D22C9579AF}"/>
              </a:ext>
            </a:extLst>
          </p:cNvPr>
          <p:cNvSpPr>
            <a:spLocks/>
          </p:cNvSpPr>
          <p:nvPr/>
        </p:nvSpPr>
        <p:spPr>
          <a:xfrm>
            <a:off x="8276824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6981">
            <a:extLst>
              <a:ext uri="{FF2B5EF4-FFF2-40B4-BE49-F238E27FC236}">
                <a16:creationId xmlns:a16="http://schemas.microsoft.com/office/drawing/2014/main" id="{1E0567D1-5822-45DA-BFDE-F2FE4C7A62BC}"/>
              </a:ext>
            </a:extLst>
          </p:cNvPr>
          <p:cNvSpPr>
            <a:spLocks/>
          </p:cNvSpPr>
          <p:nvPr/>
        </p:nvSpPr>
        <p:spPr>
          <a:xfrm>
            <a:off x="8273602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6982">
            <a:extLst>
              <a:ext uri="{FF2B5EF4-FFF2-40B4-BE49-F238E27FC236}">
                <a16:creationId xmlns:a16="http://schemas.microsoft.com/office/drawing/2014/main" id="{13B1FCCA-1493-42E6-8F8E-BBE71EB47ABB}"/>
              </a:ext>
            </a:extLst>
          </p:cNvPr>
          <p:cNvSpPr>
            <a:spLocks/>
          </p:cNvSpPr>
          <p:nvPr/>
        </p:nvSpPr>
        <p:spPr>
          <a:xfrm>
            <a:off x="827342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6983">
            <a:extLst>
              <a:ext uri="{FF2B5EF4-FFF2-40B4-BE49-F238E27FC236}">
                <a16:creationId xmlns:a16="http://schemas.microsoft.com/office/drawing/2014/main" id="{DE720A95-4816-445D-B748-5AE5E2E0C931}"/>
              </a:ext>
            </a:extLst>
          </p:cNvPr>
          <p:cNvSpPr>
            <a:spLocks/>
          </p:cNvSpPr>
          <p:nvPr/>
        </p:nvSpPr>
        <p:spPr>
          <a:xfrm>
            <a:off x="815726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6984">
            <a:extLst>
              <a:ext uri="{FF2B5EF4-FFF2-40B4-BE49-F238E27FC236}">
                <a16:creationId xmlns:a16="http://schemas.microsoft.com/office/drawing/2014/main" id="{61637F1C-B47F-429C-A32D-012CC8C90BE1}"/>
              </a:ext>
            </a:extLst>
          </p:cNvPr>
          <p:cNvSpPr>
            <a:spLocks/>
          </p:cNvSpPr>
          <p:nvPr/>
        </p:nvSpPr>
        <p:spPr>
          <a:xfrm>
            <a:off x="80101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6985">
            <a:extLst>
              <a:ext uri="{FF2B5EF4-FFF2-40B4-BE49-F238E27FC236}">
                <a16:creationId xmlns:a16="http://schemas.microsoft.com/office/drawing/2014/main" id="{583C2D13-6515-40DB-B756-C9B1BCC3A04F}"/>
              </a:ext>
            </a:extLst>
          </p:cNvPr>
          <p:cNvSpPr>
            <a:spLocks/>
          </p:cNvSpPr>
          <p:nvPr/>
        </p:nvSpPr>
        <p:spPr>
          <a:xfrm>
            <a:off x="8423696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6986">
            <a:extLst>
              <a:ext uri="{FF2B5EF4-FFF2-40B4-BE49-F238E27FC236}">
                <a16:creationId xmlns:a16="http://schemas.microsoft.com/office/drawing/2014/main" id="{8F17D8BD-72E5-4D5C-86F6-6C0A1A752F7A}"/>
              </a:ext>
            </a:extLst>
          </p:cNvPr>
          <p:cNvSpPr>
            <a:spLocks/>
          </p:cNvSpPr>
          <p:nvPr/>
        </p:nvSpPr>
        <p:spPr>
          <a:xfrm>
            <a:off x="798177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6987">
            <a:extLst>
              <a:ext uri="{FF2B5EF4-FFF2-40B4-BE49-F238E27FC236}">
                <a16:creationId xmlns:a16="http://schemas.microsoft.com/office/drawing/2014/main" id="{AAE373A1-0035-41F5-B4DC-49E4959CE283}"/>
              </a:ext>
            </a:extLst>
          </p:cNvPr>
          <p:cNvSpPr>
            <a:spLocks/>
          </p:cNvSpPr>
          <p:nvPr/>
        </p:nvSpPr>
        <p:spPr>
          <a:xfrm>
            <a:off x="84898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6988">
            <a:extLst>
              <a:ext uri="{FF2B5EF4-FFF2-40B4-BE49-F238E27FC236}">
                <a16:creationId xmlns:a16="http://schemas.microsoft.com/office/drawing/2014/main" id="{D69DE03C-6305-4457-B67D-F4C1F241F57B}"/>
              </a:ext>
            </a:extLst>
          </p:cNvPr>
          <p:cNvSpPr>
            <a:spLocks/>
          </p:cNvSpPr>
          <p:nvPr/>
        </p:nvSpPr>
        <p:spPr>
          <a:xfrm>
            <a:off x="84364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6989">
            <a:extLst>
              <a:ext uri="{FF2B5EF4-FFF2-40B4-BE49-F238E27FC236}">
                <a16:creationId xmlns:a16="http://schemas.microsoft.com/office/drawing/2014/main" id="{5356E8AD-E068-4D0B-A9D9-6BF21F436412}"/>
              </a:ext>
            </a:extLst>
          </p:cNvPr>
          <p:cNvSpPr>
            <a:spLocks/>
          </p:cNvSpPr>
          <p:nvPr/>
        </p:nvSpPr>
        <p:spPr>
          <a:xfrm>
            <a:off x="8167093" y="52040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6990">
            <a:extLst>
              <a:ext uri="{FF2B5EF4-FFF2-40B4-BE49-F238E27FC236}">
                <a16:creationId xmlns:a16="http://schemas.microsoft.com/office/drawing/2014/main" id="{9F50CE99-470E-4E7D-BDF2-576B87337974}"/>
              </a:ext>
            </a:extLst>
          </p:cNvPr>
          <p:cNvSpPr>
            <a:spLocks/>
          </p:cNvSpPr>
          <p:nvPr/>
        </p:nvSpPr>
        <p:spPr>
          <a:xfrm>
            <a:off x="83649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6991">
            <a:extLst>
              <a:ext uri="{FF2B5EF4-FFF2-40B4-BE49-F238E27FC236}">
                <a16:creationId xmlns:a16="http://schemas.microsoft.com/office/drawing/2014/main" id="{42DBAD18-4F5A-4BBB-A37E-36F41C9015E4}"/>
              </a:ext>
            </a:extLst>
          </p:cNvPr>
          <p:cNvSpPr>
            <a:spLocks/>
          </p:cNvSpPr>
          <p:nvPr/>
        </p:nvSpPr>
        <p:spPr>
          <a:xfrm>
            <a:off x="8119910" y="4977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6992">
            <a:extLst>
              <a:ext uri="{FF2B5EF4-FFF2-40B4-BE49-F238E27FC236}">
                <a16:creationId xmlns:a16="http://schemas.microsoft.com/office/drawing/2014/main" id="{04FF1430-87D5-45F3-829F-C879C8C4A246}"/>
              </a:ext>
            </a:extLst>
          </p:cNvPr>
          <p:cNvSpPr>
            <a:spLocks/>
          </p:cNvSpPr>
          <p:nvPr/>
        </p:nvSpPr>
        <p:spPr>
          <a:xfrm>
            <a:off x="800072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6993">
            <a:extLst>
              <a:ext uri="{FF2B5EF4-FFF2-40B4-BE49-F238E27FC236}">
                <a16:creationId xmlns:a16="http://schemas.microsoft.com/office/drawing/2014/main" id="{8B41D359-D883-41CE-9FAC-3DA41A19E7C0}"/>
              </a:ext>
            </a:extLst>
          </p:cNvPr>
          <p:cNvSpPr>
            <a:spLocks/>
          </p:cNvSpPr>
          <p:nvPr/>
        </p:nvSpPr>
        <p:spPr>
          <a:xfrm>
            <a:off x="841567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6994">
            <a:extLst>
              <a:ext uri="{FF2B5EF4-FFF2-40B4-BE49-F238E27FC236}">
                <a16:creationId xmlns:a16="http://schemas.microsoft.com/office/drawing/2014/main" id="{077B11F3-7DFA-4062-94C7-E1635B02753C}"/>
              </a:ext>
            </a:extLst>
          </p:cNvPr>
          <p:cNvSpPr>
            <a:spLocks/>
          </p:cNvSpPr>
          <p:nvPr/>
        </p:nvSpPr>
        <p:spPr>
          <a:xfrm>
            <a:off x="803845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6995">
            <a:extLst>
              <a:ext uri="{FF2B5EF4-FFF2-40B4-BE49-F238E27FC236}">
                <a16:creationId xmlns:a16="http://schemas.microsoft.com/office/drawing/2014/main" id="{7E371DD6-E84C-4CC1-B4D4-1839EDF2C6A5}"/>
              </a:ext>
            </a:extLst>
          </p:cNvPr>
          <p:cNvSpPr>
            <a:spLocks/>
          </p:cNvSpPr>
          <p:nvPr/>
        </p:nvSpPr>
        <p:spPr>
          <a:xfrm>
            <a:off x="8081529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6996">
            <a:extLst>
              <a:ext uri="{FF2B5EF4-FFF2-40B4-BE49-F238E27FC236}">
                <a16:creationId xmlns:a16="http://schemas.microsoft.com/office/drawing/2014/main" id="{BC7CE415-232E-46FD-AAC9-9478BF7BDCE7}"/>
              </a:ext>
            </a:extLst>
          </p:cNvPr>
          <p:cNvSpPr>
            <a:spLocks/>
          </p:cNvSpPr>
          <p:nvPr/>
        </p:nvSpPr>
        <p:spPr>
          <a:xfrm>
            <a:off x="809171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6997">
            <a:extLst>
              <a:ext uri="{FF2B5EF4-FFF2-40B4-BE49-F238E27FC236}">
                <a16:creationId xmlns:a16="http://schemas.microsoft.com/office/drawing/2014/main" id="{E213BC6E-F124-4276-ADC9-BF941CCADFD2}"/>
              </a:ext>
            </a:extLst>
          </p:cNvPr>
          <p:cNvSpPr>
            <a:spLocks/>
          </p:cNvSpPr>
          <p:nvPr/>
        </p:nvSpPr>
        <p:spPr>
          <a:xfrm>
            <a:off x="836439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6998">
            <a:extLst>
              <a:ext uri="{FF2B5EF4-FFF2-40B4-BE49-F238E27FC236}">
                <a16:creationId xmlns:a16="http://schemas.microsoft.com/office/drawing/2014/main" id="{686B8F9A-3A04-43CF-AD28-888A5E7E6B34}"/>
              </a:ext>
            </a:extLst>
          </p:cNvPr>
          <p:cNvSpPr>
            <a:spLocks/>
          </p:cNvSpPr>
          <p:nvPr/>
        </p:nvSpPr>
        <p:spPr>
          <a:xfrm>
            <a:off x="8227949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6999">
            <a:extLst>
              <a:ext uri="{FF2B5EF4-FFF2-40B4-BE49-F238E27FC236}">
                <a16:creationId xmlns:a16="http://schemas.microsoft.com/office/drawing/2014/main" id="{AE0DFD69-7B4D-4F7C-8FC1-AE7C2DAADE02}"/>
              </a:ext>
            </a:extLst>
          </p:cNvPr>
          <p:cNvSpPr>
            <a:spLocks/>
          </p:cNvSpPr>
          <p:nvPr/>
        </p:nvSpPr>
        <p:spPr>
          <a:xfrm>
            <a:off x="79807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7000">
            <a:extLst>
              <a:ext uri="{FF2B5EF4-FFF2-40B4-BE49-F238E27FC236}">
                <a16:creationId xmlns:a16="http://schemas.microsoft.com/office/drawing/2014/main" id="{9DFE149B-BDDD-40DF-96FF-23AC9ECCE455}"/>
              </a:ext>
            </a:extLst>
          </p:cNvPr>
          <p:cNvSpPr>
            <a:spLocks/>
          </p:cNvSpPr>
          <p:nvPr/>
        </p:nvSpPr>
        <p:spPr>
          <a:xfrm>
            <a:off x="80490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7001">
            <a:extLst>
              <a:ext uri="{FF2B5EF4-FFF2-40B4-BE49-F238E27FC236}">
                <a16:creationId xmlns:a16="http://schemas.microsoft.com/office/drawing/2014/main" id="{B0327C18-376F-47F5-9A0F-15E73483B11F}"/>
              </a:ext>
            </a:extLst>
          </p:cNvPr>
          <p:cNvSpPr>
            <a:spLocks/>
          </p:cNvSpPr>
          <p:nvPr/>
        </p:nvSpPr>
        <p:spPr>
          <a:xfrm>
            <a:off x="823196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7002">
            <a:extLst>
              <a:ext uri="{FF2B5EF4-FFF2-40B4-BE49-F238E27FC236}">
                <a16:creationId xmlns:a16="http://schemas.microsoft.com/office/drawing/2014/main" id="{240204B9-6861-4093-BB6B-643F7DC844E8}"/>
              </a:ext>
            </a:extLst>
          </p:cNvPr>
          <p:cNvSpPr>
            <a:spLocks/>
          </p:cNvSpPr>
          <p:nvPr/>
        </p:nvSpPr>
        <p:spPr>
          <a:xfrm>
            <a:off x="8416886" y="4685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7003">
            <a:extLst>
              <a:ext uri="{FF2B5EF4-FFF2-40B4-BE49-F238E27FC236}">
                <a16:creationId xmlns:a16="http://schemas.microsoft.com/office/drawing/2014/main" id="{4FF2BCF5-C22F-428C-A295-ACD11669A7A4}"/>
              </a:ext>
            </a:extLst>
          </p:cNvPr>
          <p:cNvSpPr>
            <a:spLocks/>
          </p:cNvSpPr>
          <p:nvPr/>
        </p:nvSpPr>
        <p:spPr>
          <a:xfrm>
            <a:off x="8180725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7004">
            <a:extLst>
              <a:ext uri="{FF2B5EF4-FFF2-40B4-BE49-F238E27FC236}">
                <a16:creationId xmlns:a16="http://schemas.microsoft.com/office/drawing/2014/main" id="{3A54B5CC-34C2-4DDF-967D-C78782AA65F9}"/>
              </a:ext>
            </a:extLst>
          </p:cNvPr>
          <p:cNvSpPr>
            <a:spLocks/>
          </p:cNvSpPr>
          <p:nvPr/>
        </p:nvSpPr>
        <p:spPr>
          <a:xfrm>
            <a:off x="81863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7005">
            <a:extLst>
              <a:ext uri="{FF2B5EF4-FFF2-40B4-BE49-F238E27FC236}">
                <a16:creationId xmlns:a16="http://schemas.microsoft.com/office/drawing/2014/main" id="{852454C8-EE03-485C-9B73-6D846D2E18A1}"/>
              </a:ext>
            </a:extLst>
          </p:cNvPr>
          <p:cNvSpPr>
            <a:spLocks/>
          </p:cNvSpPr>
          <p:nvPr/>
        </p:nvSpPr>
        <p:spPr>
          <a:xfrm>
            <a:off x="8029054" y="5381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7006">
            <a:extLst>
              <a:ext uri="{FF2B5EF4-FFF2-40B4-BE49-F238E27FC236}">
                <a16:creationId xmlns:a16="http://schemas.microsoft.com/office/drawing/2014/main" id="{A921FB0D-9A3B-4F55-A4F1-D37C26DBDDD9}"/>
              </a:ext>
            </a:extLst>
          </p:cNvPr>
          <p:cNvSpPr>
            <a:spLocks/>
          </p:cNvSpPr>
          <p:nvPr/>
        </p:nvSpPr>
        <p:spPr>
          <a:xfrm>
            <a:off x="83481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7007">
            <a:extLst>
              <a:ext uri="{FF2B5EF4-FFF2-40B4-BE49-F238E27FC236}">
                <a16:creationId xmlns:a16="http://schemas.microsoft.com/office/drawing/2014/main" id="{B365E93A-710F-46CA-9078-6E3317ECD6D1}"/>
              </a:ext>
            </a:extLst>
          </p:cNvPr>
          <p:cNvSpPr>
            <a:spLocks/>
          </p:cNvSpPr>
          <p:nvPr/>
        </p:nvSpPr>
        <p:spPr>
          <a:xfrm>
            <a:off x="82446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7008">
            <a:extLst>
              <a:ext uri="{FF2B5EF4-FFF2-40B4-BE49-F238E27FC236}">
                <a16:creationId xmlns:a16="http://schemas.microsoft.com/office/drawing/2014/main" id="{2C42D29E-6B10-460A-9A57-9AC8C2FA2780}"/>
              </a:ext>
            </a:extLst>
          </p:cNvPr>
          <p:cNvSpPr>
            <a:spLocks/>
          </p:cNvSpPr>
          <p:nvPr/>
        </p:nvSpPr>
        <p:spPr>
          <a:xfrm>
            <a:off x="806783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7009">
            <a:extLst>
              <a:ext uri="{FF2B5EF4-FFF2-40B4-BE49-F238E27FC236}">
                <a16:creationId xmlns:a16="http://schemas.microsoft.com/office/drawing/2014/main" id="{A25CF0B6-9962-4319-9127-8A207A203B24}"/>
              </a:ext>
            </a:extLst>
          </p:cNvPr>
          <p:cNvSpPr>
            <a:spLocks/>
          </p:cNvSpPr>
          <p:nvPr/>
        </p:nvSpPr>
        <p:spPr>
          <a:xfrm>
            <a:off x="84654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7010">
            <a:extLst>
              <a:ext uri="{FF2B5EF4-FFF2-40B4-BE49-F238E27FC236}">
                <a16:creationId xmlns:a16="http://schemas.microsoft.com/office/drawing/2014/main" id="{0BCF8C52-64A2-4CD6-89C9-40ED600D83EF}"/>
              </a:ext>
            </a:extLst>
          </p:cNvPr>
          <p:cNvSpPr>
            <a:spLocks/>
          </p:cNvSpPr>
          <p:nvPr/>
        </p:nvSpPr>
        <p:spPr>
          <a:xfrm>
            <a:off x="8252854" y="4091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7011">
            <a:extLst>
              <a:ext uri="{FF2B5EF4-FFF2-40B4-BE49-F238E27FC236}">
                <a16:creationId xmlns:a16="http://schemas.microsoft.com/office/drawing/2014/main" id="{95704970-EF2B-42B6-9EAF-08BA5B085926}"/>
              </a:ext>
            </a:extLst>
          </p:cNvPr>
          <p:cNvSpPr>
            <a:spLocks/>
          </p:cNvSpPr>
          <p:nvPr/>
        </p:nvSpPr>
        <p:spPr>
          <a:xfrm>
            <a:off x="809903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7012">
            <a:extLst>
              <a:ext uri="{FF2B5EF4-FFF2-40B4-BE49-F238E27FC236}">
                <a16:creationId xmlns:a16="http://schemas.microsoft.com/office/drawing/2014/main" id="{B9AF0795-5CB6-4821-8194-97FF159DC83A}"/>
              </a:ext>
            </a:extLst>
          </p:cNvPr>
          <p:cNvSpPr>
            <a:spLocks/>
          </p:cNvSpPr>
          <p:nvPr/>
        </p:nvSpPr>
        <p:spPr>
          <a:xfrm>
            <a:off x="846356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7013">
            <a:extLst>
              <a:ext uri="{FF2B5EF4-FFF2-40B4-BE49-F238E27FC236}">
                <a16:creationId xmlns:a16="http://schemas.microsoft.com/office/drawing/2014/main" id="{B877639E-90F2-4364-8CC6-871D638C910B}"/>
              </a:ext>
            </a:extLst>
          </p:cNvPr>
          <p:cNvSpPr>
            <a:spLocks/>
          </p:cNvSpPr>
          <p:nvPr/>
        </p:nvSpPr>
        <p:spPr>
          <a:xfrm>
            <a:off x="803125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7014">
            <a:extLst>
              <a:ext uri="{FF2B5EF4-FFF2-40B4-BE49-F238E27FC236}">
                <a16:creationId xmlns:a16="http://schemas.microsoft.com/office/drawing/2014/main" id="{F4E3382E-6CCD-4F33-8B34-DD57353BC55B}"/>
              </a:ext>
            </a:extLst>
          </p:cNvPr>
          <p:cNvSpPr>
            <a:spLocks/>
          </p:cNvSpPr>
          <p:nvPr/>
        </p:nvSpPr>
        <p:spPr>
          <a:xfrm>
            <a:off x="797973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7015">
            <a:extLst>
              <a:ext uri="{FF2B5EF4-FFF2-40B4-BE49-F238E27FC236}">
                <a16:creationId xmlns:a16="http://schemas.microsoft.com/office/drawing/2014/main" id="{6F3D3B74-FD12-4957-8802-0F0C846E0FEF}"/>
              </a:ext>
            </a:extLst>
          </p:cNvPr>
          <p:cNvSpPr>
            <a:spLocks/>
          </p:cNvSpPr>
          <p:nvPr/>
        </p:nvSpPr>
        <p:spPr>
          <a:xfrm>
            <a:off x="83662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7016">
            <a:extLst>
              <a:ext uri="{FF2B5EF4-FFF2-40B4-BE49-F238E27FC236}">
                <a16:creationId xmlns:a16="http://schemas.microsoft.com/office/drawing/2014/main" id="{E5B83B48-2E37-4A30-93B0-BE443A24BDF4}"/>
              </a:ext>
            </a:extLst>
          </p:cNvPr>
          <p:cNvSpPr>
            <a:spLocks/>
          </p:cNvSpPr>
          <p:nvPr/>
        </p:nvSpPr>
        <p:spPr>
          <a:xfrm>
            <a:off x="845048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7017">
            <a:extLst>
              <a:ext uri="{FF2B5EF4-FFF2-40B4-BE49-F238E27FC236}">
                <a16:creationId xmlns:a16="http://schemas.microsoft.com/office/drawing/2014/main" id="{6D7A998E-A894-413E-8EDC-4ECB70A982C0}"/>
              </a:ext>
            </a:extLst>
          </p:cNvPr>
          <p:cNvSpPr>
            <a:spLocks/>
          </p:cNvSpPr>
          <p:nvPr/>
        </p:nvSpPr>
        <p:spPr>
          <a:xfrm>
            <a:off x="8335796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7018">
            <a:extLst>
              <a:ext uri="{FF2B5EF4-FFF2-40B4-BE49-F238E27FC236}">
                <a16:creationId xmlns:a16="http://schemas.microsoft.com/office/drawing/2014/main" id="{0FFF0EC4-50AA-4AC3-A8D9-93307103AA52}"/>
              </a:ext>
            </a:extLst>
          </p:cNvPr>
          <p:cNvSpPr>
            <a:spLocks/>
          </p:cNvSpPr>
          <p:nvPr/>
        </p:nvSpPr>
        <p:spPr>
          <a:xfrm>
            <a:off x="84332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7019">
            <a:extLst>
              <a:ext uri="{FF2B5EF4-FFF2-40B4-BE49-F238E27FC236}">
                <a16:creationId xmlns:a16="http://schemas.microsoft.com/office/drawing/2014/main" id="{91A7EC88-5F51-4E30-AB0B-F61B18650540}"/>
              </a:ext>
            </a:extLst>
          </p:cNvPr>
          <p:cNvSpPr>
            <a:spLocks/>
          </p:cNvSpPr>
          <p:nvPr/>
        </p:nvSpPr>
        <p:spPr>
          <a:xfrm>
            <a:off x="80118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7020">
            <a:extLst>
              <a:ext uri="{FF2B5EF4-FFF2-40B4-BE49-F238E27FC236}">
                <a16:creationId xmlns:a16="http://schemas.microsoft.com/office/drawing/2014/main" id="{CFD2F059-3B92-4FA0-AA0B-5811E4FA3F55}"/>
              </a:ext>
            </a:extLst>
          </p:cNvPr>
          <p:cNvSpPr>
            <a:spLocks/>
          </p:cNvSpPr>
          <p:nvPr/>
        </p:nvSpPr>
        <p:spPr>
          <a:xfrm>
            <a:off x="8386515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7021">
            <a:extLst>
              <a:ext uri="{FF2B5EF4-FFF2-40B4-BE49-F238E27FC236}">
                <a16:creationId xmlns:a16="http://schemas.microsoft.com/office/drawing/2014/main" id="{2C1252C0-5347-43E9-B824-C7D09D4D2AC5}"/>
              </a:ext>
            </a:extLst>
          </p:cNvPr>
          <p:cNvSpPr>
            <a:spLocks/>
          </p:cNvSpPr>
          <p:nvPr/>
        </p:nvSpPr>
        <p:spPr>
          <a:xfrm>
            <a:off x="802280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7022">
            <a:extLst>
              <a:ext uri="{FF2B5EF4-FFF2-40B4-BE49-F238E27FC236}">
                <a16:creationId xmlns:a16="http://schemas.microsoft.com/office/drawing/2014/main" id="{DEA9C7B4-EB84-4445-AD50-AF7633C59790}"/>
              </a:ext>
            </a:extLst>
          </p:cNvPr>
          <p:cNvSpPr>
            <a:spLocks/>
          </p:cNvSpPr>
          <p:nvPr/>
        </p:nvSpPr>
        <p:spPr>
          <a:xfrm>
            <a:off x="799902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7023">
            <a:extLst>
              <a:ext uri="{FF2B5EF4-FFF2-40B4-BE49-F238E27FC236}">
                <a16:creationId xmlns:a16="http://schemas.microsoft.com/office/drawing/2014/main" id="{79AD2D7B-661B-4A4F-B0FF-A6F9BE5FA6B6}"/>
              </a:ext>
            </a:extLst>
          </p:cNvPr>
          <p:cNvSpPr>
            <a:spLocks/>
          </p:cNvSpPr>
          <p:nvPr/>
        </p:nvSpPr>
        <p:spPr>
          <a:xfrm>
            <a:off x="8208982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7024">
            <a:extLst>
              <a:ext uri="{FF2B5EF4-FFF2-40B4-BE49-F238E27FC236}">
                <a16:creationId xmlns:a16="http://schemas.microsoft.com/office/drawing/2014/main" id="{F8195E2D-F24C-4C03-B166-B5EA7B04C361}"/>
              </a:ext>
            </a:extLst>
          </p:cNvPr>
          <p:cNvSpPr>
            <a:spLocks/>
          </p:cNvSpPr>
          <p:nvPr/>
        </p:nvSpPr>
        <p:spPr>
          <a:xfrm>
            <a:off x="8472574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7025">
            <a:extLst>
              <a:ext uri="{FF2B5EF4-FFF2-40B4-BE49-F238E27FC236}">
                <a16:creationId xmlns:a16="http://schemas.microsoft.com/office/drawing/2014/main" id="{86BCCA50-C4A3-4BE8-85B3-297FE6765939}"/>
              </a:ext>
            </a:extLst>
          </p:cNvPr>
          <p:cNvSpPr>
            <a:spLocks/>
          </p:cNvSpPr>
          <p:nvPr/>
        </p:nvSpPr>
        <p:spPr>
          <a:xfrm>
            <a:off x="8095794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7026">
            <a:extLst>
              <a:ext uri="{FF2B5EF4-FFF2-40B4-BE49-F238E27FC236}">
                <a16:creationId xmlns:a16="http://schemas.microsoft.com/office/drawing/2014/main" id="{4FC3AEA4-03E9-461F-8F81-8212007776CF}"/>
              </a:ext>
            </a:extLst>
          </p:cNvPr>
          <p:cNvSpPr>
            <a:spLocks/>
          </p:cNvSpPr>
          <p:nvPr/>
        </p:nvSpPr>
        <p:spPr>
          <a:xfrm>
            <a:off x="816039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7027">
            <a:extLst>
              <a:ext uri="{FF2B5EF4-FFF2-40B4-BE49-F238E27FC236}">
                <a16:creationId xmlns:a16="http://schemas.microsoft.com/office/drawing/2014/main" id="{7C644998-475D-4A17-B032-4ACE1B7BB161}"/>
              </a:ext>
            </a:extLst>
          </p:cNvPr>
          <p:cNvSpPr>
            <a:spLocks/>
          </p:cNvSpPr>
          <p:nvPr/>
        </p:nvSpPr>
        <p:spPr>
          <a:xfrm>
            <a:off x="8410692" y="468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7028">
            <a:extLst>
              <a:ext uri="{FF2B5EF4-FFF2-40B4-BE49-F238E27FC236}">
                <a16:creationId xmlns:a16="http://schemas.microsoft.com/office/drawing/2014/main" id="{3B3B2857-20F3-4B8A-BC99-2D7A09103A19}"/>
              </a:ext>
            </a:extLst>
          </p:cNvPr>
          <p:cNvSpPr>
            <a:spLocks/>
          </p:cNvSpPr>
          <p:nvPr/>
        </p:nvSpPr>
        <p:spPr>
          <a:xfrm>
            <a:off x="80153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7029">
            <a:extLst>
              <a:ext uri="{FF2B5EF4-FFF2-40B4-BE49-F238E27FC236}">
                <a16:creationId xmlns:a16="http://schemas.microsoft.com/office/drawing/2014/main" id="{1BDBBADC-6E37-418E-AA0B-B28CEA5C687F}"/>
              </a:ext>
            </a:extLst>
          </p:cNvPr>
          <p:cNvSpPr>
            <a:spLocks/>
          </p:cNvSpPr>
          <p:nvPr/>
        </p:nvSpPr>
        <p:spPr>
          <a:xfrm>
            <a:off x="8287579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7030">
            <a:extLst>
              <a:ext uri="{FF2B5EF4-FFF2-40B4-BE49-F238E27FC236}">
                <a16:creationId xmlns:a16="http://schemas.microsoft.com/office/drawing/2014/main" id="{4EE07F1C-0052-47B6-9BB9-DAA7609C3D65}"/>
              </a:ext>
            </a:extLst>
          </p:cNvPr>
          <p:cNvSpPr>
            <a:spLocks/>
          </p:cNvSpPr>
          <p:nvPr/>
        </p:nvSpPr>
        <p:spPr>
          <a:xfrm>
            <a:off x="8298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7031">
            <a:extLst>
              <a:ext uri="{FF2B5EF4-FFF2-40B4-BE49-F238E27FC236}">
                <a16:creationId xmlns:a16="http://schemas.microsoft.com/office/drawing/2014/main" id="{4FC499A1-E0E9-4B5B-B7FA-752A5A2B6048}"/>
              </a:ext>
            </a:extLst>
          </p:cNvPr>
          <p:cNvSpPr>
            <a:spLocks/>
          </p:cNvSpPr>
          <p:nvPr/>
        </p:nvSpPr>
        <p:spPr>
          <a:xfrm>
            <a:off x="829261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7032">
            <a:extLst>
              <a:ext uri="{FF2B5EF4-FFF2-40B4-BE49-F238E27FC236}">
                <a16:creationId xmlns:a16="http://schemas.microsoft.com/office/drawing/2014/main" id="{9D00F806-0F44-4CC4-90DA-DE955BFD2260}"/>
              </a:ext>
            </a:extLst>
          </p:cNvPr>
          <p:cNvSpPr>
            <a:spLocks/>
          </p:cNvSpPr>
          <p:nvPr/>
        </p:nvSpPr>
        <p:spPr>
          <a:xfrm>
            <a:off x="833306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7033">
            <a:extLst>
              <a:ext uri="{FF2B5EF4-FFF2-40B4-BE49-F238E27FC236}">
                <a16:creationId xmlns:a16="http://schemas.microsoft.com/office/drawing/2014/main" id="{DA35848F-92F1-4A09-B38C-B167E09B7CB7}"/>
              </a:ext>
            </a:extLst>
          </p:cNvPr>
          <p:cNvSpPr>
            <a:spLocks/>
          </p:cNvSpPr>
          <p:nvPr/>
        </p:nvSpPr>
        <p:spPr>
          <a:xfrm>
            <a:off x="8333751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7034">
            <a:extLst>
              <a:ext uri="{FF2B5EF4-FFF2-40B4-BE49-F238E27FC236}">
                <a16:creationId xmlns:a16="http://schemas.microsoft.com/office/drawing/2014/main" id="{8A6D4A1A-4983-46BA-81BF-092E1693F3A7}"/>
              </a:ext>
            </a:extLst>
          </p:cNvPr>
          <p:cNvSpPr>
            <a:spLocks/>
          </p:cNvSpPr>
          <p:nvPr/>
        </p:nvSpPr>
        <p:spPr>
          <a:xfrm>
            <a:off x="809134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7035">
            <a:extLst>
              <a:ext uri="{FF2B5EF4-FFF2-40B4-BE49-F238E27FC236}">
                <a16:creationId xmlns:a16="http://schemas.microsoft.com/office/drawing/2014/main" id="{ED21619D-89F4-4964-B250-E781343A6119}"/>
              </a:ext>
            </a:extLst>
          </p:cNvPr>
          <p:cNvSpPr>
            <a:spLocks/>
          </p:cNvSpPr>
          <p:nvPr/>
        </p:nvSpPr>
        <p:spPr>
          <a:xfrm>
            <a:off x="84622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7036">
            <a:extLst>
              <a:ext uri="{FF2B5EF4-FFF2-40B4-BE49-F238E27FC236}">
                <a16:creationId xmlns:a16="http://schemas.microsoft.com/office/drawing/2014/main" id="{0DC63C44-A891-43DB-A1F4-1D187202800F}"/>
              </a:ext>
            </a:extLst>
          </p:cNvPr>
          <p:cNvSpPr>
            <a:spLocks/>
          </p:cNvSpPr>
          <p:nvPr/>
        </p:nvSpPr>
        <p:spPr>
          <a:xfrm>
            <a:off x="836418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7037">
            <a:extLst>
              <a:ext uri="{FF2B5EF4-FFF2-40B4-BE49-F238E27FC236}">
                <a16:creationId xmlns:a16="http://schemas.microsoft.com/office/drawing/2014/main" id="{9534F4DD-B10C-4CAA-85FC-46D296D55045}"/>
              </a:ext>
            </a:extLst>
          </p:cNvPr>
          <p:cNvSpPr>
            <a:spLocks/>
          </p:cNvSpPr>
          <p:nvPr/>
        </p:nvSpPr>
        <p:spPr>
          <a:xfrm>
            <a:off x="8137939" y="5375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7038">
            <a:extLst>
              <a:ext uri="{FF2B5EF4-FFF2-40B4-BE49-F238E27FC236}">
                <a16:creationId xmlns:a16="http://schemas.microsoft.com/office/drawing/2014/main" id="{FD99EDB6-FA85-4853-AC44-9567659B70C0}"/>
              </a:ext>
            </a:extLst>
          </p:cNvPr>
          <p:cNvSpPr>
            <a:spLocks/>
          </p:cNvSpPr>
          <p:nvPr/>
        </p:nvSpPr>
        <p:spPr>
          <a:xfrm>
            <a:off x="81957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7039">
            <a:extLst>
              <a:ext uri="{FF2B5EF4-FFF2-40B4-BE49-F238E27FC236}">
                <a16:creationId xmlns:a16="http://schemas.microsoft.com/office/drawing/2014/main" id="{2809A78D-2284-44F4-B817-6F28CE010B3C}"/>
              </a:ext>
            </a:extLst>
          </p:cNvPr>
          <p:cNvSpPr>
            <a:spLocks/>
          </p:cNvSpPr>
          <p:nvPr/>
        </p:nvSpPr>
        <p:spPr>
          <a:xfrm>
            <a:off x="802345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7040">
            <a:extLst>
              <a:ext uri="{FF2B5EF4-FFF2-40B4-BE49-F238E27FC236}">
                <a16:creationId xmlns:a16="http://schemas.microsoft.com/office/drawing/2014/main" id="{8190C87E-89BB-491A-9B13-45755D3A6329}"/>
              </a:ext>
            </a:extLst>
          </p:cNvPr>
          <p:cNvSpPr>
            <a:spLocks/>
          </p:cNvSpPr>
          <p:nvPr/>
        </p:nvSpPr>
        <p:spPr>
          <a:xfrm>
            <a:off x="81526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7041">
            <a:extLst>
              <a:ext uri="{FF2B5EF4-FFF2-40B4-BE49-F238E27FC236}">
                <a16:creationId xmlns:a16="http://schemas.microsoft.com/office/drawing/2014/main" id="{88A93691-6654-4D56-891C-78C8B856D168}"/>
              </a:ext>
            </a:extLst>
          </p:cNvPr>
          <p:cNvSpPr>
            <a:spLocks/>
          </p:cNvSpPr>
          <p:nvPr/>
        </p:nvSpPr>
        <p:spPr>
          <a:xfrm>
            <a:off x="800808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7042">
            <a:extLst>
              <a:ext uri="{FF2B5EF4-FFF2-40B4-BE49-F238E27FC236}">
                <a16:creationId xmlns:a16="http://schemas.microsoft.com/office/drawing/2014/main" id="{CBF07B23-5BA1-4DE1-BF8E-31E201106489}"/>
              </a:ext>
            </a:extLst>
          </p:cNvPr>
          <p:cNvSpPr>
            <a:spLocks/>
          </p:cNvSpPr>
          <p:nvPr/>
        </p:nvSpPr>
        <p:spPr>
          <a:xfrm>
            <a:off x="83934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7043">
            <a:extLst>
              <a:ext uri="{FF2B5EF4-FFF2-40B4-BE49-F238E27FC236}">
                <a16:creationId xmlns:a16="http://schemas.microsoft.com/office/drawing/2014/main" id="{DD9ECC0B-6481-4E2B-8699-0DA7B6E8F439}"/>
              </a:ext>
            </a:extLst>
          </p:cNvPr>
          <p:cNvSpPr>
            <a:spLocks/>
          </p:cNvSpPr>
          <p:nvPr/>
        </p:nvSpPr>
        <p:spPr>
          <a:xfrm>
            <a:off x="829400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7044">
            <a:extLst>
              <a:ext uri="{FF2B5EF4-FFF2-40B4-BE49-F238E27FC236}">
                <a16:creationId xmlns:a16="http://schemas.microsoft.com/office/drawing/2014/main" id="{70FBD459-8503-4EBD-B56A-0B27D6656428}"/>
              </a:ext>
            </a:extLst>
          </p:cNvPr>
          <p:cNvSpPr>
            <a:spLocks/>
          </p:cNvSpPr>
          <p:nvPr/>
        </p:nvSpPr>
        <p:spPr>
          <a:xfrm>
            <a:off x="83977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7045">
            <a:extLst>
              <a:ext uri="{FF2B5EF4-FFF2-40B4-BE49-F238E27FC236}">
                <a16:creationId xmlns:a16="http://schemas.microsoft.com/office/drawing/2014/main" id="{1023433D-F4A8-4780-BD72-61C790EB3FA3}"/>
              </a:ext>
            </a:extLst>
          </p:cNvPr>
          <p:cNvSpPr>
            <a:spLocks/>
          </p:cNvSpPr>
          <p:nvPr/>
        </p:nvSpPr>
        <p:spPr>
          <a:xfrm>
            <a:off x="8256560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7046">
            <a:extLst>
              <a:ext uri="{FF2B5EF4-FFF2-40B4-BE49-F238E27FC236}">
                <a16:creationId xmlns:a16="http://schemas.microsoft.com/office/drawing/2014/main" id="{14BC6B32-1BCE-4A25-BE75-A53420EF7FF2}"/>
              </a:ext>
            </a:extLst>
          </p:cNvPr>
          <p:cNvSpPr>
            <a:spLocks/>
          </p:cNvSpPr>
          <p:nvPr/>
        </p:nvSpPr>
        <p:spPr>
          <a:xfrm>
            <a:off x="80166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7047">
            <a:extLst>
              <a:ext uri="{FF2B5EF4-FFF2-40B4-BE49-F238E27FC236}">
                <a16:creationId xmlns:a16="http://schemas.microsoft.com/office/drawing/2014/main" id="{9803D1A4-DC1B-4648-8901-10FE8D28ADA2}"/>
              </a:ext>
            </a:extLst>
          </p:cNvPr>
          <p:cNvSpPr>
            <a:spLocks/>
          </p:cNvSpPr>
          <p:nvPr/>
        </p:nvSpPr>
        <p:spPr>
          <a:xfrm>
            <a:off x="8411391" y="53887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7048">
            <a:extLst>
              <a:ext uri="{FF2B5EF4-FFF2-40B4-BE49-F238E27FC236}">
                <a16:creationId xmlns:a16="http://schemas.microsoft.com/office/drawing/2014/main" id="{C3E42363-0945-4AA4-AB6F-565E12B8CEE6}"/>
              </a:ext>
            </a:extLst>
          </p:cNvPr>
          <p:cNvSpPr>
            <a:spLocks/>
          </p:cNvSpPr>
          <p:nvPr/>
        </p:nvSpPr>
        <p:spPr>
          <a:xfrm>
            <a:off x="8048554" y="5093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7049">
            <a:extLst>
              <a:ext uri="{FF2B5EF4-FFF2-40B4-BE49-F238E27FC236}">
                <a16:creationId xmlns:a16="http://schemas.microsoft.com/office/drawing/2014/main" id="{CA32B21A-4D07-4EBD-B98B-69118BAB4CD1}"/>
              </a:ext>
            </a:extLst>
          </p:cNvPr>
          <p:cNvSpPr>
            <a:spLocks/>
          </p:cNvSpPr>
          <p:nvPr/>
        </p:nvSpPr>
        <p:spPr>
          <a:xfrm>
            <a:off x="8280771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7050">
            <a:extLst>
              <a:ext uri="{FF2B5EF4-FFF2-40B4-BE49-F238E27FC236}">
                <a16:creationId xmlns:a16="http://schemas.microsoft.com/office/drawing/2014/main" id="{19939AFD-C92E-4E3E-99FE-E26EA1A2A723}"/>
              </a:ext>
            </a:extLst>
          </p:cNvPr>
          <p:cNvSpPr>
            <a:spLocks/>
          </p:cNvSpPr>
          <p:nvPr/>
        </p:nvSpPr>
        <p:spPr>
          <a:xfrm>
            <a:off x="818700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7051">
            <a:extLst>
              <a:ext uri="{FF2B5EF4-FFF2-40B4-BE49-F238E27FC236}">
                <a16:creationId xmlns:a16="http://schemas.microsoft.com/office/drawing/2014/main" id="{F6195025-52B5-41E4-B5D0-AE1E5887761D}"/>
              </a:ext>
            </a:extLst>
          </p:cNvPr>
          <p:cNvSpPr>
            <a:spLocks/>
          </p:cNvSpPr>
          <p:nvPr/>
        </p:nvSpPr>
        <p:spPr>
          <a:xfrm>
            <a:off x="80740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7052">
            <a:extLst>
              <a:ext uri="{FF2B5EF4-FFF2-40B4-BE49-F238E27FC236}">
                <a16:creationId xmlns:a16="http://schemas.microsoft.com/office/drawing/2014/main" id="{C38463B0-927D-479D-A1B0-BCC5D7092DBD}"/>
              </a:ext>
            </a:extLst>
          </p:cNvPr>
          <p:cNvSpPr>
            <a:spLocks/>
          </p:cNvSpPr>
          <p:nvPr/>
        </p:nvSpPr>
        <p:spPr>
          <a:xfrm>
            <a:off x="8395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7053">
            <a:extLst>
              <a:ext uri="{FF2B5EF4-FFF2-40B4-BE49-F238E27FC236}">
                <a16:creationId xmlns:a16="http://schemas.microsoft.com/office/drawing/2014/main" id="{93304F98-79AE-4E3C-8205-1CC60DE26E53}"/>
              </a:ext>
            </a:extLst>
          </p:cNvPr>
          <p:cNvSpPr>
            <a:spLocks/>
          </p:cNvSpPr>
          <p:nvPr/>
        </p:nvSpPr>
        <p:spPr>
          <a:xfrm>
            <a:off x="81016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7054">
            <a:extLst>
              <a:ext uri="{FF2B5EF4-FFF2-40B4-BE49-F238E27FC236}">
                <a16:creationId xmlns:a16="http://schemas.microsoft.com/office/drawing/2014/main" id="{4A0C1F50-41A3-4B9A-8FF4-4685EEC7121E}"/>
              </a:ext>
            </a:extLst>
          </p:cNvPr>
          <p:cNvSpPr>
            <a:spLocks/>
          </p:cNvSpPr>
          <p:nvPr/>
        </p:nvSpPr>
        <p:spPr>
          <a:xfrm>
            <a:off x="8398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7055">
            <a:extLst>
              <a:ext uri="{FF2B5EF4-FFF2-40B4-BE49-F238E27FC236}">
                <a16:creationId xmlns:a16="http://schemas.microsoft.com/office/drawing/2014/main" id="{E3188144-2BA6-4CE8-9185-3399FFD49CDA}"/>
              </a:ext>
            </a:extLst>
          </p:cNvPr>
          <p:cNvSpPr>
            <a:spLocks/>
          </p:cNvSpPr>
          <p:nvPr/>
        </p:nvSpPr>
        <p:spPr>
          <a:xfrm>
            <a:off x="81847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7056">
            <a:extLst>
              <a:ext uri="{FF2B5EF4-FFF2-40B4-BE49-F238E27FC236}">
                <a16:creationId xmlns:a16="http://schemas.microsoft.com/office/drawing/2014/main" id="{022D6598-C347-460C-AB5E-69581D1AB1B0}"/>
              </a:ext>
            </a:extLst>
          </p:cNvPr>
          <p:cNvSpPr>
            <a:spLocks/>
          </p:cNvSpPr>
          <p:nvPr/>
        </p:nvSpPr>
        <p:spPr>
          <a:xfrm>
            <a:off x="83774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7057">
            <a:extLst>
              <a:ext uri="{FF2B5EF4-FFF2-40B4-BE49-F238E27FC236}">
                <a16:creationId xmlns:a16="http://schemas.microsoft.com/office/drawing/2014/main" id="{A0EF4379-4292-4240-9DE1-E4423C9C0D16}"/>
              </a:ext>
            </a:extLst>
          </p:cNvPr>
          <p:cNvSpPr>
            <a:spLocks/>
          </p:cNvSpPr>
          <p:nvPr/>
        </p:nvSpPr>
        <p:spPr>
          <a:xfrm>
            <a:off x="8049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7058">
            <a:extLst>
              <a:ext uri="{FF2B5EF4-FFF2-40B4-BE49-F238E27FC236}">
                <a16:creationId xmlns:a16="http://schemas.microsoft.com/office/drawing/2014/main" id="{C7896CC3-611A-40BB-8B30-6767547ED09D}"/>
              </a:ext>
            </a:extLst>
          </p:cNvPr>
          <p:cNvSpPr>
            <a:spLocks/>
          </p:cNvSpPr>
          <p:nvPr/>
        </p:nvSpPr>
        <p:spPr>
          <a:xfrm>
            <a:off x="8322968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7059">
            <a:extLst>
              <a:ext uri="{FF2B5EF4-FFF2-40B4-BE49-F238E27FC236}">
                <a16:creationId xmlns:a16="http://schemas.microsoft.com/office/drawing/2014/main" id="{2783866A-F76B-4F3B-844A-22F566036C52}"/>
              </a:ext>
            </a:extLst>
          </p:cNvPr>
          <p:cNvSpPr>
            <a:spLocks/>
          </p:cNvSpPr>
          <p:nvPr/>
        </p:nvSpPr>
        <p:spPr>
          <a:xfrm>
            <a:off x="8058099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7060">
            <a:extLst>
              <a:ext uri="{FF2B5EF4-FFF2-40B4-BE49-F238E27FC236}">
                <a16:creationId xmlns:a16="http://schemas.microsoft.com/office/drawing/2014/main" id="{A493A361-5D26-4D88-8A73-7D3EC13CC342}"/>
              </a:ext>
            </a:extLst>
          </p:cNvPr>
          <p:cNvSpPr>
            <a:spLocks/>
          </p:cNvSpPr>
          <p:nvPr/>
        </p:nvSpPr>
        <p:spPr>
          <a:xfrm>
            <a:off x="80227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7061">
            <a:extLst>
              <a:ext uri="{FF2B5EF4-FFF2-40B4-BE49-F238E27FC236}">
                <a16:creationId xmlns:a16="http://schemas.microsoft.com/office/drawing/2014/main" id="{DC8E3F27-A0B4-434A-826C-A5E30DFC6133}"/>
              </a:ext>
            </a:extLst>
          </p:cNvPr>
          <p:cNvSpPr>
            <a:spLocks/>
          </p:cNvSpPr>
          <p:nvPr/>
        </p:nvSpPr>
        <p:spPr>
          <a:xfrm>
            <a:off x="80979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7062">
            <a:extLst>
              <a:ext uri="{FF2B5EF4-FFF2-40B4-BE49-F238E27FC236}">
                <a16:creationId xmlns:a16="http://schemas.microsoft.com/office/drawing/2014/main" id="{0D2B1D7F-AE2B-4B39-A410-0F1B86010E9E}"/>
              </a:ext>
            </a:extLst>
          </p:cNvPr>
          <p:cNvSpPr>
            <a:spLocks/>
          </p:cNvSpPr>
          <p:nvPr/>
        </p:nvSpPr>
        <p:spPr>
          <a:xfrm>
            <a:off x="8140214" y="38424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7063">
            <a:extLst>
              <a:ext uri="{FF2B5EF4-FFF2-40B4-BE49-F238E27FC236}">
                <a16:creationId xmlns:a16="http://schemas.microsoft.com/office/drawing/2014/main" id="{A01E40A2-8200-47B0-B183-20A6303F00CE}"/>
              </a:ext>
            </a:extLst>
          </p:cNvPr>
          <p:cNvSpPr>
            <a:spLocks/>
          </p:cNvSpPr>
          <p:nvPr/>
        </p:nvSpPr>
        <p:spPr>
          <a:xfrm>
            <a:off x="833952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7064">
            <a:extLst>
              <a:ext uri="{FF2B5EF4-FFF2-40B4-BE49-F238E27FC236}">
                <a16:creationId xmlns:a16="http://schemas.microsoft.com/office/drawing/2014/main" id="{23B4DFD8-FDE8-417C-8EEB-B8A464842CD9}"/>
              </a:ext>
            </a:extLst>
          </p:cNvPr>
          <p:cNvSpPr>
            <a:spLocks/>
          </p:cNvSpPr>
          <p:nvPr/>
        </p:nvSpPr>
        <p:spPr>
          <a:xfrm>
            <a:off x="818971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7065">
            <a:extLst>
              <a:ext uri="{FF2B5EF4-FFF2-40B4-BE49-F238E27FC236}">
                <a16:creationId xmlns:a16="http://schemas.microsoft.com/office/drawing/2014/main" id="{2C0C9C8F-1AF5-4A79-8683-3BF2091F0E0E}"/>
              </a:ext>
            </a:extLst>
          </p:cNvPr>
          <p:cNvSpPr>
            <a:spLocks/>
          </p:cNvSpPr>
          <p:nvPr/>
        </p:nvSpPr>
        <p:spPr>
          <a:xfrm>
            <a:off x="843068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7066">
            <a:extLst>
              <a:ext uri="{FF2B5EF4-FFF2-40B4-BE49-F238E27FC236}">
                <a16:creationId xmlns:a16="http://schemas.microsoft.com/office/drawing/2014/main" id="{F7AA62BF-3613-4FBE-B250-1146159567A0}"/>
              </a:ext>
            </a:extLst>
          </p:cNvPr>
          <p:cNvSpPr>
            <a:spLocks/>
          </p:cNvSpPr>
          <p:nvPr/>
        </p:nvSpPr>
        <p:spPr>
          <a:xfrm>
            <a:off x="8218953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7067">
            <a:extLst>
              <a:ext uri="{FF2B5EF4-FFF2-40B4-BE49-F238E27FC236}">
                <a16:creationId xmlns:a16="http://schemas.microsoft.com/office/drawing/2014/main" id="{192D46A2-E2E5-4BEB-8AD2-6C23B3099827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4" name="data_7068">
            <a:extLst>
              <a:ext uri="{FF2B5EF4-FFF2-40B4-BE49-F238E27FC236}">
                <a16:creationId xmlns:a16="http://schemas.microsoft.com/office/drawing/2014/main" id="{13298537-5BA8-483F-953B-F3E3A5671666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5" name="text_7069">
            <a:extLst>
              <a:ext uri="{FF2B5EF4-FFF2-40B4-BE49-F238E27FC236}">
                <a16:creationId xmlns:a16="http://schemas.microsoft.com/office/drawing/2014/main" id="{1C08A6B7-A61E-4BB8-B96E-45ABD48C3784}"/>
              </a:ext>
            </a:extLst>
          </p:cNvPr>
          <p:cNvSpPr>
            <a:spLocks/>
          </p:cNvSpPr>
          <p:nvPr/>
        </p:nvSpPr>
        <p:spPr>
          <a:xfrm>
            <a:off x="5225171" y="338134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7070">
            <a:extLst>
              <a:ext uri="{FF2B5EF4-FFF2-40B4-BE49-F238E27FC236}">
                <a16:creationId xmlns:a16="http://schemas.microsoft.com/office/drawing/2014/main" id="{6FDCC4D6-A06E-4A82-BACD-DF6F5FFEB3AF}"/>
              </a:ext>
            </a:extLst>
          </p:cNvPr>
          <p:cNvSpPr>
            <a:spLocks/>
          </p:cNvSpPr>
          <p:nvPr/>
        </p:nvSpPr>
        <p:spPr>
          <a:xfrm>
            <a:off x="5704001" y="340392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7071">
            <a:extLst>
              <a:ext uri="{FF2B5EF4-FFF2-40B4-BE49-F238E27FC236}">
                <a16:creationId xmlns:a16="http://schemas.microsoft.com/office/drawing/2014/main" id="{037A5006-8ADD-4E27-B2D1-08ECE177E50A}"/>
              </a:ext>
            </a:extLst>
          </p:cNvPr>
          <p:cNvSpPr>
            <a:spLocks/>
          </p:cNvSpPr>
          <p:nvPr/>
        </p:nvSpPr>
        <p:spPr>
          <a:xfrm>
            <a:off x="6600258" y="4739203"/>
            <a:ext cx="191" cy="258678"/>
          </a:xfrm>
          <a:custGeom>
            <a:avLst/>
            <a:gdLst/>
            <a:ahLst/>
            <a:cxnLst/>
            <a:rect l="0" t="0" r="0" b="0"/>
            <a:pathLst>
              <a:path w="191" h="258678">
                <a:moveTo>
                  <a:pt x="0" y="25867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8" name="data_7072">
            <a:extLst>
              <a:ext uri="{FF2B5EF4-FFF2-40B4-BE49-F238E27FC236}">
                <a16:creationId xmlns:a16="http://schemas.microsoft.com/office/drawing/2014/main" id="{A735437E-B0D7-4124-9709-D5BCE79AEB2D}"/>
              </a:ext>
            </a:extLst>
          </p:cNvPr>
          <p:cNvSpPr>
            <a:spLocks/>
          </p:cNvSpPr>
          <p:nvPr/>
        </p:nvSpPr>
        <p:spPr>
          <a:xfrm>
            <a:off x="6445137" y="499788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9" name="data_7073">
            <a:extLst>
              <a:ext uri="{FF2B5EF4-FFF2-40B4-BE49-F238E27FC236}">
                <a16:creationId xmlns:a16="http://schemas.microsoft.com/office/drawing/2014/main" id="{A314292A-A0DC-4D32-BD8C-EB2B3F509532}"/>
              </a:ext>
            </a:extLst>
          </p:cNvPr>
          <p:cNvSpPr>
            <a:spLocks/>
          </p:cNvSpPr>
          <p:nvPr/>
        </p:nvSpPr>
        <p:spPr>
          <a:xfrm>
            <a:off x="6445137" y="4739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20" name="data_7074">
            <a:extLst>
              <a:ext uri="{FF2B5EF4-FFF2-40B4-BE49-F238E27FC236}">
                <a16:creationId xmlns:a16="http://schemas.microsoft.com/office/drawing/2014/main" id="{08240621-D623-4793-ABB5-441BEE258EE3}"/>
              </a:ext>
            </a:extLst>
          </p:cNvPr>
          <p:cNvSpPr>
            <a:spLocks/>
          </p:cNvSpPr>
          <p:nvPr/>
        </p:nvSpPr>
        <p:spPr>
          <a:xfrm>
            <a:off x="7427572" y="4467583"/>
            <a:ext cx="191" cy="275022"/>
          </a:xfrm>
          <a:custGeom>
            <a:avLst/>
            <a:gdLst/>
            <a:ahLst/>
            <a:cxnLst/>
            <a:rect l="0" t="0" r="0" b="0"/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1" name="data_7075">
            <a:extLst>
              <a:ext uri="{FF2B5EF4-FFF2-40B4-BE49-F238E27FC236}">
                <a16:creationId xmlns:a16="http://schemas.microsoft.com/office/drawing/2014/main" id="{18E8347B-4AAA-4A4D-B698-03F01DF0A97D}"/>
              </a:ext>
            </a:extLst>
          </p:cNvPr>
          <p:cNvSpPr>
            <a:spLocks/>
          </p:cNvSpPr>
          <p:nvPr/>
        </p:nvSpPr>
        <p:spPr>
          <a:xfrm>
            <a:off x="7272451" y="4742604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2" name="data_7076">
            <a:extLst>
              <a:ext uri="{FF2B5EF4-FFF2-40B4-BE49-F238E27FC236}">
                <a16:creationId xmlns:a16="http://schemas.microsoft.com/office/drawing/2014/main" id="{7DA5E6C8-306B-4C20-AEC3-664778FAB2F6}"/>
              </a:ext>
            </a:extLst>
          </p:cNvPr>
          <p:cNvSpPr>
            <a:spLocks/>
          </p:cNvSpPr>
          <p:nvPr/>
        </p:nvSpPr>
        <p:spPr>
          <a:xfrm>
            <a:off x="7272451" y="446758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3" name="data_7077">
            <a:extLst>
              <a:ext uri="{FF2B5EF4-FFF2-40B4-BE49-F238E27FC236}">
                <a16:creationId xmlns:a16="http://schemas.microsoft.com/office/drawing/2014/main" id="{B0AF67BD-9248-42AF-8745-4C20AB82CCE4}"/>
              </a:ext>
            </a:extLst>
          </p:cNvPr>
          <p:cNvSpPr>
            <a:spLocks/>
          </p:cNvSpPr>
          <p:nvPr/>
        </p:nvSpPr>
        <p:spPr>
          <a:xfrm>
            <a:off x="8254887" y="4293902"/>
            <a:ext cx="191" cy="285547"/>
          </a:xfrm>
          <a:custGeom>
            <a:avLst/>
            <a:gdLst/>
            <a:ahLst/>
            <a:cxnLst/>
            <a:rect l="0" t="0" r="0" b="0"/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4" name="data_7078">
            <a:extLst>
              <a:ext uri="{FF2B5EF4-FFF2-40B4-BE49-F238E27FC236}">
                <a16:creationId xmlns:a16="http://schemas.microsoft.com/office/drawing/2014/main" id="{5A65BADF-10CA-4F22-8F96-CE60376E3BDA}"/>
              </a:ext>
            </a:extLst>
          </p:cNvPr>
          <p:cNvSpPr>
            <a:spLocks/>
          </p:cNvSpPr>
          <p:nvPr/>
        </p:nvSpPr>
        <p:spPr>
          <a:xfrm>
            <a:off x="8099765" y="457944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5" name="data_7079">
            <a:extLst>
              <a:ext uri="{FF2B5EF4-FFF2-40B4-BE49-F238E27FC236}">
                <a16:creationId xmlns:a16="http://schemas.microsoft.com/office/drawing/2014/main" id="{7E12EA5A-615C-4171-ADF1-B0478DD79144}"/>
              </a:ext>
            </a:extLst>
          </p:cNvPr>
          <p:cNvSpPr>
            <a:spLocks/>
          </p:cNvSpPr>
          <p:nvPr/>
        </p:nvSpPr>
        <p:spPr>
          <a:xfrm>
            <a:off x="8099765" y="4293902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6" name="data_7080">
            <a:extLst>
              <a:ext uri="{FF2B5EF4-FFF2-40B4-BE49-F238E27FC236}">
                <a16:creationId xmlns:a16="http://schemas.microsoft.com/office/drawing/2014/main" id="{720A55D1-67A5-49A5-B1C6-B0F656B0359F}"/>
              </a:ext>
            </a:extLst>
          </p:cNvPr>
          <p:cNvSpPr>
            <a:spLocks/>
          </p:cNvSpPr>
          <p:nvPr/>
        </p:nvSpPr>
        <p:spPr>
          <a:xfrm>
            <a:off x="6307251" y="487189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927" name="data_7081">
            <a:extLst>
              <a:ext uri="{FF2B5EF4-FFF2-40B4-BE49-F238E27FC236}">
                <a16:creationId xmlns:a16="http://schemas.microsoft.com/office/drawing/2014/main" id="{B9324839-9EFF-4D97-A69B-3D5D1DF64D0C}"/>
              </a:ext>
            </a:extLst>
          </p:cNvPr>
          <p:cNvSpPr>
            <a:spLocks/>
          </p:cNvSpPr>
          <p:nvPr/>
        </p:nvSpPr>
        <p:spPr>
          <a:xfrm>
            <a:off x="7134565" y="4607374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928" name="data_7082">
            <a:extLst>
              <a:ext uri="{FF2B5EF4-FFF2-40B4-BE49-F238E27FC236}">
                <a16:creationId xmlns:a16="http://schemas.microsoft.com/office/drawing/2014/main" id="{04F3C92D-E26A-4735-91E7-2B0D48342E90}"/>
              </a:ext>
            </a:extLst>
          </p:cNvPr>
          <p:cNvSpPr>
            <a:spLocks/>
          </p:cNvSpPr>
          <p:nvPr/>
        </p:nvSpPr>
        <p:spPr>
          <a:xfrm>
            <a:off x="7961879" y="4435553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929" name="data_7083">
            <a:extLst>
              <a:ext uri="{FF2B5EF4-FFF2-40B4-BE49-F238E27FC236}">
                <a16:creationId xmlns:a16="http://schemas.microsoft.com/office/drawing/2014/main" id="{4927A2B9-5B94-4AA6-A26F-08F5317E6C3E}"/>
              </a:ext>
            </a:extLst>
          </p:cNvPr>
          <p:cNvSpPr>
            <a:spLocks/>
          </p:cNvSpPr>
          <p:nvPr/>
        </p:nvSpPr>
        <p:spPr>
          <a:xfrm>
            <a:off x="2982516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930" name="text_7084">
            <a:extLst>
              <a:ext uri="{FF2B5EF4-FFF2-40B4-BE49-F238E27FC236}">
                <a16:creationId xmlns:a16="http://schemas.microsoft.com/office/drawing/2014/main" id="{E185C914-960F-4C96-9919-3BC7DDA90DEF}"/>
              </a:ext>
            </a:extLst>
          </p:cNvPr>
          <p:cNvSpPr>
            <a:spLocks/>
          </p:cNvSpPr>
          <p:nvPr/>
        </p:nvSpPr>
        <p:spPr>
          <a:xfrm>
            <a:off x="3252080" y="2607978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7085">
            <a:extLst>
              <a:ext uri="{FF2B5EF4-FFF2-40B4-BE49-F238E27FC236}">
                <a16:creationId xmlns:a16="http://schemas.microsoft.com/office/drawing/2014/main" id="{349E740B-11B3-4115-8323-F6D4D88AB22D}"/>
              </a:ext>
            </a:extLst>
          </p:cNvPr>
          <p:cNvSpPr>
            <a:spLocks/>
          </p:cNvSpPr>
          <p:nvPr/>
        </p:nvSpPr>
        <p:spPr>
          <a:xfrm>
            <a:off x="4192119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932" name="text_7086">
            <a:extLst>
              <a:ext uri="{FF2B5EF4-FFF2-40B4-BE49-F238E27FC236}">
                <a16:creationId xmlns:a16="http://schemas.microsoft.com/office/drawing/2014/main" id="{08E17F91-3F1B-461F-A17A-F8DF103EC9DD}"/>
              </a:ext>
            </a:extLst>
          </p:cNvPr>
          <p:cNvSpPr>
            <a:spLocks/>
          </p:cNvSpPr>
          <p:nvPr/>
        </p:nvSpPr>
        <p:spPr>
          <a:xfrm>
            <a:off x="4461682" y="2607978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7087">
            <a:extLst>
              <a:ext uri="{FF2B5EF4-FFF2-40B4-BE49-F238E27FC236}">
                <a16:creationId xmlns:a16="http://schemas.microsoft.com/office/drawing/2014/main" id="{4EBD5CB1-CAEA-483F-9781-4F9A914B8DDF}"/>
              </a:ext>
            </a:extLst>
          </p:cNvPr>
          <p:cNvSpPr>
            <a:spLocks/>
          </p:cNvSpPr>
          <p:nvPr/>
        </p:nvSpPr>
        <p:spPr>
          <a:xfrm>
            <a:off x="5844184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934" name="text_7088">
            <a:extLst>
              <a:ext uri="{FF2B5EF4-FFF2-40B4-BE49-F238E27FC236}">
                <a16:creationId xmlns:a16="http://schemas.microsoft.com/office/drawing/2014/main" id="{737D4E5D-E67F-46A5-877E-3D7E05579FFF}"/>
              </a:ext>
            </a:extLst>
          </p:cNvPr>
          <p:cNvSpPr>
            <a:spLocks/>
          </p:cNvSpPr>
          <p:nvPr/>
        </p:nvSpPr>
        <p:spPr>
          <a:xfrm>
            <a:off x="6113748" y="2607978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25796251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4" name="data_7089">
            <a:extLst>
              <a:ext uri="{FF2B5EF4-FFF2-40B4-BE49-F238E27FC236}">
                <a16:creationId xmlns:a16="http://schemas.microsoft.com/office/drawing/2014/main" id="{7FD33EEA-2D39-4DB4-A4A7-9982055988F5}"/>
              </a:ext>
            </a:extLst>
          </p:cNvPr>
          <p:cNvSpPr>
            <a:spLocks/>
          </p:cNvSpPr>
          <p:nvPr/>
        </p:nvSpPr>
        <p:spPr>
          <a:xfrm>
            <a:off x="238125" y="831321"/>
            <a:ext cx="9048750" cy="7138458"/>
          </a:xfrm>
          <a:custGeom>
            <a:avLst/>
            <a:gdLst/>
            <a:ahLst/>
            <a:cxnLst/>
            <a:rect l="0" t="0" r="0" b="0"/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7090">
            <a:extLst>
              <a:ext uri="{FF2B5EF4-FFF2-40B4-BE49-F238E27FC236}">
                <a16:creationId xmlns:a16="http://schemas.microsoft.com/office/drawing/2014/main" id="{A84A4BF2-B187-4C92-A70A-3AB97B82B074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7091">
            <a:extLst>
              <a:ext uri="{FF2B5EF4-FFF2-40B4-BE49-F238E27FC236}">
                <a16:creationId xmlns:a16="http://schemas.microsoft.com/office/drawing/2014/main" id="{15E1011E-8A80-4168-A5AA-20ACE27EB905}"/>
              </a:ext>
            </a:extLst>
          </p:cNvPr>
          <p:cNvSpPr>
            <a:spLocks/>
          </p:cNvSpPr>
          <p:nvPr/>
        </p:nvSpPr>
        <p:spPr>
          <a:xfrm>
            <a:off x="1280480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7092">
            <a:extLst>
              <a:ext uri="{FF2B5EF4-FFF2-40B4-BE49-F238E27FC236}">
                <a16:creationId xmlns:a16="http://schemas.microsoft.com/office/drawing/2014/main" id="{A18F3C64-0B7C-49DC-A648-A7EAFB06EBA8}"/>
              </a:ext>
            </a:extLst>
          </p:cNvPr>
          <p:cNvSpPr>
            <a:spLocks/>
          </p:cNvSpPr>
          <p:nvPr/>
        </p:nvSpPr>
        <p:spPr>
          <a:xfrm>
            <a:off x="162199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7093">
            <a:extLst>
              <a:ext uri="{FF2B5EF4-FFF2-40B4-BE49-F238E27FC236}">
                <a16:creationId xmlns:a16="http://schemas.microsoft.com/office/drawing/2014/main" id="{13C7AF8F-8C66-42D7-8385-2B2D50F01577}"/>
              </a:ext>
            </a:extLst>
          </p:cNvPr>
          <p:cNvSpPr>
            <a:spLocks/>
          </p:cNvSpPr>
          <p:nvPr/>
        </p:nvSpPr>
        <p:spPr>
          <a:xfrm>
            <a:off x="2305021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7094">
            <a:extLst>
              <a:ext uri="{FF2B5EF4-FFF2-40B4-BE49-F238E27FC236}">
                <a16:creationId xmlns:a16="http://schemas.microsoft.com/office/drawing/2014/main" id="{6C3AB917-7FE7-44AF-B997-E9BC3732CF61}"/>
              </a:ext>
            </a:extLst>
          </p:cNvPr>
          <p:cNvSpPr>
            <a:spLocks/>
          </p:cNvSpPr>
          <p:nvPr/>
        </p:nvSpPr>
        <p:spPr>
          <a:xfrm>
            <a:off x="298804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7095">
            <a:extLst>
              <a:ext uri="{FF2B5EF4-FFF2-40B4-BE49-F238E27FC236}">
                <a16:creationId xmlns:a16="http://schemas.microsoft.com/office/drawing/2014/main" id="{B1A86F68-EB4A-41EC-81B9-4A0250D3CDCB}"/>
              </a:ext>
            </a:extLst>
          </p:cNvPr>
          <p:cNvSpPr>
            <a:spLocks/>
          </p:cNvSpPr>
          <p:nvPr/>
        </p:nvSpPr>
        <p:spPr>
          <a:xfrm>
            <a:off x="102776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8" name="data_7096">
            <a:extLst>
              <a:ext uri="{FF2B5EF4-FFF2-40B4-BE49-F238E27FC236}">
                <a16:creationId xmlns:a16="http://schemas.microsoft.com/office/drawing/2014/main" id="{746BA1E8-291D-44BF-AB3C-1D4A7DBBC1B7}"/>
              </a:ext>
            </a:extLst>
          </p:cNvPr>
          <p:cNvSpPr>
            <a:spLocks/>
          </p:cNvSpPr>
          <p:nvPr/>
        </p:nvSpPr>
        <p:spPr>
          <a:xfrm>
            <a:off x="136927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9" name="data_7097">
            <a:extLst>
              <a:ext uri="{FF2B5EF4-FFF2-40B4-BE49-F238E27FC236}">
                <a16:creationId xmlns:a16="http://schemas.microsoft.com/office/drawing/2014/main" id="{6B6459EE-3224-4BB6-B56D-1E132D6EB9AF}"/>
              </a:ext>
            </a:extLst>
          </p:cNvPr>
          <p:cNvSpPr>
            <a:spLocks/>
          </p:cNvSpPr>
          <p:nvPr/>
        </p:nvSpPr>
        <p:spPr>
          <a:xfrm>
            <a:off x="1710787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0" name="data_7098">
            <a:extLst>
              <a:ext uri="{FF2B5EF4-FFF2-40B4-BE49-F238E27FC236}">
                <a16:creationId xmlns:a16="http://schemas.microsoft.com/office/drawing/2014/main" id="{BC4949D0-4CEA-47F7-ABEB-F40C841B3670}"/>
              </a:ext>
            </a:extLst>
          </p:cNvPr>
          <p:cNvSpPr>
            <a:spLocks/>
          </p:cNvSpPr>
          <p:nvPr/>
        </p:nvSpPr>
        <p:spPr>
          <a:xfrm>
            <a:off x="239381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1" name="data_7099">
            <a:extLst>
              <a:ext uri="{FF2B5EF4-FFF2-40B4-BE49-F238E27FC236}">
                <a16:creationId xmlns:a16="http://schemas.microsoft.com/office/drawing/2014/main" id="{6F62C85C-F4DB-4D4C-8ECA-519B2BA2F911}"/>
              </a:ext>
            </a:extLst>
          </p:cNvPr>
          <p:cNvSpPr>
            <a:spLocks/>
          </p:cNvSpPr>
          <p:nvPr/>
        </p:nvSpPr>
        <p:spPr>
          <a:xfrm>
            <a:off x="307684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2" name="data_7100">
            <a:extLst>
              <a:ext uri="{FF2B5EF4-FFF2-40B4-BE49-F238E27FC236}">
                <a16:creationId xmlns:a16="http://schemas.microsoft.com/office/drawing/2014/main" id="{F089C7DC-558D-44CC-B36A-0866DDB98DEE}"/>
              </a:ext>
            </a:extLst>
          </p:cNvPr>
          <p:cNvSpPr>
            <a:spLocks/>
          </p:cNvSpPr>
          <p:nvPr/>
        </p:nvSpPr>
        <p:spPr>
          <a:xfrm>
            <a:off x="1007269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3" name="data_7101">
            <a:extLst>
              <a:ext uri="{FF2B5EF4-FFF2-40B4-BE49-F238E27FC236}">
                <a16:creationId xmlns:a16="http://schemas.microsoft.com/office/drawing/2014/main" id="{05C938FA-41AD-4848-B960-82482C37A896}"/>
              </a:ext>
            </a:extLst>
          </p:cNvPr>
          <p:cNvSpPr>
            <a:spLocks/>
          </p:cNvSpPr>
          <p:nvPr/>
        </p:nvSpPr>
        <p:spPr>
          <a:xfrm>
            <a:off x="954065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4" name="text_7102">
            <a:extLst>
              <a:ext uri="{FF2B5EF4-FFF2-40B4-BE49-F238E27FC236}">
                <a16:creationId xmlns:a16="http://schemas.microsoft.com/office/drawing/2014/main" id="{7FAF94D6-44EA-40A9-AB81-84436E0E606A}"/>
              </a:ext>
            </a:extLst>
          </p:cNvPr>
          <p:cNvSpPr>
            <a:spLocks/>
          </p:cNvSpPr>
          <p:nvPr/>
        </p:nvSpPr>
        <p:spPr>
          <a:xfrm>
            <a:off x="835225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7103">
            <a:extLst>
              <a:ext uri="{FF2B5EF4-FFF2-40B4-BE49-F238E27FC236}">
                <a16:creationId xmlns:a16="http://schemas.microsoft.com/office/drawing/2014/main" id="{665A300F-BB64-48A4-810E-2C9A094FEB4F}"/>
              </a:ext>
            </a:extLst>
          </p:cNvPr>
          <p:cNvSpPr>
            <a:spLocks/>
          </p:cNvSpPr>
          <p:nvPr/>
        </p:nvSpPr>
        <p:spPr>
          <a:xfrm>
            <a:off x="1007269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6" name="data_7104">
            <a:extLst>
              <a:ext uri="{FF2B5EF4-FFF2-40B4-BE49-F238E27FC236}">
                <a16:creationId xmlns:a16="http://schemas.microsoft.com/office/drawing/2014/main" id="{A97929D3-03B8-46FF-9F37-DA369A7356B4}"/>
              </a:ext>
            </a:extLst>
          </p:cNvPr>
          <p:cNvSpPr>
            <a:spLocks/>
          </p:cNvSpPr>
          <p:nvPr/>
        </p:nvSpPr>
        <p:spPr>
          <a:xfrm>
            <a:off x="954065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7" name="text_7105">
            <a:extLst>
              <a:ext uri="{FF2B5EF4-FFF2-40B4-BE49-F238E27FC236}">
                <a16:creationId xmlns:a16="http://schemas.microsoft.com/office/drawing/2014/main" id="{041D474D-2B48-4575-93BB-489802C0BA99}"/>
              </a:ext>
            </a:extLst>
          </p:cNvPr>
          <p:cNvSpPr>
            <a:spLocks/>
          </p:cNvSpPr>
          <p:nvPr/>
        </p:nvSpPr>
        <p:spPr>
          <a:xfrm>
            <a:off x="769588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7106">
            <a:extLst>
              <a:ext uri="{FF2B5EF4-FFF2-40B4-BE49-F238E27FC236}">
                <a16:creationId xmlns:a16="http://schemas.microsoft.com/office/drawing/2014/main" id="{6F09E6FA-003D-4374-9C31-0036C8184B0B}"/>
              </a:ext>
            </a:extLst>
          </p:cNvPr>
          <p:cNvSpPr>
            <a:spLocks/>
          </p:cNvSpPr>
          <p:nvPr/>
        </p:nvSpPr>
        <p:spPr>
          <a:xfrm>
            <a:off x="1007269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9" name="data_7107">
            <a:extLst>
              <a:ext uri="{FF2B5EF4-FFF2-40B4-BE49-F238E27FC236}">
                <a16:creationId xmlns:a16="http://schemas.microsoft.com/office/drawing/2014/main" id="{E3448113-8689-49C5-9A08-EE5822FC4B4F}"/>
              </a:ext>
            </a:extLst>
          </p:cNvPr>
          <p:cNvSpPr>
            <a:spLocks/>
          </p:cNvSpPr>
          <p:nvPr/>
        </p:nvSpPr>
        <p:spPr>
          <a:xfrm>
            <a:off x="954065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0" name="text_7108">
            <a:extLst>
              <a:ext uri="{FF2B5EF4-FFF2-40B4-BE49-F238E27FC236}">
                <a16:creationId xmlns:a16="http://schemas.microsoft.com/office/drawing/2014/main" id="{E6ABEEA6-24E3-46E9-B3FE-7AAC5B20D3C1}"/>
              </a:ext>
            </a:extLst>
          </p:cNvPr>
          <p:cNvSpPr>
            <a:spLocks/>
          </p:cNvSpPr>
          <p:nvPr/>
        </p:nvSpPr>
        <p:spPr>
          <a:xfrm>
            <a:off x="703951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7109">
            <a:extLst>
              <a:ext uri="{FF2B5EF4-FFF2-40B4-BE49-F238E27FC236}">
                <a16:creationId xmlns:a16="http://schemas.microsoft.com/office/drawing/2014/main" id="{843232AB-ED2A-4738-964B-B340B2A514C2}"/>
              </a:ext>
            </a:extLst>
          </p:cNvPr>
          <p:cNvSpPr>
            <a:spLocks/>
          </p:cNvSpPr>
          <p:nvPr/>
        </p:nvSpPr>
        <p:spPr>
          <a:xfrm rot="-5400000">
            <a:off x="-39675" y="3009294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7110">
            <a:extLst>
              <a:ext uri="{FF2B5EF4-FFF2-40B4-BE49-F238E27FC236}">
                <a16:creationId xmlns:a16="http://schemas.microsoft.com/office/drawing/2014/main" id="{1D631503-5DDC-40EF-A5E2-31FECA5CC20E}"/>
              </a:ext>
            </a:extLst>
          </p:cNvPr>
          <p:cNvSpPr>
            <a:spLocks/>
          </p:cNvSpPr>
          <p:nvPr/>
        </p:nvSpPr>
        <p:spPr>
          <a:xfrm>
            <a:off x="13177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data_7111">
            <a:extLst>
              <a:ext uri="{FF2B5EF4-FFF2-40B4-BE49-F238E27FC236}">
                <a16:creationId xmlns:a16="http://schemas.microsoft.com/office/drawing/2014/main" id="{0A0E7E44-C3DC-4836-B8D6-1F31807BB84A}"/>
              </a:ext>
            </a:extLst>
          </p:cNvPr>
          <p:cNvSpPr>
            <a:spLocks/>
          </p:cNvSpPr>
          <p:nvPr/>
        </p:nvSpPr>
        <p:spPr>
          <a:xfrm>
            <a:off x="12927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data_7112">
            <a:extLst>
              <a:ext uri="{FF2B5EF4-FFF2-40B4-BE49-F238E27FC236}">
                <a16:creationId xmlns:a16="http://schemas.microsoft.com/office/drawing/2014/main" id="{A1702700-65FB-4CC7-81E3-B06FF75AB6C5}"/>
              </a:ext>
            </a:extLst>
          </p:cNvPr>
          <p:cNvSpPr>
            <a:spLocks/>
          </p:cNvSpPr>
          <p:nvPr/>
        </p:nvSpPr>
        <p:spPr>
          <a:xfrm>
            <a:off x="13130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data_7113">
            <a:extLst>
              <a:ext uri="{FF2B5EF4-FFF2-40B4-BE49-F238E27FC236}">
                <a16:creationId xmlns:a16="http://schemas.microsoft.com/office/drawing/2014/main" id="{7BA9E247-5D84-472A-A90A-618429B8B01C}"/>
              </a:ext>
            </a:extLst>
          </p:cNvPr>
          <p:cNvSpPr>
            <a:spLocks/>
          </p:cNvSpPr>
          <p:nvPr/>
        </p:nvSpPr>
        <p:spPr>
          <a:xfrm>
            <a:off x="13125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data_7114">
            <a:extLst>
              <a:ext uri="{FF2B5EF4-FFF2-40B4-BE49-F238E27FC236}">
                <a16:creationId xmlns:a16="http://schemas.microsoft.com/office/drawing/2014/main" id="{273779BA-2E29-432F-800C-A26D9BAD60AE}"/>
              </a:ext>
            </a:extLst>
          </p:cNvPr>
          <p:cNvSpPr>
            <a:spLocks/>
          </p:cNvSpPr>
          <p:nvPr/>
        </p:nvSpPr>
        <p:spPr>
          <a:xfrm>
            <a:off x="1334722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data_7115">
            <a:extLst>
              <a:ext uri="{FF2B5EF4-FFF2-40B4-BE49-F238E27FC236}">
                <a16:creationId xmlns:a16="http://schemas.microsoft.com/office/drawing/2014/main" id="{00180D7F-381E-42BA-8EA0-21518C2CF1BC}"/>
              </a:ext>
            </a:extLst>
          </p:cNvPr>
          <p:cNvSpPr>
            <a:spLocks/>
          </p:cNvSpPr>
          <p:nvPr/>
        </p:nvSpPr>
        <p:spPr>
          <a:xfrm>
            <a:off x="1372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data_7116">
            <a:extLst>
              <a:ext uri="{FF2B5EF4-FFF2-40B4-BE49-F238E27FC236}">
                <a16:creationId xmlns:a16="http://schemas.microsoft.com/office/drawing/2014/main" id="{F66370F6-B00C-4234-9F1C-426657105DF2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data_7117">
            <a:extLst>
              <a:ext uri="{FF2B5EF4-FFF2-40B4-BE49-F238E27FC236}">
                <a16:creationId xmlns:a16="http://schemas.microsoft.com/office/drawing/2014/main" id="{1B5B621A-5239-4FC9-AD44-C8A0F6633740}"/>
              </a:ext>
            </a:extLst>
          </p:cNvPr>
          <p:cNvSpPr>
            <a:spLocks/>
          </p:cNvSpPr>
          <p:nvPr/>
        </p:nvSpPr>
        <p:spPr>
          <a:xfrm>
            <a:off x="129967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data_7118">
            <a:extLst>
              <a:ext uri="{FF2B5EF4-FFF2-40B4-BE49-F238E27FC236}">
                <a16:creationId xmlns:a16="http://schemas.microsoft.com/office/drawing/2014/main" id="{6E5D82C2-EB35-4175-8E9A-C6F8CFABD8EE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data_7119">
            <a:extLst>
              <a:ext uri="{FF2B5EF4-FFF2-40B4-BE49-F238E27FC236}">
                <a16:creationId xmlns:a16="http://schemas.microsoft.com/office/drawing/2014/main" id="{BBCD181F-FD78-4838-AA2C-BD93C653CCE3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data_7120">
            <a:extLst>
              <a:ext uri="{FF2B5EF4-FFF2-40B4-BE49-F238E27FC236}">
                <a16:creationId xmlns:a16="http://schemas.microsoft.com/office/drawing/2014/main" id="{11D02C21-0ABB-4A6F-BC5A-600DA3F28C6E}"/>
              </a:ext>
            </a:extLst>
          </p:cNvPr>
          <p:cNvSpPr>
            <a:spLocks/>
          </p:cNvSpPr>
          <p:nvPr/>
        </p:nvSpPr>
        <p:spPr>
          <a:xfrm>
            <a:off x="12857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data_7121">
            <a:extLst>
              <a:ext uri="{FF2B5EF4-FFF2-40B4-BE49-F238E27FC236}">
                <a16:creationId xmlns:a16="http://schemas.microsoft.com/office/drawing/2014/main" id="{0B16DA2A-F4DB-4B1A-A207-0DC7A678427C}"/>
              </a:ext>
            </a:extLst>
          </p:cNvPr>
          <p:cNvSpPr>
            <a:spLocks/>
          </p:cNvSpPr>
          <p:nvPr/>
        </p:nvSpPr>
        <p:spPr>
          <a:xfrm>
            <a:off x="138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data_7122">
            <a:extLst>
              <a:ext uri="{FF2B5EF4-FFF2-40B4-BE49-F238E27FC236}">
                <a16:creationId xmlns:a16="http://schemas.microsoft.com/office/drawing/2014/main" id="{27644ECC-C22D-41E6-91DC-F744BCCDE0BE}"/>
              </a:ext>
            </a:extLst>
          </p:cNvPr>
          <p:cNvSpPr>
            <a:spLocks/>
          </p:cNvSpPr>
          <p:nvPr/>
        </p:nvSpPr>
        <p:spPr>
          <a:xfrm>
            <a:off x="14127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data_7123">
            <a:extLst>
              <a:ext uri="{FF2B5EF4-FFF2-40B4-BE49-F238E27FC236}">
                <a16:creationId xmlns:a16="http://schemas.microsoft.com/office/drawing/2014/main" id="{0F9D7029-34F5-4FBF-94DC-54D683677028}"/>
              </a:ext>
            </a:extLst>
          </p:cNvPr>
          <p:cNvSpPr>
            <a:spLocks/>
          </p:cNvSpPr>
          <p:nvPr/>
        </p:nvSpPr>
        <p:spPr>
          <a:xfrm>
            <a:off x="133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data_7124">
            <a:extLst>
              <a:ext uri="{FF2B5EF4-FFF2-40B4-BE49-F238E27FC236}">
                <a16:creationId xmlns:a16="http://schemas.microsoft.com/office/drawing/2014/main" id="{8B492354-758D-4B5B-B3C5-1D6E702DB32A}"/>
              </a:ext>
            </a:extLst>
          </p:cNvPr>
          <p:cNvSpPr>
            <a:spLocks/>
          </p:cNvSpPr>
          <p:nvPr/>
        </p:nvSpPr>
        <p:spPr>
          <a:xfrm>
            <a:off x="140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data_7125">
            <a:extLst>
              <a:ext uri="{FF2B5EF4-FFF2-40B4-BE49-F238E27FC236}">
                <a16:creationId xmlns:a16="http://schemas.microsoft.com/office/drawing/2014/main" id="{D21BFF53-D464-4D53-AC69-ABFD87467604}"/>
              </a:ext>
            </a:extLst>
          </p:cNvPr>
          <p:cNvSpPr>
            <a:spLocks/>
          </p:cNvSpPr>
          <p:nvPr/>
        </p:nvSpPr>
        <p:spPr>
          <a:xfrm>
            <a:off x="131296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data_7126">
            <a:extLst>
              <a:ext uri="{FF2B5EF4-FFF2-40B4-BE49-F238E27FC236}">
                <a16:creationId xmlns:a16="http://schemas.microsoft.com/office/drawing/2014/main" id="{A15E09B6-5A1F-409A-B070-36F1B0228F72}"/>
              </a:ext>
            </a:extLst>
          </p:cNvPr>
          <p:cNvSpPr>
            <a:spLocks/>
          </p:cNvSpPr>
          <p:nvPr/>
        </p:nvSpPr>
        <p:spPr>
          <a:xfrm>
            <a:off x="1337719" y="32320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data_7127">
            <a:extLst>
              <a:ext uri="{FF2B5EF4-FFF2-40B4-BE49-F238E27FC236}">
                <a16:creationId xmlns:a16="http://schemas.microsoft.com/office/drawing/2014/main" id="{CFEB6921-C545-4380-ABEA-C816237ACC1F}"/>
              </a:ext>
            </a:extLst>
          </p:cNvPr>
          <p:cNvSpPr>
            <a:spLocks/>
          </p:cNvSpPr>
          <p:nvPr/>
        </p:nvSpPr>
        <p:spPr>
          <a:xfrm>
            <a:off x="13765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data_7128">
            <a:extLst>
              <a:ext uri="{FF2B5EF4-FFF2-40B4-BE49-F238E27FC236}">
                <a16:creationId xmlns:a16="http://schemas.microsoft.com/office/drawing/2014/main" id="{296F16DE-FDF4-49E8-B4F2-7ACD2FA67426}"/>
              </a:ext>
            </a:extLst>
          </p:cNvPr>
          <p:cNvSpPr>
            <a:spLocks/>
          </p:cNvSpPr>
          <p:nvPr/>
        </p:nvSpPr>
        <p:spPr>
          <a:xfrm>
            <a:off x="13998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data_7129">
            <a:extLst>
              <a:ext uri="{FF2B5EF4-FFF2-40B4-BE49-F238E27FC236}">
                <a16:creationId xmlns:a16="http://schemas.microsoft.com/office/drawing/2014/main" id="{20B9854A-FA38-42F1-866D-F95A82A06012}"/>
              </a:ext>
            </a:extLst>
          </p:cNvPr>
          <p:cNvSpPr>
            <a:spLocks/>
          </p:cNvSpPr>
          <p:nvPr/>
        </p:nvSpPr>
        <p:spPr>
          <a:xfrm>
            <a:off x="141250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data_7130">
            <a:extLst>
              <a:ext uri="{FF2B5EF4-FFF2-40B4-BE49-F238E27FC236}">
                <a16:creationId xmlns:a16="http://schemas.microsoft.com/office/drawing/2014/main" id="{262E6B74-FB5B-4180-AE25-14D72A5D841F}"/>
              </a:ext>
            </a:extLst>
          </p:cNvPr>
          <p:cNvSpPr>
            <a:spLocks/>
          </p:cNvSpPr>
          <p:nvPr/>
        </p:nvSpPr>
        <p:spPr>
          <a:xfrm>
            <a:off x="13675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data_7131">
            <a:extLst>
              <a:ext uri="{FF2B5EF4-FFF2-40B4-BE49-F238E27FC236}">
                <a16:creationId xmlns:a16="http://schemas.microsoft.com/office/drawing/2014/main" id="{43E9CF35-747D-451C-9D63-DC4215FAAE8F}"/>
              </a:ext>
            </a:extLst>
          </p:cNvPr>
          <p:cNvSpPr>
            <a:spLocks/>
          </p:cNvSpPr>
          <p:nvPr/>
        </p:nvSpPr>
        <p:spPr>
          <a:xfrm>
            <a:off x="1290291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data_7132">
            <a:extLst>
              <a:ext uri="{FF2B5EF4-FFF2-40B4-BE49-F238E27FC236}">
                <a16:creationId xmlns:a16="http://schemas.microsoft.com/office/drawing/2014/main" id="{933DB688-8743-4FA4-A092-8C0630607953}"/>
              </a:ext>
            </a:extLst>
          </p:cNvPr>
          <p:cNvSpPr>
            <a:spLocks/>
          </p:cNvSpPr>
          <p:nvPr/>
        </p:nvSpPr>
        <p:spPr>
          <a:xfrm>
            <a:off x="13095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data_7133">
            <a:extLst>
              <a:ext uri="{FF2B5EF4-FFF2-40B4-BE49-F238E27FC236}">
                <a16:creationId xmlns:a16="http://schemas.microsoft.com/office/drawing/2014/main" id="{DA6BDA50-BF71-4980-85F1-92A20BA6A2C9}"/>
              </a:ext>
            </a:extLst>
          </p:cNvPr>
          <p:cNvSpPr>
            <a:spLocks/>
          </p:cNvSpPr>
          <p:nvPr/>
        </p:nvSpPr>
        <p:spPr>
          <a:xfrm>
            <a:off x="13180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data_7134">
            <a:extLst>
              <a:ext uri="{FF2B5EF4-FFF2-40B4-BE49-F238E27FC236}">
                <a16:creationId xmlns:a16="http://schemas.microsoft.com/office/drawing/2014/main" id="{296640A7-4973-4D69-B0FD-DE319FC0839A}"/>
              </a:ext>
            </a:extLst>
          </p:cNvPr>
          <p:cNvSpPr>
            <a:spLocks/>
          </p:cNvSpPr>
          <p:nvPr/>
        </p:nvSpPr>
        <p:spPr>
          <a:xfrm>
            <a:off x="129003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data_7135">
            <a:extLst>
              <a:ext uri="{FF2B5EF4-FFF2-40B4-BE49-F238E27FC236}">
                <a16:creationId xmlns:a16="http://schemas.microsoft.com/office/drawing/2014/main" id="{6622035C-370A-41FF-9B42-4BEA10C32F69}"/>
              </a:ext>
            </a:extLst>
          </p:cNvPr>
          <p:cNvSpPr>
            <a:spLocks/>
          </p:cNvSpPr>
          <p:nvPr/>
        </p:nvSpPr>
        <p:spPr>
          <a:xfrm>
            <a:off x="128924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data_7136">
            <a:extLst>
              <a:ext uri="{FF2B5EF4-FFF2-40B4-BE49-F238E27FC236}">
                <a16:creationId xmlns:a16="http://schemas.microsoft.com/office/drawing/2014/main" id="{96E11EFC-FC71-4E36-BFB9-DB9618349A48}"/>
              </a:ext>
            </a:extLst>
          </p:cNvPr>
          <p:cNvSpPr>
            <a:spLocks/>
          </p:cNvSpPr>
          <p:nvPr/>
        </p:nvSpPr>
        <p:spPr>
          <a:xfrm>
            <a:off x="13145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data_7137">
            <a:extLst>
              <a:ext uri="{FF2B5EF4-FFF2-40B4-BE49-F238E27FC236}">
                <a16:creationId xmlns:a16="http://schemas.microsoft.com/office/drawing/2014/main" id="{60031EDF-CB22-4F70-9C10-84B622C007B0}"/>
              </a:ext>
            </a:extLst>
          </p:cNvPr>
          <p:cNvSpPr>
            <a:spLocks/>
          </p:cNvSpPr>
          <p:nvPr/>
        </p:nvSpPr>
        <p:spPr>
          <a:xfrm>
            <a:off x="1363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data_7138">
            <a:extLst>
              <a:ext uri="{FF2B5EF4-FFF2-40B4-BE49-F238E27FC236}">
                <a16:creationId xmlns:a16="http://schemas.microsoft.com/office/drawing/2014/main" id="{A4E842FF-F9EF-4025-B496-1929DE87844B}"/>
              </a:ext>
            </a:extLst>
          </p:cNvPr>
          <p:cNvSpPr>
            <a:spLocks/>
          </p:cNvSpPr>
          <p:nvPr/>
        </p:nvSpPr>
        <p:spPr>
          <a:xfrm>
            <a:off x="130762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data_7139">
            <a:extLst>
              <a:ext uri="{FF2B5EF4-FFF2-40B4-BE49-F238E27FC236}">
                <a16:creationId xmlns:a16="http://schemas.microsoft.com/office/drawing/2014/main" id="{232C57FF-2C14-41BF-8F35-7BBBBFAA4194}"/>
              </a:ext>
            </a:extLst>
          </p:cNvPr>
          <p:cNvSpPr>
            <a:spLocks/>
          </p:cNvSpPr>
          <p:nvPr/>
        </p:nvSpPr>
        <p:spPr>
          <a:xfrm>
            <a:off x="13467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data_7140">
            <a:extLst>
              <a:ext uri="{FF2B5EF4-FFF2-40B4-BE49-F238E27FC236}">
                <a16:creationId xmlns:a16="http://schemas.microsoft.com/office/drawing/2014/main" id="{B098B24C-7C62-4C88-9732-B30F3CEDD5FA}"/>
              </a:ext>
            </a:extLst>
          </p:cNvPr>
          <p:cNvSpPr>
            <a:spLocks/>
          </p:cNvSpPr>
          <p:nvPr/>
        </p:nvSpPr>
        <p:spPr>
          <a:xfrm>
            <a:off x="1332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data_7141">
            <a:extLst>
              <a:ext uri="{FF2B5EF4-FFF2-40B4-BE49-F238E27FC236}">
                <a16:creationId xmlns:a16="http://schemas.microsoft.com/office/drawing/2014/main" id="{48C31083-E720-43DC-BCBD-05694446A321}"/>
              </a:ext>
            </a:extLst>
          </p:cNvPr>
          <p:cNvSpPr>
            <a:spLocks/>
          </p:cNvSpPr>
          <p:nvPr/>
        </p:nvSpPr>
        <p:spPr>
          <a:xfrm>
            <a:off x="13975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data_7142">
            <a:extLst>
              <a:ext uri="{FF2B5EF4-FFF2-40B4-BE49-F238E27FC236}">
                <a16:creationId xmlns:a16="http://schemas.microsoft.com/office/drawing/2014/main" id="{1B47C150-0757-4D1F-B5B6-0394D51A5A6D}"/>
              </a:ext>
            </a:extLst>
          </p:cNvPr>
          <p:cNvSpPr>
            <a:spLocks/>
          </p:cNvSpPr>
          <p:nvPr/>
        </p:nvSpPr>
        <p:spPr>
          <a:xfrm>
            <a:off x="1319999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data_7143">
            <a:extLst>
              <a:ext uri="{FF2B5EF4-FFF2-40B4-BE49-F238E27FC236}">
                <a16:creationId xmlns:a16="http://schemas.microsoft.com/office/drawing/2014/main" id="{7C324C2E-5341-4DB7-9598-4ABB3A7E260E}"/>
              </a:ext>
            </a:extLst>
          </p:cNvPr>
          <p:cNvSpPr>
            <a:spLocks/>
          </p:cNvSpPr>
          <p:nvPr/>
        </p:nvSpPr>
        <p:spPr>
          <a:xfrm>
            <a:off x="137355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data_7144">
            <a:extLst>
              <a:ext uri="{FF2B5EF4-FFF2-40B4-BE49-F238E27FC236}">
                <a16:creationId xmlns:a16="http://schemas.microsoft.com/office/drawing/2014/main" id="{618A10A5-EC9E-471B-9B7C-B0B12D889B21}"/>
              </a:ext>
            </a:extLst>
          </p:cNvPr>
          <p:cNvSpPr>
            <a:spLocks/>
          </p:cNvSpPr>
          <p:nvPr/>
        </p:nvSpPr>
        <p:spPr>
          <a:xfrm>
            <a:off x="13768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data_7145">
            <a:extLst>
              <a:ext uri="{FF2B5EF4-FFF2-40B4-BE49-F238E27FC236}">
                <a16:creationId xmlns:a16="http://schemas.microsoft.com/office/drawing/2014/main" id="{68D1E19A-AF5B-4BA0-9259-6F41C4E780C1}"/>
              </a:ext>
            </a:extLst>
          </p:cNvPr>
          <p:cNvSpPr>
            <a:spLocks/>
          </p:cNvSpPr>
          <p:nvPr/>
        </p:nvSpPr>
        <p:spPr>
          <a:xfrm>
            <a:off x="12896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data_7146">
            <a:extLst>
              <a:ext uri="{FF2B5EF4-FFF2-40B4-BE49-F238E27FC236}">
                <a16:creationId xmlns:a16="http://schemas.microsoft.com/office/drawing/2014/main" id="{8FBE2D58-DD7B-43A6-934A-20E8DB7B6FF9}"/>
              </a:ext>
            </a:extLst>
          </p:cNvPr>
          <p:cNvSpPr>
            <a:spLocks/>
          </p:cNvSpPr>
          <p:nvPr/>
        </p:nvSpPr>
        <p:spPr>
          <a:xfrm>
            <a:off x="13958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data_7147">
            <a:extLst>
              <a:ext uri="{FF2B5EF4-FFF2-40B4-BE49-F238E27FC236}">
                <a16:creationId xmlns:a16="http://schemas.microsoft.com/office/drawing/2014/main" id="{86C30EAD-5B2B-406D-B7EA-AC4575B314E4}"/>
              </a:ext>
            </a:extLst>
          </p:cNvPr>
          <p:cNvSpPr>
            <a:spLocks/>
          </p:cNvSpPr>
          <p:nvPr/>
        </p:nvSpPr>
        <p:spPr>
          <a:xfrm>
            <a:off x="12865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data_7148">
            <a:extLst>
              <a:ext uri="{FF2B5EF4-FFF2-40B4-BE49-F238E27FC236}">
                <a16:creationId xmlns:a16="http://schemas.microsoft.com/office/drawing/2014/main" id="{66C5036C-DC75-48BB-B378-E64A399F5A80}"/>
              </a:ext>
            </a:extLst>
          </p:cNvPr>
          <p:cNvSpPr>
            <a:spLocks/>
          </p:cNvSpPr>
          <p:nvPr/>
        </p:nvSpPr>
        <p:spPr>
          <a:xfrm>
            <a:off x="139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data_7149">
            <a:extLst>
              <a:ext uri="{FF2B5EF4-FFF2-40B4-BE49-F238E27FC236}">
                <a16:creationId xmlns:a16="http://schemas.microsoft.com/office/drawing/2014/main" id="{9B769D00-092B-4F0E-9C8F-8973B291CFC4}"/>
              </a:ext>
            </a:extLst>
          </p:cNvPr>
          <p:cNvSpPr>
            <a:spLocks/>
          </p:cNvSpPr>
          <p:nvPr/>
        </p:nvSpPr>
        <p:spPr>
          <a:xfrm>
            <a:off x="1408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data_7150">
            <a:extLst>
              <a:ext uri="{FF2B5EF4-FFF2-40B4-BE49-F238E27FC236}">
                <a16:creationId xmlns:a16="http://schemas.microsoft.com/office/drawing/2014/main" id="{82D9ADAF-B08D-4690-97F5-C9DD99B27769}"/>
              </a:ext>
            </a:extLst>
          </p:cNvPr>
          <p:cNvSpPr>
            <a:spLocks/>
          </p:cNvSpPr>
          <p:nvPr/>
        </p:nvSpPr>
        <p:spPr>
          <a:xfrm>
            <a:off x="1364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data_7151">
            <a:extLst>
              <a:ext uri="{FF2B5EF4-FFF2-40B4-BE49-F238E27FC236}">
                <a16:creationId xmlns:a16="http://schemas.microsoft.com/office/drawing/2014/main" id="{F32EA93B-E5DD-4CCB-B7FC-68829C19A18D}"/>
              </a:ext>
            </a:extLst>
          </p:cNvPr>
          <p:cNvSpPr>
            <a:spLocks/>
          </p:cNvSpPr>
          <p:nvPr/>
        </p:nvSpPr>
        <p:spPr>
          <a:xfrm>
            <a:off x="13253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data_7152">
            <a:extLst>
              <a:ext uri="{FF2B5EF4-FFF2-40B4-BE49-F238E27FC236}">
                <a16:creationId xmlns:a16="http://schemas.microsoft.com/office/drawing/2014/main" id="{E89662E0-4812-4F81-BC84-F1BE69D5D5BA}"/>
              </a:ext>
            </a:extLst>
          </p:cNvPr>
          <p:cNvSpPr>
            <a:spLocks/>
          </p:cNvSpPr>
          <p:nvPr/>
        </p:nvSpPr>
        <p:spPr>
          <a:xfrm>
            <a:off x="137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data_7153">
            <a:extLst>
              <a:ext uri="{FF2B5EF4-FFF2-40B4-BE49-F238E27FC236}">
                <a16:creationId xmlns:a16="http://schemas.microsoft.com/office/drawing/2014/main" id="{8FB4C71E-7E9D-437E-B4E7-EBFF1F4FC153}"/>
              </a:ext>
            </a:extLst>
          </p:cNvPr>
          <p:cNvSpPr>
            <a:spLocks/>
          </p:cNvSpPr>
          <p:nvPr/>
        </p:nvSpPr>
        <p:spPr>
          <a:xfrm>
            <a:off x="13136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data_7154">
            <a:extLst>
              <a:ext uri="{FF2B5EF4-FFF2-40B4-BE49-F238E27FC236}">
                <a16:creationId xmlns:a16="http://schemas.microsoft.com/office/drawing/2014/main" id="{775E173F-F32B-40D1-834D-AFE9E9689BDB}"/>
              </a:ext>
            </a:extLst>
          </p:cNvPr>
          <p:cNvSpPr>
            <a:spLocks/>
          </p:cNvSpPr>
          <p:nvPr/>
        </p:nvSpPr>
        <p:spPr>
          <a:xfrm>
            <a:off x="13471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data_7155">
            <a:extLst>
              <a:ext uri="{FF2B5EF4-FFF2-40B4-BE49-F238E27FC236}">
                <a16:creationId xmlns:a16="http://schemas.microsoft.com/office/drawing/2014/main" id="{A2E799CB-1843-4564-8C75-E7C62A2E7416}"/>
              </a:ext>
            </a:extLst>
          </p:cNvPr>
          <p:cNvSpPr>
            <a:spLocks/>
          </p:cNvSpPr>
          <p:nvPr/>
        </p:nvSpPr>
        <p:spPr>
          <a:xfrm>
            <a:off x="1347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data_7156">
            <a:extLst>
              <a:ext uri="{FF2B5EF4-FFF2-40B4-BE49-F238E27FC236}">
                <a16:creationId xmlns:a16="http://schemas.microsoft.com/office/drawing/2014/main" id="{4A39F945-F744-4E34-8F78-E340A6BCFDDD}"/>
              </a:ext>
            </a:extLst>
          </p:cNvPr>
          <p:cNvSpPr>
            <a:spLocks/>
          </p:cNvSpPr>
          <p:nvPr/>
        </p:nvSpPr>
        <p:spPr>
          <a:xfrm>
            <a:off x="130801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data_7157">
            <a:extLst>
              <a:ext uri="{FF2B5EF4-FFF2-40B4-BE49-F238E27FC236}">
                <a16:creationId xmlns:a16="http://schemas.microsoft.com/office/drawing/2014/main" id="{7114AB6E-14E0-4E45-891E-B6AAF6188D39}"/>
              </a:ext>
            </a:extLst>
          </p:cNvPr>
          <p:cNvSpPr>
            <a:spLocks/>
          </p:cNvSpPr>
          <p:nvPr/>
        </p:nvSpPr>
        <p:spPr>
          <a:xfrm>
            <a:off x="13988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data_7158">
            <a:extLst>
              <a:ext uri="{FF2B5EF4-FFF2-40B4-BE49-F238E27FC236}">
                <a16:creationId xmlns:a16="http://schemas.microsoft.com/office/drawing/2014/main" id="{A5FEF0B9-F74E-4932-B09B-5B18BDD9CFE7}"/>
              </a:ext>
            </a:extLst>
          </p:cNvPr>
          <p:cNvSpPr>
            <a:spLocks/>
          </p:cNvSpPr>
          <p:nvPr/>
        </p:nvSpPr>
        <p:spPr>
          <a:xfrm>
            <a:off x="1327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data_7159">
            <a:extLst>
              <a:ext uri="{FF2B5EF4-FFF2-40B4-BE49-F238E27FC236}">
                <a16:creationId xmlns:a16="http://schemas.microsoft.com/office/drawing/2014/main" id="{21DA3F3B-AC44-443F-999A-B291959AE981}"/>
              </a:ext>
            </a:extLst>
          </p:cNvPr>
          <p:cNvSpPr>
            <a:spLocks/>
          </p:cNvSpPr>
          <p:nvPr/>
        </p:nvSpPr>
        <p:spPr>
          <a:xfrm>
            <a:off x="13401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data_7160">
            <a:extLst>
              <a:ext uri="{FF2B5EF4-FFF2-40B4-BE49-F238E27FC236}">
                <a16:creationId xmlns:a16="http://schemas.microsoft.com/office/drawing/2014/main" id="{E8F33980-613B-4571-AAE5-252B9E4D4086}"/>
              </a:ext>
            </a:extLst>
          </p:cNvPr>
          <p:cNvSpPr>
            <a:spLocks/>
          </p:cNvSpPr>
          <p:nvPr/>
        </p:nvSpPr>
        <p:spPr>
          <a:xfrm>
            <a:off x="14113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data_7161">
            <a:extLst>
              <a:ext uri="{FF2B5EF4-FFF2-40B4-BE49-F238E27FC236}">
                <a16:creationId xmlns:a16="http://schemas.microsoft.com/office/drawing/2014/main" id="{328C0AFA-D9E3-450C-955E-C524115834B6}"/>
              </a:ext>
            </a:extLst>
          </p:cNvPr>
          <p:cNvSpPr>
            <a:spLocks/>
          </p:cNvSpPr>
          <p:nvPr/>
        </p:nvSpPr>
        <p:spPr>
          <a:xfrm>
            <a:off x="13722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data_7162">
            <a:extLst>
              <a:ext uri="{FF2B5EF4-FFF2-40B4-BE49-F238E27FC236}">
                <a16:creationId xmlns:a16="http://schemas.microsoft.com/office/drawing/2014/main" id="{52D3F316-1099-409D-BA38-5A68C805D23F}"/>
              </a:ext>
            </a:extLst>
          </p:cNvPr>
          <p:cNvSpPr>
            <a:spLocks/>
          </p:cNvSpPr>
          <p:nvPr/>
        </p:nvSpPr>
        <p:spPr>
          <a:xfrm>
            <a:off x="1406646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data_7163">
            <a:extLst>
              <a:ext uri="{FF2B5EF4-FFF2-40B4-BE49-F238E27FC236}">
                <a16:creationId xmlns:a16="http://schemas.microsoft.com/office/drawing/2014/main" id="{600CEE84-759C-4C70-BB95-B486E6664BA6}"/>
              </a:ext>
            </a:extLst>
          </p:cNvPr>
          <p:cNvSpPr>
            <a:spLocks/>
          </p:cNvSpPr>
          <p:nvPr/>
        </p:nvSpPr>
        <p:spPr>
          <a:xfrm>
            <a:off x="12914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data_7164">
            <a:extLst>
              <a:ext uri="{FF2B5EF4-FFF2-40B4-BE49-F238E27FC236}">
                <a16:creationId xmlns:a16="http://schemas.microsoft.com/office/drawing/2014/main" id="{0FE00ED0-1993-45C3-8469-0086546796BE}"/>
              </a:ext>
            </a:extLst>
          </p:cNvPr>
          <p:cNvSpPr>
            <a:spLocks/>
          </p:cNvSpPr>
          <p:nvPr/>
        </p:nvSpPr>
        <p:spPr>
          <a:xfrm>
            <a:off x="13970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data_7165">
            <a:extLst>
              <a:ext uri="{FF2B5EF4-FFF2-40B4-BE49-F238E27FC236}">
                <a16:creationId xmlns:a16="http://schemas.microsoft.com/office/drawing/2014/main" id="{FD2E9D32-ADE2-497D-9E05-99E7F62024CB}"/>
              </a:ext>
            </a:extLst>
          </p:cNvPr>
          <p:cNvSpPr>
            <a:spLocks/>
          </p:cNvSpPr>
          <p:nvPr/>
        </p:nvSpPr>
        <p:spPr>
          <a:xfrm>
            <a:off x="13798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data_7166">
            <a:extLst>
              <a:ext uri="{FF2B5EF4-FFF2-40B4-BE49-F238E27FC236}">
                <a16:creationId xmlns:a16="http://schemas.microsoft.com/office/drawing/2014/main" id="{00A15FFB-DF78-4A60-A0EE-D9988008CED5}"/>
              </a:ext>
            </a:extLst>
          </p:cNvPr>
          <p:cNvSpPr>
            <a:spLocks/>
          </p:cNvSpPr>
          <p:nvPr/>
        </p:nvSpPr>
        <p:spPr>
          <a:xfrm>
            <a:off x="13348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data_7167">
            <a:extLst>
              <a:ext uri="{FF2B5EF4-FFF2-40B4-BE49-F238E27FC236}">
                <a16:creationId xmlns:a16="http://schemas.microsoft.com/office/drawing/2014/main" id="{9A2C0F42-4FC4-4C6B-8CED-BF01F8A9EAD0}"/>
              </a:ext>
            </a:extLst>
          </p:cNvPr>
          <p:cNvSpPr>
            <a:spLocks/>
          </p:cNvSpPr>
          <p:nvPr/>
        </p:nvSpPr>
        <p:spPr>
          <a:xfrm>
            <a:off x="138488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data_7168">
            <a:extLst>
              <a:ext uri="{FF2B5EF4-FFF2-40B4-BE49-F238E27FC236}">
                <a16:creationId xmlns:a16="http://schemas.microsoft.com/office/drawing/2014/main" id="{1324C885-DBE6-45CA-A0E1-66FB36A178FF}"/>
              </a:ext>
            </a:extLst>
          </p:cNvPr>
          <p:cNvSpPr>
            <a:spLocks/>
          </p:cNvSpPr>
          <p:nvPr/>
        </p:nvSpPr>
        <p:spPr>
          <a:xfrm>
            <a:off x="14119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data_7169">
            <a:extLst>
              <a:ext uri="{FF2B5EF4-FFF2-40B4-BE49-F238E27FC236}">
                <a16:creationId xmlns:a16="http://schemas.microsoft.com/office/drawing/2014/main" id="{17E217A5-610D-4B99-8DCC-5A5DA90C77EE}"/>
              </a:ext>
            </a:extLst>
          </p:cNvPr>
          <p:cNvSpPr>
            <a:spLocks/>
          </p:cNvSpPr>
          <p:nvPr/>
        </p:nvSpPr>
        <p:spPr>
          <a:xfrm>
            <a:off x="1371205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data_7170">
            <a:extLst>
              <a:ext uri="{FF2B5EF4-FFF2-40B4-BE49-F238E27FC236}">
                <a16:creationId xmlns:a16="http://schemas.microsoft.com/office/drawing/2014/main" id="{312FBFE2-5E68-4DFB-8D34-D226AC659AEC}"/>
              </a:ext>
            </a:extLst>
          </p:cNvPr>
          <p:cNvSpPr>
            <a:spLocks/>
          </p:cNvSpPr>
          <p:nvPr/>
        </p:nvSpPr>
        <p:spPr>
          <a:xfrm>
            <a:off x="13812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data_7171">
            <a:extLst>
              <a:ext uri="{FF2B5EF4-FFF2-40B4-BE49-F238E27FC236}">
                <a16:creationId xmlns:a16="http://schemas.microsoft.com/office/drawing/2014/main" id="{B036B66F-C808-4DBE-9812-009FBB0F25A9}"/>
              </a:ext>
            </a:extLst>
          </p:cNvPr>
          <p:cNvSpPr>
            <a:spLocks/>
          </p:cNvSpPr>
          <p:nvPr/>
        </p:nvSpPr>
        <p:spPr>
          <a:xfrm>
            <a:off x="1380065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data_7172">
            <a:extLst>
              <a:ext uri="{FF2B5EF4-FFF2-40B4-BE49-F238E27FC236}">
                <a16:creationId xmlns:a16="http://schemas.microsoft.com/office/drawing/2014/main" id="{076AB82D-3120-4F67-8E81-D9BB3A3B3A92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data_7173">
            <a:extLst>
              <a:ext uri="{FF2B5EF4-FFF2-40B4-BE49-F238E27FC236}">
                <a16:creationId xmlns:a16="http://schemas.microsoft.com/office/drawing/2014/main" id="{7F0C8781-6115-488A-9278-BA9C2DCDEA0C}"/>
              </a:ext>
            </a:extLst>
          </p:cNvPr>
          <p:cNvSpPr>
            <a:spLocks/>
          </p:cNvSpPr>
          <p:nvPr/>
        </p:nvSpPr>
        <p:spPr>
          <a:xfrm>
            <a:off x="1322865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data_7174">
            <a:extLst>
              <a:ext uri="{FF2B5EF4-FFF2-40B4-BE49-F238E27FC236}">
                <a16:creationId xmlns:a16="http://schemas.microsoft.com/office/drawing/2014/main" id="{9665E197-8D73-4DE5-A396-D4A52418DCEE}"/>
              </a:ext>
            </a:extLst>
          </p:cNvPr>
          <p:cNvSpPr>
            <a:spLocks/>
          </p:cNvSpPr>
          <p:nvPr/>
        </p:nvSpPr>
        <p:spPr>
          <a:xfrm>
            <a:off x="14028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data_7175">
            <a:extLst>
              <a:ext uri="{FF2B5EF4-FFF2-40B4-BE49-F238E27FC236}">
                <a16:creationId xmlns:a16="http://schemas.microsoft.com/office/drawing/2014/main" id="{594C3705-AF89-4B8C-BF15-B8A9C05C4679}"/>
              </a:ext>
            </a:extLst>
          </p:cNvPr>
          <p:cNvSpPr>
            <a:spLocks/>
          </p:cNvSpPr>
          <p:nvPr/>
        </p:nvSpPr>
        <p:spPr>
          <a:xfrm>
            <a:off x="130905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data_7176">
            <a:extLst>
              <a:ext uri="{FF2B5EF4-FFF2-40B4-BE49-F238E27FC236}">
                <a16:creationId xmlns:a16="http://schemas.microsoft.com/office/drawing/2014/main" id="{6E63CF55-06AD-43D8-B0C2-9E22308BD8E5}"/>
              </a:ext>
            </a:extLst>
          </p:cNvPr>
          <p:cNvSpPr>
            <a:spLocks/>
          </p:cNvSpPr>
          <p:nvPr/>
        </p:nvSpPr>
        <p:spPr>
          <a:xfrm>
            <a:off x="130801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data_7177">
            <a:extLst>
              <a:ext uri="{FF2B5EF4-FFF2-40B4-BE49-F238E27FC236}">
                <a16:creationId xmlns:a16="http://schemas.microsoft.com/office/drawing/2014/main" id="{BF412900-132E-489E-9CD3-DFE5C1ACD2EB}"/>
              </a:ext>
            </a:extLst>
          </p:cNvPr>
          <p:cNvSpPr>
            <a:spLocks/>
          </p:cNvSpPr>
          <p:nvPr/>
        </p:nvSpPr>
        <p:spPr>
          <a:xfrm>
            <a:off x="131387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data_7178">
            <a:extLst>
              <a:ext uri="{FF2B5EF4-FFF2-40B4-BE49-F238E27FC236}">
                <a16:creationId xmlns:a16="http://schemas.microsoft.com/office/drawing/2014/main" id="{0F20ACD4-EFA2-445D-BCD9-5E523E8B49B7}"/>
              </a:ext>
            </a:extLst>
          </p:cNvPr>
          <p:cNvSpPr>
            <a:spLocks/>
          </p:cNvSpPr>
          <p:nvPr/>
        </p:nvSpPr>
        <p:spPr>
          <a:xfrm>
            <a:off x="140469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data_7179">
            <a:extLst>
              <a:ext uri="{FF2B5EF4-FFF2-40B4-BE49-F238E27FC236}">
                <a16:creationId xmlns:a16="http://schemas.microsoft.com/office/drawing/2014/main" id="{8838F970-050A-4176-BBA0-07B75D2E9FEB}"/>
              </a:ext>
            </a:extLst>
          </p:cNvPr>
          <p:cNvSpPr>
            <a:spLocks/>
          </p:cNvSpPr>
          <p:nvPr/>
        </p:nvSpPr>
        <p:spPr>
          <a:xfrm>
            <a:off x="1390880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data_7180">
            <a:extLst>
              <a:ext uri="{FF2B5EF4-FFF2-40B4-BE49-F238E27FC236}">
                <a16:creationId xmlns:a16="http://schemas.microsoft.com/office/drawing/2014/main" id="{10E3538B-57DA-4816-B1CD-CD052ED3CE0F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data_7181">
            <a:extLst>
              <a:ext uri="{FF2B5EF4-FFF2-40B4-BE49-F238E27FC236}">
                <a16:creationId xmlns:a16="http://schemas.microsoft.com/office/drawing/2014/main" id="{2FD4B624-47B4-4C72-B419-82AEACE70F66}"/>
              </a:ext>
            </a:extLst>
          </p:cNvPr>
          <p:cNvSpPr>
            <a:spLocks/>
          </p:cNvSpPr>
          <p:nvPr/>
        </p:nvSpPr>
        <p:spPr>
          <a:xfrm>
            <a:off x="1380326" y="31544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data_7182">
            <a:extLst>
              <a:ext uri="{FF2B5EF4-FFF2-40B4-BE49-F238E27FC236}">
                <a16:creationId xmlns:a16="http://schemas.microsoft.com/office/drawing/2014/main" id="{CA19468B-C309-41BC-9FCF-CCBB3F27DEC6}"/>
              </a:ext>
            </a:extLst>
          </p:cNvPr>
          <p:cNvSpPr>
            <a:spLocks/>
          </p:cNvSpPr>
          <p:nvPr/>
        </p:nvSpPr>
        <p:spPr>
          <a:xfrm>
            <a:off x="1390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data_7183">
            <a:extLst>
              <a:ext uri="{FF2B5EF4-FFF2-40B4-BE49-F238E27FC236}">
                <a16:creationId xmlns:a16="http://schemas.microsoft.com/office/drawing/2014/main" id="{581ABEBE-B557-43C1-A910-51CB9C3E3646}"/>
              </a:ext>
            </a:extLst>
          </p:cNvPr>
          <p:cNvSpPr>
            <a:spLocks/>
          </p:cNvSpPr>
          <p:nvPr/>
        </p:nvSpPr>
        <p:spPr>
          <a:xfrm>
            <a:off x="1401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data_7184">
            <a:extLst>
              <a:ext uri="{FF2B5EF4-FFF2-40B4-BE49-F238E27FC236}">
                <a16:creationId xmlns:a16="http://schemas.microsoft.com/office/drawing/2014/main" id="{4EA614E2-2266-4C5A-B97E-AF5D0E7B1C7B}"/>
              </a:ext>
            </a:extLst>
          </p:cNvPr>
          <p:cNvSpPr>
            <a:spLocks/>
          </p:cNvSpPr>
          <p:nvPr/>
        </p:nvSpPr>
        <p:spPr>
          <a:xfrm>
            <a:off x="13059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data_7185">
            <a:extLst>
              <a:ext uri="{FF2B5EF4-FFF2-40B4-BE49-F238E27FC236}">
                <a16:creationId xmlns:a16="http://schemas.microsoft.com/office/drawing/2014/main" id="{52BE7CFA-ECBB-4299-8163-4DDEBA654E44}"/>
              </a:ext>
            </a:extLst>
          </p:cNvPr>
          <p:cNvSpPr>
            <a:spLocks/>
          </p:cNvSpPr>
          <p:nvPr/>
        </p:nvSpPr>
        <p:spPr>
          <a:xfrm>
            <a:off x="1316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data_7186">
            <a:extLst>
              <a:ext uri="{FF2B5EF4-FFF2-40B4-BE49-F238E27FC236}">
                <a16:creationId xmlns:a16="http://schemas.microsoft.com/office/drawing/2014/main" id="{70D56D85-57B3-42F7-80ED-A35CB97A759D}"/>
              </a:ext>
            </a:extLst>
          </p:cNvPr>
          <p:cNvSpPr>
            <a:spLocks/>
          </p:cNvSpPr>
          <p:nvPr/>
        </p:nvSpPr>
        <p:spPr>
          <a:xfrm>
            <a:off x="1378111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data_7187">
            <a:extLst>
              <a:ext uri="{FF2B5EF4-FFF2-40B4-BE49-F238E27FC236}">
                <a16:creationId xmlns:a16="http://schemas.microsoft.com/office/drawing/2014/main" id="{8FCEEAAF-F9A0-4883-B54D-977E24E7A553}"/>
              </a:ext>
            </a:extLst>
          </p:cNvPr>
          <p:cNvSpPr>
            <a:spLocks/>
          </p:cNvSpPr>
          <p:nvPr/>
        </p:nvSpPr>
        <p:spPr>
          <a:xfrm>
            <a:off x="1312572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data_7188">
            <a:extLst>
              <a:ext uri="{FF2B5EF4-FFF2-40B4-BE49-F238E27FC236}">
                <a16:creationId xmlns:a16="http://schemas.microsoft.com/office/drawing/2014/main" id="{159536DA-24A8-46B5-8A0B-7821140B1DEF}"/>
              </a:ext>
            </a:extLst>
          </p:cNvPr>
          <p:cNvSpPr>
            <a:spLocks/>
          </p:cNvSpPr>
          <p:nvPr/>
        </p:nvSpPr>
        <p:spPr>
          <a:xfrm>
            <a:off x="1325211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data_7189">
            <a:extLst>
              <a:ext uri="{FF2B5EF4-FFF2-40B4-BE49-F238E27FC236}">
                <a16:creationId xmlns:a16="http://schemas.microsoft.com/office/drawing/2014/main" id="{87D6CE8E-00D3-4E45-A304-3800A0B04E77}"/>
              </a:ext>
            </a:extLst>
          </p:cNvPr>
          <p:cNvSpPr>
            <a:spLocks/>
          </p:cNvSpPr>
          <p:nvPr/>
        </p:nvSpPr>
        <p:spPr>
          <a:xfrm>
            <a:off x="13038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data_7190">
            <a:extLst>
              <a:ext uri="{FF2B5EF4-FFF2-40B4-BE49-F238E27FC236}">
                <a16:creationId xmlns:a16="http://schemas.microsoft.com/office/drawing/2014/main" id="{76DD80D9-C707-46B1-818C-5E7DA2AF81A2}"/>
              </a:ext>
            </a:extLst>
          </p:cNvPr>
          <p:cNvSpPr>
            <a:spLocks/>
          </p:cNvSpPr>
          <p:nvPr/>
        </p:nvSpPr>
        <p:spPr>
          <a:xfrm>
            <a:off x="1317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data_7191">
            <a:extLst>
              <a:ext uri="{FF2B5EF4-FFF2-40B4-BE49-F238E27FC236}">
                <a16:creationId xmlns:a16="http://schemas.microsoft.com/office/drawing/2014/main" id="{DAC72581-258F-4948-BB06-0CC7D2850B6B}"/>
              </a:ext>
            </a:extLst>
          </p:cNvPr>
          <p:cNvSpPr>
            <a:spLocks/>
          </p:cNvSpPr>
          <p:nvPr/>
        </p:nvSpPr>
        <p:spPr>
          <a:xfrm>
            <a:off x="13227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data_7192">
            <a:extLst>
              <a:ext uri="{FF2B5EF4-FFF2-40B4-BE49-F238E27FC236}">
                <a16:creationId xmlns:a16="http://schemas.microsoft.com/office/drawing/2014/main" id="{8E4575FF-7244-4764-A72D-5272AE16E5E7}"/>
              </a:ext>
            </a:extLst>
          </p:cNvPr>
          <p:cNvSpPr>
            <a:spLocks/>
          </p:cNvSpPr>
          <p:nvPr/>
        </p:nvSpPr>
        <p:spPr>
          <a:xfrm>
            <a:off x="140364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data_7193">
            <a:extLst>
              <a:ext uri="{FF2B5EF4-FFF2-40B4-BE49-F238E27FC236}">
                <a16:creationId xmlns:a16="http://schemas.microsoft.com/office/drawing/2014/main" id="{CA735DAA-6A0B-42BC-A60A-5A8DF5FC34D4}"/>
              </a:ext>
            </a:extLst>
          </p:cNvPr>
          <p:cNvSpPr>
            <a:spLocks/>
          </p:cNvSpPr>
          <p:nvPr/>
        </p:nvSpPr>
        <p:spPr>
          <a:xfrm>
            <a:off x="13484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data_7194">
            <a:extLst>
              <a:ext uri="{FF2B5EF4-FFF2-40B4-BE49-F238E27FC236}">
                <a16:creationId xmlns:a16="http://schemas.microsoft.com/office/drawing/2014/main" id="{886E8FA7-6EB0-4840-ACCE-1636AEC9A5C1}"/>
              </a:ext>
            </a:extLst>
          </p:cNvPr>
          <p:cNvSpPr>
            <a:spLocks/>
          </p:cNvSpPr>
          <p:nvPr/>
        </p:nvSpPr>
        <p:spPr>
          <a:xfrm>
            <a:off x="13059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data_7195">
            <a:extLst>
              <a:ext uri="{FF2B5EF4-FFF2-40B4-BE49-F238E27FC236}">
                <a16:creationId xmlns:a16="http://schemas.microsoft.com/office/drawing/2014/main" id="{65C5EDD0-D818-4333-B53B-AE11B7FCE23C}"/>
              </a:ext>
            </a:extLst>
          </p:cNvPr>
          <p:cNvSpPr>
            <a:spLocks/>
          </p:cNvSpPr>
          <p:nvPr/>
        </p:nvSpPr>
        <p:spPr>
          <a:xfrm>
            <a:off x="13248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data_7196">
            <a:extLst>
              <a:ext uri="{FF2B5EF4-FFF2-40B4-BE49-F238E27FC236}">
                <a16:creationId xmlns:a16="http://schemas.microsoft.com/office/drawing/2014/main" id="{3D7C5C3C-058C-4577-B1C7-AC2333DD8DB1}"/>
              </a:ext>
            </a:extLst>
          </p:cNvPr>
          <p:cNvSpPr>
            <a:spLocks/>
          </p:cNvSpPr>
          <p:nvPr/>
        </p:nvSpPr>
        <p:spPr>
          <a:xfrm>
            <a:off x="1396874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data_7197">
            <a:extLst>
              <a:ext uri="{FF2B5EF4-FFF2-40B4-BE49-F238E27FC236}">
                <a16:creationId xmlns:a16="http://schemas.microsoft.com/office/drawing/2014/main" id="{0A260AF5-764C-45BD-9142-EC7B969CC3FF}"/>
              </a:ext>
            </a:extLst>
          </p:cNvPr>
          <p:cNvSpPr>
            <a:spLocks/>
          </p:cNvSpPr>
          <p:nvPr/>
        </p:nvSpPr>
        <p:spPr>
          <a:xfrm>
            <a:off x="13722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data_7198">
            <a:extLst>
              <a:ext uri="{FF2B5EF4-FFF2-40B4-BE49-F238E27FC236}">
                <a16:creationId xmlns:a16="http://schemas.microsoft.com/office/drawing/2014/main" id="{25C627D6-DFF4-47C8-A0DA-E2EDF90B65C9}"/>
              </a:ext>
            </a:extLst>
          </p:cNvPr>
          <p:cNvSpPr>
            <a:spLocks/>
          </p:cNvSpPr>
          <p:nvPr/>
        </p:nvSpPr>
        <p:spPr>
          <a:xfrm>
            <a:off x="139635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data_7199">
            <a:extLst>
              <a:ext uri="{FF2B5EF4-FFF2-40B4-BE49-F238E27FC236}">
                <a16:creationId xmlns:a16="http://schemas.microsoft.com/office/drawing/2014/main" id="{472F47B7-2991-493C-93B0-2F9696BEF47C}"/>
              </a:ext>
            </a:extLst>
          </p:cNvPr>
          <p:cNvSpPr>
            <a:spLocks/>
          </p:cNvSpPr>
          <p:nvPr/>
        </p:nvSpPr>
        <p:spPr>
          <a:xfrm>
            <a:off x="13138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data_7200">
            <a:extLst>
              <a:ext uri="{FF2B5EF4-FFF2-40B4-BE49-F238E27FC236}">
                <a16:creationId xmlns:a16="http://schemas.microsoft.com/office/drawing/2014/main" id="{21013AB6-66DD-4495-BF3B-30F1F4A89840}"/>
              </a:ext>
            </a:extLst>
          </p:cNvPr>
          <p:cNvSpPr>
            <a:spLocks/>
          </p:cNvSpPr>
          <p:nvPr/>
        </p:nvSpPr>
        <p:spPr>
          <a:xfrm>
            <a:off x="133837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data_7201">
            <a:extLst>
              <a:ext uri="{FF2B5EF4-FFF2-40B4-BE49-F238E27FC236}">
                <a16:creationId xmlns:a16="http://schemas.microsoft.com/office/drawing/2014/main" id="{FB081D5E-2986-4495-BD30-4D67F909F235}"/>
              </a:ext>
            </a:extLst>
          </p:cNvPr>
          <p:cNvSpPr>
            <a:spLocks/>
          </p:cNvSpPr>
          <p:nvPr/>
        </p:nvSpPr>
        <p:spPr>
          <a:xfrm>
            <a:off x="139726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data_7202">
            <a:extLst>
              <a:ext uri="{FF2B5EF4-FFF2-40B4-BE49-F238E27FC236}">
                <a16:creationId xmlns:a16="http://schemas.microsoft.com/office/drawing/2014/main" id="{4E1E7729-9F65-493E-B49C-31CCEE77C8F5}"/>
              </a:ext>
            </a:extLst>
          </p:cNvPr>
          <p:cNvSpPr>
            <a:spLocks/>
          </p:cNvSpPr>
          <p:nvPr/>
        </p:nvSpPr>
        <p:spPr>
          <a:xfrm>
            <a:off x="13973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data_7203">
            <a:extLst>
              <a:ext uri="{FF2B5EF4-FFF2-40B4-BE49-F238E27FC236}">
                <a16:creationId xmlns:a16="http://schemas.microsoft.com/office/drawing/2014/main" id="{217BCBF4-2D51-4C22-9574-D21538747BAF}"/>
              </a:ext>
            </a:extLst>
          </p:cNvPr>
          <p:cNvSpPr>
            <a:spLocks/>
          </p:cNvSpPr>
          <p:nvPr/>
        </p:nvSpPr>
        <p:spPr>
          <a:xfrm>
            <a:off x="13893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data_7204">
            <a:extLst>
              <a:ext uri="{FF2B5EF4-FFF2-40B4-BE49-F238E27FC236}">
                <a16:creationId xmlns:a16="http://schemas.microsoft.com/office/drawing/2014/main" id="{1A6D0CFB-AFEB-4EE9-A67F-815750143A5B}"/>
              </a:ext>
            </a:extLst>
          </p:cNvPr>
          <p:cNvSpPr>
            <a:spLocks/>
          </p:cNvSpPr>
          <p:nvPr/>
        </p:nvSpPr>
        <p:spPr>
          <a:xfrm>
            <a:off x="14007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data_7205">
            <a:extLst>
              <a:ext uri="{FF2B5EF4-FFF2-40B4-BE49-F238E27FC236}">
                <a16:creationId xmlns:a16="http://schemas.microsoft.com/office/drawing/2014/main" id="{472CF94B-B622-448E-A292-B105371FC05C}"/>
              </a:ext>
            </a:extLst>
          </p:cNvPr>
          <p:cNvSpPr>
            <a:spLocks/>
          </p:cNvSpPr>
          <p:nvPr/>
        </p:nvSpPr>
        <p:spPr>
          <a:xfrm>
            <a:off x="1325862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data_7206">
            <a:extLst>
              <a:ext uri="{FF2B5EF4-FFF2-40B4-BE49-F238E27FC236}">
                <a16:creationId xmlns:a16="http://schemas.microsoft.com/office/drawing/2014/main" id="{B4DA6494-9CD5-445D-B011-07490B9E9E24}"/>
              </a:ext>
            </a:extLst>
          </p:cNvPr>
          <p:cNvSpPr>
            <a:spLocks/>
          </p:cNvSpPr>
          <p:nvPr/>
        </p:nvSpPr>
        <p:spPr>
          <a:xfrm>
            <a:off x="13061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data_7207">
            <a:extLst>
              <a:ext uri="{FF2B5EF4-FFF2-40B4-BE49-F238E27FC236}">
                <a16:creationId xmlns:a16="http://schemas.microsoft.com/office/drawing/2014/main" id="{FD333253-7B68-45F4-8E7B-8E4504641682}"/>
              </a:ext>
            </a:extLst>
          </p:cNvPr>
          <p:cNvSpPr>
            <a:spLocks/>
          </p:cNvSpPr>
          <p:nvPr/>
        </p:nvSpPr>
        <p:spPr>
          <a:xfrm>
            <a:off x="13820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data_7208">
            <a:extLst>
              <a:ext uri="{FF2B5EF4-FFF2-40B4-BE49-F238E27FC236}">
                <a16:creationId xmlns:a16="http://schemas.microsoft.com/office/drawing/2014/main" id="{7D6C78EB-2784-4CB1-8786-F93C4219F1D6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data_7209">
            <a:extLst>
              <a:ext uri="{FF2B5EF4-FFF2-40B4-BE49-F238E27FC236}">
                <a16:creationId xmlns:a16="http://schemas.microsoft.com/office/drawing/2014/main" id="{A563BA24-E680-4810-A6CB-745C48D6F742}"/>
              </a:ext>
            </a:extLst>
          </p:cNvPr>
          <p:cNvSpPr>
            <a:spLocks/>
          </p:cNvSpPr>
          <p:nvPr/>
        </p:nvSpPr>
        <p:spPr>
          <a:xfrm>
            <a:off x="13082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data_7210">
            <a:extLst>
              <a:ext uri="{FF2B5EF4-FFF2-40B4-BE49-F238E27FC236}">
                <a16:creationId xmlns:a16="http://schemas.microsoft.com/office/drawing/2014/main" id="{EF71D606-97A0-47D1-BDD8-93C00282594D}"/>
              </a:ext>
            </a:extLst>
          </p:cNvPr>
          <p:cNvSpPr>
            <a:spLocks/>
          </p:cNvSpPr>
          <p:nvPr/>
        </p:nvSpPr>
        <p:spPr>
          <a:xfrm>
            <a:off x="13852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data_7211">
            <a:extLst>
              <a:ext uri="{FF2B5EF4-FFF2-40B4-BE49-F238E27FC236}">
                <a16:creationId xmlns:a16="http://schemas.microsoft.com/office/drawing/2014/main" id="{0CC3A8AA-829D-4137-A20E-80241EAE06DC}"/>
              </a:ext>
            </a:extLst>
          </p:cNvPr>
          <p:cNvSpPr>
            <a:spLocks/>
          </p:cNvSpPr>
          <p:nvPr/>
        </p:nvSpPr>
        <p:spPr>
          <a:xfrm>
            <a:off x="13012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data_7212">
            <a:extLst>
              <a:ext uri="{FF2B5EF4-FFF2-40B4-BE49-F238E27FC236}">
                <a16:creationId xmlns:a16="http://schemas.microsoft.com/office/drawing/2014/main" id="{396846C0-5E66-4A60-926F-AA42BFFE6AA2}"/>
              </a:ext>
            </a:extLst>
          </p:cNvPr>
          <p:cNvSpPr>
            <a:spLocks/>
          </p:cNvSpPr>
          <p:nvPr/>
        </p:nvSpPr>
        <p:spPr>
          <a:xfrm>
            <a:off x="14102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data_7213">
            <a:extLst>
              <a:ext uri="{FF2B5EF4-FFF2-40B4-BE49-F238E27FC236}">
                <a16:creationId xmlns:a16="http://schemas.microsoft.com/office/drawing/2014/main" id="{666BB85D-FADA-439D-B0A0-4198CACDB75C}"/>
              </a:ext>
            </a:extLst>
          </p:cNvPr>
          <p:cNvSpPr>
            <a:spLocks/>
          </p:cNvSpPr>
          <p:nvPr/>
        </p:nvSpPr>
        <p:spPr>
          <a:xfrm>
            <a:off x="139035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data_7214">
            <a:extLst>
              <a:ext uri="{FF2B5EF4-FFF2-40B4-BE49-F238E27FC236}">
                <a16:creationId xmlns:a16="http://schemas.microsoft.com/office/drawing/2014/main" id="{C9BE06EB-CA3E-45E9-9A85-84127A214080}"/>
              </a:ext>
            </a:extLst>
          </p:cNvPr>
          <p:cNvSpPr>
            <a:spLocks/>
          </p:cNvSpPr>
          <p:nvPr/>
        </p:nvSpPr>
        <p:spPr>
          <a:xfrm>
            <a:off x="134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data_7215">
            <a:extLst>
              <a:ext uri="{FF2B5EF4-FFF2-40B4-BE49-F238E27FC236}">
                <a16:creationId xmlns:a16="http://schemas.microsoft.com/office/drawing/2014/main" id="{5C9D30D5-78A5-4FFB-9F58-963D51D36641}"/>
              </a:ext>
            </a:extLst>
          </p:cNvPr>
          <p:cNvSpPr>
            <a:spLocks/>
          </p:cNvSpPr>
          <p:nvPr/>
        </p:nvSpPr>
        <p:spPr>
          <a:xfrm>
            <a:off x="13211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data_7216">
            <a:extLst>
              <a:ext uri="{FF2B5EF4-FFF2-40B4-BE49-F238E27FC236}">
                <a16:creationId xmlns:a16="http://schemas.microsoft.com/office/drawing/2014/main" id="{53E94FB5-6EB4-45A9-8F12-6107FAF672B4}"/>
              </a:ext>
            </a:extLst>
          </p:cNvPr>
          <p:cNvSpPr>
            <a:spLocks/>
          </p:cNvSpPr>
          <p:nvPr/>
        </p:nvSpPr>
        <p:spPr>
          <a:xfrm>
            <a:off x="1408340" y="31405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data_7217">
            <a:extLst>
              <a:ext uri="{FF2B5EF4-FFF2-40B4-BE49-F238E27FC236}">
                <a16:creationId xmlns:a16="http://schemas.microsoft.com/office/drawing/2014/main" id="{9AF8812B-2417-4BFA-AF7B-E9B9EEAED375}"/>
              </a:ext>
            </a:extLst>
          </p:cNvPr>
          <p:cNvSpPr>
            <a:spLocks/>
          </p:cNvSpPr>
          <p:nvPr/>
        </p:nvSpPr>
        <p:spPr>
          <a:xfrm>
            <a:off x="141394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data_7218">
            <a:extLst>
              <a:ext uri="{FF2B5EF4-FFF2-40B4-BE49-F238E27FC236}">
                <a16:creationId xmlns:a16="http://schemas.microsoft.com/office/drawing/2014/main" id="{1BCDD48F-B33C-4A22-B835-813CC5E59DE1}"/>
              </a:ext>
            </a:extLst>
          </p:cNvPr>
          <p:cNvSpPr>
            <a:spLocks/>
          </p:cNvSpPr>
          <p:nvPr/>
        </p:nvSpPr>
        <p:spPr>
          <a:xfrm>
            <a:off x="136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data_7219">
            <a:extLst>
              <a:ext uri="{FF2B5EF4-FFF2-40B4-BE49-F238E27FC236}">
                <a16:creationId xmlns:a16="http://schemas.microsoft.com/office/drawing/2014/main" id="{B2BE6013-12AB-4951-90EA-FEF9C54A40C6}"/>
              </a:ext>
            </a:extLst>
          </p:cNvPr>
          <p:cNvSpPr>
            <a:spLocks/>
          </p:cNvSpPr>
          <p:nvPr/>
        </p:nvSpPr>
        <p:spPr>
          <a:xfrm>
            <a:off x="1396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data_7220">
            <a:extLst>
              <a:ext uri="{FF2B5EF4-FFF2-40B4-BE49-F238E27FC236}">
                <a16:creationId xmlns:a16="http://schemas.microsoft.com/office/drawing/2014/main" id="{52052DC9-7365-401C-B6AB-2C01AB325286}"/>
              </a:ext>
            </a:extLst>
          </p:cNvPr>
          <p:cNvSpPr>
            <a:spLocks/>
          </p:cNvSpPr>
          <p:nvPr/>
        </p:nvSpPr>
        <p:spPr>
          <a:xfrm>
            <a:off x="130501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data_7221">
            <a:extLst>
              <a:ext uri="{FF2B5EF4-FFF2-40B4-BE49-F238E27FC236}">
                <a16:creationId xmlns:a16="http://schemas.microsoft.com/office/drawing/2014/main" id="{7B2D2D6A-8876-4F5B-B67B-1D1CFAA817B6}"/>
              </a:ext>
            </a:extLst>
          </p:cNvPr>
          <p:cNvSpPr>
            <a:spLocks/>
          </p:cNvSpPr>
          <p:nvPr/>
        </p:nvSpPr>
        <p:spPr>
          <a:xfrm>
            <a:off x="134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data_7222">
            <a:extLst>
              <a:ext uri="{FF2B5EF4-FFF2-40B4-BE49-F238E27FC236}">
                <a16:creationId xmlns:a16="http://schemas.microsoft.com/office/drawing/2014/main" id="{59AC28DA-27FA-4154-9E1B-15159443E2BF}"/>
              </a:ext>
            </a:extLst>
          </p:cNvPr>
          <p:cNvSpPr>
            <a:spLocks/>
          </p:cNvSpPr>
          <p:nvPr/>
        </p:nvSpPr>
        <p:spPr>
          <a:xfrm>
            <a:off x="138827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data_7223">
            <a:extLst>
              <a:ext uri="{FF2B5EF4-FFF2-40B4-BE49-F238E27FC236}">
                <a16:creationId xmlns:a16="http://schemas.microsoft.com/office/drawing/2014/main" id="{C1B1B756-5345-4C4A-83EC-9AA96E4A5B7F}"/>
              </a:ext>
            </a:extLst>
          </p:cNvPr>
          <p:cNvSpPr>
            <a:spLocks/>
          </p:cNvSpPr>
          <p:nvPr/>
        </p:nvSpPr>
        <p:spPr>
          <a:xfrm>
            <a:off x="12970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data_7224">
            <a:extLst>
              <a:ext uri="{FF2B5EF4-FFF2-40B4-BE49-F238E27FC236}">
                <a16:creationId xmlns:a16="http://schemas.microsoft.com/office/drawing/2014/main" id="{5A3FB372-2179-48CC-8E31-FA8949BB472A}"/>
              </a:ext>
            </a:extLst>
          </p:cNvPr>
          <p:cNvSpPr>
            <a:spLocks/>
          </p:cNvSpPr>
          <p:nvPr/>
        </p:nvSpPr>
        <p:spPr>
          <a:xfrm>
            <a:off x="12923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data_7225">
            <a:extLst>
              <a:ext uri="{FF2B5EF4-FFF2-40B4-BE49-F238E27FC236}">
                <a16:creationId xmlns:a16="http://schemas.microsoft.com/office/drawing/2014/main" id="{DCA9F562-BA12-4617-99A7-CC176686918D}"/>
              </a:ext>
            </a:extLst>
          </p:cNvPr>
          <p:cNvSpPr>
            <a:spLocks/>
          </p:cNvSpPr>
          <p:nvPr/>
        </p:nvSpPr>
        <p:spPr>
          <a:xfrm>
            <a:off x="13693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data_7226">
            <a:extLst>
              <a:ext uri="{FF2B5EF4-FFF2-40B4-BE49-F238E27FC236}">
                <a16:creationId xmlns:a16="http://schemas.microsoft.com/office/drawing/2014/main" id="{169A03C3-1FF4-4CC5-826F-A734196A6898}"/>
              </a:ext>
            </a:extLst>
          </p:cNvPr>
          <p:cNvSpPr>
            <a:spLocks/>
          </p:cNvSpPr>
          <p:nvPr/>
        </p:nvSpPr>
        <p:spPr>
          <a:xfrm>
            <a:off x="1407558" y="3192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data_7227">
            <a:extLst>
              <a:ext uri="{FF2B5EF4-FFF2-40B4-BE49-F238E27FC236}">
                <a16:creationId xmlns:a16="http://schemas.microsoft.com/office/drawing/2014/main" id="{F5A533C2-8E53-4754-BDC1-BEF0E5EC7E1F}"/>
              </a:ext>
            </a:extLst>
          </p:cNvPr>
          <p:cNvSpPr>
            <a:spLocks/>
          </p:cNvSpPr>
          <p:nvPr/>
        </p:nvSpPr>
        <p:spPr>
          <a:xfrm>
            <a:off x="12866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data_7228">
            <a:extLst>
              <a:ext uri="{FF2B5EF4-FFF2-40B4-BE49-F238E27FC236}">
                <a16:creationId xmlns:a16="http://schemas.microsoft.com/office/drawing/2014/main" id="{34E4C7D6-0490-440C-99E1-C308577490C7}"/>
              </a:ext>
            </a:extLst>
          </p:cNvPr>
          <p:cNvSpPr>
            <a:spLocks/>
          </p:cNvSpPr>
          <p:nvPr/>
        </p:nvSpPr>
        <p:spPr>
          <a:xfrm>
            <a:off x="1337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data_7229">
            <a:extLst>
              <a:ext uri="{FF2B5EF4-FFF2-40B4-BE49-F238E27FC236}">
                <a16:creationId xmlns:a16="http://schemas.microsoft.com/office/drawing/2014/main" id="{64BF4974-69E5-4CC5-B585-F1C0EA12D024}"/>
              </a:ext>
            </a:extLst>
          </p:cNvPr>
          <p:cNvSpPr>
            <a:spLocks/>
          </p:cNvSpPr>
          <p:nvPr/>
        </p:nvSpPr>
        <p:spPr>
          <a:xfrm>
            <a:off x="13794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data_7230">
            <a:extLst>
              <a:ext uri="{FF2B5EF4-FFF2-40B4-BE49-F238E27FC236}">
                <a16:creationId xmlns:a16="http://schemas.microsoft.com/office/drawing/2014/main" id="{E4506346-7E28-43A9-842F-8428712E9039}"/>
              </a:ext>
            </a:extLst>
          </p:cNvPr>
          <p:cNvSpPr>
            <a:spLocks/>
          </p:cNvSpPr>
          <p:nvPr/>
        </p:nvSpPr>
        <p:spPr>
          <a:xfrm>
            <a:off x="13403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data_7231">
            <a:extLst>
              <a:ext uri="{FF2B5EF4-FFF2-40B4-BE49-F238E27FC236}">
                <a16:creationId xmlns:a16="http://schemas.microsoft.com/office/drawing/2014/main" id="{2C753B84-7C66-40A5-8E16-ED07D41C9F31}"/>
              </a:ext>
            </a:extLst>
          </p:cNvPr>
          <p:cNvSpPr>
            <a:spLocks/>
          </p:cNvSpPr>
          <p:nvPr/>
        </p:nvSpPr>
        <p:spPr>
          <a:xfrm>
            <a:off x="1318305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data_7232">
            <a:extLst>
              <a:ext uri="{FF2B5EF4-FFF2-40B4-BE49-F238E27FC236}">
                <a16:creationId xmlns:a16="http://schemas.microsoft.com/office/drawing/2014/main" id="{F04D8183-C68D-4130-B80F-ABA7DF686549}"/>
              </a:ext>
            </a:extLst>
          </p:cNvPr>
          <p:cNvSpPr>
            <a:spLocks/>
          </p:cNvSpPr>
          <p:nvPr/>
        </p:nvSpPr>
        <p:spPr>
          <a:xfrm>
            <a:off x="13688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data_7233">
            <a:extLst>
              <a:ext uri="{FF2B5EF4-FFF2-40B4-BE49-F238E27FC236}">
                <a16:creationId xmlns:a16="http://schemas.microsoft.com/office/drawing/2014/main" id="{FCA84310-4AC9-43F5-9B65-A760B1456FFD}"/>
              </a:ext>
            </a:extLst>
          </p:cNvPr>
          <p:cNvSpPr>
            <a:spLocks/>
          </p:cNvSpPr>
          <p:nvPr/>
        </p:nvSpPr>
        <p:spPr>
          <a:xfrm>
            <a:off x="13646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data_7234">
            <a:extLst>
              <a:ext uri="{FF2B5EF4-FFF2-40B4-BE49-F238E27FC236}">
                <a16:creationId xmlns:a16="http://schemas.microsoft.com/office/drawing/2014/main" id="{4A430066-BDA2-46EA-BFB5-253FFC3D8301}"/>
              </a:ext>
            </a:extLst>
          </p:cNvPr>
          <p:cNvSpPr>
            <a:spLocks/>
          </p:cNvSpPr>
          <p:nvPr/>
        </p:nvSpPr>
        <p:spPr>
          <a:xfrm>
            <a:off x="13489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data_7235">
            <a:extLst>
              <a:ext uri="{FF2B5EF4-FFF2-40B4-BE49-F238E27FC236}">
                <a16:creationId xmlns:a16="http://schemas.microsoft.com/office/drawing/2014/main" id="{6FF4EAB6-54BD-43E8-9EE8-5DF4CD3A2D46}"/>
              </a:ext>
            </a:extLst>
          </p:cNvPr>
          <p:cNvSpPr>
            <a:spLocks/>
          </p:cNvSpPr>
          <p:nvPr/>
        </p:nvSpPr>
        <p:spPr>
          <a:xfrm>
            <a:off x="13615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data_7236">
            <a:extLst>
              <a:ext uri="{FF2B5EF4-FFF2-40B4-BE49-F238E27FC236}">
                <a16:creationId xmlns:a16="http://schemas.microsoft.com/office/drawing/2014/main" id="{F14A158D-C9E4-422C-A01C-D61875524E16}"/>
              </a:ext>
            </a:extLst>
          </p:cNvPr>
          <p:cNvSpPr>
            <a:spLocks/>
          </p:cNvSpPr>
          <p:nvPr/>
        </p:nvSpPr>
        <p:spPr>
          <a:xfrm>
            <a:off x="13241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data_7237">
            <a:extLst>
              <a:ext uri="{FF2B5EF4-FFF2-40B4-BE49-F238E27FC236}">
                <a16:creationId xmlns:a16="http://schemas.microsoft.com/office/drawing/2014/main" id="{FCE4D3BC-5008-421D-8475-71A10424DE38}"/>
              </a:ext>
            </a:extLst>
          </p:cNvPr>
          <p:cNvSpPr>
            <a:spLocks/>
          </p:cNvSpPr>
          <p:nvPr/>
        </p:nvSpPr>
        <p:spPr>
          <a:xfrm>
            <a:off x="135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data_7238">
            <a:extLst>
              <a:ext uri="{FF2B5EF4-FFF2-40B4-BE49-F238E27FC236}">
                <a16:creationId xmlns:a16="http://schemas.microsoft.com/office/drawing/2014/main" id="{4951AB2A-8A4F-427C-A9EF-D6BEFA615AE5}"/>
              </a:ext>
            </a:extLst>
          </p:cNvPr>
          <p:cNvSpPr>
            <a:spLocks/>
          </p:cNvSpPr>
          <p:nvPr/>
        </p:nvSpPr>
        <p:spPr>
          <a:xfrm>
            <a:off x="132547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data_7239">
            <a:extLst>
              <a:ext uri="{FF2B5EF4-FFF2-40B4-BE49-F238E27FC236}">
                <a16:creationId xmlns:a16="http://schemas.microsoft.com/office/drawing/2014/main" id="{FCAD922E-A95E-4D2F-976F-A7A92598B99A}"/>
              </a:ext>
            </a:extLst>
          </p:cNvPr>
          <p:cNvSpPr>
            <a:spLocks/>
          </p:cNvSpPr>
          <p:nvPr/>
        </p:nvSpPr>
        <p:spPr>
          <a:xfrm>
            <a:off x="13369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data_7240">
            <a:extLst>
              <a:ext uri="{FF2B5EF4-FFF2-40B4-BE49-F238E27FC236}">
                <a16:creationId xmlns:a16="http://schemas.microsoft.com/office/drawing/2014/main" id="{6F35DF85-78A5-4C6C-AF75-8FEC20C5086E}"/>
              </a:ext>
            </a:extLst>
          </p:cNvPr>
          <p:cNvSpPr>
            <a:spLocks/>
          </p:cNvSpPr>
          <p:nvPr/>
        </p:nvSpPr>
        <p:spPr>
          <a:xfrm>
            <a:off x="13932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data_7241">
            <a:extLst>
              <a:ext uri="{FF2B5EF4-FFF2-40B4-BE49-F238E27FC236}">
                <a16:creationId xmlns:a16="http://schemas.microsoft.com/office/drawing/2014/main" id="{B772B90C-36CA-4828-A30B-EA305081BFFB}"/>
              </a:ext>
            </a:extLst>
          </p:cNvPr>
          <p:cNvSpPr>
            <a:spLocks/>
          </p:cNvSpPr>
          <p:nvPr/>
        </p:nvSpPr>
        <p:spPr>
          <a:xfrm>
            <a:off x="13009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data_7242">
            <a:extLst>
              <a:ext uri="{FF2B5EF4-FFF2-40B4-BE49-F238E27FC236}">
                <a16:creationId xmlns:a16="http://schemas.microsoft.com/office/drawing/2014/main" id="{A90BFFE2-B8ED-44A1-A726-9741690FE0D0}"/>
              </a:ext>
            </a:extLst>
          </p:cNvPr>
          <p:cNvSpPr>
            <a:spLocks/>
          </p:cNvSpPr>
          <p:nvPr/>
        </p:nvSpPr>
        <p:spPr>
          <a:xfrm>
            <a:off x="130696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data_7243">
            <a:extLst>
              <a:ext uri="{FF2B5EF4-FFF2-40B4-BE49-F238E27FC236}">
                <a16:creationId xmlns:a16="http://schemas.microsoft.com/office/drawing/2014/main" id="{634CB5CE-1FF1-4B04-BB48-A9EDA6BB9069}"/>
              </a:ext>
            </a:extLst>
          </p:cNvPr>
          <p:cNvSpPr>
            <a:spLocks/>
          </p:cNvSpPr>
          <p:nvPr/>
        </p:nvSpPr>
        <p:spPr>
          <a:xfrm>
            <a:off x="13611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data_7244">
            <a:extLst>
              <a:ext uri="{FF2B5EF4-FFF2-40B4-BE49-F238E27FC236}">
                <a16:creationId xmlns:a16="http://schemas.microsoft.com/office/drawing/2014/main" id="{A904395A-E848-42B6-9F94-FF014E0FE13E}"/>
              </a:ext>
            </a:extLst>
          </p:cNvPr>
          <p:cNvSpPr>
            <a:spLocks/>
          </p:cNvSpPr>
          <p:nvPr/>
        </p:nvSpPr>
        <p:spPr>
          <a:xfrm>
            <a:off x="1360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data_7245">
            <a:extLst>
              <a:ext uri="{FF2B5EF4-FFF2-40B4-BE49-F238E27FC236}">
                <a16:creationId xmlns:a16="http://schemas.microsoft.com/office/drawing/2014/main" id="{D7F029D8-A61C-4DF3-A400-F1A236F9EA14}"/>
              </a:ext>
            </a:extLst>
          </p:cNvPr>
          <p:cNvSpPr>
            <a:spLocks/>
          </p:cNvSpPr>
          <p:nvPr/>
        </p:nvSpPr>
        <p:spPr>
          <a:xfrm>
            <a:off x="14023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data_7246">
            <a:extLst>
              <a:ext uri="{FF2B5EF4-FFF2-40B4-BE49-F238E27FC236}">
                <a16:creationId xmlns:a16="http://schemas.microsoft.com/office/drawing/2014/main" id="{7F4BAD97-7B70-46FF-84F9-FBFE4FEA5403}"/>
              </a:ext>
            </a:extLst>
          </p:cNvPr>
          <p:cNvSpPr>
            <a:spLocks/>
          </p:cNvSpPr>
          <p:nvPr/>
        </p:nvSpPr>
        <p:spPr>
          <a:xfrm>
            <a:off x="138267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data_7247">
            <a:extLst>
              <a:ext uri="{FF2B5EF4-FFF2-40B4-BE49-F238E27FC236}">
                <a16:creationId xmlns:a16="http://schemas.microsoft.com/office/drawing/2014/main" id="{97D9B830-9107-4EA7-B334-6BE560F01CDB}"/>
              </a:ext>
            </a:extLst>
          </p:cNvPr>
          <p:cNvSpPr>
            <a:spLocks/>
          </p:cNvSpPr>
          <p:nvPr/>
        </p:nvSpPr>
        <p:spPr>
          <a:xfrm>
            <a:off x="1302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data_7248">
            <a:extLst>
              <a:ext uri="{FF2B5EF4-FFF2-40B4-BE49-F238E27FC236}">
                <a16:creationId xmlns:a16="http://schemas.microsoft.com/office/drawing/2014/main" id="{035722AB-8E12-492E-9E23-755754674DA7}"/>
              </a:ext>
            </a:extLst>
          </p:cNvPr>
          <p:cNvSpPr>
            <a:spLocks/>
          </p:cNvSpPr>
          <p:nvPr/>
        </p:nvSpPr>
        <p:spPr>
          <a:xfrm>
            <a:off x="132117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data_7249">
            <a:extLst>
              <a:ext uri="{FF2B5EF4-FFF2-40B4-BE49-F238E27FC236}">
                <a16:creationId xmlns:a16="http://schemas.microsoft.com/office/drawing/2014/main" id="{3A506888-AA22-444A-9425-5E96B795F5E4}"/>
              </a:ext>
            </a:extLst>
          </p:cNvPr>
          <p:cNvSpPr>
            <a:spLocks/>
          </p:cNvSpPr>
          <p:nvPr/>
        </p:nvSpPr>
        <p:spPr>
          <a:xfrm>
            <a:off x="137289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data_7250">
            <a:extLst>
              <a:ext uri="{FF2B5EF4-FFF2-40B4-BE49-F238E27FC236}">
                <a16:creationId xmlns:a16="http://schemas.microsoft.com/office/drawing/2014/main" id="{6BB4A6CF-0A27-4FD5-A1A2-4BB4FABFB36B}"/>
              </a:ext>
            </a:extLst>
          </p:cNvPr>
          <p:cNvSpPr>
            <a:spLocks/>
          </p:cNvSpPr>
          <p:nvPr/>
        </p:nvSpPr>
        <p:spPr>
          <a:xfrm>
            <a:off x="12947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data_7251">
            <a:extLst>
              <a:ext uri="{FF2B5EF4-FFF2-40B4-BE49-F238E27FC236}">
                <a16:creationId xmlns:a16="http://schemas.microsoft.com/office/drawing/2014/main" id="{E193E747-5C67-4CBD-BCE6-0091F46A2E96}"/>
              </a:ext>
            </a:extLst>
          </p:cNvPr>
          <p:cNvSpPr>
            <a:spLocks/>
          </p:cNvSpPr>
          <p:nvPr/>
        </p:nvSpPr>
        <p:spPr>
          <a:xfrm>
            <a:off x="138527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data_7252">
            <a:extLst>
              <a:ext uri="{FF2B5EF4-FFF2-40B4-BE49-F238E27FC236}">
                <a16:creationId xmlns:a16="http://schemas.microsoft.com/office/drawing/2014/main" id="{2BFA1567-740E-4D3A-8BE3-7D9B55A43221}"/>
              </a:ext>
            </a:extLst>
          </p:cNvPr>
          <p:cNvSpPr>
            <a:spLocks/>
          </p:cNvSpPr>
          <p:nvPr/>
        </p:nvSpPr>
        <p:spPr>
          <a:xfrm>
            <a:off x="1389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data_7253">
            <a:extLst>
              <a:ext uri="{FF2B5EF4-FFF2-40B4-BE49-F238E27FC236}">
                <a16:creationId xmlns:a16="http://schemas.microsoft.com/office/drawing/2014/main" id="{9DE4583D-B4F2-4856-B262-8CD790CE4C78}"/>
              </a:ext>
            </a:extLst>
          </p:cNvPr>
          <p:cNvSpPr>
            <a:spLocks/>
          </p:cNvSpPr>
          <p:nvPr/>
        </p:nvSpPr>
        <p:spPr>
          <a:xfrm>
            <a:off x="1375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data_7254">
            <a:extLst>
              <a:ext uri="{FF2B5EF4-FFF2-40B4-BE49-F238E27FC236}">
                <a16:creationId xmlns:a16="http://schemas.microsoft.com/office/drawing/2014/main" id="{CF96CCF0-512A-4B96-9A71-B822F907FD53}"/>
              </a:ext>
            </a:extLst>
          </p:cNvPr>
          <p:cNvSpPr>
            <a:spLocks/>
          </p:cNvSpPr>
          <p:nvPr/>
        </p:nvSpPr>
        <p:spPr>
          <a:xfrm>
            <a:off x="13747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data_7255">
            <a:extLst>
              <a:ext uri="{FF2B5EF4-FFF2-40B4-BE49-F238E27FC236}">
                <a16:creationId xmlns:a16="http://schemas.microsoft.com/office/drawing/2014/main" id="{4C841169-D50C-4E14-9026-251498BBA236}"/>
              </a:ext>
            </a:extLst>
          </p:cNvPr>
          <p:cNvSpPr>
            <a:spLocks/>
          </p:cNvSpPr>
          <p:nvPr/>
        </p:nvSpPr>
        <p:spPr>
          <a:xfrm>
            <a:off x="13803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data_7256">
            <a:extLst>
              <a:ext uri="{FF2B5EF4-FFF2-40B4-BE49-F238E27FC236}">
                <a16:creationId xmlns:a16="http://schemas.microsoft.com/office/drawing/2014/main" id="{E2A01C8B-2DB0-4112-A853-869E385263EA}"/>
              </a:ext>
            </a:extLst>
          </p:cNvPr>
          <p:cNvSpPr>
            <a:spLocks/>
          </p:cNvSpPr>
          <p:nvPr/>
        </p:nvSpPr>
        <p:spPr>
          <a:xfrm>
            <a:off x="13557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data_7257">
            <a:extLst>
              <a:ext uri="{FF2B5EF4-FFF2-40B4-BE49-F238E27FC236}">
                <a16:creationId xmlns:a16="http://schemas.microsoft.com/office/drawing/2014/main" id="{296EC6A4-0771-49BC-BBEF-1CDABD4DFF4B}"/>
              </a:ext>
            </a:extLst>
          </p:cNvPr>
          <p:cNvSpPr>
            <a:spLocks/>
          </p:cNvSpPr>
          <p:nvPr/>
        </p:nvSpPr>
        <p:spPr>
          <a:xfrm>
            <a:off x="12880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data_7258">
            <a:extLst>
              <a:ext uri="{FF2B5EF4-FFF2-40B4-BE49-F238E27FC236}">
                <a16:creationId xmlns:a16="http://schemas.microsoft.com/office/drawing/2014/main" id="{C5DB4C2F-1F2A-48E3-9763-F00109278D30}"/>
              </a:ext>
            </a:extLst>
          </p:cNvPr>
          <p:cNvSpPr>
            <a:spLocks/>
          </p:cNvSpPr>
          <p:nvPr/>
        </p:nvSpPr>
        <p:spPr>
          <a:xfrm>
            <a:off x="135543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data_7259">
            <a:extLst>
              <a:ext uri="{FF2B5EF4-FFF2-40B4-BE49-F238E27FC236}">
                <a16:creationId xmlns:a16="http://schemas.microsoft.com/office/drawing/2014/main" id="{A3B32348-0A1D-4F43-9938-468C596B7A42}"/>
              </a:ext>
            </a:extLst>
          </p:cNvPr>
          <p:cNvSpPr>
            <a:spLocks/>
          </p:cNvSpPr>
          <p:nvPr/>
        </p:nvSpPr>
        <p:spPr>
          <a:xfrm>
            <a:off x="1305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data_7260">
            <a:extLst>
              <a:ext uri="{FF2B5EF4-FFF2-40B4-BE49-F238E27FC236}">
                <a16:creationId xmlns:a16="http://schemas.microsoft.com/office/drawing/2014/main" id="{8F8FEFA5-8467-4E38-95AA-3CFD8AD58A67}"/>
              </a:ext>
            </a:extLst>
          </p:cNvPr>
          <p:cNvSpPr>
            <a:spLocks/>
          </p:cNvSpPr>
          <p:nvPr/>
        </p:nvSpPr>
        <p:spPr>
          <a:xfrm>
            <a:off x="1375244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data_7261">
            <a:extLst>
              <a:ext uri="{FF2B5EF4-FFF2-40B4-BE49-F238E27FC236}">
                <a16:creationId xmlns:a16="http://schemas.microsoft.com/office/drawing/2014/main" id="{4C75D074-D7E9-46E7-8A90-E9A03E8E98AB}"/>
              </a:ext>
            </a:extLst>
          </p:cNvPr>
          <p:cNvSpPr>
            <a:spLocks/>
          </p:cNvSpPr>
          <p:nvPr/>
        </p:nvSpPr>
        <p:spPr>
          <a:xfrm>
            <a:off x="1392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data_7262">
            <a:extLst>
              <a:ext uri="{FF2B5EF4-FFF2-40B4-BE49-F238E27FC236}">
                <a16:creationId xmlns:a16="http://schemas.microsoft.com/office/drawing/2014/main" id="{F13F8BB4-AD3F-40C9-9D1D-480B34CF175B}"/>
              </a:ext>
            </a:extLst>
          </p:cNvPr>
          <p:cNvSpPr>
            <a:spLocks/>
          </p:cNvSpPr>
          <p:nvPr/>
        </p:nvSpPr>
        <p:spPr>
          <a:xfrm>
            <a:off x="1303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data_7263">
            <a:extLst>
              <a:ext uri="{FF2B5EF4-FFF2-40B4-BE49-F238E27FC236}">
                <a16:creationId xmlns:a16="http://schemas.microsoft.com/office/drawing/2014/main" id="{1CAB572E-A764-413B-A46B-360D0CC7B02B}"/>
              </a:ext>
            </a:extLst>
          </p:cNvPr>
          <p:cNvSpPr>
            <a:spLocks/>
          </p:cNvSpPr>
          <p:nvPr/>
        </p:nvSpPr>
        <p:spPr>
          <a:xfrm>
            <a:off x="1376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data_7264">
            <a:extLst>
              <a:ext uri="{FF2B5EF4-FFF2-40B4-BE49-F238E27FC236}">
                <a16:creationId xmlns:a16="http://schemas.microsoft.com/office/drawing/2014/main" id="{FD8525E8-AF41-490F-9101-6758CB38C975}"/>
              </a:ext>
            </a:extLst>
          </p:cNvPr>
          <p:cNvSpPr>
            <a:spLocks/>
          </p:cNvSpPr>
          <p:nvPr/>
        </p:nvSpPr>
        <p:spPr>
          <a:xfrm>
            <a:off x="13097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data_7265">
            <a:extLst>
              <a:ext uri="{FF2B5EF4-FFF2-40B4-BE49-F238E27FC236}">
                <a16:creationId xmlns:a16="http://schemas.microsoft.com/office/drawing/2014/main" id="{DA55B353-7BC2-49E8-BD89-23D2237B5B7C}"/>
              </a:ext>
            </a:extLst>
          </p:cNvPr>
          <p:cNvSpPr>
            <a:spLocks/>
          </p:cNvSpPr>
          <p:nvPr/>
        </p:nvSpPr>
        <p:spPr>
          <a:xfrm>
            <a:off x="13154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data_7266">
            <a:extLst>
              <a:ext uri="{FF2B5EF4-FFF2-40B4-BE49-F238E27FC236}">
                <a16:creationId xmlns:a16="http://schemas.microsoft.com/office/drawing/2014/main" id="{0DFF3162-5489-4D49-BD55-20DE64186F49}"/>
              </a:ext>
            </a:extLst>
          </p:cNvPr>
          <p:cNvSpPr>
            <a:spLocks/>
          </p:cNvSpPr>
          <p:nvPr/>
        </p:nvSpPr>
        <p:spPr>
          <a:xfrm>
            <a:off x="12999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data_7267">
            <a:extLst>
              <a:ext uri="{FF2B5EF4-FFF2-40B4-BE49-F238E27FC236}">
                <a16:creationId xmlns:a16="http://schemas.microsoft.com/office/drawing/2014/main" id="{6D9D91D6-0E55-49EE-B285-23E0DB11F395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data_7268">
            <a:extLst>
              <a:ext uri="{FF2B5EF4-FFF2-40B4-BE49-F238E27FC236}">
                <a16:creationId xmlns:a16="http://schemas.microsoft.com/office/drawing/2014/main" id="{3A3A638A-EE1F-499F-9F56-03CBA1E561EB}"/>
              </a:ext>
            </a:extLst>
          </p:cNvPr>
          <p:cNvSpPr>
            <a:spLocks/>
          </p:cNvSpPr>
          <p:nvPr/>
        </p:nvSpPr>
        <p:spPr>
          <a:xfrm>
            <a:off x="14086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data_7269">
            <a:extLst>
              <a:ext uri="{FF2B5EF4-FFF2-40B4-BE49-F238E27FC236}">
                <a16:creationId xmlns:a16="http://schemas.microsoft.com/office/drawing/2014/main" id="{0CDE2923-584F-47A9-B6B3-8BD1512C1F33}"/>
              </a:ext>
            </a:extLst>
          </p:cNvPr>
          <p:cNvSpPr>
            <a:spLocks/>
          </p:cNvSpPr>
          <p:nvPr/>
        </p:nvSpPr>
        <p:spPr>
          <a:xfrm>
            <a:off x="141420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data_7270">
            <a:extLst>
              <a:ext uri="{FF2B5EF4-FFF2-40B4-BE49-F238E27FC236}">
                <a16:creationId xmlns:a16="http://schemas.microsoft.com/office/drawing/2014/main" id="{A2D4E60F-C0B0-4213-B797-43613E22CC6A}"/>
              </a:ext>
            </a:extLst>
          </p:cNvPr>
          <p:cNvSpPr>
            <a:spLocks/>
          </p:cNvSpPr>
          <p:nvPr/>
        </p:nvSpPr>
        <p:spPr>
          <a:xfrm>
            <a:off x="1333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data_7271">
            <a:extLst>
              <a:ext uri="{FF2B5EF4-FFF2-40B4-BE49-F238E27FC236}">
                <a16:creationId xmlns:a16="http://schemas.microsoft.com/office/drawing/2014/main" id="{8FF492CC-A177-48BD-88D5-A9C93AD6A656}"/>
              </a:ext>
            </a:extLst>
          </p:cNvPr>
          <p:cNvSpPr>
            <a:spLocks/>
          </p:cNvSpPr>
          <p:nvPr/>
        </p:nvSpPr>
        <p:spPr>
          <a:xfrm>
            <a:off x="1381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data_7272">
            <a:extLst>
              <a:ext uri="{FF2B5EF4-FFF2-40B4-BE49-F238E27FC236}">
                <a16:creationId xmlns:a16="http://schemas.microsoft.com/office/drawing/2014/main" id="{9CC8AC62-9981-4CA3-B9CC-7618782C3246}"/>
              </a:ext>
            </a:extLst>
          </p:cNvPr>
          <p:cNvSpPr>
            <a:spLocks/>
          </p:cNvSpPr>
          <p:nvPr/>
        </p:nvSpPr>
        <p:spPr>
          <a:xfrm>
            <a:off x="1406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data_7273">
            <a:extLst>
              <a:ext uri="{FF2B5EF4-FFF2-40B4-BE49-F238E27FC236}">
                <a16:creationId xmlns:a16="http://schemas.microsoft.com/office/drawing/2014/main" id="{AF0BC384-2AB9-4113-8E13-A1F1A977DE03}"/>
              </a:ext>
            </a:extLst>
          </p:cNvPr>
          <p:cNvSpPr>
            <a:spLocks/>
          </p:cNvSpPr>
          <p:nvPr/>
        </p:nvSpPr>
        <p:spPr>
          <a:xfrm>
            <a:off x="139140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data_7274">
            <a:extLst>
              <a:ext uri="{FF2B5EF4-FFF2-40B4-BE49-F238E27FC236}">
                <a16:creationId xmlns:a16="http://schemas.microsoft.com/office/drawing/2014/main" id="{4524407D-BDAE-4DEE-A37B-AFF4A90A0917}"/>
              </a:ext>
            </a:extLst>
          </p:cNvPr>
          <p:cNvSpPr>
            <a:spLocks/>
          </p:cNvSpPr>
          <p:nvPr/>
        </p:nvSpPr>
        <p:spPr>
          <a:xfrm>
            <a:off x="13775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data_7275">
            <a:extLst>
              <a:ext uri="{FF2B5EF4-FFF2-40B4-BE49-F238E27FC236}">
                <a16:creationId xmlns:a16="http://schemas.microsoft.com/office/drawing/2014/main" id="{E819F47C-490A-4743-853D-A8955FF03050}"/>
              </a:ext>
            </a:extLst>
          </p:cNvPr>
          <p:cNvSpPr>
            <a:spLocks/>
          </p:cNvSpPr>
          <p:nvPr/>
        </p:nvSpPr>
        <p:spPr>
          <a:xfrm>
            <a:off x="13456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data_7276">
            <a:extLst>
              <a:ext uri="{FF2B5EF4-FFF2-40B4-BE49-F238E27FC236}">
                <a16:creationId xmlns:a16="http://schemas.microsoft.com/office/drawing/2014/main" id="{5DB4953E-1061-495F-B9DE-26C3B7B6B529}"/>
              </a:ext>
            </a:extLst>
          </p:cNvPr>
          <p:cNvSpPr>
            <a:spLocks/>
          </p:cNvSpPr>
          <p:nvPr/>
        </p:nvSpPr>
        <p:spPr>
          <a:xfrm>
            <a:off x="1341758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data_7277">
            <a:extLst>
              <a:ext uri="{FF2B5EF4-FFF2-40B4-BE49-F238E27FC236}">
                <a16:creationId xmlns:a16="http://schemas.microsoft.com/office/drawing/2014/main" id="{AFFEB88B-4AA4-49D9-B510-4AB0CAB8C4BA}"/>
              </a:ext>
            </a:extLst>
          </p:cNvPr>
          <p:cNvSpPr>
            <a:spLocks/>
          </p:cNvSpPr>
          <p:nvPr/>
        </p:nvSpPr>
        <p:spPr>
          <a:xfrm>
            <a:off x="1298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data_7278">
            <a:extLst>
              <a:ext uri="{FF2B5EF4-FFF2-40B4-BE49-F238E27FC236}">
                <a16:creationId xmlns:a16="http://schemas.microsoft.com/office/drawing/2014/main" id="{DC1D5B0B-51D6-4F06-8A9F-354C07BA7F5A}"/>
              </a:ext>
            </a:extLst>
          </p:cNvPr>
          <p:cNvSpPr>
            <a:spLocks/>
          </p:cNvSpPr>
          <p:nvPr/>
        </p:nvSpPr>
        <p:spPr>
          <a:xfrm>
            <a:off x="14071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data_7279">
            <a:extLst>
              <a:ext uri="{FF2B5EF4-FFF2-40B4-BE49-F238E27FC236}">
                <a16:creationId xmlns:a16="http://schemas.microsoft.com/office/drawing/2014/main" id="{14C6D5FD-0FC5-4410-BCBE-3D2F2E2FABE0}"/>
              </a:ext>
            </a:extLst>
          </p:cNvPr>
          <p:cNvSpPr>
            <a:spLocks/>
          </p:cNvSpPr>
          <p:nvPr/>
        </p:nvSpPr>
        <p:spPr>
          <a:xfrm>
            <a:off x="13933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data_7280">
            <a:extLst>
              <a:ext uri="{FF2B5EF4-FFF2-40B4-BE49-F238E27FC236}">
                <a16:creationId xmlns:a16="http://schemas.microsoft.com/office/drawing/2014/main" id="{10347B7E-1F58-4E9F-8729-F585B7C83C42}"/>
              </a:ext>
            </a:extLst>
          </p:cNvPr>
          <p:cNvSpPr>
            <a:spLocks/>
          </p:cNvSpPr>
          <p:nvPr/>
        </p:nvSpPr>
        <p:spPr>
          <a:xfrm>
            <a:off x="137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data_7281">
            <a:extLst>
              <a:ext uri="{FF2B5EF4-FFF2-40B4-BE49-F238E27FC236}">
                <a16:creationId xmlns:a16="http://schemas.microsoft.com/office/drawing/2014/main" id="{B06A1B73-974F-4713-88C7-A59EF1ABC14F}"/>
              </a:ext>
            </a:extLst>
          </p:cNvPr>
          <p:cNvSpPr>
            <a:spLocks/>
          </p:cNvSpPr>
          <p:nvPr/>
        </p:nvSpPr>
        <p:spPr>
          <a:xfrm>
            <a:off x="1293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data_7282">
            <a:extLst>
              <a:ext uri="{FF2B5EF4-FFF2-40B4-BE49-F238E27FC236}">
                <a16:creationId xmlns:a16="http://schemas.microsoft.com/office/drawing/2014/main" id="{3C719AF0-A83D-42CA-ABA7-54BA58BD60D1}"/>
              </a:ext>
            </a:extLst>
          </p:cNvPr>
          <p:cNvSpPr>
            <a:spLocks/>
          </p:cNvSpPr>
          <p:nvPr/>
        </p:nvSpPr>
        <p:spPr>
          <a:xfrm>
            <a:off x="13064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data_7283">
            <a:extLst>
              <a:ext uri="{FF2B5EF4-FFF2-40B4-BE49-F238E27FC236}">
                <a16:creationId xmlns:a16="http://schemas.microsoft.com/office/drawing/2014/main" id="{3DE2DE65-F5FE-4112-8675-B757867AD86C}"/>
              </a:ext>
            </a:extLst>
          </p:cNvPr>
          <p:cNvSpPr>
            <a:spLocks/>
          </p:cNvSpPr>
          <p:nvPr/>
        </p:nvSpPr>
        <p:spPr>
          <a:xfrm>
            <a:off x="13190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data_7284">
            <a:extLst>
              <a:ext uri="{FF2B5EF4-FFF2-40B4-BE49-F238E27FC236}">
                <a16:creationId xmlns:a16="http://schemas.microsoft.com/office/drawing/2014/main" id="{0E3ACCB4-EF2A-4420-9FE0-D6B006057D63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data_7285">
            <a:extLst>
              <a:ext uri="{FF2B5EF4-FFF2-40B4-BE49-F238E27FC236}">
                <a16:creationId xmlns:a16="http://schemas.microsoft.com/office/drawing/2014/main" id="{FB536E91-D58B-4E18-915A-B185099E7D46}"/>
              </a:ext>
            </a:extLst>
          </p:cNvPr>
          <p:cNvSpPr>
            <a:spLocks/>
          </p:cNvSpPr>
          <p:nvPr/>
        </p:nvSpPr>
        <p:spPr>
          <a:xfrm>
            <a:off x="13618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data_7286">
            <a:extLst>
              <a:ext uri="{FF2B5EF4-FFF2-40B4-BE49-F238E27FC236}">
                <a16:creationId xmlns:a16="http://schemas.microsoft.com/office/drawing/2014/main" id="{0AF5CCAB-77E9-4CB7-8B4B-339CFFFFC011}"/>
              </a:ext>
            </a:extLst>
          </p:cNvPr>
          <p:cNvSpPr>
            <a:spLocks/>
          </p:cNvSpPr>
          <p:nvPr/>
        </p:nvSpPr>
        <p:spPr>
          <a:xfrm>
            <a:off x="131192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data_7287">
            <a:extLst>
              <a:ext uri="{FF2B5EF4-FFF2-40B4-BE49-F238E27FC236}">
                <a16:creationId xmlns:a16="http://schemas.microsoft.com/office/drawing/2014/main" id="{A68DA907-9D9D-440D-A698-963787355887}"/>
              </a:ext>
            </a:extLst>
          </p:cNvPr>
          <p:cNvSpPr>
            <a:spLocks/>
          </p:cNvSpPr>
          <p:nvPr/>
        </p:nvSpPr>
        <p:spPr>
          <a:xfrm>
            <a:off x="13355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data_7288">
            <a:extLst>
              <a:ext uri="{FF2B5EF4-FFF2-40B4-BE49-F238E27FC236}">
                <a16:creationId xmlns:a16="http://schemas.microsoft.com/office/drawing/2014/main" id="{565B4B8E-DFF2-402C-B249-46483DD926AD}"/>
              </a:ext>
            </a:extLst>
          </p:cNvPr>
          <p:cNvSpPr>
            <a:spLocks/>
          </p:cNvSpPr>
          <p:nvPr/>
        </p:nvSpPr>
        <p:spPr>
          <a:xfrm>
            <a:off x="1289379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data_7289">
            <a:extLst>
              <a:ext uri="{FF2B5EF4-FFF2-40B4-BE49-F238E27FC236}">
                <a16:creationId xmlns:a16="http://schemas.microsoft.com/office/drawing/2014/main" id="{B1DDBE54-6CAE-493B-9488-EAA0C969A9B2}"/>
              </a:ext>
            </a:extLst>
          </p:cNvPr>
          <p:cNvSpPr>
            <a:spLocks/>
          </p:cNvSpPr>
          <p:nvPr/>
        </p:nvSpPr>
        <p:spPr>
          <a:xfrm>
            <a:off x="16592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data_7290">
            <a:extLst>
              <a:ext uri="{FF2B5EF4-FFF2-40B4-BE49-F238E27FC236}">
                <a16:creationId xmlns:a16="http://schemas.microsoft.com/office/drawing/2014/main" id="{4493D3C6-406C-491C-9E84-F882E3E70600}"/>
              </a:ext>
            </a:extLst>
          </p:cNvPr>
          <p:cNvSpPr>
            <a:spLocks/>
          </p:cNvSpPr>
          <p:nvPr/>
        </p:nvSpPr>
        <p:spPr>
          <a:xfrm>
            <a:off x="1634281" y="27035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data_7291">
            <a:extLst>
              <a:ext uri="{FF2B5EF4-FFF2-40B4-BE49-F238E27FC236}">
                <a16:creationId xmlns:a16="http://schemas.microsoft.com/office/drawing/2014/main" id="{02B98560-277E-4436-AE31-557AA78EC8D6}"/>
              </a:ext>
            </a:extLst>
          </p:cNvPr>
          <p:cNvSpPr>
            <a:spLocks/>
          </p:cNvSpPr>
          <p:nvPr/>
        </p:nvSpPr>
        <p:spPr>
          <a:xfrm>
            <a:off x="1654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data_7292">
            <a:extLst>
              <a:ext uri="{FF2B5EF4-FFF2-40B4-BE49-F238E27FC236}">
                <a16:creationId xmlns:a16="http://schemas.microsoft.com/office/drawing/2014/main" id="{CE404369-9E45-4976-B3A2-5DDC57CFD185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data_7293">
            <a:extLst>
              <a:ext uri="{FF2B5EF4-FFF2-40B4-BE49-F238E27FC236}">
                <a16:creationId xmlns:a16="http://schemas.microsoft.com/office/drawing/2014/main" id="{99F4E540-F1DE-4831-8683-3269FA2635DF}"/>
              </a:ext>
            </a:extLst>
          </p:cNvPr>
          <p:cNvSpPr>
            <a:spLocks/>
          </p:cNvSpPr>
          <p:nvPr/>
        </p:nvSpPr>
        <p:spPr>
          <a:xfrm>
            <a:off x="167623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data_7294">
            <a:extLst>
              <a:ext uri="{FF2B5EF4-FFF2-40B4-BE49-F238E27FC236}">
                <a16:creationId xmlns:a16="http://schemas.microsoft.com/office/drawing/2014/main" id="{39753092-D851-4A81-BD48-13BB917A6306}"/>
              </a:ext>
            </a:extLst>
          </p:cNvPr>
          <p:cNvSpPr>
            <a:spLocks/>
          </p:cNvSpPr>
          <p:nvPr/>
        </p:nvSpPr>
        <p:spPr>
          <a:xfrm>
            <a:off x="1714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data_7295">
            <a:extLst>
              <a:ext uri="{FF2B5EF4-FFF2-40B4-BE49-F238E27FC236}">
                <a16:creationId xmlns:a16="http://schemas.microsoft.com/office/drawing/2014/main" id="{88A92DCA-E634-44DA-80CA-BCB1123969F8}"/>
              </a:ext>
            </a:extLst>
          </p:cNvPr>
          <p:cNvSpPr>
            <a:spLocks/>
          </p:cNvSpPr>
          <p:nvPr/>
        </p:nvSpPr>
        <p:spPr>
          <a:xfrm>
            <a:off x="17379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data_7296">
            <a:extLst>
              <a:ext uri="{FF2B5EF4-FFF2-40B4-BE49-F238E27FC236}">
                <a16:creationId xmlns:a16="http://schemas.microsoft.com/office/drawing/2014/main" id="{F66C1E12-F5D3-4489-B36D-697E5F1A648A}"/>
              </a:ext>
            </a:extLst>
          </p:cNvPr>
          <p:cNvSpPr>
            <a:spLocks/>
          </p:cNvSpPr>
          <p:nvPr/>
        </p:nvSpPr>
        <p:spPr>
          <a:xfrm>
            <a:off x="16411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data_7297">
            <a:extLst>
              <a:ext uri="{FF2B5EF4-FFF2-40B4-BE49-F238E27FC236}">
                <a16:creationId xmlns:a16="http://schemas.microsoft.com/office/drawing/2014/main" id="{418E4950-DDEC-4686-B52C-B618DD688BEB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data_7298">
            <a:extLst>
              <a:ext uri="{FF2B5EF4-FFF2-40B4-BE49-F238E27FC236}">
                <a16:creationId xmlns:a16="http://schemas.microsoft.com/office/drawing/2014/main" id="{6EEC28C6-4F0C-4830-BD93-F443C738FCA9}"/>
              </a:ext>
            </a:extLst>
          </p:cNvPr>
          <p:cNvSpPr>
            <a:spLocks/>
          </p:cNvSpPr>
          <p:nvPr/>
        </p:nvSpPr>
        <p:spPr>
          <a:xfrm>
            <a:off x="16415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data_7299">
            <a:extLst>
              <a:ext uri="{FF2B5EF4-FFF2-40B4-BE49-F238E27FC236}">
                <a16:creationId xmlns:a16="http://schemas.microsoft.com/office/drawing/2014/main" id="{1A5CFBFA-1147-467E-9A0B-197C63B286B7}"/>
              </a:ext>
            </a:extLst>
          </p:cNvPr>
          <p:cNvSpPr>
            <a:spLocks/>
          </p:cNvSpPr>
          <p:nvPr/>
        </p:nvSpPr>
        <p:spPr>
          <a:xfrm>
            <a:off x="16272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data_7300">
            <a:extLst>
              <a:ext uri="{FF2B5EF4-FFF2-40B4-BE49-F238E27FC236}">
                <a16:creationId xmlns:a16="http://schemas.microsoft.com/office/drawing/2014/main" id="{6FB0C4C6-B3E3-4876-8961-324FE5F1128E}"/>
              </a:ext>
            </a:extLst>
          </p:cNvPr>
          <p:cNvSpPr>
            <a:spLocks/>
          </p:cNvSpPr>
          <p:nvPr/>
        </p:nvSpPr>
        <p:spPr>
          <a:xfrm>
            <a:off x="172757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data_7301">
            <a:extLst>
              <a:ext uri="{FF2B5EF4-FFF2-40B4-BE49-F238E27FC236}">
                <a16:creationId xmlns:a16="http://schemas.microsoft.com/office/drawing/2014/main" id="{485161F9-B82D-42EC-A8D1-9D96947062D7}"/>
              </a:ext>
            </a:extLst>
          </p:cNvPr>
          <p:cNvSpPr>
            <a:spLocks/>
          </p:cNvSpPr>
          <p:nvPr/>
        </p:nvSpPr>
        <p:spPr>
          <a:xfrm>
            <a:off x="17542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data_7302">
            <a:extLst>
              <a:ext uri="{FF2B5EF4-FFF2-40B4-BE49-F238E27FC236}">
                <a16:creationId xmlns:a16="http://schemas.microsoft.com/office/drawing/2014/main" id="{F8264284-3B4F-428B-A06A-FFFAF7C91CCA}"/>
              </a:ext>
            </a:extLst>
          </p:cNvPr>
          <p:cNvSpPr>
            <a:spLocks/>
          </p:cNvSpPr>
          <p:nvPr/>
        </p:nvSpPr>
        <p:spPr>
          <a:xfrm>
            <a:off x="1675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data_7303">
            <a:extLst>
              <a:ext uri="{FF2B5EF4-FFF2-40B4-BE49-F238E27FC236}">
                <a16:creationId xmlns:a16="http://schemas.microsoft.com/office/drawing/2014/main" id="{B57D06D1-9851-497B-BE0E-9DE830B35378}"/>
              </a:ext>
            </a:extLst>
          </p:cNvPr>
          <p:cNvSpPr>
            <a:spLocks/>
          </p:cNvSpPr>
          <p:nvPr/>
        </p:nvSpPr>
        <p:spPr>
          <a:xfrm>
            <a:off x="174724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data_7304">
            <a:extLst>
              <a:ext uri="{FF2B5EF4-FFF2-40B4-BE49-F238E27FC236}">
                <a16:creationId xmlns:a16="http://schemas.microsoft.com/office/drawing/2014/main" id="{4349FDF2-71F7-4AF0-B99F-D919D60D9FB3}"/>
              </a:ext>
            </a:extLst>
          </p:cNvPr>
          <p:cNvSpPr>
            <a:spLocks/>
          </p:cNvSpPr>
          <p:nvPr/>
        </p:nvSpPr>
        <p:spPr>
          <a:xfrm>
            <a:off x="165447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data_7305">
            <a:extLst>
              <a:ext uri="{FF2B5EF4-FFF2-40B4-BE49-F238E27FC236}">
                <a16:creationId xmlns:a16="http://schemas.microsoft.com/office/drawing/2014/main" id="{2F20394C-478F-4431-AD0C-4702461430C0}"/>
              </a:ext>
            </a:extLst>
          </p:cNvPr>
          <p:cNvSpPr>
            <a:spLocks/>
          </p:cNvSpPr>
          <p:nvPr/>
        </p:nvSpPr>
        <p:spPr>
          <a:xfrm>
            <a:off x="1679233" y="27453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data_7306">
            <a:extLst>
              <a:ext uri="{FF2B5EF4-FFF2-40B4-BE49-F238E27FC236}">
                <a16:creationId xmlns:a16="http://schemas.microsoft.com/office/drawing/2014/main" id="{7EF60A25-CB89-4C82-9ABA-FC8DC65168C0}"/>
              </a:ext>
            </a:extLst>
          </p:cNvPr>
          <p:cNvSpPr>
            <a:spLocks/>
          </p:cNvSpPr>
          <p:nvPr/>
        </p:nvSpPr>
        <p:spPr>
          <a:xfrm>
            <a:off x="1718061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data_7307">
            <a:extLst>
              <a:ext uri="{FF2B5EF4-FFF2-40B4-BE49-F238E27FC236}">
                <a16:creationId xmlns:a16="http://schemas.microsoft.com/office/drawing/2014/main" id="{99FB1E5B-B489-4CA6-A10E-4818FD8B0DE3}"/>
              </a:ext>
            </a:extLst>
          </p:cNvPr>
          <p:cNvSpPr>
            <a:spLocks/>
          </p:cNvSpPr>
          <p:nvPr/>
        </p:nvSpPr>
        <p:spPr>
          <a:xfrm>
            <a:off x="17413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data_7308">
            <a:extLst>
              <a:ext uri="{FF2B5EF4-FFF2-40B4-BE49-F238E27FC236}">
                <a16:creationId xmlns:a16="http://schemas.microsoft.com/office/drawing/2014/main" id="{588E678F-FD5A-4230-A4C5-EBFF8AEA8F14}"/>
              </a:ext>
            </a:extLst>
          </p:cNvPr>
          <p:cNvSpPr>
            <a:spLocks/>
          </p:cNvSpPr>
          <p:nvPr/>
        </p:nvSpPr>
        <p:spPr>
          <a:xfrm>
            <a:off x="1754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data_7309">
            <a:extLst>
              <a:ext uri="{FF2B5EF4-FFF2-40B4-BE49-F238E27FC236}">
                <a16:creationId xmlns:a16="http://schemas.microsoft.com/office/drawing/2014/main" id="{F36914C7-A37F-4220-99AD-ACBE98D5C820}"/>
              </a:ext>
            </a:extLst>
          </p:cNvPr>
          <p:cNvSpPr>
            <a:spLocks/>
          </p:cNvSpPr>
          <p:nvPr/>
        </p:nvSpPr>
        <p:spPr>
          <a:xfrm>
            <a:off x="17090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data_7310">
            <a:extLst>
              <a:ext uri="{FF2B5EF4-FFF2-40B4-BE49-F238E27FC236}">
                <a16:creationId xmlns:a16="http://schemas.microsoft.com/office/drawing/2014/main" id="{DCD65F92-86E2-49A5-A69A-E2FEF82E030C}"/>
              </a:ext>
            </a:extLst>
          </p:cNvPr>
          <p:cNvSpPr>
            <a:spLocks/>
          </p:cNvSpPr>
          <p:nvPr/>
        </p:nvSpPr>
        <p:spPr>
          <a:xfrm>
            <a:off x="163180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data_7311">
            <a:extLst>
              <a:ext uri="{FF2B5EF4-FFF2-40B4-BE49-F238E27FC236}">
                <a16:creationId xmlns:a16="http://schemas.microsoft.com/office/drawing/2014/main" id="{56BBF4B6-721D-4BEB-A049-0B6B2EA6BAEC}"/>
              </a:ext>
            </a:extLst>
          </p:cNvPr>
          <p:cNvSpPr>
            <a:spLocks/>
          </p:cNvSpPr>
          <p:nvPr/>
        </p:nvSpPr>
        <p:spPr>
          <a:xfrm>
            <a:off x="16510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data_7312">
            <a:extLst>
              <a:ext uri="{FF2B5EF4-FFF2-40B4-BE49-F238E27FC236}">
                <a16:creationId xmlns:a16="http://schemas.microsoft.com/office/drawing/2014/main" id="{0C4F0575-2077-4E70-894C-1B45F852705A}"/>
              </a:ext>
            </a:extLst>
          </p:cNvPr>
          <p:cNvSpPr>
            <a:spLocks/>
          </p:cNvSpPr>
          <p:nvPr/>
        </p:nvSpPr>
        <p:spPr>
          <a:xfrm>
            <a:off x="16595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data_7313">
            <a:extLst>
              <a:ext uri="{FF2B5EF4-FFF2-40B4-BE49-F238E27FC236}">
                <a16:creationId xmlns:a16="http://schemas.microsoft.com/office/drawing/2014/main" id="{87F39522-880E-4A46-90AB-2C6B0052473A}"/>
              </a:ext>
            </a:extLst>
          </p:cNvPr>
          <p:cNvSpPr>
            <a:spLocks/>
          </p:cNvSpPr>
          <p:nvPr/>
        </p:nvSpPr>
        <p:spPr>
          <a:xfrm>
            <a:off x="16315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data_7314">
            <a:extLst>
              <a:ext uri="{FF2B5EF4-FFF2-40B4-BE49-F238E27FC236}">
                <a16:creationId xmlns:a16="http://schemas.microsoft.com/office/drawing/2014/main" id="{E1649F4A-A80A-4129-AB02-24618AFED1EC}"/>
              </a:ext>
            </a:extLst>
          </p:cNvPr>
          <p:cNvSpPr>
            <a:spLocks/>
          </p:cNvSpPr>
          <p:nvPr/>
        </p:nvSpPr>
        <p:spPr>
          <a:xfrm>
            <a:off x="163076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data_7315">
            <a:extLst>
              <a:ext uri="{FF2B5EF4-FFF2-40B4-BE49-F238E27FC236}">
                <a16:creationId xmlns:a16="http://schemas.microsoft.com/office/drawing/2014/main" id="{1809EAFF-788E-4B5E-82A7-1E67523E7015}"/>
              </a:ext>
            </a:extLst>
          </p:cNvPr>
          <p:cNvSpPr>
            <a:spLocks/>
          </p:cNvSpPr>
          <p:nvPr/>
        </p:nvSpPr>
        <p:spPr>
          <a:xfrm>
            <a:off x="16560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data_7316">
            <a:extLst>
              <a:ext uri="{FF2B5EF4-FFF2-40B4-BE49-F238E27FC236}">
                <a16:creationId xmlns:a16="http://schemas.microsoft.com/office/drawing/2014/main" id="{872337B6-74D2-4222-BB27-6812DD6B87D7}"/>
              </a:ext>
            </a:extLst>
          </p:cNvPr>
          <p:cNvSpPr>
            <a:spLocks/>
          </p:cNvSpPr>
          <p:nvPr/>
        </p:nvSpPr>
        <p:spPr>
          <a:xfrm>
            <a:off x="1705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data_7317">
            <a:extLst>
              <a:ext uri="{FF2B5EF4-FFF2-40B4-BE49-F238E27FC236}">
                <a16:creationId xmlns:a16="http://schemas.microsoft.com/office/drawing/2014/main" id="{8D9816D0-3A27-4EA4-ADD1-3D4EC96E675F}"/>
              </a:ext>
            </a:extLst>
          </p:cNvPr>
          <p:cNvSpPr>
            <a:spLocks/>
          </p:cNvSpPr>
          <p:nvPr/>
        </p:nvSpPr>
        <p:spPr>
          <a:xfrm>
            <a:off x="16491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data_7318">
            <a:extLst>
              <a:ext uri="{FF2B5EF4-FFF2-40B4-BE49-F238E27FC236}">
                <a16:creationId xmlns:a16="http://schemas.microsoft.com/office/drawing/2014/main" id="{9B157661-48A6-4268-B7A2-F1CF47B7C4B0}"/>
              </a:ext>
            </a:extLst>
          </p:cNvPr>
          <p:cNvSpPr>
            <a:spLocks/>
          </p:cNvSpPr>
          <p:nvPr/>
        </p:nvSpPr>
        <p:spPr>
          <a:xfrm>
            <a:off x="16882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data_7319">
            <a:extLst>
              <a:ext uri="{FF2B5EF4-FFF2-40B4-BE49-F238E27FC236}">
                <a16:creationId xmlns:a16="http://schemas.microsoft.com/office/drawing/2014/main" id="{215CB83C-5F81-4B36-8932-8B5650319353}"/>
              </a:ext>
            </a:extLst>
          </p:cNvPr>
          <p:cNvSpPr>
            <a:spLocks/>
          </p:cNvSpPr>
          <p:nvPr/>
        </p:nvSpPr>
        <p:spPr>
          <a:xfrm>
            <a:off x="167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data_7320">
            <a:extLst>
              <a:ext uri="{FF2B5EF4-FFF2-40B4-BE49-F238E27FC236}">
                <a16:creationId xmlns:a16="http://schemas.microsoft.com/office/drawing/2014/main" id="{C7D63AD1-6953-4D45-B22E-E3266CEB594F}"/>
              </a:ext>
            </a:extLst>
          </p:cNvPr>
          <p:cNvSpPr>
            <a:spLocks/>
          </p:cNvSpPr>
          <p:nvPr/>
        </p:nvSpPr>
        <p:spPr>
          <a:xfrm>
            <a:off x="17390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data_7321">
            <a:extLst>
              <a:ext uri="{FF2B5EF4-FFF2-40B4-BE49-F238E27FC236}">
                <a16:creationId xmlns:a16="http://schemas.microsoft.com/office/drawing/2014/main" id="{18ECEECF-7B7E-4393-B5A0-C13A011225AC}"/>
              </a:ext>
            </a:extLst>
          </p:cNvPr>
          <p:cNvSpPr>
            <a:spLocks/>
          </p:cNvSpPr>
          <p:nvPr/>
        </p:nvSpPr>
        <p:spPr>
          <a:xfrm>
            <a:off x="1661513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data_7322">
            <a:extLst>
              <a:ext uri="{FF2B5EF4-FFF2-40B4-BE49-F238E27FC236}">
                <a16:creationId xmlns:a16="http://schemas.microsoft.com/office/drawing/2014/main" id="{8229A235-C2F9-487F-A739-6117DB6AA7E5}"/>
              </a:ext>
            </a:extLst>
          </p:cNvPr>
          <p:cNvSpPr>
            <a:spLocks/>
          </p:cNvSpPr>
          <p:nvPr/>
        </p:nvSpPr>
        <p:spPr>
          <a:xfrm>
            <a:off x="17150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data_7323">
            <a:extLst>
              <a:ext uri="{FF2B5EF4-FFF2-40B4-BE49-F238E27FC236}">
                <a16:creationId xmlns:a16="http://schemas.microsoft.com/office/drawing/2014/main" id="{1CD1DD5F-714A-4A62-AC9C-13EEF5C8AED4}"/>
              </a:ext>
            </a:extLst>
          </p:cNvPr>
          <p:cNvSpPr>
            <a:spLocks/>
          </p:cNvSpPr>
          <p:nvPr/>
        </p:nvSpPr>
        <p:spPr>
          <a:xfrm>
            <a:off x="17183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data_7324">
            <a:extLst>
              <a:ext uri="{FF2B5EF4-FFF2-40B4-BE49-F238E27FC236}">
                <a16:creationId xmlns:a16="http://schemas.microsoft.com/office/drawing/2014/main" id="{14BE7325-95C3-4E99-AB3A-F343959C72DA}"/>
              </a:ext>
            </a:extLst>
          </p:cNvPr>
          <p:cNvSpPr>
            <a:spLocks/>
          </p:cNvSpPr>
          <p:nvPr/>
        </p:nvSpPr>
        <p:spPr>
          <a:xfrm>
            <a:off x="163115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data_7325">
            <a:extLst>
              <a:ext uri="{FF2B5EF4-FFF2-40B4-BE49-F238E27FC236}">
                <a16:creationId xmlns:a16="http://schemas.microsoft.com/office/drawing/2014/main" id="{9F1D812E-3421-41BE-BF45-16092000F011}"/>
              </a:ext>
            </a:extLst>
          </p:cNvPr>
          <p:cNvSpPr>
            <a:spLocks/>
          </p:cNvSpPr>
          <p:nvPr/>
        </p:nvSpPr>
        <p:spPr>
          <a:xfrm>
            <a:off x="1737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data_7326">
            <a:extLst>
              <a:ext uri="{FF2B5EF4-FFF2-40B4-BE49-F238E27FC236}">
                <a16:creationId xmlns:a16="http://schemas.microsoft.com/office/drawing/2014/main" id="{B5124063-E309-4788-BC22-CF70E32530AD}"/>
              </a:ext>
            </a:extLst>
          </p:cNvPr>
          <p:cNvSpPr>
            <a:spLocks/>
          </p:cNvSpPr>
          <p:nvPr/>
        </p:nvSpPr>
        <p:spPr>
          <a:xfrm>
            <a:off x="16280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data_7327">
            <a:extLst>
              <a:ext uri="{FF2B5EF4-FFF2-40B4-BE49-F238E27FC236}">
                <a16:creationId xmlns:a16="http://schemas.microsoft.com/office/drawing/2014/main" id="{B218B067-9D5A-428E-9708-15258C5CB120}"/>
              </a:ext>
            </a:extLst>
          </p:cNvPr>
          <p:cNvSpPr>
            <a:spLocks/>
          </p:cNvSpPr>
          <p:nvPr/>
        </p:nvSpPr>
        <p:spPr>
          <a:xfrm>
            <a:off x="17370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data_7328">
            <a:extLst>
              <a:ext uri="{FF2B5EF4-FFF2-40B4-BE49-F238E27FC236}">
                <a16:creationId xmlns:a16="http://schemas.microsoft.com/office/drawing/2014/main" id="{5351B390-FA9D-4F10-A7B2-AD6BBB4C5A48}"/>
              </a:ext>
            </a:extLst>
          </p:cNvPr>
          <p:cNvSpPr>
            <a:spLocks/>
          </p:cNvSpPr>
          <p:nvPr/>
        </p:nvSpPr>
        <p:spPr>
          <a:xfrm>
            <a:off x="1749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data_7329">
            <a:extLst>
              <a:ext uri="{FF2B5EF4-FFF2-40B4-BE49-F238E27FC236}">
                <a16:creationId xmlns:a16="http://schemas.microsoft.com/office/drawing/2014/main" id="{01FAD1AF-50EB-491C-BBA2-5BB1428DDFBD}"/>
              </a:ext>
            </a:extLst>
          </p:cNvPr>
          <p:cNvSpPr>
            <a:spLocks/>
          </p:cNvSpPr>
          <p:nvPr/>
        </p:nvSpPr>
        <p:spPr>
          <a:xfrm>
            <a:off x="17059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data_7330">
            <a:extLst>
              <a:ext uri="{FF2B5EF4-FFF2-40B4-BE49-F238E27FC236}">
                <a16:creationId xmlns:a16="http://schemas.microsoft.com/office/drawing/2014/main" id="{4FC021E0-792F-4113-932D-DC055B9E7D49}"/>
              </a:ext>
            </a:extLst>
          </p:cNvPr>
          <p:cNvSpPr>
            <a:spLocks/>
          </p:cNvSpPr>
          <p:nvPr/>
        </p:nvSpPr>
        <p:spPr>
          <a:xfrm>
            <a:off x="16668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data_7331">
            <a:extLst>
              <a:ext uri="{FF2B5EF4-FFF2-40B4-BE49-F238E27FC236}">
                <a16:creationId xmlns:a16="http://schemas.microsoft.com/office/drawing/2014/main" id="{200EE6FE-FA3F-4A32-80CD-08F76422850B}"/>
              </a:ext>
            </a:extLst>
          </p:cNvPr>
          <p:cNvSpPr>
            <a:spLocks/>
          </p:cNvSpPr>
          <p:nvPr/>
        </p:nvSpPr>
        <p:spPr>
          <a:xfrm>
            <a:off x="1721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data_7332">
            <a:extLst>
              <a:ext uri="{FF2B5EF4-FFF2-40B4-BE49-F238E27FC236}">
                <a16:creationId xmlns:a16="http://schemas.microsoft.com/office/drawing/2014/main" id="{57716BCF-EEAD-4EB9-B10D-BD5BA94B6FC7}"/>
              </a:ext>
            </a:extLst>
          </p:cNvPr>
          <p:cNvSpPr>
            <a:spLocks/>
          </p:cNvSpPr>
          <p:nvPr/>
        </p:nvSpPr>
        <p:spPr>
          <a:xfrm>
            <a:off x="16551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data_7333">
            <a:extLst>
              <a:ext uri="{FF2B5EF4-FFF2-40B4-BE49-F238E27FC236}">
                <a16:creationId xmlns:a16="http://schemas.microsoft.com/office/drawing/2014/main" id="{B09F5AD4-3AED-4A42-ADC0-7600446D1BD1}"/>
              </a:ext>
            </a:extLst>
          </p:cNvPr>
          <p:cNvSpPr>
            <a:spLocks/>
          </p:cNvSpPr>
          <p:nvPr/>
        </p:nvSpPr>
        <p:spPr>
          <a:xfrm>
            <a:off x="16886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data_7334">
            <a:extLst>
              <a:ext uri="{FF2B5EF4-FFF2-40B4-BE49-F238E27FC236}">
                <a16:creationId xmlns:a16="http://schemas.microsoft.com/office/drawing/2014/main" id="{1E992AE9-0122-4EDF-BCE9-9AD444962ACC}"/>
              </a:ext>
            </a:extLst>
          </p:cNvPr>
          <p:cNvSpPr>
            <a:spLocks/>
          </p:cNvSpPr>
          <p:nvPr/>
        </p:nvSpPr>
        <p:spPr>
          <a:xfrm>
            <a:off x="1688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data_7335">
            <a:extLst>
              <a:ext uri="{FF2B5EF4-FFF2-40B4-BE49-F238E27FC236}">
                <a16:creationId xmlns:a16="http://schemas.microsoft.com/office/drawing/2014/main" id="{F8D1A076-A4FB-49F1-9E6A-AE93144C21DA}"/>
              </a:ext>
            </a:extLst>
          </p:cNvPr>
          <p:cNvSpPr>
            <a:spLocks/>
          </p:cNvSpPr>
          <p:nvPr/>
        </p:nvSpPr>
        <p:spPr>
          <a:xfrm>
            <a:off x="1649525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data_7336">
            <a:extLst>
              <a:ext uri="{FF2B5EF4-FFF2-40B4-BE49-F238E27FC236}">
                <a16:creationId xmlns:a16="http://schemas.microsoft.com/office/drawing/2014/main" id="{0E20B7AC-6991-4131-B6A8-27632DFAD92B}"/>
              </a:ext>
            </a:extLst>
          </p:cNvPr>
          <p:cNvSpPr>
            <a:spLocks/>
          </p:cNvSpPr>
          <p:nvPr/>
        </p:nvSpPr>
        <p:spPr>
          <a:xfrm>
            <a:off x="1740342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data_7337">
            <a:extLst>
              <a:ext uri="{FF2B5EF4-FFF2-40B4-BE49-F238E27FC236}">
                <a16:creationId xmlns:a16="http://schemas.microsoft.com/office/drawing/2014/main" id="{BC4B786C-6B2C-43FD-B47D-0896E80DB756}"/>
              </a:ext>
            </a:extLst>
          </p:cNvPr>
          <p:cNvSpPr>
            <a:spLocks/>
          </p:cNvSpPr>
          <p:nvPr/>
        </p:nvSpPr>
        <p:spPr>
          <a:xfrm>
            <a:off x="1669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data_7338">
            <a:extLst>
              <a:ext uri="{FF2B5EF4-FFF2-40B4-BE49-F238E27FC236}">
                <a16:creationId xmlns:a16="http://schemas.microsoft.com/office/drawing/2014/main" id="{5D4617DD-8338-4BDF-B717-E6A3F1A8BD60}"/>
              </a:ext>
            </a:extLst>
          </p:cNvPr>
          <p:cNvSpPr>
            <a:spLocks/>
          </p:cNvSpPr>
          <p:nvPr/>
        </p:nvSpPr>
        <p:spPr>
          <a:xfrm>
            <a:off x="168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data_7339">
            <a:extLst>
              <a:ext uri="{FF2B5EF4-FFF2-40B4-BE49-F238E27FC236}">
                <a16:creationId xmlns:a16="http://schemas.microsoft.com/office/drawing/2014/main" id="{7867749B-8DC2-47BD-8783-EBE597665E9F}"/>
              </a:ext>
            </a:extLst>
          </p:cNvPr>
          <p:cNvSpPr>
            <a:spLocks/>
          </p:cNvSpPr>
          <p:nvPr/>
        </p:nvSpPr>
        <p:spPr>
          <a:xfrm>
            <a:off x="17528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data_7340">
            <a:extLst>
              <a:ext uri="{FF2B5EF4-FFF2-40B4-BE49-F238E27FC236}">
                <a16:creationId xmlns:a16="http://schemas.microsoft.com/office/drawing/2014/main" id="{F64C87BE-E371-40AF-AB03-4194B1056A56}"/>
              </a:ext>
            </a:extLst>
          </p:cNvPr>
          <p:cNvSpPr>
            <a:spLocks/>
          </p:cNvSpPr>
          <p:nvPr/>
        </p:nvSpPr>
        <p:spPr>
          <a:xfrm>
            <a:off x="17137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data_7341">
            <a:extLst>
              <a:ext uri="{FF2B5EF4-FFF2-40B4-BE49-F238E27FC236}">
                <a16:creationId xmlns:a16="http://schemas.microsoft.com/office/drawing/2014/main" id="{F8A2E93E-91D8-42D3-82FE-B449F1646D15}"/>
              </a:ext>
            </a:extLst>
          </p:cNvPr>
          <p:cNvSpPr>
            <a:spLocks/>
          </p:cNvSpPr>
          <p:nvPr/>
        </p:nvSpPr>
        <p:spPr>
          <a:xfrm>
            <a:off x="17481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data_7342">
            <a:extLst>
              <a:ext uri="{FF2B5EF4-FFF2-40B4-BE49-F238E27FC236}">
                <a16:creationId xmlns:a16="http://schemas.microsoft.com/office/drawing/2014/main" id="{850534D6-C987-41AD-AB76-5CD9F17FB8F0}"/>
              </a:ext>
            </a:extLst>
          </p:cNvPr>
          <p:cNvSpPr>
            <a:spLocks/>
          </p:cNvSpPr>
          <p:nvPr/>
        </p:nvSpPr>
        <p:spPr>
          <a:xfrm>
            <a:off x="1632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data_7343">
            <a:extLst>
              <a:ext uri="{FF2B5EF4-FFF2-40B4-BE49-F238E27FC236}">
                <a16:creationId xmlns:a16="http://schemas.microsoft.com/office/drawing/2014/main" id="{50FD0E1B-960C-4499-8528-084A57D8B64E}"/>
              </a:ext>
            </a:extLst>
          </p:cNvPr>
          <p:cNvSpPr>
            <a:spLocks/>
          </p:cNvSpPr>
          <p:nvPr/>
        </p:nvSpPr>
        <p:spPr>
          <a:xfrm>
            <a:off x="17385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data_7344">
            <a:extLst>
              <a:ext uri="{FF2B5EF4-FFF2-40B4-BE49-F238E27FC236}">
                <a16:creationId xmlns:a16="http://schemas.microsoft.com/office/drawing/2014/main" id="{D6A31721-EF2E-4F42-A698-60D7C7D417EC}"/>
              </a:ext>
            </a:extLst>
          </p:cNvPr>
          <p:cNvSpPr>
            <a:spLocks/>
          </p:cNvSpPr>
          <p:nvPr/>
        </p:nvSpPr>
        <p:spPr>
          <a:xfrm>
            <a:off x="17213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data_7345">
            <a:extLst>
              <a:ext uri="{FF2B5EF4-FFF2-40B4-BE49-F238E27FC236}">
                <a16:creationId xmlns:a16="http://schemas.microsoft.com/office/drawing/2014/main" id="{2642551C-A328-4F3B-93CC-F80EA2C86F3E}"/>
              </a:ext>
            </a:extLst>
          </p:cNvPr>
          <p:cNvSpPr>
            <a:spLocks/>
          </p:cNvSpPr>
          <p:nvPr/>
        </p:nvSpPr>
        <p:spPr>
          <a:xfrm>
            <a:off x="16763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data_7346">
            <a:extLst>
              <a:ext uri="{FF2B5EF4-FFF2-40B4-BE49-F238E27FC236}">
                <a16:creationId xmlns:a16="http://schemas.microsoft.com/office/drawing/2014/main" id="{1E9090F1-B5BB-4103-9B96-4B7EAEEC75E7}"/>
              </a:ext>
            </a:extLst>
          </p:cNvPr>
          <p:cNvSpPr>
            <a:spLocks/>
          </p:cNvSpPr>
          <p:nvPr/>
        </p:nvSpPr>
        <p:spPr>
          <a:xfrm>
            <a:off x="17264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data_7347">
            <a:extLst>
              <a:ext uri="{FF2B5EF4-FFF2-40B4-BE49-F238E27FC236}">
                <a16:creationId xmlns:a16="http://schemas.microsoft.com/office/drawing/2014/main" id="{DD2ECEEB-A465-4F64-896E-D5D4F71A8945}"/>
              </a:ext>
            </a:extLst>
          </p:cNvPr>
          <p:cNvSpPr>
            <a:spLocks/>
          </p:cNvSpPr>
          <p:nvPr/>
        </p:nvSpPr>
        <p:spPr>
          <a:xfrm>
            <a:off x="17535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data_7348">
            <a:extLst>
              <a:ext uri="{FF2B5EF4-FFF2-40B4-BE49-F238E27FC236}">
                <a16:creationId xmlns:a16="http://schemas.microsoft.com/office/drawing/2014/main" id="{9307777C-8B92-4524-AD14-F24F4E030421}"/>
              </a:ext>
            </a:extLst>
          </p:cNvPr>
          <p:cNvSpPr>
            <a:spLocks/>
          </p:cNvSpPr>
          <p:nvPr/>
        </p:nvSpPr>
        <p:spPr>
          <a:xfrm>
            <a:off x="17127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data_7349">
            <a:extLst>
              <a:ext uri="{FF2B5EF4-FFF2-40B4-BE49-F238E27FC236}">
                <a16:creationId xmlns:a16="http://schemas.microsoft.com/office/drawing/2014/main" id="{605F19A6-C78A-4976-A2C1-32EB6B9F2523}"/>
              </a:ext>
            </a:extLst>
          </p:cNvPr>
          <p:cNvSpPr>
            <a:spLocks/>
          </p:cNvSpPr>
          <p:nvPr/>
        </p:nvSpPr>
        <p:spPr>
          <a:xfrm>
            <a:off x="17227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data_7350">
            <a:extLst>
              <a:ext uri="{FF2B5EF4-FFF2-40B4-BE49-F238E27FC236}">
                <a16:creationId xmlns:a16="http://schemas.microsoft.com/office/drawing/2014/main" id="{BF02977D-8A9B-48F3-B97B-99DE0102B373}"/>
              </a:ext>
            </a:extLst>
          </p:cNvPr>
          <p:cNvSpPr>
            <a:spLocks/>
          </p:cNvSpPr>
          <p:nvPr/>
        </p:nvSpPr>
        <p:spPr>
          <a:xfrm>
            <a:off x="172157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data_7351">
            <a:extLst>
              <a:ext uri="{FF2B5EF4-FFF2-40B4-BE49-F238E27FC236}">
                <a16:creationId xmlns:a16="http://schemas.microsoft.com/office/drawing/2014/main" id="{EC0F674D-B719-40E3-B2FB-05C1D5AC2EA7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data_7352">
            <a:extLst>
              <a:ext uri="{FF2B5EF4-FFF2-40B4-BE49-F238E27FC236}">
                <a16:creationId xmlns:a16="http://schemas.microsoft.com/office/drawing/2014/main" id="{CF6B0EF0-CB57-49E6-91CA-8EDF0F928FC5}"/>
              </a:ext>
            </a:extLst>
          </p:cNvPr>
          <p:cNvSpPr>
            <a:spLocks/>
          </p:cNvSpPr>
          <p:nvPr/>
        </p:nvSpPr>
        <p:spPr>
          <a:xfrm>
            <a:off x="166437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data_7353">
            <a:extLst>
              <a:ext uri="{FF2B5EF4-FFF2-40B4-BE49-F238E27FC236}">
                <a16:creationId xmlns:a16="http://schemas.microsoft.com/office/drawing/2014/main" id="{3E785049-A0CA-4AA0-8D4B-81D608142055}"/>
              </a:ext>
            </a:extLst>
          </p:cNvPr>
          <p:cNvSpPr>
            <a:spLocks/>
          </p:cNvSpPr>
          <p:nvPr/>
        </p:nvSpPr>
        <p:spPr>
          <a:xfrm>
            <a:off x="17443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data_7354">
            <a:extLst>
              <a:ext uri="{FF2B5EF4-FFF2-40B4-BE49-F238E27FC236}">
                <a16:creationId xmlns:a16="http://schemas.microsoft.com/office/drawing/2014/main" id="{0B590445-CEA1-4A43-AE78-F3AE5A163412}"/>
              </a:ext>
            </a:extLst>
          </p:cNvPr>
          <p:cNvSpPr>
            <a:spLocks/>
          </p:cNvSpPr>
          <p:nvPr/>
        </p:nvSpPr>
        <p:spPr>
          <a:xfrm>
            <a:off x="165056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data_7355">
            <a:extLst>
              <a:ext uri="{FF2B5EF4-FFF2-40B4-BE49-F238E27FC236}">
                <a16:creationId xmlns:a16="http://schemas.microsoft.com/office/drawing/2014/main" id="{096232D7-AB0B-4BF8-AC05-75094C08C3BC}"/>
              </a:ext>
            </a:extLst>
          </p:cNvPr>
          <p:cNvSpPr>
            <a:spLocks/>
          </p:cNvSpPr>
          <p:nvPr/>
        </p:nvSpPr>
        <p:spPr>
          <a:xfrm>
            <a:off x="164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data_7356">
            <a:extLst>
              <a:ext uri="{FF2B5EF4-FFF2-40B4-BE49-F238E27FC236}">
                <a16:creationId xmlns:a16="http://schemas.microsoft.com/office/drawing/2014/main" id="{E7B12EBF-4738-40D3-B0A0-15CB23CC2493}"/>
              </a:ext>
            </a:extLst>
          </p:cNvPr>
          <p:cNvSpPr>
            <a:spLocks/>
          </p:cNvSpPr>
          <p:nvPr/>
        </p:nvSpPr>
        <p:spPr>
          <a:xfrm>
            <a:off x="16553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data_7357">
            <a:extLst>
              <a:ext uri="{FF2B5EF4-FFF2-40B4-BE49-F238E27FC236}">
                <a16:creationId xmlns:a16="http://schemas.microsoft.com/office/drawing/2014/main" id="{8A35E9D7-D65F-4802-A85D-1D7D6D584514}"/>
              </a:ext>
            </a:extLst>
          </p:cNvPr>
          <p:cNvSpPr>
            <a:spLocks/>
          </p:cNvSpPr>
          <p:nvPr/>
        </p:nvSpPr>
        <p:spPr>
          <a:xfrm>
            <a:off x="17462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data_7358">
            <a:extLst>
              <a:ext uri="{FF2B5EF4-FFF2-40B4-BE49-F238E27FC236}">
                <a16:creationId xmlns:a16="http://schemas.microsoft.com/office/drawing/2014/main" id="{B14CDADA-A423-4556-89ED-9B476E7D1DAE}"/>
              </a:ext>
            </a:extLst>
          </p:cNvPr>
          <p:cNvSpPr>
            <a:spLocks/>
          </p:cNvSpPr>
          <p:nvPr/>
        </p:nvSpPr>
        <p:spPr>
          <a:xfrm>
            <a:off x="173239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data_7359">
            <a:extLst>
              <a:ext uri="{FF2B5EF4-FFF2-40B4-BE49-F238E27FC236}">
                <a16:creationId xmlns:a16="http://schemas.microsoft.com/office/drawing/2014/main" id="{3A9FAD9F-6309-445B-9CB4-5C0AA98A0351}"/>
              </a:ext>
            </a:extLst>
          </p:cNvPr>
          <p:cNvSpPr>
            <a:spLocks/>
          </p:cNvSpPr>
          <p:nvPr/>
        </p:nvSpPr>
        <p:spPr>
          <a:xfrm>
            <a:off x="17379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data_7360">
            <a:extLst>
              <a:ext uri="{FF2B5EF4-FFF2-40B4-BE49-F238E27FC236}">
                <a16:creationId xmlns:a16="http://schemas.microsoft.com/office/drawing/2014/main" id="{EBF1FBC6-0938-4C47-86A6-319AB9581983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data_7361">
            <a:extLst>
              <a:ext uri="{FF2B5EF4-FFF2-40B4-BE49-F238E27FC236}">
                <a16:creationId xmlns:a16="http://schemas.microsoft.com/office/drawing/2014/main" id="{29A02514-0F3C-4DE6-AAD5-142588F9CA98}"/>
              </a:ext>
            </a:extLst>
          </p:cNvPr>
          <p:cNvSpPr>
            <a:spLocks/>
          </p:cNvSpPr>
          <p:nvPr/>
        </p:nvSpPr>
        <p:spPr>
          <a:xfrm>
            <a:off x="1731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data_7362">
            <a:extLst>
              <a:ext uri="{FF2B5EF4-FFF2-40B4-BE49-F238E27FC236}">
                <a16:creationId xmlns:a16="http://schemas.microsoft.com/office/drawing/2014/main" id="{EC3602B4-3F0A-43D0-A4EF-C0490AA90F12}"/>
              </a:ext>
            </a:extLst>
          </p:cNvPr>
          <p:cNvSpPr>
            <a:spLocks/>
          </p:cNvSpPr>
          <p:nvPr/>
        </p:nvSpPr>
        <p:spPr>
          <a:xfrm>
            <a:off x="1743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data_7363">
            <a:extLst>
              <a:ext uri="{FF2B5EF4-FFF2-40B4-BE49-F238E27FC236}">
                <a16:creationId xmlns:a16="http://schemas.microsoft.com/office/drawing/2014/main" id="{AEA027D1-3057-4B09-B1B6-98047FFFD78C}"/>
              </a:ext>
            </a:extLst>
          </p:cNvPr>
          <p:cNvSpPr>
            <a:spLocks/>
          </p:cNvSpPr>
          <p:nvPr/>
        </p:nvSpPr>
        <p:spPr>
          <a:xfrm>
            <a:off x="1647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data_7364">
            <a:extLst>
              <a:ext uri="{FF2B5EF4-FFF2-40B4-BE49-F238E27FC236}">
                <a16:creationId xmlns:a16="http://schemas.microsoft.com/office/drawing/2014/main" id="{5527B46C-6903-4871-B41B-E06886BD7600}"/>
              </a:ext>
            </a:extLst>
          </p:cNvPr>
          <p:cNvSpPr>
            <a:spLocks/>
          </p:cNvSpPr>
          <p:nvPr/>
        </p:nvSpPr>
        <p:spPr>
          <a:xfrm>
            <a:off x="16577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data_7365">
            <a:extLst>
              <a:ext uri="{FF2B5EF4-FFF2-40B4-BE49-F238E27FC236}">
                <a16:creationId xmlns:a16="http://schemas.microsoft.com/office/drawing/2014/main" id="{F54381E8-6927-4EE8-A968-8661A2416C6D}"/>
              </a:ext>
            </a:extLst>
          </p:cNvPr>
          <p:cNvSpPr>
            <a:spLocks/>
          </p:cNvSpPr>
          <p:nvPr/>
        </p:nvSpPr>
        <p:spPr>
          <a:xfrm>
            <a:off x="17196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data_7366">
            <a:extLst>
              <a:ext uri="{FF2B5EF4-FFF2-40B4-BE49-F238E27FC236}">
                <a16:creationId xmlns:a16="http://schemas.microsoft.com/office/drawing/2014/main" id="{6E0EBB24-B1BC-4B21-8818-07E45989D5AB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data_7367">
            <a:extLst>
              <a:ext uri="{FF2B5EF4-FFF2-40B4-BE49-F238E27FC236}">
                <a16:creationId xmlns:a16="http://schemas.microsoft.com/office/drawing/2014/main" id="{9F790D29-2D60-40AE-8894-C9C9DCC768B7}"/>
              </a:ext>
            </a:extLst>
          </p:cNvPr>
          <p:cNvSpPr>
            <a:spLocks/>
          </p:cNvSpPr>
          <p:nvPr/>
        </p:nvSpPr>
        <p:spPr>
          <a:xfrm>
            <a:off x="1666724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data_7368">
            <a:extLst>
              <a:ext uri="{FF2B5EF4-FFF2-40B4-BE49-F238E27FC236}">
                <a16:creationId xmlns:a16="http://schemas.microsoft.com/office/drawing/2014/main" id="{6D2B1C23-68CF-49C9-931D-E43B7CA02CBE}"/>
              </a:ext>
            </a:extLst>
          </p:cNvPr>
          <p:cNvSpPr>
            <a:spLocks/>
          </p:cNvSpPr>
          <p:nvPr/>
        </p:nvSpPr>
        <p:spPr>
          <a:xfrm>
            <a:off x="16453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data_7369">
            <a:extLst>
              <a:ext uri="{FF2B5EF4-FFF2-40B4-BE49-F238E27FC236}">
                <a16:creationId xmlns:a16="http://schemas.microsoft.com/office/drawing/2014/main" id="{8419BF9F-70D4-41B5-8229-D918DF9BF82B}"/>
              </a:ext>
            </a:extLst>
          </p:cNvPr>
          <p:cNvSpPr>
            <a:spLocks/>
          </p:cNvSpPr>
          <p:nvPr/>
        </p:nvSpPr>
        <p:spPr>
          <a:xfrm>
            <a:off x="1659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data_7370">
            <a:extLst>
              <a:ext uri="{FF2B5EF4-FFF2-40B4-BE49-F238E27FC236}">
                <a16:creationId xmlns:a16="http://schemas.microsoft.com/office/drawing/2014/main" id="{FD5CECE8-1F75-4145-B97E-74F5898E3956}"/>
              </a:ext>
            </a:extLst>
          </p:cNvPr>
          <p:cNvSpPr>
            <a:spLocks/>
          </p:cNvSpPr>
          <p:nvPr/>
        </p:nvSpPr>
        <p:spPr>
          <a:xfrm>
            <a:off x="166424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data_7371">
            <a:extLst>
              <a:ext uri="{FF2B5EF4-FFF2-40B4-BE49-F238E27FC236}">
                <a16:creationId xmlns:a16="http://schemas.microsoft.com/office/drawing/2014/main" id="{11E2AD6C-EA23-48CB-83C8-6BFB4B0C837D}"/>
              </a:ext>
            </a:extLst>
          </p:cNvPr>
          <p:cNvSpPr>
            <a:spLocks/>
          </p:cNvSpPr>
          <p:nvPr/>
        </p:nvSpPr>
        <p:spPr>
          <a:xfrm>
            <a:off x="17451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data_7372">
            <a:extLst>
              <a:ext uri="{FF2B5EF4-FFF2-40B4-BE49-F238E27FC236}">
                <a16:creationId xmlns:a16="http://schemas.microsoft.com/office/drawing/2014/main" id="{4E6EEF2D-2460-42A7-8067-03097D310BB2}"/>
              </a:ext>
            </a:extLst>
          </p:cNvPr>
          <p:cNvSpPr>
            <a:spLocks/>
          </p:cNvSpPr>
          <p:nvPr/>
        </p:nvSpPr>
        <p:spPr>
          <a:xfrm>
            <a:off x="16899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data_7373">
            <a:extLst>
              <a:ext uri="{FF2B5EF4-FFF2-40B4-BE49-F238E27FC236}">
                <a16:creationId xmlns:a16="http://schemas.microsoft.com/office/drawing/2014/main" id="{BD5A76C4-DB92-4E01-A4B5-AE42E8053815}"/>
              </a:ext>
            </a:extLst>
          </p:cNvPr>
          <p:cNvSpPr>
            <a:spLocks/>
          </p:cNvSpPr>
          <p:nvPr/>
        </p:nvSpPr>
        <p:spPr>
          <a:xfrm>
            <a:off x="164744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data_7374">
            <a:extLst>
              <a:ext uri="{FF2B5EF4-FFF2-40B4-BE49-F238E27FC236}">
                <a16:creationId xmlns:a16="http://schemas.microsoft.com/office/drawing/2014/main" id="{3665377B-F196-4374-8038-D6B5DD1B99A5}"/>
              </a:ext>
            </a:extLst>
          </p:cNvPr>
          <p:cNvSpPr>
            <a:spLocks/>
          </p:cNvSpPr>
          <p:nvPr/>
        </p:nvSpPr>
        <p:spPr>
          <a:xfrm>
            <a:off x="166633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data_7375">
            <a:extLst>
              <a:ext uri="{FF2B5EF4-FFF2-40B4-BE49-F238E27FC236}">
                <a16:creationId xmlns:a16="http://schemas.microsoft.com/office/drawing/2014/main" id="{388A6DAA-974A-485E-82B6-4CBBD350804D}"/>
              </a:ext>
            </a:extLst>
          </p:cNvPr>
          <p:cNvSpPr>
            <a:spLocks/>
          </p:cNvSpPr>
          <p:nvPr/>
        </p:nvSpPr>
        <p:spPr>
          <a:xfrm>
            <a:off x="17383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data_7376">
            <a:extLst>
              <a:ext uri="{FF2B5EF4-FFF2-40B4-BE49-F238E27FC236}">
                <a16:creationId xmlns:a16="http://schemas.microsoft.com/office/drawing/2014/main" id="{5EEC275A-8B7A-4B16-99F4-785358C7BBBD}"/>
              </a:ext>
            </a:extLst>
          </p:cNvPr>
          <p:cNvSpPr>
            <a:spLocks/>
          </p:cNvSpPr>
          <p:nvPr/>
        </p:nvSpPr>
        <p:spPr>
          <a:xfrm>
            <a:off x="171376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data_7377">
            <a:extLst>
              <a:ext uri="{FF2B5EF4-FFF2-40B4-BE49-F238E27FC236}">
                <a16:creationId xmlns:a16="http://schemas.microsoft.com/office/drawing/2014/main" id="{C4A371E5-E5E2-47D0-9580-61F71145F470}"/>
              </a:ext>
            </a:extLst>
          </p:cNvPr>
          <p:cNvSpPr>
            <a:spLocks/>
          </p:cNvSpPr>
          <p:nvPr/>
        </p:nvSpPr>
        <p:spPr>
          <a:xfrm>
            <a:off x="1737866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data_7378">
            <a:extLst>
              <a:ext uri="{FF2B5EF4-FFF2-40B4-BE49-F238E27FC236}">
                <a16:creationId xmlns:a16="http://schemas.microsoft.com/office/drawing/2014/main" id="{40658EF9-16AE-481C-8769-652D8C5756ED}"/>
              </a:ext>
            </a:extLst>
          </p:cNvPr>
          <p:cNvSpPr>
            <a:spLocks/>
          </p:cNvSpPr>
          <p:nvPr/>
        </p:nvSpPr>
        <p:spPr>
          <a:xfrm>
            <a:off x="165538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data_7379">
            <a:extLst>
              <a:ext uri="{FF2B5EF4-FFF2-40B4-BE49-F238E27FC236}">
                <a16:creationId xmlns:a16="http://schemas.microsoft.com/office/drawing/2014/main" id="{B2855AA3-388D-4EFD-BCE8-3AFF69C47E74}"/>
              </a:ext>
            </a:extLst>
          </p:cNvPr>
          <p:cNvSpPr>
            <a:spLocks/>
          </p:cNvSpPr>
          <p:nvPr/>
        </p:nvSpPr>
        <p:spPr>
          <a:xfrm>
            <a:off x="1679884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data_7380">
            <a:extLst>
              <a:ext uri="{FF2B5EF4-FFF2-40B4-BE49-F238E27FC236}">
                <a16:creationId xmlns:a16="http://schemas.microsoft.com/office/drawing/2014/main" id="{1A90F0B9-4CAE-4218-9980-EE624D574728}"/>
              </a:ext>
            </a:extLst>
          </p:cNvPr>
          <p:cNvSpPr>
            <a:spLocks/>
          </p:cNvSpPr>
          <p:nvPr/>
        </p:nvSpPr>
        <p:spPr>
          <a:xfrm>
            <a:off x="1738778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data_7381">
            <a:extLst>
              <a:ext uri="{FF2B5EF4-FFF2-40B4-BE49-F238E27FC236}">
                <a16:creationId xmlns:a16="http://schemas.microsoft.com/office/drawing/2014/main" id="{A53092E6-DAE7-46ED-B7BB-5474E1B1F010}"/>
              </a:ext>
            </a:extLst>
          </p:cNvPr>
          <p:cNvSpPr>
            <a:spLocks/>
          </p:cNvSpPr>
          <p:nvPr/>
        </p:nvSpPr>
        <p:spPr>
          <a:xfrm>
            <a:off x="17389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data_7382">
            <a:extLst>
              <a:ext uri="{FF2B5EF4-FFF2-40B4-BE49-F238E27FC236}">
                <a16:creationId xmlns:a16="http://schemas.microsoft.com/office/drawing/2014/main" id="{1E40116D-31DE-4A5E-9673-0B5B754C20ED}"/>
              </a:ext>
            </a:extLst>
          </p:cNvPr>
          <p:cNvSpPr>
            <a:spLocks/>
          </p:cNvSpPr>
          <p:nvPr/>
        </p:nvSpPr>
        <p:spPr>
          <a:xfrm>
            <a:off x="1730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data_7383">
            <a:extLst>
              <a:ext uri="{FF2B5EF4-FFF2-40B4-BE49-F238E27FC236}">
                <a16:creationId xmlns:a16="http://schemas.microsoft.com/office/drawing/2014/main" id="{EB5FBBCB-2A90-4736-A36A-51C6F92D0051}"/>
              </a:ext>
            </a:extLst>
          </p:cNvPr>
          <p:cNvSpPr>
            <a:spLocks/>
          </p:cNvSpPr>
          <p:nvPr/>
        </p:nvSpPr>
        <p:spPr>
          <a:xfrm>
            <a:off x="1742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data_7384">
            <a:extLst>
              <a:ext uri="{FF2B5EF4-FFF2-40B4-BE49-F238E27FC236}">
                <a16:creationId xmlns:a16="http://schemas.microsoft.com/office/drawing/2014/main" id="{EE17426D-02F2-43C7-AF35-FC48876BDEDC}"/>
              </a:ext>
            </a:extLst>
          </p:cNvPr>
          <p:cNvSpPr>
            <a:spLocks/>
          </p:cNvSpPr>
          <p:nvPr/>
        </p:nvSpPr>
        <p:spPr>
          <a:xfrm>
            <a:off x="166737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data_7385">
            <a:extLst>
              <a:ext uri="{FF2B5EF4-FFF2-40B4-BE49-F238E27FC236}">
                <a16:creationId xmlns:a16="http://schemas.microsoft.com/office/drawing/2014/main" id="{A47B7427-6C3D-4B80-98C4-4E3EB2AF2337}"/>
              </a:ext>
            </a:extLst>
          </p:cNvPr>
          <p:cNvSpPr>
            <a:spLocks/>
          </p:cNvSpPr>
          <p:nvPr/>
        </p:nvSpPr>
        <p:spPr>
          <a:xfrm>
            <a:off x="1647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data_7386">
            <a:extLst>
              <a:ext uri="{FF2B5EF4-FFF2-40B4-BE49-F238E27FC236}">
                <a16:creationId xmlns:a16="http://schemas.microsoft.com/office/drawing/2014/main" id="{9958431A-4AC6-46BE-A089-2D0CF1E62A2B}"/>
              </a:ext>
            </a:extLst>
          </p:cNvPr>
          <p:cNvSpPr>
            <a:spLocks/>
          </p:cNvSpPr>
          <p:nvPr/>
        </p:nvSpPr>
        <p:spPr>
          <a:xfrm>
            <a:off x="17235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data_7387">
            <a:extLst>
              <a:ext uri="{FF2B5EF4-FFF2-40B4-BE49-F238E27FC236}">
                <a16:creationId xmlns:a16="http://schemas.microsoft.com/office/drawing/2014/main" id="{F7BA0BC5-79E0-4E9B-A8C0-A8BC27EB7361}"/>
              </a:ext>
            </a:extLst>
          </p:cNvPr>
          <p:cNvSpPr>
            <a:spLocks/>
          </p:cNvSpPr>
          <p:nvPr/>
        </p:nvSpPr>
        <p:spPr>
          <a:xfrm>
            <a:off x="16415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data_7388">
            <a:extLst>
              <a:ext uri="{FF2B5EF4-FFF2-40B4-BE49-F238E27FC236}">
                <a16:creationId xmlns:a16="http://schemas.microsoft.com/office/drawing/2014/main" id="{950C7E54-A9C2-4AF6-8106-66A167ECD867}"/>
              </a:ext>
            </a:extLst>
          </p:cNvPr>
          <p:cNvSpPr>
            <a:spLocks/>
          </p:cNvSpPr>
          <p:nvPr/>
        </p:nvSpPr>
        <p:spPr>
          <a:xfrm>
            <a:off x="1649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data_7389">
            <a:extLst>
              <a:ext uri="{FF2B5EF4-FFF2-40B4-BE49-F238E27FC236}">
                <a16:creationId xmlns:a16="http://schemas.microsoft.com/office/drawing/2014/main" id="{71ED4D4D-5B50-4EA9-B7F3-9182F9A59C21}"/>
              </a:ext>
            </a:extLst>
          </p:cNvPr>
          <p:cNvSpPr>
            <a:spLocks/>
          </p:cNvSpPr>
          <p:nvPr/>
        </p:nvSpPr>
        <p:spPr>
          <a:xfrm>
            <a:off x="172679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data_7390">
            <a:extLst>
              <a:ext uri="{FF2B5EF4-FFF2-40B4-BE49-F238E27FC236}">
                <a16:creationId xmlns:a16="http://schemas.microsoft.com/office/drawing/2014/main" id="{E1CBBA5C-79CC-4ADE-9090-F0729248C228}"/>
              </a:ext>
            </a:extLst>
          </p:cNvPr>
          <p:cNvSpPr>
            <a:spLocks/>
          </p:cNvSpPr>
          <p:nvPr/>
        </p:nvSpPr>
        <p:spPr>
          <a:xfrm>
            <a:off x="1642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data_7391">
            <a:extLst>
              <a:ext uri="{FF2B5EF4-FFF2-40B4-BE49-F238E27FC236}">
                <a16:creationId xmlns:a16="http://schemas.microsoft.com/office/drawing/2014/main" id="{80ACD572-D3C4-427D-B66D-7EC81A67CBCE}"/>
              </a:ext>
            </a:extLst>
          </p:cNvPr>
          <p:cNvSpPr>
            <a:spLocks/>
          </p:cNvSpPr>
          <p:nvPr/>
        </p:nvSpPr>
        <p:spPr>
          <a:xfrm>
            <a:off x="17518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data_7392">
            <a:extLst>
              <a:ext uri="{FF2B5EF4-FFF2-40B4-BE49-F238E27FC236}">
                <a16:creationId xmlns:a16="http://schemas.microsoft.com/office/drawing/2014/main" id="{3078B539-6AF6-46A7-9823-4041EDF55E4C}"/>
              </a:ext>
            </a:extLst>
          </p:cNvPr>
          <p:cNvSpPr>
            <a:spLocks/>
          </p:cNvSpPr>
          <p:nvPr/>
        </p:nvSpPr>
        <p:spPr>
          <a:xfrm>
            <a:off x="17318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data_7393">
            <a:extLst>
              <a:ext uri="{FF2B5EF4-FFF2-40B4-BE49-F238E27FC236}">
                <a16:creationId xmlns:a16="http://schemas.microsoft.com/office/drawing/2014/main" id="{54E6F0B5-30D3-4C14-8327-3E1B68E4E559}"/>
              </a:ext>
            </a:extLst>
          </p:cNvPr>
          <p:cNvSpPr>
            <a:spLocks/>
          </p:cNvSpPr>
          <p:nvPr/>
        </p:nvSpPr>
        <p:spPr>
          <a:xfrm>
            <a:off x="1684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data_7394">
            <a:extLst>
              <a:ext uri="{FF2B5EF4-FFF2-40B4-BE49-F238E27FC236}">
                <a16:creationId xmlns:a16="http://schemas.microsoft.com/office/drawing/2014/main" id="{89CEC2A1-30B9-424D-B8AC-42AF41D8640A}"/>
              </a:ext>
            </a:extLst>
          </p:cNvPr>
          <p:cNvSpPr>
            <a:spLocks/>
          </p:cNvSpPr>
          <p:nvPr/>
        </p:nvSpPr>
        <p:spPr>
          <a:xfrm>
            <a:off x="16626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data_7395">
            <a:extLst>
              <a:ext uri="{FF2B5EF4-FFF2-40B4-BE49-F238E27FC236}">
                <a16:creationId xmlns:a16="http://schemas.microsoft.com/office/drawing/2014/main" id="{A4E9AAE1-BEFF-4004-B56C-323101354FF3}"/>
              </a:ext>
            </a:extLst>
          </p:cNvPr>
          <p:cNvSpPr>
            <a:spLocks/>
          </p:cNvSpPr>
          <p:nvPr/>
        </p:nvSpPr>
        <p:spPr>
          <a:xfrm>
            <a:off x="1749853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data_7396">
            <a:extLst>
              <a:ext uri="{FF2B5EF4-FFF2-40B4-BE49-F238E27FC236}">
                <a16:creationId xmlns:a16="http://schemas.microsoft.com/office/drawing/2014/main" id="{14FD2E34-D3C4-4CEC-B0DF-1CE819015AF3}"/>
              </a:ext>
            </a:extLst>
          </p:cNvPr>
          <p:cNvSpPr>
            <a:spLocks/>
          </p:cNvSpPr>
          <p:nvPr/>
        </p:nvSpPr>
        <p:spPr>
          <a:xfrm>
            <a:off x="1755456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data_7397">
            <a:extLst>
              <a:ext uri="{FF2B5EF4-FFF2-40B4-BE49-F238E27FC236}">
                <a16:creationId xmlns:a16="http://schemas.microsoft.com/office/drawing/2014/main" id="{7284AD76-D843-4357-8A92-7A234AE3F00E}"/>
              </a:ext>
            </a:extLst>
          </p:cNvPr>
          <p:cNvSpPr>
            <a:spLocks/>
          </p:cNvSpPr>
          <p:nvPr/>
        </p:nvSpPr>
        <p:spPr>
          <a:xfrm>
            <a:off x="1708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data_7398">
            <a:extLst>
              <a:ext uri="{FF2B5EF4-FFF2-40B4-BE49-F238E27FC236}">
                <a16:creationId xmlns:a16="http://schemas.microsoft.com/office/drawing/2014/main" id="{A8F7CC5F-8037-4C65-8430-D8AC0609B922}"/>
              </a:ext>
            </a:extLst>
          </p:cNvPr>
          <p:cNvSpPr>
            <a:spLocks/>
          </p:cNvSpPr>
          <p:nvPr/>
        </p:nvSpPr>
        <p:spPr>
          <a:xfrm>
            <a:off x="17378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data_7399">
            <a:extLst>
              <a:ext uri="{FF2B5EF4-FFF2-40B4-BE49-F238E27FC236}">
                <a16:creationId xmlns:a16="http://schemas.microsoft.com/office/drawing/2014/main" id="{DBBB7D6A-A91A-4454-8EF9-C04E83D670C3}"/>
              </a:ext>
            </a:extLst>
          </p:cNvPr>
          <p:cNvSpPr>
            <a:spLocks/>
          </p:cNvSpPr>
          <p:nvPr/>
        </p:nvSpPr>
        <p:spPr>
          <a:xfrm>
            <a:off x="16465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data_7400">
            <a:extLst>
              <a:ext uri="{FF2B5EF4-FFF2-40B4-BE49-F238E27FC236}">
                <a16:creationId xmlns:a16="http://schemas.microsoft.com/office/drawing/2014/main" id="{C1E42B2E-0B6E-4F7E-A57C-A3FD1CA2BD4E}"/>
              </a:ext>
            </a:extLst>
          </p:cNvPr>
          <p:cNvSpPr>
            <a:spLocks/>
          </p:cNvSpPr>
          <p:nvPr/>
        </p:nvSpPr>
        <p:spPr>
          <a:xfrm>
            <a:off x="1683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data_7401">
            <a:extLst>
              <a:ext uri="{FF2B5EF4-FFF2-40B4-BE49-F238E27FC236}">
                <a16:creationId xmlns:a16="http://schemas.microsoft.com/office/drawing/2014/main" id="{9697C1C3-13FD-4C3C-8F86-EFA5DDBBF888}"/>
              </a:ext>
            </a:extLst>
          </p:cNvPr>
          <p:cNvSpPr>
            <a:spLocks/>
          </p:cNvSpPr>
          <p:nvPr/>
        </p:nvSpPr>
        <p:spPr>
          <a:xfrm>
            <a:off x="172978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data_7402">
            <a:extLst>
              <a:ext uri="{FF2B5EF4-FFF2-40B4-BE49-F238E27FC236}">
                <a16:creationId xmlns:a16="http://schemas.microsoft.com/office/drawing/2014/main" id="{03782647-3414-42A2-8AC0-8A91D243BEEF}"/>
              </a:ext>
            </a:extLst>
          </p:cNvPr>
          <p:cNvSpPr>
            <a:spLocks/>
          </p:cNvSpPr>
          <p:nvPr/>
        </p:nvSpPr>
        <p:spPr>
          <a:xfrm>
            <a:off x="1638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data_7403">
            <a:extLst>
              <a:ext uri="{FF2B5EF4-FFF2-40B4-BE49-F238E27FC236}">
                <a16:creationId xmlns:a16="http://schemas.microsoft.com/office/drawing/2014/main" id="{D6AE5937-48EF-46B1-B446-A2EB1DC98380}"/>
              </a:ext>
            </a:extLst>
          </p:cNvPr>
          <p:cNvSpPr>
            <a:spLocks/>
          </p:cNvSpPr>
          <p:nvPr/>
        </p:nvSpPr>
        <p:spPr>
          <a:xfrm>
            <a:off x="1633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data_7404">
            <a:extLst>
              <a:ext uri="{FF2B5EF4-FFF2-40B4-BE49-F238E27FC236}">
                <a16:creationId xmlns:a16="http://schemas.microsoft.com/office/drawing/2014/main" id="{5FB5734E-FF94-49A0-9166-5D7181BD2510}"/>
              </a:ext>
            </a:extLst>
          </p:cNvPr>
          <p:cNvSpPr>
            <a:spLocks/>
          </p:cNvSpPr>
          <p:nvPr/>
        </p:nvSpPr>
        <p:spPr>
          <a:xfrm>
            <a:off x="1710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data_7405">
            <a:extLst>
              <a:ext uri="{FF2B5EF4-FFF2-40B4-BE49-F238E27FC236}">
                <a16:creationId xmlns:a16="http://schemas.microsoft.com/office/drawing/2014/main" id="{5C340F2F-86B4-4E82-A5BD-E49551AC95D6}"/>
              </a:ext>
            </a:extLst>
          </p:cNvPr>
          <p:cNvSpPr>
            <a:spLocks/>
          </p:cNvSpPr>
          <p:nvPr/>
        </p:nvSpPr>
        <p:spPr>
          <a:xfrm>
            <a:off x="1749072" y="25998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data_7406">
            <a:extLst>
              <a:ext uri="{FF2B5EF4-FFF2-40B4-BE49-F238E27FC236}">
                <a16:creationId xmlns:a16="http://schemas.microsoft.com/office/drawing/2014/main" id="{6A2C14AB-573C-4077-B2E1-861E829CA8DE}"/>
              </a:ext>
            </a:extLst>
          </p:cNvPr>
          <p:cNvSpPr>
            <a:spLocks/>
          </p:cNvSpPr>
          <p:nvPr/>
        </p:nvSpPr>
        <p:spPr>
          <a:xfrm>
            <a:off x="16281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data_7407">
            <a:extLst>
              <a:ext uri="{FF2B5EF4-FFF2-40B4-BE49-F238E27FC236}">
                <a16:creationId xmlns:a16="http://schemas.microsoft.com/office/drawing/2014/main" id="{2C142964-33CF-4013-B831-32CF1FE81E4B}"/>
              </a:ext>
            </a:extLst>
          </p:cNvPr>
          <p:cNvSpPr>
            <a:spLocks/>
          </p:cNvSpPr>
          <p:nvPr/>
        </p:nvSpPr>
        <p:spPr>
          <a:xfrm>
            <a:off x="1679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data_7408">
            <a:extLst>
              <a:ext uri="{FF2B5EF4-FFF2-40B4-BE49-F238E27FC236}">
                <a16:creationId xmlns:a16="http://schemas.microsoft.com/office/drawing/2014/main" id="{B4A2170B-F2B2-487C-96E8-E8E1D644F0FB}"/>
              </a:ext>
            </a:extLst>
          </p:cNvPr>
          <p:cNvSpPr>
            <a:spLocks/>
          </p:cNvSpPr>
          <p:nvPr/>
        </p:nvSpPr>
        <p:spPr>
          <a:xfrm>
            <a:off x="17209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data_7409">
            <a:extLst>
              <a:ext uri="{FF2B5EF4-FFF2-40B4-BE49-F238E27FC236}">
                <a16:creationId xmlns:a16="http://schemas.microsoft.com/office/drawing/2014/main" id="{F08CDE51-9066-4C55-BB26-68FD60FD5E92}"/>
              </a:ext>
            </a:extLst>
          </p:cNvPr>
          <p:cNvSpPr>
            <a:spLocks/>
          </p:cNvSpPr>
          <p:nvPr/>
        </p:nvSpPr>
        <p:spPr>
          <a:xfrm>
            <a:off x="16818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data_7410">
            <a:extLst>
              <a:ext uri="{FF2B5EF4-FFF2-40B4-BE49-F238E27FC236}">
                <a16:creationId xmlns:a16="http://schemas.microsoft.com/office/drawing/2014/main" id="{C5132B5F-C126-4B86-B35C-1574B86D17C7}"/>
              </a:ext>
            </a:extLst>
          </p:cNvPr>
          <p:cNvSpPr>
            <a:spLocks/>
          </p:cNvSpPr>
          <p:nvPr/>
        </p:nvSpPr>
        <p:spPr>
          <a:xfrm>
            <a:off x="165981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data_7411">
            <a:extLst>
              <a:ext uri="{FF2B5EF4-FFF2-40B4-BE49-F238E27FC236}">
                <a16:creationId xmlns:a16="http://schemas.microsoft.com/office/drawing/2014/main" id="{BEE7159D-3F05-40DA-82FF-8BAC2D50EE77}"/>
              </a:ext>
            </a:extLst>
          </p:cNvPr>
          <p:cNvSpPr>
            <a:spLocks/>
          </p:cNvSpPr>
          <p:nvPr/>
        </p:nvSpPr>
        <p:spPr>
          <a:xfrm>
            <a:off x="17103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data_7412">
            <a:extLst>
              <a:ext uri="{FF2B5EF4-FFF2-40B4-BE49-F238E27FC236}">
                <a16:creationId xmlns:a16="http://schemas.microsoft.com/office/drawing/2014/main" id="{43A480AF-CACA-4037-B66D-88A1F8F373D6}"/>
              </a:ext>
            </a:extLst>
          </p:cNvPr>
          <p:cNvSpPr>
            <a:spLocks/>
          </p:cNvSpPr>
          <p:nvPr/>
        </p:nvSpPr>
        <p:spPr>
          <a:xfrm>
            <a:off x="17062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data_7413">
            <a:extLst>
              <a:ext uri="{FF2B5EF4-FFF2-40B4-BE49-F238E27FC236}">
                <a16:creationId xmlns:a16="http://schemas.microsoft.com/office/drawing/2014/main" id="{EC14A423-EF09-4B5A-A925-911A7CA8C6B7}"/>
              </a:ext>
            </a:extLst>
          </p:cNvPr>
          <p:cNvSpPr>
            <a:spLocks/>
          </p:cNvSpPr>
          <p:nvPr/>
        </p:nvSpPr>
        <p:spPr>
          <a:xfrm>
            <a:off x="16904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data_7414">
            <a:extLst>
              <a:ext uri="{FF2B5EF4-FFF2-40B4-BE49-F238E27FC236}">
                <a16:creationId xmlns:a16="http://schemas.microsoft.com/office/drawing/2014/main" id="{1F42CA04-F634-470F-BB9F-C4A4E961D7F1}"/>
              </a:ext>
            </a:extLst>
          </p:cNvPr>
          <p:cNvSpPr>
            <a:spLocks/>
          </p:cNvSpPr>
          <p:nvPr/>
        </p:nvSpPr>
        <p:spPr>
          <a:xfrm>
            <a:off x="17030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data_7415">
            <a:extLst>
              <a:ext uri="{FF2B5EF4-FFF2-40B4-BE49-F238E27FC236}">
                <a16:creationId xmlns:a16="http://schemas.microsoft.com/office/drawing/2014/main" id="{095C077D-8222-4AC8-8E9B-4E9A0CB2C252}"/>
              </a:ext>
            </a:extLst>
          </p:cNvPr>
          <p:cNvSpPr>
            <a:spLocks/>
          </p:cNvSpPr>
          <p:nvPr/>
        </p:nvSpPr>
        <p:spPr>
          <a:xfrm>
            <a:off x="1665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data_7416">
            <a:extLst>
              <a:ext uri="{FF2B5EF4-FFF2-40B4-BE49-F238E27FC236}">
                <a16:creationId xmlns:a16="http://schemas.microsoft.com/office/drawing/2014/main" id="{C2EB9A8E-58D3-47FD-A4E7-DEF7802423CB}"/>
              </a:ext>
            </a:extLst>
          </p:cNvPr>
          <p:cNvSpPr>
            <a:spLocks/>
          </p:cNvSpPr>
          <p:nvPr/>
        </p:nvSpPr>
        <p:spPr>
          <a:xfrm>
            <a:off x="16948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data_7417">
            <a:extLst>
              <a:ext uri="{FF2B5EF4-FFF2-40B4-BE49-F238E27FC236}">
                <a16:creationId xmlns:a16="http://schemas.microsoft.com/office/drawing/2014/main" id="{D4293712-D048-4703-ABBF-F8F860D5DC4B}"/>
              </a:ext>
            </a:extLst>
          </p:cNvPr>
          <p:cNvSpPr>
            <a:spLocks/>
          </p:cNvSpPr>
          <p:nvPr/>
        </p:nvSpPr>
        <p:spPr>
          <a:xfrm>
            <a:off x="166698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data_7418">
            <a:extLst>
              <a:ext uri="{FF2B5EF4-FFF2-40B4-BE49-F238E27FC236}">
                <a16:creationId xmlns:a16="http://schemas.microsoft.com/office/drawing/2014/main" id="{63678909-C690-4C2C-97D7-AD52CCD38652}"/>
              </a:ext>
            </a:extLst>
          </p:cNvPr>
          <p:cNvSpPr>
            <a:spLocks/>
          </p:cNvSpPr>
          <p:nvPr/>
        </p:nvSpPr>
        <p:spPr>
          <a:xfrm>
            <a:off x="1678451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data_7419">
            <a:extLst>
              <a:ext uri="{FF2B5EF4-FFF2-40B4-BE49-F238E27FC236}">
                <a16:creationId xmlns:a16="http://schemas.microsoft.com/office/drawing/2014/main" id="{2392CD00-432B-4BCD-B7A8-BC965941D0AD}"/>
              </a:ext>
            </a:extLst>
          </p:cNvPr>
          <p:cNvSpPr>
            <a:spLocks/>
          </p:cNvSpPr>
          <p:nvPr/>
        </p:nvSpPr>
        <p:spPr>
          <a:xfrm>
            <a:off x="173473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data_7420">
            <a:extLst>
              <a:ext uri="{FF2B5EF4-FFF2-40B4-BE49-F238E27FC236}">
                <a16:creationId xmlns:a16="http://schemas.microsoft.com/office/drawing/2014/main" id="{B12F01B7-2DA2-4F76-AA8E-B6057136CE35}"/>
              </a:ext>
            </a:extLst>
          </p:cNvPr>
          <p:cNvSpPr>
            <a:spLocks/>
          </p:cNvSpPr>
          <p:nvPr/>
        </p:nvSpPr>
        <p:spPr>
          <a:xfrm>
            <a:off x="16424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data_7421">
            <a:extLst>
              <a:ext uri="{FF2B5EF4-FFF2-40B4-BE49-F238E27FC236}">
                <a16:creationId xmlns:a16="http://schemas.microsoft.com/office/drawing/2014/main" id="{3256A453-2C1F-4B13-AB47-24FED94BDB4C}"/>
              </a:ext>
            </a:extLst>
          </p:cNvPr>
          <p:cNvSpPr>
            <a:spLocks/>
          </p:cNvSpPr>
          <p:nvPr/>
        </p:nvSpPr>
        <p:spPr>
          <a:xfrm>
            <a:off x="164848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data_7422">
            <a:extLst>
              <a:ext uri="{FF2B5EF4-FFF2-40B4-BE49-F238E27FC236}">
                <a16:creationId xmlns:a16="http://schemas.microsoft.com/office/drawing/2014/main" id="{0FFA0073-2ED6-40A4-A350-6190C322ADA2}"/>
              </a:ext>
            </a:extLst>
          </p:cNvPr>
          <p:cNvSpPr>
            <a:spLocks/>
          </p:cNvSpPr>
          <p:nvPr/>
        </p:nvSpPr>
        <p:spPr>
          <a:xfrm>
            <a:off x="17026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data_7423">
            <a:extLst>
              <a:ext uri="{FF2B5EF4-FFF2-40B4-BE49-F238E27FC236}">
                <a16:creationId xmlns:a16="http://schemas.microsoft.com/office/drawing/2014/main" id="{9CB5D2F3-A7CD-454E-914F-21D6ADB8CAA6}"/>
              </a:ext>
            </a:extLst>
          </p:cNvPr>
          <p:cNvSpPr>
            <a:spLocks/>
          </p:cNvSpPr>
          <p:nvPr/>
        </p:nvSpPr>
        <p:spPr>
          <a:xfrm>
            <a:off x="17015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data_7424">
            <a:extLst>
              <a:ext uri="{FF2B5EF4-FFF2-40B4-BE49-F238E27FC236}">
                <a16:creationId xmlns:a16="http://schemas.microsoft.com/office/drawing/2014/main" id="{1816F928-39A7-4710-8300-0F790E0276E3}"/>
              </a:ext>
            </a:extLst>
          </p:cNvPr>
          <p:cNvSpPr>
            <a:spLocks/>
          </p:cNvSpPr>
          <p:nvPr/>
        </p:nvSpPr>
        <p:spPr>
          <a:xfrm>
            <a:off x="17438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data_7425">
            <a:extLst>
              <a:ext uri="{FF2B5EF4-FFF2-40B4-BE49-F238E27FC236}">
                <a16:creationId xmlns:a16="http://schemas.microsoft.com/office/drawing/2014/main" id="{401469AE-43E4-4DD8-B455-C548F9823FAB}"/>
              </a:ext>
            </a:extLst>
          </p:cNvPr>
          <p:cNvSpPr>
            <a:spLocks/>
          </p:cNvSpPr>
          <p:nvPr/>
        </p:nvSpPr>
        <p:spPr>
          <a:xfrm>
            <a:off x="172418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data_7426">
            <a:extLst>
              <a:ext uri="{FF2B5EF4-FFF2-40B4-BE49-F238E27FC236}">
                <a16:creationId xmlns:a16="http://schemas.microsoft.com/office/drawing/2014/main" id="{141B76AD-FF31-4B59-B982-7FFDD4645C0D}"/>
              </a:ext>
            </a:extLst>
          </p:cNvPr>
          <p:cNvSpPr>
            <a:spLocks/>
          </p:cNvSpPr>
          <p:nvPr/>
        </p:nvSpPr>
        <p:spPr>
          <a:xfrm>
            <a:off x="1643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data_7427">
            <a:extLst>
              <a:ext uri="{FF2B5EF4-FFF2-40B4-BE49-F238E27FC236}">
                <a16:creationId xmlns:a16="http://schemas.microsoft.com/office/drawing/2014/main" id="{8F4F4A3A-2362-4DE0-A841-095601311DE0}"/>
              </a:ext>
            </a:extLst>
          </p:cNvPr>
          <p:cNvSpPr>
            <a:spLocks/>
          </p:cNvSpPr>
          <p:nvPr/>
        </p:nvSpPr>
        <p:spPr>
          <a:xfrm>
            <a:off x="166268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data_7428">
            <a:extLst>
              <a:ext uri="{FF2B5EF4-FFF2-40B4-BE49-F238E27FC236}">
                <a16:creationId xmlns:a16="http://schemas.microsoft.com/office/drawing/2014/main" id="{AF405082-3AA7-4064-BC21-765CE105E91C}"/>
              </a:ext>
            </a:extLst>
          </p:cNvPr>
          <p:cNvSpPr>
            <a:spLocks/>
          </p:cNvSpPr>
          <p:nvPr/>
        </p:nvSpPr>
        <p:spPr>
          <a:xfrm>
            <a:off x="17144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data_7429">
            <a:extLst>
              <a:ext uri="{FF2B5EF4-FFF2-40B4-BE49-F238E27FC236}">
                <a16:creationId xmlns:a16="http://schemas.microsoft.com/office/drawing/2014/main" id="{C341F072-CB2E-4595-8E37-34CCC8D03A95}"/>
              </a:ext>
            </a:extLst>
          </p:cNvPr>
          <p:cNvSpPr>
            <a:spLocks/>
          </p:cNvSpPr>
          <p:nvPr/>
        </p:nvSpPr>
        <p:spPr>
          <a:xfrm>
            <a:off x="16362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data_7430">
            <a:extLst>
              <a:ext uri="{FF2B5EF4-FFF2-40B4-BE49-F238E27FC236}">
                <a16:creationId xmlns:a16="http://schemas.microsoft.com/office/drawing/2014/main" id="{738EEF71-A737-4805-8A79-15E9E21BFFEB}"/>
              </a:ext>
            </a:extLst>
          </p:cNvPr>
          <p:cNvSpPr>
            <a:spLocks/>
          </p:cNvSpPr>
          <p:nvPr/>
        </p:nvSpPr>
        <p:spPr>
          <a:xfrm>
            <a:off x="172679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data_7431">
            <a:extLst>
              <a:ext uri="{FF2B5EF4-FFF2-40B4-BE49-F238E27FC236}">
                <a16:creationId xmlns:a16="http://schemas.microsoft.com/office/drawing/2014/main" id="{C5703FBA-C90B-4703-81D0-23161A12D448}"/>
              </a:ext>
            </a:extLst>
          </p:cNvPr>
          <p:cNvSpPr>
            <a:spLocks/>
          </p:cNvSpPr>
          <p:nvPr/>
        </p:nvSpPr>
        <p:spPr>
          <a:xfrm>
            <a:off x="17312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data_7432">
            <a:extLst>
              <a:ext uri="{FF2B5EF4-FFF2-40B4-BE49-F238E27FC236}">
                <a16:creationId xmlns:a16="http://schemas.microsoft.com/office/drawing/2014/main" id="{D3A18F01-B9E8-4F0B-8B2D-4542E76678DE}"/>
              </a:ext>
            </a:extLst>
          </p:cNvPr>
          <p:cNvSpPr>
            <a:spLocks/>
          </p:cNvSpPr>
          <p:nvPr/>
        </p:nvSpPr>
        <p:spPr>
          <a:xfrm>
            <a:off x="17174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data_7433">
            <a:extLst>
              <a:ext uri="{FF2B5EF4-FFF2-40B4-BE49-F238E27FC236}">
                <a16:creationId xmlns:a16="http://schemas.microsoft.com/office/drawing/2014/main" id="{E37D5C38-259F-47B9-B256-1AD1AF13037A}"/>
              </a:ext>
            </a:extLst>
          </p:cNvPr>
          <p:cNvSpPr>
            <a:spLocks/>
          </p:cNvSpPr>
          <p:nvPr/>
        </p:nvSpPr>
        <p:spPr>
          <a:xfrm>
            <a:off x="17162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data_7434">
            <a:extLst>
              <a:ext uri="{FF2B5EF4-FFF2-40B4-BE49-F238E27FC236}">
                <a16:creationId xmlns:a16="http://schemas.microsoft.com/office/drawing/2014/main" id="{28A2EB5D-65D8-4CDA-8218-73802D2D235B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data_7435">
            <a:extLst>
              <a:ext uri="{FF2B5EF4-FFF2-40B4-BE49-F238E27FC236}">
                <a16:creationId xmlns:a16="http://schemas.microsoft.com/office/drawing/2014/main" id="{DF7F4369-EAD2-4FA6-93CB-DA486CE61893}"/>
              </a:ext>
            </a:extLst>
          </p:cNvPr>
          <p:cNvSpPr>
            <a:spLocks/>
          </p:cNvSpPr>
          <p:nvPr/>
        </p:nvSpPr>
        <p:spPr>
          <a:xfrm>
            <a:off x="169721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data_7436">
            <a:extLst>
              <a:ext uri="{FF2B5EF4-FFF2-40B4-BE49-F238E27FC236}">
                <a16:creationId xmlns:a16="http://schemas.microsoft.com/office/drawing/2014/main" id="{E4ED8213-40B2-4213-B706-01CE9FC8372B}"/>
              </a:ext>
            </a:extLst>
          </p:cNvPr>
          <p:cNvSpPr>
            <a:spLocks/>
          </p:cNvSpPr>
          <p:nvPr/>
        </p:nvSpPr>
        <p:spPr>
          <a:xfrm>
            <a:off x="16295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data_7437">
            <a:extLst>
              <a:ext uri="{FF2B5EF4-FFF2-40B4-BE49-F238E27FC236}">
                <a16:creationId xmlns:a16="http://schemas.microsoft.com/office/drawing/2014/main" id="{898801BD-78F6-4ED9-B364-2BD02D726534}"/>
              </a:ext>
            </a:extLst>
          </p:cNvPr>
          <p:cNvSpPr>
            <a:spLocks/>
          </p:cNvSpPr>
          <p:nvPr/>
        </p:nvSpPr>
        <p:spPr>
          <a:xfrm>
            <a:off x="169695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data_7438">
            <a:extLst>
              <a:ext uri="{FF2B5EF4-FFF2-40B4-BE49-F238E27FC236}">
                <a16:creationId xmlns:a16="http://schemas.microsoft.com/office/drawing/2014/main" id="{C6834165-2D19-41ED-BA22-D1FF17647B1E}"/>
              </a:ext>
            </a:extLst>
          </p:cNvPr>
          <p:cNvSpPr>
            <a:spLocks/>
          </p:cNvSpPr>
          <p:nvPr/>
        </p:nvSpPr>
        <p:spPr>
          <a:xfrm>
            <a:off x="1646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data_7439">
            <a:extLst>
              <a:ext uri="{FF2B5EF4-FFF2-40B4-BE49-F238E27FC236}">
                <a16:creationId xmlns:a16="http://schemas.microsoft.com/office/drawing/2014/main" id="{E90A25B3-D5E6-4C10-8F78-1482EB30378F}"/>
              </a:ext>
            </a:extLst>
          </p:cNvPr>
          <p:cNvSpPr>
            <a:spLocks/>
          </p:cNvSpPr>
          <p:nvPr/>
        </p:nvSpPr>
        <p:spPr>
          <a:xfrm>
            <a:off x="1716758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data_7440">
            <a:extLst>
              <a:ext uri="{FF2B5EF4-FFF2-40B4-BE49-F238E27FC236}">
                <a16:creationId xmlns:a16="http://schemas.microsoft.com/office/drawing/2014/main" id="{378D8D2C-7A9D-4544-B4A2-97F8DAC9D536}"/>
              </a:ext>
            </a:extLst>
          </p:cNvPr>
          <p:cNvSpPr>
            <a:spLocks/>
          </p:cNvSpPr>
          <p:nvPr/>
        </p:nvSpPr>
        <p:spPr>
          <a:xfrm>
            <a:off x="1733957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data_7441">
            <a:extLst>
              <a:ext uri="{FF2B5EF4-FFF2-40B4-BE49-F238E27FC236}">
                <a16:creationId xmlns:a16="http://schemas.microsoft.com/office/drawing/2014/main" id="{1BE36967-13E8-4DBA-B29A-E0BBB2C5A1F0}"/>
              </a:ext>
            </a:extLst>
          </p:cNvPr>
          <p:cNvSpPr>
            <a:spLocks/>
          </p:cNvSpPr>
          <p:nvPr/>
        </p:nvSpPr>
        <p:spPr>
          <a:xfrm>
            <a:off x="16447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data_7442">
            <a:extLst>
              <a:ext uri="{FF2B5EF4-FFF2-40B4-BE49-F238E27FC236}">
                <a16:creationId xmlns:a16="http://schemas.microsoft.com/office/drawing/2014/main" id="{7483CB08-7C2F-4D7D-A3DF-B2A59D5CC5AB}"/>
              </a:ext>
            </a:extLst>
          </p:cNvPr>
          <p:cNvSpPr>
            <a:spLocks/>
          </p:cNvSpPr>
          <p:nvPr/>
        </p:nvSpPr>
        <p:spPr>
          <a:xfrm>
            <a:off x="1717931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data_7443">
            <a:extLst>
              <a:ext uri="{FF2B5EF4-FFF2-40B4-BE49-F238E27FC236}">
                <a16:creationId xmlns:a16="http://schemas.microsoft.com/office/drawing/2014/main" id="{572B7279-E339-4E44-951A-079CF6BD5843}"/>
              </a:ext>
            </a:extLst>
          </p:cNvPr>
          <p:cNvSpPr>
            <a:spLocks/>
          </p:cNvSpPr>
          <p:nvPr/>
        </p:nvSpPr>
        <p:spPr>
          <a:xfrm>
            <a:off x="16512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data_7444">
            <a:extLst>
              <a:ext uri="{FF2B5EF4-FFF2-40B4-BE49-F238E27FC236}">
                <a16:creationId xmlns:a16="http://schemas.microsoft.com/office/drawing/2014/main" id="{1AD3EE5B-90F3-4959-BDC6-F5639572129A}"/>
              </a:ext>
            </a:extLst>
          </p:cNvPr>
          <p:cNvSpPr>
            <a:spLocks/>
          </p:cNvSpPr>
          <p:nvPr/>
        </p:nvSpPr>
        <p:spPr>
          <a:xfrm>
            <a:off x="16569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data_7445">
            <a:extLst>
              <a:ext uri="{FF2B5EF4-FFF2-40B4-BE49-F238E27FC236}">
                <a16:creationId xmlns:a16="http://schemas.microsoft.com/office/drawing/2014/main" id="{FFA697FD-7E84-4AA0-A747-1DF41836D363}"/>
              </a:ext>
            </a:extLst>
          </p:cNvPr>
          <p:cNvSpPr>
            <a:spLocks/>
          </p:cNvSpPr>
          <p:nvPr/>
        </p:nvSpPr>
        <p:spPr>
          <a:xfrm>
            <a:off x="16414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data_7446">
            <a:extLst>
              <a:ext uri="{FF2B5EF4-FFF2-40B4-BE49-F238E27FC236}">
                <a16:creationId xmlns:a16="http://schemas.microsoft.com/office/drawing/2014/main" id="{FAF8B167-127F-4F7D-9FA1-AB5372E4CC4D}"/>
              </a:ext>
            </a:extLst>
          </p:cNvPr>
          <p:cNvSpPr>
            <a:spLocks/>
          </p:cNvSpPr>
          <p:nvPr/>
        </p:nvSpPr>
        <p:spPr>
          <a:xfrm>
            <a:off x="171649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data_7447">
            <a:extLst>
              <a:ext uri="{FF2B5EF4-FFF2-40B4-BE49-F238E27FC236}">
                <a16:creationId xmlns:a16="http://schemas.microsoft.com/office/drawing/2014/main" id="{D012A06B-C51D-4C4B-8C8F-835C07A64F33}"/>
              </a:ext>
            </a:extLst>
          </p:cNvPr>
          <p:cNvSpPr>
            <a:spLocks/>
          </p:cNvSpPr>
          <p:nvPr/>
        </p:nvSpPr>
        <p:spPr>
          <a:xfrm>
            <a:off x="1750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data_7448">
            <a:extLst>
              <a:ext uri="{FF2B5EF4-FFF2-40B4-BE49-F238E27FC236}">
                <a16:creationId xmlns:a16="http://schemas.microsoft.com/office/drawing/2014/main" id="{1BEE24F1-BF9D-4986-A4A3-5C1DA46060CC}"/>
              </a:ext>
            </a:extLst>
          </p:cNvPr>
          <p:cNvSpPr>
            <a:spLocks/>
          </p:cNvSpPr>
          <p:nvPr/>
        </p:nvSpPr>
        <p:spPr>
          <a:xfrm>
            <a:off x="175571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data_7449">
            <a:extLst>
              <a:ext uri="{FF2B5EF4-FFF2-40B4-BE49-F238E27FC236}">
                <a16:creationId xmlns:a16="http://schemas.microsoft.com/office/drawing/2014/main" id="{D0F77109-4665-46DF-AE9B-01B320D892CF}"/>
              </a:ext>
            </a:extLst>
          </p:cNvPr>
          <p:cNvSpPr>
            <a:spLocks/>
          </p:cNvSpPr>
          <p:nvPr/>
        </p:nvSpPr>
        <p:spPr>
          <a:xfrm>
            <a:off x="16751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data_7450">
            <a:extLst>
              <a:ext uri="{FF2B5EF4-FFF2-40B4-BE49-F238E27FC236}">
                <a16:creationId xmlns:a16="http://schemas.microsoft.com/office/drawing/2014/main" id="{5A5705BB-4479-453C-B0CB-265EC3B7E8C9}"/>
              </a:ext>
            </a:extLst>
          </p:cNvPr>
          <p:cNvSpPr>
            <a:spLocks/>
          </p:cNvSpPr>
          <p:nvPr/>
        </p:nvSpPr>
        <p:spPr>
          <a:xfrm>
            <a:off x="17230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data_7451">
            <a:extLst>
              <a:ext uri="{FF2B5EF4-FFF2-40B4-BE49-F238E27FC236}">
                <a16:creationId xmlns:a16="http://schemas.microsoft.com/office/drawing/2014/main" id="{BBF140B4-7F9B-44A1-90FC-737271F1E071}"/>
              </a:ext>
            </a:extLst>
          </p:cNvPr>
          <p:cNvSpPr>
            <a:spLocks/>
          </p:cNvSpPr>
          <p:nvPr/>
        </p:nvSpPr>
        <p:spPr>
          <a:xfrm>
            <a:off x="1748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data_7452">
            <a:extLst>
              <a:ext uri="{FF2B5EF4-FFF2-40B4-BE49-F238E27FC236}">
                <a16:creationId xmlns:a16="http://schemas.microsoft.com/office/drawing/2014/main" id="{1B05968B-EF5B-495E-9B53-EE3A96F67E8A}"/>
              </a:ext>
            </a:extLst>
          </p:cNvPr>
          <p:cNvSpPr>
            <a:spLocks/>
          </p:cNvSpPr>
          <p:nvPr/>
        </p:nvSpPr>
        <p:spPr>
          <a:xfrm>
            <a:off x="173291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data_7453">
            <a:extLst>
              <a:ext uri="{FF2B5EF4-FFF2-40B4-BE49-F238E27FC236}">
                <a16:creationId xmlns:a16="http://schemas.microsoft.com/office/drawing/2014/main" id="{29D8939A-83F7-4E32-B82A-92B2C9946442}"/>
              </a:ext>
            </a:extLst>
          </p:cNvPr>
          <p:cNvSpPr>
            <a:spLocks/>
          </p:cNvSpPr>
          <p:nvPr/>
        </p:nvSpPr>
        <p:spPr>
          <a:xfrm>
            <a:off x="1719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data_7454">
            <a:extLst>
              <a:ext uri="{FF2B5EF4-FFF2-40B4-BE49-F238E27FC236}">
                <a16:creationId xmlns:a16="http://schemas.microsoft.com/office/drawing/2014/main" id="{0C79AFF2-E1A5-416B-88AE-87A841EE407A}"/>
              </a:ext>
            </a:extLst>
          </p:cNvPr>
          <p:cNvSpPr>
            <a:spLocks/>
          </p:cNvSpPr>
          <p:nvPr/>
        </p:nvSpPr>
        <p:spPr>
          <a:xfrm>
            <a:off x="16871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data_7455">
            <a:extLst>
              <a:ext uri="{FF2B5EF4-FFF2-40B4-BE49-F238E27FC236}">
                <a16:creationId xmlns:a16="http://schemas.microsoft.com/office/drawing/2014/main" id="{5DA11001-AC71-4554-BC95-AC7C803C8B2D}"/>
              </a:ext>
            </a:extLst>
          </p:cNvPr>
          <p:cNvSpPr>
            <a:spLocks/>
          </p:cNvSpPr>
          <p:nvPr/>
        </p:nvSpPr>
        <p:spPr>
          <a:xfrm>
            <a:off x="1683272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data_7456">
            <a:extLst>
              <a:ext uri="{FF2B5EF4-FFF2-40B4-BE49-F238E27FC236}">
                <a16:creationId xmlns:a16="http://schemas.microsoft.com/office/drawing/2014/main" id="{3846B684-AB0E-41D2-9FB2-17EDE852BCC2}"/>
              </a:ext>
            </a:extLst>
          </p:cNvPr>
          <p:cNvSpPr>
            <a:spLocks/>
          </p:cNvSpPr>
          <p:nvPr/>
        </p:nvSpPr>
        <p:spPr>
          <a:xfrm>
            <a:off x="16398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data_7457">
            <a:extLst>
              <a:ext uri="{FF2B5EF4-FFF2-40B4-BE49-F238E27FC236}">
                <a16:creationId xmlns:a16="http://schemas.microsoft.com/office/drawing/2014/main" id="{CDF508DD-F446-4BCA-9421-F655D8DEEEED}"/>
              </a:ext>
            </a:extLst>
          </p:cNvPr>
          <p:cNvSpPr>
            <a:spLocks/>
          </p:cNvSpPr>
          <p:nvPr/>
        </p:nvSpPr>
        <p:spPr>
          <a:xfrm>
            <a:off x="1748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data_7458">
            <a:extLst>
              <a:ext uri="{FF2B5EF4-FFF2-40B4-BE49-F238E27FC236}">
                <a16:creationId xmlns:a16="http://schemas.microsoft.com/office/drawing/2014/main" id="{62521F5F-E681-40AD-8501-C10B62DBBF69}"/>
              </a:ext>
            </a:extLst>
          </p:cNvPr>
          <p:cNvSpPr>
            <a:spLocks/>
          </p:cNvSpPr>
          <p:nvPr/>
        </p:nvSpPr>
        <p:spPr>
          <a:xfrm>
            <a:off x="17348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data_7459">
            <a:extLst>
              <a:ext uri="{FF2B5EF4-FFF2-40B4-BE49-F238E27FC236}">
                <a16:creationId xmlns:a16="http://schemas.microsoft.com/office/drawing/2014/main" id="{8514384C-142C-4E17-AAD2-D65553D30113}"/>
              </a:ext>
            </a:extLst>
          </p:cNvPr>
          <p:cNvSpPr>
            <a:spLocks/>
          </p:cNvSpPr>
          <p:nvPr/>
        </p:nvSpPr>
        <p:spPr>
          <a:xfrm>
            <a:off x="17151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data_7460">
            <a:extLst>
              <a:ext uri="{FF2B5EF4-FFF2-40B4-BE49-F238E27FC236}">
                <a16:creationId xmlns:a16="http://schemas.microsoft.com/office/drawing/2014/main" id="{3B5F7987-1A89-4349-BDF9-6A37EE35F295}"/>
              </a:ext>
            </a:extLst>
          </p:cNvPr>
          <p:cNvSpPr>
            <a:spLocks/>
          </p:cNvSpPr>
          <p:nvPr/>
        </p:nvSpPr>
        <p:spPr>
          <a:xfrm>
            <a:off x="16353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data_7461">
            <a:extLst>
              <a:ext uri="{FF2B5EF4-FFF2-40B4-BE49-F238E27FC236}">
                <a16:creationId xmlns:a16="http://schemas.microsoft.com/office/drawing/2014/main" id="{1AB0B520-391A-4B95-90D6-6F4864EC3DA0}"/>
              </a:ext>
            </a:extLst>
          </p:cNvPr>
          <p:cNvSpPr>
            <a:spLocks/>
          </p:cNvSpPr>
          <p:nvPr/>
        </p:nvSpPr>
        <p:spPr>
          <a:xfrm>
            <a:off x="1647962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data_7462">
            <a:extLst>
              <a:ext uri="{FF2B5EF4-FFF2-40B4-BE49-F238E27FC236}">
                <a16:creationId xmlns:a16="http://schemas.microsoft.com/office/drawing/2014/main" id="{4C4B91DE-D7EE-44A8-A42F-68DE6E2B2219}"/>
              </a:ext>
            </a:extLst>
          </p:cNvPr>
          <p:cNvSpPr>
            <a:spLocks/>
          </p:cNvSpPr>
          <p:nvPr/>
        </p:nvSpPr>
        <p:spPr>
          <a:xfrm>
            <a:off x="16606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data_7463">
            <a:extLst>
              <a:ext uri="{FF2B5EF4-FFF2-40B4-BE49-F238E27FC236}">
                <a16:creationId xmlns:a16="http://schemas.microsoft.com/office/drawing/2014/main" id="{CB9E1D70-C0C1-415A-803A-E6F0AA0E9561}"/>
              </a:ext>
            </a:extLst>
          </p:cNvPr>
          <p:cNvSpPr>
            <a:spLocks/>
          </p:cNvSpPr>
          <p:nvPr/>
        </p:nvSpPr>
        <p:spPr>
          <a:xfrm>
            <a:off x="17164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data_7464">
            <a:extLst>
              <a:ext uri="{FF2B5EF4-FFF2-40B4-BE49-F238E27FC236}">
                <a16:creationId xmlns:a16="http://schemas.microsoft.com/office/drawing/2014/main" id="{8AC0B4D1-5CF5-4875-93B7-0FF8FCB9F292}"/>
              </a:ext>
            </a:extLst>
          </p:cNvPr>
          <p:cNvSpPr>
            <a:spLocks/>
          </p:cNvSpPr>
          <p:nvPr/>
        </p:nvSpPr>
        <p:spPr>
          <a:xfrm>
            <a:off x="17033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data_7465">
            <a:extLst>
              <a:ext uri="{FF2B5EF4-FFF2-40B4-BE49-F238E27FC236}">
                <a16:creationId xmlns:a16="http://schemas.microsoft.com/office/drawing/2014/main" id="{C4969880-112E-4DFF-820F-45775A85BE76}"/>
              </a:ext>
            </a:extLst>
          </p:cNvPr>
          <p:cNvSpPr>
            <a:spLocks/>
          </p:cNvSpPr>
          <p:nvPr/>
        </p:nvSpPr>
        <p:spPr>
          <a:xfrm>
            <a:off x="1653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data_7466">
            <a:extLst>
              <a:ext uri="{FF2B5EF4-FFF2-40B4-BE49-F238E27FC236}">
                <a16:creationId xmlns:a16="http://schemas.microsoft.com/office/drawing/2014/main" id="{F1B95285-DB62-426A-A608-4353A2784F8F}"/>
              </a:ext>
            </a:extLst>
          </p:cNvPr>
          <p:cNvSpPr>
            <a:spLocks/>
          </p:cNvSpPr>
          <p:nvPr/>
        </p:nvSpPr>
        <p:spPr>
          <a:xfrm>
            <a:off x="1677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data_7467">
            <a:extLst>
              <a:ext uri="{FF2B5EF4-FFF2-40B4-BE49-F238E27FC236}">
                <a16:creationId xmlns:a16="http://schemas.microsoft.com/office/drawing/2014/main" id="{B158F0AE-22EE-45C8-8461-BF8A453EED10}"/>
              </a:ext>
            </a:extLst>
          </p:cNvPr>
          <p:cNvSpPr>
            <a:spLocks/>
          </p:cNvSpPr>
          <p:nvPr/>
        </p:nvSpPr>
        <p:spPr>
          <a:xfrm>
            <a:off x="1630893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data_7468">
            <a:extLst>
              <a:ext uri="{FF2B5EF4-FFF2-40B4-BE49-F238E27FC236}">
                <a16:creationId xmlns:a16="http://schemas.microsoft.com/office/drawing/2014/main" id="{EA0D5ED4-5384-4662-BD54-C96C47BF4628}"/>
              </a:ext>
            </a:extLst>
          </p:cNvPr>
          <p:cNvSpPr>
            <a:spLocks/>
          </p:cNvSpPr>
          <p:nvPr/>
        </p:nvSpPr>
        <p:spPr>
          <a:xfrm>
            <a:off x="23423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data_7469">
            <a:extLst>
              <a:ext uri="{FF2B5EF4-FFF2-40B4-BE49-F238E27FC236}">
                <a16:creationId xmlns:a16="http://schemas.microsoft.com/office/drawing/2014/main" id="{54AD7CD4-6F0C-48D2-9C52-EEE631571986}"/>
              </a:ext>
            </a:extLst>
          </p:cNvPr>
          <p:cNvSpPr>
            <a:spLocks/>
          </p:cNvSpPr>
          <p:nvPr/>
        </p:nvSpPr>
        <p:spPr>
          <a:xfrm>
            <a:off x="2317308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data_7470">
            <a:extLst>
              <a:ext uri="{FF2B5EF4-FFF2-40B4-BE49-F238E27FC236}">
                <a16:creationId xmlns:a16="http://schemas.microsoft.com/office/drawing/2014/main" id="{2D1B13CC-09BE-47F9-ABA8-9A4953C0B1E0}"/>
              </a:ext>
            </a:extLst>
          </p:cNvPr>
          <p:cNvSpPr>
            <a:spLocks/>
          </p:cNvSpPr>
          <p:nvPr/>
        </p:nvSpPr>
        <p:spPr>
          <a:xfrm>
            <a:off x="23376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data_7471">
            <a:extLst>
              <a:ext uri="{FF2B5EF4-FFF2-40B4-BE49-F238E27FC236}">
                <a16:creationId xmlns:a16="http://schemas.microsoft.com/office/drawing/2014/main" id="{C58D8B0E-0E93-46A5-B865-1F615442254C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data_7472">
            <a:extLst>
              <a:ext uri="{FF2B5EF4-FFF2-40B4-BE49-F238E27FC236}">
                <a16:creationId xmlns:a16="http://schemas.microsoft.com/office/drawing/2014/main" id="{37D0D225-BEEE-4FC9-8ADF-F004A1F499B2}"/>
              </a:ext>
            </a:extLst>
          </p:cNvPr>
          <p:cNvSpPr>
            <a:spLocks/>
          </p:cNvSpPr>
          <p:nvPr/>
        </p:nvSpPr>
        <p:spPr>
          <a:xfrm>
            <a:off x="23592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data_7473">
            <a:extLst>
              <a:ext uri="{FF2B5EF4-FFF2-40B4-BE49-F238E27FC236}">
                <a16:creationId xmlns:a16="http://schemas.microsoft.com/office/drawing/2014/main" id="{A766D377-09C7-44EE-9FAA-085CC6472CDC}"/>
              </a:ext>
            </a:extLst>
          </p:cNvPr>
          <p:cNvSpPr>
            <a:spLocks/>
          </p:cNvSpPr>
          <p:nvPr/>
        </p:nvSpPr>
        <p:spPr>
          <a:xfrm>
            <a:off x="23971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data_7474">
            <a:extLst>
              <a:ext uri="{FF2B5EF4-FFF2-40B4-BE49-F238E27FC236}">
                <a16:creationId xmlns:a16="http://schemas.microsoft.com/office/drawing/2014/main" id="{35FAA03B-8954-4B8C-84DD-3F166FB049F3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data_7475">
            <a:extLst>
              <a:ext uri="{FF2B5EF4-FFF2-40B4-BE49-F238E27FC236}">
                <a16:creationId xmlns:a16="http://schemas.microsoft.com/office/drawing/2014/main" id="{98B87BC6-5FFD-4D95-BD6A-9DE995B703A1}"/>
              </a:ext>
            </a:extLst>
          </p:cNvPr>
          <p:cNvSpPr>
            <a:spLocks/>
          </p:cNvSpPr>
          <p:nvPr/>
        </p:nvSpPr>
        <p:spPr>
          <a:xfrm>
            <a:off x="23242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data_7476">
            <a:extLst>
              <a:ext uri="{FF2B5EF4-FFF2-40B4-BE49-F238E27FC236}">
                <a16:creationId xmlns:a16="http://schemas.microsoft.com/office/drawing/2014/main" id="{BCA49885-7315-4B97-B103-AE1DE8806C4B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data_7477">
            <a:extLst>
              <a:ext uri="{FF2B5EF4-FFF2-40B4-BE49-F238E27FC236}">
                <a16:creationId xmlns:a16="http://schemas.microsoft.com/office/drawing/2014/main" id="{CE0E511A-1298-4FED-B995-89661E7A7AC1}"/>
              </a:ext>
            </a:extLst>
          </p:cNvPr>
          <p:cNvSpPr>
            <a:spLocks/>
          </p:cNvSpPr>
          <p:nvPr/>
        </p:nvSpPr>
        <p:spPr>
          <a:xfrm>
            <a:off x="2324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data_7478">
            <a:extLst>
              <a:ext uri="{FF2B5EF4-FFF2-40B4-BE49-F238E27FC236}">
                <a16:creationId xmlns:a16="http://schemas.microsoft.com/office/drawing/2014/main" id="{0F2B2830-5F2D-4076-B92C-487A01A8A1D0}"/>
              </a:ext>
            </a:extLst>
          </p:cNvPr>
          <p:cNvSpPr>
            <a:spLocks/>
          </p:cNvSpPr>
          <p:nvPr/>
        </p:nvSpPr>
        <p:spPr>
          <a:xfrm>
            <a:off x="2310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data_7479">
            <a:extLst>
              <a:ext uri="{FF2B5EF4-FFF2-40B4-BE49-F238E27FC236}">
                <a16:creationId xmlns:a16="http://schemas.microsoft.com/office/drawing/2014/main" id="{D9F7B9FC-4483-4CBD-AFD9-1696AA00EAB9}"/>
              </a:ext>
            </a:extLst>
          </p:cNvPr>
          <p:cNvSpPr>
            <a:spLocks/>
          </p:cNvSpPr>
          <p:nvPr/>
        </p:nvSpPr>
        <p:spPr>
          <a:xfrm>
            <a:off x="241060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data_7480">
            <a:extLst>
              <a:ext uri="{FF2B5EF4-FFF2-40B4-BE49-F238E27FC236}">
                <a16:creationId xmlns:a16="http://schemas.microsoft.com/office/drawing/2014/main" id="{91641114-443C-411D-AA43-E41A9F409158}"/>
              </a:ext>
            </a:extLst>
          </p:cNvPr>
          <p:cNvSpPr>
            <a:spLocks/>
          </p:cNvSpPr>
          <p:nvPr/>
        </p:nvSpPr>
        <p:spPr>
          <a:xfrm>
            <a:off x="243731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data_7481">
            <a:extLst>
              <a:ext uri="{FF2B5EF4-FFF2-40B4-BE49-F238E27FC236}">
                <a16:creationId xmlns:a16="http://schemas.microsoft.com/office/drawing/2014/main" id="{BC63B2DE-7A45-4D70-9BB8-C82A85913391}"/>
              </a:ext>
            </a:extLst>
          </p:cNvPr>
          <p:cNvSpPr>
            <a:spLocks/>
          </p:cNvSpPr>
          <p:nvPr/>
        </p:nvSpPr>
        <p:spPr>
          <a:xfrm>
            <a:off x="23588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data_7482">
            <a:extLst>
              <a:ext uri="{FF2B5EF4-FFF2-40B4-BE49-F238E27FC236}">
                <a16:creationId xmlns:a16="http://schemas.microsoft.com/office/drawing/2014/main" id="{2B58BE3F-5F5A-47F3-BCB2-BBBA15C56EBC}"/>
              </a:ext>
            </a:extLst>
          </p:cNvPr>
          <p:cNvSpPr>
            <a:spLocks/>
          </p:cNvSpPr>
          <p:nvPr/>
        </p:nvSpPr>
        <p:spPr>
          <a:xfrm>
            <a:off x="24302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data_7483">
            <a:extLst>
              <a:ext uri="{FF2B5EF4-FFF2-40B4-BE49-F238E27FC236}">
                <a16:creationId xmlns:a16="http://schemas.microsoft.com/office/drawing/2014/main" id="{53E8A572-A645-4E0C-9635-925B17EA9DB0}"/>
              </a:ext>
            </a:extLst>
          </p:cNvPr>
          <p:cNvSpPr>
            <a:spLocks/>
          </p:cNvSpPr>
          <p:nvPr/>
        </p:nvSpPr>
        <p:spPr>
          <a:xfrm>
            <a:off x="233750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data_7484">
            <a:extLst>
              <a:ext uri="{FF2B5EF4-FFF2-40B4-BE49-F238E27FC236}">
                <a16:creationId xmlns:a16="http://schemas.microsoft.com/office/drawing/2014/main" id="{36603F01-87DC-4510-B094-22C5A9D5449A}"/>
              </a:ext>
            </a:extLst>
          </p:cNvPr>
          <p:cNvSpPr>
            <a:spLocks/>
          </p:cNvSpPr>
          <p:nvPr/>
        </p:nvSpPr>
        <p:spPr>
          <a:xfrm>
            <a:off x="2362260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data_7485">
            <a:extLst>
              <a:ext uri="{FF2B5EF4-FFF2-40B4-BE49-F238E27FC236}">
                <a16:creationId xmlns:a16="http://schemas.microsoft.com/office/drawing/2014/main" id="{5FA965AC-7C15-4BF8-851B-D37DA1F40FC1}"/>
              </a:ext>
            </a:extLst>
          </p:cNvPr>
          <p:cNvSpPr>
            <a:spLocks/>
          </p:cNvSpPr>
          <p:nvPr/>
        </p:nvSpPr>
        <p:spPr>
          <a:xfrm>
            <a:off x="240108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data_7486">
            <a:extLst>
              <a:ext uri="{FF2B5EF4-FFF2-40B4-BE49-F238E27FC236}">
                <a16:creationId xmlns:a16="http://schemas.microsoft.com/office/drawing/2014/main" id="{DCA1C621-AF91-4BE1-B8EE-9F54508D80ED}"/>
              </a:ext>
            </a:extLst>
          </p:cNvPr>
          <p:cNvSpPr>
            <a:spLocks/>
          </p:cNvSpPr>
          <p:nvPr/>
        </p:nvSpPr>
        <p:spPr>
          <a:xfrm>
            <a:off x="242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data_7487">
            <a:extLst>
              <a:ext uri="{FF2B5EF4-FFF2-40B4-BE49-F238E27FC236}">
                <a16:creationId xmlns:a16="http://schemas.microsoft.com/office/drawing/2014/main" id="{4DE1228F-7D66-4666-9BF3-86331F22E439}"/>
              </a:ext>
            </a:extLst>
          </p:cNvPr>
          <p:cNvSpPr>
            <a:spLocks/>
          </p:cNvSpPr>
          <p:nvPr/>
        </p:nvSpPr>
        <p:spPr>
          <a:xfrm>
            <a:off x="243705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data_7488">
            <a:extLst>
              <a:ext uri="{FF2B5EF4-FFF2-40B4-BE49-F238E27FC236}">
                <a16:creationId xmlns:a16="http://schemas.microsoft.com/office/drawing/2014/main" id="{F5BC1FD8-4E0E-47A1-932E-3AA064056795}"/>
              </a:ext>
            </a:extLst>
          </p:cNvPr>
          <p:cNvSpPr>
            <a:spLocks/>
          </p:cNvSpPr>
          <p:nvPr/>
        </p:nvSpPr>
        <p:spPr>
          <a:xfrm>
            <a:off x="23920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data_7489">
            <a:extLst>
              <a:ext uri="{FF2B5EF4-FFF2-40B4-BE49-F238E27FC236}">
                <a16:creationId xmlns:a16="http://schemas.microsoft.com/office/drawing/2014/main" id="{CDA79CD9-08EC-4B68-857A-F69D8109309E}"/>
              </a:ext>
            </a:extLst>
          </p:cNvPr>
          <p:cNvSpPr>
            <a:spLocks/>
          </p:cNvSpPr>
          <p:nvPr/>
        </p:nvSpPr>
        <p:spPr>
          <a:xfrm>
            <a:off x="231483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data_7490">
            <a:extLst>
              <a:ext uri="{FF2B5EF4-FFF2-40B4-BE49-F238E27FC236}">
                <a16:creationId xmlns:a16="http://schemas.microsoft.com/office/drawing/2014/main" id="{AE06D17A-2E22-4335-B2D7-EC93A0916782}"/>
              </a:ext>
            </a:extLst>
          </p:cNvPr>
          <p:cNvSpPr>
            <a:spLocks/>
          </p:cNvSpPr>
          <p:nvPr/>
        </p:nvSpPr>
        <p:spPr>
          <a:xfrm>
            <a:off x="233411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data_7491">
            <a:extLst>
              <a:ext uri="{FF2B5EF4-FFF2-40B4-BE49-F238E27FC236}">
                <a16:creationId xmlns:a16="http://schemas.microsoft.com/office/drawing/2014/main" id="{04AF0DD6-AE14-4CD2-9A0B-8E94AB0677F2}"/>
              </a:ext>
            </a:extLst>
          </p:cNvPr>
          <p:cNvSpPr>
            <a:spLocks/>
          </p:cNvSpPr>
          <p:nvPr/>
        </p:nvSpPr>
        <p:spPr>
          <a:xfrm>
            <a:off x="23425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data_7492">
            <a:extLst>
              <a:ext uri="{FF2B5EF4-FFF2-40B4-BE49-F238E27FC236}">
                <a16:creationId xmlns:a16="http://schemas.microsoft.com/office/drawing/2014/main" id="{4C2DE3A5-B0CE-43B2-8C55-D1CFE5AAF65A}"/>
              </a:ext>
            </a:extLst>
          </p:cNvPr>
          <p:cNvSpPr>
            <a:spLocks/>
          </p:cNvSpPr>
          <p:nvPr/>
        </p:nvSpPr>
        <p:spPr>
          <a:xfrm>
            <a:off x="23145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data_7493">
            <a:extLst>
              <a:ext uri="{FF2B5EF4-FFF2-40B4-BE49-F238E27FC236}">
                <a16:creationId xmlns:a16="http://schemas.microsoft.com/office/drawing/2014/main" id="{8CFBA212-3F38-4C4A-BCB4-17509082467F}"/>
              </a:ext>
            </a:extLst>
          </p:cNvPr>
          <p:cNvSpPr>
            <a:spLocks/>
          </p:cNvSpPr>
          <p:nvPr/>
        </p:nvSpPr>
        <p:spPr>
          <a:xfrm>
            <a:off x="231379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data_7494">
            <a:extLst>
              <a:ext uri="{FF2B5EF4-FFF2-40B4-BE49-F238E27FC236}">
                <a16:creationId xmlns:a16="http://schemas.microsoft.com/office/drawing/2014/main" id="{E5874E68-1107-414D-BF76-75BF8859ABF3}"/>
              </a:ext>
            </a:extLst>
          </p:cNvPr>
          <p:cNvSpPr>
            <a:spLocks/>
          </p:cNvSpPr>
          <p:nvPr/>
        </p:nvSpPr>
        <p:spPr>
          <a:xfrm>
            <a:off x="23390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data_7495">
            <a:extLst>
              <a:ext uri="{FF2B5EF4-FFF2-40B4-BE49-F238E27FC236}">
                <a16:creationId xmlns:a16="http://schemas.microsoft.com/office/drawing/2014/main" id="{24FA29FC-98BE-49BC-AC39-FBF03CDBD6B2}"/>
              </a:ext>
            </a:extLst>
          </p:cNvPr>
          <p:cNvSpPr>
            <a:spLocks/>
          </p:cNvSpPr>
          <p:nvPr/>
        </p:nvSpPr>
        <p:spPr>
          <a:xfrm>
            <a:off x="2388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data_7496">
            <a:extLst>
              <a:ext uri="{FF2B5EF4-FFF2-40B4-BE49-F238E27FC236}">
                <a16:creationId xmlns:a16="http://schemas.microsoft.com/office/drawing/2014/main" id="{6B95CAF1-FDE5-43DB-95EC-CACF7C8B184C}"/>
              </a:ext>
            </a:extLst>
          </p:cNvPr>
          <p:cNvSpPr>
            <a:spLocks/>
          </p:cNvSpPr>
          <p:nvPr/>
        </p:nvSpPr>
        <p:spPr>
          <a:xfrm>
            <a:off x="23321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data_7497">
            <a:extLst>
              <a:ext uri="{FF2B5EF4-FFF2-40B4-BE49-F238E27FC236}">
                <a16:creationId xmlns:a16="http://schemas.microsoft.com/office/drawing/2014/main" id="{90D97E84-4691-4398-A03B-8AC3242DA621}"/>
              </a:ext>
            </a:extLst>
          </p:cNvPr>
          <p:cNvSpPr>
            <a:spLocks/>
          </p:cNvSpPr>
          <p:nvPr/>
        </p:nvSpPr>
        <p:spPr>
          <a:xfrm>
            <a:off x="23712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data_7498">
            <a:extLst>
              <a:ext uri="{FF2B5EF4-FFF2-40B4-BE49-F238E27FC236}">
                <a16:creationId xmlns:a16="http://schemas.microsoft.com/office/drawing/2014/main" id="{7270A302-5E93-45F3-8A25-2E2FD2F0E5A1}"/>
              </a:ext>
            </a:extLst>
          </p:cNvPr>
          <p:cNvSpPr>
            <a:spLocks/>
          </p:cNvSpPr>
          <p:nvPr/>
        </p:nvSpPr>
        <p:spPr>
          <a:xfrm>
            <a:off x="235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data_7499">
            <a:extLst>
              <a:ext uri="{FF2B5EF4-FFF2-40B4-BE49-F238E27FC236}">
                <a16:creationId xmlns:a16="http://schemas.microsoft.com/office/drawing/2014/main" id="{23B71502-DB19-4C3D-8F58-FC4124DBE992}"/>
              </a:ext>
            </a:extLst>
          </p:cNvPr>
          <p:cNvSpPr>
            <a:spLocks/>
          </p:cNvSpPr>
          <p:nvPr/>
        </p:nvSpPr>
        <p:spPr>
          <a:xfrm>
            <a:off x="2422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data_7500">
            <a:extLst>
              <a:ext uri="{FF2B5EF4-FFF2-40B4-BE49-F238E27FC236}">
                <a16:creationId xmlns:a16="http://schemas.microsoft.com/office/drawing/2014/main" id="{D115579F-0E36-48F7-AF2C-DD091457C3FF}"/>
              </a:ext>
            </a:extLst>
          </p:cNvPr>
          <p:cNvSpPr>
            <a:spLocks/>
          </p:cNvSpPr>
          <p:nvPr/>
        </p:nvSpPr>
        <p:spPr>
          <a:xfrm>
            <a:off x="2344540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data_7501">
            <a:extLst>
              <a:ext uri="{FF2B5EF4-FFF2-40B4-BE49-F238E27FC236}">
                <a16:creationId xmlns:a16="http://schemas.microsoft.com/office/drawing/2014/main" id="{097F4BF4-7D54-4B5D-9BE8-315A6BE2200C}"/>
              </a:ext>
            </a:extLst>
          </p:cNvPr>
          <p:cNvSpPr>
            <a:spLocks/>
          </p:cNvSpPr>
          <p:nvPr/>
        </p:nvSpPr>
        <p:spPr>
          <a:xfrm>
            <a:off x="23980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data_7502">
            <a:extLst>
              <a:ext uri="{FF2B5EF4-FFF2-40B4-BE49-F238E27FC236}">
                <a16:creationId xmlns:a16="http://schemas.microsoft.com/office/drawing/2014/main" id="{E2D10978-0181-43DA-8E28-5E0F7392897A}"/>
              </a:ext>
            </a:extLst>
          </p:cNvPr>
          <p:cNvSpPr>
            <a:spLocks/>
          </p:cNvSpPr>
          <p:nvPr/>
        </p:nvSpPr>
        <p:spPr>
          <a:xfrm>
            <a:off x="24013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data_7503">
            <a:extLst>
              <a:ext uri="{FF2B5EF4-FFF2-40B4-BE49-F238E27FC236}">
                <a16:creationId xmlns:a16="http://schemas.microsoft.com/office/drawing/2014/main" id="{627E57BF-EC5E-4479-B5B4-6122F3016152}"/>
              </a:ext>
            </a:extLst>
          </p:cNvPr>
          <p:cNvSpPr>
            <a:spLocks/>
          </p:cNvSpPr>
          <p:nvPr/>
        </p:nvSpPr>
        <p:spPr>
          <a:xfrm>
            <a:off x="231418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data_7504">
            <a:extLst>
              <a:ext uri="{FF2B5EF4-FFF2-40B4-BE49-F238E27FC236}">
                <a16:creationId xmlns:a16="http://schemas.microsoft.com/office/drawing/2014/main" id="{12505D68-920E-447F-B80D-9A31743E1180}"/>
              </a:ext>
            </a:extLst>
          </p:cNvPr>
          <p:cNvSpPr>
            <a:spLocks/>
          </p:cNvSpPr>
          <p:nvPr/>
        </p:nvSpPr>
        <p:spPr>
          <a:xfrm>
            <a:off x="24203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data_7505">
            <a:extLst>
              <a:ext uri="{FF2B5EF4-FFF2-40B4-BE49-F238E27FC236}">
                <a16:creationId xmlns:a16="http://schemas.microsoft.com/office/drawing/2014/main" id="{6FC6317A-E181-4EFE-9321-056B85E3D626}"/>
              </a:ext>
            </a:extLst>
          </p:cNvPr>
          <p:cNvSpPr>
            <a:spLocks/>
          </p:cNvSpPr>
          <p:nvPr/>
        </p:nvSpPr>
        <p:spPr>
          <a:xfrm>
            <a:off x="23110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data_7506">
            <a:extLst>
              <a:ext uri="{FF2B5EF4-FFF2-40B4-BE49-F238E27FC236}">
                <a16:creationId xmlns:a16="http://schemas.microsoft.com/office/drawing/2014/main" id="{61CF4C0F-82B8-4537-BFDB-7CFB8B5C8BF2}"/>
              </a:ext>
            </a:extLst>
          </p:cNvPr>
          <p:cNvSpPr>
            <a:spLocks/>
          </p:cNvSpPr>
          <p:nvPr/>
        </p:nvSpPr>
        <p:spPr>
          <a:xfrm>
            <a:off x="24201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data_7507">
            <a:extLst>
              <a:ext uri="{FF2B5EF4-FFF2-40B4-BE49-F238E27FC236}">
                <a16:creationId xmlns:a16="http://schemas.microsoft.com/office/drawing/2014/main" id="{0FED572E-B520-4850-A8B9-DAFB2C67AE2D}"/>
              </a:ext>
            </a:extLst>
          </p:cNvPr>
          <p:cNvSpPr>
            <a:spLocks/>
          </p:cNvSpPr>
          <p:nvPr/>
        </p:nvSpPr>
        <p:spPr>
          <a:xfrm>
            <a:off x="24327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data_7508">
            <a:extLst>
              <a:ext uri="{FF2B5EF4-FFF2-40B4-BE49-F238E27FC236}">
                <a16:creationId xmlns:a16="http://schemas.microsoft.com/office/drawing/2014/main" id="{27F68D89-7603-4116-91CC-0FAD99F5B539}"/>
              </a:ext>
            </a:extLst>
          </p:cNvPr>
          <p:cNvSpPr>
            <a:spLocks/>
          </p:cNvSpPr>
          <p:nvPr/>
        </p:nvSpPr>
        <p:spPr>
          <a:xfrm>
            <a:off x="23889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data_7509">
            <a:extLst>
              <a:ext uri="{FF2B5EF4-FFF2-40B4-BE49-F238E27FC236}">
                <a16:creationId xmlns:a16="http://schemas.microsoft.com/office/drawing/2014/main" id="{3D6A2573-5836-417C-BFC7-538E800770E4}"/>
              </a:ext>
            </a:extLst>
          </p:cNvPr>
          <p:cNvSpPr>
            <a:spLocks/>
          </p:cNvSpPr>
          <p:nvPr/>
        </p:nvSpPr>
        <p:spPr>
          <a:xfrm>
            <a:off x="2349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data_7510">
            <a:extLst>
              <a:ext uri="{FF2B5EF4-FFF2-40B4-BE49-F238E27FC236}">
                <a16:creationId xmlns:a16="http://schemas.microsoft.com/office/drawing/2014/main" id="{C8672386-0AC0-4B76-B11A-C6701B59849F}"/>
              </a:ext>
            </a:extLst>
          </p:cNvPr>
          <p:cNvSpPr>
            <a:spLocks/>
          </p:cNvSpPr>
          <p:nvPr/>
        </p:nvSpPr>
        <p:spPr>
          <a:xfrm>
            <a:off x="24044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data_7511">
            <a:extLst>
              <a:ext uri="{FF2B5EF4-FFF2-40B4-BE49-F238E27FC236}">
                <a16:creationId xmlns:a16="http://schemas.microsoft.com/office/drawing/2014/main" id="{F691520A-B0BF-43CE-8754-2D30DCF09012}"/>
              </a:ext>
            </a:extLst>
          </p:cNvPr>
          <p:cNvSpPr>
            <a:spLocks/>
          </p:cNvSpPr>
          <p:nvPr/>
        </p:nvSpPr>
        <p:spPr>
          <a:xfrm>
            <a:off x="2338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data_7512">
            <a:extLst>
              <a:ext uri="{FF2B5EF4-FFF2-40B4-BE49-F238E27FC236}">
                <a16:creationId xmlns:a16="http://schemas.microsoft.com/office/drawing/2014/main" id="{32F96EBB-D60E-4ED1-A118-4BD093810020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data_7513">
            <a:extLst>
              <a:ext uri="{FF2B5EF4-FFF2-40B4-BE49-F238E27FC236}">
                <a16:creationId xmlns:a16="http://schemas.microsoft.com/office/drawing/2014/main" id="{9B881F4A-0027-4088-9C97-3C4BDACB2A69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data_7514">
            <a:extLst>
              <a:ext uri="{FF2B5EF4-FFF2-40B4-BE49-F238E27FC236}">
                <a16:creationId xmlns:a16="http://schemas.microsoft.com/office/drawing/2014/main" id="{C2F5404E-F171-4F69-9812-83AE171E8041}"/>
              </a:ext>
            </a:extLst>
          </p:cNvPr>
          <p:cNvSpPr>
            <a:spLocks/>
          </p:cNvSpPr>
          <p:nvPr/>
        </p:nvSpPr>
        <p:spPr>
          <a:xfrm>
            <a:off x="233255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data_7515">
            <a:extLst>
              <a:ext uri="{FF2B5EF4-FFF2-40B4-BE49-F238E27FC236}">
                <a16:creationId xmlns:a16="http://schemas.microsoft.com/office/drawing/2014/main" id="{77C2377C-66D4-45BC-803B-4D9CF6E693F6}"/>
              </a:ext>
            </a:extLst>
          </p:cNvPr>
          <p:cNvSpPr>
            <a:spLocks/>
          </p:cNvSpPr>
          <p:nvPr/>
        </p:nvSpPr>
        <p:spPr>
          <a:xfrm>
            <a:off x="24233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data_7516">
            <a:extLst>
              <a:ext uri="{FF2B5EF4-FFF2-40B4-BE49-F238E27FC236}">
                <a16:creationId xmlns:a16="http://schemas.microsoft.com/office/drawing/2014/main" id="{E57CB455-E345-4D4B-8F1C-8D49E014EE29}"/>
              </a:ext>
            </a:extLst>
          </p:cNvPr>
          <p:cNvSpPr>
            <a:spLocks/>
          </p:cNvSpPr>
          <p:nvPr/>
        </p:nvSpPr>
        <p:spPr>
          <a:xfrm>
            <a:off x="235209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data_7517">
            <a:extLst>
              <a:ext uri="{FF2B5EF4-FFF2-40B4-BE49-F238E27FC236}">
                <a16:creationId xmlns:a16="http://schemas.microsoft.com/office/drawing/2014/main" id="{23E9F1FA-887D-4124-8A20-315459FCED6B}"/>
              </a:ext>
            </a:extLst>
          </p:cNvPr>
          <p:cNvSpPr>
            <a:spLocks/>
          </p:cNvSpPr>
          <p:nvPr/>
        </p:nvSpPr>
        <p:spPr>
          <a:xfrm>
            <a:off x="236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data_7518">
            <a:extLst>
              <a:ext uri="{FF2B5EF4-FFF2-40B4-BE49-F238E27FC236}">
                <a16:creationId xmlns:a16="http://schemas.microsoft.com/office/drawing/2014/main" id="{8B36CE98-A135-40DF-A633-1B31C2CB0600}"/>
              </a:ext>
            </a:extLst>
          </p:cNvPr>
          <p:cNvSpPr>
            <a:spLocks/>
          </p:cNvSpPr>
          <p:nvPr/>
        </p:nvSpPr>
        <p:spPr>
          <a:xfrm>
            <a:off x="24358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data_7519">
            <a:extLst>
              <a:ext uri="{FF2B5EF4-FFF2-40B4-BE49-F238E27FC236}">
                <a16:creationId xmlns:a16="http://schemas.microsoft.com/office/drawing/2014/main" id="{0C4A43A1-CFE5-4AEE-8E69-0511E4189792}"/>
              </a:ext>
            </a:extLst>
          </p:cNvPr>
          <p:cNvSpPr>
            <a:spLocks/>
          </p:cNvSpPr>
          <p:nvPr/>
        </p:nvSpPr>
        <p:spPr>
          <a:xfrm>
            <a:off x="2396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data_7520">
            <a:extLst>
              <a:ext uri="{FF2B5EF4-FFF2-40B4-BE49-F238E27FC236}">
                <a16:creationId xmlns:a16="http://schemas.microsoft.com/office/drawing/2014/main" id="{470DC218-B93F-433E-B59A-54C18D6F088F}"/>
              </a:ext>
            </a:extLst>
          </p:cNvPr>
          <p:cNvSpPr>
            <a:spLocks/>
          </p:cNvSpPr>
          <p:nvPr/>
        </p:nvSpPr>
        <p:spPr>
          <a:xfrm>
            <a:off x="243118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data_7521">
            <a:extLst>
              <a:ext uri="{FF2B5EF4-FFF2-40B4-BE49-F238E27FC236}">
                <a16:creationId xmlns:a16="http://schemas.microsoft.com/office/drawing/2014/main" id="{5D218A5B-1CEA-4555-8A97-004C51CCFA43}"/>
              </a:ext>
            </a:extLst>
          </p:cNvPr>
          <p:cNvSpPr>
            <a:spLocks/>
          </p:cNvSpPr>
          <p:nvPr/>
        </p:nvSpPr>
        <p:spPr>
          <a:xfrm>
            <a:off x="2316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data_7522">
            <a:extLst>
              <a:ext uri="{FF2B5EF4-FFF2-40B4-BE49-F238E27FC236}">
                <a16:creationId xmlns:a16="http://schemas.microsoft.com/office/drawing/2014/main" id="{9AAF7E49-930E-48F9-AB59-43FCABB7A91E}"/>
              </a:ext>
            </a:extLst>
          </p:cNvPr>
          <p:cNvSpPr>
            <a:spLocks/>
          </p:cNvSpPr>
          <p:nvPr/>
        </p:nvSpPr>
        <p:spPr>
          <a:xfrm>
            <a:off x="24215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data_7523">
            <a:extLst>
              <a:ext uri="{FF2B5EF4-FFF2-40B4-BE49-F238E27FC236}">
                <a16:creationId xmlns:a16="http://schemas.microsoft.com/office/drawing/2014/main" id="{888D1051-3477-46F4-8B63-D6014716376B}"/>
              </a:ext>
            </a:extLst>
          </p:cNvPr>
          <p:cNvSpPr>
            <a:spLocks/>
          </p:cNvSpPr>
          <p:nvPr/>
        </p:nvSpPr>
        <p:spPr>
          <a:xfrm>
            <a:off x="24043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data_7524">
            <a:extLst>
              <a:ext uri="{FF2B5EF4-FFF2-40B4-BE49-F238E27FC236}">
                <a16:creationId xmlns:a16="http://schemas.microsoft.com/office/drawing/2014/main" id="{066EABCC-2819-4089-B8D1-302CA52E1308}"/>
              </a:ext>
            </a:extLst>
          </p:cNvPr>
          <p:cNvSpPr>
            <a:spLocks/>
          </p:cNvSpPr>
          <p:nvPr/>
        </p:nvSpPr>
        <p:spPr>
          <a:xfrm>
            <a:off x="23593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data_7525">
            <a:extLst>
              <a:ext uri="{FF2B5EF4-FFF2-40B4-BE49-F238E27FC236}">
                <a16:creationId xmlns:a16="http://schemas.microsoft.com/office/drawing/2014/main" id="{5D32425D-FC7A-4FAD-964A-CE6E43E7F200}"/>
              </a:ext>
            </a:extLst>
          </p:cNvPr>
          <p:cNvSpPr>
            <a:spLocks/>
          </p:cNvSpPr>
          <p:nvPr/>
        </p:nvSpPr>
        <p:spPr>
          <a:xfrm>
            <a:off x="24094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data_7526">
            <a:extLst>
              <a:ext uri="{FF2B5EF4-FFF2-40B4-BE49-F238E27FC236}">
                <a16:creationId xmlns:a16="http://schemas.microsoft.com/office/drawing/2014/main" id="{DD31D2E5-21A4-43F5-8282-DB6021A3FE33}"/>
              </a:ext>
            </a:extLst>
          </p:cNvPr>
          <p:cNvSpPr>
            <a:spLocks/>
          </p:cNvSpPr>
          <p:nvPr/>
        </p:nvSpPr>
        <p:spPr>
          <a:xfrm>
            <a:off x="24365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data_7527">
            <a:extLst>
              <a:ext uri="{FF2B5EF4-FFF2-40B4-BE49-F238E27FC236}">
                <a16:creationId xmlns:a16="http://schemas.microsoft.com/office/drawing/2014/main" id="{C4676E3F-9711-4F24-9F49-F36232519E89}"/>
              </a:ext>
            </a:extLst>
          </p:cNvPr>
          <p:cNvSpPr>
            <a:spLocks/>
          </p:cNvSpPr>
          <p:nvPr/>
        </p:nvSpPr>
        <p:spPr>
          <a:xfrm>
            <a:off x="239574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data_7528">
            <a:extLst>
              <a:ext uri="{FF2B5EF4-FFF2-40B4-BE49-F238E27FC236}">
                <a16:creationId xmlns:a16="http://schemas.microsoft.com/office/drawing/2014/main" id="{2DD64C97-7FA5-4346-AD33-EC01FA216952}"/>
              </a:ext>
            </a:extLst>
          </p:cNvPr>
          <p:cNvSpPr>
            <a:spLocks/>
          </p:cNvSpPr>
          <p:nvPr/>
        </p:nvSpPr>
        <p:spPr>
          <a:xfrm>
            <a:off x="24057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data_7529">
            <a:extLst>
              <a:ext uri="{FF2B5EF4-FFF2-40B4-BE49-F238E27FC236}">
                <a16:creationId xmlns:a16="http://schemas.microsoft.com/office/drawing/2014/main" id="{8662C22A-2B87-43CB-B788-924DD38D6FF1}"/>
              </a:ext>
            </a:extLst>
          </p:cNvPr>
          <p:cNvSpPr>
            <a:spLocks/>
          </p:cNvSpPr>
          <p:nvPr/>
        </p:nvSpPr>
        <p:spPr>
          <a:xfrm>
            <a:off x="240460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data_7530">
            <a:extLst>
              <a:ext uri="{FF2B5EF4-FFF2-40B4-BE49-F238E27FC236}">
                <a16:creationId xmlns:a16="http://schemas.microsoft.com/office/drawing/2014/main" id="{B1BE6AAD-E46B-4C8D-8544-7B8C69D04F3A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data_7531">
            <a:extLst>
              <a:ext uri="{FF2B5EF4-FFF2-40B4-BE49-F238E27FC236}">
                <a16:creationId xmlns:a16="http://schemas.microsoft.com/office/drawing/2014/main" id="{E0D69832-4401-4BA9-ACA9-5C66789C8CD5}"/>
              </a:ext>
            </a:extLst>
          </p:cNvPr>
          <p:cNvSpPr>
            <a:spLocks/>
          </p:cNvSpPr>
          <p:nvPr/>
        </p:nvSpPr>
        <p:spPr>
          <a:xfrm>
            <a:off x="234740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data_7532">
            <a:extLst>
              <a:ext uri="{FF2B5EF4-FFF2-40B4-BE49-F238E27FC236}">
                <a16:creationId xmlns:a16="http://schemas.microsoft.com/office/drawing/2014/main" id="{27816EF7-9081-419B-8300-163FB5E96FE2}"/>
              </a:ext>
            </a:extLst>
          </p:cNvPr>
          <p:cNvSpPr>
            <a:spLocks/>
          </p:cNvSpPr>
          <p:nvPr/>
        </p:nvSpPr>
        <p:spPr>
          <a:xfrm>
            <a:off x="24274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data_7533">
            <a:extLst>
              <a:ext uri="{FF2B5EF4-FFF2-40B4-BE49-F238E27FC236}">
                <a16:creationId xmlns:a16="http://schemas.microsoft.com/office/drawing/2014/main" id="{444B0C3B-B119-476F-83BE-0407F04284AC}"/>
              </a:ext>
            </a:extLst>
          </p:cNvPr>
          <p:cNvSpPr>
            <a:spLocks/>
          </p:cNvSpPr>
          <p:nvPr/>
        </p:nvSpPr>
        <p:spPr>
          <a:xfrm>
            <a:off x="2333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data_7534">
            <a:extLst>
              <a:ext uri="{FF2B5EF4-FFF2-40B4-BE49-F238E27FC236}">
                <a16:creationId xmlns:a16="http://schemas.microsoft.com/office/drawing/2014/main" id="{83BB7C0C-2A81-4B60-9A91-A61AEEED94A3}"/>
              </a:ext>
            </a:extLst>
          </p:cNvPr>
          <p:cNvSpPr>
            <a:spLocks/>
          </p:cNvSpPr>
          <p:nvPr/>
        </p:nvSpPr>
        <p:spPr>
          <a:xfrm>
            <a:off x="233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data_7535">
            <a:extLst>
              <a:ext uri="{FF2B5EF4-FFF2-40B4-BE49-F238E27FC236}">
                <a16:creationId xmlns:a16="http://schemas.microsoft.com/office/drawing/2014/main" id="{E0069E7C-067A-4379-8311-A581F8CA9FCD}"/>
              </a:ext>
            </a:extLst>
          </p:cNvPr>
          <p:cNvSpPr>
            <a:spLocks/>
          </p:cNvSpPr>
          <p:nvPr/>
        </p:nvSpPr>
        <p:spPr>
          <a:xfrm>
            <a:off x="23384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data_7536">
            <a:extLst>
              <a:ext uri="{FF2B5EF4-FFF2-40B4-BE49-F238E27FC236}">
                <a16:creationId xmlns:a16="http://schemas.microsoft.com/office/drawing/2014/main" id="{3C509BDC-EF9A-4B6E-9843-E9F4D7145609}"/>
              </a:ext>
            </a:extLst>
          </p:cNvPr>
          <p:cNvSpPr>
            <a:spLocks/>
          </p:cNvSpPr>
          <p:nvPr/>
        </p:nvSpPr>
        <p:spPr>
          <a:xfrm>
            <a:off x="24292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data_7537">
            <a:extLst>
              <a:ext uri="{FF2B5EF4-FFF2-40B4-BE49-F238E27FC236}">
                <a16:creationId xmlns:a16="http://schemas.microsoft.com/office/drawing/2014/main" id="{F1BB8FD6-6923-4673-B6DD-7173E9D7B087}"/>
              </a:ext>
            </a:extLst>
          </p:cNvPr>
          <p:cNvSpPr>
            <a:spLocks/>
          </p:cNvSpPr>
          <p:nvPr/>
        </p:nvSpPr>
        <p:spPr>
          <a:xfrm>
            <a:off x="241542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data_7538">
            <a:extLst>
              <a:ext uri="{FF2B5EF4-FFF2-40B4-BE49-F238E27FC236}">
                <a16:creationId xmlns:a16="http://schemas.microsoft.com/office/drawing/2014/main" id="{4FD66250-E26B-4E3B-99F8-6F88EF27464F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data_7539">
            <a:extLst>
              <a:ext uri="{FF2B5EF4-FFF2-40B4-BE49-F238E27FC236}">
                <a16:creationId xmlns:a16="http://schemas.microsoft.com/office/drawing/2014/main" id="{117C25C2-0AAE-494E-A05C-5904F2BF3C61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data_7540">
            <a:extLst>
              <a:ext uri="{FF2B5EF4-FFF2-40B4-BE49-F238E27FC236}">
                <a16:creationId xmlns:a16="http://schemas.microsoft.com/office/drawing/2014/main" id="{9A81DA09-9AF8-42C8-87FB-A7E2C3C8543D}"/>
              </a:ext>
            </a:extLst>
          </p:cNvPr>
          <p:cNvSpPr>
            <a:spLocks/>
          </p:cNvSpPr>
          <p:nvPr/>
        </p:nvSpPr>
        <p:spPr>
          <a:xfrm>
            <a:off x="24149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data_7541">
            <a:extLst>
              <a:ext uri="{FF2B5EF4-FFF2-40B4-BE49-F238E27FC236}">
                <a16:creationId xmlns:a16="http://schemas.microsoft.com/office/drawing/2014/main" id="{4F4AA2F3-0434-42F0-B5F2-470B84D36619}"/>
              </a:ext>
            </a:extLst>
          </p:cNvPr>
          <p:cNvSpPr>
            <a:spLocks/>
          </p:cNvSpPr>
          <p:nvPr/>
        </p:nvSpPr>
        <p:spPr>
          <a:xfrm>
            <a:off x="24261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data_7542">
            <a:extLst>
              <a:ext uri="{FF2B5EF4-FFF2-40B4-BE49-F238E27FC236}">
                <a16:creationId xmlns:a16="http://schemas.microsoft.com/office/drawing/2014/main" id="{6756A0F1-0130-4D18-97B8-760392601BA1}"/>
              </a:ext>
            </a:extLst>
          </p:cNvPr>
          <p:cNvSpPr>
            <a:spLocks/>
          </p:cNvSpPr>
          <p:nvPr/>
        </p:nvSpPr>
        <p:spPr>
          <a:xfrm>
            <a:off x="23304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data_7543">
            <a:extLst>
              <a:ext uri="{FF2B5EF4-FFF2-40B4-BE49-F238E27FC236}">
                <a16:creationId xmlns:a16="http://schemas.microsoft.com/office/drawing/2014/main" id="{58D27F06-7E10-4432-98A8-91BA6E822442}"/>
              </a:ext>
            </a:extLst>
          </p:cNvPr>
          <p:cNvSpPr>
            <a:spLocks/>
          </p:cNvSpPr>
          <p:nvPr/>
        </p:nvSpPr>
        <p:spPr>
          <a:xfrm>
            <a:off x="23407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data_7544">
            <a:extLst>
              <a:ext uri="{FF2B5EF4-FFF2-40B4-BE49-F238E27FC236}">
                <a16:creationId xmlns:a16="http://schemas.microsoft.com/office/drawing/2014/main" id="{AA9BDF7E-711A-423C-A433-E7577735B015}"/>
              </a:ext>
            </a:extLst>
          </p:cNvPr>
          <p:cNvSpPr>
            <a:spLocks/>
          </p:cNvSpPr>
          <p:nvPr/>
        </p:nvSpPr>
        <p:spPr>
          <a:xfrm>
            <a:off x="2402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data_7545">
            <a:extLst>
              <a:ext uri="{FF2B5EF4-FFF2-40B4-BE49-F238E27FC236}">
                <a16:creationId xmlns:a16="http://schemas.microsoft.com/office/drawing/2014/main" id="{683F61CE-FF43-471E-85C5-836958F01261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data_7546">
            <a:extLst>
              <a:ext uri="{FF2B5EF4-FFF2-40B4-BE49-F238E27FC236}">
                <a16:creationId xmlns:a16="http://schemas.microsoft.com/office/drawing/2014/main" id="{FDE05D90-D150-4A59-A228-053F451B38D5}"/>
              </a:ext>
            </a:extLst>
          </p:cNvPr>
          <p:cNvSpPr>
            <a:spLocks/>
          </p:cNvSpPr>
          <p:nvPr/>
        </p:nvSpPr>
        <p:spPr>
          <a:xfrm>
            <a:off x="2349752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data_7547">
            <a:extLst>
              <a:ext uri="{FF2B5EF4-FFF2-40B4-BE49-F238E27FC236}">
                <a16:creationId xmlns:a16="http://schemas.microsoft.com/office/drawing/2014/main" id="{4FD3D9DB-DE2C-4C43-8CC9-B05EC8C4E33B}"/>
              </a:ext>
            </a:extLst>
          </p:cNvPr>
          <p:cNvSpPr>
            <a:spLocks/>
          </p:cNvSpPr>
          <p:nvPr/>
        </p:nvSpPr>
        <p:spPr>
          <a:xfrm>
            <a:off x="23283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data_7548">
            <a:extLst>
              <a:ext uri="{FF2B5EF4-FFF2-40B4-BE49-F238E27FC236}">
                <a16:creationId xmlns:a16="http://schemas.microsoft.com/office/drawing/2014/main" id="{98F8D0F2-8D5E-4E64-9E2E-040CD704400A}"/>
              </a:ext>
            </a:extLst>
          </p:cNvPr>
          <p:cNvSpPr>
            <a:spLocks/>
          </p:cNvSpPr>
          <p:nvPr/>
        </p:nvSpPr>
        <p:spPr>
          <a:xfrm>
            <a:off x="23421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data_7549">
            <a:extLst>
              <a:ext uri="{FF2B5EF4-FFF2-40B4-BE49-F238E27FC236}">
                <a16:creationId xmlns:a16="http://schemas.microsoft.com/office/drawing/2014/main" id="{C7F7E2EE-92A4-4C37-B150-58665E5F7A3A}"/>
              </a:ext>
            </a:extLst>
          </p:cNvPr>
          <p:cNvSpPr>
            <a:spLocks/>
          </p:cNvSpPr>
          <p:nvPr/>
        </p:nvSpPr>
        <p:spPr>
          <a:xfrm>
            <a:off x="234727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data_7550">
            <a:extLst>
              <a:ext uri="{FF2B5EF4-FFF2-40B4-BE49-F238E27FC236}">
                <a16:creationId xmlns:a16="http://schemas.microsoft.com/office/drawing/2014/main" id="{F03B7D62-B51A-4CA4-9080-E78574E8BCD3}"/>
              </a:ext>
            </a:extLst>
          </p:cNvPr>
          <p:cNvSpPr>
            <a:spLocks/>
          </p:cNvSpPr>
          <p:nvPr/>
        </p:nvSpPr>
        <p:spPr>
          <a:xfrm>
            <a:off x="2428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data_7551">
            <a:extLst>
              <a:ext uri="{FF2B5EF4-FFF2-40B4-BE49-F238E27FC236}">
                <a16:creationId xmlns:a16="http://schemas.microsoft.com/office/drawing/2014/main" id="{19A8A206-2353-4F55-A931-9A29A6C42BE2}"/>
              </a:ext>
            </a:extLst>
          </p:cNvPr>
          <p:cNvSpPr>
            <a:spLocks/>
          </p:cNvSpPr>
          <p:nvPr/>
        </p:nvSpPr>
        <p:spPr>
          <a:xfrm>
            <a:off x="2372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data_7552">
            <a:extLst>
              <a:ext uri="{FF2B5EF4-FFF2-40B4-BE49-F238E27FC236}">
                <a16:creationId xmlns:a16="http://schemas.microsoft.com/office/drawing/2014/main" id="{51A772B4-544E-4B84-9788-4D68A23238E0}"/>
              </a:ext>
            </a:extLst>
          </p:cNvPr>
          <p:cNvSpPr>
            <a:spLocks/>
          </p:cNvSpPr>
          <p:nvPr/>
        </p:nvSpPr>
        <p:spPr>
          <a:xfrm>
            <a:off x="233046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data_7553">
            <a:extLst>
              <a:ext uri="{FF2B5EF4-FFF2-40B4-BE49-F238E27FC236}">
                <a16:creationId xmlns:a16="http://schemas.microsoft.com/office/drawing/2014/main" id="{7D8DCE25-9F4D-4B6E-BBFF-48142E170D69}"/>
              </a:ext>
            </a:extLst>
          </p:cNvPr>
          <p:cNvSpPr>
            <a:spLocks/>
          </p:cNvSpPr>
          <p:nvPr/>
        </p:nvSpPr>
        <p:spPr>
          <a:xfrm>
            <a:off x="234936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data_7554">
            <a:extLst>
              <a:ext uri="{FF2B5EF4-FFF2-40B4-BE49-F238E27FC236}">
                <a16:creationId xmlns:a16="http://schemas.microsoft.com/office/drawing/2014/main" id="{EA0D104E-CA99-4F29-851C-D0DD01028E36}"/>
              </a:ext>
            </a:extLst>
          </p:cNvPr>
          <p:cNvSpPr>
            <a:spLocks/>
          </p:cNvSpPr>
          <p:nvPr/>
        </p:nvSpPr>
        <p:spPr>
          <a:xfrm>
            <a:off x="2421415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data_7555">
            <a:extLst>
              <a:ext uri="{FF2B5EF4-FFF2-40B4-BE49-F238E27FC236}">
                <a16:creationId xmlns:a16="http://schemas.microsoft.com/office/drawing/2014/main" id="{29055509-5FF4-4CA0-B1FE-4E51AF3A0E0B}"/>
              </a:ext>
            </a:extLst>
          </p:cNvPr>
          <p:cNvSpPr>
            <a:spLocks/>
          </p:cNvSpPr>
          <p:nvPr/>
        </p:nvSpPr>
        <p:spPr>
          <a:xfrm>
            <a:off x="239678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data_7556">
            <a:extLst>
              <a:ext uri="{FF2B5EF4-FFF2-40B4-BE49-F238E27FC236}">
                <a16:creationId xmlns:a16="http://schemas.microsoft.com/office/drawing/2014/main" id="{28D8DAE2-4B23-46CD-8B6E-10991DFDA52E}"/>
              </a:ext>
            </a:extLst>
          </p:cNvPr>
          <p:cNvSpPr>
            <a:spLocks/>
          </p:cNvSpPr>
          <p:nvPr/>
        </p:nvSpPr>
        <p:spPr>
          <a:xfrm>
            <a:off x="242089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data_7557">
            <a:extLst>
              <a:ext uri="{FF2B5EF4-FFF2-40B4-BE49-F238E27FC236}">
                <a16:creationId xmlns:a16="http://schemas.microsoft.com/office/drawing/2014/main" id="{64F1400C-C396-46F3-96E8-9F4DCDBF8C0C}"/>
              </a:ext>
            </a:extLst>
          </p:cNvPr>
          <p:cNvSpPr>
            <a:spLocks/>
          </p:cNvSpPr>
          <p:nvPr/>
        </p:nvSpPr>
        <p:spPr>
          <a:xfrm>
            <a:off x="2338416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data_7558">
            <a:extLst>
              <a:ext uri="{FF2B5EF4-FFF2-40B4-BE49-F238E27FC236}">
                <a16:creationId xmlns:a16="http://schemas.microsoft.com/office/drawing/2014/main" id="{F8413E42-AA51-4573-8113-A898C50306E2}"/>
              </a:ext>
            </a:extLst>
          </p:cNvPr>
          <p:cNvSpPr>
            <a:spLocks/>
          </p:cNvSpPr>
          <p:nvPr/>
        </p:nvSpPr>
        <p:spPr>
          <a:xfrm>
            <a:off x="2362912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data_7559">
            <a:extLst>
              <a:ext uri="{FF2B5EF4-FFF2-40B4-BE49-F238E27FC236}">
                <a16:creationId xmlns:a16="http://schemas.microsoft.com/office/drawing/2014/main" id="{72DF03E2-F39D-452D-9FB9-00C8282802AA}"/>
              </a:ext>
            </a:extLst>
          </p:cNvPr>
          <p:cNvSpPr>
            <a:spLocks/>
          </p:cNvSpPr>
          <p:nvPr/>
        </p:nvSpPr>
        <p:spPr>
          <a:xfrm>
            <a:off x="242180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data_7560">
            <a:extLst>
              <a:ext uri="{FF2B5EF4-FFF2-40B4-BE49-F238E27FC236}">
                <a16:creationId xmlns:a16="http://schemas.microsoft.com/office/drawing/2014/main" id="{0536D441-ED68-42BD-AAC9-48E9B01690B3}"/>
              </a:ext>
            </a:extLst>
          </p:cNvPr>
          <p:cNvSpPr>
            <a:spLocks/>
          </p:cNvSpPr>
          <p:nvPr/>
        </p:nvSpPr>
        <p:spPr>
          <a:xfrm>
            <a:off x="24219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data_7561">
            <a:extLst>
              <a:ext uri="{FF2B5EF4-FFF2-40B4-BE49-F238E27FC236}">
                <a16:creationId xmlns:a16="http://schemas.microsoft.com/office/drawing/2014/main" id="{54CD3848-2477-41F0-AC54-8FEE47010F8B}"/>
              </a:ext>
            </a:extLst>
          </p:cNvPr>
          <p:cNvSpPr>
            <a:spLocks/>
          </p:cNvSpPr>
          <p:nvPr/>
        </p:nvSpPr>
        <p:spPr>
          <a:xfrm>
            <a:off x="24138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data_7562">
            <a:extLst>
              <a:ext uri="{FF2B5EF4-FFF2-40B4-BE49-F238E27FC236}">
                <a16:creationId xmlns:a16="http://schemas.microsoft.com/office/drawing/2014/main" id="{7D045E0C-360E-4222-94B5-43FCE196E6D8}"/>
              </a:ext>
            </a:extLst>
          </p:cNvPr>
          <p:cNvSpPr>
            <a:spLocks/>
          </p:cNvSpPr>
          <p:nvPr/>
        </p:nvSpPr>
        <p:spPr>
          <a:xfrm>
            <a:off x="24253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data_7563">
            <a:extLst>
              <a:ext uri="{FF2B5EF4-FFF2-40B4-BE49-F238E27FC236}">
                <a16:creationId xmlns:a16="http://schemas.microsoft.com/office/drawing/2014/main" id="{6FC3677A-01AC-40E2-B686-4A758F8CBE9B}"/>
              </a:ext>
            </a:extLst>
          </p:cNvPr>
          <p:cNvSpPr>
            <a:spLocks/>
          </p:cNvSpPr>
          <p:nvPr/>
        </p:nvSpPr>
        <p:spPr>
          <a:xfrm>
            <a:off x="235040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data_7564">
            <a:extLst>
              <a:ext uri="{FF2B5EF4-FFF2-40B4-BE49-F238E27FC236}">
                <a16:creationId xmlns:a16="http://schemas.microsoft.com/office/drawing/2014/main" id="{3DD90E87-D1FD-4FA1-8693-7C7906FC5CD5}"/>
              </a:ext>
            </a:extLst>
          </p:cNvPr>
          <p:cNvSpPr>
            <a:spLocks/>
          </p:cNvSpPr>
          <p:nvPr/>
        </p:nvSpPr>
        <p:spPr>
          <a:xfrm>
            <a:off x="2330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data_7565">
            <a:extLst>
              <a:ext uri="{FF2B5EF4-FFF2-40B4-BE49-F238E27FC236}">
                <a16:creationId xmlns:a16="http://schemas.microsoft.com/office/drawing/2014/main" id="{BF9DE4D5-68D6-48EC-8FC0-629FE2419F2D}"/>
              </a:ext>
            </a:extLst>
          </p:cNvPr>
          <p:cNvSpPr>
            <a:spLocks/>
          </p:cNvSpPr>
          <p:nvPr/>
        </p:nvSpPr>
        <p:spPr>
          <a:xfrm>
            <a:off x="2406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data_7566">
            <a:extLst>
              <a:ext uri="{FF2B5EF4-FFF2-40B4-BE49-F238E27FC236}">
                <a16:creationId xmlns:a16="http://schemas.microsoft.com/office/drawing/2014/main" id="{51832254-A8F1-4350-BAE3-94156124154D}"/>
              </a:ext>
            </a:extLst>
          </p:cNvPr>
          <p:cNvSpPr>
            <a:spLocks/>
          </p:cNvSpPr>
          <p:nvPr/>
        </p:nvSpPr>
        <p:spPr>
          <a:xfrm>
            <a:off x="23246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data_7567">
            <a:extLst>
              <a:ext uri="{FF2B5EF4-FFF2-40B4-BE49-F238E27FC236}">
                <a16:creationId xmlns:a16="http://schemas.microsoft.com/office/drawing/2014/main" id="{E90E57B6-D705-42E7-98D4-DCC919687AB8}"/>
              </a:ext>
            </a:extLst>
          </p:cNvPr>
          <p:cNvSpPr>
            <a:spLocks/>
          </p:cNvSpPr>
          <p:nvPr/>
        </p:nvSpPr>
        <p:spPr>
          <a:xfrm>
            <a:off x="23328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data_7568">
            <a:extLst>
              <a:ext uri="{FF2B5EF4-FFF2-40B4-BE49-F238E27FC236}">
                <a16:creationId xmlns:a16="http://schemas.microsoft.com/office/drawing/2014/main" id="{E65A7D8F-C03C-4C88-8C49-5BBABBF2FF66}"/>
              </a:ext>
            </a:extLst>
          </p:cNvPr>
          <p:cNvSpPr>
            <a:spLocks/>
          </p:cNvSpPr>
          <p:nvPr/>
        </p:nvSpPr>
        <p:spPr>
          <a:xfrm>
            <a:off x="240981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data_7569">
            <a:extLst>
              <a:ext uri="{FF2B5EF4-FFF2-40B4-BE49-F238E27FC236}">
                <a16:creationId xmlns:a16="http://schemas.microsoft.com/office/drawing/2014/main" id="{51266F12-FD27-4709-BE65-65610D0558EF}"/>
              </a:ext>
            </a:extLst>
          </p:cNvPr>
          <p:cNvSpPr>
            <a:spLocks/>
          </p:cNvSpPr>
          <p:nvPr/>
        </p:nvSpPr>
        <p:spPr>
          <a:xfrm>
            <a:off x="23257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data_7570">
            <a:extLst>
              <a:ext uri="{FF2B5EF4-FFF2-40B4-BE49-F238E27FC236}">
                <a16:creationId xmlns:a16="http://schemas.microsoft.com/office/drawing/2014/main" id="{3B3F3865-448C-4B29-AC51-1528DCB5904D}"/>
              </a:ext>
            </a:extLst>
          </p:cNvPr>
          <p:cNvSpPr>
            <a:spLocks/>
          </p:cNvSpPr>
          <p:nvPr/>
        </p:nvSpPr>
        <p:spPr>
          <a:xfrm>
            <a:off x="2434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data_7571">
            <a:extLst>
              <a:ext uri="{FF2B5EF4-FFF2-40B4-BE49-F238E27FC236}">
                <a16:creationId xmlns:a16="http://schemas.microsoft.com/office/drawing/2014/main" id="{B1B1DBA6-DD01-4C38-97CC-A3E5E6A8B797}"/>
              </a:ext>
            </a:extLst>
          </p:cNvPr>
          <p:cNvSpPr>
            <a:spLocks/>
          </p:cNvSpPr>
          <p:nvPr/>
        </p:nvSpPr>
        <p:spPr>
          <a:xfrm>
            <a:off x="24149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data_7572">
            <a:extLst>
              <a:ext uri="{FF2B5EF4-FFF2-40B4-BE49-F238E27FC236}">
                <a16:creationId xmlns:a16="http://schemas.microsoft.com/office/drawing/2014/main" id="{67B55F7A-354B-4ADC-949D-2CF2629E1A49}"/>
              </a:ext>
            </a:extLst>
          </p:cNvPr>
          <p:cNvSpPr>
            <a:spLocks/>
          </p:cNvSpPr>
          <p:nvPr/>
        </p:nvSpPr>
        <p:spPr>
          <a:xfrm>
            <a:off x="2367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data_7573">
            <a:extLst>
              <a:ext uri="{FF2B5EF4-FFF2-40B4-BE49-F238E27FC236}">
                <a16:creationId xmlns:a16="http://schemas.microsoft.com/office/drawing/2014/main" id="{8C85E9FE-46E7-4D20-B597-EC6459513570}"/>
              </a:ext>
            </a:extLst>
          </p:cNvPr>
          <p:cNvSpPr>
            <a:spLocks/>
          </p:cNvSpPr>
          <p:nvPr/>
        </p:nvSpPr>
        <p:spPr>
          <a:xfrm>
            <a:off x="23457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data_7574">
            <a:extLst>
              <a:ext uri="{FF2B5EF4-FFF2-40B4-BE49-F238E27FC236}">
                <a16:creationId xmlns:a16="http://schemas.microsoft.com/office/drawing/2014/main" id="{EEA4F62A-FB92-4EC9-94E0-263EAA2087CE}"/>
              </a:ext>
            </a:extLst>
          </p:cNvPr>
          <p:cNvSpPr>
            <a:spLocks/>
          </p:cNvSpPr>
          <p:nvPr/>
        </p:nvSpPr>
        <p:spPr>
          <a:xfrm>
            <a:off x="2432881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data_7575">
            <a:extLst>
              <a:ext uri="{FF2B5EF4-FFF2-40B4-BE49-F238E27FC236}">
                <a16:creationId xmlns:a16="http://schemas.microsoft.com/office/drawing/2014/main" id="{B5EA2E17-DC50-48B6-8C0D-FD65210CE843}"/>
              </a:ext>
            </a:extLst>
          </p:cNvPr>
          <p:cNvSpPr>
            <a:spLocks/>
          </p:cNvSpPr>
          <p:nvPr/>
        </p:nvSpPr>
        <p:spPr>
          <a:xfrm>
            <a:off x="243848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data_7576">
            <a:extLst>
              <a:ext uri="{FF2B5EF4-FFF2-40B4-BE49-F238E27FC236}">
                <a16:creationId xmlns:a16="http://schemas.microsoft.com/office/drawing/2014/main" id="{0DCEAD30-754F-4CF9-8BA3-18DF4C8C78F2}"/>
              </a:ext>
            </a:extLst>
          </p:cNvPr>
          <p:cNvSpPr>
            <a:spLocks/>
          </p:cNvSpPr>
          <p:nvPr/>
        </p:nvSpPr>
        <p:spPr>
          <a:xfrm>
            <a:off x="23911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data_7577">
            <a:extLst>
              <a:ext uri="{FF2B5EF4-FFF2-40B4-BE49-F238E27FC236}">
                <a16:creationId xmlns:a16="http://schemas.microsoft.com/office/drawing/2014/main" id="{72263E49-49DC-4E91-999F-07A2A20A0FA3}"/>
              </a:ext>
            </a:extLst>
          </p:cNvPr>
          <p:cNvSpPr>
            <a:spLocks/>
          </p:cNvSpPr>
          <p:nvPr/>
        </p:nvSpPr>
        <p:spPr>
          <a:xfrm>
            <a:off x="24208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data_7578">
            <a:extLst>
              <a:ext uri="{FF2B5EF4-FFF2-40B4-BE49-F238E27FC236}">
                <a16:creationId xmlns:a16="http://schemas.microsoft.com/office/drawing/2014/main" id="{D2E2CC7E-FCDC-4942-BED1-68417EAFD431}"/>
              </a:ext>
            </a:extLst>
          </p:cNvPr>
          <p:cNvSpPr>
            <a:spLocks/>
          </p:cNvSpPr>
          <p:nvPr/>
        </p:nvSpPr>
        <p:spPr>
          <a:xfrm>
            <a:off x="23295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data_7579">
            <a:extLst>
              <a:ext uri="{FF2B5EF4-FFF2-40B4-BE49-F238E27FC236}">
                <a16:creationId xmlns:a16="http://schemas.microsoft.com/office/drawing/2014/main" id="{7E93907D-0B73-4F5E-A450-C3600B02872C}"/>
              </a:ext>
            </a:extLst>
          </p:cNvPr>
          <p:cNvSpPr>
            <a:spLocks/>
          </p:cNvSpPr>
          <p:nvPr/>
        </p:nvSpPr>
        <p:spPr>
          <a:xfrm>
            <a:off x="2366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data_7580">
            <a:extLst>
              <a:ext uri="{FF2B5EF4-FFF2-40B4-BE49-F238E27FC236}">
                <a16:creationId xmlns:a16="http://schemas.microsoft.com/office/drawing/2014/main" id="{3233F3CD-F01C-4DDF-8095-84D3FBF47F66}"/>
              </a:ext>
            </a:extLst>
          </p:cNvPr>
          <p:cNvSpPr>
            <a:spLocks/>
          </p:cNvSpPr>
          <p:nvPr/>
        </p:nvSpPr>
        <p:spPr>
          <a:xfrm>
            <a:off x="2412815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data_7581">
            <a:extLst>
              <a:ext uri="{FF2B5EF4-FFF2-40B4-BE49-F238E27FC236}">
                <a16:creationId xmlns:a16="http://schemas.microsoft.com/office/drawing/2014/main" id="{265F8A9C-BFE4-4F71-B9E2-2B51657B1C04}"/>
              </a:ext>
            </a:extLst>
          </p:cNvPr>
          <p:cNvSpPr>
            <a:spLocks/>
          </p:cNvSpPr>
          <p:nvPr/>
        </p:nvSpPr>
        <p:spPr>
          <a:xfrm>
            <a:off x="23216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data_7582">
            <a:extLst>
              <a:ext uri="{FF2B5EF4-FFF2-40B4-BE49-F238E27FC236}">
                <a16:creationId xmlns:a16="http://schemas.microsoft.com/office/drawing/2014/main" id="{17860FB4-EAE6-49DC-AEF7-C6D821BF8EE6}"/>
              </a:ext>
            </a:extLst>
          </p:cNvPr>
          <p:cNvSpPr>
            <a:spLocks/>
          </p:cNvSpPr>
          <p:nvPr/>
        </p:nvSpPr>
        <p:spPr>
          <a:xfrm>
            <a:off x="2316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data_7583">
            <a:extLst>
              <a:ext uri="{FF2B5EF4-FFF2-40B4-BE49-F238E27FC236}">
                <a16:creationId xmlns:a16="http://schemas.microsoft.com/office/drawing/2014/main" id="{EE5A36B4-53EF-4FE7-B312-7CF576790CF8}"/>
              </a:ext>
            </a:extLst>
          </p:cNvPr>
          <p:cNvSpPr>
            <a:spLocks/>
          </p:cNvSpPr>
          <p:nvPr/>
        </p:nvSpPr>
        <p:spPr>
          <a:xfrm>
            <a:off x="23939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data_7584">
            <a:extLst>
              <a:ext uri="{FF2B5EF4-FFF2-40B4-BE49-F238E27FC236}">
                <a16:creationId xmlns:a16="http://schemas.microsoft.com/office/drawing/2014/main" id="{AE3983F3-6776-43C9-9718-B953FD118374}"/>
              </a:ext>
            </a:extLst>
          </p:cNvPr>
          <p:cNvSpPr>
            <a:spLocks/>
          </p:cNvSpPr>
          <p:nvPr/>
        </p:nvSpPr>
        <p:spPr>
          <a:xfrm>
            <a:off x="24320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data_7585">
            <a:extLst>
              <a:ext uri="{FF2B5EF4-FFF2-40B4-BE49-F238E27FC236}">
                <a16:creationId xmlns:a16="http://schemas.microsoft.com/office/drawing/2014/main" id="{062EC64A-559E-475F-AE8D-5E28A260AC19}"/>
              </a:ext>
            </a:extLst>
          </p:cNvPr>
          <p:cNvSpPr>
            <a:spLocks/>
          </p:cNvSpPr>
          <p:nvPr/>
        </p:nvSpPr>
        <p:spPr>
          <a:xfrm>
            <a:off x="23111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data_7586">
            <a:extLst>
              <a:ext uri="{FF2B5EF4-FFF2-40B4-BE49-F238E27FC236}">
                <a16:creationId xmlns:a16="http://schemas.microsoft.com/office/drawing/2014/main" id="{F99C2743-3E01-484A-8555-74A7EBDC68D9}"/>
              </a:ext>
            </a:extLst>
          </p:cNvPr>
          <p:cNvSpPr>
            <a:spLocks/>
          </p:cNvSpPr>
          <p:nvPr/>
        </p:nvSpPr>
        <p:spPr>
          <a:xfrm>
            <a:off x="23621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data_7587">
            <a:extLst>
              <a:ext uri="{FF2B5EF4-FFF2-40B4-BE49-F238E27FC236}">
                <a16:creationId xmlns:a16="http://schemas.microsoft.com/office/drawing/2014/main" id="{B35DDCD7-BF39-4612-801C-9B53BDE00ED4}"/>
              </a:ext>
            </a:extLst>
          </p:cNvPr>
          <p:cNvSpPr>
            <a:spLocks/>
          </p:cNvSpPr>
          <p:nvPr/>
        </p:nvSpPr>
        <p:spPr>
          <a:xfrm>
            <a:off x="24039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data_7588">
            <a:extLst>
              <a:ext uri="{FF2B5EF4-FFF2-40B4-BE49-F238E27FC236}">
                <a16:creationId xmlns:a16="http://schemas.microsoft.com/office/drawing/2014/main" id="{A9AFB3A7-4EA7-4CBC-889B-8BF64F8AE4EA}"/>
              </a:ext>
            </a:extLst>
          </p:cNvPr>
          <p:cNvSpPr>
            <a:spLocks/>
          </p:cNvSpPr>
          <p:nvPr/>
        </p:nvSpPr>
        <p:spPr>
          <a:xfrm>
            <a:off x="23648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data_7589">
            <a:extLst>
              <a:ext uri="{FF2B5EF4-FFF2-40B4-BE49-F238E27FC236}">
                <a16:creationId xmlns:a16="http://schemas.microsoft.com/office/drawing/2014/main" id="{39E7C005-B8DC-4AD9-B17A-7E4287E8A458}"/>
              </a:ext>
            </a:extLst>
          </p:cNvPr>
          <p:cNvSpPr>
            <a:spLocks/>
          </p:cNvSpPr>
          <p:nvPr/>
        </p:nvSpPr>
        <p:spPr>
          <a:xfrm>
            <a:off x="2342846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data_7590">
            <a:extLst>
              <a:ext uri="{FF2B5EF4-FFF2-40B4-BE49-F238E27FC236}">
                <a16:creationId xmlns:a16="http://schemas.microsoft.com/office/drawing/2014/main" id="{4609D1F5-660F-4983-8E47-B0F55AD77DFD}"/>
              </a:ext>
            </a:extLst>
          </p:cNvPr>
          <p:cNvSpPr>
            <a:spLocks/>
          </p:cNvSpPr>
          <p:nvPr/>
        </p:nvSpPr>
        <p:spPr>
          <a:xfrm>
            <a:off x="23934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data_7591">
            <a:extLst>
              <a:ext uri="{FF2B5EF4-FFF2-40B4-BE49-F238E27FC236}">
                <a16:creationId xmlns:a16="http://schemas.microsoft.com/office/drawing/2014/main" id="{EC509564-410C-4E21-9D5A-68D7E7725CE6}"/>
              </a:ext>
            </a:extLst>
          </p:cNvPr>
          <p:cNvSpPr>
            <a:spLocks/>
          </p:cNvSpPr>
          <p:nvPr/>
        </p:nvSpPr>
        <p:spPr>
          <a:xfrm>
            <a:off x="23892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data_7592">
            <a:extLst>
              <a:ext uri="{FF2B5EF4-FFF2-40B4-BE49-F238E27FC236}">
                <a16:creationId xmlns:a16="http://schemas.microsoft.com/office/drawing/2014/main" id="{09F08DE0-84CB-469F-AFEE-5A78083B6957}"/>
              </a:ext>
            </a:extLst>
          </p:cNvPr>
          <p:cNvSpPr>
            <a:spLocks/>
          </p:cNvSpPr>
          <p:nvPr/>
        </p:nvSpPr>
        <p:spPr>
          <a:xfrm>
            <a:off x="23734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data_7593">
            <a:extLst>
              <a:ext uri="{FF2B5EF4-FFF2-40B4-BE49-F238E27FC236}">
                <a16:creationId xmlns:a16="http://schemas.microsoft.com/office/drawing/2014/main" id="{402DE6D0-2ACB-4F00-A0AD-1F6E2495F634}"/>
              </a:ext>
            </a:extLst>
          </p:cNvPr>
          <p:cNvSpPr>
            <a:spLocks/>
          </p:cNvSpPr>
          <p:nvPr/>
        </p:nvSpPr>
        <p:spPr>
          <a:xfrm>
            <a:off x="23861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data_7594">
            <a:extLst>
              <a:ext uri="{FF2B5EF4-FFF2-40B4-BE49-F238E27FC236}">
                <a16:creationId xmlns:a16="http://schemas.microsoft.com/office/drawing/2014/main" id="{7D1BADCA-FE20-4293-A8BB-2ADCDC1F71EC}"/>
              </a:ext>
            </a:extLst>
          </p:cNvPr>
          <p:cNvSpPr>
            <a:spLocks/>
          </p:cNvSpPr>
          <p:nvPr/>
        </p:nvSpPr>
        <p:spPr>
          <a:xfrm>
            <a:off x="2348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data_7595">
            <a:extLst>
              <a:ext uri="{FF2B5EF4-FFF2-40B4-BE49-F238E27FC236}">
                <a16:creationId xmlns:a16="http://schemas.microsoft.com/office/drawing/2014/main" id="{8849C8E5-1F99-47FC-9CA5-9DF433C06972}"/>
              </a:ext>
            </a:extLst>
          </p:cNvPr>
          <p:cNvSpPr>
            <a:spLocks/>
          </p:cNvSpPr>
          <p:nvPr/>
        </p:nvSpPr>
        <p:spPr>
          <a:xfrm>
            <a:off x="2377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data_7596">
            <a:extLst>
              <a:ext uri="{FF2B5EF4-FFF2-40B4-BE49-F238E27FC236}">
                <a16:creationId xmlns:a16="http://schemas.microsoft.com/office/drawing/2014/main" id="{4A10DA16-2226-4D60-A221-EE9C638270F9}"/>
              </a:ext>
            </a:extLst>
          </p:cNvPr>
          <p:cNvSpPr>
            <a:spLocks/>
          </p:cNvSpPr>
          <p:nvPr/>
        </p:nvSpPr>
        <p:spPr>
          <a:xfrm>
            <a:off x="235001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data_7597">
            <a:extLst>
              <a:ext uri="{FF2B5EF4-FFF2-40B4-BE49-F238E27FC236}">
                <a16:creationId xmlns:a16="http://schemas.microsoft.com/office/drawing/2014/main" id="{30C6E905-7A06-4A98-8F5B-70D17872F03A}"/>
              </a:ext>
            </a:extLst>
          </p:cNvPr>
          <p:cNvSpPr>
            <a:spLocks/>
          </p:cNvSpPr>
          <p:nvPr/>
        </p:nvSpPr>
        <p:spPr>
          <a:xfrm>
            <a:off x="2361479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data_7598">
            <a:extLst>
              <a:ext uri="{FF2B5EF4-FFF2-40B4-BE49-F238E27FC236}">
                <a16:creationId xmlns:a16="http://schemas.microsoft.com/office/drawing/2014/main" id="{0BF60B64-C54F-440B-9635-3E4285E53DFB}"/>
              </a:ext>
            </a:extLst>
          </p:cNvPr>
          <p:cNvSpPr>
            <a:spLocks/>
          </p:cNvSpPr>
          <p:nvPr/>
        </p:nvSpPr>
        <p:spPr>
          <a:xfrm>
            <a:off x="241776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data_7599">
            <a:extLst>
              <a:ext uri="{FF2B5EF4-FFF2-40B4-BE49-F238E27FC236}">
                <a16:creationId xmlns:a16="http://schemas.microsoft.com/office/drawing/2014/main" id="{BDC88D97-4BA4-4AF9-B29D-999C48F72CBA}"/>
              </a:ext>
            </a:extLst>
          </p:cNvPr>
          <p:cNvSpPr>
            <a:spLocks/>
          </p:cNvSpPr>
          <p:nvPr/>
        </p:nvSpPr>
        <p:spPr>
          <a:xfrm>
            <a:off x="23255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data_7600">
            <a:extLst>
              <a:ext uri="{FF2B5EF4-FFF2-40B4-BE49-F238E27FC236}">
                <a16:creationId xmlns:a16="http://schemas.microsoft.com/office/drawing/2014/main" id="{9E7F972C-6B08-4496-BF10-DECC636E13A8}"/>
              </a:ext>
            </a:extLst>
          </p:cNvPr>
          <p:cNvSpPr>
            <a:spLocks/>
          </p:cNvSpPr>
          <p:nvPr/>
        </p:nvSpPr>
        <p:spPr>
          <a:xfrm>
            <a:off x="233151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data_7601">
            <a:extLst>
              <a:ext uri="{FF2B5EF4-FFF2-40B4-BE49-F238E27FC236}">
                <a16:creationId xmlns:a16="http://schemas.microsoft.com/office/drawing/2014/main" id="{1F03A7C1-9BF1-43D5-89C7-466EC3A09A7D}"/>
              </a:ext>
            </a:extLst>
          </p:cNvPr>
          <p:cNvSpPr>
            <a:spLocks/>
          </p:cNvSpPr>
          <p:nvPr/>
        </p:nvSpPr>
        <p:spPr>
          <a:xfrm>
            <a:off x="23857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data_7602">
            <a:extLst>
              <a:ext uri="{FF2B5EF4-FFF2-40B4-BE49-F238E27FC236}">
                <a16:creationId xmlns:a16="http://schemas.microsoft.com/office/drawing/2014/main" id="{F8461EFC-F578-4B98-B414-809699338ABD}"/>
              </a:ext>
            </a:extLst>
          </p:cNvPr>
          <p:cNvSpPr>
            <a:spLocks/>
          </p:cNvSpPr>
          <p:nvPr/>
        </p:nvSpPr>
        <p:spPr>
          <a:xfrm>
            <a:off x="23845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data_7603">
            <a:extLst>
              <a:ext uri="{FF2B5EF4-FFF2-40B4-BE49-F238E27FC236}">
                <a16:creationId xmlns:a16="http://schemas.microsoft.com/office/drawing/2014/main" id="{299A3750-1AD8-4741-A993-51317608F08E}"/>
              </a:ext>
            </a:extLst>
          </p:cNvPr>
          <p:cNvSpPr>
            <a:spLocks/>
          </p:cNvSpPr>
          <p:nvPr/>
        </p:nvSpPr>
        <p:spPr>
          <a:xfrm>
            <a:off x="24268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data_7604">
            <a:extLst>
              <a:ext uri="{FF2B5EF4-FFF2-40B4-BE49-F238E27FC236}">
                <a16:creationId xmlns:a16="http://schemas.microsoft.com/office/drawing/2014/main" id="{87358814-0D62-4231-9F79-3A29C8E4443F}"/>
              </a:ext>
            </a:extLst>
          </p:cNvPr>
          <p:cNvSpPr>
            <a:spLocks/>
          </p:cNvSpPr>
          <p:nvPr/>
        </p:nvSpPr>
        <p:spPr>
          <a:xfrm>
            <a:off x="24072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data_7605">
            <a:extLst>
              <a:ext uri="{FF2B5EF4-FFF2-40B4-BE49-F238E27FC236}">
                <a16:creationId xmlns:a16="http://schemas.microsoft.com/office/drawing/2014/main" id="{48614A29-15BC-4E72-A79F-B5718A27AA67}"/>
              </a:ext>
            </a:extLst>
          </p:cNvPr>
          <p:cNvSpPr>
            <a:spLocks/>
          </p:cNvSpPr>
          <p:nvPr/>
        </p:nvSpPr>
        <p:spPr>
          <a:xfrm>
            <a:off x="23268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data_7606">
            <a:extLst>
              <a:ext uri="{FF2B5EF4-FFF2-40B4-BE49-F238E27FC236}">
                <a16:creationId xmlns:a16="http://schemas.microsoft.com/office/drawing/2014/main" id="{AB8BEC1F-77E4-4D99-99BD-2957EB5B49B1}"/>
              </a:ext>
            </a:extLst>
          </p:cNvPr>
          <p:cNvSpPr>
            <a:spLocks/>
          </p:cNvSpPr>
          <p:nvPr/>
        </p:nvSpPr>
        <p:spPr>
          <a:xfrm>
            <a:off x="234571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data_7607">
            <a:extLst>
              <a:ext uri="{FF2B5EF4-FFF2-40B4-BE49-F238E27FC236}">
                <a16:creationId xmlns:a16="http://schemas.microsoft.com/office/drawing/2014/main" id="{8F00E489-CD08-4966-B252-52FA8CBE0C7A}"/>
              </a:ext>
            </a:extLst>
          </p:cNvPr>
          <p:cNvSpPr>
            <a:spLocks/>
          </p:cNvSpPr>
          <p:nvPr/>
        </p:nvSpPr>
        <p:spPr>
          <a:xfrm>
            <a:off x="2397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data_7608">
            <a:extLst>
              <a:ext uri="{FF2B5EF4-FFF2-40B4-BE49-F238E27FC236}">
                <a16:creationId xmlns:a16="http://schemas.microsoft.com/office/drawing/2014/main" id="{ECCA18CC-F0F7-4049-8D00-BE46D7E4DE2C}"/>
              </a:ext>
            </a:extLst>
          </p:cNvPr>
          <p:cNvSpPr>
            <a:spLocks/>
          </p:cNvSpPr>
          <p:nvPr/>
        </p:nvSpPr>
        <p:spPr>
          <a:xfrm>
            <a:off x="2319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data_7609">
            <a:extLst>
              <a:ext uri="{FF2B5EF4-FFF2-40B4-BE49-F238E27FC236}">
                <a16:creationId xmlns:a16="http://schemas.microsoft.com/office/drawing/2014/main" id="{B7CF3C57-47F0-4818-82DA-4AFD5EF18992}"/>
              </a:ext>
            </a:extLst>
          </p:cNvPr>
          <p:cNvSpPr>
            <a:spLocks/>
          </p:cNvSpPr>
          <p:nvPr/>
        </p:nvSpPr>
        <p:spPr>
          <a:xfrm>
            <a:off x="24098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data_7610">
            <a:extLst>
              <a:ext uri="{FF2B5EF4-FFF2-40B4-BE49-F238E27FC236}">
                <a16:creationId xmlns:a16="http://schemas.microsoft.com/office/drawing/2014/main" id="{E3BA43AE-AADD-4FE4-9163-FAA0E21CFE55}"/>
              </a:ext>
            </a:extLst>
          </p:cNvPr>
          <p:cNvSpPr>
            <a:spLocks/>
          </p:cNvSpPr>
          <p:nvPr/>
        </p:nvSpPr>
        <p:spPr>
          <a:xfrm>
            <a:off x="2414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data_7611">
            <a:extLst>
              <a:ext uri="{FF2B5EF4-FFF2-40B4-BE49-F238E27FC236}">
                <a16:creationId xmlns:a16="http://schemas.microsoft.com/office/drawing/2014/main" id="{DB8984E8-C227-40BD-884D-C144CAF0A1E8}"/>
              </a:ext>
            </a:extLst>
          </p:cNvPr>
          <p:cNvSpPr>
            <a:spLocks/>
          </p:cNvSpPr>
          <p:nvPr/>
        </p:nvSpPr>
        <p:spPr>
          <a:xfrm>
            <a:off x="24004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data_7612">
            <a:extLst>
              <a:ext uri="{FF2B5EF4-FFF2-40B4-BE49-F238E27FC236}">
                <a16:creationId xmlns:a16="http://schemas.microsoft.com/office/drawing/2014/main" id="{BBFB2A38-440A-4C57-A6F6-E178459D976A}"/>
              </a:ext>
            </a:extLst>
          </p:cNvPr>
          <p:cNvSpPr>
            <a:spLocks/>
          </p:cNvSpPr>
          <p:nvPr/>
        </p:nvSpPr>
        <p:spPr>
          <a:xfrm>
            <a:off x="23992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data_7613">
            <a:extLst>
              <a:ext uri="{FF2B5EF4-FFF2-40B4-BE49-F238E27FC236}">
                <a16:creationId xmlns:a16="http://schemas.microsoft.com/office/drawing/2014/main" id="{FA9BC89A-098B-4114-914C-A3376FC250A7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data_7614">
            <a:extLst>
              <a:ext uri="{FF2B5EF4-FFF2-40B4-BE49-F238E27FC236}">
                <a16:creationId xmlns:a16="http://schemas.microsoft.com/office/drawing/2014/main" id="{CB5213D4-ADB5-4898-BB5A-B3E5CCE4FA51}"/>
              </a:ext>
            </a:extLst>
          </p:cNvPr>
          <p:cNvSpPr>
            <a:spLocks/>
          </p:cNvSpPr>
          <p:nvPr/>
        </p:nvSpPr>
        <p:spPr>
          <a:xfrm>
            <a:off x="23802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data_7615">
            <a:extLst>
              <a:ext uri="{FF2B5EF4-FFF2-40B4-BE49-F238E27FC236}">
                <a16:creationId xmlns:a16="http://schemas.microsoft.com/office/drawing/2014/main" id="{2BF7F3AB-728E-4A0E-8658-3E7CA95AD1AA}"/>
              </a:ext>
            </a:extLst>
          </p:cNvPr>
          <p:cNvSpPr>
            <a:spLocks/>
          </p:cNvSpPr>
          <p:nvPr/>
        </p:nvSpPr>
        <p:spPr>
          <a:xfrm>
            <a:off x="23126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data_7616">
            <a:extLst>
              <a:ext uri="{FF2B5EF4-FFF2-40B4-BE49-F238E27FC236}">
                <a16:creationId xmlns:a16="http://schemas.microsoft.com/office/drawing/2014/main" id="{E122BBC3-5B5B-4FFA-899C-89697C256F84}"/>
              </a:ext>
            </a:extLst>
          </p:cNvPr>
          <p:cNvSpPr>
            <a:spLocks/>
          </p:cNvSpPr>
          <p:nvPr/>
        </p:nvSpPr>
        <p:spPr>
          <a:xfrm>
            <a:off x="237998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data_7617">
            <a:extLst>
              <a:ext uri="{FF2B5EF4-FFF2-40B4-BE49-F238E27FC236}">
                <a16:creationId xmlns:a16="http://schemas.microsoft.com/office/drawing/2014/main" id="{DABC5B54-9FCB-40C3-9722-48EA5B9D3208}"/>
              </a:ext>
            </a:extLst>
          </p:cNvPr>
          <p:cNvSpPr>
            <a:spLocks/>
          </p:cNvSpPr>
          <p:nvPr/>
        </p:nvSpPr>
        <p:spPr>
          <a:xfrm>
            <a:off x="2329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data_7618">
            <a:extLst>
              <a:ext uri="{FF2B5EF4-FFF2-40B4-BE49-F238E27FC236}">
                <a16:creationId xmlns:a16="http://schemas.microsoft.com/office/drawing/2014/main" id="{5DDA67FC-80F4-48AE-87B7-2C64407A0805}"/>
              </a:ext>
            </a:extLst>
          </p:cNvPr>
          <p:cNvSpPr>
            <a:spLocks/>
          </p:cNvSpPr>
          <p:nvPr/>
        </p:nvSpPr>
        <p:spPr>
          <a:xfrm>
            <a:off x="2399786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data_7619">
            <a:extLst>
              <a:ext uri="{FF2B5EF4-FFF2-40B4-BE49-F238E27FC236}">
                <a16:creationId xmlns:a16="http://schemas.microsoft.com/office/drawing/2014/main" id="{444FD884-89C0-45AB-A370-67A585925B1C}"/>
              </a:ext>
            </a:extLst>
          </p:cNvPr>
          <p:cNvSpPr>
            <a:spLocks/>
          </p:cNvSpPr>
          <p:nvPr/>
        </p:nvSpPr>
        <p:spPr>
          <a:xfrm>
            <a:off x="2416985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data_7620">
            <a:extLst>
              <a:ext uri="{FF2B5EF4-FFF2-40B4-BE49-F238E27FC236}">
                <a16:creationId xmlns:a16="http://schemas.microsoft.com/office/drawing/2014/main" id="{9E018EB6-FEBD-4676-B532-711049E31D71}"/>
              </a:ext>
            </a:extLst>
          </p:cNvPr>
          <p:cNvSpPr>
            <a:spLocks/>
          </p:cNvSpPr>
          <p:nvPr/>
        </p:nvSpPr>
        <p:spPr>
          <a:xfrm>
            <a:off x="2327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data_7621">
            <a:extLst>
              <a:ext uri="{FF2B5EF4-FFF2-40B4-BE49-F238E27FC236}">
                <a16:creationId xmlns:a16="http://schemas.microsoft.com/office/drawing/2014/main" id="{C184F81B-FE08-4037-8AEC-6D4F768AA45B}"/>
              </a:ext>
            </a:extLst>
          </p:cNvPr>
          <p:cNvSpPr>
            <a:spLocks/>
          </p:cNvSpPr>
          <p:nvPr/>
        </p:nvSpPr>
        <p:spPr>
          <a:xfrm>
            <a:off x="2400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data_7622">
            <a:extLst>
              <a:ext uri="{FF2B5EF4-FFF2-40B4-BE49-F238E27FC236}">
                <a16:creationId xmlns:a16="http://schemas.microsoft.com/office/drawing/2014/main" id="{9A911E81-15A7-422C-8106-5E14C8C8DBB9}"/>
              </a:ext>
            </a:extLst>
          </p:cNvPr>
          <p:cNvSpPr>
            <a:spLocks/>
          </p:cNvSpPr>
          <p:nvPr/>
        </p:nvSpPr>
        <p:spPr>
          <a:xfrm>
            <a:off x="23342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data_7623">
            <a:extLst>
              <a:ext uri="{FF2B5EF4-FFF2-40B4-BE49-F238E27FC236}">
                <a16:creationId xmlns:a16="http://schemas.microsoft.com/office/drawing/2014/main" id="{304D62CA-8C09-47A7-BA7E-D002CA6BAAB4}"/>
              </a:ext>
            </a:extLst>
          </p:cNvPr>
          <p:cNvSpPr>
            <a:spLocks/>
          </p:cNvSpPr>
          <p:nvPr/>
        </p:nvSpPr>
        <p:spPr>
          <a:xfrm>
            <a:off x="23399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data_7624">
            <a:extLst>
              <a:ext uri="{FF2B5EF4-FFF2-40B4-BE49-F238E27FC236}">
                <a16:creationId xmlns:a16="http://schemas.microsoft.com/office/drawing/2014/main" id="{19916D77-4AD9-4728-80F7-FA7C68452686}"/>
              </a:ext>
            </a:extLst>
          </p:cNvPr>
          <p:cNvSpPr>
            <a:spLocks/>
          </p:cNvSpPr>
          <p:nvPr/>
        </p:nvSpPr>
        <p:spPr>
          <a:xfrm>
            <a:off x="23244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data_7625">
            <a:extLst>
              <a:ext uri="{FF2B5EF4-FFF2-40B4-BE49-F238E27FC236}">
                <a16:creationId xmlns:a16="http://schemas.microsoft.com/office/drawing/2014/main" id="{AA8F5ACF-3907-4E04-86CE-DF7473883532}"/>
              </a:ext>
            </a:extLst>
          </p:cNvPr>
          <p:cNvSpPr>
            <a:spLocks/>
          </p:cNvSpPr>
          <p:nvPr/>
        </p:nvSpPr>
        <p:spPr>
          <a:xfrm>
            <a:off x="2399525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data_7626">
            <a:extLst>
              <a:ext uri="{FF2B5EF4-FFF2-40B4-BE49-F238E27FC236}">
                <a16:creationId xmlns:a16="http://schemas.microsoft.com/office/drawing/2014/main" id="{A2EEFFD0-10F9-421F-B202-41D2BC115C06}"/>
              </a:ext>
            </a:extLst>
          </p:cNvPr>
          <p:cNvSpPr>
            <a:spLocks/>
          </p:cNvSpPr>
          <p:nvPr/>
        </p:nvSpPr>
        <p:spPr>
          <a:xfrm>
            <a:off x="24331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data_7627">
            <a:extLst>
              <a:ext uri="{FF2B5EF4-FFF2-40B4-BE49-F238E27FC236}">
                <a16:creationId xmlns:a16="http://schemas.microsoft.com/office/drawing/2014/main" id="{43D49C30-9C2B-4AA8-807B-CFF3891E0020}"/>
              </a:ext>
            </a:extLst>
          </p:cNvPr>
          <p:cNvSpPr>
            <a:spLocks/>
          </p:cNvSpPr>
          <p:nvPr/>
        </p:nvSpPr>
        <p:spPr>
          <a:xfrm>
            <a:off x="24387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data_7628">
            <a:extLst>
              <a:ext uri="{FF2B5EF4-FFF2-40B4-BE49-F238E27FC236}">
                <a16:creationId xmlns:a16="http://schemas.microsoft.com/office/drawing/2014/main" id="{E1FD7525-A208-4612-A119-9D6AE4F9665C}"/>
              </a:ext>
            </a:extLst>
          </p:cNvPr>
          <p:cNvSpPr>
            <a:spLocks/>
          </p:cNvSpPr>
          <p:nvPr/>
        </p:nvSpPr>
        <p:spPr>
          <a:xfrm>
            <a:off x="235822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data_7629">
            <a:extLst>
              <a:ext uri="{FF2B5EF4-FFF2-40B4-BE49-F238E27FC236}">
                <a16:creationId xmlns:a16="http://schemas.microsoft.com/office/drawing/2014/main" id="{836AA9B0-B4F5-4ACD-8939-FCCCDB089E1D}"/>
              </a:ext>
            </a:extLst>
          </p:cNvPr>
          <p:cNvSpPr>
            <a:spLocks/>
          </p:cNvSpPr>
          <p:nvPr/>
        </p:nvSpPr>
        <p:spPr>
          <a:xfrm>
            <a:off x="24060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data_7630">
            <a:extLst>
              <a:ext uri="{FF2B5EF4-FFF2-40B4-BE49-F238E27FC236}">
                <a16:creationId xmlns:a16="http://schemas.microsoft.com/office/drawing/2014/main" id="{81205216-1730-4459-A07B-9C50BA07926C}"/>
              </a:ext>
            </a:extLst>
          </p:cNvPr>
          <p:cNvSpPr>
            <a:spLocks/>
          </p:cNvSpPr>
          <p:nvPr/>
        </p:nvSpPr>
        <p:spPr>
          <a:xfrm>
            <a:off x="2431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data_7631">
            <a:extLst>
              <a:ext uri="{FF2B5EF4-FFF2-40B4-BE49-F238E27FC236}">
                <a16:creationId xmlns:a16="http://schemas.microsoft.com/office/drawing/2014/main" id="{88B8DA2E-DE80-44FC-9016-43B73573020F}"/>
              </a:ext>
            </a:extLst>
          </p:cNvPr>
          <p:cNvSpPr>
            <a:spLocks/>
          </p:cNvSpPr>
          <p:nvPr/>
        </p:nvSpPr>
        <p:spPr>
          <a:xfrm>
            <a:off x="241594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data_7632">
            <a:extLst>
              <a:ext uri="{FF2B5EF4-FFF2-40B4-BE49-F238E27FC236}">
                <a16:creationId xmlns:a16="http://schemas.microsoft.com/office/drawing/2014/main" id="{D6A13838-AD4E-4C27-BAA0-D23F0F5002A1}"/>
              </a:ext>
            </a:extLst>
          </p:cNvPr>
          <p:cNvSpPr>
            <a:spLocks/>
          </p:cNvSpPr>
          <p:nvPr/>
        </p:nvSpPr>
        <p:spPr>
          <a:xfrm>
            <a:off x="24021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data_7633">
            <a:extLst>
              <a:ext uri="{FF2B5EF4-FFF2-40B4-BE49-F238E27FC236}">
                <a16:creationId xmlns:a16="http://schemas.microsoft.com/office/drawing/2014/main" id="{08983AE4-B071-43AC-9C2B-94F6E229CD78}"/>
              </a:ext>
            </a:extLst>
          </p:cNvPr>
          <p:cNvSpPr>
            <a:spLocks/>
          </p:cNvSpPr>
          <p:nvPr/>
        </p:nvSpPr>
        <p:spPr>
          <a:xfrm>
            <a:off x="23702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data_7634">
            <a:extLst>
              <a:ext uri="{FF2B5EF4-FFF2-40B4-BE49-F238E27FC236}">
                <a16:creationId xmlns:a16="http://schemas.microsoft.com/office/drawing/2014/main" id="{502F5F47-2096-4842-842A-5CECFFD2C677}"/>
              </a:ext>
            </a:extLst>
          </p:cNvPr>
          <p:cNvSpPr>
            <a:spLocks/>
          </p:cNvSpPr>
          <p:nvPr/>
        </p:nvSpPr>
        <p:spPr>
          <a:xfrm>
            <a:off x="2366300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data_7635">
            <a:extLst>
              <a:ext uri="{FF2B5EF4-FFF2-40B4-BE49-F238E27FC236}">
                <a16:creationId xmlns:a16="http://schemas.microsoft.com/office/drawing/2014/main" id="{3C071D70-9ED9-4DBC-B519-FC49192807D1}"/>
              </a:ext>
            </a:extLst>
          </p:cNvPr>
          <p:cNvSpPr>
            <a:spLocks/>
          </p:cNvSpPr>
          <p:nvPr/>
        </p:nvSpPr>
        <p:spPr>
          <a:xfrm>
            <a:off x="23229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data_7636">
            <a:extLst>
              <a:ext uri="{FF2B5EF4-FFF2-40B4-BE49-F238E27FC236}">
                <a16:creationId xmlns:a16="http://schemas.microsoft.com/office/drawing/2014/main" id="{850C8D6A-8FB1-4A58-9000-34230E87C3FD}"/>
              </a:ext>
            </a:extLst>
          </p:cNvPr>
          <p:cNvSpPr>
            <a:spLocks/>
          </p:cNvSpPr>
          <p:nvPr/>
        </p:nvSpPr>
        <p:spPr>
          <a:xfrm>
            <a:off x="243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data_7637">
            <a:extLst>
              <a:ext uri="{FF2B5EF4-FFF2-40B4-BE49-F238E27FC236}">
                <a16:creationId xmlns:a16="http://schemas.microsoft.com/office/drawing/2014/main" id="{9E0BECD9-BD1A-43B7-B382-2C7458842D41}"/>
              </a:ext>
            </a:extLst>
          </p:cNvPr>
          <p:cNvSpPr>
            <a:spLocks/>
          </p:cNvSpPr>
          <p:nvPr/>
        </p:nvSpPr>
        <p:spPr>
          <a:xfrm>
            <a:off x="24178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data_7638">
            <a:extLst>
              <a:ext uri="{FF2B5EF4-FFF2-40B4-BE49-F238E27FC236}">
                <a16:creationId xmlns:a16="http://schemas.microsoft.com/office/drawing/2014/main" id="{8A4C3D52-BF90-4C5D-99AB-8B4C2014F23B}"/>
              </a:ext>
            </a:extLst>
          </p:cNvPr>
          <p:cNvSpPr>
            <a:spLocks/>
          </p:cNvSpPr>
          <p:nvPr/>
        </p:nvSpPr>
        <p:spPr>
          <a:xfrm>
            <a:off x="23982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data_7639">
            <a:extLst>
              <a:ext uri="{FF2B5EF4-FFF2-40B4-BE49-F238E27FC236}">
                <a16:creationId xmlns:a16="http://schemas.microsoft.com/office/drawing/2014/main" id="{91C7AE00-2879-44FA-B1E6-835894E49711}"/>
              </a:ext>
            </a:extLst>
          </p:cNvPr>
          <p:cNvSpPr>
            <a:spLocks/>
          </p:cNvSpPr>
          <p:nvPr/>
        </p:nvSpPr>
        <p:spPr>
          <a:xfrm>
            <a:off x="23183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data_7640">
            <a:extLst>
              <a:ext uri="{FF2B5EF4-FFF2-40B4-BE49-F238E27FC236}">
                <a16:creationId xmlns:a16="http://schemas.microsoft.com/office/drawing/2014/main" id="{6AB692A3-7DBD-4CF7-813F-C78AA441F0C6}"/>
              </a:ext>
            </a:extLst>
          </p:cNvPr>
          <p:cNvSpPr>
            <a:spLocks/>
          </p:cNvSpPr>
          <p:nvPr/>
        </p:nvSpPr>
        <p:spPr>
          <a:xfrm>
            <a:off x="233098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data_7641">
            <a:extLst>
              <a:ext uri="{FF2B5EF4-FFF2-40B4-BE49-F238E27FC236}">
                <a16:creationId xmlns:a16="http://schemas.microsoft.com/office/drawing/2014/main" id="{4A1E85B7-8645-4850-A605-6660BDC62C7B}"/>
              </a:ext>
            </a:extLst>
          </p:cNvPr>
          <p:cNvSpPr>
            <a:spLocks/>
          </p:cNvSpPr>
          <p:nvPr/>
        </p:nvSpPr>
        <p:spPr>
          <a:xfrm>
            <a:off x="23436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data_7642">
            <a:extLst>
              <a:ext uri="{FF2B5EF4-FFF2-40B4-BE49-F238E27FC236}">
                <a16:creationId xmlns:a16="http://schemas.microsoft.com/office/drawing/2014/main" id="{CA1EA8D4-EAD1-489B-A6BB-313E76AD6676}"/>
              </a:ext>
            </a:extLst>
          </p:cNvPr>
          <p:cNvSpPr>
            <a:spLocks/>
          </p:cNvSpPr>
          <p:nvPr/>
        </p:nvSpPr>
        <p:spPr>
          <a:xfrm>
            <a:off x="239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data_7643">
            <a:extLst>
              <a:ext uri="{FF2B5EF4-FFF2-40B4-BE49-F238E27FC236}">
                <a16:creationId xmlns:a16="http://schemas.microsoft.com/office/drawing/2014/main" id="{5A1B79BF-938C-45AA-89CE-BCA3BFC78E28}"/>
              </a:ext>
            </a:extLst>
          </p:cNvPr>
          <p:cNvSpPr>
            <a:spLocks/>
          </p:cNvSpPr>
          <p:nvPr/>
        </p:nvSpPr>
        <p:spPr>
          <a:xfrm>
            <a:off x="23863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data_7644">
            <a:extLst>
              <a:ext uri="{FF2B5EF4-FFF2-40B4-BE49-F238E27FC236}">
                <a16:creationId xmlns:a16="http://schemas.microsoft.com/office/drawing/2014/main" id="{B31F010E-47AD-42BE-87F7-8ECE62364F32}"/>
              </a:ext>
            </a:extLst>
          </p:cNvPr>
          <p:cNvSpPr>
            <a:spLocks/>
          </p:cNvSpPr>
          <p:nvPr/>
        </p:nvSpPr>
        <p:spPr>
          <a:xfrm>
            <a:off x="23364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data_7645">
            <a:extLst>
              <a:ext uri="{FF2B5EF4-FFF2-40B4-BE49-F238E27FC236}">
                <a16:creationId xmlns:a16="http://schemas.microsoft.com/office/drawing/2014/main" id="{24007E95-DA3F-4E0A-892F-2981B43E2465}"/>
              </a:ext>
            </a:extLst>
          </p:cNvPr>
          <p:cNvSpPr>
            <a:spLocks/>
          </p:cNvSpPr>
          <p:nvPr/>
        </p:nvSpPr>
        <p:spPr>
          <a:xfrm>
            <a:off x="23600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data_7646">
            <a:extLst>
              <a:ext uri="{FF2B5EF4-FFF2-40B4-BE49-F238E27FC236}">
                <a16:creationId xmlns:a16="http://schemas.microsoft.com/office/drawing/2014/main" id="{E7092E3B-4075-4CAA-9598-EE6DA918BC59}"/>
              </a:ext>
            </a:extLst>
          </p:cNvPr>
          <p:cNvSpPr>
            <a:spLocks/>
          </p:cNvSpPr>
          <p:nvPr/>
        </p:nvSpPr>
        <p:spPr>
          <a:xfrm>
            <a:off x="2313920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data_7647">
            <a:extLst>
              <a:ext uri="{FF2B5EF4-FFF2-40B4-BE49-F238E27FC236}">
                <a16:creationId xmlns:a16="http://schemas.microsoft.com/office/drawing/2014/main" id="{4FBC612A-0B4D-4E87-AE92-42A5FEDC66F3}"/>
              </a:ext>
            </a:extLst>
          </p:cNvPr>
          <p:cNvSpPr>
            <a:spLocks/>
          </p:cNvSpPr>
          <p:nvPr/>
        </p:nvSpPr>
        <p:spPr>
          <a:xfrm>
            <a:off x="30253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data_7648">
            <a:extLst>
              <a:ext uri="{FF2B5EF4-FFF2-40B4-BE49-F238E27FC236}">
                <a16:creationId xmlns:a16="http://schemas.microsoft.com/office/drawing/2014/main" id="{988B6ED4-56BB-4A05-A161-8B16B2660B64}"/>
              </a:ext>
            </a:extLst>
          </p:cNvPr>
          <p:cNvSpPr>
            <a:spLocks/>
          </p:cNvSpPr>
          <p:nvPr/>
        </p:nvSpPr>
        <p:spPr>
          <a:xfrm>
            <a:off x="3000336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data_7649">
            <a:extLst>
              <a:ext uri="{FF2B5EF4-FFF2-40B4-BE49-F238E27FC236}">
                <a16:creationId xmlns:a16="http://schemas.microsoft.com/office/drawing/2014/main" id="{0B729FED-2062-41F3-8512-B1AB4AC02221}"/>
              </a:ext>
            </a:extLst>
          </p:cNvPr>
          <p:cNvSpPr>
            <a:spLocks/>
          </p:cNvSpPr>
          <p:nvPr/>
        </p:nvSpPr>
        <p:spPr>
          <a:xfrm>
            <a:off x="30206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data_7650">
            <a:extLst>
              <a:ext uri="{FF2B5EF4-FFF2-40B4-BE49-F238E27FC236}">
                <a16:creationId xmlns:a16="http://schemas.microsoft.com/office/drawing/2014/main" id="{B5222BF7-D5E2-4E5F-AA49-59E2EE362D17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data_7651">
            <a:extLst>
              <a:ext uri="{FF2B5EF4-FFF2-40B4-BE49-F238E27FC236}">
                <a16:creationId xmlns:a16="http://schemas.microsoft.com/office/drawing/2014/main" id="{56841917-6C52-4418-B364-07C324FEE24E}"/>
              </a:ext>
            </a:extLst>
          </p:cNvPr>
          <p:cNvSpPr>
            <a:spLocks/>
          </p:cNvSpPr>
          <p:nvPr/>
        </p:nvSpPr>
        <p:spPr>
          <a:xfrm>
            <a:off x="3042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data_7652">
            <a:extLst>
              <a:ext uri="{FF2B5EF4-FFF2-40B4-BE49-F238E27FC236}">
                <a16:creationId xmlns:a16="http://schemas.microsoft.com/office/drawing/2014/main" id="{388955E5-DA9B-4657-95ED-96CD261D2998}"/>
              </a:ext>
            </a:extLst>
          </p:cNvPr>
          <p:cNvSpPr>
            <a:spLocks/>
          </p:cNvSpPr>
          <p:nvPr/>
        </p:nvSpPr>
        <p:spPr>
          <a:xfrm>
            <a:off x="30802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data_7653">
            <a:extLst>
              <a:ext uri="{FF2B5EF4-FFF2-40B4-BE49-F238E27FC236}">
                <a16:creationId xmlns:a16="http://schemas.microsoft.com/office/drawing/2014/main" id="{B10C1AB2-AA72-4433-B51D-ED06FB8CD790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data_7654">
            <a:extLst>
              <a:ext uri="{FF2B5EF4-FFF2-40B4-BE49-F238E27FC236}">
                <a16:creationId xmlns:a16="http://schemas.microsoft.com/office/drawing/2014/main" id="{13448B06-92C6-4D2D-A91C-52D562A95940}"/>
              </a:ext>
            </a:extLst>
          </p:cNvPr>
          <p:cNvSpPr>
            <a:spLocks/>
          </p:cNvSpPr>
          <p:nvPr/>
        </p:nvSpPr>
        <p:spPr>
          <a:xfrm>
            <a:off x="30072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data_7655">
            <a:extLst>
              <a:ext uri="{FF2B5EF4-FFF2-40B4-BE49-F238E27FC236}">
                <a16:creationId xmlns:a16="http://schemas.microsoft.com/office/drawing/2014/main" id="{9D084A58-4B63-403D-A44D-71816A40E9D3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data_7656">
            <a:extLst>
              <a:ext uri="{FF2B5EF4-FFF2-40B4-BE49-F238E27FC236}">
                <a16:creationId xmlns:a16="http://schemas.microsoft.com/office/drawing/2014/main" id="{E9F4BA66-035B-4B07-A459-98BE126D98CD}"/>
              </a:ext>
            </a:extLst>
          </p:cNvPr>
          <p:cNvSpPr>
            <a:spLocks/>
          </p:cNvSpPr>
          <p:nvPr/>
        </p:nvSpPr>
        <p:spPr>
          <a:xfrm>
            <a:off x="30076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data_7657">
            <a:extLst>
              <a:ext uri="{FF2B5EF4-FFF2-40B4-BE49-F238E27FC236}">
                <a16:creationId xmlns:a16="http://schemas.microsoft.com/office/drawing/2014/main" id="{129FEC57-EEAC-4F67-B826-08CA55F351BC}"/>
              </a:ext>
            </a:extLst>
          </p:cNvPr>
          <p:cNvSpPr>
            <a:spLocks/>
          </p:cNvSpPr>
          <p:nvPr/>
        </p:nvSpPr>
        <p:spPr>
          <a:xfrm>
            <a:off x="2993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data_7658">
            <a:extLst>
              <a:ext uri="{FF2B5EF4-FFF2-40B4-BE49-F238E27FC236}">
                <a16:creationId xmlns:a16="http://schemas.microsoft.com/office/drawing/2014/main" id="{451DB5FD-AB2D-47B0-BDF1-1B3F19970ACC}"/>
              </a:ext>
            </a:extLst>
          </p:cNvPr>
          <p:cNvSpPr>
            <a:spLocks/>
          </p:cNvSpPr>
          <p:nvPr/>
        </p:nvSpPr>
        <p:spPr>
          <a:xfrm>
            <a:off x="309362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data_7659">
            <a:extLst>
              <a:ext uri="{FF2B5EF4-FFF2-40B4-BE49-F238E27FC236}">
                <a16:creationId xmlns:a16="http://schemas.microsoft.com/office/drawing/2014/main" id="{B63ECB35-52A6-41C8-8140-410F5CF8E73D}"/>
              </a:ext>
            </a:extLst>
          </p:cNvPr>
          <p:cNvSpPr>
            <a:spLocks/>
          </p:cNvSpPr>
          <p:nvPr/>
        </p:nvSpPr>
        <p:spPr>
          <a:xfrm>
            <a:off x="312033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data_7660">
            <a:extLst>
              <a:ext uri="{FF2B5EF4-FFF2-40B4-BE49-F238E27FC236}">
                <a16:creationId xmlns:a16="http://schemas.microsoft.com/office/drawing/2014/main" id="{E375FDFF-34C1-4C19-88B4-FEF1C1D2518E}"/>
              </a:ext>
            </a:extLst>
          </p:cNvPr>
          <p:cNvSpPr>
            <a:spLocks/>
          </p:cNvSpPr>
          <p:nvPr/>
        </p:nvSpPr>
        <p:spPr>
          <a:xfrm>
            <a:off x="3041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data_7661">
            <a:extLst>
              <a:ext uri="{FF2B5EF4-FFF2-40B4-BE49-F238E27FC236}">
                <a16:creationId xmlns:a16="http://schemas.microsoft.com/office/drawing/2014/main" id="{ACF07B9D-981B-4CA7-8675-E3750AE74CCC}"/>
              </a:ext>
            </a:extLst>
          </p:cNvPr>
          <p:cNvSpPr>
            <a:spLocks/>
          </p:cNvSpPr>
          <p:nvPr/>
        </p:nvSpPr>
        <p:spPr>
          <a:xfrm>
            <a:off x="311330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data_7662">
            <a:extLst>
              <a:ext uri="{FF2B5EF4-FFF2-40B4-BE49-F238E27FC236}">
                <a16:creationId xmlns:a16="http://schemas.microsoft.com/office/drawing/2014/main" id="{4534EEC1-EBE8-4693-8B39-2C4E780D2C22}"/>
              </a:ext>
            </a:extLst>
          </p:cNvPr>
          <p:cNvSpPr>
            <a:spLocks/>
          </p:cNvSpPr>
          <p:nvPr/>
        </p:nvSpPr>
        <p:spPr>
          <a:xfrm>
            <a:off x="302053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data_7663">
            <a:extLst>
              <a:ext uri="{FF2B5EF4-FFF2-40B4-BE49-F238E27FC236}">
                <a16:creationId xmlns:a16="http://schemas.microsoft.com/office/drawing/2014/main" id="{25BE2C6A-7567-4722-811A-C279FE2824A7}"/>
              </a:ext>
            </a:extLst>
          </p:cNvPr>
          <p:cNvSpPr>
            <a:spLocks/>
          </p:cNvSpPr>
          <p:nvPr/>
        </p:nvSpPr>
        <p:spPr>
          <a:xfrm>
            <a:off x="3045288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data_7664">
            <a:extLst>
              <a:ext uri="{FF2B5EF4-FFF2-40B4-BE49-F238E27FC236}">
                <a16:creationId xmlns:a16="http://schemas.microsoft.com/office/drawing/2014/main" id="{17FFB8B2-F0BA-4B59-A6ED-30EAF18ACBDC}"/>
              </a:ext>
            </a:extLst>
          </p:cNvPr>
          <p:cNvSpPr>
            <a:spLocks/>
          </p:cNvSpPr>
          <p:nvPr/>
        </p:nvSpPr>
        <p:spPr>
          <a:xfrm>
            <a:off x="3084116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data_7665">
            <a:extLst>
              <a:ext uri="{FF2B5EF4-FFF2-40B4-BE49-F238E27FC236}">
                <a16:creationId xmlns:a16="http://schemas.microsoft.com/office/drawing/2014/main" id="{B0ABBCC6-302D-4609-B2E5-068426050C0A}"/>
              </a:ext>
            </a:extLst>
          </p:cNvPr>
          <p:cNvSpPr>
            <a:spLocks/>
          </p:cNvSpPr>
          <p:nvPr/>
        </p:nvSpPr>
        <p:spPr>
          <a:xfrm>
            <a:off x="310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data_7666">
            <a:extLst>
              <a:ext uri="{FF2B5EF4-FFF2-40B4-BE49-F238E27FC236}">
                <a16:creationId xmlns:a16="http://schemas.microsoft.com/office/drawing/2014/main" id="{38C21BB1-A67A-44F7-8B67-19F5770A9CF1}"/>
              </a:ext>
            </a:extLst>
          </p:cNvPr>
          <p:cNvSpPr>
            <a:spLocks/>
          </p:cNvSpPr>
          <p:nvPr/>
        </p:nvSpPr>
        <p:spPr>
          <a:xfrm>
            <a:off x="312007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data_7667">
            <a:extLst>
              <a:ext uri="{FF2B5EF4-FFF2-40B4-BE49-F238E27FC236}">
                <a16:creationId xmlns:a16="http://schemas.microsoft.com/office/drawing/2014/main" id="{8A60E47E-D57A-4668-BA31-690E2E07E81E}"/>
              </a:ext>
            </a:extLst>
          </p:cNvPr>
          <p:cNvSpPr>
            <a:spLocks/>
          </p:cNvSpPr>
          <p:nvPr/>
        </p:nvSpPr>
        <p:spPr>
          <a:xfrm>
            <a:off x="30751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data_7668">
            <a:extLst>
              <a:ext uri="{FF2B5EF4-FFF2-40B4-BE49-F238E27FC236}">
                <a16:creationId xmlns:a16="http://schemas.microsoft.com/office/drawing/2014/main" id="{E1DDAB98-0C28-4ACD-8E21-E4D5EEBECB33}"/>
              </a:ext>
            </a:extLst>
          </p:cNvPr>
          <p:cNvSpPr>
            <a:spLocks/>
          </p:cNvSpPr>
          <p:nvPr/>
        </p:nvSpPr>
        <p:spPr>
          <a:xfrm>
            <a:off x="2997860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data_7669">
            <a:extLst>
              <a:ext uri="{FF2B5EF4-FFF2-40B4-BE49-F238E27FC236}">
                <a16:creationId xmlns:a16="http://schemas.microsoft.com/office/drawing/2014/main" id="{30540633-66C8-4D24-934F-FDC68ACFCEFD}"/>
              </a:ext>
            </a:extLst>
          </p:cNvPr>
          <p:cNvSpPr>
            <a:spLocks/>
          </p:cNvSpPr>
          <p:nvPr/>
        </p:nvSpPr>
        <p:spPr>
          <a:xfrm>
            <a:off x="301714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data_7670">
            <a:extLst>
              <a:ext uri="{FF2B5EF4-FFF2-40B4-BE49-F238E27FC236}">
                <a16:creationId xmlns:a16="http://schemas.microsoft.com/office/drawing/2014/main" id="{73E4F0E3-B2CE-4D12-B964-49CF7F9C75DA}"/>
              </a:ext>
            </a:extLst>
          </p:cNvPr>
          <p:cNvSpPr>
            <a:spLocks/>
          </p:cNvSpPr>
          <p:nvPr/>
        </p:nvSpPr>
        <p:spPr>
          <a:xfrm>
            <a:off x="30256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data_7671">
            <a:extLst>
              <a:ext uri="{FF2B5EF4-FFF2-40B4-BE49-F238E27FC236}">
                <a16:creationId xmlns:a16="http://schemas.microsoft.com/office/drawing/2014/main" id="{35724CD3-85A4-49B8-A8B9-C0B755DB712A}"/>
              </a:ext>
            </a:extLst>
          </p:cNvPr>
          <p:cNvSpPr>
            <a:spLocks/>
          </p:cNvSpPr>
          <p:nvPr/>
        </p:nvSpPr>
        <p:spPr>
          <a:xfrm>
            <a:off x="29976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data_7672">
            <a:extLst>
              <a:ext uri="{FF2B5EF4-FFF2-40B4-BE49-F238E27FC236}">
                <a16:creationId xmlns:a16="http://schemas.microsoft.com/office/drawing/2014/main" id="{0B1144B0-D64F-463B-8B99-3892CCEC9020}"/>
              </a:ext>
            </a:extLst>
          </p:cNvPr>
          <p:cNvSpPr>
            <a:spLocks/>
          </p:cNvSpPr>
          <p:nvPr/>
        </p:nvSpPr>
        <p:spPr>
          <a:xfrm>
            <a:off x="299681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data_7673">
            <a:extLst>
              <a:ext uri="{FF2B5EF4-FFF2-40B4-BE49-F238E27FC236}">
                <a16:creationId xmlns:a16="http://schemas.microsoft.com/office/drawing/2014/main" id="{AE3E0FCF-BC7C-43F8-9CAA-E20B20A8D5F4}"/>
              </a:ext>
            </a:extLst>
          </p:cNvPr>
          <p:cNvSpPr>
            <a:spLocks/>
          </p:cNvSpPr>
          <p:nvPr/>
        </p:nvSpPr>
        <p:spPr>
          <a:xfrm>
            <a:off x="3022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data_7674">
            <a:extLst>
              <a:ext uri="{FF2B5EF4-FFF2-40B4-BE49-F238E27FC236}">
                <a16:creationId xmlns:a16="http://schemas.microsoft.com/office/drawing/2014/main" id="{07F4FFC7-099F-4090-9F72-DB1E0E5D0D90}"/>
              </a:ext>
            </a:extLst>
          </p:cNvPr>
          <p:cNvSpPr>
            <a:spLocks/>
          </p:cNvSpPr>
          <p:nvPr/>
        </p:nvSpPr>
        <p:spPr>
          <a:xfrm>
            <a:off x="3071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data_7675">
            <a:extLst>
              <a:ext uri="{FF2B5EF4-FFF2-40B4-BE49-F238E27FC236}">
                <a16:creationId xmlns:a16="http://schemas.microsoft.com/office/drawing/2014/main" id="{9AA4A09B-B33A-4DDA-BEE1-D6C599767472}"/>
              </a:ext>
            </a:extLst>
          </p:cNvPr>
          <p:cNvSpPr>
            <a:spLocks/>
          </p:cNvSpPr>
          <p:nvPr/>
        </p:nvSpPr>
        <p:spPr>
          <a:xfrm>
            <a:off x="301519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data_7676">
            <a:extLst>
              <a:ext uri="{FF2B5EF4-FFF2-40B4-BE49-F238E27FC236}">
                <a16:creationId xmlns:a16="http://schemas.microsoft.com/office/drawing/2014/main" id="{7058FB3A-1E26-42BA-A377-40712A09C7D1}"/>
              </a:ext>
            </a:extLst>
          </p:cNvPr>
          <p:cNvSpPr>
            <a:spLocks/>
          </p:cNvSpPr>
          <p:nvPr/>
        </p:nvSpPr>
        <p:spPr>
          <a:xfrm>
            <a:off x="30542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data_7677">
            <a:extLst>
              <a:ext uri="{FF2B5EF4-FFF2-40B4-BE49-F238E27FC236}">
                <a16:creationId xmlns:a16="http://schemas.microsoft.com/office/drawing/2014/main" id="{5D1EF946-96A0-4CA9-B463-B93B25ED0117}"/>
              </a:ext>
            </a:extLst>
          </p:cNvPr>
          <p:cNvSpPr>
            <a:spLocks/>
          </p:cNvSpPr>
          <p:nvPr/>
        </p:nvSpPr>
        <p:spPr>
          <a:xfrm>
            <a:off x="30404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data_7678">
            <a:extLst>
              <a:ext uri="{FF2B5EF4-FFF2-40B4-BE49-F238E27FC236}">
                <a16:creationId xmlns:a16="http://schemas.microsoft.com/office/drawing/2014/main" id="{C2393330-9270-42B0-BFB3-A331380673CA}"/>
              </a:ext>
            </a:extLst>
          </p:cNvPr>
          <p:cNvSpPr>
            <a:spLocks/>
          </p:cNvSpPr>
          <p:nvPr/>
        </p:nvSpPr>
        <p:spPr>
          <a:xfrm>
            <a:off x="31050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data_7679">
            <a:extLst>
              <a:ext uri="{FF2B5EF4-FFF2-40B4-BE49-F238E27FC236}">
                <a16:creationId xmlns:a16="http://schemas.microsoft.com/office/drawing/2014/main" id="{B7E1D9D9-C9C3-4BAE-A257-37DF39779406}"/>
              </a:ext>
            </a:extLst>
          </p:cNvPr>
          <p:cNvSpPr>
            <a:spLocks/>
          </p:cNvSpPr>
          <p:nvPr/>
        </p:nvSpPr>
        <p:spPr>
          <a:xfrm>
            <a:off x="3027568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data_7680">
            <a:extLst>
              <a:ext uri="{FF2B5EF4-FFF2-40B4-BE49-F238E27FC236}">
                <a16:creationId xmlns:a16="http://schemas.microsoft.com/office/drawing/2014/main" id="{E3816E31-976A-4CB0-B851-FF0A4936BAE1}"/>
              </a:ext>
            </a:extLst>
          </p:cNvPr>
          <p:cNvSpPr>
            <a:spLocks/>
          </p:cNvSpPr>
          <p:nvPr/>
        </p:nvSpPr>
        <p:spPr>
          <a:xfrm>
            <a:off x="30811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data_7681">
            <a:extLst>
              <a:ext uri="{FF2B5EF4-FFF2-40B4-BE49-F238E27FC236}">
                <a16:creationId xmlns:a16="http://schemas.microsoft.com/office/drawing/2014/main" id="{8BD7BC99-D1C0-4336-9036-140FB77E304F}"/>
              </a:ext>
            </a:extLst>
          </p:cNvPr>
          <p:cNvSpPr>
            <a:spLocks/>
          </p:cNvSpPr>
          <p:nvPr/>
        </p:nvSpPr>
        <p:spPr>
          <a:xfrm>
            <a:off x="30843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data_7682">
            <a:extLst>
              <a:ext uri="{FF2B5EF4-FFF2-40B4-BE49-F238E27FC236}">
                <a16:creationId xmlns:a16="http://schemas.microsoft.com/office/drawing/2014/main" id="{B1A94173-5C9C-40E7-97B4-9B73898C755E}"/>
              </a:ext>
            </a:extLst>
          </p:cNvPr>
          <p:cNvSpPr>
            <a:spLocks/>
          </p:cNvSpPr>
          <p:nvPr/>
        </p:nvSpPr>
        <p:spPr>
          <a:xfrm>
            <a:off x="299720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data_7683">
            <a:extLst>
              <a:ext uri="{FF2B5EF4-FFF2-40B4-BE49-F238E27FC236}">
                <a16:creationId xmlns:a16="http://schemas.microsoft.com/office/drawing/2014/main" id="{C00DB490-164C-4EB9-B07D-6F9D59DDBC25}"/>
              </a:ext>
            </a:extLst>
          </p:cNvPr>
          <p:cNvSpPr>
            <a:spLocks/>
          </p:cNvSpPr>
          <p:nvPr/>
        </p:nvSpPr>
        <p:spPr>
          <a:xfrm>
            <a:off x="31034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data_7684">
            <a:extLst>
              <a:ext uri="{FF2B5EF4-FFF2-40B4-BE49-F238E27FC236}">
                <a16:creationId xmlns:a16="http://schemas.microsoft.com/office/drawing/2014/main" id="{555AAFDF-29CB-48EF-9113-D516DC882F9B}"/>
              </a:ext>
            </a:extLst>
          </p:cNvPr>
          <p:cNvSpPr>
            <a:spLocks/>
          </p:cNvSpPr>
          <p:nvPr/>
        </p:nvSpPr>
        <p:spPr>
          <a:xfrm>
            <a:off x="29940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data_7685">
            <a:extLst>
              <a:ext uri="{FF2B5EF4-FFF2-40B4-BE49-F238E27FC236}">
                <a16:creationId xmlns:a16="http://schemas.microsoft.com/office/drawing/2014/main" id="{B5658877-3911-4939-B16A-30965C2639FC}"/>
              </a:ext>
            </a:extLst>
          </p:cNvPr>
          <p:cNvSpPr>
            <a:spLocks/>
          </p:cNvSpPr>
          <p:nvPr/>
        </p:nvSpPr>
        <p:spPr>
          <a:xfrm>
            <a:off x="31031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data_7686">
            <a:extLst>
              <a:ext uri="{FF2B5EF4-FFF2-40B4-BE49-F238E27FC236}">
                <a16:creationId xmlns:a16="http://schemas.microsoft.com/office/drawing/2014/main" id="{21697EF0-909F-470F-B9E2-FF2F58B1DD20}"/>
              </a:ext>
            </a:extLst>
          </p:cNvPr>
          <p:cNvSpPr>
            <a:spLocks/>
          </p:cNvSpPr>
          <p:nvPr/>
        </p:nvSpPr>
        <p:spPr>
          <a:xfrm>
            <a:off x="3115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data_7687">
            <a:extLst>
              <a:ext uri="{FF2B5EF4-FFF2-40B4-BE49-F238E27FC236}">
                <a16:creationId xmlns:a16="http://schemas.microsoft.com/office/drawing/2014/main" id="{287D3E8E-5B8F-44CB-AFBF-53608641C0AA}"/>
              </a:ext>
            </a:extLst>
          </p:cNvPr>
          <p:cNvSpPr>
            <a:spLocks/>
          </p:cNvSpPr>
          <p:nvPr/>
        </p:nvSpPr>
        <p:spPr>
          <a:xfrm>
            <a:off x="30719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data_7688">
            <a:extLst>
              <a:ext uri="{FF2B5EF4-FFF2-40B4-BE49-F238E27FC236}">
                <a16:creationId xmlns:a16="http://schemas.microsoft.com/office/drawing/2014/main" id="{8EE6F37C-DCBF-4561-AB25-03C044951CF0}"/>
              </a:ext>
            </a:extLst>
          </p:cNvPr>
          <p:cNvSpPr>
            <a:spLocks/>
          </p:cNvSpPr>
          <p:nvPr/>
        </p:nvSpPr>
        <p:spPr>
          <a:xfrm>
            <a:off x="30329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data_7689">
            <a:extLst>
              <a:ext uri="{FF2B5EF4-FFF2-40B4-BE49-F238E27FC236}">
                <a16:creationId xmlns:a16="http://schemas.microsoft.com/office/drawing/2014/main" id="{3F361927-DB5A-44B3-8616-A3B064CD0FF5}"/>
              </a:ext>
            </a:extLst>
          </p:cNvPr>
          <p:cNvSpPr>
            <a:spLocks/>
          </p:cNvSpPr>
          <p:nvPr/>
        </p:nvSpPr>
        <p:spPr>
          <a:xfrm>
            <a:off x="30875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data_7690">
            <a:extLst>
              <a:ext uri="{FF2B5EF4-FFF2-40B4-BE49-F238E27FC236}">
                <a16:creationId xmlns:a16="http://schemas.microsoft.com/office/drawing/2014/main" id="{B907AEEA-E1CC-461D-AE6E-E7B69B5D2E94}"/>
              </a:ext>
            </a:extLst>
          </p:cNvPr>
          <p:cNvSpPr>
            <a:spLocks/>
          </p:cNvSpPr>
          <p:nvPr/>
        </p:nvSpPr>
        <p:spPr>
          <a:xfrm>
            <a:off x="3021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data_7691">
            <a:extLst>
              <a:ext uri="{FF2B5EF4-FFF2-40B4-BE49-F238E27FC236}">
                <a16:creationId xmlns:a16="http://schemas.microsoft.com/office/drawing/2014/main" id="{93088FC7-1D34-4F1F-9BA9-479CD27C06DB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data_7692">
            <a:extLst>
              <a:ext uri="{FF2B5EF4-FFF2-40B4-BE49-F238E27FC236}">
                <a16:creationId xmlns:a16="http://schemas.microsoft.com/office/drawing/2014/main" id="{74AEE8F1-65BB-4445-AE60-C22FB1823E8D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data_7693">
            <a:extLst>
              <a:ext uri="{FF2B5EF4-FFF2-40B4-BE49-F238E27FC236}">
                <a16:creationId xmlns:a16="http://schemas.microsoft.com/office/drawing/2014/main" id="{F962AB88-1959-4CC6-90A9-D3B7CFB44519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data_7694">
            <a:extLst>
              <a:ext uri="{FF2B5EF4-FFF2-40B4-BE49-F238E27FC236}">
                <a16:creationId xmlns:a16="http://schemas.microsoft.com/office/drawing/2014/main" id="{05CE205C-73BB-410E-9916-5F34BABADD81}"/>
              </a:ext>
            </a:extLst>
          </p:cNvPr>
          <p:cNvSpPr>
            <a:spLocks/>
          </p:cNvSpPr>
          <p:nvPr/>
        </p:nvSpPr>
        <p:spPr>
          <a:xfrm>
            <a:off x="31063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data_7695">
            <a:extLst>
              <a:ext uri="{FF2B5EF4-FFF2-40B4-BE49-F238E27FC236}">
                <a16:creationId xmlns:a16="http://schemas.microsoft.com/office/drawing/2014/main" id="{FE9D53F6-A51E-4A14-8ED8-6233732C15B0}"/>
              </a:ext>
            </a:extLst>
          </p:cNvPr>
          <p:cNvSpPr>
            <a:spLocks/>
          </p:cNvSpPr>
          <p:nvPr/>
        </p:nvSpPr>
        <p:spPr>
          <a:xfrm>
            <a:off x="303512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data_7696">
            <a:extLst>
              <a:ext uri="{FF2B5EF4-FFF2-40B4-BE49-F238E27FC236}">
                <a16:creationId xmlns:a16="http://schemas.microsoft.com/office/drawing/2014/main" id="{085D30AB-7F64-4E40-B64A-97C8A82AD2EC}"/>
              </a:ext>
            </a:extLst>
          </p:cNvPr>
          <p:cNvSpPr>
            <a:spLocks/>
          </p:cNvSpPr>
          <p:nvPr/>
        </p:nvSpPr>
        <p:spPr>
          <a:xfrm>
            <a:off x="30477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data_7697">
            <a:extLst>
              <a:ext uri="{FF2B5EF4-FFF2-40B4-BE49-F238E27FC236}">
                <a16:creationId xmlns:a16="http://schemas.microsoft.com/office/drawing/2014/main" id="{B56DEADC-172E-4A10-BDE8-7A8C0BB4081A}"/>
              </a:ext>
            </a:extLst>
          </p:cNvPr>
          <p:cNvSpPr>
            <a:spLocks/>
          </p:cNvSpPr>
          <p:nvPr/>
        </p:nvSpPr>
        <p:spPr>
          <a:xfrm>
            <a:off x="3118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data_7698">
            <a:extLst>
              <a:ext uri="{FF2B5EF4-FFF2-40B4-BE49-F238E27FC236}">
                <a16:creationId xmlns:a16="http://schemas.microsoft.com/office/drawing/2014/main" id="{61A44493-298C-4002-BFB6-3A293E5E20D0}"/>
              </a:ext>
            </a:extLst>
          </p:cNvPr>
          <p:cNvSpPr>
            <a:spLocks/>
          </p:cNvSpPr>
          <p:nvPr/>
        </p:nvSpPr>
        <p:spPr>
          <a:xfrm>
            <a:off x="30798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data_7699">
            <a:extLst>
              <a:ext uri="{FF2B5EF4-FFF2-40B4-BE49-F238E27FC236}">
                <a16:creationId xmlns:a16="http://schemas.microsoft.com/office/drawing/2014/main" id="{8872434C-F6EB-4577-9725-43093BD65EEA}"/>
              </a:ext>
            </a:extLst>
          </p:cNvPr>
          <p:cNvSpPr>
            <a:spLocks/>
          </p:cNvSpPr>
          <p:nvPr/>
        </p:nvSpPr>
        <p:spPr>
          <a:xfrm>
            <a:off x="311421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data_7700">
            <a:extLst>
              <a:ext uri="{FF2B5EF4-FFF2-40B4-BE49-F238E27FC236}">
                <a16:creationId xmlns:a16="http://schemas.microsoft.com/office/drawing/2014/main" id="{559EC721-8A67-490D-A81D-15AA3EC9962D}"/>
              </a:ext>
            </a:extLst>
          </p:cNvPr>
          <p:cNvSpPr>
            <a:spLocks/>
          </p:cNvSpPr>
          <p:nvPr/>
        </p:nvSpPr>
        <p:spPr>
          <a:xfrm>
            <a:off x="2999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data_7701">
            <a:extLst>
              <a:ext uri="{FF2B5EF4-FFF2-40B4-BE49-F238E27FC236}">
                <a16:creationId xmlns:a16="http://schemas.microsoft.com/office/drawing/2014/main" id="{8FCB9749-9209-481B-BCB6-8E9B6448EFC8}"/>
              </a:ext>
            </a:extLst>
          </p:cNvPr>
          <p:cNvSpPr>
            <a:spLocks/>
          </p:cNvSpPr>
          <p:nvPr/>
        </p:nvSpPr>
        <p:spPr>
          <a:xfrm>
            <a:off x="3104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data_7702">
            <a:extLst>
              <a:ext uri="{FF2B5EF4-FFF2-40B4-BE49-F238E27FC236}">
                <a16:creationId xmlns:a16="http://schemas.microsoft.com/office/drawing/2014/main" id="{4D34BA21-E336-48D0-8C3C-BD78522AF849}"/>
              </a:ext>
            </a:extLst>
          </p:cNvPr>
          <p:cNvSpPr>
            <a:spLocks/>
          </p:cNvSpPr>
          <p:nvPr/>
        </p:nvSpPr>
        <p:spPr>
          <a:xfrm>
            <a:off x="30873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data_7703">
            <a:extLst>
              <a:ext uri="{FF2B5EF4-FFF2-40B4-BE49-F238E27FC236}">
                <a16:creationId xmlns:a16="http://schemas.microsoft.com/office/drawing/2014/main" id="{E4A740EC-47B7-4F60-9A8F-1CBFDD5A4D6D}"/>
              </a:ext>
            </a:extLst>
          </p:cNvPr>
          <p:cNvSpPr>
            <a:spLocks/>
          </p:cNvSpPr>
          <p:nvPr/>
        </p:nvSpPr>
        <p:spPr>
          <a:xfrm>
            <a:off x="3042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data_7704">
            <a:extLst>
              <a:ext uri="{FF2B5EF4-FFF2-40B4-BE49-F238E27FC236}">
                <a16:creationId xmlns:a16="http://schemas.microsoft.com/office/drawing/2014/main" id="{1C99D509-B051-4863-9211-C465FF92CE3F}"/>
              </a:ext>
            </a:extLst>
          </p:cNvPr>
          <p:cNvSpPr>
            <a:spLocks/>
          </p:cNvSpPr>
          <p:nvPr/>
        </p:nvSpPr>
        <p:spPr>
          <a:xfrm>
            <a:off x="30924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data_7705">
            <a:extLst>
              <a:ext uri="{FF2B5EF4-FFF2-40B4-BE49-F238E27FC236}">
                <a16:creationId xmlns:a16="http://schemas.microsoft.com/office/drawing/2014/main" id="{52A0C730-FE2F-471C-AB5A-54A66C33DCDB}"/>
              </a:ext>
            </a:extLst>
          </p:cNvPr>
          <p:cNvSpPr>
            <a:spLocks/>
          </p:cNvSpPr>
          <p:nvPr/>
        </p:nvSpPr>
        <p:spPr>
          <a:xfrm>
            <a:off x="31195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data_7706">
            <a:extLst>
              <a:ext uri="{FF2B5EF4-FFF2-40B4-BE49-F238E27FC236}">
                <a16:creationId xmlns:a16="http://schemas.microsoft.com/office/drawing/2014/main" id="{A8C35B17-C731-4BC3-8D92-764260E287AB}"/>
              </a:ext>
            </a:extLst>
          </p:cNvPr>
          <p:cNvSpPr>
            <a:spLocks/>
          </p:cNvSpPr>
          <p:nvPr/>
        </p:nvSpPr>
        <p:spPr>
          <a:xfrm>
            <a:off x="30787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data_7707">
            <a:extLst>
              <a:ext uri="{FF2B5EF4-FFF2-40B4-BE49-F238E27FC236}">
                <a16:creationId xmlns:a16="http://schemas.microsoft.com/office/drawing/2014/main" id="{0F9A9D9B-898D-45DA-B28F-4977434E60EF}"/>
              </a:ext>
            </a:extLst>
          </p:cNvPr>
          <p:cNvSpPr>
            <a:spLocks/>
          </p:cNvSpPr>
          <p:nvPr/>
        </p:nvSpPr>
        <p:spPr>
          <a:xfrm>
            <a:off x="30888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data_7708">
            <a:extLst>
              <a:ext uri="{FF2B5EF4-FFF2-40B4-BE49-F238E27FC236}">
                <a16:creationId xmlns:a16="http://schemas.microsoft.com/office/drawing/2014/main" id="{9B7A7CC4-ECCC-4DE4-9E6C-9202A5B7D88D}"/>
              </a:ext>
            </a:extLst>
          </p:cNvPr>
          <p:cNvSpPr>
            <a:spLocks/>
          </p:cNvSpPr>
          <p:nvPr/>
        </p:nvSpPr>
        <p:spPr>
          <a:xfrm>
            <a:off x="3087634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data_7709">
            <a:extLst>
              <a:ext uri="{FF2B5EF4-FFF2-40B4-BE49-F238E27FC236}">
                <a16:creationId xmlns:a16="http://schemas.microsoft.com/office/drawing/2014/main" id="{DDD6DDC9-C5F7-4BC7-A4CC-88825E15D220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data_7710">
            <a:extLst>
              <a:ext uri="{FF2B5EF4-FFF2-40B4-BE49-F238E27FC236}">
                <a16:creationId xmlns:a16="http://schemas.microsoft.com/office/drawing/2014/main" id="{9306178F-138A-470C-B796-90EC82F5E403}"/>
              </a:ext>
            </a:extLst>
          </p:cNvPr>
          <p:cNvSpPr>
            <a:spLocks/>
          </p:cNvSpPr>
          <p:nvPr/>
        </p:nvSpPr>
        <p:spPr>
          <a:xfrm>
            <a:off x="303043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data_7711">
            <a:extLst>
              <a:ext uri="{FF2B5EF4-FFF2-40B4-BE49-F238E27FC236}">
                <a16:creationId xmlns:a16="http://schemas.microsoft.com/office/drawing/2014/main" id="{FCDDF280-4F25-4E5A-9E8A-686ADEB34AD9}"/>
              </a:ext>
            </a:extLst>
          </p:cNvPr>
          <p:cNvSpPr>
            <a:spLocks/>
          </p:cNvSpPr>
          <p:nvPr/>
        </p:nvSpPr>
        <p:spPr>
          <a:xfrm>
            <a:off x="31104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data_7712">
            <a:extLst>
              <a:ext uri="{FF2B5EF4-FFF2-40B4-BE49-F238E27FC236}">
                <a16:creationId xmlns:a16="http://schemas.microsoft.com/office/drawing/2014/main" id="{0AF1324D-668F-4729-AA92-07EC68070169}"/>
              </a:ext>
            </a:extLst>
          </p:cNvPr>
          <p:cNvSpPr>
            <a:spLocks/>
          </p:cNvSpPr>
          <p:nvPr/>
        </p:nvSpPr>
        <p:spPr>
          <a:xfrm>
            <a:off x="301662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data_7713">
            <a:extLst>
              <a:ext uri="{FF2B5EF4-FFF2-40B4-BE49-F238E27FC236}">
                <a16:creationId xmlns:a16="http://schemas.microsoft.com/office/drawing/2014/main" id="{AAF0E8BC-1CFB-42FB-AFF1-62A07AC6C174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data_7714">
            <a:extLst>
              <a:ext uri="{FF2B5EF4-FFF2-40B4-BE49-F238E27FC236}">
                <a16:creationId xmlns:a16="http://schemas.microsoft.com/office/drawing/2014/main" id="{1FFC9958-0EBD-4503-A572-064C007551E2}"/>
              </a:ext>
            </a:extLst>
          </p:cNvPr>
          <p:cNvSpPr>
            <a:spLocks/>
          </p:cNvSpPr>
          <p:nvPr/>
        </p:nvSpPr>
        <p:spPr>
          <a:xfrm>
            <a:off x="3021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data_7715">
            <a:extLst>
              <a:ext uri="{FF2B5EF4-FFF2-40B4-BE49-F238E27FC236}">
                <a16:creationId xmlns:a16="http://schemas.microsoft.com/office/drawing/2014/main" id="{EC4DB254-99E7-402E-989B-AC6DB87E7F7C}"/>
              </a:ext>
            </a:extLst>
          </p:cNvPr>
          <p:cNvSpPr>
            <a:spLocks/>
          </p:cNvSpPr>
          <p:nvPr/>
        </p:nvSpPr>
        <p:spPr>
          <a:xfrm>
            <a:off x="311226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data_7716">
            <a:extLst>
              <a:ext uri="{FF2B5EF4-FFF2-40B4-BE49-F238E27FC236}">
                <a16:creationId xmlns:a16="http://schemas.microsoft.com/office/drawing/2014/main" id="{5BA78566-0AD3-443C-8A4E-4FB942A8BC9F}"/>
              </a:ext>
            </a:extLst>
          </p:cNvPr>
          <p:cNvSpPr>
            <a:spLocks/>
          </p:cNvSpPr>
          <p:nvPr/>
        </p:nvSpPr>
        <p:spPr>
          <a:xfrm>
            <a:off x="309844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data_7717">
            <a:extLst>
              <a:ext uri="{FF2B5EF4-FFF2-40B4-BE49-F238E27FC236}">
                <a16:creationId xmlns:a16="http://schemas.microsoft.com/office/drawing/2014/main" id="{B7C3D51D-FE2A-4414-B42B-9AB52B1685F6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data_7718">
            <a:extLst>
              <a:ext uri="{FF2B5EF4-FFF2-40B4-BE49-F238E27FC236}">
                <a16:creationId xmlns:a16="http://schemas.microsoft.com/office/drawing/2014/main" id="{EC8697D4-8C10-471A-B39B-7EE5986DD098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data_7719">
            <a:extLst>
              <a:ext uri="{FF2B5EF4-FFF2-40B4-BE49-F238E27FC236}">
                <a16:creationId xmlns:a16="http://schemas.microsoft.com/office/drawing/2014/main" id="{2785EEF9-3F8F-4516-8101-96955D55220C}"/>
              </a:ext>
            </a:extLst>
          </p:cNvPr>
          <p:cNvSpPr>
            <a:spLocks/>
          </p:cNvSpPr>
          <p:nvPr/>
        </p:nvSpPr>
        <p:spPr>
          <a:xfrm>
            <a:off x="3097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data_7720">
            <a:extLst>
              <a:ext uri="{FF2B5EF4-FFF2-40B4-BE49-F238E27FC236}">
                <a16:creationId xmlns:a16="http://schemas.microsoft.com/office/drawing/2014/main" id="{4D8BBCDF-5C97-4410-98E8-5E8FDCA1EA82}"/>
              </a:ext>
            </a:extLst>
          </p:cNvPr>
          <p:cNvSpPr>
            <a:spLocks/>
          </p:cNvSpPr>
          <p:nvPr/>
        </p:nvSpPr>
        <p:spPr>
          <a:xfrm>
            <a:off x="31091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data_7721">
            <a:extLst>
              <a:ext uri="{FF2B5EF4-FFF2-40B4-BE49-F238E27FC236}">
                <a16:creationId xmlns:a16="http://schemas.microsoft.com/office/drawing/2014/main" id="{10780964-8D7C-4DF1-ACDE-34CC491AC2ED}"/>
              </a:ext>
            </a:extLst>
          </p:cNvPr>
          <p:cNvSpPr>
            <a:spLocks/>
          </p:cNvSpPr>
          <p:nvPr/>
        </p:nvSpPr>
        <p:spPr>
          <a:xfrm>
            <a:off x="3013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data_7722">
            <a:extLst>
              <a:ext uri="{FF2B5EF4-FFF2-40B4-BE49-F238E27FC236}">
                <a16:creationId xmlns:a16="http://schemas.microsoft.com/office/drawing/2014/main" id="{EA065F0E-D964-471C-B4B9-97C254BF1425}"/>
              </a:ext>
            </a:extLst>
          </p:cNvPr>
          <p:cNvSpPr>
            <a:spLocks/>
          </p:cNvSpPr>
          <p:nvPr/>
        </p:nvSpPr>
        <p:spPr>
          <a:xfrm>
            <a:off x="30237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data_7723">
            <a:extLst>
              <a:ext uri="{FF2B5EF4-FFF2-40B4-BE49-F238E27FC236}">
                <a16:creationId xmlns:a16="http://schemas.microsoft.com/office/drawing/2014/main" id="{894623AD-9D5A-4374-AE84-E2644FFD43ED}"/>
              </a:ext>
            </a:extLst>
          </p:cNvPr>
          <p:cNvSpPr>
            <a:spLocks/>
          </p:cNvSpPr>
          <p:nvPr/>
        </p:nvSpPr>
        <p:spPr>
          <a:xfrm>
            <a:off x="3085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data_7724">
            <a:extLst>
              <a:ext uri="{FF2B5EF4-FFF2-40B4-BE49-F238E27FC236}">
                <a16:creationId xmlns:a16="http://schemas.microsoft.com/office/drawing/2014/main" id="{C8A3A0DD-7553-49B8-B00E-285BF0486A6D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data_7725">
            <a:extLst>
              <a:ext uri="{FF2B5EF4-FFF2-40B4-BE49-F238E27FC236}">
                <a16:creationId xmlns:a16="http://schemas.microsoft.com/office/drawing/2014/main" id="{84AD75C0-384F-4E4D-B2DB-005BFF08BA87}"/>
              </a:ext>
            </a:extLst>
          </p:cNvPr>
          <p:cNvSpPr>
            <a:spLocks/>
          </p:cNvSpPr>
          <p:nvPr/>
        </p:nvSpPr>
        <p:spPr>
          <a:xfrm>
            <a:off x="3032780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data_7726">
            <a:extLst>
              <a:ext uri="{FF2B5EF4-FFF2-40B4-BE49-F238E27FC236}">
                <a16:creationId xmlns:a16="http://schemas.microsoft.com/office/drawing/2014/main" id="{1C5C13CF-1993-41E7-BEB1-E37E34A847DC}"/>
              </a:ext>
            </a:extLst>
          </p:cNvPr>
          <p:cNvSpPr>
            <a:spLocks/>
          </p:cNvSpPr>
          <p:nvPr/>
        </p:nvSpPr>
        <p:spPr>
          <a:xfrm>
            <a:off x="30114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data_7727">
            <a:extLst>
              <a:ext uri="{FF2B5EF4-FFF2-40B4-BE49-F238E27FC236}">
                <a16:creationId xmlns:a16="http://schemas.microsoft.com/office/drawing/2014/main" id="{7B5A41AB-AE8E-42C1-8683-D299C1D49975}"/>
              </a:ext>
            </a:extLst>
          </p:cNvPr>
          <p:cNvSpPr>
            <a:spLocks/>
          </p:cNvSpPr>
          <p:nvPr/>
        </p:nvSpPr>
        <p:spPr>
          <a:xfrm>
            <a:off x="3025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data_7728">
            <a:extLst>
              <a:ext uri="{FF2B5EF4-FFF2-40B4-BE49-F238E27FC236}">
                <a16:creationId xmlns:a16="http://schemas.microsoft.com/office/drawing/2014/main" id="{96288573-5E02-4CC3-AC31-F8ED40A686BF}"/>
              </a:ext>
            </a:extLst>
          </p:cNvPr>
          <p:cNvSpPr>
            <a:spLocks/>
          </p:cNvSpPr>
          <p:nvPr/>
        </p:nvSpPr>
        <p:spPr>
          <a:xfrm>
            <a:off x="3030304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data_7729">
            <a:extLst>
              <a:ext uri="{FF2B5EF4-FFF2-40B4-BE49-F238E27FC236}">
                <a16:creationId xmlns:a16="http://schemas.microsoft.com/office/drawing/2014/main" id="{10CFFC11-1722-454B-88AD-7F52ED85A96E}"/>
              </a:ext>
            </a:extLst>
          </p:cNvPr>
          <p:cNvSpPr>
            <a:spLocks/>
          </p:cNvSpPr>
          <p:nvPr/>
        </p:nvSpPr>
        <p:spPr>
          <a:xfrm>
            <a:off x="31112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data_7730">
            <a:extLst>
              <a:ext uri="{FF2B5EF4-FFF2-40B4-BE49-F238E27FC236}">
                <a16:creationId xmlns:a16="http://schemas.microsoft.com/office/drawing/2014/main" id="{FD8D7794-30A9-4BBE-82C4-2AF360EA4D87}"/>
              </a:ext>
            </a:extLst>
          </p:cNvPr>
          <p:cNvSpPr>
            <a:spLocks/>
          </p:cNvSpPr>
          <p:nvPr/>
        </p:nvSpPr>
        <p:spPr>
          <a:xfrm>
            <a:off x="30559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data_7731">
            <a:extLst>
              <a:ext uri="{FF2B5EF4-FFF2-40B4-BE49-F238E27FC236}">
                <a16:creationId xmlns:a16="http://schemas.microsoft.com/office/drawing/2014/main" id="{EFECE179-D818-43BB-91C7-FF14D8F70FCF}"/>
              </a:ext>
            </a:extLst>
          </p:cNvPr>
          <p:cNvSpPr>
            <a:spLocks/>
          </p:cNvSpPr>
          <p:nvPr/>
        </p:nvSpPr>
        <p:spPr>
          <a:xfrm>
            <a:off x="301349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data_7732">
            <a:extLst>
              <a:ext uri="{FF2B5EF4-FFF2-40B4-BE49-F238E27FC236}">
                <a16:creationId xmlns:a16="http://schemas.microsoft.com/office/drawing/2014/main" id="{481679E9-D627-4B85-A79F-04DDC21D927B}"/>
              </a:ext>
            </a:extLst>
          </p:cNvPr>
          <p:cNvSpPr>
            <a:spLocks/>
          </p:cNvSpPr>
          <p:nvPr/>
        </p:nvSpPr>
        <p:spPr>
          <a:xfrm>
            <a:off x="30323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data_7733">
            <a:extLst>
              <a:ext uri="{FF2B5EF4-FFF2-40B4-BE49-F238E27FC236}">
                <a16:creationId xmlns:a16="http://schemas.microsoft.com/office/drawing/2014/main" id="{D9DFFD9A-0677-4E56-AC2D-7C18AFCB8C0E}"/>
              </a:ext>
            </a:extLst>
          </p:cNvPr>
          <p:cNvSpPr>
            <a:spLocks/>
          </p:cNvSpPr>
          <p:nvPr/>
        </p:nvSpPr>
        <p:spPr>
          <a:xfrm>
            <a:off x="310444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data_7734">
            <a:extLst>
              <a:ext uri="{FF2B5EF4-FFF2-40B4-BE49-F238E27FC236}">
                <a16:creationId xmlns:a16="http://schemas.microsoft.com/office/drawing/2014/main" id="{4D624F6E-7630-492D-AB61-781315CF5CD2}"/>
              </a:ext>
            </a:extLst>
          </p:cNvPr>
          <p:cNvSpPr>
            <a:spLocks/>
          </p:cNvSpPr>
          <p:nvPr/>
        </p:nvSpPr>
        <p:spPr>
          <a:xfrm>
            <a:off x="30798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data_7735">
            <a:extLst>
              <a:ext uri="{FF2B5EF4-FFF2-40B4-BE49-F238E27FC236}">
                <a16:creationId xmlns:a16="http://schemas.microsoft.com/office/drawing/2014/main" id="{C827970D-F905-42FB-8896-DB4F07DB95E1}"/>
              </a:ext>
            </a:extLst>
          </p:cNvPr>
          <p:cNvSpPr>
            <a:spLocks/>
          </p:cNvSpPr>
          <p:nvPr/>
        </p:nvSpPr>
        <p:spPr>
          <a:xfrm>
            <a:off x="3103921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data_7736">
            <a:extLst>
              <a:ext uri="{FF2B5EF4-FFF2-40B4-BE49-F238E27FC236}">
                <a16:creationId xmlns:a16="http://schemas.microsoft.com/office/drawing/2014/main" id="{C066E8FB-191D-466D-8632-A0B8CEB60322}"/>
              </a:ext>
            </a:extLst>
          </p:cNvPr>
          <p:cNvSpPr>
            <a:spLocks/>
          </p:cNvSpPr>
          <p:nvPr/>
        </p:nvSpPr>
        <p:spPr>
          <a:xfrm>
            <a:off x="3021444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data_7737">
            <a:extLst>
              <a:ext uri="{FF2B5EF4-FFF2-40B4-BE49-F238E27FC236}">
                <a16:creationId xmlns:a16="http://schemas.microsoft.com/office/drawing/2014/main" id="{A0F16D7B-39AD-455E-8F2A-592AD7150045}"/>
              </a:ext>
            </a:extLst>
          </p:cNvPr>
          <p:cNvSpPr>
            <a:spLocks/>
          </p:cNvSpPr>
          <p:nvPr/>
        </p:nvSpPr>
        <p:spPr>
          <a:xfrm>
            <a:off x="3045940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data_7738">
            <a:extLst>
              <a:ext uri="{FF2B5EF4-FFF2-40B4-BE49-F238E27FC236}">
                <a16:creationId xmlns:a16="http://schemas.microsoft.com/office/drawing/2014/main" id="{B87BEE84-83DF-4216-8982-9D7861AD674F}"/>
              </a:ext>
            </a:extLst>
          </p:cNvPr>
          <p:cNvSpPr>
            <a:spLocks/>
          </p:cNvSpPr>
          <p:nvPr/>
        </p:nvSpPr>
        <p:spPr>
          <a:xfrm>
            <a:off x="310483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data_7739">
            <a:extLst>
              <a:ext uri="{FF2B5EF4-FFF2-40B4-BE49-F238E27FC236}">
                <a16:creationId xmlns:a16="http://schemas.microsoft.com/office/drawing/2014/main" id="{B24B72F6-DBA1-4771-9673-1722F6445CCB}"/>
              </a:ext>
            </a:extLst>
          </p:cNvPr>
          <p:cNvSpPr>
            <a:spLocks/>
          </p:cNvSpPr>
          <p:nvPr/>
        </p:nvSpPr>
        <p:spPr>
          <a:xfrm>
            <a:off x="31049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data_7740">
            <a:extLst>
              <a:ext uri="{FF2B5EF4-FFF2-40B4-BE49-F238E27FC236}">
                <a16:creationId xmlns:a16="http://schemas.microsoft.com/office/drawing/2014/main" id="{C0F23E9E-E1D1-41F9-8FE6-629995E531F8}"/>
              </a:ext>
            </a:extLst>
          </p:cNvPr>
          <p:cNvSpPr>
            <a:spLocks/>
          </p:cNvSpPr>
          <p:nvPr/>
        </p:nvSpPr>
        <p:spPr>
          <a:xfrm>
            <a:off x="30968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data_7741">
            <a:extLst>
              <a:ext uri="{FF2B5EF4-FFF2-40B4-BE49-F238E27FC236}">
                <a16:creationId xmlns:a16="http://schemas.microsoft.com/office/drawing/2014/main" id="{475716C0-5DDB-4B5C-A94E-9D918CDB9D05}"/>
              </a:ext>
            </a:extLst>
          </p:cNvPr>
          <p:cNvSpPr>
            <a:spLocks/>
          </p:cNvSpPr>
          <p:nvPr/>
        </p:nvSpPr>
        <p:spPr>
          <a:xfrm>
            <a:off x="3108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data_7742">
            <a:extLst>
              <a:ext uri="{FF2B5EF4-FFF2-40B4-BE49-F238E27FC236}">
                <a16:creationId xmlns:a16="http://schemas.microsoft.com/office/drawing/2014/main" id="{16E59370-3E7B-41E0-9A3E-792A5D1F4110}"/>
              </a:ext>
            </a:extLst>
          </p:cNvPr>
          <p:cNvSpPr>
            <a:spLocks/>
          </p:cNvSpPr>
          <p:nvPr/>
        </p:nvSpPr>
        <p:spPr>
          <a:xfrm>
            <a:off x="303343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data_7743">
            <a:extLst>
              <a:ext uri="{FF2B5EF4-FFF2-40B4-BE49-F238E27FC236}">
                <a16:creationId xmlns:a16="http://schemas.microsoft.com/office/drawing/2014/main" id="{D2C1539B-758C-4984-90EC-FE5C1DFD8241}"/>
              </a:ext>
            </a:extLst>
          </p:cNvPr>
          <p:cNvSpPr>
            <a:spLocks/>
          </p:cNvSpPr>
          <p:nvPr/>
        </p:nvSpPr>
        <p:spPr>
          <a:xfrm>
            <a:off x="30137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data_7744">
            <a:extLst>
              <a:ext uri="{FF2B5EF4-FFF2-40B4-BE49-F238E27FC236}">
                <a16:creationId xmlns:a16="http://schemas.microsoft.com/office/drawing/2014/main" id="{33F9254B-DE89-4CAD-B268-9BEBB68777F1}"/>
              </a:ext>
            </a:extLst>
          </p:cNvPr>
          <p:cNvSpPr>
            <a:spLocks/>
          </p:cNvSpPr>
          <p:nvPr/>
        </p:nvSpPr>
        <p:spPr>
          <a:xfrm>
            <a:off x="30895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data_7745">
            <a:extLst>
              <a:ext uri="{FF2B5EF4-FFF2-40B4-BE49-F238E27FC236}">
                <a16:creationId xmlns:a16="http://schemas.microsoft.com/office/drawing/2014/main" id="{8D3ECCE0-DD89-4C19-AEF8-D922503C32F9}"/>
              </a:ext>
            </a:extLst>
          </p:cNvPr>
          <p:cNvSpPr>
            <a:spLocks/>
          </p:cNvSpPr>
          <p:nvPr/>
        </p:nvSpPr>
        <p:spPr>
          <a:xfrm>
            <a:off x="30076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data_7746">
            <a:extLst>
              <a:ext uri="{FF2B5EF4-FFF2-40B4-BE49-F238E27FC236}">
                <a16:creationId xmlns:a16="http://schemas.microsoft.com/office/drawing/2014/main" id="{87B3DAE4-FF3E-4358-A19E-FE0D0159C578}"/>
              </a:ext>
            </a:extLst>
          </p:cNvPr>
          <p:cNvSpPr>
            <a:spLocks/>
          </p:cNvSpPr>
          <p:nvPr/>
        </p:nvSpPr>
        <p:spPr>
          <a:xfrm>
            <a:off x="30158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data_7747">
            <a:extLst>
              <a:ext uri="{FF2B5EF4-FFF2-40B4-BE49-F238E27FC236}">
                <a16:creationId xmlns:a16="http://schemas.microsoft.com/office/drawing/2014/main" id="{97E99813-49E3-4BA6-80A3-5907302E4CB9}"/>
              </a:ext>
            </a:extLst>
          </p:cNvPr>
          <p:cNvSpPr>
            <a:spLocks/>
          </p:cNvSpPr>
          <p:nvPr/>
        </p:nvSpPr>
        <p:spPr>
          <a:xfrm>
            <a:off x="309284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data_7748">
            <a:extLst>
              <a:ext uri="{FF2B5EF4-FFF2-40B4-BE49-F238E27FC236}">
                <a16:creationId xmlns:a16="http://schemas.microsoft.com/office/drawing/2014/main" id="{579709C3-528C-4802-B74C-E1DF6A3E87E2}"/>
              </a:ext>
            </a:extLst>
          </p:cNvPr>
          <p:cNvSpPr>
            <a:spLocks/>
          </p:cNvSpPr>
          <p:nvPr/>
        </p:nvSpPr>
        <p:spPr>
          <a:xfrm>
            <a:off x="3008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data_7749">
            <a:extLst>
              <a:ext uri="{FF2B5EF4-FFF2-40B4-BE49-F238E27FC236}">
                <a16:creationId xmlns:a16="http://schemas.microsoft.com/office/drawing/2014/main" id="{C21190F0-AB7E-443D-9D14-59639B14BEED}"/>
              </a:ext>
            </a:extLst>
          </p:cNvPr>
          <p:cNvSpPr>
            <a:spLocks/>
          </p:cNvSpPr>
          <p:nvPr/>
        </p:nvSpPr>
        <p:spPr>
          <a:xfrm>
            <a:off x="31178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data_7750">
            <a:extLst>
              <a:ext uri="{FF2B5EF4-FFF2-40B4-BE49-F238E27FC236}">
                <a16:creationId xmlns:a16="http://schemas.microsoft.com/office/drawing/2014/main" id="{BA82CF10-00FD-4FD5-997C-08E9450D2376}"/>
              </a:ext>
            </a:extLst>
          </p:cNvPr>
          <p:cNvSpPr>
            <a:spLocks/>
          </p:cNvSpPr>
          <p:nvPr/>
        </p:nvSpPr>
        <p:spPr>
          <a:xfrm>
            <a:off x="30979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data_7751">
            <a:extLst>
              <a:ext uri="{FF2B5EF4-FFF2-40B4-BE49-F238E27FC236}">
                <a16:creationId xmlns:a16="http://schemas.microsoft.com/office/drawing/2014/main" id="{3CA94EDB-D5E7-4106-A113-1555A08351FD}"/>
              </a:ext>
            </a:extLst>
          </p:cNvPr>
          <p:cNvSpPr>
            <a:spLocks/>
          </p:cNvSpPr>
          <p:nvPr/>
        </p:nvSpPr>
        <p:spPr>
          <a:xfrm>
            <a:off x="30507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data_7752">
            <a:extLst>
              <a:ext uri="{FF2B5EF4-FFF2-40B4-BE49-F238E27FC236}">
                <a16:creationId xmlns:a16="http://schemas.microsoft.com/office/drawing/2014/main" id="{70F04020-276E-4100-A95C-50708ADB60E4}"/>
              </a:ext>
            </a:extLst>
          </p:cNvPr>
          <p:cNvSpPr>
            <a:spLocks/>
          </p:cNvSpPr>
          <p:nvPr/>
        </p:nvSpPr>
        <p:spPr>
          <a:xfrm>
            <a:off x="30287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data_7753">
            <a:extLst>
              <a:ext uri="{FF2B5EF4-FFF2-40B4-BE49-F238E27FC236}">
                <a16:creationId xmlns:a16="http://schemas.microsoft.com/office/drawing/2014/main" id="{545D3838-4441-4F44-90FA-F17BF92DEFFA}"/>
              </a:ext>
            </a:extLst>
          </p:cNvPr>
          <p:cNvSpPr>
            <a:spLocks/>
          </p:cNvSpPr>
          <p:nvPr/>
        </p:nvSpPr>
        <p:spPr>
          <a:xfrm>
            <a:off x="3115909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data_7754">
            <a:extLst>
              <a:ext uri="{FF2B5EF4-FFF2-40B4-BE49-F238E27FC236}">
                <a16:creationId xmlns:a16="http://schemas.microsoft.com/office/drawing/2014/main" id="{E40E8700-4DA7-4C95-A516-1E73C6F4E680}"/>
              </a:ext>
            </a:extLst>
          </p:cNvPr>
          <p:cNvSpPr>
            <a:spLocks/>
          </p:cNvSpPr>
          <p:nvPr/>
        </p:nvSpPr>
        <p:spPr>
          <a:xfrm>
            <a:off x="3121511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data_7755">
            <a:extLst>
              <a:ext uri="{FF2B5EF4-FFF2-40B4-BE49-F238E27FC236}">
                <a16:creationId xmlns:a16="http://schemas.microsoft.com/office/drawing/2014/main" id="{0FD8A13A-4930-4EB4-8C24-E724C81B68A7}"/>
              </a:ext>
            </a:extLst>
          </p:cNvPr>
          <p:cNvSpPr>
            <a:spLocks/>
          </p:cNvSpPr>
          <p:nvPr/>
        </p:nvSpPr>
        <p:spPr>
          <a:xfrm>
            <a:off x="30742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data_7756">
            <a:extLst>
              <a:ext uri="{FF2B5EF4-FFF2-40B4-BE49-F238E27FC236}">
                <a16:creationId xmlns:a16="http://schemas.microsoft.com/office/drawing/2014/main" id="{B3BDD34F-772B-4717-9FBE-CA5114B21554}"/>
              </a:ext>
            </a:extLst>
          </p:cNvPr>
          <p:cNvSpPr>
            <a:spLocks/>
          </p:cNvSpPr>
          <p:nvPr/>
        </p:nvSpPr>
        <p:spPr>
          <a:xfrm>
            <a:off x="31039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data_7757">
            <a:extLst>
              <a:ext uri="{FF2B5EF4-FFF2-40B4-BE49-F238E27FC236}">
                <a16:creationId xmlns:a16="http://schemas.microsoft.com/office/drawing/2014/main" id="{B471EFB7-2515-49A7-BBCA-2FC9011F9847}"/>
              </a:ext>
            </a:extLst>
          </p:cNvPr>
          <p:cNvSpPr>
            <a:spLocks/>
          </p:cNvSpPr>
          <p:nvPr/>
        </p:nvSpPr>
        <p:spPr>
          <a:xfrm>
            <a:off x="30125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data_7758">
            <a:extLst>
              <a:ext uri="{FF2B5EF4-FFF2-40B4-BE49-F238E27FC236}">
                <a16:creationId xmlns:a16="http://schemas.microsoft.com/office/drawing/2014/main" id="{4FBDBA75-A2A5-491D-B6C5-879635508E93}"/>
              </a:ext>
            </a:extLst>
          </p:cNvPr>
          <p:cNvSpPr>
            <a:spLocks/>
          </p:cNvSpPr>
          <p:nvPr/>
        </p:nvSpPr>
        <p:spPr>
          <a:xfrm>
            <a:off x="30493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data_7759">
            <a:extLst>
              <a:ext uri="{FF2B5EF4-FFF2-40B4-BE49-F238E27FC236}">
                <a16:creationId xmlns:a16="http://schemas.microsoft.com/office/drawing/2014/main" id="{DB8D68C6-B4E9-417E-BA65-9FFA67B4E7E3}"/>
              </a:ext>
            </a:extLst>
          </p:cNvPr>
          <p:cNvSpPr>
            <a:spLocks/>
          </p:cNvSpPr>
          <p:nvPr/>
        </p:nvSpPr>
        <p:spPr>
          <a:xfrm>
            <a:off x="309584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data_7760">
            <a:extLst>
              <a:ext uri="{FF2B5EF4-FFF2-40B4-BE49-F238E27FC236}">
                <a16:creationId xmlns:a16="http://schemas.microsoft.com/office/drawing/2014/main" id="{04F2E287-B164-4F1B-B019-F5AB7B05000F}"/>
              </a:ext>
            </a:extLst>
          </p:cNvPr>
          <p:cNvSpPr>
            <a:spLocks/>
          </p:cNvSpPr>
          <p:nvPr/>
        </p:nvSpPr>
        <p:spPr>
          <a:xfrm>
            <a:off x="30046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data_7761">
            <a:extLst>
              <a:ext uri="{FF2B5EF4-FFF2-40B4-BE49-F238E27FC236}">
                <a16:creationId xmlns:a16="http://schemas.microsoft.com/office/drawing/2014/main" id="{6F7697F4-B894-4870-93C6-181C6E9035ED}"/>
              </a:ext>
            </a:extLst>
          </p:cNvPr>
          <p:cNvSpPr>
            <a:spLocks/>
          </p:cNvSpPr>
          <p:nvPr/>
        </p:nvSpPr>
        <p:spPr>
          <a:xfrm>
            <a:off x="2999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data_7762">
            <a:extLst>
              <a:ext uri="{FF2B5EF4-FFF2-40B4-BE49-F238E27FC236}">
                <a16:creationId xmlns:a16="http://schemas.microsoft.com/office/drawing/2014/main" id="{6E2B9356-A771-47FF-A2F5-954ACF5652B0}"/>
              </a:ext>
            </a:extLst>
          </p:cNvPr>
          <p:cNvSpPr>
            <a:spLocks/>
          </p:cNvSpPr>
          <p:nvPr/>
        </p:nvSpPr>
        <p:spPr>
          <a:xfrm>
            <a:off x="30769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data_7763">
            <a:extLst>
              <a:ext uri="{FF2B5EF4-FFF2-40B4-BE49-F238E27FC236}">
                <a16:creationId xmlns:a16="http://schemas.microsoft.com/office/drawing/2014/main" id="{22113516-A4A0-4E12-8405-376D0A6F35EF}"/>
              </a:ext>
            </a:extLst>
          </p:cNvPr>
          <p:cNvSpPr>
            <a:spLocks/>
          </p:cNvSpPr>
          <p:nvPr/>
        </p:nvSpPr>
        <p:spPr>
          <a:xfrm>
            <a:off x="31151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data_7764">
            <a:extLst>
              <a:ext uri="{FF2B5EF4-FFF2-40B4-BE49-F238E27FC236}">
                <a16:creationId xmlns:a16="http://schemas.microsoft.com/office/drawing/2014/main" id="{B6B7F131-3EE8-4ADA-828F-30AA2548EB87}"/>
              </a:ext>
            </a:extLst>
          </p:cNvPr>
          <p:cNvSpPr>
            <a:spLocks/>
          </p:cNvSpPr>
          <p:nvPr/>
        </p:nvSpPr>
        <p:spPr>
          <a:xfrm>
            <a:off x="2994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data_7765">
            <a:extLst>
              <a:ext uri="{FF2B5EF4-FFF2-40B4-BE49-F238E27FC236}">
                <a16:creationId xmlns:a16="http://schemas.microsoft.com/office/drawing/2014/main" id="{1F878E88-792F-4F4D-870D-71C9A467E8C6}"/>
              </a:ext>
            </a:extLst>
          </p:cNvPr>
          <p:cNvSpPr>
            <a:spLocks/>
          </p:cNvSpPr>
          <p:nvPr/>
        </p:nvSpPr>
        <p:spPr>
          <a:xfrm>
            <a:off x="30451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data_7766">
            <a:extLst>
              <a:ext uri="{FF2B5EF4-FFF2-40B4-BE49-F238E27FC236}">
                <a16:creationId xmlns:a16="http://schemas.microsoft.com/office/drawing/2014/main" id="{1345F4D9-3203-4C5E-8CBF-4E297ADB6B20}"/>
              </a:ext>
            </a:extLst>
          </p:cNvPr>
          <p:cNvSpPr>
            <a:spLocks/>
          </p:cNvSpPr>
          <p:nvPr/>
        </p:nvSpPr>
        <p:spPr>
          <a:xfrm>
            <a:off x="30869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data_7767">
            <a:extLst>
              <a:ext uri="{FF2B5EF4-FFF2-40B4-BE49-F238E27FC236}">
                <a16:creationId xmlns:a16="http://schemas.microsoft.com/office/drawing/2014/main" id="{70C32AEB-21E9-4DAF-9B70-47E3EDB2FD17}"/>
              </a:ext>
            </a:extLst>
          </p:cNvPr>
          <p:cNvSpPr>
            <a:spLocks/>
          </p:cNvSpPr>
          <p:nvPr/>
        </p:nvSpPr>
        <p:spPr>
          <a:xfrm>
            <a:off x="30478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data_7768">
            <a:extLst>
              <a:ext uri="{FF2B5EF4-FFF2-40B4-BE49-F238E27FC236}">
                <a16:creationId xmlns:a16="http://schemas.microsoft.com/office/drawing/2014/main" id="{BD678C37-D4A2-4C67-9AC2-77771F65C0F7}"/>
              </a:ext>
            </a:extLst>
          </p:cNvPr>
          <p:cNvSpPr>
            <a:spLocks/>
          </p:cNvSpPr>
          <p:nvPr/>
        </p:nvSpPr>
        <p:spPr>
          <a:xfrm>
            <a:off x="3025874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data_7769">
            <a:extLst>
              <a:ext uri="{FF2B5EF4-FFF2-40B4-BE49-F238E27FC236}">
                <a16:creationId xmlns:a16="http://schemas.microsoft.com/office/drawing/2014/main" id="{00E06A67-FEDE-48E0-B139-A6CE695E97FB}"/>
              </a:ext>
            </a:extLst>
          </p:cNvPr>
          <p:cNvSpPr>
            <a:spLocks/>
          </p:cNvSpPr>
          <p:nvPr/>
        </p:nvSpPr>
        <p:spPr>
          <a:xfrm>
            <a:off x="3076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data_7770">
            <a:extLst>
              <a:ext uri="{FF2B5EF4-FFF2-40B4-BE49-F238E27FC236}">
                <a16:creationId xmlns:a16="http://schemas.microsoft.com/office/drawing/2014/main" id="{A6032175-2F95-4714-88CC-783526E19EA1}"/>
              </a:ext>
            </a:extLst>
          </p:cNvPr>
          <p:cNvSpPr>
            <a:spLocks/>
          </p:cNvSpPr>
          <p:nvPr/>
        </p:nvSpPr>
        <p:spPr>
          <a:xfrm>
            <a:off x="30722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data_7771">
            <a:extLst>
              <a:ext uri="{FF2B5EF4-FFF2-40B4-BE49-F238E27FC236}">
                <a16:creationId xmlns:a16="http://schemas.microsoft.com/office/drawing/2014/main" id="{714A4307-3433-43B7-B3BE-CB29BCEF4F7E}"/>
              </a:ext>
            </a:extLst>
          </p:cNvPr>
          <p:cNvSpPr>
            <a:spLocks/>
          </p:cNvSpPr>
          <p:nvPr/>
        </p:nvSpPr>
        <p:spPr>
          <a:xfrm>
            <a:off x="30564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data_7772">
            <a:extLst>
              <a:ext uri="{FF2B5EF4-FFF2-40B4-BE49-F238E27FC236}">
                <a16:creationId xmlns:a16="http://schemas.microsoft.com/office/drawing/2014/main" id="{4AC5DCD9-EF6D-4C6E-8041-BA1751B6904B}"/>
              </a:ext>
            </a:extLst>
          </p:cNvPr>
          <p:cNvSpPr>
            <a:spLocks/>
          </p:cNvSpPr>
          <p:nvPr/>
        </p:nvSpPr>
        <p:spPr>
          <a:xfrm>
            <a:off x="30691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data_7773">
            <a:extLst>
              <a:ext uri="{FF2B5EF4-FFF2-40B4-BE49-F238E27FC236}">
                <a16:creationId xmlns:a16="http://schemas.microsoft.com/office/drawing/2014/main" id="{5E9E4CDE-BF6D-4AC5-95B1-946281763780}"/>
              </a:ext>
            </a:extLst>
          </p:cNvPr>
          <p:cNvSpPr>
            <a:spLocks/>
          </p:cNvSpPr>
          <p:nvPr/>
        </p:nvSpPr>
        <p:spPr>
          <a:xfrm>
            <a:off x="30317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data_7774">
            <a:extLst>
              <a:ext uri="{FF2B5EF4-FFF2-40B4-BE49-F238E27FC236}">
                <a16:creationId xmlns:a16="http://schemas.microsoft.com/office/drawing/2014/main" id="{06C56EC1-45FA-409C-BE61-17A30C2678C9}"/>
              </a:ext>
            </a:extLst>
          </p:cNvPr>
          <p:cNvSpPr>
            <a:spLocks/>
          </p:cNvSpPr>
          <p:nvPr/>
        </p:nvSpPr>
        <p:spPr>
          <a:xfrm>
            <a:off x="30609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data_7775">
            <a:extLst>
              <a:ext uri="{FF2B5EF4-FFF2-40B4-BE49-F238E27FC236}">
                <a16:creationId xmlns:a16="http://schemas.microsoft.com/office/drawing/2014/main" id="{5E9E1B28-968B-4EA1-8B7C-CF2707312D29}"/>
              </a:ext>
            </a:extLst>
          </p:cNvPr>
          <p:cNvSpPr>
            <a:spLocks/>
          </p:cNvSpPr>
          <p:nvPr/>
        </p:nvSpPr>
        <p:spPr>
          <a:xfrm>
            <a:off x="3033040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data_7776">
            <a:extLst>
              <a:ext uri="{FF2B5EF4-FFF2-40B4-BE49-F238E27FC236}">
                <a16:creationId xmlns:a16="http://schemas.microsoft.com/office/drawing/2014/main" id="{BC382143-F99D-4AD0-A0B0-712AD4A224BC}"/>
              </a:ext>
            </a:extLst>
          </p:cNvPr>
          <p:cNvSpPr>
            <a:spLocks/>
          </p:cNvSpPr>
          <p:nvPr/>
        </p:nvSpPr>
        <p:spPr>
          <a:xfrm>
            <a:off x="304450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data_7777">
            <a:extLst>
              <a:ext uri="{FF2B5EF4-FFF2-40B4-BE49-F238E27FC236}">
                <a16:creationId xmlns:a16="http://schemas.microsoft.com/office/drawing/2014/main" id="{A3E3D547-4365-439E-8BF2-590C0525D3D3}"/>
              </a:ext>
            </a:extLst>
          </p:cNvPr>
          <p:cNvSpPr>
            <a:spLocks/>
          </p:cNvSpPr>
          <p:nvPr/>
        </p:nvSpPr>
        <p:spPr>
          <a:xfrm>
            <a:off x="310079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data_7778">
            <a:extLst>
              <a:ext uri="{FF2B5EF4-FFF2-40B4-BE49-F238E27FC236}">
                <a16:creationId xmlns:a16="http://schemas.microsoft.com/office/drawing/2014/main" id="{91EFE864-9E8F-45BC-A0F1-790FF9716FD0}"/>
              </a:ext>
            </a:extLst>
          </p:cNvPr>
          <p:cNvSpPr>
            <a:spLocks/>
          </p:cNvSpPr>
          <p:nvPr/>
        </p:nvSpPr>
        <p:spPr>
          <a:xfrm>
            <a:off x="30085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data_7779">
            <a:extLst>
              <a:ext uri="{FF2B5EF4-FFF2-40B4-BE49-F238E27FC236}">
                <a16:creationId xmlns:a16="http://schemas.microsoft.com/office/drawing/2014/main" id="{475888A4-C81E-4219-AFDB-603215640306}"/>
              </a:ext>
            </a:extLst>
          </p:cNvPr>
          <p:cNvSpPr>
            <a:spLocks/>
          </p:cNvSpPr>
          <p:nvPr/>
        </p:nvSpPr>
        <p:spPr>
          <a:xfrm>
            <a:off x="3014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data_7780">
            <a:extLst>
              <a:ext uri="{FF2B5EF4-FFF2-40B4-BE49-F238E27FC236}">
                <a16:creationId xmlns:a16="http://schemas.microsoft.com/office/drawing/2014/main" id="{E6BA7C07-C0D8-4FB6-A04A-DCA9BED55067}"/>
              </a:ext>
            </a:extLst>
          </p:cNvPr>
          <p:cNvSpPr>
            <a:spLocks/>
          </p:cNvSpPr>
          <p:nvPr/>
        </p:nvSpPr>
        <p:spPr>
          <a:xfrm>
            <a:off x="30687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data_7781">
            <a:extLst>
              <a:ext uri="{FF2B5EF4-FFF2-40B4-BE49-F238E27FC236}">
                <a16:creationId xmlns:a16="http://schemas.microsoft.com/office/drawing/2014/main" id="{E5B00B3E-A5E6-4125-BDC5-EF38F099DB7A}"/>
              </a:ext>
            </a:extLst>
          </p:cNvPr>
          <p:cNvSpPr>
            <a:spLocks/>
          </p:cNvSpPr>
          <p:nvPr/>
        </p:nvSpPr>
        <p:spPr>
          <a:xfrm>
            <a:off x="30675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data_7782">
            <a:extLst>
              <a:ext uri="{FF2B5EF4-FFF2-40B4-BE49-F238E27FC236}">
                <a16:creationId xmlns:a16="http://schemas.microsoft.com/office/drawing/2014/main" id="{627A40AB-3815-4E31-B111-E34458F8A99C}"/>
              </a:ext>
            </a:extLst>
          </p:cNvPr>
          <p:cNvSpPr>
            <a:spLocks/>
          </p:cNvSpPr>
          <p:nvPr/>
        </p:nvSpPr>
        <p:spPr>
          <a:xfrm>
            <a:off x="3109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data_7783">
            <a:extLst>
              <a:ext uri="{FF2B5EF4-FFF2-40B4-BE49-F238E27FC236}">
                <a16:creationId xmlns:a16="http://schemas.microsoft.com/office/drawing/2014/main" id="{4E727FC1-883D-4972-8F04-82D25278D0BE}"/>
              </a:ext>
            </a:extLst>
          </p:cNvPr>
          <p:cNvSpPr>
            <a:spLocks/>
          </p:cNvSpPr>
          <p:nvPr/>
        </p:nvSpPr>
        <p:spPr>
          <a:xfrm>
            <a:off x="3090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data_7784">
            <a:extLst>
              <a:ext uri="{FF2B5EF4-FFF2-40B4-BE49-F238E27FC236}">
                <a16:creationId xmlns:a16="http://schemas.microsoft.com/office/drawing/2014/main" id="{ED6A9C4D-21BC-40C3-A6CD-75B0D388827A}"/>
              </a:ext>
            </a:extLst>
          </p:cNvPr>
          <p:cNvSpPr>
            <a:spLocks/>
          </p:cNvSpPr>
          <p:nvPr/>
        </p:nvSpPr>
        <p:spPr>
          <a:xfrm>
            <a:off x="3009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data_7785">
            <a:extLst>
              <a:ext uri="{FF2B5EF4-FFF2-40B4-BE49-F238E27FC236}">
                <a16:creationId xmlns:a16="http://schemas.microsoft.com/office/drawing/2014/main" id="{A2C16BC8-7EC1-4504-A678-2C3E3134931D}"/>
              </a:ext>
            </a:extLst>
          </p:cNvPr>
          <p:cNvSpPr>
            <a:spLocks/>
          </p:cNvSpPr>
          <p:nvPr/>
        </p:nvSpPr>
        <p:spPr>
          <a:xfrm>
            <a:off x="3028740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data_7786">
            <a:extLst>
              <a:ext uri="{FF2B5EF4-FFF2-40B4-BE49-F238E27FC236}">
                <a16:creationId xmlns:a16="http://schemas.microsoft.com/office/drawing/2014/main" id="{9F8B44DD-468D-4C62-9F69-4F00BDE13E95}"/>
              </a:ext>
            </a:extLst>
          </p:cNvPr>
          <p:cNvSpPr>
            <a:spLocks/>
          </p:cNvSpPr>
          <p:nvPr/>
        </p:nvSpPr>
        <p:spPr>
          <a:xfrm>
            <a:off x="30804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data_7787">
            <a:extLst>
              <a:ext uri="{FF2B5EF4-FFF2-40B4-BE49-F238E27FC236}">
                <a16:creationId xmlns:a16="http://schemas.microsoft.com/office/drawing/2014/main" id="{2F358EAD-2132-420C-AA97-42365FA63886}"/>
              </a:ext>
            </a:extLst>
          </p:cNvPr>
          <p:cNvSpPr>
            <a:spLocks/>
          </p:cNvSpPr>
          <p:nvPr/>
        </p:nvSpPr>
        <p:spPr>
          <a:xfrm>
            <a:off x="3002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data_7788">
            <a:extLst>
              <a:ext uri="{FF2B5EF4-FFF2-40B4-BE49-F238E27FC236}">
                <a16:creationId xmlns:a16="http://schemas.microsoft.com/office/drawing/2014/main" id="{8430D79E-E099-4A53-8557-41BE0037F908}"/>
              </a:ext>
            </a:extLst>
          </p:cNvPr>
          <p:cNvSpPr>
            <a:spLocks/>
          </p:cNvSpPr>
          <p:nvPr/>
        </p:nvSpPr>
        <p:spPr>
          <a:xfrm>
            <a:off x="30928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data_7789">
            <a:extLst>
              <a:ext uri="{FF2B5EF4-FFF2-40B4-BE49-F238E27FC236}">
                <a16:creationId xmlns:a16="http://schemas.microsoft.com/office/drawing/2014/main" id="{98F2FD20-D986-47DF-A06D-90DFBE19766E}"/>
              </a:ext>
            </a:extLst>
          </p:cNvPr>
          <p:cNvSpPr>
            <a:spLocks/>
          </p:cNvSpPr>
          <p:nvPr/>
        </p:nvSpPr>
        <p:spPr>
          <a:xfrm>
            <a:off x="30972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data_7790">
            <a:extLst>
              <a:ext uri="{FF2B5EF4-FFF2-40B4-BE49-F238E27FC236}">
                <a16:creationId xmlns:a16="http://schemas.microsoft.com/office/drawing/2014/main" id="{6D7BF8CB-45D6-4C44-AC34-AFF2405E626C}"/>
              </a:ext>
            </a:extLst>
          </p:cNvPr>
          <p:cNvSpPr>
            <a:spLocks/>
          </p:cNvSpPr>
          <p:nvPr/>
        </p:nvSpPr>
        <p:spPr>
          <a:xfrm>
            <a:off x="30834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data_7791">
            <a:extLst>
              <a:ext uri="{FF2B5EF4-FFF2-40B4-BE49-F238E27FC236}">
                <a16:creationId xmlns:a16="http://schemas.microsoft.com/office/drawing/2014/main" id="{E4675C97-03C0-4DB8-80B3-12F171B88029}"/>
              </a:ext>
            </a:extLst>
          </p:cNvPr>
          <p:cNvSpPr>
            <a:spLocks/>
          </p:cNvSpPr>
          <p:nvPr/>
        </p:nvSpPr>
        <p:spPr>
          <a:xfrm>
            <a:off x="30822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data_7792">
            <a:extLst>
              <a:ext uri="{FF2B5EF4-FFF2-40B4-BE49-F238E27FC236}">
                <a16:creationId xmlns:a16="http://schemas.microsoft.com/office/drawing/2014/main" id="{47F611E7-8BA8-43E9-AB55-F2B5FC1FF539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data_7793">
            <a:extLst>
              <a:ext uri="{FF2B5EF4-FFF2-40B4-BE49-F238E27FC236}">
                <a16:creationId xmlns:a16="http://schemas.microsoft.com/office/drawing/2014/main" id="{A66E6896-3E6D-41E5-8972-A1D8F4BDF4D8}"/>
              </a:ext>
            </a:extLst>
          </p:cNvPr>
          <p:cNvSpPr>
            <a:spLocks/>
          </p:cNvSpPr>
          <p:nvPr/>
        </p:nvSpPr>
        <p:spPr>
          <a:xfrm>
            <a:off x="30632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data_7794">
            <a:extLst>
              <a:ext uri="{FF2B5EF4-FFF2-40B4-BE49-F238E27FC236}">
                <a16:creationId xmlns:a16="http://schemas.microsoft.com/office/drawing/2014/main" id="{77312EC6-7FED-422E-9384-F098A7FF2DC2}"/>
              </a:ext>
            </a:extLst>
          </p:cNvPr>
          <p:cNvSpPr>
            <a:spLocks/>
          </p:cNvSpPr>
          <p:nvPr/>
        </p:nvSpPr>
        <p:spPr>
          <a:xfrm>
            <a:off x="29956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data_7795">
            <a:extLst>
              <a:ext uri="{FF2B5EF4-FFF2-40B4-BE49-F238E27FC236}">
                <a16:creationId xmlns:a16="http://schemas.microsoft.com/office/drawing/2014/main" id="{D2E9A915-3A45-4592-A5F8-948C3526F4EE}"/>
              </a:ext>
            </a:extLst>
          </p:cNvPr>
          <p:cNvSpPr>
            <a:spLocks/>
          </p:cNvSpPr>
          <p:nvPr/>
        </p:nvSpPr>
        <p:spPr>
          <a:xfrm>
            <a:off x="30630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data_7796">
            <a:extLst>
              <a:ext uri="{FF2B5EF4-FFF2-40B4-BE49-F238E27FC236}">
                <a16:creationId xmlns:a16="http://schemas.microsoft.com/office/drawing/2014/main" id="{3A4146C4-3508-4FE8-B0E4-CA8CC1780052}"/>
              </a:ext>
            </a:extLst>
          </p:cNvPr>
          <p:cNvSpPr>
            <a:spLocks/>
          </p:cNvSpPr>
          <p:nvPr/>
        </p:nvSpPr>
        <p:spPr>
          <a:xfrm>
            <a:off x="3012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data_7797">
            <a:extLst>
              <a:ext uri="{FF2B5EF4-FFF2-40B4-BE49-F238E27FC236}">
                <a16:creationId xmlns:a16="http://schemas.microsoft.com/office/drawing/2014/main" id="{B529C9BB-D46A-4BA7-A687-85FB56EDF814}"/>
              </a:ext>
            </a:extLst>
          </p:cNvPr>
          <p:cNvSpPr>
            <a:spLocks/>
          </p:cNvSpPr>
          <p:nvPr/>
        </p:nvSpPr>
        <p:spPr>
          <a:xfrm>
            <a:off x="3082813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data_7798">
            <a:extLst>
              <a:ext uri="{FF2B5EF4-FFF2-40B4-BE49-F238E27FC236}">
                <a16:creationId xmlns:a16="http://schemas.microsoft.com/office/drawing/2014/main" id="{0494729E-1965-49C0-9AD3-4DACEB57A759}"/>
              </a:ext>
            </a:extLst>
          </p:cNvPr>
          <p:cNvSpPr>
            <a:spLocks/>
          </p:cNvSpPr>
          <p:nvPr/>
        </p:nvSpPr>
        <p:spPr>
          <a:xfrm>
            <a:off x="3100013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data_7799">
            <a:extLst>
              <a:ext uri="{FF2B5EF4-FFF2-40B4-BE49-F238E27FC236}">
                <a16:creationId xmlns:a16="http://schemas.microsoft.com/office/drawing/2014/main" id="{A817D294-2FAF-4A88-8221-7E16F056D218}"/>
              </a:ext>
            </a:extLst>
          </p:cNvPr>
          <p:cNvSpPr>
            <a:spLocks/>
          </p:cNvSpPr>
          <p:nvPr/>
        </p:nvSpPr>
        <p:spPr>
          <a:xfrm>
            <a:off x="3010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data_7800">
            <a:extLst>
              <a:ext uri="{FF2B5EF4-FFF2-40B4-BE49-F238E27FC236}">
                <a16:creationId xmlns:a16="http://schemas.microsoft.com/office/drawing/2014/main" id="{7EB72D68-518D-492D-8DE5-EA7F09405FD2}"/>
              </a:ext>
            </a:extLst>
          </p:cNvPr>
          <p:cNvSpPr>
            <a:spLocks/>
          </p:cNvSpPr>
          <p:nvPr/>
        </p:nvSpPr>
        <p:spPr>
          <a:xfrm>
            <a:off x="3083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data_7801">
            <a:extLst>
              <a:ext uri="{FF2B5EF4-FFF2-40B4-BE49-F238E27FC236}">
                <a16:creationId xmlns:a16="http://schemas.microsoft.com/office/drawing/2014/main" id="{CAFB063E-1EFE-4DB4-AEFF-5EF7AE1F897C}"/>
              </a:ext>
            </a:extLst>
          </p:cNvPr>
          <p:cNvSpPr>
            <a:spLocks/>
          </p:cNvSpPr>
          <p:nvPr/>
        </p:nvSpPr>
        <p:spPr>
          <a:xfrm>
            <a:off x="30172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data_7802">
            <a:extLst>
              <a:ext uri="{FF2B5EF4-FFF2-40B4-BE49-F238E27FC236}">
                <a16:creationId xmlns:a16="http://schemas.microsoft.com/office/drawing/2014/main" id="{42299020-BCD6-4CB7-AC3B-A338A8E825AA}"/>
              </a:ext>
            </a:extLst>
          </p:cNvPr>
          <p:cNvSpPr>
            <a:spLocks/>
          </p:cNvSpPr>
          <p:nvPr/>
        </p:nvSpPr>
        <p:spPr>
          <a:xfrm>
            <a:off x="30230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data_7803">
            <a:extLst>
              <a:ext uri="{FF2B5EF4-FFF2-40B4-BE49-F238E27FC236}">
                <a16:creationId xmlns:a16="http://schemas.microsoft.com/office/drawing/2014/main" id="{BA5A81D9-139A-4B46-A373-FCFF7145D03F}"/>
              </a:ext>
            </a:extLst>
          </p:cNvPr>
          <p:cNvSpPr>
            <a:spLocks/>
          </p:cNvSpPr>
          <p:nvPr/>
        </p:nvSpPr>
        <p:spPr>
          <a:xfrm>
            <a:off x="30075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data_7804">
            <a:extLst>
              <a:ext uri="{FF2B5EF4-FFF2-40B4-BE49-F238E27FC236}">
                <a16:creationId xmlns:a16="http://schemas.microsoft.com/office/drawing/2014/main" id="{BAE5A6CE-A12B-4BFB-A56B-ABA6DA16CA7C}"/>
              </a:ext>
            </a:extLst>
          </p:cNvPr>
          <p:cNvSpPr>
            <a:spLocks/>
          </p:cNvSpPr>
          <p:nvPr/>
        </p:nvSpPr>
        <p:spPr>
          <a:xfrm>
            <a:off x="308255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data_7805">
            <a:extLst>
              <a:ext uri="{FF2B5EF4-FFF2-40B4-BE49-F238E27FC236}">
                <a16:creationId xmlns:a16="http://schemas.microsoft.com/office/drawing/2014/main" id="{E8EFB78D-BF9F-4AC1-BC14-97AEDF501D58}"/>
              </a:ext>
            </a:extLst>
          </p:cNvPr>
          <p:cNvSpPr>
            <a:spLocks/>
          </p:cNvSpPr>
          <p:nvPr/>
        </p:nvSpPr>
        <p:spPr>
          <a:xfrm>
            <a:off x="3116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data_7806">
            <a:extLst>
              <a:ext uri="{FF2B5EF4-FFF2-40B4-BE49-F238E27FC236}">
                <a16:creationId xmlns:a16="http://schemas.microsoft.com/office/drawing/2014/main" id="{2AB3D9C3-6FE5-43E9-A8F8-79755C52E04D}"/>
              </a:ext>
            </a:extLst>
          </p:cNvPr>
          <p:cNvSpPr>
            <a:spLocks/>
          </p:cNvSpPr>
          <p:nvPr/>
        </p:nvSpPr>
        <p:spPr>
          <a:xfrm>
            <a:off x="312177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data_7807">
            <a:extLst>
              <a:ext uri="{FF2B5EF4-FFF2-40B4-BE49-F238E27FC236}">
                <a16:creationId xmlns:a16="http://schemas.microsoft.com/office/drawing/2014/main" id="{78512511-9B33-4931-B89E-83679E30499A}"/>
              </a:ext>
            </a:extLst>
          </p:cNvPr>
          <p:cNvSpPr>
            <a:spLocks/>
          </p:cNvSpPr>
          <p:nvPr/>
        </p:nvSpPr>
        <p:spPr>
          <a:xfrm>
            <a:off x="3041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data_7808">
            <a:extLst>
              <a:ext uri="{FF2B5EF4-FFF2-40B4-BE49-F238E27FC236}">
                <a16:creationId xmlns:a16="http://schemas.microsoft.com/office/drawing/2014/main" id="{8A3AD19C-E7B7-4760-A130-03BAB2B0CE16}"/>
              </a:ext>
            </a:extLst>
          </p:cNvPr>
          <p:cNvSpPr>
            <a:spLocks/>
          </p:cNvSpPr>
          <p:nvPr/>
        </p:nvSpPr>
        <p:spPr>
          <a:xfrm>
            <a:off x="308906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data_7809">
            <a:extLst>
              <a:ext uri="{FF2B5EF4-FFF2-40B4-BE49-F238E27FC236}">
                <a16:creationId xmlns:a16="http://schemas.microsoft.com/office/drawing/2014/main" id="{AE0070C5-A4AA-40E7-B4ED-1544AF79EEFD}"/>
              </a:ext>
            </a:extLst>
          </p:cNvPr>
          <p:cNvSpPr>
            <a:spLocks/>
          </p:cNvSpPr>
          <p:nvPr/>
        </p:nvSpPr>
        <p:spPr>
          <a:xfrm>
            <a:off x="3114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data_7810">
            <a:extLst>
              <a:ext uri="{FF2B5EF4-FFF2-40B4-BE49-F238E27FC236}">
                <a16:creationId xmlns:a16="http://schemas.microsoft.com/office/drawing/2014/main" id="{2FB5B3A3-F256-4B82-9CBA-3EF4D0CD835A}"/>
              </a:ext>
            </a:extLst>
          </p:cNvPr>
          <p:cNvSpPr>
            <a:spLocks/>
          </p:cNvSpPr>
          <p:nvPr/>
        </p:nvSpPr>
        <p:spPr>
          <a:xfrm>
            <a:off x="309897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data_7811">
            <a:extLst>
              <a:ext uri="{FF2B5EF4-FFF2-40B4-BE49-F238E27FC236}">
                <a16:creationId xmlns:a16="http://schemas.microsoft.com/office/drawing/2014/main" id="{06482C1B-312A-4D4B-8212-3BB856011C5A}"/>
              </a:ext>
            </a:extLst>
          </p:cNvPr>
          <p:cNvSpPr>
            <a:spLocks/>
          </p:cNvSpPr>
          <p:nvPr/>
        </p:nvSpPr>
        <p:spPr>
          <a:xfrm>
            <a:off x="3085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data_7812">
            <a:extLst>
              <a:ext uri="{FF2B5EF4-FFF2-40B4-BE49-F238E27FC236}">
                <a16:creationId xmlns:a16="http://schemas.microsoft.com/office/drawing/2014/main" id="{33B711AD-27B1-4EAC-94A4-E18FF10D07F0}"/>
              </a:ext>
            </a:extLst>
          </p:cNvPr>
          <p:cNvSpPr>
            <a:spLocks/>
          </p:cNvSpPr>
          <p:nvPr/>
        </p:nvSpPr>
        <p:spPr>
          <a:xfrm>
            <a:off x="30532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data_7813">
            <a:extLst>
              <a:ext uri="{FF2B5EF4-FFF2-40B4-BE49-F238E27FC236}">
                <a16:creationId xmlns:a16="http://schemas.microsoft.com/office/drawing/2014/main" id="{9E7E2FD7-406C-4480-AA1B-954BDC69806C}"/>
              </a:ext>
            </a:extLst>
          </p:cNvPr>
          <p:cNvSpPr>
            <a:spLocks/>
          </p:cNvSpPr>
          <p:nvPr/>
        </p:nvSpPr>
        <p:spPr>
          <a:xfrm>
            <a:off x="3049327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data_7814">
            <a:extLst>
              <a:ext uri="{FF2B5EF4-FFF2-40B4-BE49-F238E27FC236}">
                <a16:creationId xmlns:a16="http://schemas.microsoft.com/office/drawing/2014/main" id="{9CB85065-8906-4F9C-9545-5F70BF16881A}"/>
              </a:ext>
            </a:extLst>
          </p:cNvPr>
          <p:cNvSpPr>
            <a:spLocks/>
          </p:cNvSpPr>
          <p:nvPr/>
        </p:nvSpPr>
        <p:spPr>
          <a:xfrm>
            <a:off x="30059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data_7815">
            <a:extLst>
              <a:ext uri="{FF2B5EF4-FFF2-40B4-BE49-F238E27FC236}">
                <a16:creationId xmlns:a16="http://schemas.microsoft.com/office/drawing/2014/main" id="{1CECB577-7CC9-4750-8306-3BBA3BD2207F}"/>
              </a:ext>
            </a:extLst>
          </p:cNvPr>
          <p:cNvSpPr>
            <a:spLocks/>
          </p:cNvSpPr>
          <p:nvPr/>
        </p:nvSpPr>
        <p:spPr>
          <a:xfrm>
            <a:off x="311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data_7816">
            <a:extLst>
              <a:ext uri="{FF2B5EF4-FFF2-40B4-BE49-F238E27FC236}">
                <a16:creationId xmlns:a16="http://schemas.microsoft.com/office/drawing/2014/main" id="{4A48F4F1-7F27-4090-9979-89FEAB012C5F}"/>
              </a:ext>
            </a:extLst>
          </p:cNvPr>
          <p:cNvSpPr>
            <a:spLocks/>
          </p:cNvSpPr>
          <p:nvPr/>
        </p:nvSpPr>
        <p:spPr>
          <a:xfrm>
            <a:off x="31009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data_7817">
            <a:extLst>
              <a:ext uri="{FF2B5EF4-FFF2-40B4-BE49-F238E27FC236}">
                <a16:creationId xmlns:a16="http://schemas.microsoft.com/office/drawing/2014/main" id="{AD5DE71D-A6A0-43C6-92D9-A971DB29F9D8}"/>
              </a:ext>
            </a:extLst>
          </p:cNvPr>
          <p:cNvSpPr>
            <a:spLocks/>
          </p:cNvSpPr>
          <p:nvPr/>
        </p:nvSpPr>
        <p:spPr>
          <a:xfrm>
            <a:off x="30812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data_7818">
            <a:extLst>
              <a:ext uri="{FF2B5EF4-FFF2-40B4-BE49-F238E27FC236}">
                <a16:creationId xmlns:a16="http://schemas.microsoft.com/office/drawing/2014/main" id="{EAA00667-3124-44BC-BD19-494F6C8AF371}"/>
              </a:ext>
            </a:extLst>
          </p:cNvPr>
          <p:cNvSpPr>
            <a:spLocks/>
          </p:cNvSpPr>
          <p:nvPr/>
        </p:nvSpPr>
        <p:spPr>
          <a:xfrm>
            <a:off x="3001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data_7819">
            <a:extLst>
              <a:ext uri="{FF2B5EF4-FFF2-40B4-BE49-F238E27FC236}">
                <a16:creationId xmlns:a16="http://schemas.microsoft.com/office/drawing/2014/main" id="{58AC5E17-94A8-464D-BADE-CF8B679F781C}"/>
              </a:ext>
            </a:extLst>
          </p:cNvPr>
          <p:cNvSpPr>
            <a:spLocks/>
          </p:cNvSpPr>
          <p:nvPr/>
        </p:nvSpPr>
        <p:spPr>
          <a:xfrm>
            <a:off x="3014017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data_7820">
            <a:extLst>
              <a:ext uri="{FF2B5EF4-FFF2-40B4-BE49-F238E27FC236}">
                <a16:creationId xmlns:a16="http://schemas.microsoft.com/office/drawing/2014/main" id="{E6E4DD18-0B50-40DD-B525-2B8A6DB66D82}"/>
              </a:ext>
            </a:extLst>
          </p:cNvPr>
          <p:cNvSpPr>
            <a:spLocks/>
          </p:cNvSpPr>
          <p:nvPr/>
        </p:nvSpPr>
        <p:spPr>
          <a:xfrm>
            <a:off x="30266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data_7821">
            <a:extLst>
              <a:ext uri="{FF2B5EF4-FFF2-40B4-BE49-F238E27FC236}">
                <a16:creationId xmlns:a16="http://schemas.microsoft.com/office/drawing/2014/main" id="{A1D69799-8247-4003-BD5C-E5F540CBF2D6}"/>
              </a:ext>
            </a:extLst>
          </p:cNvPr>
          <p:cNvSpPr>
            <a:spLocks/>
          </p:cNvSpPr>
          <p:nvPr/>
        </p:nvSpPr>
        <p:spPr>
          <a:xfrm>
            <a:off x="308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data_7822">
            <a:extLst>
              <a:ext uri="{FF2B5EF4-FFF2-40B4-BE49-F238E27FC236}">
                <a16:creationId xmlns:a16="http://schemas.microsoft.com/office/drawing/2014/main" id="{52EA49F0-851F-44A5-BE95-9826246305F3}"/>
              </a:ext>
            </a:extLst>
          </p:cNvPr>
          <p:cNvSpPr>
            <a:spLocks/>
          </p:cNvSpPr>
          <p:nvPr/>
        </p:nvSpPr>
        <p:spPr>
          <a:xfrm>
            <a:off x="30693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data_7823">
            <a:extLst>
              <a:ext uri="{FF2B5EF4-FFF2-40B4-BE49-F238E27FC236}">
                <a16:creationId xmlns:a16="http://schemas.microsoft.com/office/drawing/2014/main" id="{9FB92E47-BC85-4086-AF68-711BEB77A4A5}"/>
              </a:ext>
            </a:extLst>
          </p:cNvPr>
          <p:cNvSpPr>
            <a:spLocks/>
          </p:cNvSpPr>
          <p:nvPr/>
        </p:nvSpPr>
        <p:spPr>
          <a:xfrm>
            <a:off x="301948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data_7824">
            <a:extLst>
              <a:ext uri="{FF2B5EF4-FFF2-40B4-BE49-F238E27FC236}">
                <a16:creationId xmlns:a16="http://schemas.microsoft.com/office/drawing/2014/main" id="{A517DD0D-9C4C-4C4D-BD60-70B75CE31B22}"/>
              </a:ext>
            </a:extLst>
          </p:cNvPr>
          <p:cNvSpPr>
            <a:spLocks/>
          </p:cNvSpPr>
          <p:nvPr/>
        </p:nvSpPr>
        <p:spPr>
          <a:xfrm>
            <a:off x="30430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data_7825">
            <a:extLst>
              <a:ext uri="{FF2B5EF4-FFF2-40B4-BE49-F238E27FC236}">
                <a16:creationId xmlns:a16="http://schemas.microsoft.com/office/drawing/2014/main" id="{95B2166D-D2A1-4C78-8045-EC174D70B60C}"/>
              </a:ext>
            </a:extLst>
          </p:cNvPr>
          <p:cNvSpPr>
            <a:spLocks/>
          </p:cNvSpPr>
          <p:nvPr/>
        </p:nvSpPr>
        <p:spPr>
          <a:xfrm>
            <a:off x="299694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data_7826">
            <a:extLst>
              <a:ext uri="{FF2B5EF4-FFF2-40B4-BE49-F238E27FC236}">
                <a16:creationId xmlns:a16="http://schemas.microsoft.com/office/drawing/2014/main" id="{F2958834-A063-4812-987F-47FC7FF0956D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39" name="data_7827">
            <a:extLst>
              <a:ext uri="{FF2B5EF4-FFF2-40B4-BE49-F238E27FC236}">
                <a16:creationId xmlns:a16="http://schemas.microsoft.com/office/drawing/2014/main" id="{7131338E-78B1-4EF3-8CD0-B5A3114EF110}"/>
              </a:ext>
            </a:extLst>
          </p:cNvPr>
          <p:cNvSpPr>
            <a:spLocks/>
          </p:cNvSpPr>
          <p:nvPr/>
        </p:nvSpPr>
        <p:spPr>
          <a:xfrm>
            <a:off x="1007269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40" name="text_7828">
            <a:extLst>
              <a:ext uri="{FF2B5EF4-FFF2-40B4-BE49-F238E27FC236}">
                <a16:creationId xmlns:a16="http://schemas.microsoft.com/office/drawing/2014/main" id="{52603DF6-BE76-44A5-839C-C029537B0848}"/>
              </a:ext>
            </a:extLst>
          </p:cNvPr>
          <p:cNvSpPr>
            <a:spLocks/>
          </p:cNvSpPr>
          <p:nvPr/>
        </p:nvSpPr>
        <p:spPr>
          <a:xfrm>
            <a:off x="617111" y="1802843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7829">
            <a:extLst>
              <a:ext uri="{FF2B5EF4-FFF2-40B4-BE49-F238E27FC236}">
                <a16:creationId xmlns:a16="http://schemas.microsoft.com/office/drawing/2014/main" id="{A181A6E2-A0D5-4865-89B7-BE20595B4AFC}"/>
              </a:ext>
            </a:extLst>
          </p:cNvPr>
          <p:cNvSpPr>
            <a:spLocks/>
          </p:cNvSpPr>
          <p:nvPr/>
        </p:nvSpPr>
        <p:spPr>
          <a:xfrm>
            <a:off x="1007269" y="1837547"/>
            <a:ext cx="869596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7830">
            <a:extLst>
              <a:ext uri="{FF2B5EF4-FFF2-40B4-BE49-F238E27FC236}">
                <a16:creationId xmlns:a16="http://schemas.microsoft.com/office/drawing/2014/main" id="{11202EA8-7ACA-451E-88FA-32B237BD1AC6}"/>
              </a:ext>
            </a:extLst>
          </p:cNvPr>
          <p:cNvSpPr>
            <a:spLocks/>
          </p:cNvSpPr>
          <p:nvPr/>
        </p:nvSpPr>
        <p:spPr>
          <a:xfrm>
            <a:off x="1027760" y="2707656"/>
            <a:ext cx="2049083" cy="1274320"/>
          </a:xfrm>
          <a:custGeom>
            <a:avLst/>
            <a:gdLst/>
            <a:ahLst/>
            <a:cxnLst/>
            <a:rect l="0" t="0" r="0" b="0"/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743" name="data_7831">
            <a:extLst>
              <a:ext uri="{FF2B5EF4-FFF2-40B4-BE49-F238E27FC236}">
                <a16:creationId xmlns:a16="http://schemas.microsoft.com/office/drawing/2014/main" id="{A87122D7-AD16-4D1F-BCB1-0AE2C3BCC872}"/>
              </a:ext>
            </a:extLst>
          </p:cNvPr>
          <p:cNvSpPr>
            <a:spLocks/>
          </p:cNvSpPr>
          <p:nvPr/>
        </p:nvSpPr>
        <p:spPr>
          <a:xfrm>
            <a:off x="1027760" y="2501236"/>
            <a:ext cx="2049083" cy="1480741"/>
          </a:xfrm>
          <a:custGeom>
            <a:avLst/>
            <a:gdLst/>
            <a:ahLst/>
            <a:cxnLst/>
            <a:rect l="0" t="0" r="0" b="0"/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744" name="data_7832">
            <a:extLst>
              <a:ext uri="{FF2B5EF4-FFF2-40B4-BE49-F238E27FC236}">
                <a16:creationId xmlns:a16="http://schemas.microsoft.com/office/drawing/2014/main" id="{914A2F8B-A565-4B57-B0B3-69A1F5FB9314}"/>
              </a:ext>
            </a:extLst>
          </p:cNvPr>
          <p:cNvSpPr>
            <a:spLocks/>
          </p:cNvSpPr>
          <p:nvPr/>
        </p:nvSpPr>
        <p:spPr>
          <a:xfrm>
            <a:off x="1339125" y="33939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5" name="data_7833">
            <a:extLst>
              <a:ext uri="{FF2B5EF4-FFF2-40B4-BE49-F238E27FC236}">
                <a16:creationId xmlns:a16="http://schemas.microsoft.com/office/drawing/2014/main" id="{0C74DEF1-E3DE-47CE-9674-161CCBE08499}"/>
              </a:ext>
            </a:extLst>
          </p:cNvPr>
          <p:cNvSpPr>
            <a:spLocks/>
          </p:cNvSpPr>
          <p:nvPr/>
        </p:nvSpPr>
        <p:spPr>
          <a:xfrm>
            <a:off x="1680639" y="277195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6" name="data_7834">
            <a:extLst>
              <a:ext uri="{FF2B5EF4-FFF2-40B4-BE49-F238E27FC236}">
                <a16:creationId xmlns:a16="http://schemas.microsoft.com/office/drawing/2014/main" id="{ED5E17CE-C6E8-4AD3-BD03-BB6D4FD51D0E}"/>
              </a:ext>
            </a:extLst>
          </p:cNvPr>
          <p:cNvSpPr>
            <a:spLocks/>
          </p:cNvSpPr>
          <p:nvPr/>
        </p:nvSpPr>
        <p:spPr>
          <a:xfrm>
            <a:off x="2363666" y="2691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7" name="data_7835">
            <a:extLst>
              <a:ext uri="{FF2B5EF4-FFF2-40B4-BE49-F238E27FC236}">
                <a16:creationId xmlns:a16="http://schemas.microsoft.com/office/drawing/2014/main" id="{4DCAF725-7259-4F83-9FB4-C04F4292588C}"/>
              </a:ext>
            </a:extLst>
          </p:cNvPr>
          <p:cNvSpPr>
            <a:spLocks/>
          </p:cNvSpPr>
          <p:nvPr/>
        </p:nvSpPr>
        <p:spPr>
          <a:xfrm>
            <a:off x="3046694" y="267750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8" name="data_7836">
            <a:extLst>
              <a:ext uri="{FF2B5EF4-FFF2-40B4-BE49-F238E27FC236}">
                <a16:creationId xmlns:a16="http://schemas.microsoft.com/office/drawing/2014/main" id="{C9F7BEFD-6315-4736-8714-ECF8006FB72C}"/>
              </a:ext>
            </a:extLst>
          </p:cNvPr>
          <p:cNvSpPr>
            <a:spLocks/>
          </p:cNvSpPr>
          <p:nvPr/>
        </p:nvSpPr>
        <p:spPr>
          <a:xfrm>
            <a:off x="1319113" y="324080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49" name="data_7837">
            <a:extLst>
              <a:ext uri="{FF2B5EF4-FFF2-40B4-BE49-F238E27FC236}">
                <a16:creationId xmlns:a16="http://schemas.microsoft.com/office/drawing/2014/main" id="{2989C887-C021-4C91-B0FB-F4E25C867DBE}"/>
              </a:ext>
            </a:extLst>
          </p:cNvPr>
          <p:cNvSpPr>
            <a:spLocks/>
          </p:cNvSpPr>
          <p:nvPr/>
        </p:nvSpPr>
        <p:spPr>
          <a:xfrm>
            <a:off x="166062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0" name="data_7838">
            <a:extLst>
              <a:ext uri="{FF2B5EF4-FFF2-40B4-BE49-F238E27FC236}">
                <a16:creationId xmlns:a16="http://schemas.microsoft.com/office/drawing/2014/main" id="{B149FA5F-7EDD-4892-80A4-7F7B9210232D}"/>
              </a:ext>
            </a:extLst>
          </p:cNvPr>
          <p:cNvSpPr>
            <a:spLocks/>
          </p:cNvSpPr>
          <p:nvPr/>
        </p:nvSpPr>
        <p:spPr>
          <a:xfrm>
            <a:off x="2343654" y="252511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1" name="data_7839">
            <a:extLst>
              <a:ext uri="{FF2B5EF4-FFF2-40B4-BE49-F238E27FC236}">
                <a16:creationId xmlns:a16="http://schemas.microsoft.com/office/drawing/2014/main" id="{91558FDD-FB91-41A4-835B-FB57E7DBBDD5}"/>
              </a:ext>
            </a:extLst>
          </p:cNvPr>
          <p:cNvSpPr>
            <a:spLocks/>
          </p:cNvSpPr>
          <p:nvPr/>
        </p:nvSpPr>
        <p:spPr>
          <a:xfrm>
            <a:off x="3026682" y="24510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2" name="data_7840">
            <a:extLst>
              <a:ext uri="{FF2B5EF4-FFF2-40B4-BE49-F238E27FC236}">
                <a16:creationId xmlns:a16="http://schemas.microsoft.com/office/drawing/2014/main" id="{FE7EFADF-B2B0-41E9-9BA6-68A32A2E4294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data_7841">
            <a:extLst>
              <a:ext uri="{FF2B5EF4-FFF2-40B4-BE49-F238E27FC236}">
                <a16:creationId xmlns:a16="http://schemas.microsoft.com/office/drawing/2014/main" id="{EC3F1866-B015-4E52-8BC6-7B1E7D983AAA}"/>
              </a:ext>
            </a:extLst>
          </p:cNvPr>
          <p:cNvSpPr>
            <a:spLocks/>
          </p:cNvSpPr>
          <p:nvPr/>
        </p:nvSpPr>
        <p:spPr>
          <a:xfrm>
            <a:off x="4245913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7842">
            <a:extLst>
              <a:ext uri="{FF2B5EF4-FFF2-40B4-BE49-F238E27FC236}">
                <a16:creationId xmlns:a16="http://schemas.microsoft.com/office/drawing/2014/main" id="{D8189EFA-267C-44C7-B6A0-34B512D2FB01}"/>
              </a:ext>
            </a:extLst>
          </p:cNvPr>
          <p:cNvSpPr>
            <a:spLocks/>
          </p:cNvSpPr>
          <p:nvPr/>
        </p:nvSpPr>
        <p:spPr>
          <a:xfrm>
            <a:off x="4587426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7843">
            <a:extLst>
              <a:ext uri="{FF2B5EF4-FFF2-40B4-BE49-F238E27FC236}">
                <a16:creationId xmlns:a16="http://schemas.microsoft.com/office/drawing/2014/main" id="{896E6D3B-46A5-49AE-B322-C53E5F5FE12B}"/>
              </a:ext>
            </a:extLst>
          </p:cNvPr>
          <p:cNvSpPr>
            <a:spLocks/>
          </p:cNvSpPr>
          <p:nvPr/>
        </p:nvSpPr>
        <p:spPr>
          <a:xfrm>
            <a:off x="527045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7844">
            <a:extLst>
              <a:ext uri="{FF2B5EF4-FFF2-40B4-BE49-F238E27FC236}">
                <a16:creationId xmlns:a16="http://schemas.microsoft.com/office/drawing/2014/main" id="{7E3C77B2-4B98-4ED0-838F-E2C406E0D534}"/>
              </a:ext>
            </a:extLst>
          </p:cNvPr>
          <p:cNvSpPr>
            <a:spLocks/>
          </p:cNvSpPr>
          <p:nvPr/>
        </p:nvSpPr>
        <p:spPr>
          <a:xfrm>
            <a:off x="5953482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7845">
            <a:extLst>
              <a:ext uri="{FF2B5EF4-FFF2-40B4-BE49-F238E27FC236}">
                <a16:creationId xmlns:a16="http://schemas.microsoft.com/office/drawing/2014/main" id="{811FF7EB-0264-4804-B83F-1A3B69DDCEA7}"/>
              </a:ext>
            </a:extLst>
          </p:cNvPr>
          <p:cNvSpPr>
            <a:spLocks/>
          </p:cNvSpPr>
          <p:nvPr/>
        </p:nvSpPr>
        <p:spPr>
          <a:xfrm>
            <a:off x="399319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8" name="data_7846">
            <a:extLst>
              <a:ext uri="{FF2B5EF4-FFF2-40B4-BE49-F238E27FC236}">
                <a16:creationId xmlns:a16="http://schemas.microsoft.com/office/drawing/2014/main" id="{4C1DFAF7-D218-4DCF-BB8C-5AD3EA13604F}"/>
              </a:ext>
            </a:extLst>
          </p:cNvPr>
          <p:cNvSpPr>
            <a:spLocks/>
          </p:cNvSpPr>
          <p:nvPr/>
        </p:nvSpPr>
        <p:spPr>
          <a:xfrm>
            <a:off x="4334706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9" name="data_7847">
            <a:extLst>
              <a:ext uri="{FF2B5EF4-FFF2-40B4-BE49-F238E27FC236}">
                <a16:creationId xmlns:a16="http://schemas.microsoft.com/office/drawing/2014/main" id="{BD947B5C-455B-452C-8E6E-CF9DB6C8087B}"/>
              </a:ext>
            </a:extLst>
          </p:cNvPr>
          <p:cNvSpPr>
            <a:spLocks/>
          </p:cNvSpPr>
          <p:nvPr/>
        </p:nvSpPr>
        <p:spPr>
          <a:xfrm>
            <a:off x="467622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0" name="data_7848">
            <a:extLst>
              <a:ext uri="{FF2B5EF4-FFF2-40B4-BE49-F238E27FC236}">
                <a16:creationId xmlns:a16="http://schemas.microsoft.com/office/drawing/2014/main" id="{81521589-9A3B-4840-8F29-569ABF9C03B7}"/>
              </a:ext>
            </a:extLst>
          </p:cNvPr>
          <p:cNvSpPr>
            <a:spLocks/>
          </p:cNvSpPr>
          <p:nvPr/>
        </p:nvSpPr>
        <p:spPr>
          <a:xfrm>
            <a:off x="535924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1" name="data_7849">
            <a:extLst>
              <a:ext uri="{FF2B5EF4-FFF2-40B4-BE49-F238E27FC236}">
                <a16:creationId xmlns:a16="http://schemas.microsoft.com/office/drawing/2014/main" id="{33F67790-DAE0-439B-B475-A9461AD3FBC6}"/>
              </a:ext>
            </a:extLst>
          </p:cNvPr>
          <p:cNvSpPr>
            <a:spLocks/>
          </p:cNvSpPr>
          <p:nvPr/>
        </p:nvSpPr>
        <p:spPr>
          <a:xfrm>
            <a:off x="604227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2" name="data_7850">
            <a:extLst>
              <a:ext uri="{FF2B5EF4-FFF2-40B4-BE49-F238E27FC236}">
                <a16:creationId xmlns:a16="http://schemas.microsoft.com/office/drawing/2014/main" id="{98E8AC06-065B-44BC-A1A3-2848344E6115}"/>
              </a:ext>
            </a:extLst>
          </p:cNvPr>
          <p:cNvSpPr>
            <a:spLocks/>
          </p:cNvSpPr>
          <p:nvPr/>
        </p:nvSpPr>
        <p:spPr>
          <a:xfrm>
            <a:off x="3972701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3" name="data_7851">
            <a:extLst>
              <a:ext uri="{FF2B5EF4-FFF2-40B4-BE49-F238E27FC236}">
                <a16:creationId xmlns:a16="http://schemas.microsoft.com/office/drawing/2014/main" id="{68D17D55-2625-4361-A5D8-B7E7C4B8BC80}"/>
              </a:ext>
            </a:extLst>
          </p:cNvPr>
          <p:cNvSpPr>
            <a:spLocks/>
          </p:cNvSpPr>
          <p:nvPr/>
        </p:nvSpPr>
        <p:spPr>
          <a:xfrm>
            <a:off x="3919498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4" name="text_7852">
            <a:extLst>
              <a:ext uri="{FF2B5EF4-FFF2-40B4-BE49-F238E27FC236}">
                <a16:creationId xmlns:a16="http://schemas.microsoft.com/office/drawing/2014/main" id="{72E9EB0C-B435-4651-B50F-4D60356F186B}"/>
              </a:ext>
            </a:extLst>
          </p:cNvPr>
          <p:cNvSpPr>
            <a:spLocks/>
          </p:cNvSpPr>
          <p:nvPr/>
        </p:nvSpPr>
        <p:spPr>
          <a:xfrm>
            <a:off x="3800658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7853">
            <a:extLst>
              <a:ext uri="{FF2B5EF4-FFF2-40B4-BE49-F238E27FC236}">
                <a16:creationId xmlns:a16="http://schemas.microsoft.com/office/drawing/2014/main" id="{7EFB03A6-9F75-47BB-AE48-F50BBCBF52C2}"/>
              </a:ext>
            </a:extLst>
          </p:cNvPr>
          <p:cNvSpPr>
            <a:spLocks/>
          </p:cNvSpPr>
          <p:nvPr/>
        </p:nvSpPr>
        <p:spPr>
          <a:xfrm>
            <a:off x="3972701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6" name="data_7854">
            <a:extLst>
              <a:ext uri="{FF2B5EF4-FFF2-40B4-BE49-F238E27FC236}">
                <a16:creationId xmlns:a16="http://schemas.microsoft.com/office/drawing/2014/main" id="{6D69D3AD-7B27-409C-A4E9-2389851492C2}"/>
              </a:ext>
            </a:extLst>
          </p:cNvPr>
          <p:cNvSpPr>
            <a:spLocks/>
          </p:cNvSpPr>
          <p:nvPr/>
        </p:nvSpPr>
        <p:spPr>
          <a:xfrm>
            <a:off x="3919498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7" name="text_7855">
            <a:extLst>
              <a:ext uri="{FF2B5EF4-FFF2-40B4-BE49-F238E27FC236}">
                <a16:creationId xmlns:a16="http://schemas.microsoft.com/office/drawing/2014/main" id="{AC9C1FA3-2798-4DB7-9B4D-FF73D556051D}"/>
              </a:ext>
            </a:extLst>
          </p:cNvPr>
          <p:cNvSpPr>
            <a:spLocks/>
          </p:cNvSpPr>
          <p:nvPr/>
        </p:nvSpPr>
        <p:spPr>
          <a:xfrm>
            <a:off x="3735021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7856">
            <a:extLst>
              <a:ext uri="{FF2B5EF4-FFF2-40B4-BE49-F238E27FC236}">
                <a16:creationId xmlns:a16="http://schemas.microsoft.com/office/drawing/2014/main" id="{CBCF3A91-1C27-44AC-8ECB-72ADA88E4960}"/>
              </a:ext>
            </a:extLst>
          </p:cNvPr>
          <p:cNvSpPr>
            <a:spLocks/>
          </p:cNvSpPr>
          <p:nvPr/>
        </p:nvSpPr>
        <p:spPr>
          <a:xfrm>
            <a:off x="3972701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9" name="data_7857">
            <a:extLst>
              <a:ext uri="{FF2B5EF4-FFF2-40B4-BE49-F238E27FC236}">
                <a16:creationId xmlns:a16="http://schemas.microsoft.com/office/drawing/2014/main" id="{6369AA46-80F8-4BCE-A62A-EE653B273531}"/>
              </a:ext>
            </a:extLst>
          </p:cNvPr>
          <p:cNvSpPr>
            <a:spLocks/>
          </p:cNvSpPr>
          <p:nvPr/>
        </p:nvSpPr>
        <p:spPr>
          <a:xfrm>
            <a:off x="3919498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70" name="text_7858">
            <a:extLst>
              <a:ext uri="{FF2B5EF4-FFF2-40B4-BE49-F238E27FC236}">
                <a16:creationId xmlns:a16="http://schemas.microsoft.com/office/drawing/2014/main" id="{55D71978-B647-4DC4-8640-EEE86D3E2A6F}"/>
              </a:ext>
            </a:extLst>
          </p:cNvPr>
          <p:cNvSpPr>
            <a:spLocks/>
          </p:cNvSpPr>
          <p:nvPr/>
        </p:nvSpPr>
        <p:spPr>
          <a:xfrm>
            <a:off x="3669384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7859">
            <a:extLst>
              <a:ext uri="{FF2B5EF4-FFF2-40B4-BE49-F238E27FC236}">
                <a16:creationId xmlns:a16="http://schemas.microsoft.com/office/drawing/2014/main" id="{D02B3807-9F5E-4471-A62E-DA1D857644EA}"/>
              </a:ext>
            </a:extLst>
          </p:cNvPr>
          <p:cNvSpPr>
            <a:spLocks/>
          </p:cNvSpPr>
          <p:nvPr/>
        </p:nvSpPr>
        <p:spPr>
          <a:xfrm>
            <a:off x="428321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data_7860">
            <a:extLst>
              <a:ext uri="{FF2B5EF4-FFF2-40B4-BE49-F238E27FC236}">
                <a16:creationId xmlns:a16="http://schemas.microsoft.com/office/drawing/2014/main" id="{50AB48E0-5403-4984-8199-85C6662CCCA7}"/>
              </a:ext>
            </a:extLst>
          </p:cNvPr>
          <p:cNvSpPr>
            <a:spLocks/>
          </p:cNvSpPr>
          <p:nvPr/>
        </p:nvSpPr>
        <p:spPr>
          <a:xfrm>
            <a:off x="4258199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data_7861">
            <a:extLst>
              <a:ext uri="{FF2B5EF4-FFF2-40B4-BE49-F238E27FC236}">
                <a16:creationId xmlns:a16="http://schemas.microsoft.com/office/drawing/2014/main" id="{AEA51A25-0DA0-4119-B4E9-043574194F60}"/>
              </a:ext>
            </a:extLst>
          </p:cNvPr>
          <p:cNvSpPr>
            <a:spLocks/>
          </p:cNvSpPr>
          <p:nvPr/>
        </p:nvSpPr>
        <p:spPr>
          <a:xfrm>
            <a:off x="42785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data_7862">
            <a:extLst>
              <a:ext uri="{FF2B5EF4-FFF2-40B4-BE49-F238E27FC236}">
                <a16:creationId xmlns:a16="http://schemas.microsoft.com/office/drawing/2014/main" id="{4B74DA34-A316-4DFC-82F6-6C19D1E43F9B}"/>
              </a:ext>
            </a:extLst>
          </p:cNvPr>
          <p:cNvSpPr>
            <a:spLocks/>
          </p:cNvSpPr>
          <p:nvPr/>
        </p:nvSpPr>
        <p:spPr>
          <a:xfrm>
            <a:off x="42780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data_7863">
            <a:extLst>
              <a:ext uri="{FF2B5EF4-FFF2-40B4-BE49-F238E27FC236}">
                <a16:creationId xmlns:a16="http://schemas.microsoft.com/office/drawing/2014/main" id="{C65D2CA3-25F3-4197-B9EA-73042EC6E588}"/>
              </a:ext>
            </a:extLst>
          </p:cNvPr>
          <p:cNvSpPr>
            <a:spLocks/>
          </p:cNvSpPr>
          <p:nvPr/>
        </p:nvSpPr>
        <p:spPr>
          <a:xfrm>
            <a:off x="43001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data_7864">
            <a:extLst>
              <a:ext uri="{FF2B5EF4-FFF2-40B4-BE49-F238E27FC236}">
                <a16:creationId xmlns:a16="http://schemas.microsoft.com/office/drawing/2014/main" id="{DAA59A7F-A27C-4547-968D-1DC1BD73D922}"/>
              </a:ext>
            </a:extLst>
          </p:cNvPr>
          <p:cNvSpPr>
            <a:spLocks/>
          </p:cNvSpPr>
          <p:nvPr/>
        </p:nvSpPr>
        <p:spPr>
          <a:xfrm>
            <a:off x="43380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data_7865">
            <a:extLst>
              <a:ext uri="{FF2B5EF4-FFF2-40B4-BE49-F238E27FC236}">
                <a16:creationId xmlns:a16="http://schemas.microsoft.com/office/drawing/2014/main" id="{6D4301BA-9158-4F74-B44C-80E6FDF5366E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data_7866">
            <a:extLst>
              <a:ext uri="{FF2B5EF4-FFF2-40B4-BE49-F238E27FC236}">
                <a16:creationId xmlns:a16="http://schemas.microsoft.com/office/drawing/2014/main" id="{90865FA4-EE24-46CF-97E8-E4542EB77887}"/>
              </a:ext>
            </a:extLst>
          </p:cNvPr>
          <p:cNvSpPr>
            <a:spLocks/>
          </p:cNvSpPr>
          <p:nvPr/>
        </p:nvSpPr>
        <p:spPr>
          <a:xfrm>
            <a:off x="426510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data_7867">
            <a:extLst>
              <a:ext uri="{FF2B5EF4-FFF2-40B4-BE49-F238E27FC236}">
                <a16:creationId xmlns:a16="http://schemas.microsoft.com/office/drawing/2014/main" id="{4C9F938C-4EDE-4530-919B-2088DFBEEB50}"/>
              </a:ext>
            </a:extLst>
          </p:cNvPr>
          <p:cNvSpPr>
            <a:spLocks/>
          </p:cNvSpPr>
          <p:nvPr/>
        </p:nvSpPr>
        <p:spPr>
          <a:xfrm>
            <a:off x="43246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data_7868">
            <a:extLst>
              <a:ext uri="{FF2B5EF4-FFF2-40B4-BE49-F238E27FC236}">
                <a16:creationId xmlns:a16="http://schemas.microsoft.com/office/drawing/2014/main" id="{804A6937-263D-42FF-9BE9-3842AECE40C7}"/>
              </a:ext>
            </a:extLst>
          </p:cNvPr>
          <p:cNvSpPr>
            <a:spLocks/>
          </p:cNvSpPr>
          <p:nvPr/>
        </p:nvSpPr>
        <p:spPr>
          <a:xfrm>
            <a:off x="4265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data_7869">
            <a:extLst>
              <a:ext uri="{FF2B5EF4-FFF2-40B4-BE49-F238E27FC236}">
                <a16:creationId xmlns:a16="http://schemas.microsoft.com/office/drawing/2014/main" id="{C103E51E-FE7E-4575-820B-F686AFC125D2}"/>
              </a:ext>
            </a:extLst>
          </p:cNvPr>
          <p:cNvSpPr>
            <a:spLocks/>
          </p:cNvSpPr>
          <p:nvPr/>
        </p:nvSpPr>
        <p:spPr>
          <a:xfrm>
            <a:off x="42511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data_7870">
            <a:extLst>
              <a:ext uri="{FF2B5EF4-FFF2-40B4-BE49-F238E27FC236}">
                <a16:creationId xmlns:a16="http://schemas.microsoft.com/office/drawing/2014/main" id="{E651CD41-E347-48AD-BD91-BB0D171A687D}"/>
              </a:ext>
            </a:extLst>
          </p:cNvPr>
          <p:cNvSpPr>
            <a:spLocks/>
          </p:cNvSpPr>
          <p:nvPr/>
        </p:nvSpPr>
        <p:spPr>
          <a:xfrm>
            <a:off x="435149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data_7871">
            <a:extLst>
              <a:ext uri="{FF2B5EF4-FFF2-40B4-BE49-F238E27FC236}">
                <a16:creationId xmlns:a16="http://schemas.microsoft.com/office/drawing/2014/main" id="{6538F94C-101D-4CFF-818A-5F54D9DDDF15}"/>
              </a:ext>
            </a:extLst>
          </p:cNvPr>
          <p:cNvSpPr>
            <a:spLocks/>
          </p:cNvSpPr>
          <p:nvPr/>
        </p:nvSpPr>
        <p:spPr>
          <a:xfrm>
            <a:off x="4378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data_7872">
            <a:extLst>
              <a:ext uri="{FF2B5EF4-FFF2-40B4-BE49-F238E27FC236}">
                <a16:creationId xmlns:a16="http://schemas.microsoft.com/office/drawing/2014/main" id="{F9D1768C-2CEA-4B1F-8DC0-F07607520449}"/>
              </a:ext>
            </a:extLst>
          </p:cNvPr>
          <p:cNvSpPr>
            <a:spLocks/>
          </p:cNvSpPr>
          <p:nvPr/>
        </p:nvSpPr>
        <p:spPr>
          <a:xfrm>
            <a:off x="4299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data_7873">
            <a:extLst>
              <a:ext uri="{FF2B5EF4-FFF2-40B4-BE49-F238E27FC236}">
                <a16:creationId xmlns:a16="http://schemas.microsoft.com/office/drawing/2014/main" id="{33201120-722C-4258-AE95-25FC2A35E57A}"/>
              </a:ext>
            </a:extLst>
          </p:cNvPr>
          <p:cNvSpPr>
            <a:spLocks/>
          </p:cNvSpPr>
          <p:nvPr/>
        </p:nvSpPr>
        <p:spPr>
          <a:xfrm>
            <a:off x="4371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data_7874">
            <a:extLst>
              <a:ext uri="{FF2B5EF4-FFF2-40B4-BE49-F238E27FC236}">
                <a16:creationId xmlns:a16="http://schemas.microsoft.com/office/drawing/2014/main" id="{A7D7B312-D27D-4A7E-8351-2D9B42B1DD3D}"/>
              </a:ext>
            </a:extLst>
          </p:cNvPr>
          <p:cNvSpPr>
            <a:spLocks/>
          </p:cNvSpPr>
          <p:nvPr/>
        </p:nvSpPr>
        <p:spPr>
          <a:xfrm>
            <a:off x="42783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data_7875">
            <a:extLst>
              <a:ext uri="{FF2B5EF4-FFF2-40B4-BE49-F238E27FC236}">
                <a16:creationId xmlns:a16="http://schemas.microsoft.com/office/drawing/2014/main" id="{AA8955A2-F71E-4522-819B-29F18E9F31CE}"/>
              </a:ext>
            </a:extLst>
          </p:cNvPr>
          <p:cNvSpPr>
            <a:spLocks/>
          </p:cNvSpPr>
          <p:nvPr/>
        </p:nvSpPr>
        <p:spPr>
          <a:xfrm>
            <a:off x="4303152" y="32204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data_7876">
            <a:extLst>
              <a:ext uri="{FF2B5EF4-FFF2-40B4-BE49-F238E27FC236}">
                <a16:creationId xmlns:a16="http://schemas.microsoft.com/office/drawing/2014/main" id="{8221308A-6CCF-4232-980D-B811EA02F954}"/>
              </a:ext>
            </a:extLst>
          </p:cNvPr>
          <p:cNvSpPr>
            <a:spLocks/>
          </p:cNvSpPr>
          <p:nvPr/>
        </p:nvSpPr>
        <p:spPr>
          <a:xfrm>
            <a:off x="4341980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data_7877">
            <a:extLst>
              <a:ext uri="{FF2B5EF4-FFF2-40B4-BE49-F238E27FC236}">
                <a16:creationId xmlns:a16="http://schemas.microsoft.com/office/drawing/2014/main" id="{F1C817B7-C5BE-4C38-9AC9-81ECFFA0974E}"/>
              </a:ext>
            </a:extLst>
          </p:cNvPr>
          <p:cNvSpPr>
            <a:spLocks/>
          </p:cNvSpPr>
          <p:nvPr/>
        </p:nvSpPr>
        <p:spPr>
          <a:xfrm>
            <a:off x="43653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data_7878">
            <a:extLst>
              <a:ext uri="{FF2B5EF4-FFF2-40B4-BE49-F238E27FC236}">
                <a16:creationId xmlns:a16="http://schemas.microsoft.com/office/drawing/2014/main" id="{160B00EC-F815-4D2A-906B-56301122E935}"/>
              </a:ext>
            </a:extLst>
          </p:cNvPr>
          <p:cNvSpPr>
            <a:spLocks/>
          </p:cNvSpPr>
          <p:nvPr/>
        </p:nvSpPr>
        <p:spPr>
          <a:xfrm>
            <a:off x="43779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data_7879">
            <a:extLst>
              <a:ext uri="{FF2B5EF4-FFF2-40B4-BE49-F238E27FC236}">
                <a16:creationId xmlns:a16="http://schemas.microsoft.com/office/drawing/2014/main" id="{5C0AF40F-9FCF-4C7A-B7B9-5A461D7DB7D6}"/>
              </a:ext>
            </a:extLst>
          </p:cNvPr>
          <p:cNvSpPr>
            <a:spLocks/>
          </p:cNvSpPr>
          <p:nvPr/>
        </p:nvSpPr>
        <p:spPr>
          <a:xfrm>
            <a:off x="433299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data_7880">
            <a:extLst>
              <a:ext uri="{FF2B5EF4-FFF2-40B4-BE49-F238E27FC236}">
                <a16:creationId xmlns:a16="http://schemas.microsoft.com/office/drawing/2014/main" id="{10C44BDD-3777-47C6-919C-C69D440F69DD}"/>
              </a:ext>
            </a:extLst>
          </p:cNvPr>
          <p:cNvSpPr>
            <a:spLocks/>
          </p:cNvSpPr>
          <p:nvPr/>
        </p:nvSpPr>
        <p:spPr>
          <a:xfrm>
            <a:off x="4255724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data_7881">
            <a:extLst>
              <a:ext uri="{FF2B5EF4-FFF2-40B4-BE49-F238E27FC236}">
                <a16:creationId xmlns:a16="http://schemas.microsoft.com/office/drawing/2014/main" id="{A381C6D4-DD54-46AE-994E-AB36204C5AC0}"/>
              </a:ext>
            </a:extLst>
          </p:cNvPr>
          <p:cNvSpPr>
            <a:spLocks/>
          </p:cNvSpPr>
          <p:nvPr/>
        </p:nvSpPr>
        <p:spPr>
          <a:xfrm>
            <a:off x="42750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data_7882">
            <a:extLst>
              <a:ext uri="{FF2B5EF4-FFF2-40B4-BE49-F238E27FC236}">
                <a16:creationId xmlns:a16="http://schemas.microsoft.com/office/drawing/2014/main" id="{FD16772D-91E9-4204-ACD6-C5B27B2E728E}"/>
              </a:ext>
            </a:extLst>
          </p:cNvPr>
          <p:cNvSpPr>
            <a:spLocks/>
          </p:cNvSpPr>
          <p:nvPr/>
        </p:nvSpPr>
        <p:spPr>
          <a:xfrm>
            <a:off x="42834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data_7883">
            <a:extLst>
              <a:ext uri="{FF2B5EF4-FFF2-40B4-BE49-F238E27FC236}">
                <a16:creationId xmlns:a16="http://schemas.microsoft.com/office/drawing/2014/main" id="{AF8373EB-A609-4C38-A480-7535D0FB724B}"/>
              </a:ext>
            </a:extLst>
          </p:cNvPr>
          <p:cNvSpPr>
            <a:spLocks/>
          </p:cNvSpPr>
          <p:nvPr/>
        </p:nvSpPr>
        <p:spPr>
          <a:xfrm>
            <a:off x="42554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data_7884">
            <a:extLst>
              <a:ext uri="{FF2B5EF4-FFF2-40B4-BE49-F238E27FC236}">
                <a16:creationId xmlns:a16="http://schemas.microsoft.com/office/drawing/2014/main" id="{7DAA2EA0-E25D-403C-A38C-E11D50865CB2}"/>
              </a:ext>
            </a:extLst>
          </p:cNvPr>
          <p:cNvSpPr>
            <a:spLocks/>
          </p:cNvSpPr>
          <p:nvPr/>
        </p:nvSpPr>
        <p:spPr>
          <a:xfrm>
            <a:off x="42546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data_7885">
            <a:extLst>
              <a:ext uri="{FF2B5EF4-FFF2-40B4-BE49-F238E27FC236}">
                <a16:creationId xmlns:a16="http://schemas.microsoft.com/office/drawing/2014/main" id="{3093471A-7D6C-47C9-8C88-5E01E1D7D9B3}"/>
              </a:ext>
            </a:extLst>
          </p:cNvPr>
          <p:cNvSpPr>
            <a:spLocks/>
          </p:cNvSpPr>
          <p:nvPr/>
        </p:nvSpPr>
        <p:spPr>
          <a:xfrm>
            <a:off x="42799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data_7886">
            <a:extLst>
              <a:ext uri="{FF2B5EF4-FFF2-40B4-BE49-F238E27FC236}">
                <a16:creationId xmlns:a16="http://schemas.microsoft.com/office/drawing/2014/main" id="{5BEC46B2-0E7B-42CB-A177-ABA1BB724DB8}"/>
              </a:ext>
            </a:extLst>
          </p:cNvPr>
          <p:cNvSpPr>
            <a:spLocks/>
          </p:cNvSpPr>
          <p:nvPr/>
        </p:nvSpPr>
        <p:spPr>
          <a:xfrm>
            <a:off x="43290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data_7887">
            <a:extLst>
              <a:ext uri="{FF2B5EF4-FFF2-40B4-BE49-F238E27FC236}">
                <a16:creationId xmlns:a16="http://schemas.microsoft.com/office/drawing/2014/main" id="{0E771F27-46AF-4060-8B18-7A784549E06D}"/>
              </a:ext>
            </a:extLst>
          </p:cNvPr>
          <p:cNvSpPr>
            <a:spLocks/>
          </p:cNvSpPr>
          <p:nvPr/>
        </p:nvSpPr>
        <p:spPr>
          <a:xfrm>
            <a:off x="42730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data_7888">
            <a:extLst>
              <a:ext uri="{FF2B5EF4-FFF2-40B4-BE49-F238E27FC236}">
                <a16:creationId xmlns:a16="http://schemas.microsoft.com/office/drawing/2014/main" id="{0842946E-3CA4-4DB0-B680-D77A83D7A98A}"/>
              </a:ext>
            </a:extLst>
          </p:cNvPr>
          <p:cNvSpPr>
            <a:spLocks/>
          </p:cNvSpPr>
          <p:nvPr/>
        </p:nvSpPr>
        <p:spPr>
          <a:xfrm>
            <a:off x="4312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data_7889">
            <a:extLst>
              <a:ext uri="{FF2B5EF4-FFF2-40B4-BE49-F238E27FC236}">
                <a16:creationId xmlns:a16="http://schemas.microsoft.com/office/drawing/2014/main" id="{17031357-DA07-436C-8673-D1A65993746F}"/>
              </a:ext>
            </a:extLst>
          </p:cNvPr>
          <p:cNvSpPr>
            <a:spLocks/>
          </p:cNvSpPr>
          <p:nvPr/>
        </p:nvSpPr>
        <p:spPr>
          <a:xfrm>
            <a:off x="4298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data_7890">
            <a:extLst>
              <a:ext uri="{FF2B5EF4-FFF2-40B4-BE49-F238E27FC236}">
                <a16:creationId xmlns:a16="http://schemas.microsoft.com/office/drawing/2014/main" id="{273A83C9-D78E-4046-A254-8E4A4A386B36}"/>
              </a:ext>
            </a:extLst>
          </p:cNvPr>
          <p:cNvSpPr>
            <a:spLocks/>
          </p:cNvSpPr>
          <p:nvPr/>
        </p:nvSpPr>
        <p:spPr>
          <a:xfrm>
            <a:off x="4362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data_7891">
            <a:extLst>
              <a:ext uri="{FF2B5EF4-FFF2-40B4-BE49-F238E27FC236}">
                <a16:creationId xmlns:a16="http://schemas.microsoft.com/office/drawing/2014/main" id="{ACA35210-380E-4153-A8FD-A3FBE3B99255}"/>
              </a:ext>
            </a:extLst>
          </p:cNvPr>
          <p:cNvSpPr>
            <a:spLocks/>
          </p:cNvSpPr>
          <p:nvPr/>
        </p:nvSpPr>
        <p:spPr>
          <a:xfrm>
            <a:off x="428543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data_7892">
            <a:extLst>
              <a:ext uri="{FF2B5EF4-FFF2-40B4-BE49-F238E27FC236}">
                <a16:creationId xmlns:a16="http://schemas.microsoft.com/office/drawing/2014/main" id="{A57F3EAE-584B-4634-924C-B5030D99CB8F}"/>
              </a:ext>
            </a:extLst>
          </p:cNvPr>
          <p:cNvSpPr>
            <a:spLocks/>
          </p:cNvSpPr>
          <p:nvPr/>
        </p:nvSpPr>
        <p:spPr>
          <a:xfrm>
            <a:off x="4338983" y="31160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data_7893">
            <a:extLst>
              <a:ext uri="{FF2B5EF4-FFF2-40B4-BE49-F238E27FC236}">
                <a16:creationId xmlns:a16="http://schemas.microsoft.com/office/drawing/2014/main" id="{F20822E2-A0CD-4FB6-AC1A-C23B6AB136F0}"/>
              </a:ext>
            </a:extLst>
          </p:cNvPr>
          <p:cNvSpPr>
            <a:spLocks/>
          </p:cNvSpPr>
          <p:nvPr/>
        </p:nvSpPr>
        <p:spPr>
          <a:xfrm>
            <a:off x="4342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data_7894">
            <a:extLst>
              <a:ext uri="{FF2B5EF4-FFF2-40B4-BE49-F238E27FC236}">
                <a16:creationId xmlns:a16="http://schemas.microsoft.com/office/drawing/2014/main" id="{BA8FF45E-A729-4230-BB2E-530264723462}"/>
              </a:ext>
            </a:extLst>
          </p:cNvPr>
          <p:cNvSpPr>
            <a:spLocks/>
          </p:cNvSpPr>
          <p:nvPr/>
        </p:nvSpPr>
        <p:spPr>
          <a:xfrm>
            <a:off x="42550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data_7895">
            <a:extLst>
              <a:ext uri="{FF2B5EF4-FFF2-40B4-BE49-F238E27FC236}">
                <a16:creationId xmlns:a16="http://schemas.microsoft.com/office/drawing/2014/main" id="{0826739E-BCE2-47DF-ACD5-D6142B810FB4}"/>
              </a:ext>
            </a:extLst>
          </p:cNvPr>
          <p:cNvSpPr>
            <a:spLocks/>
          </p:cNvSpPr>
          <p:nvPr/>
        </p:nvSpPr>
        <p:spPr>
          <a:xfrm>
            <a:off x="43612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data_7896">
            <a:extLst>
              <a:ext uri="{FF2B5EF4-FFF2-40B4-BE49-F238E27FC236}">
                <a16:creationId xmlns:a16="http://schemas.microsoft.com/office/drawing/2014/main" id="{E38D2BE4-B876-415A-A1D3-BE5184D4C8A3}"/>
              </a:ext>
            </a:extLst>
          </p:cNvPr>
          <p:cNvSpPr>
            <a:spLocks/>
          </p:cNvSpPr>
          <p:nvPr/>
        </p:nvSpPr>
        <p:spPr>
          <a:xfrm>
            <a:off x="42519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data_7897">
            <a:extLst>
              <a:ext uri="{FF2B5EF4-FFF2-40B4-BE49-F238E27FC236}">
                <a16:creationId xmlns:a16="http://schemas.microsoft.com/office/drawing/2014/main" id="{480D1129-5A97-41DF-B8D5-95FE93B43E84}"/>
              </a:ext>
            </a:extLst>
          </p:cNvPr>
          <p:cNvSpPr>
            <a:spLocks/>
          </p:cNvSpPr>
          <p:nvPr/>
        </p:nvSpPr>
        <p:spPr>
          <a:xfrm>
            <a:off x="436100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data_7898">
            <a:extLst>
              <a:ext uri="{FF2B5EF4-FFF2-40B4-BE49-F238E27FC236}">
                <a16:creationId xmlns:a16="http://schemas.microsoft.com/office/drawing/2014/main" id="{F32BEDBC-A02B-4E17-BE1D-BD5FDB97CB43}"/>
              </a:ext>
            </a:extLst>
          </p:cNvPr>
          <p:cNvSpPr>
            <a:spLocks/>
          </p:cNvSpPr>
          <p:nvPr/>
        </p:nvSpPr>
        <p:spPr>
          <a:xfrm>
            <a:off x="4373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data_7899">
            <a:extLst>
              <a:ext uri="{FF2B5EF4-FFF2-40B4-BE49-F238E27FC236}">
                <a16:creationId xmlns:a16="http://schemas.microsoft.com/office/drawing/2014/main" id="{0BA49A78-B79A-4F97-8158-444B3A874E84}"/>
              </a:ext>
            </a:extLst>
          </p:cNvPr>
          <p:cNvSpPr>
            <a:spLocks/>
          </p:cNvSpPr>
          <p:nvPr/>
        </p:nvSpPr>
        <p:spPr>
          <a:xfrm>
            <a:off x="43298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data_7900">
            <a:extLst>
              <a:ext uri="{FF2B5EF4-FFF2-40B4-BE49-F238E27FC236}">
                <a16:creationId xmlns:a16="http://schemas.microsoft.com/office/drawing/2014/main" id="{2BD3790E-8AF7-4717-A41B-6B684AE1EADC}"/>
              </a:ext>
            </a:extLst>
          </p:cNvPr>
          <p:cNvSpPr>
            <a:spLocks/>
          </p:cNvSpPr>
          <p:nvPr/>
        </p:nvSpPr>
        <p:spPr>
          <a:xfrm>
            <a:off x="42907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data_7901">
            <a:extLst>
              <a:ext uri="{FF2B5EF4-FFF2-40B4-BE49-F238E27FC236}">
                <a16:creationId xmlns:a16="http://schemas.microsoft.com/office/drawing/2014/main" id="{5F14D851-F445-42AC-A96F-8CFAD2B3E04E}"/>
              </a:ext>
            </a:extLst>
          </p:cNvPr>
          <p:cNvSpPr>
            <a:spLocks/>
          </p:cNvSpPr>
          <p:nvPr/>
        </p:nvSpPr>
        <p:spPr>
          <a:xfrm>
            <a:off x="43453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data_7902">
            <a:extLst>
              <a:ext uri="{FF2B5EF4-FFF2-40B4-BE49-F238E27FC236}">
                <a16:creationId xmlns:a16="http://schemas.microsoft.com/office/drawing/2014/main" id="{DC1DBBB8-F674-4502-832D-544DE7A388BB}"/>
              </a:ext>
            </a:extLst>
          </p:cNvPr>
          <p:cNvSpPr>
            <a:spLocks/>
          </p:cNvSpPr>
          <p:nvPr/>
        </p:nvSpPr>
        <p:spPr>
          <a:xfrm>
            <a:off x="42790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data_7903">
            <a:extLst>
              <a:ext uri="{FF2B5EF4-FFF2-40B4-BE49-F238E27FC236}">
                <a16:creationId xmlns:a16="http://schemas.microsoft.com/office/drawing/2014/main" id="{263D884E-9E4B-4E40-8096-C2D9E8EDE8DC}"/>
              </a:ext>
            </a:extLst>
          </p:cNvPr>
          <p:cNvSpPr>
            <a:spLocks/>
          </p:cNvSpPr>
          <p:nvPr/>
        </p:nvSpPr>
        <p:spPr>
          <a:xfrm>
            <a:off x="43125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data_7904">
            <a:extLst>
              <a:ext uri="{FF2B5EF4-FFF2-40B4-BE49-F238E27FC236}">
                <a16:creationId xmlns:a16="http://schemas.microsoft.com/office/drawing/2014/main" id="{5993ECC9-0FD2-43B9-9EDE-288795BDA510}"/>
              </a:ext>
            </a:extLst>
          </p:cNvPr>
          <p:cNvSpPr>
            <a:spLocks/>
          </p:cNvSpPr>
          <p:nvPr/>
        </p:nvSpPr>
        <p:spPr>
          <a:xfrm>
            <a:off x="43125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data_7905">
            <a:extLst>
              <a:ext uri="{FF2B5EF4-FFF2-40B4-BE49-F238E27FC236}">
                <a16:creationId xmlns:a16="http://schemas.microsoft.com/office/drawing/2014/main" id="{3AE07482-1BDF-474B-871D-C4E2EAF0AD55}"/>
              </a:ext>
            </a:extLst>
          </p:cNvPr>
          <p:cNvSpPr>
            <a:spLocks/>
          </p:cNvSpPr>
          <p:nvPr/>
        </p:nvSpPr>
        <p:spPr>
          <a:xfrm>
            <a:off x="42734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data_7906">
            <a:extLst>
              <a:ext uri="{FF2B5EF4-FFF2-40B4-BE49-F238E27FC236}">
                <a16:creationId xmlns:a16="http://schemas.microsoft.com/office/drawing/2014/main" id="{47EB5E06-FF3A-4963-83C6-9DE345AB7EA7}"/>
              </a:ext>
            </a:extLst>
          </p:cNvPr>
          <p:cNvSpPr>
            <a:spLocks/>
          </p:cNvSpPr>
          <p:nvPr/>
        </p:nvSpPr>
        <p:spPr>
          <a:xfrm>
            <a:off x="436426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data_7907">
            <a:extLst>
              <a:ext uri="{FF2B5EF4-FFF2-40B4-BE49-F238E27FC236}">
                <a16:creationId xmlns:a16="http://schemas.microsoft.com/office/drawing/2014/main" id="{D89A5845-1C9C-465D-8787-9C5C71F7E03F}"/>
              </a:ext>
            </a:extLst>
          </p:cNvPr>
          <p:cNvSpPr>
            <a:spLocks/>
          </p:cNvSpPr>
          <p:nvPr/>
        </p:nvSpPr>
        <p:spPr>
          <a:xfrm>
            <a:off x="42929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data_7908">
            <a:extLst>
              <a:ext uri="{FF2B5EF4-FFF2-40B4-BE49-F238E27FC236}">
                <a16:creationId xmlns:a16="http://schemas.microsoft.com/office/drawing/2014/main" id="{56451B87-C32D-4D5A-8C03-C147DC50E402}"/>
              </a:ext>
            </a:extLst>
          </p:cNvPr>
          <p:cNvSpPr>
            <a:spLocks/>
          </p:cNvSpPr>
          <p:nvPr/>
        </p:nvSpPr>
        <p:spPr>
          <a:xfrm>
            <a:off x="4305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data_7909">
            <a:extLst>
              <a:ext uri="{FF2B5EF4-FFF2-40B4-BE49-F238E27FC236}">
                <a16:creationId xmlns:a16="http://schemas.microsoft.com/office/drawing/2014/main" id="{7DF7C4EE-F1A3-4CD5-A620-665F6DF74FCE}"/>
              </a:ext>
            </a:extLst>
          </p:cNvPr>
          <p:cNvSpPr>
            <a:spLocks/>
          </p:cNvSpPr>
          <p:nvPr/>
        </p:nvSpPr>
        <p:spPr>
          <a:xfrm>
            <a:off x="4376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data_7910">
            <a:extLst>
              <a:ext uri="{FF2B5EF4-FFF2-40B4-BE49-F238E27FC236}">
                <a16:creationId xmlns:a16="http://schemas.microsoft.com/office/drawing/2014/main" id="{4A2A5E3C-278B-45DC-AA76-9592D4AFFB14}"/>
              </a:ext>
            </a:extLst>
          </p:cNvPr>
          <p:cNvSpPr>
            <a:spLocks/>
          </p:cNvSpPr>
          <p:nvPr/>
        </p:nvSpPr>
        <p:spPr>
          <a:xfrm>
            <a:off x="43376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data_7911">
            <a:extLst>
              <a:ext uri="{FF2B5EF4-FFF2-40B4-BE49-F238E27FC236}">
                <a16:creationId xmlns:a16="http://schemas.microsoft.com/office/drawing/2014/main" id="{D7CA757E-E5DF-4E6B-8454-BA430A1D66A7}"/>
              </a:ext>
            </a:extLst>
          </p:cNvPr>
          <p:cNvSpPr>
            <a:spLocks/>
          </p:cNvSpPr>
          <p:nvPr/>
        </p:nvSpPr>
        <p:spPr>
          <a:xfrm>
            <a:off x="437207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data_7912">
            <a:extLst>
              <a:ext uri="{FF2B5EF4-FFF2-40B4-BE49-F238E27FC236}">
                <a16:creationId xmlns:a16="http://schemas.microsoft.com/office/drawing/2014/main" id="{322AC287-48A9-4D4C-95E3-13CD8F78984D}"/>
              </a:ext>
            </a:extLst>
          </p:cNvPr>
          <p:cNvSpPr>
            <a:spLocks/>
          </p:cNvSpPr>
          <p:nvPr/>
        </p:nvSpPr>
        <p:spPr>
          <a:xfrm>
            <a:off x="42568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data_7913">
            <a:extLst>
              <a:ext uri="{FF2B5EF4-FFF2-40B4-BE49-F238E27FC236}">
                <a16:creationId xmlns:a16="http://schemas.microsoft.com/office/drawing/2014/main" id="{B0EB9E76-5155-4661-831E-7F3C0713806B}"/>
              </a:ext>
            </a:extLst>
          </p:cNvPr>
          <p:cNvSpPr>
            <a:spLocks/>
          </p:cNvSpPr>
          <p:nvPr/>
        </p:nvSpPr>
        <p:spPr>
          <a:xfrm>
            <a:off x="4362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data_7914">
            <a:extLst>
              <a:ext uri="{FF2B5EF4-FFF2-40B4-BE49-F238E27FC236}">
                <a16:creationId xmlns:a16="http://schemas.microsoft.com/office/drawing/2014/main" id="{4F6418F2-004B-431F-A3FA-8F47997093F8}"/>
              </a:ext>
            </a:extLst>
          </p:cNvPr>
          <p:cNvSpPr>
            <a:spLocks/>
          </p:cNvSpPr>
          <p:nvPr/>
        </p:nvSpPr>
        <p:spPr>
          <a:xfrm>
            <a:off x="434523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data_7915">
            <a:extLst>
              <a:ext uri="{FF2B5EF4-FFF2-40B4-BE49-F238E27FC236}">
                <a16:creationId xmlns:a16="http://schemas.microsoft.com/office/drawing/2014/main" id="{09A0277F-3D8A-43B4-9070-1CA0544C6775}"/>
              </a:ext>
            </a:extLst>
          </p:cNvPr>
          <p:cNvSpPr>
            <a:spLocks/>
          </p:cNvSpPr>
          <p:nvPr/>
        </p:nvSpPr>
        <p:spPr>
          <a:xfrm>
            <a:off x="43002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data_7916">
            <a:extLst>
              <a:ext uri="{FF2B5EF4-FFF2-40B4-BE49-F238E27FC236}">
                <a16:creationId xmlns:a16="http://schemas.microsoft.com/office/drawing/2014/main" id="{AF831E4C-44E0-4142-8B3D-8B3DF7AFF280}"/>
              </a:ext>
            </a:extLst>
          </p:cNvPr>
          <p:cNvSpPr>
            <a:spLocks/>
          </p:cNvSpPr>
          <p:nvPr/>
        </p:nvSpPr>
        <p:spPr>
          <a:xfrm>
            <a:off x="435031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data_7917">
            <a:extLst>
              <a:ext uri="{FF2B5EF4-FFF2-40B4-BE49-F238E27FC236}">
                <a16:creationId xmlns:a16="http://schemas.microsoft.com/office/drawing/2014/main" id="{6BE4527A-4F7B-443D-B491-7E3B0502F6ED}"/>
              </a:ext>
            </a:extLst>
          </p:cNvPr>
          <p:cNvSpPr>
            <a:spLocks/>
          </p:cNvSpPr>
          <p:nvPr/>
        </p:nvSpPr>
        <p:spPr>
          <a:xfrm>
            <a:off x="43774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data_7918">
            <a:extLst>
              <a:ext uri="{FF2B5EF4-FFF2-40B4-BE49-F238E27FC236}">
                <a16:creationId xmlns:a16="http://schemas.microsoft.com/office/drawing/2014/main" id="{BF3424C4-3D28-4926-B01F-0E4DCC3AF281}"/>
              </a:ext>
            </a:extLst>
          </p:cNvPr>
          <p:cNvSpPr>
            <a:spLocks/>
          </p:cNvSpPr>
          <p:nvPr/>
        </p:nvSpPr>
        <p:spPr>
          <a:xfrm>
            <a:off x="4336638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data_7919">
            <a:extLst>
              <a:ext uri="{FF2B5EF4-FFF2-40B4-BE49-F238E27FC236}">
                <a16:creationId xmlns:a16="http://schemas.microsoft.com/office/drawing/2014/main" id="{A80BB8E2-B9A4-4937-8769-1CC7B901CC49}"/>
              </a:ext>
            </a:extLst>
          </p:cNvPr>
          <p:cNvSpPr>
            <a:spLocks/>
          </p:cNvSpPr>
          <p:nvPr/>
        </p:nvSpPr>
        <p:spPr>
          <a:xfrm>
            <a:off x="43466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data_7920">
            <a:extLst>
              <a:ext uri="{FF2B5EF4-FFF2-40B4-BE49-F238E27FC236}">
                <a16:creationId xmlns:a16="http://schemas.microsoft.com/office/drawing/2014/main" id="{B9D00C4E-C61A-4A16-9E16-7E7283C68A7E}"/>
              </a:ext>
            </a:extLst>
          </p:cNvPr>
          <p:cNvSpPr>
            <a:spLocks/>
          </p:cNvSpPr>
          <p:nvPr/>
        </p:nvSpPr>
        <p:spPr>
          <a:xfrm>
            <a:off x="4345498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data_7921">
            <a:extLst>
              <a:ext uri="{FF2B5EF4-FFF2-40B4-BE49-F238E27FC236}">
                <a16:creationId xmlns:a16="http://schemas.microsoft.com/office/drawing/2014/main" id="{B624037A-70D9-40E9-8C42-60D4F9737327}"/>
              </a:ext>
            </a:extLst>
          </p:cNvPr>
          <p:cNvSpPr>
            <a:spLocks/>
          </p:cNvSpPr>
          <p:nvPr/>
        </p:nvSpPr>
        <p:spPr>
          <a:xfrm>
            <a:off x="43246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data_7922">
            <a:extLst>
              <a:ext uri="{FF2B5EF4-FFF2-40B4-BE49-F238E27FC236}">
                <a16:creationId xmlns:a16="http://schemas.microsoft.com/office/drawing/2014/main" id="{68034A1C-F2C8-474E-A04C-BD3C96EDDE37}"/>
              </a:ext>
            </a:extLst>
          </p:cNvPr>
          <p:cNvSpPr>
            <a:spLocks/>
          </p:cNvSpPr>
          <p:nvPr/>
        </p:nvSpPr>
        <p:spPr>
          <a:xfrm>
            <a:off x="428829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data_7923">
            <a:extLst>
              <a:ext uri="{FF2B5EF4-FFF2-40B4-BE49-F238E27FC236}">
                <a16:creationId xmlns:a16="http://schemas.microsoft.com/office/drawing/2014/main" id="{D3877EEE-1A98-4144-B6A6-3ED80CE7DCF6}"/>
              </a:ext>
            </a:extLst>
          </p:cNvPr>
          <p:cNvSpPr>
            <a:spLocks/>
          </p:cNvSpPr>
          <p:nvPr/>
        </p:nvSpPr>
        <p:spPr>
          <a:xfrm>
            <a:off x="4368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data_7924">
            <a:extLst>
              <a:ext uri="{FF2B5EF4-FFF2-40B4-BE49-F238E27FC236}">
                <a16:creationId xmlns:a16="http://schemas.microsoft.com/office/drawing/2014/main" id="{20DED253-9DA3-4E3D-86E8-D8C5B49F73A8}"/>
              </a:ext>
            </a:extLst>
          </p:cNvPr>
          <p:cNvSpPr>
            <a:spLocks/>
          </p:cNvSpPr>
          <p:nvPr/>
        </p:nvSpPr>
        <p:spPr>
          <a:xfrm>
            <a:off x="427448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data_7925">
            <a:extLst>
              <a:ext uri="{FF2B5EF4-FFF2-40B4-BE49-F238E27FC236}">
                <a16:creationId xmlns:a16="http://schemas.microsoft.com/office/drawing/2014/main" id="{046C1171-3E03-4816-9F3D-C8D7D3FC559E}"/>
              </a:ext>
            </a:extLst>
          </p:cNvPr>
          <p:cNvSpPr>
            <a:spLocks/>
          </p:cNvSpPr>
          <p:nvPr/>
        </p:nvSpPr>
        <p:spPr>
          <a:xfrm>
            <a:off x="42734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data_7926">
            <a:extLst>
              <a:ext uri="{FF2B5EF4-FFF2-40B4-BE49-F238E27FC236}">
                <a16:creationId xmlns:a16="http://schemas.microsoft.com/office/drawing/2014/main" id="{A7B893D6-463D-4D74-8DF1-4035FDF7C04E}"/>
              </a:ext>
            </a:extLst>
          </p:cNvPr>
          <p:cNvSpPr>
            <a:spLocks/>
          </p:cNvSpPr>
          <p:nvPr/>
        </p:nvSpPr>
        <p:spPr>
          <a:xfrm>
            <a:off x="42793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data_7927">
            <a:extLst>
              <a:ext uri="{FF2B5EF4-FFF2-40B4-BE49-F238E27FC236}">
                <a16:creationId xmlns:a16="http://schemas.microsoft.com/office/drawing/2014/main" id="{C0CD41CE-DEAA-4AB1-B582-F8A3B19404A8}"/>
              </a:ext>
            </a:extLst>
          </p:cNvPr>
          <p:cNvSpPr>
            <a:spLocks/>
          </p:cNvSpPr>
          <p:nvPr/>
        </p:nvSpPr>
        <p:spPr>
          <a:xfrm>
            <a:off x="43701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data_7928">
            <a:extLst>
              <a:ext uri="{FF2B5EF4-FFF2-40B4-BE49-F238E27FC236}">
                <a16:creationId xmlns:a16="http://schemas.microsoft.com/office/drawing/2014/main" id="{AC1BA2D8-E381-4777-BC5C-272714CE4725}"/>
              </a:ext>
            </a:extLst>
          </p:cNvPr>
          <p:cNvSpPr>
            <a:spLocks/>
          </p:cNvSpPr>
          <p:nvPr/>
        </p:nvSpPr>
        <p:spPr>
          <a:xfrm>
            <a:off x="435631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data_7929">
            <a:extLst>
              <a:ext uri="{FF2B5EF4-FFF2-40B4-BE49-F238E27FC236}">
                <a16:creationId xmlns:a16="http://schemas.microsoft.com/office/drawing/2014/main" id="{B4F8A1C5-9673-44EC-876F-697AA3122C5A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data_7930">
            <a:extLst>
              <a:ext uri="{FF2B5EF4-FFF2-40B4-BE49-F238E27FC236}">
                <a16:creationId xmlns:a16="http://schemas.microsoft.com/office/drawing/2014/main" id="{98158CA0-A7B5-4A44-9EA8-1F351E630E8A}"/>
              </a:ext>
            </a:extLst>
          </p:cNvPr>
          <p:cNvSpPr>
            <a:spLocks/>
          </p:cNvSpPr>
          <p:nvPr/>
        </p:nvSpPr>
        <p:spPr>
          <a:xfrm>
            <a:off x="4345759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data_7931">
            <a:extLst>
              <a:ext uri="{FF2B5EF4-FFF2-40B4-BE49-F238E27FC236}">
                <a16:creationId xmlns:a16="http://schemas.microsoft.com/office/drawing/2014/main" id="{78A938AE-DF64-4230-9AB1-33BB7C49565C}"/>
              </a:ext>
            </a:extLst>
          </p:cNvPr>
          <p:cNvSpPr>
            <a:spLocks/>
          </p:cNvSpPr>
          <p:nvPr/>
        </p:nvSpPr>
        <p:spPr>
          <a:xfrm>
            <a:off x="4355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data_7932">
            <a:extLst>
              <a:ext uri="{FF2B5EF4-FFF2-40B4-BE49-F238E27FC236}">
                <a16:creationId xmlns:a16="http://schemas.microsoft.com/office/drawing/2014/main" id="{56F85625-CE70-42CC-8B5C-C77896C6243C}"/>
              </a:ext>
            </a:extLst>
          </p:cNvPr>
          <p:cNvSpPr>
            <a:spLocks/>
          </p:cNvSpPr>
          <p:nvPr/>
        </p:nvSpPr>
        <p:spPr>
          <a:xfrm>
            <a:off x="4366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data_7933">
            <a:extLst>
              <a:ext uri="{FF2B5EF4-FFF2-40B4-BE49-F238E27FC236}">
                <a16:creationId xmlns:a16="http://schemas.microsoft.com/office/drawing/2014/main" id="{D7A38A42-635E-45E1-B9CD-E9808335A590}"/>
              </a:ext>
            </a:extLst>
          </p:cNvPr>
          <p:cNvSpPr>
            <a:spLocks/>
          </p:cNvSpPr>
          <p:nvPr/>
        </p:nvSpPr>
        <p:spPr>
          <a:xfrm>
            <a:off x="4271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data_7934">
            <a:extLst>
              <a:ext uri="{FF2B5EF4-FFF2-40B4-BE49-F238E27FC236}">
                <a16:creationId xmlns:a16="http://schemas.microsoft.com/office/drawing/2014/main" id="{B5F35723-10E3-4123-8ADE-3664FFF34B8B}"/>
              </a:ext>
            </a:extLst>
          </p:cNvPr>
          <p:cNvSpPr>
            <a:spLocks/>
          </p:cNvSpPr>
          <p:nvPr/>
        </p:nvSpPr>
        <p:spPr>
          <a:xfrm>
            <a:off x="4281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data_7935">
            <a:extLst>
              <a:ext uri="{FF2B5EF4-FFF2-40B4-BE49-F238E27FC236}">
                <a16:creationId xmlns:a16="http://schemas.microsoft.com/office/drawing/2014/main" id="{FCD38176-9DF0-4948-A97D-C98AFDCF3CDA}"/>
              </a:ext>
            </a:extLst>
          </p:cNvPr>
          <p:cNvSpPr>
            <a:spLocks/>
          </p:cNvSpPr>
          <p:nvPr/>
        </p:nvSpPr>
        <p:spPr>
          <a:xfrm>
            <a:off x="4343544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data_7936">
            <a:extLst>
              <a:ext uri="{FF2B5EF4-FFF2-40B4-BE49-F238E27FC236}">
                <a16:creationId xmlns:a16="http://schemas.microsoft.com/office/drawing/2014/main" id="{730726D6-4275-4BF1-98EA-329EDBC991D8}"/>
              </a:ext>
            </a:extLst>
          </p:cNvPr>
          <p:cNvSpPr>
            <a:spLocks/>
          </p:cNvSpPr>
          <p:nvPr/>
        </p:nvSpPr>
        <p:spPr>
          <a:xfrm>
            <a:off x="427800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data_7937">
            <a:extLst>
              <a:ext uri="{FF2B5EF4-FFF2-40B4-BE49-F238E27FC236}">
                <a16:creationId xmlns:a16="http://schemas.microsoft.com/office/drawing/2014/main" id="{91BBE8B7-39B8-4DED-8476-5754547B9995}"/>
              </a:ext>
            </a:extLst>
          </p:cNvPr>
          <p:cNvSpPr>
            <a:spLocks/>
          </p:cNvSpPr>
          <p:nvPr/>
        </p:nvSpPr>
        <p:spPr>
          <a:xfrm>
            <a:off x="4290643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data_7938">
            <a:extLst>
              <a:ext uri="{FF2B5EF4-FFF2-40B4-BE49-F238E27FC236}">
                <a16:creationId xmlns:a16="http://schemas.microsoft.com/office/drawing/2014/main" id="{52271731-302C-4BFB-A535-83B1A387621F}"/>
              </a:ext>
            </a:extLst>
          </p:cNvPr>
          <p:cNvSpPr>
            <a:spLocks/>
          </p:cNvSpPr>
          <p:nvPr/>
        </p:nvSpPr>
        <p:spPr>
          <a:xfrm>
            <a:off x="4269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data_7939">
            <a:extLst>
              <a:ext uri="{FF2B5EF4-FFF2-40B4-BE49-F238E27FC236}">
                <a16:creationId xmlns:a16="http://schemas.microsoft.com/office/drawing/2014/main" id="{0EE337AA-4B3B-4044-9A72-EA6809A013EE}"/>
              </a:ext>
            </a:extLst>
          </p:cNvPr>
          <p:cNvSpPr>
            <a:spLocks/>
          </p:cNvSpPr>
          <p:nvPr/>
        </p:nvSpPr>
        <p:spPr>
          <a:xfrm>
            <a:off x="428308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data_7940">
            <a:extLst>
              <a:ext uri="{FF2B5EF4-FFF2-40B4-BE49-F238E27FC236}">
                <a16:creationId xmlns:a16="http://schemas.microsoft.com/office/drawing/2014/main" id="{4DDF9714-A24C-436D-A0CB-283748D648A4}"/>
              </a:ext>
            </a:extLst>
          </p:cNvPr>
          <p:cNvSpPr>
            <a:spLocks/>
          </p:cNvSpPr>
          <p:nvPr/>
        </p:nvSpPr>
        <p:spPr>
          <a:xfrm>
            <a:off x="4288168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data_7941">
            <a:extLst>
              <a:ext uri="{FF2B5EF4-FFF2-40B4-BE49-F238E27FC236}">
                <a16:creationId xmlns:a16="http://schemas.microsoft.com/office/drawing/2014/main" id="{FE629601-F197-4DD7-803D-DCC9F1E71641}"/>
              </a:ext>
            </a:extLst>
          </p:cNvPr>
          <p:cNvSpPr>
            <a:spLocks/>
          </p:cNvSpPr>
          <p:nvPr/>
        </p:nvSpPr>
        <p:spPr>
          <a:xfrm>
            <a:off x="436908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data_7942">
            <a:extLst>
              <a:ext uri="{FF2B5EF4-FFF2-40B4-BE49-F238E27FC236}">
                <a16:creationId xmlns:a16="http://schemas.microsoft.com/office/drawing/2014/main" id="{460C80EB-1F52-4622-8243-03AC6887332D}"/>
              </a:ext>
            </a:extLst>
          </p:cNvPr>
          <p:cNvSpPr>
            <a:spLocks/>
          </p:cNvSpPr>
          <p:nvPr/>
        </p:nvSpPr>
        <p:spPr>
          <a:xfrm>
            <a:off x="4313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data_7943">
            <a:extLst>
              <a:ext uri="{FF2B5EF4-FFF2-40B4-BE49-F238E27FC236}">
                <a16:creationId xmlns:a16="http://schemas.microsoft.com/office/drawing/2014/main" id="{FD039980-2574-4EE9-833A-D3986F1AE97B}"/>
              </a:ext>
            </a:extLst>
          </p:cNvPr>
          <p:cNvSpPr>
            <a:spLocks/>
          </p:cNvSpPr>
          <p:nvPr/>
        </p:nvSpPr>
        <p:spPr>
          <a:xfrm>
            <a:off x="427135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data_7944">
            <a:extLst>
              <a:ext uri="{FF2B5EF4-FFF2-40B4-BE49-F238E27FC236}">
                <a16:creationId xmlns:a16="http://schemas.microsoft.com/office/drawing/2014/main" id="{A72C00A6-D90E-4941-8E1A-7BEB503423C9}"/>
              </a:ext>
            </a:extLst>
          </p:cNvPr>
          <p:cNvSpPr>
            <a:spLocks/>
          </p:cNvSpPr>
          <p:nvPr/>
        </p:nvSpPr>
        <p:spPr>
          <a:xfrm>
            <a:off x="42902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data_7945">
            <a:extLst>
              <a:ext uri="{FF2B5EF4-FFF2-40B4-BE49-F238E27FC236}">
                <a16:creationId xmlns:a16="http://schemas.microsoft.com/office/drawing/2014/main" id="{09B7256F-E34B-45A6-A1C0-AC18C6967D26}"/>
              </a:ext>
            </a:extLst>
          </p:cNvPr>
          <p:cNvSpPr>
            <a:spLocks/>
          </p:cNvSpPr>
          <p:nvPr/>
        </p:nvSpPr>
        <p:spPr>
          <a:xfrm>
            <a:off x="43623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data_7946">
            <a:extLst>
              <a:ext uri="{FF2B5EF4-FFF2-40B4-BE49-F238E27FC236}">
                <a16:creationId xmlns:a16="http://schemas.microsoft.com/office/drawing/2014/main" id="{D6C74C6A-2EC0-4A5E-8252-F70750AA08A7}"/>
              </a:ext>
            </a:extLst>
          </p:cNvPr>
          <p:cNvSpPr>
            <a:spLocks/>
          </p:cNvSpPr>
          <p:nvPr/>
        </p:nvSpPr>
        <p:spPr>
          <a:xfrm>
            <a:off x="4337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data_7947">
            <a:extLst>
              <a:ext uri="{FF2B5EF4-FFF2-40B4-BE49-F238E27FC236}">
                <a16:creationId xmlns:a16="http://schemas.microsoft.com/office/drawing/2014/main" id="{E25AE87C-7B81-42C3-8314-4B9D4D213C0D}"/>
              </a:ext>
            </a:extLst>
          </p:cNvPr>
          <p:cNvSpPr>
            <a:spLocks/>
          </p:cNvSpPr>
          <p:nvPr/>
        </p:nvSpPr>
        <p:spPr>
          <a:xfrm>
            <a:off x="43617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data_7948">
            <a:extLst>
              <a:ext uri="{FF2B5EF4-FFF2-40B4-BE49-F238E27FC236}">
                <a16:creationId xmlns:a16="http://schemas.microsoft.com/office/drawing/2014/main" id="{DAF1EC1F-A7AC-4F4D-82C8-39B79260D15D}"/>
              </a:ext>
            </a:extLst>
          </p:cNvPr>
          <p:cNvSpPr>
            <a:spLocks/>
          </p:cNvSpPr>
          <p:nvPr/>
        </p:nvSpPr>
        <p:spPr>
          <a:xfrm>
            <a:off x="42793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data_7949">
            <a:extLst>
              <a:ext uri="{FF2B5EF4-FFF2-40B4-BE49-F238E27FC236}">
                <a16:creationId xmlns:a16="http://schemas.microsoft.com/office/drawing/2014/main" id="{7A19B2E5-F2BE-47E5-B71C-FF90CF5F540D}"/>
              </a:ext>
            </a:extLst>
          </p:cNvPr>
          <p:cNvSpPr>
            <a:spLocks/>
          </p:cNvSpPr>
          <p:nvPr/>
        </p:nvSpPr>
        <p:spPr>
          <a:xfrm>
            <a:off x="4303803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data_7950">
            <a:extLst>
              <a:ext uri="{FF2B5EF4-FFF2-40B4-BE49-F238E27FC236}">
                <a16:creationId xmlns:a16="http://schemas.microsoft.com/office/drawing/2014/main" id="{1004CF3D-BD80-436B-A77C-7D2443E801EA}"/>
              </a:ext>
            </a:extLst>
          </p:cNvPr>
          <p:cNvSpPr>
            <a:spLocks/>
          </p:cNvSpPr>
          <p:nvPr/>
        </p:nvSpPr>
        <p:spPr>
          <a:xfrm>
            <a:off x="4362697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data_7951">
            <a:extLst>
              <a:ext uri="{FF2B5EF4-FFF2-40B4-BE49-F238E27FC236}">
                <a16:creationId xmlns:a16="http://schemas.microsoft.com/office/drawing/2014/main" id="{1CEA22A3-8F7B-4B00-99F9-6320CA958509}"/>
              </a:ext>
            </a:extLst>
          </p:cNvPr>
          <p:cNvSpPr>
            <a:spLocks/>
          </p:cNvSpPr>
          <p:nvPr/>
        </p:nvSpPr>
        <p:spPr>
          <a:xfrm>
            <a:off x="43628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data_7952">
            <a:extLst>
              <a:ext uri="{FF2B5EF4-FFF2-40B4-BE49-F238E27FC236}">
                <a16:creationId xmlns:a16="http://schemas.microsoft.com/office/drawing/2014/main" id="{6E04F942-179B-45D3-996A-4C253D5EB99D}"/>
              </a:ext>
            </a:extLst>
          </p:cNvPr>
          <p:cNvSpPr>
            <a:spLocks/>
          </p:cNvSpPr>
          <p:nvPr/>
        </p:nvSpPr>
        <p:spPr>
          <a:xfrm>
            <a:off x="4354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data_7953">
            <a:extLst>
              <a:ext uri="{FF2B5EF4-FFF2-40B4-BE49-F238E27FC236}">
                <a16:creationId xmlns:a16="http://schemas.microsoft.com/office/drawing/2014/main" id="{E08DCFCC-711E-4F50-8C32-41F9D8E83C9E}"/>
              </a:ext>
            </a:extLst>
          </p:cNvPr>
          <p:cNvSpPr>
            <a:spLocks/>
          </p:cNvSpPr>
          <p:nvPr/>
        </p:nvSpPr>
        <p:spPr>
          <a:xfrm>
            <a:off x="43662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data_7954">
            <a:extLst>
              <a:ext uri="{FF2B5EF4-FFF2-40B4-BE49-F238E27FC236}">
                <a16:creationId xmlns:a16="http://schemas.microsoft.com/office/drawing/2014/main" id="{0A926BE4-5FF8-44BF-8A6E-CE37128008B9}"/>
              </a:ext>
            </a:extLst>
          </p:cNvPr>
          <p:cNvSpPr>
            <a:spLocks/>
          </p:cNvSpPr>
          <p:nvPr/>
        </p:nvSpPr>
        <p:spPr>
          <a:xfrm>
            <a:off x="42912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data_7955">
            <a:extLst>
              <a:ext uri="{FF2B5EF4-FFF2-40B4-BE49-F238E27FC236}">
                <a16:creationId xmlns:a16="http://schemas.microsoft.com/office/drawing/2014/main" id="{97E6CE6E-F433-40B0-90FC-BB4F19D81A00}"/>
              </a:ext>
            </a:extLst>
          </p:cNvPr>
          <p:cNvSpPr>
            <a:spLocks/>
          </p:cNvSpPr>
          <p:nvPr/>
        </p:nvSpPr>
        <p:spPr>
          <a:xfrm>
            <a:off x="42716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data_7956">
            <a:extLst>
              <a:ext uri="{FF2B5EF4-FFF2-40B4-BE49-F238E27FC236}">
                <a16:creationId xmlns:a16="http://schemas.microsoft.com/office/drawing/2014/main" id="{82443D2F-64FF-4613-8968-DBF3BC46B229}"/>
              </a:ext>
            </a:extLst>
          </p:cNvPr>
          <p:cNvSpPr>
            <a:spLocks/>
          </p:cNvSpPr>
          <p:nvPr/>
        </p:nvSpPr>
        <p:spPr>
          <a:xfrm>
            <a:off x="43474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data_7957">
            <a:extLst>
              <a:ext uri="{FF2B5EF4-FFF2-40B4-BE49-F238E27FC236}">
                <a16:creationId xmlns:a16="http://schemas.microsoft.com/office/drawing/2014/main" id="{A76AD012-C5C4-4746-872D-325F08208366}"/>
              </a:ext>
            </a:extLst>
          </p:cNvPr>
          <p:cNvSpPr>
            <a:spLocks/>
          </p:cNvSpPr>
          <p:nvPr/>
        </p:nvSpPr>
        <p:spPr>
          <a:xfrm>
            <a:off x="42654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data_7958">
            <a:extLst>
              <a:ext uri="{FF2B5EF4-FFF2-40B4-BE49-F238E27FC236}">
                <a16:creationId xmlns:a16="http://schemas.microsoft.com/office/drawing/2014/main" id="{A11320BB-B2AB-45FE-9EB9-16A72E74CFD1}"/>
              </a:ext>
            </a:extLst>
          </p:cNvPr>
          <p:cNvSpPr>
            <a:spLocks/>
          </p:cNvSpPr>
          <p:nvPr/>
        </p:nvSpPr>
        <p:spPr>
          <a:xfrm>
            <a:off x="4273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data_7959">
            <a:extLst>
              <a:ext uri="{FF2B5EF4-FFF2-40B4-BE49-F238E27FC236}">
                <a16:creationId xmlns:a16="http://schemas.microsoft.com/office/drawing/2014/main" id="{F9B8B52F-2DF5-4375-9361-3AC911E7842E}"/>
              </a:ext>
            </a:extLst>
          </p:cNvPr>
          <p:cNvSpPr>
            <a:spLocks/>
          </p:cNvSpPr>
          <p:nvPr/>
        </p:nvSpPr>
        <p:spPr>
          <a:xfrm>
            <a:off x="43507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data_7960">
            <a:extLst>
              <a:ext uri="{FF2B5EF4-FFF2-40B4-BE49-F238E27FC236}">
                <a16:creationId xmlns:a16="http://schemas.microsoft.com/office/drawing/2014/main" id="{0225CD26-A481-4DA9-96A5-F026628B7D94}"/>
              </a:ext>
            </a:extLst>
          </p:cNvPr>
          <p:cNvSpPr>
            <a:spLocks/>
          </p:cNvSpPr>
          <p:nvPr/>
        </p:nvSpPr>
        <p:spPr>
          <a:xfrm>
            <a:off x="42666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data_7961">
            <a:extLst>
              <a:ext uri="{FF2B5EF4-FFF2-40B4-BE49-F238E27FC236}">
                <a16:creationId xmlns:a16="http://schemas.microsoft.com/office/drawing/2014/main" id="{127F6FAC-6D95-4310-9CF8-22994F3CE392}"/>
              </a:ext>
            </a:extLst>
          </p:cNvPr>
          <p:cNvSpPr>
            <a:spLocks/>
          </p:cNvSpPr>
          <p:nvPr/>
        </p:nvSpPr>
        <p:spPr>
          <a:xfrm>
            <a:off x="43757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data_7962">
            <a:extLst>
              <a:ext uri="{FF2B5EF4-FFF2-40B4-BE49-F238E27FC236}">
                <a16:creationId xmlns:a16="http://schemas.microsoft.com/office/drawing/2014/main" id="{5F59B15E-8793-4EE5-A54F-9E923922E6B1}"/>
              </a:ext>
            </a:extLst>
          </p:cNvPr>
          <p:cNvSpPr>
            <a:spLocks/>
          </p:cNvSpPr>
          <p:nvPr/>
        </p:nvSpPr>
        <p:spPr>
          <a:xfrm>
            <a:off x="435579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data_7963">
            <a:extLst>
              <a:ext uri="{FF2B5EF4-FFF2-40B4-BE49-F238E27FC236}">
                <a16:creationId xmlns:a16="http://schemas.microsoft.com/office/drawing/2014/main" id="{B721EA1A-30E3-4022-B28E-97F4E7F8DDBE}"/>
              </a:ext>
            </a:extLst>
          </p:cNvPr>
          <p:cNvSpPr>
            <a:spLocks/>
          </p:cNvSpPr>
          <p:nvPr/>
        </p:nvSpPr>
        <p:spPr>
          <a:xfrm>
            <a:off x="430862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data_7964">
            <a:extLst>
              <a:ext uri="{FF2B5EF4-FFF2-40B4-BE49-F238E27FC236}">
                <a16:creationId xmlns:a16="http://schemas.microsoft.com/office/drawing/2014/main" id="{FBE22CA8-ACFA-4DA3-A5C4-4396FC0648D4}"/>
              </a:ext>
            </a:extLst>
          </p:cNvPr>
          <p:cNvSpPr>
            <a:spLocks/>
          </p:cNvSpPr>
          <p:nvPr/>
        </p:nvSpPr>
        <p:spPr>
          <a:xfrm>
            <a:off x="42866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data_7965">
            <a:extLst>
              <a:ext uri="{FF2B5EF4-FFF2-40B4-BE49-F238E27FC236}">
                <a16:creationId xmlns:a16="http://schemas.microsoft.com/office/drawing/2014/main" id="{61C6A5B0-19A0-4790-83B5-E4EC10B873E2}"/>
              </a:ext>
            </a:extLst>
          </p:cNvPr>
          <p:cNvSpPr>
            <a:spLocks/>
          </p:cNvSpPr>
          <p:nvPr/>
        </p:nvSpPr>
        <p:spPr>
          <a:xfrm>
            <a:off x="4373772" y="3178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data_7966">
            <a:extLst>
              <a:ext uri="{FF2B5EF4-FFF2-40B4-BE49-F238E27FC236}">
                <a16:creationId xmlns:a16="http://schemas.microsoft.com/office/drawing/2014/main" id="{D30D71D3-563F-4472-BA6B-8B9E983B68CC}"/>
              </a:ext>
            </a:extLst>
          </p:cNvPr>
          <p:cNvSpPr>
            <a:spLocks/>
          </p:cNvSpPr>
          <p:nvPr/>
        </p:nvSpPr>
        <p:spPr>
          <a:xfrm>
            <a:off x="437937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data_7967">
            <a:extLst>
              <a:ext uri="{FF2B5EF4-FFF2-40B4-BE49-F238E27FC236}">
                <a16:creationId xmlns:a16="http://schemas.microsoft.com/office/drawing/2014/main" id="{F2A1CFC7-B11C-4A15-87F6-6EFA14805465}"/>
              </a:ext>
            </a:extLst>
          </p:cNvPr>
          <p:cNvSpPr>
            <a:spLocks/>
          </p:cNvSpPr>
          <p:nvPr/>
        </p:nvSpPr>
        <p:spPr>
          <a:xfrm>
            <a:off x="4332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data_7968">
            <a:extLst>
              <a:ext uri="{FF2B5EF4-FFF2-40B4-BE49-F238E27FC236}">
                <a16:creationId xmlns:a16="http://schemas.microsoft.com/office/drawing/2014/main" id="{70DFC44D-BB2B-484B-8E1D-464623CC1E19}"/>
              </a:ext>
            </a:extLst>
          </p:cNvPr>
          <p:cNvSpPr>
            <a:spLocks/>
          </p:cNvSpPr>
          <p:nvPr/>
        </p:nvSpPr>
        <p:spPr>
          <a:xfrm>
            <a:off x="43617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data_7969">
            <a:extLst>
              <a:ext uri="{FF2B5EF4-FFF2-40B4-BE49-F238E27FC236}">
                <a16:creationId xmlns:a16="http://schemas.microsoft.com/office/drawing/2014/main" id="{4AF24316-AEE0-4D7D-8B09-7ABD965A7877}"/>
              </a:ext>
            </a:extLst>
          </p:cNvPr>
          <p:cNvSpPr>
            <a:spLocks/>
          </p:cNvSpPr>
          <p:nvPr/>
        </p:nvSpPr>
        <p:spPr>
          <a:xfrm>
            <a:off x="42704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data_7970">
            <a:extLst>
              <a:ext uri="{FF2B5EF4-FFF2-40B4-BE49-F238E27FC236}">
                <a16:creationId xmlns:a16="http://schemas.microsoft.com/office/drawing/2014/main" id="{D74A845B-1E1C-4A4B-B831-F8DE6F61699C}"/>
              </a:ext>
            </a:extLst>
          </p:cNvPr>
          <p:cNvSpPr>
            <a:spLocks/>
          </p:cNvSpPr>
          <p:nvPr/>
        </p:nvSpPr>
        <p:spPr>
          <a:xfrm>
            <a:off x="4307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data_7971">
            <a:extLst>
              <a:ext uri="{FF2B5EF4-FFF2-40B4-BE49-F238E27FC236}">
                <a16:creationId xmlns:a16="http://schemas.microsoft.com/office/drawing/2014/main" id="{2B76C11F-26CD-4B32-A713-F3990F6350C3}"/>
              </a:ext>
            </a:extLst>
          </p:cNvPr>
          <p:cNvSpPr>
            <a:spLocks/>
          </p:cNvSpPr>
          <p:nvPr/>
        </p:nvSpPr>
        <p:spPr>
          <a:xfrm>
            <a:off x="435370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data_7972">
            <a:extLst>
              <a:ext uri="{FF2B5EF4-FFF2-40B4-BE49-F238E27FC236}">
                <a16:creationId xmlns:a16="http://schemas.microsoft.com/office/drawing/2014/main" id="{55A8831D-BA5B-4670-85FC-0CAF29B82FEB}"/>
              </a:ext>
            </a:extLst>
          </p:cNvPr>
          <p:cNvSpPr>
            <a:spLocks/>
          </p:cNvSpPr>
          <p:nvPr/>
        </p:nvSpPr>
        <p:spPr>
          <a:xfrm>
            <a:off x="42624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data_7973">
            <a:extLst>
              <a:ext uri="{FF2B5EF4-FFF2-40B4-BE49-F238E27FC236}">
                <a16:creationId xmlns:a16="http://schemas.microsoft.com/office/drawing/2014/main" id="{B3330EF7-07D8-42F5-8B33-6929BAF707C0}"/>
              </a:ext>
            </a:extLst>
          </p:cNvPr>
          <p:cNvSpPr>
            <a:spLocks/>
          </p:cNvSpPr>
          <p:nvPr/>
        </p:nvSpPr>
        <p:spPr>
          <a:xfrm>
            <a:off x="4257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data_7974">
            <a:extLst>
              <a:ext uri="{FF2B5EF4-FFF2-40B4-BE49-F238E27FC236}">
                <a16:creationId xmlns:a16="http://schemas.microsoft.com/office/drawing/2014/main" id="{60C7E55D-9971-4F43-AAE7-9BEA53C9BB51}"/>
              </a:ext>
            </a:extLst>
          </p:cNvPr>
          <p:cNvSpPr>
            <a:spLocks/>
          </p:cNvSpPr>
          <p:nvPr/>
        </p:nvSpPr>
        <p:spPr>
          <a:xfrm>
            <a:off x="43348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data_7975">
            <a:extLst>
              <a:ext uri="{FF2B5EF4-FFF2-40B4-BE49-F238E27FC236}">
                <a16:creationId xmlns:a16="http://schemas.microsoft.com/office/drawing/2014/main" id="{F27FDD51-DD84-4DC5-BD2A-45A9D402539B}"/>
              </a:ext>
            </a:extLst>
          </p:cNvPr>
          <p:cNvSpPr>
            <a:spLocks/>
          </p:cNvSpPr>
          <p:nvPr/>
        </p:nvSpPr>
        <p:spPr>
          <a:xfrm>
            <a:off x="4372991" y="3281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data_7976">
            <a:extLst>
              <a:ext uri="{FF2B5EF4-FFF2-40B4-BE49-F238E27FC236}">
                <a16:creationId xmlns:a16="http://schemas.microsoft.com/office/drawing/2014/main" id="{14343B61-BB43-444D-A86F-59BB63FF122C}"/>
              </a:ext>
            </a:extLst>
          </p:cNvPr>
          <p:cNvSpPr>
            <a:spLocks/>
          </p:cNvSpPr>
          <p:nvPr/>
        </p:nvSpPr>
        <p:spPr>
          <a:xfrm>
            <a:off x="42520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data_7977">
            <a:extLst>
              <a:ext uri="{FF2B5EF4-FFF2-40B4-BE49-F238E27FC236}">
                <a16:creationId xmlns:a16="http://schemas.microsoft.com/office/drawing/2014/main" id="{35683424-12E8-4A96-94EA-B0222F027B28}"/>
              </a:ext>
            </a:extLst>
          </p:cNvPr>
          <p:cNvSpPr>
            <a:spLocks/>
          </p:cNvSpPr>
          <p:nvPr/>
        </p:nvSpPr>
        <p:spPr>
          <a:xfrm>
            <a:off x="4303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data_7978">
            <a:extLst>
              <a:ext uri="{FF2B5EF4-FFF2-40B4-BE49-F238E27FC236}">
                <a16:creationId xmlns:a16="http://schemas.microsoft.com/office/drawing/2014/main" id="{0097D523-E230-4FCC-B034-4572883D596F}"/>
              </a:ext>
            </a:extLst>
          </p:cNvPr>
          <p:cNvSpPr>
            <a:spLocks/>
          </p:cNvSpPr>
          <p:nvPr/>
        </p:nvSpPr>
        <p:spPr>
          <a:xfrm>
            <a:off x="4344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data_7979">
            <a:extLst>
              <a:ext uri="{FF2B5EF4-FFF2-40B4-BE49-F238E27FC236}">
                <a16:creationId xmlns:a16="http://schemas.microsoft.com/office/drawing/2014/main" id="{9CDA53E1-7874-43AF-811A-B0AC6E15A904}"/>
              </a:ext>
            </a:extLst>
          </p:cNvPr>
          <p:cNvSpPr>
            <a:spLocks/>
          </p:cNvSpPr>
          <p:nvPr/>
        </p:nvSpPr>
        <p:spPr>
          <a:xfrm>
            <a:off x="4305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data_7980">
            <a:extLst>
              <a:ext uri="{FF2B5EF4-FFF2-40B4-BE49-F238E27FC236}">
                <a16:creationId xmlns:a16="http://schemas.microsoft.com/office/drawing/2014/main" id="{CB0F30FC-DA63-4ED5-80B1-1BC8B063DA88}"/>
              </a:ext>
            </a:extLst>
          </p:cNvPr>
          <p:cNvSpPr>
            <a:spLocks/>
          </p:cNvSpPr>
          <p:nvPr/>
        </p:nvSpPr>
        <p:spPr>
          <a:xfrm>
            <a:off x="4283738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data_7981">
            <a:extLst>
              <a:ext uri="{FF2B5EF4-FFF2-40B4-BE49-F238E27FC236}">
                <a16:creationId xmlns:a16="http://schemas.microsoft.com/office/drawing/2014/main" id="{C64C0B9E-82D6-4F6C-80B3-B95CB5B931AE}"/>
              </a:ext>
            </a:extLst>
          </p:cNvPr>
          <p:cNvSpPr>
            <a:spLocks/>
          </p:cNvSpPr>
          <p:nvPr/>
        </p:nvSpPr>
        <p:spPr>
          <a:xfrm>
            <a:off x="4334293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data_7982">
            <a:extLst>
              <a:ext uri="{FF2B5EF4-FFF2-40B4-BE49-F238E27FC236}">
                <a16:creationId xmlns:a16="http://schemas.microsoft.com/office/drawing/2014/main" id="{899EF1FC-0FC9-4D1E-B269-171D732FE2D5}"/>
              </a:ext>
            </a:extLst>
          </p:cNvPr>
          <p:cNvSpPr>
            <a:spLocks/>
          </p:cNvSpPr>
          <p:nvPr/>
        </p:nvSpPr>
        <p:spPr>
          <a:xfrm>
            <a:off x="43301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data_7983">
            <a:extLst>
              <a:ext uri="{FF2B5EF4-FFF2-40B4-BE49-F238E27FC236}">
                <a16:creationId xmlns:a16="http://schemas.microsoft.com/office/drawing/2014/main" id="{D1F2E49A-ED91-4345-A58B-A935C3D5AC18}"/>
              </a:ext>
            </a:extLst>
          </p:cNvPr>
          <p:cNvSpPr>
            <a:spLocks/>
          </p:cNvSpPr>
          <p:nvPr/>
        </p:nvSpPr>
        <p:spPr>
          <a:xfrm>
            <a:off x="43143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data_7984">
            <a:extLst>
              <a:ext uri="{FF2B5EF4-FFF2-40B4-BE49-F238E27FC236}">
                <a16:creationId xmlns:a16="http://schemas.microsoft.com/office/drawing/2014/main" id="{4B482C20-6D93-4A2A-B232-45D2F4985197}"/>
              </a:ext>
            </a:extLst>
          </p:cNvPr>
          <p:cNvSpPr>
            <a:spLocks/>
          </p:cNvSpPr>
          <p:nvPr/>
        </p:nvSpPr>
        <p:spPr>
          <a:xfrm>
            <a:off x="43269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data_7985">
            <a:extLst>
              <a:ext uri="{FF2B5EF4-FFF2-40B4-BE49-F238E27FC236}">
                <a16:creationId xmlns:a16="http://schemas.microsoft.com/office/drawing/2014/main" id="{18B1B762-E56C-48B6-AFF4-8138CF88E05F}"/>
              </a:ext>
            </a:extLst>
          </p:cNvPr>
          <p:cNvSpPr>
            <a:spLocks/>
          </p:cNvSpPr>
          <p:nvPr/>
        </p:nvSpPr>
        <p:spPr>
          <a:xfrm>
            <a:off x="42896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data_7986">
            <a:extLst>
              <a:ext uri="{FF2B5EF4-FFF2-40B4-BE49-F238E27FC236}">
                <a16:creationId xmlns:a16="http://schemas.microsoft.com/office/drawing/2014/main" id="{621F53F2-B19C-4C1E-939F-ED82904B54DD}"/>
              </a:ext>
            </a:extLst>
          </p:cNvPr>
          <p:cNvSpPr>
            <a:spLocks/>
          </p:cNvSpPr>
          <p:nvPr/>
        </p:nvSpPr>
        <p:spPr>
          <a:xfrm>
            <a:off x="43187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data_7987">
            <a:extLst>
              <a:ext uri="{FF2B5EF4-FFF2-40B4-BE49-F238E27FC236}">
                <a16:creationId xmlns:a16="http://schemas.microsoft.com/office/drawing/2014/main" id="{C10A0765-BCA3-4A58-B742-63CA4057F07A}"/>
              </a:ext>
            </a:extLst>
          </p:cNvPr>
          <p:cNvSpPr>
            <a:spLocks/>
          </p:cNvSpPr>
          <p:nvPr/>
        </p:nvSpPr>
        <p:spPr>
          <a:xfrm>
            <a:off x="429090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data_7988">
            <a:extLst>
              <a:ext uri="{FF2B5EF4-FFF2-40B4-BE49-F238E27FC236}">
                <a16:creationId xmlns:a16="http://schemas.microsoft.com/office/drawing/2014/main" id="{75056F15-68E7-4722-82EE-871C7EE11AE6}"/>
              </a:ext>
            </a:extLst>
          </p:cNvPr>
          <p:cNvSpPr>
            <a:spLocks/>
          </p:cNvSpPr>
          <p:nvPr/>
        </p:nvSpPr>
        <p:spPr>
          <a:xfrm>
            <a:off x="430237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data_7989">
            <a:extLst>
              <a:ext uri="{FF2B5EF4-FFF2-40B4-BE49-F238E27FC236}">
                <a16:creationId xmlns:a16="http://schemas.microsoft.com/office/drawing/2014/main" id="{580F4728-39B6-42A4-8A2A-537C4103F11D}"/>
              </a:ext>
            </a:extLst>
          </p:cNvPr>
          <p:cNvSpPr>
            <a:spLocks/>
          </p:cNvSpPr>
          <p:nvPr/>
        </p:nvSpPr>
        <p:spPr>
          <a:xfrm>
            <a:off x="4358658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data_7990">
            <a:extLst>
              <a:ext uri="{FF2B5EF4-FFF2-40B4-BE49-F238E27FC236}">
                <a16:creationId xmlns:a16="http://schemas.microsoft.com/office/drawing/2014/main" id="{EA899E57-BE60-46EF-A251-A694D80F4B3C}"/>
              </a:ext>
            </a:extLst>
          </p:cNvPr>
          <p:cNvSpPr>
            <a:spLocks/>
          </p:cNvSpPr>
          <p:nvPr/>
        </p:nvSpPr>
        <p:spPr>
          <a:xfrm>
            <a:off x="42664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data_7991">
            <a:extLst>
              <a:ext uri="{FF2B5EF4-FFF2-40B4-BE49-F238E27FC236}">
                <a16:creationId xmlns:a16="http://schemas.microsoft.com/office/drawing/2014/main" id="{5D1D1C4B-F4F8-4075-B801-028BD99B7842}"/>
              </a:ext>
            </a:extLst>
          </p:cNvPr>
          <p:cNvSpPr>
            <a:spLocks/>
          </p:cNvSpPr>
          <p:nvPr/>
        </p:nvSpPr>
        <p:spPr>
          <a:xfrm>
            <a:off x="42724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data_7992">
            <a:extLst>
              <a:ext uri="{FF2B5EF4-FFF2-40B4-BE49-F238E27FC236}">
                <a16:creationId xmlns:a16="http://schemas.microsoft.com/office/drawing/2014/main" id="{FCAB9270-0EA0-4F3B-BB90-B0BE75EB7E54}"/>
              </a:ext>
            </a:extLst>
          </p:cNvPr>
          <p:cNvSpPr>
            <a:spLocks/>
          </p:cNvSpPr>
          <p:nvPr/>
        </p:nvSpPr>
        <p:spPr>
          <a:xfrm>
            <a:off x="4326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data_7993">
            <a:extLst>
              <a:ext uri="{FF2B5EF4-FFF2-40B4-BE49-F238E27FC236}">
                <a16:creationId xmlns:a16="http://schemas.microsoft.com/office/drawing/2014/main" id="{D53773A8-DC38-4F30-841C-A52547F0A638}"/>
              </a:ext>
            </a:extLst>
          </p:cNvPr>
          <p:cNvSpPr>
            <a:spLocks/>
          </p:cNvSpPr>
          <p:nvPr/>
        </p:nvSpPr>
        <p:spPr>
          <a:xfrm>
            <a:off x="43254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data_7994">
            <a:extLst>
              <a:ext uri="{FF2B5EF4-FFF2-40B4-BE49-F238E27FC236}">
                <a16:creationId xmlns:a16="http://schemas.microsoft.com/office/drawing/2014/main" id="{A4D2183E-9751-4629-A82C-699CA83A3806}"/>
              </a:ext>
            </a:extLst>
          </p:cNvPr>
          <p:cNvSpPr>
            <a:spLocks/>
          </p:cNvSpPr>
          <p:nvPr/>
        </p:nvSpPr>
        <p:spPr>
          <a:xfrm>
            <a:off x="43677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data_7995">
            <a:extLst>
              <a:ext uri="{FF2B5EF4-FFF2-40B4-BE49-F238E27FC236}">
                <a16:creationId xmlns:a16="http://schemas.microsoft.com/office/drawing/2014/main" id="{38581668-9813-4EC6-9197-0A2377B98EA4}"/>
              </a:ext>
            </a:extLst>
          </p:cNvPr>
          <p:cNvSpPr>
            <a:spLocks/>
          </p:cNvSpPr>
          <p:nvPr/>
        </p:nvSpPr>
        <p:spPr>
          <a:xfrm>
            <a:off x="4348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data_7996">
            <a:extLst>
              <a:ext uri="{FF2B5EF4-FFF2-40B4-BE49-F238E27FC236}">
                <a16:creationId xmlns:a16="http://schemas.microsoft.com/office/drawing/2014/main" id="{626B7188-5FBD-4051-BC4F-4461D036852C}"/>
              </a:ext>
            </a:extLst>
          </p:cNvPr>
          <p:cNvSpPr>
            <a:spLocks/>
          </p:cNvSpPr>
          <p:nvPr/>
        </p:nvSpPr>
        <p:spPr>
          <a:xfrm>
            <a:off x="4267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data_7997">
            <a:extLst>
              <a:ext uri="{FF2B5EF4-FFF2-40B4-BE49-F238E27FC236}">
                <a16:creationId xmlns:a16="http://schemas.microsoft.com/office/drawing/2014/main" id="{7C3EEBB8-C2BA-4B40-A75E-A43FDE81D036}"/>
              </a:ext>
            </a:extLst>
          </p:cNvPr>
          <p:cNvSpPr>
            <a:spLocks/>
          </p:cNvSpPr>
          <p:nvPr/>
        </p:nvSpPr>
        <p:spPr>
          <a:xfrm>
            <a:off x="428660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data_7998">
            <a:extLst>
              <a:ext uri="{FF2B5EF4-FFF2-40B4-BE49-F238E27FC236}">
                <a16:creationId xmlns:a16="http://schemas.microsoft.com/office/drawing/2014/main" id="{3B79DC8D-E349-4D9E-83A8-17F0B21F3D54}"/>
              </a:ext>
            </a:extLst>
          </p:cNvPr>
          <p:cNvSpPr>
            <a:spLocks/>
          </p:cNvSpPr>
          <p:nvPr/>
        </p:nvSpPr>
        <p:spPr>
          <a:xfrm>
            <a:off x="433833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data_7999">
            <a:extLst>
              <a:ext uri="{FF2B5EF4-FFF2-40B4-BE49-F238E27FC236}">
                <a16:creationId xmlns:a16="http://schemas.microsoft.com/office/drawing/2014/main" id="{4F4A6551-3FA8-431E-A753-196426BD1785}"/>
              </a:ext>
            </a:extLst>
          </p:cNvPr>
          <p:cNvSpPr>
            <a:spLocks/>
          </p:cNvSpPr>
          <p:nvPr/>
        </p:nvSpPr>
        <p:spPr>
          <a:xfrm>
            <a:off x="42601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data_8000">
            <a:extLst>
              <a:ext uri="{FF2B5EF4-FFF2-40B4-BE49-F238E27FC236}">
                <a16:creationId xmlns:a16="http://schemas.microsoft.com/office/drawing/2014/main" id="{BE2550DE-EF86-4D68-82F4-D30E5B409F91}"/>
              </a:ext>
            </a:extLst>
          </p:cNvPr>
          <p:cNvSpPr>
            <a:spLocks/>
          </p:cNvSpPr>
          <p:nvPr/>
        </p:nvSpPr>
        <p:spPr>
          <a:xfrm>
            <a:off x="4350710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data_8001">
            <a:extLst>
              <a:ext uri="{FF2B5EF4-FFF2-40B4-BE49-F238E27FC236}">
                <a16:creationId xmlns:a16="http://schemas.microsoft.com/office/drawing/2014/main" id="{1475814A-64A8-4137-AF37-DD6A1DE4CCB1}"/>
              </a:ext>
            </a:extLst>
          </p:cNvPr>
          <p:cNvSpPr>
            <a:spLocks/>
          </p:cNvSpPr>
          <p:nvPr/>
        </p:nvSpPr>
        <p:spPr>
          <a:xfrm>
            <a:off x="4355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data_8002">
            <a:extLst>
              <a:ext uri="{FF2B5EF4-FFF2-40B4-BE49-F238E27FC236}">
                <a16:creationId xmlns:a16="http://schemas.microsoft.com/office/drawing/2014/main" id="{584C6600-5867-4814-9883-C29151616AA7}"/>
              </a:ext>
            </a:extLst>
          </p:cNvPr>
          <p:cNvSpPr>
            <a:spLocks/>
          </p:cNvSpPr>
          <p:nvPr/>
        </p:nvSpPr>
        <p:spPr>
          <a:xfrm>
            <a:off x="4341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data_8003">
            <a:extLst>
              <a:ext uri="{FF2B5EF4-FFF2-40B4-BE49-F238E27FC236}">
                <a16:creationId xmlns:a16="http://schemas.microsoft.com/office/drawing/2014/main" id="{C8D06A36-8A8F-4D12-8370-940998931821}"/>
              </a:ext>
            </a:extLst>
          </p:cNvPr>
          <p:cNvSpPr>
            <a:spLocks/>
          </p:cNvSpPr>
          <p:nvPr/>
        </p:nvSpPr>
        <p:spPr>
          <a:xfrm>
            <a:off x="43401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data_8004">
            <a:extLst>
              <a:ext uri="{FF2B5EF4-FFF2-40B4-BE49-F238E27FC236}">
                <a16:creationId xmlns:a16="http://schemas.microsoft.com/office/drawing/2014/main" id="{E64764AA-46EE-47F1-8482-FEE549073AFE}"/>
              </a:ext>
            </a:extLst>
          </p:cNvPr>
          <p:cNvSpPr>
            <a:spLocks/>
          </p:cNvSpPr>
          <p:nvPr/>
        </p:nvSpPr>
        <p:spPr>
          <a:xfrm>
            <a:off x="4345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data_8005">
            <a:extLst>
              <a:ext uri="{FF2B5EF4-FFF2-40B4-BE49-F238E27FC236}">
                <a16:creationId xmlns:a16="http://schemas.microsoft.com/office/drawing/2014/main" id="{E3704FDA-2792-48D8-A039-A82C33AF2396}"/>
              </a:ext>
            </a:extLst>
          </p:cNvPr>
          <p:cNvSpPr>
            <a:spLocks/>
          </p:cNvSpPr>
          <p:nvPr/>
        </p:nvSpPr>
        <p:spPr>
          <a:xfrm>
            <a:off x="432113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data_8006">
            <a:extLst>
              <a:ext uri="{FF2B5EF4-FFF2-40B4-BE49-F238E27FC236}">
                <a16:creationId xmlns:a16="http://schemas.microsoft.com/office/drawing/2014/main" id="{DD4F61B7-A96F-41B6-9016-2C11311ABB5A}"/>
              </a:ext>
            </a:extLst>
          </p:cNvPr>
          <p:cNvSpPr>
            <a:spLocks/>
          </p:cNvSpPr>
          <p:nvPr/>
        </p:nvSpPr>
        <p:spPr>
          <a:xfrm>
            <a:off x="42535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data_8007">
            <a:extLst>
              <a:ext uri="{FF2B5EF4-FFF2-40B4-BE49-F238E27FC236}">
                <a16:creationId xmlns:a16="http://schemas.microsoft.com/office/drawing/2014/main" id="{8696FD67-84BA-40DD-93B1-19F3A352D20C}"/>
              </a:ext>
            </a:extLst>
          </p:cNvPr>
          <p:cNvSpPr>
            <a:spLocks/>
          </p:cNvSpPr>
          <p:nvPr/>
        </p:nvSpPr>
        <p:spPr>
          <a:xfrm>
            <a:off x="43208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data_8008">
            <a:extLst>
              <a:ext uri="{FF2B5EF4-FFF2-40B4-BE49-F238E27FC236}">
                <a16:creationId xmlns:a16="http://schemas.microsoft.com/office/drawing/2014/main" id="{866C4B04-86A0-4EC2-A5CE-E342E79861FE}"/>
              </a:ext>
            </a:extLst>
          </p:cNvPr>
          <p:cNvSpPr>
            <a:spLocks/>
          </p:cNvSpPr>
          <p:nvPr/>
        </p:nvSpPr>
        <p:spPr>
          <a:xfrm>
            <a:off x="42707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data_8009">
            <a:extLst>
              <a:ext uri="{FF2B5EF4-FFF2-40B4-BE49-F238E27FC236}">
                <a16:creationId xmlns:a16="http://schemas.microsoft.com/office/drawing/2014/main" id="{7EE37A2C-E75D-46F5-9584-F98F3B64EF44}"/>
              </a:ext>
            </a:extLst>
          </p:cNvPr>
          <p:cNvSpPr>
            <a:spLocks/>
          </p:cNvSpPr>
          <p:nvPr/>
        </p:nvSpPr>
        <p:spPr>
          <a:xfrm>
            <a:off x="4340677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data_8010">
            <a:extLst>
              <a:ext uri="{FF2B5EF4-FFF2-40B4-BE49-F238E27FC236}">
                <a16:creationId xmlns:a16="http://schemas.microsoft.com/office/drawing/2014/main" id="{E77BB2C4-5BDB-4815-B8B0-773515692A45}"/>
              </a:ext>
            </a:extLst>
          </p:cNvPr>
          <p:cNvSpPr>
            <a:spLocks/>
          </p:cNvSpPr>
          <p:nvPr/>
        </p:nvSpPr>
        <p:spPr>
          <a:xfrm>
            <a:off x="4357876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data_8011">
            <a:extLst>
              <a:ext uri="{FF2B5EF4-FFF2-40B4-BE49-F238E27FC236}">
                <a16:creationId xmlns:a16="http://schemas.microsoft.com/office/drawing/2014/main" id="{1F774B46-5E4C-463A-A151-27D9F53D4B77}"/>
              </a:ext>
            </a:extLst>
          </p:cNvPr>
          <p:cNvSpPr>
            <a:spLocks/>
          </p:cNvSpPr>
          <p:nvPr/>
        </p:nvSpPr>
        <p:spPr>
          <a:xfrm>
            <a:off x="426862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data_8012">
            <a:extLst>
              <a:ext uri="{FF2B5EF4-FFF2-40B4-BE49-F238E27FC236}">
                <a16:creationId xmlns:a16="http://schemas.microsoft.com/office/drawing/2014/main" id="{8BC5D9BE-E079-4C88-866C-7D6D13C1D1F3}"/>
              </a:ext>
            </a:extLst>
          </p:cNvPr>
          <p:cNvSpPr>
            <a:spLocks/>
          </p:cNvSpPr>
          <p:nvPr/>
        </p:nvSpPr>
        <p:spPr>
          <a:xfrm>
            <a:off x="4341850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data_8013">
            <a:extLst>
              <a:ext uri="{FF2B5EF4-FFF2-40B4-BE49-F238E27FC236}">
                <a16:creationId xmlns:a16="http://schemas.microsoft.com/office/drawing/2014/main" id="{F8F05468-76AA-4ADB-85F1-78C1AD9E8929}"/>
              </a:ext>
            </a:extLst>
          </p:cNvPr>
          <p:cNvSpPr>
            <a:spLocks/>
          </p:cNvSpPr>
          <p:nvPr/>
        </p:nvSpPr>
        <p:spPr>
          <a:xfrm>
            <a:off x="4275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data_8014">
            <a:extLst>
              <a:ext uri="{FF2B5EF4-FFF2-40B4-BE49-F238E27FC236}">
                <a16:creationId xmlns:a16="http://schemas.microsoft.com/office/drawing/2014/main" id="{628AB759-3ED6-4175-ACF5-B0F4094C8C48}"/>
              </a:ext>
            </a:extLst>
          </p:cNvPr>
          <p:cNvSpPr>
            <a:spLocks/>
          </p:cNvSpPr>
          <p:nvPr/>
        </p:nvSpPr>
        <p:spPr>
          <a:xfrm>
            <a:off x="42808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data_8015">
            <a:extLst>
              <a:ext uri="{FF2B5EF4-FFF2-40B4-BE49-F238E27FC236}">
                <a16:creationId xmlns:a16="http://schemas.microsoft.com/office/drawing/2014/main" id="{FB611D5E-AAF6-4D32-A6D9-78E7D6CBADF5}"/>
              </a:ext>
            </a:extLst>
          </p:cNvPr>
          <p:cNvSpPr>
            <a:spLocks/>
          </p:cNvSpPr>
          <p:nvPr/>
        </p:nvSpPr>
        <p:spPr>
          <a:xfrm>
            <a:off x="42653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data_8016">
            <a:extLst>
              <a:ext uri="{FF2B5EF4-FFF2-40B4-BE49-F238E27FC236}">
                <a16:creationId xmlns:a16="http://schemas.microsoft.com/office/drawing/2014/main" id="{FF494B20-EC13-4630-84CC-06A18F11807E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data_8017">
            <a:extLst>
              <a:ext uri="{FF2B5EF4-FFF2-40B4-BE49-F238E27FC236}">
                <a16:creationId xmlns:a16="http://schemas.microsoft.com/office/drawing/2014/main" id="{E98C7536-9660-4E94-8C94-9C1472482F71}"/>
              </a:ext>
            </a:extLst>
          </p:cNvPr>
          <p:cNvSpPr>
            <a:spLocks/>
          </p:cNvSpPr>
          <p:nvPr/>
        </p:nvSpPr>
        <p:spPr>
          <a:xfrm>
            <a:off x="43740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data_8018">
            <a:extLst>
              <a:ext uri="{FF2B5EF4-FFF2-40B4-BE49-F238E27FC236}">
                <a16:creationId xmlns:a16="http://schemas.microsoft.com/office/drawing/2014/main" id="{676CBFFF-309B-4E06-8803-D124F83CD5CB}"/>
              </a:ext>
            </a:extLst>
          </p:cNvPr>
          <p:cNvSpPr>
            <a:spLocks/>
          </p:cNvSpPr>
          <p:nvPr/>
        </p:nvSpPr>
        <p:spPr>
          <a:xfrm>
            <a:off x="437963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data_8019">
            <a:extLst>
              <a:ext uri="{FF2B5EF4-FFF2-40B4-BE49-F238E27FC236}">
                <a16:creationId xmlns:a16="http://schemas.microsoft.com/office/drawing/2014/main" id="{9E712A2E-002E-4B71-9B5A-A6DB715B3147}"/>
              </a:ext>
            </a:extLst>
          </p:cNvPr>
          <p:cNvSpPr>
            <a:spLocks/>
          </p:cNvSpPr>
          <p:nvPr/>
        </p:nvSpPr>
        <p:spPr>
          <a:xfrm>
            <a:off x="4299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data_8020">
            <a:extLst>
              <a:ext uri="{FF2B5EF4-FFF2-40B4-BE49-F238E27FC236}">
                <a16:creationId xmlns:a16="http://schemas.microsoft.com/office/drawing/2014/main" id="{BC5DC507-D9FF-4594-B2A6-5FDCA51CAE68}"/>
              </a:ext>
            </a:extLst>
          </p:cNvPr>
          <p:cNvSpPr>
            <a:spLocks/>
          </p:cNvSpPr>
          <p:nvPr/>
        </p:nvSpPr>
        <p:spPr>
          <a:xfrm>
            <a:off x="4346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data_8021">
            <a:extLst>
              <a:ext uri="{FF2B5EF4-FFF2-40B4-BE49-F238E27FC236}">
                <a16:creationId xmlns:a16="http://schemas.microsoft.com/office/drawing/2014/main" id="{D3FA1FC2-5ACF-4605-8082-6BAAC9DEFB98}"/>
              </a:ext>
            </a:extLst>
          </p:cNvPr>
          <p:cNvSpPr>
            <a:spLocks/>
          </p:cNvSpPr>
          <p:nvPr/>
        </p:nvSpPr>
        <p:spPr>
          <a:xfrm>
            <a:off x="4372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data_8022">
            <a:extLst>
              <a:ext uri="{FF2B5EF4-FFF2-40B4-BE49-F238E27FC236}">
                <a16:creationId xmlns:a16="http://schemas.microsoft.com/office/drawing/2014/main" id="{075BA313-CEF7-4979-B87B-CBA4FCC76A17}"/>
              </a:ext>
            </a:extLst>
          </p:cNvPr>
          <p:cNvSpPr>
            <a:spLocks/>
          </p:cNvSpPr>
          <p:nvPr/>
        </p:nvSpPr>
        <p:spPr>
          <a:xfrm>
            <a:off x="435683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data_8023">
            <a:extLst>
              <a:ext uri="{FF2B5EF4-FFF2-40B4-BE49-F238E27FC236}">
                <a16:creationId xmlns:a16="http://schemas.microsoft.com/office/drawing/2014/main" id="{78FE42AF-D374-4567-BAB2-BB61E0129112}"/>
              </a:ext>
            </a:extLst>
          </p:cNvPr>
          <p:cNvSpPr>
            <a:spLocks/>
          </p:cNvSpPr>
          <p:nvPr/>
        </p:nvSpPr>
        <p:spPr>
          <a:xfrm>
            <a:off x="4343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data_8024">
            <a:extLst>
              <a:ext uri="{FF2B5EF4-FFF2-40B4-BE49-F238E27FC236}">
                <a16:creationId xmlns:a16="http://schemas.microsoft.com/office/drawing/2014/main" id="{806DBA33-08E8-4B47-BA02-0EE23BDC1AC6}"/>
              </a:ext>
            </a:extLst>
          </p:cNvPr>
          <p:cNvSpPr>
            <a:spLocks/>
          </p:cNvSpPr>
          <p:nvPr/>
        </p:nvSpPr>
        <p:spPr>
          <a:xfrm>
            <a:off x="4311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data_8025">
            <a:extLst>
              <a:ext uri="{FF2B5EF4-FFF2-40B4-BE49-F238E27FC236}">
                <a16:creationId xmlns:a16="http://schemas.microsoft.com/office/drawing/2014/main" id="{AFDFFD85-0767-4B42-AA1C-FF49FF218434}"/>
              </a:ext>
            </a:extLst>
          </p:cNvPr>
          <p:cNvSpPr>
            <a:spLocks/>
          </p:cNvSpPr>
          <p:nvPr/>
        </p:nvSpPr>
        <p:spPr>
          <a:xfrm>
            <a:off x="4307191" y="34006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data_8026">
            <a:extLst>
              <a:ext uri="{FF2B5EF4-FFF2-40B4-BE49-F238E27FC236}">
                <a16:creationId xmlns:a16="http://schemas.microsoft.com/office/drawing/2014/main" id="{0449C3E9-5CA9-4E8E-8E11-39EB41E5EF14}"/>
              </a:ext>
            </a:extLst>
          </p:cNvPr>
          <p:cNvSpPr>
            <a:spLocks/>
          </p:cNvSpPr>
          <p:nvPr/>
        </p:nvSpPr>
        <p:spPr>
          <a:xfrm>
            <a:off x="4263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data_8027">
            <a:extLst>
              <a:ext uri="{FF2B5EF4-FFF2-40B4-BE49-F238E27FC236}">
                <a16:creationId xmlns:a16="http://schemas.microsoft.com/office/drawing/2014/main" id="{BDADE880-997F-4B4C-9265-EF80F59DB4D1}"/>
              </a:ext>
            </a:extLst>
          </p:cNvPr>
          <p:cNvSpPr>
            <a:spLocks/>
          </p:cNvSpPr>
          <p:nvPr/>
        </p:nvSpPr>
        <p:spPr>
          <a:xfrm>
            <a:off x="43726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data_8028">
            <a:extLst>
              <a:ext uri="{FF2B5EF4-FFF2-40B4-BE49-F238E27FC236}">
                <a16:creationId xmlns:a16="http://schemas.microsoft.com/office/drawing/2014/main" id="{89F5B2F8-F80A-4C93-9D66-E41C21ACB15B}"/>
              </a:ext>
            </a:extLst>
          </p:cNvPr>
          <p:cNvSpPr>
            <a:spLocks/>
          </p:cNvSpPr>
          <p:nvPr/>
        </p:nvSpPr>
        <p:spPr>
          <a:xfrm>
            <a:off x="43587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data_8029">
            <a:extLst>
              <a:ext uri="{FF2B5EF4-FFF2-40B4-BE49-F238E27FC236}">
                <a16:creationId xmlns:a16="http://schemas.microsoft.com/office/drawing/2014/main" id="{E11EBA5F-DA5E-4ED9-8F68-90F8A8078310}"/>
              </a:ext>
            </a:extLst>
          </p:cNvPr>
          <p:cNvSpPr>
            <a:spLocks/>
          </p:cNvSpPr>
          <p:nvPr/>
        </p:nvSpPr>
        <p:spPr>
          <a:xfrm>
            <a:off x="4339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data_8030">
            <a:extLst>
              <a:ext uri="{FF2B5EF4-FFF2-40B4-BE49-F238E27FC236}">
                <a16:creationId xmlns:a16="http://schemas.microsoft.com/office/drawing/2014/main" id="{D77797FF-3716-45DB-A44B-E832D1A09FEB}"/>
              </a:ext>
            </a:extLst>
          </p:cNvPr>
          <p:cNvSpPr>
            <a:spLocks/>
          </p:cNvSpPr>
          <p:nvPr/>
        </p:nvSpPr>
        <p:spPr>
          <a:xfrm>
            <a:off x="42592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data_8031">
            <a:extLst>
              <a:ext uri="{FF2B5EF4-FFF2-40B4-BE49-F238E27FC236}">
                <a16:creationId xmlns:a16="http://schemas.microsoft.com/office/drawing/2014/main" id="{967F4C3A-FC1E-4757-9904-4655823A5787}"/>
              </a:ext>
            </a:extLst>
          </p:cNvPr>
          <p:cNvSpPr>
            <a:spLocks/>
          </p:cNvSpPr>
          <p:nvPr/>
        </p:nvSpPr>
        <p:spPr>
          <a:xfrm>
            <a:off x="4271881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data_8032">
            <a:extLst>
              <a:ext uri="{FF2B5EF4-FFF2-40B4-BE49-F238E27FC236}">
                <a16:creationId xmlns:a16="http://schemas.microsoft.com/office/drawing/2014/main" id="{2B4C3DC2-B982-415D-9750-96985A245321}"/>
              </a:ext>
            </a:extLst>
          </p:cNvPr>
          <p:cNvSpPr>
            <a:spLocks/>
          </p:cNvSpPr>
          <p:nvPr/>
        </p:nvSpPr>
        <p:spPr>
          <a:xfrm>
            <a:off x="42845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data_8033">
            <a:extLst>
              <a:ext uri="{FF2B5EF4-FFF2-40B4-BE49-F238E27FC236}">
                <a16:creationId xmlns:a16="http://schemas.microsoft.com/office/drawing/2014/main" id="{ABC067D0-FD16-494A-B6AD-9580696AD235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data_8034">
            <a:extLst>
              <a:ext uri="{FF2B5EF4-FFF2-40B4-BE49-F238E27FC236}">
                <a16:creationId xmlns:a16="http://schemas.microsoft.com/office/drawing/2014/main" id="{73888676-69BC-4349-901C-E12191F0E85C}"/>
              </a:ext>
            </a:extLst>
          </p:cNvPr>
          <p:cNvSpPr>
            <a:spLocks/>
          </p:cNvSpPr>
          <p:nvPr/>
        </p:nvSpPr>
        <p:spPr>
          <a:xfrm>
            <a:off x="43272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data_8035">
            <a:extLst>
              <a:ext uri="{FF2B5EF4-FFF2-40B4-BE49-F238E27FC236}">
                <a16:creationId xmlns:a16="http://schemas.microsoft.com/office/drawing/2014/main" id="{038E1742-3133-4917-9AAF-25493F4536C1}"/>
              </a:ext>
            </a:extLst>
          </p:cNvPr>
          <p:cNvSpPr>
            <a:spLocks/>
          </p:cNvSpPr>
          <p:nvPr/>
        </p:nvSpPr>
        <p:spPr>
          <a:xfrm>
            <a:off x="42773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data_8036">
            <a:extLst>
              <a:ext uri="{FF2B5EF4-FFF2-40B4-BE49-F238E27FC236}">
                <a16:creationId xmlns:a16="http://schemas.microsoft.com/office/drawing/2014/main" id="{EA4F516D-EB81-4423-807C-6FE1F4F2ABC7}"/>
              </a:ext>
            </a:extLst>
          </p:cNvPr>
          <p:cNvSpPr>
            <a:spLocks/>
          </p:cNvSpPr>
          <p:nvPr/>
        </p:nvSpPr>
        <p:spPr>
          <a:xfrm>
            <a:off x="43009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data_8037">
            <a:extLst>
              <a:ext uri="{FF2B5EF4-FFF2-40B4-BE49-F238E27FC236}">
                <a16:creationId xmlns:a16="http://schemas.microsoft.com/office/drawing/2014/main" id="{E25799E9-0F94-487F-977A-C12A27931A5E}"/>
              </a:ext>
            </a:extLst>
          </p:cNvPr>
          <p:cNvSpPr>
            <a:spLocks/>
          </p:cNvSpPr>
          <p:nvPr/>
        </p:nvSpPr>
        <p:spPr>
          <a:xfrm>
            <a:off x="4254812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data_8038">
            <a:extLst>
              <a:ext uri="{FF2B5EF4-FFF2-40B4-BE49-F238E27FC236}">
                <a16:creationId xmlns:a16="http://schemas.microsoft.com/office/drawing/2014/main" id="{CB9CAA7D-EA52-4358-99A3-30C1E6A34E79}"/>
              </a:ext>
            </a:extLst>
          </p:cNvPr>
          <p:cNvSpPr>
            <a:spLocks/>
          </p:cNvSpPr>
          <p:nvPr/>
        </p:nvSpPr>
        <p:spPr>
          <a:xfrm>
            <a:off x="46247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data_8039">
            <a:extLst>
              <a:ext uri="{FF2B5EF4-FFF2-40B4-BE49-F238E27FC236}">
                <a16:creationId xmlns:a16="http://schemas.microsoft.com/office/drawing/2014/main" id="{26B1766F-2595-4354-85E1-1621EF3DE0A9}"/>
              </a:ext>
            </a:extLst>
          </p:cNvPr>
          <p:cNvSpPr>
            <a:spLocks/>
          </p:cNvSpPr>
          <p:nvPr/>
        </p:nvSpPr>
        <p:spPr>
          <a:xfrm>
            <a:off x="45997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data_8040">
            <a:extLst>
              <a:ext uri="{FF2B5EF4-FFF2-40B4-BE49-F238E27FC236}">
                <a16:creationId xmlns:a16="http://schemas.microsoft.com/office/drawing/2014/main" id="{175EA93C-5306-4E8B-9225-B01553FBAD33}"/>
              </a:ext>
            </a:extLst>
          </p:cNvPr>
          <p:cNvSpPr>
            <a:spLocks/>
          </p:cNvSpPr>
          <p:nvPr/>
        </p:nvSpPr>
        <p:spPr>
          <a:xfrm>
            <a:off x="46200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data_8041">
            <a:extLst>
              <a:ext uri="{FF2B5EF4-FFF2-40B4-BE49-F238E27FC236}">
                <a16:creationId xmlns:a16="http://schemas.microsoft.com/office/drawing/2014/main" id="{7D15802C-4946-489D-B53F-38CC693845AA}"/>
              </a:ext>
            </a:extLst>
          </p:cNvPr>
          <p:cNvSpPr>
            <a:spLocks/>
          </p:cNvSpPr>
          <p:nvPr/>
        </p:nvSpPr>
        <p:spPr>
          <a:xfrm>
            <a:off x="4619518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data_8042">
            <a:extLst>
              <a:ext uri="{FF2B5EF4-FFF2-40B4-BE49-F238E27FC236}">
                <a16:creationId xmlns:a16="http://schemas.microsoft.com/office/drawing/2014/main" id="{DF7E9AD4-61D5-4A9F-8C0A-4A82E6BFCE27}"/>
              </a:ext>
            </a:extLst>
          </p:cNvPr>
          <p:cNvSpPr>
            <a:spLocks/>
          </p:cNvSpPr>
          <p:nvPr/>
        </p:nvSpPr>
        <p:spPr>
          <a:xfrm>
            <a:off x="4641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data_8043">
            <a:extLst>
              <a:ext uri="{FF2B5EF4-FFF2-40B4-BE49-F238E27FC236}">
                <a16:creationId xmlns:a16="http://schemas.microsoft.com/office/drawing/2014/main" id="{36075746-314D-4600-9EC5-AED3C2348C0F}"/>
              </a:ext>
            </a:extLst>
          </p:cNvPr>
          <p:cNvSpPr>
            <a:spLocks/>
          </p:cNvSpPr>
          <p:nvPr/>
        </p:nvSpPr>
        <p:spPr>
          <a:xfrm>
            <a:off x="46795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data_8044">
            <a:extLst>
              <a:ext uri="{FF2B5EF4-FFF2-40B4-BE49-F238E27FC236}">
                <a16:creationId xmlns:a16="http://schemas.microsoft.com/office/drawing/2014/main" id="{CBB5E777-4DA2-47B4-A384-27FB24B452A0}"/>
              </a:ext>
            </a:extLst>
          </p:cNvPr>
          <p:cNvSpPr>
            <a:spLocks/>
          </p:cNvSpPr>
          <p:nvPr/>
        </p:nvSpPr>
        <p:spPr>
          <a:xfrm>
            <a:off x="47034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data_8045">
            <a:extLst>
              <a:ext uri="{FF2B5EF4-FFF2-40B4-BE49-F238E27FC236}">
                <a16:creationId xmlns:a16="http://schemas.microsoft.com/office/drawing/2014/main" id="{BC77568F-F99B-4651-89E1-FF1496376BB4}"/>
              </a:ext>
            </a:extLst>
          </p:cNvPr>
          <p:cNvSpPr>
            <a:spLocks/>
          </p:cNvSpPr>
          <p:nvPr/>
        </p:nvSpPr>
        <p:spPr>
          <a:xfrm>
            <a:off x="46066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data_8046">
            <a:extLst>
              <a:ext uri="{FF2B5EF4-FFF2-40B4-BE49-F238E27FC236}">
                <a16:creationId xmlns:a16="http://schemas.microsoft.com/office/drawing/2014/main" id="{CC8EB8CF-54D1-4847-9967-CE80D0A1225B}"/>
              </a:ext>
            </a:extLst>
          </p:cNvPr>
          <p:cNvSpPr>
            <a:spLocks/>
          </p:cNvSpPr>
          <p:nvPr/>
        </p:nvSpPr>
        <p:spPr>
          <a:xfrm>
            <a:off x="46661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data_8047">
            <a:extLst>
              <a:ext uri="{FF2B5EF4-FFF2-40B4-BE49-F238E27FC236}">
                <a16:creationId xmlns:a16="http://schemas.microsoft.com/office/drawing/2014/main" id="{368CBFCA-763F-46B4-AE6D-C5B7815836B8}"/>
              </a:ext>
            </a:extLst>
          </p:cNvPr>
          <p:cNvSpPr>
            <a:spLocks/>
          </p:cNvSpPr>
          <p:nvPr/>
        </p:nvSpPr>
        <p:spPr>
          <a:xfrm>
            <a:off x="4607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data_8048">
            <a:extLst>
              <a:ext uri="{FF2B5EF4-FFF2-40B4-BE49-F238E27FC236}">
                <a16:creationId xmlns:a16="http://schemas.microsoft.com/office/drawing/2014/main" id="{509B6E55-65C0-4A6D-BAD1-00B439A14C6C}"/>
              </a:ext>
            </a:extLst>
          </p:cNvPr>
          <p:cNvSpPr>
            <a:spLocks/>
          </p:cNvSpPr>
          <p:nvPr/>
        </p:nvSpPr>
        <p:spPr>
          <a:xfrm>
            <a:off x="45926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data_8049">
            <a:extLst>
              <a:ext uri="{FF2B5EF4-FFF2-40B4-BE49-F238E27FC236}">
                <a16:creationId xmlns:a16="http://schemas.microsoft.com/office/drawing/2014/main" id="{35353AC8-16FF-4068-9B10-4D8F777A1F58}"/>
              </a:ext>
            </a:extLst>
          </p:cNvPr>
          <p:cNvSpPr>
            <a:spLocks/>
          </p:cNvSpPr>
          <p:nvPr/>
        </p:nvSpPr>
        <p:spPr>
          <a:xfrm>
            <a:off x="46930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data_8050">
            <a:extLst>
              <a:ext uri="{FF2B5EF4-FFF2-40B4-BE49-F238E27FC236}">
                <a16:creationId xmlns:a16="http://schemas.microsoft.com/office/drawing/2014/main" id="{099F4F28-59EB-4544-A1DC-A79E5D309C5B}"/>
              </a:ext>
            </a:extLst>
          </p:cNvPr>
          <p:cNvSpPr>
            <a:spLocks/>
          </p:cNvSpPr>
          <p:nvPr/>
        </p:nvSpPr>
        <p:spPr>
          <a:xfrm>
            <a:off x="47197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data_8051">
            <a:extLst>
              <a:ext uri="{FF2B5EF4-FFF2-40B4-BE49-F238E27FC236}">
                <a16:creationId xmlns:a16="http://schemas.microsoft.com/office/drawing/2014/main" id="{00BDA6FA-29A5-4BD9-A611-CF149460DA45}"/>
              </a:ext>
            </a:extLst>
          </p:cNvPr>
          <p:cNvSpPr>
            <a:spLocks/>
          </p:cNvSpPr>
          <p:nvPr/>
        </p:nvSpPr>
        <p:spPr>
          <a:xfrm>
            <a:off x="46412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data_8052">
            <a:extLst>
              <a:ext uri="{FF2B5EF4-FFF2-40B4-BE49-F238E27FC236}">
                <a16:creationId xmlns:a16="http://schemas.microsoft.com/office/drawing/2014/main" id="{84E0F245-977A-464E-966D-D8756223A6F0}"/>
              </a:ext>
            </a:extLst>
          </p:cNvPr>
          <p:cNvSpPr>
            <a:spLocks/>
          </p:cNvSpPr>
          <p:nvPr/>
        </p:nvSpPr>
        <p:spPr>
          <a:xfrm>
            <a:off x="47126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data_8053">
            <a:extLst>
              <a:ext uri="{FF2B5EF4-FFF2-40B4-BE49-F238E27FC236}">
                <a16:creationId xmlns:a16="http://schemas.microsoft.com/office/drawing/2014/main" id="{85E9444A-C540-4C59-A6B7-65CF40D87BD5}"/>
              </a:ext>
            </a:extLst>
          </p:cNvPr>
          <p:cNvSpPr>
            <a:spLocks/>
          </p:cNvSpPr>
          <p:nvPr/>
        </p:nvSpPr>
        <p:spPr>
          <a:xfrm>
            <a:off x="4619909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data_8054">
            <a:extLst>
              <a:ext uri="{FF2B5EF4-FFF2-40B4-BE49-F238E27FC236}">
                <a16:creationId xmlns:a16="http://schemas.microsoft.com/office/drawing/2014/main" id="{20EAE7C3-3C0D-4629-9199-F024410D63CB}"/>
              </a:ext>
            </a:extLst>
          </p:cNvPr>
          <p:cNvSpPr>
            <a:spLocks/>
          </p:cNvSpPr>
          <p:nvPr/>
        </p:nvSpPr>
        <p:spPr>
          <a:xfrm>
            <a:off x="4644666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data_8055">
            <a:extLst>
              <a:ext uri="{FF2B5EF4-FFF2-40B4-BE49-F238E27FC236}">
                <a16:creationId xmlns:a16="http://schemas.microsoft.com/office/drawing/2014/main" id="{DE5FEFF0-22E5-4F4D-AA9F-5E5A9F522FD4}"/>
              </a:ext>
            </a:extLst>
          </p:cNvPr>
          <p:cNvSpPr>
            <a:spLocks/>
          </p:cNvSpPr>
          <p:nvPr/>
        </p:nvSpPr>
        <p:spPr>
          <a:xfrm>
            <a:off x="4683494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data_8056">
            <a:extLst>
              <a:ext uri="{FF2B5EF4-FFF2-40B4-BE49-F238E27FC236}">
                <a16:creationId xmlns:a16="http://schemas.microsoft.com/office/drawing/2014/main" id="{F71452B0-375D-4F47-BCED-4FE34610D081}"/>
              </a:ext>
            </a:extLst>
          </p:cNvPr>
          <p:cNvSpPr>
            <a:spLocks/>
          </p:cNvSpPr>
          <p:nvPr/>
        </p:nvSpPr>
        <p:spPr>
          <a:xfrm>
            <a:off x="4706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data_8057">
            <a:extLst>
              <a:ext uri="{FF2B5EF4-FFF2-40B4-BE49-F238E27FC236}">
                <a16:creationId xmlns:a16="http://schemas.microsoft.com/office/drawing/2014/main" id="{71A6DA09-7378-49B9-B99E-3944AD2FC4E5}"/>
              </a:ext>
            </a:extLst>
          </p:cNvPr>
          <p:cNvSpPr>
            <a:spLocks/>
          </p:cNvSpPr>
          <p:nvPr/>
        </p:nvSpPr>
        <p:spPr>
          <a:xfrm>
            <a:off x="47194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data_8058">
            <a:extLst>
              <a:ext uri="{FF2B5EF4-FFF2-40B4-BE49-F238E27FC236}">
                <a16:creationId xmlns:a16="http://schemas.microsoft.com/office/drawing/2014/main" id="{D8B4F948-165F-436E-8DF3-C20B1D544EBD}"/>
              </a:ext>
            </a:extLst>
          </p:cNvPr>
          <p:cNvSpPr>
            <a:spLocks/>
          </p:cNvSpPr>
          <p:nvPr/>
        </p:nvSpPr>
        <p:spPr>
          <a:xfrm>
            <a:off x="4674503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data_8059">
            <a:extLst>
              <a:ext uri="{FF2B5EF4-FFF2-40B4-BE49-F238E27FC236}">
                <a16:creationId xmlns:a16="http://schemas.microsoft.com/office/drawing/2014/main" id="{C35ECC66-0AC0-4DC3-8C0B-71025EBE8937}"/>
              </a:ext>
            </a:extLst>
          </p:cNvPr>
          <p:cNvSpPr>
            <a:spLocks/>
          </p:cNvSpPr>
          <p:nvPr/>
        </p:nvSpPr>
        <p:spPr>
          <a:xfrm>
            <a:off x="4597238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data_8060">
            <a:extLst>
              <a:ext uri="{FF2B5EF4-FFF2-40B4-BE49-F238E27FC236}">
                <a16:creationId xmlns:a16="http://schemas.microsoft.com/office/drawing/2014/main" id="{D008AA4C-AA05-4C8A-99E5-7953EAFE9DA6}"/>
              </a:ext>
            </a:extLst>
          </p:cNvPr>
          <p:cNvSpPr>
            <a:spLocks/>
          </p:cNvSpPr>
          <p:nvPr/>
        </p:nvSpPr>
        <p:spPr>
          <a:xfrm>
            <a:off x="461652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data_8061">
            <a:extLst>
              <a:ext uri="{FF2B5EF4-FFF2-40B4-BE49-F238E27FC236}">
                <a16:creationId xmlns:a16="http://schemas.microsoft.com/office/drawing/2014/main" id="{72DF8A25-ACC3-4B21-9767-4978CFFCC4D6}"/>
              </a:ext>
            </a:extLst>
          </p:cNvPr>
          <p:cNvSpPr>
            <a:spLocks/>
          </p:cNvSpPr>
          <p:nvPr/>
        </p:nvSpPr>
        <p:spPr>
          <a:xfrm>
            <a:off x="46249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data_8062">
            <a:extLst>
              <a:ext uri="{FF2B5EF4-FFF2-40B4-BE49-F238E27FC236}">
                <a16:creationId xmlns:a16="http://schemas.microsoft.com/office/drawing/2014/main" id="{C4CA2B7B-8ABD-4DEC-86CF-D5975A69377A}"/>
              </a:ext>
            </a:extLst>
          </p:cNvPr>
          <p:cNvSpPr>
            <a:spLocks/>
          </p:cNvSpPr>
          <p:nvPr/>
        </p:nvSpPr>
        <p:spPr>
          <a:xfrm>
            <a:off x="459697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data_8063">
            <a:extLst>
              <a:ext uri="{FF2B5EF4-FFF2-40B4-BE49-F238E27FC236}">
                <a16:creationId xmlns:a16="http://schemas.microsoft.com/office/drawing/2014/main" id="{0E21CFCB-D6BD-460C-B319-73E213FDAEA1}"/>
              </a:ext>
            </a:extLst>
          </p:cNvPr>
          <p:cNvSpPr>
            <a:spLocks/>
          </p:cNvSpPr>
          <p:nvPr/>
        </p:nvSpPr>
        <p:spPr>
          <a:xfrm>
            <a:off x="45961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data_8064">
            <a:extLst>
              <a:ext uri="{FF2B5EF4-FFF2-40B4-BE49-F238E27FC236}">
                <a16:creationId xmlns:a16="http://schemas.microsoft.com/office/drawing/2014/main" id="{7DA3D6CB-F1F1-40C9-AEAD-D67ECF57027A}"/>
              </a:ext>
            </a:extLst>
          </p:cNvPr>
          <p:cNvSpPr>
            <a:spLocks/>
          </p:cNvSpPr>
          <p:nvPr/>
        </p:nvSpPr>
        <p:spPr>
          <a:xfrm>
            <a:off x="46214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data_8065">
            <a:extLst>
              <a:ext uri="{FF2B5EF4-FFF2-40B4-BE49-F238E27FC236}">
                <a16:creationId xmlns:a16="http://schemas.microsoft.com/office/drawing/2014/main" id="{955B25D6-A85F-47D5-A985-67928DD66385}"/>
              </a:ext>
            </a:extLst>
          </p:cNvPr>
          <p:cNvSpPr>
            <a:spLocks/>
          </p:cNvSpPr>
          <p:nvPr/>
        </p:nvSpPr>
        <p:spPr>
          <a:xfrm>
            <a:off x="46705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data_8066">
            <a:extLst>
              <a:ext uri="{FF2B5EF4-FFF2-40B4-BE49-F238E27FC236}">
                <a16:creationId xmlns:a16="http://schemas.microsoft.com/office/drawing/2014/main" id="{9DEF7283-78AF-4988-B11B-00ECBDCE6FEF}"/>
              </a:ext>
            </a:extLst>
          </p:cNvPr>
          <p:cNvSpPr>
            <a:spLocks/>
          </p:cNvSpPr>
          <p:nvPr/>
        </p:nvSpPr>
        <p:spPr>
          <a:xfrm>
            <a:off x="46145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data_8067">
            <a:extLst>
              <a:ext uri="{FF2B5EF4-FFF2-40B4-BE49-F238E27FC236}">
                <a16:creationId xmlns:a16="http://schemas.microsoft.com/office/drawing/2014/main" id="{4C7300B3-60EF-45B4-B0A4-6A57831E7781}"/>
              </a:ext>
            </a:extLst>
          </p:cNvPr>
          <p:cNvSpPr>
            <a:spLocks/>
          </p:cNvSpPr>
          <p:nvPr/>
        </p:nvSpPr>
        <p:spPr>
          <a:xfrm>
            <a:off x="46536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data_8068">
            <a:extLst>
              <a:ext uri="{FF2B5EF4-FFF2-40B4-BE49-F238E27FC236}">
                <a16:creationId xmlns:a16="http://schemas.microsoft.com/office/drawing/2014/main" id="{1F291610-3FB5-4C37-B080-6322587EEAD0}"/>
              </a:ext>
            </a:extLst>
          </p:cNvPr>
          <p:cNvSpPr>
            <a:spLocks/>
          </p:cNvSpPr>
          <p:nvPr/>
        </p:nvSpPr>
        <p:spPr>
          <a:xfrm>
            <a:off x="463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data_8069">
            <a:extLst>
              <a:ext uri="{FF2B5EF4-FFF2-40B4-BE49-F238E27FC236}">
                <a16:creationId xmlns:a16="http://schemas.microsoft.com/office/drawing/2014/main" id="{C98B9170-FB6B-4866-8562-F519CB573001}"/>
              </a:ext>
            </a:extLst>
          </p:cNvPr>
          <p:cNvSpPr>
            <a:spLocks/>
          </p:cNvSpPr>
          <p:nvPr/>
        </p:nvSpPr>
        <p:spPr>
          <a:xfrm>
            <a:off x="4704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data_8070">
            <a:extLst>
              <a:ext uri="{FF2B5EF4-FFF2-40B4-BE49-F238E27FC236}">
                <a16:creationId xmlns:a16="http://schemas.microsoft.com/office/drawing/2014/main" id="{3F2FADDA-4B12-4B48-900F-EEC4A5A03C66}"/>
              </a:ext>
            </a:extLst>
          </p:cNvPr>
          <p:cNvSpPr>
            <a:spLocks/>
          </p:cNvSpPr>
          <p:nvPr/>
        </p:nvSpPr>
        <p:spPr>
          <a:xfrm>
            <a:off x="4626945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data_8071">
            <a:extLst>
              <a:ext uri="{FF2B5EF4-FFF2-40B4-BE49-F238E27FC236}">
                <a16:creationId xmlns:a16="http://schemas.microsoft.com/office/drawing/2014/main" id="{4FB8A8C9-2E2C-4D60-A03D-3FBB7D6B9964}"/>
              </a:ext>
            </a:extLst>
          </p:cNvPr>
          <p:cNvSpPr>
            <a:spLocks/>
          </p:cNvSpPr>
          <p:nvPr/>
        </p:nvSpPr>
        <p:spPr>
          <a:xfrm>
            <a:off x="468049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data_8072">
            <a:extLst>
              <a:ext uri="{FF2B5EF4-FFF2-40B4-BE49-F238E27FC236}">
                <a16:creationId xmlns:a16="http://schemas.microsoft.com/office/drawing/2014/main" id="{3FDF2833-4628-4802-BBFF-FEF514930604}"/>
              </a:ext>
            </a:extLst>
          </p:cNvPr>
          <p:cNvSpPr>
            <a:spLocks/>
          </p:cNvSpPr>
          <p:nvPr/>
        </p:nvSpPr>
        <p:spPr>
          <a:xfrm>
            <a:off x="46837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data_8073">
            <a:extLst>
              <a:ext uri="{FF2B5EF4-FFF2-40B4-BE49-F238E27FC236}">
                <a16:creationId xmlns:a16="http://schemas.microsoft.com/office/drawing/2014/main" id="{B9B4E9A0-8C87-47CC-99E1-C65996EC1987}"/>
              </a:ext>
            </a:extLst>
          </p:cNvPr>
          <p:cNvSpPr>
            <a:spLocks/>
          </p:cNvSpPr>
          <p:nvPr/>
        </p:nvSpPr>
        <p:spPr>
          <a:xfrm>
            <a:off x="4596586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data_8074">
            <a:extLst>
              <a:ext uri="{FF2B5EF4-FFF2-40B4-BE49-F238E27FC236}">
                <a16:creationId xmlns:a16="http://schemas.microsoft.com/office/drawing/2014/main" id="{01E6B5FF-6691-47A8-A820-D7C982370B6F}"/>
              </a:ext>
            </a:extLst>
          </p:cNvPr>
          <p:cNvSpPr>
            <a:spLocks/>
          </p:cNvSpPr>
          <p:nvPr/>
        </p:nvSpPr>
        <p:spPr>
          <a:xfrm>
            <a:off x="4702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data_8075">
            <a:extLst>
              <a:ext uri="{FF2B5EF4-FFF2-40B4-BE49-F238E27FC236}">
                <a16:creationId xmlns:a16="http://schemas.microsoft.com/office/drawing/2014/main" id="{8E589EE2-5B14-49CE-8399-3FC44D4A9E7C}"/>
              </a:ext>
            </a:extLst>
          </p:cNvPr>
          <p:cNvSpPr>
            <a:spLocks/>
          </p:cNvSpPr>
          <p:nvPr/>
        </p:nvSpPr>
        <p:spPr>
          <a:xfrm>
            <a:off x="45934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data_8076">
            <a:extLst>
              <a:ext uri="{FF2B5EF4-FFF2-40B4-BE49-F238E27FC236}">
                <a16:creationId xmlns:a16="http://schemas.microsoft.com/office/drawing/2014/main" id="{665ED115-3708-48A2-A5C5-B112C9119B02}"/>
              </a:ext>
            </a:extLst>
          </p:cNvPr>
          <p:cNvSpPr>
            <a:spLocks/>
          </p:cNvSpPr>
          <p:nvPr/>
        </p:nvSpPr>
        <p:spPr>
          <a:xfrm>
            <a:off x="47025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data_8077">
            <a:extLst>
              <a:ext uri="{FF2B5EF4-FFF2-40B4-BE49-F238E27FC236}">
                <a16:creationId xmlns:a16="http://schemas.microsoft.com/office/drawing/2014/main" id="{A5E1B9CE-2D07-4439-AB29-D50A74E541FF}"/>
              </a:ext>
            </a:extLst>
          </p:cNvPr>
          <p:cNvSpPr>
            <a:spLocks/>
          </p:cNvSpPr>
          <p:nvPr/>
        </p:nvSpPr>
        <p:spPr>
          <a:xfrm>
            <a:off x="4715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data_8078">
            <a:extLst>
              <a:ext uri="{FF2B5EF4-FFF2-40B4-BE49-F238E27FC236}">
                <a16:creationId xmlns:a16="http://schemas.microsoft.com/office/drawing/2014/main" id="{5C328D7C-3C8B-4DE1-AAA2-5FB35E7C9F75}"/>
              </a:ext>
            </a:extLst>
          </p:cNvPr>
          <p:cNvSpPr>
            <a:spLocks/>
          </p:cNvSpPr>
          <p:nvPr/>
        </p:nvSpPr>
        <p:spPr>
          <a:xfrm>
            <a:off x="46713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data_8079">
            <a:extLst>
              <a:ext uri="{FF2B5EF4-FFF2-40B4-BE49-F238E27FC236}">
                <a16:creationId xmlns:a16="http://schemas.microsoft.com/office/drawing/2014/main" id="{F18360DF-E924-46CE-8F3A-1FFB8A3D69EF}"/>
              </a:ext>
            </a:extLst>
          </p:cNvPr>
          <p:cNvSpPr>
            <a:spLocks/>
          </p:cNvSpPr>
          <p:nvPr/>
        </p:nvSpPr>
        <p:spPr>
          <a:xfrm>
            <a:off x="4632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data_8080">
            <a:extLst>
              <a:ext uri="{FF2B5EF4-FFF2-40B4-BE49-F238E27FC236}">
                <a16:creationId xmlns:a16="http://schemas.microsoft.com/office/drawing/2014/main" id="{C984A387-6DD9-4AC4-8F6D-FC115EFB5EA1}"/>
              </a:ext>
            </a:extLst>
          </p:cNvPr>
          <p:cNvSpPr>
            <a:spLocks/>
          </p:cNvSpPr>
          <p:nvPr/>
        </p:nvSpPr>
        <p:spPr>
          <a:xfrm>
            <a:off x="4686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data_8081">
            <a:extLst>
              <a:ext uri="{FF2B5EF4-FFF2-40B4-BE49-F238E27FC236}">
                <a16:creationId xmlns:a16="http://schemas.microsoft.com/office/drawing/2014/main" id="{BF6C4965-D8A4-451E-B5ED-D1C6C2150F20}"/>
              </a:ext>
            </a:extLst>
          </p:cNvPr>
          <p:cNvSpPr>
            <a:spLocks/>
          </p:cNvSpPr>
          <p:nvPr/>
        </p:nvSpPr>
        <p:spPr>
          <a:xfrm>
            <a:off x="4620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data_8082">
            <a:extLst>
              <a:ext uri="{FF2B5EF4-FFF2-40B4-BE49-F238E27FC236}">
                <a16:creationId xmlns:a16="http://schemas.microsoft.com/office/drawing/2014/main" id="{154C6B55-5E7A-4B84-B83C-F025491CF8D8}"/>
              </a:ext>
            </a:extLst>
          </p:cNvPr>
          <p:cNvSpPr>
            <a:spLocks/>
          </p:cNvSpPr>
          <p:nvPr/>
        </p:nvSpPr>
        <p:spPr>
          <a:xfrm>
            <a:off x="465404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data_8083">
            <a:extLst>
              <a:ext uri="{FF2B5EF4-FFF2-40B4-BE49-F238E27FC236}">
                <a16:creationId xmlns:a16="http://schemas.microsoft.com/office/drawing/2014/main" id="{0C1369C2-32E3-4016-8731-D6322777FAF1}"/>
              </a:ext>
            </a:extLst>
          </p:cNvPr>
          <p:cNvSpPr>
            <a:spLocks/>
          </p:cNvSpPr>
          <p:nvPr/>
        </p:nvSpPr>
        <p:spPr>
          <a:xfrm>
            <a:off x="4654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data_8084">
            <a:extLst>
              <a:ext uri="{FF2B5EF4-FFF2-40B4-BE49-F238E27FC236}">
                <a16:creationId xmlns:a16="http://schemas.microsoft.com/office/drawing/2014/main" id="{3E454CD3-9F07-4915-AF7A-1AD63B4C1482}"/>
              </a:ext>
            </a:extLst>
          </p:cNvPr>
          <p:cNvSpPr>
            <a:spLocks/>
          </p:cNvSpPr>
          <p:nvPr/>
        </p:nvSpPr>
        <p:spPr>
          <a:xfrm>
            <a:off x="461495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data_8085">
            <a:extLst>
              <a:ext uri="{FF2B5EF4-FFF2-40B4-BE49-F238E27FC236}">
                <a16:creationId xmlns:a16="http://schemas.microsoft.com/office/drawing/2014/main" id="{D2839430-5C15-4384-B838-59D213963227}"/>
              </a:ext>
            </a:extLst>
          </p:cNvPr>
          <p:cNvSpPr>
            <a:spLocks/>
          </p:cNvSpPr>
          <p:nvPr/>
        </p:nvSpPr>
        <p:spPr>
          <a:xfrm>
            <a:off x="470577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data_8086">
            <a:extLst>
              <a:ext uri="{FF2B5EF4-FFF2-40B4-BE49-F238E27FC236}">
                <a16:creationId xmlns:a16="http://schemas.microsoft.com/office/drawing/2014/main" id="{EF190060-9D11-4B54-8670-6BB8352D82A0}"/>
              </a:ext>
            </a:extLst>
          </p:cNvPr>
          <p:cNvSpPr>
            <a:spLocks/>
          </p:cNvSpPr>
          <p:nvPr/>
        </p:nvSpPr>
        <p:spPr>
          <a:xfrm>
            <a:off x="463450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data_8087">
            <a:extLst>
              <a:ext uri="{FF2B5EF4-FFF2-40B4-BE49-F238E27FC236}">
                <a16:creationId xmlns:a16="http://schemas.microsoft.com/office/drawing/2014/main" id="{3A935537-58D2-4A1E-9E46-CA812D22CD83}"/>
              </a:ext>
            </a:extLst>
          </p:cNvPr>
          <p:cNvSpPr>
            <a:spLocks/>
          </p:cNvSpPr>
          <p:nvPr/>
        </p:nvSpPr>
        <p:spPr>
          <a:xfrm>
            <a:off x="464714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data_8088">
            <a:extLst>
              <a:ext uri="{FF2B5EF4-FFF2-40B4-BE49-F238E27FC236}">
                <a16:creationId xmlns:a16="http://schemas.microsoft.com/office/drawing/2014/main" id="{1D5D4E2B-0B97-4D13-81B3-13457F05049B}"/>
              </a:ext>
            </a:extLst>
          </p:cNvPr>
          <p:cNvSpPr>
            <a:spLocks/>
          </p:cNvSpPr>
          <p:nvPr/>
        </p:nvSpPr>
        <p:spPr>
          <a:xfrm>
            <a:off x="47182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data_8089">
            <a:extLst>
              <a:ext uri="{FF2B5EF4-FFF2-40B4-BE49-F238E27FC236}">
                <a16:creationId xmlns:a16="http://schemas.microsoft.com/office/drawing/2014/main" id="{508A4430-AE06-4F1F-9F5C-EA553C78606E}"/>
              </a:ext>
            </a:extLst>
          </p:cNvPr>
          <p:cNvSpPr>
            <a:spLocks/>
          </p:cNvSpPr>
          <p:nvPr/>
        </p:nvSpPr>
        <p:spPr>
          <a:xfrm>
            <a:off x="46791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data_8090">
            <a:extLst>
              <a:ext uri="{FF2B5EF4-FFF2-40B4-BE49-F238E27FC236}">
                <a16:creationId xmlns:a16="http://schemas.microsoft.com/office/drawing/2014/main" id="{60BAACE1-02A3-41A4-9EC4-1809D6EA91D0}"/>
              </a:ext>
            </a:extLst>
          </p:cNvPr>
          <p:cNvSpPr>
            <a:spLocks/>
          </p:cNvSpPr>
          <p:nvPr/>
        </p:nvSpPr>
        <p:spPr>
          <a:xfrm>
            <a:off x="471359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data_8091">
            <a:extLst>
              <a:ext uri="{FF2B5EF4-FFF2-40B4-BE49-F238E27FC236}">
                <a16:creationId xmlns:a16="http://schemas.microsoft.com/office/drawing/2014/main" id="{B1A677F7-7552-4DAB-AFE3-4A2E5F34BE44}"/>
              </a:ext>
            </a:extLst>
          </p:cNvPr>
          <p:cNvSpPr>
            <a:spLocks/>
          </p:cNvSpPr>
          <p:nvPr/>
        </p:nvSpPr>
        <p:spPr>
          <a:xfrm>
            <a:off x="4598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data_8092">
            <a:extLst>
              <a:ext uri="{FF2B5EF4-FFF2-40B4-BE49-F238E27FC236}">
                <a16:creationId xmlns:a16="http://schemas.microsoft.com/office/drawing/2014/main" id="{D36F39AA-5AB7-4587-BB51-130630527EA5}"/>
              </a:ext>
            </a:extLst>
          </p:cNvPr>
          <p:cNvSpPr>
            <a:spLocks/>
          </p:cNvSpPr>
          <p:nvPr/>
        </p:nvSpPr>
        <p:spPr>
          <a:xfrm>
            <a:off x="4703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data_8093">
            <a:extLst>
              <a:ext uri="{FF2B5EF4-FFF2-40B4-BE49-F238E27FC236}">
                <a16:creationId xmlns:a16="http://schemas.microsoft.com/office/drawing/2014/main" id="{D44FAC42-DFEF-4B58-BFF7-785085B60458}"/>
              </a:ext>
            </a:extLst>
          </p:cNvPr>
          <p:cNvSpPr>
            <a:spLocks/>
          </p:cNvSpPr>
          <p:nvPr/>
        </p:nvSpPr>
        <p:spPr>
          <a:xfrm>
            <a:off x="46867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data_8094">
            <a:extLst>
              <a:ext uri="{FF2B5EF4-FFF2-40B4-BE49-F238E27FC236}">
                <a16:creationId xmlns:a16="http://schemas.microsoft.com/office/drawing/2014/main" id="{DAEC3927-A174-4882-AFCF-9EE8A4C8B2D8}"/>
              </a:ext>
            </a:extLst>
          </p:cNvPr>
          <p:cNvSpPr>
            <a:spLocks/>
          </p:cNvSpPr>
          <p:nvPr/>
        </p:nvSpPr>
        <p:spPr>
          <a:xfrm>
            <a:off x="46417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data_8095">
            <a:extLst>
              <a:ext uri="{FF2B5EF4-FFF2-40B4-BE49-F238E27FC236}">
                <a16:creationId xmlns:a16="http://schemas.microsoft.com/office/drawing/2014/main" id="{D06F521C-4FCA-4578-A1F8-958F8342E384}"/>
              </a:ext>
            </a:extLst>
          </p:cNvPr>
          <p:cNvSpPr>
            <a:spLocks/>
          </p:cNvSpPr>
          <p:nvPr/>
        </p:nvSpPr>
        <p:spPr>
          <a:xfrm>
            <a:off x="46918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data_8096">
            <a:extLst>
              <a:ext uri="{FF2B5EF4-FFF2-40B4-BE49-F238E27FC236}">
                <a16:creationId xmlns:a16="http://schemas.microsoft.com/office/drawing/2014/main" id="{6BDC8BA2-A542-4825-9828-83259222439D}"/>
              </a:ext>
            </a:extLst>
          </p:cNvPr>
          <p:cNvSpPr>
            <a:spLocks/>
          </p:cNvSpPr>
          <p:nvPr/>
        </p:nvSpPr>
        <p:spPr>
          <a:xfrm>
            <a:off x="47189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data_8097">
            <a:extLst>
              <a:ext uri="{FF2B5EF4-FFF2-40B4-BE49-F238E27FC236}">
                <a16:creationId xmlns:a16="http://schemas.microsoft.com/office/drawing/2014/main" id="{0100DA24-1B7F-4264-8442-EA198AF9629B}"/>
              </a:ext>
            </a:extLst>
          </p:cNvPr>
          <p:cNvSpPr>
            <a:spLocks/>
          </p:cNvSpPr>
          <p:nvPr/>
        </p:nvSpPr>
        <p:spPr>
          <a:xfrm>
            <a:off x="4678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data_8098">
            <a:extLst>
              <a:ext uri="{FF2B5EF4-FFF2-40B4-BE49-F238E27FC236}">
                <a16:creationId xmlns:a16="http://schemas.microsoft.com/office/drawing/2014/main" id="{E8FD640D-C278-4AD6-B742-33AFC8977CC5}"/>
              </a:ext>
            </a:extLst>
          </p:cNvPr>
          <p:cNvSpPr>
            <a:spLocks/>
          </p:cNvSpPr>
          <p:nvPr/>
        </p:nvSpPr>
        <p:spPr>
          <a:xfrm>
            <a:off x="46881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data_8099">
            <a:extLst>
              <a:ext uri="{FF2B5EF4-FFF2-40B4-BE49-F238E27FC236}">
                <a16:creationId xmlns:a16="http://schemas.microsoft.com/office/drawing/2014/main" id="{C1A46313-A8A7-47AA-A7D9-D1C35D81202D}"/>
              </a:ext>
            </a:extLst>
          </p:cNvPr>
          <p:cNvSpPr>
            <a:spLocks/>
          </p:cNvSpPr>
          <p:nvPr/>
        </p:nvSpPr>
        <p:spPr>
          <a:xfrm>
            <a:off x="468701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data_8100">
            <a:extLst>
              <a:ext uri="{FF2B5EF4-FFF2-40B4-BE49-F238E27FC236}">
                <a16:creationId xmlns:a16="http://schemas.microsoft.com/office/drawing/2014/main" id="{240E9300-9688-4006-BB48-B96B35FD5EF9}"/>
              </a:ext>
            </a:extLst>
          </p:cNvPr>
          <p:cNvSpPr>
            <a:spLocks/>
          </p:cNvSpPr>
          <p:nvPr/>
        </p:nvSpPr>
        <p:spPr>
          <a:xfrm>
            <a:off x="46661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data_8101">
            <a:extLst>
              <a:ext uri="{FF2B5EF4-FFF2-40B4-BE49-F238E27FC236}">
                <a16:creationId xmlns:a16="http://schemas.microsoft.com/office/drawing/2014/main" id="{C1BBC15A-6C40-41D2-A644-A2E59CAE0913}"/>
              </a:ext>
            </a:extLst>
          </p:cNvPr>
          <p:cNvSpPr>
            <a:spLocks/>
          </p:cNvSpPr>
          <p:nvPr/>
        </p:nvSpPr>
        <p:spPr>
          <a:xfrm>
            <a:off x="462981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data_8102">
            <a:extLst>
              <a:ext uri="{FF2B5EF4-FFF2-40B4-BE49-F238E27FC236}">
                <a16:creationId xmlns:a16="http://schemas.microsoft.com/office/drawing/2014/main" id="{CFBBE896-B9E6-49F1-93C2-CF5F38C2EBD6}"/>
              </a:ext>
            </a:extLst>
          </p:cNvPr>
          <p:cNvSpPr>
            <a:spLocks/>
          </p:cNvSpPr>
          <p:nvPr/>
        </p:nvSpPr>
        <p:spPr>
          <a:xfrm>
            <a:off x="47098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data_8103">
            <a:extLst>
              <a:ext uri="{FF2B5EF4-FFF2-40B4-BE49-F238E27FC236}">
                <a16:creationId xmlns:a16="http://schemas.microsoft.com/office/drawing/2014/main" id="{145FC64E-D855-4C90-8264-F1451EB8C851}"/>
              </a:ext>
            </a:extLst>
          </p:cNvPr>
          <p:cNvSpPr>
            <a:spLocks/>
          </p:cNvSpPr>
          <p:nvPr/>
        </p:nvSpPr>
        <p:spPr>
          <a:xfrm>
            <a:off x="4616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data_8104">
            <a:extLst>
              <a:ext uri="{FF2B5EF4-FFF2-40B4-BE49-F238E27FC236}">
                <a16:creationId xmlns:a16="http://schemas.microsoft.com/office/drawing/2014/main" id="{353C699D-AB7F-4B38-A16E-FEA0D1566536}"/>
              </a:ext>
            </a:extLst>
          </p:cNvPr>
          <p:cNvSpPr>
            <a:spLocks/>
          </p:cNvSpPr>
          <p:nvPr/>
        </p:nvSpPr>
        <p:spPr>
          <a:xfrm>
            <a:off x="4614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data_8105">
            <a:extLst>
              <a:ext uri="{FF2B5EF4-FFF2-40B4-BE49-F238E27FC236}">
                <a16:creationId xmlns:a16="http://schemas.microsoft.com/office/drawing/2014/main" id="{AC29B47E-6D42-4AE0-86DA-58E2F7874B9D}"/>
              </a:ext>
            </a:extLst>
          </p:cNvPr>
          <p:cNvSpPr>
            <a:spLocks/>
          </p:cNvSpPr>
          <p:nvPr/>
        </p:nvSpPr>
        <p:spPr>
          <a:xfrm>
            <a:off x="4620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data_8106">
            <a:extLst>
              <a:ext uri="{FF2B5EF4-FFF2-40B4-BE49-F238E27FC236}">
                <a16:creationId xmlns:a16="http://schemas.microsoft.com/office/drawing/2014/main" id="{B0762D36-5FA2-4C1F-990F-F7F7F1FEABA8}"/>
              </a:ext>
            </a:extLst>
          </p:cNvPr>
          <p:cNvSpPr>
            <a:spLocks/>
          </p:cNvSpPr>
          <p:nvPr/>
        </p:nvSpPr>
        <p:spPr>
          <a:xfrm>
            <a:off x="4711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data_8107">
            <a:extLst>
              <a:ext uri="{FF2B5EF4-FFF2-40B4-BE49-F238E27FC236}">
                <a16:creationId xmlns:a16="http://schemas.microsoft.com/office/drawing/2014/main" id="{46A76AEF-286C-40C3-9093-FC3C1C7FB861}"/>
              </a:ext>
            </a:extLst>
          </p:cNvPr>
          <p:cNvSpPr>
            <a:spLocks/>
          </p:cNvSpPr>
          <p:nvPr/>
        </p:nvSpPr>
        <p:spPr>
          <a:xfrm>
            <a:off x="4697827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data_8108">
            <a:extLst>
              <a:ext uri="{FF2B5EF4-FFF2-40B4-BE49-F238E27FC236}">
                <a16:creationId xmlns:a16="http://schemas.microsoft.com/office/drawing/2014/main" id="{7F77E3DD-909E-414A-80F9-6702F6B7EF05}"/>
              </a:ext>
            </a:extLst>
          </p:cNvPr>
          <p:cNvSpPr>
            <a:spLocks/>
          </p:cNvSpPr>
          <p:nvPr/>
        </p:nvSpPr>
        <p:spPr>
          <a:xfrm>
            <a:off x="4703429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data_8109">
            <a:extLst>
              <a:ext uri="{FF2B5EF4-FFF2-40B4-BE49-F238E27FC236}">
                <a16:creationId xmlns:a16="http://schemas.microsoft.com/office/drawing/2014/main" id="{4CE6F8D9-06F2-4211-AA86-1209F0F7FAA6}"/>
              </a:ext>
            </a:extLst>
          </p:cNvPr>
          <p:cNvSpPr>
            <a:spLocks/>
          </p:cNvSpPr>
          <p:nvPr/>
        </p:nvSpPr>
        <p:spPr>
          <a:xfrm>
            <a:off x="4687273" y="23467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data_8110">
            <a:extLst>
              <a:ext uri="{FF2B5EF4-FFF2-40B4-BE49-F238E27FC236}">
                <a16:creationId xmlns:a16="http://schemas.microsoft.com/office/drawing/2014/main" id="{6EA32B73-72D7-4D6F-A74E-A8C10C9C1402}"/>
              </a:ext>
            </a:extLst>
          </p:cNvPr>
          <p:cNvSpPr>
            <a:spLocks/>
          </p:cNvSpPr>
          <p:nvPr/>
        </p:nvSpPr>
        <p:spPr>
          <a:xfrm>
            <a:off x="4697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data_8111">
            <a:extLst>
              <a:ext uri="{FF2B5EF4-FFF2-40B4-BE49-F238E27FC236}">
                <a16:creationId xmlns:a16="http://schemas.microsoft.com/office/drawing/2014/main" id="{FDE9FAC5-2812-4B93-A885-C37406ABA31D}"/>
              </a:ext>
            </a:extLst>
          </p:cNvPr>
          <p:cNvSpPr>
            <a:spLocks/>
          </p:cNvSpPr>
          <p:nvPr/>
        </p:nvSpPr>
        <p:spPr>
          <a:xfrm>
            <a:off x="4708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data_8112">
            <a:extLst>
              <a:ext uri="{FF2B5EF4-FFF2-40B4-BE49-F238E27FC236}">
                <a16:creationId xmlns:a16="http://schemas.microsoft.com/office/drawing/2014/main" id="{332D8EEF-A115-48DC-BC7A-18BED65BDCE8}"/>
              </a:ext>
            </a:extLst>
          </p:cNvPr>
          <p:cNvSpPr>
            <a:spLocks/>
          </p:cNvSpPr>
          <p:nvPr/>
        </p:nvSpPr>
        <p:spPr>
          <a:xfrm>
            <a:off x="4612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data_8113">
            <a:extLst>
              <a:ext uri="{FF2B5EF4-FFF2-40B4-BE49-F238E27FC236}">
                <a16:creationId xmlns:a16="http://schemas.microsoft.com/office/drawing/2014/main" id="{A3B2DDF6-49B8-4F4C-A82A-2C70DB113C45}"/>
              </a:ext>
            </a:extLst>
          </p:cNvPr>
          <p:cNvSpPr>
            <a:spLocks/>
          </p:cNvSpPr>
          <p:nvPr/>
        </p:nvSpPr>
        <p:spPr>
          <a:xfrm>
            <a:off x="4623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data_8114">
            <a:extLst>
              <a:ext uri="{FF2B5EF4-FFF2-40B4-BE49-F238E27FC236}">
                <a16:creationId xmlns:a16="http://schemas.microsoft.com/office/drawing/2014/main" id="{63310364-356F-45E2-AABC-EF073940F299}"/>
              </a:ext>
            </a:extLst>
          </p:cNvPr>
          <p:cNvSpPr>
            <a:spLocks/>
          </p:cNvSpPr>
          <p:nvPr/>
        </p:nvSpPr>
        <p:spPr>
          <a:xfrm>
            <a:off x="4685057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data_8115">
            <a:extLst>
              <a:ext uri="{FF2B5EF4-FFF2-40B4-BE49-F238E27FC236}">
                <a16:creationId xmlns:a16="http://schemas.microsoft.com/office/drawing/2014/main" id="{5DFEB959-53DE-47F0-9204-E27E9C401F67}"/>
              </a:ext>
            </a:extLst>
          </p:cNvPr>
          <p:cNvSpPr>
            <a:spLocks/>
          </p:cNvSpPr>
          <p:nvPr/>
        </p:nvSpPr>
        <p:spPr>
          <a:xfrm>
            <a:off x="46195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data_8116">
            <a:extLst>
              <a:ext uri="{FF2B5EF4-FFF2-40B4-BE49-F238E27FC236}">
                <a16:creationId xmlns:a16="http://schemas.microsoft.com/office/drawing/2014/main" id="{A781C318-D058-4EA6-902B-F4664101E5B4}"/>
              </a:ext>
            </a:extLst>
          </p:cNvPr>
          <p:cNvSpPr>
            <a:spLocks/>
          </p:cNvSpPr>
          <p:nvPr/>
        </p:nvSpPr>
        <p:spPr>
          <a:xfrm>
            <a:off x="4632157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data_8117">
            <a:extLst>
              <a:ext uri="{FF2B5EF4-FFF2-40B4-BE49-F238E27FC236}">
                <a16:creationId xmlns:a16="http://schemas.microsoft.com/office/drawing/2014/main" id="{F4D43346-1068-4F1B-8F19-ED897568AFEE}"/>
              </a:ext>
            </a:extLst>
          </p:cNvPr>
          <p:cNvSpPr>
            <a:spLocks/>
          </p:cNvSpPr>
          <p:nvPr/>
        </p:nvSpPr>
        <p:spPr>
          <a:xfrm>
            <a:off x="4610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data_8118">
            <a:extLst>
              <a:ext uri="{FF2B5EF4-FFF2-40B4-BE49-F238E27FC236}">
                <a16:creationId xmlns:a16="http://schemas.microsoft.com/office/drawing/2014/main" id="{FF40E1FD-B83C-4019-B43D-04A9AF44471E}"/>
              </a:ext>
            </a:extLst>
          </p:cNvPr>
          <p:cNvSpPr>
            <a:spLocks/>
          </p:cNvSpPr>
          <p:nvPr/>
        </p:nvSpPr>
        <p:spPr>
          <a:xfrm>
            <a:off x="4624600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data_8119">
            <a:extLst>
              <a:ext uri="{FF2B5EF4-FFF2-40B4-BE49-F238E27FC236}">
                <a16:creationId xmlns:a16="http://schemas.microsoft.com/office/drawing/2014/main" id="{4249223E-03C5-44AF-8530-BFFB3C20131B}"/>
              </a:ext>
            </a:extLst>
          </p:cNvPr>
          <p:cNvSpPr>
            <a:spLocks/>
          </p:cNvSpPr>
          <p:nvPr/>
        </p:nvSpPr>
        <p:spPr>
          <a:xfrm>
            <a:off x="462968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data_8120">
            <a:extLst>
              <a:ext uri="{FF2B5EF4-FFF2-40B4-BE49-F238E27FC236}">
                <a16:creationId xmlns:a16="http://schemas.microsoft.com/office/drawing/2014/main" id="{C2ADFCDC-690B-4C89-90D5-768C0FA09EEB}"/>
              </a:ext>
            </a:extLst>
          </p:cNvPr>
          <p:cNvSpPr>
            <a:spLocks/>
          </p:cNvSpPr>
          <p:nvPr/>
        </p:nvSpPr>
        <p:spPr>
          <a:xfrm>
            <a:off x="471059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data_8121">
            <a:extLst>
              <a:ext uri="{FF2B5EF4-FFF2-40B4-BE49-F238E27FC236}">
                <a16:creationId xmlns:a16="http://schemas.microsoft.com/office/drawing/2014/main" id="{87F5F6FE-E465-46EA-B460-965F54620C15}"/>
              </a:ext>
            </a:extLst>
          </p:cNvPr>
          <p:cNvSpPr>
            <a:spLocks/>
          </p:cNvSpPr>
          <p:nvPr/>
        </p:nvSpPr>
        <p:spPr>
          <a:xfrm>
            <a:off x="4655350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data_8122">
            <a:extLst>
              <a:ext uri="{FF2B5EF4-FFF2-40B4-BE49-F238E27FC236}">
                <a16:creationId xmlns:a16="http://schemas.microsoft.com/office/drawing/2014/main" id="{DCD2CEB7-F311-470D-836D-E4FA247B5D95}"/>
              </a:ext>
            </a:extLst>
          </p:cNvPr>
          <p:cNvSpPr>
            <a:spLocks/>
          </p:cNvSpPr>
          <p:nvPr/>
        </p:nvSpPr>
        <p:spPr>
          <a:xfrm>
            <a:off x="461287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data_8123">
            <a:extLst>
              <a:ext uri="{FF2B5EF4-FFF2-40B4-BE49-F238E27FC236}">
                <a16:creationId xmlns:a16="http://schemas.microsoft.com/office/drawing/2014/main" id="{A288535B-AA47-4B86-9B99-14B045D575E2}"/>
              </a:ext>
            </a:extLst>
          </p:cNvPr>
          <p:cNvSpPr>
            <a:spLocks/>
          </p:cNvSpPr>
          <p:nvPr/>
        </p:nvSpPr>
        <p:spPr>
          <a:xfrm>
            <a:off x="46317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data_8124">
            <a:extLst>
              <a:ext uri="{FF2B5EF4-FFF2-40B4-BE49-F238E27FC236}">
                <a16:creationId xmlns:a16="http://schemas.microsoft.com/office/drawing/2014/main" id="{64AEDBF7-6286-4A82-9736-4FA3189EA9F2}"/>
              </a:ext>
            </a:extLst>
          </p:cNvPr>
          <p:cNvSpPr>
            <a:spLocks/>
          </p:cNvSpPr>
          <p:nvPr/>
        </p:nvSpPr>
        <p:spPr>
          <a:xfrm>
            <a:off x="4703820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data_8125">
            <a:extLst>
              <a:ext uri="{FF2B5EF4-FFF2-40B4-BE49-F238E27FC236}">
                <a16:creationId xmlns:a16="http://schemas.microsoft.com/office/drawing/2014/main" id="{B4B69F33-D5FE-4B59-A75D-A16028EFAB1D}"/>
              </a:ext>
            </a:extLst>
          </p:cNvPr>
          <p:cNvSpPr>
            <a:spLocks/>
          </p:cNvSpPr>
          <p:nvPr/>
        </p:nvSpPr>
        <p:spPr>
          <a:xfrm>
            <a:off x="467919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data_8126">
            <a:extLst>
              <a:ext uri="{FF2B5EF4-FFF2-40B4-BE49-F238E27FC236}">
                <a16:creationId xmlns:a16="http://schemas.microsoft.com/office/drawing/2014/main" id="{20CD59D0-1F52-46A9-995F-43F1180A744D}"/>
              </a:ext>
            </a:extLst>
          </p:cNvPr>
          <p:cNvSpPr>
            <a:spLocks/>
          </p:cNvSpPr>
          <p:nvPr/>
        </p:nvSpPr>
        <p:spPr>
          <a:xfrm>
            <a:off x="4703299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data_8127">
            <a:extLst>
              <a:ext uri="{FF2B5EF4-FFF2-40B4-BE49-F238E27FC236}">
                <a16:creationId xmlns:a16="http://schemas.microsoft.com/office/drawing/2014/main" id="{742E992A-F2CE-40D9-8028-61D6B9DC4C51}"/>
              </a:ext>
            </a:extLst>
          </p:cNvPr>
          <p:cNvSpPr>
            <a:spLocks/>
          </p:cNvSpPr>
          <p:nvPr/>
        </p:nvSpPr>
        <p:spPr>
          <a:xfrm>
            <a:off x="4620821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data_8128">
            <a:extLst>
              <a:ext uri="{FF2B5EF4-FFF2-40B4-BE49-F238E27FC236}">
                <a16:creationId xmlns:a16="http://schemas.microsoft.com/office/drawing/2014/main" id="{A9EC4E15-274B-4725-9FBA-9313AB07D39C}"/>
              </a:ext>
            </a:extLst>
          </p:cNvPr>
          <p:cNvSpPr>
            <a:spLocks/>
          </p:cNvSpPr>
          <p:nvPr/>
        </p:nvSpPr>
        <p:spPr>
          <a:xfrm>
            <a:off x="4645317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data_8129">
            <a:extLst>
              <a:ext uri="{FF2B5EF4-FFF2-40B4-BE49-F238E27FC236}">
                <a16:creationId xmlns:a16="http://schemas.microsoft.com/office/drawing/2014/main" id="{98A15CB5-9C97-4930-B334-143D3EA9A598}"/>
              </a:ext>
            </a:extLst>
          </p:cNvPr>
          <p:cNvSpPr>
            <a:spLocks/>
          </p:cNvSpPr>
          <p:nvPr/>
        </p:nvSpPr>
        <p:spPr>
          <a:xfrm>
            <a:off x="4704211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data_8130">
            <a:extLst>
              <a:ext uri="{FF2B5EF4-FFF2-40B4-BE49-F238E27FC236}">
                <a16:creationId xmlns:a16="http://schemas.microsoft.com/office/drawing/2014/main" id="{924B1D39-0715-4987-9997-5AC2E890FC07}"/>
              </a:ext>
            </a:extLst>
          </p:cNvPr>
          <p:cNvSpPr>
            <a:spLocks/>
          </p:cNvSpPr>
          <p:nvPr/>
        </p:nvSpPr>
        <p:spPr>
          <a:xfrm>
            <a:off x="47043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data_8131">
            <a:extLst>
              <a:ext uri="{FF2B5EF4-FFF2-40B4-BE49-F238E27FC236}">
                <a16:creationId xmlns:a16="http://schemas.microsoft.com/office/drawing/2014/main" id="{A270255E-911B-4A9C-8C83-28327DC9204F}"/>
              </a:ext>
            </a:extLst>
          </p:cNvPr>
          <p:cNvSpPr>
            <a:spLocks/>
          </p:cNvSpPr>
          <p:nvPr/>
        </p:nvSpPr>
        <p:spPr>
          <a:xfrm>
            <a:off x="4696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data_8132">
            <a:extLst>
              <a:ext uri="{FF2B5EF4-FFF2-40B4-BE49-F238E27FC236}">
                <a16:creationId xmlns:a16="http://schemas.microsoft.com/office/drawing/2014/main" id="{082EDA0F-130F-4A70-9D3D-90FE6C30E2C2}"/>
              </a:ext>
            </a:extLst>
          </p:cNvPr>
          <p:cNvSpPr>
            <a:spLocks/>
          </p:cNvSpPr>
          <p:nvPr/>
        </p:nvSpPr>
        <p:spPr>
          <a:xfrm>
            <a:off x="4707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data_8133">
            <a:extLst>
              <a:ext uri="{FF2B5EF4-FFF2-40B4-BE49-F238E27FC236}">
                <a16:creationId xmlns:a16="http://schemas.microsoft.com/office/drawing/2014/main" id="{F310B10E-385B-4B7A-A168-3125EB6EFF83}"/>
              </a:ext>
            </a:extLst>
          </p:cNvPr>
          <p:cNvSpPr>
            <a:spLocks/>
          </p:cNvSpPr>
          <p:nvPr/>
        </p:nvSpPr>
        <p:spPr>
          <a:xfrm>
            <a:off x="463280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data_8134">
            <a:extLst>
              <a:ext uri="{FF2B5EF4-FFF2-40B4-BE49-F238E27FC236}">
                <a16:creationId xmlns:a16="http://schemas.microsoft.com/office/drawing/2014/main" id="{530572B1-1B03-4033-8678-24F313F07B67}"/>
              </a:ext>
            </a:extLst>
          </p:cNvPr>
          <p:cNvSpPr>
            <a:spLocks/>
          </p:cNvSpPr>
          <p:nvPr/>
        </p:nvSpPr>
        <p:spPr>
          <a:xfrm>
            <a:off x="46131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data_8135">
            <a:extLst>
              <a:ext uri="{FF2B5EF4-FFF2-40B4-BE49-F238E27FC236}">
                <a16:creationId xmlns:a16="http://schemas.microsoft.com/office/drawing/2014/main" id="{3FC85107-5142-40BF-9207-112CFA0998AD}"/>
              </a:ext>
            </a:extLst>
          </p:cNvPr>
          <p:cNvSpPr>
            <a:spLocks/>
          </p:cNvSpPr>
          <p:nvPr/>
        </p:nvSpPr>
        <p:spPr>
          <a:xfrm>
            <a:off x="4688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data_8136">
            <a:extLst>
              <a:ext uri="{FF2B5EF4-FFF2-40B4-BE49-F238E27FC236}">
                <a16:creationId xmlns:a16="http://schemas.microsoft.com/office/drawing/2014/main" id="{8D81FACF-8297-4D1B-B574-F53A6CAC2682}"/>
              </a:ext>
            </a:extLst>
          </p:cNvPr>
          <p:cNvSpPr>
            <a:spLocks/>
          </p:cNvSpPr>
          <p:nvPr/>
        </p:nvSpPr>
        <p:spPr>
          <a:xfrm>
            <a:off x="46070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data_8137">
            <a:extLst>
              <a:ext uri="{FF2B5EF4-FFF2-40B4-BE49-F238E27FC236}">
                <a16:creationId xmlns:a16="http://schemas.microsoft.com/office/drawing/2014/main" id="{84D27FF7-47C5-434C-958C-7591C5E14463}"/>
              </a:ext>
            </a:extLst>
          </p:cNvPr>
          <p:cNvSpPr>
            <a:spLocks/>
          </p:cNvSpPr>
          <p:nvPr/>
        </p:nvSpPr>
        <p:spPr>
          <a:xfrm>
            <a:off x="46152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data_8138">
            <a:extLst>
              <a:ext uri="{FF2B5EF4-FFF2-40B4-BE49-F238E27FC236}">
                <a16:creationId xmlns:a16="http://schemas.microsoft.com/office/drawing/2014/main" id="{9049EB6F-B74C-44C1-BAD1-DADF212701D7}"/>
              </a:ext>
            </a:extLst>
          </p:cNvPr>
          <p:cNvSpPr>
            <a:spLocks/>
          </p:cNvSpPr>
          <p:nvPr/>
        </p:nvSpPr>
        <p:spPr>
          <a:xfrm>
            <a:off x="469222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data_8139">
            <a:extLst>
              <a:ext uri="{FF2B5EF4-FFF2-40B4-BE49-F238E27FC236}">
                <a16:creationId xmlns:a16="http://schemas.microsoft.com/office/drawing/2014/main" id="{B59FB6D6-4B75-43F3-BF6D-061F3C959785}"/>
              </a:ext>
            </a:extLst>
          </p:cNvPr>
          <p:cNvSpPr>
            <a:spLocks/>
          </p:cNvSpPr>
          <p:nvPr/>
        </p:nvSpPr>
        <p:spPr>
          <a:xfrm>
            <a:off x="4608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data_8140">
            <a:extLst>
              <a:ext uri="{FF2B5EF4-FFF2-40B4-BE49-F238E27FC236}">
                <a16:creationId xmlns:a16="http://schemas.microsoft.com/office/drawing/2014/main" id="{9183F994-9CE8-4519-9C3D-9C61BEC818B4}"/>
              </a:ext>
            </a:extLst>
          </p:cNvPr>
          <p:cNvSpPr>
            <a:spLocks/>
          </p:cNvSpPr>
          <p:nvPr/>
        </p:nvSpPr>
        <p:spPr>
          <a:xfrm>
            <a:off x="47172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data_8141">
            <a:extLst>
              <a:ext uri="{FF2B5EF4-FFF2-40B4-BE49-F238E27FC236}">
                <a16:creationId xmlns:a16="http://schemas.microsoft.com/office/drawing/2014/main" id="{DE606D24-8AF5-49DB-8F4B-9E06DD59D17E}"/>
              </a:ext>
            </a:extLst>
          </p:cNvPr>
          <p:cNvSpPr>
            <a:spLocks/>
          </p:cNvSpPr>
          <p:nvPr/>
        </p:nvSpPr>
        <p:spPr>
          <a:xfrm>
            <a:off x="46973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data_8142">
            <a:extLst>
              <a:ext uri="{FF2B5EF4-FFF2-40B4-BE49-F238E27FC236}">
                <a16:creationId xmlns:a16="http://schemas.microsoft.com/office/drawing/2014/main" id="{9DE39460-BB0B-4D63-81D2-851AECB0F24D}"/>
              </a:ext>
            </a:extLst>
          </p:cNvPr>
          <p:cNvSpPr>
            <a:spLocks/>
          </p:cNvSpPr>
          <p:nvPr/>
        </p:nvSpPr>
        <p:spPr>
          <a:xfrm>
            <a:off x="4650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data_8143">
            <a:extLst>
              <a:ext uri="{FF2B5EF4-FFF2-40B4-BE49-F238E27FC236}">
                <a16:creationId xmlns:a16="http://schemas.microsoft.com/office/drawing/2014/main" id="{9B9B3559-AC6D-4768-B9FD-1123C6A05E46}"/>
              </a:ext>
            </a:extLst>
          </p:cNvPr>
          <p:cNvSpPr>
            <a:spLocks/>
          </p:cNvSpPr>
          <p:nvPr/>
        </p:nvSpPr>
        <p:spPr>
          <a:xfrm>
            <a:off x="46281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data_8144">
            <a:extLst>
              <a:ext uri="{FF2B5EF4-FFF2-40B4-BE49-F238E27FC236}">
                <a16:creationId xmlns:a16="http://schemas.microsoft.com/office/drawing/2014/main" id="{5A1101E0-7212-41B9-82DD-DC8138914816}"/>
              </a:ext>
            </a:extLst>
          </p:cNvPr>
          <p:cNvSpPr>
            <a:spLocks/>
          </p:cNvSpPr>
          <p:nvPr/>
        </p:nvSpPr>
        <p:spPr>
          <a:xfrm>
            <a:off x="4715286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data_8145">
            <a:extLst>
              <a:ext uri="{FF2B5EF4-FFF2-40B4-BE49-F238E27FC236}">
                <a16:creationId xmlns:a16="http://schemas.microsoft.com/office/drawing/2014/main" id="{2016D59B-F054-458D-B9EC-3A6674056D8A}"/>
              </a:ext>
            </a:extLst>
          </p:cNvPr>
          <p:cNvSpPr>
            <a:spLocks/>
          </p:cNvSpPr>
          <p:nvPr/>
        </p:nvSpPr>
        <p:spPr>
          <a:xfrm>
            <a:off x="472088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data_8146">
            <a:extLst>
              <a:ext uri="{FF2B5EF4-FFF2-40B4-BE49-F238E27FC236}">
                <a16:creationId xmlns:a16="http://schemas.microsoft.com/office/drawing/2014/main" id="{349492D9-4D7D-44A8-AB36-B72603348CD9}"/>
              </a:ext>
            </a:extLst>
          </p:cNvPr>
          <p:cNvSpPr>
            <a:spLocks/>
          </p:cNvSpPr>
          <p:nvPr/>
        </p:nvSpPr>
        <p:spPr>
          <a:xfrm>
            <a:off x="46735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data_8147">
            <a:extLst>
              <a:ext uri="{FF2B5EF4-FFF2-40B4-BE49-F238E27FC236}">
                <a16:creationId xmlns:a16="http://schemas.microsoft.com/office/drawing/2014/main" id="{48AAACCA-7473-4DBF-A9C0-BD8C40C12AAC}"/>
              </a:ext>
            </a:extLst>
          </p:cNvPr>
          <p:cNvSpPr>
            <a:spLocks/>
          </p:cNvSpPr>
          <p:nvPr/>
        </p:nvSpPr>
        <p:spPr>
          <a:xfrm>
            <a:off x="47032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data_8148">
            <a:extLst>
              <a:ext uri="{FF2B5EF4-FFF2-40B4-BE49-F238E27FC236}">
                <a16:creationId xmlns:a16="http://schemas.microsoft.com/office/drawing/2014/main" id="{52EE7A72-356D-48DA-B068-EDA88043CF0D}"/>
              </a:ext>
            </a:extLst>
          </p:cNvPr>
          <p:cNvSpPr>
            <a:spLocks/>
          </p:cNvSpPr>
          <p:nvPr/>
        </p:nvSpPr>
        <p:spPr>
          <a:xfrm>
            <a:off x="4611961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data_8149">
            <a:extLst>
              <a:ext uri="{FF2B5EF4-FFF2-40B4-BE49-F238E27FC236}">
                <a16:creationId xmlns:a16="http://schemas.microsoft.com/office/drawing/2014/main" id="{F998F15D-AB55-4CA3-A483-3FC0B459C141}"/>
              </a:ext>
            </a:extLst>
          </p:cNvPr>
          <p:cNvSpPr>
            <a:spLocks/>
          </p:cNvSpPr>
          <p:nvPr/>
        </p:nvSpPr>
        <p:spPr>
          <a:xfrm>
            <a:off x="4648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data_8150">
            <a:extLst>
              <a:ext uri="{FF2B5EF4-FFF2-40B4-BE49-F238E27FC236}">
                <a16:creationId xmlns:a16="http://schemas.microsoft.com/office/drawing/2014/main" id="{EA286342-7819-4DD6-9D4C-275ECE404239}"/>
              </a:ext>
            </a:extLst>
          </p:cNvPr>
          <p:cNvSpPr>
            <a:spLocks/>
          </p:cNvSpPr>
          <p:nvPr/>
        </p:nvSpPr>
        <p:spPr>
          <a:xfrm>
            <a:off x="469522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data_8151">
            <a:extLst>
              <a:ext uri="{FF2B5EF4-FFF2-40B4-BE49-F238E27FC236}">
                <a16:creationId xmlns:a16="http://schemas.microsoft.com/office/drawing/2014/main" id="{FC902469-BF4A-4492-AB90-3821E80E4504}"/>
              </a:ext>
            </a:extLst>
          </p:cNvPr>
          <p:cNvSpPr>
            <a:spLocks/>
          </p:cNvSpPr>
          <p:nvPr/>
        </p:nvSpPr>
        <p:spPr>
          <a:xfrm>
            <a:off x="46040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data_8152">
            <a:extLst>
              <a:ext uri="{FF2B5EF4-FFF2-40B4-BE49-F238E27FC236}">
                <a16:creationId xmlns:a16="http://schemas.microsoft.com/office/drawing/2014/main" id="{C5145718-4B37-4D5B-B86C-A51D00DB81F7}"/>
              </a:ext>
            </a:extLst>
          </p:cNvPr>
          <p:cNvSpPr>
            <a:spLocks/>
          </p:cNvSpPr>
          <p:nvPr/>
        </p:nvSpPr>
        <p:spPr>
          <a:xfrm>
            <a:off x="45993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data_8153">
            <a:extLst>
              <a:ext uri="{FF2B5EF4-FFF2-40B4-BE49-F238E27FC236}">
                <a16:creationId xmlns:a16="http://schemas.microsoft.com/office/drawing/2014/main" id="{6E676A50-1402-4B02-AB21-5F72C477E287}"/>
              </a:ext>
            </a:extLst>
          </p:cNvPr>
          <p:cNvSpPr>
            <a:spLocks/>
          </p:cNvSpPr>
          <p:nvPr/>
        </p:nvSpPr>
        <p:spPr>
          <a:xfrm>
            <a:off x="467632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data_8154">
            <a:extLst>
              <a:ext uri="{FF2B5EF4-FFF2-40B4-BE49-F238E27FC236}">
                <a16:creationId xmlns:a16="http://schemas.microsoft.com/office/drawing/2014/main" id="{4F96EE7F-BD83-4B79-9334-DE8611105B81}"/>
              </a:ext>
            </a:extLst>
          </p:cNvPr>
          <p:cNvSpPr>
            <a:spLocks/>
          </p:cNvSpPr>
          <p:nvPr/>
        </p:nvSpPr>
        <p:spPr>
          <a:xfrm>
            <a:off x="471450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data_8155">
            <a:extLst>
              <a:ext uri="{FF2B5EF4-FFF2-40B4-BE49-F238E27FC236}">
                <a16:creationId xmlns:a16="http://schemas.microsoft.com/office/drawing/2014/main" id="{E01D4DC2-C999-43EA-86CD-87D91823C5C9}"/>
              </a:ext>
            </a:extLst>
          </p:cNvPr>
          <p:cNvSpPr>
            <a:spLocks/>
          </p:cNvSpPr>
          <p:nvPr/>
        </p:nvSpPr>
        <p:spPr>
          <a:xfrm>
            <a:off x="4593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data_8156">
            <a:extLst>
              <a:ext uri="{FF2B5EF4-FFF2-40B4-BE49-F238E27FC236}">
                <a16:creationId xmlns:a16="http://schemas.microsoft.com/office/drawing/2014/main" id="{E90A758A-628F-4E39-B048-7CEE8F3745E0}"/>
              </a:ext>
            </a:extLst>
          </p:cNvPr>
          <p:cNvSpPr>
            <a:spLocks/>
          </p:cNvSpPr>
          <p:nvPr/>
        </p:nvSpPr>
        <p:spPr>
          <a:xfrm>
            <a:off x="46445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data_8157">
            <a:extLst>
              <a:ext uri="{FF2B5EF4-FFF2-40B4-BE49-F238E27FC236}">
                <a16:creationId xmlns:a16="http://schemas.microsoft.com/office/drawing/2014/main" id="{761C0F62-D2E6-4CB8-BC31-AC44FE415AB7}"/>
              </a:ext>
            </a:extLst>
          </p:cNvPr>
          <p:cNvSpPr>
            <a:spLocks/>
          </p:cNvSpPr>
          <p:nvPr/>
        </p:nvSpPr>
        <p:spPr>
          <a:xfrm>
            <a:off x="46863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data_8158">
            <a:extLst>
              <a:ext uri="{FF2B5EF4-FFF2-40B4-BE49-F238E27FC236}">
                <a16:creationId xmlns:a16="http://schemas.microsoft.com/office/drawing/2014/main" id="{63B77343-872D-4A6B-8C4E-AB8C7D622B2D}"/>
              </a:ext>
            </a:extLst>
          </p:cNvPr>
          <p:cNvSpPr>
            <a:spLocks/>
          </p:cNvSpPr>
          <p:nvPr/>
        </p:nvSpPr>
        <p:spPr>
          <a:xfrm>
            <a:off x="46472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data_8159">
            <a:extLst>
              <a:ext uri="{FF2B5EF4-FFF2-40B4-BE49-F238E27FC236}">
                <a16:creationId xmlns:a16="http://schemas.microsoft.com/office/drawing/2014/main" id="{6F214444-90BE-421C-ADDA-735F84DBF9C3}"/>
              </a:ext>
            </a:extLst>
          </p:cNvPr>
          <p:cNvSpPr>
            <a:spLocks/>
          </p:cNvSpPr>
          <p:nvPr/>
        </p:nvSpPr>
        <p:spPr>
          <a:xfrm>
            <a:off x="4625251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data_8160">
            <a:extLst>
              <a:ext uri="{FF2B5EF4-FFF2-40B4-BE49-F238E27FC236}">
                <a16:creationId xmlns:a16="http://schemas.microsoft.com/office/drawing/2014/main" id="{69A2BA95-0584-40AF-8ABD-82E261BE4FD3}"/>
              </a:ext>
            </a:extLst>
          </p:cNvPr>
          <p:cNvSpPr>
            <a:spLocks/>
          </p:cNvSpPr>
          <p:nvPr/>
        </p:nvSpPr>
        <p:spPr>
          <a:xfrm>
            <a:off x="46758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data_8161">
            <a:extLst>
              <a:ext uri="{FF2B5EF4-FFF2-40B4-BE49-F238E27FC236}">
                <a16:creationId xmlns:a16="http://schemas.microsoft.com/office/drawing/2014/main" id="{7CB7DECF-7862-45F7-ABF8-E6956659F305}"/>
              </a:ext>
            </a:extLst>
          </p:cNvPr>
          <p:cNvSpPr>
            <a:spLocks/>
          </p:cNvSpPr>
          <p:nvPr/>
        </p:nvSpPr>
        <p:spPr>
          <a:xfrm>
            <a:off x="46716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data_8162">
            <a:extLst>
              <a:ext uri="{FF2B5EF4-FFF2-40B4-BE49-F238E27FC236}">
                <a16:creationId xmlns:a16="http://schemas.microsoft.com/office/drawing/2014/main" id="{29A0FCAC-7E44-4F72-8AAE-E3084564F858}"/>
              </a:ext>
            </a:extLst>
          </p:cNvPr>
          <p:cNvSpPr>
            <a:spLocks/>
          </p:cNvSpPr>
          <p:nvPr/>
        </p:nvSpPr>
        <p:spPr>
          <a:xfrm>
            <a:off x="46558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data_8163">
            <a:extLst>
              <a:ext uri="{FF2B5EF4-FFF2-40B4-BE49-F238E27FC236}">
                <a16:creationId xmlns:a16="http://schemas.microsoft.com/office/drawing/2014/main" id="{609D602D-36B3-463C-B4A1-C3E2D7061902}"/>
              </a:ext>
            </a:extLst>
          </p:cNvPr>
          <p:cNvSpPr>
            <a:spLocks/>
          </p:cNvSpPr>
          <p:nvPr/>
        </p:nvSpPr>
        <p:spPr>
          <a:xfrm>
            <a:off x="46685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data_8164">
            <a:extLst>
              <a:ext uri="{FF2B5EF4-FFF2-40B4-BE49-F238E27FC236}">
                <a16:creationId xmlns:a16="http://schemas.microsoft.com/office/drawing/2014/main" id="{854D68AD-5A06-4882-9772-6C43F53F0DB4}"/>
              </a:ext>
            </a:extLst>
          </p:cNvPr>
          <p:cNvSpPr>
            <a:spLocks/>
          </p:cNvSpPr>
          <p:nvPr/>
        </p:nvSpPr>
        <p:spPr>
          <a:xfrm>
            <a:off x="46311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data_8165">
            <a:extLst>
              <a:ext uri="{FF2B5EF4-FFF2-40B4-BE49-F238E27FC236}">
                <a16:creationId xmlns:a16="http://schemas.microsoft.com/office/drawing/2014/main" id="{AB39A302-4AE9-4B1D-B7F0-220E32EBEE75}"/>
              </a:ext>
            </a:extLst>
          </p:cNvPr>
          <p:cNvSpPr>
            <a:spLocks/>
          </p:cNvSpPr>
          <p:nvPr/>
        </p:nvSpPr>
        <p:spPr>
          <a:xfrm>
            <a:off x="46603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data_8166">
            <a:extLst>
              <a:ext uri="{FF2B5EF4-FFF2-40B4-BE49-F238E27FC236}">
                <a16:creationId xmlns:a16="http://schemas.microsoft.com/office/drawing/2014/main" id="{6C3ED707-47EA-4D44-A5B7-0E9AE153B613}"/>
              </a:ext>
            </a:extLst>
          </p:cNvPr>
          <p:cNvSpPr>
            <a:spLocks/>
          </p:cNvSpPr>
          <p:nvPr/>
        </p:nvSpPr>
        <p:spPr>
          <a:xfrm>
            <a:off x="463241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data_8167">
            <a:extLst>
              <a:ext uri="{FF2B5EF4-FFF2-40B4-BE49-F238E27FC236}">
                <a16:creationId xmlns:a16="http://schemas.microsoft.com/office/drawing/2014/main" id="{20F5177D-AB56-4639-B645-EFBBB0F7EA8D}"/>
              </a:ext>
            </a:extLst>
          </p:cNvPr>
          <p:cNvSpPr>
            <a:spLocks/>
          </p:cNvSpPr>
          <p:nvPr/>
        </p:nvSpPr>
        <p:spPr>
          <a:xfrm>
            <a:off x="46438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data_8168">
            <a:extLst>
              <a:ext uri="{FF2B5EF4-FFF2-40B4-BE49-F238E27FC236}">
                <a16:creationId xmlns:a16="http://schemas.microsoft.com/office/drawing/2014/main" id="{E8F443CB-EFCC-401E-BF35-8CD6345BCBAD}"/>
              </a:ext>
            </a:extLst>
          </p:cNvPr>
          <p:cNvSpPr>
            <a:spLocks/>
          </p:cNvSpPr>
          <p:nvPr/>
        </p:nvSpPr>
        <p:spPr>
          <a:xfrm>
            <a:off x="4700172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data_8169">
            <a:extLst>
              <a:ext uri="{FF2B5EF4-FFF2-40B4-BE49-F238E27FC236}">
                <a16:creationId xmlns:a16="http://schemas.microsoft.com/office/drawing/2014/main" id="{C45B1270-9D30-461D-8175-7D62CC0037AE}"/>
              </a:ext>
            </a:extLst>
          </p:cNvPr>
          <p:cNvSpPr>
            <a:spLocks/>
          </p:cNvSpPr>
          <p:nvPr/>
        </p:nvSpPr>
        <p:spPr>
          <a:xfrm>
            <a:off x="46079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data_8170">
            <a:extLst>
              <a:ext uri="{FF2B5EF4-FFF2-40B4-BE49-F238E27FC236}">
                <a16:creationId xmlns:a16="http://schemas.microsoft.com/office/drawing/2014/main" id="{2390054D-63DC-4FEC-B874-403E503BDE48}"/>
              </a:ext>
            </a:extLst>
          </p:cNvPr>
          <p:cNvSpPr>
            <a:spLocks/>
          </p:cNvSpPr>
          <p:nvPr/>
        </p:nvSpPr>
        <p:spPr>
          <a:xfrm>
            <a:off x="46139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data_8171">
            <a:extLst>
              <a:ext uri="{FF2B5EF4-FFF2-40B4-BE49-F238E27FC236}">
                <a16:creationId xmlns:a16="http://schemas.microsoft.com/office/drawing/2014/main" id="{395E52AD-1677-42F1-9BCF-28A726AAFAF6}"/>
              </a:ext>
            </a:extLst>
          </p:cNvPr>
          <p:cNvSpPr>
            <a:spLocks/>
          </p:cNvSpPr>
          <p:nvPr/>
        </p:nvSpPr>
        <p:spPr>
          <a:xfrm>
            <a:off x="46681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data_8172">
            <a:extLst>
              <a:ext uri="{FF2B5EF4-FFF2-40B4-BE49-F238E27FC236}">
                <a16:creationId xmlns:a16="http://schemas.microsoft.com/office/drawing/2014/main" id="{6EC48EA6-5DF2-4BA6-9148-669F1D54E927}"/>
              </a:ext>
            </a:extLst>
          </p:cNvPr>
          <p:cNvSpPr>
            <a:spLocks/>
          </p:cNvSpPr>
          <p:nvPr/>
        </p:nvSpPr>
        <p:spPr>
          <a:xfrm>
            <a:off x="46669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data_8173">
            <a:extLst>
              <a:ext uri="{FF2B5EF4-FFF2-40B4-BE49-F238E27FC236}">
                <a16:creationId xmlns:a16="http://schemas.microsoft.com/office/drawing/2014/main" id="{2A9CDC79-B10A-4A97-AFD7-0A346CF7A462}"/>
              </a:ext>
            </a:extLst>
          </p:cNvPr>
          <p:cNvSpPr>
            <a:spLocks/>
          </p:cNvSpPr>
          <p:nvPr/>
        </p:nvSpPr>
        <p:spPr>
          <a:xfrm>
            <a:off x="47092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data_8174">
            <a:extLst>
              <a:ext uri="{FF2B5EF4-FFF2-40B4-BE49-F238E27FC236}">
                <a16:creationId xmlns:a16="http://schemas.microsoft.com/office/drawing/2014/main" id="{6D2AE76D-15A8-4B19-8389-FE3E2CDEC4F5}"/>
              </a:ext>
            </a:extLst>
          </p:cNvPr>
          <p:cNvSpPr>
            <a:spLocks/>
          </p:cNvSpPr>
          <p:nvPr/>
        </p:nvSpPr>
        <p:spPr>
          <a:xfrm>
            <a:off x="46896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data_8175">
            <a:extLst>
              <a:ext uri="{FF2B5EF4-FFF2-40B4-BE49-F238E27FC236}">
                <a16:creationId xmlns:a16="http://schemas.microsoft.com/office/drawing/2014/main" id="{3E1C5293-B964-4F91-8501-1C7DEEB71236}"/>
              </a:ext>
            </a:extLst>
          </p:cNvPr>
          <p:cNvSpPr>
            <a:spLocks/>
          </p:cNvSpPr>
          <p:nvPr/>
        </p:nvSpPr>
        <p:spPr>
          <a:xfrm>
            <a:off x="46092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data_8176">
            <a:extLst>
              <a:ext uri="{FF2B5EF4-FFF2-40B4-BE49-F238E27FC236}">
                <a16:creationId xmlns:a16="http://schemas.microsoft.com/office/drawing/2014/main" id="{B15AC72F-CB2B-4EAD-9979-62AF54608CF4}"/>
              </a:ext>
            </a:extLst>
          </p:cNvPr>
          <p:cNvSpPr>
            <a:spLocks/>
          </p:cNvSpPr>
          <p:nvPr/>
        </p:nvSpPr>
        <p:spPr>
          <a:xfrm>
            <a:off x="462811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data_8177">
            <a:extLst>
              <a:ext uri="{FF2B5EF4-FFF2-40B4-BE49-F238E27FC236}">
                <a16:creationId xmlns:a16="http://schemas.microsoft.com/office/drawing/2014/main" id="{70954D7E-8A4C-411B-AAE6-730BFCFA8F6F}"/>
              </a:ext>
            </a:extLst>
          </p:cNvPr>
          <p:cNvSpPr>
            <a:spLocks/>
          </p:cNvSpPr>
          <p:nvPr/>
        </p:nvSpPr>
        <p:spPr>
          <a:xfrm>
            <a:off x="46798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data_8178">
            <a:extLst>
              <a:ext uri="{FF2B5EF4-FFF2-40B4-BE49-F238E27FC236}">
                <a16:creationId xmlns:a16="http://schemas.microsoft.com/office/drawing/2014/main" id="{2EB0246D-2488-41E3-BAE5-A82589047DC1}"/>
              </a:ext>
            </a:extLst>
          </p:cNvPr>
          <p:cNvSpPr>
            <a:spLocks/>
          </p:cNvSpPr>
          <p:nvPr/>
        </p:nvSpPr>
        <p:spPr>
          <a:xfrm>
            <a:off x="46016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data_8179">
            <a:extLst>
              <a:ext uri="{FF2B5EF4-FFF2-40B4-BE49-F238E27FC236}">
                <a16:creationId xmlns:a16="http://schemas.microsoft.com/office/drawing/2014/main" id="{79E75ED3-EFF8-407E-AC37-2AC2E6675D7A}"/>
              </a:ext>
            </a:extLst>
          </p:cNvPr>
          <p:cNvSpPr>
            <a:spLocks/>
          </p:cNvSpPr>
          <p:nvPr/>
        </p:nvSpPr>
        <p:spPr>
          <a:xfrm>
            <a:off x="469222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data_8180">
            <a:extLst>
              <a:ext uri="{FF2B5EF4-FFF2-40B4-BE49-F238E27FC236}">
                <a16:creationId xmlns:a16="http://schemas.microsoft.com/office/drawing/2014/main" id="{FCE8B01E-8C0A-4100-B13E-2CB8C9337DD9}"/>
              </a:ext>
            </a:extLst>
          </p:cNvPr>
          <p:cNvSpPr>
            <a:spLocks/>
          </p:cNvSpPr>
          <p:nvPr/>
        </p:nvSpPr>
        <p:spPr>
          <a:xfrm>
            <a:off x="4696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data_8181">
            <a:extLst>
              <a:ext uri="{FF2B5EF4-FFF2-40B4-BE49-F238E27FC236}">
                <a16:creationId xmlns:a16="http://schemas.microsoft.com/office/drawing/2014/main" id="{738B5CA1-34B5-4264-8792-19248B4876DB}"/>
              </a:ext>
            </a:extLst>
          </p:cNvPr>
          <p:cNvSpPr>
            <a:spLocks/>
          </p:cNvSpPr>
          <p:nvPr/>
        </p:nvSpPr>
        <p:spPr>
          <a:xfrm>
            <a:off x="468284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data_8182">
            <a:extLst>
              <a:ext uri="{FF2B5EF4-FFF2-40B4-BE49-F238E27FC236}">
                <a16:creationId xmlns:a16="http://schemas.microsoft.com/office/drawing/2014/main" id="{39D39FDC-C46F-4186-B9B8-2E0A0482A882}"/>
              </a:ext>
            </a:extLst>
          </p:cNvPr>
          <p:cNvSpPr>
            <a:spLocks/>
          </p:cNvSpPr>
          <p:nvPr/>
        </p:nvSpPr>
        <p:spPr>
          <a:xfrm>
            <a:off x="46816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data_8183">
            <a:extLst>
              <a:ext uri="{FF2B5EF4-FFF2-40B4-BE49-F238E27FC236}">
                <a16:creationId xmlns:a16="http://schemas.microsoft.com/office/drawing/2014/main" id="{F5793D3F-EFFE-4F47-81BF-29865F0FFE0A}"/>
              </a:ext>
            </a:extLst>
          </p:cNvPr>
          <p:cNvSpPr>
            <a:spLocks/>
          </p:cNvSpPr>
          <p:nvPr/>
        </p:nvSpPr>
        <p:spPr>
          <a:xfrm>
            <a:off x="46872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data_8184">
            <a:extLst>
              <a:ext uri="{FF2B5EF4-FFF2-40B4-BE49-F238E27FC236}">
                <a16:creationId xmlns:a16="http://schemas.microsoft.com/office/drawing/2014/main" id="{59ADE4CA-8F30-433B-8008-D3E16EECFD1E}"/>
              </a:ext>
            </a:extLst>
          </p:cNvPr>
          <p:cNvSpPr>
            <a:spLocks/>
          </p:cNvSpPr>
          <p:nvPr/>
        </p:nvSpPr>
        <p:spPr>
          <a:xfrm>
            <a:off x="46626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data_8185">
            <a:extLst>
              <a:ext uri="{FF2B5EF4-FFF2-40B4-BE49-F238E27FC236}">
                <a16:creationId xmlns:a16="http://schemas.microsoft.com/office/drawing/2014/main" id="{D95C5260-9264-4C46-95D4-6187CECC8BEF}"/>
              </a:ext>
            </a:extLst>
          </p:cNvPr>
          <p:cNvSpPr>
            <a:spLocks/>
          </p:cNvSpPr>
          <p:nvPr/>
        </p:nvSpPr>
        <p:spPr>
          <a:xfrm>
            <a:off x="4595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data_8186">
            <a:extLst>
              <a:ext uri="{FF2B5EF4-FFF2-40B4-BE49-F238E27FC236}">
                <a16:creationId xmlns:a16="http://schemas.microsoft.com/office/drawing/2014/main" id="{5D73FCA2-A61B-4BA4-B4DB-0CB9CF04A480}"/>
              </a:ext>
            </a:extLst>
          </p:cNvPr>
          <p:cNvSpPr>
            <a:spLocks/>
          </p:cNvSpPr>
          <p:nvPr/>
        </p:nvSpPr>
        <p:spPr>
          <a:xfrm>
            <a:off x="46623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data_8187">
            <a:extLst>
              <a:ext uri="{FF2B5EF4-FFF2-40B4-BE49-F238E27FC236}">
                <a16:creationId xmlns:a16="http://schemas.microsoft.com/office/drawing/2014/main" id="{F4495DFE-8453-495D-A709-CC97982736B0}"/>
              </a:ext>
            </a:extLst>
          </p:cNvPr>
          <p:cNvSpPr>
            <a:spLocks/>
          </p:cNvSpPr>
          <p:nvPr/>
        </p:nvSpPr>
        <p:spPr>
          <a:xfrm>
            <a:off x="4612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data_8188">
            <a:extLst>
              <a:ext uri="{FF2B5EF4-FFF2-40B4-BE49-F238E27FC236}">
                <a16:creationId xmlns:a16="http://schemas.microsoft.com/office/drawing/2014/main" id="{BE99ED01-0779-4807-880E-CF49202E6B76}"/>
              </a:ext>
            </a:extLst>
          </p:cNvPr>
          <p:cNvSpPr>
            <a:spLocks/>
          </p:cNvSpPr>
          <p:nvPr/>
        </p:nvSpPr>
        <p:spPr>
          <a:xfrm>
            <a:off x="468219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data_8189">
            <a:extLst>
              <a:ext uri="{FF2B5EF4-FFF2-40B4-BE49-F238E27FC236}">
                <a16:creationId xmlns:a16="http://schemas.microsoft.com/office/drawing/2014/main" id="{2E846D9D-E245-4C1B-85AF-12D5C8973268}"/>
              </a:ext>
            </a:extLst>
          </p:cNvPr>
          <p:cNvSpPr>
            <a:spLocks/>
          </p:cNvSpPr>
          <p:nvPr/>
        </p:nvSpPr>
        <p:spPr>
          <a:xfrm>
            <a:off x="46993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data_8190">
            <a:extLst>
              <a:ext uri="{FF2B5EF4-FFF2-40B4-BE49-F238E27FC236}">
                <a16:creationId xmlns:a16="http://schemas.microsoft.com/office/drawing/2014/main" id="{E88C25C1-61BB-4F56-9208-9762196563DC}"/>
              </a:ext>
            </a:extLst>
          </p:cNvPr>
          <p:cNvSpPr>
            <a:spLocks/>
          </p:cNvSpPr>
          <p:nvPr/>
        </p:nvSpPr>
        <p:spPr>
          <a:xfrm>
            <a:off x="46101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data_8191">
            <a:extLst>
              <a:ext uri="{FF2B5EF4-FFF2-40B4-BE49-F238E27FC236}">
                <a16:creationId xmlns:a16="http://schemas.microsoft.com/office/drawing/2014/main" id="{C8D91C58-EC7C-436F-8AD0-0124CBC1C2A0}"/>
              </a:ext>
            </a:extLst>
          </p:cNvPr>
          <p:cNvSpPr>
            <a:spLocks/>
          </p:cNvSpPr>
          <p:nvPr/>
        </p:nvSpPr>
        <p:spPr>
          <a:xfrm>
            <a:off x="4683364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data_8192">
            <a:extLst>
              <a:ext uri="{FF2B5EF4-FFF2-40B4-BE49-F238E27FC236}">
                <a16:creationId xmlns:a16="http://schemas.microsoft.com/office/drawing/2014/main" id="{540B3E76-F9CB-488F-B488-F48740C6439F}"/>
              </a:ext>
            </a:extLst>
          </p:cNvPr>
          <p:cNvSpPr>
            <a:spLocks/>
          </p:cNvSpPr>
          <p:nvPr/>
        </p:nvSpPr>
        <p:spPr>
          <a:xfrm>
            <a:off x="4616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data_8193">
            <a:extLst>
              <a:ext uri="{FF2B5EF4-FFF2-40B4-BE49-F238E27FC236}">
                <a16:creationId xmlns:a16="http://schemas.microsoft.com/office/drawing/2014/main" id="{483C2F40-A82C-4B2C-8A9D-5B4D656D0E3E}"/>
              </a:ext>
            </a:extLst>
          </p:cNvPr>
          <p:cNvSpPr>
            <a:spLocks/>
          </p:cNvSpPr>
          <p:nvPr/>
        </p:nvSpPr>
        <p:spPr>
          <a:xfrm>
            <a:off x="462238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data_8194">
            <a:extLst>
              <a:ext uri="{FF2B5EF4-FFF2-40B4-BE49-F238E27FC236}">
                <a16:creationId xmlns:a16="http://schemas.microsoft.com/office/drawing/2014/main" id="{672F4DA6-95FF-4D29-BC48-345D124A2684}"/>
              </a:ext>
            </a:extLst>
          </p:cNvPr>
          <p:cNvSpPr>
            <a:spLocks/>
          </p:cNvSpPr>
          <p:nvPr/>
        </p:nvSpPr>
        <p:spPr>
          <a:xfrm>
            <a:off x="46068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data_8195">
            <a:extLst>
              <a:ext uri="{FF2B5EF4-FFF2-40B4-BE49-F238E27FC236}">
                <a16:creationId xmlns:a16="http://schemas.microsoft.com/office/drawing/2014/main" id="{994C0362-BE08-410B-AAFB-D623B1011810}"/>
              </a:ext>
            </a:extLst>
          </p:cNvPr>
          <p:cNvSpPr>
            <a:spLocks/>
          </p:cNvSpPr>
          <p:nvPr/>
        </p:nvSpPr>
        <p:spPr>
          <a:xfrm>
            <a:off x="46819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data_8196">
            <a:extLst>
              <a:ext uri="{FF2B5EF4-FFF2-40B4-BE49-F238E27FC236}">
                <a16:creationId xmlns:a16="http://schemas.microsoft.com/office/drawing/2014/main" id="{1D0C2621-83EF-4059-B84D-710AB936FBF5}"/>
              </a:ext>
            </a:extLst>
          </p:cNvPr>
          <p:cNvSpPr>
            <a:spLocks/>
          </p:cNvSpPr>
          <p:nvPr/>
        </p:nvSpPr>
        <p:spPr>
          <a:xfrm>
            <a:off x="47155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data_8197">
            <a:extLst>
              <a:ext uri="{FF2B5EF4-FFF2-40B4-BE49-F238E27FC236}">
                <a16:creationId xmlns:a16="http://schemas.microsoft.com/office/drawing/2014/main" id="{DCE0BEF8-84BF-4176-B123-9429385F7E55}"/>
              </a:ext>
            </a:extLst>
          </p:cNvPr>
          <p:cNvSpPr>
            <a:spLocks/>
          </p:cNvSpPr>
          <p:nvPr/>
        </p:nvSpPr>
        <p:spPr>
          <a:xfrm>
            <a:off x="472115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data_8198">
            <a:extLst>
              <a:ext uri="{FF2B5EF4-FFF2-40B4-BE49-F238E27FC236}">
                <a16:creationId xmlns:a16="http://schemas.microsoft.com/office/drawing/2014/main" id="{892BDDF6-56DC-4607-BC27-F6A24E3661C4}"/>
              </a:ext>
            </a:extLst>
          </p:cNvPr>
          <p:cNvSpPr>
            <a:spLocks/>
          </p:cNvSpPr>
          <p:nvPr/>
        </p:nvSpPr>
        <p:spPr>
          <a:xfrm>
            <a:off x="46406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data_8199">
            <a:extLst>
              <a:ext uri="{FF2B5EF4-FFF2-40B4-BE49-F238E27FC236}">
                <a16:creationId xmlns:a16="http://schemas.microsoft.com/office/drawing/2014/main" id="{2D6696BC-16E9-4B3F-B7C5-7C2ED8E50BC8}"/>
              </a:ext>
            </a:extLst>
          </p:cNvPr>
          <p:cNvSpPr>
            <a:spLocks/>
          </p:cNvSpPr>
          <p:nvPr/>
        </p:nvSpPr>
        <p:spPr>
          <a:xfrm>
            <a:off x="46884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data_8200">
            <a:extLst>
              <a:ext uri="{FF2B5EF4-FFF2-40B4-BE49-F238E27FC236}">
                <a16:creationId xmlns:a16="http://schemas.microsoft.com/office/drawing/2014/main" id="{F46E0B02-FE5B-4063-8122-A5BE9F540ED8}"/>
              </a:ext>
            </a:extLst>
          </p:cNvPr>
          <p:cNvSpPr>
            <a:spLocks/>
          </p:cNvSpPr>
          <p:nvPr/>
        </p:nvSpPr>
        <p:spPr>
          <a:xfrm>
            <a:off x="4713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data_8201">
            <a:extLst>
              <a:ext uri="{FF2B5EF4-FFF2-40B4-BE49-F238E27FC236}">
                <a16:creationId xmlns:a16="http://schemas.microsoft.com/office/drawing/2014/main" id="{22CCAFA3-A195-4014-8715-BDA6CB71DECF}"/>
              </a:ext>
            </a:extLst>
          </p:cNvPr>
          <p:cNvSpPr>
            <a:spLocks/>
          </p:cNvSpPr>
          <p:nvPr/>
        </p:nvSpPr>
        <p:spPr>
          <a:xfrm>
            <a:off x="469834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data_8202">
            <a:extLst>
              <a:ext uri="{FF2B5EF4-FFF2-40B4-BE49-F238E27FC236}">
                <a16:creationId xmlns:a16="http://schemas.microsoft.com/office/drawing/2014/main" id="{37F6D9E8-726F-4ACF-BC5A-65CA8148985D}"/>
              </a:ext>
            </a:extLst>
          </p:cNvPr>
          <p:cNvSpPr>
            <a:spLocks/>
          </p:cNvSpPr>
          <p:nvPr/>
        </p:nvSpPr>
        <p:spPr>
          <a:xfrm>
            <a:off x="46845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data_8203">
            <a:extLst>
              <a:ext uri="{FF2B5EF4-FFF2-40B4-BE49-F238E27FC236}">
                <a16:creationId xmlns:a16="http://schemas.microsoft.com/office/drawing/2014/main" id="{186BC621-26D9-4715-A24F-FE0EBA9CB8EF}"/>
              </a:ext>
            </a:extLst>
          </p:cNvPr>
          <p:cNvSpPr>
            <a:spLocks/>
          </p:cNvSpPr>
          <p:nvPr/>
        </p:nvSpPr>
        <p:spPr>
          <a:xfrm>
            <a:off x="4652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data_8204">
            <a:extLst>
              <a:ext uri="{FF2B5EF4-FFF2-40B4-BE49-F238E27FC236}">
                <a16:creationId xmlns:a16="http://schemas.microsoft.com/office/drawing/2014/main" id="{7D9277CC-8B50-4940-9680-3BE1E203720D}"/>
              </a:ext>
            </a:extLst>
          </p:cNvPr>
          <p:cNvSpPr>
            <a:spLocks/>
          </p:cNvSpPr>
          <p:nvPr/>
        </p:nvSpPr>
        <p:spPr>
          <a:xfrm>
            <a:off x="4648705" y="29621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data_8205">
            <a:extLst>
              <a:ext uri="{FF2B5EF4-FFF2-40B4-BE49-F238E27FC236}">
                <a16:creationId xmlns:a16="http://schemas.microsoft.com/office/drawing/2014/main" id="{B38A6173-0E30-4999-A5D0-6805D4B8C9A7}"/>
              </a:ext>
            </a:extLst>
          </p:cNvPr>
          <p:cNvSpPr>
            <a:spLocks/>
          </p:cNvSpPr>
          <p:nvPr/>
        </p:nvSpPr>
        <p:spPr>
          <a:xfrm>
            <a:off x="46053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data_8206">
            <a:extLst>
              <a:ext uri="{FF2B5EF4-FFF2-40B4-BE49-F238E27FC236}">
                <a16:creationId xmlns:a16="http://schemas.microsoft.com/office/drawing/2014/main" id="{1CDA3BBC-1889-4DDC-A27F-85E8EB82650B}"/>
              </a:ext>
            </a:extLst>
          </p:cNvPr>
          <p:cNvSpPr>
            <a:spLocks/>
          </p:cNvSpPr>
          <p:nvPr/>
        </p:nvSpPr>
        <p:spPr>
          <a:xfrm>
            <a:off x="4714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data_8207">
            <a:extLst>
              <a:ext uri="{FF2B5EF4-FFF2-40B4-BE49-F238E27FC236}">
                <a16:creationId xmlns:a16="http://schemas.microsoft.com/office/drawing/2014/main" id="{F6725D91-902E-4314-B651-294FFE0012F7}"/>
              </a:ext>
            </a:extLst>
          </p:cNvPr>
          <p:cNvSpPr>
            <a:spLocks/>
          </p:cNvSpPr>
          <p:nvPr/>
        </p:nvSpPr>
        <p:spPr>
          <a:xfrm>
            <a:off x="47003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data_8208">
            <a:extLst>
              <a:ext uri="{FF2B5EF4-FFF2-40B4-BE49-F238E27FC236}">
                <a16:creationId xmlns:a16="http://schemas.microsoft.com/office/drawing/2014/main" id="{39066BB6-3AA7-4CC3-A351-5450BA224C0D}"/>
              </a:ext>
            </a:extLst>
          </p:cNvPr>
          <p:cNvSpPr>
            <a:spLocks/>
          </p:cNvSpPr>
          <p:nvPr/>
        </p:nvSpPr>
        <p:spPr>
          <a:xfrm>
            <a:off x="4680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data_8209">
            <a:extLst>
              <a:ext uri="{FF2B5EF4-FFF2-40B4-BE49-F238E27FC236}">
                <a16:creationId xmlns:a16="http://schemas.microsoft.com/office/drawing/2014/main" id="{1D7B679C-22FC-47D4-A25A-691C7DFB1AA7}"/>
              </a:ext>
            </a:extLst>
          </p:cNvPr>
          <p:cNvSpPr>
            <a:spLocks/>
          </p:cNvSpPr>
          <p:nvPr/>
        </p:nvSpPr>
        <p:spPr>
          <a:xfrm>
            <a:off x="46007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data_8210">
            <a:extLst>
              <a:ext uri="{FF2B5EF4-FFF2-40B4-BE49-F238E27FC236}">
                <a16:creationId xmlns:a16="http://schemas.microsoft.com/office/drawing/2014/main" id="{D0BC2C70-1C87-44A3-91E0-3765B7D04200}"/>
              </a:ext>
            </a:extLst>
          </p:cNvPr>
          <p:cNvSpPr>
            <a:spLocks/>
          </p:cNvSpPr>
          <p:nvPr/>
        </p:nvSpPr>
        <p:spPr>
          <a:xfrm>
            <a:off x="4613394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data_8211">
            <a:extLst>
              <a:ext uri="{FF2B5EF4-FFF2-40B4-BE49-F238E27FC236}">
                <a16:creationId xmlns:a16="http://schemas.microsoft.com/office/drawing/2014/main" id="{41F3D783-AB2D-48E3-85B9-DE11C4BB918C}"/>
              </a:ext>
            </a:extLst>
          </p:cNvPr>
          <p:cNvSpPr>
            <a:spLocks/>
          </p:cNvSpPr>
          <p:nvPr/>
        </p:nvSpPr>
        <p:spPr>
          <a:xfrm>
            <a:off x="462603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data_8212">
            <a:extLst>
              <a:ext uri="{FF2B5EF4-FFF2-40B4-BE49-F238E27FC236}">
                <a16:creationId xmlns:a16="http://schemas.microsoft.com/office/drawing/2014/main" id="{657299A7-E3CC-4B30-A913-44D76A32BAE5}"/>
              </a:ext>
            </a:extLst>
          </p:cNvPr>
          <p:cNvSpPr>
            <a:spLocks/>
          </p:cNvSpPr>
          <p:nvPr/>
        </p:nvSpPr>
        <p:spPr>
          <a:xfrm>
            <a:off x="46819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data_8213">
            <a:extLst>
              <a:ext uri="{FF2B5EF4-FFF2-40B4-BE49-F238E27FC236}">
                <a16:creationId xmlns:a16="http://schemas.microsoft.com/office/drawing/2014/main" id="{C03110D9-46A4-4E71-A905-A0CDD419299B}"/>
              </a:ext>
            </a:extLst>
          </p:cNvPr>
          <p:cNvSpPr>
            <a:spLocks/>
          </p:cNvSpPr>
          <p:nvPr/>
        </p:nvSpPr>
        <p:spPr>
          <a:xfrm>
            <a:off x="46687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data_8214">
            <a:extLst>
              <a:ext uri="{FF2B5EF4-FFF2-40B4-BE49-F238E27FC236}">
                <a16:creationId xmlns:a16="http://schemas.microsoft.com/office/drawing/2014/main" id="{6ECCA7A5-6DC0-4567-A1FF-B5DDAFB8B4C5}"/>
              </a:ext>
            </a:extLst>
          </p:cNvPr>
          <p:cNvSpPr>
            <a:spLocks/>
          </p:cNvSpPr>
          <p:nvPr/>
        </p:nvSpPr>
        <p:spPr>
          <a:xfrm>
            <a:off x="46188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data_8215">
            <a:extLst>
              <a:ext uri="{FF2B5EF4-FFF2-40B4-BE49-F238E27FC236}">
                <a16:creationId xmlns:a16="http://schemas.microsoft.com/office/drawing/2014/main" id="{CD25ECBA-DE8C-4164-9407-A48FA6E7CF3C}"/>
              </a:ext>
            </a:extLst>
          </p:cNvPr>
          <p:cNvSpPr>
            <a:spLocks/>
          </p:cNvSpPr>
          <p:nvPr/>
        </p:nvSpPr>
        <p:spPr>
          <a:xfrm>
            <a:off x="46424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data_8216">
            <a:extLst>
              <a:ext uri="{FF2B5EF4-FFF2-40B4-BE49-F238E27FC236}">
                <a16:creationId xmlns:a16="http://schemas.microsoft.com/office/drawing/2014/main" id="{DA4A4731-FE1E-4407-963D-6810E26216DE}"/>
              </a:ext>
            </a:extLst>
          </p:cNvPr>
          <p:cNvSpPr>
            <a:spLocks/>
          </p:cNvSpPr>
          <p:nvPr/>
        </p:nvSpPr>
        <p:spPr>
          <a:xfrm>
            <a:off x="4596326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data_8217">
            <a:extLst>
              <a:ext uri="{FF2B5EF4-FFF2-40B4-BE49-F238E27FC236}">
                <a16:creationId xmlns:a16="http://schemas.microsoft.com/office/drawing/2014/main" id="{E026F7AB-E4A9-4836-A386-BF2E9442B1DC}"/>
              </a:ext>
            </a:extLst>
          </p:cNvPr>
          <p:cNvSpPr>
            <a:spLocks/>
          </p:cNvSpPr>
          <p:nvPr/>
        </p:nvSpPr>
        <p:spPr>
          <a:xfrm>
            <a:off x="53077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data_8218">
            <a:extLst>
              <a:ext uri="{FF2B5EF4-FFF2-40B4-BE49-F238E27FC236}">
                <a16:creationId xmlns:a16="http://schemas.microsoft.com/office/drawing/2014/main" id="{78BF50F1-EA40-40DF-B0EE-5E3069BA6587}"/>
              </a:ext>
            </a:extLst>
          </p:cNvPr>
          <p:cNvSpPr>
            <a:spLocks/>
          </p:cNvSpPr>
          <p:nvPr/>
        </p:nvSpPr>
        <p:spPr>
          <a:xfrm>
            <a:off x="52827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data_8219">
            <a:extLst>
              <a:ext uri="{FF2B5EF4-FFF2-40B4-BE49-F238E27FC236}">
                <a16:creationId xmlns:a16="http://schemas.microsoft.com/office/drawing/2014/main" id="{C944773E-F3F6-46FC-8B57-59AE0888EFAC}"/>
              </a:ext>
            </a:extLst>
          </p:cNvPr>
          <p:cNvSpPr>
            <a:spLocks/>
          </p:cNvSpPr>
          <p:nvPr/>
        </p:nvSpPr>
        <p:spPr>
          <a:xfrm>
            <a:off x="5303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data_8220">
            <a:extLst>
              <a:ext uri="{FF2B5EF4-FFF2-40B4-BE49-F238E27FC236}">
                <a16:creationId xmlns:a16="http://schemas.microsoft.com/office/drawing/2014/main" id="{54A8A840-F708-4A0E-89DC-91F46FD3F95C}"/>
              </a:ext>
            </a:extLst>
          </p:cNvPr>
          <p:cNvSpPr>
            <a:spLocks/>
          </p:cNvSpPr>
          <p:nvPr/>
        </p:nvSpPr>
        <p:spPr>
          <a:xfrm>
            <a:off x="530254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data_8221">
            <a:extLst>
              <a:ext uri="{FF2B5EF4-FFF2-40B4-BE49-F238E27FC236}">
                <a16:creationId xmlns:a16="http://schemas.microsoft.com/office/drawing/2014/main" id="{B8207560-2B22-4971-B084-A422F1C3E710}"/>
              </a:ext>
            </a:extLst>
          </p:cNvPr>
          <p:cNvSpPr>
            <a:spLocks/>
          </p:cNvSpPr>
          <p:nvPr/>
        </p:nvSpPr>
        <p:spPr>
          <a:xfrm>
            <a:off x="53246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data_8222">
            <a:extLst>
              <a:ext uri="{FF2B5EF4-FFF2-40B4-BE49-F238E27FC236}">
                <a16:creationId xmlns:a16="http://schemas.microsoft.com/office/drawing/2014/main" id="{9A46B4E3-C678-4BCA-97AD-4FDF3078A1B8}"/>
              </a:ext>
            </a:extLst>
          </p:cNvPr>
          <p:cNvSpPr>
            <a:spLocks/>
          </p:cNvSpPr>
          <p:nvPr/>
        </p:nvSpPr>
        <p:spPr>
          <a:xfrm>
            <a:off x="53626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data_8223">
            <a:extLst>
              <a:ext uri="{FF2B5EF4-FFF2-40B4-BE49-F238E27FC236}">
                <a16:creationId xmlns:a16="http://schemas.microsoft.com/office/drawing/2014/main" id="{54B9117A-98E9-4378-B409-CD5E52C4C07E}"/>
              </a:ext>
            </a:extLst>
          </p:cNvPr>
          <p:cNvSpPr>
            <a:spLocks/>
          </p:cNvSpPr>
          <p:nvPr/>
        </p:nvSpPr>
        <p:spPr>
          <a:xfrm>
            <a:off x="53864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data_8224">
            <a:extLst>
              <a:ext uri="{FF2B5EF4-FFF2-40B4-BE49-F238E27FC236}">
                <a16:creationId xmlns:a16="http://schemas.microsoft.com/office/drawing/2014/main" id="{2C0E9DE4-3D79-4BEA-9E08-AF43725E1A2D}"/>
              </a:ext>
            </a:extLst>
          </p:cNvPr>
          <p:cNvSpPr>
            <a:spLocks/>
          </p:cNvSpPr>
          <p:nvPr/>
        </p:nvSpPr>
        <p:spPr>
          <a:xfrm>
            <a:off x="528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data_8225">
            <a:extLst>
              <a:ext uri="{FF2B5EF4-FFF2-40B4-BE49-F238E27FC236}">
                <a16:creationId xmlns:a16="http://schemas.microsoft.com/office/drawing/2014/main" id="{38B5727C-7C57-4519-BF9B-85E0B27C9F3C}"/>
              </a:ext>
            </a:extLst>
          </p:cNvPr>
          <p:cNvSpPr>
            <a:spLocks/>
          </p:cNvSpPr>
          <p:nvPr/>
        </p:nvSpPr>
        <p:spPr>
          <a:xfrm>
            <a:off x="5349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data_8226">
            <a:extLst>
              <a:ext uri="{FF2B5EF4-FFF2-40B4-BE49-F238E27FC236}">
                <a16:creationId xmlns:a16="http://schemas.microsoft.com/office/drawing/2014/main" id="{1BD9A0EA-9593-4518-924B-23B7CDA9570F}"/>
              </a:ext>
            </a:extLst>
          </p:cNvPr>
          <p:cNvSpPr>
            <a:spLocks/>
          </p:cNvSpPr>
          <p:nvPr/>
        </p:nvSpPr>
        <p:spPr>
          <a:xfrm>
            <a:off x="52900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data_8227">
            <a:extLst>
              <a:ext uri="{FF2B5EF4-FFF2-40B4-BE49-F238E27FC236}">
                <a16:creationId xmlns:a16="http://schemas.microsoft.com/office/drawing/2014/main" id="{167EF72B-D488-4F2C-80CC-F209E3D821D4}"/>
              </a:ext>
            </a:extLst>
          </p:cNvPr>
          <p:cNvSpPr>
            <a:spLocks/>
          </p:cNvSpPr>
          <p:nvPr/>
        </p:nvSpPr>
        <p:spPr>
          <a:xfrm>
            <a:off x="5275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data_8228">
            <a:extLst>
              <a:ext uri="{FF2B5EF4-FFF2-40B4-BE49-F238E27FC236}">
                <a16:creationId xmlns:a16="http://schemas.microsoft.com/office/drawing/2014/main" id="{8C59C9C0-DA59-4914-A3AB-7D646A6BDFFA}"/>
              </a:ext>
            </a:extLst>
          </p:cNvPr>
          <p:cNvSpPr>
            <a:spLocks/>
          </p:cNvSpPr>
          <p:nvPr/>
        </p:nvSpPr>
        <p:spPr>
          <a:xfrm>
            <a:off x="537603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data_8229">
            <a:extLst>
              <a:ext uri="{FF2B5EF4-FFF2-40B4-BE49-F238E27FC236}">
                <a16:creationId xmlns:a16="http://schemas.microsoft.com/office/drawing/2014/main" id="{A3BE9D74-2EC2-4DDF-A489-C44952475D9E}"/>
              </a:ext>
            </a:extLst>
          </p:cNvPr>
          <p:cNvSpPr>
            <a:spLocks/>
          </p:cNvSpPr>
          <p:nvPr/>
        </p:nvSpPr>
        <p:spPr>
          <a:xfrm>
            <a:off x="54027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data_8230">
            <a:extLst>
              <a:ext uri="{FF2B5EF4-FFF2-40B4-BE49-F238E27FC236}">
                <a16:creationId xmlns:a16="http://schemas.microsoft.com/office/drawing/2014/main" id="{C65B2A1F-72F7-4258-96C2-BF17DD64100E}"/>
              </a:ext>
            </a:extLst>
          </p:cNvPr>
          <p:cNvSpPr>
            <a:spLocks/>
          </p:cNvSpPr>
          <p:nvPr/>
        </p:nvSpPr>
        <p:spPr>
          <a:xfrm>
            <a:off x="53243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data_8231">
            <a:extLst>
              <a:ext uri="{FF2B5EF4-FFF2-40B4-BE49-F238E27FC236}">
                <a16:creationId xmlns:a16="http://schemas.microsoft.com/office/drawing/2014/main" id="{EAA4C1F2-9DC8-4D81-8243-055031E81182}"/>
              </a:ext>
            </a:extLst>
          </p:cNvPr>
          <p:cNvSpPr>
            <a:spLocks/>
          </p:cNvSpPr>
          <p:nvPr/>
        </p:nvSpPr>
        <p:spPr>
          <a:xfrm>
            <a:off x="5395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data_8232">
            <a:extLst>
              <a:ext uri="{FF2B5EF4-FFF2-40B4-BE49-F238E27FC236}">
                <a16:creationId xmlns:a16="http://schemas.microsoft.com/office/drawing/2014/main" id="{6B1DB4B7-3E99-46B4-94A7-D3B61A8AEAEE}"/>
              </a:ext>
            </a:extLst>
          </p:cNvPr>
          <p:cNvSpPr>
            <a:spLocks/>
          </p:cNvSpPr>
          <p:nvPr/>
        </p:nvSpPr>
        <p:spPr>
          <a:xfrm>
            <a:off x="530293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data_8233">
            <a:extLst>
              <a:ext uri="{FF2B5EF4-FFF2-40B4-BE49-F238E27FC236}">
                <a16:creationId xmlns:a16="http://schemas.microsoft.com/office/drawing/2014/main" id="{8EAB40D8-CF17-40DC-8BB2-60D17175379C}"/>
              </a:ext>
            </a:extLst>
          </p:cNvPr>
          <p:cNvSpPr>
            <a:spLocks/>
          </p:cNvSpPr>
          <p:nvPr/>
        </p:nvSpPr>
        <p:spPr>
          <a:xfrm>
            <a:off x="5327693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data_8234">
            <a:extLst>
              <a:ext uri="{FF2B5EF4-FFF2-40B4-BE49-F238E27FC236}">
                <a16:creationId xmlns:a16="http://schemas.microsoft.com/office/drawing/2014/main" id="{4EE12836-EB4A-41BB-BBC7-BA1016F1E139}"/>
              </a:ext>
            </a:extLst>
          </p:cNvPr>
          <p:cNvSpPr>
            <a:spLocks/>
          </p:cNvSpPr>
          <p:nvPr/>
        </p:nvSpPr>
        <p:spPr>
          <a:xfrm>
            <a:off x="5366522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data_8235">
            <a:extLst>
              <a:ext uri="{FF2B5EF4-FFF2-40B4-BE49-F238E27FC236}">
                <a16:creationId xmlns:a16="http://schemas.microsoft.com/office/drawing/2014/main" id="{B4D62522-2A73-4B5B-856D-E1FECAD19679}"/>
              </a:ext>
            </a:extLst>
          </p:cNvPr>
          <p:cNvSpPr>
            <a:spLocks/>
          </p:cNvSpPr>
          <p:nvPr/>
        </p:nvSpPr>
        <p:spPr>
          <a:xfrm>
            <a:off x="538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data_8236">
            <a:extLst>
              <a:ext uri="{FF2B5EF4-FFF2-40B4-BE49-F238E27FC236}">
                <a16:creationId xmlns:a16="http://schemas.microsoft.com/office/drawing/2014/main" id="{0DB35A0F-F0FE-4850-BC6A-BBB4708AD0F6}"/>
              </a:ext>
            </a:extLst>
          </p:cNvPr>
          <p:cNvSpPr>
            <a:spLocks/>
          </p:cNvSpPr>
          <p:nvPr/>
        </p:nvSpPr>
        <p:spPr>
          <a:xfrm>
            <a:off x="54024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data_8237">
            <a:extLst>
              <a:ext uri="{FF2B5EF4-FFF2-40B4-BE49-F238E27FC236}">
                <a16:creationId xmlns:a16="http://schemas.microsoft.com/office/drawing/2014/main" id="{C2621D49-32CA-4FEE-B3D8-366CFD7C14FE}"/>
              </a:ext>
            </a:extLst>
          </p:cNvPr>
          <p:cNvSpPr>
            <a:spLocks/>
          </p:cNvSpPr>
          <p:nvPr/>
        </p:nvSpPr>
        <p:spPr>
          <a:xfrm>
            <a:off x="535753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data_8238">
            <a:extLst>
              <a:ext uri="{FF2B5EF4-FFF2-40B4-BE49-F238E27FC236}">
                <a16:creationId xmlns:a16="http://schemas.microsoft.com/office/drawing/2014/main" id="{703664E6-A52C-48A1-8C31-B8E43DD5D934}"/>
              </a:ext>
            </a:extLst>
          </p:cNvPr>
          <p:cNvSpPr>
            <a:spLocks/>
          </p:cNvSpPr>
          <p:nvPr/>
        </p:nvSpPr>
        <p:spPr>
          <a:xfrm>
            <a:off x="528026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data_8239">
            <a:extLst>
              <a:ext uri="{FF2B5EF4-FFF2-40B4-BE49-F238E27FC236}">
                <a16:creationId xmlns:a16="http://schemas.microsoft.com/office/drawing/2014/main" id="{02D2A49D-5EFF-4E9F-A3EA-D88726E59B7B}"/>
              </a:ext>
            </a:extLst>
          </p:cNvPr>
          <p:cNvSpPr>
            <a:spLocks/>
          </p:cNvSpPr>
          <p:nvPr/>
        </p:nvSpPr>
        <p:spPr>
          <a:xfrm>
            <a:off x="529954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data_8240">
            <a:extLst>
              <a:ext uri="{FF2B5EF4-FFF2-40B4-BE49-F238E27FC236}">
                <a16:creationId xmlns:a16="http://schemas.microsoft.com/office/drawing/2014/main" id="{099A29AF-8200-4F29-90FC-2EE8BDE0EE9E}"/>
              </a:ext>
            </a:extLst>
          </p:cNvPr>
          <p:cNvSpPr>
            <a:spLocks/>
          </p:cNvSpPr>
          <p:nvPr/>
        </p:nvSpPr>
        <p:spPr>
          <a:xfrm>
            <a:off x="5308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data_8241">
            <a:extLst>
              <a:ext uri="{FF2B5EF4-FFF2-40B4-BE49-F238E27FC236}">
                <a16:creationId xmlns:a16="http://schemas.microsoft.com/office/drawing/2014/main" id="{C4CCAAF8-33E5-4FE4-8858-EA8D267EC6AC}"/>
              </a:ext>
            </a:extLst>
          </p:cNvPr>
          <p:cNvSpPr>
            <a:spLocks/>
          </p:cNvSpPr>
          <p:nvPr/>
        </p:nvSpPr>
        <p:spPr>
          <a:xfrm>
            <a:off x="52800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data_8242">
            <a:extLst>
              <a:ext uri="{FF2B5EF4-FFF2-40B4-BE49-F238E27FC236}">
                <a16:creationId xmlns:a16="http://schemas.microsoft.com/office/drawing/2014/main" id="{E0BD43BE-D5B9-42EE-9E6F-7F30EB702C67}"/>
              </a:ext>
            </a:extLst>
          </p:cNvPr>
          <p:cNvSpPr>
            <a:spLocks/>
          </p:cNvSpPr>
          <p:nvPr/>
        </p:nvSpPr>
        <p:spPr>
          <a:xfrm>
            <a:off x="527922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data_8243">
            <a:extLst>
              <a:ext uri="{FF2B5EF4-FFF2-40B4-BE49-F238E27FC236}">
                <a16:creationId xmlns:a16="http://schemas.microsoft.com/office/drawing/2014/main" id="{B63FC65E-A9BD-4F2F-8EC4-B20C8739A8A5}"/>
              </a:ext>
            </a:extLst>
          </p:cNvPr>
          <p:cNvSpPr>
            <a:spLocks/>
          </p:cNvSpPr>
          <p:nvPr/>
        </p:nvSpPr>
        <p:spPr>
          <a:xfrm>
            <a:off x="5304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data_8244">
            <a:extLst>
              <a:ext uri="{FF2B5EF4-FFF2-40B4-BE49-F238E27FC236}">
                <a16:creationId xmlns:a16="http://schemas.microsoft.com/office/drawing/2014/main" id="{D0AF3A45-7450-4273-9E2F-460B1C3AA0CC}"/>
              </a:ext>
            </a:extLst>
          </p:cNvPr>
          <p:cNvSpPr>
            <a:spLocks/>
          </p:cNvSpPr>
          <p:nvPr/>
        </p:nvSpPr>
        <p:spPr>
          <a:xfrm>
            <a:off x="5353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data_8245">
            <a:extLst>
              <a:ext uri="{FF2B5EF4-FFF2-40B4-BE49-F238E27FC236}">
                <a16:creationId xmlns:a16="http://schemas.microsoft.com/office/drawing/2014/main" id="{989AFC57-249B-43A1-88DD-C91D7FB317D9}"/>
              </a:ext>
            </a:extLst>
          </p:cNvPr>
          <p:cNvSpPr>
            <a:spLocks/>
          </p:cNvSpPr>
          <p:nvPr/>
        </p:nvSpPr>
        <p:spPr>
          <a:xfrm>
            <a:off x="5297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data_8246">
            <a:extLst>
              <a:ext uri="{FF2B5EF4-FFF2-40B4-BE49-F238E27FC236}">
                <a16:creationId xmlns:a16="http://schemas.microsoft.com/office/drawing/2014/main" id="{650A3790-8B0B-4246-9F00-9D274E3B23A6}"/>
              </a:ext>
            </a:extLst>
          </p:cNvPr>
          <p:cNvSpPr>
            <a:spLocks/>
          </p:cNvSpPr>
          <p:nvPr/>
        </p:nvSpPr>
        <p:spPr>
          <a:xfrm>
            <a:off x="53366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data_8247">
            <a:extLst>
              <a:ext uri="{FF2B5EF4-FFF2-40B4-BE49-F238E27FC236}">
                <a16:creationId xmlns:a16="http://schemas.microsoft.com/office/drawing/2014/main" id="{0566206F-55BF-4546-A68E-6D0E3FC3404A}"/>
              </a:ext>
            </a:extLst>
          </p:cNvPr>
          <p:cNvSpPr>
            <a:spLocks/>
          </p:cNvSpPr>
          <p:nvPr/>
        </p:nvSpPr>
        <p:spPr>
          <a:xfrm>
            <a:off x="532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data_8248">
            <a:extLst>
              <a:ext uri="{FF2B5EF4-FFF2-40B4-BE49-F238E27FC236}">
                <a16:creationId xmlns:a16="http://schemas.microsoft.com/office/drawing/2014/main" id="{0EDFB288-C32E-4FF6-A2D2-F63A4860CD4C}"/>
              </a:ext>
            </a:extLst>
          </p:cNvPr>
          <p:cNvSpPr>
            <a:spLocks/>
          </p:cNvSpPr>
          <p:nvPr/>
        </p:nvSpPr>
        <p:spPr>
          <a:xfrm>
            <a:off x="5387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data_8249">
            <a:extLst>
              <a:ext uri="{FF2B5EF4-FFF2-40B4-BE49-F238E27FC236}">
                <a16:creationId xmlns:a16="http://schemas.microsoft.com/office/drawing/2014/main" id="{6AE1D5E7-8527-4E9A-B67A-28B37D09B9CE}"/>
              </a:ext>
            </a:extLst>
          </p:cNvPr>
          <p:cNvSpPr>
            <a:spLocks/>
          </p:cNvSpPr>
          <p:nvPr/>
        </p:nvSpPr>
        <p:spPr>
          <a:xfrm>
            <a:off x="5309973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data_8250">
            <a:extLst>
              <a:ext uri="{FF2B5EF4-FFF2-40B4-BE49-F238E27FC236}">
                <a16:creationId xmlns:a16="http://schemas.microsoft.com/office/drawing/2014/main" id="{79BEA340-1947-4595-AC52-4280DC843DE3}"/>
              </a:ext>
            </a:extLst>
          </p:cNvPr>
          <p:cNvSpPr>
            <a:spLocks/>
          </p:cNvSpPr>
          <p:nvPr/>
        </p:nvSpPr>
        <p:spPr>
          <a:xfrm>
            <a:off x="536352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data_8251">
            <a:extLst>
              <a:ext uri="{FF2B5EF4-FFF2-40B4-BE49-F238E27FC236}">
                <a16:creationId xmlns:a16="http://schemas.microsoft.com/office/drawing/2014/main" id="{22A57299-432F-4E12-B6F8-65901DB2F95F}"/>
              </a:ext>
            </a:extLst>
          </p:cNvPr>
          <p:cNvSpPr>
            <a:spLocks/>
          </p:cNvSpPr>
          <p:nvPr/>
        </p:nvSpPr>
        <p:spPr>
          <a:xfrm>
            <a:off x="53667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data_8252">
            <a:extLst>
              <a:ext uri="{FF2B5EF4-FFF2-40B4-BE49-F238E27FC236}">
                <a16:creationId xmlns:a16="http://schemas.microsoft.com/office/drawing/2014/main" id="{EC395B1E-491B-4549-ABC5-047F82CBDD3C}"/>
              </a:ext>
            </a:extLst>
          </p:cNvPr>
          <p:cNvSpPr>
            <a:spLocks/>
          </p:cNvSpPr>
          <p:nvPr/>
        </p:nvSpPr>
        <p:spPr>
          <a:xfrm>
            <a:off x="527961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data_8253">
            <a:extLst>
              <a:ext uri="{FF2B5EF4-FFF2-40B4-BE49-F238E27FC236}">
                <a16:creationId xmlns:a16="http://schemas.microsoft.com/office/drawing/2014/main" id="{CFAE00A2-3D59-4012-A84D-8EDE125BDEBC}"/>
              </a:ext>
            </a:extLst>
          </p:cNvPr>
          <p:cNvSpPr>
            <a:spLocks/>
          </p:cNvSpPr>
          <p:nvPr/>
        </p:nvSpPr>
        <p:spPr>
          <a:xfrm>
            <a:off x="5385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data_8254">
            <a:extLst>
              <a:ext uri="{FF2B5EF4-FFF2-40B4-BE49-F238E27FC236}">
                <a16:creationId xmlns:a16="http://schemas.microsoft.com/office/drawing/2014/main" id="{E7EB926F-3BC9-4FE8-904B-B7F5891E0A3B}"/>
              </a:ext>
            </a:extLst>
          </p:cNvPr>
          <p:cNvSpPr>
            <a:spLocks/>
          </p:cNvSpPr>
          <p:nvPr/>
        </p:nvSpPr>
        <p:spPr>
          <a:xfrm>
            <a:off x="52764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data_8255">
            <a:extLst>
              <a:ext uri="{FF2B5EF4-FFF2-40B4-BE49-F238E27FC236}">
                <a16:creationId xmlns:a16="http://schemas.microsoft.com/office/drawing/2014/main" id="{BE788491-BA4F-477B-89CA-3152A3344BA0}"/>
              </a:ext>
            </a:extLst>
          </p:cNvPr>
          <p:cNvSpPr>
            <a:spLocks/>
          </p:cNvSpPr>
          <p:nvPr/>
        </p:nvSpPr>
        <p:spPr>
          <a:xfrm>
            <a:off x="53855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data_8256">
            <a:extLst>
              <a:ext uri="{FF2B5EF4-FFF2-40B4-BE49-F238E27FC236}">
                <a16:creationId xmlns:a16="http://schemas.microsoft.com/office/drawing/2014/main" id="{96B94D74-CFD3-4419-9C4F-DFF99942BD6B}"/>
              </a:ext>
            </a:extLst>
          </p:cNvPr>
          <p:cNvSpPr>
            <a:spLocks/>
          </p:cNvSpPr>
          <p:nvPr/>
        </p:nvSpPr>
        <p:spPr>
          <a:xfrm>
            <a:off x="53981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data_8257">
            <a:extLst>
              <a:ext uri="{FF2B5EF4-FFF2-40B4-BE49-F238E27FC236}">
                <a16:creationId xmlns:a16="http://schemas.microsoft.com/office/drawing/2014/main" id="{F793471B-F91A-4947-8068-0169FAA5F2C8}"/>
              </a:ext>
            </a:extLst>
          </p:cNvPr>
          <p:cNvSpPr>
            <a:spLocks/>
          </p:cNvSpPr>
          <p:nvPr/>
        </p:nvSpPr>
        <p:spPr>
          <a:xfrm>
            <a:off x="53544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data_8258">
            <a:extLst>
              <a:ext uri="{FF2B5EF4-FFF2-40B4-BE49-F238E27FC236}">
                <a16:creationId xmlns:a16="http://schemas.microsoft.com/office/drawing/2014/main" id="{B60DE4B7-9C6D-4C51-9618-6E37A7CB056A}"/>
              </a:ext>
            </a:extLst>
          </p:cNvPr>
          <p:cNvSpPr>
            <a:spLocks/>
          </p:cNvSpPr>
          <p:nvPr/>
        </p:nvSpPr>
        <p:spPr>
          <a:xfrm>
            <a:off x="53153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data_8259">
            <a:extLst>
              <a:ext uri="{FF2B5EF4-FFF2-40B4-BE49-F238E27FC236}">
                <a16:creationId xmlns:a16="http://schemas.microsoft.com/office/drawing/2014/main" id="{6466C17B-59A3-4841-880A-5B0579BD39F8}"/>
              </a:ext>
            </a:extLst>
          </p:cNvPr>
          <p:cNvSpPr>
            <a:spLocks/>
          </p:cNvSpPr>
          <p:nvPr/>
        </p:nvSpPr>
        <p:spPr>
          <a:xfrm>
            <a:off x="53699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data_8260">
            <a:extLst>
              <a:ext uri="{FF2B5EF4-FFF2-40B4-BE49-F238E27FC236}">
                <a16:creationId xmlns:a16="http://schemas.microsoft.com/office/drawing/2014/main" id="{68A5180E-2E79-496C-B2BE-76BC785321BD}"/>
              </a:ext>
            </a:extLst>
          </p:cNvPr>
          <p:cNvSpPr>
            <a:spLocks/>
          </p:cNvSpPr>
          <p:nvPr/>
        </p:nvSpPr>
        <p:spPr>
          <a:xfrm>
            <a:off x="53035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data_8261">
            <a:extLst>
              <a:ext uri="{FF2B5EF4-FFF2-40B4-BE49-F238E27FC236}">
                <a16:creationId xmlns:a16="http://schemas.microsoft.com/office/drawing/2014/main" id="{467880FA-1DF8-4DD8-AEA8-8C3AB01D7542}"/>
              </a:ext>
            </a:extLst>
          </p:cNvPr>
          <p:cNvSpPr>
            <a:spLocks/>
          </p:cNvSpPr>
          <p:nvPr/>
        </p:nvSpPr>
        <p:spPr>
          <a:xfrm>
            <a:off x="53370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data_8262">
            <a:extLst>
              <a:ext uri="{FF2B5EF4-FFF2-40B4-BE49-F238E27FC236}">
                <a16:creationId xmlns:a16="http://schemas.microsoft.com/office/drawing/2014/main" id="{43D801A3-FA9A-453B-B716-1B56C92D447E}"/>
              </a:ext>
            </a:extLst>
          </p:cNvPr>
          <p:cNvSpPr>
            <a:spLocks/>
          </p:cNvSpPr>
          <p:nvPr/>
        </p:nvSpPr>
        <p:spPr>
          <a:xfrm>
            <a:off x="53370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data_8263">
            <a:extLst>
              <a:ext uri="{FF2B5EF4-FFF2-40B4-BE49-F238E27FC236}">
                <a16:creationId xmlns:a16="http://schemas.microsoft.com/office/drawing/2014/main" id="{9DEC8B1F-1EE8-4C4F-95EF-82B74CE41958}"/>
              </a:ext>
            </a:extLst>
          </p:cNvPr>
          <p:cNvSpPr>
            <a:spLocks/>
          </p:cNvSpPr>
          <p:nvPr/>
        </p:nvSpPr>
        <p:spPr>
          <a:xfrm>
            <a:off x="5297986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data_8264">
            <a:extLst>
              <a:ext uri="{FF2B5EF4-FFF2-40B4-BE49-F238E27FC236}">
                <a16:creationId xmlns:a16="http://schemas.microsoft.com/office/drawing/2014/main" id="{F1126A17-B359-4D88-A33D-048584428F1E}"/>
              </a:ext>
            </a:extLst>
          </p:cNvPr>
          <p:cNvSpPr>
            <a:spLocks/>
          </p:cNvSpPr>
          <p:nvPr/>
        </p:nvSpPr>
        <p:spPr>
          <a:xfrm>
            <a:off x="53888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data_8265">
            <a:extLst>
              <a:ext uri="{FF2B5EF4-FFF2-40B4-BE49-F238E27FC236}">
                <a16:creationId xmlns:a16="http://schemas.microsoft.com/office/drawing/2014/main" id="{EFB27F86-0772-4821-B44C-7BC3808A8341}"/>
              </a:ext>
            </a:extLst>
          </p:cNvPr>
          <p:cNvSpPr>
            <a:spLocks/>
          </p:cNvSpPr>
          <p:nvPr/>
        </p:nvSpPr>
        <p:spPr>
          <a:xfrm>
            <a:off x="531753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data_8266">
            <a:extLst>
              <a:ext uri="{FF2B5EF4-FFF2-40B4-BE49-F238E27FC236}">
                <a16:creationId xmlns:a16="http://schemas.microsoft.com/office/drawing/2014/main" id="{230545D0-7D2B-4863-AE33-299B1FA234B7}"/>
              </a:ext>
            </a:extLst>
          </p:cNvPr>
          <p:cNvSpPr>
            <a:spLocks/>
          </p:cNvSpPr>
          <p:nvPr/>
        </p:nvSpPr>
        <p:spPr>
          <a:xfrm>
            <a:off x="53301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data_8267">
            <a:extLst>
              <a:ext uri="{FF2B5EF4-FFF2-40B4-BE49-F238E27FC236}">
                <a16:creationId xmlns:a16="http://schemas.microsoft.com/office/drawing/2014/main" id="{E566F4E5-AC07-4162-A892-12FB987D704F}"/>
              </a:ext>
            </a:extLst>
          </p:cNvPr>
          <p:cNvSpPr>
            <a:spLocks/>
          </p:cNvSpPr>
          <p:nvPr/>
        </p:nvSpPr>
        <p:spPr>
          <a:xfrm>
            <a:off x="54013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data_8268">
            <a:extLst>
              <a:ext uri="{FF2B5EF4-FFF2-40B4-BE49-F238E27FC236}">
                <a16:creationId xmlns:a16="http://schemas.microsoft.com/office/drawing/2014/main" id="{CFD3340B-E5B7-4DC6-9E3A-31AB47A72D2F}"/>
              </a:ext>
            </a:extLst>
          </p:cNvPr>
          <p:cNvSpPr>
            <a:spLocks/>
          </p:cNvSpPr>
          <p:nvPr/>
        </p:nvSpPr>
        <p:spPr>
          <a:xfrm>
            <a:off x="53622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data_8269">
            <a:extLst>
              <a:ext uri="{FF2B5EF4-FFF2-40B4-BE49-F238E27FC236}">
                <a16:creationId xmlns:a16="http://schemas.microsoft.com/office/drawing/2014/main" id="{B3A3DF37-45CF-4862-957F-3AC5A28BA94C}"/>
              </a:ext>
            </a:extLst>
          </p:cNvPr>
          <p:cNvSpPr>
            <a:spLocks/>
          </p:cNvSpPr>
          <p:nvPr/>
        </p:nvSpPr>
        <p:spPr>
          <a:xfrm>
            <a:off x="539662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data_8270">
            <a:extLst>
              <a:ext uri="{FF2B5EF4-FFF2-40B4-BE49-F238E27FC236}">
                <a16:creationId xmlns:a16="http://schemas.microsoft.com/office/drawing/2014/main" id="{1FEEFE0A-F5DC-40D4-AD0E-B70A3B0F3FEC}"/>
              </a:ext>
            </a:extLst>
          </p:cNvPr>
          <p:cNvSpPr>
            <a:spLocks/>
          </p:cNvSpPr>
          <p:nvPr/>
        </p:nvSpPr>
        <p:spPr>
          <a:xfrm>
            <a:off x="5281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data_8271">
            <a:extLst>
              <a:ext uri="{FF2B5EF4-FFF2-40B4-BE49-F238E27FC236}">
                <a16:creationId xmlns:a16="http://schemas.microsoft.com/office/drawing/2014/main" id="{95B947E5-14E4-4C53-9BC0-A7A514E9B02E}"/>
              </a:ext>
            </a:extLst>
          </p:cNvPr>
          <p:cNvSpPr>
            <a:spLocks/>
          </p:cNvSpPr>
          <p:nvPr/>
        </p:nvSpPr>
        <p:spPr>
          <a:xfrm>
            <a:off x="5386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data_8272">
            <a:extLst>
              <a:ext uri="{FF2B5EF4-FFF2-40B4-BE49-F238E27FC236}">
                <a16:creationId xmlns:a16="http://schemas.microsoft.com/office/drawing/2014/main" id="{AB85376C-2B6C-41A6-A5BF-2C632F7926DE}"/>
              </a:ext>
            </a:extLst>
          </p:cNvPr>
          <p:cNvSpPr>
            <a:spLocks/>
          </p:cNvSpPr>
          <p:nvPr/>
        </p:nvSpPr>
        <p:spPr>
          <a:xfrm>
            <a:off x="53697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data_8273">
            <a:extLst>
              <a:ext uri="{FF2B5EF4-FFF2-40B4-BE49-F238E27FC236}">
                <a16:creationId xmlns:a16="http://schemas.microsoft.com/office/drawing/2014/main" id="{56D1B6CC-534A-42B9-9663-F26BC59E5950}"/>
              </a:ext>
            </a:extLst>
          </p:cNvPr>
          <p:cNvSpPr>
            <a:spLocks/>
          </p:cNvSpPr>
          <p:nvPr/>
        </p:nvSpPr>
        <p:spPr>
          <a:xfrm>
            <a:off x="53248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data_8274">
            <a:extLst>
              <a:ext uri="{FF2B5EF4-FFF2-40B4-BE49-F238E27FC236}">
                <a16:creationId xmlns:a16="http://schemas.microsoft.com/office/drawing/2014/main" id="{70356DCA-02F9-4B41-9461-414465CBCF8B}"/>
              </a:ext>
            </a:extLst>
          </p:cNvPr>
          <p:cNvSpPr>
            <a:spLocks/>
          </p:cNvSpPr>
          <p:nvPr/>
        </p:nvSpPr>
        <p:spPr>
          <a:xfrm>
            <a:off x="537486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data_8275">
            <a:extLst>
              <a:ext uri="{FF2B5EF4-FFF2-40B4-BE49-F238E27FC236}">
                <a16:creationId xmlns:a16="http://schemas.microsoft.com/office/drawing/2014/main" id="{D85755A1-B4E7-4276-BA70-8F9AD5014B77}"/>
              </a:ext>
            </a:extLst>
          </p:cNvPr>
          <p:cNvSpPr>
            <a:spLocks/>
          </p:cNvSpPr>
          <p:nvPr/>
        </p:nvSpPr>
        <p:spPr>
          <a:xfrm>
            <a:off x="54019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data_8276">
            <a:extLst>
              <a:ext uri="{FF2B5EF4-FFF2-40B4-BE49-F238E27FC236}">
                <a16:creationId xmlns:a16="http://schemas.microsoft.com/office/drawing/2014/main" id="{3ADAF7CB-D1AF-4B61-8140-7C2EA1B613C6}"/>
              </a:ext>
            </a:extLst>
          </p:cNvPr>
          <p:cNvSpPr>
            <a:spLocks/>
          </p:cNvSpPr>
          <p:nvPr/>
        </p:nvSpPr>
        <p:spPr>
          <a:xfrm>
            <a:off x="53611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data_8277">
            <a:extLst>
              <a:ext uri="{FF2B5EF4-FFF2-40B4-BE49-F238E27FC236}">
                <a16:creationId xmlns:a16="http://schemas.microsoft.com/office/drawing/2014/main" id="{C41ADBED-DF6F-48BE-8AF3-82109CE76F94}"/>
              </a:ext>
            </a:extLst>
          </p:cNvPr>
          <p:cNvSpPr>
            <a:spLocks/>
          </p:cNvSpPr>
          <p:nvPr/>
        </p:nvSpPr>
        <p:spPr>
          <a:xfrm>
            <a:off x="53712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data_8278">
            <a:extLst>
              <a:ext uri="{FF2B5EF4-FFF2-40B4-BE49-F238E27FC236}">
                <a16:creationId xmlns:a16="http://schemas.microsoft.com/office/drawing/2014/main" id="{D637C4EA-13AB-49CB-8F02-8F739BE465A3}"/>
              </a:ext>
            </a:extLst>
          </p:cNvPr>
          <p:cNvSpPr>
            <a:spLocks/>
          </p:cNvSpPr>
          <p:nvPr/>
        </p:nvSpPr>
        <p:spPr>
          <a:xfrm>
            <a:off x="5370040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data_8279">
            <a:extLst>
              <a:ext uri="{FF2B5EF4-FFF2-40B4-BE49-F238E27FC236}">
                <a16:creationId xmlns:a16="http://schemas.microsoft.com/office/drawing/2014/main" id="{D6B26793-52F6-4905-BBC6-2E7EAAC76CC0}"/>
              </a:ext>
            </a:extLst>
          </p:cNvPr>
          <p:cNvSpPr>
            <a:spLocks/>
          </p:cNvSpPr>
          <p:nvPr/>
        </p:nvSpPr>
        <p:spPr>
          <a:xfrm>
            <a:off x="53491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data_8280">
            <a:extLst>
              <a:ext uri="{FF2B5EF4-FFF2-40B4-BE49-F238E27FC236}">
                <a16:creationId xmlns:a16="http://schemas.microsoft.com/office/drawing/2014/main" id="{707DDC99-5499-4DC7-A122-C853502C647F}"/>
              </a:ext>
            </a:extLst>
          </p:cNvPr>
          <p:cNvSpPr>
            <a:spLocks/>
          </p:cNvSpPr>
          <p:nvPr/>
        </p:nvSpPr>
        <p:spPr>
          <a:xfrm>
            <a:off x="5312839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data_8281">
            <a:extLst>
              <a:ext uri="{FF2B5EF4-FFF2-40B4-BE49-F238E27FC236}">
                <a16:creationId xmlns:a16="http://schemas.microsoft.com/office/drawing/2014/main" id="{7471FE5C-29AA-4609-BBFB-3219A8BE44B8}"/>
              </a:ext>
            </a:extLst>
          </p:cNvPr>
          <p:cNvSpPr>
            <a:spLocks/>
          </p:cNvSpPr>
          <p:nvPr/>
        </p:nvSpPr>
        <p:spPr>
          <a:xfrm>
            <a:off x="53928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data_8282">
            <a:extLst>
              <a:ext uri="{FF2B5EF4-FFF2-40B4-BE49-F238E27FC236}">
                <a16:creationId xmlns:a16="http://schemas.microsoft.com/office/drawing/2014/main" id="{8ED574EE-A3D3-4F93-A1E0-E2BF6AD812C7}"/>
              </a:ext>
            </a:extLst>
          </p:cNvPr>
          <p:cNvSpPr>
            <a:spLocks/>
          </p:cNvSpPr>
          <p:nvPr/>
        </p:nvSpPr>
        <p:spPr>
          <a:xfrm>
            <a:off x="52990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data_8283">
            <a:extLst>
              <a:ext uri="{FF2B5EF4-FFF2-40B4-BE49-F238E27FC236}">
                <a16:creationId xmlns:a16="http://schemas.microsoft.com/office/drawing/2014/main" id="{FA21E2AE-DB9E-411A-A86A-14A030CA08BC}"/>
              </a:ext>
            </a:extLst>
          </p:cNvPr>
          <p:cNvSpPr>
            <a:spLocks/>
          </p:cNvSpPr>
          <p:nvPr/>
        </p:nvSpPr>
        <p:spPr>
          <a:xfrm>
            <a:off x="52979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data_8284">
            <a:extLst>
              <a:ext uri="{FF2B5EF4-FFF2-40B4-BE49-F238E27FC236}">
                <a16:creationId xmlns:a16="http://schemas.microsoft.com/office/drawing/2014/main" id="{03938E82-477C-4DAE-9769-E7EAAEBB0178}"/>
              </a:ext>
            </a:extLst>
          </p:cNvPr>
          <p:cNvSpPr>
            <a:spLocks/>
          </p:cNvSpPr>
          <p:nvPr/>
        </p:nvSpPr>
        <p:spPr>
          <a:xfrm>
            <a:off x="53038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data_8285">
            <a:extLst>
              <a:ext uri="{FF2B5EF4-FFF2-40B4-BE49-F238E27FC236}">
                <a16:creationId xmlns:a16="http://schemas.microsoft.com/office/drawing/2014/main" id="{EC1AE58D-7F93-4B92-9093-AC80F844EA80}"/>
              </a:ext>
            </a:extLst>
          </p:cNvPr>
          <p:cNvSpPr>
            <a:spLocks/>
          </p:cNvSpPr>
          <p:nvPr/>
        </p:nvSpPr>
        <p:spPr>
          <a:xfrm>
            <a:off x="53946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data_8286">
            <a:extLst>
              <a:ext uri="{FF2B5EF4-FFF2-40B4-BE49-F238E27FC236}">
                <a16:creationId xmlns:a16="http://schemas.microsoft.com/office/drawing/2014/main" id="{A2C322BC-9EEB-43A8-8024-84CA2C2416F1}"/>
              </a:ext>
            </a:extLst>
          </p:cNvPr>
          <p:cNvSpPr>
            <a:spLocks/>
          </p:cNvSpPr>
          <p:nvPr/>
        </p:nvSpPr>
        <p:spPr>
          <a:xfrm>
            <a:off x="538085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data_8287">
            <a:extLst>
              <a:ext uri="{FF2B5EF4-FFF2-40B4-BE49-F238E27FC236}">
                <a16:creationId xmlns:a16="http://schemas.microsoft.com/office/drawing/2014/main" id="{A20A4DD1-2998-475F-9F94-D0EED26474A3}"/>
              </a:ext>
            </a:extLst>
          </p:cNvPr>
          <p:cNvSpPr>
            <a:spLocks/>
          </p:cNvSpPr>
          <p:nvPr/>
        </p:nvSpPr>
        <p:spPr>
          <a:xfrm>
            <a:off x="5386457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data_8288">
            <a:extLst>
              <a:ext uri="{FF2B5EF4-FFF2-40B4-BE49-F238E27FC236}">
                <a16:creationId xmlns:a16="http://schemas.microsoft.com/office/drawing/2014/main" id="{D8313EAB-B7D7-48F9-AD2F-508FE79592FA}"/>
              </a:ext>
            </a:extLst>
          </p:cNvPr>
          <p:cNvSpPr>
            <a:spLocks/>
          </p:cNvSpPr>
          <p:nvPr/>
        </p:nvSpPr>
        <p:spPr>
          <a:xfrm>
            <a:off x="5370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data_8289">
            <a:extLst>
              <a:ext uri="{FF2B5EF4-FFF2-40B4-BE49-F238E27FC236}">
                <a16:creationId xmlns:a16="http://schemas.microsoft.com/office/drawing/2014/main" id="{E2991CF4-8956-404F-A696-98B04E49FE92}"/>
              </a:ext>
            </a:extLst>
          </p:cNvPr>
          <p:cNvSpPr>
            <a:spLocks/>
          </p:cNvSpPr>
          <p:nvPr/>
        </p:nvSpPr>
        <p:spPr>
          <a:xfrm>
            <a:off x="5380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data_8290">
            <a:extLst>
              <a:ext uri="{FF2B5EF4-FFF2-40B4-BE49-F238E27FC236}">
                <a16:creationId xmlns:a16="http://schemas.microsoft.com/office/drawing/2014/main" id="{B350759E-9D52-4311-9CE6-986757A62574}"/>
              </a:ext>
            </a:extLst>
          </p:cNvPr>
          <p:cNvSpPr>
            <a:spLocks/>
          </p:cNvSpPr>
          <p:nvPr/>
        </p:nvSpPr>
        <p:spPr>
          <a:xfrm>
            <a:off x="53915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data_8291">
            <a:extLst>
              <a:ext uri="{FF2B5EF4-FFF2-40B4-BE49-F238E27FC236}">
                <a16:creationId xmlns:a16="http://schemas.microsoft.com/office/drawing/2014/main" id="{DF63F762-A14A-4D58-8952-08C663077519}"/>
              </a:ext>
            </a:extLst>
          </p:cNvPr>
          <p:cNvSpPr>
            <a:spLocks/>
          </p:cNvSpPr>
          <p:nvPr/>
        </p:nvSpPr>
        <p:spPr>
          <a:xfrm>
            <a:off x="52959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data_8292">
            <a:extLst>
              <a:ext uri="{FF2B5EF4-FFF2-40B4-BE49-F238E27FC236}">
                <a16:creationId xmlns:a16="http://schemas.microsoft.com/office/drawing/2014/main" id="{3861555B-BA97-4D56-A778-409248F9C1CE}"/>
              </a:ext>
            </a:extLst>
          </p:cNvPr>
          <p:cNvSpPr>
            <a:spLocks/>
          </p:cNvSpPr>
          <p:nvPr/>
        </p:nvSpPr>
        <p:spPr>
          <a:xfrm>
            <a:off x="53061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data_8293">
            <a:extLst>
              <a:ext uri="{FF2B5EF4-FFF2-40B4-BE49-F238E27FC236}">
                <a16:creationId xmlns:a16="http://schemas.microsoft.com/office/drawing/2014/main" id="{E5AB6B8C-6798-4AFD-ADAF-F6C5F2942524}"/>
              </a:ext>
            </a:extLst>
          </p:cNvPr>
          <p:cNvSpPr>
            <a:spLocks/>
          </p:cNvSpPr>
          <p:nvPr/>
        </p:nvSpPr>
        <p:spPr>
          <a:xfrm>
            <a:off x="5368085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data_8294">
            <a:extLst>
              <a:ext uri="{FF2B5EF4-FFF2-40B4-BE49-F238E27FC236}">
                <a16:creationId xmlns:a16="http://schemas.microsoft.com/office/drawing/2014/main" id="{0D25D3C3-4863-46F0-9D60-3B631A62D65D}"/>
              </a:ext>
            </a:extLst>
          </p:cNvPr>
          <p:cNvSpPr>
            <a:spLocks/>
          </p:cNvSpPr>
          <p:nvPr/>
        </p:nvSpPr>
        <p:spPr>
          <a:xfrm>
            <a:off x="5302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data_8295">
            <a:extLst>
              <a:ext uri="{FF2B5EF4-FFF2-40B4-BE49-F238E27FC236}">
                <a16:creationId xmlns:a16="http://schemas.microsoft.com/office/drawing/2014/main" id="{52D7A8DE-67AA-410F-B3CE-A2E9BBA3B282}"/>
              </a:ext>
            </a:extLst>
          </p:cNvPr>
          <p:cNvSpPr>
            <a:spLocks/>
          </p:cNvSpPr>
          <p:nvPr/>
        </p:nvSpPr>
        <p:spPr>
          <a:xfrm>
            <a:off x="5315185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data_8296">
            <a:extLst>
              <a:ext uri="{FF2B5EF4-FFF2-40B4-BE49-F238E27FC236}">
                <a16:creationId xmlns:a16="http://schemas.microsoft.com/office/drawing/2014/main" id="{BA78AE30-6655-45F4-8F3F-093C775BB467}"/>
              </a:ext>
            </a:extLst>
          </p:cNvPr>
          <p:cNvSpPr>
            <a:spLocks/>
          </p:cNvSpPr>
          <p:nvPr/>
        </p:nvSpPr>
        <p:spPr>
          <a:xfrm>
            <a:off x="52938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data_8297">
            <a:extLst>
              <a:ext uri="{FF2B5EF4-FFF2-40B4-BE49-F238E27FC236}">
                <a16:creationId xmlns:a16="http://schemas.microsoft.com/office/drawing/2014/main" id="{2B8B5D74-1F85-4CD7-9D4F-ECD4B515471B}"/>
              </a:ext>
            </a:extLst>
          </p:cNvPr>
          <p:cNvSpPr>
            <a:spLocks/>
          </p:cNvSpPr>
          <p:nvPr/>
        </p:nvSpPr>
        <p:spPr>
          <a:xfrm>
            <a:off x="5307628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data_8298">
            <a:extLst>
              <a:ext uri="{FF2B5EF4-FFF2-40B4-BE49-F238E27FC236}">
                <a16:creationId xmlns:a16="http://schemas.microsoft.com/office/drawing/2014/main" id="{6B8F5B1C-C730-4282-A2A3-4783E212B5C2}"/>
              </a:ext>
            </a:extLst>
          </p:cNvPr>
          <p:cNvSpPr>
            <a:spLocks/>
          </p:cNvSpPr>
          <p:nvPr/>
        </p:nvSpPr>
        <p:spPr>
          <a:xfrm>
            <a:off x="531270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data_8299">
            <a:extLst>
              <a:ext uri="{FF2B5EF4-FFF2-40B4-BE49-F238E27FC236}">
                <a16:creationId xmlns:a16="http://schemas.microsoft.com/office/drawing/2014/main" id="{795E4D35-1139-4E63-8C24-1029862BF457}"/>
              </a:ext>
            </a:extLst>
          </p:cNvPr>
          <p:cNvSpPr>
            <a:spLocks/>
          </p:cNvSpPr>
          <p:nvPr/>
        </p:nvSpPr>
        <p:spPr>
          <a:xfrm>
            <a:off x="5393623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data_8300">
            <a:extLst>
              <a:ext uri="{FF2B5EF4-FFF2-40B4-BE49-F238E27FC236}">
                <a16:creationId xmlns:a16="http://schemas.microsoft.com/office/drawing/2014/main" id="{4F077549-4446-4F17-AE5A-D44624398D07}"/>
              </a:ext>
            </a:extLst>
          </p:cNvPr>
          <p:cNvSpPr>
            <a:spLocks/>
          </p:cNvSpPr>
          <p:nvPr/>
        </p:nvSpPr>
        <p:spPr>
          <a:xfrm>
            <a:off x="5338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data_8301">
            <a:extLst>
              <a:ext uri="{FF2B5EF4-FFF2-40B4-BE49-F238E27FC236}">
                <a16:creationId xmlns:a16="http://schemas.microsoft.com/office/drawing/2014/main" id="{1ED95765-FF6B-4297-9A58-172BF7165341}"/>
              </a:ext>
            </a:extLst>
          </p:cNvPr>
          <p:cNvSpPr>
            <a:spLocks/>
          </p:cNvSpPr>
          <p:nvPr/>
        </p:nvSpPr>
        <p:spPr>
          <a:xfrm>
            <a:off x="529590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data_8302">
            <a:extLst>
              <a:ext uri="{FF2B5EF4-FFF2-40B4-BE49-F238E27FC236}">
                <a16:creationId xmlns:a16="http://schemas.microsoft.com/office/drawing/2014/main" id="{6C0E22B5-834E-4B68-933C-3CEFA6D2F8A4}"/>
              </a:ext>
            </a:extLst>
          </p:cNvPr>
          <p:cNvSpPr>
            <a:spLocks/>
          </p:cNvSpPr>
          <p:nvPr/>
        </p:nvSpPr>
        <p:spPr>
          <a:xfrm>
            <a:off x="53147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data_8303">
            <a:extLst>
              <a:ext uri="{FF2B5EF4-FFF2-40B4-BE49-F238E27FC236}">
                <a16:creationId xmlns:a16="http://schemas.microsoft.com/office/drawing/2014/main" id="{87CE2DB0-943E-4B0E-AB08-5CD4A62CEDDE}"/>
              </a:ext>
            </a:extLst>
          </p:cNvPr>
          <p:cNvSpPr>
            <a:spLocks/>
          </p:cNvSpPr>
          <p:nvPr/>
        </p:nvSpPr>
        <p:spPr>
          <a:xfrm>
            <a:off x="53868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data_8304">
            <a:extLst>
              <a:ext uri="{FF2B5EF4-FFF2-40B4-BE49-F238E27FC236}">
                <a16:creationId xmlns:a16="http://schemas.microsoft.com/office/drawing/2014/main" id="{2232C050-03B1-4F22-A3AD-AAD0FF30FCF9}"/>
              </a:ext>
            </a:extLst>
          </p:cNvPr>
          <p:cNvSpPr>
            <a:spLocks/>
          </p:cNvSpPr>
          <p:nvPr/>
        </p:nvSpPr>
        <p:spPr>
          <a:xfrm>
            <a:off x="53622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data_8305">
            <a:extLst>
              <a:ext uri="{FF2B5EF4-FFF2-40B4-BE49-F238E27FC236}">
                <a16:creationId xmlns:a16="http://schemas.microsoft.com/office/drawing/2014/main" id="{A75CBB08-FBDE-4081-8A1C-E83305CA24DB}"/>
              </a:ext>
            </a:extLst>
          </p:cNvPr>
          <p:cNvSpPr>
            <a:spLocks/>
          </p:cNvSpPr>
          <p:nvPr/>
        </p:nvSpPr>
        <p:spPr>
          <a:xfrm>
            <a:off x="538632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data_8306">
            <a:extLst>
              <a:ext uri="{FF2B5EF4-FFF2-40B4-BE49-F238E27FC236}">
                <a16:creationId xmlns:a16="http://schemas.microsoft.com/office/drawing/2014/main" id="{891EFC20-8BDD-46D5-A3C4-E46CB9B364AB}"/>
              </a:ext>
            </a:extLst>
          </p:cNvPr>
          <p:cNvSpPr>
            <a:spLocks/>
          </p:cNvSpPr>
          <p:nvPr/>
        </p:nvSpPr>
        <p:spPr>
          <a:xfrm>
            <a:off x="530384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data_8307">
            <a:extLst>
              <a:ext uri="{FF2B5EF4-FFF2-40B4-BE49-F238E27FC236}">
                <a16:creationId xmlns:a16="http://schemas.microsoft.com/office/drawing/2014/main" id="{98969794-B247-49B1-B794-E6702CFA4CAF}"/>
              </a:ext>
            </a:extLst>
          </p:cNvPr>
          <p:cNvSpPr>
            <a:spLocks/>
          </p:cNvSpPr>
          <p:nvPr/>
        </p:nvSpPr>
        <p:spPr>
          <a:xfrm>
            <a:off x="5328345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data_8308">
            <a:extLst>
              <a:ext uri="{FF2B5EF4-FFF2-40B4-BE49-F238E27FC236}">
                <a16:creationId xmlns:a16="http://schemas.microsoft.com/office/drawing/2014/main" id="{C971C2FD-8A06-4C56-8064-1025DFF072D3}"/>
              </a:ext>
            </a:extLst>
          </p:cNvPr>
          <p:cNvSpPr>
            <a:spLocks/>
          </p:cNvSpPr>
          <p:nvPr/>
        </p:nvSpPr>
        <p:spPr>
          <a:xfrm>
            <a:off x="5387239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data_8309">
            <a:extLst>
              <a:ext uri="{FF2B5EF4-FFF2-40B4-BE49-F238E27FC236}">
                <a16:creationId xmlns:a16="http://schemas.microsoft.com/office/drawing/2014/main" id="{15D394A1-1DF1-43E0-8C31-162B3ABA7D9B}"/>
              </a:ext>
            </a:extLst>
          </p:cNvPr>
          <p:cNvSpPr>
            <a:spLocks/>
          </p:cNvSpPr>
          <p:nvPr/>
        </p:nvSpPr>
        <p:spPr>
          <a:xfrm>
            <a:off x="5387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data_8310">
            <a:extLst>
              <a:ext uri="{FF2B5EF4-FFF2-40B4-BE49-F238E27FC236}">
                <a16:creationId xmlns:a16="http://schemas.microsoft.com/office/drawing/2014/main" id="{16085F5B-C728-4503-871F-79918B4F6749}"/>
              </a:ext>
            </a:extLst>
          </p:cNvPr>
          <p:cNvSpPr>
            <a:spLocks/>
          </p:cNvSpPr>
          <p:nvPr/>
        </p:nvSpPr>
        <p:spPr>
          <a:xfrm>
            <a:off x="5379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data_8311">
            <a:extLst>
              <a:ext uri="{FF2B5EF4-FFF2-40B4-BE49-F238E27FC236}">
                <a16:creationId xmlns:a16="http://schemas.microsoft.com/office/drawing/2014/main" id="{850C3F77-F52B-443A-9A3A-F91DF582D02B}"/>
              </a:ext>
            </a:extLst>
          </p:cNvPr>
          <p:cNvSpPr>
            <a:spLocks/>
          </p:cNvSpPr>
          <p:nvPr/>
        </p:nvSpPr>
        <p:spPr>
          <a:xfrm>
            <a:off x="53907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data_8312">
            <a:extLst>
              <a:ext uri="{FF2B5EF4-FFF2-40B4-BE49-F238E27FC236}">
                <a16:creationId xmlns:a16="http://schemas.microsoft.com/office/drawing/2014/main" id="{C463DC1C-1477-4ADE-9916-4E9299B43CC6}"/>
              </a:ext>
            </a:extLst>
          </p:cNvPr>
          <p:cNvSpPr>
            <a:spLocks/>
          </p:cNvSpPr>
          <p:nvPr/>
        </p:nvSpPr>
        <p:spPr>
          <a:xfrm>
            <a:off x="531583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data_8313">
            <a:extLst>
              <a:ext uri="{FF2B5EF4-FFF2-40B4-BE49-F238E27FC236}">
                <a16:creationId xmlns:a16="http://schemas.microsoft.com/office/drawing/2014/main" id="{3CB453DC-6DE0-4F4E-A0A5-AE3FB412EDC6}"/>
              </a:ext>
            </a:extLst>
          </p:cNvPr>
          <p:cNvSpPr>
            <a:spLocks/>
          </p:cNvSpPr>
          <p:nvPr/>
        </p:nvSpPr>
        <p:spPr>
          <a:xfrm>
            <a:off x="52961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data_8314">
            <a:extLst>
              <a:ext uri="{FF2B5EF4-FFF2-40B4-BE49-F238E27FC236}">
                <a16:creationId xmlns:a16="http://schemas.microsoft.com/office/drawing/2014/main" id="{6D3DD14A-8C0A-4E93-BD6A-FB4511E7772E}"/>
              </a:ext>
            </a:extLst>
          </p:cNvPr>
          <p:cNvSpPr>
            <a:spLocks/>
          </p:cNvSpPr>
          <p:nvPr/>
        </p:nvSpPr>
        <p:spPr>
          <a:xfrm>
            <a:off x="53719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data_8315">
            <a:extLst>
              <a:ext uri="{FF2B5EF4-FFF2-40B4-BE49-F238E27FC236}">
                <a16:creationId xmlns:a16="http://schemas.microsoft.com/office/drawing/2014/main" id="{50F59766-AF7B-4B7A-BA41-9771331B123E}"/>
              </a:ext>
            </a:extLst>
          </p:cNvPr>
          <p:cNvSpPr>
            <a:spLocks/>
          </p:cNvSpPr>
          <p:nvPr/>
        </p:nvSpPr>
        <p:spPr>
          <a:xfrm>
            <a:off x="52900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data_8316">
            <a:extLst>
              <a:ext uri="{FF2B5EF4-FFF2-40B4-BE49-F238E27FC236}">
                <a16:creationId xmlns:a16="http://schemas.microsoft.com/office/drawing/2014/main" id="{1A81105A-8806-4F66-81E2-C6464A646C82}"/>
              </a:ext>
            </a:extLst>
          </p:cNvPr>
          <p:cNvSpPr>
            <a:spLocks/>
          </p:cNvSpPr>
          <p:nvPr/>
        </p:nvSpPr>
        <p:spPr>
          <a:xfrm>
            <a:off x="52982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data_8317">
            <a:extLst>
              <a:ext uri="{FF2B5EF4-FFF2-40B4-BE49-F238E27FC236}">
                <a16:creationId xmlns:a16="http://schemas.microsoft.com/office/drawing/2014/main" id="{325A1173-FDBA-488C-AF1C-B430DBE560C4}"/>
              </a:ext>
            </a:extLst>
          </p:cNvPr>
          <p:cNvSpPr>
            <a:spLocks/>
          </p:cNvSpPr>
          <p:nvPr/>
        </p:nvSpPr>
        <p:spPr>
          <a:xfrm>
            <a:off x="537525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data_8318">
            <a:extLst>
              <a:ext uri="{FF2B5EF4-FFF2-40B4-BE49-F238E27FC236}">
                <a16:creationId xmlns:a16="http://schemas.microsoft.com/office/drawing/2014/main" id="{FC48F33B-7B5B-4C17-A868-E5F62F0C1E18}"/>
              </a:ext>
            </a:extLst>
          </p:cNvPr>
          <p:cNvSpPr>
            <a:spLocks/>
          </p:cNvSpPr>
          <p:nvPr/>
        </p:nvSpPr>
        <p:spPr>
          <a:xfrm>
            <a:off x="52912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data_8319">
            <a:extLst>
              <a:ext uri="{FF2B5EF4-FFF2-40B4-BE49-F238E27FC236}">
                <a16:creationId xmlns:a16="http://schemas.microsoft.com/office/drawing/2014/main" id="{AD80AE17-23B7-46D1-A757-445B5966BDA5}"/>
              </a:ext>
            </a:extLst>
          </p:cNvPr>
          <p:cNvSpPr>
            <a:spLocks/>
          </p:cNvSpPr>
          <p:nvPr/>
        </p:nvSpPr>
        <p:spPr>
          <a:xfrm>
            <a:off x="54002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data_8320">
            <a:extLst>
              <a:ext uri="{FF2B5EF4-FFF2-40B4-BE49-F238E27FC236}">
                <a16:creationId xmlns:a16="http://schemas.microsoft.com/office/drawing/2014/main" id="{5B95DCAB-9634-4190-911F-90657C7C61D7}"/>
              </a:ext>
            </a:extLst>
          </p:cNvPr>
          <p:cNvSpPr>
            <a:spLocks/>
          </p:cNvSpPr>
          <p:nvPr/>
        </p:nvSpPr>
        <p:spPr>
          <a:xfrm>
            <a:off x="53803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data_8321">
            <a:extLst>
              <a:ext uri="{FF2B5EF4-FFF2-40B4-BE49-F238E27FC236}">
                <a16:creationId xmlns:a16="http://schemas.microsoft.com/office/drawing/2014/main" id="{C3F01C5E-E510-4CC9-9ADE-9755B63A2DA0}"/>
              </a:ext>
            </a:extLst>
          </p:cNvPr>
          <p:cNvSpPr>
            <a:spLocks/>
          </p:cNvSpPr>
          <p:nvPr/>
        </p:nvSpPr>
        <p:spPr>
          <a:xfrm>
            <a:off x="53331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data_8322">
            <a:extLst>
              <a:ext uri="{FF2B5EF4-FFF2-40B4-BE49-F238E27FC236}">
                <a16:creationId xmlns:a16="http://schemas.microsoft.com/office/drawing/2014/main" id="{A6DFA7C3-D7ED-4A96-9111-FD0C76D42573}"/>
              </a:ext>
            </a:extLst>
          </p:cNvPr>
          <p:cNvSpPr>
            <a:spLocks/>
          </p:cNvSpPr>
          <p:nvPr/>
        </p:nvSpPr>
        <p:spPr>
          <a:xfrm>
            <a:off x="53111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data_8323">
            <a:extLst>
              <a:ext uri="{FF2B5EF4-FFF2-40B4-BE49-F238E27FC236}">
                <a16:creationId xmlns:a16="http://schemas.microsoft.com/office/drawing/2014/main" id="{0DE79184-22E7-44AE-A2A6-21FE5108E9D0}"/>
              </a:ext>
            </a:extLst>
          </p:cNvPr>
          <p:cNvSpPr>
            <a:spLocks/>
          </p:cNvSpPr>
          <p:nvPr/>
        </p:nvSpPr>
        <p:spPr>
          <a:xfrm>
            <a:off x="5398314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data_8324">
            <a:extLst>
              <a:ext uri="{FF2B5EF4-FFF2-40B4-BE49-F238E27FC236}">
                <a16:creationId xmlns:a16="http://schemas.microsoft.com/office/drawing/2014/main" id="{19FC0B12-2190-4A12-8E4E-30547D9EA108}"/>
              </a:ext>
            </a:extLst>
          </p:cNvPr>
          <p:cNvSpPr>
            <a:spLocks/>
          </p:cNvSpPr>
          <p:nvPr/>
        </p:nvSpPr>
        <p:spPr>
          <a:xfrm>
            <a:off x="540391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data_8325">
            <a:extLst>
              <a:ext uri="{FF2B5EF4-FFF2-40B4-BE49-F238E27FC236}">
                <a16:creationId xmlns:a16="http://schemas.microsoft.com/office/drawing/2014/main" id="{0ADC5CB5-642B-449E-BA14-BE8EAA16D946}"/>
              </a:ext>
            </a:extLst>
          </p:cNvPr>
          <p:cNvSpPr>
            <a:spLocks/>
          </p:cNvSpPr>
          <p:nvPr/>
        </p:nvSpPr>
        <p:spPr>
          <a:xfrm>
            <a:off x="53566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data_8326">
            <a:extLst>
              <a:ext uri="{FF2B5EF4-FFF2-40B4-BE49-F238E27FC236}">
                <a16:creationId xmlns:a16="http://schemas.microsoft.com/office/drawing/2014/main" id="{F373A7ED-6361-4197-AC94-BB89FB87E16C}"/>
              </a:ext>
            </a:extLst>
          </p:cNvPr>
          <p:cNvSpPr>
            <a:spLocks/>
          </p:cNvSpPr>
          <p:nvPr/>
        </p:nvSpPr>
        <p:spPr>
          <a:xfrm>
            <a:off x="53863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data_8327">
            <a:extLst>
              <a:ext uri="{FF2B5EF4-FFF2-40B4-BE49-F238E27FC236}">
                <a16:creationId xmlns:a16="http://schemas.microsoft.com/office/drawing/2014/main" id="{6D72C627-6772-4447-B326-C4038A5C7EFC}"/>
              </a:ext>
            </a:extLst>
          </p:cNvPr>
          <p:cNvSpPr>
            <a:spLocks/>
          </p:cNvSpPr>
          <p:nvPr/>
        </p:nvSpPr>
        <p:spPr>
          <a:xfrm>
            <a:off x="52949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data_8328">
            <a:extLst>
              <a:ext uri="{FF2B5EF4-FFF2-40B4-BE49-F238E27FC236}">
                <a16:creationId xmlns:a16="http://schemas.microsoft.com/office/drawing/2014/main" id="{57E981BD-6C48-48DC-8C72-141256D7F300}"/>
              </a:ext>
            </a:extLst>
          </p:cNvPr>
          <p:cNvSpPr>
            <a:spLocks/>
          </p:cNvSpPr>
          <p:nvPr/>
        </p:nvSpPr>
        <p:spPr>
          <a:xfrm>
            <a:off x="5331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data_8329">
            <a:extLst>
              <a:ext uri="{FF2B5EF4-FFF2-40B4-BE49-F238E27FC236}">
                <a16:creationId xmlns:a16="http://schemas.microsoft.com/office/drawing/2014/main" id="{393BFB29-754B-41C6-B390-4FFEA177D599}"/>
              </a:ext>
            </a:extLst>
          </p:cNvPr>
          <p:cNvSpPr>
            <a:spLocks/>
          </p:cNvSpPr>
          <p:nvPr/>
        </p:nvSpPr>
        <p:spPr>
          <a:xfrm>
            <a:off x="537824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data_8330">
            <a:extLst>
              <a:ext uri="{FF2B5EF4-FFF2-40B4-BE49-F238E27FC236}">
                <a16:creationId xmlns:a16="http://schemas.microsoft.com/office/drawing/2014/main" id="{8104E8EC-450F-4235-B4B3-27E0F3B79486}"/>
              </a:ext>
            </a:extLst>
          </p:cNvPr>
          <p:cNvSpPr>
            <a:spLocks/>
          </p:cNvSpPr>
          <p:nvPr/>
        </p:nvSpPr>
        <p:spPr>
          <a:xfrm>
            <a:off x="52870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data_8331">
            <a:extLst>
              <a:ext uri="{FF2B5EF4-FFF2-40B4-BE49-F238E27FC236}">
                <a16:creationId xmlns:a16="http://schemas.microsoft.com/office/drawing/2014/main" id="{1E0CEBF7-02AF-441F-BF34-BB8F6F525DDE}"/>
              </a:ext>
            </a:extLst>
          </p:cNvPr>
          <p:cNvSpPr>
            <a:spLocks/>
          </p:cNvSpPr>
          <p:nvPr/>
        </p:nvSpPr>
        <p:spPr>
          <a:xfrm>
            <a:off x="52823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data_8332">
            <a:extLst>
              <a:ext uri="{FF2B5EF4-FFF2-40B4-BE49-F238E27FC236}">
                <a16:creationId xmlns:a16="http://schemas.microsoft.com/office/drawing/2014/main" id="{96BA3646-AB87-4540-8E33-591187C76208}"/>
              </a:ext>
            </a:extLst>
          </p:cNvPr>
          <p:cNvSpPr>
            <a:spLocks/>
          </p:cNvSpPr>
          <p:nvPr/>
        </p:nvSpPr>
        <p:spPr>
          <a:xfrm>
            <a:off x="535935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data_8333">
            <a:extLst>
              <a:ext uri="{FF2B5EF4-FFF2-40B4-BE49-F238E27FC236}">
                <a16:creationId xmlns:a16="http://schemas.microsoft.com/office/drawing/2014/main" id="{CDD0CCE6-8E23-45D9-B8DE-18B0D5F18816}"/>
              </a:ext>
            </a:extLst>
          </p:cNvPr>
          <p:cNvSpPr>
            <a:spLocks/>
          </p:cNvSpPr>
          <p:nvPr/>
        </p:nvSpPr>
        <p:spPr>
          <a:xfrm>
            <a:off x="5397532" y="22444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data_8334">
            <a:extLst>
              <a:ext uri="{FF2B5EF4-FFF2-40B4-BE49-F238E27FC236}">
                <a16:creationId xmlns:a16="http://schemas.microsoft.com/office/drawing/2014/main" id="{F283258B-445F-4A34-9039-A9F7C13BF4B1}"/>
              </a:ext>
            </a:extLst>
          </p:cNvPr>
          <p:cNvSpPr>
            <a:spLocks/>
          </p:cNvSpPr>
          <p:nvPr/>
        </p:nvSpPr>
        <p:spPr>
          <a:xfrm>
            <a:off x="52766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data_8335">
            <a:extLst>
              <a:ext uri="{FF2B5EF4-FFF2-40B4-BE49-F238E27FC236}">
                <a16:creationId xmlns:a16="http://schemas.microsoft.com/office/drawing/2014/main" id="{CCBA1B22-9852-4B9E-B6B4-F91B991105C2}"/>
              </a:ext>
            </a:extLst>
          </p:cNvPr>
          <p:cNvSpPr>
            <a:spLocks/>
          </p:cNvSpPr>
          <p:nvPr/>
        </p:nvSpPr>
        <p:spPr>
          <a:xfrm>
            <a:off x="53275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data_8336">
            <a:extLst>
              <a:ext uri="{FF2B5EF4-FFF2-40B4-BE49-F238E27FC236}">
                <a16:creationId xmlns:a16="http://schemas.microsoft.com/office/drawing/2014/main" id="{80FBD2E9-E5C6-4A66-B8FF-29FBAF844099}"/>
              </a:ext>
            </a:extLst>
          </p:cNvPr>
          <p:cNvSpPr>
            <a:spLocks/>
          </p:cNvSpPr>
          <p:nvPr/>
        </p:nvSpPr>
        <p:spPr>
          <a:xfrm>
            <a:off x="53693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data_8337">
            <a:extLst>
              <a:ext uri="{FF2B5EF4-FFF2-40B4-BE49-F238E27FC236}">
                <a16:creationId xmlns:a16="http://schemas.microsoft.com/office/drawing/2014/main" id="{6585BE98-6C93-4AB5-9F79-411BA9FCC126}"/>
              </a:ext>
            </a:extLst>
          </p:cNvPr>
          <p:cNvSpPr>
            <a:spLocks/>
          </p:cNvSpPr>
          <p:nvPr/>
        </p:nvSpPr>
        <p:spPr>
          <a:xfrm>
            <a:off x="53302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data_8338">
            <a:extLst>
              <a:ext uri="{FF2B5EF4-FFF2-40B4-BE49-F238E27FC236}">
                <a16:creationId xmlns:a16="http://schemas.microsoft.com/office/drawing/2014/main" id="{B3F6BD8E-A97A-4EC3-878B-DF76666935E1}"/>
              </a:ext>
            </a:extLst>
          </p:cNvPr>
          <p:cNvSpPr>
            <a:spLocks/>
          </p:cNvSpPr>
          <p:nvPr/>
        </p:nvSpPr>
        <p:spPr>
          <a:xfrm>
            <a:off x="530827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data_8339">
            <a:extLst>
              <a:ext uri="{FF2B5EF4-FFF2-40B4-BE49-F238E27FC236}">
                <a16:creationId xmlns:a16="http://schemas.microsoft.com/office/drawing/2014/main" id="{86673CF3-7DF1-410A-AF1D-FD549399D1D6}"/>
              </a:ext>
            </a:extLst>
          </p:cNvPr>
          <p:cNvSpPr>
            <a:spLocks/>
          </p:cNvSpPr>
          <p:nvPr/>
        </p:nvSpPr>
        <p:spPr>
          <a:xfrm>
            <a:off x="5358834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data_8340">
            <a:extLst>
              <a:ext uri="{FF2B5EF4-FFF2-40B4-BE49-F238E27FC236}">
                <a16:creationId xmlns:a16="http://schemas.microsoft.com/office/drawing/2014/main" id="{6F3015A0-755A-4B98-B7ED-FB314B2F5E70}"/>
              </a:ext>
            </a:extLst>
          </p:cNvPr>
          <p:cNvSpPr>
            <a:spLocks/>
          </p:cNvSpPr>
          <p:nvPr/>
        </p:nvSpPr>
        <p:spPr>
          <a:xfrm>
            <a:off x="53546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data_8341">
            <a:extLst>
              <a:ext uri="{FF2B5EF4-FFF2-40B4-BE49-F238E27FC236}">
                <a16:creationId xmlns:a16="http://schemas.microsoft.com/office/drawing/2014/main" id="{F9C9A1B3-3BB1-4FB7-9743-9D7660DD4636}"/>
              </a:ext>
            </a:extLst>
          </p:cNvPr>
          <p:cNvSpPr>
            <a:spLocks/>
          </p:cNvSpPr>
          <p:nvPr/>
        </p:nvSpPr>
        <p:spPr>
          <a:xfrm>
            <a:off x="53388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data_8342">
            <a:extLst>
              <a:ext uri="{FF2B5EF4-FFF2-40B4-BE49-F238E27FC236}">
                <a16:creationId xmlns:a16="http://schemas.microsoft.com/office/drawing/2014/main" id="{360E1F1A-054B-4CB3-ABE4-07F4DA7CAEBD}"/>
              </a:ext>
            </a:extLst>
          </p:cNvPr>
          <p:cNvSpPr>
            <a:spLocks/>
          </p:cNvSpPr>
          <p:nvPr/>
        </p:nvSpPr>
        <p:spPr>
          <a:xfrm>
            <a:off x="53515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data_8343">
            <a:extLst>
              <a:ext uri="{FF2B5EF4-FFF2-40B4-BE49-F238E27FC236}">
                <a16:creationId xmlns:a16="http://schemas.microsoft.com/office/drawing/2014/main" id="{92B783FF-D789-45FB-B4A2-07BDBCF09453}"/>
              </a:ext>
            </a:extLst>
          </p:cNvPr>
          <p:cNvSpPr>
            <a:spLocks/>
          </p:cNvSpPr>
          <p:nvPr/>
        </p:nvSpPr>
        <p:spPr>
          <a:xfrm>
            <a:off x="5314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data_8344">
            <a:extLst>
              <a:ext uri="{FF2B5EF4-FFF2-40B4-BE49-F238E27FC236}">
                <a16:creationId xmlns:a16="http://schemas.microsoft.com/office/drawing/2014/main" id="{70AFA9BD-CA77-4A4B-96EB-AE9F94D71291}"/>
              </a:ext>
            </a:extLst>
          </p:cNvPr>
          <p:cNvSpPr>
            <a:spLocks/>
          </p:cNvSpPr>
          <p:nvPr/>
        </p:nvSpPr>
        <p:spPr>
          <a:xfrm>
            <a:off x="5343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data_8345">
            <a:extLst>
              <a:ext uri="{FF2B5EF4-FFF2-40B4-BE49-F238E27FC236}">
                <a16:creationId xmlns:a16="http://schemas.microsoft.com/office/drawing/2014/main" id="{5C7335FF-990D-439C-8EF7-858CF342E250}"/>
              </a:ext>
            </a:extLst>
          </p:cNvPr>
          <p:cNvSpPr>
            <a:spLocks/>
          </p:cNvSpPr>
          <p:nvPr/>
        </p:nvSpPr>
        <p:spPr>
          <a:xfrm>
            <a:off x="531544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data_8346">
            <a:extLst>
              <a:ext uri="{FF2B5EF4-FFF2-40B4-BE49-F238E27FC236}">
                <a16:creationId xmlns:a16="http://schemas.microsoft.com/office/drawing/2014/main" id="{F1E8541E-412F-4E89-A022-A4B243351A2A}"/>
              </a:ext>
            </a:extLst>
          </p:cNvPr>
          <p:cNvSpPr>
            <a:spLocks/>
          </p:cNvSpPr>
          <p:nvPr/>
        </p:nvSpPr>
        <p:spPr>
          <a:xfrm>
            <a:off x="532691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data_8347">
            <a:extLst>
              <a:ext uri="{FF2B5EF4-FFF2-40B4-BE49-F238E27FC236}">
                <a16:creationId xmlns:a16="http://schemas.microsoft.com/office/drawing/2014/main" id="{CD3DFAED-7C7A-4DE8-B093-52B5D3D259F1}"/>
              </a:ext>
            </a:extLst>
          </p:cNvPr>
          <p:cNvSpPr>
            <a:spLocks/>
          </p:cNvSpPr>
          <p:nvPr/>
        </p:nvSpPr>
        <p:spPr>
          <a:xfrm>
            <a:off x="5383199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data_8348">
            <a:extLst>
              <a:ext uri="{FF2B5EF4-FFF2-40B4-BE49-F238E27FC236}">
                <a16:creationId xmlns:a16="http://schemas.microsoft.com/office/drawing/2014/main" id="{C9735BDE-6FB3-48A3-A087-C09F5C9BF6A6}"/>
              </a:ext>
            </a:extLst>
          </p:cNvPr>
          <p:cNvSpPr>
            <a:spLocks/>
          </p:cNvSpPr>
          <p:nvPr/>
        </p:nvSpPr>
        <p:spPr>
          <a:xfrm>
            <a:off x="52909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data_8349">
            <a:extLst>
              <a:ext uri="{FF2B5EF4-FFF2-40B4-BE49-F238E27FC236}">
                <a16:creationId xmlns:a16="http://schemas.microsoft.com/office/drawing/2014/main" id="{8C5B9750-9AD7-4041-B41A-2786BC6E179C}"/>
              </a:ext>
            </a:extLst>
          </p:cNvPr>
          <p:cNvSpPr>
            <a:spLocks/>
          </p:cNvSpPr>
          <p:nvPr/>
        </p:nvSpPr>
        <p:spPr>
          <a:xfrm>
            <a:off x="529694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data_8350">
            <a:extLst>
              <a:ext uri="{FF2B5EF4-FFF2-40B4-BE49-F238E27FC236}">
                <a16:creationId xmlns:a16="http://schemas.microsoft.com/office/drawing/2014/main" id="{84936AF1-4F67-4D54-BB66-932C8A336FF8}"/>
              </a:ext>
            </a:extLst>
          </p:cNvPr>
          <p:cNvSpPr>
            <a:spLocks/>
          </p:cNvSpPr>
          <p:nvPr/>
        </p:nvSpPr>
        <p:spPr>
          <a:xfrm>
            <a:off x="53511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data_8351">
            <a:extLst>
              <a:ext uri="{FF2B5EF4-FFF2-40B4-BE49-F238E27FC236}">
                <a16:creationId xmlns:a16="http://schemas.microsoft.com/office/drawing/2014/main" id="{61D8F24A-7AF0-461D-BB20-AEF8A5EC2F20}"/>
              </a:ext>
            </a:extLst>
          </p:cNvPr>
          <p:cNvSpPr>
            <a:spLocks/>
          </p:cNvSpPr>
          <p:nvPr/>
        </p:nvSpPr>
        <p:spPr>
          <a:xfrm>
            <a:off x="53499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data_8352">
            <a:extLst>
              <a:ext uri="{FF2B5EF4-FFF2-40B4-BE49-F238E27FC236}">
                <a16:creationId xmlns:a16="http://schemas.microsoft.com/office/drawing/2014/main" id="{39055139-CDBD-491B-A984-82C1293EBA21}"/>
              </a:ext>
            </a:extLst>
          </p:cNvPr>
          <p:cNvSpPr>
            <a:spLocks/>
          </p:cNvSpPr>
          <p:nvPr/>
        </p:nvSpPr>
        <p:spPr>
          <a:xfrm>
            <a:off x="53923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data_8353">
            <a:extLst>
              <a:ext uri="{FF2B5EF4-FFF2-40B4-BE49-F238E27FC236}">
                <a16:creationId xmlns:a16="http://schemas.microsoft.com/office/drawing/2014/main" id="{1AFC3AD5-00E5-4CE7-8D3A-F37715F65BCD}"/>
              </a:ext>
            </a:extLst>
          </p:cNvPr>
          <p:cNvSpPr>
            <a:spLocks/>
          </p:cNvSpPr>
          <p:nvPr/>
        </p:nvSpPr>
        <p:spPr>
          <a:xfrm>
            <a:off x="5372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data_8354">
            <a:extLst>
              <a:ext uri="{FF2B5EF4-FFF2-40B4-BE49-F238E27FC236}">
                <a16:creationId xmlns:a16="http://schemas.microsoft.com/office/drawing/2014/main" id="{30B5E62E-9632-4465-8091-86750578A734}"/>
              </a:ext>
            </a:extLst>
          </p:cNvPr>
          <p:cNvSpPr>
            <a:spLocks/>
          </p:cNvSpPr>
          <p:nvPr/>
        </p:nvSpPr>
        <p:spPr>
          <a:xfrm>
            <a:off x="52922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data_8355">
            <a:extLst>
              <a:ext uri="{FF2B5EF4-FFF2-40B4-BE49-F238E27FC236}">
                <a16:creationId xmlns:a16="http://schemas.microsoft.com/office/drawing/2014/main" id="{09FEA984-8304-40FC-92D2-ED763B247895}"/>
              </a:ext>
            </a:extLst>
          </p:cNvPr>
          <p:cNvSpPr>
            <a:spLocks/>
          </p:cNvSpPr>
          <p:nvPr/>
        </p:nvSpPr>
        <p:spPr>
          <a:xfrm>
            <a:off x="53111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data_8356">
            <a:extLst>
              <a:ext uri="{FF2B5EF4-FFF2-40B4-BE49-F238E27FC236}">
                <a16:creationId xmlns:a16="http://schemas.microsoft.com/office/drawing/2014/main" id="{A30E25DB-25E8-42AD-9493-1E73DDB57EF9}"/>
              </a:ext>
            </a:extLst>
          </p:cNvPr>
          <p:cNvSpPr>
            <a:spLocks/>
          </p:cNvSpPr>
          <p:nvPr/>
        </p:nvSpPr>
        <p:spPr>
          <a:xfrm>
            <a:off x="53628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data_8357">
            <a:extLst>
              <a:ext uri="{FF2B5EF4-FFF2-40B4-BE49-F238E27FC236}">
                <a16:creationId xmlns:a16="http://schemas.microsoft.com/office/drawing/2014/main" id="{876B1149-CC24-4049-8947-EB0191BB7588}"/>
              </a:ext>
            </a:extLst>
          </p:cNvPr>
          <p:cNvSpPr>
            <a:spLocks/>
          </p:cNvSpPr>
          <p:nvPr/>
        </p:nvSpPr>
        <p:spPr>
          <a:xfrm>
            <a:off x="52846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data_8358">
            <a:extLst>
              <a:ext uri="{FF2B5EF4-FFF2-40B4-BE49-F238E27FC236}">
                <a16:creationId xmlns:a16="http://schemas.microsoft.com/office/drawing/2014/main" id="{FECE7313-F330-4857-BFB1-42435A3BA746}"/>
              </a:ext>
            </a:extLst>
          </p:cNvPr>
          <p:cNvSpPr>
            <a:spLocks/>
          </p:cNvSpPr>
          <p:nvPr/>
        </p:nvSpPr>
        <p:spPr>
          <a:xfrm>
            <a:off x="53752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data_8359">
            <a:extLst>
              <a:ext uri="{FF2B5EF4-FFF2-40B4-BE49-F238E27FC236}">
                <a16:creationId xmlns:a16="http://schemas.microsoft.com/office/drawing/2014/main" id="{7E9EB43A-3D49-4BEA-9F43-62237132FA6F}"/>
              </a:ext>
            </a:extLst>
          </p:cNvPr>
          <p:cNvSpPr>
            <a:spLocks/>
          </p:cNvSpPr>
          <p:nvPr/>
        </p:nvSpPr>
        <p:spPr>
          <a:xfrm>
            <a:off x="5379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data_8360">
            <a:extLst>
              <a:ext uri="{FF2B5EF4-FFF2-40B4-BE49-F238E27FC236}">
                <a16:creationId xmlns:a16="http://schemas.microsoft.com/office/drawing/2014/main" id="{7B46EF1F-8127-4DA4-A748-8EF0025AF475}"/>
              </a:ext>
            </a:extLst>
          </p:cNvPr>
          <p:cNvSpPr>
            <a:spLocks/>
          </p:cNvSpPr>
          <p:nvPr/>
        </p:nvSpPr>
        <p:spPr>
          <a:xfrm>
            <a:off x="53658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data_8361">
            <a:extLst>
              <a:ext uri="{FF2B5EF4-FFF2-40B4-BE49-F238E27FC236}">
                <a16:creationId xmlns:a16="http://schemas.microsoft.com/office/drawing/2014/main" id="{06E2C899-86B1-4E5F-AF9E-CF0EC6EE520C}"/>
              </a:ext>
            </a:extLst>
          </p:cNvPr>
          <p:cNvSpPr>
            <a:spLocks/>
          </p:cNvSpPr>
          <p:nvPr/>
        </p:nvSpPr>
        <p:spPr>
          <a:xfrm>
            <a:off x="53646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data_8362">
            <a:extLst>
              <a:ext uri="{FF2B5EF4-FFF2-40B4-BE49-F238E27FC236}">
                <a16:creationId xmlns:a16="http://schemas.microsoft.com/office/drawing/2014/main" id="{A5E073EA-6559-4817-8BCD-34CB170F578B}"/>
              </a:ext>
            </a:extLst>
          </p:cNvPr>
          <p:cNvSpPr>
            <a:spLocks/>
          </p:cNvSpPr>
          <p:nvPr/>
        </p:nvSpPr>
        <p:spPr>
          <a:xfrm>
            <a:off x="5370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data_8363">
            <a:extLst>
              <a:ext uri="{FF2B5EF4-FFF2-40B4-BE49-F238E27FC236}">
                <a16:creationId xmlns:a16="http://schemas.microsoft.com/office/drawing/2014/main" id="{0094D014-7598-4EA3-89CD-D46CDDCE3233}"/>
              </a:ext>
            </a:extLst>
          </p:cNvPr>
          <p:cNvSpPr>
            <a:spLocks/>
          </p:cNvSpPr>
          <p:nvPr/>
        </p:nvSpPr>
        <p:spPr>
          <a:xfrm>
            <a:off x="5345674" y="22963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data_8364">
            <a:extLst>
              <a:ext uri="{FF2B5EF4-FFF2-40B4-BE49-F238E27FC236}">
                <a16:creationId xmlns:a16="http://schemas.microsoft.com/office/drawing/2014/main" id="{AE3E33F8-C443-44CD-AD5C-D0D0D9599DBE}"/>
              </a:ext>
            </a:extLst>
          </p:cNvPr>
          <p:cNvSpPr>
            <a:spLocks/>
          </p:cNvSpPr>
          <p:nvPr/>
        </p:nvSpPr>
        <p:spPr>
          <a:xfrm>
            <a:off x="5278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data_8365">
            <a:extLst>
              <a:ext uri="{FF2B5EF4-FFF2-40B4-BE49-F238E27FC236}">
                <a16:creationId xmlns:a16="http://schemas.microsoft.com/office/drawing/2014/main" id="{31B7A468-E51B-4696-BC39-26E56A81BE5F}"/>
              </a:ext>
            </a:extLst>
          </p:cNvPr>
          <p:cNvSpPr>
            <a:spLocks/>
          </p:cNvSpPr>
          <p:nvPr/>
        </p:nvSpPr>
        <p:spPr>
          <a:xfrm>
            <a:off x="53454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data_8366">
            <a:extLst>
              <a:ext uri="{FF2B5EF4-FFF2-40B4-BE49-F238E27FC236}">
                <a16:creationId xmlns:a16="http://schemas.microsoft.com/office/drawing/2014/main" id="{B2D57439-3E42-419A-8E1D-4A44256751CE}"/>
              </a:ext>
            </a:extLst>
          </p:cNvPr>
          <p:cNvSpPr>
            <a:spLocks/>
          </p:cNvSpPr>
          <p:nvPr/>
        </p:nvSpPr>
        <p:spPr>
          <a:xfrm>
            <a:off x="5295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data_8367">
            <a:extLst>
              <a:ext uri="{FF2B5EF4-FFF2-40B4-BE49-F238E27FC236}">
                <a16:creationId xmlns:a16="http://schemas.microsoft.com/office/drawing/2014/main" id="{BED6C560-663B-45D5-88D2-D15A125BEB5D}"/>
              </a:ext>
            </a:extLst>
          </p:cNvPr>
          <p:cNvSpPr>
            <a:spLocks/>
          </p:cNvSpPr>
          <p:nvPr/>
        </p:nvSpPr>
        <p:spPr>
          <a:xfrm>
            <a:off x="536521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data_8368">
            <a:extLst>
              <a:ext uri="{FF2B5EF4-FFF2-40B4-BE49-F238E27FC236}">
                <a16:creationId xmlns:a16="http://schemas.microsoft.com/office/drawing/2014/main" id="{991D8E79-B838-48CA-8269-6FF34E1C58D5}"/>
              </a:ext>
            </a:extLst>
          </p:cNvPr>
          <p:cNvSpPr>
            <a:spLocks/>
          </p:cNvSpPr>
          <p:nvPr/>
        </p:nvSpPr>
        <p:spPr>
          <a:xfrm>
            <a:off x="53824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data_8369">
            <a:extLst>
              <a:ext uri="{FF2B5EF4-FFF2-40B4-BE49-F238E27FC236}">
                <a16:creationId xmlns:a16="http://schemas.microsoft.com/office/drawing/2014/main" id="{DF1120F2-3CC6-4015-8175-569180872C85}"/>
              </a:ext>
            </a:extLst>
          </p:cNvPr>
          <p:cNvSpPr>
            <a:spLocks/>
          </p:cNvSpPr>
          <p:nvPr/>
        </p:nvSpPr>
        <p:spPr>
          <a:xfrm>
            <a:off x="52931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data_8370">
            <a:extLst>
              <a:ext uri="{FF2B5EF4-FFF2-40B4-BE49-F238E27FC236}">
                <a16:creationId xmlns:a16="http://schemas.microsoft.com/office/drawing/2014/main" id="{4D5C21FE-6785-4AC1-9602-0D2ED240B865}"/>
              </a:ext>
            </a:extLst>
          </p:cNvPr>
          <p:cNvSpPr>
            <a:spLocks/>
          </p:cNvSpPr>
          <p:nvPr/>
        </p:nvSpPr>
        <p:spPr>
          <a:xfrm>
            <a:off x="5366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data_8371">
            <a:extLst>
              <a:ext uri="{FF2B5EF4-FFF2-40B4-BE49-F238E27FC236}">
                <a16:creationId xmlns:a16="http://schemas.microsoft.com/office/drawing/2014/main" id="{23F41888-5E16-4939-8550-1A92D6E87D43}"/>
              </a:ext>
            </a:extLst>
          </p:cNvPr>
          <p:cNvSpPr>
            <a:spLocks/>
          </p:cNvSpPr>
          <p:nvPr/>
        </p:nvSpPr>
        <p:spPr>
          <a:xfrm>
            <a:off x="52996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data_8372">
            <a:extLst>
              <a:ext uri="{FF2B5EF4-FFF2-40B4-BE49-F238E27FC236}">
                <a16:creationId xmlns:a16="http://schemas.microsoft.com/office/drawing/2014/main" id="{55E5F3BB-88C7-4D87-BE3D-E1BC5A466C44}"/>
              </a:ext>
            </a:extLst>
          </p:cNvPr>
          <p:cNvSpPr>
            <a:spLocks/>
          </p:cNvSpPr>
          <p:nvPr/>
        </p:nvSpPr>
        <p:spPr>
          <a:xfrm>
            <a:off x="53054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data_8373">
            <a:extLst>
              <a:ext uri="{FF2B5EF4-FFF2-40B4-BE49-F238E27FC236}">
                <a16:creationId xmlns:a16="http://schemas.microsoft.com/office/drawing/2014/main" id="{354A1217-64DD-42A8-A222-C4A7E60D6F9C}"/>
              </a:ext>
            </a:extLst>
          </p:cNvPr>
          <p:cNvSpPr>
            <a:spLocks/>
          </p:cNvSpPr>
          <p:nvPr/>
        </p:nvSpPr>
        <p:spPr>
          <a:xfrm>
            <a:off x="52899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data_8374">
            <a:extLst>
              <a:ext uri="{FF2B5EF4-FFF2-40B4-BE49-F238E27FC236}">
                <a16:creationId xmlns:a16="http://schemas.microsoft.com/office/drawing/2014/main" id="{287B1C7F-B243-43DA-999A-8DC97B02E369}"/>
              </a:ext>
            </a:extLst>
          </p:cNvPr>
          <p:cNvSpPr>
            <a:spLocks/>
          </p:cNvSpPr>
          <p:nvPr/>
        </p:nvSpPr>
        <p:spPr>
          <a:xfrm>
            <a:off x="536495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data_8375">
            <a:extLst>
              <a:ext uri="{FF2B5EF4-FFF2-40B4-BE49-F238E27FC236}">
                <a16:creationId xmlns:a16="http://schemas.microsoft.com/office/drawing/2014/main" id="{027C6C1D-40EC-46F8-ACB9-EDB4105259D4}"/>
              </a:ext>
            </a:extLst>
          </p:cNvPr>
          <p:cNvSpPr>
            <a:spLocks/>
          </p:cNvSpPr>
          <p:nvPr/>
        </p:nvSpPr>
        <p:spPr>
          <a:xfrm>
            <a:off x="5398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data_8376">
            <a:extLst>
              <a:ext uri="{FF2B5EF4-FFF2-40B4-BE49-F238E27FC236}">
                <a16:creationId xmlns:a16="http://schemas.microsoft.com/office/drawing/2014/main" id="{9D7C6E17-B691-4B51-AC83-DBE4F98398AF}"/>
              </a:ext>
            </a:extLst>
          </p:cNvPr>
          <p:cNvSpPr>
            <a:spLocks/>
          </p:cNvSpPr>
          <p:nvPr/>
        </p:nvSpPr>
        <p:spPr>
          <a:xfrm>
            <a:off x="540417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data_8377">
            <a:extLst>
              <a:ext uri="{FF2B5EF4-FFF2-40B4-BE49-F238E27FC236}">
                <a16:creationId xmlns:a16="http://schemas.microsoft.com/office/drawing/2014/main" id="{807A1FC3-9F44-458F-AE1F-DC699A1404F0}"/>
              </a:ext>
            </a:extLst>
          </p:cNvPr>
          <p:cNvSpPr>
            <a:spLocks/>
          </p:cNvSpPr>
          <p:nvPr/>
        </p:nvSpPr>
        <p:spPr>
          <a:xfrm>
            <a:off x="5323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data_8378">
            <a:extLst>
              <a:ext uri="{FF2B5EF4-FFF2-40B4-BE49-F238E27FC236}">
                <a16:creationId xmlns:a16="http://schemas.microsoft.com/office/drawing/2014/main" id="{EEC0CC17-6971-4A46-A1CD-FAF527E3F536}"/>
              </a:ext>
            </a:extLst>
          </p:cNvPr>
          <p:cNvSpPr>
            <a:spLocks/>
          </p:cNvSpPr>
          <p:nvPr/>
        </p:nvSpPr>
        <p:spPr>
          <a:xfrm>
            <a:off x="53714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data_8379">
            <a:extLst>
              <a:ext uri="{FF2B5EF4-FFF2-40B4-BE49-F238E27FC236}">
                <a16:creationId xmlns:a16="http://schemas.microsoft.com/office/drawing/2014/main" id="{E44EF025-C7DF-4439-92F4-19DC30E3CFCE}"/>
              </a:ext>
            </a:extLst>
          </p:cNvPr>
          <p:cNvSpPr>
            <a:spLocks/>
          </p:cNvSpPr>
          <p:nvPr/>
        </p:nvSpPr>
        <p:spPr>
          <a:xfrm>
            <a:off x="5396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data_8380">
            <a:extLst>
              <a:ext uri="{FF2B5EF4-FFF2-40B4-BE49-F238E27FC236}">
                <a16:creationId xmlns:a16="http://schemas.microsoft.com/office/drawing/2014/main" id="{EE30CBC0-89CF-45D8-9389-94F3E0B03253}"/>
              </a:ext>
            </a:extLst>
          </p:cNvPr>
          <p:cNvSpPr>
            <a:spLocks/>
          </p:cNvSpPr>
          <p:nvPr/>
        </p:nvSpPr>
        <p:spPr>
          <a:xfrm>
            <a:off x="538137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data_8381">
            <a:extLst>
              <a:ext uri="{FF2B5EF4-FFF2-40B4-BE49-F238E27FC236}">
                <a16:creationId xmlns:a16="http://schemas.microsoft.com/office/drawing/2014/main" id="{245FC020-C3A8-4AB5-93C6-C87C876814A2}"/>
              </a:ext>
            </a:extLst>
          </p:cNvPr>
          <p:cNvSpPr>
            <a:spLocks/>
          </p:cNvSpPr>
          <p:nvPr/>
        </p:nvSpPr>
        <p:spPr>
          <a:xfrm>
            <a:off x="5367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data_8382">
            <a:extLst>
              <a:ext uri="{FF2B5EF4-FFF2-40B4-BE49-F238E27FC236}">
                <a16:creationId xmlns:a16="http://schemas.microsoft.com/office/drawing/2014/main" id="{147A1145-E6E1-409B-97CC-80CE777D6DA6}"/>
              </a:ext>
            </a:extLst>
          </p:cNvPr>
          <p:cNvSpPr>
            <a:spLocks/>
          </p:cNvSpPr>
          <p:nvPr/>
        </p:nvSpPr>
        <p:spPr>
          <a:xfrm>
            <a:off x="53356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data_8383">
            <a:extLst>
              <a:ext uri="{FF2B5EF4-FFF2-40B4-BE49-F238E27FC236}">
                <a16:creationId xmlns:a16="http://schemas.microsoft.com/office/drawing/2014/main" id="{CB8D06AB-CC0D-4C7F-B923-C1143129D07F}"/>
              </a:ext>
            </a:extLst>
          </p:cNvPr>
          <p:cNvSpPr>
            <a:spLocks/>
          </p:cNvSpPr>
          <p:nvPr/>
        </p:nvSpPr>
        <p:spPr>
          <a:xfrm>
            <a:off x="5331732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data_8384">
            <a:extLst>
              <a:ext uri="{FF2B5EF4-FFF2-40B4-BE49-F238E27FC236}">
                <a16:creationId xmlns:a16="http://schemas.microsoft.com/office/drawing/2014/main" id="{FCA0705F-B50C-4BDE-997D-EFE7C5ADD9CC}"/>
              </a:ext>
            </a:extLst>
          </p:cNvPr>
          <p:cNvSpPr>
            <a:spLocks/>
          </p:cNvSpPr>
          <p:nvPr/>
        </p:nvSpPr>
        <p:spPr>
          <a:xfrm>
            <a:off x="52883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data_8385">
            <a:extLst>
              <a:ext uri="{FF2B5EF4-FFF2-40B4-BE49-F238E27FC236}">
                <a16:creationId xmlns:a16="http://schemas.microsoft.com/office/drawing/2014/main" id="{E8F495F7-5314-47DC-B177-A008A0DBCF47}"/>
              </a:ext>
            </a:extLst>
          </p:cNvPr>
          <p:cNvSpPr>
            <a:spLocks/>
          </p:cNvSpPr>
          <p:nvPr/>
        </p:nvSpPr>
        <p:spPr>
          <a:xfrm>
            <a:off x="5397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data_8386">
            <a:extLst>
              <a:ext uri="{FF2B5EF4-FFF2-40B4-BE49-F238E27FC236}">
                <a16:creationId xmlns:a16="http://schemas.microsoft.com/office/drawing/2014/main" id="{C0DDA1A7-1A3E-4796-931B-D06A446A977E}"/>
              </a:ext>
            </a:extLst>
          </p:cNvPr>
          <p:cNvSpPr>
            <a:spLocks/>
          </p:cNvSpPr>
          <p:nvPr/>
        </p:nvSpPr>
        <p:spPr>
          <a:xfrm>
            <a:off x="53833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data_8387">
            <a:extLst>
              <a:ext uri="{FF2B5EF4-FFF2-40B4-BE49-F238E27FC236}">
                <a16:creationId xmlns:a16="http://schemas.microsoft.com/office/drawing/2014/main" id="{EB3D806C-3EFB-40C0-BEF7-831C904BB4F5}"/>
              </a:ext>
            </a:extLst>
          </p:cNvPr>
          <p:cNvSpPr>
            <a:spLocks/>
          </p:cNvSpPr>
          <p:nvPr/>
        </p:nvSpPr>
        <p:spPr>
          <a:xfrm>
            <a:off x="5363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data_8388">
            <a:extLst>
              <a:ext uri="{FF2B5EF4-FFF2-40B4-BE49-F238E27FC236}">
                <a16:creationId xmlns:a16="http://schemas.microsoft.com/office/drawing/2014/main" id="{FFD4AA11-19AD-4CE9-AF6E-56FBDA165FDC}"/>
              </a:ext>
            </a:extLst>
          </p:cNvPr>
          <p:cNvSpPr>
            <a:spLocks/>
          </p:cNvSpPr>
          <p:nvPr/>
        </p:nvSpPr>
        <p:spPr>
          <a:xfrm>
            <a:off x="52837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data_8389">
            <a:extLst>
              <a:ext uri="{FF2B5EF4-FFF2-40B4-BE49-F238E27FC236}">
                <a16:creationId xmlns:a16="http://schemas.microsoft.com/office/drawing/2014/main" id="{46C37D9A-8F42-4AF4-BB20-5B5EE3460E11}"/>
              </a:ext>
            </a:extLst>
          </p:cNvPr>
          <p:cNvSpPr>
            <a:spLocks/>
          </p:cNvSpPr>
          <p:nvPr/>
        </p:nvSpPr>
        <p:spPr>
          <a:xfrm>
            <a:off x="5296422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data_8390">
            <a:extLst>
              <a:ext uri="{FF2B5EF4-FFF2-40B4-BE49-F238E27FC236}">
                <a16:creationId xmlns:a16="http://schemas.microsoft.com/office/drawing/2014/main" id="{B4BEA795-76C2-4673-82E4-1D7F81534FE8}"/>
              </a:ext>
            </a:extLst>
          </p:cNvPr>
          <p:cNvSpPr>
            <a:spLocks/>
          </p:cNvSpPr>
          <p:nvPr/>
        </p:nvSpPr>
        <p:spPr>
          <a:xfrm>
            <a:off x="53090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data_8391">
            <a:extLst>
              <a:ext uri="{FF2B5EF4-FFF2-40B4-BE49-F238E27FC236}">
                <a16:creationId xmlns:a16="http://schemas.microsoft.com/office/drawing/2014/main" id="{9FCC06C1-FC4F-43C1-BE1B-0996F41ECF2A}"/>
              </a:ext>
            </a:extLst>
          </p:cNvPr>
          <p:cNvSpPr>
            <a:spLocks/>
          </p:cNvSpPr>
          <p:nvPr/>
        </p:nvSpPr>
        <p:spPr>
          <a:xfrm>
            <a:off x="5364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data_8392">
            <a:extLst>
              <a:ext uri="{FF2B5EF4-FFF2-40B4-BE49-F238E27FC236}">
                <a16:creationId xmlns:a16="http://schemas.microsoft.com/office/drawing/2014/main" id="{91F7EE0C-4485-4CB5-A11D-899ED3443BA7}"/>
              </a:ext>
            </a:extLst>
          </p:cNvPr>
          <p:cNvSpPr>
            <a:spLocks/>
          </p:cNvSpPr>
          <p:nvPr/>
        </p:nvSpPr>
        <p:spPr>
          <a:xfrm>
            <a:off x="53517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data_8393">
            <a:extLst>
              <a:ext uri="{FF2B5EF4-FFF2-40B4-BE49-F238E27FC236}">
                <a16:creationId xmlns:a16="http://schemas.microsoft.com/office/drawing/2014/main" id="{7A08550C-D525-4A15-9B2B-8D6F69832F7E}"/>
              </a:ext>
            </a:extLst>
          </p:cNvPr>
          <p:cNvSpPr>
            <a:spLocks/>
          </p:cNvSpPr>
          <p:nvPr/>
        </p:nvSpPr>
        <p:spPr>
          <a:xfrm>
            <a:off x="53018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data_8394">
            <a:extLst>
              <a:ext uri="{FF2B5EF4-FFF2-40B4-BE49-F238E27FC236}">
                <a16:creationId xmlns:a16="http://schemas.microsoft.com/office/drawing/2014/main" id="{8706E638-0089-41CD-9A99-22E758C32C85}"/>
              </a:ext>
            </a:extLst>
          </p:cNvPr>
          <p:cNvSpPr>
            <a:spLocks/>
          </p:cNvSpPr>
          <p:nvPr/>
        </p:nvSpPr>
        <p:spPr>
          <a:xfrm>
            <a:off x="53254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data_8395">
            <a:extLst>
              <a:ext uri="{FF2B5EF4-FFF2-40B4-BE49-F238E27FC236}">
                <a16:creationId xmlns:a16="http://schemas.microsoft.com/office/drawing/2014/main" id="{EA109679-CC73-45D3-AA96-4FD000709D4E}"/>
              </a:ext>
            </a:extLst>
          </p:cNvPr>
          <p:cNvSpPr>
            <a:spLocks/>
          </p:cNvSpPr>
          <p:nvPr/>
        </p:nvSpPr>
        <p:spPr>
          <a:xfrm>
            <a:off x="5279353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data_8396">
            <a:extLst>
              <a:ext uri="{FF2B5EF4-FFF2-40B4-BE49-F238E27FC236}">
                <a16:creationId xmlns:a16="http://schemas.microsoft.com/office/drawing/2014/main" id="{FA289FE5-3CA3-4499-9B4F-42CC269CE57D}"/>
              </a:ext>
            </a:extLst>
          </p:cNvPr>
          <p:cNvSpPr>
            <a:spLocks/>
          </p:cNvSpPr>
          <p:nvPr/>
        </p:nvSpPr>
        <p:spPr>
          <a:xfrm>
            <a:off x="59907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data_8397">
            <a:extLst>
              <a:ext uri="{FF2B5EF4-FFF2-40B4-BE49-F238E27FC236}">
                <a16:creationId xmlns:a16="http://schemas.microsoft.com/office/drawing/2014/main" id="{2A512A9B-0095-4CDD-9CEB-47EC6FBD58F0}"/>
              </a:ext>
            </a:extLst>
          </p:cNvPr>
          <p:cNvSpPr>
            <a:spLocks/>
          </p:cNvSpPr>
          <p:nvPr/>
        </p:nvSpPr>
        <p:spPr>
          <a:xfrm>
            <a:off x="5965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data_8398">
            <a:extLst>
              <a:ext uri="{FF2B5EF4-FFF2-40B4-BE49-F238E27FC236}">
                <a16:creationId xmlns:a16="http://schemas.microsoft.com/office/drawing/2014/main" id="{3585BD4D-7D85-41BC-9A59-D2841ABF6D66}"/>
              </a:ext>
            </a:extLst>
          </p:cNvPr>
          <p:cNvSpPr>
            <a:spLocks/>
          </p:cNvSpPr>
          <p:nvPr/>
        </p:nvSpPr>
        <p:spPr>
          <a:xfrm>
            <a:off x="5986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data_8399">
            <a:extLst>
              <a:ext uri="{FF2B5EF4-FFF2-40B4-BE49-F238E27FC236}">
                <a16:creationId xmlns:a16="http://schemas.microsoft.com/office/drawing/2014/main" id="{F9B3648E-F83D-4A0E-97BA-9571B7F27AE6}"/>
              </a:ext>
            </a:extLst>
          </p:cNvPr>
          <p:cNvSpPr>
            <a:spLocks/>
          </p:cNvSpPr>
          <p:nvPr/>
        </p:nvSpPr>
        <p:spPr>
          <a:xfrm>
            <a:off x="5985574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data_8400">
            <a:extLst>
              <a:ext uri="{FF2B5EF4-FFF2-40B4-BE49-F238E27FC236}">
                <a16:creationId xmlns:a16="http://schemas.microsoft.com/office/drawing/2014/main" id="{08E9BB3E-E01F-4082-92F2-E63BA00B03A1}"/>
              </a:ext>
            </a:extLst>
          </p:cNvPr>
          <p:cNvSpPr>
            <a:spLocks/>
          </p:cNvSpPr>
          <p:nvPr/>
        </p:nvSpPr>
        <p:spPr>
          <a:xfrm>
            <a:off x="60077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data_8401">
            <a:extLst>
              <a:ext uri="{FF2B5EF4-FFF2-40B4-BE49-F238E27FC236}">
                <a16:creationId xmlns:a16="http://schemas.microsoft.com/office/drawing/2014/main" id="{D748A904-950C-4467-B9B0-7344A4544DED}"/>
              </a:ext>
            </a:extLst>
          </p:cNvPr>
          <p:cNvSpPr>
            <a:spLocks/>
          </p:cNvSpPr>
          <p:nvPr/>
        </p:nvSpPr>
        <p:spPr>
          <a:xfrm>
            <a:off x="60456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data_8402">
            <a:extLst>
              <a:ext uri="{FF2B5EF4-FFF2-40B4-BE49-F238E27FC236}">
                <a16:creationId xmlns:a16="http://schemas.microsoft.com/office/drawing/2014/main" id="{13CC0C0C-FB9A-4D3A-AB26-80550F759F91}"/>
              </a:ext>
            </a:extLst>
          </p:cNvPr>
          <p:cNvSpPr>
            <a:spLocks/>
          </p:cNvSpPr>
          <p:nvPr/>
        </p:nvSpPr>
        <p:spPr>
          <a:xfrm>
            <a:off x="60694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data_8403">
            <a:extLst>
              <a:ext uri="{FF2B5EF4-FFF2-40B4-BE49-F238E27FC236}">
                <a16:creationId xmlns:a16="http://schemas.microsoft.com/office/drawing/2014/main" id="{A73930E8-259F-40E5-B053-8BE736539F2A}"/>
              </a:ext>
            </a:extLst>
          </p:cNvPr>
          <p:cNvSpPr>
            <a:spLocks/>
          </p:cNvSpPr>
          <p:nvPr/>
        </p:nvSpPr>
        <p:spPr>
          <a:xfrm>
            <a:off x="59726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data_8404">
            <a:extLst>
              <a:ext uri="{FF2B5EF4-FFF2-40B4-BE49-F238E27FC236}">
                <a16:creationId xmlns:a16="http://schemas.microsoft.com/office/drawing/2014/main" id="{6B5D67CF-8145-4EBB-80F6-1EEF92C2C617}"/>
              </a:ext>
            </a:extLst>
          </p:cNvPr>
          <p:cNvSpPr>
            <a:spLocks/>
          </p:cNvSpPr>
          <p:nvPr/>
        </p:nvSpPr>
        <p:spPr>
          <a:xfrm>
            <a:off x="603222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data_8405">
            <a:extLst>
              <a:ext uri="{FF2B5EF4-FFF2-40B4-BE49-F238E27FC236}">
                <a16:creationId xmlns:a16="http://schemas.microsoft.com/office/drawing/2014/main" id="{34FA12B6-3424-4EAB-B432-D9E0BD831CAC}"/>
              </a:ext>
            </a:extLst>
          </p:cNvPr>
          <p:cNvSpPr>
            <a:spLocks/>
          </p:cNvSpPr>
          <p:nvPr/>
        </p:nvSpPr>
        <p:spPr>
          <a:xfrm>
            <a:off x="59730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data_8406">
            <a:extLst>
              <a:ext uri="{FF2B5EF4-FFF2-40B4-BE49-F238E27FC236}">
                <a16:creationId xmlns:a16="http://schemas.microsoft.com/office/drawing/2014/main" id="{CE97963D-51C0-43CC-8883-4D774B861314}"/>
              </a:ext>
            </a:extLst>
          </p:cNvPr>
          <p:cNvSpPr>
            <a:spLocks/>
          </p:cNvSpPr>
          <p:nvPr/>
        </p:nvSpPr>
        <p:spPr>
          <a:xfrm>
            <a:off x="5958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data_8407">
            <a:extLst>
              <a:ext uri="{FF2B5EF4-FFF2-40B4-BE49-F238E27FC236}">
                <a16:creationId xmlns:a16="http://schemas.microsoft.com/office/drawing/2014/main" id="{2B49425D-EF7B-41DF-8575-4D98D73544C5}"/>
              </a:ext>
            </a:extLst>
          </p:cNvPr>
          <p:cNvSpPr>
            <a:spLocks/>
          </p:cNvSpPr>
          <p:nvPr/>
        </p:nvSpPr>
        <p:spPr>
          <a:xfrm>
            <a:off x="605906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data_8408">
            <a:extLst>
              <a:ext uri="{FF2B5EF4-FFF2-40B4-BE49-F238E27FC236}">
                <a16:creationId xmlns:a16="http://schemas.microsoft.com/office/drawing/2014/main" id="{FC5332D1-8A0D-41C2-B11D-394B5C0A65CD}"/>
              </a:ext>
            </a:extLst>
          </p:cNvPr>
          <p:cNvSpPr>
            <a:spLocks/>
          </p:cNvSpPr>
          <p:nvPr/>
        </p:nvSpPr>
        <p:spPr>
          <a:xfrm>
            <a:off x="60857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data_8409">
            <a:extLst>
              <a:ext uri="{FF2B5EF4-FFF2-40B4-BE49-F238E27FC236}">
                <a16:creationId xmlns:a16="http://schemas.microsoft.com/office/drawing/2014/main" id="{1A0C67BC-9103-40A8-8A90-59BE10563CF5}"/>
              </a:ext>
            </a:extLst>
          </p:cNvPr>
          <p:cNvSpPr>
            <a:spLocks/>
          </p:cNvSpPr>
          <p:nvPr/>
        </p:nvSpPr>
        <p:spPr>
          <a:xfrm>
            <a:off x="60073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data_8410">
            <a:extLst>
              <a:ext uri="{FF2B5EF4-FFF2-40B4-BE49-F238E27FC236}">
                <a16:creationId xmlns:a16="http://schemas.microsoft.com/office/drawing/2014/main" id="{93195E59-8019-414E-A70E-294588B7D968}"/>
              </a:ext>
            </a:extLst>
          </p:cNvPr>
          <p:cNvSpPr>
            <a:spLocks/>
          </p:cNvSpPr>
          <p:nvPr/>
        </p:nvSpPr>
        <p:spPr>
          <a:xfrm>
            <a:off x="6078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data_8411">
            <a:extLst>
              <a:ext uri="{FF2B5EF4-FFF2-40B4-BE49-F238E27FC236}">
                <a16:creationId xmlns:a16="http://schemas.microsoft.com/office/drawing/2014/main" id="{7863571C-19F0-4F9E-AF40-4740CB2BADD1}"/>
              </a:ext>
            </a:extLst>
          </p:cNvPr>
          <p:cNvSpPr>
            <a:spLocks/>
          </p:cNvSpPr>
          <p:nvPr/>
        </p:nvSpPr>
        <p:spPr>
          <a:xfrm>
            <a:off x="5985965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data_8412">
            <a:extLst>
              <a:ext uri="{FF2B5EF4-FFF2-40B4-BE49-F238E27FC236}">
                <a16:creationId xmlns:a16="http://schemas.microsoft.com/office/drawing/2014/main" id="{D286B1BD-ABAC-4CBC-8EDA-01415AEE8498}"/>
              </a:ext>
            </a:extLst>
          </p:cNvPr>
          <p:cNvSpPr>
            <a:spLocks/>
          </p:cNvSpPr>
          <p:nvPr/>
        </p:nvSpPr>
        <p:spPr>
          <a:xfrm>
            <a:off x="6010721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data_8413">
            <a:extLst>
              <a:ext uri="{FF2B5EF4-FFF2-40B4-BE49-F238E27FC236}">
                <a16:creationId xmlns:a16="http://schemas.microsoft.com/office/drawing/2014/main" id="{8858D407-619D-454B-935A-BB791E8F7460}"/>
              </a:ext>
            </a:extLst>
          </p:cNvPr>
          <p:cNvSpPr>
            <a:spLocks/>
          </p:cNvSpPr>
          <p:nvPr/>
        </p:nvSpPr>
        <p:spPr>
          <a:xfrm>
            <a:off x="604954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data_8414">
            <a:extLst>
              <a:ext uri="{FF2B5EF4-FFF2-40B4-BE49-F238E27FC236}">
                <a16:creationId xmlns:a16="http://schemas.microsoft.com/office/drawing/2014/main" id="{D9CC0733-7E4D-4FAB-BC81-22EAAA1D5ABC}"/>
              </a:ext>
            </a:extLst>
          </p:cNvPr>
          <p:cNvSpPr>
            <a:spLocks/>
          </p:cNvSpPr>
          <p:nvPr/>
        </p:nvSpPr>
        <p:spPr>
          <a:xfrm>
            <a:off x="607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data_8415">
            <a:extLst>
              <a:ext uri="{FF2B5EF4-FFF2-40B4-BE49-F238E27FC236}">
                <a16:creationId xmlns:a16="http://schemas.microsoft.com/office/drawing/2014/main" id="{3170B99D-3C0F-4317-B729-EA7653C8EF45}"/>
              </a:ext>
            </a:extLst>
          </p:cNvPr>
          <p:cNvSpPr>
            <a:spLocks/>
          </p:cNvSpPr>
          <p:nvPr/>
        </p:nvSpPr>
        <p:spPr>
          <a:xfrm>
            <a:off x="608551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data_8416">
            <a:extLst>
              <a:ext uri="{FF2B5EF4-FFF2-40B4-BE49-F238E27FC236}">
                <a16:creationId xmlns:a16="http://schemas.microsoft.com/office/drawing/2014/main" id="{1458366C-5D90-44C7-9DAC-E78B8AA4C1EC}"/>
              </a:ext>
            </a:extLst>
          </p:cNvPr>
          <p:cNvSpPr>
            <a:spLocks/>
          </p:cNvSpPr>
          <p:nvPr/>
        </p:nvSpPr>
        <p:spPr>
          <a:xfrm>
            <a:off x="60405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data_8417">
            <a:extLst>
              <a:ext uri="{FF2B5EF4-FFF2-40B4-BE49-F238E27FC236}">
                <a16:creationId xmlns:a16="http://schemas.microsoft.com/office/drawing/2014/main" id="{812DAEA6-7C7D-4BA6-8A4F-E65B915E39B6}"/>
              </a:ext>
            </a:extLst>
          </p:cNvPr>
          <p:cNvSpPr>
            <a:spLocks/>
          </p:cNvSpPr>
          <p:nvPr/>
        </p:nvSpPr>
        <p:spPr>
          <a:xfrm>
            <a:off x="596329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data_8418">
            <a:extLst>
              <a:ext uri="{FF2B5EF4-FFF2-40B4-BE49-F238E27FC236}">
                <a16:creationId xmlns:a16="http://schemas.microsoft.com/office/drawing/2014/main" id="{BAEC025B-3A44-4E31-8DD6-6A8F09A55383}"/>
              </a:ext>
            </a:extLst>
          </p:cNvPr>
          <p:cNvSpPr>
            <a:spLocks/>
          </p:cNvSpPr>
          <p:nvPr/>
        </p:nvSpPr>
        <p:spPr>
          <a:xfrm>
            <a:off x="598257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data_8419">
            <a:extLst>
              <a:ext uri="{FF2B5EF4-FFF2-40B4-BE49-F238E27FC236}">
                <a16:creationId xmlns:a16="http://schemas.microsoft.com/office/drawing/2014/main" id="{4AE9E58E-1CF2-4891-BD9D-1752FA7599FE}"/>
              </a:ext>
            </a:extLst>
          </p:cNvPr>
          <p:cNvSpPr>
            <a:spLocks/>
          </p:cNvSpPr>
          <p:nvPr/>
        </p:nvSpPr>
        <p:spPr>
          <a:xfrm>
            <a:off x="59910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data_8420">
            <a:extLst>
              <a:ext uri="{FF2B5EF4-FFF2-40B4-BE49-F238E27FC236}">
                <a16:creationId xmlns:a16="http://schemas.microsoft.com/office/drawing/2014/main" id="{CA81B497-71B3-48F0-A73C-DE877719B747}"/>
              </a:ext>
            </a:extLst>
          </p:cNvPr>
          <p:cNvSpPr>
            <a:spLocks/>
          </p:cNvSpPr>
          <p:nvPr/>
        </p:nvSpPr>
        <p:spPr>
          <a:xfrm>
            <a:off x="59630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data_8421">
            <a:extLst>
              <a:ext uri="{FF2B5EF4-FFF2-40B4-BE49-F238E27FC236}">
                <a16:creationId xmlns:a16="http://schemas.microsoft.com/office/drawing/2014/main" id="{FFF86D63-AE80-41E7-8896-8B3D1F613F72}"/>
              </a:ext>
            </a:extLst>
          </p:cNvPr>
          <p:cNvSpPr>
            <a:spLocks/>
          </p:cNvSpPr>
          <p:nvPr/>
        </p:nvSpPr>
        <p:spPr>
          <a:xfrm>
            <a:off x="596225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data_8422">
            <a:extLst>
              <a:ext uri="{FF2B5EF4-FFF2-40B4-BE49-F238E27FC236}">
                <a16:creationId xmlns:a16="http://schemas.microsoft.com/office/drawing/2014/main" id="{7C67C7DC-8005-49F1-858F-717E539CEF00}"/>
              </a:ext>
            </a:extLst>
          </p:cNvPr>
          <p:cNvSpPr>
            <a:spLocks/>
          </p:cNvSpPr>
          <p:nvPr/>
        </p:nvSpPr>
        <p:spPr>
          <a:xfrm>
            <a:off x="5987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data_8423">
            <a:extLst>
              <a:ext uri="{FF2B5EF4-FFF2-40B4-BE49-F238E27FC236}">
                <a16:creationId xmlns:a16="http://schemas.microsoft.com/office/drawing/2014/main" id="{F834DF77-F526-4EB2-8413-02CA1295B987}"/>
              </a:ext>
            </a:extLst>
          </p:cNvPr>
          <p:cNvSpPr>
            <a:spLocks/>
          </p:cNvSpPr>
          <p:nvPr/>
        </p:nvSpPr>
        <p:spPr>
          <a:xfrm>
            <a:off x="60366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data_8424">
            <a:extLst>
              <a:ext uri="{FF2B5EF4-FFF2-40B4-BE49-F238E27FC236}">
                <a16:creationId xmlns:a16="http://schemas.microsoft.com/office/drawing/2014/main" id="{0B5E207C-D8D5-403C-B9AD-386A17FB8326}"/>
              </a:ext>
            </a:extLst>
          </p:cNvPr>
          <p:cNvSpPr>
            <a:spLocks/>
          </p:cNvSpPr>
          <p:nvPr/>
        </p:nvSpPr>
        <p:spPr>
          <a:xfrm>
            <a:off x="59806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data_8425">
            <a:extLst>
              <a:ext uri="{FF2B5EF4-FFF2-40B4-BE49-F238E27FC236}">
                <a16:creationId xmlns:a16="http://schemas.microsoft.com/office/drawing/2014/main" id="{850A8252-BB8A-41C8-9A70-DB448BB2F5D2}"/>
              </a:ext>
            </a:extLst>
          </p:cNvPr>
          <p:cNvSpPr>
            <a:spLocks/>
          </p:cNvSpPr>
          <p:nvPr/>
        </p:nvSpPr>
        <p:spPr>
          <a:xfrm>
            <a:off x="60197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data_8426">
            <a:extLst>
              <a:ext uri="{FF2B5EF4-FFF2-40B4-BE49-F238E27FC236}">
                <a16:creationId xmlns:a16="http://schemas.microsoft.com/office/drawing/2014/main" id="{D16240B8-5DE3-473C-A2E4-7311EC2694DD}"/>
              </a:ext>
            </a:extLst>
          </p:cNvPr>
          <p:cNvSpPr>
            <a:spLocks/>
          </p:cNvSpPr>
          <p:nvPr/>
        </p:nvSpPr>
        <p:spPr>
          <a:xfrm>
            <a:off x="6005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data_8427">
            <a:extLst>
              <a:ext uri="{FF2B5EF4-FFF2-40B4-BE49-F238E27FC236}">
                <a16:creationId xmlns:a16="http://schemas.microsoft.com/office/drawing/2014/main" id="{C3D5681B-378E-45B3-93EF-1F14D1512E93}"/>
              </a:ext>
            </a:extLst>
          </p:cNvPr>
          <p:cNvSpPr>
            <a:spLocks/>
          </p:cNvSpPr>
          <p:nvPr/>
        </p:nvSpPr>
        <p:spPr>
          <a:xfrm>
            <a:off x="60705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data_8428">
            <a:extLst>
              <a:ext uri="{FF2B5EF4-FFF2-40B4-BE49-F238E27FC236}">
                <a16:creationId xmlns:a16="http://schemas.microsoft.com/office/drawing/2014/main" id="{EB09D9D4-33C4-4DDA-9A04-4DF857AE6490}"/>
              </a:ext>
            </a:extLst>
          </p:cNvPr>
          <p:cNvSpPr>
            <a:spLocks/>
          </p:cNvSpPr>
          <p:nvPr/>
        </p:nvSpPr>
        <p:spPr>
          <a:xfrm>
            <a:off x="599300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data_8429">
            <a:extLst>
              <a:ext uri="{FF2B5EF4-FFF2-40B4-BE49-F238E27FC236}">
                <a16:creationId xmlns:a16="http://schemas.microsoft.com/office/drawing/2014/main" id="{92C20209-8321-4469-8146-62C38583F9EC}"/>
              </a:ext>
            </a:extLst>
          </p:cNvPr>
          <p:cNvSpPr>
            <a:spLocks/>
          </p:cNvSpPr>
          <p:nvPr/>
        </p:nvSpPr>
        <p:spPr>
          <a:xfrm>
            <a:off x="60465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data_8430">
            <a:extLst>
              <a:ext uri="{FF2B5EF4-FFF2-40B4-BE49-F238E27FC236}">
                <a16:creationId xmlns:a16="http://schemas.microsoft.com/office/drawing/2014/main" id="{BC2CF9E1-A351-438B-8078-2ACF4DBBDC11}"/>
              </a:ext>
            </a:extLst>
          </p:cNvPr>
          <p:cNvSpPr>
            <a:spLocks/>
          </p:cNvSpPr>
          <p:nvPr/>
        </p:nvSpPr>
        <p:spPr>
          <a:xfrm>
            <a:off x="60498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data_8431">
            <a:extLst>
              <a:ext uri="{FF2B5EF4-FFF2-40B4-BE49-F238E27FC236}">
                <a16:creationId xmlns:a16="http://schemas.microsoft.com/office/drawing/2014/main" id="{F0C6C7ED-46DC-4E52-833E-E11F314586CE}"/>
              </a:ext>
            </a:extLst>
          </p:cNvPr>
          <p:cNvSpPr>
            <a:spLocks/>
          </p:cNvSpPr>
          <p:nvPr/>
        </p:nvSpPr>
        <p:spPr>
          <a:xfrm>
            <a:off x="596264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data_8432">
            <a:extLst>
              <a:ext uri="{FF2B5EF4-FFF2-40B4-BE49-F238E27FC236}">
                <a16:creationId xmlns:a16="http://schemas.microsoft.com/office/drawing/2014/main" id="{BFC4C38B-271B-45BB-98CC-0F025131770E}"/>
              </a:ext>
            </a:extLst>
          </p:cNvPr>
          <p:cNvSpPr>
            <a:spLocks/>
          </p:cNvSpPr>
          <p:nvPr/>
        </p:nvSpPr>
        <p:spPr>
          <a:xfrm>
            <a:off x="60688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data_8433">
            <a:extLst>
              <a:ext uri="{FF2B5EF4-FFF2-40B4-BE49-F238E27FC236}">
                <a16:creationId xmlns:a16="http://schemas.microsoft.com/office/drawing/2014/main" id="{F101F8A7-AE35-4B81-B320-4EB5AA9A2968}"/>
              </a:ext>
            </a:extLst>
          </p:cNvPr>
          <p:cNvSpPr>
            <a:spLocks/>
          </p:cNvSpPr>
          <p:nvPr/>
        </p:nvSpPr>
        <p:spPr>
          <a:xfrm>
            <a:off x="5959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data_8434">
            <a:extLst>
              <a:ext uri="{FF2B5EF4-FFF2-40B4-BE49-F238E27FC236}">
                <a16:creationId xmlns:a16="http://schemas.microsoft.com/office/drawing/2014/main" id="{9731A0A7-4B81-4A68-8546-CB675C58B52F}"/>
              </a:ext>
            </a:extLst>
          </p:cNvPr>
          <p:cNvSpPr>
            <a:spLocks/>
          </p:cNvSpPr>
          <p:nvPr/>
        </p:nvSpPr>
        <p:spPr>
          <a:xfrm>
            <a:off x="60685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data_8435">
            <a:extLst>
              <a:ext uri="{FF2B5EF4-FFF2-40B4-BE49-F238E27FC236}">
                <a16:creationId xmlns:a16="http://schemas.microsoft.com/office/drawing/2014/main" id="{BFE5C7D2-DF7C-49E8-9021-8DE62B18EE15}"/>
              </a:ext>
            </a:extLst>
          </p:cNvPr>
          <p:cNvSpPr>
            <a:spLocks/>
          </p:cNvSpPr>
          <p:nvPr/>
        </p:nvSpPr>
        <p:spPr>
          <a:xfrm>
            <a:off x="60812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data_8436">
            <a:extLst>
              <a:ext uri="{FF2B5EF4-FFF2-40B4-BE49-F238E27FC236}">
                <a16:creationId xmlns:a16="http://schemas.microsoft.com/office/drawing/2014/main" id="{A72C52C3-E168-4443-9A95-3B9090DC3EC8}"/>
              </a:ext>
            </a:extLst>
          </p:cNvPr>
          <p:cNvSpPr>
            <a:spLocks/>
          </p:cNvSpPr>
          <p:nvPr/>
        </p:nvSpPr>
        <p:spPr>
          <a:xfrm>
            <a:off x="60374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data_8437">
            <a:extLst>
              <a:ext uri="{FF2B5EF4-FFF2-40B4-BE49-F238E27FC236}">
                <a16:creationId xmlns:a16="http://schemas.microsoft.com/office/drawing/2014/main" id="{D235D80C-9901-4282-AD44-C5B9CF74D3E5}"/>
              </a:ext>
            </a:extLst>
          </p:cNvPr>
          <p:cNvSpPr>
            <a:spLocks/>
          </p:cNvSpPr>
          <p:nvPr/>
        </p:nvSpPr>
        <p:spPr>
          <a:xfrm>
            <a:off x="59983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data_8438">
            <a:extLst>
              <a:ext uri="{FF2B5EF4-FFF2-40B4-BE49-F238E27FC236}">
                <a16:creationId xmlns:a16="http://schemas.microsoft.com/office/drawing/2014/main" id="{EFC65E4C-E13E-444A-AEE6-A677E6F79E4D}"/>
              </a:ext>
            </a:extLst>
          </p:cNvPr>
          <p:cNvSpPr>
            <a:spLocks/>
          </p:cNvSpPr>
          <p:nvPr/>
        </p:nvSpPr>
        <p:spPr>
          <a:xfrm>
            <a:off x="60529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data_8439">
            <a:extLst>
              <a:ext uri="{FF2B5EF4-FFF2-40B4-BE49-F238E27FC236}">
                <a16:creationId xmlns:a16="http://schemas.microsoft.com/office/drawing/2014/main" id="{84295E53-44D9-46C0-B6F1-77E4B26B6EF1}"/>
              </a:ext>
            </a:extLst>
          </p:cNvPr>
          <p:cNvSpPr>
            <a:spLocks/>
          </p:cNvSpPr>
          <p:nvPr/>
        </p:nvSpPr>
        <p:spPr>
          <a:xfrm>
            <a:off x="59866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data_8440">
            <a:extLst>
              <a:ext uri="{FF2B5EF4-FFF2-40B4-BE49-F238E27FC236}">
                <a16:creationId xmlns:a16="http://schemas.microsoft.com/office/drawing/2014/main" id="{FBED050F-4689-423A-B983-C125638A5C26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data_8441">
            <a:extLst>
              <a:ext uri="{FF2B5EF4-FFF2-40B4-BE49-F238E27FC236}">
                <a16:creationId xmlns:a16="http://schemas.microsoft.com/office/drawing/2014/main" id="{129A9677-5A79-44EB-8323-BCA5E1B80C60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data_8442">
            <a:extLst>
              <a:ext uri="{FF2B5EF4-FFF2-40B4-BE49-F238E27FC236}">
                <a16:creationId xmlns:a16="http://schemas.microsoft.com/office/drawing/2014/main" id="{EC7B20E8-E827-4138-8C21-DD4312B6F451}"/>
              </a:ext>
            </a:extLst>
          </p:cNvPr>
          <p:cNvSpPr>
            <a:spLocks/>
          </p:cNvSpPr>
          <p:nvPr/>
        </p:nvSpPr>
        <p:spPr>
          <a:xfrm>
            <a:off x="598101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data_8443">
            <a:extLst>
              <a:ext uri="{FF2B5EF4-FFF2-40B4-BE49-F238E27FC236}">
                <a16:creationId xmlns:a16="http://schemas.microsoft.com/office/drawing/2014/main" id="{E4AF0BD6-EB79-4F46-9744-C575FDD9609E}"/>
              </a:ext>
            </a:extLst>
          </p:cNvPr>
          <p:cNvSpPr>
            <a:spLocks/>
          </p:cNvSpPr>
          <p:nvPr/>
        </p:nvSpPr>
        <p:spPr>
          <a:xfrm>
            <a:off x="6071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data_8444">
            <a:extLst>
              <a:ext uri="{FF2B5EF4-FFF2-40B4-BE49-F238E27FC236}">
                <a16:creationId xmlns:a16="http://schemas.microsoft.com/office/drawing/2014/main" id="{AB254B7C-9176-4DD7-92C7-12888FA9AF19}"/>
              </a:ext>
            </a:extLst>
          </p:cNvPr>
          <p:cNvSpPr>
            <a:spLocks/>
          </p:cNvSpPr>
          <p:nvPr/>
        </p:nvSpPr>
        <p:spPr>
          <a:xfrm>
            <a:off x="600055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data_8445">
            <a:extLst>
              <a:ext uri="{FF2B5EF4-FFF2-40B4-BE49-F238E27FC236}">
                <a16:creationId xmlns:a16="http://schemas.microsoft.com/office/drawing/2014/main" id="{CD50370D-CC7C-4113-9884-3D2B9D9BB488}"/>
              </a:ext>
            </a:extLst>
          </p:cNvPr>
          <p:cNvSpPr>
            <a:spLocks/>
          </p:cNvSpPr>
          <p:nvPr/>
        </p:nvSpPr>
        <p:spPr>
          <a:xfrm>
            <a:off x="601319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data_8446">
            <a:extLst>
              <a:ext uri="{FF2B5EF4-FFF2-40B4-BE49-F238E27FC236}">
                <a16:creationId xmlns:a16="http://schemas.microsoft.com/office/drawing/2014/main" id="{FA434247-8E5F-40C5-B78A-693994F9EAC1}"/>
              </a:ext>
            </a:extLst>
          </p:cNvPr>
          <p:cNvSpPr>
            <a:spLocks/>
          </p:cNvSpPr>
          <p:nvPr/>
        </p:nvSpPr>
        <p:spPr>
          <a:xfrm>
            <a:off x="60843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data_8447">
            <a:extLst>
              <a:ext uri="{FF2B5EF4-FFF2-40B4-BE49-F238E27FC236}">
                <a16:creationId xmlns:a16="http://schemas.microsoft.com/office/drawing/2014/main" id="{BA74A99B-A140-4E4A-BC28-1649CD1A8FDC}"/>
              </a:ext>
            </a:extLst>
          </p:cNvPr>
          <p:cNvSpPr>
            <a:spLocks/>
          </p:cNvSpPr>
          <p:nvPr/>
        </p:nvSpPr>
        <p:spPr>
          <a:xfrm>
            <a:off x="6045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data_8448">
            <a:extLst>
              <a:ext uri="{FF2B5EF4-FFF2-40B4-BE49-F238E27FC236}">
                <a16:creationId xmlns:a16="http://schemas.microsoft.com/office/drawing/2014/main" id="{3BEB0D48-0984-4A3A-8B6A-4C95416190F3}"/>
              </a:ext>
            </a:extLst>
          </p:cNvPr>
          <p:cNvSpPr>
            <a:spLocks/>
          </p:cNvSpPr>
          <p:nvPr/>
        </p:nvSpPr>
        <p:spPr>
          <a:xfrm>
            <a:off x="6079648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data_8449">
            <a:extLst>
              <a:ext uri="{FF2B5EF4-FFF2-40B4-BE49-F238E27FC236}">
                <a16:creationId xmlns:a16="http://schemas.microsoft.com/office/drawing/2014/main" id="{E25A1F14-D553-4659-9638-48BFB1303FD2}"/>
              </a:ext>
            </a:extLst>
          </p:cNvPr>
          <p:cNvSpPr>
            <a:spLocks/>
          </p:cNvSpPr>
          <p:nvPr/>
        </p:nvSpPr>
        <p:spPr>
          <a:xfrm>
            <a:off x="5964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data_8450">
            <a:extLst>
              <a:ext uri="{FF2B5EF4-FFF2-40B4-BE49-F238E27FC236}">
                <a16:creationId xmlns:a16="http://schemas.microsoft.com/office/drawing/2014/main" id="{17368367-91EB-48C0-B709-B42DC1355717}"/>
              </a:ext>
            </a:extLst>
          </p:cNvPr>
          <p:cNvSpPr>
            <a:spLocks/>
          </p:cNvSpPr>
          <p:nvPr/>
        </p:nvSpPr>
        <p:spPr>
          <a:xfrm>
            <a:off x="6070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data_8451">
            <a:extLst>
              <a:ext uri="{FF2B5EF4-FFF2-40B4-BE49-F238E27FC236}">
                <a16:creationId xmlns:a16="http://schemas.microsoft.com/office/drawing/2014/main" id="{7013DE83-75C9-42EA-AFEE-E034AEFCF04F}"/>
              </a:ext>
            </a:extLst>
          </p:cNvPr>
          <p:cNvSpPr>
            <a:spLocks/>
          </p:cNvSpPr>
          <p:nvPr/>
        </p:nvSpPr>
        <p:spPr>
          <a:xfrm>
            <a:off x="60528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data_8452">
            <a:extLst>
              <a:ext uri="{FF2B5EF4-FFF2-40B4-BE49-F238E27FC236}">
                <a16:creationId xmlns:a16="http://schemas.microsoft.com/office/drawing/2014/main" id="{07F751D8-375B-4588-89FF-1CCD89E5E420}"/>
              </a:ext>
            </a:extLst>
          </p:cNvPr>
          <p:cNvSpPr>
            <a:spLocks/>
          </p:cNvSpPr>
          <p:nvPr/>
        </p:nvSpPr>
        <p:spPr>
          <a:xfrm>
            <a:off x="60078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data_8453">
            <a:extLst>
              <a:ext uri="{FF2B5EF4-FFF2-40B4-BE49-F238E27FC236}">
                <a16:creationId xmlns:a16="http://schemas.microsoft.com/office/drawing/2014/main" id="{A765E16A-D502-4C8B-88B0-9A756ADD23E1}"/>
              </a:ext>
            </a:extLst>
          </p:cNvPr>
          <p:cNvSpPr>
            <a:spLocks/>
          </p:cNvSpPr>
          <p:nvPr/>
        </p:nvSpPr>
        <p:spPr>
          <a:xfrm>
            <a:off x="605788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data_8454">
            <a:extLst>
              <a:ext uri="{FF2B5EF4-FFF2-40B4-BE49-F238E27FC236}">
                <a16:creationId xmlns:a16="http://schemas.microsoft.com/office/drawing/2014/main" id="{ED9D4353-5A13-4E3D-8AAC-5DEB89EA0E38}"/>
              </a:ext>
            </a:extLst>
          </p:cNvPr>
          <p:cNvSpPr>
            <a:spLocks/>
          </p:cNvSpPr>
          <p:nvPr/>
        </p:nvSpPr>
        <p:spPr>
          <a:xfrm>
            <a:off x="60849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data_8455">
            <a:extLst>
              <a:ext uri="{FF2B5EF4-FFF2-40B4-BE49-F238E27FC236}">
                <a16:creationId xmlns:a16="http://schemas.microsoft.com/office/drawing/2014/main" id="{8B40EA89-4374-4B3E-AD76-41369E206652}"/>
              </a:ext>
            </a:extLst>
          </p:cNvPr>
          <p:cNvSpPr>
            <a:spLocks/>
          </p:cNvSpPr>
          <p:nvPr/>
        </p:nvSpPr>
        <p:spPr>
          <a:xfrm>
            <a:off x="60442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data_8456">
            <a:extLst>
              <a:ext uri="{FF2B5EF4-FFF2-40B4-BE49-F238E27FC236}">
                <a16:creationId xmlns:a16="http://schemas.microsoft.com/office/drawing/2014/main" id="{8CB41875-4186-4BF2-A0FB-C2AFD947A03D}"/>
              </a:ext>
            </a:extLst>
          </p:cNvPr>
          <p:cNvSpPr>
            <a:spLocks/>
          </p:cNvSpPr>
          <p:nvPr/>
        </p:nvSpPr>
        <p:spPr>
          <a:xfrm>
            <a:off x="6054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data_8457">
            <a:extLst>
              <a:ext uri="{FF2B5EF4-FFF2-40B4-BE49-F238E27FC236}">
                <a16:creationId xmlns:a16="http://schemas.microsoft.com/office/drawing/2014/main" id="{F927B55D-7AE5-4DAC-A6CF-D3D8FF929B9F}"/>
              </a:ext>
            </a:extLst>
          </p:cNvPr>
          <p:cNvSpPr>
            <a:spLocks/>
          </p:cNvSpPr>
          <p:nvPr/>
        </p:nvSpPr>
        <p:spPr>
          <a:xfrm>
            <a:off x="605306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data_8458">
            <a:extLst>
              <a:ext uri="{FF2B5EF4-FFF2-40B4-BE49-F238E27FC236}">
                <a16:creationId xmlns:a16="http://schemas.microsoft.com/office/drawing/2014/main" id="{0D43B7DC-F37E-49CA-9998-3D1F8F4A07BA}"/>
              </a:ext>
            </a:extLst>
          </p:cNvPr>
          <p:cNvSpPr>
            <a:spLocks/>
          </p:cNvSpPr>
          <p:nvPr/>
        </p:nvSpPr>
        <p:spPr>
          <a:xfrm>
            <a:off x="60322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data_8459">
            <a:extLst>
              <a:ext uri="{FF2B5EF4-FFF2-40B4-BE49-F238E27FC236}">
                <a16:creationId xmlns:a16="http://schemas.microsoft.com/office/drawing/2014/main" id="{73708E9F-CD21-4D23-A17B-B6B61742B700}"/>
              </a:ext>
            </a:extLst>
          </p:cNvPr>
          <p:cNvSpPr>
            <a:spLocks/>
          </p:cNvSpPr>
          <p:nvPr/>
        </p:nvSpPr>
        <p:spPr>
          <a:xfrm>
            <a:off x="599586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data_8460">
            <a:extLst>
              <a:ext uri="{FF2B5EF4-FFF2-40B4-BE49-F238E27FC236}">
                <a16:creationId xmlns:a16="http://schemas.microsoft.com/office/drawing/2014/main" id="{01C117AA-8213-4C3F-A31D-51FF6A73F43C}"/>
              </a:ext>
            </a:extLst>
          </p:cNvPr>
          <p:cNvSpPr>
            <a:spLocks/>
          </p:cNvSpPr>
          <p:nvPr/>
        </p:nvSpPr>
        <p:spPr>
          <a:xfrm>
            <a:off x="60758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data_8461">
            <a:extLst>
              <a:ext uri="{FF2B5EF4-FFF2-40B4-BE49-F238E27FC236}">
                <a16:creationId xmlns:a16="http://schemas.microsoft.com/office/drawing/2014/main" id="{B45BE173-4BFB-4130-915F-6C1BDF903996}"/>
              </a:ext>
            </a:extLst>
          </p:cNvPr>
          <p:cNvSpPr>
            <a:spLocks/>
          </p:cNvSpPr>
          <p:nvPr/>
        </p:nvSpPr>
        <p:spPr>
          <a:xfrm>
            <a:off x="59820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data_8462">
            <a:extLst>
              <a:ext uri="{FF2B5EF4-FFF2-40B4-BE49-F238E27FC236}">
                <a16:creationId xmlns:a16="http://schemas.microsoft.com/office/drawing/2014/main" id="{33AD8DB8-5754-4C08-918F-37B2F55D877F}"/>
              </a:ext>
            </a:extLst>
          </p:cNvPr>
          <p:cNvSpPr>
            <a:spLocks/>
          </p:cNvSpPr>
          <p:nvPr/>
        </p:nvSpPr>
        <p:spPr>
          <a:xfrm>
            <a:off x="59810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data_8463">
            <a:extLst>
              <a:ext uri="{FF2B5EF4-FFF2-40B4-BE49-F238E27FC236}">
                <a16:creationId xmlns:a16="http://schemas.microsoft.com/office/drawing/2014/main" id="{EAFED9D5-1454-40C9-A0EC-723D07B8C119}"/>
              </a:ext>
            </a:extLst>
          </p:cNvPr>
          <p:cNvSpPr>
            <a:spLocks/>
          </p:cNvSpPr>
          <p:nvPr/>
        </p:nvSpPr>
        <p:spPr>
          <a:xfrm>
            <a:off x="5986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data_8464">
            <a:extLst>
              <a:ext uri="{FF2B5EF4-FFF2-40B4-BE49-F238E27FC236}">
                <a16:creationId xmlns:a16="http://schemas.microsoft.com/office/drawing/2014/main" id="{66784A4C-6CF4-46EC-A3E2-987C26A59C69}"/>
              </a:ext>
            </a:extLst>
          </p:cNvPr>
          <p:cNvSpPr>
            <a:spLocks/>
          </p:cNvSpPr>
          <p:nvPr/>
        </p:nvSpPr>
        <p:spPr>
          <a:xfrm>
            <a:off x="60776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data_8465">
            <a:extLst>
              <a:ext uri="{FF2B5EF4-FFF2-40B4-BE49-F238E27FC236}">
                <a16:creationId xmlns:a16="http://schemas.microsoft.com/office/drawing/2014/main" id="{94E98BD3-B89B-4723-AA85-6DFCBFEE8508}"/>
              </a:ext>
            </a:extLst>
          </p:cNvPr>
          <p:cNvSpPr>
            <a:spLocks/>
          </p:cNvSpPr>
          <p:nvPr/>
        </p:nvSpPr>
        <p:spPr>
          <a:xfrm>
            <a:off x="6063882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data_8466">
            <a:extLst>
              <a:ext uri="{FF2B5EF4-FFF2-40B4-BE49-F238E27FC236}">
                <a16:creationId xmlns:a16="http://schemas.microsoft.com/office/drawing/2014/main" id="{DF6CC223-F569-4215-A1FC-9C137622C7B4}"/>
              </a:ext>
            </a:extLst>
          </p:cNvPr>
          <p:cNvSpPr>
            <a:spLocks/>
          </p:cNvSpPr>
          <p:nvPr/>
        </p:nvSpPr>
        <p:spPr>
          <a:xfrm>
            <a:off x="6069485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data_8467">
            <a:extLst>
              <a:ext uri="{FF2B5EF4-FFF2-40B4-BE49-F238E27FC236}">
                <a16:creationId xmlns:a16="http://schemas.microsoft.com/office/drawing/2014/main" id="{85ED4B3A-B3B6-4555-AA06-92E306DA415D}"/>
              </a:ext>
            </a:extLst>
          </p:cNvPr>
          <p:cNvSpPr>
            <a:spLocks/>
          </p:cNvSpPr>
          <p:nvPr/>
        </p:nvSpPr>
        <p:spPr>
          <a:xfrm>
            <a:off x="60533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data_8468">
            <a:extLst>
              <a:ext uri="{FF2B5EF4-FFF2-40B4-BE49-F238E27FC236}">
                <a16:creationId xmlns:a16="http://schemas.microsoft.com/office/drawing/2014/main" id="{0AFEB97B-30DA-4EB6-BB8F-88A62E04B985}"/>
              </a:ext>
            </a:extLst>
          </p:cNvPr>
          <p:cNvSpPr>
            <a:spLocks/>
          </p:cNvSpPr>
          <p:nvPr/>
        </p:nvSpPr>
        <p:spPr>
          <a:xfrm>
            <a:off x="6063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data_8469">
            <a:extLst>
              <a:ext uri="{FF2B5EF4-FFF2-40B4-BE49-F238E27FC236}">
                <a16:creationId xmlns:a16="http://schemas.microsoft.com/office/drawing/2014/main" id="{8A8D55B2-1E91-4C0B-A033-EE8B8CE04596}"/>
              </a:ext>
            </a:extLst>
          </p:cNvPr>
          <p:cNvSpPr>
            <a:spLocks/>
          </p:cNvSpPr>
          <p:nvPr/>
        </p:nvSpPr>
        <p:spPr>
          <a:xfrm>
            <a:off x="60745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data_8470">
            <a:extLst>
              <a:ext uri="{FF2B5EF4-FFF2-40B4-BE49-F238E27FC236}">
                <a16:creationId xmlns:a16="http://schemas.microsoft.com/office/drawing/2014/main" id="{B739362D-7FC7-4AEC-8C09-2ADE2669DD4B}"/>
              </a:ext>
            </a:extLst>
          </p:cNvPr>
          <p:cNvSpPr>
            <a:spLocks/>
          </p:cNvSpPr>
          <p:nvPr/>
        </p:nvSpPr>
        <p:spPr>
          <a:xfrm>
            <a:off x="5978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data_8471">
            <a:extLst>
              <a:ext uri="{FF2B5EF4-FFF2-40B4-BE49-F238E27FC236}">
                <a16:creationId xmlns:a16="http://schemas.microsoft.com/office/drawing/2014/main" id="{53C206C8-BC8C-4D7E-94EF-35E6AFF3427C}"/>
              </a:ext>
            </a:extLst>
          </p:cNvPr>
          <p:cNvSpPr>
            <a:spLocks/>
          </p:cNvSpPr>
          <p:nvPr/>
        </p:nvSpPr>
        <p:spPr>
          <a:xfrm>
            <a:off x="5989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data_8472">
            <a:extLst>
              <a:ext uri="{FF2B5EF4-FFF2-40B4-BE49-F238E27FC236}">
                <a16:creationId xmlns:a16="http://schemas.microsoft.com/office/drawing/2014/main" id="{798ADB5E-9676-4279-8428-4D897B41559F}"/>
              </a:ext>
            </a:extLst>
          </p:cNvPr>
          <p:cNvSpPr>
            <a:spLocks/>
          </p:cNvSpPr>
          <p:nvPr/>
        </p:nvSpPr>
        <p:spPr>
          <a:xfrm>
            <a:off x="6051113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data_8473">
            <a:extLst>
              <a:ext uri="{FF2B5EF4-FFF2-40B4-BE49-F238E27FC236}">
                <a16:creationId xmlns:a16="http://schemas.microsoft.com/office/drawing/2014/main" id="{EE578C28-7C46-4FD5-9145-F045A47BFF67}"/>
              </a:ext>
            </a:extLst>
          </p:cNvPr>
          <p:cNvSpPr>
            <a:spLocks/>
          </p:cNvSpPr>
          <p:nvPr/>
        </p:nvSpPr>
        <p:spPr>
          <a:xfrm>
            <a:off x="5985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data_8474">
            <a:extLst>
              <a:ext uri="{FF2B5EF4-FFF2-40B4-BE49-F238E27FC236}">
                <a16:creationId xmlns:a16="http://schemas.microsoft.com/office/drawing/2014/main" id="{A4380566-1E0D-433A-A1EE-D3B0C44D39A0}"/>
              </a:ext>
            </a:extLst>
          </p:cNvPr>
          <p:cNvSpPr>
            <a:spLocks/>
          </p:cNvSpPr>
          <p:nvPr/>
        </p:nvSpPr>
        <p:spPr>
          <a:xfrm>
            <a:off x="5998212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data_8475">
            <a:extLst>
              <a:ext uri="{FF2B5EF4-FFF2-40B4-BE49-F238E27FC236}">
                <a16:creationId xmlns:a16="http://schemas.microsoft.com/office/drawing/2014/main" id="{47E48C02-86B7-4CB1-8646-2D3E0CAFE130}"/>
              </a:ext>
            </a:extLst>
          </p:cNvPr>
          <p:cNvSpPr>
            <a:spLocks/>
          </p:cNvSpPr>
          <p:nvPr/>
        </p:nvSpPr>
        <p:spPr>
          <a:xfrm>
            <a:off x="5976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data_8476">
            <a:extLst>
              <a:ext uri="{FF2B5EF4-FFF2-40B4-BE49-F238E27FC236}">
                <a16:creationId xmlns:a16="http://schemas.microsoft.com/office/drawing/2014/main" id="{5DA99839-1ED4-409C-8985-DED1BB0F4355}"/>
              </a:ext>
            </a:extLst>
          </p:cNvPr>
          <p:cNvSpPr>
            <a:spLocks/>
          </p:cNvSpPr>
          <p:nvPr/>
        </p:nvSpPr>
        <p:spPr>
          <a:xfrm>
            <a:off x="5990655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data_8477">
            <a:extLst>
              <a:ext uri="{FF2B5EF4-FFF2-40B4-BE49-F238E27FC236}">
                <a16:creationId xmlns:a16="http://schemas.microsoft.com/office/drawing/2014/main" id="{E35C582A-D6C8-409F-8A65-FD111267690F}"/>
              </a:ext>
            </a:extLst>
          </p:cNvPr>
          <p:cNvSpPr>
            <a:spLocks/>
          </p:cNvSpPr>
          <p:nvPr/>
        </p:nvSpPr>
        <p:spPr>
          <a:xfrm>
            <a:off x="599573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data_8478">
            <a:extLst>
              <a:ext uri="{FF2B5EF4-FFF2-40B4-BE49-F238E27FC236}">
                <a16:creationId xmlns:a16="http://schemas.microsoft.com/office/drawing/2014/main" id="{F96BE4B2-DECA-4497-916F-A2DC0588F7DF}"/>
              </a:ext>
            </a:extLst>
          </p:cNvPr>
          <p:cNvSpPr>
            <a:spLocks/>
          </p:cNvSpPr>
          <p:nvPr/>
        </p:nvSpPr>
        <p:spPr>
          <a:xfrm>
            <a:off x="607665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data_8479">
            <a:extLst>
              <a:ext uri="{FF2B5EF4-FFF2-40B4-BE49-F238E27FC236}">
                <a16:creationId xmlns:a16="http://schemas.microsoft.com/office/drawing/2014/main" id="{2169C8DC-FC24-4EF9-A824-2FA24091173E}"/>
              </a:ext>
            </a:extLst>
          </p:cNvPr>
          <p:cNvSpPr>
            <a:spLocks/>
          </p:cNvSpPr>
          <p:nvPr/>
        </p:nvSpPr>
        <p:spPr>
          <a:xfrm>
            <a:off x="60214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data_8480">
            <a:extLst>
              <a:ext uri="{FF2B5EF4-FFF2-40B4-BE49-F238E27FC236}">
                <a16:creationId xmlns:a16="http://schemas.microsoft.com/office/drawing/2014/main" id="{7B86A680-D7EE-4EBC-A838-9841F1ABF6C3}"/>
              </a:ext>
            </a:extLst>
          </p:cNvPr>
          <p:cNvSpPr>
            <a:spLocks/>
          </p:cNvSpPr>
          <p:nvPr/>
        </p:nvSpPr>
        <p:spPr>
          <a:xfrm>
            <a:off x="59789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data_8481">
            <a:extLst>
              <a:ext uri="{FF2B5EF4-FFF2-40B4-BE49-F238E27FC236}">
                <a16:creationId xmlns:a16="http://schemas.microsoft.com/office/drawing/2014/main" id="{AC5133BB-9DA7-42B0-B93C-4108338BF41D}"/>
              </a:ext>
            </a:extLst>
          </p:cNvPr>
          <p:cNvSpPr>
            <a:spLocks/>
          </p:cNvSpPr>
          <p:nvPr/>
        </p:nvSpPr>
        <p:spPr>
          <a:xfrm>
            <a:off x="599782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data_8482">
            <a:extLst>
              <a:ext uri="{FF2B5EF4-FFF2-40B4-BE49-F238E27FC236}">
                <a16:creationId xmlns:a16="http://schemas.microsoft.com/office/drawing/2014/main" id="{A307967B-460A-4F5B-8023-26865804C27B}"/>
              </a:ext>
            </a:extLst>
          </p:cNvPr>
          <p:cNvSpPr>
            <a:spLocks/>
          </p:cNvSpPr>
          <p:nvPr/>
        </p:nvSpPr>
        <p:spPr>
          <a:xfrm>
            <a:off x="6069875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data_8483">
            <a:extLst>
              <a:ext uri="{FF2B5EF4-FFF2-40B4-BE49-F238E27FC236}">
                <a16:creationId xmlns:a16="http://schemas.microsoft.com/office/drawing/2014/main" id="{89E226A2-DDAA-4D9A-B7C2-3346D105ADE1}"/>
              </a:ext>
            </a:extLst>
          </p:cNvPr>
          <p:cNvSpPr>
            <a:spLocks/>
          </p:cNvSpPr>
          <p:nvPr/>
        </p:nvSpPr>
        <p:spPr>
          <a:xfrm>
            <a:off x="604524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data_8484">
            <a:extLst>
              <a:ext uri="{FF2B5EF4-FFF2-40B4-BE49-F238E27FC236}">
                <a16:creationId xmlns:a16="http://schemas.microsoft.com/office/drawing/2014/main" id="{12FD6E21-42D0-4D05-8C1B-25B3D7C98BE1}"/>
              </a:ext>
            </a:extLst>
          </p:cNvPr>
          <p:cNvSpPr>
            <a:spLocks/>
          </p:cNvSpPr>
          <p:nvPr/>
        </p:nvSpPr>
        <p:spPr>
          <a:xfrm>
            <a:off x="606935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data_8485">
            <a:extLst>
              <a:ext uri="{FF2B5EF4-FFF2-40B4-BE49-F238E27FC236}">
                <a16:creationId xmlns:a16="http://schemas.microsoft.com/office/drawing/2014/main" id="{5E399689-6B43-4F94-BE03-1A89AE3B7EF2}"/>
              </a:ext>
            </a:extLst>
          </p:cNvPr>
          <p:cNvSpPr>
            <a:spLocks/>
          </p:cNvSpPr>
          <p:nvPr/>
        </p:nvSpPr>
        <p:spPr>
          <a:xfrm>
            <a:off x="5986877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data_8486">
            <a:extLst>
              <a:ext uri="{FF2B5EF4-FFF2-40B4-BE49-F238E27FC236}">
                <a16:creationId xmlns:a16="http://schemas.microsoft.com/office/drawing/2014/main" id="{A5CBB8B5-0CA3-4C84-8533-9D46934BD48B}"/>
              </a:ext>
            </a:extLst>
          </p:cNvPr>
          <p:cNvSpPr>
            <a:spLocks/>
          </p:cNvSpPr>
          <p:nvPr/>
        </p:nvSpPr>
        <p:spPr>
          <a:xfrm>
            <a:off x="6011372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data_8487">
            <a:extLst>
              <a:ext uri="{FF2B5EF4-FFF2-40B4-BE49-F238E27FC236}">
                <a16:creationId xmlns:a16="http://schemas.microsoft.com/office/drawing/2014/main" id="{D5B96952-20AE-43A4-9177-2C7E367D3D9B}"/>
              </a:ext>
            </a:extLst>
          </p:cNvPr>
          <p:cNvSpPr>
            <a:spLocks/>
          </p:cNvSpPr>
          <p:nvPr/>
        </p:nvSpPr>
        <p:spPr>
          <a:xfrm>
            <a:off x="607026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data_8488">
            <a:extLst>
              <a:ext uri="{FF2B5EF4-FFF2-40B4-BE49-F238E27FC236}">
                <a16:creationId xmlns:a16="http://schemas.microsoft.com/office/drawing/2014/main" id="{255F8FE2-882B-4FC3-B343-8EA9DFCE8538}"/>
              </a:ext>
            </a:extLst>
          </p:cNvPr>
          <p:cNvSpPr>
            <a:spLocks/>
          </p:cNvSpPr>
          <p:nvPr/>
        </p:nvSpPr>
        <p:spPr>
          <a:xfrm>
            <a:off x="60703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data_8489">
            <a:extLst>
              <a:ext uri="{FF2B5EF4-FFF2-40B4-BE49-F238E27FC236}">
                <a16:creationId xmlns:a16="http://schemas.microsoft.com/office/drawing/2014/main" id="{8FA5724A-A523-4636-A855-049A22E82D33}"/>
              </a:ext>
            </a:extLst>
          </p:cNvPr>
          <p:cNvSpPr>
            <a:spLocks/>
          </p:cNvSpPr>
          <p:nvPr/>
        </p:nvSpPr>
        <p:spPr>
          <a:xfrm>
            <a:off x="6062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data_8490">
            <a:extLst>
              <a:ext uri="{FF2B5EF4-FFF2-40B4-BE49-F238E27FC236}">
                <a16:creationId xmlns:a16="http://schemas.microsoft.com/office/drawing/2014/main" id="{D3971853-1A40-4C4E-8BE4-3065CE90F9D6}"/>
              </a:ext>
            </a:extLst>
          </p:cNvPr>
          <p:cNvSpPr>
            <a:spLocks/>
          </p:cNvSpPr>
          <p:nvPr/>
        </p:nvSpPr>
        <p:spPr>
          <a:xfrm>
            <a:off x="60737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data_8491">
            <a:extLst>
              <a:ext uri="{FF2B5EF4-FFF2-40B4-BE49-F238E27FC236}">
                <a16:creationId xmlns:a16="http://schemas.microsoft.com/office/drawing/2014/main" id="{1D006698-D1DA-4291-AEB0-272261717A33}"/>
              </a:ext>
            </a:extLst>
          </p:cNvPr>
          <p:cNvSpPr>
            <a:spLocks/>
          </p:cNvSpPr>
          <p:nvPr/>
        </p:nvSpPr>
        <p:spPr>
          <a:xfrm>
            <a:off x="599886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data_8492">
            <a:extLst>
              <a:ext uri="{FF2B5EF4-FFF2-40B4-BE49-F238E27FC236}">
                <a16:creationId xmlns:a16="http://schemas.microsoft.com/office/drawing/2014/main" id="{F0FB1536-6B6C-445D-BC7E-6CE23852DA4C}"/>
              </a:ext>
            </a:extLst>
          </p:cNvPr>
          <p:cNvSpPr>
            <a:spLocks/>
          </p:cNvSpPr>
          <p:nvPr/>
        </p:nvSpPr>
        <p:spPr>
          <a:xfrm>
            <a:off x="5979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data_8493">
            <a:extLst>
              <a:ext uri="{FF2B5EF4-FFF2-40B4-BE49-F238E27FC236}">
                <a16:creationId xmlns:a16="http://schemas.microsoft.com/office/drawing/2014/main" id="{4AEBC695-A523-4FE5-9AC4-E91279644EE4}"/>
              </a:ext>
            </a:extLst>
          </p:cNvPr>
          <p:cNvSpPr>
            <a:spLocks/>
          </p:cNvSpPr>
          <p:nvPr/>
        </p:nvSpPr>
        <p:spPr>
          <a:xfrm>
            <a:off x="6055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data_8494">
            <a:extLst>
              <a:ext uri="{FF2B5EF4-FFF2-40B4-BE49-F238E27FC236}">
                <a16:creationId xmlns:a16="http://schemas.microsoft.com/office/drawing/2014/main" id="{68AF8057-0E16-405A-B409-3034C4AD4B22}"/>
              </a:ext>
            </a:extLst>
          </p:cNvPr>
          <p:cNvSpPr>
            <a:spLocks/>
          </p:cNvSpPr>
          <p:nvPr/>
        </p:nvSpPr>
        <p:spPr>
          <a:xfrm>
            <a:off x="59730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data_8495">
            <a:extLst>
              <a:ext uri="{FF2B5EF4-FFF2-40B4-BE49-F238E27FC236}">
                <a16:creationId xmlns:a16="http://schemas.microsoft.com/office/drawing/2014/main" id="{36623E82-7D51-443C-B4DA-679EE303009C}"/>
              </a:ext>
            </a:extLst>
          </p:cNvPr>
          <p:cNvSpPr>
            <a:spLocks/>
          </p:cNvSpPr>
          <p:nvPr/>
        </p:nvSpPr>
        <p:spPr>
          <a:xfrm>
            <a:off x="5981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data_8496">
            <a:extLst>
              <a:ext uri="{FF2B5EF4-FFF2-40B4-BE49-F238E27FC236}">
                <a16:creationId xmlns:a16="http://schemas.microsoft.com/office/drawing/2014/main" id="{3891CA0C-C514-48F0-AF67-FC834175390B}"/>
              </a:ext>
            </a:extLst>
          </p:cNvPr>
          <p:cNvSpPr>
            <a:spLocks/>
          </p:cNvSpPr>
          <p:nvPr/>
        </p:nvSpPr>
        <p:spPr>
          <a:xfrm>
            <a:off x="605827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data_8497">
            <a:extLst>
              <a:ext uri="{FF2B5EF4-FFF2-40B4-BE49-F238E27FC236}">
                <a16:creationId xmlns:a16="http://schemas.microsoft.com/office/drawing/2014/main" id="{7D6D8620-5E73-4C89-862E-D6C920ABD712}"/>
              </a:ext>
            </a:extLst>
          </p:cNvPr>
          <p:cNvSpPr>
            <a:spLocks/>
          </p:cNvSpPr>
          <p:nvPr/>
        </p:nvSpPr>
        <p:spPr>
          <a:xfrm>
            <a:off x="59742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data_8498">
            <a:extLst>
              <a:ext uri="{FF2B5EF4-FFF2-40B4-BE49-F238E27FC236}">
                <a16:creationId xmlns:a16="http://schemas.microsoft.com/office/drawing/2014/main" id="{4FA60A1C-3476-4530-97F3-BF6F5FB4465E}"/>
              </a:ext>
            </a:extLst>
          </p:cNvPr>
          <p:cNvSpPr>
            <a:spLocks/>
          </p:cNvSpPr>
          <p:nvPr/>
        </p:nvSpPr>
        <p:spPr>
          <a:xfrm>
            <a:off x="6083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data_8499">
            <a:extLst>
              <a:ext uri="{FF2B5EF4-FFF2-40B4-BE49-F238E27FC236}">
                <a16:creationId xmlns:a16="http://schemas.microsoft.com/office/drawing/2014/main" id="{63602567-7850-4E82-84F5-0FA9AF7FE586}"/>
              </a:ext>
            </a:extLst>
          </p:cNvPr>
          <p:cNvSpPr>
            <a:spLocks/>
          </p:cNvSpPr>
          <p:nvPr/>
        </p:nvSpPr>
        <p:spPr>
          <a:xfrm>
            <a:off x="60633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data_8500">
            <a:extLst>
              <a:ext uri="{FF2B5EF4-FFF2-40B4-BE49-F238E27FC236}">
                <a16:creationId xmlns:a16="http://schemas.microsoft.com/office/drawing/2014/main" id="{92028CC2-6036-4947-B4C2-36BAFB964536}"/>
              </a:ext>
            </a:extLst>
          </p:cNvPr>
          <p:cNvSpPr>
            <a:spLocks/>
          </p:cNvSpPr>
          <p:nvPr/>
        </p:nvSpPr>
        <p:spPr>
          <a:xfrm>
            <a:off x="60161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data_8501">
            <a:extLst>
              <a:ext uri="{FF2B5EF4-FFF2-40B4-BE49-F238E27FC236}">
                <a16:creationId xmlns:a16="http://schemas.microsoft.com/office/drawing/2014/main" id="{EE2CB738-0351-4B46-BDE0-C11912890E00}"/>
              </a:ext>
            </a:extLst>
          </p:cNvPr>
          <p:cNvSpPr>
            <a:spLocks/>
          </p:cNvSpPr>
          <p:nvPr/>
        </p:nvSpPr>
        <p:spPr>
          <a:xfrm>
            <a:off x="59941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data_8502">
            <a:extLst>
              <a:ext uri="{FF2B5EF4-FFF2-40B4-BE49-F238E27FC236}">
                <a16:creationId xmlns:a16="http://schemas.microsoft.com/office/drawing/2014/main" id="{F08AE155-DD6C-497D-B0CA-CC183D792EA1}"/>
              </a:ext>
            </a:extLst>
          </p:cNvPr>
          <p:cNvSpPr>
            <a:spLocks/>
          </p:cNvSpPr>
          <p:nvPr/>
        </p:nvSpPr>
        <p:spPr>
          <a:xfrm>
            <a:off x="6081341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data_8503">
            <a:extLst>
              <a:ext uri="{FF2B5EF4-FFF2-40B4-BE49-F238E27FC236}">
                <a16:creationId xmlns:a16="http://schemas.microsoft.com/office/drawing/2014/main" id="{ED942EF2-4BBA-4679-9155-5239469A4D99}"/>
              </a:ext>
            </a:extLst>
          </p:cNvPr>
          <p:cNvSpPr>
            <a:spLocks/>
          </p:cNvSpPr>
          <p:nvPr/>
        </p:nvSpPr>
        <p:spPr>
          <a:xfrm>
            <a:off x="608694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data_8504">
            <a:extLst>
              <a:ext uri="{FF2B5EF4-FFF2-40B4-BE49-F238E27FC236}">
                <a16:creationId xmlns:a16="http://schemas.microsoft.com/office/drawing/2014/main" id="{C9464122-2280-439D-89E2-8C9415790E62}"/>
              </a:ext>
            </a:extLst>
          </p:cNvPr>
          <p:cNvSpPr>
            <a:spLocks/>
          </p:cNvSpPr>
          <p:nvPr/>
        </p:nvSpPr>
        <p:spPr>
          <a:xfrm>
            <a:off x="603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data_8505">
            <a:extLst>
              <a:ext uri="{FF2B5EF4-FFF2-40B4-BE49-F238E27FC236}">
                <a16:creationId xmlns:a16="http://schemas.microsoft.com/office/drawing/2014/main" id="{2668BB6F-BD4E-4682-BDF8-57A436B3F1D1}"/>
              </a:ext>
            </a:extLst>
          </p:cNvPr>
          <p:cNvSpPr>
            <a:spLocks/>
          </p:cNvSpPr>
          <p:nvPr/>
        </p:nvSpPr>
        <p:spPr>
          <a:xfrm>
            <a:off x="60693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data_8506">
            <a:extLst>
              <a:ext uri="{FF2B5EF4-FFF2-40B4-BE49-F238E27FC236}">
                <a16:creationId xmlns:a16="http://schemas.microsoft.com/office/drawing/2014/main" id="{5AF9B9F2-1716-4A5B-B680-5E1B54132D27}"/>
              </a:ext>
            </a:extLst>
          </p:cNvPr>
          <p:cNvSpPr>
            <a:spLocks/>
          </p:cNvSpPr>
          <p:nvPr/>
        </p:nvSpPr>
        <p:spPr>
          <a:xfrm>
            <a:off x="59780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data_8507">
            <a:extLst>
              <a:ext uri="{FF2B5EF4-FFF2-40B4-BE49-F238E27FC236}">
                <a16:creationId xmlns:a16="http://schemas.microsoft.com/office/drawing/2014/main" id="{4A0BBB31-9B5A-4F98-A628-D92CC7E3272F}"/>
              </a:ext>
            </a:extLst>
          </p:cNvPr>
          <p:cNvSpPr>
            <a:spLocks/>
          </p:cNvSpPr>
          <p:nvPr/>
        </p:nvSpPr>
        <p:spPr>
          <a:xfrm>
            <a:off x="6014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data_8508">
            <a:extLst>
              <a:ext uri="{FF2B5EF4-FFF2-40B4-BE49-F238E27FC236}">
                <a16:creationId xmlns:a16="http://schemas.microsoft.com/office/drawing/2014/main" id="{7D2CCAC4-B717-43DD-A6E3-6F68C47952EF}"/>
              </a:ext>
            </a:extLst>
          </p:cNvPr>
          <p:cNvSpPr>
            <a:spLocks/>
          </p:cNvSpPr>
          <p:nvPr/>
        </p:nvSpPr>
        <p:spPr>
          <a:xfrm>
            <a:off x="606127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data_8509">
            <a:extLst>
              <a:ext uri="{FF2B5EF4-FFF2-40B4-BE49-F238E27FC236}">
                <a16:creationId xmlns:a16="http://schemas.microsoft.com/office/drawing/2014/main" id="{D7340A65-AC0C-4BC6-BDA9-83893FBA7C3E}"/>
              </a:ext>
            </a:extLst>
          </p:cNvPr>
          <p:cNvSpPr>
            <a:spLocks/>
          </p:cNvSpPr>
          <p:nvPr/>
        </p:nvSpPr>
        <p:spPr>
          <a:xfrm>
            <a:off x="59700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data_8510">
            <a:extLst>
              <a:ext uri="{FF2B5EF4-FFF2-40B4-BE49-F238E27FC236}">
                <a16:creationId xmlns:a16="http://schemas.microsoft.com/office/drawing/2014/main" id="{55E6B609-2355-4826-9D4A-0993D048AD63}"/>
              </a:ext>
            </a:extLst>
          </p:cNvPr>
          <p:cNvSpPr>
            <a:spLocks/>
          </p:cNvSpPr>
          <p:nvPr/>
        </p:nvSpPr>
        <p:spPr>
          <a:xfrm>
            <a:off x="5965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data_8511">
            <a:extLst>
              <a:ext uri="{FF2B5EF4-FFF2-40B4-BE49-F238E27FC236}">
                <a16:creationId xmlns:a16="http://schemas.microsoft.com/office/drawing/2014/main" id="{03EB912F-995C-44EE-8311-C7F6AA066E08}"/>
              </a:ext>
            </a:extLst>
          </p:cNvPr>
          <p:cNvSpPr>
            <a:spLocks/>
          </p:cNvSpPr>
          <p:nvPr/>
        </p:nvSpPr>
        <p:spPr>
          <a:xfrm>
            <a:off x="60423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data_8512">
            <a:extLst>
              <a:ext uri="{FF2B5EF4-FFF2-40B4-BE49-F238E27FC236}">
                <a16:creationId xmlns:a16="http://schemas.microsoft.com/office/drawing/2014/main" id="{24480A54-8055-41A3-8DDC-1758CE37EC02}"/>
              </a:ext>
            </a:extLst>
          </p:cNvPr>
          <p:cNvSpPr>
            <a:spLocks/>
          </p:cNvSpPr>
          <p:nvPr/>
        </p:nvSpPr>
        <p:spPr>
          <a:xfrm>
            <a:off x="60805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data_8513">
            <a:extLst>
              <a:ext uri="{FF2B5EF4-FFF2-40B4-BE49-F238E27FC236}">
                <a16:creationId xmlns:a16="http://schemas.microsoft.com/office/drawing/2014/main" id="{838ABDD9-914C-4025-8078-2E064A66CD0B}"/>
              </a:ext>
            </a:extLst>
          </p:cNvPr>
          <p:cNvSpPr>
            <a:spLocks/>
          </p:cNvSpPr>
          <p:nvPr/>
        </p:nvSpPr>
        <p:spPr>
          <a:xfrm>
            <a:off x="5959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data_8514">
            <a:extLst>
              <a:ext uri="{FF2B5EF4-FFF2-40B4-BE49-F238E27FC236}">
                <a16:creationId xmlns:a16="http://schemas.microsoft.com/office/drawing/2014/main" id="{B13B44F2-278A-4CB5-BD7F-67151FF86336}"/>
              </a:ext>
            </a:extLst>
          </p:cNvPr>
          <p:cNvSpPr>
            <a:spLocks/>
          </p:cNvSpPr>
          <p:nvPr/>
        </p:nvSpPr>
        <p:spPr>
          <a:xfrm>
            <a:off x="60105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data_8515">
            <a:extLst>
              <a:ext uri="{FF2B5EF4-FFF2-40B4-BE49-F238E27FC236}">
                <a16:creationId xmlns:a16="http://schemas.microsoft.com/office/drawing/2014/main" id="{CE15A6E1-D1E3-4666-BC6D-E0491EF6E19F}"/>
              </a:ext>
            </a:extLst>
          </p:cNvPr>
          <p:cNvSpPr>
            <a:spLocks/>
          </p:cNvSpPr>
          <p:nvPr/>
        </p:nvSpPr>
        <p:spPr>
          <a:xfrm>
            <a:off x="6052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data_8516">
            <a:extLst>
              <a:ext uri="{FF2B5EF4-FFF2-40B4-BE49-F238E27FC236}">
                <a16:creationId xmlns:a16="http://schemas.microsoft.com/office/drawing/2014/main" id="{1E565FB6-55F0-4251-B90E-0B6F7B702243}"/>
              </a:ext>
            </a:extLst>
          </p:cNvPr>
          <p:cNvSpPr>
            <a:spLocks/>
          </p:cNvSpPr>
          <p:nvPr/>
        </p:nvSpPr>
        <p:spPr>
          <a:xfrm>
            <a:off x="60133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data_8517">
            <a:extLst>
              <a:ext uri="{FF2B5EF4-FFF2-40B4-BE49-F238E27FC236}">
                <a16:creationId xmlns:a16="http://schemas.microsoft.com/office/drawing/2014/main" id="{1406870F-A71B-4FFB-AB2F-672BC8A25149}"/>
              </a:ext>
            </a:extLst>
          </p:cNvPr>
          <p:cNvSpPr>
            <a:spLocks/>
          </p:cNvSpPr>
          <p:nvPr/>
        </p:nvSpPr>
        <p:spPr>
          <a:xfrm>
            <a:off x="5991307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data_8518">
            <a:extLst>
              <a:ext uri="{FF2B5EF4-FFF2-40B4-BE49-F238E27FC236}">
                <a16:creationId xmlns:a16="http://schemas.microsoft.com/office/drawing/2014/main" id="{CFC7C483-75CF-421F-AF95-C1E8AE0D949C}"/>
              </a:ext>
            </a:extLst>
          </p:cNvPr>
          <p:cNvSpPr>
            <a:spLocks/>
          </p:cNvSpPr>
          <p:nvPr/>
        </p:nvSpPr>
        <p:spPr>
          <a:xfrm>
            <a:off x="6041862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data_8519">
            <a:extLst>
              <a:ext uri="{FF2B5EF4-FFF2-40B4-BE49-F238E27FC236}">
                <a16:creationId xmlns:a16="http://schemas.microsoft.com/office/drawing/2014/main" id="{2B0F1B79-090E-49FE-8237-9448F3FDC05E}"/>
              </a:ext>
            </a:extLst>
          </p:cNvPr>
          <p:cNvSpPr>
            <a:spLocks/>
          </p:cNvSpPr>
          <p:nvPr/>
        </p:nvSpPr>
        <p:spPr>
          <a:xfrm>
            <a:off x="603769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data_8520">
            <a:extLst>
              <a:ext uri="{FF2B5EF4-FFF2-40B4-BE49-F238E27FC236}">
                <a16:creationId xmlns:a16="http://schemas.microsoft.com/office/drawing/2014/main" id="{60A20AE1-AE38-4E96-882C-B081175C77CD}"/>
              </a:ext>
            </a:extLst>
          </p:cNvPr>
          <p:cNvSpPr>
            <a:spLocks/>
          </p:cNvSpPr>
          <p:nvPr/>
        </p:nvSpPr>
        <p:spPr>
          <a:xfrm>
            <a:off x="60219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data_8521">
            <a:extLst>
              <a:ext uri="{FF2B5EF4-FFF2-40B4-BE49-F238E27FC236}">
                <a16:creationId xmlns:a16="http://schemas.microsoft.com/office/drawing/2014/main" id="{DBF2A61D-2ED8-4313-8089-87393C227210}"/>
              </a:ext>
            </a:extLst>
          </p:cNvPr>
          <p:cNvSpPr>
            <a:spLocks/>
          </p:cNvSpPr>
          <p:nvPr/>
        </p:nvSpPr>
        <p:spPr>
          <a:xfrm>
            <a:off x="60345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data_8522">
            <a:extLst>
              <a:ext uri="{FF2B5EF4-FFF2-40B4-BE49-F238E27FC236}">
                <a16:creationId xmlns:a16="http://schemas.microsoft.com/office/drawing/2014/main" id="{7A0137C1-9074-4AE5-988D-0350E2B2B208}"/>
              </a:ext>
            </a:extLst>
          </p:cNvPr>
          <p:cNvSpPr>
            <a:spLocks/>
          </p:cNvSpPr>
          <p:nvPr/>
        </p:nvSpPr>
        <p:spPr>
          <a:xfrm>
            <a:off x="5997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data_8523">
            <a:extLst>
              <a:ext uri="{FF2B5EF4-FFF2-40B4-BE49-F238E27FC236}">
                <a16:creationId xmlns:a16="http://schemas.microsoft.com/office/drawing/2014/main" id="{28E6948C-8A33-4703-985C-EDED2BD147AB}"/>
              </a:ext>
            </a:extLst>
          </p:cNvPr>
          <p:cNvSpPr>
            <a:spLocks/>
          </p:cNvSpPr>
          <p:nvPr/>
        </p:nvSpPr>
        <p:spPr>
          <a:xfrm>
            <a:off x="60263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data_8524">
            <a:extLst>
              <a:ext uri="{FF2B5EF4-FFF2-40B4-BE49-F238E27FC236}">
                <a16:creationId xmlns:a16="http://schemas.microsoft.com/office/drawing/2014/main" id="{9CEFA16B-B533-429D-BF2A-AD61040EB0C2}"/>
              </a:ext>
            </a:extLst>
          </p:cNvPr>
          <p:cNvSpPr>
            <a:spLocks/>
          </p:cNvSpPr>
          <p:nvPr/>
        </p:nvSpPr>
        <p:spPr>
          <a:xfrm>
            <a:off x="599847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data_8525">
            <a:extLst>
              <a:ext uri="{FF2B5EF4-FFF2-40B4-BE49-F238E27FC236}">
                <a16:creationId xmlns:a16="http://schemas.microsoft.com/office/drawing/2014/main" id="{79F5CC93-9B1B-4EFA-AF43-4173FB8E1EAB}"/>
              </a:ext>
            </a:extLst>
          </p:cNvPr>
          <p:cNvSpPr>
            <a:spLocks/>
          </p:cNvSpPr>
          <p:nvPr/>
        </p:nvSpPr>
        <p:spPr>
          <a:xfrm>
            <a:off x="600993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data_8526">
            <a:extLst>
              <a:ext uri="{FF2B5EF4-FFF2-40B4-BE49-F238E27FC236}">
                <a16:creationId xmlns:a16="http://schemas.microsoft.com/office/drawing/2014/main" id="{3A31D378-FD18-4D86-87C4-79C0B4F11FCF}"/>
              </a:ext>
            </a:extLst>
          </p:cNvPr>
          <p:cNvSpPr>
            <a:spLocks/>
          </p:cNvSpPr>
          <p:nvPr/>
        </p:nvSpPr>
        <p:spPr>
          <a:xfrm>
            <a:off x="6066227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data_8527">
            <a:extLst>
              <a:ext uri="{FF2B5EF4-FFF2-40B4-BE49-F238E27FC236}">
                <a16:creationId xmlns:a16="http://schemas.microsoft.com/office/drawing/2014/main" id="{EC6D66B9-B20E-4A61-9FF1-3A017A165249}"/>
              </a:ext>
            </a:extLst>
          </p:cNvPr>
          <p:cNvSpPr>
            <a:spLocks/>
          </p:cNvSpPr>
          <p:nvPr/>
        </p:nvSpPr>
        <p:spPr>
          <a:xfrm>
            <a:off x="59739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data_8528">
            <a:extLst>
              <a:ext uri="{FF2B5EF4-FFF2-40B4-BE49-F238E27FC236}">
                <a16:creationId xmlns:a16="http://schemas.microsoft.com/office/drawing/2014/main" id="{AB4C8A57-BC20-4755-AD2F-E269E25AF98B}"/>
              </a:ext>
            </a:extLst>
          </p:cNvPr>
          <p:cNvSpPr>
            <a:spLocks/>
          </p:cNvSpPr>
          <p:nvPr/>
        </p:nvSpPr>
        <p:spPr>
          <a:xfrm>
            <a:off x="59799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data_8529">
            <a:extLst>
              <a:ext uri="{FF2B5EF4-FFF2-40B4-BE49-F238E27FC236}">
                <a16:creationId xmlns:a16="http://schemas.microsoft.com/office/drawing/2014/main" id="{4D79E224-B6C4-4E35-9521-3811B7F9A318}"/>
              </a:ext>
            </a:extLst>
          </p:cNvPr>
          <p:cNvSpPr>
            <a:spLocks/>
          </p:cNvSpPr>
          <p:nvPr/>
        </p:nvSpPr>
        <p:spPr>
          <a:xfrm>
            <a:off x="60341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data_8530">
            <a:extLst>
              <a:ext uri="{FF2B5EF4-FFF2-40B4-BE49-F238E27FC236}">
                <a16:creationId xmlns:a16="http://schemas.microsoft.com/office/drawing/2014/main" id="{EBEE0018-0E9D-492B-A0A6-091C6BA76F9F}"/>
              </a:ext>
            </a:extLst>
          </p:cNvPr>
          <p:cNvSpPr>
            <a:spLocks/>
          </p:cNvSpPr>
          <p:nvPr/>
        </p:nvSpPr>
        <p:spPr>
          <a:xfrm>
            <a:off x="603300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data_8531">
            <a:extLst>
              <a:ext uri="{FF2B5EF4-FFF2-40B4-BE49-F238E27FC236}">
                <a16:creationId xmlns:a16="http://schemas.microsoft.com/office/drawing/2014/main" id="{B1E3F506-F608-463D-AA5F-63836DF1D6FF}"/>
              </a:ext>
            </a:extLst>
          </p:cNvPr>
          <p:cNvSpPr>
            <a:spLocks/>
          </p:cNvSpPr>
          <p:nvPr/>
        </p:nvSpPr>
        <p:spPr>
          <a:xfrm>
            <a:off x="6075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data_8532">
            <a:extLst>
              <a:ext uri="{FF2B5EF4-FFF2-40B4-BE49-F238E27FC236}">
                <a16:creationId xmlns:a16="http://schemas.microsoft.com/office/drawing/2014/main" id="{F0654DF4-63AA-42E9-A864-422C8A0AC95C}"/>
              </a:ext>
            </a:extLst>
          </p:cNvPr>
          <p:cNvSpPr>
            <a:spLocks/>
          </p:cNvSpPr>
          <p:nvPr/>
        </p:nvSpPr>
        <p:spPr>
          <a:xfrm>
            <a:off x="60556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data_8533">
            <a:extLst>
              <a:ext uri="{FF2B5EF4-FFF2-40B4-BE49-F238E27FC236}">
                <a16:creationId xmlns:a16="http://schemas.microsoft.com/office/drawing/2014/main" id="{C71E1F14-A095-41A4-BF07-324A1560F37A}"/>
              </a:ext>
            </a:extLst>
          </p:cNvPr>
          <p:cNvSpPr>
            <a:spLocks/>
          </p:cNvSpPr>
          <p:nvPr/>
        </p:nvSpPr>
        <p:spPr>
          <a:xfrm>
            <a:off x="59752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data_8534">
            <a:extLst>
              <a:ext uri="{FF2B5EF4-FFF2-40B4-BE49-F238E27FC236}">
                <a16:creationId xmlns:a16="http://schemas.microsoft.com/office/drawing/2014/main" id="{A4BD8960-13FD-4904-A48E-AE6F41FA7B19}"/>
              </a:ext>
            </a:extLst>
          </p:cNvPr>
          <p:cNvSpPr>
            <a:spLocks/>
          </p:cNvSpPr>
          <p:nvPr/>
        </p:nvSpPr>
        <p:spPr>
          <a:xfrm>
            <a:off x="5994173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data_8535">
            <a:extLst>
              <a:ext uri="{FF2B5EF4-FFF2-40B4-BE49-F238E27FC236}">
                <a16:creationId xmlns:a16="http://schemas.microsoft.com/office/drawing/2014/main" id="{9CA68604-6903-4F3A-9964-B279F029B26C}"/>
              </a:ext>
            </a:extLst>
          </p:cNvPr>
          <p:cNvSpPr>
            <a:spLocks/>
          </p:cNvSpPr>
          <p:nvPr/>
        </p:nvSpPr>
        <p:spPr>
          <a:xfrm>
            <a:off x="604590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data_8536">
            <a:extLst>
              <a:ext uri="{FF2B5EF4-FFF2-40B4-BE49-F238E27FC236}">
                <a16:creationId xmlns:a16="http://schemas.microsoft.com/office/drawing/2014/main" id="{50510A6F-0619-4646-8313-55380FF23A98}"/>
              </a:ext>
            </a:extLst>
          </p:cNvPr>
          <p:cNvSpPr>
            <a:spLocks/>
          </p:cNvSpPr>
          <p:nvPr/>
        </p:nvSpPr>
        <p:spPr>
          <a:xfrm>
            <a:off x="5967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data_8537">
            <a:extLst>
              <a:ext uri="{FF2B5EF4-FFF2-40B4-BE49-F238E27FC236}">
                <a16:creationId xmlns:a16="http://schemas.microsoft.com/office/drawing/2014/main" id="{D8FB41A3-9B3F-40EA-B503-2EB0513FE5B8}"/>
              </a:ext>
            </a:extLst>
          </p:cNvPr>
          <p:cNvSpPr>
            <a:spLocks/>
          </p:cNvSpPr>
          <p:nvPr/>
        </p:nvSpPr>
        <p:spPr>
          <a:xfrm>
            <a:off x="60582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data_8538">
            <a:extLst>
              <a:ext uri="{FF2B5EF4-FFF2-40B4-BE49-F238E27FC236}">
                <a16:creationId xmlns:a16="http://schemas.microsoft.com/office/drawing/2014/main" id="{4665AAD8-0CFA-4325-A8A2-A87876EB98A9}"/>
              </a:ext>
            </a:extLst>
          </p:cNvPr>
          <p:cNvSpPr>
            <a:spLocks/>
          </p:cNvSpPr>
          <p:nvPr/>
        </p:nvSpPr>
        <p:spPr>
          <a:xfrm>
            <a:off x="60627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data_8539">
            <a:extLst>
              <a:ext uri="{FF2B5EF4-FFF2-40B4-BE49-F238E27FC236}">
                <a16:creationId xmlns:a16="http://schemas.microsoft.com/office/drawing/2014/main" id="{B9A3D1E4-C434-430A-A316-359DB68118F6}"/>
              </a:ext>
            </a:extLst>
          </p:cNvPr>
          <p:cNvSpPr>
            <a:spLocks/>
          </p:cNvSpPr>
          <p:nvPr/>
        </p:nvSpPr>
        <p:spPr>
          <a:xfrm>
            <a:off x="604889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data_8540">
            <a:extLst>
              <a:ext uri="{FF2B5EF4-FFF2-40B4-BE49-F238E27FC236}">
                <a16:creationId xmlns:a16="http://schemas.microsoft.com/office/drawing/2014/main" id="{2BC320F3-9FD8-464B-9A76-0B9D4900FC78}"/>
              </a:ext>
            </a:extLst>
          </p:cNvPr>
          <p:cNvSpPr>
            <a:spLocks/>
          </p:cNvSpPr>
          <p:nvPr/>
        </p:nvSpPr>
        <p:spPr>
          <a:xfrm>
            <a:off x="60477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data_8541">
            <a:extLst>
              <a:ext uri="{FF2B5EF4-FFF2-40B4-BE49-F238E27FC236}">
                <a16:creationId xmlns:a16="http://schemas.microsoft.com/office/drawing/2014/main" id="{1FE2BB10-4FFB-4B61-B7B9-FE45C6274B4D}"/>
              </a:ext>
            </a:extLst>
          </p:cNvPr>
          <p:cNvSpPr>
            <a:spLocks/>
          </p:cNvSpPr>
          <p:nvPr/>
        </p:nvSpPr>
        <p:spPr>
          <a:xfrm>
            <a:off x="60533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data_8542">
            <a:extLst>
              <a:ext uri="{FF2B5EF4-FFF2-40B4-BE49-F238E27FC236}">
                <a16:creationId xmlns:a16="http://schemas.microsoft.com/office/drawing/2014/main" id="{05BACC31-F9AE-4687-B0FC-E403E9252744}"/>
              </a:ext>
            </a:extLst>
          </p:cNvPr>
          <p:cNvSpPr>
            <a:spLocks/>
          </p:cNvSpPr>
          <p:nvPr/>
        </p:nvSpPr>
        <p:spPr>
          <a:xfrm>
            <a:off x="60287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data_8543">
            <a:extLst>
              <a:ext uri="{FF2B5EF4-FFF2-40B4-BE49-F238E27FC236}">
                <a16:creationId xmlns:a16="http://schemas.microsoft.com/office/drawing/2014/main" id="{F79784EA-3406-4C5A-BF4C-C79164CC9031}"/>
              </a:ext>
            </a:extLst>
          </p:cNvPr>
          <p:cNvSpPr>
            <a:spLocks/>
          </p:cNvSpPr>
          <p:nvPr/>
        </p:nvSpPr>
        <p:spPr>
          <a:xfrm>
            <a:off x="5961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data_8544">
            <a:extLst>
              <a:ext uri="{FF2B5EF4-FFF2-40B4-BE49-F238E27FC236}">
                <a16:creationId xmlns:a16="http://schemas.microsoft.com/office/drawing/2014/main" id="{E1F959FD-A3B5-45CB-A9EC-DB5419D65842}"/>
              </a:ext>
            </a:extLst>
          </p:cNvPr>
          <p:cNvSpPr>
            <a:spLocks/>
          </p:cNvSpPr>
          <p:nvPr/>
        </p:nvSpPr>
        <p:spPr>
          <a:xfrm>
            <a:off x="60284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data_8545">
            <a:extLst>
              <a:ext uri="{FF2B5EF4-FFF2-40B4-BE49-F238E27FC236}">
                <a16:creationId xmlns:a16="http://schemas.microsoft.com/office/drawing/2014/main" id="{7B3AA2C0-1EA8-4835-9E14-7F9ABE6DF528}"/>
              </a:ext>
            </a:extLst>
          </p:cNvPr>
          <p:cNvSpPr>
            <a:spLocks/>
          </p:cNvSpPr>
          <p:nvPr/>
        </p:nvSpPr>
        <p:spPr>
          <a:xfrm>
            <a:off x="59782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data_8546">
            <a:extLst>
              <a:ext uri="{FF2B5EF4-FFF2-40B4-BE49-F238E27FC236}">
                <a16:creationId xmlns:a16="http://schemas.microsoft.com/office/drawing/2014/main" id="{2B7348B4-B781-4F1E-9BAB-6D8FF159694E}"/>
              </a:ext>
            </a:extLst>
          </p:cNvPr>
          <p:cNvSpPr>
            <a:spLocks/>
          </p:cNvSpPr>
          <p:nvPr/>
        </p:nvSpPr>
        <p:spPr>
          <a:xfrm>
            <a:off x="6048246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data_8547">
            <a:extLst>
              <a:ext uri="{FF2B5EF4-FFF2-40B4-BE49-F238E27FC236}">
                <a16:creationId xmlns:a16="http://schemas.microsoft.com/office/drawing/2014/main" id="{9C47849F-F2CB-4E99-BF77-77502242D426}"/>
              </a:ext>
            </a:extLst>
          </p:cNvPr>
          <p:cNvSpPr>
            <a:spLocks/>
          </p:cNvSpPr>
          <p:nvPr/>
        </p:nvSpPr>
        <p:spPr>
          <a:xfrm>
            <a:off x="60654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data_8548">
            <a:extLst>
              <a:ext uri="{FF2B5EF4-FFF2-40B4-BE49-F238E27FC236}">
                <a16:creationId xmlns:a16="http://schemas.microsoft.com/office/drawing/2014/main" id="{9968B94D-5542-4D51-B182-74B848CFCCE8}"/>
              </a:ext>
            </a:extLst>
          </p:cNvPr>
          <p:cNvSpPr>
            <a:spLocks/>
          </p:cNvSpPr>
          <p:nvPr/>
        </p:nvSpPr>
        <p:spPr>
          <a:xfrm>
            <a:off x="5976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data_8549">
            <a:extLst>
              <a:ext uri="{FF2B5EF4-FFF2-40B4-BE49-F238E27FC236}">
                <a16:creationId xmlns:a16="http://schemas.microsoft.com/office/drawing/2014/main" id="{EBAD889D-C737-420E-B335-7F30B7C6F188}"/>
              </a:ext>
            </a:extLst>
          </p:cNvPr>
          <p:cNvSpPr>
            <a:spLocks/>
          </p:cNvSpPr>
          <p:nvPr/>
        </p:nvSpPr>
        <p:spPr>
          <a:xfrm>
            <a:off x="60494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data_8550">
            <a:extLst>
              <a:ext uri="{FF2B5EF4-FFF2-40B4-BE49-F238E27FC236}">
                <a16:creationId xmlns:a16="http://schemas.microsoft.com/office/drawing/2014/main" id="{BB7820B7-7D50-4958-B5F9-FA8C85B4863A}"/>
              </a:ext>
            </a:extLst>
          </p:cNvPr>
          <p:cNvSpPr>
            <a:spLocks/>
          </p:cNvSpPr>
          <p:nvPr/>
        </p:nvSpPr>
        <p:spPr>
          <a:xfrm>
            <a:off x="5982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data_8551">
            <a:extLst>
              <a:ext uri="{FF2B5EF4-FFF2-40B4-BE49-F238E27FC236}">
                <a16:creationId xmlns:a16="http://schemas.microsoft.com/office/drawing/2014/main" id="{745F9774-ED63-4808-A193-005302D4C08E}"/>
              </a:ext>
            </a:extLst>
          </p:cNvPr>
          <p:cNvSpPr>
            <a:spLocks/>
          </p:cNvSpPr>
          <p:nvPr/>
        </p:nvSpPr>
        <p:spPr>
          <a:xfrm>
            <a:off x="5988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data_8552">
            <a:extLst>
              <a:ext uri="{FF2B5EF4-FFF2-40B4-BE49-F238E27FC236}">
                <a16:creationId xmlns:a16="http://schemas.microsoft.com/office/drawing/2014/main" id="{1C966627-A479-4C95-936A-EDD260FAB183}"/>
              </a:ext>
            </a:extLst>
          </p:cNvPr>
          <p:cNvSpPr>
            <a:spLocks/>
          </p:cNvSpPr>
          <p:nvPr/>
        </p:nvSpPr>
        <p:spPr>
          <a:xfrm>
            <a:off x="59729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data_8553">
            <a:extLst>
              <a:ext uri="{FF2B5EF4-FFF2-40B4-BE49-F238E27FC236}">
                <a16:creationId xmlns:a16="http://schemas.microsoft.com/office/drawing/2014/main" id="{91F4D830-CD14-4E6F-8781-AAE50B84651E}"/>
              </a:ext>
            </a:extLst>
          </p:cNvPr>
          <p:cNvSpPr>
            <a:spLocks/>
          </p:cNvSpPr>
          <p:nvPr/>
        </p:nvSpPr>
        <p:spPr>
          <a:xfrm>
            <a:off x="6047986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data_8554">
            <a:extLst>
              <a:ext uri="{FF2B5EF4-FFF2-40B4-BE49-F238E27FC236}">
                <a16:creationId xmlns:a16="http://schemas.microsoft.com/office/drawing/2014/main" id="{2350FE06-ED21-4E88-9980-450DCA902DF8}"/>
              </a:ext>
            </a:extLst>
          </p:cNvPr>
          <p:cNvSpPr>
            <a:spLocks/>
          </p:cNvSpPr>
          <p:nvPr/>
        </p:nvSpPr>
        <p:spPr>
          <a:xfrm>
            <a:off x="6081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data_8555">
            <a:extLst>
              <a:ext uri="{FF2B5EF4-FFF2-40B4-BE49-F238E27FC236}">
                <a16:creationId xmlns:a16="http://schemas.microsoft.com/office/drawing/2014/main" id="{38024E99-756E-4900-B5CD-91B930172F30}"/>
              </a:ext>
            </a:extLst>
          </p:cNvPr>
          <p:cNvSpPr>
            <a:spLocks/>
          </p:cNvSpPr>
          <p:nvPr/>
        </p:nvSpPr>
        <p:spPr>
          <a:xfrm>
            <a:off x="608720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data_8556">
            <a:extLst>
              <a:ext uri="{FF2B5EF4-FFF2-40B4-BE49-F238E27FC236}">
                <a16:creationId xmlns:a16="http://schemas.microsoft.com/office/drawing/2014/main" id="{109CA1CB-D866-405C-9E2C-06ED5B491B6E}"/>
              </a:ext>
            </a:extLst>
          </p:cNvPr>
          <p:cNvSpPr>
            <a:spLocks/>
          </p:cNvSpPr>
          <p:nvPr/>
        </p:nvSpPr>
        <p:spPr>
          <a:xfrm>
            <a:off x="60066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data_8557">
            <a:extLst>
              <a:ext uri="{FF2B5EF4-FFF2-40B4-BE49-F238E27FC236}">
                <a16:creationId xmlns:a16="http://schemas.microsoft.com/office/drawing/2014/main" id="{ADAB905B-1991-4234-B84E-85551075A4FE}"/>
              </a:ext>
            </a:extLst>
          </p:cNvPr>
          <p:cNvSpPr>
            <a:spLocks/>
          </p:cNvSpPr>
          <p:nvPr/>
        </p:nvSpPr>
        <p:spPr>
          <a:xfrm>
            <a:off x="605450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data_8558">
            <a:extLst>
              <a:ext uri="{FF2B5EF4-FFF2-40B4-BE49-F238E27FC236}">
                <a16:creationId xmlns:a16="http://schemas.microsoft.com/office/drawing/2014/main" id="{A18035DA-F834-4166-830F-66F1EDF31CE6}"/>
              </a:ext>
            </a:extLst>
          </p:cNvPr>
          <p:cNvSpPr>
            <a:spLocks/>
          </p:cNvSpPr>
          <p:nvPr/>
        </p:nvSpPr>
        <p:spPr>
          <a:xfrm>
            <a:off x="6079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data_8559">
            <a:extLst>
              <a:ext uri="{FF2B5EF4-FFF2-40B4-BE49-F238E27FC236}">
                <a16:creationId xmlns:a16="http://schemas.microsoft.com/office/drawing/2014/main" id="{54857F8B-A203-45E4-AA62-AEF0B73FCA5C}"/>
              </a:ext>
            </a:extLst>
          </p:cNvPr>
          <p:cNvSpPr>
            <a:spLocks/>
          </p:cNvSpPr>
          <p:nvPr/>
        </p:nvSpPr>
        <p:spPr>
          <a:xfrm>
            <a:off x="606440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data_8560">
            <a:extLst>
              <a:ext uri="{FF2B5EF4-FFF2-40B4-BE49-F238E27FC236}">
                <a16:creationId xmlns:a16="http://schemas.microsoft.com/office/drawing/2014/main" id="{81B6FCBC-6F76-4BF1-A67E-0518E8B6563D}"/>
              </a:ext>
            </a:extLst>
          </p:cNvPr>
          <p:cNvSpPr>
            <a:spLocks/>
          </p:cNvSpPr>
          <p:nvPr/>
        </p:nvSpPr>
        <p:spPr>
          <a:xfrm>
            <a:off x="60505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data_8561">
            <a:extLst>
              <a:ext uri="{FF2B5EF4-FFF2-40B4-BE49-F238E27FC236}">
                <a16:creationId xmlns:a16="http://schemas.microsoft.com/office/drawing/2014/main" id="{367D5F20-FFC4-442D-B494-427F0767CA23}"/>
              </a:ext>
            </a:extLst>
          </p:cNvPr>
          <p:cNvSpPr>
            <a:spLocks/>
          </p:cNvSpPr>
          <p:nvPr/>
        </p:nvSpPr>
        <p:spPr>
          <a:xfrm>
            <a:off x="6018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data_8562">
            <a:extLst>
              <a:ext uri="{FF2B5EF4-FFF2-40B4-BE49-F238E27FC236}">
                <a16:creationId xmlns:a16="http://schemas.microsoft.com/office/drawing/2014/main" id="{CCF93148-EE8C-42B1-8CA0-7BD7F956660F}"/>
              </a:ext>
            </a:extLst>
          </p:cNvPr>
          <p:cNvSpPr>
            <a:spLocks/>
          </p:cNvSpPr>
          <p:nvPr/>
        </p:nvSpPr>
        <p:spPr>
          <a:xfrm>
            <a:off x="6014760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data_8563">
            <a:extLst>
              <a:ext uri="{FF2B5EF4-FFF2-40B4-BE49-F238E27FC236}">
                <a16:creationId xmlns:a16="http://schemas.microsoft.com/office/drawing/2014/main" id="{81501555-AB83-4DD6-897F-13BA4DA50FF2}"/>
              </a:ext>
            </a:extLst>
          </p:cNvPr>
          <p:cNvSpPr>
            <a:spLocks/>
          </p:cNvSpPr>
          <p:nvPr/>
        </p:nvSpPr>
        <p:spPr>
          <a:xfrm>
            <a:off x="59713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data_8564">
            <a:extLst>
              <a:ext uri="{FF2B5EF4-FFF2-40B4-BE49-F238E27FC236}">
                <a16:creationId xmlns:a16="http://schemas.microsoft.com/office/drawing/2014/main" id="{6647521B-347D-43D6-9C80-5045AE893092}"/>
              </a:ext>
            </a:extLst>
          </p:cNvPr>
          <p:cNvSpPr>
            <a:spLocks/>
          </p:cNvSpPr>
          <p:nvPr/>
        </p:nvSpPr>
        <p:spPr>
          <a:xfrm>
            <a:off x="6080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data_8565">
            <a:extLst>
              <a:ext uri="{FF2B5EF4-FFF2-40B4-BE49-F238E27FC236}">
                <a16:creationId xmlns:a16="http://schemas.microsoft.com/office/drawing/2014/main" id="{DDCC0A24-D875-484F-9849-7BB71F0AE9B8}"/>
              </a:ext>
            </a:extLst>
          </p:cNvPr>
          <p:cNvSpPr>
            <a:spLocks/>
          </p:cNvSpPr>
          <p:nvPr/>
        </p:nvSpPr>
        <p:spPr>
          <a:xfrm>
            <a:off x="60663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data_8566">
            <a:extLst>
              <a:ext uri="{FF2B5EF4-FFF2-40B4-BE49-F238E27FC236}">
                <a16:creationId xmlns:a16="http://schemas.microsoft.com/office/drawing/2014/main" id="{079C5B10-3EA5-4624-9E05-7AC1BFF362D7}"/>
              </a:ext>
            </a:extLst>
          </p:cNvPr>
          <p:cNvSpPr>
            <a:spLocks/>
          </p:cNvSpPr>
          <p:nvPr/>
        </p:nvSpPr>
        <p:spPr>
          <a:xfrm>
            <a:off x="60466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data_8567">
            <a:extLst>
              <a:ext uri="{FF2B5EF4-FFF2-40B4-BE49-F238E27FC236}">
                <a16:creationId xmlns:a16="http://schemas.microsoft.com/office/drawing/2014/main" id="{21C8D74E-AAC6-4F1A-9CCF-AE1175541115}"/>
              </a:ext>
            </a:extLst>
          </p:cNvPr>
          <p:cNvSpPr>
            <a:spLocks/>
          </p:cNvSpPr>
          <p:nvPr/>
        </p:nvSpPr>
        <p:spPr>
          <a:xfrm>
            <a:off x="59668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data_8568">
            <a:extLst>
              <a:ext uri="{FF2B5EF4-FFF2-40B4-BE49-F238E27FC236}">
                <a16:creationId xmlns:a16="http://schemas.microsoft.com/office/drawing/2014/main" id="{02E5DB88-870E-4C6C-83D9-BD3F258C385F}"/>
              </a:ext>
            </a:extLst>
          </p:cNvPr>
          <p:cNvSpPr>
            <a:spLocks/>
          </p:cNvSpPr>
          <p:nvPr/>
        </p:nvSpPr>
        <p:spPr>
          <a:xfrm>
            <a:off x="5979450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data_8569">
            <a:extLst>
              <a:ext uri="{FF2B5EF4-FFF2-40B4-BE49-F238E27FC236}">
                <a16:creationId xmlns:a16="http://schemas.microsoft.com/office/drawing/2014/main" id="{6F7A6D91-953D-4E20-B5A8-CA2E68796E59}"/>
              </a:ext>
            </a:extLst>
          </p:cNvPr>
          <p:cNvSpPr>
            <a:spLocks/>
          </p:cNvSpPr>
          <p:nvPr/>
        </p:nvSpPr>
        <p:spPr>
          <a:xfrm>
            <a:off x="5992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data_8570">
            <a:extLst>
              <a:ext uri="{FF2B5EF4-FFF2-40B4-BE49-F238E27FC236}">
                <a16:creationId xmlns:a16="http://schemas.microsoft.com/office/drawing/2014/main" id="{DC765BD1-03E6-4A85-8D5A-1C639C5AF26E}"/>
              </a:ext>
            </a:extLst>
          </p:cNvPr>
          <p:cNvSpPr>
            <a:spLocks/>
          </p:cNvSpPr>
          <p:nvPr/>
        </p:nvSpPr>
        <p:spPr>
          <a:xfrm>
            <a:off x="6047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data_8571">
            <a:extLst>
              <a:ext uri="{FF2B5EF4-FFF2-40B4-BE49-F238E27FC236}">
                <a16:creationId xmlns:a16="http://schemas.microsoft.com/office/drawing/2014/main" id="{E904B1AD-E16A-4A81-BE68-FC679784F052}"/>
              </a:ext>
            </a:extLst>
          </p:cNvPr>
          <p:cNvSpPr>
            <a:spLocks/>
          </p:cNvSpPr>
          <p:nvPr/>
        </p:nvSpPr>
        <p:spPr>
          <a:xfrm>
            <a:off x="60348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data_8572">
            <a:extLst>
              <a:ext uri="{FF2B5EF4-FFF2-40B4-BE49-F238E27FC236}">
                <a16:creationId xmlns:a16="http://schemas.microsoft.com/office/drawing/2014/main" id="{CE405E84-0275-42FE-8539-5BEDC1B0F10B}"/>
              </a:ext>
            </a:extLst>
          </p:cNvPr>
          <p:cNvSpPr>
            <a:spLocks/>
          </p:cNvSpPr>
          <p:nvPr/>
        </p:nvSpPr>
        <p:spPr>
          <a:xfrm>
            <a:off x="59849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data_8573">
            <a:extLst>
              <a:ext uri="{FF2B5EF4-FFF2-40B4-BE49-F238E27FC236}">
                <a16:creationId xmlns:a16="http://schemas.microsoft.com/office/drawing/2014/main" id="{35EC133A-681F-4E24-A4DF-8B7AB0B35E33}"/>
              </a:ext>
            </a:extLst>
          </p:cNvPr>
          <p:cNvSpPr>
            <a:spLocks/>
          </p:cNvSpPr>
          <p:nvPr/>
        </p:nvSpPr>
        <p:spPr>
          <a:xfrm>
            <a:off x="60085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data_8574">
            <a:extLst>
              <a:ext uri="{FF2B5EF4-FFF2-40B4-BE49-F238E27FC236}">
                <a16:creationId xmlns:a16="http://schemas.microsoft.com/office/drawing/2014/main" id="{9E170B54-6084-48C2-A0CF-19EA4DA8D1F6}"/>
              </a:ext>
            </a:extLst>
          </p:cNvPr>
          <p:cNvSpPr>
            <a:spLocks/>
          </p:cNvSpPr>
          <p:nvPr/>
        </p:nvSpPr>
        <p:spPr>
          <a:xfrm>
            <a:off x="5962381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data_8575">
            <a:extLst>
              <a:ext uri="{FF2B5EF4-FFF2-40B4-BE49-F238E27FC236}">
                <a16:creationId xmlns:a16="http://schemas.microsoft.com/office/drawing/2014/main" id="{4E6913FC-5F41-4743-9951-066D93AC8C6F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8" name="data_8576">
            <a:extLst>
              <a:ext uri="{FF2B5EF4-FFF2-40B4-BE49-F238E27FC236}">
                <a16:creationId xmlns:a16="http://schemas.microsoft.com/office/drawing/2014/main" id="{195D1B9C-6471-43ED-9EB8-B5B1ED138F6A}"/>
              </a:ext>
            </a:extLst>
          </p:cNvPr>
          <p:cNvSpPr>
            <a:spLocks/>
          </p:cNvSpPr>
          <p:nvPr/>
        </p:nvSpPr>
        <p:spPr>
          <a:xfrm>
            <a:off x="3972701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9" name="text_8577">
            <a:extLst>
              <a:ext uri="{FF2B5EF4-FFF2-40B4-BE49-F238E27FC236}">
                <a16:creationId xmlns:a16="http://schemas.microsoft.com/office/drawing/2014/main" id="{2E51D5D6-B485-424E-B067-56846B7EDF82}"/>
              </a:ext>
            </a:extLst>
          </p:cNvPr>
          <p:cNvSpPr>
            <a:spLocks/>
          </p:cNvSpPr>
          <p:nvPr/>
        </p:nvSpPr>
        <p:spPr>
          <a:xfrm>
            <a:off x="3582544" y="1802843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8578">
            <a:extLst>
              <a:ext uri="{FF2B5EF4-FFF2-40B4-BE49-F238E27FC236}">
                <a16:creationId xmlns:a16="http://schemas.microsoft.com/office/drawing/2014/main" id="{55316DCD-8B4E-4C77-9E59-7D17EB92AE24}"/>
              </a:ext>
            </a:extLst>
          </p:cNvPr>
          <p:cNvSpPr>
            <a:spLocks/>
          </p:cNvSpPr>
          <p:nvPr/>
        </p:nvSpPr>
        <p:spPr>
          <a:xfrm>
            <a:off x="3972701" y="1837547"/>
            <a:ext cx="94513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8579">
            <a:extLst>
              <a:ext uri="{FF2B5EF4-FFF2-40B4-BE49-F238E27FC236}">
                <a16:creationId xmlns:a16="http://schemas.microsoft.com/office/drawing/2014/main" id="{B6F11D6A-6C4C-4650-A4C2-1D450DBC48C6}"/>
              </a:ext>
            </a:extLst>
          </p:cNvPr>
          <p:cNvSpPr>
            <a:spLocks/>
          </p:cNvSpPr>
          <p:nvPr/>
        </p:nvSpPr>
        <p:spPr>
          <a:xfrm>
            <a:off x="3993192" y="2857347"/>
            <a:ext cx="2049083" cy="1124630"/>
          </a:xfrm>
          <a:custGeom>
            <a:avLst/>
            <a:gdLst/>
            <a:ahLst/>
            <a:cxnLst/>
            <a:rect l="0" t="0" r="0" b="0"/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1492" name="data_8580">
            <a:extLst>
              <a:ext uri="{FF2B5EF4-FFF2-40B4-BE49-F238E27FC236}">
                <a16:creationId xmlns:a16="http://schemas.microsoft.com/office/drawing/2014/main" id="{C004715F-AA2C-4B04-9B4E-BA9973427725}"/>
              </a:ext>
            </a:extLst>
          </p:cNvPr>
          <p:cNvSpPr>
            <a:spLocks/>
          </p:cNvSpPr>
          <p:nvPr/>
        </p:nvSpPr>
        <p:spPr>
          <a:xfrm>
            <a:off x="3993192" y="2797384"/>
            <a:ext cx="2049083" cy="1184593"/>
          </a:xfrm>
          <a:custGeom>
            <a:avLst/>
            <a:gdLst/>
            <a:ahLst/>
            <a:cxnLst/>
            <a:rect l="0" t="0" r="0" b="0"/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1493" name="data_8581">
            <a:extLst>
              <a:ext uri="{FF2B5EF4-FFF2-40B4-BE49-F238E27FC236}">
                <a16:creationId xmlns:a16="http://schemas.microsoft.com/office/drawing/2014/main" id="{3C2D17F5-F32D-491C-9956-4BEE7A1715A0}"/>
              </a:ext>
            </a:extLst>
          </p:cNvPr>
          <p:cNvSpPr>
            <a:spLocks/>
          </p:cNvSpPr>
          <p:nvPr/>
        </p:nvSpPr>
        <p:spPr>
          <a:xfrm>
            <a:off x="4304558" y="344958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4" name="data_8582">
            <a:extLst>
              <a:ext uri="{FF2B5EF4-FFF2-40B4-BE49-F238E27FC236}">
                <a16:creationId xmlns:a16="http://schemas.microsoft.com/office/drawing/2014/main" id="{935FD1B5-D790-4EFD-8556-26DB6E68DF81}"/>
              </a:ext>
            </a:extLst>
          </p:cNvPr>
          <p:cNvSpPr>
            <a:spLocks/>
          </p:cNvSpPr>
          <p:nvPr/>
        </p:nvSpPr>
        <p:spPr>
          <a:xfrm>
            <a:off x="4646071" y="296466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5" name="data_8583">
            <a:extLst>
              <a:ext uri="{FF2B5EF4-FFF2-40B4-BE49-F238E27FC236}">
                <a16:creationId xmlns:a16="http://schemas.microsoft.com/office/drawing/2014/main" id="{4D2DD916-4E68-4D82-9655-95E2727DBA4F}"/>
              </a:ext>
            </a:extLst>
          </p:cNvPr>
          <p:cNvSpPr>
            <a:spLocks/>
          </p:cNvSpPr>
          <p:nvPr/>
        </p:nvSpPr>
        <p:spPr>
          <a:xfrm>
            <a:off x="5329099" y="285107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6" name="data_8584">
            <a:extLst>
              <a:ext uri="{FF2B5EF4-FFF2-40B4-BE49-F238E27FC236}">
                <a16:creationId xmlns:a16="http://schemas.microsoft.com/office/drawing/2014/main" id="{7DA375BF-E45C-44CF-B6E9-932A20E1228A}"/>
              </a:ext>
            </a:extLst>
          </p:cNvPr>
          <p:cNvSpPr>
            <a:spLocks/>
          </p:cNvSpPr>
          <p:nvPr/>
        </p:nvSpPr>
        <p:spPr>
          <a:xfrm>
            <a:off x="6012127" y="282719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7" name="data_8585">
            <a:extLst>
              <a:ext uri="{FF2B5EF4-FFF2-40B4-BE49-F238E27FC236}">
                <a16:creationId xmlns:a16="http://schemas.microsoft.com/office/drawing/2014/main" id="{00EE9D15-CFF1-4E44-8CE4-06E3648BE98D}"/>
              </a:ext>
            </a:extLst>
          </p:cNvPr>
          <p:cNvSpPr>
            <a:spLocks/>
          </p:cNvSpPr>
          <p:nvPr/>
        </p:nvSpPr>
        <p:spPr>
          <a:xfrm>
            <a:off x="4284546" y="333952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8" name="data_8586">
            <a:extLst>
              <a:ext uri="{FF2B5EF4-FFF2-40B4-BE49-F238E27FC236}">
                <a16:creationId xmlns:a16="http://schemas.microsoft.com/office/drawing/2014/main" id="{69C2D325-8B49-4659-9CEC-DF23A3A590CD}"/>
              </a:ext>
            </a:extLst>
          </p:cNvPr>
          <p:cNvSpPr>
            <a:spLocks/>
          </p:cNvSpPr>
          <p:nvPr/>
        </p:nvSpPr>
        <p:spPr>
          <a:xfrm>
            <a:off x="4626059" y="304337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9" name="data_8587">
            <a:extLst>
              <a:ext uri="{FF2B5EF4-FFF2-40B4-BE49-F238E27FC236}">
                <a16:creationId xmlns:a16="http://schemas.microsoft.com/office/drawing/2014/main" id="{9A5356AE-13F2-42A1-9B7E-AA96AD603605}"/>
              </a:ext>
            </a:extLst>
          </p:cNvPr>
          <p:cNvSpPr>
            <a:spLocks/>
          </p:cNvSpPr>
          <p:nvPr/>
        </p:nvSpPr>
        <p:spPr>
          <a:xfrm>
            <a:off x="530908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0" name="data_8588">
            <a:extLst>
              <a:ext uri="{FF2B5EF4-FFF2-40B4-BE49-F238E27FC236}">
                <a16:creationId xmlns:a16="http://schemas.microsoft.com/office/drawing/2014/main" id="{427B44F4-BACB-41BC-96A7-5AB074AEA167}"/>
              </a:ext>
            </a:extLst>
          </p:cNvPr>
          <p:cNvSpPr>
            <a:spLocks/>
          </p:cNvSpPr>
          <p:nvPr/>
        </p:nvSpPr>
        <p:spPr>
          <a:xfrm>
            <a:off x="5992115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1" name="data_8589">
            <a:extLst>
              <a:ext uri="{FF2B5EF4-FFF2-40B4-BE49-F238E27FC236}">
                <a16:creationId xmlns:a16="http://schemas.microsoft.com/office/drawing/2014/main" id="{5AB3DA0A-D885-49A3-B9C8-5D548238201C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data_8590">
            <a:extLst>
              <a:ext uri="{FF2B5EF4-FFF2-40B4-BE49-F238E27FC236}">
                <a16:creationId xmlns:a16="http://schemas.microsoft.com/office/drawing/2014/main" id="{11650D1B-91EC-463E-919E-0187228ADDCC}"/>
              </a:ext>
            </a:extLst>
          </p:cNvPr>
          <p:cNvSpPr>
            <a:spLocks/>
          </p:cNvSpPr>
          <p:nvPr/>
        </p:nvSpPr>
        <p:spPr>
          <a:xfrm>
            <a:off x="7211345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3" y="1762082"/>
                </a:lnTo>
                <a:lnTo>
                  <a:pt x="3746" y="1747274"/>
                </a:lnTo>
                <a:lnTo>
                  <a:pt x="8192" y="1732467"/>
                </a:lnTo>
                <a:lnTo>
                  <a:pt x="14002" y="1717659"/>
                </a:lnTo>
                <a:lnTo>
                  <a:pt x="20814" y="1702852"/>
                </a:lnTo>
                <a:lnTo>
                  <a:pt x="28234" y="1688045"/>
                </a:lnTo>
                <a:lnTo>
                  <a:pt x="35870" y="1673237"/>
                </a:lnTo>
                <a:lnTo>
                  <a:pt x="43364" y="1658430"/>
                </a:lnTo>
                <a:lnTo>
                  <a:pt x="50421" y="1643622"/>
                </a:lnTo>
                <a:lnTo>
                  <a:pt x="56820" y="1628815"/>
                </a:lnTo>
                <a:lnTo>
                  <a:pt x="62421" y="1614007"/>
                </a:lnTo>
                <a:lnTo>
                  <a:pt x="67160" y="1599200"/>
                </a:lnTo>
                <a:lnTo>
                  <a:pt x="71039" y="1584393"/>
                </a:lnTo>
                <a:lnTo>
                  <a:pt x="74110" y="1569585"/>
                </a:lnTo>
                <a:lnTo>
                  <a:pt x="76459" y="1554778"/>
                </a:lnTo>
                <a:lnTo>
                  <a:pt x="78191" y="1539970"/>
                </a:lnTo>
                <a:lnTo>
                  <a:pt x="79415" y="1525163"/>
                </a:lnTo>
                <a:lnTo>
                  <a:pt x="80237" y="1510356"/>
                </a:lnTo>
                <a:lnTo>
                  <a:pt x="80753" y="1495548"/>
                </a:lnTo>
                <a:lnTo>
                  <a:pt x="81042" y="1480741"/>
                </a:lnTo>
                <a:lnTo>
                  <a:pt x="81168" y="1465933"/>
                </a:lnTo>
                <a:lnTo>
                  <a:pt x="81182" y="1451126"/>
                </a:lnTo>
                <a:lnTo>
                  <a:pt x="81119" y="1436319"/>
                </a:lnTo>
                <a:lnTo>
                  <a:pt x="81005" y="1421511"/>
                </a:lnTo>
                <a:lnTo>
                  <a:pt x="80855" y="1406704"/>
                </a:lnTo>
                <a:lnTo>
                  <a:pt x="80679" y="1391896"/>
                </a:lnTo>
                <a:lnTo>
                  <a:pt x="80482" y="1377089"/>
                </a:lnTo>
                <a:lnTo>
                  <a:pt x="80265" y="1362282"/>
                </a:lnTo>
                <a:lnTo>
                  <a:pt x="80026" y="1347474"/>
                </a:lnTo>
                <a:lnTo>
                  <a:pt x="79766" y="1332667"/>
                </a:lnTo>
                <a:lnTo>
                  <a:pt x="79481" y="1317859"/>
                </a:lnTo>
                <a:lnTo>
                  <a:pt x="79175" y="1303052"/>
                </a:lnTo>
                <a:lnTo>
                  <a:pt x="78850" y="1288245"/>
                </a:lnTo>
                <a:lnTo>
                  <a:pt x="78511" y="1273437"/>
                </a:lnTo>
                <a:lnTo>
                  <a:pt x="78169" y="1258630"/>
                </a:lnTo>
                <a:lnTo>
                  <a:pt x="77834" y="1243822"/>
                </a:lnTo>
                <a:lnTo>
                  <a:pt x="77521" y="1229015"/>
                </a:lnTo>
                <a:lnTo>
                  <a:pt x="77244" y="1214207"/>
                </a:lnTo>
                <a:lnTo>
                  <a:pt x="77014" y="1199400"/>
                </a:lnTo>
                <a:lnTo>
                  <a:pt x="76841" y="1184593"/>
                </a:lnTo>
                <a:lnTo>
                  <a:pt x="76730" y="1169785"/>
                </a:lnTo>
                <a:lnTo>
                  <a:pt x="76679" y="1154978"/>
                </a:lnTo>
                <a:lnTo>
                  <a:pt x="76680" y="1140170"/>
                </a:lnTo>
                <a:lnTo>
                  <a:pt x="76717" y="1125363"/>
                </a:lnTo>
                <a:lnTo>
                  <a:pt x="76772" y="1110556"/>
                </a:lnTo>
                <a:lnTo>
                  <a:pt x="76818" y="1095748"/>
                </a:lnTo>
                <a:lnTo>
                  <a:pt x="76831" y="1080941"/>
                </a:lnTo>
                <a:lnTo>
                  <a:pt x="76786" y="1066133"/>
                </a:lnTo>
                <a:lnTo>
                  <a:pt x="76663" y="1051326"/>
                </a:lnTo>
                <a:lnTo>
                  <a:pt x="76449" y="1036519"/>
                </a:lnTo>
                <a:lnTo>
                  <a:pt x="76144" y="1021711"/>
                </a:lnTo>
                <a:lnTo>
                  <a:pt x="75756" y="1006904"/>
                </a:lnTo>
                <a:lnTo>
                  <a:pt x="75308" y="992096"/>
                </a:lnTo>
                <a:lnTo>
                  <a:pt x="74835" y="977289"/>
                </a:lnTo>
                <a:lnTo>
                  <a:pt x="74380" y="962482"/>
                </a:lnTo>
                <a:lnTo>
                  <a:pt x="73993" y="947674"/>
                </a:lnTo>
                <a:lnTo>
                  <a:pt x="73725" y="932867"/>
                </a:lnTo>
                <a:lnTo>
                  <a:pt x="73623" y="918059"/>
                </a:lnTo>
                <a:lnTo>
                  <a:pt x="73723" y="903252"/>
                </a:lnTo>
                <a:lnTo>
                  <a:pt x="74050" y="888444"/>
                </a:lnTo>
                <a:lnTo>
                  <a:pt x="74609" y="873637"/>
                </a:lnTo>
                <a:lnTo>
                  <a:pt x="75391" y="858830"/>
                </a:lnTo>
                <a:lnTo>
                  <a:pt x="76368" y="844022"/>
                </a:lnTo>
                <a:lnTo>
                  <a:pt x="77499" y="829215"/>
                </a:lnTo>
                <a:lnTo>
                  <a:pt x="78735" y="814407"/>
                </a:lnTo>
                <a:lnTo>
                  <a:pt x="80020" y="799600"/>
                </a:lnTo>
                <a:lnTo>
                  <a:pt x="81302" y="784793"/>
                </a:lnTo>
                <a:lnTo>
                  <a:pt x="82533" y="769985"/>
                </a:lnTo>
                <a:lnTo>
                  <a:pt x="83675" y="755178"/>
                </a:lnTo>
                <a:lnTo>
                  <a:pt x="84699" y="740370"/>
                </a:lnTo>
                <a:lnTo>
                  <a:pt x="85591" y="725563"/>
                </a:lnTo>
                <a:lnTo>
                  <a:pt x="86343" y="710756"/>
                </a:lnTo>
                <a:lnTo>
                  <a:pt x="86961" y="695948"/>
                </a:lnTo>
                <a:lnTo>
                  <a:pt x="87453" y="681141"/>
                </a:lnTo>
                <a:lnTo>
                  <a:pt x="87835" y="666333"/>
                </a:lnTo>
                <a:lnTo>
                  <a:pt x="88123" y="651526"/>
                </a:lnTo>
                <a:lnTo>
                  <a:pt x="88336" y="636719"/>
                </a:lnTo>
                <a:lnTo>
                  <a:pt x="88488" y="621911"/>
                </a:lnTo>
                <a:lnTo>
                  <a:pt x="88594" y="607104"/>
                </a:lnTo>
                <a:lnTo>
                  <a:pt x="88666" y="592296"/>
                </a:lnTo>
                <a:lnTo>
                  <a:pt x="88714" y="577489"/>
                </a:lnTo>
                <a:lnTo>
                  <a:pt x="88745" y="562682"/>
                </a:lnTo>
                <a:lnTo>
                  <a:pt x="88765" y="547874"/>
                </a:lnTo>
                <a:lnTo>
                  <a:pt x="88777" y="533067"/>
                </a:lnTo>
                <a:lnTo>
                  <a:pt x="88784" y="518259"/>
                </a:lnTo>
                <a:lnTo>
                  <a:pt x="88788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7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10" y="533067"/>
                </a:lnTo>
                <a:lnTo>
                  <a:pt x="88823" y="547874"/>
                </a:lnTo>
                <a:lnTo>
                  <a:pt x="88842" y="562682"/>
                </a:lnTo>
                <a:lnTo>
                  <a:pt x="88873" y="577489"/>
                </a:lnTo>
                <a:lnTo>
                  <a:pt x="88921" y="592296"/>
                </a:lnTo>
                <a:lnTo>
                  <a:pt x="88993" y="607104"/>
                </a:lnTo>
                <a:lnTo>
                  <a:pt x="89100" y="621911"/>
                </a:lnTo>
                <a:lnTo>
                  <a:pt x="89252" y="636719"/>
                </a:lnTo>
                <a:lnTo>
                  <a:pt x="89464" y="651526"/>
                </a:lnTo>
                <a:lnTo>
                  <a:pt x="89752" y="666333"/>
                </a:lnTo>
                <a:lnTo>
                  <a:pt x="90134" y="681141"/>
                </a:lnTo>
                <a:lnTo>
                  <a:pt x="90627" y="695948"/>
                </a:lnTo>
                <a:lnTo>
                  <a:pt x="91244" y="710756"/>
                </a:lnTo>
                <a:lnTo>
                  <a:pt x="91996" y="725563"/>
                </a:lnTo>
                <a:lnTo>
                  <a:pt x="92888" y="740370"/>
                </a:lnTo>
                <a:lnTo>
                  <a:pt x="93913" y="755178"/>
                </a:lnTo>
                <a:lnTo>
                  <a:pt x="95054" y="769985"/>
                </a:lnTo>
                <a:lnTo>
                  <a:pt x="96285" y="784793"/>
                </a:lnTo>
                <a:lnTo>
                  <a:pt x="97567" y="799600"/>
                </a:lnTo>
                <a:lnTo>
                  <a:pt x="98853" y="814407"/>
                </a:lnTo>
                <a:lnTo>
                  <a:pt x="100088" y="829215"/>
                </a:lnTo>
                <a:lnTo>
                  <a:pt x="101219" y="844022"/>
                </a:lnTo>
                <a:lnTo>
                  <a:pt x="102196" y="858830"/>
                </a:lnTo>
                <a:lnTo>
                  <a:pt x="102978" y="873637"/>
                </a:lnTo>
                <a:lnTo>
                  <a:pt x="103537" y="888444"/>
                </a:lnTo>
                <a:lnTo>
                  <a:pt x="103864" y="903252"/>
                </a:lnTo>
                <a:lnTo>
                  <a:pt x="103964" y="918059"/>
                </a:lnTo>
                <a:lnTo>
                  <a:pt x="103862" y="932867"/>
                </a:lnTo>
                <a:lnTo>
                  <a:pt x="103594" y="947674"/>
                </a:lnTo>
                <a:lnTo>
                  <a:pt x="103207" y="962482"/>
                </a:lnTo>
                <a:lnTo>
                  <a:pt x="102752" y="977289"/>
                </a:lnTo>
                <a:lnTo>
                  <a:pt x="102279" y="992096"/>
                </a:lnTo>
                <a:lnTo>
                  <a:pt x="101831" y="1006904"/>
                </a:lnTo>
                <a:lnTo>
                  <a:pt x="101443" y="1021711"/>
                </a:lnTo>
                <a:lnTo>
                  <a:pt x="101138" y="1036519"/>
                </a:lnTo>
                <a:lnTo>
                  <a:pt x="100924" y="1051326"/>
                </a:lnTo>
                <a:lnTo>
                  <a:pt x="100801" y="1066133"/>
                </a:lnTo>
                <a:lnTo>
                  <a:pt x="100756" y="1080941"/>
                </a:lnTo>
                <a:lnTo>
                  <a:pt x="100769" y="1095748"/>
                </a:lnTo>
                <a:lnTo>
                  <a:pt x="100815" y="1110556"/>
                </a:lnTo>
                <a:lnTo>
                  <a:pt x="100870" y="1125363"/>
                </a:lnTo>
                <a:lnTo>
                  <a:pt x="100908" y="1140170"/>
                </a:lnTo>
                <a:lnTo>
                  <a:pt x="100908" y="1154978"/>
                </a:lnTo>
                <a:lnTo>
                  <a:pt x="100857" y="1169785"/>
                </a:lnTo>
                <a:lnTo>
                  <a:pt x="100746" y="1184593"/>
                </a:lnTo>
                <a:lnTo>
                  <a:pt x="100573" y="1199400"/>
                </a:lnTo>
                <a:lnTo>
                  <a:pt x="100343" y="1214207"/>
                </a:lnTo>
                <a:lnTo>
                  <a:pt x="100066" y="1229015"/>
                </a:lnTo>
                <a:lnTo>
                  <a:pt x="99753" y="1243822"/>
                </a:lnTo>
                <a:lnTo>
                  <a:pt x="99419" y="1258630"/>
                </a:lnTo>
                <a:lnTo>
                  <a:pt x="99076" y="1273437"/>
                </a:lnTo>
                <a:lnTo>
                  <a:pt x="98738" y="1288245"/>
                </a:lnTo>
                <a:lnTo>
                  <a:pt x="98412" y="1303052"/>
                </a:lnTo>
                <a:lnTo>
                  <a:pt x="98106" y="1317859"/>
                </a:lnTo>
                <a:lnTo>
                  <a:pt x="97822" y="1332667"/>
                </a:lnTo>
                <a:lnTo>
                  <a:pt x="97561" y="1347474"/>
                </a:lnTo>
                <a:lnTo>
                  <a:pt x="97322" y="1362282"/>
                </a:lnTo>
                <a:lnTo>
                  <a:pt x="97105" y="1377089"/>
                </a:lnTo>
                <a:lnTo>
                  <a:pt x="96908" y="1391896"/>
                </a:lnTo>
                <a:lnTo>
                  <a:pt x="96732" y="1406704"/>
                </a:lnTo>
                <a:lnTo>
                  <a:pt x="96583" y="1421511"/>
                </a:lnTo>
                <a:lnTo>
                  <a:pt x="96468" y="1436319"/>
                </a:lnTo>
                <a:lnTo>
                  <a:pt x="96405" y="1451126"/>
                </a:lnTo>
                <a:lnTo>
                  <a:pt x="96419" y="1465933"/>
                </a:lnTo>
                <a:lnTo>
                  <a:pt x="96545" y="1480741"/>
                </a:lnTo>
                <a:lnTo>
                  <a:pt x="96834" y="1495548"/>
                </a:lnTo>
                <a:lnTo>
                  <a:pt x="97350" y="1510356"/>
                </a:lnTo>
                <a:lnTo>
                  <a:pt x="98172" y="1525163"/>
                </a:lnTo>
                <a:lnTo>
                  <a:pt x="99397" y="1539970"/>
                </a:lnTo>
                <a:lnTo>
                  <a:pt x="101128" y="1554778"/>
                </a:lnTo>
                <a:lnTo>
                  <a:pt x="103477" y="1569585"/>
                </a:lnTo>
                <a:lnTo>
                  <a:pt x="106548" y="1584393"/>
                </a:lnTo>
                <a:lnTo>
                  <a:pt x="110427" y="1599200"/>
                </a:lnTo>
                <a:lnTo>
                  <a:pt x="115166" y="1614007"/>
                </a:lnTo>
                <a:lnTo>
                  <a:pt x="120767" y="1628815"/>
                </a:lnTo>
                <a:lnTo>
                  <a:pt x="127166" y="1643622"/>
                </a:lnTo>
                <a:lnTo>
                  <a:pt x="134223" y="1658430"/>
                </a:lnTo>
                <a:lnTo>
                  <a:pt x="141717" y="1673237"/>
                </a:lnTo>
                <a:lnTo>
                  <a:pt x="149353" y="1688045"/>
                </a:lnTo>
                <a:lnTo>
                  <a:pt x="156773" y="1702852"/>
                </a:lnTo>
                <a:lnTo>
                  <a:pt x="163585" y="1717659"/>
                </a:lnTo>
                <a:lnTo>
                  <a:pt x="169395" y="1732467"/>
                </a:lnTo>
                <a:lnTo>
                  <a:pt x="173841" y="1747274"/>
                </a:lnTo>
                <a:lnTo>
                  <a:pt x="17663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8591">
            <a:extLst>
              <a:ext uri="{FF2B5EF4-FFF2-40B4-BE49-F238E27FC236}">
                <a16:creationId xmlns:a16="http://schemas.microsoft.com/office/drawing/2014/main" id="{4362EC00-A780-4CDE-88FB-ED94BFEBCF6B}"/>
              </a:ext>
            </a:extLst>
          </p:cNvPr>
          <p:cNvSpPr>
            <a:spLocks/>
          </p:cNvSpPr>
          <p:nvPr/>
        </p:nvSpPr>
        <p:spPr>
          <a:xfrm>
            <a:off x="755285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33" y="1762082"/>
                </a:lnTo>
                <a:lnTo>
                  <a:pt x="3668" y="1747274"/>
                </a:lnTo>
                <a:lnTo>
                  <a:pt x="8022" y="1732467"/>
                </a:lnTo>
                <a:lnTo>
                  <a:pt x="13714" y="1717659"/>
                </a:lnTo>
                <a:lnTo>
                  <a:pt x="20394" y="1702852"/>
                </a:lnTo>
                <a:lnTo>
                  <a:pt x="27677" y="1688045"/>
                </a:lnTo>
                <a:lnTo>
                  <a:pt x="35184" y="1673237"/>
                </a:lnTo>
                <a:lnTo>
                  <a:pt x="42568" y="1658430"/>
                </a:lnTo>
                <a:lnTo>
                  <a:pt x="49544" y="1643622"/>
                </a:lnTo>
                <a:lnTo>
                  <a:pt x="55901" y="1628815"/>
                </a:lnTo>
                <a:lnTo>
                  <a:pt x="61504" y="1614007"/>
                </a:lnTo>
                <a:lnTo>
                  <a:pt x="66295" y="1599200"/>
                </a:lnTo>
                <a:lnTo>
                  <a:pt x="70277" y="1584393"/>
                </a:lnTo>
                <a:lnTo>
                  <a:pt x="73503" y="1569585"/>
                </a:lnTo>
                <a:lnTo>
                  <a:pt x="76056" y="1554778"/>
                </a:lnTo>
                <a:lnTo>
                  <a:pt x="78036" y="1539970"/>
                </a:lnTo>
                <a:lnTo>
                  <a:pt x="79548" y="1525163"/>
                </a:lnTo>
                <a:lnTo>
                  <a:pt x="80687" y="1510356"/>
                </a:lnTo>
                <a:lnTo>
                  <a:pt x="81539" y="1495548"/>
                </a:lnTo>
                <a:lnTo>
                  <a:pt x="82172" y="1480741"/>
                </a:lnTo>
                <a:lnTo>
                  <a:pt x="82640" y="1465933"/>
                </a:lnTo>
                <a:lnTo>
                  <a:pt x="82981" y="1451126"/>
                </a:lnTo>
                <a:lnTo>
                  <a:pt x="83220" y="1436319"/>
                </a:lnTo>
                <a:lnTo>
                  <a:pt x="83374" y="1421511"/>
                </a:lnTo>
                <a:lnTo>
                  <a:pt x="83454" y="1406704"/>
                </a:lnTo>
                <a:lnTo>
                  <a:pt x="83464" y="1391896"/>
                </a:lnTo>
                <a:lnTo>
                  <a:pt x="83411" y="1377089"/>
                </a:lnTo>
                <a:lnTo>
                  <a:pt x="83298" y="1362282"/>
                </a:lnTo>
                <a:lnTo>
                  <a:pt x="83129" y="1347474"/>
                </a:lnTo>
                <a:lnTo>
                  <a:pt x="82913" y="1332667"/>
                </a:lnTo>
                <a:lnTo>
                  <a:pt x="82656" y="1317859"/>
                </a:lnTo>
                <a:lnTo>
                  <a:pt x="82369" y="1303052"/>
                </a:lnTo>
                <a:lnTo>
                  <a:pt x="82064" y="1288245"/>
                </a:lnTo>
                <a:lnTo>
                  <a:pt x="81753" y="1273437"/>
                </a:lnTo>
                <a:lnTo>
                  <a:pt x="81450" y="1258630"/>
                </a:lnTo>
                <a:lnTo>
                  <a:pt x="81167" y="1243822"/>
                </a:lnTo>
                <a:lnTo>
                  <a:pt x="80915" y="1229015"/>
                </a:lnTo>
                <a:lnTo>
                  <a:pt x="80703" y="1214207"/>
                </a:lnTo>
                <a:lnTo>
                  <a:pt x="80538" y="1199400"/>
                </a:lnTo>
                <a:lnTo>
                  <a:pt x="80421" y="1184593"/>
                </a:lnTo>
                <a:lnTo>
                  <a:pt x="80351" y="1169785"/>
                </a:lnTo>
                <a:lnTo>
                  <a:pt x="80318" y="1154978"/>
                </a:lnTo>
                <a:lnTo>
                  <a:pt x="80313" y="1140170"/>
                </a:lnTo>
                <a:lnTo>
                  <a:pt x="80318" y="1125363"/>
                </a:lnTo>
                <a:lnTo>
                  <a:pt x="80315" y="1110556"/>
                </a:lnTo>
                <a:lnTo>
                  <a:pt x="80283" y="1095748"/>
                </a:lnTo>
                <a:lnTo>
                  <a:pt x="80200" y="1080941"/>
                </a:lnTo>
                <a:lnTo>
                  <a:pt x="80047" y="1066133"/>
                </a:lnTo>
                <a:lnTo>
                  <a:pt x="79809" y="1051326"/>
                </a:lnTo>
                <a:lnTo>
                  <a:pt x="79476" y="1036519"/>
                </a:lnTo>
                <a:lnTo>
                  <a:pt x="79046" y="1021711"/>
                </a:lnTo>
                <a:lnTo>
                  <a:pt x="78526" y="1006904"/>
                </a:lnTo>
                <a:lnTo>
                  <a:pt x="77935" y="992096"/>
                </a:lnTo>
                <a:lnTo>
                  <a:pt x="77299" y="977289"/>
                </a:lnTo>
                <a:lnTo>
                  <a:pt x="76655" y="962482"/>
                </a:lnTo>
                <a:lnTo>
                  <a:pt x="76044" y="947674"/>
                </a:lnTo>
                <a:lnTo>
                  <a:pt x="75509" y="932867"/>
                </a:lnTo>
                <a:lnTo>
                  <a:pt x="75093" y="918059"/>
                </a:lnTo>
                <a:lnTo>
                  <a:pt x="74831" y="903252"/>
                </a:lnTo>
                <a:lnTo>
                  <a:pt x="74747" y="888444"/>
                </a:lnTo>
                <a:lnTo>
                  <a:pt x="74853" y="873637"/>
                </a:lnTo>
                <a:lnTo>
                  <a:pt x="75148" y="858830"/>
                </a:lnTo>
                <a:lnTo>
                  <a:pt x="75613" y="844022"/>
                </a:lnTo>
                <a:lnTo>
                  <a:pt x="76220" y="829215"/>
                </a:lnTo>
                <a:lnTo>
                  <a:pt x="76932" y="814407"/>
                </a:lnTo>
                <a:lnTo>
                  <a:pt x="77707" y="799600"/>
                </a:lnTo>
                <a:lnTo>
                  <a:pt x="78503" y="784793"/>
                </a:lnTo>
                <a:lnTo>
                  <a:pt x="79282" y="769985"/>
                </a:lnTo>
                <a:lnTo>
                  <a:pt x="80012" y="755178"/>
                </a:lnTo>
                <a:lnTo>
                  <a:pt x="80670" y="740370"/>
                </a:lnTo>
                <a:lnTo>
                  <a:pt x="81241" y="725563"/>
                </a:lnTo>
                <a:lnTo>
                  <a:pt x="81720" y="710756"/>
                </a:lnTo>
                <a:lnTo>
                  <a:pt x="82110" y="695948"/>
                </a:lnTo>
                <a:lnTo>
                  <a:pt x="82418" y="681141"/>
                </a:lnTo>
                <a:lnTo>
                  <a:pt x="82656" y="666333"/>
                </a:lnTo>
                <a:lnTo>
                  <a:pt x="82840" y="651526"/>
                </a:lnTo>
                <a:lnTo>
                  <a:pt x="82982" y="636719"/>
                </a:lnTo>
                <a:lnTo>
                  <a:pt x="83098" y="621911"/>
                </a:lnTo>
                <a:lnTo>
                  <a:pt x="83198" y="607104"/>
                </a:lnTo>
                <a:lnTo>
                  <a:pt x="83292" y="592296"/>
                </a:lnTo>
                <a:lnTo>
                  <a:pt x="83387" y="577489"/>
                </a:lnTo>
                <a:lnTo>
                  <a:pt x="83486" y="562682"/>
                </a:lnTo>
                <a:lnTo>
                  <a:pt x="83593" y="547874"/>
                </a:lnTo>
                <a:lnTo>
                  <a:pt x="83706" y="533067"/>
                </a:lnTo>
                <a:lnTo>
                  <a:pt x="83826" y="518259"/>
                </a:lnTo>
                <a:lnTo>
                  <a:pt x="83950" y="503452"/>
                </a:lnTo>
                <a:lnTo>
                  <a:pt x="84076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2" y="444222"/>
                </a:lnTo>
                <a:lnTo>
                  <a:pt x="84572" y="429415"/>
                </a:lnTo>
                <a:lnTo>
                  <a:pt x="84686" y="414607"/>
                </a:lnTo>
                <a:lnTo>
                  <a:pt x="84794" y="399800"/>
                </a:lnTo>
                <a:lnTo>
                  <a:pt x="84896" y="384993"/>
                </a:lnTo>
                <a:lnTo>
                  <a:pt x="84991" y="370185"/>
                </a:lnTo>
                <a:lnTo>
                  <a:pt x="85078" y="355378"/>
                </a:lnTo>
                <a:lnTo>
                  <a:pt x="85159" y="340570"/>
                </a:lnTo>
                <a:lnTo>
                  <a:pt x="85233" y="325763"/>
                </a:lnTo>
                <a:lnTo>
                  <a:pt x="85298" y="310956"/>
                </a:lnTo>
                <a:lnTo>
                  <a:pt x="85351" y="296148"/>
                </a:lnTo>
                <a:lnTo>
                  <a:pt x="85388" y="281341"/>
                </a:lnTo>
                <a:lnTo>
                  <a:pt x="85401" y="266533"/>
                </a:lnTo>
                <a:lnTo>
                  <a:pt x="85378" y="251726"/>
                </a:lnTo>
                <a:lnTo>
                  <a:pt x="85304" y="236919"/>
                </a:lnTo>
                <a:lnTo>
                  <a:pt x="85159" y="222111"/>
                </a:lnTo>
                <a:lnTo>
                  <a:pt x="84923" y="207304"/>
                </a:lnTo>
                <a:lnTo>
                  <a:pt x="84573" y="192496"/>
                </a:lnTo>
                <a:lnTo>
                  <a:pt x="84091" y="177689"/>
                </a:lnTo>
                <a:lnTo>
                  <a:pt x="83460" y="162881"/>
                </a:lnTo>
                <a:lnTo>
                  <a:pt x="82676" y="148074"/>
                </a:lnTo>
                <a:lnTo>
                  <a:pt x="81744" y="133267"/>
                </a:lnTo>
                <a:lnTo>
                  <a:pt x="80683" y="118459"/>
                </a:lnTo>
                <a:lnTo>
                  <a:pt x="79528" y="103652"/>
                </a:lnTo>
                <a:lnTo>
                  <a:pt x="78328" y="88844"/>
                </a:lnTo>
                <a:lnTo>
                  <a:pt x="77144" y="74037"/>
                </a:lnTo>
                <a:lnTo>
                  <a:pt x="76045" y="59230"/>
                </a:lnTo>
                <a:lnTo>
                  <a:pt x="75099" y="44422"/>
                </a:lnTo>
                <a:lnTo>
                  <a:pt x="74371" y="29615"/>
                </a:lnTo>
                <a:lnTo>
                  <a:pt x="73912" y="14807"/>
                </a:lnTo>
                <a:lnTo>
                  <a:pt x="73755" y="0"/>
                </a:lnTo>
                <a:lnTo>
                  <a:pt x="103833" y="0"/>
                </a:lnTo>
                <a:lnTo>
                  <a:pt x="103833" y="0"/>
                </a:lnTo>
                <a:lnTo>
                  <a:pt x="103676" y="14807"/>
                </a:lnTo>
                <a:lnTo>
                  <a:pt x="103216" y="29615"/>
                </a:lnTo>
                <a:lnTo>
                  <a:pt x="102488" y="44422"/>
                </a:lnTo>
                <a:lnTo>
                  <a:pt x="101542" y="59230"/>
                </a:lnTo>
                <a:lnTo>
                  <a:pt x="100443" y="74037"/>
                </a:lnTo>
                <a:lnTo>
                  <a:pt x="99259" y="88844"/>
                </a:lnTo>
                <a:lnTo>
                  <a:pt x="98059" y="103652"/>
                </a:lnTo>
                <a:lnTo>
                  <a:pt x="96904" y="118459"/>
                </a:lnTo>
                <a:lnTo>
                  <a:pt x="95843" y="133267"/>
                </a:lnTo>
                <a:lnTo>
                  <a:pt x="94911" y="148074"/>
                </a:lnTo>
                <a:lnTo>
                  <a:pt x="94127" y="162881"/>
                </a:lnTo>
                <a:lnTo>
                  <a:pt x="93496" y="177689"/>
                </a:lnTo>
                <a:lnTo>
                  <a:pt x="93014" y="192496"/>
                </a:lnTo>
                <a:lnTo>
                  <a:pt x="92664" y="207304"/>
                </a:lnTo>
                <a:lnTo>
                  <a:pt x="92428" y="222111"/>
                </a:lnTo>
                <a:lnTo>
                  <a:pt x="92284" y="236919"/>
                </a:lnTo>
                <a:lnTo>
                  <a:pt x="92209" y="251726"/>
                </a:lnTo>
                <a:lnTo>
                  <a:pt x="92186" y="266533"/>
                </a:lnTo>
                <a:lnTo>
                  <a:pt x="92199" y="281341"/>
                </a:lnTo>
                <a:lnTo>
                  <a:pt x="92236" y="296148"/>
                </a:lnTo>
                <a:lnTo>
                  <a:pt x="92290" y="310956"/>
                </a:lnTo>
                <a:lnTo>
                  <a:pt x="92354" y="325763"/>
                </a:lnTo>
                <a:lnTo>
                  <a:pt x="92428" y="340570"/>
                </a:lnTo>
                <a:lnTo>
                  <a:pt x="92509" y="355378"/>
                </a:lnTo>
                <a:lnTo>
                  <a:pt x="92597" y="370185"/>
                </a:lnTo>
                <a:lnTo>
                  <a:pt x="92692" y="384993"/>
                </a:lnTo>
                <a:lnTo>
                  <a:pt x="92793" y="399800"/>
                </a:lnTo>
                <a:lnTo>
                  <a:pt x="92901" y="414607"/>
                </a:lnTo>
                <a:lnTo>
                  <a:pt x="93016" y="429415"/>
                </a:lnTo>
                <a:lnTo>
                  <a:pt x="93135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11" y="488644"/>
                </a:lnTo>
                <a:lnTo>
                  <a:pt x="93637" y="503452"/>
                </a:lnTo>
                <a:lnTo>
                  <a:pt x="93761" y="518259"/>
                </a:lnTo>
                <a:lnTo>
                  <a:pt x="93881" y="533067"/>
                </a:lnTo>
                <a:lnTo>
                  <a:pt x="93994" y="547874"/>
                </a:lnTo>
                <a:lnTo>
                  <a:pt x="94101" y="562682"/>
                </a:lnTo>
                <a:lnTo>
                  <a:pt x="94200" y="577489"/>
                </a:lnTo>
                <a:lnTo>
                  <a:pt x="94295" y="592296"/>
                </a:lnTo>
                <a:lnTo>
                  <a:pt x="94389" y="607104"/>
                </a:lnTo>
                <a:lnTo>
                  <a:pt x="94489" y="621911"/>
                </a:lnTo>
                <a:lnTo>
                  <a:pt x="94605" y="636719"/>
                </a:lnTo>
                <a:lnTo>
                  <a:pt x="94747" y="651526"/>
                </a:lnTo>
                <a:lnTo>
                  <a:pt x="94931" y="666333"/>
                </a:lnTo>
                <a:lnTo>
                  <a:pt x="95169" y="681141"/>
                </a:lnTo>
                <a:lnTo>
                  <a:pt x="95477" y="695948"/>
                </a:lnTo>
                <a:lnTo>
                  <a:pt x="95867" y="710756"/>
                </a:lnTo>
                <a:lnTo>
                  <a:pt x="96346" y="725563"/>
                </a:lnTo>
                <a:lnTo>
                  <a:pt x="96917" y="740370"/>
                </a:lnTo>
                <a:lnTo>
                  <a:pt x="97575" y="755178"/>
                </a:lnTo>
                <a:lnTo>
                  <a:pt x="98305" y="769985"/>
                </a:lnTo>
                <a:lnTo>
                  <a:pt x="99084" y="784793"/>
                </a:lnTo>
                <a:lnTo>
                  <a:pt x="99880" y="799600"/>
                </a:lnTo>
                <a:lnTo>
                  <a:pt x="100655" y="814407"/>
                </a:lnTo>
                <a:lnTo>
                  <a:pt x="101367" y="829215"/>
                </a:lnTo>
                <a:lnTo>
                  <a:pt x="101975" y="844022"/>
                </a:lnTo>
                <a:lnTo>
                  <a:pt x="102440" y="858830"/>
                </a:lnTo>
                <a:lnTo>
                  <a:pt x="102734" y="873637"/>
                </a:lnTo>
                <a:lnTo>
                  <a:pt x="102840" y="888444"/>
                </a:lnTo>
                <a:lnTo>
                  <a:pt x="102756" y="903252"/>
                </a:lnTo>
                <a:lnTo>
                  <a:pt x="102494" y="918059"/>
                </a:lnTo>
                <a:lnTo>
                  <a:pt x="102078" y="932867"/>
                </a:lnTo>
                <a:lnTo>
                  <a:pt x="101544" y="947674"/>
                </a:lnTo>
                <a:lnTo>
                  <a:pt x="100932" y="962482"/>
                </a:lnTo>
                <a:lnTo>
                  <a:pt x="100288" y="977289"/>
                </a:lnTo>
                <a:lnTo>
                  <a:pt x="99652" y="992096"/>
                </a:lnTo>
                <a:lnTo>
                  <a:pt x="99061" y="1006904"/>
                </a:lnTo>
                <a:lnTo>
                  <a:pt x="98541" y="1021711"/>
                </a:lnTo>
                <a:lnTo>
                  <a:pt x="98111" y="1036519"/>
                </a:lnTo>
                <a:lnTo>
                  <a:pt x="97778" y="1051326"/>
                </a:lnTo>
                <a:lnTo>
                  <a:pt x="97540" y="1066133"/>
                </a:lnTo>
                <a:lnTo>
                  <a:pt x="97387" y="1080941"/>
                </a:lnTo>
                <a:lnTo>
                  <a:pt x="97305" y="1095748"/>
                </a:lnTo>
                <a:lnTo>
                  <a:pt x="97272" y="1110556"/>
                </a:lnTo>
                <a:lnTo>
                  <a:pt x="97269" y="1125363"/>
                </a:lnTo>
                <a:lnTo>
                  <a:pt x="97274" y="1140170"/>
                </a:lnTo>
                <a:lnTo>
                  <a:pt x="97269" y="1154978"/>
                </a:lnTo>
                <a:lnTo>
                  <a:pt x="97237" y="1169785"/>
                </a:lnTo>
                <a:lnTo>
                  <a:pt x="97166" y="1184593"/>
                </a:lnTo>
                <a:lnTo>
                  <a:pt x="97049" y="1199400"/>
                </a:lnTo>
                <a:lnTo>
                  <a:pt x="96884" y="1214207"/>
                </a:lnTo>
                <a:lnTo>
                  <a:pt x="96672" y="1229015"/>
                </a:lnTo>
                <a:lnTo>
                  <a:pt x="96420" y="1243822"/>
                </a:lnTo>
                <a:lnTo>
                  <a:pt x="96137" y="1258630"/>
                </a:lnTo>
                <a:lnTo>
                  <a:pt x="95834" y="1273437"/>
                </a:lnTo>
                <a:lnTo>
                  <a:pt x="95523" y="1288245"/>
                </a:lnTo>
                <a:lnTo>
                  <a:pt x="95218" y="1303052"/>
                </a:lnTo>
                <a:lnTo>
                  <a:pt x="94931" y="1317859"/>
                </a:lnTo>
                <a:lnTo>
                  <a:pt x="94675" y="1332667"/>
                </a:lnTo>
                <a:lnTo>
                  <a:pt x="94458" y="1347474"/>
                </a:lnTo>
                <a:lnTo>
                  <a:pt x="94290" y="1362282"/>
                </a:lnTo>
                <a:lnTo>
                  <a:pt x="94176" y="1377089"/>
                </a:lnTo>
                <a:lnTo>
                  <a:pt x="94123" y="1391896"/>
                </a:lnTo>
                <a:lnTo>
                  <a:pt x="94134" y="1406704"/>
                </a:lnTo>
                <a:lnTo>
                  <a:pt x="94213" y="1421511"/>
                </a:lnTo>
                <a:lnTo>
                  <a:pt x="94367" y="1436319"/>
                </a:lnTo>
                <a:lnTo>
                  <a:pt x="94606" y="1451126"/>
                </a:lnTo>
                <a:lnTo>
                  <a:pt x="94947" y="1465933"/>
                </a:lnTo>
                <a:lnTo>
                  <a:pt x="95415" y="1480741"/>
                </a:lnTo>
                <a:lnTo>
                  <a:pt x="96048" y="1495548"/>
                </a:lnTo>
                <a:lnTo>
                  <a:pt x="96900" y="1510356"/>
                </a:lnTo>
                <a:lnTo>
                  <a:pt x="98039" y="1525163"/>
                </a:lnTo>
                <a:lnTo>
                  <a:pt x="99551" y="1539970"/>
                </a:lnTo>
                <a:lnTo>
                  <a:pt x="101531" y="1554778"/>
                </a:lnTo>
                <a:lnTo>
                  <a:pt x="104084" y="1569585"/>
                </a:lnTo>
                <a:lnTo>
                  <a:pt x="107310" y="1584393"/>
                </a:lnTo>
                <a:lnTo>
                  <a:pt x="111293" y="1599200"/>
                </a:lnTo>
                <a:lnTo>
                  <a:pt x="116083" y="1614007"/>
                </a:lnTo>
                <a:lnTo>
                  <a:pt x="121686" y="1628815"/>
                </a:lnTo>
                <a:lnTo>
                  <a:pt x="128043" y="1643622"/>
                </a:lnTo>
                <a:lnTo>
                  <a:pt x="135019" y="1658430"/>
                </a:lnTo>
                <a:lnTo>
                  <a:pt x="142403" y="1673237"/>
                </a:lnTo>
                <a:lnTo>
                  <a:pt x="149910" y="1688045"/>
                </a:lnTo>
                <a:lnTo>
                  <a:pt x="157193" y="1702852"/>
                </a:lnTo>
                <a:lnTo>
                  <a:pt x="163873" y="1717659"/>
                </a:lnTo>
                <a:lnTo>
                  <a:pt x="169565" y="1732467"/>
                </a:lnTo>
                <a:lnTo>
                  <a:pt x="173920" y="1747274"/>
                </a:lnTo>
                <a:lnTo>
                  <a:pt x="17665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8592">
            <a:extLst>
              <a:ext uri="{FF2B5EF4-FFF2-40B4-BE49-F238E27FC236}">
                <a16:creationId xmlns:a16="http://schemas.microsoft.com/office/drawing/2014/main" id="{46A238AC-CE79-4054-BA01-6FBDE9E10068}"/>
              </a:ext>
            </a:extLst>
          </p:cNvPr>
          <p:cNvSpPr>
            <a:spLocks/>
          </p:cNvSpPr>
          <p:nvPr/>
        </p:nvSpPr>
        <p:spPr>
          <a:xfrm>
            <a:off x="8235887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4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7" y="977289"/>
                </a:lnTo>
                <a:lnTo>
                  <a:pt x="76885" y="962482"/>
                </a:lnTo>
                <a:lnTo>
                  <a:pt x="76251" y="947674"/>
                </a:lnTo>
                <a:lnTo>
                  <a:pt x="75683" y="932867"/>
                </a:lnTo>
                <a:lnTo>
                  <a:pt x="75224" y="918059"/>
                </a:lnTo>
                <a:lnTo>
                  <a:pt x="74912" y="903252"/>
                </a:lnTo>
                <a:lnTo>
                  <a:pt x="74772" y="888444"/>
                </a:lnTo>
                <a:lnTo>
                  <a:pt x="74818" y="873637"/>
                </a:lnTo>
                <a:lnTo>
                  <a:pt x="75048" y="858830"/>
                </a:lnTo>
                <a:lnTo>
                  <a:pt x="75446" y="844022"/>
                </a:lnTo>
                <a:lnTo>
                  <a:pt x="75984" y="829215"/>
                </a:lnTo>
                <a:lnTo>
                  <a:pt x="76626" y="814407"/>
                </a:lnTo>
                <a:lnTo>
                  <a:pt x="77329" y="799600"/>
                </a:lnTo>
                <a:lnTo>
                  <a:pt x="78054" y="784793"/>
                </a:lnTo>
                <a:lnTo>
                  <a:pt x="78762" y="769985"/>
                </a:lnTo>
                <a:lnTo>
                  <a:pt x="79425" y="755178"/>
                </a:lnTo>
                <a:lnTo>
                  <a:pt x="80021" y="740370"/>
                </a:lnTo>
                <a:lnTo>
                  <a:pt x="80537" y="725563"/>
                </a:lnTo>
                <a:lnTo>
                  <a:pt x="80971" y="710756"/>
                </a:lnTo>
                <a:lnTo>
                  <a:pt x="81327" y="695948"/>
                </a:lnTo>
                <a:lnTo>
                  <a:pt x="81613" y="681141"/>
                </a:lnTo>
                <a:lnTo>
                  <a:pt x="81844" y="666333"/>
                </a:lnTo>
                <a:lnTo>
                  <a:pt x="82032" y="651526"/>
                </a:lnTo>
                <a:lnTo>
                  <a:pt x="82192" y="636719"/>
                </a:lnTo>
                <a:lnTo>
                  <a:pt x="82337" y="621911"/>
                </a:lnTo>
                <a:lnTo>
                  <a:pt x="82477" y="607104"/>
                </a:lnTo>
                <a:lnTo>
                  <a:pt x="82618" y="592296"/>
                </a:lnTo>
                <a:lnTo>
                  <a:pt x="82766" y="577489"/>
                </a:lnTo>
                <a:lnTo>
                  <a:pt x="82924" y="562682"/>
                </a:lnTo>
                <a:lnTo>
                  <a:pt x="83091" y="547874"/>
                </a:lnTo>
                <a:lnTo>
                  <a:pt x="83268" y="533067"/>
                </a:lnTo>
                <a:lnTo>
                  <a:pt x="83453" y="518259"/>
                </a:lnTo>
                <a:lnTo>
                  <a:pt x="83644" y="503452"/>
                </a:lnTo>
                <a:lnTo>
                  <a:pt x="83842" y="488644"/>
                </a:lnTo>
                <a:lnTo>
                  <a:pt x="84044" y="473837"/>
                </a:lnTo>
                <a:lnTo>
                  <a:pt x="84248" y="459030"/>
                </a:lnTo>
                <a:lnTo>
                  <a:pt x="84454" y="444222"/>
                </a:lnTo>
                <a:lnTo>
                  <a:pt x="84659" y="429415"/>
                </a:lnTo>
                <a:lnTo>
                  <a:pt x="84859" y="414607"/>
                </a:lnTo>
                <a:lnTo>
                  <a:pt x="85052" y="399800"/>
                </a:lnTo>
                <a:lnTo>
                  <a:pt x="85233" y="384993"/>
                </a:lnTo>
                <a:lnTo>
                  <a:pt x="85397" y="370185"/>
                </a:lnTo>
                <a:lnTo>
                  <a:pt x="85541" y="355378"/>
                </a:lnTo>
                <a:lnTo>
                  <a:pt x="85659" y="340570"/>
                </a:lnTo>
                <a:lnTo>
                  <a:pt x="85748" y="325763"/>
                </a:lnTo>
                <a:lnTo>
                  <a:pt x="85801" y="310956"/>
                </a:lnTo>
                <a:lnTo>
                  <a:pt x="85814" y="296148"/>
                </a:lnTo>
                <a:lnTo>
                  <a:pt x="85777" y="281341"/>
                </a:lnTo>
                <a:lnTo>
                  <a:pt x="85681" y="266533"/>
                </a:lnTo>
                <a:lnTo>
                  <a:pt x="85508" y="251726"/>
                </a:lnTo>
                <a:lnTo>
                  <a:pt x="85241" y="236919"/>
                </a:lnTo>
                <a:lnTo>
                  <a:pt x="84855" y="222111"/>
                </a:lnTo>
                <a:lnTo>
                  <a:pt x="84324" y="207304"/>
                </a:lnTo>
                <a:lnTo>
                  <a:pt x="83621" y="192496"/>
                </a:lnTo>
                <a:lnTo>
                  <a:pt x="82721" y="177689"/>
                </a:lnTo>
                <a:lnTo>
                  <a:pt x="81609" y="162881"/>
                </a:lnTo>
                <a:lnTo>
                  <a:pt x="80279" y="148074"/>
                </a:lnTo>
                <a:lnTo>
                  <a:pt x="78743" y="133267"/>
                </a:lnTo>
                <a:lnTo>
                  <a:pt x="77032" y="118459"/>
                </a:lnTo>
                <a:lnTo>
                  <a:pt x="75199" y="103652"/>
                </a:lnTo>
                <a:lnTo>
                  <a:pt x="73317" y="88844"/>
                </a:lnTo>
                <a:lnTo>
                  <a:pt x="71476" y="74037"/>
                </a:lnTo>
                <a:lnTo>
                  <a:pt x="69778" y="59230"/>
                </a:lnTo>
                <a:lnTo>
                  <a:pt x="68324" y="44422"/>
                </a:lnTo>
                <a:lnTo>
                  <a:pt x="67208" y="29615"/>
                </a:lnTo>
                <a:lnTo>
                  <a:pt x="66505" y="14807"/>
                </a:lnTo>
                <a:lnTo>
                  <a:pt x="66265" y="0"/>
                </a:lnTo>
                <a:lnTo>
                  <a:pt x="111322" y="0"/>
                </a:lnTo>
                <a:lnTo>
                  <a:pt x="111322" y="0"/>
                </a:lnTo>
                <a:lnTo>
                  <a:pt x="111082" y="14807"/>
                </a:lnTo>
                <a:lnTo>
                  <a:pt x="110380" y="29615"/>
                </a:lnTo>
                <a:lnTo>
                  <a:pt x="109263" y="44422"/>
                </a:lnTo>
                <a:lnTo>
                  <a:pt x="107809" y="59230"/>
                </a:lnTo>
                <a:lnTo>
                  <a:pt x="106111" y="74037"/>
                </a:lnTo>
                <a:lnTo>
                  <a:pt x="104270" y="88844"/>
                </a:lnTo>
                <a:lnTo>
                  <a:pt x="102388" y="103652"/>
                </a:lnTo>
                <a:lnTo>
                  <a:pt x="100555" y="118459"/>
                </a:lnTo>
                <a:lnTo>
                  <a:pt x="98844" y="133267"/>
                </a:lnTo>
                <a:lnTo>
                  <a:pt x="97308" y="148074"/>
                </a:lnTo>
                <a:lnTo>
                  <a:pt x="95978" y="162881"/>
                </a:lnTo>
                <a:lnTo>
                  <a:pt x="94866" y="177689"/>
                </a:lnTo>
                <a:lnTo>
                  <a:pt x="93966" y="192496"/>
                </a:lnTo>
                <a:lnTo>
                  <a:pt x="93263" y="207304"/>
                </a:lnTo>
                <a:lnTo>
                  <a:pt x="92732" y="222111"/>
                </a:lnTo>
                <a:lnTo>
                  <a:pt x="92346" y="236919"/>
                </a:lnTo>
                <a:lnTo>
                  <a:pt x="92079" y="251726"/>
                </a:lnTo>
                <a:lnTo>
                  <a:pt x="91907" y="266533"/>
                </a:lnTo>
                <a:lnTo>
                  <a:pt x="91810" y="281341"/>
                </a:lnTo>
                <a:lnTo>
                  <a:pt x="91773" y="296148"/>
                </a:lnTo>
                <a:lnTo>
                  <a:pt x="91786" y="310956"/>
                </a:lnTo>
                <a:lnTo>
                  <a:pt x="91840" y="325763"/>
                </a:lnTo>
                <a:lnTo>
                  <a:pt x="91928" y="340570"/>
                </a:lnTo>
                <a:lnTo>
                  <a:pt x="92046" y="355378"/>
                </a:lnTo>
                <a:lnTo>
                  <a:pt x="92190" y="370185"/>
                </a:lnTo>
                <a:lnTo>
                  <a:pt x="92355" y="384993"/>
                </a:lnTo>
                <a:lnTo>
                  <a:pt x="92535" y="399800"/>
                </a:lnTo>
                <a:lnTo>
                  <a:pt x="92728" y="414607"/>
                </a:lnTo>
                <a:lnTo>
                  <a:pt x="92928" y="429415"/>
                </a:lnTo>
                <a:lnTo>
                  <a:pt x="93133" y="444222"/>
                </a:lnTo>
                <a:lnTo>
                  <a:pt x="93339" y="459030"/>
                </a:lnTo>
                <a:lnTo>
                  <a:pt x="93543" y="473837"/>
                </a:lnTo>
                <a:lnTo>
                  <a:pt x="93745" y="488644"/>
                </a:lnTo>
                <a:lnTo>
                  <a:pt x="93943" y="503452"/>
                </a:lnTo>
                <a:lnTo>
                  <a:pt x="94135" y="518259"/>
                </a:lnTo>
                <a:lnTo>
                  <a:pt x="94320" y="533067"/>
                </a:lnTo>
                <a:lnTo>
                  <a:pt x="94496" y="547874"/>
                </a:lnTo>
                <a:lnTo>
                  <a:pt x="94664" y="562682"/>
                </a:lnTo>
                <a:lnTo>
                  <a:pt x="94821" y="577489"/>
                </a:lnTo>
                <a:lnTo>
                  <a:pt x="94969" y="592296"/>
                </a:lnTo>
                <a:lnTo>
                  <a:pt x="95110" y="607104"/>
                </a:lnTo>
                <a:lnTo>
                  <a:pt x="95250" y="621911"/>
                </a:lnTo>
                <a:lnTo>
                  <a:pt x="95395" y="636719"/>
                </a:lnTo>
                <a:lnTo>
                  <a:pt x="95555" y="651526"/>
                </a:lnTo>
                <a:lnTo>
                  <a:pt x="95744" y="666333"/>
                </a:lnTo>
                <a:lnTo>
                  <a:pt x="95974" y="681141"/>
                </a:lnTo>
                <a:lnTo>
                  <a:pt x="96260" y="695948"/>
                </a:lnTo>
                <a:lnTo>
                  <a:pt x="96616" y="710756"/>
                </a:lnTo>
                <a:lnTo>
                  <a:pt x="97050" y="725563"/>
                </a:lnTo>
                <a:lnTo>
                  <a:pt x="97566" y="740370"/>
                </a:lnTo>
                <a:lnTo>
                  <a:pt x="98162" y="755178"/>
                </a:lnTo>
                <a:lnTo>
                  <a:pt x="98825" y="769985"/>
                </a:lnTo>
                <a:lnTo>
                  <a:pt x="99534" y="784793"/>
                </a:lnTo>
                <a:lnTo>
                  <a:pt x="100258" y="799600"/>
                </a:lnTo>
                <a:lnTo>
                  <a:pt x="100961" y="814407"/>
                </a:lnTo>
                <a:lnTo>
                  <a:pt x="101603" y="829215"/>
                </a:lnTo>
                <a:lnTo>
                  <a:pt x="102141" y="844022"/>
                </a:lnTo>
                <a:lnTo>
                  <a:pt x="102539" y="858830"/>
                </a:lnTo>
                <a:lnTo>
                  <a:pt x="102769" y="873637"/>
                </a:lnTo>
                <a:lnTo>
                  <a:pt x="102815" y="888444"/>
                </a:lnTo>
                <a:lnTo>
                  <a:pt x="102676" y="903252"/>
                </a:lnTo>
                <a:lnTo>
                  <a:pt x="102363" y="918059"/>
                </a:lnTo>
                <a:lnTo>
                  <a:pt x="101904" y="932867"/>
                </a:lnTo>
                <a:lnTo>
                  <a:pt x="101336" y="947674"/>
                </a:lnTo>
                <a:lnTo>
                  <a:pt x="100702" y="962482"/>
                </a:lnTo>
                <a:lnTo>
                  <a:pt x="100050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9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7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8593">
            <a:extLst>
              <a:ext uri="{FF2B5EF4-FFF2-40B4-BE49-F238E27FC236}">
                <a16:creationId xmlns:a16="http://schemas.microsoft.com/office/drawing/2014/main" id="{4B1879C2-0BA6-4F41-A32A-63AFDCF68719}"/>
              </a:ext>
            </a:extLst>
          </p:cNvPr>
          <p:cNvSpPr>
            <a:spLocks/>
          </p:cNvSpPr>
          <p:nvPr/>
        </p:nvSpPr>
        <p:spPr>
          <a:xfrm>
            <a:off x="891891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3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8" y="977289"/>
                </a:lnTo>
                <a:lnTo>
                  <a:pt x="76885" y="962482"/>
                </a:lnTo>
                <a:lnTo>
                  <a:pt x="76252" y="947674"/>
                </a:lnTo>
                <a:lnTo>
                  <a:pt x="75685" y="932867"/>
                </a:lnTo>
                <a:lnTo>
                  <a:pt x="75226" y="918059"/>
                </a:lnTo>
                <a:lnTo>
                  <a:pt x="74915" y="903252"/>
                </a:lnTo>
                <a:lnTo>
                  <a:pt x="74778" y="888444"/>
                </a:lnTo>
                <a:lnTo>
                  <a:pt x="74827" y="873637"/>
                </a:lnTo>
                <a:lnTo>
                  <a:pt x="75062" y="858830"/>
                </a:lnTo>
                <a:lnTo>
                  <a:pt x="75467" y="844022"/>
                </a:lnTo>
                <a:lnTo>
                  <a:pt x="76014" y="829215"/>
                </a:lnTo>
                <a:lnTo>
                  <a:pt x="76668" y="814407"/>
                </a:lnTo>
                <a:lnTo>
                  <a:pt x="77388" y="799600"/>
                </a:lnTo>
                <a:lnTo>
                  <a:pt x="78133" y="784793"/>
                </a:lnTo>
                <a:lnTo>
                  <a:pt x="78869" y="769985"/>
                </a:lnTo>
                <a:lnTo>
                  <a:pt x="79563" y="755178"/>
                </a:lnTo>
                <a:lnTo>
                  <a:pt x="80197" y="740370"/>
                </a:lnTo>
                <a:lnTo>
                  <a:pt x="80756" y="725563"/>
                </a:lnTo>
                <a:lnTo>
                  <a:pt x="81237" y="710756"/>
                </a:lnTo>
                <a:lnTo>
                  <a:pt x="81643" y="695948"/>
                </a:lnTo>
                <a:lnTo>
                  <a:pt x="81980" y="681141"/>
                </a:lnTo>
                <a:lnTo>
                  <a:pt x="82259" y="666333"/>
                </a:lnTo>
                <a:lnTo>
                  <a:pt x="82493" y="651526"/>
                </a:lnTo>
                <a:lnTo>
                  <a:pt x="82691" y="636719"/>
                </a:lnTo>
                <a:lnTo>
                  <a:pt x="82865" y="621911"/>
                </a:lnTo>
                <a:lnTo>
                  <a:pt x="83021" y="607104"/>
                </a:lnTo>
                <a:lnTo>
                  <a:pt x="83167" y="592296"/>
                </a:lnTo>
                <a:lnTo>
                  <a:pt x="83306" y="577489"/>
                </a:lnTo>
                <a:lnTo>
                  <a:pt x="83440" y="562682"/>
                </a:lnTo>
                <a:lnTo>
                  <a:pt x="83571" y="547874"/>
                </a:lnTo>
                <a:lnTo>
                  <a:pt x="83700" y="533067"/>
                </a:lnTo>
                <a:lnTo>
                  <a:pt x="83827" y="518259"/>
                </a:lnTo>
                <a:lnTo>
                  <a:pt x="83953" y="503452"/>
                </a:lnTo>
                <a:lnTo>
                  <a:pt x="84078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4" y="444222"/>
                </a:lnTo>
                <a:lnTo>
                  <a:pt x="84578" y="429415"/>
                </a:lnTo>
                <a:lnTo>
                  <a:pt x="84699" y="414607"/>
                </a:lnTo>
                <a:lnTo>
                  <a:pt x="84816" y="399800"/>
                </a:lnTo>
                <a:lnTo>
                  <a:pt x="84924" y="384993"/>
                </a:lnTo>
                <a:lnTo>
                  <a:pt x="85023" y="370185"/>
                </a:lnTo>
                <a:lnTo>
                  <a:pt x="85109" y="355378"/>
                </a:lnTo>
                <a:lnTo>
                  <a:pt x="85179" y="340570"/>
                </a:lnTo>
                <a:lnTo>
                  <a:pt x="85231" y="325763"/>
                </a:lnTo>
                <a:lnTo>
                  <a:pt x="85262" y="310956"/>
                </a:lnTo>
                <a:lnTo>
                  <a:pt x="85265" y="296148"/>
                </a:lnTo>
                <a:lnTo>
                  <a:pt x="85233" y="281341"/>
                </a:lnTo>
                <a:lnTo>
                  <a:pt x="85153" y="266533"/>
                </a:lnTo>
                <a:lnTo>
                  <a:pt x="85009" y="251726"/>
                </a:lnTo>
                <a:lnTo>
                  <a:pt x="84780" y="236919"/>
                </a:lnTo>
                <a:lnTo>
                  <a:pt x="84439" y="222111"/>
                </a:lnTo>
                <a:lnTo>
                  <a:pt x="83957" y="207304"/>
                </a:lnTo>
                <a:lnTo>
                  <a:pt x="83305" y="192496"/>
                </a:lnTo>
                <a:lnTo>
                  <a:pt x="82456" y="177689"/>
                </a:lnTo>
                <a:lnTo>
                  <a:pt x="81390" y="162881"/>
                </a:lnTo>
                <a:lnTo>
                  <a:pt x="80103" y="148074"/>
                </a:lnTo>
                <a:lnTo>
                  <a:pt x="78605" y="133267"/>
                </a:lnTo>
                <a:lnTo>
                  <a:pt x="76926" y="118459"/>
                </a:lnTo>
                <a:lnTo>
                  <a:pt x="75119" y="103652"/>
                </a:lnTo>
                <a:lnTo>
                  <a:pt x="73258" y="88844"/>
                </a:lnTo>
                <a:lnTo>
                  <a:pt x="71434" y="74037"/>
                </a:lnTo>
                <a:lnTo>
                  <a:pt x="69748" y="59230"/>
                </a:lnTo>
                <a:lnTo>
                  <a:pt x="68302" y="44422"/>
                </a:lnTo>
                <a:lnTo>
                  <a:pt x="67192" y="29615"/>
                </a:lnTo>
                <a:lnTo>
                  <a:pt x="66493" y="14807"/>
                </a:lnTo>
                <a:lnTo>
                  <a:pt x="66254" y="0"/>
                </a:lnTo>
                <a:lnTo>
                  <a:pt x="111333" y="0"/>
                </a:lnTo>
                <a:lnTo>
                  <a:pt x="111333" y="0"/>
                </a:lnTo>
                <a:lnTo>
                  <a:pt x="111095" y="14807"/>
                </a:lnTo>
                <a:lnTo>
                  <a:pt x="110395" y="29615"/>
                </a:lnTo>
                <a:lnTo>
                  <a:pt x="109285" y="44422"/>
                </a:lnTo>
                <a:lnTo>
                  <a:pt x="107839" y="59230"/>
                </a:lnTo>
                <a:lnTo>
                  <a:pt x="106153" y="74037"/>
                </a:lnTo>
                <a:lnTo>
                  <a:pt x="104329" y="88844"/>
                </a:lnTo>
                <a:lnTo>
                  <a:pt x="102468" y="103652"/>
                </a:lnTo>
                <a:lnTo>
                  <a:pt x="100661" y="118459"/>
                </a:lnTo>
                <a:lnTo>
                  <a:pt x="98982" y="133267"/>
                </a:lnTo>
                <a:lnTo>
                  <a:pt x="97484" y="148074"/>
                </a:lnTo>
                <a:lnTo>
                  <a:pt x="96197" y="162881"/>
                </a:lnTo>
                <a:lnTo>
                  <a:pt x="95132" y="177689"/>
                </a:lnTo>
                <a:lnTo>
                  <a:pt x="94282" y="192496"/>
                </a:lnTo>
                <a:lnTo>
                  <a:pt x="93630" y="207304"/>
                </a:lnTo>
                <a:lnTo>
                  <a:pt x="93148" y="222111"/>
                </a:lnTo>
                <a:lnTo>
                  <a:pt x="92807" y="236919"/>
                </a:lnTo>
                <a:lnTo>
                  <a:pt x="92578" y="251726"/>
                </a:lnTo>
                <a:lnTo>
                  <a:pt x="92434" y="266533"/>
                </a:lnTo>
                <a:lnTo>
                  <a:pt x="92355" y="281341"/>
                </a:lnTo>
                <a:lnTo>
                  <a:pt x="92322" y="296148"/>
                </a:lnTo>
                <a:lnTo>
                  <a:pt x="92325" y="310956"/>
                </a:lnTo>
                <a:lnTo>
                  <a:pt x="92356" y="325763"/>
                </a:lnTo>
                <a:lnTo>
                  <a:pt x="92408" y="340570"/>
                </a:lnTo>
                <a:lnTo>
                  <a:pt x="92478" y="355378"/>
                </a:lnTo>
                <a:lnTo>
                  <a:pt x="92564" y="370185"/>
                </a:lnTo>
                <a:lnTo>
                  <a:pt x="92663" y="384993"/>
                </a:lnTo>
                <a:lnTo>
                  <a:pt x="92772" y="399800"/>
                </a:lnTo>
                <a:lnTo>
                  <a:pt x="92888" y="414607"/>
                </a:lnTo>
                <a:lnTo>
                  <a:pt x="93009" y="429415"/>
                </a:lnTo>
                <a:lnTo>
                  <a:pt x="93133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09" y="488644"/>
                </a:lnTo>
                <a:lnTo>
                  <a:pt x="93634" y="503452"/>
                </a:lnTo>
                <a:lnTo>
                  <a:pt x="93760" y="518259"/>
                </a:lnTo>
                <a:lnTo>
                  <a:pt x="93887" y="533067"/>
                </a:lnTo>
                <a:lnTo>
                  <a:pt x="94016" y="547874"/>
                </a:lnTo>
                <a:lnTo>
                  <a:pt x="94147" y="562682"/>
                </a:lnTo>
                <a:lnTo>
                  <a:pt x="94281" y="577489"/>
                </a:lnTo>
                <a:lnTo>
                  <a:pt x="94420" y="592296"/>
                </a:lnTo>
                <a:lnTo>
                  <a:pt x="94566" y="607104"/>
                </a:lnTo>
                <a:lnTo>
                  <a:pt x="94722" y="621911"/>
                </a:lnTo>
                <a:lnTo>
                  <a:pt x="94896" y="636719"/>
                </a:lnTo>
                <a:lnTo>
                  <a:pt x="95094" y="651526"/>
                </a:lnTo>
                <a:lnTo>
                  <a:pt x="95328" y="666333"/>
                </a:lnTo>
                <a:lnTo>
                  <a:pt x="95607" y="681141"/>
                </a:lnTo>
                <a:lnTo>
                  <a:pt x="95944" y="695948"/>
                </a:lnTo>
                <a:lnTo>
                  <a:pt x="96350" y="710756"/>
                </a:lnTo>
                <a:lnTo>
                  <a:pt x="96831" y="725563"/>
                </a:lnTo>
                <a:lnTo>
                  <a:pt x="97390" y="740370"/>
                </a:lnTo>
                <a:lnTo>
                  <a:pt x="98024" y="755178"/>
                </a:lnTo>
                <a:lnTo>
                  <a:pt x="98719" y="769985"/>
                </a:lnTo>
                <a:lnTo>
                  <a:pt x="99454" y="784793"/>
                </a:lnTo>
                <a:lnTo>
                  <a:pt x="100200" y="799600"/>
                </a:lnTo>
                <a:lnTo>
                  <a:pt x="100920" y="814407"/>
                </a:lnTo>
                <a:lnTo>
                  <a:pt x="101573" y="829215"/>
                </a:lnTo>
                <a:lnTo>
                  <a:pt x="102121" y="844022"/>
                </a:lnTo>
                <a:lnTo>
                  <a:pt x="102525" y="858830"/>
                </a:lnTo>
                <a:lnTo>
                  <a:pt x="102760" y="873637"/>
                </a:lnTo>
                <a:lnTo>
                  <a:pt x="102810" y="888444"/>
                </a:lnTo>
                <a:lnTo>
                  <a:pt x="102672" y="903252"/>
                </a:lnTo>
                <a:lnTo>
                  <a:pt x="102361" y="918059"/>
                </a:lnTo>
                <a:lnTo>
                  <a:pt x="101903" y="932867"/>
                </a:lnTo>
                <a:lnTo>
                  <a:pt x="101335" y="947674"/>
                </a:lnTo>
                <a:lnTo>
                  <a:pt x="100702" y="962482"/>
                </a:lnTo>
                <a:lnTo>
                  <a:pt x="100049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8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6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8594">
            <a:extLst>
              <a:ext uri="{FF2B5EF4-FFF2-40B4-BE49-F238E27FC236}">
                <a16:creationId xmlns:a16="http://schemas.microsoft.com/office/drawing/2014/main" id="{7186EB7D-72E2-4974-97B5-6855141EAFBC}"/>
              </a:ext>
            </a:extLst>
          </p:cNvPr>
          <p:cNvSpPr>
            <a:spLocks/>
          </p:cNvSpPr>
          <p:nvPr/>
        </p:nvSpPr>
        <p:spPr>
          <a:xfrm>
            <a:off x="695862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7" name="data_8595">
            <a:extLst>
              <a:ext uri="{FF2B5EF4-FFF2-40B4-BE49-F238E27FC236}">
                <a16:creationId xmlns:a16="http://schemas.microsoft.com/office/drawing/2014/main" id="{EB466408-4F49-4C45-9834-AF50EE3586D8}"/>
              </a:ext>
            </a:extLst>
          </p:cNvPr>
          <p:cNvSpPr>
            <a:spLocks/>
          </p:cNvSpPr>
          <p:nvPr/>
        </p:nvSpPr>
        <p:spPr>
          <a:xfrm>
            <a:off x="7300139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8" name="data_8596">
            <a:extLst>
              <a:ext uri="{FF2B5EF4-FFF2-40B4-BE49-F238E27FC236}">
                <a16:creationId xmlns:a16="http://schemas.microsoft.com/office/drawing/2014/main" id="{0F22814E-8F77-4738-9932-475AB1D3F84C}"/>
              </a:ext>
            </a:extLst>
          </p:cNvPr>
          <p:cNvSpPr>
            <a:spLocks/>
          </p:cNvSpPr>
          <p:nvPr/>
        </p:nvSpPr>
        <p:spPr>
          <a:xfrm>
            <a:off x="764165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9" name="data_8597">
            <a:extLst>
              <a:ext uri="{FF2B5EF4-FFF2-40B4-BE49-F238E27FC236}">
                <a16:creationId xmlns:a16="http://schemas.microsoft.com/office/drawing/2014/main" id="{7ED348A5-A5CF-43CD-ABDB-1432F310020C}"/>
              </a:ext>
            </a:extLst>
          </p:cNvPr>
          <p:cNvSpPr>
            <a:spLocks/>
          </p:cNvSpPr>
          <p:nvPr/>
        </p:nvSpPr>
        <p:spPr>
          <a:xfrm>
            <a:off x="832468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0" name="data_8598">
            <a:extLst>
              <a:ext uri="{FF2B5EF4-FFF2-40B4-BE49-F238E27FC236}">
                <a16:creationId xmlns:a16="http://schemas.microsoft.com/office/drawing/2014/main" id="{4156AF85-0D9A-471A-9350-43455548BC87}"/>
              </a:ext>
            </a:extLst>
          </p:cNvPr>
          <p:cNvSpPr>
            <a:spLocks/>
          </p:cNvSpPr>
          <p:nvPr/>
        </p:nvSpPr>
        <p:spPr>
          <a:xfrm>
            <a:off x="900770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1" name="data_8599">
            <a:extLst>
              <a:ext uri="{FF2B5EF4-FFF2-40B4-BE49-F238E27FC236}">
                <a16:creationId xmlns:a16="http://schemas.microsoft.com/office/drawing/2014/main" id="{CA852772-84EC-4F05-80A3-F14E038C07DD}"/>
              </a:ext>
            </a:extLst>
          </p:cNvPr>
          <p:cNvSpPr>
            <a:spLocks/>
          </p:cNvSpPr>
          <p:nvPr/>
        </p:nvSpPr>
        <p:spPr>
          <a:xfrm>
            <a:off x="6938134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2" name="data_8600">
            <a:extLst>
              <a:ext uri="{FF2B5EF4-FFF2-40B4-BE49-F238E27FC236}">
                <a16:creationId xmlns:a16="http://schemas.microsoft.com/office/drawing/2014/main" id="{14BE8B9E-F688-4724-BFA6-C8612E1CBE0D}"/>
              </a:ext>
            </a:extLst>
          </p:cNvPr>
          <p:cNvSpPr>
            <a:spLocks/>
          </p:cNvSpPr>
          <p:nvPr/>
        </p:nvSpPr>
        <p:spPr>
          <a:xfrm>
            <a:off x="6884931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3" name="text_8601">
            <a:extLst>
              <a:ext uri="{FF2B5EF4-FFF2-40B4-BE49-F238E27FC236}">
                <a16:creationId xmlns:a16="http://schemas.microsoft.com/office/drawing/2014/main" id="{778540CF-C59D-429F-80F6-9EB6DA8E961D}"/>
              </a:ext>
            </a:extLst>
          </p:cNvPr>
          <p:cNvSpPr>
            <a:spLocks/>
          </p:cNvSpPr>
          <p:nvPr/>
        </p:nvSpPr>
        <p:spPr>
          <a:xfrm>
            <a:off x="6766091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8602">
            <a:extLst>
              <a:ext uri="{FF2B5EF4-FFF2-40B4-BE49-F238E27FC236}">
                <a16:creationId xmlns:a16="http://schemas.microsoft.com/office/drawing/2014/main" id="{39093A9E-EE88-482C-A9E0-281BFDE44C55}"/>
              </a:ext>
            </a:extLst>
          </p:cNvPr>
          <p:cNvSpPr>
            <a:spLocks/>
          </p:cNvSpPr>
          <p:nvPr/>
        </p:nvSpPr>
        <p:spPr>
          <a:xfrm>
            <a:off x="6938134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5" name="data_8603">
            <a:extLst>
              <a:ext uri="{FF2B5EF4-FFF2-40B4-BE49-F238E27FC236}">
                <a16:creationId xmlns:a16="http://schemas.microsoft.com/office/drawing/2014/main" id="{761E7A82-9A44-491D-A379-FD2FEDD4B65C}"/>
              </a:ext>
            </a:extLst>
          </p:cNvPr>
          <p:cNvSpPr>
            <a:spLocks/>
          </p:cNvSpPr>
          <p:nvPr/>
        </p:nvSpPr>
        <p:spPr>
          <a:xfrm>
            <a:off x="6884931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6" name="text_8604">
            <a:extLst>
              <a:ext uri="{FF2B5EF4-FFF2-40B4-BE49-F238E27FC236}">
                <a16:creationId xmlns:a16="http://schemas.microsoft.com/office/drawing/2014/main" id="{2351F18C-9241-471A-BEBE-FEE4932B124F}"/>
              </a:ext>
            </a:extLst>
          </p:cNvPr>
          <p:cNvSpPr>
            <a:spLocks/>
          </p:cNvSpPr>
          <p:nvPr/>
        </p:nvSpPr>
        <p:spPr>
          <a:xfrm>
            <a:off x="6700454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8605">
            <a:extLst>
              <a:ext uri="{FF2B5EF4-FFF2-40B4-BE49-F238E27FC236}">
                <a16:creationId xmlns:a16="http://schemas.microsoft.com/office/drawing/2014/main" id="{7E97D036-55C6-46B9-AB19-40341F3F4876}"/>
              </a:ext>
            </a:extLst>
          </p:cNvPr>
          <p:cNvSpPr>
            <a:spLocks/>
          </p:cNvSpPr>
          <p:nvPr/>
        </p:nvSpPr>
        <p:spPr>
          <a:xfrm>
            <a:off x="6938134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8" name="data_8606">
            <a:extLst>
              <a:ext uri="{FF2B5EF4-FFF2-40B4-BE49-F238E27FC236}">
                <a16:creationId xmlns:a16="http://schemas.microsoft.com/office/drawing/2014/main" id="{5E3A76B3-D421-4317-807F-BB108CFD54DE}"/>
              </a:ext>
            </a:extLst>
          </p:cNvPr>
          <p:cNvSpPr>
            <a:spLocks/>
          </p:cNvSpPr>
          <p:nvPr/>
        </p:nvSpPr>
        <p:spPr>
          <a:xfrm>
            <a:off x="6884931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9" name="text_8607">
            <a:extLst>
              <a:ext uri="{FF2B5EF4-FFF2-40B4-BE49-F238E27FC236}">
                <a16:creationId xmlns:a16="http://schemas.microsoft.com/office/drawing/2014/main" id="{2216F827-68A9-4505-A284-9572BE297E0D}"/>
              </a:ext>
            </a:extLst>
          </p:cNvPr>
          <p:cNvSpPr>
            <a:spLocks/>
          </p:cNvSpPr>
          <p:nvPr/>
        </p:nvSpPr>
        <p:spPr>
          <a:xfrm>
            <a:off x="6634817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8608">
            <a:extLst>
              <a:ext uri="{FF2B5EF4-FFF2-40B4-BE49-F238E27FC236}">
                <a16:creationId xmlns:a16="http://schemas.microsoft.com/office/drawing/2014/main" id="{F84304B9-EDCA-4592-8062-AB22C2F9B375}"/>
              </a:ext>
            </a:extLst>
          </p:cNvPr>
          <p:cNvSpPr>
            <a:spLocks/>
          </p:cNvSpPr>
          <p:nvPr/>
        </p:nvSpPr>
        <p:spPr>
          <a:xfrm>
            <a:off x="724864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data_8609">
            <a:extLst>
              <a:ext uri="{FF2B5EF4-FFF2-40B4-BE49-F238E27FC236}">
                <a16:creationId xmlns:a16="http://schemas.microsoft.com/office/drawing/2014/main" id="{89CA28D5-C23D-4905-8E08-1B8F63F24790}"/>
              </a:ext>
            </a:extLst>
          </p:cNvPr>
          <p:cNvSpPr>
            <a:spLocks/>
          </p:cNvSpPr>
          <p:nvPr/>
        </p:nvSpPr>
        <p:spPr>
          <a:xfrm>
            <a:off x="7223632" y="35919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data_8610">
            <a:extLst>
              <a:ext uri="{FF2B5EF4-FFF2-40B4-BE49-F238E27FC236}">
                <a16:creationId xmlns:a16="http://schemas.microsoft.com/office/drawing/2014/main" id="{2D5CF364-2DED-4FA7-8105-A499062527CE}"/>
              </a:ext>
            </a:extLst>
          </p:cNvPr>
          <p:cNvSpPr>
            <a:spLocks/>
          </p:cNvSpPr>
          <p:nvPr/>
        </p:nvSpPr>
        <p:spPr>
          <a:xfrm>
            <a:off x="7243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data_8611">
            <a:extLst>
              <a:ext uri="{FF2B5EF4-FFF2-40B4-BE49-F238E27FC236}">
                <a16:creationId xmlns:a16="http://schemas.microsoft.com/office/drawing/2014/main" id="{0AD1074E-222E-40DB-847D-C0E88E21AA9B}"/>
              </a:ext>
            </a:extLst>
          </p:cNvPr>
          <p:cNvSpPr>
            <a:spLocks/>
          </p:cNvSpPr>
          <p:nvPr/>
        </p:nvSpPr>
        <p:spPr>
          <a:xfrm>
            <a:off x="72434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data_8612">
            <a:extLst>
              <a:ext uri="{FF2B5EF4-FFF2-40B4-BE49-F238E27FC236}">
                <a16:creationId xmlns:a16="http://schemas.microsoft.com/office/drawing/2014/main" id="{83A16C95-11E4-4441-A222-B897A2D911BA}"/>
              </a:ext>
            </a:extLst>
          </p:cNvPr>
          <p:cNvSpPr>
            <a:spLocks/>
          </p:cNvSpPr>
          <p:nvPr/>
        </p:nvSpPr>
        <p:spPr>
          <a:xfrm>
            <a:off x="72655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data_8613">
            <a:extLst>
              <a:ext uri="{FF2B5EF4-FFF2-40B4-BE49-F238E27FC236}">
                <a16:creationId xmlns:a16="http://schemas.microsoft.com/office/drawing/2014/main" id="{33141113-3805-46CF-9761-B13EC4C7B802}"/>
              </a:ext>
            </a:extLst>
          </p:cNvPr>
          <p:cNvSpPr>
            <a:spLocks/>
          </p:cNvSpPr>
          <p:nvPr/>
        </p:nvSpPr>
        <p:spPr>
          <a:xfrm>
            <a:off x="73035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data_8614">
            <a:extLst>
              <a:ext uri="{FF2B5EF4-FFF2-40B4-BE49-F238E27FC236}">
                <a16:creationId xmlns:a16="http://schemas.microsoft.com/office/drawing/2014/main" id="{D0ECAE26-9AC7-4EF1-B700-A86DE038F7C3}"/>
              </a:ext>
            </a:extLst>
          </p:cNvPr>
          <p:cNvSpPr>
            <a:spLocks/>
          </p:cNvSpPr>
          <p:nvPr/>
        </p:nvSpPr>
        <p:spPr>
          <a:xfrm>
            <a:off x="7327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data_8615">
            <a:extLst>
              <a:ext uri="{FF2B5EF4-FFF2-40B4-BE49-F238E27FC236}">
                <a16:creationId xmlns:a16="http://schemas.microsoft.com/office/drawing/2014/main" id="{E88FC692-508D-4FFF-8FD6-14B3E5E2B3DA}"/>
              </a:ext>
            </a:extLst>
          </p:cNvPr>
          <p:cNvSpPr>
            <a:spLocks/>
          </p:cNvSpPr>
          <p:nvPr/>
        </p:nvSpPr>
        <p:spPr>
          <a:xfrm>
            <a:off x="7230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data_8616">
            <a:extLst>
              <a:ext uri="{FF2B5EF4-FFF2-40B4-BE49-F238E27FC236}">
                <a16:creationId xmlns:a16="http://schemas.microsoft.com/office/drawing/2014/main" id="{753E5755-3C1C-46D5-9136-D281C0FCD103}"/>
              </a:ext>
            </a:extLst>
          </p:cNvPr>
          <p:cNvSpPr>
            <a:spLocks/>
          </p:cNvSpPr>
          <p:nvPr/>
        </p:nvSpPr>
        <p:spPr>
          <a:xfrm>
            <a:off x="7290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data_8617">
            <a:extLst>
              <a:ext uri="{FF2B5EF4-FFF2-40B4-BE49-F238E27FC236}">
                <a16:creationId xmlns:a16="http://schemas.microsoft.com/office/drawing/2014/main" id="{D527DFB4-3853-4B28-A7ED-77EB20ADC525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data_8618">
            <a:extLst>
              <a:ext uri="{FF2B5EF4-FFF2-40B4-BE49-F238E27FC236}">
                <a16:creationId xmlns:a16="http://schemas.microsoft.com/office/drawing/2014/main" id="{E9DE5F61-83E2-4839-8946-B55B50ACF734}"/>
              </a:ext>
            </a:extLst>
          </p:cNvPr>
          <p:cNvSpPr>
            <a:spLocks/>
          </p:cNvSpPr>
          <p:nvPr/>
        </p:nvSpPr>
        <p:spPr>
          <a:xfrm>
            <a:off x="72165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data_8619">
            <a:extLst>
              <a:ext uri="{FF2B5EF4-FFF2-40B4-BE49-F238E27FC236}">
                <a16:creationId xmlns:a16="http://schemas.microsoft.com/office/drawing/2014/main" id="{47254789-0DC3-43E7-A1BB-690699932A1B}"/>
              </a:ext>
            </a:extLst>
          </p:cNvPr>
          <p:cNvSpPr>
            <a:spLocks/>
          </p:cNvSpPr>
          <p:nvPr/>
        </p:nvSpPr>
        <p:spPr>
          <a:xfrm>
            <a:off x="731692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data_8620">
            <a:extLst>
              <a:ext uri="{FF2B5EF4-FFF2-40B4-BE49-F238E27FC236}">
                <a16:creationId xmlns:a16="http://schemas.microsoft.com/office/drawing/2014/main" id="{E2D819FE-943A-4980-80A5-3A6578CFE983}"/>
              </a:ext>
            </a:extLst>
          </p:cNvPr>
          <p:cNvSpPr>
            <a:spLocks/>
          </p:cNvSpPr>
          <p:nvPr/>
        </p:nvSpPr>
        <p:spPr>
          <a:xfrm>
            <a:off x="73436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data_8621">
            <a:extLst>
              <a:ext uri="{FF2B5EF4-FFF2-40B4-BE49-F238E27FC236}">
                <a16:creationId xmlns:a16="http://schemas.microsoft.com/office/drawing/2014/main" id="{086D313D-CF68-465E-BC0E-B39A81187A0D}"/>
              </a:ext>
            </a:extLst>
          </p:cNvPr>
          <p:cNvSpPr>
            <a:spLocks/>
          </p:cNvSpPr>
          <p:nvPr/>
        </p:nvSpPr>
        <p:spPr>
          <a:xfrm>
            <a:off x="72651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data_8622">
            <a:extLst>
              <a:ext uri="{FF2B5EF4-FFF2-40B4-BE49-F238E27FC236}">
                <a16:creationId xmlns:a16="http://schemas.microsoft.com/office/drawing/2014/main" id="{90B158F5-A3F2-4D0F-AEB0-58D6B099E4D0}"/>
              </a:ext>
            </a:extLst>
          </p:cNvPr>
          <p:cNvSpPr>
            <a:spLocks/>
          </p:cNvSpPr>
          <p:nvPr/>
        </p:nvSpPr>
        <p:spPr>
          <a:xfrm>
            <a:off x="7336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data_8623">
            <a:extLst>
              <a:ext uri="{FF2B5EF4-FFF2-40B4-BE49-F238E27FC236}">
                <a16:creationId xmlns:a16="http://schemas.microsoft.com/office/drawing/2014/main" id="{3A5F0647-D2A1-4345-889B-140AAD721E6E}"/>
              </a:ext>
            </a:extLst>
          </p:cNvPr>
          <p:cNvSpPr>
            <a:spLocks/>
          </p:cNvSpPr>
          <p:nvPr/>
        </p:nvSpPr>
        <p:spPr>
          <a:xfrm>
            <a:off x="72438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data_8624">
            <a:extLst>
              <a:ext uri="{FF2B5EF4-FFF2-40B4-BE49-F238E27FC236}">
                <a16:creationId xmlns:a16="http://schemas.microsoft.com/office/drawing/2014/main" id="{FA509E24-1675-424A-962D-115A82FD0201}"/>
              </a:ext>
            </a:extLst>
          </p:cNvPr>
          <p:cNvSpPr>
            <a:spLocks/>
          </p:cNvSpPr>
          <p:nvPr/>
        </p:nvSpPr>
        <p:spPr>
          <a:xfrm>
            <a:off x="72685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data_8625">
            <a:extLst>
              <a:ext uri="{FF2B5EF4-FFF2-40B4-BE49-F238E27FC236}">
                <a16:creationId xmlns:a16="http://schemas.microsoft.com/office/drawing/2014/main" id="{5A979CB0-827F-444D-A789-1D3B0C1D1F75}"/>
              </a:ext>
            </a:extLst>
          </p:cNvPr>
          <p:cNvSpPr>
            <a:spLocks/>
          </p:cNvSpPr>
          <p:nvPr/>
        </p:nvSpPr>
        <p:spPr>
          <a:xfrm>
            <a:off x="7307413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data_8626">
            <a:extLst>
              <a:ext uri="{FF2B5EF4-FFF2-40B4-BE49-F238E27FC236}">
                <a16:creationId xmlns:a16="http://schemas.microsoft.com/office/drawing/2014/main" id="{A52751A3-57B8-44E0-A5D2-3400231B3869}"/>
              </a:ext>
            </a:extLst>
          </p:cNvPr>
          <p:cNvSpPr>
            <a:spLocks/>
          </p:cNvSpPr>
          <p:nvPr/>
        </p:nvSpPr>
        <p:spPr>
          <a:xfrm>
            <a:off x="73307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data_8627">
            <a:extLst>
              <a:ext uri="{FF2B5EF4-FFF2-40B4-BE49-F238E27FC236}">
                <a16:creationId xmlns:a16="http://schemas.microsoft.com/office/drawing/2014/main" id="{93EFF8E3-BF89-491A-AB29-AAC960D18326}"/>
              </a:ext>
            </a:extLst>
          </p:cNvPr>
          <p:cNvSpPr>
            <a:spLocks/>
          </p:cNvSpPr>
          <p:nvPr/>
        </p:nvSpPr>
        <p:spPr>
          <a:xfrm>
            <a:off x="734337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data_8628">
            <a:extLst>
              <a:ext uri="{FF2B5EF4-FFF2-40B4-BE49-F238E27FC236}">
                <a16:creationId xmlns:a16="http://schemas.microsoft.com/office/drawing/2014/main" id="{AADD2FE4-BD59-4B4A-9172-022FC8A7BCA6}"/>
              </a:ext>
            </a:extLst>
          </p:cNvPr>
          <p:cNvSpPr>
            <a:spLocks/>
          </p:cNvSpPr>
          <p:nvPr/>
        </p:nvSpPr>
        <p:spPr>
          <a:xfrm>
            <a:off x="7298422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data_8629">
            <a:extLst>
              <a:ext uri="{FF2B5EF4-FFF2-40B4-BE49-F238E27FC236}">
                <a16:creationId xmlns:a16="http://schemas.microsoft.com/office/drawing/2014/main" id="{AA4E07CD-EF2D-4AC3-9ACB-7AE9E9FF9115}"/>
              </a:ext>
            </a:extLst>
          </p:cNvPr>
          <p:cNvSpPr>
            <a:spLocks/>
          </p:cNvSpPr>
          <p:nvPr/>
        </p:nvSpPr>
        <p:spPr>
          <a:xfrm>
            <a:off x="7221157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data_8630">
            <a:extLst>
              <a:ext uri="{FF2B5EF4-FFF2-40B4-BE49-F238E27FC236}">
                <a16:creationId xmlns:a16="http://schemas.microsoft.com/office/drawing/2014/main" id="{834180F4-A4D0-48CC-93C4-FA14083BAFD3}"/>
              </a:ext>
            </a:extLst>
          </p:cNvPr>
          <p:cNvSpPr>
            <a:spLocks/>
          </p:cNvSpPr>
          <p:nvPr/>
        </p:nvSpPr>
        <p:spPr>
          <a:xfrm>
            <a:off x="7240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data_8631">
            <a:extLst>
              <a:ext uri="{FF2B5EF4-FFF2-40B4-BE49-F238E27FC236}">
                <a16:creationId xmlns:a16="http://schemas.microsoft.com/office/drawing/2014/main" id="{2660C758-6A76-4624-9FAB-1F50EECA909E}"/>
              </a:ext>
            </a:extLst>
          </p:cNvPr>
          <p:cNvSpPr>
            <a:spLocks/>
          </p:cNvSpPr>
          <p:nvPr/>
        </p:nvSpPr>
        <p:spPr>
          <a:xfrm>
            <a:off x="72489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data_8632">
            <a:extLst>
              <a:ext uri="{FF2B5EF4-FFF2-40B4-BE49-F238E27FC236}">
                <a16:creationId xmlns:a16="http://schemas.microsoft.com/office/drawing/2014/main" id="{26EB833A-1EA6-4EFA-8D80-5AC5ACA1D12C}"/>
              </a:ext>
            </a:extLst>
          </p:cNvPr>
          <p:cNvSpPr>
            <a:spLocks/>
          </p:cNvSpPr>
          <p:nvPr/>
        </p:nvSpPr>
        <p:spPr>
          <a:xfrm>
            <a:off x="72208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data_8633">
            <a:extLst>
              <a:ext uri="{FF2B5EF4-FFF2-40B4-BE49-F238E27FC236}">
                <a16:creationId xmlns:a16="http://schemas.microsoft.com/office/drawing/2014/main" id="{EDDF355A-6141-44F2-9260-87738CAF46F3}"/>
              </a:ext>
            </a:extLst>
          </p:cNvPr>
          <p:cNvSpPr>
            <a:spLocks/>
          </p:cNvSpPr>
          <p:nvPr/>
        </p:nvSpPr>
        <p:spPr>
          <a:xfrm>
            <a:off x="722011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data_8634">
            <a:extLst>
              <a:ext uri="{FF2B5EF4-FFF2-40B4-BE49-F238E27FC236}">
                <a16:creationId xmlns:a16="http://schemas.microsoft.com/office/drawing/2014/main" id="{3359D715-49B4-4D3E-935F-3599D1F5E386}"/>
              </a:ext>
            </a:extLst>
          </p:cNvPr>
          <p:cNvSpPr>
            <a:spLocks/>
          </p:cNvSpPr>
          <p:nvPr/>
        </p:nvSpPr>
        <p:spPr>
          <a:xfrm>
            <a:off x="72453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data_8635">
            <a:extLst>
              <a:ext uri="{FF2B5EF4-FFF2-40B4-BE49-F238E27FC236}">
                <a16:creationId xmlns:a16="http://schemas.microsoft.com/office/drawing/2014/main" id="{5A8D4187-84F7-4A8C-AF2F-EA62BE312078}"/>
              </a:ext>
            </a:extLst>
          </p:cNvPr>
          <p:cNvSpPr>
            <a:spLocks/>
          </p:cNvSpPr>
          <p:nvPr/>
        </p:nvSpPr>
        <p:spPr>
          <a:xfrm>
            <a:off x="729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data_8636">
            <a:extLst>
              <a:ext uri="{FF2B5EF4-FFF2-40B4-BE49-F238E27FC236}">
                <a16:creationId xmlns:a16="http://schemas.microsoft.com/office/drawing/2014/main" id="{79364E7A-DF13-4474-8B41-9DD87B85237D}"/>
              </a:ext>
            </a:extLst>
          </p:cNvPr>
          <p:cNvSpPr>
            <a:spLocks/>
          </p:cNvSpPr>
          <p:nvPr/>
        </p:nvSpPr>
        <p:spPr>
          <a:xfrm>
            <a:off x="72384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data_8637">
            <a:extLst>
              <a:ext uri="{FF2B5EF4-FFF2-40B4-BE49-F238E27FC236}">
                <a16:creationId xmlns:a16="http://schemas.microsoft.com/office/drawing/2014/main" id="{35ECF52C-FA1F-4648-8C69-12D9AFDC6DC1}"/>
              </a:ext>
            </a:extLst>
          </p:cNvPr>
          <p:cNvSpPr>
            <a:spLocks/>
          </p:cNvSpPr>
          <p:nvPr/>
        </p:nvSpPr>
        <p:spPr>
          <a:xfrm>
            <a:off x="7277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data_8638">
            <a:extLst>
              <a:ext uri="{FF2B5EF4-FFF2-40B4-BE49-F238E27FC236}">
                <a16:creationId xmlns:a16="http://schemas.microsoft.com/office/drawing/2014/main" id="{15783A33-07EB-49A8-86CC-7CDA866D6E74}"/>
              </a:ext>
            </a:extLst>
          </p:cNvPr>
          <p:cNvSpPr>
            <a:spLocks/>
          </p:cNvSpPr>
          <p:nvPr/>
        </p:nvSpPr>
        <p:spPr>
          <a:xfrm>
            <a:off x="7263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data_8639">
            <a:extLst>
              <a:ext uri="{FF2B5EF4-FFF2-40B4-BE49-F238E27FC236}">
                <a16:creationId xmlns:a16="http://schemas.microsoft.com/office/drawing/2014/main" id="{A381E428-5F3F-4ECF-ADA8-552E87CBCACD}"/>
              </a:ext>
            </a:extLst>
          </p:cNvPr>
          <p:cNvSpPr>
            <a:spLocks/>
          </p:cNvSpPr>
          <p:nvPr/>
        </p:nvSpPr>
        <p:spPr>
          <a:xfrm>
            <a:off x="7328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data_8640">
            <a:extLst>
              <a:ext uri="{FF2B5EF4-FFF2-40B4-BE49-F238E27FC236}">
                <a16:creationId xmlns:a16="http://schemas.microsoft.com/office/drawing/2014/main" id="{8A8289E7-D20C-4516-8B7E-0C8E158BF815}"/>
              </a:ext>
            </a:extLst>
          </p:cNvPr>
          <p:cNvSpPr>
            <a:spLocks/>
          </p:cNvSpPr>
          <p:nvPr/>
        </p:nvSpPr>
        <p:spPr>
          <a:xfrm>
            <a:off x="7250864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data_8641">
            <a:extLst>
              <a:ext uri="{FF2B5EF4-FFF2-40B4-BE49-F238E27FC236}">
                <a16:creationId xmlns:a16="http://schemas.microsoft.com/office/drawing/2014/main" id="{D27C2F3D-20A2-4DC4-A666-1E428F199950}"/>
              </a:ext>
            </a:extLst>
          </p:cNvPr>
          <p:cNvSpPr>
            <a:spLocks/>
          </p:cNvSpPr>
          <p:nvPr/>
        </p:nvSpPr>
        <p:spPr>
          <a:xfrm>
            <a:off x="7304416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data_8642">
            <a:extLst>
              <a:ext uri="{FF2B5EF4-FFF2-40B4-BE49-F238E27FC236}">
                <a16:creationId xmlns:a16="http://schemas.microsoft.com/office/drawing/2014/main" id="{F98B60D8-E64C-4510-93E7-9F5DB78796C8}"/>
              </a:ext>
            </a:extLst>
          </p:cNvPr>
          <p:cNvSpPr>
            <a:spLocks/>
          </p:cNvSpPr>
          <p:nvPr/>
        </p:nvSpPr>
        <p:spPr>
          <a:xfrm>
            <a:off x="7307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data_8643">
            <a:extLst>
              <a:ext uri="{FF2B5EF4-FFF2-40B4-BE49-F238E27FC236}">
                <a16:creationId xmlns:a16="http://schemas.microsoft.com/office/drawing/2014/main" id="{5F86D6CB-7A45-4F38-9A83-C7D1D73E1ECB}"/>
              </a:ext>
            </a:extLst>
          </p:cNvPr>
          <p:cNvSpPr>
            <a:spLocks/>
          </p:cNvSpPr>
          <p:nvPr/>
        </p:nvSpPr>
        <p:spPr>
          <a:xfrm>
            <a:off x="72205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data_8644">
            <a:extLst>
              <a:ext uri="{FF2B5EF4-FFF2-40B4-BE49-F238E27FC236}">
                <a16:creationId xmlns:a16="http://schemas.microsoft.com/office/drawing/2014/main" id="{E14E4E7C-6D0F-425F-94E7-3B4757E7E725}"/>
              </a:ext>
            </a:extLst>
          </p:cNvPr>
          <p:cNvSpPr>
            <a:spLocks/>
          </p:cNvSpPr>
          <p:nvPr/>
        </p:nvSpPr>
        <p:spPr>
          <a:xfrm>
            <a:off x="73266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data_8645">
            <a:extLst>
              <a:ext uri="{FF2B5EF4-FFF2-40B4-BE49-F238E27FC236}">
                <a16:creationId xmlns:a16="http://schemas.microsoft.com/office/drawing/2014/main" id="{C739C284-D9CF-43F6-97E9-62351DD00396}"/>
              </a:ext>
            </a:extLst>
          </p:cNvPr>
          <p:cNvSpPr>
            <a:spLocks/>
          </p:cNvSpPr>
          <p:nvPr/>
        </p:nvSpPr>
        <p:spPr>
          <a:xfrm>
            <a:off x="72173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data_8646">
            <a:extLst>
              <a:ext uri="{FF2B5EF4-FFF2-40B4-BE49-F238E27FC236}">
                <a16:creationId xmlns:a16="http://schemas.microsoft.com/office/drawing/2014/main" id="{E36CA084-0941-4DFC-AF3D-F7D6C553556A}"/>
              </a:ext>
            </a:extLst>
          </p:cNvPr>
          <p:cNvSpPr>
            <a:spLocks/>
          </p:cNvSpPr>
          <p:nvPr/>
        </p:nvSpPr>
        <p:spPr>
          <a:xfrm>
            <a:off x="73264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data_8647">
            <a:extLst>
              <a:ext uri="{FF2B5EF4-FFF2-40B4-BE49-F238E27FC236}">
                <a16:creationId xmlns:a16="http://schemas.microsoft.com/office/drawing/2014/main" id="{DCFA1047-6C3B-4BD9-945A-44A8931CD65E}"/>
              </a:ext>
            </a:extLst>
          </p:cNvPr>
          <p:cNvSpPr>
            <a:spLocks/>
          </p:cNvSpPr>
          <p:nvPr/>
        </p:nvSpPr>
        <p:spPr>
          <a:xfrm>
            <a:off x="73390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data_8648">
            <a:extLst>
              <a:ext uri="{FF2B5EF4-FFF2-40B4-BE49-F238E27FC236}">
                <a16:creationId xmlns:a16="http://schemas.microsoft.com/office/drawing/2014/main" id="{5DC2BD41-0F10-4CC2-AD3E-421A98DFCCFA}"/>
              </a:ext>
            </a:extLst>
          </p:cNvPr>
          <p:cNvSpPr>
            <a:spLocks/>
          </p:cNvSpPr>
          <p:nvPr/>
        </p:nvSpPr>
        <p:spPr>
          <a:xfrm>
            <a:off x="729529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data_8649">
            <a:extLst>
              <a:ext uri="{FF2B5EF4-FFF2-40B4-BE49-F238E27FC236}">
                <a16:creationId xmlns:a16="http://schemas.microsoft.com/office/drawing/2014/main" id="{97A6277C-3449-4AEA-A686-0B02BA100683}"/>
              </a:ext>
            </a:extLst>
          </p:cNvPr>
          <p:cNvSpPr>
            <a:spLocks/>
          </p:cNvSpPr>
          <p:nvPr/>
        </p:nvSpPr>
        <p:spPr>
          <a:xfrm>
            <a:off x="72562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data_8650">
            <a:extLst>
              <a:ext uri="{FF2B5EF4-FFF2-40B4-BE49-F238E27FC236}">
                <a16:creationId xmlns:a16="http://schemas.microsoft.com/office/drawing/2014/main" id="{9BD3B66F-6445-4014-88A3-28CDE824F7D5}"/>
              </a:ext>
            </a:extLst>
          </p:cNvPr>
          <p:cNvSpPr>
            <a:spLocks/>
          </p:cNvSpPr>
          <p:nvPr/>
        </p:nvSpPr>
        <p:spPr>
          <a:xfrm>
            <a:off x="73108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data_8651">
            <a:extLst>
              <a:ext uri="{FF2B5EF4-FFF2-40B4-BE49-F238E27FC236}">
                <a16:creationId xmlns:a16="http://schemas.microsoft.com/office/drawing/2014/main" id="{28180F80-1DAC-4416-8449-C2CDD58A50AC}"/>
              </a:ext>
            </a:extLst>
          </p:cNvPr>
          <p:cNvSpPr>
            <a:spLocks/>
          </p:cNvSpPr>
          <p:nvPr/>
        </p:nvSpPr>
        <p:spPr>
          <a:xfrm>
            <a:off x="7244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data_8652">
            <a:extLst>
              <a:ext uri="{FF2B5EF4-FFF2-40B4-BE49-F238E27FC236}">
                <a16:creationId xmlns:a16="http://schemas.microsoft.com/office/drawing/2014/main" id="{A4F253A6-DC6B-4D71-A024-DA264A9F1FFC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data_8653">
            <a:extLst>
              <a:ext uri="{FF2B5EF4-FFF2-40B4-BE49-F238E27FC236}">
                <a16:creationId xmlns:a16="http://schemas.microsoft.com/office/drawing/2014/main" id="{75D8935C-980A-4C1A-B22E-D79F4957315E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data_8654">
            <a:extLst>
              <a:ext uri="{FF2B5EF4-FFF2-40B4-BE49-F238E27FC236}">
                <a16:creationId xmlns:a16="http://schemas.microsoft.com/office/drawing/2014/main" id="{DD91A0C0-67BC-4092-B811-A9726CDC5093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data_8655">
            <a:extLst>
              <a:ext uri="{FF2B5EF4-FFF2-40B4-BE49-F238E27FC236}">
                <a16:creationId xmlns:a16="http://schemas.microsoft.com/office/drawing/2014/main" id="{48DC7EBC-14D9-4C3F-A7E3-5A7F926DED0C}"/>
              </a:ext>
            </a:extLst>
          </p:cNvPr>
          <p:cNvSpPr>
            <a:spLocks/>
          </p:cNvSpPr>
          <p:nvPr/>
        </p:nvSpPr>
        <p:spPr>
          <a:xfrm>
            <a:off x="73296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data_8656">
            <a:extLst>
              <a:ext uri="{FF2B5EF4-FFF2-40B4-BE49-F238E27FC236}">
                <a16:creationId xmlns:a16="http://schemas.microsoft.com/office/drawing/2014/main" id="{F11EDCED-D3CF-40D7-B346-F9BC4A58A925}"/>
              </a:ext>
            </a:extLst>
          </p:cNvPr>
          <p:cNvSpPr>
            <a:spLocks/>
          </p:cNvSpPr>
          <p:nvPr/>
        </p:nvSpPr>
        <p:spPr>
          <a:xfrm>
            <a:off x="72584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data_8657">
            <a:extLst>
              <a:ext uri="{FF2B5EF4-FFF2-40B4-BE49-F238E27FC236}">
                <a16:creationId xmlns:a16="http://schemas.microsoft.com/office/drawing/2014/main" id="{EE5B1F62-ECBA-4EB2-884D-201471071087}"/>
              </a:ext>
            </a:extLst>
          </p:cNvPr>
          <p:cNvSpPr>
            <a:spLocks/>
          </p:cNvSpPr>
          <p:nvPr/>
        </p:nvSpPr>
        <p:spPr>
          <a:xfrm>
            <a:off x="7271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data_8658">
            <a:extLst>
              <a:ext uri="{FF2B5EF4-FFF2-40B4-BE49-F238E27FC236}">
                <a16:creationId xmlns:a16="http://schemas.microsoft.com/office/drawing/2014/main" id="{59378EF8-2618-4786-BB0B-8FE968CD47F7}"/>
              </a:ext>
            </a:extLst>
          </p:cNvPr>
          <p:cNvSpPr>
            <a:spLocks/>
          </p:cNvSpPr>
          <p:nvPr/>
        </p:nvSpPr>
        <p:spPr>
          <a:xfrm>
            <a:off x="7342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data_8659">
            <a:extLst>
              <a:ext uri="{FF2B5EF4-FFF2-40B4-BE49-F238E27FC236}">
                <a16:creationId xmlns:a16="http://schemas.microsoft.com/office/drawing/2014/main" id="{F5BE0105-85C5-4930-B4C1-2FFDF34D2A45}"/>
              </a:ext>
            </a:extLst>
          </p:cNvPr>
          <p:cNvSpPr>
            <a:spLocks/>
          </p:cNvSpPr>
          <p:nvPr/>
        </p:nvSpPr>
        <p:spPr>
          <a:xfrm>
            <a:off x="73031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data_8660">
            <a:extLst>
              <a:ext uri="{FF2B5EF4-FFF2-40B4-BE49-F238E27FC236}">
                <a16:creationId xmlns:a16="http://schemas.microsoft.com/office/drawing/2014/main" id="{80057DC3-F417-44F9-A579-BC520EBAA7FE}"/>
              </a:ext>
            </a:extLst>
          </p:cNvPr>
          <p:cNvSpPr>
            <a:spLocks/>
          </p:cNvSpPr>
          <p:nvPr/>
        </p:nvSpPr>
        <p:spPr>
          <a:xfrm>
            <a:off x="733751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data_8661">
            <a:extLst>
              <a:ext uri="{FF2B5EF4-FFF2-40B4-BE49-F238E27FC236}">
                <a16:creationId xmlns:a16="http://schemas.microsoft.com/office/drawing/2014/main" id="{20314432-70A6-4443-807B-EB0FF656ACDD}"/>
              </a:ext>
            </a:extLst>
          </p:cNvPr>
          <p:cNvSpPr>
            <a:spLocks/>
          </p:cNvSpPr>
          <p:nvPr/>
        </p:nvSpPr>
        <p:spPr>
          <a:xfrm>
            <a:off x="72223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data_8662">
            <a:extLst>
              <a:ext uri="{FF2B5EF4-FFF2-40B4-BE49-F238E27FC236}">
                <a16:creationId xmlns:a16="http://schemas.microsoft.com/office/drawing/2014/main" id="{E534248A-257B-4CA3-BE36-8E0C2DDE9CE4}"/>
              </a:ext>
            </a:extLst>
          </p:cNvPr>
          <p:cNvSpPr>
            <a:spLocks/>
          </p:cNvSpPr>
          <p:nvPr/>
        </p:nvSpPr>
        <p:spPr>
          <a:xfrm>
            <a:off x="73278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data_8663">
            <a:extLst>
              <a:ext uri="{FF2B5EF4-FFF2-40B4-BE49-F238E27FC236}">
                <a16:creationId xmlns:a16="http://schemas.microsoft.com/office/drawing/2014/main" id="{1078CB4F-4E45-4C42-AA7E-FE0A0820D41F}"/>
              </a:ext>
            </a:extLst>
          </p:cNvPr>
          <p:cNvSpPr>
            <a:spLocks/>
          </p:cNvSpPr>
          <p:nvPr/>
        </p:nvSpPr>
        <p:spPr>
          <a:xfrm>
            <a:off x="73106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data_8664">
            <a:extLst>
              <a:ext uri="{FF2B5EF4-FFF2-40B4-BE49-F238E27FC236}">
                <a16:creationId xmlns:a16="http://schemas.microsoft.com/office/drawing/2014/main" id="{76349BDB-5DA9-42C9-A0E1-B6DBAA2F37E8}"/>
              </a:ext>
            </a:extLst>
          </p:cNvPr>
          <p:cNvSpPr>
            <a:spLocks/>
          </p:cNvSpPr>
          <p:nvPr/>
        </p:nvSpPr>
        <p:spPr>
          <a:xfrm>
            <a:off x="72657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data_8665">
            <a:extLst>
              <a:ext uri="{FF2B5EF4-FFF2-40B4-BE49-F238E27FC236}">
                <a16:creationId xmlns:a16="http://schemas.microsoft.com/office/drawing/2014/main" id="{280FC604-4EE5-416A-A00D-CA156AC51437}"/>
              </a:ext>
            </a:extLst>
          </p:cNvPr>
          <p:cNvSpPr>
            <a:spLocks/>
          </p:cNvSpPr>
          <p:nvPr/>
        </p:nvSpPr>
        <p:spPr>
          <a:xfrm>
            <a:off x="73157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data_8666">
            <a:extLst>
              <a:ext uri="{FF2B5EF4-FFF2-40B4-BE49-F238E27FC236}">
                <a16:creationId xmlns:a16="http://schemas.microsoft.com/office/drawing/2014/main" id="{A05FAA3C-3772-4F5C-810C-82AA79120703}"/>
              </a:ext>
            </a:extLst>
          </p:cNvPr>
          <p:cNvSpPr>
            <a:spLocks/>
          </p:cNvSpPr>
          <p:nvPr/>
        </p:nvSpPr>
        <p:spPr>
          <a:xfrm>
            <a:off x="73428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data_8667">
            <a:extLst>
              <a:ext uri="{FF2B5EF4-FFF2-40B4-BE49-F238E27FC236}">
                <a16:creationId xmlns:a16="http://schemas.microsoft.com/office/drawing/2014/main" id="{8A0D93DE-AF9F-4F31-988B-3F9DA228BDDA}"/>
              </a:ext>
            </a:extLst>
          </p:cNvPr>
          <p:cNvSpPr>
            <a:spLocks/>
          </p:cNvSpPr>
          <p:nvPr/>
        </p:nvSpPr>
        <p:spPr>
          <a:xfrm>
            <a:off x="7302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data_8668">
            <a:extLst>
              <a:ext uri="{FF2B5EF4-FFF2-40B4-BE49-F238E27FC236}">
                <a16:creationId xmlns:a16="http://schemas.microsoft.com/office/drawing/2014/main" id="{05464CFF-A021-4AC6-88F1-8A5A40E0BF07}"/>
              </a:ext>
            </a:extLst>
          </p:cNvPr>
          <p:cNvSpPr>
            <a:spLocks/>
          </p:cNvSpPr>
          <p:nvPr/>
        </p:nvSpPr>
        <p:spPr>
          <a:xfrm>
            <a:off x="7312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data_8669">
            <a:extLst>
              <a:ext uri="{FF2B5EF4-FFF2-40B4-BE49-F238E27FC236}">
                <a16:creationId xmlns:a16="http://schemas.microsoft.com/office/drawing/2014/main" id="{3B65E9C4-F227-4BA7-906F-3C3D39B1078B}"/>
              </a:ext>
            </a:extLst>
          </p:cNvPr>
          <p:cNvSpPr>
            <a:spLocks/>
          </p:cNvSpPr>
          <p:nvPr/>
        </p:nvSpPr>
        <p:spPr>
          <a:xfrm>
            <a:off x="7310931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data_8670">
            <a:extLst>
              <a:ext uri="{FF2B5EF4-FFF2-40B4-BE49-F238E27FC236}">
                <a16:creationId xmlns:a16="http://schemas.microsoft.com/office/drawing/2014/main" id="{8B0BBFAA-0CBB-45F4-AABA-FBEA8D343F61}"/>
              </a:ext>
            </a:extLst>
          </p:cNvPr>
          <p:cNvSpPr>
            <a:spLocks/>
          </p:cNvSpPr>
          <p:nvPr/>
        </p:nvSpPr>
        <p:spPr>
          <a:xfrm>
            <a:off x="72900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data_8671">
            <a:extLst>
              <a:ext uri="{FF2B5EF4-FFF2-40B4-BE49-F238E27FC236}">
                <a16:creationId xmlns:a16="http://schemas.microsoft.com/office/drawing/2014/main" id="{EFFA508C-0885-4F79-A33D-B019B9D069C7}"/>
              </a:ext>
            </a:extLst>
          </p:cNvPr>
          <p:cNvSpPr>
            <a:spLocks/>
          </p:cNvSpPr>
          <p:nvPr/>
        </p:nvSpPr>
        <p:spPr>
          <a:xfrm>
            <a:off x="7253731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data_8672">
            <a:extLst>
              <a:ext uri="{FF2B5EF4-FFF2-40B4-BE49-F238E27FC236}">
                <a16:creationId xmlns:a16="http://schemas.microsoft.com/office/drawing/2014/main" id="{041D3EFE-C6F9-4449-AC0B-10F34B39C1DF}"/>
              </a:ext>
            </a:extLst>
          </p:cNvPr>
          <p:cNvSpPr>
            <a:spLocks/>
          </p:cNvSpPr>
          <p:nvPr/>
        </p:nvSpPr>
        <p:spPr>
          <a:xfrm>
            <a:off x="7333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data_8673">
            <a:extLst>
              <a:ext uri="{FF2B5EF4-FFF2-40B4-BE49-F238E27FC236}">
                <a16:creationId xmlns:a16="http://schemas.microsoft.com/office/drawing/2014/main" id="{0534ADF3-C1E9-4E1F-9F61-914EC93A62FA}"/>
              </a:ext>
            </a:extLst>
          </p:cNvPr>
          <p:cNvSpPr>
            <a:spLocks/>
          </p:cNvSpPr>
          <p:nvPr/>
        </p:nvSpPr>
        <p:spPr>
          <a:xfrm>
            <a:off x="72399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data_8674">
            <a:extLst>
              <a:ext uri="{FF2B5EF4-FFF2-40B4-BE49-F238E27FC236}">
                <a16:creationId xmlns:a16="http://schemas.microsoft.com/office/drawing/2014/main" id="{80A0A4DA-CF87-4382-ACAA-B8700A5C6704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data_8675">
            <a:extLst>
              <a:ext uri="{FF2B5EF4-FFF2-40B4-BE49-F238E27FC236}">
                <a16:creationId xmlns:a16="http://schemas.microsoft.com/office/drawing/2014/main" id="{0567F78D-A73F-450B-B9CF-517EB2212154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data_8676">
            <a:extLst>
              <a:ext uri="{FF2B5EF4-FFF2-40B4-BE49-F238E27FC236}">
                <a16:creationId xmlns:a16="http://schemas.microsoft.com/office/drawing/2014/main" id="{62898262-DD67-48C2-9F9F-62532E03BF25}"/>
              </a:ext>
            </a:extLst>
          </p:cNvPr>
          <p:cNvSpPr>
            <a:spLocks/>
          </p:cNvSpPr>
          <p:nvPr/>
        </p:nvSpPr>
        <p:spPr>
          <a:xfrm>
            <a:off x="733555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data_8677">
            <a:extLst>
              <a:ext uri="{FF2B5EF4-FFF2-40B4-BE49-F238E27FC236}">
                <a16:creationId xmlns:a16="http://schemas.microsoft.com/office/drawing/2014/main" id="{CC92F865-9244-4FF6-8945-80004F4BAEB4}"/>
              </a:ext>
            </a:extLst>
          </p:cNvPr>
          <p:cNvSpPr>
            <a:spLocks/>
          </p:cNvSpPr>
          <p:nvPr/>
        </p:nvSpPr>
        <p:spPr>
          <a:xfrm>
            <a:off x="73217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data_8678">
            <a:extLst>
              <a:ext uri="{FF2B5EF4-FFF2-40B4-BE49-F238E27FC236}">
                <a16:creationId xmlns:a16="http://schemas.microsoft.com/office/drawing/2014/main" id="{2A5EF43D-1F89-4A4E-8C8D-8B3ACC177731}"/>
              </a:ext>
            </a:extLst>
          </p:cNvPr>
          <p:cNvSpPr>
            <a:spLocks/>
          </p:cNvSpPr>
          <p:nvPr/>
        </p:nvSpPr>
        <p:spPr>
          <a:xfrm>
            <a:off x="7327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data_8679">
            <a:extLst>
              <a:ext uri="{FF2B5EF4-FFF2-40B4-BE49-F238E27FC236}">
                <a16:creationId xmlns:a16="http://schemas.microsoft.com/office/drawing/2014/main" id="{2695671E-D141-47A0-BBAB-6DB8DCABF1BD}"/>
              </a:ext>
            </a:extLst>
          </p:cNvPr>
          <p:cNvSpPr>
            <a:spLocks/>
          </p:cNvSpPr>
          <p:nvPr/>
        </p:nvSpPr>
        <p:spPr>
          <a:xfrm>
            <a:off x="7311191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data_8680">
            <a:extLst>
              <a:ext uri="{FF2B5EF4-FFF2-40B4-BE49-F238E27FC236}">
                <a16:creationId xmlns:a16="http://schemas.microsoft.com/office/drawing/2014/main" id="{9A9034FA-04C7-4E81-A893-01FF541FEAD3}"/>
              </a:ext>
            </a:extLst>
          </p:cNvPr>
          <p:cNvSpPr>
            <a:spLocks/>
          </p:cNvSpPr>
          <p:nvPr/>
        </p:nvSpPr>
        <p:spPr>
          <a:xfrm>
            <a:off x="73212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data_8681">
            <a:extLst>
              <a:ext uri="{FF2B5EF4-FFF2-40B4-BE49-F238E27FC236}">
                <a16:creationId xmlns:a16="http://schemas.microsoft.com/office/drawing/2014/main" id="{FFC28C33-7F07-4DE6-8887-9ED57D36186D}"/>
              </a:ext>
            </a:extLst>
          </p:cNvPr>
          <p:cNvSpPr>
            <a:spLocks/>
          </p:cNvSpPr>
          <p:nvPr/>
        </p:nvSpPr>
        <p:spPr>
          <a:xfrm>
            <a:off x="7332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data_8682">
            <a:extLst>
              <a:ext uri="{FF2B5EF4-FFF2-40B4-BE49-F238E27FC236}">
                <a16:creationId xmlns:a16="http://schemas.microsoft.com/office/drawing/2014/main" id="{E77F18B6-B1C6-4369-BC12-5BAA73C005B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data_8683">
            <a:extLst>
              <a:ext uri="{FF2B5EF4-FFF2-40B4-BE49-F238E27FC236}">
                <a16:creationId xmlns:a16="http://schemas.microsoft.com/office/drawing/2014/main" id="{7568ED89-AA44-41CD-88B7-52C516C90B1E}"/>
              </a:ext>
            </a:extLst>
          </p:cNvPr>
          <p:cNvSpPr>
            <a:spLocks/>
          </p:cNvSpPr>
          <p:nvPr/>
        </p:nvSpPr>
        <p:spPr>
          <a:xfrm>
            <a:off x="724708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data_8684">
            <a:extLst>
              <a:ext uri="{FF2B5EF4-FFF2-40B4-BE49-F238E27FC236}">
                <a16:creationId xmlns:a16="http://schemas.microsoft.com/office/drawing/2014/main" id="{DF165C3C-DE54-4C11-A7CD-4D836B3B4D9F}"/>
              </a:ext>
            </a:extLst>
          </p:cNvPr>
          <p:cNvSpPr>
            <a:spLocks/>
          </p:cNvSpPr>
          <p:nvPr/>
        </p:nvSpPr>
        <p:spPr>
          <a:xfrm>
            <a:off x="7308976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data_8685">
            <a:extLst>
              <a:ext uri="{FF2B5EF4-FFF2-40B4-BE49-F238E27FC236}">
                <a16:creationId xmlns:a16="http://schemas.microsoft.com/office/drawing/2014/main" id="{152A5A23-CF47-4273-BE99-C4EC2D90820F}"/>
              </a:ext>
            </a:extLst>
          </p:cNvPr>
          <p:cNvSpPr>
            <a:spLocks/>
          </p:cNvSpPr>
          <p:nvPr/>
        </p:nvSpPr>
        <p:spPr>
          <a:xfrm>
            <a:off x="7243437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data_8686">
            <a:extLst>
              <a:ext uri="{FF2B5EF4-FFF2-40B4-BE49-F238E27FC236}">
                <a16:creationId xmlns:a16="http://schemas.microsoft.com/office/drawing/2014/main" id="{9BA1F132-1E3B-4DC4-A6AB-9B7E6F43B7F7}"/>
              </a:ext>
            </a:extLst>
          </p:cNvPr>
          <p:cNvSpPr>
            <a:spLocks/>
          </p:cNvSpPr>
          <p:nvPr/>
        </p:nvSpPr>
        <p:spPr>
          <a:xfrm>
            <a:off x="7256076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data_8687">
            <a:extLst>
              <a:ext uri="{FF2B5EF4-FFF2-40B4-BE49-F238E27FC236}">
                <a16:creationId xmlns:a16="http://schemas.microsoft.com/office/drawing/2014/main" id="{8F1EF0B9-AE0F-4A8D-AE85-37B603584040}"/>
              </a:ext>
            </a:extLst>
          </p:cNvPr>
          <p:cNvSpPr>
            <a:spLocks/>
          </p:cNvSpPr>
          <p:nvPr/>
        </p:nvSpPr>
        <p:spPr>
          <a:xfrm>
            <a:off x="7234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data_8688">
            <a:extLst>
              <a:ext uri="{FF2B5EF4-FFF2-40B4-BE49-F238E27FC236}">
                <a16:creationId xmlns:a16="http://schemas.microsoft.com/office/drawing/2014/main" id="{C2B63D88-B908-44A9-B194-E21B9141606E}"/>
              </a:ext>
            </a:extLst>
          </p:cNvPr>
          <p:cNvSpPr>
            <a:spLocks/>
          </p:cNvSpPr>
          <p:nvPr/>
        </p:nvSpPr>
        <p:spPr>
          <a:xfrm>
            <a:off x="7248519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data_8689">
            <a:extLst>
              <a:ext uri="{FF2B5EF4-FFF2-40B4-BE49-F238E27FC236}">
                <a16:creationId xmlns:a16="http://schemas.microsoft.com/office/drawing/2014/main" id="{4B69C361-F264-4B51-BEC5-319433FB85B8}"/>
              </a:ext>
            </a:extLst>
          </p:cNvPr>
          <p:cNvSpPr>
            <a:spLocks/>
          </p:cNvSpPr>
          <p:nvPr/>
        </p:nvSpPr>
        <p:spPr>
          <a:xfrm>
            <a:off x="7253600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data_8690">
            <a:extLst>
              <a:ext uri="{FF2B5EF4-FFF2-40B4-BE49-F238E27FC236}">
                <a16:creationId xmlns:a16="http://schemas.microsoft.com/office/drawing/2014/main" id="{202F1704-87ED-4FC0-9E40-A66DF6BF8998}"/>
              </a:ext>
            </a:extLst>
          </p:cNvPr>
          <p:cNvSpPr>
            <a:spLocks/>
          </p:cNvSpPr>
          <p:nvPr/>
        </p:nvSpPr>
        <p:spPr>
          <a:xfrm>
            <a:off x="733451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data_8691">
            <a:extLst>
              <a:ext uri="{FF2B5EF4-FFF2-40B4-BE49-F238E27FC236}">
                <a16:creationId xmlns:a16="http://schemas.microsoft.com/office/drawing/2014/main" id="{91432151-F7CE-4A3D-96D0-A3D1CFA12EC6}"/>
              </a:ext>
            </a:extLst>
          </p:cNvPr>
          <p:cNvSpPr>
            <a:spLocks/>
          </p:cNvSpPr>
          <p:nvPr/>
        </p:nvSpPr>
        <p:spPr>
          <a:xfrm>
            <a:off x="72792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data_8692">
            <a:extLst>
              <a:ext uri="{FF2B5EF4-FFF2-40B4-BE49-F238E27FC236}">
                <a16:creationId xmlns:a16="http://schemas.microsoft.com/office/drawing/2014/main" id="{D2531B2D-0325-4C33-8A3D-2E986266B5E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data_8693">
            <a:extLst>
              <a:ext uri="{FF2B5EF4-FFF2-40B4-BE49-F238E27FC236}">
                <a16:creationId xmlns:a16="http://schemas.microsoft.com/office/drawing/2014/main" id="{E74B4690-A434-495C-A866-763F5E41F446}"/>
              </a:ext>
            </a:extLst>
          </p:cNvPr>
          <p:cNvSpPr>
            <a:spLocks/>
          </p:cNvSpPr>
          <p:nvPr/>
        </p:nvSpPr>
        <p:spPr>
          <a:xfrm>
            <a:off x="725568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data_8694">
            <a:extLst>
              <a:ext uri="{FF2B5EF4-FFF2-40B4-BE49-F238E27FC236}">
                <a16:creationId xmlns:a16="http://schemas.microsoft.com/office/drawing/2014/main" id="{776C4428-51D0-4D5A-B2B1-435709577BBC}"/>
              </a:ext>
            </a:extLst>
          </p:cNvPr>
          <p:cNvSpPr>
            <a:spLocks/>
          </p:cNvSpPr>
          <p:nvPr/>
        </p:nvSpPr>
        <p:spPr>
          <a:xfrm>
            <a:off x="732773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data_8695">
            <a:extLst>
              <a:ext uri="{FF2B5EF4-FFF2-40B4-BE49-F238E27FC236}">
                <a16:creationId xmlns:a16="http://schemas.microsoft.com/office/drawing/2014/main" id="{C017239C-BADE-4BAF-B53A-2E189D96568A}"/>
              </a:ext>
            </a:extLst>
          </p:cNvPr>
          <p:cNvSpPr>
            <a:spLocks/>
          </p:cNvSpPr>
          <p:nvPr/>
        </p:nvSpPr>
        <p:spPr>
          <a:xfrm>
            <a:off x="730311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data_8696">
            <a:extLst>
              <a:ext uri="{FF2B5EF4-FFF2-40B4-BE49-F238E27FC236}">
                <a16:creationId xmlns:a16="http://schemas.microsoft.com/office/drawing/2014/main" id="{9592AE65-027C-45BE-8FDD-19ED7F87CD99}"/>
              </a:ext>
            </a:extLst>
          </p:cNvPr>
          <p:cNvSpPr>
            <a:spLocks/>
          </p:cNvSpPr>
          <p:nvPr/>
        </p:nvSpPr>
        <p:spPr>
          <a:xfrm>
            <a:off x="7327218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data_8697">
            <a:extLst>
              <a:ext uri="{FF2B5EF4-FFF2-40B4-BE49-F238E27FC236}">
                <a16:creationId xmlns:a16="http://schemas.microsoft.com/office/drawing/2014/main" id="{E162346A-D6E6-4AAE-80D5-0455E2796047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data_8698">
            <a:extLst>
              <a:ext uri="{FF2B5EF4-FFF2-40B4-BE49-F238E27FC236}">
                <a16:creationId xmlns:a16="http://schemas.microsoft.com/office/drawing/2014/main" id="{306B0877-BE83-4218-AF01-12B2CFE84EF8}"/>
              </a:ext>
            </a:extLst>
          </p:cNvPr>
          <p:cNvSpPr>
            <a:spLocks/>
          </p:cNvSpPr>
          <p:nvPr/>
        </p:nvSpPr>
        <p:spPr>
          <a:xfrm>
            <a:off x="7269236" y="34107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data_8699">
            <a:extLst>
              <a:ext uri="{FF2B5EF4-FFF2-40B4-BE49-F238E27FC236}">
                <a16:creationId xmlns:a16="http://schemas.microsoft.com/office/drawing/2014/main" id="{CFB6F800-B31E-4F21-AA63-C1358912A80B}"/>
              </a:ext>
            </a:extLst>
          </p:cNvPr>
          <p:cNvSpPr>
            <a:spLocks/>
          </p:cNvSpPr>
          <p:nvPr/>
        </p:nvSpPr>
        <p:spPr>
          <a:xfrm>
            <a:off x="7328130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data_8700">
            <a:extLst>
              <a:ext uri="{FF2B5EF4-FFF2-40B4-BE49-F238E27FC236}">
                <a16:creationId xmlns:a16="http://schemas.microsoft.com/office/drawing/2014/main" id="{34D0F850-2059-4407-854E-ACE146BE7C85}"/>
              </a:ext>
            </a:extLst>
          </p:cNvPr>
          <p:cNvSpPr>
            <a:spLocks/>
          </p:cNvSpPr>
          <p:nvPr/>
        </p:nvSpPr>
        <p:spPr>
          <a:xfrm>
            <a:off x="73282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data_8701">
            <a:extLst>
              <a:ext uri="{FF2B5EF4-FFF2-40B4-BE49-F238E27FC236}">
                <a16:creationId xmlns:a16="http://schemas.microsoft.com/office/drawing/2014/main" id="{53227A01-A9C1-424D-B211-838666C5195A}"/>
              </a:ext>
            </a:extLst>
          </p:cNvPr>
          <p:cNvSpPr>
            <a:spLocks/>
          </p:cNvSpPr>
          <p:nvPr/>
        </p:nvSpPr>
        <p:spPr>
          <a:xfrm>
            <a:off x="73201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data_8702">
            <a:extLst>
              <a:ext uri="{FF2B5EF4-FFF2-40B4-BE49-F238E27FC236}">
                <a16:creationId xmlns:a16="http://schemas.microsoft.com/office/drawing/2014/main" id="{D804C9A0-9E95-43CC-BAFD-39591DF03490}"/>
              </a:ext>
            </a:extLst>
          </p:cNvPr>
          <p:cNvSpPr>
            <a:spLocks/>
          </p:cNvSpPr>
          <p:nvPr/>
        </p:nvSpPr>
        <p:spPr>
          <a:xfrm>
            <a:off x="7331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data_8703">
            <a:extLst>
              <a:ext uri="{FF2B5EF4-FFF2-40B4-BE49-F238E27FC236}">
                <a16:creationId xmlns:a16="http://schemas.microsoft.com/office/drawing/2014/main" id="{03C7D32E-BDA1-4894-A64C-49B4A938CDA1}"/>
              </a:ext>
            </a:extLst>
          </p:cNvPr>
          <p:cNvSpPr>
            <a:spLocks/>
          </p:cNvSpPr>
          <p:nvPr/>
        </p:nvSpPr>
        <p:spPr>
          <a:xfrm>
            <a:off x="7256728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data_8704">
            <a:extLst>
              <a:ext uri="{FF2B5EF4-FFF2-40B4-BE49-F238E27FC236}">
                <a16:creationId xmlns:a16="http://schemas.microsoft.com/office/drawing/2014/main" id="{92B39BB5-80E0-4879-9F50-AB645E0234C9}"/>
              </a:ext>
            </a:extLst>
          </p:cNvPr>
          <p:cNvSpPr>
            <a:spLocks/>
          </p:cNvSpPr>
          <p:nvPr/>
        </p:nvSpPr>
        <p:spPr>
          <a:xfrm>
            <a:off x="723705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data_8705">
            <a:extLst>
              <a:ext uri="{FF2B5EF4-FFF2-40B4-BE49-F238E27FC236}">
                <a16:creationId xmlns:a16="http://schemas.microsoft.com/office/drawing/2014/main" id="{BF66262B-08CD-4F51-9C08-4020C9B2CE54}"/>
              </a:ext>
            </a:extLst>
          </p:cNvPr>
          <p:cNvSpPr>
            <a:spLocks/>
          </p:cNvSpPr>
          <p:nvPr/>
        </p:nvSpPr>
        <p:spPr>
          <a:xfrm>
            <a:off x="73128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data_8706">
            <a:extLst>
              <a:ext uri="{FF2B5EF4-FFF2-40B4-BE49-F238E27FC236}">
                <a16:creationId xmlns:a16="http://schemas.microsoft.com/office/drawing/2014/main" id="{ED092B07-1BF9-40CD-988A-79069321AB49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data_8707">
            <a:extLst>
              <a:ext uri="{FF2B5EF4-FFF2-40B4-BE49-F238E27FC236}">
                <a16:creationId xmlns:a16="http://schemas.microsoft.com/office/drawing/2014/main" id="{23D80908-CB2E-4FAD-A161-1F9CBEF7F1CE}"/>
              </a:ext>
            </a:extLst>
          </p:cNvPr>
          <p:cNvSpPr>
            <a:spLocks/>
          </p:cNvSpPr>
          <p:nvPr/>
        </p:nvSpPr>
        <p:spPr>
          <a:xfrm>
            <a:off x="72391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data_8708">
            <a:extLst>
              <a:ext uri="{FF2B5EF4-FFF2-40B4-BE49-F238E27FC236}">
                <a16:creationId xmlns:a16="http://schemas.microsoft.com/office/drawing/2014/main" id="{DEF2C4A4-5958-4E57-9809-818A0C6F0A77}"/>
              </a:ext>
            </a:extLst>
          </p:cNvPr>
          <p:cNvSpPr>
            <a:spLocks/>
          </p:cNvSpPr>
          <p:nvPr/>
        </p:nvSpPr>
        <p:spPr>
          <a:xfrm>
            <a:off x="73161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data_8709">
            <a:extLst>
              <a:ext uri="{FF2B5EF4-FFF2-40B4-BE49-F238E27FC236}">
                <a16:creationId xmlns:a16="http://schemas.microsoft.com/office/drawing/2014/main" id="{E80E9E38-DA0E-4D6B-8703-5D3CE37FEAB5}"/>
              </a:ext>
            </a:extLst>
          </p:cNvPr>
          <p:cNvSpPr>
            <a:spLocks/>
          </p:cNvSpPr>
          <p:nvPr/>
        </p:nvSpPr>
        <p:spPr>
          <a:xfrm>
            <a:off x="72321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data_8710">
            <a:extLst>
              <a:ext uri="{FF2B5EF4-FFF2-40B4-BE49-F238E27FC236}">
                <a16:creationId xmlns:a16="http://schemas.microsoft.com/office/drawing/2014/main" id="{E5BA85FA-E210-4763-AA16-9FB2FD4BD336}"/>
              </a:ext>
            </a:extLst>
          </p:cNvPr>
          <p:cNvSpPr>
            <a:spLocks/>
          </p:cNvSpPr>
          <p:nvPr/>
        </p:nvSpPr>
        <p:spPr>
          <a:xfrm>
            <a:off x="73411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data_8711">
            <a:extLst>
              <a:ext uri="{FF2B5EF4-FFF2-40B4-BE49-F238E27FC236}">
                <a16:creationId xmlns:a16="http://schemas.microsoft.com/office/drawing/2014/main" id="{6C4B41E2-5C0A-4DDC-A5AA-716AA5CFEFDF}"/>
              </a:ext>
            </a:extLst>
          </p:cNvPr>
          <p:cNvSpPr>
            <a:spLocks/>
          </p:cNvSpPr>
          <p:nvPr/>
        </p:nvSpPr>
        <p:spPr>
          <a:xfrm>
            <a:off x="73212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data_8712">
            <a:extLst>
              <a:ext uri="{FF2B5EF4-FFF2-40B4-BE49-F238E27FC236}">
                <a16:creationId xmlns:a16="http://schemas.microsoft.com/office/drawing/2014/main" id="{82A82C8D-5AF2-4D2B-878A-F513EDAA6AC6}"/>
              </a:ext>
            </a:extLst>
          </p:cNvPr>
          <p:cNvSpPr>
            <a:spLocks/>
          </p:cNvSpPr>
          <p:nvPr/>
        </p:nvSpPr>
        <p:spPr>
          <a:xfrm>
            <a:off x="72740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data_8713">
            <a:extLst>
              <a:ext uri="{FF2B5EF4-FFF2-40B4-BE49-F238E27FC236}">
                <a16:creationId xmlns:a16="http://schemas.microsoft.com/office/drawing/2014/main" id="{F8D1F224-7661-47E3-85F9-A6B4CCF3CCE3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data_8714">
            <a:extLst>
              <a:ext uri="{FF2B5EF4-FFF2-40B4-BE49-F238E27FC236}">
                <a16:creationId xmlns:a16="http://schemas.microsoft.com/office/drawing/2014/main" id="{8EE47E66-542C-488B-A8DF-20FBA285B7F6}"/>
              </a:ext>
            </a:extLst>
          </p:cNvPr>
          <p:cNvSpPr>
            <a:spLocks/>
          </p:cNvSpPr>
          <p:nvPr/>
        </p:nvSpPr>
        <p:spPr>
          <a:xfrm>
            <a:off x="7339205" y="32361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data_8715">
            <a:extLst>
              <a:ext uri="{FF2B5EF4-FFF2-40B4-BE49-F238E27FC236}">
                <a16:creationId xmlns:a16="http://schemas.microsoft.com/office/drawing/2014/main" id="{8C8405CE-6348-4164-8FEB-9E00BD135A76}"/>
              </a:ext>
            </a:extLst>
          </p:cNvPr>
          <p:cNvSpPr>
            <a:spLocks/>
          </p:cNvSpPr>
          <p:nvPr/>
        </p:nvSpPr>
        <p:spPr>
          <a:xfrm>
            <a:off x="734480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data_8716">
            <a:extLst>
              <a:ext uri="{FF2B5EF4-FFF2-40B4-BE49-F238E27FC236}">
                <a16:creationId xmlns:a16="http://schemas.microsoft.com/office/drawing/2014/main" id="{205D6EE5-1F61-423D-964E-B5C55B623EB9}"/>
              </a:ext>
            </a:extLst>
          </p:cNvPr>
          <p:cNvSpPr>
            <a:spLocks/>
          </p:cNvSpPr>
          <p:nvPr/>
        </p:nvSpPr>
        <p:spPr>
          <a:xfrm>
            <a:off x="72975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data_8717">
            <a:extLst>
              <a:ext uri="{FF2B5EF4-FFF2-40B4-BE49-F238E27FC236}">
                <a16:creationId xmlns:a16="http://schemas.microsoft.com/office/drawing/2014/main" id="{5108FDD6-031A-4A5A-ACA9-B2378FB7268D}"/>
              </a:ext>
            </a:extLst>
          </p:cNvPr>
          <p:cNvSpPr>
            <a:spLocks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data_8718">
            <a:extLst>
              <a:ext uri="{FF2B5EF4-FFF2-40B4-BE49-F238E27FC236}">
                <a16:creationId xmlns:a16="http://schemas.microsoft.com/office/drawing/2014/main" id="{CB49DBDF-273E-48B5-AE8D-416132432BAC}"/>
              </a:ext>
            </a:extLst>
          </p:cNvPr>
          <p:cNvSpPr>
            <a:spLocks/>
          </p:cNvSpPr>
          <p:nvPr/>
        </p:nvSpPr>
        <p:spPr>
          <a:xfrm>
            <a:off x="7235880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data_8719">
            <a:extLst>
              <a:ext uri="{FF2B5EF4-FFF2-40B4-BE49-F238E27FC236}">
                <a16:creationId xmlns:a16="http://schemas.microsoft.com/office/drawing/2014/main" id="{4DD75BB9-F352-4932-9D8F-96B3828C5450}"/>
              </a:ext>
            </a:extLst>
          </p:cNvPr>
          <p:cNvSpPr>
            <a:spLocks/>
          </p:cNvSpPr>
          <p:nvPr/>
        </p:nvSpPr>
        <p:spPr>
          <a:xfrm>
            <a:off x="72726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data_8720">
            <a:extLst>
              <a:ext uri="{FF2B5EF4-FFF2-40B4-BE49-F238E27FC236}">
                <a16:creationId xmlns:a16="http://schemas.microsoft.com/office/drawing/2014/main" id="{53548265-496A-4B81-85FF-5EF048AED860}"/>
              </a:ext>
            </a:extLst>
          </p:cNvPr>
          <p:cNvSpPr>
            <a:spLocks/>
          </p:cNvSpPr>
          <p:nvPr/>
        </p:nvSpPr>
        <p:spPr>
          <a:xfrm>
            <a:off x="731914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data_8721">
            <a:extLst>
              <a:ext uri="{FF2B5EF4-FFF2-40B4-BE49-F238E27FC236}">
                <a16:creationId xmlns:a16="http://schemas.microsoft.com/office/drawing/2014/main" id="{797C150A-7DE1-4F5C-8E84-0B34CA975B8A}"/>
              </a:ext>
            </a:extLst>
          </p:cNvPr>
          <p:cNvSpPr>
            <a:spLocks/>
          </p:cNvSpPr>
          <p:nvPr/>
        </p:nvSpPr>
        <p:spPr>
          <a:xfrm>
            <a:off x="72279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data_8722">
            <a:extLst>
              <a:ext uri="{FF2B5EF4-FFF2-40B4-BE49-F238E27FC236}">
                <a16:creationId xmlns:a16="http://schemas.microsoft.com/office/drawing/2014/main" id="{3E22F0BF-39BF-4CEC-B7D6-0949D6630FC5}"/>
              </a:ext>
            </a:extLst>
          </p:cNvPr>
          <p:cNvSpPr>
            <a:spLocks/>
          </p:cNvSpPr>
          <p:nvPr/>
        </p:nvSpPr>
        <p:spPr>
          <a:xfrm>
            <a:off x="7223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data_8723">
            <a:extLst>
              <a:ext uri="{FF2B5EF4-FFF2-40B4-BE49-F238E27FC236}">
                <a16:creationId xmlns:a16="http://schemas.microsoft.com/office/drawing/2014/main" id="{63106F96-F46B-48F9-83B5-4FA5E35238F4}"/>
              </a:ext>
            </a:extLst>
          </p:cNvPr>
          <p:cNvSpPr>
            <a:spLocks/>
          </p:cNvSpPr>
          <p:nvPr/>
        </p:nvSpPr>
        <p:spPr>
          <a:xfrm>
            <a:off x="730024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data_8724">
            <a:extLst>
              <a:ext uri="{FF2B5EF4-FFF2-40B4-BE49-F238E27FC236}">
                <a16:creationId xmlns:a16="http://schemas.microsoft.com/office/drawing/2014/main" id="{2BF3E659-44FE-4356-9E57-80481767135B}"/>
              </a:ext>
            </a:extLst>
          </p:cNvPr>
          <p:cNvSpPr>
            <a:spLocks/>
          </p:cNvSpPr>
          <p:nvPr/>
        </p:nvSpPr>
        <p:spPr>
          <a:xfrm>
            <a:off x="73384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data_8725">
            <a:extLst>
              <a:ext uri="{FF2B5EF4-FFF2-40B4-BE49-F238E27FC236}">
                <a16:creationId xmlns:a16="http://schemas.microsoft.com/office/drawing/2014/main" id="{495FE650-BC0C-4B20-B93C-0098F97598FA}"/>
              </a:ext>
            </a:extLst>
          </p:cNvPr>
          <p:cNvSpPr>
            <a:spLocks/>
          </p:cNvSpPr>
          <p:nvPr/>
        </p:nvSpPr>
        <p:spPr>
          <a:xfrm>
            <a:off x="72175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data_8726">
            <a:extLst>
              <a:ext uri="{FF2B5EF4-FFF2-40B4-BE49-F238E27FC236}">
                <a16:creationId xmlns:a16="http://schemas.microsoft.com/office/drawing/2014/main" id="{17ABA6F3-E3FF-4A78-B2F1-49089C95B536}"/>
              </a:ext>
            </a:extLst>
          </p:cNvPr>
          <p:cNvSpPr>
            <a:spLocks/>
          </p:cNvSpPr>
          <p:nvPr/>
        </p:nvSpPr>
        <p:spPr>
          <a:xfrm>
            <a:off x="72684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data_8727">
            <a:extLst>
              <a:ext uri="{FF2B5EF4-FFF2-40B4-BE49-F238E27FC236}">
                <a16:creationId xmlns:a16="http://schemas.microsoft.com/office/drawing/2014/main" id="{0F684C63-5992-4310-B80A-72273229D8DE}"/>
              </a:ext>
            </a:extLst>
          </p:cNvPr>
          <p:cNvSpPr>
            <a:spLocks/>
          </p:cNvSpPr>
          <p:nvPr/>
        </p:nvSpPr>
        <p:spPr>
          <a:xfrm>
            <a:off x="73102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data_8728">
            <a:extLst>
              <a:ext uri="{FF2B5EF4-FFF2-40B4-BE49-F238E27FC236}">
                <a16:creationId xmlns:a16="http://schemas.microsoft.com/office/drawing/2014/main" id="{0C6D276C-285A-4E1E-AB6E-D4BA234929A1}"/>
              </a:ext>
            </a:extLst>
          </p:cNvPr>
          <p:cNvSpPr>
            <a:spLocks/>
          </p:cNvSpPr>
          <p:nvPr/>
        </p:nvSpPr>
        <p:spPr>
          <a:xfrm>
            <a:off x="72711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data_8729">
            <a:extLst>
              <a:ext uri="{FF2B5EF4-FFF2-40B4-BE49-F238E27FC236}">
                <a16:creationId xmlns:a16="http://schemas.microsoft.com/office/drawing/2014/main" id="{3B8469C3-0A95-44C3-88D8-053426C8EE78}"/>
              </a:ext>
            </a:extLst>
          </p:cNvPr>
          <p:cNvSpPr>
            <a:spLocks/>
          </p:cNvSpPr>
          <p:nvPr/>
        </p:nvSpPr>
        <p:spPr>
          <a:xfrm>
            <a:off x="7249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data_8730">
            <a:extLst>
              <a:ext uri="{FF2B5EF4-FFF2-40B4-BE49-F238E27FC236}">
                <a16:creationId xmlns:a16="http://schemas.microsoft.com/office/drawing/2014/main" id="{A5AD4F32-633D-4DB8-A2BB-201BF3B50AC8}"/>
              </a:ext>
            </a:extLst>
          </p:cNvPr>
          <p:cNvSpPr>
            <a:spLocks/>
          </p:cNvSpPr>
          <p:nvPr/>
        </p:nvSpPr>
        <p:spPr>
          <a:xfrm>
            <a:off x="72997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data_8731">
            <a:extLst>
              <a:ext uri="{FF2B5EF4-FFF2-40B4-BE49-F238E27FC236}">
                <a16:creationId xmlns:a16="http://schemas.microsoft.com/office/drawing/2014/main" id="{0C318E74-E851-44B3-9D52-F5DA1C3B9086}"/>
              </a:ext>
            </a:extLst>
          </p:cNvPr>
          <p:cNvSpPr>
            <a:spLocks/>
          </p:cNvSpPr>
          <p:nvPr/>
        </p:nvSpPr>
        <p:spPr>
          <a:xfrm>
            <a:off x="7295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data_8732">
            <a:extLst>
              <a:ext uri="{FF2B5EF4-FFF2-40B4-BE49-F238E27FC236}">
                <a16:creationId xmlns:a16="http://schemas.microsoft.com/office/drawing/2014/main" id="{5EF06057-9B5E-4CE8-B080-BB3F489C558A}"/>
              </a:ext>
            </a:extLst>
          </p:cNvPr>
          <p:cNvSpPr>
            <a:spLocks/>
          </p:cNvSpPr>
          <p:nvPr/>
        </p:nvSpPr>
        <p:spPr>
          <a:xfrm>
            <a:off x="72797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data_8733">
            <a:extLst>
              <a:ext uri="{FF2B5EF4-FFF2-40B4-BE49-F238E27FC236}">
                <a16:creationId xmlns:a16="http://schemas.microsoft.com/office/drawing/2014/main" id="{3FD8158D-F857-440D-AA26-BD3CF0CDE0BA}"/>
              </a:ext>
            </a:extLst>
          </p:cNvPr>
          <p:cNvSpPr>
            <a:spLocks/>
          </p:cNvSpPr>
          <p:nvPr/>
        </p:nvSpPr>
        <p:spPr>
          <a:xfrm>
            <a:off x="7292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data_8734">
            <a:extLst>
              <a:ext uri="{FF2B5EF4-FFF2-40B4-BE49-F238E27FC236}">
                <a16:creationId xmlns:a16="http://schemas.microsoft.com/office/drawing/2014/main" id="{490B32E4-FE37-4712-BC2E-4EB770734DAE}"/>
              </a:ext>
            </a:extLst>
          </p:cNvPr>
          <p:cNvSpPr>
            <a:spLocks/>
          </p:cNvSpPr>
          <p:nvPr/>
        </p:nvSpPr>
        <p:spPr>
          <a:xfrm>
            <a:off x="72550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data_8735">
            <a:extLst>
              <a:ext uri="{FF2B5EF4-FFF2-40B4-BE49-F238E27FC236}">
                <a16:creationId xmlns:a16="http://schemas.microsoft.com/office/drawing/2014/main" id="{733A1440-08A7-4536-B82A-507C04DA76F6}"/>
              </a:ext>
            </a:extLst>
          </p:cNvPr>
          <p:cNvSpPr>
            <a:spLocks/>
          </p:cNvSpPr>
          <p:nvPr/>
        </p:nvSpPr>
        <p:spPr>
          <a:xfrm>
            <a:off x="7284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data_8736">
            <a:extLst>
              <a:ext uri="{FF2B5EF4-FFF2-40B4-BE49-F238E27FC236}">
                <a16:creationId xmlns:a16="http://schemas.microsoft.com/office/drawing/2014/main" id="{563153DF-661D-4C41-8AEF-02621B858767}"/>
              </a:ext>
            </a:extLst>
          </p:cNvPr>
          <p:cNvSpPr>
            <a:spLocks/>
          </p:cNvSpPr>
          <p:nvPr/>
        </p:nvSpPr>
        <p:spPr>
          <a:xfrm>
            <a:off x="725633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data_8737">
            <a:extLst>
              <a:ext uri="{FF2B5EF4-FFF2-40B4-BE49-F238E27FC236}">
                <a16:creationId xmlns:a16="http://schemas.microsoft.com/office/drawing/2014/main" id="{10C0AA84-99D9-4B4B-8791-3F41121994DB}"/>
              </a:ext>
            </a:extLst>
          </p:cNvPr>
          <p:cNvSpPr>
            <a:spLocks/>
          </p:cNvSpPr>
          <p:nvPr/>
        </p:nvSpPr>
        <p:spPr>
          <a:xfrm>
            <a:off x="7267803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data_8738">
            <a:extLst>
              <a:ext uri="{FF2B5EF4-FFF2-40B4-BE49-F238E27FC236}">
                <a16:creationId xmlns:a16="http://schemas.microsoft.com/office/drawing/2014/main" id="{CF0A4424-F72C-49CC-A572-FFD6D3DF38B6}"/>
              </a:ext>
            </a:extLst>
          </p:cNvPr>
          <p:cNvSpPr>
            <a:spLocks/>
          </p:cNvSpPr>
          <p:nvPr/>
        </p:nvSpPr>
        <p:spPr>
          <a:xfrm>
            <a:off x="732409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data_8739">
            <a:extLst>
              <a:ext uri="{FF2B5EF4-FFF2-40B4-BE49-F238E27FC236}">
                <a16:creationId xmlns:a16="http://schemas.microsoft.com/office/drawing/2014/main" id="{0C615E87-B0F2-4B32-AEEE-704D5396D025}"/>
              </a:ext>
            </a:extLst>
          </p:cNvPr>
          <p:cNvSpPr>
            <a:spLocks/>
          </p:cNvSpPr>
          <p:nvPr/>
        </p:nvSpPr>
        <p:spPr>
          <a:xfrm>
            <a:off x="723184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data_8740">
            <a:extLst>
              <a:ext uri="{FF2B5EF4-FFF2-40B4-BE49-F238E27FC236}">
                <a16:creationId xmlns:a16="http://schemas.microsoft.com/office/drawing/2014/main" id="{307C2EBD-3B82-4F92-984F-5413D78B2E73}"/>
              </a:ext>
            </a:extLst>
          </p:cNvPr>
          <p:cNvSpPr>
            <a:spLocks/>
          </p:cNvSpPr>
          <p:nvPr/>
        </p:nvSpPr>
        <p:spPr>
          <a:xfrm>
            <a:off x="72378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data_8741">
            <a:extLst>
              <a:ext uri="{FF2B5EF4-FFF2-40B4-BE49-F238E27FC236}">
                <a16:creationId xmlns:a16="http://schemas.microsoft.com/office/drawing/2014/main" id="{62A2BE72-980A-451D-8902-21AABB72552A}"/>
              </a:ext>
            </a:extLst>
          </p:cNvPr>
          <p:cNvSpPr>
            <a:spLocks/>
          </p:cNvSpPr>
          <p:nvPr/>
        </p:nvSpPr>
        <p:spPr>
          <a:xfrm>
            <a:off x="72920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data_8742">
            <a:extLst>
              <a:ext uri="{FF2B5EF4-FFF2-40B4-BE49-F238E27FC236}">
                <a16:creationId xmlns:a16="http://schemas.microsoft.com/office/drawing/2014/main" id="{279A1850-0BC7-4457-9CAB-9126F5FEBBB0}"/>
              </a:ext>
            </a:extLst>
          </p:cNvPr>
          <p:cNvSpPr>
            <a:spLocks/>
          </p:cNvSpPr>
          <p:nvPr/>
        </p:nvSpPr>
        <p:spPr>
          <a:xfrm>
            <a:off x="729086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data_8743">
            <a:extLst>
              <a:ext uri="{FF2B5EF4-FFF2-40B4-BE49-F238E27FC236}">
                <a16:creationId xmlns:a16="http://schemas.microsoft.com/office/drawing/2014/main" id="{28D543CA-9118-4FE7-863F-8EF4CEEB9DCB}"/>
              </a:ext>
            </a:extLst>
          </p:cNvPr>
          <p:cNvSpPr>
            <a:spLocks/>
          </p:cNvSpPr>
          <p:nvPr/>
        </p:nvSpPr>
        <p:spPr>
          <a:xfrm>
            <a:off x="73332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data_8744">
            <a:extLst>
              <a:ext uri="{FF2B5EF4-FFF2-40B4-BE49-F238E27FC236}">
                <a16:creationId xmlns:a16="http://schemas.microsoft.com/office/drawing/2014/main" id="{699244EC-87B4-4CE5-89B6-84B3E84DA3EB}"/>
              </a:ext>
            </a:extLst>
          </p:cNvPr>
          <p:cNvSpPr>
            <a:spLocks/>
          </p:cNvSpPr>
          <p:nvPr/>
        </p:nvSpPr>
        <p:spPr>
          <a:xfrm>
            <a:off x="73135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data_8745">
            <a:extLst>
              <a:ext uri="{FF2B5EF4-FFF2-40B4-BE49-F238E27FC236}">
                <a16:creationId xmlns:a16="http://schemas.microsoft.com/office/drawing/2014/main" id="{598862AC-5B2F-48B9-8AA6-2B046593EBC2}"/>
              </a:ext>
            </a:extLst>
          </p:cNvPr>
          <p:cNvSpPr>
            <a:spLocks/>
          </p:cNvSpPr>
          <p:nvPr/>
        </p:nvSpPr>
        <p:spPr>
          <a:xfrm>
            <a:off x="7233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data_8746">
            <a:extLst>
              <a:ext uri="{FF2B5EF4-FFF2-40B4-BE49-F238E27FC236}">
                <a16:creationId xmlns:a16="http://schemas.microsoft.com/office/drawing/2014/main" id="{0FA871FE-EF8B-4A69-AFEB-13A630C2D415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data_8747">
            <a:extLst>
              <a:ext uri="{FF2B5EF4-FFF2-40B4-BE49-F238E27FC236}">
                <a16:creationId xmlns:a16="http://schemas.microsoft.com/office/drawing/2014/main" id="{3DDDF757-E5CB-4B73-BA05-264B09A01C1D}"/>
              </a:ext>
            </a:extLst>
          </p:cNvPr>
          <p:cNvSpPr>
            <a:spLocks/>
          </p:cNvSpPr>
          <p:nvPr/>
        </p:nvSpPr>
        <p:spPr>
          <a:xfrm>
            <a:off x="73037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data_8748">
            <a:extLst>
              <a:ext uri="{FF2B5EF4-FFF2-40B4-BE49-F238E27FC236}">
                <a16:creationId xmlns:a16="http://schemas.microsoft.com/office/drawing/2014/main" id="{D1889399-88B3-4296-A44F-A5B9F3E06B80}"/>
              </a:ext>
            </a:extLst>
          </p:cNvPr>
          <p:cNvSpPr>
            <a:spLocks/>
          </p:cNvSpPr>
          <p:nvPr/>
        </p:nvSpPr>
        <p:spPr>
          <a:xfrm>
            <a:off x="72255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data_8749">
            <a:extLst>
              <a:ext uri="{FF2B5EF4-FFF2-40B4-BE49-F238E27FC236}">
                <a16:creationId xmlns:a16="http://schemas.microsoft.com/office/drawing/2014/main" id="{5DF32639-687B-421F-8AE1-8657A61B65EE}"/>
              </a:ext>
            </a:extLst>
          </p:cNvPr>
          <p:cNvSpPr>
            <a:spLocks/>
          </p:cNvSpPr>
          <p:nvPr/>
        </p:nvSpPr>
        <p:spPr>
          <a:xfrm>
            <a:off x="7316143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data_8750">
            <a:extLst>
              <a:ext uri="{FF2B5EF4-FFF2-40B4-BE49-F238E27FC236}">
                <a16:creationId xmlns:a16="http://schemas.microsoft.com/office/drawing/2014/main" id="{66730ABE-B2AD-4280-9C4B-131885B7366A}"/>
              </a:ext>
            </a:extLst>
          </p:cNvPr>
          <p:cNvSpPr>
            <a:spLocks/>
          </p:cNvSpPr>
          <p:nvPr/>
        </p:nvSpPr>
        <p:spPr>
          <a:xfrm>
            <a:off x="7320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data_8751">
            <a:extLst>
              <a:ext uri="{FF2B5EF4-FFF2-40B4-BE49-F238E27FC236}">
                <a16:creationId xmlns:a16="http://schemas.microsoft.com/office/drawing/2014/main" id="{2C85BE20-D9E8-4E83-B304-9700E19DB309}"/>
              </a:ext>
            </a:extLst>
          </p:cNvPr>
          <p:cNvSpPr>
            <a:spLocks/>
          </p:cNvSpPr>
          <p:nvPr/>
        </p:nvSpPr>
        <p:spPr>
          <a:xfrm>
            <a:off x="7306761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data_8752">
            <a:extLst>
              <a:ext uri="{FF2B5EF4-FFF2-40B4-BE49-F238E27FC236}">
                <a16:creationId xmlns:a16="http://schemas.microsoft.com/office/drawing/2014/main" id="{4589A6EB-BA40-4F4B-88C8-93BBC3B39B63}"/>
              </a:ext>
            </a:extLst>
          </p:cNvPr>
          <p:cNvSpPr>
            <a:spLocks/>
          </p:cNvSpPr>
          <p:nvPr/>
        </p:nvSpPr>
        <p:spPr>
          <a:xfrm>
            <a:off x="730558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data_8753">
            <a:extLst>
              <a:ext uri="{FF2B5EF4-FFF2-40B4-BE49-F238E27FC236}">
                <a16:creationId xmlns:a16="http://schemas.microsoft.com/office/drawing/2014/main" id="{FF4FFA4B-7346-4920-97D0-21862D6B50F2}"/>
              </a:ext>
            </a:extLst>
          </p:cNvPr>
          <p:cNvSpPr>
            <a:spLocks/>
          </p:cNvSpPr>
          <p:nvPr/>
        </p:nvSpPr>
        <p:spPr>
          <a:xfrm>
            <a:off x="7311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data_8754">
            <a:extLst>
              <a:ext uri="{FF2B5EF4-FFF2-40B4-BE49-F238E27FC236}">
                <a16:creationId xmlns:a16="http://schemas.microsoft.com/office/drawing/2014/main" id="{0760AEF8-EB13-4027-8EED-341995B8F219}"/>
              </a:ext>
            </a:extLst>
          </p:cNvPr>
          <p:cNvSpPr>
            <a:spLocks/>
          </p:cNvSpPr>
          <p:nvPr/>
        </p:nvSpPr>
        <p:spPr>
          <a:xfrm>
            <a:off x="72865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data_8755">
            <a:extLst>
              <a:ext uri="{FF2B5EF4-FFF2-40B4-BE49-F238E27FC236}">
                <a16:creationId xmlns:a16="http://schemas.microsoft.com/office/drawing/2014/main" id="{7464D7F7-C97E-473A-B4F0-67F373653D29}"/>
              </a:ext>
            </a:extLst>
          </p:cNvPr>
          <p:cNvSpPr>
            <a:spLocks/>
          </p:cNvSpPr>
          <p:nvPr/>
        </p:nvSpPr>
        <p:spPr>
          <a:xfrm>
            <a:off x="72189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data_8756">
            <a:extLst>
              <a:ext uri="{FF2B5EF4-FFF2-40B4-BE49-F238E27FC236}">
                <a16:creationId xmlns:a16="http://schemas.microsoft.com/office/drawing/2014/main" id="{1074D151-A7B7-496F-8CAE-D80734BF96A1}"/>
              </a:ext>
            </a:extLst>
          </p:cNvPr>
          <p:cNvSpPr>
            <a:spLocks/>
          </p:cNvSpPr>
          <p:nvPr/>
        </p:nvSpPr>
        <p:spPr>
          <a:xfrm>
            <a:off x="7286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data_8757">
            <a:extLst>
              <a:ext uri="{FF2B5EF4-FFF2-40B4-BE49-F238E27FC236}">
                <a16:creationId xmlns:a16="http://schemas.microsoft.com/office/drawing/2014/main" id="{64F5FA69-C93C-4FCE-98A6-CBA092C56D18}"/>
              </a:ext>
            </a:extLst>
          </p:cNvPr>
          <p:cNvSpPr>
            <a:spLocks/>
          </p:cNvSpPr>
          <p:nvPr/>
        </p:nvSpPr>
        <p:spPr>
          <a:xfrm>
            <a:off x="72361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data_8758">
            <a:extLst>
              <a:ext uri="{FF2B5EF4-FFF2-40B4-BE49-F238E27FC236}">
                <a16:creationId xmlns:a16="http://schemas.microsoft.com/office/drawing/2014/main" id="{BFF85A24-998C-4BF5-847C-78F8EB5545A6}"/>
              </a:ext>
            </a:extLst>
          </p:cNvPr>
          <p:cNvSpPr>
            <a:spLocks/>
          </p:cNvSpPr>
          <p:nvPr/>
        </p:nvSpPr>
        <p:spPr>
          <a:xfrm>
            <a:off x="7306110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data_8759">
            <a:extLst>
              <a:ext uri="{FF2B5EF4-FFF2-40B4-BE49-F238E27FC236}">
                <a16:creationId xmlns:a16="http://schemas.microsoft.com/office/drawing/2014/main" id="{EBD68125-F694-49AE-B086-544AEB509FCC}"/>
              </a:ext>
            </a:extLst>
          </p:cNvPr>
          <p:cNvSpPr>
            <a:spLocks/>
          </p:cNvSpPr>
          <p:nvPr/>
        </p:nvSpPr>
        <p:spPr>
          <a:xfrm>
            <a:off x="7323309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data_8760">
            <a:extLst>
              <a:ext uri="{FF2B5EF4-FFF2-40B4-BE49-F238E27FC236}">
                <a16:creationId xmlns:a16="http://schemas.microsoft.com/office/drawing/2014/main" id="{1D074C69-2E1D-41BB-ADAB-68E2390AC55C}"/>
              </a:ext>
            </a:extLst>
          </p:cNvPr>
          <p:cNvSpPr>
            <a:spLocks/>
          </p:cNvSpPr>
          <p:nvPr/>
        </p:nvSpPr>
        <p:spPr>
          <a:xfrm>
            <a:off x="7234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data_8761">
            <a:extLst>
              <a:ext uri="{FF2B5EF4-FFF2-40B4-BE49-F238E27FC236}">
                <a16:creationId xmlns:a16="http://schemas.microsoft.com/office/drawing/2014/main" id="{9DD5D232-533A-4C58-A9F5-9E2371D20CAD}"/>
              </a:ext>
            </a:extLst>
          </p:cNvPr>
          <p:cNvSpPr>
            <a:spLocks/>
          </p:cNvSpPr>
          <p:nvPr/>
        </p:nvSpPr>
        <p:spPr>
          <a:xfrm>
            <a:off x="730728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data_8762">
            <a:extLst>
              <a:ext uri="{FF2B5EF4-FFF2-40B4-BE49-F238E27FC236}">
                <a16:creationId xmlns:a16="http://schemas.microsoft.com/office/drawing/2014/main" id="{C7FEB7DB-188D-4E46-BBE4-30F1737894C5}"/>
              </a:ext>
            </a:extLst>
          </p:cNvPr>
          <p:cNvSpPr>
            <a:spLocks/>
          </p:cNvSpPr>
          <p:nvPr/>
        </p:nvSpPr>
        <p:spPr>
          <a:xfrm>
            <a:off x="7240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data_8763">
            <a:extLst>
              <a:ext uri="{FF2B5EF4-FFF2-40B4-BE49-F238E27FC236}">
                <a16:creationId xmlns:a16="http://schemas.microsoft.com/office/drawing/2014/main" id="{2348F670-A85F-4ED2-BAD3-A1A5C99186BE}"/>
              </a:ext>
            </a:extLst>
          </p:cNvPr>
          <p:cNvSpPr>
            <a:spLocks/>
          </p:cNvSpPr>
          <p:nvPr/>
        </p:nvSpPr>
        <p:spPr>
          <a:xfrm>
            <a:off x="7246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data_8764">
            <a:extLst>
              <a:ext uri="{FF2B5EF4-FFF2-40B4-BE49-F238E27FC236}">
                <a16:creationId xmlns:a16="http://schemas.microsoft.com/office/drawing/2014/main" id="{4B91AB26-CD11-4933-911F-CABD5CC203B2}"/>
              </a:ext>
            </a:extLst>
          </p:cNvPr>
          <p:cNvSpPr>
            <a:spLocks/>
          </p:cNvSpPr>
          <p:nvPr/>
        </p:nvSpPr>
        <p:spPr>
          <a:xfrm>
            <a:off x="723079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data_8765">
            <a:extLst>
              <a:ext uri="{FF2B5EF4-FFF2-40B4-BE49-F238E27FC236}">
                <a16:creationId xmlns:a16="http://schemas.microsoft.com/office/drawing/2014/main" id="{EF916FBB-7D37-4F47-B03A-1B017F5F5510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data_8766">
            <a:extLst>
              <a:ext uri="{FF2B5EF4-FFF2-40B4-BE49-F238E27FC236}">
                <a16:creationId xmlns:a16="http://schemas.microsoft.com/office/drawing/2014/main" id="{AD9EDD94-CABF-4BB3-8989-C153F868A891}"/>
              </a:ext>
            </a:extLst>
          </p:cNvPr>
          <p:cNvSpPr>
            <a:spLocks/>
          </p:cNvSpPr>
          <p:nvPr/>
        </p:nvSpPr>
        <p:spPr>
          <a:xfrm>
            <a:off x="733946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data_8767">
            <a:extLst>
              <a:ext uri="{FF2B5EF4-FFF2-40B4-BE49-F238E27FC236}">
                <a16:creationId xmlns:a16="http://schemas.microsoft.com/office/drawing/2014/main" id="{019038AC-B587-4E9E-AAAF-8738A1F1B7C7}"/>
              </a:ext>
            </a:extLst>
          </p:cNvPr>
          <p:cNvSpPr>
            <a:spLocks/>
          </p:cNvSpPr>
          <p:nvPr/>
        </p:nvSpPr>
        <p:spPr>
          <a:xfrm>
            <a:off x="7345069" y="33275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data_8768">
            <a:extLst>
              <a:ext uri="{FF2B5EF4-FFF2-40B4-BE49-F238E27FC236}">
                <a16:creationId xmlns:a16="http://schemas.microsoft.com/office/drawing/2014/main" id="{48E72171-570C-4279-A1F2-04801EBF1FF9}"/>
              </a:ext>
            </a:extLst>
          </p:cNvPr>
          <p:cNvSpPr>
            <a:spLocks/>
          </p:cNvSpPr>
          <p:nvPr/>
        </p:nvSpPr>
        <p:spPr>
          <a:xfrm>
            <a:off x="72645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data_8769">
            <a:extLst>
              <a:ext uri="{FF2B5EF4-FFF2-40B4-BE49-F238E27FC236}">
                <a16:creationId xmlns:a16="http://schemas.microsoft.com/office/drawing/2014/main" id="{937B6D9D-3DE9-4212-916E-CF1E03AF5947}"/>
              </a:ext>
            </a:extLst>
          </p:cNvPr>
          <p:cNvSpPr>
            <a:spLocks/>
          </p:cNvSpPr>
          <p:nvPr/>
        </p:nvSpPr>
        <p:spPr>
          <a:xfrm>
            <a:off x="73123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data_8770">
            <a:extLst>
              <a:ext uri="{FF2B5EF4-FFF2-40B4-BE49-F238E27FC236}">
                <a16:creationId xmlns:a16="http://schemas.microsoft.com/office/drawing/2014/main" id="{A3D7FC7F-3AC1-47CD-9E03-D7235B5FA54C}"/>
              </a:ext>
            </a:extLst>
          </p:cNvPr>
          <p:cNvSpPr>
            <a:spLocks/>
          </p:cNvSpPr>
          <p:nvPr/>
        </p:nvSpPr>
        <p:spPr>
          <a:xfrm>
            <a:off x="7337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data_8771">
            <a:extLst>
              <a:ext uri="{FF2B5EF4-FFF2-40B4-BE49-F238E27FC236}">
                <a16:creationId xmlns:a16="http://schemas.microsoft.com/office/drawing/2014/main" id="{32EC7803-4C25-47D3-9142-74EC7F7B7801}"/>
              </a:ext>
            </a:extLst>
          </p:cNvPr>
          <p:cNvSpPr>
            <a:spLocks/>
          </p:cNvSpPr>
          <p:nvPr/>
        </p:nvSpPr>
        <p:spPr>
          <a:xfrm>
            <a:off x="73222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data_8772">
            <a:extLst>
              <a:ext uri="{FF2B5EF4-FFF2-40B4-BE49-F238E27FC236}">
                <a16:creationId xmlns:a16="http://schemas.microsoft.com/office/drawing/2014/main" id="{2E8B32E2-F53A-4ED0-A28B-EEB35853AEF8}"/>
              </a:ext>
            </a:extLst>
          </p:cNvPr>
          <p:cNvSpPr>
            <a:spLocks/>
          </p:cNvSpPr>
          <p:nvPr/>
        </p:nvSpPr>
        <p:spPr>
          <a:xfrm>
            <a:off x="73084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data_8773">
            <a:extLst>
              <a:ext uri="{FF2B5EF4-FFF2-40B4-BE49-F238E27FC236}">
                <a16:creationId xmlns:a16="http://schemas.microsoft.com/office/drawing/2014/main" id="{6811ADA4-D3D5-49D8-8445-384CB900BFD1}"/>
              </a:ext>
            </a:extLst>
          </p:cNvPr>
          <p:cNvSpPr>
            <a:spLocks/>
          </p:cNvSpPr>
          <p:nvPr/>
        </p:nvSpPr>
        <p:spPr>
          <a:xfrm>
            <a:off x="72765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data_8774">
            <a:extLst>
              <a:ext uri="{FF2B5EF4-FFF2-40B4-BE49-F238E27FC236}">
                <a16:creationId xmlns:a16="http://schemas.microsoft.com/office/drawing/2014/main" id="{8F9E4C97-CEAE-42E7-B260-FD1727D4EE53}"/>
              </a:ext>
            </a:extLst>
          </p:cNvPr>
          <p:cNvSpPr>
            <a:spLocks/>
          </p:cNvSpPr>
          <p:nvPr/>
        </p:nvSpPr>
        <p:spPr>
          <a:xfrm>
            <a:off x="7272624" y="346985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data_8775">
            <a:extLst>
              <a:ext uri="{FF2B5EF4-FFF2-40B4-BE49-F238E27FC236}">
                <a16:creationId xmlns:a16="http://schemas.microsoft.com/office/drawing/2014/main" id="{D43E0FCC-04F7-45FC-BFC4-F6BBBC6682EE}"/>
              </a:ext>
            </a:extLst>
          </p:cNvPr>
          <p:cNvSpPr>
            <a:spLocks/>
          </p:cNvSpPr>
          <p:nvPr/>
        </p:nvSpPr>
        <p:spPr>
          <a:xfrm>
            <a:off x="7229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data_8776">
            <a:extLst>
              <a:ext uri="{FF2B5EF4-FFF2-40B4-BE49-F238E27FC236}">
                <a16:creationId xmlns:a16="http://schemas.microsoft.com/office/drawing/2014/main" id="{52EB3D28-AA09-4466-B01D-D46FD3CD9BBD}"/>
              </a:ext>
            </a:extLst>
          </p:cNvPr>
          <p:cNvSpPr>
            <a:spLocks/>
          </p:cNvSpPr>
          <p:nvPr/>
        </p:nvSpPr>
        <p:spPr>
          <a:xfrm>
            <a:off x="7338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data_8777">
            <a:extLst>
              <a:ext uri="{FF2B5EF4-FFF2-40B4-BE49-F238E27FC236}">
                <a16:creationId xmlns:a16="http://schemas.microsoft.com/office/drawing/2014/main" id="{FEF8F04E-9EC2-406D-B5F4-A690A83BC4C5}"/>
              </a:ext>
            </a:extLst>
          </p:cNvPr>
          <p:cNvSpPr>
            <a:spLocks/>
          </p:cNvSpPr>
          <p:nvPr/>
        </p:nvSpPr>
        <p:spPr>
          <a:xfrm>
            <a:off x="7324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data_8778">
            <a:extLst>
              <a:ext uri="{FF2B5EF4-FFF2-40B4-BE49-F238E27FC236}">
                <a16:creationId xmlns:a16="http://schemas.microsoft.com/office/drawing/2014/main" id="{6C6A8EF2-7289-4EC4-B260-579315E2CAEB}"/>
              </a:ext>
            </a:extLst>
          </p:cNvPr>
          <p:cNvSpPr>
            <a:spLocks/>
          </p:cNvSpPr>
          <p:nvPr/>
        </p:nvSpPr>
        <p:spPr>
          <a:xfrm>
            <a:off x="73045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data_8779">
            <a:extLst>
              <a:ext uri="{FF2B5EF4-FFF2-40B4-BE49-F238E27FC236}">
                <a16:creationId xmlns:a16="http://schemas.microsoft.com/office/drawing/2014/main" id="{5F4E2E0F-6301-447D-9E3C-505C8B53B6CA}"/>
              </a:ext>
            </a:extLst>
          </p:cNvPr>
          <p:cNvSpPr>
            <a:spLocks/>
          </p:cNvSpPr>
          <p:nvPr/>
        </p:nvSpPr>
        <p:spPr>
          <a:xfrm>
            <a:off x="72246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data_8780">
            <a:extLst>
              <a:ext uri="{FF2B5EF4-FFF2-40B4-BE49-F238E27FC236}">
                <a16:creationId xmlns:a16="http://schemas.microsoft.com/office/drawing/2014/main" id="{5F54DCAE-A977-4568-A8A4-A01AB4EE3B1A}"/>
              </a:ext>
            </a:extLst>
          </p:cNvPr>
          <p:cNvSpPr>
            <a:spLocks/>
          </p:cNvSpPr>
          <p:nvPr/>
        </p:nvSpPr>
        <p:spPr>
          <a:xfrm>
            <a:off x="7237313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data_8781">
            <a:extLst>
              <a:ext uri="{FF2B5EF4-FFF2-40B4-BE49-F238E27FC236}">
                <a16:creationId xmlns:a16="http://schemas.microsoft.com/office/drawing/2014/main" id="{8C15CBAF-2773-42F8-A8E8-FC4222BCF35D}"/>
              </a:ext>
            </a:extLst>
          </p:cNvPr>
          <p:cNvSpPr>
            <a:spLocks/>
          </p:cNvSpPr>
          <p:nvPr/>
        </p:nvSpPr>
        <p:spPr>
          <a:xfrm>
            <a:off x="72499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data_8782">
            <a:extLst>
              <a:ext uri="{FF2B5EF4-FFF2-40B4-BE49-F238E27FC236}">
                <a16:creationId xmlns:a16="http://schemas.microsoft.com/office/drawing/2014/main" id="{1379129F-31CF-4FBF-BFAA-4049CAFF90CB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data_8783">
            <a:extLst>
              <a:ext uri="{FF2B5EF4-FFF2-40B4-BE49-F238E27FC236}">
                <a16:creationId xmlns:a16="http://schemas.microsoft.com/office/drawing/2014/main" id="{41D14F87-DD67-4E51-A42D-77D06A544FD7}"/>
              </a:ext>
            </a:extLst>
          </p:cNvPr>
          <p:cNvSpPr>
            <a:spLocks/>
          </p:cNvSpPr>
          <p:nvPr/>
        </p:nvSpPr>
        <p:spPr>
          <a:xfrm>
            <a:off x="72926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data_8784">
            <a:extLst>
              <a:ext uri="{FF2B5EF4-FFF2-40B4-BE49-F238E27FC236}">
                <a16:creationId xmlns:a16="http://schemas.microsoft.com/office/drawing/2014/main" id="{9E5C1F3D-8E78-4618-BFC4-BFDF68703BF9}"/>
              </a:ext>
            </a:extLst>
          </p:cNvPr>
          <p:cNvSpPr>
            <a:spLocks/>
          </p:cNvSpPr>
          <p:nvPr/>
        </p:nvSpPr>
        <p:spPr>
          <a:xfrm>
            <a:off x="724278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data_8785">
            <a:extLst>
              <a:ext uri="{FF2B5EF4-FFF2-40B4-BE49-F238E27FC236}">
                <a16:creationId xmlns:a16="http://schemas.microsoft.com/office/drawing/2014/main" id="{E481F9F3-21F8-4B81-9B94-3BB581102368}"/>
              </a:ext>
            </a:extLst>
          </p:cNvPr>
          <p:cNvSpPr>
            <a:spLocks/>
          </p:cNvSpPr>
          <p:nvPr/>
        </p:nvSpPr>
        <p:spPr>
          <a:xfrm>
            <a:off x="7266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data_8786">
            <a:extLst>
              <a:ext uri="{FF2B5EF4-FFF2-40B4-BE49-F238E27FC236}">
                <a16:creationId xmlns:a16="http://schemas.microsoft.com/office/drawing/2014/main" id="{837682D3-ABC7-4856-BF4D-866AABCC463A}"/>
              </a:ext>
            </a:extLst>
          </p:cNvPr>
          <p:cNvSpPr>
            <a:spLocks/>
          </p:cNvSpPr>
          <p:nvPr/>
        </p:nvSpPr>
        <p:spPr>
          <a:xfrm>
            <a:off x="7220245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data_8787">
            <a:extLst>
              <a:ext uri="{FF2B5EF4-FFF2-40B4-BE49-F238E27FC236}">
                <a16:creationId xmlns:a16="http://schemas.microsoft.com/office/drawing/2014/main" id="{14AABF6F-0B6D-4609-90F8-785F6E12B8F4}"/>
              </a:ext>
            </a:extLst>
          </p:cNvPr>
          <p:cNvSpPr>
            <a:spLocks/>
          </p:cNvSpPr>
          <p:nvPr/>
        </p:nvSpPr>
        <p:spPr>
          <a:xfrm>
            <a:off x="75901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data_8788">
            <a:extLst>
              <a:ext uri="{FF2B5EF4-FFF2-40B4-BE49-F238E27FC236}">
                <a16:creationId xmlns:a16="http://schemas.microsoft.com/office/drawing/2014/main" id="{2A392BF0-2893-465D-B26A-075369CB36FB}"/>
              </a:ext>
            </a:extLst>
          </p:cNvPr>
          <p:cNvSpPr>
            <a:spLocks/>
          </p:cNvSpPr>
          <p:nvPr/>
        </p:nvSpPr>
        <p:spPr>
          <a:xfrm>
            <a:off x="7565146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data_8789">
            <a:extLst>
              <a:ext uri="{FF2B5EF4-FFF2-40B4-BE49-F238E27FC236}">
                <a16:creationId xmlns:a16="http://schemas.microsoft.com/office/drawing/2014/main" id="{59265A95-D34F-4074-9CE9-1F2509844986}"/>
              </a:ext>
            </a:extLst>
          </p:cNvPr>
          <p:cNvSpPr>
            <a:spLocks/>
          </p:cNvSpPr>
          <p:nvPr/>
        </p:nvSpPr>
        <p:spPr>
          <a:xfrm>
            <a:off x="758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data_8790">
            <a:extLst>
              <a:ext uri="{FF2B5EF4-FFF2-40B4-BE49-F238E27FC236}">
                <a16:creationId xmlns:a16="http://schemas.microsoft.com/office/drawing/2014/main" id="{4526BFEE-CC85-4D2D-9A01-AFA2E4CC0F06}"/>
              </a:ext>
            </a:extLst>
          </p:cNvPr>
          <p:cNvSpPr>
            <a:spLocks/>
          </p:cNvSpPr>
          <p:nvPr/>
        </p:nvSpPr>
        <p:spPr>
          <a:xfrm>
            <a:off x="75849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data_8791">
            <a:extLst>
              <a:ext uri="{FF2B5EF4-FFF2-40B4-BE49-F238E27FC236}">
                <a16:creationId xmlns:a16="http://schemas.microsoft.com/office/drawing/2014/main" id="{BAA09CFD-CE7D-4D1D-95CE-FC966F04611F}"/>
              </a:ext>
            </a:extLst>
          </p:cNvPr>
          <p:cNvSpPr>
            <a:spLocks/>
          </p:cNvSpPr>
          <p:nvPr/>
        </p:nvSpPr>
        <p:spPr>
          <a:xfrm>
            <a:off x="7607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data_8792">
            <a:extLst>
              <a:ext uri="{FF2B5EF4-FFF2-40B4-BE49-F238E27FC236}">
                <a16:creationId xmlns:a16="http://schemas.microsoft.com/office/drawing/2014/main" id="{8BFAE8BC-22AF-4EB1-A314-087F6954B938}"/>
              </a:ext>
            </a:extLst>
          </p:cNvPr>
          <p:cNvSpPr>
            <a:spLocks/>
          </p:cNvSpPr>
          <p:nvPr/>
        </p:nvSpPr>
        <p:spPr>
          <a:xfrm>
            <a:off x="76450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data_8793">
            <a:extLst>
              <a:ext uri="{FF2B5EF4-FFF2-40B4-BE49-F238E27FC236}">
                <a16:creationId xmlns:a16="http://schemas.microsoft.com/office/drawing/2014/main" id="{D74C82D6-077B-4E9A-B4DF-FF6BFFA4A51E}"/>
              </a:ext>
            </a:extLst>
          </p:cNvPr>
          <p:cNvSpPr>
            <a:spLocks/>
          </p:cNvSpPr>
          <p:nvPr/>
        </p:nvSpPr>
        <p:spPr>
          <a:xfrm>
            <a:off x="7668862" y="239028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data_8794">
            <a:extLst>
              <a:ext uri="{FF2B5EF4-FFF2-40B4-BE49-F238E27FC236}">
                <a16:creationId xmlns:a16="http://schemas.microsoft.com/office/drawing/2014/main" id="{3C316055-9269-4EC5-B7C6-A26B9891BD26}"/>
              </a:ext>
            </a:extLst>
          </p:cNvPr>
          <p:cNvSpPr>
            <a:spLocks/>
          </p:cNvSpPr>
          <p:nvPr/>
        </p:nvSpPr>
        <p:spPr>
          <a:xfrm>
            <a:off x="75720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data_8795">
            <a:extLst>
              <a:ext uri="{FF2B5EF4-FFF2-40B4-BE49-F238E27FC236}">
                <a16:creationId xmlns:a16="http://schemas.microsoft.com/office/drawing/2014/main" id="{D6AECFE7-8E70-47EC-B8C4-541E2E5C8830}"/>
              </a:ext>
            </a:extLst>
          </p:cNvPr>
          <p:cNvSpPr>
            <a:spLocks/>
          </p:cNvSpPr>
          <p:nvPr/>
        </p:nvSpPr>
        <p:spPr>
          <a:xfrm>
            <a:off x="76315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data_8796">
            <a:extLst>
              <a:ext uri="{FF2B5EF4-FFF2-40B4-BE49-F238E27FC236}">
                <a16:creationId xmlns:a16="http://schemas.microsoft.com/office/drawing/2014/main" id="{FB42A4A1-7692-4777-A53B-DFD6801825C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data_8797">
            <a:extLst>
              <a:ext uri="{FF2B5EF4-FFF2-40B4-BE49-F238E27FC236}">
                <a16:creationId xmlns:a16="http://schemas.microsoft.com/office/drawing/2014/main" id="{AD82182D-5FC2-4D04-970D-3F06280429E1}"/>
              </a:ext>
            </a:extLst>
          </p:cNvPr>
          <p:cNvSpPr>
            <a:spLocks/>
          </p:cNvSpPr>
          <p:nvPr/>
        </p:nvSpPr>
        <p:spPr>
          <a:xfrm>
            <a:off x="75581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data_8798">
            <a:extLst>
              <a:ext uri="{FF2B5EF4-FFF2-40B4-BE49-F238E27FC236}">
                <a16:creationId xmlns:a16="http://schemas.microsoft.com/office/drawing/2014/main" id="{FCA75414-401A-4BD7-A3AD-71CBFC31BACA}"/>
              </a:ext>
            </a:extLst>
          </p:cNvPr>
          <p:cNvSpPr>
            <a:spLocks/>
          </p:cNvSpPr>
          <p:nvPr/>
        </p:nvSpPr>
        <p:spPr>
          <a:xfrm>
            <a:off x="765843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data_8799">
            <a:extLst>
              <a:ext uri="{FF2B5EF4-FFF2-40B4-BE49-F238E27FC236}">
                <a16:creationId xmlns:a16="http://schemas.microsoft.com/office/drawing/2014/main" id="{AF20EE52-9546-4A7C-9F35-979520F66EE4}"/>
              </a:ext>
            </a:extLst>
          </p:cNvPr>
          <p:cNvSpPr>
            <a:spLocks/>
          </p:cNvSpPr>
          <p:nvPr/>
        </p:nvSpPr>
        <p:spPr>
          <a:xfrm>
            <a:off x="76851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data_8800">
            <a:extLst>
              <a:ext uri="{FF2B5EF4-FFF2-40B4-BE49-F238E27FC236}">
                <a16:creationId xmlns:a16="http://schemas.microsoft.com/office/drawing/2014/main" id="{5D54577B-D5C6-4C49-9A36-EB1BCCC18840}"/>
              </a:ext>
            </a:extLst>
          </p:cNvPr>
          <p:cNvSpPr>
            <a:spLocks/>
          </p:cNvSpPr>
          <p:nvPr/>
        </p:nvSpPr>
        <p:spPr>
          <a:xfrm>
            <a:off x="7606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data_8801">
            <a:extLst>
              <a:ext uri="{FF2B5EF4-FFF2-40B4-BE49-F238E27FC236}">
                <a16:creationId xmlns:a16="http://schemas.microsoft.com/office/drawing/2014/main" id="{BD49539D-6851-4D0F-A3EB-5CAA99EEF2A6}"/>
              </a:ext>
            </a:extLst>
          </p:cNvPr>
          <p:cNvSpPr>
            <a:spLocks/>
          </p:cNvSpPr>
          <p:nvPr/>
        </p:nvSpPr>
        <p:spPr>
          <a:xfrm>
            <a:off x="7678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data_8802">
            <a:extLst>
              <a:ext uri="{FF2B5EF4-FFF2-40B4-BE49-F238E27FC236}">
                <a16:creationId xmlns:a16="http://schemas.microsoft.com/office/drawing/2014/main" id="{7F3B8443-76DC-467D-B6D7-56B25AC2EA0F}"/>
              </a:ext>
            </a:extLst>
          </p:cNvPr>
          <p:cNvSpPr>
            <a:spLocks/>
          </p:cNvSpPr>
          <p:nvPr/>
        </p:nvSpPr>
        <p:spPr>
          <a:xfrm>
            <a:off x="758534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data_8803">
            <a:extLst>
              <a:ext uri="{FF2B5EF4-FFF2-40B4-BE49-F238E27FC236}">
                <a16:creationId xmlns:a16="http://schemas.microsoft.com/office/drawing/2014/main" id="{4CF096A9-64E2-4F4D-A4AF-58037FD3C3C5}"/>
              </a:ext>
            </a:extLst>
          </p:cNvPr>
          <p:cNvSpPr>
            <a:spLocks/>
          </p:cNvSpPr>
          <p:nvPr/>
        </p:nvSpPr>
        <p:spPr>
          <a:xfrm>
            <a:off x="76100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data_8804">
            <a:extLst>
              <a:ext uri="{FF2B5EF4-FFF2-40B4-BE49-F238E27FC236}">
                <a16:creationId xmlns:a16="http://schemas.microsoft.com/office/drawing/2014/main" id="{4ECDCB50-44D3-4DAB-8FA1-AC7CAC9D2959}"/>
              </a:ext>
            </a:extLst>
          </p:cNvPr>
          <p:cNvSpPr>
            <a:spLocks/>
          </p:cNvSpPr>
          <p:nvPr/>
        </p:nvSpPr>
        <p:spPr>
          <a:xfrm>
            <a:off x="764892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data_8805">
            <a:extLst>
              <a:ext uri="{FF2B5EF4-FFF2-40B4-BE49-F238E27FC236}">
                <a16:creationId xmlns:a16="http://schemas.microsoft.com/office/drawing/2014/main" id="{6FF5FFA7-C3D2-45E6-B2BE-3D6D774195C1}"/>
              </a:ext>
            </a:extLst>
          </p:cNvPr>
          <p:cNvSpPr>
            <a:spLocks/>
          </p:cNvSpPr>
          <p:nvPr/>
        </p:nvSpPr>
        <p:spPr>
          <a:xfrm>
            <a:off x="76722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data_8806">
            <a:extLst>
              <a:ext uri="{FF2B5EF4-FFF2-40B4-BE49-F238E27FC236}">
                <a16:creationId xmlns:a16="http://schemas.microsoft.com/office/drawing/2014/main" id="{85BBAE77-3D65-416E-9ADF-39A7B4983C96}"/>
              </a:ext>
            </a:extLst>
          </p:cNvPr>
          <p:cNvSpPr>
            <a:spLocks/>
          </p:cNvSpPr>
          <p:nvPr/>
        </p:nvSpPr>
        <p:spPr>
          <a:xfrm>
            <a:off x="7684888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data_8807">
            <a:extLst>
              <a:ext uri="{FF2B5EF4-FFF2-40B4-BE49-F238E27FC236}">
                <a16:creationId xmlns:a16="http://schemas.microsoft.com/office/drawing/2014/main" id="{8E4F9B6C-402C-42A2-9926-372FE13E3F74}"/>
              </a:ext>
            </a:extLst>
          </p:cNvPr>
          <p:cNvSpPr>
            <a:spLocks/>
          </p:cNvSpPr>
          <p:nvPr/>
        </p:nvSpPr>
        <p:spPr>
          <a:xfrm>
            <a:off x="7639936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data_8808">
            <a:extLst>
              <a:ext uri="{FF2B5EF4-FFF2-40B4-BE49-F238E27FC236}">
                <a16:creationId xmlns:a16="http://schemas.microsoft.com/office/drawing/2014/main" id="{B37B9341-841C-452E-AA09-0F9EC966325B}"/>
              </a:ext>
            </a:extLst>
          </p:cNvPr>
          <p:cNvSpPr>
            <a:spLocks/>
          </p:cNvSpPr>
          <p:nvPr/>
        </p:nvSpPr>
        <p:spPr>
          <a:xfrm>
            <a:off x="7562670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data_8809">
            <a:extLst>
              <a:ext uri="{FF2B5EF4-FFF2-40B4-BE49-F238E27FC236}">
                <a16:creationId xmlns:a16="http://schemas.microsoft.com/office/drawing/2014/main" id="{E6F6B358-9789-4E22-AF33-DD0D7F3BE327}"/>
              </a:ext>
            </a:extLst>
          </p:cNvPr>
          <p:cNvSpPr>
            <a:spLocks/>
          </p:cNvSpPr>
          <p:nvPr/>
        </p:nvSpPr>
        <p:spPr>
          <a:xfrm>
            <a:off x="75819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data_8810">
            <a:extLst>
              <a:ext uri="{FF2B5EF4-FFF2-40B4-BE49-F238E27FC236}">
                <a16:creationId xmlns:a16="http://schemas.microsoft.com/office/drawing/2014/main" id="{2C42DCD0-BE67-455D-8036-73D08C1290A3}"/>
              </a:ext>
            </a:extLst>
          </p:cNvPr>
          <p:cNvSpPr>
            <a:spLocks/>
          </p:cNvSpPr>
          <p:nvPr/>
        </p:nvSpPr>
        <p:spPr>
          <a:xfrm>
            <a:off x="75904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data_8811">
            <a:extLst>
              <a:ext uri="{FF2B5EF4-FFF2-40B4-BE49-F238E27FC236}">
                <a16:creationId xmlns:a16="http://schemas.microsoft.com/office/drawing/2014/main" id="{48F3EDC6-2B70-45AB-878D-5C281B71B1D1}"/>
              </a:ext>
            </a:extLst>
          </p:cNvPr>
          <p:cNvSpPr>
            <a:spLocks/>
          </p:cNvSpPr>
          <p:nvPr/>
        </p:nvSpPr>
        <p:spPr>
          <a:xfrm>
            <a:off x="7562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data_8812">
            <a:extLst>
              <a:ext uri="{FF2B5EF4-FFF2-40B4-BE49-F238E27FC236}">
                <a16:creationId xmlns:a16="http://schemas.microsoft.com/office/drawing/2014/main" id="{5FC5B7B1-BEB2-4C74-8AA8-0E926AF4665E}"/>
              </a:ext>
            </a:extLst>
          </p:cNvPr>
          <p:cNvSpPr>
            <a:spLocks/>
          </p:cNvSpPr>
          <p:nvPr/>
        </p:nvSpPr>
        <p:spPr>
          <a:xfrm>
            <a:off x="75616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data_8813">
            <a:extLst>
              <a:ext uri="{FF2B5EF4-FFF2-40B4-BE49-F238E27FC236}">
                <a16:creationId xmlns:a16="http://schemas.microsoft.com/office/drawing/2014/main" id="{76FF3ED2-B2F7-4722-9C70-BE86B516AF37}"/>
              </a:ext>
            </a:extLst>
          </p:cNvPr>
          <p:cNvSpPr>
            <a:spLocks/>
          </p:cNvSpPr>
          <p:nvPr/>
        </p:nvSpPr>
        <p:spPr>
          <a:xfrm>
            <a:off x="7586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data_8814">
            <a:extLst>
              <a:ext uri="{FF2B5EF4-FFF2-40B4-BE49-F238E27FC236}">
                <a16:creationId xmlns:a16="http://schemas.microsoft.com/office/drawing/2014/main" id="{CA3FB448-71C9-45CC-AB12-E79534407EA5}"/>
              </a:ext>
            </a:extLst>
          </p:cNvPr>
          <p:cNvSpPr>
            <a:spLocks/>
          </p:cNvSpPr>
          <p:nvPr/>
        </p:nvSpPr>
        <p:spPr>
          <a:xfrm>
            <a:off x="76360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data_8815">
            <a:extLst>
              <a:ext uri="{FF2B5EF4-FFF2-40B4-BE49-F238E27FC236}">
                <a16:creationId xmlns:a16="http://schemas.microsoft.com/office/drawing/2014/main" id="{5E134DFB-1F42-4B91-8700-EA1534DCE8F3}"/>
              </a:ext>
            </a:extLst>
          </p:cNvPr>
          <p:cNvSpPr>
            <a:spLocks/>
          </p:cNvSpPr>
          <p:nvPr/>
        </p:nvSpPr>
        <p:spPr>
          <a:xfrm>
            <a:off x="75800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data_8816">
            <a:extLst>
              <a:ext uri="{FF2B5EF4-FFF2-40B4-BE49-F238E27FC236}">
                <a16:creationId xmlns:a16="http://schemas.microsoft.com/office/drawing/2014/main" id="{A66C625F-10C3-47FE-BC4B-0AA3006EE8F6}"/>
              </a:ext>
            </a:extLst>
          </p:cNvPr>
          <p:cNvSpPr>
            <a:spLocks/>
          </p:cNvSpPr>
          <p:nvPr/>
        </p:nvSpPr>
        <p:spPr>
          <a:xfrm>
            <a:off x="76190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data_8817">
            <a:extLst>
              <a:ext uri="{FF2B5EF4-FFF2-40B4-BE49-F238E27FC236}">
                <a16:creationId xmlns:a16="http://schemas.microsoft.com/office/drawing/2014/main" id="{BEB37C62-03E6-4944-B1A0-62E83A41FBF6}"/>
              </a:ext>
            </a:extLst>
          </p:cNvPr>
          <p:cNvSpPr>
            <a:spLocks/>
          </p:cNvSpPr>
          <p:nvPr/>
        </p:nvSpPr>
        <p:spPr>
          <a:xfrm>
            <a:off x="760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data_8818">
            <a:extLst>
              <a:ext uri="{FF2B5EF4-FFF2-40B4-BE49-F238E27FC236}">
                <a16:creationId xmlns:a16="http://schemas.microsoft.com/office/drawing/2014/main" id="{5CA3244D-E9AF-468B-9BB0-21FEE6691F53}"/>
              </a:ext>
            </a:extLst>
          </p:cNvPr>
          <p:cNvSpPr>
            <a:spLocks/>
          </p:cNvSpPr>
          <p:nvPr/>
        </p:nvSpPr>
        <p:spPr>
          <a:xfrm>
            <a:off x="76699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data_8819">
            <a:extLst>
              <a:ext uri="{FF2B5EF4-FFF2-40B4-BE49-F238E27FC236}">
                <a16:creationId xmlns:a16="http://schemas.microsoft.com/office/drawing/2014/main" id="{330CB044-670E-490B-99E3-4B1577DEB0DA}"/>
              </a:ext>
            </a:extLst>
          </p:cNvPr>
          <p:cNvSpPr>
            <a:spLocks/>
          </p:cNvSpPr>
          <p:nvPr/>
        </p:nvSpPr>
        <p:spPr>
          <a:xfrm>
            <a:off x="7592378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data_8820">
            <a:extLst>
              <a:ext uri="{FF2B5EF4-FFF2-40B4-BE49-F238E27FC236}">
                <a16:creationId xmlns:a16="http://schemas.microsoft.com/office/drawing/2014/main" id="{28FD7A05-BBBD-4D42-8F6B-F44A2377B369}"/>
              </a:ext>
            </a:extLst>
          </p:cNvPr>
          <p:cNvSpPr>
            <a:spLocks/>
          </p:cNvSpPr>
          <p:nvPr/>
        </p:nvSpPr>
        <p:spPr>
          <a:xfrm>
            <a:off x="7645930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data_8821">
            <a:extLst>
              <a:ext uri="{FF2B5EF4-FFF2-40B4-BE49-F238E27FC236}">
                <a16:creationId xmlns:a16="http://schemas.microsoft.com/office/drawing/2014/main" id="{544023F1-AA53-40B0-87F1-CA93FC5D45DC}"/>
              </a:ext>
            </a:extLst>
          </p:cNvPr>
          <p:cNvSpPr>
            <a:spLocks/>
          </p:cNvSpPr>
          <p:nvPr/>
        </p:nvSpPr>
        <p:spPr>
          <a:xfrm>
            <a:off x="76491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data_8822">
            <a:extLst>
              <a:ext uri="{FF2B5EF4-FFF2-40B4-BE49-F238E27FC236}">
                <a16:creationId xmlns:a16="http://schemas.microsoft.com/office/drawing/2014/main" id="{47A6D35F-C2A7-4E70-AE73-95D4CD570DCA}"/>
              </a:ext>
            </a:extLst>
          </p:cNvPr>
          <p:cNvSpPr>
            <a:spLocks/>
          </p:cNvSpPr>
          <p:nvPr/>
        </p:nvSpPr>
        <p:spPr>
          <a:xfrm>
            <a:off x="75620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data_8823">
            <a:extLst>
              <a:ext uri="{FF2B5EF4-FFF2-40B4-BE49-F238E27FC236}">
                <a16:creationId xmlns:a16="http://schemas.microsoft.com/office/drawing/2014/main" id="{82C4F169-D2DD-4D14-B56B-730A475B61DC}"/>
              </a:ext>
            </a:extLst>
          </p:cNvPr>
          <p:cNvSpPr>
            <a:spLocks/>
          </p:cNvSpPr>
          <p:nvPr/>
        </p:nvSpPr>
        <p:spPr>
          <a:xfrm>
            <a:off x="7668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data_8824">
            <a:extLst>
              <a:ext uri="{FF2B5EF4-FFF2-40B4-BE49-F238E27FC236}">
                <a16:creationId xmlns:a16="http://schemas.microsoft.com/office/drawing/2014/main" id="{DA1D8C5B-3903-4F87-BECD-C0FD2AFC3F78}"/>
              </a:ext>
            </a:extLst>
          </p:cNvPr>
          <p:cNvSpPr>
            <a:spLocks/>
          </p:cNvSpPr>
          <p:nvPr/>
        </p:nvSpPr>
        <p:spPr>
          <a:xfrm>
            <a:off x="75588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data_8825">
            <a:extLst>
              <a:ext uri="{FF2B5EF4-FFF2-40B4-BE49-F238E27FC236}">
                <a16:creationId xmlns:a16="http://schemas.microsoft.com/office/drawing/2014/main" id="{C890B1BF-3116-40E9-868C-AEF858BFFA71}"/>
              </a:ext>
            </a:extLst>
          </p:cNvPr>
          <p:cNvSpPr>
            <a:spLocks/>
          </p:cNvSpPr>
          <p:nvPr/>
        </p:nvSpPr>
        <p:spPr>
          <a:xfrm>
            <a:off x="7667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data_8826">
            <a:extLst>
              <a:ext uri="{FF2B5EF4-FFF2-40B4-BE49-F238E27FC236}">
                <a16:creationId xmlns:a16="http://schemas.microsoft.com/office/drawing/2014/main" id="{FEAA2D6B-1E61-4048-A37F-34E30E7CD94F}"/>
              </a:ext>
            </a:extLst>
          </p:cNvPr>
          <p:cNvSpPr>
            <a:spLocks/>
          </p:cNvSpPr>
          <p:nvPr/>
        </p:nvSpPr>
        <p:spPr>
          <a:xfrm>
            <a:off x="76805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data_8827">
            <a:extLst>
              <a:ext uri="{FF2B5EF4-FFF2-40B4-BE49-F238E27FC236}">
                <a16:creationId xmlns:a16="http://schemas.microsoft.com/office/drawing/2014/main" id="{57C30DA6-89C7-42C3-AC84-D63CA00951F2}"/>
              </a:ext>
            </a:extLst>
          </p:cNvPr>
          <p:cNvSpPr>
            <a:spLocks/>
          </p:cNvSpPr>
          <p:nvPr/>
        </p:nvSpPr>
        <p:spPr>
          <a:xfrm>
            <a:off x="76368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data_8828">
            <a:extLst>
              <a:ext uri="{FF2B5EF4-FFF2-40B4-BE49-F238E27FC236}">
                <a16:creationId xmlns:a16="http://schemas.microsoft.com/office/drawing/2014/main" id="{F5A111B1-DE65-4B93-82C3-4560505724E1}"/>
              </a:ext>
            </a:extLst>
          </p:cNvPr>
          <p:cNvSpPr>
            <a:spLocks/>
          </p:cNvSpPr>
          <p:nvPr/>
        </p:nvSpPr>
        <p:spPr>
          <a:xfrm>
            <a:off x="75977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data_8829">
            <a:extLst>
              <a:ext uri="{FF2B5EF4-FFF2-40B4-BE49-F238E27FC236}">
                <a16:creationId xmlns:a16="http://schemas.microsoft.com/office/drawing/2014/main" id="{82EFF76C-8A37-4EA3-9B92-FF6F88C5574F}"/>
              </a:ext>
            </a:extLst>
          </p:cNvPr>
          <p:cNvSpPr>
            <a:spLocks/>
          </p:cNvSpPr>
          <p:nvPr/>
        </p:nvSpPr>
        <p:spPr>
          <a:xfrm>
            <a:off x="76523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data_8830">
            <a:extLst>
              <a:ext uri="{FF2B5EF4-FFF2-40B4-BE49-F238E27FC236}">
                <a16:creationId xmlns:a16="http://schemas.microsoft.com/office/drawing/2014/main" id="{F9FBE966-7BB9-4554-8C72-9B2156C4C0D8}"/>
              </a:ext>
            </a:extLst>
          </p:cNvPr>
          <p:cNvSpPr>
            <a:spLocks/>
          </p:cNvSpPr>
          <p:nvPr/>
        </p:nvSpPr>
        <p:spPr>
          <a:xfrm>
            <a:off x="75859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data_8831">
            <a:extLst>
              <a:ext uri="{FF2B5EF4-FFF2-40B4-BE49-F238E27FC236}">
                <a16:creationId xmlns:a16="http://schemas.microsoft.com/office/drawing/2014/main" id="{6EDB3E40-3776-4EB9-9B87-2DF4809E5804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data_8832">
            <a:extLst>
              <a:ext uri="{FF2B5EF4-FFF2-40B4-BE49-F238E27FC236}">
                <a16:creationId xmlns:a16="http://schemas.microsoft.com/office/drawing/2014/main" id="{FBADC22F-D630-4D10-A392-9D7613B00F0F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data_8833">
            <a:extLst>
              <a:ext uri="{FF2B5EF4-FFF2-40B4-BE49-F238E27FC236}">
                <a16:creationId xmlns:a16="http://schemas.microsoft.com/office/drawing/2014/main" id="{2EC0082F-106C-4D35-85ED-D2419F72D50A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data_8834">
            <a:extLst>
              <a:ext uri="{FF2B5EF4-FFF2-40B4-BE49-F238E27FC236}">
                <a16:creationId xmlns:a16="http://schemas.microsoft.com/office/drawing/2014/main" id="{41727AB9-B417-471B-AA52-A14603D820BD}"/>
              </a:ext>
            </a:extLst>
          </p:cNvPr>
          <p:cNvSpPr>
            <a:spLocks/>
          </p:cNvSpPr>
          <p:nvPr/>
        </p:nvSpPr>
        <p:spPr>
          <a:xfrm>
            <a:off x="76712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data_8835">
            <a:extLst>
              <a:ext uri="{FF2B5EF4-FFF2-40B4-BE49-F238E27FC236}">
                <a16:creationId xmlns:a16="http://schemas.microsoft.com/office/drawing/2014/main" id="{44203190-D991-4768-94A8-D96AA263AC5B}"/>
              </a:ext>
            </a:extLst>
          </p:cNvPr>
          <p:cNvSpPr>
            <a:spLocks/>
          </p:cNvSpPr>
          <p:nvPr/>
        </p:nvSpPr>
        <p:spPr>
          <a:xfrm>
            <a:off x="759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data_8836">
            <a:extLst>
              <a:ext uri="{FF2B5EF4-FFF2-40B4-BE49-F238E27FC236}">
                <a16:creationId xmlns:a16="http://schemas.microsoft.com/office/drawing/2014/main" id="{2F6138B9-4F93-4729-8D3A-06A29495F1E7}"/>
              </a:ext>
            </a:extLst>
          </p:cNvPr>
          <p:cNvSpPr>
            <a:spLocks/>
          </p:cNvSpPr>
          <p:nvPr/>
        </p:nvSpPr>
        <p:spPr>
          <a:xfrm>
            <a:off x="76125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data_8837">
            <a:extLst>
              <a:ext uri="{FF2B5EF4-FFF2-40B4-BE49-F238E27FC236}">
                <a16:creationId xmlns:a16="http://schemas.microsoft.com/office/drawing/2014/main" id="{BAD1A58E-BB2B-49F1-954B-A4A793A2515C}"/>
              </a:ext>
            </a:extLst>
          </p:cNvPr>
          <p:cNvSpPr>
            <a:spLocks/>
          </p:cNvSpPr>
          <p:nvPr/>
        </p:nvSpPr>
        <p:spPr>
          <a:xfrm>
            <a:off x="76837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data_8838">
            <a:extLst>
              <a:ext uri="{FF2B5EF4-FFF2-40B4-BE49-F238E27FC236}">
                <a16:creationId xmlns:a16="http://schemas.microsoft.com/office/drawing/2014/main" id="{77EBA4DE-9335-4E1E-BC35-EBCB9E4F04E0}"/>
              </a:ext>
            </a:extLst>
          </p:cNvPr>
          <p:cNvSpPr>
            <a:spLocks/>
          </p:cNvSpPr>
          <p:nvPr/>
        </p:nvSpPr>
        <p:spPr>
          <a:xfrm>
            <a:off x="7644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data_8839">
            <a:extLst>
              <a:ext uri="{FF2B5EF4-FFF2-40B4-BE49-F238E27FC236}">
                <a16:creationId xmlns:a16="http://schemas.microsoft.com/office/drawing/2014/main" id="{7F0710F6-F7E1-4F99-90FB-F9D7F91A91CC}"/>
              </a:ext>
            </a:extLst>
          </p:cNvPr>
          <p:cNvSpPr>
            <a:spLocks/>
          </p:cNvSpPr>
          <p:nvPr/>
        </p:nvSpPr>
        <p:spPr>
          <a:xfrm>
            <a:off x="76790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data_8840">
            <a:extLst>
              <a:ext uri="{FF2B5EF4-FFF2-40B4-BE49-F238E27FC236}">
                <a16:creationId xmlns:a16="http://schemas.microsoft.com/office/drawing/2014/main" id="{91BCD5D9-2D67-44B9-97C4-4CA98518C51D}"/>
              </a:ext>
            </a:extLst>
          </p:cNvPr>
          <p:cNvSpPr>
            <a:spLocks/>
          </p:cNvSpPr>
          <p:nvPr/>
        </p:nvSpPr>
        <p:spPr>
          <a:xfrm>
            <a:off x="75638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data_8841">
            <a:extLst>
              <a:ext uri="{FF2B5EF4-FFF2-40B4-BE49-F238E27FC236}">
                <a16:creationId xmlns:a16="http://schemas.microsoft.com/office/drawing/2014/main" id="{79E7B309-F60A-46DE-9259-72EC79A379F6}"/>
              </a:ext>
            </a:extLst>
          </p:cNvPr>
          <p:cNvSpPr>
            <a:spLocks/>
          </p:cNvSpPr>
          <p:nvPr/>
        </p:nvSpPr>
        <p:spPr>
          <a:xfrm>
            <a:off x="76693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data_8842">
            <a:extLst>
              <a:ext uri="{FF2B5EF4-FFF2-40B4-BE49-F238E27FC236}">
                <a16:creationId xmlns:a16="http://schemas.microsoft.com/office/drawing/2014/main" id="{831CB012-876E-4982-A4FF-9EAF80ECF8B7}"/>
              </a:ext>
            </a:extLst>
          </p:cNvPr>
          <p:cNvSpPr>
            <a:spLocks/>
          </p:cNvSpPr>
          <p:nvPr/>
        </p:nvSpPr>
        <p:spPr>
          <a:xfrm>
            <a:off x="765218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data_8843">
            <a:extLst>
              <a:ext uri="{FF2B5EF4-FFF2-40B4-BE49-F238E27FC236}">
                <a16:creationId xmlns:a16="http://schemas.microsoft.com/office/drawing/2014/main" id="{1C36C49C-A72A-4D4C-9A42-1D569FFE22FE}"/>
              </a:ext>
            </a:extLst>
          </p:cNvPr>
          <p:cNvSpPr>
            <a:spLocks/>
          </p:cNvSpPr>
          <p:nvPr/>
        </p:nvSpPr>
        <p:spPr>
          <a:xfrm>
            <a:off x="76072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data_8844">
            <a:extLst>
              <a:ext uri="{FF2B5EF4-FFF2-40B4-BE49-F238E27FC236}">
                <a16:creationId xmlns:a16="http://schemas.microsoft.com/office/drawing/2014/main" id="{967BCF63-5813-47F9-B692-CAC18D224EA1}"/>
              </a:ext>
            </a:extLst>
          </p:cNvPr>
          <p:cNvSpPr>
            <a:spLocks/>
          </p:cNvSpPr>
          <p:nvPr/>
        </p:nvSpPr>
        <p:spPr>
          <a:xfrm>
            <a:off x="7657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data_8845">
            <a:extLst>
              <a:ext uri="{FF2B5EF4-FFF2-40B4-BE49-F238E27FC236}">
                <a16:creationId xmlns:a16="http://schemas.microsoft.com/office/drawing/2014/main" id="{0D45A392-FD54-46E0-82DB-D222AE0AD370}"/>
              </a:ext>
            </a:extLst>
          </p:cNvPr>
          <p:cNvSpPr>
            <a:spLocks/>
          </p:cNvSpPr>
          <p:nvPr/>
        </p:nvSpPr>
        <p:spPr>
          <a:xfrm>
            <a:off x="768436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data_8846">
            <a:extLst>
              <a:ext uri="{FF2B5EF4-FFF2-40B4-BE49-F238E27FC236}">
                <a16:creationId xmlns:a16="http://schemas.microsoft.com/office/drawing/2014/main" id="{D56743F0-B81E-404A-A340-14D3A2110DFE}"/>
              </a:ext>
            </a:extLst>
          </p:cNvPr>
          <p:cNvSpPr>
            <a:spLocks/>
          </p:cNvSpPr>
          <p:nvPr/>
        </p:nvSpPr>
        <p:spPr>
          <a:xfrm>
            <a:off x="76435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data_8847">
            <a:extLst>
              <a:ext uri="{FF2B5EF4-FFF2-40B4-BE49-F238E27FC236}">
                <a16:creationId xmlns:a16="http://schemas.microsoft.com/office/drawing/2014/main" id="{F0919438-A5EC-4837-A7DF-4FAA28A65620}"/>
              </a:ext>
            </a:extLst>
          </p:cNvPr>
          <p:cNvSpPr>
            <a:spLocks/>
          </p:cNvSpPr>
          <p:nvPr/>
        </p:nvSpPr>
        <p:spPr>
          <a:xfrm>
            <a:off x="76536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data_8848">
            <a:extLst>
              <a:ext uri="{FF2B5EF4-FFF2-40B4-BE49-F238E27FC236}">
                <a16:creationId xmlns:a16="http://schemas.microsoft.com/office/drawing/2014/main" id="{908CA103-3DCE-48F9-9E0B-C06DAA9D8AF5}"/>
              </a:ext>
            </a:extLst>
          </p:cNvPr>
          <p:cNvSpPr>
            <a:spLocks/>
          </p:cNvSpPr>
          <p:nvPr/>
        </p:nvSpPr>
        <p:spPr>
          <a:xfrm>
            <a:off x="7652445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data_8849">
            <a:extLst>
              <a:ext uri="{FF2B5EF4-FFF2-40B4-BE49-F238E27FC236}">
                <a16:creationId xmlns:a16="http://schemas.microsoft.com/office/drawing/2014/main" id="{5763A5C4-FB29-411C-BBD4-437C1358CC21}"/>
              </a:ext>
            </a:extLst>
          </p:cNvPr>
          <p:cNvSpPr>
            <a:spLocks/>
          </p:cNvSpPr>
          <p:nvPr/>
        </p:nvSpPr>
        <p:spPr>
          <a:xfrm>
            <a:off x="7631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data_8850">
            <a:extLst>
              <a:ext uri="{FF2B5EF4-FFF2-40B4-BE49-F238E27FC236}">
                <a16:creationId xmlns:a16="http://schemas.microsoft.com/office/drawing/2014/main" id="{1A9908F3-F5AF-4EFF-AFBF-6F8101D67C52}"/>
              </a:ext>
            </a:extLst>
          </p:cNvPr>
          <p:cNvSpPr>
            <a:spLocks/>
          </p:cNvSpPr>
          <p:nvPr/>
        </p:nvSpPr>
        <p:spPr>
          <a:xfrm>
            <a:off x="7595245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data_8851">
            <a:extLst>
              <a:ext uri="{FF2B5EF4-FFF2-40B4-BE49-F238E27FC236}">
                <a16:creationId xmlns:a16="http://schemas.microsoft.com/office/drawing/2014/main" id="{6E58D987-A96C-4A4F-B58F-3D381FBD5CDB}"/>
              </a:ext>
            </a:extLst>
          </p:cNvPr>
          <p:cNvSpPr>
            <a:spLocks/>
          </p:cNvSpPr>
          <p:nvPr/>
        </p:nvSpPr>
        <p:spPr>
          <a:xfrm>
            <a:off x="7675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data_8852">
            <a:extLst>
              <a:ext uri="{FF2B5EF4-FFF2-40B4-BE49-F238E27FC236}">
                <a16:creationId xmlns:a16="http://schemas.microsoft.com/office/drawing/2014/main" id="{836BE17F-22E5-4EDF-93D2-E4EE2F4B2A3E}"/>
              </a:ext>
            </a:extLst>
          </p:cNvPr>
          <p:cNvSpPr>
            <a:spLocks/>
          </p:cNvSpPr>
          <p:nvPr/>
        </p:nvSpPr>
        <p:spPr>
          <a:xfrm>
            <a:off x="75814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data_8853">
            <a:extLst>
              <a:ext uri="{FF2B5EF4-FFF2-40B4-BE49-F238E27FC236}">
                <a16:creationId xmlns:a16="http://schemas.microsoft.com/office/drawing/2014/main" id="{FF7D1364-114F-4FD1-874C-15E3B612F12D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data_8854">
            <a:extLst>
              <a:ext uri="{FF2B5EF4-FFF2-40B4-BE49-F238E27FC236}">
                <a16:creationId xmlns:a16="http://schemas.microsoft.com/office/drawing/2014/main" id="{A2142D35-4897-4044-875F-29123B96F68B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data_8855">
            <a:extLst>
              <a:ext uri="{FF2B5EF4-FFF2-40B4-BE49-F238E27FC236}">
                <a16:creationId xmlns:a16="http://schemas.microsoft.com/office/drawing/2014/main" id="{2EA68A31-D301-4522-84E2-90DDFA014850}"/>
              </a:ext>
            </a:extLst>
          </p:cNvPr>
          <p:cNvSpPr>
            <a:spLocks/>
          </p:cNvSpPr>
          <p:nvPr/>
        </p:nvSpPr>
        <p:spPr>
          <a:xfrm>
            <a:off x="7677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data_8856">
            <a:extLst>
              <a:ext uri="{FF2B5EF4-FFF2-40B4-BE49-F238E27FC236}">
                <a16:creationId xmlns:a16="http://schemas.microsoft.com/office/drawing/2014/main" id="{40876667-B194-4FC8-A8FE-B46AF70479C9}"/>
              </a:ext>
            </a:extLst>
          </p:cNvPr>
          <p:cNvSpPr>
            <a:spLocks/>
          </p:cNvSpPr>
          <p:nvPr/>
        </p:nvSpPr>
        <p:spPr>
          <a:xfrm>
            <a:off x="7663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data_8857">
            <a:extLst>
              <a:ext uri="{FF2B5EF4-FFF2-40B4-BE49-F238E27FC236}">
                <a16:creationId xmlns:a16="http://schemas.microsoft.com/office/drawing/2014/main" id="{FBB8BE97-B676-4A38-A35A-4E49AF97AE21}"/>
              </a:ext>
            </a:extLst>
          </p:cNvPr>
          <p:cNvSpPr>
            <a:spLocks/>
          </p:cNvSpPr>
          <p:nvPr/>
        </p:nvSpPr>
        <p:spPr>
          <a:xfrm>
            <a:off x="766886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data_8858">
            <a:extLst>
              <a:ext uri="{FF2B5EF4-FFF2-40B4-BE49-F238E27FC236}">
                <a16:creationId xmlns:a16="http://schemas.microsoft.com/office/drawing/2014/main" id="{37E22FC0-FCA5-4711-BB1D-6FE2F56E9AD0}"/>
              </a:ext>
            </a:extLst>
          </p:cNvPr>
          <p:cNvSpPr>
            <a:spLocks/>
          </p:cNvSpPr>
          <p:nvPr/>
        </p:nvSpPr>
        <p:spPr>
          <a:xfrm>
            <a:off x="7652705" y="25083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data_8859">
            <a:extLst>
              <a:ext uri="{FF2B5EF4-FFF2-40B4-BE49-F238E27FC236}">
                <a16:creationId xmlns:a16="http://schemas.microsoft.com/office/drawing/2014/main" id="{F0F6F507-0C52-4C3F-8EF5-2456DB6F0023}"/>
              </a:ext>
            </a:extLst>
          </p:cNvPr>
          <p:cNvSpPr>
            <a:spLocks/>
          </p:cNvSpPr>
          <p:nvPr/>
        </p:nvSpPr>
        <p:spPr>
          <a:xfrm>
            <a:off x="7662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data_8860">
            <a:extLst>
              <a:ext uri="{FF2B5EF4-FFF2-40B4-BE49-F238E27FC236}">
                <a16:creationId xmlns:a16="http://schemas.microsoft.com/office/drawing/2014/main" id="{C4580B51-2EF5-4652-AFD0-08C61A7F5E47}"/>
              </a:ext>
            </a:extLst>
          </p:cNvPr>
          <p:cNvSpPr>
            <a:spLocks/>
          </p:cNvSpPr>
          <p:nvPr/>
        </p:nvSpPr>
        <p:spPr>
          <a:xfrm>
            <a:off x="7673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data_8861">
            <a:extLst>
              <a:ext uri="{FF2B5EF4-FFF2-40B4-BE49-F238E27FC236}">
                <a16:creationId xmlns:a16="http://schemas.microsoft.com/office/drawing/2014/main" id="{85FC409F-8617-4CAE-911B-659CDA8D8181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data_8862">
            <a:extLst>
              <a:ext uri="{FF2B5EF4-FFF2-40B4-BE49-F238E27FC236}">
                <a16:creationId xmlns:a16="http://schemas.microsoft.com/office/drawing/2014/main" id="{623E9E88-D5DE-407A-B8BF-9CB99CEC3E48}"/>
              </a:ext>
            </a:extLst>
          </p:cNvPr>
          <p:cNvSpPr>
            <a:spLocks/>
          </p:cNvSpPr>
          <p:nvPr/>
        </p:nvSpPr>
        <p:spPr>
          <a:xfrm>
            <a:off x="7588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data_8863">
            <a:extLst>
              <a:ext uri="{FF2B5EF4-FFF2-40B4-BE49-F238E27FC236}">
                <a16:creationId xmlns:a16="http://schemas.microsoft.com/office/drawing/2014/main" id="{CEB5FC7A-D94D-4293-BF82-FA75E57EACD1}"/>
              </a:ext>
            </a:extLst>
          </p:cNvPr>
          <p:cNvSpPr>
            <a:spLocks/>
          </p:cNvSpPr>
          <p:nvPr/>
        </p:nvSpPr>
        <p:spPr>
          <a:xfrm>
            <a:off x="7650490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data_8864">
            <a:extLst>
              <a:ext uri="{FF2B5EF4-FFF2-40B4-BE49-F238E27FC236}">
                <a16:creationId xmlns:a16="http://schemas.microsoft.com/office/drawing/2014/main" id="{9779803B-ED3A-4D92-9B1D-72E08F5BE418}"/>
              </a:ext>
            </a:extLst>
          </p:cNvPr>
          <p:cNvSpPr>
            <a:spLocks/>
          </p:cNvSpPr>
          <p:nvPr/>
        </p:nvSpPr>
        <p:spPr>
          <a:xfrm>
            <a:off x="7584951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data_8865">
            <a:extLst>
              <a:ext uri="{FF2B5EF4-FFF2-40B4-BE49-F238E27FC236}">
                <a16:creationId xmlns:a16="http://schemas.microsoft.com/office/drawing/2014/main" id="{D656086C-21EE-4816-BE7F-5291A5FE00E5}"/>
              </a:ext>
            </a:extLst>
          </p:cNvPr>
          <p:cNvSpPr>
            <a:spLocks/>
          </p:cNvSpPr>
          <p:nvPr/>
        </p:nvSpPr>
        <p:spPr>
          <a:xfrm>
            <a:off x="7597590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data_8866">
            <a:extLst>
              <a:ext uri="{FF2B5EF4-FFF2-40B4-BE49-F238E27FC236}">
                <a16:creationId xmlns:a16="http://schemas.microsoft.com/office/drawing/2014/main" id="{32992B85-67ED-497A-BEB3-C1E67745AF5B}"/>
              </a:ext>
            </a:extLst>
          </p:cNvPr>
          <p:cNvSpPr>
            <a:spLocks/>
          </p:cNvSpPr>
          <p:nvPr/>
        </p:nvSpPr>
        <p:spPr>
          <a:xfrm>
            <a:off x="7576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data_8867">
            <a:extLst>
              <a:ext uri="{FF2B5EF4-FFF2-40B4-BE49-F238E27FC236}">
                <a16:creationId xmlns:a16="http://schemas.microsoft.com/office/drawing/2014/main" id="{536EA672-14CC-4BC7-96B1-41B95F88FC55}"/>
              </a:ext>
            </a:extLst>
          </p:cNvPr>
          <p:cNvSpPr>
            <a:spLocks/>
          </p:cNvSpPr>
          <p:nvPr/>
        </p:nvSpPr>
        <p:spPr>
          <a:xfrm>
            <a:off x="7590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data_8868">
            <a:extLst>
              <a:ext uri="{FF2B5EF4-FFF2-40B4-BE49-F238E27FC236}">
                <a16:creationId xmlns:a16="http://schemas.microsoft.com/office/drawing/2014/main" id="{1B1435AE-D62C-4D1E-8513-6D3D8C69B753}"/>
              </a:ext>
            </a:extLst>
          </p:cNvPr>
          <p:cNvSpPr>
            <a:spLocks/>
          </p:cNvSpPr>
          <p:nvPr/>
        </p:nvSpPr>
        <p:spPr>
          <a:xfrm>
            <a:off x="7595114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data_8869">
            <a:extLst>
              <a:ext uri="{FF2B5EF4-FFF2-40B4-BE49-F238E27FC236}">
                <a16:creationId xmlns:a16="http://schemas.microsoft.com/office/drawing/2014/main" id="{099AE18B-161E-42BC-AC6B-8DA59A0C130A}"/>
              </a:ext>
            </a:extLst>
          </p:cNvPr>
          <p:cNvSpPr>
            <a:spLocks/>
          </p:cNvSpPr>
          <p:nvPr/>
        </p:nvSpPr>
        <p:spPr>
          <a:xfrm>
            <a:off x="76760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data_8870">
            <a:extLst>
              <a:ext uri="{FF2B5EF4-FFF2-40B4-BE49-F238E27FC236}">
                <a16:creationId xmlns:a16="http://schemas.microsoft.com/office/drawing/2014/main" id="{776B9920-6FC7-4152-AD49-E0341C9E31E1}"/>
              </a:ext>
            </a:extLst>
          </p:cNvPr>
          <p:cNvSpPr>
            <a:spLocks/>
          </p:cNvSpPr>
          <p:nvPr/>
        </p:nvSpPr>
        <p:spPr>
          <a:xfrm>
            <a:off x="76207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data_8871">
            <a:extLst>
              <a:ext uri="{FF2B5EF4-FFF2-40B4-BE49-F238E27FC236}">
                <a16:creationId xmlns:a16="http://schemas.microsoft.com/office/drawing/2014/main" id="{42F4877F-092C-4F8C-8679-EDA3985590D2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data_8872">
            <a:extLst>
              <a:ext uri="{FF2B5EF4-FFF2-40B4-BE49-F238E27FC236}">
                <a16:creationId xmlns:a16="http://schemas.microsoft.com/office/drawing/2014/main" id="{DBD0088C-7579-4053-AEA3-02B8728B405B}"/>
              </a:ext>
            </a:extLst>
          </p:cNvPr>
          <p:cNvSpPr>
            <a:spLocks/>
          </p:cNvSpPr>
          <p:nvPr/>
        </p:nvSpPr>
        <p:spPr>
          <a:xfrm>
            <a:off x="759719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data_8873">
            <a:extLst>
              <a:ext uri="{FF2B5EF4-FFF2-40B4-BE49-F238E27FC236}">
                <a16:creationId xmlns:a16="http://schemas.microsoft.com/office/drawing/2014/main" id="{E293CF3F-B79E-465B-BD76-98B11F4B9796}"/>
              </a:ext>
            </a:extLst>
          </p:cNvPr>
          <p:cNvSpPr>
            <a:spLocks/>
          </p:cNvSpPr>
          <p:nvPr/>
        </p:nvSpPr>
        <p:spPr>
          <a:xfrm>
            <a:off x="766925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data_8874">
            <a:extLst>
              <a:ext uri="{FF2B5EF4-FFF2-40B4-BE49-F238E27FC236}">
                <a16:creationId xmlns:a16="http://schemas.microsoft.com/office/drawing/2014/main" id="{B97F5307-6069-43A7-82CC-2CAD21B4A861}"/>
              </a:ext>
            </a:extLst>
          </p:cNvPr>
          <p:cNvSpPr>
            <a:spLocks/>
          </p:cNvSpPr>
          <p:nvPr/>
        </p:nvSpPr>
        <p:spPr>
          <a:xfrm>
            <a:off x="764462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data_8875">
            <a:extLst>
              <a:ext uri="{FF2B5EF4-FFF2-40B4-BE49-F238E27FC236}">
                <a16:creationId xmlns:a16="http://schemas.microsoft.com/office/drawing/2014/main" id="{D148FAAB-4F89-4E87-9232-41AF5BA40A9A}"/>
              </a:ext>
            </a:extLst>
          </p:cNvPr>
          <p:cNvSpPr>
            <a:spLocks/>
          </p:cNvSpPr>
          <p:nvPr/>
        </p:nvSpPr>
        <p:spPr>
          <a:xfrm>
            <a:off x="7668732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data_8876">
            <a:extLst>
              <a:ext uri="{FF2B5EF4-FFF2-40B4-BE49-F238E27FC236}">
                <a16:creationId xmlns:a16="http://schemas.microsoft.com/office/drawing/2014/main" id="{8CBE5B72-6557-45B8-A59E-2E98D91B2716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data_8877">
            <a:extLst>
              <a:ext uri="{FF2B5EF4-FFF2-40B4-BE49-F238E27FC236}">
                <a16:creationId xmlns:a16="http://schemas.microsoft.com/office/drawing/2014/main" id="{15703A72-27F3-4601-B113-4CD49C34AF50}"/>
              </a:ext>
            </a:extLst>
          </p:cNvPr>
          <p:cNvSpPr>
            <a:spLocks/>
          </p:cNvSpPr>
          <p:nvPr/>
        </p:nvSpPr>
        <p:spPr>
          <a:xfrm>
            <a:off x="761075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data_8878">
            <a:extLst>
              <a:ext uri="{FF2B5EF4-FFF2-40B4-BE49-F238E27FC236}">
                <a16:creationId xmlns:a16="http://schemas.microsoft.com/office/drawing/2014/main" id="{555F149C-AC97-4E32-BD5E-643029BB445A}"/>
              </a:ext>
            </a:extLst>
          </p:cNvPr>
          <p:cNvSpPr>
            <a:spLocks/>
          </p:cNvSpPr>
          <p:nvPr/>
        </p:nvSpPr>
        <p:spPr>
          <a:xfrm>
            <a:off x="7669644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data_8879">
            <a:extLst>
              <a:ext uri="{FF2B5EF4-FFF2-40B4-BE49-F238E27FC236}">
                <a16:creationId xmlns:a16="http://schemas.microsoft.com/office/drawing/2014/main" id="{03F74C33-9AC0-4273-8508-D5CA93D70F2F}"/>
              </a:ext>
            </a:extLst>
          </p:cNvPr>
          <p:cNvSpPr>
            <a:spLocks/>
          </p:cNvSpPr>
          <p:nvPr/>
        </p:nvSpPr>
        <p:spPr>
          <a:xfrm>
            <a:off x="76697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data_8880">
            <a:extLst>
              <a:ext uri="{FF2B5EF4-FFF2-40B4-BE49-F238E27FC236}">
                <a16:creationId xmlns:a16="http://schemas.microsoft.com/office/drawing/2014/main" id="{482ECE65-71B5-4D4F-BC43-ADD9954C0BBF}"/>
              </a:ext>
            </a:extLst>
          </p:cNvPr>
          <p:cNvSpPr>
            <a:spLocks/>
          </p:cNvSpPr>
          <p:nvPr/>
        </p:nvSpPr>
        <p:spPr>
          <a:xfrm>
            <a:off x="76616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data_8881">
            <a:extLst>
              <a:ext uri="{FF2B5EF4-FFF2-40B4-BE49-F238E27FC236}">
                <a16:creationId xmlns:a16="http://schemas.microsoft.com/office/drawing/2014/main" id="{ACF3F55C-F824-4E02-849B-8EB0BC4EE657}"/>
              </a:ext>
            </a:extLst>
          </p:cNvPr>
          <p:cNvSpPr>
            <a:spLocks/>
          </p:cNvSpPr>
          <p:nvPr/>
        </p:nvSpPr>
        <p:spPr>
          <a:xfrm>
            <a:off x="7673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data_8882">
            <a:extLst>
              <a:ext uri="{FF2B5EF4-FFF2-40B4-BE49-F238E27FC236}">
                <a16:creationId xmlns:a16="http://schemas.microsoft.com/office/drawing/2014/main" id="{F7738AA1-5820-4FE8-B057-ED65E75F18BB}"/>
              </a:ext>
            </a:extLst>
          </p:cNvPr>
          <p:cNvSpPr>
            <a:spLocks/>
          </p:cNvSpPr>
          <p:nvPr/>
        </p:nvSpPr>
        <p:spPr>
          <a:xfrm>
            <a:off x="7598241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data_8883">
            <a:extLst>
              <a:ext uri="{FF2B5EF4-FFF2-40B4-BE49-F238E27FC236}">
                <a16:creationId xmlns:a16="http://schemas.microsoft.com/office/drawing/2014/main" id="{207FA8E6-CBB8-4D98-BC61-1A0D466BD8AB}"/>
              </a:ext>
            </a:extLst>
          </p:cNvPr>
          <p:cNvSpPr>
            <a:spLocks/>
          </p:cNvSpPr>
          <p:nvPr/>
        </p:nvSpPr>
        <p:spPr>
          <a:xfrm>
            <a:off x="75785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data_8884">
            <a:extLst>
              <a:ext uri="{FF2B5EF4-FFF2-40B4-BE49-F238E27FC236}">
                <a16:creationId xmlns:a16="http://schemas.microsoft.com/office/drawing/2014/main" id="{72A4418F-CB21-4561-9A48-98F949D47B4E}"/>
              </a:ext>
            </a:extLst>
          </p:cNvPr>
          <p:cNvSpPr>
            <a:spLocks/>
          </p:cNvSpPr>
          <p:nvPr/>
        </p:nvSpPr>
        <p:spPr>
          <a:xfrm>
            <a:off x="76543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data_8885">
            <a:extLst>
              <a:ext uri="{FF2B5EF4-FFF2-40B4-BE49-F238E27FC236}">
                <a16:creationId xmlns:a16="http://schemas.microsoft.com/office/drawing/2014/main" id="{302C6851-41E1-44B8-9E45-A798F08C359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data_8886">
            <a:extLst>
              <a:ext uri="{FF2B5EF4-FFF2-40B4-BE49-F238E27FC236}">
                <a16:creationId xmlns:a16="http://schemas.microsoft.com/office/drawing/2014/main" id="{C0EBD795-8805-459D-A0BF-3C297257530B}"/>
              </a:ext>
            </a:extLst>
          </p:cNvPr>
          <p:cNvSpPr>
            <a:spLocks/>
          </p:cNvSpPr>
          <p:nvPr/>
        </p:nvSpPr>
        <p:spPr>
          <a:xfrm>
            <a:off x="75806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data_8887">
            <a:extLst>
              <a:ext uri="{FF2B5EF4-FFF2-40B4-BE49-F238E27FC236}">
                <a16:creationId xmlns:a16="http://schemas.microsoft.com/office/drawing/2014/main" id="{29015F5D-2797-4480-9829-1C963CF399E7}"/>
              </a:ext>
            </a:extLst>
          </p:cNvPr>
          <p:cNvSpPr>
            <a:spLocks/>
          </p:cNvSpPr>
          <p:nvPr/>
        </p:nvSpPr>
        <p:spPr>
          <a:xfrm>
            <a:off x="7657657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data_8888">
            <a:extLst>
              <a:ext uri="{FF2B5EF4-FFF2-40B4-BE49-F238E27FC236}">
                <a16:creationId xmlns:a16="http://schemas.microsoft.com/office/drawing/2014/main" id="{3155EEDF-A722-400D-8CAB-95784D5B378A}"/>
              </a:ext>
            </a:extLst>
          </p:cNvPr>
          <p:cNvSpPr>
            <a:spLocks/>
          </p:cNvSpPr>
          <p:nvPr/>
        </p:nvSpPr>
        <p:spPr>
          <a:xfrm>
            <a:off x="75736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data_8889">
            <a:extLst>
              <a:ext uri="{FF2B5EF4-FFF2-40B4-BE49-F238E27FC236}">
                <a16:creationId xmlns:a16="http://schemas.microsoft.com/office/drawing/2014/main" id="{2E41417E-77B8-4115-98A4-7DC2677E53BF}"/>
              </a:ext>
            </a:extLst>
          </p:cNvPr>
          <p:cNvSpPr>
            <a:spLocks/>
          </p:cNvSpPr>
          <p:nvPr/>
        </p:nvSpPr>
        <p:spPr>
          <a:xfrm>
            <a:off x="76826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data_8890">
            <a:extLst>
              <a:ext uri="{FF2B5EF4-FFF2-40B4-BE49-F238E27FC236}">
                <a16:creationId xmlns:a16="http://schemas.microsoft.com/office/drawing/2014/main" id="{9D404A76-20FC-49B2-B82E-E84D6EB7E580}"/>
              </a:ext>
            </a:extLst>
          </p:cNvPr>
          <p:cNvSpPr>
            <a:spLocks/>
          </p:cNvSpPr>
          <p:nvPr/>
        </p:nvSpPr>
        <p:spPr>
          <a:xfrm>
            <a:off x="76627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data_8891">
            <a:extLst>
              <a:ext uri="{FF2B5EF4-FFF2-40B4-BE49-F238E27FC236}">
                <a16:creationId xmlns:a16="http://schemas.microsoft.com/office/drawing/2014/main" id="{267F1153-C15E-4927-B880-14825094EC93}"/>
              </a:ext>
            </a:extLst>
          </p:cNvPr>
          <p:cNvSpPr>
            <a:spLocks/>
          </p:cNvSpPr>
          <p:nvPr/>
        </p:nvSpPr>
        <p:spPr>
          <a:xfrm>
            <a:off x="761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data_8892">
            <a:extLst>
              <a:ext uri="{FF2B5EF4-FFF2-40B4-BE49-F238E27FC236}">
                <a16:creationId xmlns:a16="http://schemas.microsoft.com/office/drawing/2014/main" id="{9D616ED6-6F62-4D6D-90A0-5B8AEAADEED6}"/>
              </a:ext>
            </a:extLst>
          </p:cNvPr>
          <p:cNvSpPr>
            <a:spLocks/>
          </p:cNvSpPr>
          <p:nvPr/>
        </p:nvSpPr>
        <p:spPr>
          <a:xfrm>
            <a:off x="75935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data_8893">
            <a:extLst>
              <a:ext uri="{FF2B5EF4-FFF2-40B4-BE49-F238E27FC236}">
                <a16:creationId xmlns:a16="http://schemas.microsoft.com/office/drawing/2014/main" id="{0A56A7B6-6A8F-4291-B5E6-F8813A3DBAC5}"/>
              </a:ext>
            </a:extLst>
          </p:cNvPr>
          <p:cNvSpPr>
            <a:spLocks/>
          </p:cNvSpPr>
          <p:nvPr/>
        </p:nvSpPr>
        <p:spPr>
          <a:xfrm>
            <a:off x="7680719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data_8894">
            <a:extLst>
              <a:ext uri="{FF2B5EF4-FFF2-40B4-BE49-F238E27FC236}">
                <a16:creationId xmlns:a16="http://schemas.microsoft.com/office/drawing/2014/main" id="{884BFEF8-7995-42B0-89FD-9CD9C94993F5}"/>
              </a:ext>
            </a:extLst>
          </p:cNvPr>
          <p:cNvSpPr>
            <a:spLocks/>
          </p:cNvSpPr>
          <p:nvPr/>
        </p:nvSpPr>
        <p:spPr>
          <a:xfrm>
            <a:off x="7686322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data_8895">
            <a:extLst>
              <a:ext uri="{FF2B5EF4-FFF2-40B4-BE49-F238E27FC236}">
                <a16:creationId xmlns:a16="http://schemas.microsoft.com/office/drawing/2014/main" id="{41168937-FAEA-4D52-AF15-ADB0B2034A30}"/>
              </a:ext>
            </a:extLst>
          </p:cNvPr>
          <p:cNvSpPr>
            <a:spLocks/>
          </p:cNvSpPr>
          <p:nvPr/>
        </p:nvSpPr>
        <p:spPr>
          <a:xfrm>
            <a:off x="7639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data_8896">
            <a:extLst>
              <a:ext uri="{FF2B5EF4-FFF2-40B4-BE49-F238E27FC236}">
                <a16:creationId xmlns:a16="http://schemas.microsoft.com/office/drawing/2014/main" id="{CA6F1D40-13FC-4CA3-800E-02A10353674D}"/>
              </a:ext>
            </a:extLst>
          </p:cNvPr>
          <p:cNvSpPr>
            <a:spLocks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data_8897">
            <a:extLst>
              <a:ext uri="{FF2B5EF4-FFF2-40B4-BE49-F238E27FC236}">
                <a16:creationId xmlns:a16="http://schemas.microsoft.com/office/drawing/2014/main" id="{B8F51260-1DC3-4FE3-AA92-B65D3074F3C3}"/>
              </a:ext>
            </a:extLst>
          </p:cNvPr>
          <p:cNvSpPr>
            <a:spLocks/>
          </p:cNvSpPr>
          <p:nvPr/>
        </p:nvSpPr>
        <p:spPr>
          <a:xfrm>
            <a:off x="757739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data_8898">
            <a:extLst>
              <a:ext uri="{FF2B5EF4-FFF2-40B4-BE49-F238E27FC236}">
                <a16:creationId xmlns:a16="http://schemas.microsoft.com/office/drawing/2014/main" id="{BBB58E9E-43AA-4935-B219-4D22FDF70A28}"/>
              </a:ext>
            </a:extLst>
          </p:cNvPr>
          <p:cNvSpPr>
            <a:spLocks/>
          </p:cNvSpPr>
          <p:nvPr/>
        </p:nvSpPr>
        <p:spPr>
          <a:xfrm>
            <a:off x="76141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data_8899">
            <a:extLst>
              <a:ext uri="{FF2B5EF4-FFF2-40B4-BE49-F238E27FC236}">
                <a16:creationId xmlns:a16="http://schemas.microsoft.com/office/drawing/2014/main" id="{BAFD237A-CC76-40ED-8BD4-99DF5923E854}"/>
              </a:ext>
            </a:extLst>
          </p:cNvPr>
          <p:cNvSpPr>
            <a:spLocks/>
          </p:cNvSpPr>
          <p:nvPr/>
        </p:nvSpPr>
        <p:spPr>
          <a:xfrm>
            <a:off x="76606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data_8900">
            <a:extLst>
              <a:ext uri="{FF2B5EF4-FFF2-40B4-BE49-F238E27FC236}">
                <a16:creationId xmlns:a16="http://schemas.microsoft.com/office/drawing/2014/main" id="{EF3E85E9-FE44-4D00-8B45-A868EE871CC1}"/>
              </a:ext>
            </a:extLst>
          </p:cNvPr>
          <p:cNvSpPr>
            <a:spLocks/>
          </p:cNvSpPr>
          <p:nvPr/>
        </p:nvSpPr>
        <p:spPr>
          <a:xfrm>
            <a:off x="75694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data_8901">
            <a:extLst>
              <a:ext uri="{FF2B5EF4-FFF2-40B4-BE49-F238E27FC236}">
                <a16:creationId xmlns:a16="http://schemas.microsoft.com/office/drawing/2014/main" id="{C08D542A-BCFF-4364-A2A5-0A47C7E65491}"/>
              </a:ext>
            </a:extLst>
          </p:cNvPr>
          <p:cNvSpPr>
            <a:spLocks/>
          </p:cNvSpPr>
          <p:nvPr/>
        </p:nvSpPr>
        <p:spPr>
          <a:xfrm>
            <a:off x="75647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data_8902">
            <a:extLst>
              <a:ext uri="{FF2B5EF4-FFF2-40B4-BE49-F238E27FC236}">
                <a16:creationId xmlns:a16="http://schemas.microsoft.com/office/drawing/2014/main" id="{E8BB83A0-84DF-496E-9520-C8ECBFD3D561}"/>
              </a:ext>
            </a:extLst>
          </p:cNvPr>
          <p:cNvSpPr>
            <a:spLocks/>
          </p:cNvSpPr>
          <p:nvPr/>
        </p:nvSpPr>
        <p:spPr>
          <a:xfrm>
            <a:off x="7641760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data_8903">
            <a:extLst>
              <a:ext uri="{FF2B5EF4-FFF2-40B4-BE49-F238E27FC236}">
                <a16:creationId xmlns:a16="http://schemas.microsoft.com/office/drawing/2014/main" id="{E2F5EAB2-E0D2-4DD5-8E2C-013E6F6C5749}"/>
              </a:ext>
            </a:extLst>
          </p:cNvPr>
          <p:cNvSpPr>
            <a:spLocks/>
          </p:cNvSpPr>
          <p:nvPr/>
        </p:nvSpPr>
        <p:spPr>
          <a:xfrm>
            <a:off x="7679937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data_8904">
            <a:extLst>
              <a:ext uri="{FF2B5EF4-FFF2-40B4-BE49-F238E27FC236}">
                <a16:creationId xmlns:a16="http://schemas.microsoft.com/office/drawing/2014/main" id="{5D833891-A7B8-4556-AB6D-623985D9ED5F}"/>
              </a:ext>
            </a:extLst>
          </p:cNvPr>
          <p:cNvSpPr>
            <a:spLocks/>
          </p:cNvSpPr>
          <p:nvPr/>
        </p:nvSpPr>
        <p:spPr>
          <a:xfrm>
            <a:off x="75590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data_8905">
            <a:extLst>
              <a:ext uri="{FF2B5EF4-FFF2-40B4-BE49-F238E27FC236}">
                <a16:creationId xmlns:a16="http://schemas.microsoft.com/office/drawing/2014/main" id="{DCA48E69-0247-42EA-9767-38EF9A6BB81A}"/>
              </a:ext>
            </a:extLst>
          </p:cNvPr>
          <p:cNvSpPr>
            <a:spLocks/>
          </p:cNvSpPr>
          <p:nvPr/>
        </p:nvSpPr>
        <p:spPr>
          <a:xfrm>
            <a:off x="76099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data_8906">
            <a:extLst>
              <a:ext uri="{FF2B5EF4-FFF2-40B4-BE49-F238E27FC236}">
                <a16:creationId xmlns:a16="http://schemas.microsoft.com/office/drawing/2014/main" id="{C8D981DE-A7C7-4985-AF81-1562C7F2AB6C}"/>
              </a:ext>
            </a:extLst>
          </p:cNvPr>
          <p:cNvSpPr>
            <a:spLocks/>
          </p:cNvSpPr>
          <p:nvPr/>
        </p:nvSpPr>
        <p:spPr>
          <a:xfrm>
            <a:off x="7651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data_8907">
            <a:extLst>
              <a:ext uri="{FF2B5EF4-FFF2-40B4-BE49-F238E27FC236}">
                <a16:creationId xmlns:a16="http://schemas.microsoft.com/office/drawing/2014/main" id="{0F2F358C-C10D-472C-B559-947751DFD257}"/>
              </a:ext>
            </a:extLst>
          </p:cNvPr>
          <p:cNvSpPr>
            <a:spLocks/>
          </p:cNvSpPr>
          <p:nvPr/>
        </p:nvSpPr>
        <p:spPr>
          <a:xfrm>
            <a:off x="76127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data_8908">
            <a:extLst>
              <a:ext uri="{FF2B5EF4-FFF2-40B4-BE49-F238E27FC236}">
                <a16:creationId xmlns:a16="http://schemas.microsoft.com/office/drawing/2014/main" id="{3EA739FE-1A76-4BE8-81FB-B7A7E5F1C500}"/>
              </a:ext>
            </a:extLst>
          </p:cNvPr>
          <p:cNvSpPr>
            <a:spLocks/>
          </p:cNvSpPr>
          <p:nvPr/>
        </p:nvSpPr>
        <p:spPr>
          <a:xfrm>
            <a:off x="75906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data_8909">
            <a:extLst>
              <a:ext uri="{FF2B5EF4-FFF2-40B4-BE49-F238E27FC236}">
                <a16:creationId xmlns:a16="http://schemas.microsoft.com/office/drawing/2014/main" id="{B9987278-AB24-4FE7-9BD2-18B713C126E9}"/>
              </a:ext>
            </a:extLst>
          </p:cNvPr>
          <p:cNvSpPr>
            <a:spLocks/>
          </p:cNvSpPr>
          <p:nvPr/>
        </p:nvSpPr>
        <p:spPr>
          <a:xfrm>
            <a:off x="76412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data_8910">
            <a:extLst>
              <a:ext uri="{FF2B5EF4-FFF2-40B4-BE49-F238E27FC236}">
                <a16:creationId xmlns:a16="http://schemas.microsoft.com/office/drawing/2014/main" id="{65AAFC00-434E-4392-9065-77EA1AA67A06}"/>
              </a:ext>
            </a:extLst>
          </p:cNvPr>
          <p:cNvSpPr>
            <a:spLocks/>
          </p:cNvSpPr>
          <p:nvPr/>
        </p:nvSpPr>
        <p:spPr>
          <a:xfrm>
            <a:off x="7637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data_8911">
            <a:extLst>
              <a:ext uri="{FF2B5EF4-FFF2-40B4-BE49-F238E27FC236}">
                <a16:creationId xmlns:a16="http://schemas.microsoft.com/office/drawing/2014/main" id="{FE136A7F-78D7-4F8A-9F55-735F06D28A2F}"/>
              </a:ext>
            </a:extLst>
          </p:cNvPr>
          <p:cNvSpPr>
            <a:spLocks/>
          </p:cNvSpPr>
          <p:nvPr/>
        </p:nvSpPr>
        <p:spPr>
          <a:xfrm>
            <a:off x="7621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data_8912">
            <a:extLst>
              <a:ext uri="{FF2B5EF4-FFF2-40B4-BE49-F238E27FC236}">
                <a16:creationId xmlns:a16="http://schemas.microsoft.com/office/drawing/2014/main" id="{CBA68B8A-E1F3-42AB-87EF-3B10BB00FF59}"/>
              </a:ext>
            </a:extLst>
          </p:cNvPr>
          <p:cNvSpPr>
            <a:spLocks/>
          </p:cNvSpPr>
          <p:nvPr/>
        </p:nvSpPr>
        <p:spPr>
          <a:xfrm>
            <a:off x="76339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data_8913">
            <a:extLst>
              <a:ext uri="{FF2B5EF4-FFF2-40B4-BE49-F238E27FC236}">
                <a16:creationId xmlns:a16="http://schemas.microsoft.com/office/drawing/2014/main" id="{00C017FC-FD57-4AD1-AA96-77D80EC92993}"/>
              </a:ext>
            </a:extLst>
          </p:cNvPr>
          <p:cNvSpPr>
            <a:spLocks/>
          </p:cNvSpPr>
          <p:nvPr/>
        </p:nvSpPr>
        <p:spPr>
          <a:xfrm>
            <a:off x="7596547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data_8914">
            <a:extLst>
              <a:ext uri="{FF2B5EF4-FFF2-40B4-BE49-F238E27FC236}">
                <a16:creationId xmlns:a16="http://schemas.microsoft.com/office/drawing/2014/main" id="{89176383-AFEF-4EAA-91AC-083B0A1B1625}"/>
              </a:ext>
            </a:extLst>
          </p:cNvPr>
          <p:cNvSpPr>
            <a:spLocks/>
          </p:cNvSpPr>
          <p:nvPr/>
        </p:nvSpPr>
        <p:spPr>
          <a:xfrm>
            <a:off x="762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data_8915">
            <a:extLst>
              <a:ext uri="{FF2B5EF4-FFF2-40B4-BE49-F238E27FC236}">
                <a16:creationId xmlns:a16="http://schemas.microsoft.com/office/drawing/2014/main" id="{F12BC383-6723-4DD5-99C5-5FEF3E06079D}"/>
              </a:ext>
            </a:extLst>
          </p:cNvPr>
          <p:cNvSpPr>
            <a:spLocks/>
          </p:cNvSpPr>
          <p:nvPr/>
        </p:nvSpPr>
        <p:spPr>
          <a:xfrm>
            <a:off x="759785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data_8916">
            <a:extLst>
              <a:ext uri="{FF2B5EF4-FFF2-40B4-BE49-F238E27FC236}">
                <a16:creationId xmlns:a16="http://schemas.microsoft.com/office/drawing/2014/main" id="{0F4AD170-501F-4DC5-BD83-918C550C5F37}"/>
              </a:ext>
            </a:extLst>
          </p:cNvPr>
          <p:cNvSpPr>
            <a:spLocks/>
          </p:cNvSpPr>
          <p:nvPr/>
        </p:nvSpPr>
        <p:spPr>
          <a:xfrm>
            <a:off x="7609317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data_8917">
            <a:extLst>
              <a:ext uri="{FF2B5EF4-FFF2-40B4-BE49-F238E27FC236}">
                <a16:creationId xmlns:a16="http://schemas.microsoft.com/office/drawing/2014/main" id="{F79C7FDC-3495-407C-8573-D97C061C82ED}"/>
              </a:ext>
            </a:extLst>
          </p:cNvPr>
          <p:cNvSpPr>
            <a:spLocks/>
          </p:cNvSpPr>
          <p:nvPr/>
        </p:nvSpPr>
        <p:spPr>
          <a:xfrm>
            <a:off x="766560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data_8918">
            <a:extLst>
              <a:ext uri="{FF2B5EF4-FFF2-40B4-BE49-F238E27FC236}">
                <a16:creationId xmlns:a16="http://schemas.microsoft.com/office/drawing/2014/main" id="{2CAD7473-3021-4BD4-98CC-0D535FA2659E}"/>
              </a:ext>
            </a:extLst>
          </p:cNvPr>
          <p:cNvSpPr>
            <a:spLocks/>
          </p:cNvSpPr>
          <p:nvPr/>
        </p:nvSpPr>
        <p:spPr>
          <a:xfrm>
            <a:off x="757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data_8919">
            <a:extLst>
              <a:ext uri="{FF2B5EF4-FFF2-40B4-BE49-F238E27FC236}">
                <a16:creationId xmlns:a16="http://schemas.microsoft.com/office/drawing/2014/main" id="{3CC64E32-421F-4D8A-8681-581DFBEE87B3}"/>
              </a:ext>
            </a:extLst>
          </p:cNvPr>
          <p:cNvSpPr>
            <a:spLocks/>
          </p:cNvSpPr>
          <p:nvPr/>
        </p:nvSpPr>
        <p:spPr>
          <a:xfrm>
            <a:off x="7579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data_8920">
            <a:extLst>
              <a:ext uri="{FF2B5EF4-FFF2-40B4-BE49-F238E27FC236}">
                <a16:creationId xmlns:a16="http://schemas.microsoft.com/office/drawing/2014/main" id="{0BB20F5B-8234-4162-B621-AD785085C546}"/>
              </a:ext>
            </a:extLst>
          </p:cNvPr>
          <p:cNvSpPr>
            <a:spLocks/>
          </p:cNvSpPr>
          <p:nvPr/>
        </p:nvSpPr>
        <p:spPr>
          <a:xfrm>
            <a:off x="76335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data_8921">
            <a:extLst>
              <a:ext uri="{FF2B5EF4-FFF2-40B4-BE49-F238E27FC236}">
                <a16:creationId xmlns:a16="http://schemas.microsoft.com/office/drawing/2014/main" id="{50820A57-B5B0-45DB-9B75-98E168F4E23B}"/>
              </a:ext>
            </a:extLst>
          </p:cNvPr>
          <p:cNvSpPr>
            <a:spLocks/>
          </p:cNvSpPr>
          <p:nvPr/>
        </p:nvSpPr>
        <p:spPr>
          <a:xfrm>
            <a:off x="76323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data_8922">
            <a:extLst>
              <a:ext uri="{FF2B5EF4-FFF2-40B4-BE49-F238E27FC236}">
                <a16:creationId xmlns:a16="http://schemas.microsoft.com/office/drawing/2014/main" id="{7E1191B2-E705-4E57-B4AD-6E271CFFB5AB}"/>
              </a:ext>
            </a:extLst>
          </p:cNvPr>
          <p:cNvSpPr>
            <a:spLocks/>
          </p:cNvSpPr>
          <p:nvPr/>
        </p:nvSpPr>
        <p:spPr>
          <a:xfrm>
            <a:off x="76747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data_8923">
            <a:extLst>
              <a:ext uri="{FF2B5EF4-FFF2-40B4-BE49-F238E27FC236}">
                <a16:creationId xmlns:a16="http://schemas.microsoft.com/office/drawing/2014/main" id="{982E2017-D215-48FA-980E-C2F287D5D078}"/>
              </a:ext>
            </a:extLst>
          </p:cNvPr>
          <p:cNvSpPr>
            <a:spLocks/>
          </p:cNvSpPr>
          <p:nvPr/>
        </p:nvSpPr>
        <p:spPr>
          <a:xfrm>
            <a:off x="765505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data_8924">
            <a:extLst>
              <a:ext uri="{FF2B5EF4-FFF2-40B4-BE49-F238E27FC236}">
                <a16:creationId xmlns:a16="http://schemas.microsoft.com/office/drawing/2014/main" id="{35072611-64F1-4082-BFBB-BD8C9C490451}"/>
              </a:ext>
            </a:extLst>
          </p:cNvPr>
          <p:cNvSpPr>
            <a:spLocks/>
          </p:cNvSpPr>
          <p:nvPr/>
        </p:nvSpPr>
        <p:spPr>
          <a:xfrm>
            <a:off x="75746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data_8925">
            <a:extLst>
              <a:ext uri="{FF2B5EF4-FFF2-40B4-BE49-F238E27FC236}">
                <a16:creationId xmlns:a16="http://schemas.microsoft.com/office/drawing/2014/main" id="{2538C1E7-260E-405D-8D49-FAD5C9CCCEEA}"/>
              </a:ext>
            </a:extLst>
          </p:cNvPr>
          <p:cNvSpPr>
            <a:spLocks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data_8926">
            <a:extLst>
              <a:ext uri="{FF2B5EF4-FFF2-40B4-BE49-F238E27FC236}">
                <a16:creationId xmlns:a16="http://schemas.microsoft.com/office/drawing/2014/main" id="{E11C7AF5-E04B-4B8D-BF49-90F5B2EA0E50}"/>
              </a:ext>
            </a:extLst>
          </p:cNvPr>
          <p:cNvSpPr>
            <a:spLocks/>
          </p:cNvSpPr>
          <p:nvPr/>
        </p:nvSpPr>
        <p:spPr>
          <a:xfrm>
            <a:off x="7645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data_8927">
            <a:extLst>
              <a:ext uri="{FF2B5EF4-FFF2-40B4-BE49-F238E27FC236}">
                <a16:creationId xmlns:a16="http://schemas.microsoft.com/office/drawing/2014/main" id="{CD89BA61-0633-4BF3-A8C8-07F922D32ED9}"/>
              </a:ext>
            </a:extLst>
          </p:cNvPr>
          <p:cNvSpPr>
            <a:spLocks/>
          </p:cNvSpPr>
          <p:nvPr/>
        </p:nvSpPr>
        <p:spPr>
          <a:xfrm>
            <a:off x="75671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data_8928">
            <a:extLst>
              <a:ext uri="{FF2B5EF4-FFF2-40B4-BE49-F238E27FC236}">
                <a16:creationId xmlns:a16="http://schemas.microsoft.com/office/drawing/2014/main" id="{85B50FBE-6920-425A-9718-69636C33E32B}"/>
              </a:ext>
            </a:extLst>
          </p:cNvPr>
          <p:cNvSpPr>
            <a:spLocks/>
          </p:cNvSpPr>
          <p:nvPr/>
        </p:nvSpPr>
        <p:spPr>
          <a:xfrm>
            <a:off x="765765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data_8929">
            <a:extLst>
              <a:ext uri="{FF2B5EF4-FFF2-40B4-BE49-F238E27FC236}">
                <a16:creationId xmlns:a16="http://schemas.microsoft.com/office/drawing/2014/main" id="{F52CC8A9-BC90-47E8-BBBB-C7AAD1EE64F1}"/>
              </a:ext>
            </a:extLst>
          </p:cNvPr>
          <p:cNvSpPr>
            <a:spLocks/>
          </p:cNvSpPr>
          <p:nvPr/>
        </p:nvSpPr>
        <p:spPr>
          <a:xfrm>
            <a:off x="76620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data_8930">
            <a:extLst>
              <a:ext uri="{FF2B5EF4-FFF2-40B4-BE49-F238E27FC236}">
                <a16:creationId xmlns:a16="http://schemas.microsoft.com/office/drawing/2014/main" id="{5FE8B926-020F-403D-BEAF-B3586BA49DA4}"/>
              </a:ext>
            </a:extLst>
          </p:cNvPr>
          <p:cNvSpPr>
            <a:spLocks/>
          </p:cNvSpPr>
          <p:nvPr/>
        </p:nvSpPr>
        <p:spPr>
          <a:xfrm>
            <a:off x="76482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data_8931">
            <a:extLst>
              <a:ext uri="{FF2B5EF4-FFF2-40B4-BE49-F238E27FC236}">
                <a16:creationId xmlns:a16="http://schemas.microsoft.com/office/drawing/2014/main" id="{834E96CB-C42E-4A42-B587-CD28160151F9}"/>
              </a:ext>
            </a:extLst>
          </p:cNvPr>
          <p:cNvSpPr>
            <a:spLocks/>
          </p:cNvSpPr>
          <p:nvPr/>
        </p:nvSpPr>
        <p:spPr>
          <a:xfrm>
            <a:off x="764710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data_8932">
            <a:extLst>
              <a:ext uri="{FF2B5EF4-FFF2-40B4-BE49-F238E27FC236}">
                <a16:creationId xmlns:a16="http://schemas.microsoft.com/office/drawing/2014/main" id="{074A2B8A-717C-4EAD-9382-770E35D9B4EE}"/>
              </a:ext>
            </a:extLst>
          </p:cNvPr>
          <p:cNvSpPr>
            <a:spLocks/>
          </p:cNvSpPr>
          <p:nvPr/>
        </p:nvSpPr>
        <p:spPr>
          <a:xfrm>
            <a:off x="7652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data_8933">
            <a:extLst>
              <a:ext uri="{FF2B5EF4-FFF2-40B4-BE49-F238E27FC236}">
                <a16:creationId xmlns:a16="http://schemas.microsoft.com/office/drawing/2014/main" id="{40347079-4E6A-4B17-8E3C-26F1CA113877}"/>
              </a:ext>
            </a:extLst>
          </p:cNvPr>
          <p:cNvSpPr>
            <a:spLocks/>
          </p:cNvSpPr>
          <p:nvPr/>
        </p:nvSpPr>
        <p:spPr>
          <a:xfrm>
            <a:off x="7628079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data_8934">
            <a:extLst>
              <a:ext uri="{FF2B5EF4-FFF2-40B4-BE49-F238E27FC236}">
                <a16:creationId xmlns:a16="http://schemas.microsoft.com/office/drawing/2014/main" id="{9E24B5FF-C677-4DA3-9392-0DCCAFB62BF8}"/>
              </a:ext>
            </a:extLst>
          </p:cNvPr>
          <p:cNvSpPr>
            <a:spLocks/>
          </p:cNvSpPr>
          <p:nvPr/>
        </p:nvSpPr>
        <p:spPr>
          <a:xfrm>
            <a:off x="75604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data_8935">
            <a:extLst>
              <a:ext uri="{FF2B5EF4-FFF2-40B4-BE49-F238E27FC236}">
                <a16:creationId xmlns:a16="http://schemas.microsoft.com/office/drawing/2014/main" id="{5A2FE62B-B4C8-48DD-99D3-9B3F94973D43}"/>
              </a:ext>
            </a:extLst>
          </p:cNvPr>
          <p:cNvSpPr>
            <a:spLocks/>
          </p:cNvSpPr>
          <p:nvPr/>
        </p:nvSpPr>
        <p:spPr>
          <a:xfrm>
            <a:off x="76278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data_8936">
            <a:extLst>
              <a:ext uri="{FF2B5EF4-FFF2-40B4-BE49-F238E27FC236}">
                <a16:creationId xmlns:a16="http://schemas.microsoft.com/office/drawing/2014/main" id="{92A18AF7-8D21-4C98-A16D-0A58785A54EF}"/>
              </a:ext>
            </a:extLst>
          </p:cNvPr>
          <p:cNvSpPr>
            <a:spLocks/>
          </p:cNvSpPr>
          <p:nvPr/>
        </p:nvSpPr>
        <p:spPr>
          <a:xfrm>
            <a:off x="75776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data_8937">
            <a:extLst>
              <a:ext uri="{FF2B5EF4-FFF2-40B4-BE49-F238E27FC236}">
                <a16:creationId xmlns:a16="http://schemas.microsoft.com/office/drawing/2014/main" id="{B085133D-9CB1-4EAF-9A56-2ECCE74C7E40}"/>
              </a:ext>
            </a:extLst>
          </p:cNvPr>
          <p:cNvSpPr>
            <a:spLocks/>
          </p:cNvSpPr>
          <p:nvPr/>
        </p:nvSpPr>
        <p:spPr>
          <a:xfrm>
            <a:off x="7647624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data_8938">
            <a:extLst>
              <a:ext uri="{FF2B5EF4-FFF2-40B4-BE49-F238E27FC236}">
                <a16:creationId xmlns:a16="http://schemas.microsoft.com/office/drawing/2014/main" id="{4BCE9CFF-B3AA-49E7-B394-AF769CA259BE}"/>
              </a:ext>
            </a:extLst>
          </p:cNvPr>
          <p:cNvSpPr>
            <a:spLocks/>
          </p:cNvSpPr>
          <p:nvPr/>
        </p:nvSpPr>
        <p:spPr>
          <a:xfrm>
            <a:off x="766482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data_8939">
            <a:extLst>
              <a:ext uri="{FF2B5EF4-FFF2-40B4-BE49-F238E27FC236}">
                <a16:creationId xmlns:a16="http://schemas.microsoft.com/office/drawing/2014/main" id="{B164478B-2696-48FF-B1F1-6EEC080C487E}"/>
              </a:ext>
            </a:extLst>
          </p:cNvPr>
          <p:cNvSpPr>
            <a:spLocks/>
          </p:cNvSpPr>
          <p:nvPr/>
        </p:nvSpPr>
        <p:spPr>
          <a:xfrm>
            <a:off x="75755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data_8940">
            <a:extLst>
              <a:ext uri="{FF2B5EF4-FFF2-40B4-BE49-F238E27FC236}">
                <a16:creationId xmlns:a16="http://schemas.microsoft.com/office/drawing/2014/main" id="{017BB1FF-0689-44C6-9D5E-58336ACE8366}"/>
              </a:ext>
            </a:extLst>
          </p:cNvPr>
          <p:cNvSpPr>
            <a:spLocks/>
          </p:cNvSpPr>
          <p:nvPr/>
        </p:nvSpPr>
        <p:spPr>
          <a:xfrm>
            <a:off x="7648796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data_8941">
            <a:extLst>
              <a:ext uri="{FF2B5EF4-FFF2-40B4-BE49-F238E27FC236}">
                <a16:creationId xmlns:a16="http://schemas.microsoft.com/office/drawing/2014/main" id="{BC03F867-9CFF-4DFF-82E1-AD11A365BAF2}"/>
              </a:ext>
            </a:extLst>
          </p:cNvPr>
          <p:cNvSpPr>
            <a:spLocks/>
          </p:cNvSpPr>
          <p:nvPr/>
        </p:nvSpPr>
        <p:spPr>
          <a:xfrm>
            <a:off x="75820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data_8942">
            <a:extLst>
              <a:ext uri="{FF2B5EF4-FFF2-40B4-BE49-F238E27FC236}">
                <a16:creationId xmlns:a16="http://schemas.microsoft.com/office/drawing/2014/main" id="{8C3BC45F-0055-447D-ABD1-D6BAFB9735E9}"/>
              </a:ext>
            </a:extLst>
          </p:cNvPr>
          <p:cNvSpPr>
            <a:spLocks/>
          </p:cNvSpPr>
          <p:nvPr/>
        </p:nvSpPr>
        <p:spPr>
          <a:xfrm>
            <a:off x="75878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data_8943">
            <a:extLst>
              <a:ext uri="{FF2B5EF4-FFF2-40B4-BE49-F238E27FC236}">
                <a16:creationId xmlns:a16="http://schemas.microsoft.com/office/drawing/2014/main" id="{D8A86993-3A34-4BE7-8AD4-1592587A6CB1}"/>
              </a:ext>
            </a:extLst>
          </p:cNvPr>
          <p:cNvSpPr>
            <a:spLocks/>
          </p:cNvSpPr>
          <p:nvPr/>
        </p:nvSpPr>
        <p:spPr>
          <a:xfrm>
            <a:off x="75723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data_8944">
            <a:extLst>
              <a:ext uri="{FF2B5EF4-FFF2-40B4-BE49-F238E27FC236}">
                <a16:creationId xmlns:a16="http://schemas.microsoft.com/office/drawing/2014/main" id="{F6B38603-8BFA-46E3-95AE-7F1BE8F1BCF3}"/>
              </a:ext>
            </a:extLst>
          </p:cNvPr>
          <p:cNvSpPr>
            <a:spLocks/>
          </p:cNvSpPr>
          <p:nvPr/>
        </p:nvSpPr>
        <p:spPr>
          <a:xfrm>
            <a:off x="764736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data_8945">
            <a:extLst>
              <a:ext uri="{FF2B5EF4-FFF2-40B4-BE49-F238E27FC236}">
                <a16:creationId xmlns:a16="http://schemas.microsoft.com/office/drawing/2014/main" id="{0010945C-ED08-4407-8ABF-C3FEC4DF1FCC}"/>
              </a:ext>
            </a:extLst>
          </p:cNvPr>
          <p:cNvSpPr>
            <a:spLocks/>
          </p:cNvSpPr>
          <p:nvPr/>
        </p:nvSpPr>
        <p:spPr>
          <a:xfrm>
            <a:off x="7680980" y="25660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data_8946">
            <a:extLst>
              <a:ext uri="{FF2B5EF4-FFF2-40B4-BE49-F238E27FC236}">
                <a16:creationId xmlns:a16="http://schemas.microsoft.com/office/drawing/2014/main" id="{6CAA056E-4706-4824-9F8D-B14B2C2C19F3}"/>
              </a:ext>
            </a:extLst>
          </p:cNvPr>
          <p:cNvSpPr>
            <a:spLocks/>
          </p:cNvSpPr>
          <p:nvPr/>
        </p:nvSpPr>
        <p:spPr>
          <a:xfrm>
            <a:off x="768658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data_8947">
            <a:extLst>
              <a:ext uri="{FF2B5EF4-FFF2-40B4-BE49-F238E27FC236}">
                <a16:creationId xmlns:a16="http://schemas.microsoft.com/office/drawing/2014/main" id="{A810B4AA-1B45-4488-B1B3-077FE24E5286}"/>
              </a:ext>
            </a:extLst>
          </p:cNvPr>
          <p:cNvSpPr>
            <a:spLocks/>
          </p:cNvSpPr>
          <p:nvPr/>
        </p:nvSpPr>
        <p:spPr>
          <a:xfrm>
            <a:off x="760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data_8948">
            <a:extLst>
              <a:ext uri="{FF2B5EF4-FFF2-40B4-BE49-F238E27FC236}">
                <a16:creationId xmlns:a16="http://schemas.microsoft.com/office/drawing/2014/main" id="{D2898DCC-29C3-4032-83DE-E59B9AF8F3EC}"/>
              </a:ext>
            </a:extLst>
          </p:cNvPr>
          <p:cNvSpPr>
            <a:spLocks/>
          </p:cNvSpPr>
          <p:nvPr/>
        </p:nvSpPr>
        <p:spPr>
          <a:xfrm>
            <a:off x="7653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data_8949">
            <a:extLst>
              <a:ext uri="{FF2B5EF4-FFF2-40B4-BE49-F238E27FC236}">
                <a16:creationId xmlns:a16="http://schemas.microsoft.com/office/drawing/2014/main" id="{243726EA-49DB-478C-9E1A-7FB46ABD3E74}"/>
              </a:ext>
            </a:extLst>
          </p:cNvPr>
          <p:cNvSpPr>
            <a:spLocks/>
          </p:cNvSpPr>
          <p:nvPr/>
        </p:nvSpPr>
        <p:spPr>
          <a:xfrm>
            <a:off x="76791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data_8950">
            <a:extLst>
              <a:ext uri="{FF2B5EF4-FFF2-40B4-BE49-F238E27FC236}">
                <a16:creationId xmlns:a16="http://schemas.microsoft.com/office/drawing/2014/main" id="{F268BAA0-20A8-4FA5-B06D-6B3049B06EDB}"/>
              </a:ext>
            </a:extLst>
          </p:cNvPr>
          <p:cNvSpPr>
            <a:spLocks/>
          </p:cNvSpPr>
          <p:nvPr/>
        </p:nvSpPr>
        <p:spPr>
          <a:xfrm>
            <a:off x="766378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data_8951">
            <a:extLst>
              <a:ext uri="{FF2B5EF4-FFF2-40B4-BE49-F238E27FC236}">
                <a16:creationId xmlns:a16="http://schemas.microsoft.com/office/drawing/2014/main" id="{C7CDAF8D-D161-4AB9-A357-DE562A3923E0}"/>
              </a:ext>
            </a:extLst>
          </p:cNvPr>
          <p:cNvSpPr>
            <a:spLocks/>
          </p:cNvSpPr>
          <p:nvPr/>
        </p:nvSpPr>
        <p:spPr>
          <a:xfrm>
            <a:off x="76499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data_8952">
            <a:extLst>
              <a:ext uri="{FF2B5EF4-FFF2-40B4-BE49-F238E27FC236}">
                <a16:creationId xmlns:a16="http://schemas.microsoft.com/office/drawing/2014/main" id="{7B5BC788-8B0F-4080-A323-D2A2B5DBB79A}"/>
              </a:ext>
            </a:extLst>
          </p:cNvPr>
          <p:cNvSpPr>
            <a:spLocks/>
          </p:cNvSpPr>
          <p:nvPr/>
        </p:nvSpPr>
        <p:spPr>
          <a:xfrm>
            <a:off x="76180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data_8953">
            <a:extLst>
              <a:ext uri="{FF2B5EF4-FFF2-40B4-BE49-F238E27FC236}">
                <a16:creationId xmlns:a16="http://schemas.microsoft.com/office/drawing/2014/main" id="{70FF142C-D92D-4B68-8F10-49E71AC09726}"/>
              </a:ext>
            </a:extLst>
          </p:cNvPr>
          <p:cNvSpPr>
            <a:spLocks/>
          </p:cNvSpPr>
          <p:nvPr/>
        </p:nvSpPr>
        <p:spPr>
          <a:xfrm>
            <a:off x="7614137" y="30083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data_8954">
            <a:extLst>
              <a:ext uri="{FF2B5EF4-FFF2-40B4-BE49-F238E27FC236}">
                <a16:creationId xmlns:a16="http://schemas.microsoft.com/office/drawing/2014/main" id="{0C78E6B7-2E46-427C-A8A6-22EA3B3DE168}"/>
              </a:ext>
            </a:extLst>
          </p:cNvPr>
          <p:cNvSpPr>
            <a:spLocks/>
          </p:cNvSpPr>
          <p:nvPr/>
        </p:nvSpPr>
        <p:spPr>
          <a:xfrm>
            <a:off x="7570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data_8955">
            <a:extLst>
              <a:ext uri="{FF2B5EF4-FFF2-40B4-BE49-F238E27FC236}">
                <a16:creationId xmlns:a16="http://schemas.microsoft.com/office/drawing/2014/main" id="{A763D729-102D-4ACC-BCB8-3C7ECF2CCF5E}"/>
              </a:ext>
            </a:extLst>
          </p:cNvPr>
          <p:cNvSpPr>
            <a:spLocks/>
          </p:cNvSpPr>
          <p:nvPr/>
        </p:nvSpPr>
        <p:spPr>
          <a:xfrm>
            <a:off x="7679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data_8956">
            <a:extLst>
              <a:ext uri="{FF2B5EF4-FFF2-40B4-BE49-F238E27FC236}">
                <a16:creationId xmlns:a16="http://schemas.microsoft.com/office/drawing/2014/main" id="{8F6BDA55-74F9-4C0F-9060-A2A421F13D1E}"/>
              </a:ext>
            </a:extLst>
          </p:cNvPr>
          <p:cNvSpPr>
            <a:spLocks/>
          </p:cNvSpPr>
          <p:nvPr/>
        </p:nvSpPr>
        <p:spPr>
          <a:xfrm>
            <a:off x="76657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data_8957">
            <a:extLst>
              <a:ext uri="{FF2B5EF4-FFF2-40B4-BE49-F238E27FC236}">
                <a16:creationId xmlns:a16="http://schemas.microsoft.com/office/drawing/2014/main" id="{47F42992-8BDE-4BCF-8A73-039D818B43FA}"/>
              </a:ext>
            </a:extLst>
          </p:cNvPr>
          <p:cNvSpPr>
            <a:spLocks/>
          </p:cNvSpPr>
          <p:nvPr/>
        </p:nvSpPr>
        <p:spPr>
          <a:xfrm>
            <a:off x="76460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data_8958">
            <a:extLst>
              <a:ext uri="{FF2B5EF4-FFF2-40B4-BE49-F238E27FC236}">
                <a16:creationId xmlns:a16="http://schemas.microsoft.com/office/drawing/2014/main" id="{1C10D174-AC7E-49A7-80D3-E28C4B580B40}"/>
              </a:ext>
            </a:extLst>
          </p:cNvPr>
          <p:cNvSpPr>
            <a:spLocks/>
          </p:cNvSpPr>
          <p:nvPr/>
        </p:nvSpPr>
        <p:spPr>
          <a:xfrm>
            <a:off x="75661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data_8959">
            <a:extLst>
              <a:ext uri="{FF2B5EF4-FFF2-40B4-BE49-F238E27FC236}">
                <a16:creationId xmlns:a16="http://schemas.microsoft.com/office/drawing/2014/main" id="{E65549C7-BC00-499D-8CFA-8C439E553E75}"/>
              </a:ext>
            </a:extLst>
          </p:cNvPr>
          <p:cNvSpPr>
            <a:spLocks/>
          </p:cNvSpPr>
          <p:nvPr/>
        </p:nvSpPr>
        <p:spPr>
          <a:xfrm>
            <a:off x="7578827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data_8960">
            <a:extLst>
              <a:ext uri="{FF2B5EF4-FFF2-40B4-BE49-F238E27FC236}">
                <a16:creationId xmlns:a16="http://schemas.microsoft.com/office/drawing/2014/main" id="{EB184FD3-C557-4068-A9A5-41757DCEFBE3}"/>
              </a:ext>
            </a:extLst>
          </p:cNvPr>
          <p:cNvSpPr>
            <a:spLocks/>
          </p:cNvSpPr>
          <p:nvPr/>
        </p:nvSpPr>
        <p:spPr>
          <a:xfrm>
            <a:off x="7591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data_8961">
            <a:extLst>
              <a:ext uri="{FF2B5EF4-FFF2-40B4-BE49-F238E27FC236}">
                <a16:creationId xmlns:a16="http://schemas.microsoft.com/office/drawing/2014/main" id="{64BEE364-5D18-471A-86BA-DE7B3AFD591A}"/>
              </a:ext>
            </a:extLst>
          </p:cNvPr>
          <p:cNvSpPr>
            <a:spLocks/>
          </p:cNvSpPr>
          <p:nvPr/>
        </p:nvSpPr>
        <p:spPr>
          <a:xfrm>
            <a:off x="76473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data_8962">
            <a:extLst>
              <a:ext uri="{FF2B5EF4-FFF2-40B4-BE49-F238E27FC236}">
                <a16:creationId xmlns:a16="http://schemas.microsoft.com/office/drawing/2014/main" id="{0EC5DBAC-9B62-48F6-9A36-D6976D64E522}"/>
              </a:ext>
            </a:extLst>
          </p:cNvPr>
          <p:cNvSpPr>
            <a:spLocks/>
          </p:cNvSpPr>
          <p:nvPr/>
        </p:nvSpPr>
        <p:spPr>
          <a:xfrm>
            <a:off x="76342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data_8963">
            <a:extLst>
              <a:ext uri="{FF2B5EF4-FFF2-40B4-BE49-F238E27FC236}">
                <a16:creationId xmlns:a16="http://schemas.microsoft.com/office/drawing/2014/main" id="{304B9F07-B90A-46BE-9D7D-C8E78A6F8E0F}"/>
              </a:ext>
            </a:extLst>
          </p:cNvPr>
          <p:cNvSpPr>
            <a:spLocks/>
          </p:cNvSpPr>
          <p:nvPr/>
        </p:nvSpPr>
        <p:spPr>
          <a:xfrm>
            <a:off x="75843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data_8964">
            <a:extLst>
              <a:ext uri="{FF2B5EF4-FFF2-40B4-BE49-F238E27FC236}">
                <a16:creationId xmlns:a16="http://schemas.microsoft.com/office/drawing/2014/main" id="{D7D5AAF2-FC9A-410E-B540-358F0A0745AE}"/>
              </a:ext>
            </a:extLst>
          </p:cNvPr>
          <p:cNvSpPr>
            <a:spLocks/>
          </p:cNvSpPr>
          <p:nvPr/>
        </p:nvSpPr>
        <p:spPr>
          <a:xfrm>
            <a:off x="76078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data_8965">
            <a:extLst>
              <a:ext uri="{FF2B5EF4-FFF2-40B4-BE49-F238E27FC236}">
                <a16:creationId xmlns:a16="http://schemas.microsoft.com/office/drawing/2014/main" id="{AE46ABCB-62D1-4F7E-BFA0-8527E71C0DDF}"/>
              </a:ext>
            </a:extLst>
          </p:cNvPr>
          <p:cNvSpPr>
            <a:spLocks/>
          </p:cNvSpPr>
          <p:nvPr/>
        </p:nvSpPr>
        <p:spPr>
          <a:xfrm>
            <a:off x="756175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data_8966">
            <a:extLst>
              <a:ext uri="{FF2B5EF4-FFF2-40B4-BE49-F238E27FC236}">
                <a16:creationId xmlns:a16="http://schemas.microsoft.com/office/drawing/2014/main" id="{13818C71-A58E-476D-8FDD-74AEDB041E03}"/>
              </a:ext>
            </a:extLst>
          </p:cNvPr>
          <p:cNvSpPr>
            <a:spLocks/>
          </p:cNvSpPr>
          <p:nvPr/>
        </p:nvSpPr>
        <p:spPr>
          <a:xfrm>
            <a:off x="827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data_8967">
            <a:extLst>
              <a:ext uri="{FF2B5EF4-FFF2-40B4-BE49-F238E27FC236}">
                <a16:creationId xmlns:a16="http://schemas.microsoft.com/office/drawing/2014/main" id="{D8D63D22-0E10-4B7C-9DF0-D629C535EAAE}"/>
              </a:ext>
            </a:extLst>
          </p:cNvPr>
          <p:cNvSpPr>
            <a:spLocks/>
          </p:cNvSpPr>
          <p:nvPr/>
        </p:nvSpPr>
        <p:spPr>
          <a:xfrm>
            <a:off x="8248174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data_8968">
            <a:extLst>
              <a:ext uri="{FF2B5EF4-FFF2-40B4-BE49-F238E27FC236}">
                <a16:creationId xmlns:a16="http://schemas.microsoft.com/office/drawing/2014/main" id="{6E20DFB6-9AE8-4A3D-9722-3D09BB943086}"/>
              </a:ext>
            </a:extLst>
          </p:cNvPr>
          <p:cNvSpPr>
            <a:spLocks/>
          </p:cNvSpPr>
          <p:nvPr/>
        </p:nvSpPr>
        <p:spPr>
          <a:xfrm>
            <a:off x="82685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data_8969">
            <a:extLst>
              <a:ext uri="{FF2B5EF4-FFF2-40B4-BE49-F238E27FC236}">
                <a16:creationId xmlns:a16="http://schemas.microsoft.com/office/drawing/2014/main" id="{57174D91-0028-4E3F-BE95-9370A5597D1B}"/>
              </a:ext>
            </a:extLst>
          </p:cNvPr>
          <p:cNvSpPr>
            <a:spLocks/>
          </p:cNvSpPr>
          <p:nvPr/>
        </p:nvSpPr>
        <p:spPr>
          <a:xfrm>
            <a:off x="826797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data_8970">
            <a:extLst>
              <a:ext uri="{FF2B5EF4-FFF2-40B4-BE49-F238E27FC236}">
                <a16:creationId xmlns:a16="http://schemas.microsoft.com/office/drawing/2014/main" id="{7858BDC9-286B-4987-A0DD-0179BA7F18C7}"/>
              </a:ext>
            </a:extLst>
          </p:cNvPr>
          <p:cNvSpPr>
            <a:spLocks/>
          </p:cNvSpPr>
          <p:nvPr/>
        </p:nvSpPr>
        <p:spPr>
          <a:xfrm>
            <a:off x="82901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data_8971">
            <a:extLst>
              <a:ext uri="{FF2B5EF4-FFF2-40B4-BE49-F238E27FC236}">
                <a16:creationId xmlns:a16="http://schemas.microsoft.com/office/drawing/2014/main" id="{331BDD0C-6BE0-41F7-BAEB-146196C33B8A}"/>
              </a:ext>
            </a:extLst>
          </p:cNvPr>
          <p:cNvSpPr>
            <a:spLocks/>
          </p:cNvSpPr>
          <p:nvPr/>
        </p:nvSpPr>
        <p:spPr>
          <a:xfrm>
            <a:off x="83280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data_8972">
            <a:extLst>
              <a:ext uri="{FF2B5EF4-FFF2-40B4-BE49-F238E27FC236}">
                <a16:creationId xmlns:a16="http://schemas.microsoft.com/office/drawing/2014/main" id="{D66520DF-F1D2-4C55-80AD-687BE49EA7C0}"/>
              </a:ext>
            </a:extLst>
          </p:cNvPr>
          <p:cNvSpPr>
            <a:spLocks/>
          </p:cNvSpPr>
          <p:nvPr/>
        </p:nvSpPr>
        <p:spPr>
          <a:xfrm>
            <a:off x="8351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data_8973">
            <a:extLst>
              <a:ext uri="{FF2B5EF4-FFF2-40B4-BE49-F238E27FC236}">
                <a16:creationId xmlns:a16="http://schemas.microsoft.com/office/drawing/2014/main" id="{7AEA3938-6CCC-4BDD-9B52-9E293B648C9D}"/>
              </a:ext>
            </a:extLst>
          </p:cNvPr>
          <p:cNvSpPr>
            <a:spLocks/>
          </p:cNvSpPr>
          <p:nvPr/>
        </p:nvSpPr>
        <p:spPr>
          <a:xfrm>
            <a:off x="82550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data_8974">
            <a:extLst>
              <a:ext uri="{FF2B5EF4-FFF2-40B4-BE49-F238E27FC236}">
                <a16:creationId xmlns:a16="http://schemas.microsoft.com/office/drawing/2014/main" id="{81F04006-0A55-4888-8B0F-147AFA13EE26}"/>
              </a:ext>
            </a:extLst>
          </p:cNvPr>
          <p:cNvSpPr>
            <a:spLocks/>
          </p:cNvSpPr>
          <p:nvPr/>
        </p:nvSpPr>
        <p:spPr>
          <a:xfrm>
            <a:off x="83146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data_8975">
            <a:extLst>
              <a:ext uri="{FF2B5EF4-FFF2-40B4-BE49-F238E27FC236}">
                <a16:creationId xmlns:a16="http://schemas.microsoft.com/office/drawing/2014/main" id="{5D8536E8-23D8-4308-ADEB-8F6951EE2AF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data_8976">
            <a:extLst>
              <a:ext uri="{FF2B5EF4-FFF2-40B4-BE49-F238E27FC236}">
                <a16:creationId xmlns:a16="http://schemas.microsoft.com/office/drawing/2014/main" id="{18D3683E-CB59-486F-AA18-124D2C2B2CA6}"/>
              </a:ext>
            </a:extLst>
          </p:cNvPr>
          <p:cNvSpPr>
            <a:spLocks/>
          </p:cNvSpPr>
          <p:nvPr/>
        </p:nvSpPr>
        <p:spPr>
          <a:xfrm>
            <a:off x="8241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data_8977">
            <a:extLst>
              <a:ext uri="{FF2B5EF4-FFF2-40B4-BE49-F238E27FC236}">
                <a16:creationId xmlns:a16="http://schemas.microsoft.com/office/drawing/2014/main" id="{DD5F5989-1B04-4E79-92C9-17A4E9F2E01C}"/>
              </a:ext>
            </a:extLst>
          </p:cNvPr>
          <p:cNvSpPr>
            <a:spLocks/>
          </p:cNvSpPr>
          <p:nvPr/>
        </p:nvSpPr>
        <p:spPr>
          <a:xfrm>
            <a:off x="83414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data_8978">
            <a:extLst>
              <a:ext uri="{FF2B5EF4-FFF2-40B4-BE49-F238E27FC236}">
                <a16:creationId xmlns:a16="http://schemas.microsoft.com/office/drawing/2014/main" id="{F77ACBC6-3E13-411C-8F50-99C9B4AD09B4}"/>
              </a:ext>
            </a:extLst>
          </p:cNvPr>
          <p:cNvSpPr>
            <a:spLocks/>
          </p:cNvSpPr>
          <p:nvPr/>
        </p:nvSpPr>
        <p:spPr>
          <a:xfrm>
            <a:off x="83681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data_8979">
            <a:extLst>
              <a:ext uri="{FF2B5EF4-FFF2-40B4-BE49-F238E27FC236}">
                <a16:creationId xmlns:a16="http://schemas.microsoft.com/office/drawing/2014/main" id="{A01DE697-836B-41A7-98A4-232102AE501D}"/>
              </a:ext>
            </a:extLst>
          </p:cNvPr>
          <p:cNvSpPr>
            <a:spLocks/>
          </p:cNvSpPr>
          <p:nvPr/>
        </p:nvSpPr>
        <p:spPr>
          <a:xfrm>
            <a:off x="8289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data_8980">
            <a:extLst>
              <a:ext uri="{FF2B5EF4-FFF2-40B4-BE49-F238E27FC236}">
                <a16:creationId xmlns:a16="http://schemas.microsoft.com/office/drawing/2014/main" id="{FC4F76F8-E093-4E9C-8ECB-CF9E2C528EC3}"/>
              </a:ext>
            </a:extLst>
          </p:cNvPr>
          <p:cNvSpPr>
            <a:spLocks/>
          </p:cNvSpPr>
          <p:nvPr/>
        </p:nvSpPr>
        <p:spPr>
          <a:xfrm>
            <a:off x="8361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data_8981">
            <a:extLst>
              <a:ext uri="{FF2B5EF4-FFF2-40B4-BE49-F238E27FC236}">
                <a16:creationId xmlns:a16="http://schemas.microsoft.com/office/drawing/2014/main" id="{05BAC113-977E-468A-BC72-5003650784C6}"/>
              </a:ext>
            </a:extLst>
          </p:cNvPr>
          <p:cNvSpPr>
            <a:spLocks/>
          </p:cNvSpPr>
          <p:nvPr/>
        </p:nvSpPr>
        <p:spPr>
          <a:xfrm>
            <a:off x="8268370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data_8982">
            <a:extLst>
              <a:ext uri="{FF2B5EF4-FFF2-40B4-BE49-F238E27FC236}">
                <a16:creationId xmlns:a16="http://schemas.microsoft.com/office/drawing/2014/main" id="{80B2CE7F-3A63-4473-8514-598E40E4E19D}"/>
              </a:ext>
            </a:extLst>
          </p:cNvPr>
          <p:cNvSpPr>
            <a:spLocks/>
          </p:cNvSpPr>
          <p:nvPr/>
        </p:nvSpPr>
        <p:spPr>
          <a:xfrm>
            <a:off x="82931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data_8983">
            <a:extLst>
              <a:ext uri="{FF2B5EF4-FFF2-40B4-BE49-F238E27FC236}">
                <a16:creationId xmlns:a16="http://schemas.microsoft.com/office/drawing/2014/main" id="{1FBC7EAF-D070-4D84-8C04-FBFA57AF49DE}"/>
              </a:ext>
            </a:extLst>
          </p:cNvPr>
          <p:cNvSpPr>
            <a:spLocks/>
          </p:cNvSpPr>
          <p:nvPr/>
        </p:nvSpPr>
        <p:spPr>
          <a:xfrm>
            <a:off x="8331954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data_8984">
            <a:extLst>
              <a:ext uri="{FF2B5EF4-FFF2-40B4-BE49-F238E27FC236}">
                <a16:creationId xmlns:a16="http://schemas.microsoft.com/office/drawing/2014/main" id="{6ECC0EB7-58C9-4C6D-9CE3-D500880FF50F}"/>
              </a:ext>
            </a:extLst>
          </p:cNvPr>
          <p:cNvSpPr>
            <a:spLocks/>
          </p:cNvSpPr>
          <p:nvPr/>
        </p:nvSpPr>
        <p:spPr>
          <a:xfrm>
            <a:off x="835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data_8985">
            <a:extLst>
              <a:ext uri="{FF2B5EF4-FFF2-40B4-BE49-F238E27FC236}">
                <a16:creationId xmlns:a16="http://schemas.microsoft.com/office/drawing/2014/main" id="{8A64393C-5C97-443F-99E1-F5192BA61B46}"/>
              </a:ext>
            </a:extLst>
          </p:cNvPr>
          <p:cNvSpPr>
            <a:spLocks/>
          </p:cNvSpPr>
          <p:nvPr/>
        </p:nvSpPr>
        <p:spPr>
          <a:xfrm>
            <a:off x="836791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data_8986">
            <a:extLst>
              <a:ext uri="{FF2B5EF4-FFF2-40B4-BE49-F238E27FC236}">
                <a16:creationId xmlns:a16="http://schemas.microsoft.com/office/drawing/2014/main" id="{10F462DC-EB57-48E7-93D0-44237D23ED4A}"/>
              </a:ext>
            </a:extLst>
          </p:cNvPr>
          <p:cNvSpPr>
            <a:spLocks/>
          </p:cNvSpPr>
          <p:nvPr/>
        </p:nvSpPr>
        <p:spPr>
          <a:xfrm>
            <a:off x="8322964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data_8987">
            <a:extLst>
              <a:ext uri="{FF2B5EF4-FFF2-40B4-BE49-F238E27FC236}">
                <a16:creationId xmlns:a16="http://schemas.microsoft.com/office/drawing/2014/main" id="{5F25B25B-95C0-47DB-AA1E-8CB129E3D7D5}"/>
              </a:ext>
            </a:extLst>
          </p:cNvPr>
          <p:cNvSpPr>
            <a:spLocks/>
          </p:cNvSpPr>
          <p:nvPr/>
        </p:nvSpPr>
        <p:spPr>
          <a:xfrm>
            <a:off x="8245698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data_8988">
            <a:extLst>
              <a:ext uri="{FF2B5EF4-FFF2-40B4-BE49-F238E27FC236}">
                <a16:creationId xmlns:a16="http://schemas.microsoft.com/office/drawing/2014/main" id="{CF290036-6382-4D2A-8CC0-306C0F764C53}"/>
              </a:ext>
            </a:extLst>
          </p:cNvPr>
          <p:cNvSpPr>
            <a:spLocks/>
          </p:cNvSpPr>
          <p:nvPr/>
        </p:nvSpPr>
        <p:spPr>
          <a:xfrm>
            <a:off x="8264982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data_8989">
            <a:extLst>
              <a:ext uri="{FF2B5EF4-FFF2-40B4-BE49-F238E27FC236}">
                <a16:creationId xmlns:a16="http://schemas.microsoft.com/office/drawing/2014/main" id="{7EAF4EA1-65BA-4729-AB6D-F99E2C95849B}"/>
              </a:ext>
            </a:extLst>
          </p:cNvPr>
          <p:cNvSpPr>
            <a:spLocks/>
          </p:cNvSpPr>
          <p:nvPr/>
        </p:nvSpPr>
        <p:spPr>
          <a:xfrm>
            <a:off x="82734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data_8990">
            <a:extLst>
              <a:ext uri="{FF2B5EF4-FFF2-40B4-BE49-F238E27FC236}">
                <a16:creationId xmlns:a16="http://schemas.microsoft.com/office/drawing/2014/main" id="{C29D9410-DF58-425F-9675-507DEE799DA2}"/>
              </a:ext>
            </a:extLst>
          </p:cNvPr>
          <p:cNvSpPr>
            <a:spLocks/>
          </p:cNvSpPr>
          <p:nvPr/>
        </p:nvSpPr>
        <p:spPr>
          <a:xfrm>
            <a:off x="8245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data_8991">
            <a:extLst>
              <a:ext uri="{FF2B5EF4-FFF2-40B4-BE49-F238E27FC236}">
                <a16:creationId xmlns:a16="http://schemas.microsoft.com/office/drawing/2014/main" id="{F40A7DE7-9333-4256-B03B-4BE8C8F70B1D}"/>
              </a:ext>
            </a:extLst>
          </p:cNvPr>
          <p:cNvSpPr>
            <a:spLocks/>
          </p:cNvSpPr>
          <p:nvPr/>
        </p:nvSpPr>
        <p:spPr>
          <a:xfrm>
            <a:off x="824465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data_8992">
            <a:extLst>
              <a:ext uri="{FF2B5EF4-FFF2-40B4-BE49-F238E27FC236}">
                <a16:creationId xmlns:a16="http://schemas.microsoft.com/office/drawing/2014/main" id="{19BF4116-8862-4984-8ACF-CF402BBE7551}"/>
              </a:ext>
            </a:extLst>
          </p:cNvPr>
          <p:cNvSpPr>
            <a:spLocks/>
          </p:cNvSpPr>
          <p:nvPr/>
        </p:nvSpPr>
        <p:spPr>
          <a:xfrm>
            <a:off x="82699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data_8993">
            <a:extLst>
              <a:ext uri="{FF2B5EF4-FFF2-40B4-BE49-F238E27FC236}">
                <a16:creationId xmlns:a16="http://schemas.microsoft.com/office/drawing/2014/main" id="{B3D3CB78-4C2B-4F37-AE13-18DD54703E59}"/>
              </a:ext>
            </a:extLst>
          </p:cNvPr>
          <p:cNvSpPr>
            <a:spLocks/>
          </p:cNvSpPr>
          <p:nvPr/>
        </p:nvSpPr>
        <p:spPr>
          <a:xfrm>
            <a:off x="83190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data_8994">
            <a:extLst>
              <a:ext uri="{FF2B5EF4-FFF2-40B4-BE49-F238E27FC236}">
                <a16:creationId xmlns:a16="http://schemas.microsoft.com/office/drawing/2014/main" id="{F1315F48-5172-48EE-826E-425853405D96}"/>
              </a:ext>
            </a:extLst>
          </p:cNvPr>
          <p:cNvSpPr>
            <a:spLocks/>
          </p:cNvSpPr>
          <p:nvPr/>
        </p:nvSpPr>
        <p:spPr>
          <a:xfrm>
            <a:off x="82630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data_8995">
            <a:extLst>
              <a:ext uri="{FF2B5EF4-FFF2-40B4-BE49-F238E27FC236}">
                <a16:creationId xmlns:a16="http://schemas.microsoft.com/office/drawing/2014/main" id="{AC69FC92-E6CF-4057-B120-A3CC520BD068}"/>
              </a:ext>
            </a:extLst>
          </p:cNvPr>
          <p:cNvSpPr>
            <a:spLocks/>
          </p:cNvSpPr>
          <p:nvPr/>
        </p:nvSpPr>
        <p:spPr>
          <a:xfrm>
            <a:off x="83021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data_8996">
            <a:extLst>
              <a:ext uri="{FF2B5EF4-FFF2-40B4-BE49-F238E27FC236}">
                <a16:creationId xmlns:a16="http://schemas.microsoft.com/office/drawing/2014/main" id="{E9AAD03C-4FB0-4349-B990-4D3CBD75EB1A}"/>
              </a:ext>
            </a:extLst>
          </p:cNvPr>
          <p:cNvSpPr>
            <a:spLocks/>
          </p:cNvSpPr>
          <p:nvPr/>
        </p:nvSpPr>
        <p:spPr>
          <a:xfrm>
            <a:off x="828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data_8997">
            <a:extLst>
              <a:ext uri="{FF2B5EF4-FFF2-40B4-BE49-F238E27FC236}">
                <a16:creationId xmlns:a16="http://schemas.microsoft.com/office/drawing/2014/main" id="{100E7D65-396C-4A78-B311-2C3B6C9E8681}"/>
              </a:ext>
            </a:extLst>
          </p:cNvPr>
          <p:cNvSpPr>
            <a:spLocks/>
          </p:cNvSpPr>
          <p:nvPr/>
        </p:nvSpPr>
        <p:spPr>
          <a:xfrm>
            <a:off x="83529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data_8998">
            <a:extLst>
              <a:ext uri="{FF2B5EF4-FFF2-40B4-BE49-F238E27FC236}">
                <a16:creationId xmlns:a16="http://schemas.microsoft.com/office/drawing/2014/main" id="{F5CD50C2-63E9-480C-9F52-3B5004D3C50B}"/>
              </a:ext>
            </a:extLst>
          </p:cNvPr>
          <p:cNvSpPr>
            <a:spLocks/>
          </p:cNvSpPr>
          <p:nvPr/>
        </p:nvSpPr>
        <p:spPr>
          <a:xfrm>
            <a:off x="8275406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data_8999">
            <a:extLst>
              <a:ext uri="{FF2B5EF4-FFF2-40B4-BE49-F238E27FC236}">
                <a16:creationId xmlns:a16="http://schemas.microsoft.com/office/drawing/2014/main" id="{E73F1C59-FAF7-47A6-A5E9-EA596FF85019}"/>
              </a:ext>
            </a:extLst>
          </p:cNvPr>
          <p:cNvSpPr>
            <a:spLocks/>
          </p:cNvSpPr>
          <p:nvPr/>
        </p:nvSpPr>
        <p:spPr>
          <a:xfrm>
            <a:off x="8328957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data_9000">
            <a:extLst>
              <a:ext uri="{FF2B5EF4-FFF2-40B4-BE49-F238E27FC236}">
                <a16:creationId xmlns:a16="http://schemas.microsoft.com/office/drawing/2014/main" id="{756BE186-763E-4320-8267-2CFE5950B5FF}"/>
              </a:ext>
            </a:extLst>
          </p:cNvPr>
          <p:cNvSpPr>
            <a:spLocks/>
          </p:cNvSpPr>
          <p:nvPr/>
        </p:nvSpPr>
        <p:spPr>
          <a:xfrm>
            <a:off x="83322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data_9001">
            <a:extLst>
              <a:ext uri="{FF2B5EF4-FFF2-40B4-BE49-F238E27FC236}">
                <a16:creationId xmlns:a16="http://schemas.microsoft.com/office/drawing/2014/main" id="{09BE3DC9-9851-4DA1-82C4-6F4343BD69CE}"/>
              </a:ext>
            </a:extLst>
          </p:cNvPr>
          <p:cNvSpPr>
            <a:spLocks/>
          </p:cNvSpPr>
          <p:nvPr/>
        </p:nvSpPr>
        <p:spPr>
          <a:xfrm>
            <a:off x="8245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data_9002">
            <a:extLst>
              <a:ext uri="{FF2B5EF4-FFF2-40B4-BE49-F238E27FC236}">
                <a16:creationId xmlns:a16="http://schemas.microsoft.com/office/drawing/2014/main" id="{5FCE1A03-BA4A-484C-B9DD-698F9818A82E}"/>
              </a:ext>
            </a:extLst>
          </p:cNvPr>
          <p:cNvSpPr>
            <a:spLocks/>
          </p:cNvSpPr>
          <p:nvPr/>
        </p:nvSpPr>
        <p:spPr>
          <a:xfrm>
            <a:off x="83512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data_9003">
            <a:extLst>
              <a:ext uri="{FF2B5EF4-FFF2-40B4-BE49-F238E27FC236}">
                <a16:creationId xmlns:a16="http://schemas.microsoft.com/office/drawing/2014/main" id="{9F7A67C5-CED1-467A-834C-A42A3A33A2B0}"/>
              </a:ext>
            </a:extLst>
          </p:cNvPr>
          <p:cNvSpPr>
            <a:spLocks/>
          </p:cNvSpPr>
          <p:nvPr/>
        </p:nvSpPr>
        <p:spPr>
          <a:xfrm>
            <a:off x="82419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data_9004">
            <a:extLst>
              <a:ext uri="{FF2B5EF4-FFF2-40B4-BE49-F238E27FC236}">
                <a16:creationId xmlns:a16="http://schemas.microsoft.com/office/drawing/2014/main" id="{AA56528B-8AE2-4D1F-A8D8-53F5D631308A}"/>
              </a:ext>
            </a:extLst>
          </p:cNvPr>
          <p:cNvSpPr>
            <a:spLocks/>
          </p:cNvSpPr>
          <p:nvPr/>
        </p:nvSpPr>
        <p:spPr>
          <a:xfrm>
            <a:off x="8350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data_9005">
            <a:extLst>
              <a:ext uri="{FF2B5EF4-FFF2-40B4-BE49-F238E27FC236}">
                <a16:creationId xmlns:a16="http://schemas.microsoft.com/office/drawing/2014/main" id="{3687DEC5-86C9-4438-8799-BBE5E5825A7D}"/>
              </a:ext>
            </a:extLst>
          </p:cNvPr>
          <p:cNvSpPr>
            <a:spLocks/>
          </p:cNvSpPr>
          <p:nvPr/>
        </p:nvSpPr>
        <p:spPr>
          <a:xfrm>
            <a:off x="83636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data_9006">
            <a:extLst>
              <a:ext uri="{FF2B5EF4-FFF2-40B4-BE49-F238E27FC236}">
                <a16:creationId xmlns:a16="http://schemas.microsoft.com/office/drawing/2014/main" id="{763BD5AD-141F-4F3C-8183-7174FD630BF7}"/>
              </a:ext>
            </a:extLst>
          </p:cNvPr>
          <p:cNvSpPr>
            <a:spLocks/>
          </p:cNvSpPr>
          <p:nvPr/>
        </p:nvSpPr>
        <p:spPr>
          <a:xfrm>
            <a:off x="83198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data_9007">
            <a:extLst>
              <a:ext uri="{FF2B5EF4-FFF2-40B4-BE49-F238E27FC236}">
                <a16:creationId xmlns:a16="http://schemas.microsoft.com/office/drawing/2014/main" id="{A8A758EB-8AA6-4713-9390-46BC5FCFADA7}"/>
              </a:ext>
            </a:extLst>
          </p:cNvPr>
          <p:cNvSpPr>
            <a:spLocks/>
          </p:cNvSpPr>
          <p:nvPr/>
        </p:nvSpPr>
        <p:spPr>
          <a:xfrm>
            <a:off x="82807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data_9008">
            <a:extLst>
              <a:ext uri="{FF2B5EF4-FFF2-40B4-BE49-F238E27FC236}">
                <a16:creationId xmlns:a16="http://schemas.microsoft.com/office/drawing/2014/main" id="{5D00F7F5-9BC8-4CB5-8698-CF71C077E5EC}"/>
              </a:ext>
            </a:extLst>
          </p:cNvPr>
          <p:cNvSpPr>
            <a:spLocks/>
          </p:cNvSpPr>
          <p:nvPr/>
        </p:nvSpPr>
        <p:spPr>
          <a:xfrm>
            <a:off x="83353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data_9009">
            <a:extLst>
              <a:ext uri="{FF2B5EF4-FFF2-40B4-BE49-F238E27FC236}">
                <a16:creationId xmlns:a16="http://schemas.microsoft.com/office/drawing/2014/main" id="{9BF37145-0F01-4E4A-97AE-C5B09852412F}"/>
              </a:ext>
            </a:extLst>
          </p:cNvPr>
          <p:cNvSpPr>
            <a:spLocks/>
          </p:cNvSpPr>
          <p:nvPr/>
        </p:nvSpPr>
        <p:spPr>
          <a:xfrm>
            <a:off x="8269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data_9010">
            <a:extLst>
              <a:ext uri="{FF2B5EF4-FFF2-40B4-BE49-F238E27FC236}">
                <a16:creationId xmlns:a16="http://schemas.microsoft.com/office/drawing/2014/main" id="{F05ED227-4106-459A-A4BA-0577FE3BF0A2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data_9011">
            <a:extLst>
              <a:ext uri="{FF2B5EF4-FFF2-40B4-BE49-F238E27FC236}">
                <a16:creationId xmlns:a16="http://schemas.microsoft.com/office/drawing/2014/main" id="{0C55AA50-DEBD-45CF-9C0D-F239209C2166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data_9012">
            <a:extLst>
              <a:ext uri="{FF2B5EF4-FFF2-40B4-BE49-F238E27FC236}">
                <a16:creationId xmlns:a16="http://schemas.microsoft.com/office/drawing/2014/main" id="{66BB083D-E4F6-4D80-BE15-D3BAAE5BA895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data_9013">
            <a:extLst>
              <a:ext uri="{FF2B5EF4-FFF2-40B4-BE49-F238E27FC236}">
                <a16:creationId xmlns:a16="http://schemas.microsoft.com/office/drawing/2014/main" id="{9F3C6478-1A1F-4538-A1D5-2C1205096BDA}"/>
              </a:ext>
            </a:extLst>
          </p:cNvPr>
          <p:cNvSpPr>
            <a:spLocks/>
          </p:cNvSpPr>
          <p:nvPr/>
        </p:nvSpPr>
        <p:spPr>
          <a:xfrm>
            <a:off x="8354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data_9014">
            <a:extLst>
              <a:ext uri="{FF2B5EF4-FFF2-40B4-BE49-F238E27FC236}">
                <a16:creationId xmlns:a16="http://schemas.microsoft.com/office/drawing/2014/main" id="{B2707694-D03A-4E91-A20B-CC3236FCB9EB}"/>
              </a:ext>
            </a:extLst>
          </p:cNvPr>
          <p:cNvSpPr>
            <a:spLocks/>
          </p:cNvSpPr>
          <p:nvPr/>
        </p:nvSpPr>
        <p:spPr>
          <a:xfrm>
            <a:off x="82829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data_9015">
            <a:extLst>
              <a:ext uri="{FF2B5EF4-FFF2-40B4-BE49-F238E27FC236}">
                <a16:creationId xmlns:a16="http://schemas.microsoft.com/office/drawing/2014/main" id="{4B2CBC81-E4AD-4785-9B3E-82BE71EE9647}"/>
              </a:ext>
            </a:extLst>
          </p:cNvPr>
          <p:cNvSpPr>
            <a:spLocks/>
          </p:cNvSpPr>
          <p:nvPr/>
        </p:nvSpPr>
        <p:spPr>
          <a:xfrm>
            <a:off x="82956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data_9016">
            <a:extLst>
              <a:ext uri="{FF2B5EF4-FFF2-40B4-BE49-F238E27FC236}">
                <a16:creationId xmlns:a16="http://schemas.microsoft.com/office/drawing/2014/main" id="{D0BFC4D8-AB3C-4E83-B00A-300A0F50937F}"/>
              </a:ext>
            </a:extLst>
          </p:cNvPr>
          <p:cNvSpPr>
            <a:spLocks/>
          </p:cNvSpPr>
          <p:nvPr/>
        </p:nvSpPr>
        <p:spPr>
          <a:xfrm>
            <a:off x="83667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data_9017">
            <a:extLst>
              <a:ext uri="{FF2B5EF4-FFF2-40B4-BE49-F238E27FC236}">
                <a16:creationId xmlns:a16="http://schemas.microsoft.com/office/drawing/2014/main" id="{CBCA5438-82D8-4362-B215-4047B668D9EC}"/>
              </a:ext>
            </a:extLst>
          </p:cNvPr>
          <p:cNvSpPr>
            <a:spLocks/>
          </p:cNvSpPr>
          <p:nvPr/>
        </p:nvSpPr>
        <p:spPr>
          <a:xfrm>
            <a:off x="83276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data_9018">
            <a:extLst>
              <a:ext uri="{FF2B5EF4-FFF2-40B4-BE49-F238E27FC236}">
                <a16:creationId xmlns:a16="http://schemas.microsoft.com/office/drawing/2014/main" id="{A13A2431-A164-43B9-B23F-BFE7E0D15A7B}"/>
              </a:ext>
            </a:extLst>
          </p:cNvPr>
          <p:cNvSpPr>
            <a:spLocks/>
          </p:cNvSpPr>
          <p:nvPr/>
        </p:nvSpPr>
        <p:spPr>
          <a:xfrm>
            <a:off x="83620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data_9019">
            <a:extLst>
              <a:ext uri="{FF2B5EF4-FFF2-40B4-BE49-F238E27FC236}">
                <a16:creationId xmlns:a16="http://schemas.microsoft.com/office/drawing/2014/main" id="{B02F5067-BEDF-4601-A2CE-DEB566390956}"/>
              </a:ext>
            </a:extLst>
          </p:cNvPr>
          <p:cNvSpPr>
            <a:spLocks/>
          </p:cNvSpPr>
          <p:nvPr/>
        </p:nvSpPr>
        <p:spPr>
          <a:xfrm>
            <a:off x="82468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data_9020">
            <a:extLst>
              <a:ext uri="{FF2B5EF4-FFF2-40B4-BE49-F238E27FC236}">
                <a16:creationId xmlns:a16="http://schemas.microsoft.com/office/drawing/2014/main" id="{2212CE2C-A234-47F5-88EB-A6A7B498C55B}"/>
              </a:ext>
            </a:extLst>
          </p:cNvPr>
          <p:cNvSpPr>
            <a:spLocks/>
          </p:cNvSpPr>
          <p:nvPr/>
        </p:nvSpPr>
        <p:spPr>
          <a:xfrm>
            <a:off x="83524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data_9021">
            <a:extLst>
              <a:ext uri="{FF2B5EF4-FFF2-40B4-BE49-F238E27FC236}">
                <a16:creationId xmlns:a16="http://schemas.microsoft.com/office/drawing/2014/main" id="{38B8783C-B76D-4A5A-BFA8-0543B53D3DB3}"/>
              </a:ext>
            </a:extLst>
          </p:cNvPr>
          <p:cNvSpPr>
            <a:spLocks/>
          </p:cNvSpPr>
          <p:nvPr/>
        </p:nvSpPr>
        <p:spPr>
          <a:xfrm>
            <a:off x="833521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data_9022">
            <a:extLst>
              <a:ext uri="{FF2B5EF4-FFF2-40B4-BE49-F238E27FC236}">
                <a16:creationId xmlns:a16="http://schemas.microsoft.com/office/drawing/2014/main" id="{F5382272-8922-4A87-A1A4-F3F85C446829}"/>
              </a:ext>
            </a:extLst>
          </p:cNvPr>
          <p:cNvSpPr>
            <a:spLocks/>
          </p:cNvSpPr>
          <p:nvPr/>
        </p:nvSpPr>
        <p:spPr>
          <a:xfrm>
            <a:off x="8290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data_9023">
            <a:extLst>
              <a:ext uri="{FF2B5EF4-FFF2-40B4-BE49-F238E27FC236}">
                <a16:creationId xmlns:a16="http://schemas.microsoft.com/office/drawing/2014/main" id="{AA13C63A-8BF7-48A2-AE5D-7D8A87169890}"/>
              </a:ext>
            </a:extLst>
          </p:cNvPr>
          <p:cNvSpPr>
            <a:spLocks/>
          </p:cNvSpPr>
          <p:nvPr/>
        </p:nvSpPr>
        <p:spPr>
          <a:xfrm>
            <a:off x="83402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data_9024">
            <a:extLst>
              <a:ext uri="{FF2B5EF4-FFF2-40B4-BE49-F238E27FC236}">
                <a16:creationId xmlns:a16="http://schemas.microsoft.com/office/drawing/2014/main" id="{FCD27E50-C22B-4363-85CC-7A5E8C6934B8}"/>
              </a:ext>
            </a:extLst>
          </p:cNvPr>
          <p:cNvSpPr>
            <a:spLocks/>
          </p:cNvSpPr>
          <p:nvPr/>
        </p:nvSpPr>
        <p:spPr>
          <a:xfrm>
            <a:off x="836739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data_9025">
            <a:extLst>
              <a:ext uri="{FF2B5EF4-FFF2-40B4-BE49-F238E27FC236}">
                <a16:creationId xmlns:a16="http://schemas.microsoft.com/office/drawing/2014/main" id="{23792A9D-B28F-43FB-8FDD-C5CE7D545FCB}"/>
              </a:ext>
            </a:extLst>
          </p:cNvPr>
          <p:cNvSpPr>
            <a:spLocks/>
          </p:cNvSpPr>
          <p:nvPr/>
        </p:nvSpPr>
        <p:spPr>
          <a:xfrm>
            <a:off x="832661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data_9026">
            <a:extLst>
              <a:ext uri="{FF2B5EF4-FFF2-40B4-BE49-F238E27FC236}">
                <a16:creationId xmlns:a16="http://schemas.microsoft.com/office/drawing/2014/main" id="{2E10BC60-5607-4EE9-805E-EAFE81AD525E}"/>
              </a:ext>
            </a:extLst>
          </p:cNvPr>
          <p:cNvSpPr>
            <a:spLocks/>
          </p:cNvSpPr>
          <p:nvPr/>
        </p:nvSpPr>
        <p:spPr>
          <a:xfrm>
            <a:off x="833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data_9027">
            <a:extLst>
              <a:ext uri="{FF2B5EF4-FFF2-40B4-BE49-F238E27FC236}">
                <a16:creationId xmlns:a16="http://schemas.microsoft.com/office/drawing/2014/main" id="{E705EB2B-62EE-43A6-A365-704D86C2E5C5}"/>
              </a:ext>
            </a:extLst>
          </p:cNvPr>
          <p:cNvSpPr>
            <a:spLocks/>
          </p:cNvSpPr>
          <p:nvPr/>
        </p:nvSpPr>
        <p:spPr>
          <a:xfrm>
            <a:off x="8335472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data_9028">
            <a:extLst>
              <a:ext uri="{FF2B5EF4-FFF2-40B4-BE49-F238E27FC236}">
                <a16:creationId xmlns:a16="http://schemas.microsoft.com/office/drawing/2014/main" id="{793C239E-BA15-4306-AC33-A5B5D7BD2CFD}"/>
              </a:ext>
            </a:extLst>
          </p:cNvPr>
          <p:cNvSpPr>
            <a:spLocks/>
          </p:cNvSpPr>
          <p:nvPr/>
        </p:nvSpPr>
        <p:spPr>
          <a:xfrm>
            <a:off x="8314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data_9029">
            <a:extLst>
              <a:ext uri="{FF2B5EF4-FFF2-40B4-BE49-F238E27FC236}">
                <a16:creationId xmlns:a16="http://schemas.microsoft.com/office/drawing/2014/main" id="{A89B1EF3-548F-4843-8A6E-E5D67541EC78}"/>
              </a:ext>
            </a:extLst>
          </p:cNvPr>
          <p:cNvSpPr>
            <a:spLocks/>
          </p:cNvSpPr>
          <p:nvPr/>
        </p:nvSpPr>
        <p:spPr>
          <a:xfrm>
            <a:off x="8278272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data_9030">
            <a:extLst>
              <a:ext uri="{FF2B5EF4-FFF2-40B4-BE49-F238E27FC236}">
                <a16:creationId xmlns:a16="http://schemas.microsoft.com/office/drawing/2014/main" id="{576BBFD1-EE7E-4288-87E1-0ACE3E762677}"/>
              </a:ext>
            </a:extLst>
          </p:cNvPr>
          <p:cNvSpPr>
            <a:spLocks/>
          </p:cNvSpPr>
          <p:nvPr/>
        </p:nvSpPr>
        <p:spPr>
          <a:xfrm>
            <a:off x="8358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data_9031">
            <a:extLst>
              <a:ext uri="{FF2B5EF4-FFF2-40B4-BE49-F238E27FC236}">
                <a16:creationId xmlns:a16="http://schemas.microsoft.com/office/drawing/2014/main" id="{413AE3D2-A81C-4B39-9380-67570791C8BF}"/>
              </a:ext>
            </a:extLst>
          </p:cNvPr>
          <p:cNvSpPr>
            <a:spLocks/>
          </p:cNvSpPr>
          <p:nvPr/>
        </p:nvSpPr>
        <p:spPr>
          <a:xfrm>
            <a:off x="82644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data_9032">
            <a:extLst>
              <a:ext uri="{FF2B5EF4-FFF2-40B4-BE49-F238E27FC236}">
                <a16:creationId xmlns:a16="http://schemas.microsoft.com/office/drawing/2014/main" id="{8985EB78-2FE9-4ADA-B23F-091CCE2C11C2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data_9033">
            <a:extLst>
              <a:ext uri="{FF2B5EF4-FFF2-40B4-BE49-F238E27FC236}">
                <a16:creationId xmlns:a16="http://schemas.microsoft.com/office/drawing/2014/main" id="{D216E1E4-FE04-4CC9-B569-322CD457F320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data_9034">
            <a:extLst>
              <a:ext uri="{FF2B5EF4-FFF2-40B4-BE49-F238E27FC236}">
                <a16:creationId xmlns:a16="http://schemas.microsoft.com/office/drawing/2014/main" id="{AA22C76D-679F-48E7-ABAB-2D7150EFD1A3}"/>
              </a:ext>
            </a:extLst>
          </p:cNvPr>
          <p:cNvSpPr>
            <a:spLocks/>
          </p:cNvSpPr>
          <p:nvPr/>
        </p:nvSpPr>
        <p:spPr>
          <a:xfrm>
            <a:off x="836009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data_9035">
            <a:extLst>
              <a:ext uri="{FF2B5EF4-FFF2-40B4-BE49-F238E27FC236}">
                <a16:creationId xmlns:a16="http://schemas.microsoft.com/office/drawing/2014/main" id="{4F3760B1-3790-4539-9DBD-B04E0800E6B6}"/>
              </a:ext>
            </a:extLst>
          </p:cNvPr>
          <p:cNvSpPr>
            <a:spLocks/>
          </p:cNvSpPr>
          <p:nvPr/>
        </p:nvSpPr>
        <p:spPr>
          <a:xfrm>
            <a:off x="8346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data_9036">
            <a:extLst>
              <a:ext uri="{FF2B5EF4-FFF2-40B4-BE49-F238E27FC236}">
                <a16:creationId xmlns:a16="http://schemas.microsoft.com/office/drawing/2014/main" id="{6E428589-3672-4C4B-996C-AD3B524A61F0}"/>
              </a:ext>
            </a:extLst>
          </p:cNvPr>
          <p:cNvSpPr>
            <a:spLocks/>
          </p:cNvSpPr>
          <p:nvPr/>
        </p:nvSpPr>
        <p:spPr>
          <a:xfrm>
            <a:off x="83518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data_9037">
            <a:extLst>
              <a:ext uri="{FF2B5EF4-FFF2-40B4-BE49-F238E27FC236}">
                <a16:creationId xmlns:a16="http://schemas.microsoft.com/office/drawing/2014/main" id="{A7F28606-D009-4A6B-A143-4F0D203A561F}"/>
              </a:ext>
            </a:extLst>
          </p:cNvPr>
          <p:cNvSpPr>
            <a:spLocks/>
          </p:cNvSpPr>
          <p:nvPr/>
        </p:nvSpPr>
        <p:spPr>
          <a:xfrm>
            <a:off x="8335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data_9038">
            <a:extLst>
              <a:ext uri="{FF2B5EF4-FFF2-40B4-BE49-F238E27FC236}">
                <a16:creationId xmlns:a16="http://schemas.microsoft.com/office/drawing/2014/main" id="{2303BF9F-9485-4089-9FD6-DF3B0CD82435}"/>
              </a:ext>
            </a:extLst>
          </p:cNvPr>
          <p:cNvSpPr>
            <a:spLocks/>
          </p:cNvSpPr>
          <p:nvPr/>
        </p:nvSpPr>
        <p:spPr>
          <a:xfrm>
            <a:off x="8345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data_9039">
            <a:extLst>
              <a:ext uri="{FF2B5EF4-FFF2-40B4-BE49-F238E27FC236}">
                <a16:creationId xmlns:a16="http://schemas.microsoft.com/office/drawing/2014/main" id="{9A1535CB-2149-4451-8F3A-B524673CF245}"/>
              </a:ext>
            </a:extLst>
          </p:cNvPr>
          <p:cNvSpPr>
            <a:spLocks/>
          </p:cNvSpPr>
          <p:nvPr/>
        </p:nvSpPr>
        <p:spPr>
          <a:xfrm>
            <a:off x="83569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data_9040">
            <a:extLst>
              <a:ext uri="{FF2B5EF4-FFF2-40B4-BE49-F238E27FC236}">
                <a16:creationId xmlns:a16="http://schemas.microsoft.com/office/drawing/2014/main" id="{40FC680E-97F7-4CDD-9F7C-1213536B0B81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data_9041">
            <a:extLst>
              <a:ext uri="{FF2B5EF4-FFF2-40B4-BE49-F238E27FC236}">
                <a16:creationId xmlns:a16="http://schemas.microsoft.com/office/drawing/2014/main" id="{C4336FD0-A3CF-4387-B0A9-36746CF83253}"/>
              </a:ext>
            </a:extLst>
          </p:cNvPr>
          <p:cNvSpPr>
            <a:spLocks/>
          </p:cNvSpPr>
          <p:nvPr/>
        </p:nvSpPr>
        <p:spPr>
          <a:xfrm>
            <a:off x="8271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data_9042">
            <a:extLst>
              <a:ext uri="{FF2B5EF4-FFF2-40B4-BE49-F238E27FC236}">
                <a16:creationId xmlns:a16="http://schemas.microsoft.com/office/drawing/2014/main" id="{D1880DA1-17D1-4A0D-9B9D-44B53CE3D263}"/>
              </a:ext>
            </a:extLst>
          </p:cNvPr>
          <p:cNvSpPr>
            <a:spLocks/>
          </p:cNvSpPr>
          <p:nvPr/>
        </p:nvSpPr>
        <p:spPr>
          <a:xfrm>
            <a:off x="8333518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data_9043">
            <a:extLst>
              <a:ext uri="{FF2B5EF4-FFF2-40B4-BE49-F238E27FC236}">
                <a16:creationId xmlns:a16="http://schemas.microsoft.com/office/drawing/2014/main" id="{068199BF-6F26-4720-BD46-0EC66F95558D}"/>
              </a:ext>
            </a:extLst>
          </p:cNvPr>
          <p:cNvSpPr>
            <a:spLocks/>
          </p:cNvSpPr>
          <p:nvPr/>
        </p:nvSpPr>
        <p:spPr>
          <a:xfrm>
            <a:off x="826797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data_9044">
            <a:extLst>
              <a:ext uri="{FF2B5EF4-FFF2-40B4-BE49-F238E27FC236}">
                <a16:creationId xmlns:a16="http://schemas.microsoft.com/office/drawing/2014/main" id="{02298EE4-5945-4E0D-9FAD-C60A5D9A4C90}"/>
              </a:ext>
            </a:extLst>
          </p:cNvPr>
          <p:cNvSpPr>
            <a:spLocks/>
          </p:cNvSpPr>
          <p:nvPr/>
        </p:nvSpPr>
        <p:spPr>
          <a:xfrm>
            <a:off x="8280617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data_9045">
            <a:extLst>
              <a:ext uri="{FF2B5EF4-FFF2-40B4-BE49-F238E27FC236}">
                <a16:creationId xmlns:a16="http://schemas.microsoft.com/office/drawing/2014/main" id="{B0E64915-2E93-45CB-BC35-B8A69D6374F4}"/>
              </a:ext>
            </a:extLst>
          </p:cNvPr>
          <p:cNvSpPr>
            <a:spLocks/>
          </p:cNvSpPr>
          <p:nvPr/>
        </p:nvSpPr>
        <p:spPr>
          <a:xfrm>
            <a:off x="8259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data_9046">
            <a:extLst>
              <a:ext uri="{FF2B5EF4-FFF2-40B4-BE49-F238E27FC236}">
                <a16:creationId xmlns:a16="http://schemas.microsoft.com/office/drawing/2014/main" id="{6D47D14D-C210-4687-B62C-6CCE2DE7BC33}"/>
              </a:ext>
            </a:extLst>
          </p:cNvPr>
          <p:cNvSpPr>
            <a:spLocks/>
          </p:cNvSpPr>
          <p:nvPr/>
        </p:nvSpPr>
        <p:spPr>
          <a:xfrm>
            <a:off x="827306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data_9047">
            <a:extLst>
              <a:ext uri="{FF2B5EF4-FFF2-40B4-BE49-F238E27FC236}">
                <a16:creationId xmlns:a16="http://schemas.microsoft.com/office/drawing/2014/main" id="{5F520F67-BB7A-4C8D-A00D-31EE71E070A0}"/>
              </a:ext>
            </a:extLst>
          </p:cNvPr>
          <p:cNvSpPr>
            <a:spLocks/>
          </p:cNvSpPr>
          <p:nvPr/>
        </p:nvSpPr>
        <p:spPr>
          <a:xfrm>
            <a:off x="8278142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data_9048">
            <a:extLst>
              <a:ext uri="{FF2B5EF4-FFF2-40B4-BE49-F238E27FC236}">
                <a16:creationId xmlns:a16="http://schemas.microsoft.com/office/drawing/2014/main" id="{C07B5253-AA2C-40B8-BEA6-E66C238B4C62}"/>
              </a:ext>
            </a:extLst>
          </p:cNvPr>
          <p:cNvSpPr>
            <a:spLocks/>
          </p:cNvSpPr>
          <p:nvPr/>
        </p:nvSpPr>
        <p:spPr>
          <a:xfrm>
            <a:off x="835905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data_9049">
            <a:extLst>
              <a:ext uri="{FF2B5EF4-FFF2-40B4-BE49-F238E27FC236}">
                <a16:creationId xmlns:a16="http://schemas.microsoft.com/office/drawing/2014/main" id="{9647CE68-E5F7-4C88-ACFD-4AC655B3A067}"/>
              </a:ext>
            </a:extLst>
          </p:cNvPr>
          <p:cNvSpPr>
            <a:spLocks/>
          </p:cNvSpPr>
          <p:nvPr/>
        </p:nvSpPr>
        <p:spPr>
          <a:xfrm>
            <a:off x="83038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data_9050">
            <a:extLst>
              <a:ext uri="{FF2B5EF4-FFF2-40B4-BE49-F238E27FC236}">
                <a16:creationId xmlns:a16="http://schemas.microsoft.com/office/drawing/2014/main" id="{C8D3F3F7-39B1-48AE-B647-D2C2590D40C0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data_9051">
            <a:extLst>
              <a:ext uri="{FF2B5EF4-FFF2-40B4-BE49-F238E27FC236}">
                <a16:creationId xmlns:a16="http://schemas.microsoft.com/office/drawing/2014/main" id="{20500D9B-1C42-4FA0-B896-8D4CAA6DC7CD}"/>
              </a:ext>
            </a:extLst>
          </p:cNvPr>
          <p:cNvSpPr>
            <a:spLocks/>
          </p:cNvSpPr>
          <p:nvPr/>
        </p:nvSpPr>
        <p:spPr>
          <a:xfrm>
            <a:off x="82802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data_9052">
            <a:extLst>
              <a:ext uri="{FF2B5EF4-FFF2-40B4-BE49-F238E27FC236}">
                <a16:creationId xmlns:a16="http://schemas.microsoft.com/office/drawing/2014/main" id="{740B6F9E-63BE-4ECA-AF88-06A77F01B4A1}"/>
              </a:ext>
            </a:extLst>
          </p:cNvPr>
          <p:cNvSpPr>
            <a:spLocks/>
          </p:cNvSpPr>
          <p:nvPr/>
        </p:nvSpPr>
        <p:spPr>
          <a:xfrm>
            <a:off x="83522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data_9053">
            <a:extLst>
              <a:ext uri="{FF2B5EF4-FFF2-40B4-BE49-F238E27FC236}">
                <a16:creationId xmlns:a16="http://schemas.microsoft.com/office/drawing/2014/main" id="{EFC7367D-CC82-41F0-AC44-E32C823D305A}"/>
              </a:ext>
            </a:extLst>
          </p:cNvPr>
          <p:cNvSpPr>
            <a:spLocks/>
          </p:cNvSpPr>
          <p:nvPr/>
        </p:nvSpPr>
        <p:spPr>
          <a:xfrm>
            <a:off x="832765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data_9054">
            <a:extLst>
              <a:ext uri="{FF2B5EF4-FFF2-40B4-BE49-F238E27FC236}">
                <a16:creationId xmlns:a16="http://schemas.microsoft.com/office/drawing/2014/main" id="{921C643C-76B9-409E-974F-21009E9DD2BC}"/>
              </a:ext>
            </a:extLst>
          </p:cNvPr>
          <p:cNvSpPr>
            <a:spLocks/>
          </p:cNvSpPr>
          <p:nvPr/>
        </p:nvSpPr>
        <p:spPr>
          <a:xfrm>
            <a:off x="8351759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data_9055">
            <a:extLst>
              <a:ext uri="{FF2B5EF4-FFF2-40B4-BE49-F238E27FC236}">
                <a16:creationId xmlns:a16="http://schemas.microsoft.com/office/drawing/2014/main" id="{F12EC5F1-A263-4A32-A48A-B4780D5CDC4B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data_9056">
            <a:extLst>
              <a:ext uri="{FF2B5EF4-FFF2-40B4-BE49-F238E27FC236}">
                <a16:creationId xmlns:a16="http://schemas.microsoft.com/office/drawing/2014/main" id="{5C550B46-76AF-47E0-90E3-93FD19B41699}"/>
              </a:ext>
            </a:extLst>
          </p:cNvPr>
          <p:cNvSpPr>
            <a:spLocks/>
          </p:cNvSpPr>
          <p:nvPr/>
        </p:nvSpPr>
        <p:spPr>
          <a:xfrm>
            <a:off x="8293777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data_9057">
            <a:extLst>
              <a:ext uri="{FF2B5EF4-FFF2-40B4-BE49-F238E27FC236}">
                <a16:creationId xmlns:a16="http://schemas.microsoft.com/office/drawing/2014/main" id="{59D6CB33-C268-483B-BE61-8A9A0CE8143F}"/>
              </a:ext>
            </a:extLst>
          </p:cNvPr>
          <p:cNvSpPr>
            <a:spLocks/>
          </p:cNvSpPr>
          <p:nvPr/>
        </p:nvSpPr>
        <p:spPr>
          <a:xfrm>
            <a:off x="8352671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data_9058">
            <a:extLst>
              <a:ext uri="{FF2B5EF4-FFF2-40B4-BE49-F238E27FC236}">
                <a16:creationId xmlns:a16="http://schemas.microsoft.com/office/drawing/2014/main" id="{B2128112-C4EA-4E7F-96A1-540334AB1DB8}"/>
              </a:ext>
            </a:extLst>
          </p:cNvPr>
          <p:cNvSpPr>
            <a:spLocks/>
          </p:cNvSpPr>
          <p:nvPr/>
        </p:nvSpPr>
        <p:spPr>
          <a:xfrm>
            <a:off x="8352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data_9059">
            <a:extLst>
              <a:ext uri="{FF2B5EF4-FFF2-40B4-BE49-F238E27FC236}">
                <a16:creationId xmlns:a16="http://schemas.microsoft.com/office/drawing/2014/main" id="{60BE554C-9E69-4489-B940-9166C5A6E238}"/>
              </a:ext>
            </a:extLst>
          </p:cNvPr>
          <p:cNvSpPr>
            <a:spLocks/>
          </p:cNvSpPr>
          <p:nvPr/>
        </p:nvSpPr>
        <p:spPr>
          <a:xfrm>
            <a:off x="834472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data_9060">
            <a:extLst>
              <a:ext uri="{FF2B5EF4-FFF2-40B4-BE49-F238E27FC236}">
                <a16:creationId xmlns:a16="http://schemas.microsoft.com/office/drawing/2014/main" id="{006B6EF2-753D-488E-B26D-07A803E1ACF7}"/>
              </a:ext>
            </a:extLst>
          </p:cNvPr>
          <p:cNvSpPr>
            <a:spLocks/>
          </p:cNvSpPr>
          <p:nvPr/>
        </p:nvSpPr>
        <p:spPr>
          <a:xfrm>
            <a:off x="8356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data_9061">
            <a:extLst>
              <a:ext uri="{FF2B5EF4-FFF2-40B4-BE49-F238E27FC236}">
                <a16:creationId xmlns:a16="http://schemas.microsoft.com/office/drawing/2014/main" id="{4FFF3999-F850-4E6F-A519-6D3B11659402}"/>
              </a:ext>
            </a:extLst>
          </p:cNvPr>
          <p:cNvSpPr>
            <a:spLocks/>
          </p:cNvSpPr>
          <p:nvPr/>
        </p:nvSpPr>
        <p:spPr>
          <a:xfrm>
            <a:off x="828126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data_9062">
            <a:extLst>
              <a:ext uri="{FF2B5EF4-FFF2-40B4-BE49-F238E27FC236}">
                <a16:creationId xmlns:a16="http://schemas.microsoft.com/office/drawing/2014/main" id="{AB0CDEE1-5475-40A1-B105-79F79142BBD5}"/>
              </a:ext>
            </a:extLst>
          </p:cNvPr>
          <p:cNvSpPr>
            <a:spLocks/>
          </p:cNvSpPr>
          <p:nvPr/>
        </p:nvSpPr>
        <p:spPr>
          <a:xfrm>
            <a:off x="826159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data_9063">
            <a:extLst>
              <a:ext uri="{FF2B5EF4-FFF2-40B4-BE49-F238E27FC236}">
                <a16:creationId xmlns:a16="http://schemas.microsoft.com/office/drawing/2014/main" id="{3B393830-BAF4-43BC-A43B-DE383BC54FFA}"/>
              </a:ext>
            </a:extLst>
          </p:cNvPr>
          <p:cNvSpPr>
            <a:spLocks/>
          </p:cNvSpPr>
          <p:nvPr/>
        </p:nvSpPr>
        <p:spPr>
          <a:xfrm>
            <a:off x="83374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data_9064">
            <a:extLst>
              <a:ext uri="{FF2B5EF4-FFF2-40B4-BE49-F238E27FC236}">
                <a16:creationId xmlns:a16="http://schemas.microsoft.com/office/drawing/2014/main" id="{DB8E99AA-DBF6-4DDC-A94E-22F66A06BFB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data_9065">
            <a:extLst>
              <a:ext uri="{FF2B5EF4-FFF2-40B4-BE49-F238E27FC236}">
                <a16:creationId xmlns:a16="http://schemas.microsoft.com/office/drawing/2014/main" id="{D96222CE-E2EA-42DC-BF4C-1B2BE928E46D}"/>
              </a:ext>
            </a:extLst>
          </p:cNvPr>
          <p:cNvSpPr>
            <a:spLocks/>
          </p:cNvSpPr>
          <p:nvPr/>
        </p:nvSpPr>
        <p:spPr>
          <a:xfrm>
            <a:off x="82636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data_9066">
            <a:extLst>
              <a:ext uri="{FF2B5EF4-FFF2-40B4-BE49-F238E27FC236}">
                <a16:creationId xmlns:a16="http://schemas.microsoft.com/office/drawing/2014/main" id="{F7BD0FCE-7488-438E-B6F1-0385CCACAFF7}"/>
              </a:ext>
            </a:extLst>
          </p:cNvPr>
          <p:cNvSpPr>
            <a:spLocks/>
          </p:cNvSpPr>
          <p:nvPr/>
        </p:nvSpPr>
        <p:spPr>
          <a:xfrm>
            <a:off x="834068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data_9067">
            <a:extLst>
              <a:ext uri="{FF2B5EF4-FFF2-40B4-BE49-F238E27FC236}">
                <a16:creationId xmlns:a16="http://schemas.microsoft.com/office/drawing/2014/main" id="{10515FBD-27B1-4F30-9432-FB4E86551CF7}"/>
              </a:ext>
            </a:extLst>
          </p:cNvPr>
          <p:cNvSpPr>
            <a:spLocks/>
          </p:cNvSpPr>
          <p:nvPr/>
        </p:nvSpPr>
        <p:spPr>
          <a:xfrm>
            <a:off x="82566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data_9068">
            <a:extLst>
              <a:ext uri="{FF2B5EF4-FFF2-40B4-BE49-F238E27FC236}">
                <a16:creationId xmlns:a16="http://schemas.microsoft.com/office/drawing/2014/main" id="{EC0781B6-7582-442D-AB32-B2F3ACD7E2DE}"/>
              </a:ext>
            </a:extLst>
          </p:cNvPr>
          <p:cNvSpPr>
            <a:spLocks/>
          </p:cNvSpPr>
          <p:nvPr/>
        </p:nvSpPr>
        <p:spPr>
          <a:xfrm>
            <a:off x="8365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data_9069">
            <a:extLst>
              <a:ext uri="{FF2B5EF4-FFF2-40B4-BE49-F238E27FC236}">
                <a16:creationId xmlns:a16="http://schemas.microsoft.com/office/drawing/2014/main" id="{5E126510-7F63-4999-8518-3EAC4B3DFA02}"/>
              </a:ext>
            </a:extLst>
          </p:cNvPr>
          <p:cNvSpPr>
            <a:spLocks/>
          </p:cNvSpPr>
          <p:nvPr/>
        </p:nvSpPr>
        <p:spPr>
          <a:xfrm>
            <a:off x="83457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data_9070">
            <a:extLst>
              <a:ext uri="{FF2B5EF4-FFF2-40B4-BE49-F238E27FC236}">
                <a16:creationId xmlns:a16="http://schemas.microsoft.com/office/drawing/2014/main" id="{6E8136EB-C4BA-46B2-A388-AB4E50351240}"/>
              </a:ext>
            </a:extLst>
          </p:cNvPr>
          <p:cNvSpPr>
            <a:spLocks/>
          </p:cNvSpPr>
          <p:nvPr/>
        </p:nvSpPr>
        <p:spPr>
          <a:xfrm>
            <a:off x="82985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data_9071">
            <a:extLst>
              <a:ext uri="{FF2B5EF4-FFF2-40B4-BE49-F238E27FC236}">
                <a16:creationId xmlns:a16="http://schemas.microsoft.com/office/drawing/2014/main" id="{D29788CD-78F0-47CA-B217-57B19E282FCD}"/>
              </a:ext>
            </a:extLst>
          </p:cNvPr>
          <p:cNvSpPr>
            <a:spLocks/>
          </p:cNvSpPr>
          <p:nvPr/>
        </p:nvSpPr>
        <p:spPr>
          <a:xfrm>
            <a:off x="82765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data_9072">
            <a:extLst>
              <a:ext uri="{FF2B5EF4-FFF2-40B4-BE49-F238E27FC236}">
                <a16:creationId xmlns:a16="http://schemas.microsoft.com/office/drawing/2014/main" id="{5EA7F50E-D1AF-4EC6-B72E-82946923DD32}"/>
              </a:ext>
            </a:extLst>
          </p:cNvPr>
          <p:cNvSpPr>
            <a:spLocks/>
          </p:cNvSpPr>
          <p:nvPr/>
        </p:nvSpPr>
        <p:spPr>
          <a:xfrm>
            <a:off x="8363747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data_9073">
            <a:extLst>
              <a:ext uri="{FF2B5EF4-FFF2-40B4-BE49-F238E27FC236}">
                <a16:creationId xmlns:a16="http://schemas.microsoft.com/office/drawing/2014/main" id="{111AF420-2169-4B85-8CA0-310A77E7918F}"/>
              </a:ext>
            </a:extLst>
          </p:cNvPr>
          <p:cNvSpPr>
            <a:spLocks/>
          </p:cNvSpPr>
          <p:nvPr/>
        </p:nvSpPr>
        <p:spPr>
          <a:xfrm>
            <a:off x="8369349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data_9074">
            <a:extLst>
              <a:ext uri="{FF2B5EF4-FFF2-40B4-BE49-F238E27FC236}">
                <a16:creationId xmlns:a16="http://schemas.microsoft.com/office/drawing/2014/main" id="{E4F0D11F-5784-491B-BFD3-AE7CDFE6B7FC}"/>
              </a:ext>
            </a:extLst>
          </p:cNvPr>
          <p:cNvSpPr>
            <a:spLocks/>
          </p:cNvSpPr>
          <p:nvPr/>
        </p:nvSpPr>
        <p:spPr>
          <a:xfrm>
            <a:off x="8322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data_9075">
            <a:extLst>
              <a:ext uri="{FF2B5EF4-FFF2-40B4-BE49-F238E27FC236}">
                <a16:creationId xmlns:a16="http://schemas.microsoft.com/office/drawing/2014/main" id="{A3B27D06-19A1-4E81-A03B-F733016ABF03}"/>
              </a:ext>
            </a:extLst>
          </p:cNvPr>
          <p:cNvSpPr>
            <a:spLocks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data_9076">
            <a:extLst>
              <a:ext uri="{FF2B5EF4-FFF2-40B4-BE49-F238E27FC236}">
                <a16:creationId xmlns:a16="http://schemas.microsoft.com/office/drawing/2014/main" id="{01D983AC-1872-44A0-BDB1-73E5A3E9C375}"/>
              </a:ext>
            </a:extLst>
          </p:cNvPr>
          <p:cNvSpPr>
            <a:spLocks/>
          </p:cNvSpPr>
          <p:nvPr/>
        </p:nvSpPr>
        <p:spPr>
          <a:xfrm>
            <a:off x="8260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data_9077">
            <a:extLst>
              <a:ext uri="{FF2B5EF4-FFF2-40B4-BE49-F238E27FC236}">
                <a16:creationId xmlns:a16="http://schemas.microsoft.com/office/drawing/2014/main" id="{6C0053B5-FA65-4FFF-820C-4D0C14AA2221}"/>
              </a:ext>
            </a:extLst>
          </p:cNvPr>
          <p:cNvSpPr>
            <a:spLocks/>
          </p:cNvSpPr>
          <p:nvPr/>
        </p:nvSpPr>
        <p:spPr>
          <a:xfrm>
            <a:off x="82971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data_9078">
            <a:extLst>
              <a:ext uri="{FF2B5EF4-FFF2-40B4-BE49-F238E27FC236}">
                <a16:creationId xmlns:a16="http://schemas.microsoft.com/office/drawing/2014/main" id="{A162759A-AF4B-45C7-AB5F-740C1AD2DA7F}"/>
              </a:ext>
            </a:extLst>
          </p:cNvPr>
          <p:cNvSpPr>
            <a:spLocks/>
          </p:cNvSpPr>
          <p:nvPr/>
        </p:nvSpPr>
        <p:spPr>
          <a:xfrm>
            <a:off x="834368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data_9079">
            <a:extLst>
              <a:ext uri="{FF2B5EF4-FFF2-40B4-BE49-F238E27FC236}">
                <a16:creationId xmlns:a16="http://schemas.microsoft.com/office/drawing/2014/main" id="{8F82A33A-6F75-4E5B-83CC-DAD1E5756FB1}"/>
              </a:ext>
            </a:extLst>
          </p:cNvPr>
          <p:cNvSpPr>
            <a:spLocks/>
          </p:cNvSpPr>
          <p:nvPr/>
        </p:nvSpPr>
        <p:spPr>
          <a:xfrm>
            <a:off x="825247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data_9080">
            <a:extLst>
              <a:ext uri="{FF2B5EF4-FFF2-40B4-BE49-F238E27FC236}">
                <a16:creationId xmlns:a16="http://schemas.microsoft.com/office/drawing/2014/main" id="{5D6FE0E1-F6C3-4F17-B055-6A46BEA08BF1}"/>
              </a:ext>
            </a:extLst>
          </p:cNvPr>
          <p:cNvSpPr>
            <a:spLocks/>
          </p:cNvSpPr>
          <p:nvPr/>
        </p:nvSpPr>
        <p:spPr>
          <a:xfrm>
            <a:off x="82477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data_9081">
            <a:extLst>
              <a:ext uri="{FF2B5EF4-FFF2-40B4-BE49-F238E27FC236}">
                <a16:creationId xmlns:a16="http://schemas.microsoft.com/office/drawing/2014/main" id="{0F57E677-D186-456D-9CDA-304B158C4ED0}"/>
              </a:ext>
            </a:extLst>
          </p:cNvPr>
          <p:cNvSpPr>
            <a:spLocks/>
          </p:cNvSpPr>
          <p:nvPr/>
        </p:nvSpPr>
        <p:spPr>
          <a:xfrm>
            <a:off x="83247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data_9082">
            <a:extLst>
              <a:ext uri="{FF2B5EF4-FFF2-40B4-BE49-F238E27FC236}">
                <a16:creationId xmlns:a16="http://schemas.microsoft.com/office/drawing/2014/main" id="{7AFB7C9E-1253-44BB-9B6F-499E2CDEAAC8}"/>
              </a:ext>
            </a:extLst>
          </p:cNvPr>
          <p:cNvSpPr>
            <a:spLocks/>
          </p:cNvSpPr>
          <p:nvPr/>
        </p:nvSpPr>
        <p:spPr>
          <a:xfrm>
            <a:off x="8362965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data_9083">
            <a:extLst>
              <a:ext uri="{FF2B5EF4-FFF2-40B4-BE49-F238E27FC236}">
                <a16:creationId xmlns:a16="http://schemas.microsoft.com/office/drawing/2014/main" id="{14B2FA72-73E3-4751-B8AA-085405F16582}"/>
              </a:ext>
            </a:extLst>
          </p:cNvPr>
          <p:cNvSpPr>
            <a:spLocks/>
          </p:cNvSpPr>
          <p:nvPr/>
        </p:nvSpPr>
        <p:spPr>
          <a:xfrm>
            <a:off x="8242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data_9084">
            <a:extLst>
              <a:ext uri="{FF2B5EF4-FFF2-40B4-BE49-F238E27FC236}">
                <a16:creationId xmlns:a16="http://schemas.microsoft.com/office/drawing/2014/main" id="{E797556C-523E-4423-A431-B905664CCDD7}"/>
              </a:ext>
            </a:extLst>
          </p:cNvPr>
          <p:cNvSpPr>
            <a:spLocks/>
          </p:cNvSpPr>
          <p:nvPr/>
        </p:nvSpPr>
        <p:spPr>
          <a:xfrm>
            <a:off x="82929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data_9085">
            <a:extLst>
              <a:ext uri="{FF2B5EF4-FFF2-40B4-BE49-F238E27FC236}">
                <a16:creationId xmlns:a16="http://schemas.microsoft.com/office/drawing/2014/main" id="{A03692CE-8C0E-4BF4-A474-D838BE3204BB}"/>
              </a:ext>
            </a:extLst>
          </p:cNvPr>
          <p:cNvSpPr>
            <a:spLocks/>
          </p:cNvSpPr>
          <p:nvPr/>
        </p:nvSpPr>
        <p:spPr>
          <a:xfrm>
            <a:off x="8334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data_9086">
            <a:extLst>
              <a:ext uri="{FF2B5EF4-FFF2-40B4-BE49-F238E27FC236}">
                <a16:creationId xmlns:a16="http://schemas.microsoft.com/office/drawing/2014/main" id="{7B6F7727-4B0E-4A65-847B-D630863DA7B0}"/>
              </a:ext>
            </a:extLst>
          </p:cNvPr>
          <p:cNvSpPr>
            <a:spLocks/>
          </p:cNvSpPr>
          <p:nvPr/>
        </p:nvSpPr>
        <p:spPr>
          <a:xfrm>
            <a:off x="8295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data_9087">
            <a:extLst>
              <a:ext uri="{FF2B5EF4-FFF2-40B4-BE49-F238E27FC236}">
                <a16:creationId xmlns:a16="http://schemas.microsoft.com/office/drawing/2014/main" id="{1D1289F2-E5C8-443B-852C-FF064FF5232E}"/>
              </a:ext>
            </a:extLst>
          </p:cNvPr>
          <p:cNvSpPr>
            <a:spLocks/>
          </p:cNvSpPr>
          <p:nvPr/>
        </p:nvSpPr>
        <p:spPr>
          <a:xfrm>
            <a:off x="82737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data_9088">
            <a:extLst>
              <a:ext uri="{FF2B5EF4-FFF2-40B4-BE49-F238E27FC236}">
                <a16:creationId xmlns:a16="http://schemas.microsoft.com/office/drawing/2014/main" id="{8D85CA47-CFCE-4C9E-8B75-5B2F00121971}"/>
              </a:ext>
            </a:extLst>
          </p:cNvPr>
          <p:cNvSpPr>
            <a:spLocks/>
          </p:cNvSpPr>
          <p:nvPr/>
        </p:nvSpPr>
        <p:spPr>
          <a:xfrm>
            <a:off x="83242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data_9089">
            <a:extLst>
              <a:ext uri="{FF2B5EF4-FFF2-40B4-BE49-F238E27FC236}">
                <a16:creationId xmlns:a16="http://schemas.microsoft.com/office/drawing/2014/main" id="{82838750-5038-4E75-97B2-EEA6B25EB062}"/>
              </a:ext>
            </a:extLst>
          </p:cNvPr>
          <p:cNvSpPr>
            <a:spLocks/>
          </p:cNvSpPr>
          <p:nvPr/>
        </p:nvSpPr>
        <p:spPr>
          <a:xfrm>
            <a:off x="83200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data_9090">
            <a:extLst>
              <a:ext uri="{FF2B5EF4-FFF2-40B4-BE49-F238E27FC236}">
                <a16:creationId xmlns:a16="http://schemas.microsoft.com/office/drawing/2014/main" id="{FE22CD03-AFEA-49AD-9C81-4ED64CF0F8A7}"/>
              </a:ext>
            </a:extLst>
          </p:cNvPr>
          <p:cNvSpPr>
            <a:spLocks/>
          </p:cNvSpPr>
          <p:nvPr/>
        </p:nvSpPr>
        <p:spPr>
          <a:xfrm>
            <a:off x="830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data_9091">
            <a:extLst>
              <a:ext uri="{FF2B5EF4-FFF2-40B4-BE49-F238E27FC236}">
                <a16:creationId xmlns:a16="http://schemas.microsoft.com/office/drawing/2014/main" id="{0C3B465A-DEA9-4C78-9BD4-023A7DC71FEA}"/>
              </a:ext>
            </a:extLst>
          </p:cNvPr>
          <p:cNvSpPr>
            <a:spLocks/>
          </p:cNvSpPr>
          <p:nvPr/>
        </p:nvSpPr>
        <p:spPr>
          <a:xfrm>
            <a:off x="83169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data_9092">
            <a:extLst>
              <a:ext uri="{FF2B5EF4-FFF2-40B4-BE49-F238E27FC236}">
                <a16:creationId xmlns:a16="http://schemas.microsoft.com/office/drawing/2014/main" id="{470A8098-4DC2-48E8-9508-C099B4EB8F8E}"/>
              </a:ext>
            </a:extLst>
          </p:cNvPr>
          <p:cNvSpPr>
            <a:spLocks/>
          </p:cNvSpPr>
          <p:nvPr/>
        </p:nvSpPr>
        <p:spPr>
          <a:xfrm>
            <a:off x="8279575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data_9093">
            <a:extLst>
              <a:ext uri="{FF2B5EF4-FFF2-40B4-BE49-F238E27FC236}">
                <a16:creationId xmlns:a16="http://schemas.microsoft.com/office/drawing/2014/main" id="{8B706DE8-2DAB-4B0B-B470-A319FD844FB4}"/>
              </a:ext>
            </a:extLst>
          </p:cNvPr>
          <p:cNvSpPr>
            <a:spLocks/>
          </p:cNvSpPr>
          <p:nvPr/>
        </p:nvSpPr>
        <p:spPr>
          <a:xfrm>
            <a:off x="83087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data_9094">
            <a:extLst>
              <a:ext uri="{FF2B5EF4-FFF2-40B4-BE49-F238E27FC236}">
                <a16:creationId xmlns:a16="http://schemas.microsoft.com/office/drawing/2014/main" id="{D3F738B3-9433-4A4B-B5ED-9058453347FF}"/>
              </a:ext>
            </a:extLst>
          </p:cNvPr>
          <p:cNvSpPr>
            <a:spLocks/>
          </p:cNvSpPr>
          <p:nvPr/>
        </p:nvSpPr>
        <p:spPr>
          <a:xfrm>
            <a:off x="828087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data_9095">
            <a:extLst>
              <a:ext uri="{FF2B5EF4-FFF2-40B4-BE49-F238E27FC236}">
                <a16:creationId xmlns:a16="http://schemas.microsoft.com/office/drawing/2014/main" id="{BA95A98F-AE1C-4D0A-8427-71A64E07E485}"/>
              </a:ext>
            </a:extLst>
          </p:cNvPr>
          <p:cNvSpPr>
            <a:spLocks/>
          </p:cNvSpPr>
          <p:nvPr/>
        </p:nvSpPr>
        <p:spPr>
          <a:xfrm>
            <a:off x="8292344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data_9096">
            <a:extLst>
              <a:ext uri="{FF2B5EF4-FFF2-40B4-BE49-F238E27FC236}">
                <a16:creationId xmlns:a16="http://schemas.microsoft.com/office/drawing/2014/main" id="{81985197-9859-4B2D-BD73-3235FBC0DFB0}"/>
              </a:ext>
            </a:extLst>
          </p:cNvPr>
          <p:cNvSpPr>
            <a:spLocks/>
          </p:cNvSpPr>
          <p:nvPr/>
        </p:nvSpPr>
        <p:spPr>
          <a:xfrm>
            <a:off x="8348632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data_9097">
            <a:extLst>
              <a:ext uri="{FF2B5EF4-FFF2-40B4-BE49-F238E27FC236}">
                <a16:creationId xmlns:a16="http://schemas.microsoft.com/office/drawing/2014/main" id="{ECC7E71E-22FB-49B8-9E91-46B0C2C0F875}"/>
              </a:ext>
            </a:extLst>
          </p:cNvPr>
          <p:cNvSpPr>
            <a:spLocks/>
          </p:cNvSpPr>
          <p:nvPr/>
        </p:nvSpPr>
        <p:spPr>
          <a:xfrm>
            <a:off x="82563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data_9098">
            <a:extLst>
              <a:ext uri="{FF2B5EF4-FFF2-40B4-BE49-F238E27FC236}">
                <a16:creationId xmlns:a16="http://schemas.microsoft.com/office/drawing/2014/main" id="{CC585B09-BB88-4BD4-AC8A-B36CDE0FC8CE}"/>
              </a:ext>
            </a:extLst>
          </p:cNvPr>
          <p:cNvSpPr>
            <a:spLocks/>
          </p:cNvSpPr>
          <p:nvPr/>
        </p:nvSpPr>
        <p:spPr>
          <a:xfrm>
            <a:off x="82623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data_9099">
            <a:extLst>
              <a:ext uri="{FF2B5EF4-FFF2-40B4-BE49-F238E27FC236}">
                <a16:creationId xmlns:a16="http://schemas.microsoft.com/office/drawing/2014/main" id="{D7F704E9-A9F5-4A4F-9636-1E2E6A07C243}"/>
              </a:ext>
            </a:extLst>
          </p:cNvPr>
          <p:cNvSpPr>
            <a:spLocks/>
          </p:cNvSpPr>
          <p:nvPr/>
        </p:nvSpPr>
        <p:spPr>
          <a:xfrm>
            <a:off x="83165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data_9100">
            <a:extLst>
              <a:ext uri="{FF2B5EF4-FFF2-40B4-BE49-F238E27FC236}">
                <a16:creationId xmlns:a16="http://schemas.microsoft.com/office/drawing/2014/main" id="{DEB672C4-3370-49CB-B0D8-969F56EE9168}"/>
              </a:ext>
            </a:extLst>
          </p:cNvPr>
          <p:cNvSpPr>
            <a:spLocks/>
          </p:cNvSpPr>
          <p:nvPr/>
        </p:nvSpPr>
        <p:spPr>
          <a:xfrm>
            <a:off x="83154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data_9101">
            <a:extLst>
              <a:ext uri="{FF2B5EF4-FFF2-40B4-BE49-F238E27FC236}">
                <a16:creationId xmlns:a16="http://schemas.microsoft.com/office/drawing/2014/main" id="{B9DD2D5C-2AAA-4940-9B08-034C499ED6F6}"/>
              </a:ext>
            </a:extLst>
          </p:cNvPr>
          <p:cNvSpPr>
            <a:spLocks/>
          </p:cNvSpPr>
          <p:nvPr/>
        </p:nvSpPr>
        <p:spPr>
          <a:xfrm>
            <a:off x="83577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data_9102">
            <a:extLst>
              <a:ext uri="{FF2B5EF4-FFF2-40B4-BE49-F238E27FC236}">
                <a16:creationId xmlns:a16="http://schemas.microsoft.com/office/drawing/2014/main" id="{59320548-EB52-4B1E-A243-49053CB13C26}"/>
              </a:ext>
            </a:extLst>
          </p:cNvPr>
          <p:cNvSpPr>
            <a:spLocks/>
          </p:cNvSpPr>
          <p:nvPr/>
        </p:nvSpPr>
        <p:spPr>
          <a:xfrm>
            <a:off x="8338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data_9103">
            <a:extLst>
              <a:ext uri="{FF2B5EF4-FFF2-40B4-BE49-F238E27FC236}">
                <a16:creationId xmlns:a16="http://schemas.microsoft.com/office/drawing/2014/main" id="{BA6A3435-96A5-4099-A8CD-0ED676820481}"/>
              </a:ext>
            </a:extLst>
          </p:cNvPr>
          <p:cNvSpPr>
            <a:spLocks/>
          </p:cNvSpPr>
          <p:nvPr/>
        </p:nvSpPr>
        <p:spPr>
          <a:xfrm>
            <a:off x="82576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data_9104">
            <a:extLst>
              <a:ext uri="{FF2B5EF4-FFF2-40B4-BE49-F238E27FC236}">
                <a16:creationId xmlns:a16="http://schemas.microsoft.com/office/drawing/2014/main" id="{56B93122-DEDF-49A8-98A3-5FC37B284A28}"/>
              </a:ext>
            </a:extLst>
          </p:cNvPr>
          <p:cNvSpPr>
            <a:spLocks/>
          </p:cNvSpPr>
          <p:nvPr/>
        </p:nvSpPr>
        <p:spPr>
          <a:xfrm>
            <a:off x="82765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data_9105">
            <a:extLst>
              <a:ext uri="{FF2B5EF4-FFF2-40B4-BE49-F238E27FC236}">
                <a16:creationId xmlns:a16="http://schemas.microsoft.com/office/drawing/2014/main" id="{111F8FA9-C2C5-412B-B883-AD1566ECFEE5}"/>
              </a:ext>
            </a:extLst>
          </p:cNvPr>
          <p:cNvSpPr>
            <a:spLocks/>
          </p:cNvSpPr>
          <p:nvPr/>
        </p:nvSpPr>
        <p:spPr>
          <a:xfrm>
            <a:off x="832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data_9106">
            <a:extLst>
              <a:ext uri="{FF2B5EF4-FFF2-40B4-BE49-F238E27FC236}">
                <a16:creationId xmlns:a16="http://schemas.microsoft.com/office/drawing/2014/main" id="{8372DE19-92FC-45E4-A6BB-46C92CE4A9AA}"/>
              </a:ext>
            </a:extLst>
          </p:cNvPr>
          <p:cNvSpPr>
            <a:spLocks/>
          </p:cNvSpPr>
          <p:nvPr/>
        </p:nvSpPr>
        <p:spPr>
          <a:xfrm>
            <a:off x="82501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data_9107">
            <a:extLst>
              <a:ext uri="{FF2B5EF4-FFF2-40B4-BE49-F238E27FC236}">
                <a16:creationId xmlns:a16="http://schemas.microsoft.com/office/drawing/2014/main" id="{D7BA9A4F-8791-40CD-BF7B-26E6874D83DB}"/>
              </a:ext>
            </a:extLst>
          </p:cNvPr>
          <p:cNvSpPr>
            <a:spLocks/>
          </p:cNvSpPr>
          <p:nvPr/>
        </p:nvSpPr>
        <p:spPr>
          <a:xfrm>
            <a:off x="83406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data_9108">
            <a:extLst>
              <a:ext uri="{FF2B5EF4-FFF2-40B4-BE49-F238E27FC236}">
                <a16:creationId xmlns:a16="http://schemas.microsoft.com/office/drawing/2014/main" id="{F2447753-A298-4584-AF2F-45427207EC37}"/>
              </a:ext>
            </a:extLst>
          </p:cNvPr>
          <p:cNvSpPr>
            <a:spLocks/>
          </p:cNvSpPr>
          <p:nvPr/>
        </p:nvSpPr>
        <p:spPr>
          <a:xfrm>
            <a:off x="8345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data_9109">
            <a:extLst>
              <a:ext uri="{FF2B5EF4-FFF2-40B4-BE49-F238E27FC236}">
                <a16:creationId xmlns:a16="http://schemas.microsoft.com/office/drawing/2014/main" id="{19A6B33E-A6F1-4E89-B70D-F67E660CC40D}"/>
              </a:ext>
            </a:extLst>
          </p:cNvPr>
          <p:cNvSpPr>
            <a:spLocks/>
          </p:cNvSpPr>
          <p:nvPr/>
        </p:nvSpPr>
        <p:spPr>
          <a:xfrm>
            <a:off x="833130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data_9110">
            <a:extLst>
              <a:ext uri="{FF2B5EF4-FFF2-40B4-BE49-F238E27FC236}">
                <a16:creationId xmlns:a16="http://schemas.microsoft.com/office/drawing/2014/main" id="{E3A998D0-CB43-443D-BA85-808AC3533A00}"/>
              </a:ext>
            </a:extLst>
          </p:cNvPr>
          <p:cNvSpPr>
            <a:spLocks/>
          </p:cNvSpPr>
          <p:nvPr/>
        </p:nvSpPr>
        <p:spPr>
          <a:xfrm>
            <a:off x="83301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data_9111">
            <a:extLst>
              <a:ext uri="{FF2B5EF4-FFF2-40B4-BE49-F238E27FC236}">
                <a16:creationId xmlns:a16="http://schemas.microsoft.com/office/drawing/2014/main" id="{16AB9B57-C74F-453B-B7E6-1B375BE14B49}"/>
              </a:ext>
            </a:extLst>
          </p:cNvPr>
          <p:cNvSpPr>
            <a:spLocks/>
          </p:cNvSpPr>
          <p:nvPr/>
        </p:nvSpPr>
        <p:spPr>
          <a:xfrm>
            <a:off x="8335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data_9112">
            <a:extLst>
              <a:ext uri="{FF2B5EF4-FFF2-40B4-BE49-F238E27FC236}">
                <a16:creationId xmlns:a16="http://schemas.microsoft.com/office/drawing/2014/main" id="{F1E2D0A5-FF4A-4917-BDB8-D3643BFE8875}"/>
              </a:ext>
            </a:extLst>
          </p:cNvPr>
          <p:cNvSpPr>
            <a:spLocks/>
          </p:cNvSpPr>
          <p:nvPr/>
        </p:nvSpPr>
        <p:spPr>
          <a:xfrm>
            <a:off x="8311107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data_9113">
            <a:extLst>
              <a:ext uri="{FF2B5EF4-FFF2-40B4-BE49-F238E27FC236}">
                <a16:creationId xmlns:a16="http://schemas.microsoft.com/office/drawing/2014/main" id="{E34652BE-384A-494E-ADC2-0109254977D9}"/>
              </a:ext>
            </a:extLst>
          </p:cNvPr>
          <p:cNvSpPr>
            <a:spLocks/>
          </p:cNvSpPr>
          <p:nvPr/>
        </p:nvSpPr>
        <p:spPr>
          <a:xfrm>
            <a:off x="8243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data_9114">
            <a:extLst>
              <a:ext uri="{FF2B5EF4-FFF2-40B4-BE49-F238E27FC236}">
                <a16:creationId xmlns:a16="http://schemas.microsoft.com/office/drawing/2014/main" id="{FDF964F1-2EA3-4E8D-9988-CE711DCAF174}"/>
              </a:ext>
            </a:extLst>
          </p:cNvPr>
          <p:cNvSpPr>
            <a:spLocks/>
          </p:cNvSpPr>
          <p:nvPr/>
        </p:nvSpPr>
        <p:spPr>
          <a:xfrm>
            <a:off x="83108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data_9115">
            <a:extLst>
              <a:ext uri="{FF2B5EF4-FFF2-40B4-BE49-F238E27FC236}">
                <a16:creationId xmlns:a16="http://schemas.microsoft.com/office/drawing/2014/main" id="{515E5BC0-E83B-4663-9B23-DF9BC374B5C3}"/>
              </a:ext>
            </a:extLst>
          </p:cNvPr>
          <p:cNvSpPr>
            <a:spLocks/>
          </p:cNvSpPr>
          <p:nvPr/>
        </p:nvSpPr>
        <p:spPr>
          <a:xfrm>
            <a:off x="826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data_9116">
            <a:extLst>
              <a:ext uri="{FF2B5EF4-FFF2-40B4-BE49-F238E27FC236}">
                <a16:creationId xmlns:a16="http://schemas.microsoft.com/office/drawing/2014/main" id="{FC78B79C-0DB1-4C1C-BDC0-492752C7EE9B}"/>
              </a:ext>
            </a:extLst>
          </p:cNvPr>
          <p:cNvSpPr>
            <a:spLocks/>
          </p:cNvSpPr>
          <p:nvPr/>
        </p:nvSpPr>
        <p:spPr>
          <a:xfrm>
            <a:off x="8330651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data_9117">
            <a:extLst>
              <a:ext uri="{FF2B5EF4-FFF2-40B4-BE49-F238E27FC236}">
                <a16:creationId xmlns:a16="http://schemas.microsoft.com/office/drawing/2014/main" id="{0E0E27A8-3E19-4195-B982-BEC4138EC9C9}"/>
              </a:ext>
            </a:extLst>
          </p:cNvPr>
          <p:cNvSpPr>
            <a:spLocks/>
          </p:cNvSpPr>
          <p:nvPr/>
        </p:nvSpPr>
        <p:spPr>
          <a:xfrm>
            <a:off x="8347850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data_9118">
            <a:extLst>
              <a:ext uri="{FF2B5EF4-FFF2-40B4-BE49-F238E27FC236}">
                <a16:creationId xmlns:a16="http://schemas.microsoft.com/office/drawing/2014/main" id="{15EC9067-AF73-4B0A-8B7E-B86DA705C7F3}"/>
              </a:ext>
            </a:extLst>
          </p:cNvPr>
          <p:cNvSpPr>
            <a:spLocks/>
          </p:cNvSpPr>
          <p:nvPr/>
        </p:nvSpPr>
        <p:spPr>
          <a:xfrm>
            <a:off x="8258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data_9119">
            <a:extLst>
              <a:ext uri="{FF2B5EF4-FFF2-40B4-BE49-F238E27FC236}">
                <a16:creationId xmlns:a16="http://schemas.microsoft.com/office/drawing/2014/main" id="{18A6D1CA-0E20-4F6C-9B47-ABE6080194BF}"/>
              </a:ext>
            </a:extLst>
          </p:cNvPr>
          <p:cNvSpPr>
            <a:spLocks/>
          </p:cNvSpPr>
          <p:nvPr/>
        </p:nvSpPr>
        <p:spPr>
          <a:xfrm>
            <a:off x="8331824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data_9120">
            <a:extLst>
              <a:ext uri="{FF2B5EF4-FFF2-40B4-BE49-F238E27FC236}">
                <a16:creationId xmlns:a16="http://schemas.microsoft.com/office/drawing/2014/main" id="{9386FE08-4672-465B-B98D-F2B4A1995A5E}"/>
              </a:ext>
            </a:extLst>
          </p:cNvPr>
          <p:cNvSpPr>
            <a:spLocks/>
          </p:cNvSpPr>
          <p:nvPr/>
        </p:nvSpPr>
        <p:spPr>
          <a:xfrm>
            <a:off x="82651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data_9121">
            <a:extLst>
              <a:ext uri="{FF2B5EF4-FFF2-40B4-BE49-F238E27FC236}">
                <a16:creationId xmlns:a16="http://schemas.microsoft.com/office/drawing/2014/main" id="{A0F0C9BC-1BDA-45EE-A5D6-564E1BFCFF1E}"/>
              </a:ext>
            </a:extLst>
          </p:cNvPr>
          <p:cNvSpPr>
            <a:spLocks/>
          </p:cNvSpPr>
          <p:nvPr/>
        </p:nvSpPr>
        <p:spPr>
          <a:xfrm>
            <a:off x="82708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data_9122">
            <a:extLst>
              <a:ext uri="{FF2B5EF4-FFF2-40B4-BE49-F238E27FC236}">
                <a16:creationId xmlns:a16="http://schemas.microsoft.com/office/drawing/2014/main" id="{5DBAC0B9-06D1-4EDA-904E-2D9D92D02001}"/>
              </a:ext>
            </a:extLst>
          </p:cNvPr>
          <p:cNvSpPr>
            <a:spLocks/>
          </p:cNvSpPr>
          <p:nvPr/>
        </p:nvSpPr>
        <p:spPr>
          <a:xfrm>
            <a:off x="82553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data_9123">
            <a:extLst>
              <a:ext uri="{FF2B5EF4-FFF2-40B4-BE49-F238E27FC236}">
                <a16:creationId xmlns:a16="http://schemas.microsoft.com/office/drawing/2014/main" id="{E43D814F-64B3-4C8E-B441-CBD6F0548C8E}"/>
              </a:ext>
            </a:extLst>
          </p:cNvPr>
          <p:cNvSpPr>
            <a:spLocks/>
          </p:cNvSpPr>
          <p:nvPr/>
        </p:nvSpPr>
        <p:spPr>
          <a:xfrm>
            <a:off x="833039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data_9124">
            <a:extLst>
              <a:ext uri="{FF2B5EF4-FFF2-40B4-BE49-F238E27FC236}">
                <a16:creationId xmlns:a16="http://schemas.microsoft.com/office/drawing/2014/main" id="{18F63B3F-CDA7-4807-A4D7-C5F8B234DA9D}"/>
              </a:ext>
            </a:extLst>
          </p:cNvPr>
          <p:cNvSpPr>
            <a:spLocks/>
          </p:cNvSpPr>
          <p:nvPr/>
        </p:nvSpPr>
        <p:spPr>
          <a:xfrm>
            <a:off x="8364007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data_9125">
            <a:extLst>
              <a:ext uri="{FF2B5EF4-FFF2-40B4-BE49-F238E27FC236}">
                <a16:creationId xmlns:a16="http://schemas.microsoft.com/office/drawing/2014/main" id="{00157258-3E27-4FC2-89AF-4BBC43B0B239}"/>
              </a:ext>
            </a:extLst>
          </p:cNvPr>
          <p:cNvSpPr>
            <a:spLocks/>
          </p:cNvSpPr>
          <p:nvPr/>
        </p:nvSpPr>
        <p:spPr>
          <a:xfrm>
            <a:off x="836961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data_9126">
            <a:extLst>
              <a:ext uri="{FF2B5EF4-FFF2-40B4-BE49-F238E27FC236}">
                <a16:creationId xmlns:a16="http://schemas.microsoft.com/office/drawing/2014/main" id="{49880461-A95F-4FBF-BDA1-85EF79622B43}"/>
              </a:ext>
            </a:extLst>
          </p:cNvPr>
          <p:cNvSpPr>
            <a:spLocks/>
          </p:cNvSpPr>
          <p:nvPr/>
        </p:nvSpPr>
        <p:spPr>
          <a:xfrm>
            <a:off x="82890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data_9127">
            <a:extLst>
              <a:ext uri="{FF2B5EF4-FFF2-40B4-BE49-F238E27FC236}">
                <a16:creationId xmlns:a16="http://schemas.microsoft.com/office/drawing/2014/main" id="{9E1B6626-DE9E-4561-AB76-4E36F5C405FD}"/>
              </a:ext>
            </a:extLst>
          </p:cNvPr>
          <p:cNvSpPr>
            <a:spLocks/>
          </p:cNvSpPr>
          <p:nvPr/>
        </p:nvSpPr>
        <p:spPr>
          <a:xfrm>
            <a:off x="83369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data_9128">
            <a:extLst>
              <a:ext uri="{FF2B5EF4-FFF2-40B4-BE49-F238E27FC236}">
                <a16:creationId xmlns:a16="http://schemas.microsoft.com/office/drawing/2014/main" id="{F88F35F3-0567-4B5F-B0D2-36FB946C61A4}"/>
              </a:ext>
            </a:extLst>
          </p:cNvPr>
          <p:cNvSpPr>
            <a:spLocks/>
          </p:cNvSpPr>
          <p:nvPr/>
        </p:nvSpPr>
        <p:spPr>
          <a:xfrm>
            <a:off x="83621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data_9129">
            <a:extLst>
              <a:ext uri="{FF2B5EF4-FFF2-40B4-BE49-F238E27FC236}">
                <a16:creationId xmlns:a16="http://schemas.microsoft.com/office/drawing/2014/main" id="{86F8CBE7-00DD-4B2A-BEA8-3BFFD1513D5B}"/>
              </a:ext>
            </a:extLst>
          </p:cNvPr>
          <p:cNvSpPr>
            <a:spLocks/>
          </p:cNvSpPr>
          <p:nvPr/>
        </p:nvSpPr>
        <p:spPr>
          <a:xfrm>
            <a:off x="834680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data_9130">
            <a:extLst>
              <a:ext uri="{FF2B5EF4-FFF2-40B4-BE49-F238E27FC236}">
                <a16:creationId xmlns:a16="http://schemas.microsoft.com/office/drawing/2014/main" id="{1924D36D-E153-4176-BCEB-23FDF8815454}"/>
              </a:ext>
            </a:extLst>
          </p:cNvPr>
          <p:cNvSpPr>
            <a:spLocks/>
          </p:cNvSpPr>
          <p:nvPr/>
        </p:nvSpPr>
        <p:spPr>
          <a:xfrm>
            <a:off x="8332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data_9131">
            <a:extLst>
              <a:ext uri="{FF2B5EF4-FFF2-40B4-BE49-F238E27FC236}">
                <a16:creationId xmlns:a16="http://schemas.microsoft.com/office/drawing/2014/main" id="{9D661B9F-F0E9-40EA-B1B0-C6F0E0D96105}"/>
              </a:ext>
            </a:extLst>
          </p:cNvPr>
          <p:cNvSpPr>
            <a:spLocks/>
          </p:cNvSpPr>
          <p:nvPr/>
        </p:nvSpPr>
        <p:spPr>
          <a:xfrm>
            <a:off x="83010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data_9132">
            <a:extLst>
              <a:ext uri="{FF2B5EF4-FFF2-40B4-BE49-F238E27FC236}">
                <a16:creationId xmlns:a16="http://schemas.microsoft.com/office/drawing/2014/main" id="{247BB22E-D4CB-4F8C-A3F8-E38BA9F3F511}"/>
              </a:ext>
            </a:extLst>
          </p:cNvPr>
          <p:cNvSpPr>
            <a:spLocks/>
          </p:cNvSpPr>
          <p:nvPr/>
        </p:nvSpPr>
        <p:spPr>
          <a:xfrm>
            <a:off x="8297165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data_9133">
            <a:extLst>
              <a:ext uri="{FF2B5EF4-FFF2-40B4-BE49-F238E27FC236}">
                <a16:creationId xmlns:a16="http://schemas.microsoft.com/office/drawing/2014/main" id="{3C078BCA-2576-4881-A25D-D8A23C630647}"/>
              </a:ext>
            </a:extLst>
          </p:cNvPr>
          <p:cNvSpPr>
            <a:spLocks/>
          </p:cNvSpPr>
          <p:nvPr/>
        </p:nvSpPr>
        <p:spPr>
          <a:xfrm>
            <a:off x="8253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data_9134">
            <a:extLst>
              <a:ext uri="{FF2B5EF4-FFF2-40B4-BE49-F238E27FC236}">
                <a16:creationId xmlns:a16="http://schemas.microsoft.com/office/drawing/2014/main" id="{C8DA1A50-18E3-483C-8853-0091974F24E2}"/>
              </a:ext>
            </a:extLst>
          </p:cNvPr>
          <p:cNvSpPr>
            <a:spLocks/>
          </p:cNvSpPr>
          <p:nvPr/>
        </p:nvSpPr>
        <p:spPr>
          <a:xfrm>
            <a:off x="8362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data_9135">
            <a:extLst>
              <a:ext uri="{FF2B5EF4-FFF2-40B4-BE49-F238E27FC236}">
                <a16:creationId xmlns:a16="http://schemas.microsoft.com/office/drawing/2014/main" id="{DE6DE1B4-2673-4DE4-8AFC-4C034CF3699A}"/>
              </a:ext>
            </a:extLst>
          </p:cNvPr>
          <p:cNvSpPr>
            <a:spLocks/>
          </p:cNvSpPr>
          <p:nvPr/>
        </p:nvSpPr>
        <p:spPr>
          <a:xfrm>
            <a:off x="83487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data_9136">
            <a:extLst>
              <a:ext uri="{FF2B5EF4-FFF2-40B4-BE49-F238E27FC236}">
                <a16:creationId xmlns:a16="http://schemas.microsoft.com/office/drawing/2014/main" id="{362741EE-00DA-4546-B052-772E9BCA6E11}"/>
              </a:ext>
            </a:extLst>
          </p:cNvPr>
          <p:cNvSpPr>
            <a:spLocks/>
          </p:cNvSpPr>
          <p:nvPr/>
        </p:nvSpPr>
        <p:spPr>
          <a:xfrm>
            <a:off x="8329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data_9137">
            <a:extLst>
              <a:ext uri="{FF2B5EF4-FFF2-40B4-BE49-F238E27FC236}">
                <a16:creationId xmlns:a16="http://schemas.microsoft.com/office/drawing/2014/main" id="{F024FDF8-DF6F-4BCB-BECD-03E27D721C2D}"/>
              </a:ext>
            </a:extLst>
          </p:cNvPr>
          <p:cNvSpPr>
            <a:spLocks/>
          </p:cNvSpPr>
          <p:nvPr/>
        </p:nvSpPr>
        <p:spPr>
          <a:xfrm>
            <a:off x="82492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data_9138">
            <a:extLst>
              <a:ext uri="{FF2B5EF4-FFF2-40B4-BE49-F238E27FC236}">
                <a16:creationId xmlns:a16="http://schemas.microsoft.com/office/drawing/2014/main" id="{932A9804-27EB-4598-B6AB-B0D519C3D8AA}"/>
              </a:ext>
            </a:extLst>
          </p:cNvPr>
          <p:cNvSpPr>
            <a:spLocks/>
          </p:cNvSpPr>
          <p:nvPr/>
        </p:nvSpPr>
        <p:spPr>
          <a:xfrm>
            <a:off x="8261855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data_9139">
            <a:extLst>
              <a:ext uri="{FF2B5EF4-FFF2-40B4-BE49-F238E27FC236}">
                <a16:creationId xmlns:a16="http://schemas.microsoft.com/office/drawing/2014/main" id="{1DB0BDA3-BEEE-4E51-81A9-F669637F6EA5}"/>
              </a:ext>
            </a:extLst>
          </p:cNvPr>
          <p:cNvSpPr>
            <a:spLocks/>
          </p:cNvSpPr>
          <p:nvPr/>
        </p:nvSpPr>
        <p:spPr>
          <a:xfrm>
            <a:off x="82744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data_9140">
            <a:extLst>
              <a:ext uri="{FF2B5EF4-FFF2-40B4-BE49-F238E27FC236}">
                <a16:creationId xmlns:a16="http://schemas.microsoft.com/office/drawing/2014/main" id="{0D4CEC46-C8E0-41D3-AC5D-764F5D71D370}"/>
              </a:ext>
            </a:extLst>
          </p:cNvPr>
          <p:cNvSpPr>
            <a:spLocks/>
          </p:cNvSpPr>
          <p:nvPr/>
        </p:nvSpPr>
        <p:spPr>
          <a:xfrm>
            <a:off x="8330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data_9141">
            <a:extLst>
              <a:ext uri="{FF2B5EF4-FFF2-40B4-BE49-F238E27FC236}">
                <a16:creationId xmlns:a16="http://schemas.microsoft.com/office/drawing/2014/main" id="{995E0D36-1BFA-4532-B42F-EF4533B9A89B}"/>
              </a:ext>
            </a:extLst>
          </p:cNvPr>
          <p:cNvSpPr>
            <a:spLocks/>
          </p:cNvSpPr>
          <p:nvPr/>
        </p:nvSpPr>
        <p:spPr>
          <a:xfrm>
            <a:off x="83172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data_9142">
            <a:extLst>
              <a:ext uri="{FF2B5EF4-FFF2-40B4-BE49-F238E27FC236}">
                <a16:creationId xmlns:a16="http://schemas.microsoft.com/office/drawing/2014/main" id="{6BA5E692-6B0F-4191-95B0-561A34D2C210}"/>
              </a:ext>
            </a:extLst>
          </p:cNvPr>
          <p:cNvSpPr>
            <a:spLocks/>
          </p:cNvSpPr>
          <p:nvPr/>
        </p:nvSpPr>
        <p:spPr>
          <a:xfrm>
            <a:off x="826732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data_9143">
            <a:extLst>
              <a:ext uri="{FF2B5EF4-FFF2-40B4-BE49-F238E27FC236}">
                <a16:creationId xmlns:a16="http://schemas.microsoft.com/office/drawing/2014/main" id="{7588B843-63FE-4C7C-B645-1B3E433E1328}"/>
              </a:ext>
            </a:extLst>
          </p:cNvPr>
          <p:cNvSpPr>
            <a:spLocks/>
          </p:cNvSpPr>
          <p:nvPr/>
        </p:nvSpPr>
        <p:spPr>
          <a:xfrm>
            <a:off x="82909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data_9144">
            <a:extLst>
              <a:ext uri="{FF2B5EF4-FFF2-40B4-BE49-F238E27FC236}">
                <a16:creationId xmlns:a16="http://schemas.microsoft.com/office/drawing/2014/main" id="{D4BEB1FA-B727-4F4C-92B1-028B48481D94}"/>
              </a:ext>
            </a:extLst>
          </p:cNvPr>
          <p:cNvSpPr>
            <a:spLocks/>
          </p:cNvSpPr>
          <p:nvPr/>
        </p:nvSpPr>
        <p:spPr>
          <a:xfrm>
            <a:off x="8244786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data_9145">
            <a:extLst>
              <a:ext uri="{FF2B5EF4-FFF2-40B4-BE49-F238E27FC236}">
                <a16:creationId xmlns:a16="http://schemas.microsoft.com/office/drawing/2014/main" id="{48CD5325-F4D3-4B88-8E39-E255530FE580}"/>
              </a:ext>
            </a:extLst>
          </p:cNvPr>
          <p:cNvSpPr>
            <a:spLocks/>
          </p:cNvSpPr>
          <p:nvPr/>
        </p:nvSpPr>
        <p:spPr>
          <a:xfrm>
            <a:off x="8956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data_9146">
            <a:extLst>
              <a:ext uri="{FF2B5EF4-FFF2-40B4-BE49-F238E27FC236}">
                <a16:creationId xmlns:a16="http://schemas.microsoft.com/office/drawing/2014/main" id="{03B64A8A-ABED-4195-98B9-6CF6619401D1}"/>
              </a:ext>
            </a:extLst>
          </p:cNvPr>
          <p:cNvSpPr>
            <a:spLocks/>
          </p:cNvSpPr>
          <p:nvPr/>
        </p:nvSpPr>
        <p:spPr>
          <a:xfrm>
            <a:off x="8931201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data_9147">
            <a:extLst>
              <a:ext uri="{FF2B5EF4-FFF2-40B4-BE49-F238E27FC236}">
                <a16:creationId xmlns:a16="http://schemas.microsoft.com/office/drawing/2014/main" id="{740CF1BF-71E2-40D1-88D7-C2A6FC999BA1}"/>
              </a:ext>
            </a:extLst>
          </p:cNvPr>
          <p:cNvSpPr>
            <a:spLocks/>
          </p:cNvSpPr>
          <p:nvPr/>
        </p:nvSpPr>
        <p:spPr>
          <a:xfrm>
            <a:off x="89515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data_9148">
            <a:extLst>
              <a:ext uri="{FF2B5EF4-FFF2-40B4-BE49-F238E27FC236}">
                <a16:creationId xmlns:a16="http://schemas.microsoft.com/office/drawing/2014/main" id="{7448CAFF-4A29-4670-A43C-0C09F4789551}"/>
              </a:ext>
            </a:extLst>
          </p:cNvPr>
          <p:cNvSpPr>
            <a:spLocks/>
          </p:cNvSpPr>
          <p:nvPr/>
        </p:nvSpPr>
        <p:spPr>
          <a:xfrm>
            <a:off x="89510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data_9149">
            <a:extLst>
              <a:ext uri="{FF2B5EF4-FFF2-40B4-BE49-F238E27FC236}">
                <a16:creationId xmlns:a16="http://schemas.microsoft.com/office/drawing/2014/main" id="{93D305EF-6E53-43A0-B779-D7E12FE03663}"/>
              </a:ext>
            </a:extLst>
          </p:cNvPr>
          <p:cNvSpPr>
            <a:spLocks/>
          </p:cNvSpPr>
          <p:nvPr/>
        </p:nvSpPr>
        <p:spPr>
          <a:xfrm>
            <a:off x="89731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data_9150">
            <a:extLst>
              <a:ext uri="{FF2B5EF4-FFF2-40B4-BE49-F238E27FC236}">
                <a16:creationId xmlns:a16="http://schemas.microsoft.com/office/drawing/2014/main" id="{C336239D-99FC-4258-AD2B-3842E588F151}"/>
              </a:ext>
            </a:extLst>
          </p:cNvPr>
          <p:cNvSpPr>
            <a:spLocks/>
          </p:cNvSpPr>
          <p:nvPr/>
        </p:nvSpPr>
        <p:spPr>
          <a:xfrm>
            <a:off x="90110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data_9151">
            <a:extLst>
              <a:ext uri="{FF2B5EF4-FFF2-40B4-BE49-F238E27FC236}">
                <a16:creationId xmlns:a16="http://schemas.microsoft.com/office/drawing/2014/main" id="{641E71CE-59C9-4220-8F09-D2B6B2FAEEA4}"/>
              </a:ext>
            </a:extLst>
          </p:cNvPr>
          <p:cNvSpPr>
            <a:spLocks/>
          </p:cNvSpPr>
          <p:nvPr/>
        </p:nvSpPr>
        <p:spPr>
          <a:xfrm>
            <a:off x="9034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data_9152">
            <a:extLst>
              <a:ext uri="{FF2B5EF4-FFF2-40B4-BE49-F238E27FC236}">
                <a16:creationId xmlns:a16="http://schemas.microsoft.com/office/drawing/2014/main" id="{F03B7B44-C482-445F-B193-F3CF92D710B5}"/>
              </a:ext>
            </a:extLst>
          </p:cNvPr>
          <p:cNvSpPr>
            <a:spLocks/>
          </p:cNvSpPr>
          <p:nvPr/>
        </p:nvSpPr>
        <p:spPr>
          <a:xfrm>
            <a:off x="89381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data_9153">
            <a:extLst>
              <a:ext uri="{FF2B5EF4-FFF2-40B4-BE49-F238E27FC236}">
                <a16:creationId xmlns:a16="http://schemas.microsoft.com/office/drawing/2014/main" id="{C9F12660-C57B-4916-A7EF-370F0462C2DB}"/>
              </a:ext>
            </a:extLst>
          </p:cNvPr>
          <p:cNvSpPr>
            <a:spLocks/>
          </p:cNvSpPr>
          <p:nvPr/>
        </p:nvSpPr>
        <p:spPr>
          <a:xfrm>
            <a:off x="89976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data_9154">
            <a:extLst>
              <a:ext uri="{FF2B5EF4-FFF2-40B4-BE49-F238E27FC236}">
                <a16:creationId xmlns:a16="http://schemas.microsoft.com/office/drawing/2014/main" id="{9D4924A6-DDD9-4406-8657-E1159779B3FC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data_9155">
            <a:extLst>
              <a:ext uri="{FF2B5EF4-FFF2-40B4-BE49-F238E27FC236}">
                <a16:creationId xmlns:a16="http://schemas.microsoft.com/office/drawing/2014/main" id="{934EF829-FC30-4010-B6DB-3F5E3240897C}"/>
              </a:ext>
            </a:extLst>
          </p:cNvPr>
          <p:cNvSpPr>
            <a:spLocks/>
          </p:cNvSpPr>
          <p:nvPr/>
        </p:nvSpPr>
        <p:spPr>
          <a:xfrm>
            <a:off x="89241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data_9156">
            <a:extLst>
              <a:ext uri="{FF2B5EF4-FFF2-40B4-BE49-F238E27FC236}">
                <a16:creationId xmlns:a16="http://schemas.microsoft.com/office/drawing/2014/main" id="{8CA5EB4C-4F9E-44A4-BB9A-6BE6BCC2C46F}"/>
              </a:ext>
            </a:extLst>
          </p:cNvPr>
          <p:cNvSpPr>
            <a:spLocks/>
          </p:cNvSpPr>
          <p:nvPr/>
        </p:nvSpPr>
        <p:spPr>
          <a:xfrm>
            <a:off x="90244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data_9157">
            <a:extLst>
              <a:ext uri="{FF2B5EF4-FFF2-40B4-BE49-F238E27FC236}">
                <a16:creationId xmlns:a16="http://schemas.microsoft.com/office/drawing/2014/main" id="{403C6C7C-A022-42AF-AC88-2692152BAA10}"/>
              </a:ext>
            </a:extLst>
          </p:cNvPr>
          <p:cNvSpPr>
            <a:spLocks/>
          </p:cNvSpPr>
          <p:nvPr/>
        </p:nvSpPr>
        <p:spPr>
          <a:xfrm>
            <a:off x="90512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data_9158">
            <a:extLst>
              <a:ext uri="{FF2B5EF4-FFF2-40B4-BE49-F238E27FC236}">
                <a16:creationId xmlns:a16="http://schemas.microsoft.com/office/drawing/2014/main" id="{F06A3FD0-1ECE-4CF1-9A28-EBBBD56EAE21}"/>
              </a:ext>
            </a:extLst>
          </p:cNvPr>
          <p:cNvSpPr>
            <a:spLocks/>
          </p:cNvSpPr>
          <p:nvPr/>
        </p:nvSpPr>
        <p:spPr>
          <a:xfrm>
            <a:off x="8972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data_9159">
            <a:extLst>
              <a:ext uri="{FF2B5EF4-FFF2-40B4-BE49-F238E27FC236}">
                <a16:creationId xmlns:a16="http://schemas.microsoft.com/office/drawing/2014/main" id="{3A161690-041A-4D01-8B02-A44BB3489185}"/>
              </a:ext>
            </a:extLst>
          </p:cNvPr>
          <p:cNvSpPr>
            <a:spLocks/>
          </p:cNvSpPr>
          <p:nvPr/>
        </p:nvSpPr>
        <p:spPr>
          <a:xfrm>
            <a:off x="90441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data_9160">
            <a:extLst>
              <a:ext uri="{FF2B5EF4-FFF2-40B4-BE49-F238E27FC236}">
                <a16:creationId xmlns:a16="http://schemas.microsoft.com/office/drawing/2014/main" id="{B6E4AE7E-974E-4B33-B997-F02CDF26EE66}"/>
              </a:ext>
            </a:extLst>
          </p:cNvPr>
          <p:cNvSpPr>
            <a:spLocks/>
          </p:cNvSpPr>
          <p:nvPr/>
        </p:nvSpPr>
        <p:spPr>
          <a:xfrm>
            <a:off x="89513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data_9161">
            <a:extLst>
              <a:ext uri="{FF2B5EF4-FFF2-40B4-BE49-F238E27FC236}">
                <a16:creationId xmlns:a16="http://schemas.microsoft.com/office/drawing/2014/main" id="{DECB659E-45E4-41DF-A4D3-78E2D23D1319}"/>
              </a:ext>
            </a:extLst>
          </p:cNvPr>
          <p:cNvSpPr>
            <a:spLocks/>
          </p:cNvSpPr>
          <p:nvPr/>
        </p:nvSpPr>
        <p:spPr>
          <a:xfrm>
            <a:off x="89761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data_9162">
            <a:extLst>
              <a:ext uri="{FF2B5EF4-FFF2-40B4-BE49-F238E27FC236}">
                <a16:creationId xmlns:a16="http://schemas.microsoft.com/office/drawing/2014/main" id="{B3FA5949-AC8D-42B3-9B7D-6467F6D3C1C7}"/>
              </a:ext>
            </a:extLst>
          </p:cNvPr>
          <p:cNvSpPr>
            <a:spLocks/>
          </p:cNvSpPr>
          <p:nvPr/>
        </p:nvSpPr>
        <p:spPr>
          <a:xfrm>
            <a:off x="901498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data_9163">
            <a:extLst>
              <a:ext uri="{FF2B5EF4-FFF2-40B4-BE49-F238E27FC236}">
                <a16:creationId xmlns:a16="http://schemas.microsoft.com/office/drawing/2014/main" id="{2D5AEDFC-6891-4F6C-BE3E-DD47391479CE}"/>
              </a:ext>
            </a:extLst>
          </p:cNvPr>
          <p:cNvSpPr>
            <a:spLocks/>
          </p:cNvSpPr>
          <p:nvPr/>
        </p:nvSpPr>
        <p:spPr>
          <a:xfrm>
            <a:off x="903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data_9164">
            <a:extLst>
              <a:ext uri="{FF2B5EF4-FFF2-40B4-BE49-F238E27FC236}">
                <a16:creationId xmlns:a16="http://schemas.microsoft.com/office/drawing/2014/main" id="{57A7B7CB-AE0A-4485-AFBF-5AD5E41DBA9C}"/>
              </a:ext>
            </a:extLst>
          </p:cNvPr>
          <p:cNvSpPr>
            <a:spLocks/>
          </p:cNvSpPr>
          <p:nvPr/>
        </p:nvSpPr>
        <p:spPr>
          <a:xfrm>
            <a:off x="905094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data_9165">
            <a:extLst>
              <a:ext uri="{FF2B5EF4-FFF2-40B4-BE49-F238E27FC236}">
                <a16:creationId xmlns:a16="http://schemas.microsoft.com/office/drawing/2014/main" id="{0D9C79A5-D4D3-4124-B9B4-6F196C371CF3}"/>
              </a:ext>
            </a:extLst>
          </p:cNvPr>
          <p:cNvSpPr>
            <a:spLocks/>
          </p:cNvSpPr>
          <p:nvPr/>
        </p:nvSpPr>
        <p:spPr>
          <a:xfrm>
            <a:off x="9005991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data_9166">
            <a:extLst>
              <a:ext uri="{FF2B5EF4-FFF2-40B4-BE49-F238E27FC236}">
                <a16:creationId xmlns:a16="http://schemas.microsoft.com/office/drawing/2014/main" id="{3F64AF67-E553-4F5F-8AE5-8A5E756BF6EA}"/>
              </a:ext>
            </a:extLst>
          </p:cNvPr>
          <p:cNvSpPr>
            <a:spLocks/>
          </p:cNvSpPr>
          <p:nvPr/>
        </p:nvSpPr>
        <p:spPr>
          <a:xfrm>
            <a:off x="8928726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data_9167">
            <a:extLst>
              <a:ext uri="{FF2B5EF4-FFF2-40B4-BE49-F238E27FC236}">
                <a16:creationId xmlns:a16="http://schemas.microsoft.com/office/drawing/2014/main" id="{F55FC148-5BCF-48A5-9310-BAED2B19422C}"/>
              </a:ext>
            </a:extLst>
          </p:cNvPr>
          <p:cNvSpPr>
            <a:spLocks/>
          </p:cNvSpPr>
          <p:nvPr/>
        </p:nvSpPr>
        <p:spPr>
          <a:xfrm>
            <a:off x="894801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data_9168">
            <a:extLst>
              <a:ext uri="{FF2B5EF4-FFF2-40B4-BE49-F238E27FC236}">
                <a16:creationId xmlns:a16="http://schemas.microsoft.com/office/drawing/2014/main" id="{A8856D4B-05A8-4014-A681-81A4EFFBBEC9}"/>
              </a:ext>
            </a:extLst>
          </p:cNvPr>
          <p:cNvSpPr>
            <a:spLocks/>
          </p:cNvSpPr>
          <p:nvPr/>
        </p:nvSpPr>
        <p:spPr>
          <a:xfrm>
            <a:off x="89564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data_9169">
            <a:extLst>
              <a:ext uri="{FF2B5EF4-FFF2-40B4-BE49-F238E27FC236}">
                <a16:creationId xmlns:a16="http://schemas.microsoft.com/office/drawing/2014/main" id="{C37979FD-0083-46D0-A16F-85D6813BB69A}"/>
              </a:ext>
            </a:extLst>
          </p:cNvPr>
          <p:cNvSpPr>
            <a:spLocks/>
          </p:cNvSpPr>
          <p:nvPr/>
        </p:nvSpPr>
        <p:spPr>
          <a:xfrm>
            <a:off x="89284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data_9170">
            <a:extLst>
              <a:ext uri="{FF2B5EF4-FFF2-40B4-BE49-F238E27FC236}">
                <a16:creationId xmlns:a16="http://schemas.microsoft.com/office/drawing/2014/main" id="{03FA6AF4-0A1A-4A81-80F7-03EEE37E2C27}"/>
              </a:ext>
            </a:extLst>
          </p:cNvPr>
          <p:cNvSpPr>
            <a:spLocks/>
          </p:cNvSpPr>
          <p:nvPr/>
        </p:nvSpPr>
        <p:spPr>
          <a:xfrm>
            <a:off x="892768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data_9171">
            <a:extLst>
              <a:ext uri="{FF2B5EF4-FFF2-40B4-BE49-F238E27FC236}">
                <a16:creationId xmlns:a16="http://schemas.microsoft.com/office/drawing/2014/main" id="{B64B65F8-8B04-4312-A051-B819C295F974}"/>
              </a:ext>
            </a:extLst>
          </p:cNvPr>
          <p:cNvSpPr>
            <a:spLocks/>
          </p:cNvSpPr>
          <p:nvPr/>
        </p:nvSpPr>
        <p:spPr>
          <a:xfrm>
            <a:off x="89529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data_9172">
            <a:extLst>
              <a:ext uri="{FF2B5EF4-FFF2-40B4-BE49-F238E27FC236}">
                <a16:creationId xmlns:a16="http://schemas.microsoft.com/office/drawing/2014/main" id="{0E276CD6-0ABC-4D49-81B7-5B16C7D329F0}"/>
              </a:ext>
            </a:extLst>
          </p:cNvPr>
          <p:cNvSpPr>
            <a:spLocks/>
          </p:cNvSpPr>
          <p:nvPr/>
        </p:nvSpPr>
        <p:spPr>
          <a:xfrm>
            <a:off x="9002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data_9173">
            <a:extLst>
              <a:ext uri="{FF2B5EF4-FFF2-40B4-BE49-F238E27FC236}">
                <a16:creationId xmlns:a16="http://schemas.microsoft.com/office/drawing/2014/main" id="{9B2989C9-9DE2-4671-80E4-01667B258F75}"/>
              </a:ext>
            </a:extLst>
          </p:cNvPr>
          <p:cNvSpPr>
            <a:spLocks/>
          </p:cNvSpPr>
          <p:nvPr/>
        </p:nvSpPr>
        <p:spPr>
          <a:xfrm>
            <a:off x="89460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data_9174">
            <a:extLst>
              <a:ext uri="{FF2B5EF4-FFF2-40B4-BE49-F238E27FC236}">
                <a16:creationId xmlns:a16="http://schemas.microsoft.com/office/drawing/2014/main" id="{AE241E81-2DA3-41F9-9522-33253FD1D59A}"/>
              </a:ext>
            </a:extLst>
          </p:cNvPr>
          <p:cNvSpPr>
            <a:spLocks/>
          </p:cNvSpPr>
          <p:nvPr/>
        </p:nvSpPr>
        <p:spPr>
          <a:xfrm>
            <a:off x="8985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data_9175">
            <a:extLst>
              <a:ext uri="{FF2B5EF4-FFF2-40B4-BE49-F238E27FC236}">
                <a16:creationId xmlns:a16="http://schemas.microsoft.com/office/drawing/2014/main" id="{11E8C5CF-C309-4985-A3AD-2AB8AA7568BB}"/>
              </a:ext>
            </a:extLst>
          </p:cNvPr>
          <p:cNvSpPr>
            <a:spLocks/>
          </p:cNvSpPr>
          <p:nvPr/>
        </p:nvSpPr>
        <p:spPr>
          <a:xfrm>
            <a:off x="8971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data_9176">
            <a:extLst>
              <a:ext uri="{FF2B5EF4-FFF2-40B4-BE49-F238E27FC236}">
                <a16:creationId xmlns:a16="http://schemas.microsoft.com/office/drawing/2014/main" id="{1001A143-BDEE-4118-8E9E-0B4525626713}"/>
              </a:ext>
            </a:extLst>
          </p:cNvPr>
          <p:cNvSpPr>
            <a:spLocks/>
          </p:cNvSpPr>
          <p:nvPr/>
        </p:nvSpPr>
        <p:spPr>
          <a:xfrm>
            <a:off x="90359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data_9177">
            <a:extLst>
              <a:ext uri="{FF2B5EF4-FFF2-40B4-BE49-F238E27FC236}">
                <a16:creationId xmlns:a16="http://schemas.microsoft.com/office/drawing/2014/main" id="{2BB21E11-4838-4C15-B88F-2D3B5BF22E73}"/>
              </a:ext>
            </a:extLst>
          </p:cNvPr>
          <p:cNvSpPr>
            <a:spLocks/>
          </p:cNvSpPr>
          <p:nvPr/>
        </p:nvSpPr>
        <p:spPr>
          <a:xfrm>
            <a:off x="8958433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data_9178">
            <a:extLst>
              <a:ext uri="{FF2B5EF4-FFF2-40B4-BE49-F238E27FC236}">
                <a16:creationId xmlns:a16="http://schemas.microsoft.com/office/drawing/2014/main" id="{7EB96EA1-586D-4C4B-B55F-CAAA3254A96E}"/>
              </a:ext>
            </a:extLst>
          </p:cNvPr>
          <p:cNvSpPr>
            <a:spLocks/>
          </p:cNvSpPr>
          <p:nvPr/>
        </p:nvSpPr>
        <p:spPr>
          <a:xfrm>
            <a:off x="9011985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data_9179">
            <a:extLst>
              <a:ext uri="{FF2B5EF4-FFF2-40B4-BE49-F238E27FC236}">
                <a16:creationId xmlns:a16="http://schemas.microsoft.com/office/drawing/2014/main" id="{72295C54-FF84-4446-B04D-2BF7BF862C51}"/>
              </a:ext>
            </a:extLst>
          </p:cNvPr>
          <p:cNvSpPr>
            <a:spLocks/>
          </p:cNvSpPr>
          <p:nvPr/>
        </p:nvSpPr>
        <p:spPr>
          <a:xfrm>
            <a:off x="90152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data_9180">
            <a:extLst>
              <a:ext uri="{FF2B5EF4-FFF2-40B4-BE49-F238E27FC236}">
                <a16:creationId xmlns:a16="http://schemas.microsoft.com/office/drawing/2014/main" id="{69D76DC3-76C2-4F0A-B0D9-9EDC45A89262}"/>
              </a:ext>
            </a:extLst>
          </p:cNvPr>
          <p:cNvSpPr>
            <a:spLocks/>
          </p:cNvSpPr>
          <p:nvPr/>
        </p:nvSpPr>
        <p:spPr>
          <a:xfrm>
            <a:off x="89280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data_9181">
            <a:extLst>
              <a:ext uri="{FF2B5EF4-FFF2-40B4-BE49-F238E27FC236}">
                <a16:creationId xmlns:a16="http://schemas.microsoft.com/office/drawing/2014/main" id="{78A99F42-96F9-4A0B-B012-E9989CDE44B4}"/>
              </a:ext>
            </a:extLst>
          </p:cNvPr>
          <p:cNvSpPr>
            <a:spLocks/>
          </p:cNvSpPr>
          <p:nvPr/>
        </p:nvSpPr>
        <p:spPr>
          <a:xfrm>
            <a:off x="9034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data_9182">
            <a:extLst>
              <a:ext uri="{FF2B5EF4-FFF2-40B4-BE49-F238E27FC236}">
                <a16:creationId xmlns:a16="http://schemas.microsoft.com/office/drawing/2014/main" id="{B9AE4C75-FA8D-4F77-88D7-A85372EAC012}"/>
              </a:ext>
            </a:extLst>
          </p:cNvPr>
          <p:cNvSpPr>
            <a:spLocks/>
          </p:cNvSpPr>
          <p:nvPr/>
        </p:nvSpPr>
        <p:spPr>
          <a:xfrm>
            <a:off x="89249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data_9183">
            <a:extLst>
              <a:ext uri="{FF2B5EF4-FFF2-40B4-BE49-F238E27FC236}">
                <a16:creationId xmlns:a16="http://schemas.microsoft.com/office/drawing/2014/main" id="{67B958AC-21E4-49EB-91B8-D324C4FBE43C}"/>
              </a:ext>
            </a:extLst>
          </p:cNvPr>
          <p:cNvSpPr>
            <a:spLocks/>
          </p:cNvSpPr>
          <p:nvPr/>
        </p:nvSpPr>
        <p:spPr>
          <a:xfrm>
            <a:off x="9034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data_9184">
            <a:extLst>
              <a:ext uri="{FF2B5EF4-FFF2-40B4-BE49-F238E27FC236}">
                <a16:creationId xmlns:a16="http://schemas.microsoft.com/office/drawing/2014/main" id="{12FC6FF0-05B4-47E5-B1DE-466401EFF63C}"/>
              </a:ext>
            </a:extLst>
          </p:cNvPr>
          <p:cNvSpPr>
            <a:spLocks/>
          </p:cNvSpPr>
          <p:nvPr/>
        </p:nvSpPr>
        <p:spPr>
          <a:xfrm>
            <a:off x="90466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data_9185">
            <a:extLst>
              <a:ext uri="{FF2B5EF4-FFF2-40B4-BE49-F238E27FC236}">
                <a16:creationId xmlns:a16="http://schemas.microsoft.com/office/drawing/2014/main" id="{D7A49053-8475-484F-A7F9-00598FC855D5}"/>
              </a:ext>
            </a:extLst>
          </p:cNvPr>
          <p:cNvSpPr>
            <a:spLocks/>
          </p:cNvSpPr>
          <p:nvPr/>
        </p:nvSpPr>
        <p:spPr>
          <a:xfrm>
            <a:off x="90028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data_9186">
            <a:extLst>
              <a:ext uri="{FF2B5EF4-FFF2-40B4-BE49-F238E27FC236}">
                <a16:creationId xmlns:a16="http://schemas.microsoft.com/office/drawing/2014/main" id="{72DF0D07-571B-4BBF-9AA4-B4D1692CD822}"/>
              </a:ext>
            </a:extLst>
          </p:cNvPr>
          <p:cNvSpPr>
            <a:spLocks/>
          </p:cNvSpPr>
          <p:nvPr/>
        </p:nvSpPr>
        <p:spPr>
          <a:xfrm>
            <a:off x="89637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data_9187">
            <a:extLst>
              <a:ext uri="{FF2B5EF4-FFF2-40B4-BE49-F238E27FC236}">
                <a16:creationId xmlns:a16="http://schemas.microsoft.com/office/drawing/2014/main" id="{F3F16B1F-4A65-424D-B564-0C83211DF1C8}"/>
              </a:ext>
            </a:extLst>
          </p:cNvPr>
          <p:cNvSpPr>
            <a:spLocks/>
          </p:cNvSpPr>
          <p:nvPr/>
        </p:nvSpPr>
        <p:spPr>
          <a:xfrm>
            <a:off x="90183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data_9188">
            <a:extLst>
              <a:ext uri="{FF2B5EF4-FFF2-40B4-BE49-F238E27FC236}">
                <a16:creationId xmlns:a16="http://schemas.microsoft.com/office/drawing/2014/main" id="{3080B85C-1C74-4961-9DC9-FDECDDDC56B1}"/>
              </a:ext>
            </a:extLst>
          </p:cNvPr>
          <p:cNvSpPr>
            <a:spLocks/>
          </p:cNvSpPr>
          <p:nvPr/>
        </p:nvSpPr>
        <p:spPr>
          <a:xfrm>
            <a:off x="89520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data_9189">
            <a:extLst>
              <a:ext uri="{FF2B5EF4-FFF2-40B4-BE49-F238E27FC236}">
                <a16:creationId xmlns:a16="http://schemas.microsoft.com/office/drawing/2014/main" id="{0DC0D375-1558-4621-A481-A4CDC55959A5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data_9190">
            <a:extLst>
              <a:ext uri="{FF2B5EF4-FFF2-40B4-BE49-F238E27FC236}">
                <a16:creationId xmlns:a16="http://schemas.microsoft.com/office/drawing/2014/main" id="{65FD25B7-8A6E-4B51-9D97-4A8F082DDA8D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data_9191">
            <a:extLst>
              <a:ext uri="{FF2B5EF4-FFF2-40B4-BE49-F238E27FC236}">
                <a16:creationId xmlns:a16="http://schemas.microsoft.com/office/drawing/2014/main" id="{792E8448-068D-4A5A-ACD8-81447186F9DE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data_9192">
            <a:extLst>
              <a:ext uri="{FF2B5EF4-FFF2-40B4-BE49-F238E27FC236}">
                <a16:creationId xmlns:a16="http://schemas.microsoft.com/office/drawing/2014/main" id="{1AF2007A-EAF0-44FA-881E-8EA3D08AD359}"/>
              </a:ext>
            </a:extLst>
          </p:cNvPr>
          <p:cNvSpPr>
            <a:spLocks/>
          </p:cNvSpPr>
          <p:nvPr/>
        </p:nvSpPr>
        <p:spPr>
          <a:xfrm>
            <a:off x="90372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data_9193">
            <a:extLst>
              <a:ext uri="{FF2B5EF4-FFF2-40B4-BE49-F238E27FC236}">
                <a16:creationId xmlns:a16="http://schemas.microsoft.com/office/drawing/2014/main" id="{52091CD6-9AC1-4A1A-8B67-C106E202A18D}"/>
              </a:ext>
            </a:extLst>
          </p:cNvPr>
          <p:cNvSpPr>
            <a:spLocks/>
          </p:cNvSpPr>
          <p:nvPr/>
        </p:nvSpPr>
        <p:spPr>
          <a:xfrm>
            <a:off x="89659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data_9194">
            <a:extLst>
              <a:ext uri="{FF2B5EF4-FFF2-40B4-BE49-F238E27FC236}">
                <a16:creationId xmlns:a16="http://schemas.microsoft.com/office/drawing/2014/main" id="{74180211-700E-4DEB-9896-23D71CDFF9E9}"/>
              </a:ext>
            </a:extLst>
          </p:cNvPr>
          <p:cNvSpPr>
            <a:spLocks/>
          </p:cNvSpPr>
          <p:nvPr/>
        </p:nvSpPr>
        <p:spPr>
          <a:xfrm>
            <a:off x="89786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data_9195">
            <a:extLst>
              <a:ext uri="{FF2B5EF4-FFF2-40B4-BE49-F238E27FC236}">
                <a16:creationId xmlns:a16="http://schemas.microsoft.com/office/drawing/2014/main" id="{4C99FE1E-C92B-421E-8C0C-7E043CC8F3CD}"/>
              </a:ext>
            </a:extLst>
          </p:cNvPr>
          <p:cNvSpPr>
            <a:spLocks/>
          </p:cNvSpPr>
          <p:nvPr/>
        </p:nvSpPr>
        <p:spPr>
          <a:xfrm>
            <a:off x="90497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data_9196">
            <a:extLst>
              <a:ext uri="{FF2B5EF4-FFF2-40B4-BE49-F238E27FC236}">
                <a16:creationId xmlns:a16="http://schemas.microsoft.com/office/drawing/2014/main" id="{6EF614F3-679D-45F8-AD30-F171BF720F72}"/>
              </a:ext>
            </a:extLst>
          </p:cNvPr>
          <p:cNvSpPr>
            <a:spLocks/>
          </p:cNvSpPr>
          <p:nvPr/>
        </p:nvSpPr>
        <p:spPr>
          <a:xfrm>
            <a:off x="901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data_9197">
            <a:extLst>
              <a:ext uri="{FF2B5EF4-FFF2-40B4-BE49-F238E27FC236}">
                <a16:creationId xmlns:a16="http://schemas.microsoft.com/office/drawing/2014/main" id="{DB732EAB-F7C3-4332-8E5C-6EAE29FF8557}"/>
              </a:ext>
            </a:extLst>
          </p:cNvPr>
          <p:cNvSpPr>
            <a:spLocks/>
          </p:cNvSpPr>
          <p:nvPr/>
        </p:nvSpPr>
        <p:spPr>
          <a:xfrm>
            <a:off x="904508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data_9198">
            <a:extLst>
              <a:ext uri="{FF2B5EF4-FFF2-40B4-BE49-F238E27FC236}">
                <a16:creationId xmlns:a16="http://schemas.microsoft.com/office/drawing/2014/main" id="{FAD39F3F-8A14-4DEC-B4A2-9F77B158D7AF}"/>
              </a:ext>
            </a:extLst>
          </p:cNvPr>
          <p:cNvSpPr>
            <a:spLocks/>
          </p:cNvSpPr>
          <p:nvPr/>
        </p:nvSpPr>
        <p:spPr>
          <a:xfrm>
            <a:off x="8929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data_9199">
            <a:extLst>
              <a:ext uri="{FF2B5EF4-FFF2-40B4-BE49-F238E27FC236}">
                <a16:creationId xmlns:a16="http://schemas.microsoft.com/office/drawing/2014/main" id="{8C828A42-CC29-4561-A1CD-93602BDE2466}"/>
              </a:ext>
            </a:extLst>
          </p:cNvPr>
          <p:cNvSpPr>
            <a:spLocks/>
          </p:cNvSpPr>
          <p:nvPr/>
        </p:nvSpPr>
        <p:spPr>
          <a:xfrm>
            <a:off x="9035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data_9200">
            <a:extLst>
              <a:ext uri="{FF2B5EF4-FFF2-40B4-BE49-F238E27FC236}">
                <a16:creationId xmlns:a16="http://schemas.microsoft.com/office/drawing/2014/main" id="{6807F0E4-2621-4FAF-B3D6-DA9378EA5C12}"/>
              </a:ext>
            </a:extLst>
          </p:cNvPr>
          <p:cNvSpPr>
            <a:spLocks/>
          </p:cNvSpPr>
          <p:nvPr/>
        </p:nvSpPr>
        <p:spPr>
          <a:xfrm>
            <a:off x="901823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data_9201">
            <a:extLst>
              <a:ext uri="{FF2B5EF4-FFF2-40B4-BE49-F238E27FC236}">
                <a16:creationId xmlns:a16="http://schemas.microsoft.com/office/drawing/2014/main" id="{97702567-8A5C-40F5-9DED-C2E7E87F838C}"/>
              </a:ext>
            </a:extLst>
          </p:cNvPr>
          <p:cNvSpPr>
            <a:spLocks/>
          </p:cNvSpPr>
          <p:nvPr/>
        </p:nvSpPr>
        <p:spPr>
          <a:xfrm>
            <a:off x="8973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data_9202">
            <a:extLst>
              <a:ext uri="{FF2B5EF4-FFF2-40B4-BE49-F238E27FC236}">
                <a16:creationId xmlns:a16="http://schemas.microsoft.com/office/drawing/2014/main" id="{754FC08B-4380-4034-BAAC-71107A41A228}"/>
              </a:ext>
            </a:extLst>
          </p:cNvPr>
          <p:cNvSpPr>
            <a:spLocks/>
          </p:cNvSpPr>
          <p:nvPr/>
        </p:nvSpPr>
        <p:spPr>
          <a:xfrm>
            <a:off x="90233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data_9203">
            <a:extLst>
              <a:ext uri="{FF2B5EF4-FFF2-40B4-BE49-F238E27FC236}">
                <a16:creationId xmlns:a16="http://schemas.microsoft.com/office/drawing/2014/main" id="{821595C0-FA7E-44B0-9922-F0D503BC75D5}"/>
              </a:ext>
            </a:extLst>
          </p:cNvPr>
          <p:cNvSpPr>
            <a:spLocks/>
          </p:cNvSpPr>
          <p:nvPr/>
        </p:nvSpPr>
        <p:spPr>
          <a:xfrm>
            <a:off x="905042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data_9204">
            <a:extLst>
              <a:ext uri="{FF2B5EF4-FFF2-40B4-BE49-F238E27FC236}">
                <a16:creationId xmlns:a16="http://schemas.microsoft.com/office/drawing/2014/main" id="{AE593BF2-3B51-4CFE-8B05-B7C54B67A565}"/>
              </a:ext>
            </a:extLst>
          </p:cNvPr>
          <p:cNvSpPr>
            <a:spLocks/>
          </p:cNvSpPr>
          <p:nvPr/>
        </p:nvSpPr>
        <p:spPr>
          <a:xfrm>
            <a:off x="900964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data_9205">
            <a:extLst>
              <a:ext uri="{FF2B5EF4-FFF2-40B4-BE49-F238E27FC236}">
                <a16:creationId xmlns:a16="http://schemas.microsoft.com/office/drawing/2014/main" id="{EEF41A4D-62A4-4D04-8E84-0FEBCF5C1A3F}"/>
              </a:ext>
            </a:extLst>
          </p:cNvPr>
          <p:cNvSpPr>
            <a:spLocks/>
          </p:cNvSpPr>
          <p:nvPr/>
        </p:nvSpPr>
        <p:spPr>
          <a:xfrm>
            <a:off x="9019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data_9206">
            <a:extLst>
              <a:ext uri="{FF2B5EF4-FFF2-40B4-BE49-F238E27FC236}">
                <a16:creationId xmlns:a16="http://schemas.microsoft.com/office/drawing/2014/main" id="{60B6ABC7-5BBC-4159-AE80-B763FAB1BE24}"/>
              </a:ext>
            </a:extLst>
          </p:cNvPr>
          <p:cNvSpPr>
            <a:spLocks/>
          </p:cNvSpPr>
          <p:nvPr/>
        </p:nvSpPr>
        <p:spPr>
          <a:xfrm>
            <a:off x="9018500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data_9207">
            <a:extLst>
              <a:ext uri="{FF2B5EF4-FFF2-40B4-BE49-F238E27FC236}">
                <a16:creationId xmlns:a16="http://schemas.microsoft.com/office/drawing/2014/main" id="{61C2D489-6315-435B-AA3F-FC851B623A84}"/>
              </a:ext>
            </a:extLst>
          </p:cNvPr>
          <p:cNvSpPr>
            <a:spLocks/>
          </p:cNvSpPr>
          <p:nvPr/>
        </p:nvSpPr>
        <p:spPr>
          <a:xfrm>
            <a:off x="89976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data_9208">
            <a:extLst>
              <a:ext uri="{FF2B5EF4-FFF2-40B4-BE49-F238E27FC236}">
                <a16:creationId xmlns:a16="http://schemas.microsoft.com/office/drawing/2014/main" id="{5BF5B88E-33DB-4B7C-82A5-8144137C98F8}"/>
              </a:ext>
            </a:extLst>
          </p:cNvPr>
          <p:cNvSpPr>
            <a:spLocks/>
          </p:cNvSpPr>
          <p:nvPr/>
        </p:nvSpPr>
        <p:spPr>
          <a:xfrm>
            <a:off x="8961300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data_9209">
            <a:extLst>
              <a:ext uri="{FF2B5EF4-FFF2-40B4-BE49-F238E27FC236}">
                <a16:creationId xmlns:a16="http://schemas.microsoft.com/office/drawing/2014/main" id="{F4FF1314-A993-49F8-88E0-E77C94EE3E8E}"/>
              </a:ext>
            </a:extLst>
          </p:cNvPr>
          <p:cNvSpPr>
            <a:spLocks/>
          </p:cNvSpPr>
          <p:nvPr/>
        </p:nvSpPr>
        <p:spPr>
          <a:xfrm>
            <a:off x="90413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data_9210">
            <a:extLst>
              <a:ext uri="{FF2B5EF4-FFF2-40B4-BE49-F238E27FC236}">
                <a16:creationId xmlns:a16="http://schemas.microsoft.com/office/drawing/2014/main" id="{F88C4E4B-193E-4C0D-8FC9-1315477ACAFD}"/>
              </a:ext>
            </a:extLst>
          </p:cNvPr>
          <p:cNvSpPr>
            <a:spLocks/>
          </p:cNvSpPr>
          <p:nvPr/>
        </p:nvSpPr>
        <p:spPr>
          <a:xfrm>
            <a:off x="89474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data_9211">
            <a:extLst>
              <a:ext uri="{FF2B5EF4-FFF2-40B4-BE49-F238E27FC236}">
                <a16:creationId xmlns:a16="http://schemas.microsoft.com/office/drawing/2014/main" id="{AB48E851-0F17-407B-AC41-1ED4A98A49BB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data_9212">
            <a:extLst>
              <a:ext uri="{FF2B5EF4-FFF2-40B4-BE49-F238E27FC236}">
                <a16:creationId xmlns:a16="http://schemas.microsoft.com/office/drawing/2014/main" id="{7209C4F7-5F22-45EE-8579-7BEF4BE55AB1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data_9213">
            <a:extLst>
              <a:ext uri="{FF2B5EF4-FFF2-40B4-BE49-F238E27FC236}">
                <a16:creationId xmlns:a16="http://schemas.microsoft.com/office/drawing/2014/main" id="{62A72627-B984-476E-B2C2-1DDBA276F3DB}"/>
              </a:ext>
            </a:extLst>
          </p:cNvPr>
          <p:cNvSpPr>
            <a:spLocks/>
          </p:cNvSpPr>
          <p:nvPr/>
        </p:nvSpPr>
        <p:spPr>
          <a:xfrm>
            <a:off x="904312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data_9214">
            <a:extLst>
              <a:ext uri="{FF2B5EF4-FFF2-40B4-BE49-F238E27FC236}">
                <a16:creationId xmlns:a16="http://schemas.microsoft.com/office/drawing/2014/main" id="{074012D6-CD0B-472E-A31D-E9D7A85F1D8F}"/>
              </a:ext>
            </a:extLst>
          </p:cNvPr>
          <p:cNvSpPr>
            <a:spLocks/>
          </p:cNvSpPr>
          <p:nvPr/>
        </p:nvSpPr>
        <p:spPr>
          <a:xfrm>
            <a:off x="90293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data_9215">
            <a:extLst>
              <a:ext uri="{FF2B5EF4-FFF2-40B4-BE49-F238E27FC236}">
                <a16:creationId xmlns:a16="http://schemas.microsoft.com/office/drawing/2014/main" id="{F21F4524-1906-4694-8CAD-A43661261CED}"/>
              </a:ext>
            </a:extLst>
          </p:cNvPr>
          <p:cNvSpPr>
            <a:spLocks/>
          </p:cNvSpPr>
          <p:nvPr/>
        </p:nvSpPr>
        <p:spPr>
          <a:xfrm>
            <a:off x="90349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data_9216">
            <a:extLst>
              <a:ext uri="{FF2B5EF4-FFF2-40B4-BE49-F238E27FC236}">
                <a16:creationId xmlns:a16="http://schemas.microsoft.com/office/drawing/2014/main" id="{0F539C24-C569-4639-8F3A-3331962C118D}"/>
              </a:ext>
            </a:extLst>
          </p:cNvPr>
          <p:cNvSpPr>
            <a:spLocks/>
          </p:cNvSpPr>
          <p:nvPr/>
        </p:nvSpPr>
        <p:spPr>
          <a:xfrm>
            <a:off x="9018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data_9217">
            <a:extLst>
              <a:ext uri="{FF2B5EF4-FFF2-40B4-BE49-F238E27FC236}">
                <a16:creationId xmlns:a16="http://schemas.microsoft.com/office/drawing/2014/main" id="{E57A8028-43BC-4848-B62F-34537B69E144}"/>
              </a:ext>
            </a:extLst>
          </p:cNvPr>
          <p:cNvSpPr>
            <a:spLocks/>
          </p:cNvSpPr>
          <p:nvPr/>
        </p:nvSpPr>
        <p:spPr>
          <a:xfrm>
            <a:off x="9028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data_9218">
            <a:extLst>
              <a:ext uri="{FF2B5EF4-FFF2-40B4-BE49-F238E27FC236}">
                <a16:creationId xmlns:a16="http://schemas.microsoft.com/office/drawing/2014/main" id="{AD5F37EB-4246-4496-871E-EE4C312E5879}"/>
              </a:ext>
            </a:extLst>
          </p:cNvPr>
          <p:cNvSpPr>
            <a:spLocks/>
          </p:cNvSpPr>
          <p:nvPr/>
        </p:nvSpPr>
        <p:spPr>
          <a:xfrm>
            <a:off x="90399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data_9219">
            <a:extLst>
              <a:ext uri="{FF2B5EF4-FFF2-40B4-BE49-F238E27FC236}">
                <a16:creationId xmlns:a16="http://schemas.microsoft.com/office/drawing/2014/main" id="{288847C8-5994-4A63-AF9D-5FEBE8C24B14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data_9220">
            <a:extLst>
              <a:ext uri="{FF2B5EF4-FFF2-40B4-BE49-F238E27FC236}">
                <a16:creationId xmlns:a16="http://schemas.microsoft.com/office/drawing/2014/main" id="{C5FAB645-CDEC-4BE1-B47C-02FFB51FDA09}"/>
              </a:ext>
            </a:extLst>
          </p:cNvPr>
          <p:cNvSpPr>
            <a:spLocks/>
          </p:cNvSpPr>
          <p:nvPr/>
        </p:nvSpPr>
        <p:spPr>
          <a:xfrm>
            <a:off x="8954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data_9221">
            <a:extLst>
              <a:ext uri="{FF2B5EF4-FFF2-40B4-BE49-F238E27FC236}">
                <a16:creationId xmlns:a16="http://schemas.microsoft.com/office/drawing/2014/main" id="{98C6B4A7-17FD-42F9-BDA3-EC1F00331BFF}"/>
              </a:ext>
            </a:extLst>
          </p:cNvPr>
          <p:cNvSpPr>
            <a:spLocks/>
          </p:cNvSpPr>
          <p:nvPr/>
        </p:nvSpPr>
        <p:spPr>
          <a:xfrm>
            <a:off x="9016545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data_9222">
            <a:extLst>
              <a:ext uri="{FF2B5EF4-FFF2-40B4-BE49-F238E27FC236}">
                <a16:creationId xmlns:a16="http://schemas.microsoft.com/office/drawing/2014/main" id="{292CCD07-E51F-41C0-9CDC-AE54DA887725}"/>
              </a:ext>
            </a:extLst>
          </p:cNvPr>
          <p:cNvSpPr>
            <a:spLocks/>
          </p:cNvSpPr>
          <p:nvPr/>
        </p:nvSpPr>
        <p:spPr>
          <a:xfrm>
            <a:off x="89510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data_9223">
            <a:extLst>
              <a:ext uri="{FF2B5EF4-FFF2-40B4-BE49-F238E27FC236}">
                <a16:creationId xmlns:a16="http://schemas.microsoft.com/office/drawing/2014/main" id="{C122BF97-CAD8-49FB-A629-3B3D2E67558D}"/>
              </a:ext>
            </a:extLst>
          </p:cNvPr>
          <p:cNvSpPr>
            <a:spLocks/>
          </p:cNvSpPr>
          <p:nvPr/>
        </p:nvSpPr>
        <p:spPr>
          <a:xfrm>
            <a:off x="8963645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data_9224">
            <a:extLst>
              <a:ext uri="{FF2B5EF4-FFF2-40B4-BE49-F238E27FC236}">
                <a16:creationId xmlns:a16="http://schemas.microsoft.com/office/drawing/2014/main" id="{B1E5472A-AAA0-4849-97C4-6B7E99FD387C}"/>
              </a:ext>
            </a:extLst>
          </p:cNvPr>
          <p:cNvSpPr>
            <a:spLocks/>
          </p:cNvSpPr>
          <p:nvPr/>
        </p:nvSpPr>
        <p:spPr>
          <a:xfrm>
            <a:off x="89422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data_9225">
            <a:extLst>
              <a:ext uri="{FF2B5EF4-FFF2-40B4-BE49-F238E27FC236}">
                <a16:creationId xmlns:a16="http://schemas.microsoft.com/office/drawing/2014/main" id="{B78A8619-1193-4152-B39E-AF5A2CB454C4}"/>
              </a:ext>
            </a:extLst>
          </p:cNvPr>
          <p:cNvSpPr>
            <a:spLocks/>
          </p:cNvSpPr>
          <p:nvPr/>
        </p:nvSpPr>
        <p:spPr>
          <a:xfrm>
            <a:off x="8956088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data_9226">
            <a:extLst>
              <a:ext uri="{FF2B5EF4-FFF2-40B4-BE49-F238E27FC236}">
                <a16:creationId xmlns:a16="http://schemas.microsoft.com/office/drawing/2014/main" id="{3CB115CE-B8B8-4759-BF78-D84474F0AAAA}"/>
              </a:ext>
            </a:extLst>
          </p:cNvPr>
          <p:cNvSpPr>
            <a:spLocks/>
          </p:cNvSpPr>
          <p:nvPr/>
        </p:nvSpPr>
        <p:spPr>
          <a:xfrm>
            <a:off x="8961169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data_9227">
            <a:extLst>
              <a:ext uri="{FF2B5EF4-FFF2-40B4-BE49-F238E27FC236}">
                <a16:creationId xmlns:a16="http://schemas.microsoft.com/office/drawing/2014/main" id="{48F9A133-9760-497C-8896-056C15D616DD}"/>
              </a:ext>
            </a:extLst>
          </p:cNvPr>
          <p:cNvSpPr>
            <a:spLocks/>
          </p:cNvSpPr>
          <p:nvPr/>
        </p:nvSpPr>
        <p:spPr>
          <a:xfrm>
            <a:off x="90420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data_9228">
            <a:extLst>
              <a:ext uri="{FF2B5EF4-FFF2-40B4-BE49-F238E27FC236}">
                <a16:creationId xmlns:a16="http://schemas.microsoft.com/office/drawing/2014/main" id="{916366D3-0DDF-43D9-A82A-4F861FB7151D}"/>
              </a:ext>
            </a:extLst>
          </p:cNvPr>
          <p:cNvSpPr>
            <a:spLocks/>
          </p:cNvSpPr>
          <p:nvPr/>
        </p:nvSpPr>
        <p:spPr>
          <a:xfrm>
            <a:off x="89868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data_9229">
            <a:extLst>
              <a:ext uri="{FF2B5EF4-FFF2-40B4-BE49-F238E27FC236}">
                <a16:creationId xmlns:a16="http://schemas.microsoft.com/office/drawing/2014/main" id="{A6A17CA5-8600-495E-B3F1-727BF0DA68E2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data_9230">
            <a:extLst>
              <a:ext uri="{FF2B5EF4-FFF2-40B4-BE49-F238E27FC236}">
                <a16:creationId xmlns:a16="http://schemas.microsoft.com/office/drawing/2014/main" id="{4BB0C5A6-DEFA-4E07-B942-3C134DDDEFCD}"/>
              </a:ext>
            </a:extLst>
          </p:cNvPr>
          <p:cNvSpPr>
            <a:spLocks/>
          </p:cNvSpPr>
          <p:nvPr/>
        </p:nvSpPr>
        <p:spPr>
          <a:xfrm>
            <a:off x="896325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data_9231">
            <a:extLst>
              <a:ext uri="{FF2B5EF4-FFF2-40B4-BE49-F238E27FC236}">
                <a16:creationId xmlns:a16="http://schemas.microsoft.com/office/drawing/2014/main" id="{B211172A-5A46-4E54-A3B2-CD6965B231E6}"/>
              </a:ext>
            </a:extLst>
          </p:cNvPr>
          <p:cNvSpPr>
            <a:spLocks/>
          </p:cNvSpPr>
          <p:nvPr/>
        </p:nvSpPr>
        <p:spPr>
          <a:xfrm>
            <a:off x="903530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data_9232">
            <a:extLst>
              <a:ext uri="{FF2B5EF4-FFF2-40B4-BE49-F238E27FC236}">
                <a16:creationId xmlns:a16="http://schemas.microsoft.com/office/drawing/2014/main" id="{7CD959D9-51DF-460D-801E-E4EF2E5CF284}"/>
              </a:ext>
            </a:extLst>
          </p:cNvPr>
          <p:cNvSpPr>
            <a:spLocks/>
          </p:cNvSpPr>
          <p:nvPr/>
        </p:nvSpPr>
        <p:spPr>
          <a:xfrm>
            <a:off x="901068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data_9233">
            <a:extLst>
              <a:ext uri="{FF2B5EF4-FFF2-40B4-BE49-F238E27FC236}">
                <a16:creationId xmlns:a16="http://schemas.microsoft.com/office/drawing/2014/main" id="{FA396D01-8358-45D9-BAD3-8F0841AAD315}"/>
              </a:ext>
            </a:extLst>
          </p:cNvPr>
          <p:cNvSpPr>
            <a:spLocks/>
          </p:cNvSpPr>
          <p:nvPr/>
        </p:nvSpPr>
        <p:spPr>
          <a:xfrm>
            <a:off x="9034787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data_9234">
            <a:extLst>
              <a:ext uri="{FF2B5EF4-FFF2-40B4-BE49-F238E27FC236}">
                <a16:creationId xmlns:a16="http://schemas.microsoft.com/office/drawing/2014/main" id="{329A7210-6E2B-44F2-84CD-1E3CA8CCC908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data_9235">
            <a:extLst>
              <a:ext uri="{FF2B5EF4-FFF2-40B4-BE49-F238E27FC236}">
                <a16:creationId xmlns:a16="http://schemas.microsoft.com/office/drawing/2014/main" id="{7FD86C60-E765-4E00-A5AC-7331E59694A6}"/>
              </a:ext>
            </a:extLst>
          </p:cNvPr>
          <p:cNvSpPr>
            <a:spLocks/>
          </p:cNvSpPr>
          <p:nvPr/>
        </p:nvSpPr>
        <p:spPr>
          <a:xfrm>
            <a:off x="8976805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data_9236">
            <a:extLst>
              <a:ext uri="{FF2B5EF4-FFF2-40B4-BE49-F238E27FC236}">
                <a16:creationId xmlns:a16="http://schemas.microsoft.com/office/drawing/2014/main" id="{3C0E8A5E-0328-454D-8960-83CA935FB6B5}"/>
              </a:ext>
            </a:extLst>
          </p:cNvPr>
          <p:cNvSpPr>
            <a:spLocks/>
          </p:cNvSpPr>
          <p:nvPr/>
        </p:nvSpPr>
        <p:spPr>
          <a:xfrm>
            <a:off x="9035699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data_9237">
            <a:extLst>
              <a:ext uri="{FF2B5EF4-FFF2-40B4-BE49-F238E27FC236}">
                <a16:creationId xmlns:a16="http://schemas.microsoft.com/office/drawing/2014/main" id="{23CA04D3-111A-494F-B991-1C7D946943CC}"/>
              </a:ext>
            </a:extLst>
          </p:cNvPr>
          <p:cNvSpPr>
            <a:spLocks/>
          </p:cNvSpPr>
          <p:nvPr/>
        </p:nvSpPr>
        <p:spPr>
          <a:xfrm>
            <a:off x="90358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data_9238">
            <a:extLst>
              <a:ext uri="{FF2B5EF4-FFF2-40B4-BE49-F238E27FC236}">
                <a16:creationId xmlns:a16="http://schemas.microsoft.com/office/drawing/2014/main" id="{71359E60-750A-45F6-A372-DE7C5804C3DF}"/>
              </a:ext>
            </a:extLst>
          </p:cNvPr>
          <p:cNvSpPr>
            <a:spLocks/>
          </p:cNvSpPr>
          <p:nvPr/>
        </p:nvSpPr>
        <p:spPr>
          <a:xfrm>
            <a:off x="90277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data_9239">
            <a:extLst>
              <a:ext uri="{FF2B5EF4-FFF2-40B4-BE49-F238E27FC236}">
                <a16:creationId xmlns:a16="http://schemas.microsoft.com/office/drawing/2014/main" id="{6DCF8601-EECF-436F-B181-62E7EAA43332}"/>
              </a:ext>
            </a:extLst>
          </p:cNvPr>
          <p:cNvSpPr>
            <a:spLocks/>
          </p:cNvSpPr>
          <p:nvPr/>
        </p:nvSpPr>
        <p:spPr>
          <a:xfrm>
            <a:off x="9039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data_9240">
            <a:extLst>
              <a:ext uri="{FF2B5EF4-FFF2-40B4-BE49-F238E27FC236}">
                <a16:creationId xmlns:a16="http://schemas.microsoft.com/office/drawing/2014/main" id="{CBA532D2-0BC0-4D22-9806-A996A6DC4E32}"/>
              </a:ext>
            </a:extLst>
          </p:cNvPr>
          <p:cNvSpPr>
            <a:spLocks/>
          </p:cNvSpPr>
          <p:nvPr/>
        </p:nvSpPr>
        <p:spPr>
          <a:xfrm>
            <a:off x="8964297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data_9241">
            <a:extLst>
              <a:ext uri="{FF2B5EF4-FFF2-40B4-BE49-F238E27FC236}">
                <a16:creationId xmlns:a16="http://schemas.microsoft.com/office/drawing/2014/main" id="{3B538D7A-1626-43B2-8C33-A7B4A2B98114}"/>
              </a:ext>
            </a:extLst>
          </p:cNvPr>
          <p:cNvSpPr>
            <a:spLocks/>
          </p:cNvSpPr>
          <p:nvPr/>
        </p:nvSpPr>
        <p:spPr>
          <a:xfrm>
            <a:off x="894462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data_9242">
            <a:extLst>
              <a:ext uri="{FF2B5EF4-FFF2-40B4-BE49-F238E27FC236}">
                <a16:creationId xmlns:a16="http://schemas.microsoft.com/office/drawing/2014/main" id="{D61F4E3E-DBAF-49F3-A5B0-AC21F35739C4}"/>
              </a:ext>
            </a:extLst>
          </p:cNvPr>
          <p:cNvSpPr>
            <a:spLocks/>
          </p:cNvSpPr>
          <p:nvPr/>
        </p:nvSpPr>
        <p:spPr>
          <a:xfrm>
            <a:off x="90204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data_9243">
            <a:extLst>
              <a:ext uri="{FF2B5EF4-FFF2-40B4-BE49-F238E27FC236}">
                <a16:creationId xmlns:a16="http://schemas.microsoft.com/office/drawing/2014/main" id="{9DF97ACE-3157-41E4-9000-B2DE56D580C1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data_9244">
            <a:extLst>
              <a:ext uri="{FF2B5EF4-FFF2-40B4-BE49-F238E27FC236}">
                <a16:creationId xmlns:a16="http://schemas.microsoft.com/office/drawing/2014/main" id="{077CA7A6-BC5F-4A5B-82C9-7EDCDC348D24}"/>
              </a:ext>
            </a:extLst>
          </p:cNvPr>
          <p:cNvSpPr>
            <a:spLocks/>
          </p:cNvSpPr>
          <p:nvPr/>
        </p:nvSpPr>
        <p:spPr>
          <a:xfrm>
            <a:off x="8946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data_9245">
            <a:extLst>
              <a:ext uri="{FF2B5EF4-FFF2-40B4-BE49-F238E27FC236}">
                <a16:creationId xmlns:a16="http://schemas.microsoft.com/office/drawing/2014/main" id="{3226BEF9-DCA3-4C9F-9FA8-5AC008D9BEDA}"/>
              </a:ext>
            </a:extLst>
          </p:cNvPr>
          <p:cNvSpPr>
            <a:spLocks/>
          </p:cNvSpPr>
          <p:nvPr/>
        </p:nvSpPr>
        <p:spPr>
          <a:xfrm>
            <a:off x="9023712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data_9246">
            <a:extLst>
              <a:ext uri="{FF2B5EF4-FFF2-40B4-BE49-F238E27FC236}">
                <a16:creationId xmlns:a16="http://schemas.microsoft.com/office/drawing/2014/main" id="{61B611F0-C765-4AF3-9781-13C4F1D4FD55}"/>
              </a:ext>
            </a:extLst>
          </p:cNvPr>
          <p:cNvSpPr>
            <a:spLocks/>
          </p:cNvSpPr>
          <p:nvPr/>
        </p:nvSpPr>
        <p:spPr>
          <a:xfrm>
            <a:off x="89396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data_9247">
            <a:extLst>
              <a:ext uri="{FF2B5EF4-FFF2-40B4-BE49-F238E27FC236}">
                <a16:creationId xmlns:a16="http://schemas.microsoft.com/office/drawing/2014/main" id="{3D8A8BD9-E95C-4109-9DB9-276FBABA44DE}"/>
              </a:ext>
            </a:extLst>
          </p:cNvPr>
          <p:cNvSpPr>
            <a:spLocks/>
          </p:cNvSpPr>
          <p:nvPr/>
        </p:nvSpPr>
        <p:spPr>
          <a:xfrm>
            <a:off x="9048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data_9248">
            <a:extLst>
              <a:ext uri="{FF2B5EF4-FFF2-40B4-BE49-F238E27FC236}">
                <a16:creationId xmlns:a16="http://schemas.microsoft.com/office/drawing/2014/main" id="{B03B3561-8461-4525-B902-EFE31F958CDD}"/>
              </a:ext>
            </a:extLst>
          </p:cNvPr>
          <p:cNvSpPr>
            <a:spLocks/>
          </p:cNvSpPr>
          <p:nvPr/>
        </p:nvSpPr>
        <p:spPr>
          <a:xfrm>
            <a:off x="90287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data_9249">
            <a:extLst>
              <a:ext uri="{FF2B5EF4-FFF2-40B4-BE49-F238E27FC236}">
                <a16:creationId xmlns:a16="http://schemas.microsoft.com/office/drawing/2014/main" id="{B870A554-48D3-4271-A238-7EF672164183}"/>
              </a:ext>
            </a:extLst>
          </p:cNvPr>
          <p:cNvSpPr>
            <a:spLocks/>
          </p:cNvSpPr>
          <p:nvPr/>
        </p:nvSpPr>
        <p:spPr>
          <a:xfrm>
            <a:off x="89816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data_9250">
            <a:extLst>
              <a:ext uri="{FF2B5EF4-FFF2-40B4-BE49-F238E27FC236}">
                <a16:creationId xmlns:a16="http://schemas.microsoft.com/office/drawing/2014/main" id="{745B341C-4AE2-4F12-A161-61ADE552BC92}"/>
              </a:ext>
            </a:extLst>
          </p:cNvPr>
          <p:cNvSpPr>
            <a:spLocks/>
          </p:cNvSpPr>
          <p:nvPr/>
        </p:nvSpPr>
        <p:spPr>
          <a:xfrm>
            <a:off x="89596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data_9251">
            <a:extLst>
              <a:ext uri="{FF2B5EF4-FFF2-40B4-BE49-F238E27FC236}">
                <a16:creationId xmlns:a16="http://schemas.microsoft.com/office/drawing/2014/main" id="{35D99084-FAF3-48B5-9CBB-081CAE01F1EA}"/>
              </a:ext>
            </a:extLst>
          </p:cNvPr>
          <p:cNvSpPr>
            <a:spLocks/>
          </p:cNvSpPr>
          <p:nvPr/>
        </p:nvSpPr>
        <p:spPr>
          <a:xfrm>
            <a:off x="9046774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data_9252">
            <a:extLst>
              <a:ext uri="{FF2B5EF4-FFF2-40B4-BE49-F238E27FC236}">
                <a16:creationId xmlns:a16="http://schemas.microsoft.com/office/drawing/2014/main" id="{520D2D32-A77B-4610-B0A4-232FC4AA4C22}"/>
              </a:ext>
            </a:extLst>
          </p:cNvPr>
          <p:cNvSpPr>
            <a:spLocks/>
          </p:cNvSpPr>
          <p:nvPr/>
        </p:nvSpPr>
        <p:spPr>
          <a:xfrm>
            <a:off x="9052377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data_9253">
            <a:extLst>
              <a:ext uri="{FF2B5EF4-FFF2-40B4-BE49-F238E27FC236}">
                <a16:creationId xmlns:a16="http://schemas.microsoft.com/office/drawing/2014/main" id="{CF7D70DF-1222-4508-80EF-9AC1C63AAFC7}"/>
              </a:ext>
            </a:extLst>
          </p:cNvPr>
          <p:cNvSpPr>
            <a:spLocks/>
          </p:cNvSpPr>
          <p:nvPr/>
        </p:nvSpPr>
        <p:spPr>
          <a:xfrm>
            <a:off x="90050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data_9254">
            <a:extLst>
              <a:ext uri="{FF2B5EF4-FFF2-40B4-BE49-F238E27FC236}">
                <a16:creationId xmlns:a16="http://schemas.microsoft.com/office/drawing/2014/main" id="{AAE49B0D-2C8C-4E42-858C-55D152634C8F}"/>
              </a:ext>
            </a:extLst>
          </p:cNvPr>
          <p:cNvSpPr>
            <a:spLocks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data_9255">
            <a:extLst>
              <a:ext uri="{FF2B5EF4-FFF2-40B4-BE49-F238E27FC236}">
                <a16:creationId xmlns:a16="http://schemas.microsoft.com/office/drawing/2014/main" id="{339228B2-709E-4D1E-9ACD-4525AFD45D75}"/>
              </a:ext>
            </a:extLst>
          </p:cNvPr>
          <p:cNvSpPr>
            <a:spLocks/>
          </p:cNvSpPr>
          <p:nvPr/>
        </p:nvSpPr>
        <p:spPr>
          <a:xfrm>
            <a:off x="8943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data_9256">
            <a:extLst>
              <a:ext uri="{FF2B5EF4-FFF2-40B4-BE49-F238E27FC236}">
                <a16:creationId xmlns:a16="http://schemas.microsoft.com/office/drawing/2014/main" id="{E8ADF279-E190-41C9-B592-238C4BEB010D}"/>
              </a:ext>
            </a:extLst>
          </p:cNvPr>
          <p:cNvSpPr>
            <a:spLocks/>
          </p:cNvSpPr>
          <p:nvPr/>
        </p:nvSpPr>
        <p:spPr>
          <a:xfrm>
            <a:off x="89801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data_9257">
            <a:extLst>
              <a:ext uri="{FF2B5EF4-FFF2-40B4-BE49-F238E27FC236}">
                <a16:creationId xmlns:a16="http://schemas.microsoft.com/office/drawing/2014/main" id="{D6E58DEB-483C-4013-BF9F-44060724CB72}"/>
              </a:ext>
            </a:extLst>
          </p:cNvPr>
          <p:cNvSpPr>
            <a:spLocks/>
          </p:cNvSpPr>
          <p:nvPr/>
        </p:nvSpPr>
        <p:spPr>
          <a:xfrm>
            <a:off x="902670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data_9258">
            <a:extLst>
              <a:ext uri="{FF2B5EF4-FFF2-40B4-BE49-F238E27FC236}">
                <a16:creationId xmlns:a16="http://schemas.microsoft.com/office/drawing/2014/main" id="{CCD8EF30-AB7F-4CCF-8C3D-16E6D86196AF}"/>
              </a:ext>
            </a:extLst>
          </p:cNvPr>
          <p:cNvSpPr>
            <a:spLocks/>
          </p:cNvSpPr>
          <p:nvPr/>
        </p:nvSpPr>
        <p:spPr>
          <a:xfrm>
            <a:off x="8935501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data_9259">
            <a:extLst>
              <a:ext uri="{FF2B5EF4-FFF2-40B4-BE49-F238E27FC236}">
                <a16:creationId xmlns:a16="http://schemas.microsoft.com/office/drawing/2014/main" id="{0F4CBBF7-A77E-4C4D-8656-FED631C9A84A}"/>
              </a:ext>
            </a:extLst>
          </p:cNvPr>
          <p:cNvSpPr>
            <a:spLocks/>
          </p:cNvSpPr>
          <p:nvPr/>
        </p:nvSpPr>
        <p:spPr>
          <a:xfrm>
            <a:off x="89308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data_9260">
            <a:extLst>
              <a:ext uri="{FF2B5EF4-FFF2-40B4-BE49-F238E27FC236}">
                <a16:creationId xmlns:a16="http://schemas.microsoft.com/office/drawing/2014/main" id="{38FA3CE1-6A29-4FF7-A6C2-9B54847222F4}"/>
              </a:ext>
            </a:extLst>
          </p:cNvPr>
          <p:cNvSpPr>
            <a:spLocks/>
          </p:cNvSpPr>
          <p:nvPr/>
        </p:nvSpPr>
        <p:spPr>
          <a:xfrm>
            <a:off x="90078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data_9261">
            <a:extLst>
              <a:ext uri="{FF2B5EF4-FFF2-40B4-BE49-F238E27FC236}">
                <a16:creationId xmlns:a16="http://schemas.microsoft.com/office/drawing/2014/main" id="{27EB8D4F-ED62-4CEB-A0D3-2097AACDF597}"/>
              </a:ext>
            </a:extLst>
          </p:cNvPr>
          <p:cNvSpPr>
            <a:spLocks/>
          </p:cNvSpPr>
          <p:nvPr/>
        </p:nvSpPr>
        <p:spPr>
          <a:xfrm>
            <a:off x="9045992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data_9262">
            <a:extLst>
              <a:ext uri="{FF2B5EF4-FFF2-40B4-BE49-F238E27FC236}">
                <a16:creationId xmlns:a16="http://schemas.microsoft.com/office/drawing/2014/main" id="{3A17EE2A-E172-4DFD-9604-786ACA11B54F}"/>
              </a:ext>
            </a:extLst>
          </p:cNvPr>
          <p:cNvSpPr>
            <a:spLocks/>
          </p:cNvSpPr>
          <p:nvPr/>
        </p:nvSpPr>
        <p:spPr>
          <a:xfrm>
            <a:off x="89250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data_9263">
            <a:extLst>
              <a:ext uri="{FF2B5EF4-FFF2-40B4-BE49-F238E27FC236}">
                <a16:creationId xmlns:a16="http://schemas.microsoft.com/office/drawing/2014/main" id="{9E972713-EC83-4A08-AA36-775D4D90854E}"/>
              </a:ext>
            </a:extLst>
          </p:cNvPr>
          <p:cNvSpPr>
            <a:spLocks/>
          </p:cNvSpPr>
          <p:nvPr/>
        </p:nvSpPr>
        <p:spPr>
          <a:xfrm>
            <a:off x="89760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data_9264">
            <a:extLst>
              <a:ext uri="{FF2B5EF4-FFF2-40B4-BE49-F238E27FC236}">
                <a16:creationId xmlns:a16="http://schemas.microsoft.com/office/drawing/2014/main" id="{CA5409D5-B4D7-41DC-B38B-1D1398248175}"/>
              </a:ext>
            </a:extLst>
          </p:cNvPr>
          <p:cNvSpPr>
            <a:spLocks/>
          </p:cNvSpPr>
          <p:nvPr/>
        </p:nvSpPr>
        <p:spPr>
          <a:xfrm>
            <a:off x="90178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data_9265">
            <a:extLst>
              <a:ext uri="{FF2B5EF4-FFF2-40B4-BE49-F238E27FC236}">
                <a16:creationId xmlns:a16="http://schemas.microsoft.com/office/drawing/2014/main" id="{DE4D0AA8-C78F-4ACD-A109-57C7ADFD23BF}"/>
              </a:ext>
            </a:extLst>
          </p:cNvPr>
          <p:cNvSpPr>
            <a:spLocks/>
          </p:cNvSpPr>
          <p:nvPr/>
        </p:nvSpPr>
        <p:spPr>
          <a:xfrm>
            <a:off x="8978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data_9266">
            <a:extLst>
              <a:ext uri="{FF2B5EF4-FFF2-40B4-BE49-F238E27FC236}">
                <a16:creationId xmlns:a16="http://schemas.microsoft.com/office/drawing/2014/main" id="{ADE8E546-7253-4029-B403-E396F40A04D9}"/>
              </a:ext>
            </a:extLst>
          </p:cNvPr>
          <p:cNvSpPr>
            <a:spLocks/>
          </p:cNvSpPr>
          <p:nvPr/>
        </p:nvSpPr>
        <p:spPr>
          <a:xfrm>
            <a:off x="89567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data_9267">
            <a:extLst>
              <a:ext uri="{FF2B5EF4-FFF2-40B4-BE49-F238E27FC236}">
                <a16:creationId xmlns:a16="http://schemas.microsoft.com/office/drawing/2014/main" id="{D847BE46-02FE-4168-8665-0532BA21EE86}"/>
              </a:ext>
            </a:extLst>
          </p:cNvPr>
          <p:cNvSpPr>
            <a:spLocks/>
          </p:cNvSpPr>
          <p:nvPr/>
        </p:nvSpPr>
        <p:spPr>
          <a:xfrm>
            <a:off x="90072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data_9268">
            <a:extLst>
              <a:ext uri="{FF2B5EF4-FFF2-40B4-BE49-F238E27FC236}">
                <a16:creationId xmlns:a16="http://schemas.microsoft.com/office/drawing/2014/main" id="{9089C81D-4FAA-4673-912D-AFEFB267ADF0}"/>
              </a:ext>
            </a:extLst>
          </p:cNvPr>
          <p:cNvSpPr>
            <a:spLocks/>
          </p:cNvSpPr>
          <p:nvPr/>
        </p:nvSpPr>
        <p:spPr>
          <a:xfrm>
            <a:off x="90031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data_9269">
            <a:extLst>
              <a:ext uri="{FF2B5EF4-FFF2-40B4-BE49-F238E27FC236}">
                <a16:creationId xmlns:a16="http://schemas.microsoft.com/office/drawing/2014/main" id="{B0A286A3-3F2F-4382-8767-0A6577149904}"/>
              </a:ext>
            </a:extLst>
          </p:cNvPr>
          <p:cNvSpPr>
            <a:spLocks/>
          </p:cNvSpPr>
          <p:nvPr/>
        </p:nvSpPr>
        <p:spPr>
          <a:xfrm>
            <a:off x="8987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data_9270">
            <a:extLst>
              <a:ext uri="{FF2B5EF4-FFF2-40B4-BE49-F238E27FC236}">
                <a16:creationId xmlns:a16="http://schemas.microsoft.com/office/drawing/2014/main" id="{DEAAA4E3-6B44-4BAF-AB45-6F78BA533D36}"/>
              </a:ext>
            </a:extLst>
          </p:cNvPr>
          <p:cNvSpPr>
            <a:spLocks/>
          </p:cNvSpPr>
          <p:nvPr/>
        </p:nvSpPr>
        <p:spPr>
          <a:xfrm>
            <a:off x="89999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data_9271">
            <a:extLst>
              <a:ext uri="{FF2B5EF4-FFF2-40B4-BE49-F238E27FC236}">
                <a16:creationId xmlns:a16="http://schemas.microsoft.com/office/drawing/2014/main" id="{6C82E2F7-EB26-4F93-B127-59611C585F91}"/>
              </a:ext>
            </a:extLst>
          </p:cNvPr>
          <p:cNvSpPr>
            <a:spLocks/>
          </p:cNvSpPr>
          <p:nvPr/>
        </p:nvSpPr>
        <p:spPr>
          <a:xfrm>
            <a:off x="896260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data_9272">
            <a:extLst>
              <a:ext uri="{FF2B5EF4-FFF2-40B4-BE49-F238E27FC236}">
                <a16:creationId xmlns:a16="http://schemas.microsoft.com/office/drawing/2014/main" id="{F8BCF60D-F57E-4912-84AD-08B25E2539A5}"/>
              </a:ext>
            </a:extLst>
          </p:cNvPr>
          <p:cNvSpPr>
            <a:spLocks/>
          </p:cNvSpPr>
          <p:nvPr/>
        </p:nvSpPr>
        <p:spPr>
          <a:xfrm>
            <a:off x="8991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data_9273">
            <a:extLst>
              <a:ext uri="{FF2B5EF4-FFF2-40B4-BE49-F238E27FC236}">
                <a16:creationId xmlns:a16="http://schemas.microsoft.com/office/drawing/2014/main" id="{2091FA2C-4371-44A5-9355-95865916F421}"/>
              </a:ext>
            </a:extLst>
          </p:cNvPr>
          <p:cNvSpPr>
            <a:spLocks/>
          </p:cNvSpPr>
          <p:nvPr/>
        </p:nvSpPr>
        <p:spPr>
          <a:xfrm>
            <a:off x="896390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data_9274">
            <a:extLst>
              <a:ext uri="{FF2B5EF4-FFF2-40B4-BE49-F238E27FC236}">
                <a16:creationId xmlns:a16="http://schemas.microsoft.com/office/drawing/2014/main" id="{107E1725-73FD-4BC6-81B4-81D21A29F44C}"/>
              </a:ext>
            </a:extLst>
          </p:cNvPr>
          <p:cNvSpPr>
            <a:spLocks/>
          </p:cNvSpPr>
          <p:nvPr/>
        </p:nvSpPr>
        <p:spPr>
          <a:xfrm>
            <a:off x="8975372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data_9275">
            <a:extLst>
              <a:ext uri="{FF2B5EF4-FFF2-40B4-BE49-F238E27FC236}">
                <a16:creationId xmlns:a16="http://schemas.microsoft.com/office/drawing/2014/main" id="{9ACF2CD7-68D5-4FF0-B754-393F3A4DBB4C}"/>
              </a:ext>
            </a:extLst>
          </p:cNvPr>
          <p:cNvSpPr>
            <a:spLocks/>
          </p:cNvSpPr>
          <p:nvPr/>
        </p:nvSpPr>
        <p:spPr>
          <a:xfrm>
            <a:off x="9031660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data_9276">
            <a:extLst>
              <a:ext uri="{FF2B5EF4-FFF2-40B4-BE49-F238E27FC236}">
                <a16:creationId xmlns:a16="http://schemas.microsoft.com/office/drawing/2014/main" id="{8D2C20AA-8A14-418E-9E21-7D451459607D}"/>
              </a:ext>
            </a:extLst>
          </p:cNvPr>
          <p:cNvSpPr>
            <a:spLocks/>
          </p:cNvSpPr>
          <p:nvPr/>
        </p:nvSpPr>
        <p:spPr>
          <a:xfrm>
            <a:off x="89394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data_9277">
            <a:extLst>
              <a:ext uri="{FF2B5EF4-FFF2-40B4-BE49-F238E27FC236}">
                <a16:creationId xmlns:a16="http://schemas.microsoft.com/office/drawing/2014/main" id="{4F580C63-BDEE-4C85-83F3-8AA10FACE033}"/>
              </a:ext>
            </a:extLst>
          </p:cNvPr>
          <p:cNvSpPr>
            <a:spLocks/>
          </p:cNvSpPr>
          <p:nvPr/>
        </p:nvSpPr>
        <p:spPr>
          <a:xfrm>
            <a:off x="89454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data_9278">
            <a:extLst>
              <a:ext uri="{FF2B5EF4-FFF2-40B4-BE49-F238E27FC236}">
                <a16:creationId xmlns:a16="http://schemas.microsoft.com/office/drawing/2014/main" id="{4EC46986-E693-45F2-ABF4-81CD1981C128}"/>
              </a:ext>
            </a:extLst>
          </p:cNvPr>
          <p:cNvSpPr>
            <a:spLocks/>
          </p:cNvSpPr>
          <p:nvPr/>
        </p:nvSpPr>
        <p:spPr>
          <a:xfrm>
            <a:off x="8999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data_9279">
            <a:extLst>
              <a:ext uri="{FF2B5EF4-FFF2-40B4-BE49-F238E27FC236}">
                <a16:creationId xmlns:a16="http://schemas.microsoft.com/office/drawing/2014/main" id="{D9CCA05F-3938-4A45-A352-9E53971E1FDA}"/>
              </a:ext>
            </a:extLst>
          </p:cNvPr>
          <p:cNvSpPr>
            <a:spLocks/>
          </p:cNvSpPr>
          <p:nvPr/>
        </p:nvSpPr>
        <p:spPr>
          <a:xfrm>
            <a:off x="8998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data_9280">
            <a:extLst>
              <a:ext uri="{FF2B5EF4-FFF2-40B4-BE49-F238E27FC236}">
                <a16:creationId xmlns:a16="http://schemas.microsoft.com/office/drawing/2014/main" id="{6407DEDD-F870-4D2D-ADB8-F3C07FF64645}"/>
              </a:ext>
            </a:extLst>
          </p:cNvPr>
          <p:cNvSpPr>
            <a:spLocks/>
          </p:cNvSpPr>
          <p:nvPr/>
        </p:nvSpPr>
        <p:spPr>
          <a:xfrm>
            <a:off x="90407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data_9281">
            <a:extLst>
              <a:ext uri="{FF2B5EF4-FFF2-40B4-BE49-F238E27FC236}">
                <a16:creationId xmlns:a16="http://schemas.microsoft.com/office/drawing/2014/main" id="{860DFE75-D44F-4CA6-BBAC-DF00EC3241DE}"/>
              </a:ext>
            </a:extLst>
          </p:cNvPr>
          <p:cNvSpPr>
            <a:spLocks/>
          </p:cNvSpPr>
          <p:nvPr/>
        </p:nvSpPr>
        <p:spPr>
          <a:xfrm>
            <a:off x="90211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data_9282">
            <a:extLst>
              <a:ext uri="{FF2B5EF4-FFF2-40B4-BE49-F238E27FC236}">
                <a16:creationId xmlns:a16="http://schemas.microsoft.com/office/drawing/2014/main" id="{2DCE642C-1AC4-4801-BDD2-0C61879F62DE}"/>
              </a:ext>
            </a:extLst>
          </p:cNvPr>
          <p:cNvSpPr>
            <a:spLocks/>
          </p:cNvSpPr>
          <p:nvPr/>
        </p:nvSpPr>
        <p:spPr>
          <a:xfrm>
            <a:off x="89407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data_9283">
            <a:extLst>
              <a:ext uri="{FF2B5EF4-FFF2-40B4-BE49-F238E27FC236}">
                <a16:creationId xmlns:a16="http://schemas.microsoft.com/office/drawing/2014/main" id="{4BEFD7DE-A5D9-49F5-9DA7-977A3B56053A}"/>
              </a:ext>
            </a:extLst>
          </p:cNvPr>
          <p:cNvSpPr>
            <a:spLocks/>
          </p:cNvSpPr>
          <p:nvPr/>
        </p:nvSpPr>
        <p:spPr>
          <a:xfrm>
            <a:off x="89596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data_9284">
            <a:extLst>
              <a:ext uri="{FF2B5EF4-FFF2-40B4-BE49-F238E27FC236}">
                <a16:creationId xmlns:a16="http://schemas.microsoft.com/office/drawing/2014/main" id="{E7745EDC-5188-4769-909D-34622E7E9A16}"/>
              </a:ext>
            </a:extLst>
          </p:cNvPr>
          <p:cNvSpPr>
            <a:spLocks/>
          </p:cNvSpPr>
          <p:nvPr/>
        </p:nvSpPr>
        <p:spPr>
          <a:xfrm>
            <a:off x="901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data_9285">
            <a:extLst>
              <a:ext uri="{FF2B5EF4-FFF2-40B4-BE49-F238E27FC236}">
                <a16:creationId xmlns:a16="http://schemas.microsoft.com/office/drawing/2014/main" id="{80FAE6DE-8244-410F-9166-BCCDE141EE97}"/>
              </a:ext>
            </a:extLst>
          </p:cNvPr>
          <p:cNvSpPr>
            <a:spLocks/>
          </p:cNvSpPr>
          <p:nvPr/>
        </p:nvSpPr>
        <p:spPr>
          <a:xfrm>
            <a:off x="89331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data_9286">
            <a:extLst>
              <a:ext uri="{FF2B5EF4-FFF2-40B4-BE49-F238E27FC236}">
                <a16:creationId xmlns:a16="http://schemas.microsoft.com/office/drawing/2014/main" id="{373224A5-322E-49F9-A878-05F20B86590E}"/>
              </a:ext>
            </a:extLst>
          </p:cNvPr>
          <p:cNvSpPr>
            <a:spLocks/>
          </p:cNvSpPr>
          <p:nvPr/>
        </p:nvSpPr>
        <p:spPr>
          <a:xfrm>
            <a:off x="90237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data_9287">
            <a:extLst>
              <a:ext uri="{FF2B5EF4-FFF2-40B4-BE49-F238E27FC236}">
                <a16:creationId xmlns:a16="http://schemas.microsoft.com/office/drawing/2014/main" id="{5DEB065F-B89C-4D8F-B765-95A229A7E9F0}"/>
              </a:ext>
            </a:extLst>
          </p:cNvPr>
          <p:cNvSpPr>
            <a:spLocks/>
          </p:cNvSpPr>
          <p:nvPr/>
        </p:nvSpPr>
        <p:spPr>
          <a:xfrm>
            <a:off x="9028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data_9288">
            <a:extLst>
              <a:ext uri="{FF2B5EF4-FFF2-40B4-BE49-F238E27FC236}">
                <a16:creationId xmlns:a16="http://schemas.microsoft.com/office/drawing/2014/main" id="{C11DEA29-D605-4203-921A-CF810EA82F59}"/>
              </a:ext>
            </a:extLst>
          </p:cNvPr>
          <p:cNvSpPr>
            <a:spLocks/>
          </p:cNvSpPr>
          <p:nvPr/>
        </p:nvSpPr>
        <p:spPr>
          <a:xfrm>
            <a:off x="9014330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data_9289">
            <a:extLst>
              <a:ext uri="{FF2B5EF4-FFF2-40B4-BE49-F238E27FC236}">
                <a16:creationId xmlns:a16="http://schemas.microsoft.com/office/drawing/2014/main" id="{42CE218D-8E16-47C6-8EF8-B3731F7E9666}"/>
              </a:ext>
            </a:extLst>
          </p:cNvPr>
          <p:cNvSpPr>
            <a:spLocks/>
          </p:cNvSpPr>
          <p:nvPr/>
        </p:nvSpPr>
        <p:spPr>
          <a:xfrm>
            <a:off x="901315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data_9290">
            <a:extLst>
              <a:ext uri="{FF2B5EF4-FFF2-40B4-BE49-F238E27FC236}">
                <a16:creationId xmlns:a16="http://schemas.microsoft.com/office/drawing/2014/main" id="{B76DA1EA-3967-4518-AEE3-B7D73FD2AB56}"/>
              </a:ext>
            </a:extLst>
          </p:cNvPr>
          <p:cNvSpPr>
            <a:spLocks/>
          </p:cNvSpPr>
          <p:nvPr/>
        </p:nvSpPr>
        <p:spPr>
          <a:xfrm>
            <a:off x="90187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data_9291">
            <a:extLst>
              <a:ext uri="{FF2B5EF4-FFF2-40B4-BE49-F238E27FC236}">
                <a16:creationId xmlns:a16="http://schemas.microsoft.com/office/drawing/2014/main" id="{8E2EB23E-1C25-4DBB-AE48-6D54874C013E}"/>
              </a:ext>
            </a:extLst>
          </p:cNvPr>
          <p:cNvSpPr>
            <a:spLocks/>
          </p:cNvSpPr>
          <p:nvPr/>
        </p:nvSpPr>
        <p:spPr>
          <a:xfrm>
            <a:off x="8994134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data_9292">
            <a:extLst>
              <a:ext uri="{FF2B5EF4-FFF2-40B4-BE49-F238E27FC236}">
                <a16:creationId xmlns:a16="http://schemas.microsoft.com/office/drawing/2014/main" id="{06DEABDE-71BE-4403-A5BE-DE43C98082B9}"/>
              </a:ext>
            </a:extLst>
          </p:cNvPr>
          <p:cNvSpPr>
            <a:spLocks/>
          </p:cNvSpPr>
          <p:nvPr/>
        </p:nvSpPr>
        <p:spPr>
          <a:xfrm>
            <a:off x="89265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data_9293">
            <a:extLst>
              <a:ext uri="{FF2B5EF4-FFF2-40B4-BE49-F238E27FC236}">
                <a16:creationId xmlns:a16="http://schemas.microsoft.com/office/drawing/2014/main" id="{1AB61D16-F230-49F9-8AC1-B306F60DEBF8}"/>
              </a:ext>
            </a:extLst>
          </p:cNvPr>
          <p:cNvSpPr>
            <a:spLocks/>
          </p:cNvSpPr>
          <p:nvPr/>
        </p:nvSpPr>
        <p:spPr>
          <a:xfrm>
            <a:off x="89938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data_9294">
            <a:extLst>
              <a:ext uri="{FF2B5EF4-FFF2-40B4-BE49-F238E27FC236}">
                <a16:creationId xmlns:a16="http://schemas.microsoft.com/office/drawing/2014/main" id="{0A3D22EB-C2E1-4470-9E09-1B81BD10B024}"/>
              </a:ext>
            </a:extLst>
          </p:cNvPr>
          <p:cNvSpPr>
            <a:spLocks/>
          </p:cNvSpPr>
          <p:nvPr/>
        </p:nvSpPr>
        <p:spPr>
          <a:xfrm>
            <a:off x="8943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data_9295">
            <a:extLst>
              <a:ext uri="{FF2B5EF4-FFF2-40B4-BE49-F238E27FC236}">
                <a16:creationId xmlns:a16="http://schemas.microsoft.com/office/drawing/2014/main" id="{2529B890-980E-465E-BF09-563ACE92A9B4}"/>
              </a:ext>
            </a:extLst>
          </p:cNvPr>
          <p:cNvSpPr>
            <a:spLocks/>
          </p:cNvSpPr>
          <p:nvPr/>
        </p:nvSpPr>
        <p:spPr>
          <a:xfrm>
            <a:off x="9013679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data_9296">
            <a:extLst>
              <a:ext uri="{FF2B5EF4-FFF2-40B4-BE49-F238E27FC236}">
                <a16:creationId xmlns:a16="http://schemas.microsoft.com/office/drawing/2014/main" id="{A9E2A440-CCE3-4ECA-B25B-9BF50D1CEA48}"/>
              </a:ext>
            </a:extLst>
          </p:cNvPr>
          <p:cNvSpPr>
            <a:spLocks/>
          </p:cNvSpPr>
          <p:nvPr/>
        </p:nvSpPr>
        <p:spPr>
          <a:xfrm>
            <a:off x="9030878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data_9297">
            <a:extLst>
              <a:ext uri="{FF2B5EF4-FFF2-40B4-BE49-F238E27FC236}">
                <a16:creationId xmlns:a16="http://schemas.microsoft.com/office/drawing/2014/main" id="{90CB9550-1DD6-4F05-8A70-050D997BFA99}"/>
              </a:ext>
            </a:extLst>
          </p:cNvPr>
          <p:cNvSpPr>
            <a:spLocks/>
          </p:cNvSpPr>
          <p:nvPr/>
        </p:nvSpPr>
        <p:spPr>
          <a:xfrm>
            <a:off x="8941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data_9298">
            <a:extLst>
              <a:ext uri="{FF2B5EF4-FFF2-40B4-BE49-F238E27FC236}">
                <a16:creationId xmlns:a16="http://schemas.microsoft.com/office/drawing/2014/main" id="{4E24E92C-5C11-4597-834B-66815F0CF75F}"/>
              </a:ext>
            </a:extLst>
          </p:cNvPr>
          <p:cNvSpPr>
            <a:spLocks/>
          </p:cNvSpPr>
          <p:nvPr/>
        </p:nvSpPr>
        <p:spPr>
          <a:xfrm>
            <a:off x="9014852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data_9299">
            <a:extLst>
              <a:ext uri="{FF2B5EF4-FFF2-40B4-BE49-F238E27FC236}">
                <a16:creationId xmlns:a16="http://schemas.microsoft.com/office/drawing/2014/main" id="{6D16DA40-8CB6-4FC7-849F-2192C796BC4D}"/>
              </a:ext>
            </a:extLst>
          </p:cNvPr>
          <p:cNvSpPr>
            <a:spLocks/>
          </p:cNvSpPr>
          <p:nvPr/>
        </p:nvSpPr>
        <p:spPr>
          <a:xfrm>
            <a:off x="8948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data_9300">
            <a:extLst>
              <a:ext uri="{FF2B5EF4-FFF2-40B4-BE49-F238E27FC236}">
                <a16:creationId xmlns:a16="http://schemas.microsoft.com/office/drawing/2014/main" id="{61BFDF34-4602-4DBA-9801-CBCB6EC7E753}"/>
              </a:ext>
            </a:extLst>
          </p:cNvPr>
          <p:cNvSpPr>
            <a:spLocks/>
          </p:cNvSpPr>
          <p:nvPr/>
        </p:nvSpPr>
        <p:spPr>
          <a:xfrm>
            <a:off x="8953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data_9301">
            <a:extLst>
              <a:ext uri="{FF2B5EF4-FFF2-40B4-BE49-F238E27FC236}">
                <a16:creationId xmlns:a16="http://schemas.microsoft.com/office/drawing/2014/main" id="{FE67582C-A6F8-4410-8420-C2D23CB31497}"/>
              </a:ext>
            </a:extLst>
          </p:cNvPr>
          <p:cNvSpPr>
            <a:spLocks/>
          </p:cNvSpPr>
          <p:nvPr/>
        </p:nvSpPr>
        <p:spPr>
          <a:xfrm>
            <a:off x="89383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data_9302">
            <a:extLst>
              <a:ext uri="{FF2B5EF4-FFF2-40B4-BE49-F238E27FC236}">
                <a16:creationId xmlns:a16="http://schemas.microsoft.com/office/drawing/2014/main" id="{3BFE9608-0379-4B89-A575-37B04470426F}"/>
              </a:ext>
            </a:extLst>
          </p:cNvPr>
          <p:cNvSpPr>
            <a:spLocks/>
          </p:cNvSpPr>
          <p:nvPr/>
        </p:nvSpPr>
        <p:spPr>
          <a:xfrm>
            <a:off x="901341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data_9303">
            <a:extLst>
              <a:ext uri="{FF2B5EF4-FFF2-40B4-BE49-F238E27FC236}">
                <a16:creationId xmlns:a16="http://schemas.microsoft.com/office/drawing/2014/main" id="{4A83B45B-D6B7-4A2E-AD46-86959C4B068B}"/>
              </a:ext>
            </a:extLst>
          </p:cNvPr>
          <p:cNvSpPr>
            <a:spLocks/>
          </p:cNvSpPr>
          <p:nvPr/>
        </p:nvSpPr>
        <p:spPr>
          <a:xfrm>
            <a:off x="9047035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data_9304">
            <a:extLst>
              <a:ext uri="{FF2B5EF4-FFF2-40B4-BE49-F238E27FC236}">
                <a16:creationId xmlns:a16="http://schemas.microsoft.com/office/drawing/2014/main" id="{4F34B9EF-7687-4294-9F6D-5B54B15EEF17}"/>
              </a:ext>
            </a:extLst>
          </p:cNvPr>
          <p:cNvSpPr>
            <a:spLocks/>
          </p:cNvSpPr>
          <p:nvPr/>
        </p:nvSpPr>
        <p:spPr>
          <a:xfrm>
            <a:off x="905263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data_9305">
            <a:extLst>
              <a:ext uri="{FF2B5EF4-FFF2-40B4-BE49-F238E27FC236}">
                <a16:creationId xmlns:a16="http://schemas.microsoft.com/office/drawing/2014/main" id="{30F549EC-6BC0-4065-906C-4DFC66D7C7A9}"/>
              </a:ext>
            </a:extLst>
          </p:cNvPr>
          <p:cNvSpPr>
            <a:spLocks/>
          </p:cNvSpPr>
          <p:nvPr/>
        </p:nvSpPr>
        <p:spPr>
          <a:xfrm>
            <a:off x="8972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data_9306">
            <a:extLst>
              <a:ext uri="{FF2B5EF4-FFF2-40B4-BE49-F238E27FC236}">
                <a16:creationId xmlns:a16="http://schemas.microsoft.com/office/drawing/2014/main" id="{FCE2B963-8B31-4853-8285-768E9B129842}"/>
              </a:ext>
            </a:extLst>
          </p:cNvPr>
          <p:cNvSpPr>
            <a:spLocks/>
          </p:cNvSpPr>
          <p:nvPr/>
        </p:nvSpPr>
        <p:spPr>
          <a:xfrm>
            <a:off x="90199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data_9307">
            <a:extLst>
              <a:ext uri="{FF2B5EF4-FFF2-40B4-BE49-F238E27FC236}">
                <a16:creationId xmlns:a16="http://schemas.microsoft.com/office/drawing/2014/main" id="{B71E653A-E676-43C9-996D-23EFB198F25D}"/>
              </a:ext>
            </a:extLst>
          </p:cNvPr>
          <p:cNvSpPr>
            <a:spLocks/>
          </p:cNvSpPr>
          <p:nvPr/>
        </p:nvSpPr>
        <p:spPr>
          <a:xfrm>
            <a:off x="9045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data_9308">
            <a:extLst>
              <a:ext uri="{FF2B5EF4-FFF2-40B4-BE49-F238E27FC236}">
                <a16:creationId xmlns:a16="http://schemas.microsoft.com/office/drawing/2014/main" id="{B07FA066-E05F-4AE3-BEFF-1667FF478D8A}"/>
              </a:ext>
            </a:extLst>
          </p:cNvPr>
          <p:cNvSpPr>
            <a:spLocks/>
          </p:cNvSpPr>
          <p:nvPr/>
        </p:nvSpPr>
        <p:spPr>
          <a:xfrm>
            <a:off x="902983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data_9309">
            <a:extLst>
              <a:ext uri="{FF2B5EF4-FFF2-40B4-BE49-F238E27FC236}">
                <a16:creationId xmlns:a16="http://schemas.microsoft.com/office/drawing/2014/main" id="{96BA5359-AFEF-4477-ADBF-7B4AE85DF6CE}"/>
              </a:ext>
            </a:extLst>
          </p:cNvPr>
          <p:cNvSpPr>
            <a:spLocks/>
          </p:cNvSpPr>
          <p:nvPr/>
        </p:nvSpPr>
        <p:spPr>
          <a:xfrm>
            <a:off x="9016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data_9310">
            <a:extLst>
              <a:ext uri="{FF2B5EF4-FFF2-40B4-BE49-F238E27FC236}">
                <a16:creationId xmlns:a16="http://schemas.microsoft.com/office/drawing/2014/main" id="{EDFF644A-AFAE-42D7-BF4D-E2EDC965A908}"/>
              </a:ext>
            </a:extLst>
          </p:cNvPr>
          <p:cNvSpPr>
            <a:spLocks/>
          </p:cNvSpPr>
          <p:nvPr/>
        </p:nvSpPr>
        <p:spPr>
          <a:xfrm>
            <a:off x="89841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data_9311">
            <a:extLst>
              <a:ext uri="{FF2B5EF4-FFF2-40B4-BE49-F238E27FC236}">
                <a16:creationId xmlns:a16="http://schemas.microsoft.com/office/drawing/2014/main" id="{A6382B57-227C-436C-993A-24A5FE839722}"/>
              </a:ext>
            </a:extLst>
          </p:cNvPr>
          <p:cNvSpPr>
            <a:spLocks/>
          </p:cNvSpPr>
          <p:nvPr/>
        </p:nvSpPr>
        <p:spPr>
          <a:xfrm>
            <a:off x="8980193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data_9312">
            <a:extLst>
              <a:ext uri="{FF2B5EF4-FFF2-40B4-BE49-F238E27FC236}">
                <a16:creationId xmlns:a16="http://schemas.microsoft.com/office/drawing/2014/main" id="{DB246119-1DE0-4046-93E7-803D52A73C8D}"/>
              </a:ext>
            </a:extLst>
          </p:cNvPr>
          <p:cNvSpPr>
            <a:spLocks/>
          </p:cNvSpPr>
          <p:nvPr/>
        </p:nvSpPr>
        <p:spPr>
          <a:xfrm>
            <a:off x="89368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data_9313">
            <a:extLst>
              <a:ext uri="{FF2B5EF4-FFF2-40B4-BE49-F238E27FC236}">
                <a16:creationId xmlns:a16="http://schemas.microsoft.com/office/drawing/2014/main" id="{8C8989A6-800C-4DEA-95C5-60740E658C64}"/>
              </a:ext>
            </a:extLst>
          </p:cNvPr>
          <p:cNvSpPr>
            <a:spLocks/>
          </p:cNvSpPr>
          <p:nvPr/>
        </p:nvSpPr>
        <p:spPr>
          <a:xfrm>
            <a:off x="9045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data_9314">
            <a:extLst>
              <a:ext uri="{FF2B5EF4-FFF2-40B4-BE49-F238E27FC236}">
                <a16:creationId xmlns:a16="http://schemas.microsoft.com/office/drawing/2014/main" id="{6EAF8031-1A84-4A60-9E82-D4CC928D5B60}"/>
              </a:ext>
            </a:extLst>
          </p:cNvPr>
          <p:cNvSpPr>
            <a:spLocks/>
          </p:cNvSpPr>
          <p:nvPr/>
        </p:nvSpPr>
        <p:spPr>
          <a:xfrm>
            <a:off x="90317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data_9315">
            <a:extLst>
              <a:ext uri="{FF2B5EF4-FFF2-40B4-BE49-F238E27FC236}">
                <a16:creationId xmlns:a16="http://schemas.microsoft.com/office/drawing/2014/main" id="{99707F7D-418A-4595-8E96-750EC09E6D82}"/>
              </a:ext>
            </a:extLst>
          </p:cNvPr>
          <p:cNvSpPr>
            <a:spLocks/>
          </p:cNvSpPr>
          <p:nvPr/>
        </p:nvSpPr>
        <p:spPr>
          <a:xfrm>
            <a:off x="90121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data_9316">
            <a:extLst>
              <a:ext uri="{FF2B5EF4-FFF2-40B4-BE49-F238E27FC236}">
                <a16:creationId xmlns:a16="http://schemas.microsoft.com/office/drawing/2014/main" id="{5D5EA423-FD2D-4E5E-BC0A-B93589817227}"/>
              </a:ext>
            </a:extLst>
          </p:cNvPr>
          <p:cNvSpPr>
            <a:spLocks/>
          </p:cNvSpPr>
          <p:nvPr/>
        </p:nvSpPr>
        <p:spPr>
          <a:xfrm>
            <a:off x="89322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data_9317">
            <a:extLst>
              <a:ext uri="{FF2B5EF4-FFF2-40B4-BE49-F238E27FC236}">
                <a16:creationId xmlns:a16="http://schemas.microsoft.com/office/drawing/2014/main" id="{33E9C10C-6CE4-4DDD-B5F2-D0D7E704FDA7}"/>
              </a:ext>
            </a:extLst>
          </p:cNvPr>
          <p:cNvSpPr>
            <a:spLocks/>
          </p:cNvSpPr>
          <p:nvPr/>
        </p:nvSpPr>
        <p:spPr>
          <a:xfrm>
            <a:off x="8944882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data_9318">
            <a:extLst>
              <a:ext uri="{FF2B5EF4-FFF2-40B4-BE49-F238E27FC236}">
                <a16:creationId xmlns:a16="http://schemas.microsoft.com/office/drawing/2014/main" id="{B17F8D43-6BB1-4844-8F73-9E7138915541}"/>
              </a:ext>
            </a:extLst>
          </p:cNvPr>
          <p:cNvSpPr>
            <a:spLocks/>
          </p:cNvSpPr>
          <p:nvPr/>
        </p:nvSpPr>
        <p:spPr>
          <a:xfrm>
            <a:off x="89575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data_9319">
            <a:extLst>
              <a:ext uri="{FF2B5EF4-FFF2-40B4-BE49-F238E27FC236}">
                <a16:creationId xmlns:a16="http://schemas.microsoft.com/office/drawing/2014/main" id="{C4A13BBE-B910-445B-9D17-493EB5949E7C}"/>
              </a:ext>
            </a:extLst>
          </p:cNvPr>
          <p:cNvSpPr>
            <a:spLocks/>
          </p:cNvSpPr>
          <p:nvPr/>
        </p:nvSpPr>
        <p:spPr>
          <a:xfrm>
            <a:off x="90134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data_9320">
            <a:extLst>
              <a:ext uri="{FF2B5EF4-FFF2-40B4-BE49-F238E27FC236}">
                <a16:creationId xmlns:a16="http://schemas.microsoft.com/office/drawing/2014/main" id="{32D071D3-A9F6-4BCC-842F-24E194B700C7}"/>
              </a:ext>
            </a:extLst>
          </p:cNvPr>
          <p:cNvSpPr>
            <a:spLocks/>
          </p:cNvSpPr>
          <p:nvPr/>
        </p:nvSpPr>
        <p:spPr>
          <a:xfrm>
            <a:off x="90002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data_9321">
            <a:extLst>
              <a:ext uri="{FF2B5EF4-FFF2-40B4-BE49-F238E27FC236}">
                <a16:creationId xmlns:a16="http://schemas.microsoft.com/office/drawing/2014/main" id="{33F4F257-8101-4DA1-9167-3E2B7C0C2E8E}"/>
              </a:ext>
            </a:extLst>
          </p:cNvPr>
          <p:cNvSpPr>
            <a:spLocks/>
          </p:cNvSpPr>
          <p:nvPr/>
        </p:nvSpPr>
        <p:spPr>
          <a:xfrm>
            <a:off x="895035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data_9322">
            <a:extLst>
              <a:ext uri="{FF2B5EF4-FFF2-40B4-BE49-F238E27FC236}">
                <a16:creationId xmlns:a16="http://schemas.microsoft.com/office/drawing/2014/main" id="{DCA3C1C5-37F5-470A-8FA7-D9EE4257EAA3}"/>
              </a:ext>
            </a:extLst>
          </p:cNvPr>
          <p:cNvSpPr>
            <a:spLocks/>
          </p:cNvSpPr>
          <p:nvPr/>
        </p:nvSpPr>
        <p:spPr>
          <a:xfrm>
            <a:off x="897393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data_9323">
            <a:extLst>
              <a:ext uri="{FF2B5EF4-FFF2-40B4-BE49-F238E27FC236}">
                <a16:creationId xmlns:a16="http://schemas.microsoft.com/office/drawing/2014/main" id="{194DDF61-DB18-4BFE-ADD2-4E99DF4FBA58}"/>
              </a:ext>
            </a:extLst>
          </p:cNvPr>
          <p:cNvSpPr>
            <a:spLocks/>
          </p:cNvSpPr>
          <p:nvPr/>
        </p:nvSpPr>
        <p:spPr>
          <a:xfrm>
            <a:off x="8927814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data_9324">
            <a:extLst>
              <a:ext uri="{FF2B5EF4-FFF2-40B4-BE49-F238E27FC236}">
                <a16:creationId xmlns:a16="http://schemas.microsoft.com/office/drawing/2014/main" id="{4142B8B6-41EA-4E31-B131-A1F4437A2C2D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7" name="data_9325">
            <a:extLst>
              <a:ext uri="{FF2B5EF4-FFF2-40B4-BE49-F238E27FC236}">
                <a16:creationId xmlns:a16="http://schemas.microsoft.com/office/drawing/2014/main" id="{519B17D0-0FD6-4E10-A4C9-5B77052DDFF7}"/>
              </a:ext>
            </a:extLst>
          </p:cNvPr>
          <p:cNvSpPr>
            <a:spLocks/>
          </p:cNvSpPr>
          <p:nvPr/>
        </p:nvSpPr>
        <p:spPr>
          <a:xfrm>
            <a:off x="6938134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8" name="text_9326">
            <a:extLst>
              <a:ext uri="{FF2B5EF4-FFF2-40B4-BE49-F238E27FC236}">
                <a16:creationId xmlns:a16="http://schemas.microsoft.com/office/drawing/2014/main" id="{28AE2972-6D5C-40F8-B527-A9D91A10E48D}"/>
              </a:ext>
            </a:extLst>
          </p:cNvPr>
          <p:cNvSpPr>
            <a:spLocks/>
          </p:cNvSpPr>
          <p:nvPr/>
        </p:nvSpPr>
        <p:spPr>
          <a:xfrm>
            <a:off x="6547977" y="1802843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9327">
            <a:extLst>
              <a:ext uri="{FF2B5EF4-FFF2-40B4-BE49-F238E27FC236}">
                <a16:creationId xmlns:a16="http://schemas.microsoft.com/office/drawing/2014/main" id="{83C0DA68-30FF-4766-9B69-8C89EF046A39}"/>
              </a:ext>
            </a:extLst>
          </p:cNvPr>
          <p:cNvSpPr>
            <a:spLocks/>
          </p:cNvSpPr>
          <p:nvPr/>
        </p:nvSpPr>
        <p:spPr>
          <a:xfrm>
            <a:off x="6938134" y="1837547"/>
            <a:ext cx="1263197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9328">
            <a:extLst>
              <a:ext uri="{FF2B5EF4-FFF2-40B4-BE49-F238E27FC236}">
                <a16:creationId xmlns:a16="http://schemas.microsoft.com/office/drawing/2014/main" id="{BCD1FFB9-D344-449E-9D78-139297F98315}"/>
              </a:ext>
            </a:extLst>
          </p:cNvPr>
          <p:cNvSpPr>
            <a:spLocks/>
          </p:cNvSpPr>
          <p:nvPr/>
        </p:nvSpPr>
        <p:spPr>
          <a:xfrm>
            <a:off x="6958625" y="3424019"/>
            <a:ext cx="2049083" cy="557958"/>
          </a:xfrm>
          <a:custGeom>
            <a:avLst/>
            <a:gdLst/>
            <a:ahLst/>
            <a:cxnLst/>
            <a:rect l="0" t="0" r="0" b="0"/>
            <a:pathLst>
              <a:path w="2049083" h="557958">
                <a:moveTo>
                  <a:pt x="0" y="557958"/>
                </a:moveTo>
                <a:lnTo>
                  <a:pt x="24394" y="556251"/>
                </a:lnTo>
                <a:lnTo>
                  <a:pt x="26270" y="555005"/>
                </a:lnTo>
                <a:lnTo>
                  <a:pt x="34151" y="553537"/>
                </a:lnTo>
                <a:lnTo>
                  <a:pt x="35949" y="551190"/>
                </a:lnTo>
                <a:lnTo>
                  <a:pt x="43784" y="549316"/>
                </a:lnTo>
                <a:lnTo>
                  <a:pt x="45535" y="548981"/>
                </a:lnTo>
                <a:lnTo>
                  <a:pt x="48788" y="548596"/>
                </a:lnTo>
                <a:lnTo>
                  <a:pt x="50266" y="544863"/>
                </a:lnTo>
                <a:lnTo>
                  <a:pt x="56919" y="543591"/>
                </a:lnTo>
                <a:lnTo>
                  <a:pt x="56919" y="539703"/>
                </a:lnTo>
                <a:lnTo>
                  <a:pt x="68303" y="539282"/>
                </a:lnTo>
                <a:lnTo>
                  <a:pt x="70054" y="536364"/>
                </a:lnTo>
                <a:lnTo>
                  <a:pt x="75892" y="534995"/>
                </a:lnTo>
                <a:lnTo>
                  <a:pt x="76878" y="531091"/>
                </a:lnTo>
                <a:lnTo>
                  <a:pt x="85378" y="530024"/>
                </a:lnTo>
                <a:lnTo>
                  <a:pt x="85748" y="519641"/>
                </a:lnTo>
                <a:lnTo>
                  <a:pt x="97575" y="518416"/>
                </a:lnTo>
                <a:lnTo>
                  <a:pt x="97575" y="512701"/>
                </a:lnTo>
                <a:lnTo>
                  <a:pt x="105081" y="510897"/>
                </a:lnTo>
                <a:lnTo>
                  <a:pt x="105081" y="510006"/>
                </a:lnTo>
                <a:lnTo>
                  <a:pt x="113838" y="509190"/>
                </a:lnTo>
                <a:lnTo>
                  <a:pt x="113838" y="492491"/>
                </a:lnTo>
                <a:lnTo>
                  <a:pt x="124187" y="491330"/>
                </a:lnTo>
                <a:lnTo>
                  <a:pt x="125222" y="490112"/>
                </a:lnTo>
                <a:lnTo>
                  <a:pt x="136606" y="488885"/>
                </a:lnTo>
                <a:lnTo>
                  <a:pt x="136606" y="481771"/>
                </a:lnTo>
                <a:lnTo>
                  <a:pt x="146363" y="480208"/>
                </a:lnTo>
                <a:lnTo>
                  <a:pt x="147989" y="478120"/>
                </a:lnTo>
                <a:lnTo>
                  <a:pt x="151784" y="477806"/>
                </a:lnTo>
                <a:lnTo>
                  <a:pt x="151784" y="473946"/>
                </a:lnTo>
                <a:lnTo>
                  <a:pt x="168282" y="471988"/>
                </a:lnTo>
                <a:lnTo>
                  <a:pt x="168921" y="471737"/>
                </a:lnTo>
                <a:lnTo>
                  <a:pt x="170757" y="471737"/>
                </a:lnTo>
                <a:lnTo>
                  <a:pt x="171496" y="439864"/>
                </a:lnTo>
                <a:lnTo>
                  <a:pt x="186280" y="438521"/>
                </a:lnTo>
                <a:lnTo>
                  <a:pt x="188080" y="437475"/>
                </a:lnTo>
                <a:lnTo>
                  <a:pt x="189730" y="437090"/>
                </a:lnTo>
                <a:lnTo>
                  <a:pt x="190954" y="435328"/>
                </a:lnTo>
                <a:lnTo>
                  <a:pt x="195151" y="434993"/>
                </a:lnTo>
                <a:lnTo>
                  <a:pt x="195151" y="430695"/>
                </a:lnTo>
                <a:lnTo>
                  <a:pt x="210162" y="428866"/>
                </a:lnTo>
                <a:lnTo>
                  <a:pt x="211974" y="428014"/>
                </a:lnTo>
                <a:lnTo>
                  <a:pt x="216292" y="426101"/>
                </a:lnTo>
                <a:lnTo>
                  <a:pt x="217777" y="425792"/>
                </a:lnTo>
                <a:lnTo>
                  <a:pt x="227676" y="425429"/>
                </a:lnTo>
                <a:lnTo>
                  <a:pt x="227676" y="398139"/>
                </a:lnTo>
                <a:lnTo>
                  <a:pt x="242365" y="396178"/>
                </a:lnTo>
                <a:lnTo>
                  <a:pt x="243938" y="393944"/>
                </a:lnTo>
                <a:lnTo>
                  <a:pt x="253946" y="392083"/>
                </a:lnTo>
                <a:lnTo>
                  <a:pt x="253946" y="391955"/>
                </a:lnTo>
                <a:lnTo>
                  <a:pt x="256135" y="391955"/>
                </a:lnTo>
                <a:lnTo>
                  <a:pt x="257373" y="384837"/>
                </a:lnTo>
                <a:lnTo>
                  <a:pt x="267272" y="382867"/>
                </a:lnTo>
                <a:lnTo>
                  <a:pt x="267272" y="382723"/>
                </a:lnTo>
                <a:lnTo>
                  <a:pt x="273211" y="382489"/>
                </a:lnTo>
                <a:lnTo>
                  <a:pt x="273211" y="371404"/>
                </a:lnTo>
                <a:lnTo>
                  <a:pt x="284595" y="370598"/>
                </a:lnTo>
                <a:lnTo>
                  <a:pt x="286431" y="366190"/>
                </a:lnTo>
                <a:lnTo>
                  <a:pt x="292726" y="364928"/>
                </a:lnTo>
                <a:lnTo>
                  <a:pt x="293775" y="359858"/>
                </a:lnTo>
                <a:lnTo>
                  <a:pt x="303568" y="358758"/>
                </a:lnTo>
                <a:lnTo>
                  <a:pt x="303568" y="357104"/>
                </a:lnTo>
                <a:lnTo>
                  <a:pt x="310467" y="355722"/>
                </a:lnTo>
                <a:lnTo>
                  <a:pt x="310467" y="354776"/>
                </a:lnTo>
                <a:lnTo>
                  <a:pt x="326665" y="352923"/>
                </a:lnTo>
                <a:lnTo>
                  <a:pt x="328208" y="352736"/>
                </a:lnTo>
                <a:lnTo>
                  <a:pt x="341514" y="351722"/>
                </a:lnTo>
                <a:lnTo>
                  <a:pt x="342992" y="261283"/>
                </a:lnTo>
                <a:lnTo>
                  <a:pt x="367219" y="259346"/>
                </a:lnTo>
                <a:lnTo>
                  <a:pt x="367784" y="258730"/>
                </a:lnTo>
                <a:lnTo>
                  <a:pt x="375665" y="257221"/>
                </a:lnTo>
                <a:lnTo>
                  <a:pt x="376843" y="255946"/>
                </a:lnTo>
                <a:lnTo>
                  <a:pt x="385298" y="254099"/>
                </a:lnTo>
                <a:lnTo>
                  <a:pt x="387049" y="253662"/>
                </a:lnTo>
                <a:lnTo>
                  <a:pt x="390302" y="253555"/>
                </a:lnTo>
                <a:lnTo>
                  <a:pt x="390302" y="251428"/>
                </a:lnTo>
                <a:lnTo>
                  <a:pt x="398433" y="251007"/>
                </a:lnTo>
                <a:lnTo>
                  <a:pt x="399172" y="248317"/>
                </a:lnTo>
                <a:lnTo>
                  <a:pt x="409817" y="248024"/>
                </a:lnTo>
                <a:lnTo>
                  <a:pt x="411568" y="243114"/>
                </a:lnTo>
                <a:lnTo>
                  <a:pt x="425783" y="241152"/>
                </a:lnTo>
                <a:lnTo>
                  <a:pt x="426892" y="234178"/>
                </a:lnTo>
                <a:lnTo>
                  <a:pt x="446595" y="232326"/>
                </a:lnTo>
                <a:lnTo>
                  <a:pt x="447501" y="231857"/>
                </a:lnTo>
                <a:lnTo>
                  <a:pt x="455352" y="231771"/>
                </a:lnTo>
                <a:lnTo>
                  <a:pt x="455352" y="215318"/>
                </a:lnTo>
                <a:lnTo>
                  <a:pt x="478119" y="213930"/>
                </a:lnTo>
                <a:lnTo>
                  <a:pt x="478119" y="212771"/>
                </a:lnTo>
                <a:lnTo>
                  <a:pt x="492074" y="210831"/>
                </a:lnTo>
                <a:lnTo>
                  <a:pt x="493791" y="210130"/>
                </a:lnTo>
                <a:lnTo>
                  <a:pt x="503284" y="208446"/>
                </a:lnTo>
                <a:lnTo>
                  <a:pt x="503284" y="207923"/>
                </a:lnTo>
                <a:lnTo>
                  <a:pt x="512271" y="207604"/>
                </a:lnTo>
                <a:lnTo>
                  <a:pt x="514107" y="190787"/>
                </a:lnTo>
                <a:lnTo>
                  <a:pt x="536665" y="189324"/>
                </a:lnTo>
                <a:lnTo>
                  <a:pt x="536665" y="188615"/>
                </a:lnTo>
                <a:lnTo>
                  <a:pt x="546422" y="187781"/>
                </a:lnTo>
                <a:lnTo>
                  <a:pt x="546422" y="182652"/>
                </a:lnTo>
                <a:lnTo>
                  <a:pt x="569190" y="180948"/>
                </a:lnTo>
                <a:lnTo>
                  <a:pt x="569190" y="174038"/>
                </a:lnTo>
                <a:lnTo>
                  <a:pt x="597649" y="172501"/>
                </a:lnTo>
                <a:lnTo>
                  <a:pt x="597649" y="171260"/>
                </a:lnTo>
                <a:lnTo>
                  <a:pt x="620934" y="169395"/>
                </a:lnTo>
                <a:lnTo>
                  <a:pt x="621730" y="168322"/>
                </a:lnTo>
                <a:lnTo>
                  <a:pt x="648876" y="166445"/>
                </a:lnTo>
                <a:lnTo>
                  <a:pt x="648876" y="166280"/>
                </a:lnTo>
                <a:lnTo>
                  <a:pt x="683028" y="165981"/>
                </a:lnTo>
                <a:lnTo>
                  <a:pt x="683028" y="50683"/>
                </a:lnTo>
                <a:lnTo>
                  <a:pt x="788109" y="48737"/>
                </a:lnTo>
                <a:lnTo>
                  <a:pt x="788109" y="48609"/>
                </a:lnTo>
                <a:lnTo>
                  <a:pt x="796866" y="48609"/>
                </a:lnTo>
                <a:lnTo>
                  <a:pt x="796866" y="45173"/>
                </a:lnTo>
                <a:lnTo>
                  <a:pt x="819633" y="43846"/>
                </a:lnTo>
                <a:lnTo>
                  <a:pt x="819633" y="41695"/>
                </a:lnTo>
                <a:lnTo>
                  <a:pt x="853785" y="41652"/>
                </a:lnTo>
                <a:lnTo>
                  <a:pt x="853785" y="36689"/>
                </a:lnTo>
                <a:lnTo>
                  <a:pt x="993495" y="35413"/>
                </a:lnTo>
                <a:lnTo>
                  <a:pt x="993495" y="34511"/>
                </a:lnTo>
                <a:lnTo>
                  <a:pt x="1024541" y="34511"/>
                </a:lnTo>
                <a:lnTo>
                  <a:pt x="1024541" y="24584"/>
                </a:lnTo>
                <a:lnTo>
                  <a:pt x="1229450" y="23493"/>
                </a:lnTo>
                <a:lnTo>
                  <a:pt x="1229450" y="21508"/>
                </a:lnTo>
                <a:lnTo>
                  <a:pt x="1366055" y="21508"/>
                </a:lnTo>
                <a:lnTo>
                  <a:pt x="1366055" y="165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241" name="data_9329">
            <a:extLst>
              <a:ext uri="{FF2B5EF4-FFF2-40B4-BE49-F238E27FC236}">
                <a16:creationId xmlns:a16="http://schemas.microsoft.com/office/drawing/2014/main" id="{58D22295-EBF3-463B-9068-6FC0D75CE91F}"/>
              </a:ext>
            </a:extLst>
          </p:cNvPr>
          <p:cNvSpPr>
            <a:spLocks/>
          </p:cNvSpPr>
          <p:nvPr/>
        </p:nvSpPr>
        <p:spPr>
          <a:xfrm>
            <a:off x="6958625" y="3715443"/>
            <a:ext cx="2049083" cy="266533"/>
          </a:xfrm>
          <a:custGeom>
            <a:avLst/>
            <a:gdLst/>
            <a:ahLst/>
            <a:cxnLst/>
            <a:rect l="0" t="0" r="0" b="0"/>
            <a:pathLst>
              <a:path w="2049083" h="266533">
                <a:moveTo>
                  <a:pt x="0" y="266533"/>
                </a:moveTo>
                <a:lnTo>
                  <a:pt x="455352" y="266533"/>
                </a:lnTo>
                <a:lnTo>
                  <a:pt x="455352" y="223544"/>
                </a:lnTo>
                <a:lnTo>
                  <a:pt x="512271" y="223544"/>
                </a:lnTo>
                <a:lnTo>
                  <a:pt x="514107" y="207304"/>
                </a:lnTo>
                <a:lnTo>
                  <a:pt x="514107" y="207304"/>
                </a:lnTo>
                <a:lnTo>
                  <a:pt x="683028" y="207304"/>
                </a:lnTo>
                <a:lnTo>
                  <a:pt x="683028" y="44422"/>
                </a:lnTo>
                <a:lnTo>
                  <a:pt x="1024541" y="44422"/>
                </a:lnTo>
                <a:lnTo>
                  <a:pt x="1024541" y="12692"/>
                </a:lnTo>
                <a:lnTo>
                  <a:pt x="1366055" y="12692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242" name="data_9330">
            <a:extLst>
              <a:ext uri="{FF2B5EF4-FFF2-40B4-BE49-F238E27FC236}">
                <a16:creationId xmlns:a16="http://schemas.microsoft.com/office/drawing/2014/main" id="{BC74BB5F-EB6E-4388-8BEF-AE416F59FCC5}"/>
              </a:ext>
            </a:extLst>
          </p:cNvPr>
          <p:cNvSpPr>
            <a:spLocks/>
          </p:cNvSpPr>
          <p:nvPr/>
        </p:nvSpPr>
        <p:spPr>
          <a:xfrm>
            <a:off x="7269990" y="365519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3" name="data_9331">
            <a:extLst>
              <a:ext uri="{FF2B5EF4-FFF2-40B4-BE49-F238E27FC236}">
                <a16:creationId xmlns:a16="http://schemas.microsoft.com/office/drawing/2014/main" id="{10774EDF-D4DB-4761-B589-60EE9E05D34D}"/>
              </a:ext>
            </a:extLst>
          </p:cNvPr>
          <p:cNvSpPr>
            <a:spLocks/>
          </p:cNvSpPr>
          <p:nvPr/>
        </p:nvSpPr>
        <p:spPr>
          <a:xfrm>
            <a:off x="7611504" y="344455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4" name="data_9332">
            <a:extLst>
              <a:ext uri="{FF2B5EF4-FFF2-40B4-BE49-F238E27FC236}">
                <a16:creationId xmlns:a16="http://schemas.microsoft.com/office/drawing/2014/main" id="{14B6F723-5968-4636-81C5-BFCFBB743A21}"/>
              </a:ext>
            </a:extLst>
          </p:cNvPr>
          <p:cNvSpPr>
            <a:spLocks/>
          </p:cNvSpPr>
          <p:nvPr/>
        </p:nvSpPr>
        <p:spPr>
          <a:xfrm>
            <a:off x="8294532" y="339552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5" name="data_9333">
            <a:extLst>
              <a:ext uri="{FF2B5EF4-FFF2-40B4-BE49-F238E27FC236}">
                <a16:creationId xmlns:a16="http://schemas.microsoft.com/office/drawing/2014/main" id="{E431F647-2E2D-4B45-81F7-0CE160CAE5D2}"/>
              </a:ext>
            </a:extLst>
          </p:cNvPr>
          <p:cNvSpPr>
            <a:spLocks/>
          </p:cNvSpPr>
          <p:nvPr/>
        </p:nvSpPr>
        <p:spPr>
          <a:xfrm>
            <a:off x="8977559" y="339387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6" name="data_9334">
            <a:extLst>
              <a:ext uri="{FF2B5EF4-FFF2-40B4-BE49-F238E27FC236}">
                <a16:creationId xmlns:a16="http://schemas.microsoft.com/office/drawing/2014/main" id="{BD6C5DEE-5454-49BE-B7F4-0485A6237890}"/>
              </a:ext>
            </a:extLst>
          </p:cNvPr>
          <p:cNvSpPr>
            <a:spLocks/>
          </p:cNvSpPr>
          <p:nvPr/>
        </p:nvSpPr>
        <p:spPr>
          <a:xfrm>
            <a:off x="7249978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7" name="data_9335">
            <a:extLst>
              <a:ext uri="{FF2B5EF4-FFF2-40B4-BE49-F238E27FC236}">
                <a16:creationId xmlns:a16="http://schemas.microsoft.com/office/drawing/2014/main" id="{FEB05742-741E-4045-9583-30B91A5910A4}"/>
              </a:ext>
            </a:extLst>
          </p:cNvPr>
          <p:cNvSpPr>
            <a:spLocks/>
          </p:cNvSpPr>
          <p:nvPr/>
        </p:nvSpPr>
        <p:spPr>
          <a:xfrm>
            <a:off x="7591492" y="370970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8" name="data_9336">
            <a:extLst>
              <a:ext uri="{FF2B5EF4-FFF2-40B4-BE49-F238E27FC236}">
                <a16:creationId xmlns:a16="http://schemas.microsoft.com/office/drawing/2014/main" id="{FD0AABEE-3D64-45ED-92EC-3D5ED04C4493}"/>
              </a:ext>
            </a:extLst>
          </p:cNvPr>
          <p:cNvSpPr>
            <a:spLocks/>
          </p:cNvSpPr>
          <p:nvPr/>
        </p:nvSpPr>
        <p:spPr>
          <a:xfrm>
            <a:off x="8274520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9" name="data_9337">
            <a:extLst>
              <a:ext uri="{FF2B5EF4-FFF2-40B4-BE49-F238E27FC236}">
                <a16:creationId xmlns:a16="http://schemas.microsoft.com/office/drawing/2014/main" id="{60948D47-7320-43BE-96D9-75D1AECF0C8A}"/>
              </a:ext>
            </a:extLst>
          </p:cNvPr>
          <p:cNvSpPr>
            <a:spLocks/>
          </p:cNvSpPr>
          <p:nvPr/>
        </p:nvSpPr>
        <p:spPr>
          <a:xfrm>
            <a:off x="8957547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50" name="data_9338">
            <a:extLst>
              <a:ext uri="{FF2B5EF4-FFF2-40B4-BE49-F238E27FC236}">
                <a16:creationId xmlns:a16="http://schemas.microsoft.com/office/drawing/2014/main" id="{B9793A68-51F5-4D90-A33C-EBBA9BA08E06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data_9339">
            <a:extLst>
              <a:ext uri="{FF2B5EF4-FFF2-40B4-BE49-F238E27FC236}">
                <a16:creationId xmlns:a16="http://schemas.microsoft.com/office/drawing/2014/main" id="{D127EAB1-C915-4F7B-99E6-419900F2C0ED}"/>
              </a:ext>
            </a:extLst>
          </p:cNvPr>
          <p:cNvSpPr>
            <a:spLocks/>
          </p:cNvSpPr>
          <p:nvPr/>
        </p:nvSpPr>
        <p:spPr>
          <a:xfrm>
            <a:off x="1280480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9340">
            <a:extLst>
              <a:ext uri="{FF2B5EF4-FFF2-40B4-BE49-F238E27FC236}">
                <a16:creationId xmlns:a16="http://schemas.microsoft.com/office/drawing/2014/main" id="{26C75A91-6D70-45CD-91B6-9C8957C60C8A}"/>
              </a:ext>
            </a:extLst>
          </p:cNvPr>
          <p:cNvSpPr>
            <a:spLocks/>
          </p:cNvSpPr>
          <p:nvPr/>
        </p:nvSpPr>
        <p:spPr>
          <a:xfrm>
            <a:off x="162199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9341">
            <a:extLst>
              <a:ext uri="{FF2B5EF4-FFF2-40B4-BE49-F238E27FC236}">
                <a16:creationId xmlns:a16="http://schemas.microsoft.com/office/drawing/2014/main" id="{212B991A-6503-441D-998F-E019585911FD}"/>
              </a:ext>
            </a:extLst>
          </p:cNvPr>
          <p:cNvSpPr>
            <a:spLocks/>
          </p:cNvSpPr>
          <p:nvPr/>
        </p:nvSpPr>
        <p:spPr>
          <a:xfrm>
            <a:off x="2305021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9342">
            <a:extLst>
              <a:ext uri="{FF2B5EF4-FFF2-40B4-BE49-F238E27FC236}">
                <a16:creationId xmlns:a16="http://schemas.microsoft.com/office/drawing/2014/main" id="{3C9EC1C4-9E55-44DA-8CAF-4C95763793BB}"/>
              </a:ext>
            </a:extLst>
          </p:cNvPr>
          <p:cNvSpPr>
            <a:spLocks/>
          </p:cNvSpPr>
          <p:nvPr/>
        </p:nvSpPr>
        <p:spPr>
          <a:xfrm>
            <a:off x="298804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9343">
            <a:extLst>
              <a:ext uri="{FF2B5EF4-FFF2-40B4-BE49-F238E27FC236}">
                <a16:creationId xmlns:a16="http://schemas.microsoft.com/office/drawing/2014/main" id="{7A203EB4-740E-467C-992E-28D848E2D53A}"/>
              </a:ext>
            </a:extLst>
          </p:cNvPr>
          <p:cNvSpPr>
            <a:spLocks/>
          </p:cNvSpPr>
          <p:nvPr/>
        </p:nvSpPr>
        <p:spPr>
          <a:xfrm>
            <a:off x="102776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6" name="text_9344">
            <a:extLst>
              <a:ext uri="{FF2B5EF4-FFF2-40B4-BE49-F238E27FC236}">
                <a16:creationId xmlns:a16="http://schemas.microsoft.com/office/drawing/2014/main" id="{92498217-ECC8-41B3-9EC6-CD92D0762CF5}"/>
              </a:ext>
            </a:extLst>
          </p:cNvPr>
          <p:cNvSpPr>
            <a:spLocks/>
          </p:cNvSpPr>
          <p:nvPr/>
        </p:nvSpPr>
        <p:spPr>
          <a:xfrm>
            <a:off x="994941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9345">
            <a:extLst>
              <a:ext uri="{FF2B5EF4-FFF2-40B4-BE49-F238E27FC236}">
                <a16:creationId xmlns:a16="http://schemas.microsoft.com/office/drawing/2014/main" id="{08786471-B75B-49F6-AEA9-C0EF6B5A652D}"/>
              </a:ext>
            </a:extLst>
          </p:cNvPr>
          <p:cNvSpPr>
            <a:spLocks/>
          </p:cNvSpPr>
          <p:nvPr/>
        </p:nvSpPr>
        <p:spPr>
          <a:xfrm>
            <a:off x="136927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8" name="text_9346">
            <a:extLst>
              <a:ext uri="{FF2B5EF4-FFF2-40B4-BE49-F238E27FC236}">
                <a16:creationId xmlns:a16="http://schemas.microsoft.com/office/drawing/2014/main" id="{0B3AAC64-6880-446D-B884-C9B20F9CE65B}"/>
              </a:ext>
            </a:extLst>
          </p:cNvPr>
          <p:cNvSpPr>
            <a:spLocks/>
          </p:cNvSpPr>
          <p:nvPr/>
        </p:nvSpPr>
        <p:spPr>
          <a:xfrm>
            <a:off x="1303636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9347">
            <a:extLst>
              <a:ext uri="{FF2B5EF4-FFF2-40B4-BE49-F238E27FC236}">
                <a16:creationId xmlns:a16="http://schemas.microsoft.com/office/drawing/2014/main" id="{26C4EC20-BB9F-4D1E-8416-52001F3110FE}"/>
              </a:ext>
            </a:extLst>
          </p:cNvPr>
          <p:cNvSpPr>
            <a:spLocks/>
          </p:cNvSpPr>
          <p:nvPr/>
        </p:nvSpPr>
        <p:spPr>
          <a:xfrm>
            <a:off x="1710787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0" name="text_9348">
            <a:extLst>
              <a:ext uri="{FF2B5EF4-FFF2-40B4-BE49-F238E27FC236}">
                <a16:creationId xmlns:a16="http://schemas.microsoft.com/office/drawing/2014/main" id="{49F4EDB3-A98C-42AB-9377-2DCFE6076A16}"/>
              </a:ext>
            </a:extLst>
          </p:cNvPr>
          <p:cNvSpPr>
            <a:spLocks/>
          </p:cNvSpPr>
          <p:nvPr/>
        </p:nvSpPr>
        <p:spPr>
          <a:xfrm>
            <a:off x="161233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9349">
            <a:extLst>
              <a:ext uri="{FF2B5EF4-FFF2-40B4-BE49-F238E27FC236}">
                <a16:creationId xmlns:a16="http://schemas.microsoft.com/office/drawing/2014/main" id="{22B53B58-EB36-4310-A16E-AE7577C9C2C6}"/>
              </a:ext>
            </a:extLst>
          </p:cNvPr>
          <p:cNvSpPr>
            <a:spLocks/>
          </p:cNvSpPr>
          <p:nvPr/>
        </p:nvSpPr>
        <p:spPr>
          <a:xfrm>
            <a:off x="239381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2" name="text_9350">
            <a:extLst>
              <a:ext uri="{FF2B5EF4-FFF2-40B4-BE49-F238E27FC236}">
                <a16:creationId xmlns:a16="http://schemas.microsoft.com/office/drawing/2014/main" id="{5E6A3D3C-BEAA-470E-9351-9875C4622C53}"/>
              </a:ext>
            </a:extLst>
          </p:cNvPr>
          <p:cNvSpPr>
            <a:spLocks/>
          </p:cNvSpPr>
          <p:nvPr/>
        </p:nvSpPr>
        <p:spPr>
          <a:xfrm>
            <a:off x="2295359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9351">
            <a:extLst>
              <a:ext uri="{FF2B5EF4-FFF2-40B4-BE49-F238E27FC236}">
                <a16:creationId xmlns:a16="http://schemas.microsoft.com/office/drawing/2014/main" id="{2B630FF8-B67F-44E3-AE0D-BAE8D5F4A3B9}"/>
              </a:ext>
            </a:extLst>
          </p:cNvPr>
          <p:cNvSpPr>
            <a:spLocks/>
          </p:cNvSpPr>
          <p:nvPr/>
        </p:nvSpPr>
        <p:spPr>
          <a:xfrm>
            <a:off x="307684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4" name="text_9352">
            <a:extLst>
              <a:ext uri="{FF2B5EF4-FFF2-40B4-BE49-F238E27FC236}">
                <a16:creationId xmlns:a16="http://schemas.microsoft.com/office/drawing/2014/main" id="{D6082B57-DEA8-4E70-9576-26F0745D21CF}"/>
              </a:ext>
            </a:extLst>
          </p:cNvPr>
          <p:cNvSpPr>
            <a:spLocks/>
          </p:cNvSpPr>
          <p:nvPr/>
        </p:nvSpPr>
        <p:spPr>
          <a:xfrm>
            <a:off x="297838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9353">
            <a:extLst>
              <a:ext uri="{FF2B5EF4-FFF2-40B4-BE49-F238E27FC236}">
                <a16:creationId xmlns:a16="http://schemas.microsoft.com/office/drawing/2014/main" id="{96522165-4325-4270-8F6A-9408F71250D0}"/>
              </a:ext>
            </a:extLst>
          </p:cNvPr>
          <p:cNvSpPr>
            <a:spLocks/>
          </p:cNvSpPr>
          <p:nvPr/>
        </p:nvSpPr>
        <p:spPr>
          <a:xfrm>
            <a:off x="1372034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9354">
            <a:extLst>
              <a:ext uri="{FF2B5EF4-FFF2-40B4-BE49-F238E27FC236}">
                <a16:creationId xmlns:a16="http://schemas.microsoft.com/office/drawing/2014/main" id="{DEB9728C-FC95-45E4-A8DE-168D870D2253}"/>
              </a:ext>
            </a:extLst>
          </p:cNvPr>
          <p:cNvSpPr>
            <a:spLocks/>
          </p:cNvSpPr>
          <p:nvPr/>
        </p:nvSpPr>
        <p:spPr>
          <a:xfrm>
            <a:off x="1007269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67" name="data_9355">
            <a:extLst>
              <a:ext uri="{FF2B5EF4-FFF2-40B4-BE49-F238E27FC236}">
                <a16:creationId xmlns:a16="http://schemas.microsoft.com/office/drawing/2014/main" id="{6F566321-2C94-4339-9107-7F7D8AA3A22B}"/>
              </a:ext>
            </a:extLst>
          </p:cNvPr>
          <p:cNvSpPr>
            <a:spLocks/>
          </p:cNvSpPr>
          <p:nvPr/>
        </p:nvSpPr>
        <p:spPr>
          <a:xfrm>
            <a:off x="954065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8" name="text_9356">
            <a:extLst>
              <a:ext uri="{FF2B5EF4-FFF2-40B4-BE49-F238E27FC236}">
                <a16:creationId xmlns:a16="http://schemas.microsoft.com/office/drawing/2014/main" id="{0807AEFB-9410-4FFB-A4DC-53D035420EC9}"/>
              </a:ext>
            </a:extLst>
          </p:cNvPr>
          <p:cNvSpPr>
            <a:spLocks/>
          </p:cNvSpPr>
          <p:nvPr/>
        </p:nvSpPr>
        <p:spPr>
          <a:xfrm>
            <a:off x="835225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9357">
            <a:extLst>
              <a:ext uri="{FF2B5EF4-FFF2-40B4-BE49-F238E27FC236}">
                <a16:creationId xmlns:a16="http://schemas.microsoft.com/office/drawing/2014/main" id="{2B1D4ACC-27BF-493F-9BCE-E0C3ED2F2B2A}"/>
              </a:ext>
            </a:extLst>
          </p:cNvPr>
          <p:cNvSpPr>
            <a:spLocks/>
          </p:cNvSpPr>
          <p:nvPr/>
        </p:nvSpPr>
        <p:spPr>
          <a:xfrm>
            <a:off x="1007269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0" name="data_9358">
            <a:extLst>
              <a:ext uri="{FF2B5EF4-FFF2-40B4-BE49-F238E27FC236}">
                <a16:creationId xmlns:a16="http://schemas.microsoft.com/office/drawing/2014/main" id="{D02C69A5-D873-4F2C-9FC2-9488F0FF00FC}"/>
              </a:ext>
            </a:extLst>
          </p:cNvPr>
          <p:cNvSpPr>
            <a:spLocks/>
          </p:cNvSpPr>
          <p:nvPr/>
        </p:nvSpPr>
        <p:spPr>
          <a:xfrm>
            <a:off x="954065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1" name="text_9359">
            <a:extLst>
              <a:ext uri="{FF2B5EF4-FFF2-40B4-BE49-F238E27FC236}">
                <a16:creationId xmlns:a16="http://schemas.microsoft.com/office/drawing/2014/main" id="{33174340-7EBE-4F01-A3F0-F472AC0B9D8A}"/>
              </a:ext>
            </a:extLst>
          </p:cNvPr>
          <p:cNvSpPr>
            <a:spLocks/>
          </p:cNvSpPr>
          <p:nvPr/>
        </p:nvSpPr>
        <p:spPr>
          <a:xfrm>
            <a:off x="769588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9360">
            <a:extLst>
              <a:ext uri="{FF2B5EF4-FFF2-40B4-BE49-F238E27FC236}">
                <a16:creationId xmlns:a16="http://schemas.microsoft.com/office/drawing/2014/main" id="{AFEC6CB4-E390-4D54-8EF4-C352F90BEA1E}"/>
              </a:ext>
            </a:extLst>
          </p:cNvPr>
          <p:cNvSpPr>
            <a:spLocks/>
          </p:cNvSpPr>
          <p:nvPr/>
        </p:nvSpPr>
        <p:spPr>
          <a:xfrm>
            <a:off x="1007269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3" name="data_9361">
            <a:extLst>
              <a:ext uri="{FF2B5EF4-FFF2-40B4-BE49-F238E27FC236}">
                <a16:creationId xmlns:a16="http://schemas.microsoft.com/office/drawing/2014/main" id="{FEBDD6A0-F0F2-467F-BFFF-1E84FAEBDF21}"/>
              </a:ext>
            </a:extLst>
          </p:cNvPr>
          <p:cNvSpPr>
            <a:spLocks/>
          </p:cNvSpPr>
          <p:nvPr/>
        </p:nvSpPr>
        <p:spPr>
          <a:xfrm>
            <a:off x="954065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4" name="text_9362">
            <a:extLst>
              <a:ext uri="{FF2B5EF4-FFF2-40B4-BE49-F238E27FC236}">
                <a16:creationId xmlns:a16="http://schemas.microsoft.com/office/drawing/2014/main" id="{AD9D4A54-E69F-4FDC-87E1-D9B97E8E1696}"/>
              </a:ext>
            </a:extLst>
          </p:cNvPr>
          <p:cNvSpPr>
            <a:spLocks/>
          </p:cNvSpPr>
          <p:nvPr/>
        </p:nvSpPr>
        <p:spPr>
          <a:xfrm>
            <a:off x="703951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9363">
            <a:extLst>
              <a:ext uri="{FF2B5EF4-FFF2-40B4-BE49-F238E27FC236}">
                <a16:creationId xmlns:a16="http://schemas.microsoft.com/office/drawing/2014/main" id="{012F08FC-29B8-454F-8BCC-826CF1988345}"/>
              </a:ext>
            </a:extLst>
          </p:cNvPr>
          <p:cNvSpPr>
            <a:spLocks/>
          </p:cNvSpPr>
          <p:nvPr/>
        </p:nvSpPr>
        <p:spPr>
          <a:xfrm rot="-5400000">
            <a:off x="-39675" y="5980252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9364">
            <a:extLst>
              <a:ext uri="{FF2B5EF4-FFF2-40B4-BE49-F238E27FC236}">
                <a16:creationId xmlns:a16="http://schemas.microsoft.com/office/drawing/2014/main" id="{5F56C57A-B660-4048-B423-58E510D0861E}"/>
              </a:ext>
            </a:extLst>
          </p:cNvPr>
          <p:cNvSpPr>
            <a:spLocks/>
          </p:cNvSpPr>
          <p:nvPr/>
        </p:nvSpPr>
        <p:spPr>
          <a:xfrm>
            <a:off x="131309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data_9365">
            <a:extLst>
              <a:ext uri="{FF2B5EF4-FFF2-40B4-BE49-F238E27FC236}">
                <a16:creationId xmlns:a16="http://schemas.microsoft.com/office/drawing/2014/main" id="{728FD797-D092-4A54-A210-10682ED2CEC1}"/>
              </a:ext>
            </a:extLst>
          </p:cNvPr>
          <p:cNvSpPr>
            <a:spLocks/>
          </p:cNvSpPr>
          <p:nvPr/>
        </p:nvSpPr>
        <p:spPr>
          <a:xfrm>
            <a:off x="1396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data_9366">
            <a:extLst>
              <a:ext uri="{FF2B5EF4-FFF2-40B4-BE49-F238E27FC236}">
                <a16:creationId xmlns:a16="http://schemas.microsoft.com/office/drawing/2014/main" id="{1325C2FF-D25B-47BD-B104-DC69D3EF368D}"/>
              </a:ext>
            </a:extLst>
          </p:cNvPr>
          <p:cNvSpPr>
            <a:spLocks/>
          </p:cNvSpPr>
          <p:nvPr/>
        </p:nvSpPr>
        <p:spPr>
          <a:xfrm>
            <a:off x="128573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data_9367">
            <a:extLst>
              <a:ext uri="{FF2B5EF4-FFF2-40B4-BE49-F238E27FC236}">
                <a16:creationId xmlns:a16="http://schemas.microsoft.com/office/drawing/2014/main" id="{42DD8691-6A88-4D35-B3BE-4BA3AD75DD29}"/>
              </a:ext>
            </a:extLst>
          </p:cNvPr>
          <p:cNvSpPr>
            <a:spLocks/>
          </p:cNvSpPr>
          <p:nvPr/>
        </p:nvSpPr>
        <p:spPr>
          <a:xfrm>
            <a:off x="13860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data_9368">
            <a:extLst>
              <a:ext uri="{FF2B5EF4-FFF2-40B4-BE49-F238E27FC236}">
                <a16:creationId xmlns:a16="http://schemas.microsoft.com/office/drawing/2014/main" id="{A5B8F643-51EC-4B95-AEA2-4B271FC68E56}"/>
              </a:ext>
            </a:extLst>
          </p:cNvPr>
          <p:cNvSpPr>
            <a:spLocks/>
          </p:cNvSpPr>
          <p:nvPr/>
        </p:nvSpPr>
        <p:spPr>
          <a:xfrm>
            <a:off x="1334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data_9369">
            <a:extLst>
              <a:ext uri="{FF2B5EF4-FFF2-40B4-BE49-F238E27FC236}">
                <a16:creationId xmlns:a16="http://schemas.microsoft.com/office/drawing/2014/main" id="{8830F277-4356-42B7-9736-6C50F005974C}"/>
              </a:ext>
            </a:extLst>
          </p:cNvPr>
          <p:cNvSpPr>
            <a:spLocks/>
          </p:cNvSpPr>
          <p:nvPr/>
        </p:nvSpPr>
        <p:spPr>
          <a:xfrm>
            <a:off x="14057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data_9370">
            <a:extLst>
              <a:ext uri="{FF2B5EF4-FFF2-40B4-BE49-F238E27FC236}">
                <a16:creationId xmlns:a16="http://schemas.microsoft.com/office/drawing/2014/main" id="{3B0ACE02-37F7-4EFE-BD2D-9CD77761B424}"/>
              </a:ext>
            </a:extLst>
          </p:cNvPr>
          <p:cNvSpPr>
            <a:spLocks/>
          </p:cNvSpPr>
          <p:nvPr/>
        </p:nvSpPr>
        <p:spPr>
          <a:xfrm>
            <a:off x="13129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data_9371">
            <a:extLst>
              <a:ext uri="{FF2B5EF4-FFF2-40B4-BE49-F238E27FC236}">
                <a16:creationId xmlns:a16="http://schemas.microsoft.com/office/drawing/2014/main" id="{D4A0A9A3-C2F9-4ED9-8DD5-65FE01702607}"/>
              </a:ext>
            </a:extLst>
          </p:cNvPr>
          <p:cNvSpPr>
            <a:spLocks/>
          </p:cNvSpPr>
          <p:nvPr/>
        </p:nvSpPr>
        <p:spPr>
          <a:xfrm>
            <a:off x="1376547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data_9372">
            <a:extLst>
              <a:ext uri="{FF2B5EF4-FFF2-40B4-BE49-F238E27FC236}">
                <a16:creationId xmlns:a16="http://schemas.microsoft.com/office/drawing/2014/main" id="{D050EED5-AF2A-4F2C-A72E-DEBE01613898}"/>
              </a:ext>
            </a:extLst>
          </p:cNvPr>
          <p:cNvSpPr>
            <a:spLocks/>
          </p:cNvSpPr>
          <p:nvPr/>
        </p:nvSpPr>
        <p:spPr>
          <a:xfrm>
            <a:off x="1290291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data_9373">
            <a:extLst>
              <a:ext uri="{FF2B5EF4-FFF2-40B4-BE49-F238E27FC236}">
                <a16:creationId xmlns:a16="http://schemas.microsoft.com/office/drawing/2014/main" id="{BDDC17DC-3B92-473F-8008-7E0A0DBF641C}"/>
              </a:ext>
            </a:extLst>
          </p:cNvPr>
          <p:cNvSpPr>
            <a:spLocks/>
          </p:cNvSpPr>
          <p:nvPr/>
        </p:nvSpPr>
        <p:spPr>
          <a:xfrm>
            <a:off x="13180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data_9374">
            <a:extLst>
              <a:ext uri="{FF2B5EF4-FFF2-40B4-BE49-F238E27FC236}">
                <a16:creationId xmlns:a16="http://schemas.microsoft.com/office/drawing/2014/main" id="{0CF35D94-46BD-4EFD-88EA-D2F9BC6E32C7}"/>
              </a:ext>
            </a:extLst>
          </p:cNvPr>
          <p:cNvSpPr>
            <a:spLocks/>
          </p:cNvSpPr>
          <p:nvPr/>
        </p:nvSpPr>
        <p:spPr>
          <a:xfrm>
            <a:off x="129003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data_9375">
            <a:extLst>
              <a:ext uri="{FF2B5EF4-FFF2-40B4-BE49-F238E27FC236}">
                <a16:creationId xmlns:a16="http://schemas.microsoft.com/office/drawing/2014/main" id="{BF2A9346-B584-4C93-939A-5B5E9008E973}"/>
              </a:ext>
            </a:extLst>
          </p:cNvPr>
          <p:cNvSpPr>
            <a:spLocks/>
          </p:cNvSpPr>
          <p:nvPr/>
        </p:nvSpPr>
        <p:spPr>
          <a:xfrm>
            <a:off x="13636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data_9376">
            <a:extLst>
              <a:ext uri="{FF2B5EF4-FFF2-40B4-BE49-F238E27FC236}">
                <a16:creationId xmlns:a16="http://schemas.microsoft.com/office/drawing/2014/main" id="{2E3C9E55-72C9-4636-A9D9-B9FACDE52532}"/>
              </a:ext>
            </a:extLst>
          </p:cNvPr>
          <p:cNvSpPr>
            <a:spLocks/>
          </p:cNvSpPr>
          <p:nvPr/>
        </p:nvSpPr>
        <p:spPr>
          <a:xfrm>
            <a:off x="13076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data_9377">
            <a:extLst>
              <a:ext uri="{FF2B5EF4-FFF2-40B4-BE49-F238E27FC236}">
                <a16:creationId xmlns:a16="http://schemas.microsoft.com/office/drawing/2014/main" id="{99F42030-F174-4AAA-83ED-A11179506307}"/>
              </a:ext>
            </a:extLst>
          </p:cNvPr>
          <p:cNvSpPr>
            <a:spLocks/>
          </p:cNvSpPr>
          <p:nvPr/>
        </p:nvSpPr>
        <p:spPr>
          <a:xfrm>
            <a:off x="13467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data_9378">
            <a:extLst>
              <a:ext uri="{FF2B5EF4-FFF2-40B4-BE49-F238E27FC236}">
                <a16:creationId xmlns:a16="http://schemas.microsoft.com/office/drawing/2014/main" id="{D43A7C8D-3C64-4204-B1A9-EE3BEA89ADDF}"/>
              </a:ext>
            </a:extLst>
          </p:cNvPr>
          <p:cNvSpPr>
            <a:spLocks/>
          </p:cNvSpPr>
          <p:nvPr/>
        </p:nvSpPr>
        <p:spPr>
          <a:xfrm>
            <a:off x="1332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data_9379">
            <a:extLst>
              <a:ext uri="{FF2B5EF4-FFF2-40B4-BE49-F238E27FC236}">
                <a16:creationId xmlns:a16="http://schemas.microsoft.com/office/drawing/2014/main" id="{EFE66A5B-E573-4E74-9A48-4EFEA3DA4549}"/>
              </a:ext>
            </a:extLst>
          </p:cNvPr>
          <p:cNvSpPr>
            <a:spLocks/>
          </p:cNvSpPr>
          <p:nvPr/>
        </p:nvSpPr>
        <p:spPr>
          <a:xfrm>
            <a:off x="1319999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data_9380">
            <a:extLst>
              <a:ext uri="{FF2B5EF4-FFF2-40B4-BE49-F238E27FC236}">
                <a16:creationId xmlns:a16="http://schemas.microsoft.com/office/drawing/2014/main" id="{BA009F01-587B-467D-BA07-BC11049F6C56}"/>
              </a:ext>
            </a:extLst>
          </p:cNvPr>
          <p:cNvSpPr>
            <a:spLocks/>
          </p:cNvSpPr>
          <p:nvPr/>
        </p:nvSpPr>
        <p:spPr>
          <a:xfrm>
            <a:off x="128964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data_9381">
            <a:extLst>
              <a:ext uri="{FF2B5EF4-FFF2-40B4-BE49-F238E27FC236}">
                <a16:creationId xmlns:a16="http://schemas.microsoft.com/office/drawing/2014/main" id="{C351BAFD-27EE-41F6-8507-F1772D9DFD76}"/>
              </a:ext>
            </a:extLst>
          </p:cNvPr>
          <p:cNvSpPr>
            <a:spLocks/>
          </p:cNvSpPr>
          <p:nvPr/>
        </p:nvSpPr>
        <p:spPr>
          <a:xfrm>
            <a:off x="1406646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data_9382">
            <a:extLst>
              <a:ext uri="{FF2B5EF4-FFF2-40B4-BE49-F238E27FC236}">
                <a16:creationId xmlns:a16="http://schemas.microsoft.com/office/drawing/2014/main" id="{314F5892-A976-4B53-837A-963546B7AE9F}"/>
              </a:ext>
            </a:extLst>
          </p:cNvPr>
          <p:cNvSpPr>
            <a:spLocks/>
          </p:cNvSpPr>
          <p:nvPr/>
        </p:nvSpPr>
        <p:spPr>
          <a:xfrm>
            <a:off x="12914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data_9383">
            <a:extLst>
              <a:ext uri="{FF2B5EF4-FFF2-40B4-BE49-F238E27FC236}">
                <a16:creationId xmlns:a16="http://schemas.microsoft.com/office/drawing/2014/main" id="{F2894067-97D2-4591-87FF-191B11645E3B}"/>
              </a:ext>
            </a:extLst>
          </p:cNvPr>
          <p:cNvSpPr>
            <a:spLocks/>
          </p:cNvSpPr>
          <p:nvPr/>
        </p:nvSpPr>
        <p:spPr>
          <a:xfrm>
            <a:off x="13970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data_9384">
            <a:extLst>
              <a:ext uri="{FF2B5EF4-FFF2-40B4-BE49-F238E27FC236}">
                <a16:creationId xmlns:a16="http://schemas.microsoft.com/office/drawing/2014/main" id="{DBA7F376-A35C-4C52-9E1C-F23E04E2D8DE}"/>
              </a:ext>
            </a:extLst>
          </p:cNvPr>
          <p:cNvSpPr>
            <a:spLocks/>
          </p:cNvSpPr>
          <p:nvPr/>
        </p:nvSpPr>
        <p:spPr>
          <a:xfrm>
            <a:off x="13348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data_9385">
            <a:extLst>
              <a:ext uri="{FF2B5EF4-FFF2-40B4-BE49-F238E27FC236}">
                <a16:creationId xmlns:a16="http://schemas.microsoft.com/office/drawing/2014/main" id="{CEB89C29-6AFE-40B8-ADBC-D6BBFC7A7301}"/>
              </a:ext>
            </a:extLst>
          </p:cNvPr>
          <p:cNvSpPr>
            <a:spLocks/>
          </p:cNvSpPr>
          <p:nvPr/>
        </p:nvSpPr>
        <p:spPr>
          <a:xfrm>
            <a:off x="14119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data_9386">
            <a:extLst>
              <a:ext uri="{FF2B5EF4-FFF2-40B4-BE49-F238E27FC236}">
                <a16:creationId xmlns:a16="http://schemas.microsoft.com/office/drawing/2014/main" id="{78739D1B-73A6-4DC2-9E0A-904E352DD228}"/>
              </a:ext>
            </a:extLst>
          </p:cNvPr>
          <p:cNvSpPr>
            <a:spLocks/>
          </p:cNvSpPr>
          <p:nvPr/>
        </p:nvSpPr>
        <p:spPr>
          <a:xfrm>
            <a:off x="137120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data_9387">
            <a:extLst>
              <a:ext uri="{FF2B5EF4-FFF2-40B4-BE49-F238E27FC236}">
                <a16:creationId xmlns:a16="http://schemas.microsoft.com/office/drawing/2014/main" id="{19139DDD-B882-4B5A-861D-04376E0DE584}"/>
              </a:ext>
            </a:extLst>
          </p:cNvPr>
          <p:cNvSpPr>
            <a:spLocks/>
          </p:cNvSpPr>
          <p:nvPr/>
        </p:nvSpPr>
        <p:spPr>
          <a:xfrm>
            <a:off x="1380065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data_9388">
            <a:extLst>
              <a:ext uri="{FF2B5EF4-FFF2-40B4-BE49-F238E27FC236}">
                <a16:creationId xmlns:a16="http://schemas.microsoft.com/office/drawing/2014/main" id="{B99074B0-BE37-432C-9825-AFDF6F574DB2}"/>
              </a:ext>
            </a:extLst>
          </p:cNvPr>
          <p:cNvSpPr>
            <a:spLocks/>
          </p:cNvSpPr>
          <p:nvPr/>
        </p:nvSpPr>
        <p:spPr>
          <a:xfrm>
            <a:off x="1322865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data_9389">
            <a:extLst>
              <a:ext uri="{FF2B5EF4-FFF2-40B4-BE49-F238E27FC236}">
                <a16:creationId xmlns:a16="http://schemas.microsoft.com/office/drawing/2014/main" id="{695C7A33-14C0-4544-AEAB-55C291B5EDC3}"/>
              </a:ext>
            </a:extLst>
          </p:cNvPr>
          <p:cNvSpPr>
            <a:spLocks/>
          </p:cNvSpPr>
          <p:nvPr/>
        </p:nvSpPr>
        <p:spPr>
          <a:xfrm>
            <a:off x="140469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data_9390">
            <a:extLst>
              <a:ext uri="{FF2B5EF4-FFF2-40B4-BE49-F238E27FC236}">
                <a16:creationId xmlns:a16="http://schemas.microsoft.com/office/drawing/2014/main" id="{7BB419B6-01EE-4585-8DDF-A422AA55160C}"/>
              </a:ext>
            </a:extLst>
          </p:cNvPr>
          <p:cNvSpPr>
            <a:spLocks/>
          </p:cNvSpPr>
          <p:nvPr/>
        </p:nvSpPr>
        <p:spPr>
          <a:xfrm>
            <a:off x="1380326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data_9391">
            <a:extLst>
              <a:ext uri="{FF2B5EF4-FFF2-40B4-BE49-F238E27FC236}">
                <a16:creationId xmlns:a16="http://schemas.microsoft.com/office/drawing/2014/main" id="{C5DE743C-DB6B-464B-B437-A3923DFC68A8}"/>
              </a:ext>
            </a:extLst>
          </p:cNvPr>
          <p:cNvSpPr>
            <a:spLocks/>
          </p:cNvSpPr>
          <p:nvPr/>
        </p:nvSpPr>
        <p:spPr>
          <a:xfrm>
            <a:off x="13059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data_9392">
            <a:extLst>
              <a:ext uri="{FF2B5EF4-FFF2-40B4-BE49-F238E27FC236}">
                <a16:creationId xmlns:a16="http://schemas.microsoft.com/office/drawing/2014/main" id="{18B5FC20-7766-4048-9847-8326D06CDEB5}"/>
              </a:ext>
            </a:extLst>
          </p:cNvPr>
          <p:cNvSpPr>
            <a:spLocks/>
          </p:cNvSpPr>
          <p:nvPr/>
        </p:nvSpPr>
        <p:spPr>
          <a:xfrm>
            <a:off x="137811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data_9393">
            <a:extLst>
              <a:ext uri="{FF2B5EF4-FFF2-40B4-BE49-F238E27FC236}">
                <a16:creationId xmlns:a16="http://schemas.microsoft.com/office/drawing/2014/main" id="{C8381304-1312-43FB-A981-85C04BE8105F}"/>
              </a:ext>
            </a:extLst>
          </p:cNvPr>
          <p:cNvSpPr>
            <a:spLocks/>
          </p:cNvSpPr>
          <p:nvPr/>
        </p:nvSpPr>
        <p:spPr>
          <a:xfrm>
            <a:off x="1312572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data_9394">
            <a:extLst>
              <a:ext uri="{FF2B5EF4-FFF2-40B4-BE49-F238E27FC236}">
                <a16:creationId xmlns:a16="http://schemas.microsoft.com/office/drawing/2014/main" id="{A0CF7643-8175-413C-9AAD-FC4832418DA6}"/>
              </a:ext>
            </a:extLst>
          </p:cNvPr>
          <p:cNvSpPr>
            <a:spLocks/>
          </p:cNvSpPr>
          <p:nvPr/>
        </p:nvSpPr>
        <p:spPr>
          <a:xfrm>
            <a:off x="13227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data_9395">
            <a:extLst>
              <a:ext uri="{FF2B5EF4-FFF2-40B4-BE49-F238E27FC236}">
                <a16:creationId xmlns:a16="http://schemas.microsoft.com/office/drawing/2014/main" id="{78C93EA8-DD21-42C8-BA92-14545628BB9B}"/>
              </a:ext>
            </a:extLst>
          </p:cNvPr>
          <p:cNvSpPr>
            <a:spLocks/>
          </p:cNvSpPr>
          <p:nvPr/>
        </p:nvSpPr>
        <p:spPr>
          <a:xfrm>
            <a:off x="14036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data_9396">
            <a:extLst>
              <a:ext uri="{FF2B5EF4-FFF2-40B4-BE49-F238E27FC236}">
                <a16:creationId xmlns:a16="http://schemas.microsoft.com/office/drawing/2014/main" id="{DB3E65B2-5C89-4D55-A66E-B4021285A251}"/>
              </a:ext>
            </a:extLst>
          </p:cNvPr>
          <p:cNvSpPr>
            <a:spLocks/>
          </p:cNvSpPr>
          <p:nvPr/>
        </p:nvSpPr>
        <p:spPr>
          <a:xfrm>
            <a:off x="13248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data_9397">
            <a:extLst>
              <a:ext uri="{FF2B5EF4-FFF2-40B4-BE49-F238E27FC236}">
                <a16:creationId xmlns:a16="http://schemas.microsoft.com/office/drawing/2014/main" id="{65DAA1E8-F611-49E2-97F2-D23E84C9FE9D}"/>
              </a:ext>
            </a:extLst>
          </p:cNvPr>
          <p:cNvSpPr>
            <a:spLocks/>
          </p:cNvSpPr>
          <p:nvPr/>
        </p:nvSpPr>
        <p:spPr>
          <a:xfrm>
            <a:off x="139635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data_9398">
            <a:extLst>
              <a:ext uri="{FF2B5EF4-FFF2-40B4-BE49-F238E27FC236}">
                <a16:creationId xmlns:a16="http://schemas.microsoft.com/office/drawing/2014/main" id="{ADFD8F96-60F4-461E-B912-515973F36C41}"/>
              </a:ext>
            </a:extLst>
          </p:cNvPr>
          <p:cNvSpPr>
            <a:spLocks/>
          </p:cNvSpPr>
          <p:nvPr/>
        </p:nvSpPr>
        <p:spPr>
          <a:xfrm>
            <a:off x="13973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data_9399">
            <a:extLst>
              <a:ext uri="{FF2B5EF4-FFF2-40B4-BE49-F238E27FC236}">
                <a16:creationId xmlns:a16="http://schemas.microsoft.com/office/drawing/2014/main" id="{8A89A23D-1F48-49FE-9745-F7889A91EA69}"/>
              </a:ext>
            </a:extLst>
          </p:cNvPr>
          <p:cNvSpPr>
            <a:spLocks/>
          </p:cNvSpPr>
          <p:nvPr/>
        </p:nvSpPr>
        <p:spPr>
          <a:xfrm>
            <a:off x="140078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data_9400">
            <a:extLst>
              <a:ext uri="{FF2B5EF4-FFF2-40B4-BE49-F238E27FC236}">
                <a16:creationId xmlns:a16="http://schemas.microsoft.com/office/drawing/2014/main" id="{7FB170F8-E9D1-4990-B180-E03B0E2AA1F3}"/>
              </a:ext>
            </a:extLst>
          </p:cNvPr>
          <p:cNvSpPr>
            <a:spLocks/>
          </p:cNvSpPr>
          <p:nvPr/>
        </p:nvSpPr>
        <p:spPr>
          <a:xfrm>
            <a:off x="1325862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data_9401">
            <a:extLst>
              <a:ext uri="{FF2B5EF4-FFF2-40B4-BE49-F238E27FC236}">
                <a16:creationId xmlns:a16="http://schemas.microsoft.com/office/drawing/2014/main" id="{26014C18-07EE-4F8D-8F4F-8FC7A91F702F}"/>
              </a:ext>
            </a:extLst>
          </p:cNvPr>
          <p:cNvSpPr>
            <a:spLocks/>
          </p:cNvSpPr>
          <p:nvPr/>
        </p:nvSpPr>
        <p:spPr>
          <a:xfrm>
            <a:off x="13061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data_9402">
            <a:extLst>
              <a:ext uri="{FF2B5EF4-FFF2-40B4-BE49-F238E27FC236}">
                <a16:creationId xmlns:a16="http://schemas.microsoft.com/office/drawing/2014/main" id="{481FED14-4697-4749-92FE-37BA6181943A}"/>
              </a:ext>
            </a:extLst>
          </p:cNvPr>
          <p:cNvSpPr>
            <a:spLocks/>
          </p:cNvSpPr>
          <p:nvPr/>
        </p:nvSpPr>
        <p:spPr>
          <a:xfrm>
            <a:off x="13820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data_9403">
            <a:extLst>
              <a:ext uri="{FF2B5EF4-FFF2-40B4-BE49-F238E27FC236}">
                <a16:creationId xmlns:a16="http://schemas.microsoft.com/office/drawing/2014/main" id="{8F876AEC-2F21-4912-A9F4-C178EAA20EF7}"/>
              </a:ext>
            </a:extLst>
          </p:cNvPr>
          <p:cNvSpPr>
            <a:spLocks/>
          </p:cNvSpPr>
          <p:nvPr/>
        </p:nvSpPr>
        <p:spPr>
          <a:xfrm>
            <a:off x="13000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data_9404">
            <a:extLst>
              <a:ext uri="{FF2B5EF4-FFF2-40B4-BE49-F238E27FC236}">
                <a16:creationId xmlns:a16="http://schemas.microsoft.com/office/drawing/2014/main" id="{DD3B4073-86D6-491C-B3CD-B2F3E0D673AD}"/>
              </a:ext>
            </a:extLst>
          </p:cNvPr>
          <p:cNvSpPr>
            <a:spLocks/>
          </p:cNvSpPr>
          <p:nvPr/>
        </p:nvSpPr>
        <p:spPr>
          <a:xfrm>
            <a:off x="13082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data_9405">
            <a:extLst>
              <a:ext uri="{FF2B5EF4-FFF2-40B4-BE49-F238E27FC236}">
                <a16:creationId xmlns:a16="http://schemas.microsoft.com/office/drawing/2014/main" id="{263DD0D6-44FD-4A5F-8126-30C2C52F34A6}"/>
              </a:ext>
            </a:extLst>
          </p:cNvPr>
          <p:cNvSpPr>
            <a:spLocks/>
          </p:cNvSpPr>
          <p:nvPr/>
        </p:nvSpPr>
        <p:spPr>
          <a:xfrm>
            <a:off x="138527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data_9406">
            <a:extLst>
              <a:ext uri="{FF2B5EF4-FFF2-40B4-BE49-F238E27FC236}">
                <a16:creationId xmlns:a16="http://schemas.microsoft.com/office/drawing/2014/main" id="{3E7F285A-9704-4944-B18C-A2E57F28C3A6}"/>
              </a:ext>
            </a:extLst>
          </p:cNvPr>
          <p:cNvSpPr>
            <a:spLocks/>
          </p:cNvSpPr>
          <p:nvPr/>
        </p:nvSpPr>
        <p:spPr>
          <a:xfrm>
            <a:off x="13012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data_9407">
            <a:extLst>
              <a:ext uri="{FF2B5EF4-FFF2-40B4-BE49-F238E27FC236}">
                <a16:creationId xmlns:a16="http://schemas.microsoft.com/office/drawing/2014/main" id="{D1FA24B8-E032-48DA-A1F6-E74A411038E6}"/>
              </a:ext>
            </a:extLst>
          </p:cNvPr>
          <p:cNvSpPr>
            <a:spLocks/>
          </p:cNvSpPr>
          <p:nvPr/>
        </p:nvSpPr>
        <p:spPr>
          <a:xfrm>
            <a:off x="14102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data_9408">
            <a:extLst>
              <a:ext uri="{FF2B5EF4-FFF2-40B4-BE49-F238E27FC236}">
                <a16:creationId xmlns:a16="http://schemas.microsoft.com/office/drawing/2014/main" id="{E2502120-88AE-4E77-A2EC-4C87DA9FBE3F}"/>
              </a:ext>
            </a:extLst>
          </p:cNvPr>
          <p:cNvSpPr>
            <a:spLocks/>
          </p:cNvSpPr>
          <p:nvPr/>
        </p:nvSpPr>
        <p:spPr>
          <a:xfrm>
            <a:off x="1390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data_9409">
            <a:extLst>
              <a:ext uri="{FF2B5EF4-FFF2-40B4-BE49-F238E27FC236}">
                <a16:creationId xmlns:a16="http://schemas.microsoft.com/office/drawing/2014/main" id="{4B7307ED-9950-4AD5-ACC3-F2CADD0B6B72}"/>
              </a:ext>
            </a:extLst>
          </p:cNvPr>
          <p:cNvSpPr>
            <a:spLocks/>
          </p:cNvSpPr>
          <p:nvPr/>
        </p:nvSpPr>
        <p:spPr>
          <a:xfrm>
            <a:off x="13431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data_9410">
            <a:extLst>
              <a:ext uri="{FF2B5EF4-FFF2-40B4-BE49-F238E27FC236}">
                <a16:creationId xmlns:a16="http://schemas.microsoft.com/office/drawing/2014/main" id="{B6778433-FB1C-4253-86C0-CA4196C893D8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data_9411">
            <a:extLst>
              <a:ext uri="{FF2B5EF4-FFF2-40B4-BE49-F238E27FC236}">
                <a16:creationId xmlns:a16="http://schemas.microsoft.com/office/drawing/2014/main" id="{F5DBD1C0-750C-439D-BAB2-9093A116F494}"/>
              </a:ext>
            </a:extLst>
          </p:cNvPr>
          <p:cNvSpPr>
            <a:spLocks/>
          </p:cNvSpPr>
          <p:nvPr/>
        </p:nvSpPr>
        <p:spPr>
          <a:xfrm>
            <a:off x="1413942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data_9412">
            <a:extLst>
              <a:ext uri="{FF2B5EF4-FFF2-40B4-BE49-F238E27FC236}">
                <a16:creationId xmlns:a16="http://schemas.microsoft.com/office/drawing/2014/main" id="{1D275882-E80F-4AC6-AD57-76913041A306}"/>
              </a:ext>
            </a:extLst>
          </p:cNvPr>
          <p:cNvSpPr>
            <a:spLocks/>
          </p:cNvSpPr>
          <p:nvPr/>
        </p:nvSpPr>
        <p:spPr>
          <a:xfrm>
            <a:off x="13666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data_9413">
            <a:extLst>
              <a:ext uri="{FF2B5EF4-FFF2-40B4-BE49-F238E27FC236}">
                <a16:creationId xmlns:a16="http://schemas.microsoft.com/office/drawing/2014/main" id="{87D963DC-2313-4DB2-9BE2-6A4F48C4FEE5}"/>
              </a:ext>
            </a:extLst>
          </p:cNvPr>
          <p:cNvSpPr>
            <a:spLocks/>
          </p:cNvSpPr>
          <p:nvPr/>
        </p:nvSpPr>
        <p:spPr>
          <a:xfrm>
            <a:off x="13963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data_9414">
            <a:extLst>
              <a:ext uri="{FF2B5EF4-FFF2-40B4-BE49-F238E27FC236}">
                <a16:creationId xmlns:a16="http://schemas.microsoft.com/office/drawing/2014/main" id="{BC9C864D-9617-49C2-88EF-2A963A004AC7}"/>
              </a:ext>
            </a:extLst>
          </p:cNvPr>
          <p:cNvSpPr>
            <a:spLocks/>
          </p:cNvSpPr>
          <p:nvPr/>
        </p:nvSpPr>
        <p:spPr>
          <a:xfrm>
            <a:off x="130501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data_9415">
            <a:extLst>
              <a:ext uri="{FF2B5EF4-FFF2-40B4-BE49-F238E27FC236}">
                <a16:creationId xmlns:a16="http://schemas.microsoft.com/office/drawing/2014/main" id="{09861CB9-021A-49D6-AAA7-2BD1377E4A6F}"/>
              </a:ext>
            </a:extLst>
          </p:cNvPr>
          <p:cNvSpPr>
            <a:spLocks/>
          </p:cNvSpPr>
          <p:nvPr/>
        </p:nvSpPr>
        <p:spPr>
          <a:xfrm>
            <a:off x="134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data_9416">
            <a:extLst>
              <a:ext uri="{FF2B5EF4-FFF2-40B4-BE49-F238E27FC236}">
                <a16:creationId xmlns:a16="http://schemas.microsoft.com/office/drawing/2014/main" id="{61E53651-0A15-4324-B391-E3DA2EEDD93A}"/>
              </a:ext>
            </a:extLst>
          </p:cNvPr>
          <p:cNvSpPr>
            <a:spLocks/>
          </p:cNvSpPr>
          <p:nvPr/>
        </p:nvSpPr>
        <p:spPr>
          <a:xfrm>
            <a:off x="13882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data_9417">
            <a:extLst>
              <a:ext uri="{FF2B5EF4-FFF2-40B4-BE49-F238E27FC236}">
                <a16:creationId xmlns:a16="http://schemas.microsoft.com/office/drawing/2014/main" id="{73C5A8FD-E277-4977-B2FC-DC56209DF766}"/>
              </a:ext>
            </a:extLst>
          </p:cNvPr>
          <p:cNvSpPr>
            <a:spLocks/>
          </p:cNvSpPr>
          <p:nvPr/>
        </p:nvSpPr>
        <p:spPr>
          <a:xfrm>
            <a:off x="13693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data_9418">
            <a:extLst>
              <a:ext uri="{FF2B5EF4-FFF2-40B4-BE49-F238E27FC236}">
                <a16:creationId xmlns:a16="http://schemas.microsoft.com/office/drawing/2014/main" id="{45553CAD-CA72-4CD0-B418-2515E6EF378D}"/>
              </a:ext>
            </a:extLst>
          </p:cNvPr>
          <p:cNvSpPr>
            <a:spLocks/>
          </p:cNvSpPr>
          <p:nvPr/>
        </p:nvSpPr>
        <p:spPr>
          <a:xfrm>
            <a:off x="1407558" y="61631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data_9419">
            <a:extLst>
              <a:ext uri="{FF2B5EF4-FFF2-40B4-BE49-F238E27FC236}">
                <a16:creationId xmlns:a16="http://schemas.microsoft.com/office/drawing/2014/main" id="{07AE736D-83A1-4783-8D53-F7FAAFA0FF44}"/>
              </a:ext>
            </a:extLst>
          </p:cNvPr>
          <p:cNvSpPr>
            <a:spLocks/>
          </p:cNvSpPr>
          <p:nvPr/>
        </p:nvSpPr>
        <p:spPr>
          <a:xfrm>
            <a:off x="12866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data_9420">
            <a:extLst>
              <a:ext uri="{FF2B5EF4-FFF2-40B4-BE49-F238E27FC236}">
                <a16:creationId xmlns:a16="http://schemas.microsoft.com/office/drawing/2014/main" id="{C975DE0C-21A6-4579-948E-DAD7F1DA33E6}"/>
              </a:ext>
            </a:extLst>
          </p:cNvPr>
          <p:cNvSpPr>
            <a:spLocks/>
          </p:cNvSpPr>
          <p:nvPr/>
        </p:nvSpPr>
        <p:spPr>
          <a:xfrm>
            <a:off x="13403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data_9421">
            <a:extLst>
              <a:ext uri="{FF2B5EF4-FFF2-40B4-BE49-F238E27FC236}">
                <a16:creationId xmlns:a16="http://schemas.microsoft.com/office/drawing/2014/main" id="{AB84DAAD-350C-46B8-8481-1A0275C2608A}"/>
              </a:ext>
            </a:extLst>
          </p:cNvPr>
          <p:cNvSpPr>
            <a:spLocks/>
          </p:cNvSpPr>
          <p:nvPr/>
        </p:nvSpPr>
        <p:spPr>
          <a:xfrm>
            <a:off x="13646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data_9422">
            <a:extLst>
              <a:ext uri="{FF2B5EF4-FFF2-40B4-BE49-F238E27FC236}">
                <a16:creationId xmlns:a16="http://schemas.microsoft.com/office/drawing/2014/main" id="{37A3C227-6731-48BD-A7C7-F90480A56CAC}"/>
              </a:ext>
            </a:extLst>
          </p:cNvPr>
          <p:cNvSpPr>
            <a:spLocks/>
          </p:cNvSpPr>
          <p:nvPr/>
        </p:nvSpPr>
        <p:spPr>
          <a:xfrm>
            <a:off x="13241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data_9423">
            <a:extLst>
              <a:ext uri="{FF2B5EF4-FFF2-40B4-BE49-F238E27FC236}">
                <a16:creationId xmlns:a16="http://schemas.microsoft.com/office/drawing/2014/main" id="{F7369768-B3D7-4A1D-9CE2-56B2AD60EA5F}"/>
              </a:ext>
            </a:extLst>
          </p:cNvPr>
          <p:cNvSpPr>
            <a:spLocks/>
          </p:cNvSpPr>
          <p:nvPr/>
        </p:nvSpPr>
        <p:spPr>
          <a:xfrm>
            <a:off x="13533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data_9424">
            <a:extLst>
              <a:ext uri="{FF2B5EF4-FFF2-40B4-BE49-F238E27FC236}">
                <a16:creationId xmlns:a16="http://schemas.microsoft.com/office/drawing/2014/main" id="{984556BD-BCB9-49D8-811E-6C9A2043E660}"/>
              </a:ext>
            </a:extLst>
          </p:cNvPr>
          <p:cNvSpPr>
            <a:spLocks/>
          </p:cNvSpPr>
          <p:nvPr/>
        </p:nvSpPr>
        <p:spPr>
          <a:xfrm>
            <a:off x="133693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data_9425">
            <a:extLst>
              <a:ext uri="{FF2B5EF4-FFF2-40B4-BE49-F238E27FC236}">
                <a16:creationId xmlns:a16="http://schemas.microsoft.com/office/drawing/2014/main" id="{EBC23CD6-C101-43B5-AB6B-747B4E451436}"/>
              </a:ext>
            </a:extLst>
          </p:cNvPr>
          <p:cNvSpPr>
            <a:spLocks/>
          </p:cNvSpPr>
          <p:nvPr/>
        </p:nvSpPr>
        <p:spPr>
          <a:xfrm>
            <a:off x="13932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data_9426">
            <a:extLst>
              <a:ext uri="{FF2B5EF4-FFF2-40B4-BE49-F238E27FC236}">
                <a16:creationId xmlns:a16="http://schemas.microsoft.com/office/drawing/2014/main" id="{B0260AF8-0B2F-4B67-89C3-528EE6676576}"/>
              </a:ext>
            </a:extLst>
          </p:cNvPr>
          <p:cNvSpPr>
            <a:spLocks/>
          </p:cNvSpPr>
          <p:nvPr/>
        </p:nvSpPr>
        <p:spPr>
          <a:xfrm>
            <a:off x="13009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data_9427">
            <a:extLst>
              <a:ext uri="{FF2B5EF4-FFF2-40B4-BE49-F238E27FC236}">
                <a16:creationId xmlns:a16="http://schemas.microsoft.com/office/drawing/2014/main" id="{EA5EC1B8-46CA-4C6C-B020-16359EC8D689}"/>
              </a:ext>
            </a:extLst>
          </p:cNvPr>
          <p:cNvSpPr>
            <a:spLocks/>
          </p:cNvSpPr>
          <p:nvPr/>
        </p:nvSpPr>
        <p:spPr>
          <a:xfrm>
            <a:off x="13069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data_9428">
            <a:extLst>
              <a:ext uri="{FF2B5EF4-FFF2-40B4-BE49-F238E27FC236}">
                <a16:creationId xmlns:a16="http://schemas.microsoft.com/office/drawing/2014/main" id="{275A2799-5184-457C-B8B1-AC5F82CA2F9C}"/>
              </a:ext>
            </a:extLst>
          </p:cNvPr>
          <p:cNvSpPr>
            <a:spLocks/>
          </p:cNvSpPr>
          <p:nvPr/>
        </p:nvSpPr>
        <p:spPr>
          <a:xfrm>
            <a:off x="13611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data_9429">
            <a:extLst>
              <a:ext uri="{FF2B5EF4-FFF2-40B4-BE49-F238E27FC236}">
                <a16:creationId xmlns:a16="http://schemas.microsoft.com/office/drawing/2014/main" id="{CAE037A2-62FB-48F2-B659-12F3082E69FD}"/>
              </a:ext>
            </a:extLst>
          </p:cNvPr>
          <p:cNvSpPr>
            <a:spLocks/>
          </p:cNvSpPr>
          <p:nvPr/>
        </p:nvSpPr>
        <p:spPr>
          <a:xfrm>
            <a:off x="13600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data_9430">
            <a:extLst>
              <a:ext uri="{FF2B5EF4-FFF2-40B4-BE49-F238E27FC236}">
                <a16:creationId xmlns:a16="http://schemas.microsoft.com/office/drawing/2014/main" id="{37F56C00-5BFE-409E-ACD5-AB3E24D2B2EA}"/>
              </a:ext>
            </a:extLst>
          </p:cNvPr>
          <p:cNvSpPr>
            <a:spLocks/>
          </p:cNvSpPr>
          <p:nvPr/>
        </p:nvSpPr>
        <p:spPr>
          <a:xfrm>
            <a:off x="14023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data_9431">
            <a:extLst>
              <a:ext uri="{FF2B5EF4-FFF2-40B4-BE49-F238E27FC236}">
                <a16:creationId xmlns:a16="http://schemas.microsoft.com/office/drawing/2014/main" id="{BAF14342-B509-4BE4-8B04-0361BFCD8D00}"/>
              </a:ext>
            </a:extLst>
          </p:cNvPr>
          <p:cNvSpPr>
            <a:spLocks/>
          </p:cNvSpPr>
          <p:nvPr/>
        </p:nvSpPr>
        <p:spPr>
          <a:xfrm>
            <a:off x="138267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data_9432">
            <a:extLst>
              <a:ext uri="{FF2B5EF4-FFF2-40B4-BE49-F238E27FC236}">
                <a16:creationId xmlns:a16="http://schemas.microsoft.com/office/drawing/2014/main" id="{C7A87913-6391-425B-82B5-8F647BDA301E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data_9433">
            <a:extLst>
              <a:ext uri="{FF2B5EF4-FFF2-40B4-BE49-F238E27FC236}">
                <a16:creationId xmlns:a16="http://schemas.microsoft.com/office/drawing/2014/main" id="{B03A31BD-A20C-4485-84C9-40BA891FB68C}"/>
              </a:ext>
            </a:extLst>
          </p:cNvPr>
          <p:cNvSpPr>
            <a:spLocks/>
          </p:cNvSpPr>
          <p:nvPr/>
        </p:nvSpPr>
        <p:spPr>
          <a:xfrm>
            <a:off x="138527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data_9434">
            <a:extLst>
              <a:ext uri="{FF2B5EF4-FFF2-40B4-BE49-F238E27FC236}">
                <a16:creationId xmlns:a16="http://schemas.microsoft.com/office/drawing/2014/main" id="{6FF142FB-4957-4134-89CA-079FC0D4CA03}"/>
              </a:ext>
            </a:extLst>
          </p:cNvPr>
          <p:cNvSpPr>
            <a:spLocks/>
          </p:cNvSpPr>
          <p:nvPr/>
        </p:nvSpPr>
        <p:spPr>
          <a:xfrm>
            <a:off x="137472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data_9435">
            <a:extLst>
              <a:ext uri="{FF2B5EF4-FFF2-40B4-BE49-F238E27FC236}">
                <a16:creationId xmlns:a16="http://schemas.microsoft.com/office/drawing/2014/main" id="{1F93DA54-CB89-425C-890C-80035A27385A}"/>
              </a:ext>
            </a:extLst>
          </p:cNvPr>
          <p:cNvSpPr>
            <a:spLocks/>
          </p:cNvSpPr>
          <p:nvPr/>
        </p:nvSpPr>
        <p:spPr>
          <a:xfrm>
            <a:off x="138032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data_9436">
            <a:extLst>
              <a:ext uri="{FF2B5EF4-FFF2-40B4-BE49-F238E27FC236}">
                <a16:creationId xmlns:a16="http://schemas.microsoft.com/office/drawing/2014/main" id="{5B5CC7E7-58AF-4CA2-9D9C-B4EE8FBE7BC6}"/>
              </a:ext>
            </a:extLst>
          </p:cNvPr>
          <p:cNvSpPr>
            <a:spLocks/>
          </p:cNvSpPr>
          <p:nvPr/>
        </p:nvSpPr>
        <p:spPr>
          <a:xfrm>
            <a:off x="13557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data_9437">
            <a:extLst>
              <a:ext uri="{FF2B5EF4-FFF2-40B4-BE49-F238E27FC236}">
                <a16:creationId xmlns:a16="http://schemas.microsoft.com/office/drawing/2014/main" id="{D757B1A4-889F-4F2B-AB7D-85418EC909E6}"/>
              </a:ext>
            </a:extLst>
          </p:cNvPr>
          <p:cNvSpPr>
            <a:spLocks/>
          </p:cNvSpPr>
          <p:nvPr/>
        </p:nvSpPr>
        <p:spPr>
          <a:xfrm>
            <a:off x="12880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data_9438">
            <a:extLst>
              <a:ext uri="{FF2B5EF4-FFF2-40B4-BE49-F238E27FC236}">
                <a16:creationId xmlns:a16="http://schemas.microsoft.com/office/drawing/2014/main" id="{504C9CFB-76B8-495E-B4F5-5D1B32C47AA1}"/>
              </a:ext>
            </a:extLst>
          </p:cNvPr>
          <p:cNvSpPr>
            <a:spLocks/>
          </p:cNvSpPr>
          <p:nvPr/>
        </p:nvSpPr>
        <p:spPr>
          <a:xfrm>
            <a:off x="1375244" y="63180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data_9439">
            <a:extLst>
              <a:ext uri="{FF2B5EF4-FFF2-40B4-BE49-F238E27FC236}">
                <a16:creationId xmlns:a16="http://schemas.microsoft.com/office/drawing/2014/main" id="{35ED5A29-5F43-4093-9241-A79C9465CD0C}"/>
              </a:ext>
            </a:extLst>
          </p:cNvPr>
          <p:cNvSpPr>
            <a:spLocks/>
          </p:cNvSpPr>
          <p:nvPr/>
        </p:nvSpPr>
        <p:spPr>
          <a:xfrm>
            <a:off x="139244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data_9440">
            <a:extLst>
              <a:ext uri="{FF2B5EF4-FFF2-40B4-BE49-F238E27FC236}">
                <a16:creationId xmlns:a16="http://schemas.microsoft.com/office/drawing/2014/main" id="{A4DFE796-1632-4A45-B830-239D478849E6}"/>
              </a:ext>
            </a:extLst>
          </p:cNvPr>
          <p:cNvSpPr>
            <a:spLocks/>
          </p:cNvSpPr>
          <p:nvPr/>
        </p:nvSpPr>
        <p:spPr>
          <a:xfrm>
            <a:off x="13097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data_9441">
            <a:extLst>
              <a:ext uri="{FF2B5EF4-FFF2-40B4-BE49-F238E27FC236}">
                <a16:creationId xmlns:a16="http://schemas.microsoft.com/office/drawing/2014/main" id="{543A65B9-C351-4EAA-ACEA-ECB1D5A54EC4}"/>
              </a:ext>
            </a:extLst>
          </p:cNvPr>
          <p:cNvSpPr>
            <a:spLocks/>
          </p:cNvSpPr>
          <p:nvPr/>
        </p:nvSpPr>
        <p:spPr>
          <a:xfrm>
            <a:off x="12999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data_9442">
            <a:extLst>
              <a:ext uri="{FF2B5EF4-FFF2-40B4-BE49-F238E27FC236}">
                <a16:creationId xmlns:a16="http://schemas.microsoft.com/office/drawing/2014/main" id="{6289B606-0601-4EFE-BF61-A755739061F6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data_9443">
            <a:extLst>
              <a:ext uri="{FF2B5EF4-FFF2-40B4-BE49-F238E27FC236}">
                <a16:creationId xmlns:a16="http://schemas.microsoft.com/office/drawing/2014/main" id="{B1B68773-E67A-4516-A9D3-DF6288513CEF}"/>
              </a:ext>
            </a:extLst>
          </p:cNvPr>
          <p:cNvSpPr>
            <a:spLocks/>
          </p:cNvSpPr>
          <p:nvPr/>
        </p:nvSpPr>
        <p:spPr>
          <a:xfrm>
            <a:off x="14086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data_9444">
            <a:extLst>
              <a:ext uri="{FF2B5EF4-FFF2-40B4-BE49-F238E27FC236}">
                <a16:creationId xmlns:a16="http://schemas.microsoft.com/office/drawing/2014/main" id="{6642A368-EB77-4330-B761-272EF40F7D63}"/>
              </a:ext>
            </a:extLst>
          </p:cNvPr>
          <p:cNvSpPr>
            <a:spLocks/>
          </p:cNvSpPr>
          <p:nvPr/>
        </p:nvSpPr>
        <p:spPr>
          <a:xfrm>
            <a:off x="141420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data_9445">
            <a:extLst>
              <a:ext uri="{FF2B5EF4-FFF2-40B4-BE49-F238E27FC236}">
                <a16:creationId xmlns:a16="http://schemas.microsoft.com/office/drawing/2014/main" id="{F2DB2F82-6566-4C0B-866E-801AE293D301}"/>
              </a:ext>
            </a:extLst>
          </p:cNvPr>
          <p:cNvSpPr>
            <a:spLocks/>
          </p:cNvSpPr>
          <p:nvPr/>
        </p:nvSpPr>
        <p:spPr>
          <a:xfrm>
            <a:off x="1333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data_9446">
            <a:extLst>
              <a:ext uri="{FF2B5EF4-FFF2-40B4-BE49-F238E27FC236}">
                <a16:creationId xmlns:a16="http://schemas.microsoft.com/office/drawing/2014/main" id="{40C7F650-1928-437C-9BE6-9C4412562929}"/>
              </a:ext>
            </a:extLst>
          </p:cNvPr>
          <p:cNvSpPr>
            <a:spLocks/>
          </p:cNvSpPr>
          <p:nvPr/>
        </p:nvSpPr>
        <p:spPr>
          <a:xfrm>
            <a:off x="13814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data_9447">
            <a:extLst>
              <a:ext uri="{FF2B5EF4-FFF2-40B4-BE49-F238E27FC236}">
                <a16:creationId xmlns:a16="http://schemas.microsoft.com/office/drawing/2014/main" id="{E438B922-1C79-4E13-A006-2FF200833641}"/>
              </a:ext>
            </a:extLst>
          </p:cNvPr>
          <p:cNvSpPr>
            <a:spLocks/>
          </p:cNvSpPr>
          <p:nvPr/>
        </p:nvSpPr>
        <p:spPr>
          <a:xfrm>
            <a:off x="13914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data_9448">
            <a:extLst>
              <a:ext uri="{FF2B5EF4-FFF2-40B4-BE49-F238E27FC236}">
                <a16:creationId xmlns:a16="http://schemas.microsoft.com/office/drawing/2014/main" id="{49208329-12F6-4515-BE47-9AF03E038F30}"/>
              </a:ext>
            </a:extLst>
          </p:cNvPr>
          <p:cNvSpPr>
            <a:spLocks/>
          </p:cNvSpPr>
          <p:nvPr/>
        </p:nvSpPr>
        <p:spPr>
          <a:xfrm>
            <a:off x="14071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data_9449">
            <a:extLst>
              <a:ext uri="{FF2B5EF4-FFF2-40B4-BE49-F238E27FC236}">
                <a16:creationId xmlns:a16="http://schemas.microsoft.com/office/drawing/2014/main" id="{B16C43B4-5EAF-4C09-BC1E-941588753CB9}"/>
              </a:ext>
            </a:extLst>
          </p:cNvPr>
          <p:cNvSpPr>
            <a:spLocks/>
          </p:cNvSpPr>
          <p:nvPr/>
        </p:nvSpPr>
        <p:spPr>
          <a:xfrm>
            <a:off x="13933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data_9450">
            <a:extLst>
              <a:ext uri="{FF2B5EF4-FFF2-40B4-BE49-F238E27FC236}">
                <a16:creationId xmlns:a16="http://schemas.microsoft.com/office/drawing/2014/main" id="{87422F9E-2E6B-46C4-B9F4-CDD6EA1B0F38}"/>
              </a:ext>
            </a:extLst>
          </p:cNvPr>
          <p:cNvSpPr>
            <a:spLocks/>
          </p:cNvSpPr>
          <p:nvPr/>
        </p:nvSpPr>
        <p:spPr>
          <a:xfrm>
            <a:off x="137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data_9451">
            <a:extLst>
              <a:ext uri="{FF2B5EF4-FFF2-40B4-BE49-F238E27FC236}">
                <a16:creationId xmlns:a16="http://schemas.microsoft.com/office/drawing/2014/main" id="{509B968D-7BA8-49E7-A567-687513E67E26}"/>
              </a:ext>
            </a:extLst>
          </p:cNvPr>
          <p:cNvSpPr>
            <a:spLocks/>
          </p:cNvSpPr>
          <p:nvPr/>
        </p:nvSpPr>
        <p:spPr>
          <a:xfrm>
            <a:off x="12938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data_9452">
            <a:extLst>
              <a:ext uri="{FF2B5EF4-FFF2-40B4-BE49-F238E27FC236}">
                <a16:creationId xmlns:a16="http://schemas.microsoft.com/office/drawing/2014/main" id="{FE0EA945-96EA-4249-92AA-7B83321AD957}"/>
              </a:ext>
            </a:extLst>
          </p:cNvPr>
          <p:cNvSpPr>
            <a:spLocks/>
          </p:cNvSpPr>
          <p:nvPr/>
        </p:nvSpPr>
        <p:spPr>
          <a:xfrm>
            <a:off x="1306448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data_9453">
            <a:extLst>
              <a:ext uri="{FF2B5EF4-FFF2-40B4-BE49-F238E27FC236}">
                <a16:creationId xmlns:a16="http://schemas.microsoft.com/office/drawing/2014/main" id="{AF1CF598-5050-4B71-A78F-299CCD4E4237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data_9454">
            <a:extLst>
              <a:ext uri="{FF2B5EF4-FFF2-40B4-BE49-F238E27FC236}">
                <a16:creationId xmlns:a16="http://schemas.microsoft.com/office/drawing/2014/main" id="{2EAD5482-7AA0-4FF8-A15E-42DEC1342E9B}"/>
              </a:ext>
            </a:extLst>
          </p:cNvPr>
          <p:cNvSpPr>
            <a:spLocks/>
          </p:cNvSpPr>
          <p:nvPr/>
        </p:nvSpPr>
        <p:spPr>
          <a:xfrm>
            <a:off x="136182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data_9455">
            <a:extLst>
              <a:ext uri="{FF2B5EF4-FFF2-40B4-BE49-F238E27FC236}">
                <a16:creationId xmlns:a16="http://schemas.microsoft.com/office/drawing/2014/main" id="{17CDB066-497F-424C-A4BC-23C7B02CDA0D}"/>
              </a:ext>
            </a:extLst>
          </p:cNvPr>
          <p:cNvSpPr>
            <a:spLocks/>
          </p:cNvSpPr>
          <p:nvPr/>
        </p:nvSpPr>
        <p:spPr>
          <a:xfrm>
            <a:off x="13119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data_9456">
            <a:extLst>
              <a:ext uri="{FF2B5EF4-FFF2-40B4-BE49-F238E27FC236}">
                <a16:creationId xmlns:a16="http://schemas.microsoft.com/office/drawing/2014/main" id="{F4C7182C-551A-4E1F-AB21-7DDCC0F3B492}"/>
              </a:ext>
            </a:extLst>
          </p:cNvPr>
          <p:cNvSpPr>
            <a:spLocks/>
          </p:cNvSpPr>
          <p:nvPr/>
        </p:nvSpPr>
        <p:spPr>
          <a:xfrm>
            <a:off x="1335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data_9457">
            <a:extLst>
              <a:ext uri="{FF2B5EF4-FFF2-40B4-BE49-F238E27FC236}">
                <a16:creationId xmlns:a16="http://schemas.microsoft.com/office/drawing/2014/main" id="{A0A9BC19-4E84-4DE6-9BF8-F8E5C6174B5B}"/>
              </a:ext>
            </a:extLst>
          </p:cNvPr>
          <p:cNvSpPr>
            <a:spLocks/>
          </p:cNvSpPr>
          <p:nvPr/>
        </p:nvSpPr>
        <p:spPr>
          <a:xfrm>
            <a:off x="1289379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data_9458">
            <a:extLst>
              <a:ext uri="{FF2B5EF4-FFF2-40B4-BE49-F238E27FC236}">
                <a16:creationId xmlns:a16="http://schemas.microsoft.com/office/drawing/2014/main" id="{30A93E89-88A8-4020-B97A-21D50F0FE5C5}"/>
              </a:ext>
            </a:extLst>
          </p:cNvPr>
          <p:cNvSpPr>
            <a:spLocks/>
          </p:cNvSpPr>
          <p:nvPr/>
        </p:nvSpPr>
        <p:spPr>
          <a:xfrm>
            <a:off x="1654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data_9459">
            <a:extLst>
              <a:ext uri="{FF2B5EF4-FFF2-40B4-BE49-F238E27FC236}">
                <a16:creationId xmlns:a16="http://schemas.microsoft.com/office/drawing/2014/main" id="{96B68701-2840-4F64-9BF0-011B9C8E64F7}"/>
              </a:ext>
            </a:extLst>
          </p:cNvPr>
          <p:cNvSpPr>
            <a:spLocks/>
          </p:cNvSpPr>
          <p:nvPr/>
        </p:nvSpPr>
        <p:spPr>
          <a:xfrm>
            <a:off x="17379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data_9460">
            <a:extLst>
              <a:ext uri="{FF2B5EF4-FFF2-40B4-BE49-F238E27FC236}">
                <a16:creationId xmlns:a16="http://schemas.microsoft.com/office/drawing/2014/main" id="{ECB754B3-2212-47B3-88DA-8765225BA81C}"/>
              </a:ext>
            </a:extLst>
          </p:cNvPr>
          <p:cNvSpPr>
            <a:spLocks/>
          </p:cNvSpPr>
          <p:nvPr/>
        </p:nvSpPr>
        <p:spPr>
          <a:xfrm>
            <a:off x="16272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data_9461">
            <a:extLst>
              <a:ext uri="{FF2B5EF4-FFF2-40B4-BE49-F238E27FC236}">
                <a16:creationId xmlns:a16="http://schemas.microsoft.com/office/drawing/2014/main" id="{0EB0E202-A707-4608-A633-58598A3A7A67}"/>
              </a:ext>
            </a:extLst>
          </p:cNvPr>
          <p:cNvSpPr>
            <a:spLocks/>
          </p:cNvSpPr>
          <p:nvPr/>
        </p:nvSpPr>
        <p:spPr>
          <a:xfrm>
            <a:off x="17275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data_9462">
            <a:extLst>
              <a:ext uri="{FF2B5EF4-FFF2-40B4-BE49-F238E27FC236}">
                <a16:creationId xmlns:a16="http://schemas.microsoft.com/office/drawing/2014/main" id="{67BFD2F1-3F8E-4794-B3E6-C503DEABB6A8}"/>
              </a:ext>
            </a:extLst>
          </p:cNvPr>
          <p:cNvSpPr>
            <a:spLocks/>
          </p:cNvSpPr>
          <p:nvPr/>
        </p:nvSpPr>
        <p:spPr>
          <a:xfrm>
            <a:off x="1675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data_9463">
            <a:extLst>
              <a:ext uri="{FF2B5EF4-FFF2-40B4-BE49-F238E27FC236}">
                <a16:creationId xmlns:a16="http://schemas.microsoft.com/office/drawing/2014/main" id="{A19ABD06-F952-4F84-86B3-90029DABF724}"/>
              </a:ext>
            </a:extLst>
          </p:cNvPr>
          <p:cNvSpPr>
            <a:spLocks/>
          </p:cNvSpPr>
          <p:nvPr/>
        </p:nvSpPr>
        <p:spPr>
          <a:xfrm>
            <a:off x="17472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data_9464">
            <a:extLst>
              <a:ext uri="{FF2B5EF4-FFF2-40B4-BE49-F238E27FC236}">
                <a16:creationId xmlns:a16="http://schemas.microsoft.com/office/drawing/2014/main" id="{0DD496E4-EDAF-4839-A8EE-823C54B429BB}"/>
              </a:ext>
            </a:extLst>
          </p:cNvPr>
          <p:cNvSpPr>
            <a:spLocks/>
          </p:cNvSpPr>
          <p:nvPr/>
        </p:nvSpPr>
        <p:spPr>
          <a:xfrm>
            <a:off x="1654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data_9465">
            <a:extLst>
              <a:ext uri="{FF2B5EF4-FFF2-40B4-BE49-F238E27FC236}">
                <a16:creationId xmlns:a16="http://schemas.microsoft.com/office/drawing/2014/main" id="{6F9A9BC3-F2FB-40F7-9A76-BFFFC769CFF2}"/>
              </a:ext>
            </a:extLst>
          </p:cNvPr>
          <p:cNvSpPr>
            <a:spLocks/>
          </p:cNvSpPr>
          <p:nvPr/>
        </p:nvSpPr>
        <p:spPr>
          <a:xfrm>
            <a:off x="1718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data_9466">
            <a:extLst>
              <a:ext uri="{FF2B5EF4-FFF2-40B4-BE49-F238E27FC236}">
                <a16:creationId xmlns:a16="http://schemas.microsoft.com/office/drawing/2014/main" id="{0298D83A-283A-409B-9AB6-728C76A0BDA6}"/>
              </a:ext>
            </a:extLst>
          </p:cNvPr>
          <p:cNvSpPr>
            <a:spLocks/>
          </p:cNvSpPr>
          <p:nvPr/>
        </p:nvSpPr>
        <p:spPr>
          <a:xfrm>
            <a:off x="1631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data_9467">
            <a:extLst>
              <a:ext uri="{FF2B5EF4-FFF2-40B4-BE49-F238E27FC236}">
                <a16:creationId xmlns:a16="http://schemas.microsoft.com/office/drawing/2014/main" id="{98C1FD59-7A0A-4E4C-9146-4EEDDD3DF357}"/>
              </a:ext>
            </a:extLst>
          </p:cNvPr>
          <p:cNvSpPr>
            <a:spLocks/>
          </p:cNvSpPr>
          <p:nvPr/>
        </p:nvSpPr>
        <p:spPr>
          <a:xfrm>
            <a:off x="165955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data_9468">
            <a:extLst>
              <a:ext uri="{FF2B5EF4-FFF2-40B4-BE49-F238E27FC236}">
                <a16:creationId xmlns:a16="http://schemas.microsoft.com/office/drawing/2014/main" id="{580A90F5-A369-4201-AAB2-4D972149DF19}"/>
              </a:ext>
            </a:extLst>
          </p:cNvPr>
          <p:cNvSpPr>
            <a:spLocks/>
          </p:cNvSpPr>
          <p:nvPr/>
        </p:nvSpPr>
        <p:spPr>
          <a:xfrm>
            <a:off x="16315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data_9469">
            <a:extLst>
              <a:ext uri="{FF2B5EF4-FFF2-40B4-BE49-F238E27FC236}">
                <a16:creationId xmlns:a16="http://schemas.microsoft.com/office/drawing/2014/main" id="{2DE951E0-84A6-4322-BE09-6ABEF49CE823}"/>
              </a:ext>
            </a:extLst>
          </p:cNvPr>
          <p:cNvSpPr>
            <a:spLocks/>
          </p:cNvSpPr>
          <p:nvPr/>
        </p:nvSpPr>
        <p:spPr>
          <a:xfrm>
            <a:off x="17051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data_9470">
            <a:extLst>
              <a:ext uri="{FF2B5EF4-FFF2-40B4-BE49-F238E27FC236}">
                <a16:creationId xmlns:a16="http://schemas.microsoft.com/office/drawing/2014/main" id="{555B574F-50BA-4C2C-89CC-E3919E958C7E}"/>
              </a:ext>
            </a:extLst>
          </p:cNvPr>
          <p:cNvSpPr>
            <a:spLocks/>
          </p:cNvSpPr>
          <p:nvPr/>
        </p:nvSpPr>
        <p:spPr>
          <a:xfrm>
            <a:off x="1649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data_9471">
            <a:extLst>
              <a:ext uri="{FF2B5EF4-FFF2-40B4-BE49-F238E27FC236}">
                <a16:creationId xmlns:a16="http://schemas.microsoft.com/office/drawing/2014/main" id="{7E59F76D-BAFA-4D5B-9504-2AF762AE9A8E}"/>
              </a:ext>
            </a:extLst>
          </p:cNvPr>
          <p:cNvSpPr>
            <a:spLocks/>
          </p:cNvSpPr>
          <p:nvPr/>
        </p:nvSpPr>
        <p:spPr>
          <a:xfrm>
            <a:off x="16882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data_9472">
            <a:extLst>
              <a:ext uri="{FF2B5EF4-FFF2-40B4-BE49-F238E27FC236}">
                <a16:creationId xmlns:a16="http://schemas.microsoft.com/office/drawing/2014/main" id="{653168AE-A42C-493C-A913-A039958A37CE}"/>
              </a:ext>
            </a:extLst>
          </p:cNvPr>
          <p:cNvSpPr>
            <a:spLocks/>
          </p:cNvSpPr>
          <p:nvPr/>
        </p:nvSpPr>
        <p:spPr>
          <a:xfrm>
            <a:off x="16744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data_9473">
            <a:extLst>
              <a:ext uri="{FF2B5EF4-FFF2-40B4-BE49-F238E27FC236}">
                <a16:creationId xmlns:a16="http://schemas.microsoft.com/office/drawing/2014/main" id="{63EB4843-019B-47B6-A523-91A8D6E1BB2A}"/>
              </a:ext>
            </a:extLst>
          </p:cNvPr>
          <p:cNvSpPr>
            <a:spLocks/>
          </p:cNvSpPr>
          <p:nvPr/>
        </p:nvSpPr>
        <p:spPr>
          <a:xfrm>
            <a:off x="166151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data_9474">
            <a:extLst>
              <a:ext uri="{FF2B5EF4-FFF2-40B4-BE49-F238E27FC236}">
                <a16:creationId xmlns:a16="http://schemas.microsoft.com/office/drawing/2014/main" id="{D95A03B7-E509-491F-B1A2-021F0FE9C336}"/>
              </a:ext>
            </a:extLst>
          </p:cNvPr>
          <p:cNvSpPr>
            <a:spLocks/>
          </p:cNvSpPr>
          <p:nvPr/>
        </p:nvSpPr>
        <p:spPr>
          <a:xfrm>
            <a:off x="163115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data_9475">
            <a:extLst>
              <a:ext uri="{FF2B5EF4-FFF2-40B4-BE49-F238E27FC236}">
                <a16:creationId xmlns:a16="http://schemas.microsoft.com/office/drawing/2014/main" id="{ED9A6C6B-BC4D-4A58-88E5-4EB64CF3F38B}"/>
              </a:ext>
            </a:extLst>
          </p:cNvPr>
          <p:cNvSpPr>
            <a:spLocks/>
          </p:cNvSpPr>
          <p:nvPr/>
        </p:nvSpPr>
        <p:spPr>
          <a:xfrm>
            <a:off x="17481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data_9476">
            <a:extLst>
              <a:ext uri="{FF2B5EF4-FFF2-40B4-BE49-F238E27FC236}">
                <a16:creationId xmlns:a16="http://schemas.microsoft.com/office/drawing/2014/main" id="{1C1701F6-1A3B-45C2-A228-70921370A46C}"/>
              </a:ext>
            </a:extLst>
          </p:cNvPr>
          <p:cNvSpPr>
            <a:spLocks/>
          </p:cNvSpPr>
          <p:nvPr/>
        </p:nvSpPr>
        <p:spPr>
          <a:xfrm>
            <a:off x="1632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data_9477">
            <a:extLst>
              <a:ext uri="{FF2B5EF4-FFF2-40B4-BE49-F238E27FC236}">
                <a16:creationId xmlns:a16="http://schemas.microsoft.com/office/drawing/2014/main" id="{94A64EF3-ABA0-4DD6-85E7-C7BD216901F1}"/>
              </a:ext>
            </a:extLst>
          </p:cNvPr>
          <p:cNvSpPr>
            <a:spLocks/>
          </p:cNvSpPr>
          <p:nvPr/>
        </p:nvSpPr>
        <p:spPr>
          <a:xfrm>
            <a:off x="17385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data_9478">
            <a:extLst>
              <a:ext uri="{FF2B5EF4-FFF2-40B4-BE49-F238E27FC236}">
                <a16:creationId xmlns:a16="http://schemas.microsoft.com/office/drawing/2014/main" id="{CD43056E-186C-4DD8-BDB1-0DCAD2771F6A}"/>
              </a:ext>
            </a:extLst>
          </p:cNvPr>
          <p:cNvSpPr>
            <a:spLocks/>
          </p:cNvSpPr>
          <p:nvPr/>
        </p:nvSpPr>
        <p:spPr>
          <a:xfrm>
            <a:off x="16763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data_9479">
            <a:extLst>
              <a:ext uri="{FF2B5EF4-FFF2-40B4-BE49-F238E27FC236}">
                <a16:creationId xmlns:a16="http://schemas.microsoft.com/office/drawing/2014/main" id="{B1F8D225-761B-4E82-9DFF-F2EF86E68126}"/>
              </a:ext>
            </a:extLst>
          </p:cNvPr>
          <p:cNvSpPr>
            <a:spLocks/>
          </p:cNvSpPr>
          <p:nvPr/>
        </p:nvSpPr>
        <p:spPr>
          <a:xfrm>
            <a:off x="175350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data_9480">
            <a:extLst>
              <a:ext uri="{FF2B5EF4-FFF2-40B4-BE49-F238E27FC236}">
                <a16:creationId xmlns:a16="http://schemas.microsoft.com/office/drawing/2014/main" id="{40AB3C79-A5A9-4E4C-BE37-C12D72B10509}"/>
              </a:ext>
            </a:extLst>
          </p:cNvPr>
          <p:cNvSpPr>
            <a:spLocks/>
          </p:cNvSpPr>
          <p:nvPr/>
        </p:nvSpPr>
        <p:spPr>
          <a:xfrm>
            <a:off x="17127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data_9481">
            <a:extLst>
              <a:ext uri="{FF2B5EF4-FFF2-40B4-BE49-F238E27FC236}">
                <a16:creationId xmlns:a16="http://schemas.microsoft.com/office/drawing/2014/main" id="{3C327065-EFD8-4A8A-998B-4337962D8A8C}"/>
              </a:ext>
            </a:extLst>
          </p:cNvPr>
          <p:cNvSpPr>
            <a:spLocks/>
          </p:cNvSpPr>
          <p:nvPr/>
        </p:nvSpPr>
        <p:spPr>
          <a:xfrm>
            <a:off x="172157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data_9482">
            <a:extLst>
              <a:ext uri="{FF2B5EF4-FFF2-40B4-BE49-F238E27FC236}">
                <a16:creationId xmlns:a16="http://schemas.microsoft.com/office/drawing/2014/main" id="{F37CEE61-64D7-4189-A101-305807B8E7F8}"/>
              </a:ext>
            </a:extLst>
          </p:cNvPr>
          <p:cNvSpPr>
            <a:spLocks/>
          </p:cNvSpPr>
          <p:nvPr/>
        </p:nvSpPr>
        <p:spPr>
          <a:xfrm>
            <a:off x="1664379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data_9483">
            <a:extLst>
              <a:ext uri="{FF2B5EF4-FFF2-40B4-BE49-F238E27FC236}">
                <a16:creationId xmlns:a16="http://schemas.microsoft.com/office/drawing/2014/main" id="{98122EA7-9454-47A1-8FD6-9A5ACE456277}"/>
              </a:ext>
            </a:extLst>
          </p:cNvPr>
          <p:cNvSpPr>
            <a:spLocks/>
          </p:cNvSpPr>
          <p:nvPr/>
        </p:nvSpPr>
        <p:spPr>
          <a:xfrm>
            <a:off x="174620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data_9484">
            <a:extLst>
              <a:ext uri="{FF2B5EF4-FFF2-40B4-BE49-F238E27FC236}">
                <a16:creationId xmlns:a16="http://schemas.microsoft.com/office/drawing/2014/main" id="{EA780FE0-982C-4DA6-A459-7EE076DC0316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data_9485">
            <a:extLst>
              <a:ext uri="{FF2B5EF4-FFF2-40B4-BE49-F238E27FC236}">
                <a16:creationId xmlns:a16="http://schemas.microsoft.com/office/drawing/2014/main" id="{DF49BEDB-B4E3-47E4-99C7-C9DAB1DB455B}"/>
              </a:ext>
            </a:extLst>
          </p:cNvPr>
          <p:cNvSpPr>
            <a:spLocks/>
          </p:cNvSpPr>
          <p:nvPr/>
        </p:nvSpPr>
        <p:spPr>
          <a:xfrm>
            <a:off x="16474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data_9486">
            <a:extLst>
              <a:ext uri="{FF2B5EF4-FFF2-40B4-BE49-F238E27FC236}">
                <a16:creationId xmlns:a16="http://schemas.microsoft.com/office/drawing/2014/main" id="{BC16E26F-1F0E-4C2E-B7DF-C31FFF43E257}"/>
              </a:ext>
            </a:extLst>
          </p:cNvPr>
          <p:cNvSpPr>
            <a:spLocks/>
          </p:cNvSpPr>
          <p:nvPr/>
        </p:nvSpPr>
        <p:spPr>
          <a:xfrm>
            <a:off x="171962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data_9487">
            <a:extLst>
              <a:ext uri="{FF2B5EF4-FFF2-40B4-BE49-F238E27FC236}">
                <a16:creationId xmlns:a16="http://schemas.microsoft.com/office/drawing/2014/main" id="{649F9F40-56E1-494A-BE05-A1F9894B4CDC}"/>
              </a:ext>
            </a:extLst>
          </p:cNvPr>
          <p:cNvSpPr>
            <a:spLocks/>
          </p:cNvSpPr>
          <p:nvPr/>
        </p:nvSpPr>
        <p:spPr>
          <a:xfrm>
            <a:off x="16540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data_9488">
            <a:extLst>
              <a:ext uri="{FF2B5EF4-FFF2-40B4-BE49-F238E27FC236}">
                <a16:creationId xmlns:a16="http://schemas.microsoft.com/office/drawing/2014/main" id="{C3D2C358-ECD4-4878-885D-6253E1B8F3FD}"/>
              </a:ext>
            </a:extLst>
          </p:cNvPr>
          <p:cNvSpPr>
            <a:spLocks/>
          </p:cNvSpPr>
          <p:nvPr/>
        </p:nvSpPr>
        <p:spPr>
          <a:xfrm>
            <a:off x="166424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data_9489">
            <a:extLst>
              <a:ext uri="{FF2B5EF4-FFF2-40B4-BE49-F238E27FC236}">
                <a16:creationId xmlns:a16="http://schemas.microsoft.com/office/drawing/2014/main" id="{24F8C79E-3499-476B-ADA4-C06565DC1D8A}"/>
              </a:ext>
            </a:extLst>
          </p:cNvPr>
          <p:cNvSpPr>
            <a:spLocks/>
          </p:cNvSpPr>
          <p:nvPr/>
        </p:nvSpPr>
        <p:spPr>
          <a:xfrm>
            <a:off x="17451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data_9490">
            <a:extLst>
              <a:ext uri="{FF2B5EF4-FFF2-40B4-BE49-F238E27FC236}">
                <a16:creationId xmlns:a16="http://schemas.microsoft.com/office/drawing/2014/main" id="{63A2E191-9C1F-4311-91CE-F228E6C4F8BB}"/>
              </a:ext>
            </a:extLst>
          </p:cNvPr>
          <p:cNvSpPr>
            <a:spLocks/>
          </p:cNvSpPr>
          <p:nvPr/>
        </p:nvSpPr>
        <p:spPr>
          <a:xfrm>
            <a:off x="1666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data_9491">
            <a:extLst>
              <a:ext uri="{FF2B5EF4-FFF2-40B4-BE49-F238E27FC236}">
                <a16:creationId xmlns:a16="http://schemas.microsoft.com/office/drawing/2014/main" id="{F5460A28-6CCF-45A7-98A4-6A66615AB259}"/>
              </a:ext>
            </a:extLst>
          </p:cNvPr>
          <p:cNvSpPr>
            <a:spLocks/>
          </p:cNvSpPr>
          <p:nvPr/>
        </p:nvSpPr>
        <p:spPr>
          <a:xfrm>
            <a:off x="1737866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data_9492">
            <a:extLst>
              <a:ext uri="{FF2B5EF4-FFF2-40B4-BE49-F238E27FC236}">
                <a16:creationId xmlns:a16="http://schemas.microsoft.com/office/drawing/2014/main" id="{9D7E641C-9678-48F7-B776-66125BA8D133}"/>
              </a:ext>
            </a:extLst>
          </p:cNvPr>
          <p:cNvSpPr>
            <a:spLocks/>
          </p:cNvSpPr>
          <p:nvPr/>
        </p:nvSpPr>
        <p:spPr>
          <a:xfrm>
            <a:off x="173890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data_9493">
            <a:extLst>
              <a:ext uri="{FF2B5EF4-FFF2-40B4-BE49-F238E27FC236}">
                <a16:creationId xmlns:a16="http://schemas.microsoft.com/office/drawing/2014/main" id="{FBE8A0A7-86C6-45C1-B690-ECD1BB35C376}"/>
              </a:ext>
            </a:extLst>
          </p:cNvPr>
          <p:cNvSpPr>
            <a:spLocks/>
          </p:cNvSpPr>
          <p:nvPr/>
        </p:nvSpPr>
        <p:spPr>
          <a:xfrm>
            <a:off x="174229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data_9494">
            <a:extLst>
              <a:ext uri="{FF2B5EF4-FFF2-40B4-BE49-F238E27FC236}">
                <a16:creationId xmlns:a16="http://schemas.microsoft.com/office/drawing/2014/main" id="{959EF22A-5018-475D-AA1D-D88AF4D2854A}"/>
              </a:ext>
            </a:extLst>
          </p:cNvPr>
          <p:cNvSpPr>
            <a:spLocks/>
          </p:cNvSpPr>
          <p:nvPr/>
        </p:nvSpPr>
        <p:spPr>
          <a:xfrm>
            <a:off x="1667376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data_9495">
            <a:extLst>
              <a:ext uri="{FF2B5EF4-FFF2-40B4-BE49-F238E27FC236}">
                <a16:creationId xmlns:a16="http://schemas.microsoft.com/office/drawing/2014/main" id="{EDAE1E49-97E3-4286-8FB4-72E4346E99E4}"/>
              </a:ext>
            </a:extLst>
          </p:cNvPr>
          <p:cNvSpPr>
            <a:spLocks/>
          </p:cNvSpPr>
          <p:nvPr/>
        </p:nvSpPr>
        <p:spPr>
          <a:xfrm>
            <a:off x="16477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data_9496">
            <a:extLst>
              <a:ext uri="{FF2B5EF4-FFF2-40B4-BE49-F238E27FC236}">
                <a16:creationId xmlns:a16="http://schemas.microsoft.com/office/drawing/2014/main" id="{21BFCC1D-74AA-49B4-8BEE-3209DACFDBA4}"/>
              </a:ext>
            </a:extLst>
          </p:cNvPr>
          <p:cNvSpPr>
            <a:spLocks/>
          </p:cNvSpPr>
          <p:nvPr/>
        </p:nvSpPr>
        <p:spPr>
          <a:xfrm>
            <a:off x="17235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data_9497">
            <a:extLst>
              <a:ext uri="{FF2B5EF4-FFF2-40B4-BE49-F238E27FC236}">
                <a16:creationId xmlns:a16="http://schemas.microsoft.com/office/drawing/2014/main" id="{5E1FC6EE-99B6-4BBE-806A-F0C1FAEC3B08}"/>
              </a:ext>
            </a:extLst>
          </p:cNvPr>
          <p:cNvSpPr>
            <a:spLocks/>
          </p:cNvSpPr>
          <p:nvPr/>
        </p:nvSpPr>
        <p:spPr>
          <a:xfrm>
            <a:off x="16415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data_9498">
            <a:extLst>
              <a:ext uri="{FF2B5EF4-FFF2-40B4-BE49-F238E27FC236}">
                <a16:creationId xmlns:a16="http://schemas.microsoft.com/office/drawing/2014/main" id="{5244403C-78B3-45BD-A2C2-6A3453B7A1D1}"/>
              </a:ext>
            </a:extLst>
          </p:cNvPr>
          <p:cNvSpPr>
            <a:spLocks/>
          </p:cNvSpPr>
          <p:nvPr/>
        </p:nvSpPr>
        <p:spPr>
          <a:xfrm>
            <a:off x="1649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data_9499">
            <a:extLst>
              <a:ext uri="{FF2B5EF4-FFF2-40B4-BE49-F238E27FC236}">
                <a16:creationId xmlns:a16="http://schemas.microsoft.com/office/drawing/2014/main" id="{D4E1A1A2-78B5-46B6-812C-9D52B2E398ED}"/>
              </a:ext>
            </a:extLst>
          </p:cNvPr>
          <p:cNvSpPr>
            <a:spLocks/>
          </p:cNvSpPr>
          <p:nvPr/>
        </p:nvSpPr>
        <p:spPr>
          <a:xfrm>
            <a:off x="17267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data_9500">
            <a:extLst>
              <a:ext uri="{FF2B5EF4-FFF2-40B4-BE49-F238E27FC236}">
                <a16:creationId xmlns:a16="http://schemas.microsoft.com/office/drawing/2014/main" id="{C3FE8984-FCF5-4D2D-B3FD-281D6B90756A}"/>
              </a:ext>
            </a:extLst>
          </p:cNvPr>
          <p:cNvSpPr>
            <a:spLocks/>
          </p:cNvSpPr>
          <p:nvPr/>
        </p:nvSpPr>
        <p:spPr>
          <a:xfrm>
            <a:off x="16427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data_9501">
            <a:extLst>
              <a:ext uri="{FF2B5EF4-FFF2-40B4-BE49-F238E27FC236}">
                <a16:creationId xmlns:a16="http://schemas.microsoft.com/office/drawing/2014/main" id="{9F57D35C-8AF8-462C-8319-B1ED6F94096E}"/>
              </a:ext>
            </a:extLst>
          </p:cNvPr>
          <p:cNvSpPr>
            <a:spLocks/>
          </p:cNvSpPr>
          <p:nvPr/>
        </p:nvSpPr>
        <p:spPr>
          <a:xfrm>
            <a:off x="1751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data_9502">
            <a:extLst>
              <a:ext uri="{FF2B5EF4-FFF2-40B4-BE49-F238E27FC236}">
                <a16:creationId xmlns:a16="http://schemas.microsoft.com/office/drawing/2014/main" id="{DCB08019-8FF5-47E0-8780-87E691AAA65E}"/>
              </a:ext>
            </a:extLst>
          </p:cNvPr>
          <p:cNvSpPr>
            <a:spLocks/>
          </p:cNvSpPr>
          <p:nvPr/>
        </p:nvSpPr>
        <p:spPr>
          <a:xfrm>
            <a:off x="1731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data_9503">
            <a:extLst>
              <a:ext uri="{FF2B5EF4-FFF2-40B4-BE49-F238E27FC236}">
                <a16:creationId xmlns:a16="http://schemas.microsoft.com/office/drawing/2014/main" id="{9D51D654-1A92-4436-949F-EBB23F030372}"/>
              </a:ext>
            </a:extLst>
          </p:cNvPr>
          <p:cNvSpPr>
            <a:spLocks/>
          </p:cNvSpPr>
          <p:nvPr/>
        </p:nvSpPr>
        <p:spPr>
          <a:xfrm>
            <a:off x="1684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data_9504">
            <a:extLst>
              <a:ext uri="{FF2B5EF4-FFF2-40B4-BE49-F238E27FC236}">
                <a16:creationId xmlns:a16="http://schemas.microsoft.com/office/drawing/2014/main" id="{0609D5C2-B2CE-4640-AF58-AC688E6988ED}"/>
              </a:ext>
            </a:extLst>
          </p:cNvPr>
          <p:cNvSpPr>
            <a:spLocks/>
          </p:cNvSpPr>
          <p:nvPr/>
        </p:nvSpPr>
        <p:spPr>
          <a:xfrm>
            <a:off x="16626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data_9505">
            <a:extLst>
              <a:ext uri="{FF2B5EF4-FFF2-40B4-BE49-F238E27FC236}">
                <a16:creationId xmlns:a16="http://schemas.microsoft.com/office/drawing/2014/main" id="{0DB2ADB9-8BD3-46FD-8C0B-D81C7ABA1734}"/>
              </a:ext>
            </a:extLst>
          </p:cNvPr>
          <p:cNvSpPr>
            <a:spLocks/>
          </p:cNvSpPr>
          <p:nvPr/>
        </p:nvSpPr>
        <p:spPr>
          <a:xfrm>
            <a:off x="1755456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data_9506">
            <a:extLst>
              <a:ext uri="{FF2B5EF4-FFF2-40B4-BE49-F238E27FC236}">
                <a16:creationId xmlns:a16="http://schemas.microsoft.com/office/drawing/2014/main" id="{2F99B4B4-685F-4729-8AA4-35B39899DE84}"/>
              </a:ext>
            </a:extLst>
          </p:cNvPr>
          <p:cNvSpPr>
            <a:spLocks/>
          </p:cNvSpPr>
          <p:nvPr/>
        </p:nvSpPr>
        <p:spPr>
          <a:xfrm>
            <a:off x="17081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data_9507">
            <a:extLst>
              <a:ext uri="{FF2B5EF4-FFF2-40B4-BE49-F238E27FC236}">
                <a16:creationId xmlns:a16="http://schemas.microsoft.com/office/drawing/2014/main" id="{D14195D9-6674-4193-942B-84EC90C3C12A}"/>
              </a:ext>
            </a:extLst>
          </p:cNvPr>
          <p:cNvSpPr>
            <a:spLocks/>
          </p:cNvSpPr>
          <p:nvPr/>
        </p:nvSpPr>
        <p:spPr>
          <a:xfrm>
            <a:off x="1737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data_9508">
            <a:extLst>
              <a:ext uri="{FF2B5EF4-FFF2-40B4-BE49-F238E27FC236}">
                <a16:creationId xmlns:a16="http://schemas.microsoft.com/office/drawing/2014/main" id="{70EBFCAF-C4A1-44A5-91B3-9BD583ED2652}"/>
              </a:ext>
            </a:extLst>
          </p:cNvPr>
          <p:cNvSpPr>
            <a:spLocks/>
          </p:cNvSpPr>
          <p:nvPr/>
        </p:nvSpPr>
        <p:spPr>
          <a:xfrm>
            <a:off x="16465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data_9509">
            <a:extLst>
              <a:ext uri="{FF2B5EF4-FFF2-40B4-BE49-F238E27FC236}">
                <a16:creationId xmlns:a16="http://schemas.microsoft.com/office/drawing/2014/main" id="{FD4902E9-CD8B-4E72-8C53-5081EA7EB48D}"/>
              </a:ext>
            </a:extLst>
          </p:cNvPr>
          <p:cNvSpPr>
            <a:spLocks/>
          </p:cNvSpPr>
          <p:nvPr/>
        </p:nvSpPr>
        <p:spPr>
          <a:xfrm>
            <a:off x="1683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data_9510">
            <a:extLst>
              <a:ext uri="{FF2B5EF4-FFF2-40B4-BE49-F238E27FC236}">
                <a16:creationId xmlns:a16="http://schemas.microsoft.com/office/drawing/2014/main" id="{4A178FAE-4E6A-4493-89F4-CB379A18BAA4}"/>
              </a:ext>
            </a:extLst>
          </p:cNvPr>
          <p:cNvSpPr>
            <a:spLocks/>
          </p:cNvSpPr>
          <p:nvPr/>
        </p:nvSpPr>
        <p:spPr>
          <a:xfrm>
            <a:off x="17297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data_9511">
            <a:extLst>
              <a:ext uri="{FF2B5EF4-FFF2-40B4-BE49-F238E27FC236}">
                <a16:creationId xmlns:a16="http://schemas.microsoft.com/office/drawing/2014/main" id="{C2415B95-A898-42AC-89B1-9429634B403A}"/>
              </a:ext>
            </a:extLst>
          </p:cNvPr>
          <p:cNvSpPr>
            <a:spLocks/>
          </p:cNvSpPr>
          <p:nvPr/>
        </p:nvSpPr>
        <p:spPr>
          <a:xfrm>
            <a:off x="1710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data_9512">
            <a:extLst>
              <a:ext uri="{FF2B5EF4-FFF2-40B4-BE49-F238E27FC236}">
                <a16:creationId xmlns:a16="http://schemas.microsoft.com/office/drawing/2014/main" id="{C9404D86-C5BB-40E6-BF2B-EA304F807A1E}"/>
              </a:ext>
            </a:extLst>
          </p:cNvPr>
          <p:cNvSpPr>
            <a:spLocks/>
          </p:cNvSpPr>
          <p:nvPr/>
        </p:nvSpPr>
        <p:spPr>
          <a:xfrm>
            <a:off x="1749072" y="55708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data_9513">
            <a:extLst>
              <a:ext uri="{FF2B5EF4-FFF2-40B4-BE49-F238E27FC236}">
                <a16:creationId xmlns:a16="http://schemas.microsoft.com/office/drawing/2014/main" id="{FA6BD221-F2CA-4653-B169-D1FCC2F91DFE}"/>
              </a:ext>
            </a:extLst>
          </p:cNvPr>
          <p:cNvSpPr>
            <a:spLocks/>
          </p:cNvSpPr>
          <p:nvPr/>
        </p:nvSpPr>
        <p:spPr>
          <a:xfrm>
            <a:off x="16281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data_9514">
            <a:extLst>
              <a:ext uri="{FF2B5EF4-FFF2-40B4-BE49-F238E27FC236}">
                <a16:creationId xmlns:a16="http://schemas.microsoft.com/office/drawing/2014/main" id="{1FF2B7E4-19B6-478D-8CD6-F11D070497EA}"/>
              </a:ext>
            </a:extLst>
          </p:cNvPr>
          <p:cNvSpPr>
            <a:spLocks/>
          </p:cNvSpPr>
          <p:nvPr/>
        </p:nvSpPr>
        <p:spPr>
          <a:xfrm>
            <a:off x="168183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data_9515">
            <a:extLst>
              <a:ext uri="{FF2B5EF4-FFF2-40B4-BE49-F238E27FC236}">
                <a16:creationId xmlns:a16="http://schemas.microsoft.com/office/drawing/2014/main" id="{A7E4A40D-B552-42CC-874E-9E818849FE73}"/>
              </a:ext>
            </a:extLst>
          </p:cNvPr>
          <p:cNvSpPr>
            <a:spLocks/>
          </p:cNvSpPr>
          <p:nvPr/>
        </p:nvSpPr>
        <p:spPr>
          <a:xfrm>
            <a:off x="17062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data_9516">
            <a:extLst>
              <a:ext uri="{FF2B5EF4-FFF2-40B4-BE49-F238E27FC236}">
                <a16:creationId xmlns:a16="http://schemas.microsoft.com/office/drawing/2014/main" id="{A9F9AB9E-E993-4F93-B6CE-8C6D8ACF68DE}"/>
              </a:ext>
            </a:extLst>
          </p:cNvPr>
          <p:cNvSpPr>
            <a:spLocks/>
          </p:cNvSpPr>
          <p:nvPr/>
        </p:nvSpPr>
        <p:spPr>
          <a:xfrm>
            <a:off x="16656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data_9517">
            <a:extLst>
              <a:ext uri="{FF2B5EF4-FFF2-40B4-BE49-F238E27FC236}">
                <a16:creationId xmlns:a16="http://schemas.microsoft.com/office/drawing/2014/main" id="{6259EC4B-1F68-401E-B629-BC8C7FF0F868}"/>
              </a:ext>
            </a:extLst>
          </p:cNvPr>
          <p:cNvSpPr>
            <a:spLocks/>
          </p:cNvSpPr>
          <p:nvPr/>
        </p:nvSpPr>
        <p:spPr>
          <a:xfrm>
            <a:off x="16948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data_9518">
            <a:extLst>
              <a:ext uri="{FF2B5EF4-FFF2-40B4-BE49-F238E27FC236}">
                <a16:creationId xmlns:a16="http://schemas.microsoft.com/office/drawing/2014/main" id="{816BFD83-2F62-4FE9-8CE2-849110C18E06}"/>
              </a:ext>
            </a:extLst>
          </p:cNvPr>
          <p:cNvSpPr>
            <a:spLocks/>
          </p:cNvSpPr>
          <p:nvPr/>
        </p:nvSpPr>
        <p:spPr>
          <a:xfrm>
            <a:off x="167845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data_9519">
            <a:extLst>
              <a:ext uri="{FF2B5EF4-FFF2-40B4-BE49-F238E27FC236}">
                <a16:creationId xmlns:a16="http://schemas.microsoft.com/office/drawing/2014/main" id="{03B42BEC-E9B1-4E3B-95BE-4D299B036310}"/>
              </a:ext>
            </a:extLst>
          </p:cNvPr>
          <p:cNvSpPr>
            <a:spLocks/>
          </p:cNvSpPr>
          <p:nvPr/>
        </p:nvSpPr>
        <p:spPr>
          <a:xfrm>
            <a:off x="173473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data_9520">
            <a:extLst>
              <a:ext uri="{FF2B5EF4-FFF2-40B4-BE49-F238E27FC236}">
                <a16:creationId xmlns:a16="http://schemas.microsoft.com/office/drawing/2014/main" id="{86A08B7A-1907-4CB1-8851-F9991182283E}"/>
              </a:ext>
            </a:extLst>
          </p:cNvPr>
          <p:cNvSpPr>
            <a:spLocks/>
          </p:cNvSpPr>
          <p:nvPr/>
        </p:nvSpPr>
        <p:spPr>
          <a:xfrm>
            <a:off x="1642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data_9521">
            <a:extLst>
              <a:ext uri="{FF2B5EF4-FFF2-40B4-BE49-F238E27FC236}">
                <a16:creationId xmlns:a16="http://schemas.microsoft.com/office/drawing/2014/main" id="{A585F4D0-F770-4DCF-98A3-C253DA892DB4}"/>
              </a:ext>
            </a:extLst>
          </p:cNvPr>
          <p:cNvSpPr>
            <a:spLocks/>
          </p:cNvSpPr>
          <p:nvPr/>
        </p:nvSpPr>
        <p:spPr>
          <a:xfrm>
            <a:off x="16484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data_9522">
            <a:extLst>
              <a:ext uri="{FF2B5EF4-FFF2-40B4-BE49-F238E27FC236}">
                <a16:creationId xmlns:a16="http://schemas.microsoft.com/office/drawing/2014/main" id="{8DCD52AD-2779-4908-BF63-2E317D0BB0E1}"/>
              </a:ext>
            </a:extLst>
          </p:cNvPr>
          <p:cNvSpPr>
            <a:spLocks/>
          </p:cNvSpPr>
          <p:nvPr/>
        </p:nvSpPr>
        <p:spPr>
          <a:xfrm>
            <a:off x="17026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data_9523">
            <a:extLst>
              <a:ext uri="{FF2B5EF4-FFF2-40B4-BE49-F238E27FC236}">
                <a16:creationId xmlns:a16="http://schemas.microsoft.com/office/drawing/2014/main" id="{ECF67ED7-EF4D-400B-A5A5-64992D6B396A}"/>
              </a:ext>
            </a:extLst>
          </p:cNvPr>
          <p:cNvSpPr>
            <a:spLocks/>
          </p:cNvSpPr>
          <p:nvPr/>
        </p:nvSpPr>
        <p:spPr>
          <a:xfrm>
            <a:off x="17015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data_9524">
            <a:extLst>
              <a:ext uri="{FF2B5EF4-FFF2-40B4-BE49-F238E27FC236}">
                <a16:creationId xmlns:a16="http://schemas.microsoft.com/office/drawing/2014/main" id="{7F882C10-B104-476B-9DCB-0584BC7B377D}"/>
              </a:ext>
            </a:extLst>
          </p:cNvPr>
          <p:cNvSpPr>
            <a:spLocks/>
          </p:cNvSpPr>
          <p:nvPr/>
        </p:nvSpPr>
        <p:spPr>
          <a:xfrm>
            <a:off x="1743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data_9525">
            <a:extLst>
              <a:ext uri="{FF2B5EF4-FFF2-40B4-BE49-F238E27FC236}">
                <a16:creationId xmlns:a16="http://schemas.microsoft.com/office/drawing/2014/main" id="{A5672FC1-2282-4DFA-AA4D-40DF58C6A376}"/>
              </a:ext>
            </a:extLst>
          </p:cNvPr>
          <p:cNvSpPr>
            <a:spLocks/>
          </p:cNvSpPr>
          <p:nvPr/>
        </p:nvSpPr>
        <p:spPr>
          <a:xfrm>
            <a:off x="172418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data_9526">
            <a:extLst>
              <a:ext uri="{FF2B5EF4-FFF2-40B4-BE49-F238E27FC236}">
                <a16:creationId xmlns:a16="http://schemas.microsoft.com/office/drawing/2014/main" id="{93ED8E45-973E-4B00-A716-E55F56311C08}"/>
              </a:ext>
            </a:extLst>
          </p:cNvPr>
          <p:cNvSpPr>
            <a:spLocks/>
          </p:cNvSpPr>
          <p:nvPr/>
        </p:nvSpPr>
        <p:spPr>
          <a:xfrm>
            <a:off x="16626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data_9527">
            <a:extLst>
              <a:ext uri="{FF2B5EF4-FFF2-40B4-BE49-F238E27FC236}">
                <a16:creationId xmlns:a16="http://schemas.microsoft.com/office/drawing/2014/main" id="{540BF446-D2A3-45C2-BE8E-C8A625FEB110}"/>
              </a:ext>
            </a:extLst>
          </p:cNvPr>
          <p:cNvSpPr>
            <a:spLocks/>
          </p:cNvSpPr>
          <p:nvPr/>
        </p:nvSpPr>
        <p:spPr>
          <a:xfrm>
            <a:off x="172679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data_9528">
            <a:extLst>
              <a:ext uri="{FF2B5EF4-FFF2-40B4-BE49-F238E27FC236}">
                <a16:creationId xmlns:a16="http://schemas.microsoft.com/office/drawing/2014/main" id="{68AF753C-A008-48FF-AA11-CF6E4F3194B4}"/>
              </a:ext>
            </a:extLst>
          </p:cNvPr>
          <p:cNvSpPr>
            <a:spLocks/>
          </p:cNvSpPr>
          <p:nvPr/>
        </p:nvSpPr>
        <p:spPr>
          <a:xfrm>
            <a:off x="171623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data_9529">
            <a:extLst>
              <a:ext uri="{FF2B5EF4-FFF2-40B4-BE49-F238E27FC236}">
                <a16:creationId xmlns:a16="http://schemas.microsoft.com/office/drawing/2014/main" id="{EF228F8F-2EB4-4C0B-AA42-AB321743141E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data_9530">
            <a:extLst>
              <a:ext uri="{FF2B5EF4-FFF2-40B4-BE49-F238E27FC236}">
                <a16:creationId xmlns:a16="http://schemas.microsoft.com/office/drawing/2014/main" id="{7CA950A4-5F05-4056-A556-02647C9A7B8D}"/>
              </a:ext>
            </a:extLst>
          </p:cNvPr>
          <p:cNvSpPr>
            <a:spLocks/>
          </p:cNvSpPr>
          <p:nvPr/>
        </p:nvSpPr>
        <p:spPr>
          <a:xfrm>
            <a:off x="1697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data_9531">
            <a:extLst>
              <a:ext uri="{FF2B5EF4-FFF2-40B4-BE49-F238E27FC236}">
                <a16:creationId xmlns:a16="http://schemas.microsoft.com/office/drawing/2014/main" id="{4014E2C1-3B6F-42FC-913A-23DB539D911C}"/>
              </a:ext>
            </a:extLst>
          </p:cNvPr>
          <p:cNvSpPr>
            <a:spLocks/>
          </p:cNvSpPr>
          <p:nvPr/>
        </p:nvSpPr>
        <p:spPr>
          <a:xfrm>
            <a:off x="16295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data_9532">
            <a:extLst>
              <a:ext uri="{FF2B5EF4-FFF2-40B4-BE49-F238E27FC236}">
                <a16:creationId xmlns:a16="http://schemas.microsoft.com/office/drawing/2014/main" id="{E574474D-22A4-4EC4-A710-BDE47DD8A5AB}"/>
              </a:ext>
            </a:extLst>
          </p:cNvPr>
          <p:cNvSpPr>
            <a:spLocks/>
          </p:cNvSpPr>
          <p:nvPr/>
        </p:nvSpPr>
        <p:spPr>
          <a:xfrm>
            <a:off x="1716758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data_9533">
            <a:extLst>
              <a:ext uri="{FF2B5EF4-FFF2-40B4-BE49-F238E27FC236}">
                <a16:creationId xmlns:a16="http://schemas.microsoft.com/office/drawing/2014/main" id="{A55BF9F2-2476-439C-9417-9F8E36975C27}"/>
              </a:ext>
            </a:extLst>
          </p:cNvPr>
          <p:cNvSpPr>
            <a:spLocks/>
          </p:cNvSpPr>
          <p:nvPr/>
        </p:nvSpPr>
        <p:spPr>
          <a:xfrm>
            <a:off x="1733957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data_9534">
            <a:extLst>
              <a:ext uri="{FF2B5EF4-FFF2-40B4-BE49-F238E27FC236}">
                <a16:creationId xmlns:a16="http://schemas.microsoft.com/office/drawing/2014/main" id="{23A8693C-97C4-4C22-BDC7-8D125FE9F077}"/>
              </a:ext>
            </a:extLst>
          </p:cNvPr>
          <p:cNvSpPr>
            <a:spLocks/>
          </p:cNvSpPr>
          <p:nvPr/>
        </p:nvSpPr>
        <p:spPr>
          <a:xfrm>
            <a:off x="16512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data_9535">
            <a:extLst>
              <a:ext uri="{FF2B5EF4-FFF2-40B4-BE49-F238E27FC236}">
                <a16:creationId xmlns:a16="http://schemas.microsoft.com/office/drawing/2014/main" id="{A261552C-9A95-4596-A143-1FEFBCD59183}"/>
              </a:ext>
            </a:extLst>
          </p:cNvPr>
          <p:cNvSpPr>
            <a:spLocks/>
          </p:cNvSpPr>
          <p:nvPr/>
        </p:nvSpPr>
        <p:spPr>
          <a:xfrm>
            <a:off x="16414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data_9536">
            <a:extLst>
              <a:ext uri="{FF2B5EF4-FFF2-40B4-BE49-F238E27FC236}">
                <a16:creationId xmlns:a16="http://schemas.microsoft.com/office/drawing/2014/main" id="{C6311F2D-9B1B-44DD-9055-1F754DDE9DF7}"/>
              </a:ext>
            </a:extLst>
          </p:cNvPr>
          <p:cNvSpPr>
            <a:spLocks/>
          </p:cNvSpPr>
          <p:nvPr/>
        </p:nvSpPr>
        <p:spPr>
          <a:xfrm>
            <a:off x="171649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data_9537">
            <a:extLst>
              <a:ext uri="{FF2B5EF4-FFF2-40B4-BE49-F238E27FC236}">
                <a16:creationId xmlns:a16="http://schemas.microsoft.com/office/drawing/2014/main" id="{35CFCD54-EE58-453D-9864-C63D0B74C053}"/>
              </a:ext>
            </a:extLst>
          </p:cNvPr>
          <p:cNvSpPr>
            <a:spLocks/>
          </p:cNvSpPr>
          <p:nvPr/>
        </p:nvSpPr>
        <p:spPr>
          <a:xfrm>
            <a:off x="1750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data_9538">
            <a:extLst>
              <a:ext uri="{FF2B5EF4-FFF2-40B4-BE49-F238E27FC236}">
                <a16:creationId xmlns:a16="http://schemas.microsoft.com/office/drawing/2014/main" id="{197228DE-0E9F-4940-951C-C7A76A38DAA7}"/>
              </a:ext>
            </a:extLst>
          </p:cNvPr>
          <p:cNvSpPr>
            <a:spLocks/>
          </p:cNvSpPr>
          <p:nvPr/>
        </p:nvSpPr>
        <p:spPr>
          <a:xfrm>
            <a:off x="17557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data_9539">
            <a:extLst>
              <a:ext uri="{FF2B5EF4-FFF2-40B4-BE49-F238E27FC236}">
                <a16:creationId xmlns:a16="http://schemas.microsoft.com/office/drawing/2014/main" id="{C8A0A636-B5B5-46BD-A396-0A14E7B9531C}"/>
              </a:ext>
            </a:extLst>
          </p:cNvPr>
          <p:cNvSpPr>
            <a:spLocks/>
          </p:cNvSpPr>
          <p:nvPr/>
        </p:nvSpPr>
        <p:spPr>
          <a:xfrm>
            <a:off x="16751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data_9540">
            <a:extLst>
              <a:ext uri="{FF2B5EF4-FFF2-40B4-BE49-F238E27FC236}">
                <a16:creationId xmlns:a16="http://schemas.microsoft.com/office/drawing/2014/main" id="{3A4E65C7-9446-4D31-94DC-AC38CAC8AF58}"/>
              </a:ext>
            </a:extLst>
          </p:cNvPr>
          <p:cNvSpPr>
            <a:spLocks/>
          </p:cNvSpPr>
          <p:nvPr/>
        </p:nvSpPr>
        <p:spPr>
          <a:xfrm>
            <a:off x="172301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data_9541">
            <a:extLst>
              <a:ext uri="{FF2B5EF4-FFF2-40B4-BE49-F238E27FC236}">
                <a16:creationId xmlns:a16="http://schemas.microsoft.com/office/drawing/2014/main" id="{D21ABE95-86BF-49B7-B757-72DC18EC095B}"/>
              </a:ext>
            </a:extLst>
          </p:cNvPr>
          <p:cNvSpPr>
            <a:spLocks/>
          </p:cNvSpPr>
          <p:nvPr/>
        </p:nvSpPr>
        <p:spPr>
          <a:xfrm>
            <a:off x="1732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data_9542">
            <a:extLst>
              <a:ext uri="{FF2B5EF4-FFF2-40B4-BE49-F238E27FC236}">
                <a16:creationId xmlns:a16="http://schemas.microsoft.com/office/drawing/2014/main" id="{6857CDCF-0628-4FFA-9488-818EE1A44A6E}"/>
              </a:ext>
            </a:extLst>
          </p:cNvPr>
          <p:cNvSpPr>
            <a:spLocks/>
          </p:cNvSpPr>
          <p:nvPr/>
        </p:nvSpPr>
        <p:spPr>
          <a:xfrm>
            <a:off x="17486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data_9543">
            <a:extLst>
              <a:ext uri="{FF2B5EF4-FFF2-40B4-BE49-F238E27FC236}">
                <a16:creationId xmlns:a16="http://schemas.microsoft.com/office/drawing/2014/main" id="{5F6DCBB7-85C9-44EB-B75B-BBD4731B5D00}"/>
              </a:ext>
            </a:extLst>
          </p:cNvPr>
          <p:cNvSpPr>
            <a:spLocks/>
          </p:cNvSpPr>
          <p:nvPr/>
        </p:nvSpPr>
        <p:spPr>
          <a:xfrm>
            <a:off x="17348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data_9544">
            <a:extLst>
              <a:ext uri="{FF2B5EF4-FFF2-40B4-BE49-F238E27FC236}">
                <a16:creationId xmlns:a16="http://schemas.microsoft.com/office/drawing/2014/main" id="{80D9CCE2-9CDC-47AD-BF39-DF2C9438554C}"/>
              </a:ext>
            </a:extLst>
          </p:cNvPr>
          <p:cNvSpPr>
            <a:spLocks/>
          </p:cNvSpPr>
          <p:nvPr/>
        </p:nvSpPr>
        <p:spPr>
          <a:xfrm>
            <a:off x="17151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data_9545">
            <a:extLst>
              <a:ext uri="{FF2B5EF4-FFF2-40B4-BE49-F238E27FC236}">
                <a16:creationId xmlns:a16="http://schemas.microsoft.com/office/drawing/2014/main" id="{2CF20A02-F9D0-4D0F-B594-7126F025924E}"/>
              </a:ext>
            </a:extLst>
          </p:cNvPr>
          <p:cNvSpPr>
            <a:spLocks/>
          </p:cNvSpPr>
          <p:nvPr/>
        </p:nvSpPr>
        <p:spPr>
          <a:xfrm>
            <a:off x="16353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data_9546">
            <a:extLst>
              <a:ext uri="{FF2B5EF4-FFF2-40B4-BE49-F238E27FC236}">
                <a16:creationId xmlns:a16="http://schemas.microsoft.com/office/drawing/2014/main" id="{35ED38BB-9B47-42F3-8EA1-6AEB0A669E8F}"/>
              </a:ext>
            </a:extLst>
          </p:cNvPr>
          <p:cNvSpPr>
            <a:spLocks/>
          </p:cNvSpPr>
          <p:nvPr/>
        </p:nvSpPr>
        <p:spPr>
          <a:xfrm>
            <a:off x="1647962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data_9547">
            <a:extLst>
              <a:ext uri="{FF2B5EF4-FFF2-40B4-BE49-F238E27FC236}">
                <a16:creationId xmlns:a16="http://schemas.microsoft.com/office/drawing/2014/main" id="{38F65455-FF14-4D85-A59A-7E0C7086E3E3}"/>
              </a:ext>
            </a:extLst>
          </p:cNvPr>
          <p:cNvSpPr>
            <a:spLocks/>
          </p:cNvSpPr>
          <p:nvPr/>
        </p:nvSpPr>
        <p:spPr>
          <a:xfrm>
            <a:off x="17164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data_9548">
            <a:extLst>
              <a:ext uri="{FF2B5EF4-FFF2-40B4-BE49-F238E27FC236}">
                <a16:creationId xmlns:a16="http://schemas.microsoft.com/office/drawing/2014/main" id="{2209CDA8-B4B9-4353-8A86-0106D2B3A71F}"/>
              </a:ext>
            </a:extLst>
          </p:cNvPr>
          <p:cNvSpPr>
            <a:spLocks/>
          </p:cNvSpPr>
          <p:nvPr/>
        </p:nvSpPr>
        <p:spPr>
          <a:xfrm>
            <a:off x="17033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data_9549">
            <a:extLst>
              <a:ext uri="{FF2B5EF4-FFF2-40B4-BE49-F238E27FC236}">
                <a16:creationId xmlns:a16="http://schemas.microsoft.com/office/drawing/2014/main" id="{711D505E-CDBA-40A7-A2D3-77D003F4FBC5}"/>
              </a:ext>
            </a:extLst>
          </p:cNvPr>
          <p:cNvSpPr>
            <a:spLocks/>
          </p:cNvSpPr>
          <p:nvPr/>
        </p:nvSpPr>
        <p:spPr>
          <a:xfrm>
            <a:off x="1653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data_9550">
            <a:extLst>
              <a:ext uri="{FF2B5EF4-FFF2-40B4-BE49-F238E27FC236}">
                <a16:creationId xmlns:a16="http://schemas.microsoft.com/office/drawing/2014/main" id="{4601AB5D-2AC1-4E6D-BF80-CFC72A6A8432}"/>
              </a:ext>
            </a:extLst>
          </p:cNvPr>
          <p:cNvSpPr>
            <a:spLocks/>
          </p:cNvSpPr>
          <p:nvPr/>
        </p:nvSpPr>
        <p:spPr>
          <a:xfrm>
            <a:off x="16770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data_9551">
            <a:extLst>
              <a:ext uri="{FF2B5EF4-FFF2-40B4-BE49-F238E27FC236}">
                <a16:creationId xmlns:a16="http://schemas.microsoft.com/office/drawing/2014/main" id="{E72CB444-0C1C-4E5F-AA6C-52DD6BE3A7CF}"/>
              </a:ext>
            </a:extLst>
          </p:cNvPr>
          <p:cNvSpPr>
            <a:spLocks/>
          </p:cNvSpPr>
          <p:nvPr/>
        </p:nvSpPr>
        <p:spPr>
          <a:xfrm>
            <a:off x="1630893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data_9552">
            <a:extLst>
              <a:ext uri="{FF2B5EF4-FFF2-40B4-BE49-F238E27FC236}">
                <a16:creationId xmlns:a16="http://schemas.microsoft.com/office/drawing/2014/main" id="{0C6F270D-DAFA-40A8-9DFE-80A3C4A3988B}"/>
              </a:ext>
            </a:extLst>
          </p:cNvPr>
          <p:cNvSpPr>
            <a:spLocks/>
          </p:cNvSpPr>
          <p:nvPr/>
        </p:nvSpPr>
        <p:spPr>
          <a:xfrm>
            <a:off x="23376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data_9553">
            <a:extLst>
              <a:ext uri="{FF2B5EF4-FFF2-40B4-BE49-F238E27FC236}">
                <a16:creationId xmlns:a16="http://schemas.microsoft.com/office/drawing/2014/main" id="{86D04CC8-A031-4193-B828-B9CE6939B074}"/>
              </a:ext>
            </a:extLst>
          </p:cNvPr>
          <p:cNvSpPr>
            <a:spLocks/>
          </p:cNvSpPr>
          <p:nvPr/>
        </p:nvSpPr>
        <p:spPr>
          <a:xfrm>
            <a:off x="24210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data_9554">
            <a:extLst>
              <a:ext uri="{FF2B5EF4-FFF2-40B4-BE49-F238E27FC236}">
                <a16:creationId xmlns:a16="http://schemas.microsoft.com/office/drawing/2014/main" id="{8858C253-D267-4423-9FF5-1C89E4B29632}"/>
              </a:ext>
            </a:extLst>
          </p:cNvPr>
          <p:cNvSpPr>
            <a:spLocks/>
          </p:cNvSpPr>
          <p:nvPr/>
        </p:nvSpPr>
        <p:spPr>
          <a:xfrm>
            <a:off x="2310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data_9555">
            <a:extLst>
              <a:ext uri="{FF2B5EF4-FFF2-40B4-BE49-F238E27FC236}">
                <a16:creationId xmlns:a16="http://schemas.microsoft.com/office/drawing/2014/main" id="{3BD3E9A7-56C3-4A73-97A0-B9692D7C1A2B}"/>
              </a:ext>
            </a:extLst>
          </p:cNvPr>
          <p:cNvSpPr>
            <a:spLocks/>
          </p:cNvSpPr>
          <p:nvPr/>
        </p:nvSpPr>
        <p:spPr>
          <a:xfrm>
            <a:off x="24106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data_9556">
            <a:extLst>
              <a:ext uri="{FF2B5EF4-FFF2-40B4-BE49-F238E27FC236}">
                <a16:creationId xmlns:a16="http://schemas.microsoft.com/office/drawing/2014/main" id="{2A549371-EDCF-4F5F-9425-1220E4AEAE5E}"/>
              </a:ext>
            </a:extLst>
          </p:cNvPr>
          <p:cNvSpPr>
            <a:spLocks/>
          </p:cNvSpPr>
          <p:nvPr/>
        </p:nvSpPr>
        <p:spPr>
          <a:xfrm>
            <a:off x="2358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data_9557">
            <a:extLst>
              <a:ext uri="{FF2B5EF4-FFF2-40B4-BE49-F238E27FC236}">
                <a16:creationId xmlns:a16="http://schemas.microsoft.com/office/drawing/2014/main" id="{72CD7AE5-1AAC-4D14-913A-4740E11B3986}"/>
              </a:ext>
            </a:extLst>
          </p:cNvPr>
          <p:cNvSpPr>
            <a:spLocks/>
          </p:cNvSpPr>
          <p:nvPr/>
        </p:nvSpPr>
        <p:spPr>
          <a:xfrm>
            <a:off x="24302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data_9558">
            <a:extLst>
              <a:ext uri="{FF2B5EF4-FFF2-40B4-BE49-F238E27FC236}">
                <a16:creationId xmlns:a16="http://schemas.microsoft.com/office/drawing/2014/main" id="{815D0BE4-0A18-48B4-8F17-FA700CACF12D}"/>
              </a:ext>
            </a:extLst>
          </p:cNvPr>
          <p:cNvSpPr>
            <a:spLocks/>
          </p:cNvSpPr>
          <p:nvPr/>
        </p:nvSpPr>
        <p:spPr>
          <a:xfrm>
            <a:off x="2337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data_9559">
            <a:extLst>
              <a:ext uri="{FF2B5EF4-FFF2-40B4-BE49-F238E27FC236}">
                <a16:creationId xmlns:a16="http://schemas.microsoft.com/office/drawing/2014/main" id="{2763A513-8204-412E-8835-632D56D06C82}"/>
              </a:ext>
            </a:extLst>
          </p:cNvPr>
          <p:cNvSpPr>
            <a:spLocks/>
          </p:cNvSpPr>
          <p:nvPr/>
        </p:nvSpPr>
        <p:spPr>
          <a:xfrm>
            <a:off x="24010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data_9560">
            <a:extLst>
              <a:ext uri="{FF2B5EF4-FFF2-40B4-BE49-F238E27FC236}">
                <a16:creationId xmlns:a16="http://schemas.microsoft.com/office/drawing/2014/main" id="{0012AAF2-4D6D-4BD0-8D31-9B6B7F166FB0}"/>
              </a:ext>
            </a:extLst>
          </p:cNvPr>
          <p:cNvSpPr>
            <a:spLocks/>
          </p:cNvSpPr>
          <p:nvPr/>
        </p:nvSpPr>
        <p:spPr>
          <a:xfrm>
            <a:off x="23148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data_9561">
            <a:extLst>
              <a:ext uri="{FF2B5EF4-FFF2-40B4-BE49-F238E27FC236}">
                <a16:creationId xmlns:a16="http://schemas.microsoft.com/office/drawing/2014/main" id="{0E641A3E-EE9C-4C33-A382-33D3FA01FF34}"/>
              </a:ext>
            </a:extLst>
          </p:cNvPr>
          <p:cNvSpPr>
            <a:spLocks/>
          </p:cNvSpPr>
          <p:nvPr/>
        </p:nvSpPr>
        <p:spPr>
          <a:xfrm>
            <a:off x="23425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data_9562">
            <a:extLst>
              <a:ext uri="{FF2B5EF4-FFF2-40B4-BE49-F238E27FC236}">
                <a16:creationId xmlns:a16="http://schemas.microsoft.com/office/drawing/2014/main" id="{81E0F6EA-5872-41BD-9E25-5A780FAEA71C}"/>
              </a:ext>
            </a:extLst>
          </p:cNvPr>
          <p:cNvSpPr>
            <a:spLocks/>
          </p:cNvSpPr>
          <p:nvPr/>
        </p:nvSpPr>
        <p:spPr>
          <a:xfrm>
            <a:off x="23145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data_9563">
            <a:extLst>
              <a:ext uri="{FF2B5EF4-FFF2-40B4-BE49-F238E27FC236}">
                <a16:creationId xmlns:a16="http://schemas.microsoft.com/office/drawing/2014/main" id="{F8D06852-7D8B-44AB-870B-80B43B927110}"/>
              </a:ext>
            </a:extLst>
          </p:cNvPr>
          <p:cNvSpPr>
            <a:spLocks/>
          </p:cNvSpPr>
          <p:nvPr/>
        </p:nvSpPr>
        <p:spPr>
          <a:xfrm>
            <a:off x="23881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data_9564">
            <a:extLst>
              <a:ext uri="{FF2B5EF4-FFF2-40B4-BE49-F238E27FC236}">
                <a16:creationId xmlns:a16="http://schemas.microsoft.com/office/drawing/2014/main" id="{A4EF4980-DFFF-4F05-B205-84A739577A7D}"/>
              </a:ext>
            </a:extLst>
          </p:cNvPr>
          <p:cNvSpPr>
            <a:spLocks/>
          </p:cNvSpPr>
          <p:nvPr/>
        </p:nvSpPr>
        <p:spPr>
          <a:xfrm>
            <a:off x="233216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data_9565">
            <a:extLst>
              <a:ext uri="{FF2B5EF4-FFF2-40B4-BE49-F238E27FC236}">
                <a16:creationId xmlns:a16="http://schemas.microsoft.com/office/drawing/2014/main" id="{05E284BA-9D11-47F5-9C70-2D72F1B18C95}"/>
              </a:ext>
            </a:extLst>
          </p:cNvPr>
          <p:cNvSpPr>
            <a:spLocks/>
          </p:cNvSpPr>
          <p:nvPr/>
        </p:nvSpPr>
        <p:spPr>
          <a:xfrm>
            <a:off x="2371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data_9566">
            <a:extLst>
              <a:ext uri="{FF2B5EF4-FFF2-40B4-BE49-F238E27FC236}">
                <a16:creationId xmlns:a16="http://schemas.microsoft.com/office/drawing/2014/main" id="{C22F6FCC-C2FE-4461-B388-BF338F3D5F51}"/>
              </a:ext>
            </a:extLst>
          </p:cNvPr>
          <p:cNvSpPr>
            <a:spLocks/>
          </p:cNvSpPr>
          <p:nvPr/>
        </p:nvSpPr>
        <p:spPr>
          <a:xfrm>
            <a:off x="23574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data_9567">
            <a:extLst>
              <a:ext uri="{FF2B5EF4-FFF2-40B4-BE49-F238E27FC236}">
                <a16:creationId xmlns:a16="http://schemas.microsoft.com/office/drawing/2014/main" id="{EFC7FD95-A41D-44F0-B077-97F7BEC2A976}"/>
              </a:ext>
            </a:extLst>
          </p:cNvPr>
          <p:cNvSpPr>
            <a:spLocks/>
          </p:cNvSpPr>
          <p:nvPr/>
        </p:nvSpPr>
        <p:spPr>
          <a:xfrm>
            <a:off x="2344540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data_9568">
            <a:extLst>
              <a:ext uri="{FF2B5EF4-FFF2-40B4-BE49-F238E27FC236}">
                <a16:creationId xmlns:a16="http://schemas.microsoft.com/office/drawing/2014/main" id="{91026958-E549-4548-82BF-27FE7F21B6D0}"/>
              </a:ext>
            </a:extLst>
          </p:cNvPr>
          <p:cNvSpPr>
            <a:spLocks/>
          </p:cNvSpPr>
          <p:nvPr/>
        </p:nvSpPr>
        <p:spPr>
          <a:xfrm>
            <a:off x="231418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data_9569">
            <a:extLst>
              <a:ext uri="{FF2B5EF4-FFF2-40B4-BE49-F238E27FC236}">
                <a16:creationId xmlns:a16="http://schemas.microsoft.com/office/drawing/2014/main" id="{D53C8F62-589C-4975-A047-828EA862E110}"/>
              </a:ext>
            </a:extLst>
          </p:cNvPr>
          <p:cNvSpPr>
            <a:spLocks/>
          </p:cNvSpPr>
          <p:nvPr/>
        </p:nvSpPr>
        <p:spPr>
          <a:xfrm>
            <a:off x="243118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data_9570">
            <a:extLst>
              <a:ext uri="{FF2B5EF4-FFF2-40B4-BE49-F238E27FC236}">
                <a16:creationId xmlns:a16="http://schemas.microsoft.com/office/drawing/2014/main" id="{D5EE61FF-C3B6-401A-855D-2DA5BF0EBDFD}"/>
              </a:ext>
            </a:extLst>
          </p:cNvPr>
          <p:cNvSpPr>
            <a:spLocks/>
          </p:cNvSpPr>
          <p:nvPr/>
        </p:nvSpPr>
        <p:spPr>
          <a:xfrm>
            <a:off x="23160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data_9571">
            <a:extLst>
              <a:ext uri="{FF2B5EF4-FFF2-40B4-BE49-F238E27FC236}">
                <a16:creationId xmlns:a16="http://schemas.microsoft.com/office/drawing/2014/main" id="{5FC57774-BEA1-4D3F-B026-5355D4472342}"/>
              </a:ext>
            </a:extLst>
          </p:cNvPr>
          <p:cNvSpPr>
            <a:spLocks/>
          </p:cNvSpPr>
          <p:nvPr/>
        </p:nvSpPr>
        <p:spPr>
          <a:xfrm>
            <a:off x="24215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data_9572">
            <a:extLst>
              <a:ext uri="{FF2B5EF4-FFF2-40B4-BE49-F238E27FC236}">
                <a16:creationId xmlns:a16="http://schemas.microsoft.com/office/drawing/2014/main" id="{94941950-9028-4B78-A90A-BBE436B235E5}"/>
              </a:ext>
            </a:extLst>
          </p:cNvPr>
          <p:cNvSpPr>
            <a:spLocks/>
          </p:cNvSpPr>
          <p:nvPr/>
        </p:nvSpPr>
        <p:spPr>
          <a:xfrm>
            <a:off x="23593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data_9573">
            <a:extLst>
              <a:ext uri="{FF2B5EF4-FFF2-40B4-BE49-F238E27FC236}">
                <a16:creationId xmlns:a16="http://schemas.microsoft.com/office/drawing/2014/main" id="{64EDC204-43AD-4A79-8A5D-C34D84488E51}"/>
              </a:ext>
            </a:extLst>
          </p:cNvPr>
          <p:cNvSpPr>
            <a:spLocks/>
          </p:cNvSpPr>
          <p:nvPr/>
        </p:nvSpPr>
        <p:spPr>
          <a:xfrm>
            <a:off x="243652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data_9574">
            <a:extLst>
              <a:ext uri="{FF2B5EF4-FFF2-40B4-BE49-F238E27FC236}">
                <a16:creationId xmlns:a16="http://schemas.microsoft.com/office/drawing/2014/main" id="{D6A92CEB-54FC-4C89-928C-A27856D449D7}"/>
              </a:ext>
            </a:extLst>
          </p:cNvPr>
          <p:cNvSpPr>
            <a:spLocks/>
          </p:cNvSpPr>
          <p:nvPr/>
        </p:nvSpPr>
        <p:spPr>
          <a:xfrm>
            <a:off x="23957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data_9575">
            <a:extLst>
              <a:ext uri="{FF2B5EF4-FFF2-40B4-BE49-F238E27FC236}">
                <a16:creationId xmlns:a16="http://schemas.microsoft.com/office/drawing/2014/main" id="{C5A38C7E-11BD-4FAF-B46D-546AB93B0F8A}"/>
              </a:ext>
            </a:extLst>
          </p:cNvPr>
          <p:cNvSpPr>
            <a:spLocks/>
          </p:cNvSpPr>
          <p:nvPr/>
        </p:nvSpPr>
        <p:spPr>
          <a:xfrm>
            <a:off x="240460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data_9576">
            <a:extLst>
              <a:ext uri="{FF2B5EF4-FFF2-40B4-BE49-F238E27FC236}">
                <a16:creationId xmlns:a16="http://schemas.microsoft.com/office/drawing/2014/main" id="{BB4BB355-D1C1-417C-8A52-13279415AB00}"/>
              </a:ext>
            </a:extLst>
          </p:cNvPr>
          <p:cNvSpPr>
            <a:spLocks/>
          </p:cNvSpPr>
          <p:nvPr/>
        </p:nvSpPr>
        <p:spPr>
          <a:xfrm>
            <a:off x="2347407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data_9577">
            <a:extLst>
              <a:ext uri="{FF2B5EF4-FFF2-40B4-BE49-F238E27FC236}">
                <a16:creationId xmlns:a16="http://schemas.microsoft.com/office/drawing/2014/main" id="{DF30D798-60B4-4F0A-A7A3-586D4752B1E5}"/>
              </a:ext>
            </a:extLst>
          </p:cNvPr>
          <p:cNvSpPr>
            <a:spLocks/>
          </p:cNvSpPr>
          <p:nvPr/>
        </p:nvSpPr>
        <p:spPr>
          <a:xfrm>
            <a:off x="242923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data_9578">
            <a:extLst>
              <a:ext uri="{FF2B5EF4-FFF2-40B4-BE49-F238E27FC236}">
                <a16:creationId xmlns:a16="http://schemas.microsoft.com/office/drawing/2014/main" id="{E4BE4DFC-F6E9-4A0D-B0C1-295DBCE211DC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data_9579">
            <a:extLst>
              <a:ext uri="{FF2B5EF4-FFF2-40B4-BE49-F238E27FC236}">
                <a16:creationId xmlns:a16="http://schemas.microsoft.com/office/drawing/2014/main" id="{57018327-F849-43CC-917E-F853473B7C6B}"/>
              </a:ext>
            </a:extLst>
          </p:cNvPr>
          <p:cNvSpPr>
            <a:spLocks/>
          </p:cNvSpPr>
          <p:nvPr/>
        </p:nvSpPr>
        <p:spPr>
          <a:xfrm>
            <a:off x="23304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data_9580">
            <a:extLst>
              <a:ext uri="{FF2B5EF4-FFF2-40B4-BE49-F238E27FC236}">
                <a16:creationId xmlns:a16="http://schemas.microsoft.com/office/drawing/2014/main" id="{AE8D45CE-C9E6-4310-ADA6-C333877282F0}"/>
              </a:ext>
            </a:extLst>
          </p:cNvPr>
          <p:cNvSpPr>
            <a:spLocks/>
          </p:cNvSpPr>
          <p:nvPr/>
        </p:nvSpPr>
        <p:spPr>
          <a:xfrm>
            <a:off x="24026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data_9581">
            <a:extLst>
              <a:ext uri="{FF2B5EF4-FFF2-40B4-BE49-F238E27FC236}">
                <a16:creationId xmlns:a16="http://schemas.microsoft.com/office/drawing/2014/main" id="{20FEA1ED-9AFD-4819-A660-B897AC28979B}"/>
              </a:ext>
            </a:extLst>
          </p:cNvPr>
          <p:cNvSpPr>
            <a:spLocks/>
          </p:cNvSpPr>
          <p:nvPr/>
        </p:nvSpPr>
        <p:spPr>
          <a:xfrm>
            <a:off x="2337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data_9582">
            <a:extLst>
              <a:ext uri="{FF2B5EF4-FFF2-40B4-BE49-F238E27FC236}">
                <a16:creationId xmlns:a16="http://schemas.microsoft.com/office/drawing/2014/main" id="{76566DA5-4F01-4FAA-9A0A-261C7C9FD5D5}"/>
              </a:ext>
            </a:extLst>
          </p:cNvPr>
          <p:cNvSpPr>
            <a:spLocks/>
          </p:cNvSpPr>
          <p:nvPr/>
        </p:nvSpPr>
        <p:spPr>
          <a:xfrm>
            <a:off x="234727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data_9583">
            <a:extLst>
              <a:ext uri="{FF2B5EF4-FFF2-40B4-BE49-F238E27FC236}">
                <a16:creationId xmlns:a16="http://schemas.microsoft.com/office/drawing/2014/main" id="{7B4D1CA8-8023-4528-908B-907C5CF92CF9}"/>
              </a:ext>
            </a:extLst>
          </p:cNvPr>
          <p:cNvSpPr>
            <a:spLocks/>
          </p:cNvSpPr>
          <p:nvPr/>
        </p:nvSpPr>
        <p:spPr>
          <a:xfrm>
            <a:off x="24281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data_9584">
            <a:extLst>
              <a:ext uri="{FF2B5EF4-FFF2-40B4-BE49-F238E27FC236}">
                <a16:creationId xmlns:a16="http://schemas.microsoft.com/office/drawing/2014/main" id="{0852777E-04D9-4F71-A937-65A2FDC52B15}"/>
              </a:ext>
            </a:extLst>
          </p:cNvPr>
          <p:cNvSpPr>
            <a:spLocks/>
          </p:cNvSpPr>
          <p:nvPr/>
        </p:nvSpPr>
        <p:spPr>
          <a:xfrm>
            <a:off x="2349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data_9585">
            <a:extLst>
              <a:ext uri="{FF2B5EF4-FFF2-40B4-BE49-F238E27FC236}">
                <a16:creationId xmlns:a16="http://schemas.microsoft.com/office/drawing/2014/main" id="{CFE289BE-BAE8-48FA-8252-F146EEECCB7E}"/>
              </a:ext>
            </a:extLst>
          </p:cNvPr>
          <p:cNvSpPr>
            <a:spLocks/>
          </p:cNvSpPr>
          <p:nvPr/>
        </p:nvSpPr>
        <p:spPr>
          <a:xfrm>
            <a:off x="242089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data_9586">
            <a:extLst>
              <a:ext uri="{FF2B5EF4-FFF2-40B4-BE49-F238E27FC236}">
                <a16:creationId xmlns:a16="http://schemas.microsoft.com/office/drawing/2014/main" id="{30A70BA0-B2CF-493B-8DE5-A196CD7CAB96}"/>
              </a:ext>
            </a:extLst>
          </p:cNvPr>
          <p:cNvSpPr>
            <a:spLocks/>
          </p:cNvSpPr>
          <p:nvPr/>
        </p:nvSpPr>
        <p:spPr>
          <a:xfrm>
            <a:off x="24219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data_9587">
            <a:extLst>
              <a:ext uri="{FF2B5EF4-FFF2-40B4-BE49-F238E27FC236}">
                <a16:creationId xmlns:a16="http://schemas.microsoft.com/office/drawing/2014/main" id="{CA661133-3F36-43B5-9E07-44B68BF826C5}"/>
              </a:ext>
            </a:extLst>
          </p:cNvPr>
          <p:cNvSpPr>
            <a:spLocks/>
          </p:cNvSpPr>
          <p:nvPr/>
        </p:nvSpPr>
        <p:spPr>
          <a:xfrm>
            <a:off x="242532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data_9588">
            <a:extLst>
              <a:ext uri="{FF2B5EF4-FFF2-40B4-BE49-F238E27FC236}">
                <a16:creationId xmlns:a16="http://schemas.microsoft.com/office/drawing/2014/main" id="{2163816F-64E9-4E07-B500-C4FDEE4EC003}"/>
              </a:ext>
            </a:extLst>
          </p:cNvPr>
          <p:cNvSpPr>
            <a:spLocks/>
          </p:cNvSpPr>
          <p:nvPr/>
        </p:nvSpPr>
        <p:spPr>
          <a:xfrm>
            <a:off x="235040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data_9589">
            <a:extLst>
              <a:ext uri="{FF2B5EF4-FFF2-40B4-BE49-F238E27FC236}">
                <a16:creationId xmlns:a16="http://schemas.microsoft.com/office/drawing/2014/main" id="{3A7B8BA9-E7C1-419E-B329-26A2825C570E}"/>
              </a:ext>
            </a:extLst>
          </p:cNvPr>
          <p:cNvSpPr>
            <a:spLocks/>
          </p:cNvSpPr>
          <p:nvPr/>
        </p:nvSpPr>
        <p:spPr>
          <a:xfrm>
            <a:off x="233072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data_9590">
            <a:extLst>
              <a:ext uri="{FF2B5EF4-FFF2-40B4-BE49-F238E27FC236}">
                <a16:creationId xmlns:a16="http://schemas.microsoft.com/office/drawing/2014/main" id="{E003AF2E-BB88-4B4D-904B-C2F11FDAE8E4}"/>
              </a:ext>
            </a:extLst>
          </p:cNvPr>
          <p:cNvSpPr>
            <a:spLocks/>
          </p:cNvSpPr>
          <p:nvPr/>
        </p:nvSpPr>
        <p:spPr>
          <a:xfrm>
            <a:off x="24065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data_9591">
            <a:extLst>
              <a:ext uri="{FF2B5EF4-FFF2-40B4-BE49-F238E27FC236}">
                <a16:creationId xmlns:a16="http://schemas.microsoft.com/office/drawing/2014/main" id="{F887CB2D-B4D6-4C38-B532-54579AD58E10}"/>
              </a:ext>
            </a:extLst>
          </p:cNvPr>
          <p:cNvSpPr>
            <a:spLocks/>
          </p:cNvSpPr>
          <p:nvPr/>
        </p:nvSpPr>
        <p:spPr>
          <a:xfrm>
            <a:off x="23246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data_9592">
            <a:extLst>
              <a:ext uri="{FF2B5EF4-FFF2-40B4-BE49-F238E27FC236}">
                <a16:creationId xmlns:a16="http://schemas.microsoft.com/office/drawing/2014/main" id="{5A28A72C-CD84-48F3-8C2B-232731A34E09}"/>
              </a:ext>
            </a:extLst>
          </p:cNvPr>
          <p:cNvSpPr>
            <a:spLocks/>
          </p:cNvSpPr>
          <p:nvPr/>
        </p:nvSpPr>
        <p:spPr>
          <a:xfrm>
            <a:off x="23328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data_9593">
            <a:extLst>
              <a:ext uri="{FF2B5EF4-FFF2-40B4-BE49-F238E27FC236}">
                <a16:creationId xmlns:a16="http://schemas.microsoft.com/office/drawing/2014/main" id="{6E114713-FA49-422A-9A9C-5AB2DD33FC8A}"/>
              </a:ext>
            </a:extLst>
          </p:cNvPr>
          <p:cNvSpPr>
            <a:spLocks/>
          </p:cNvSpPr>
          <p:nvPr/>
        </p:nvSpPr>
        <p:spPr>
          <a:xfrm>
            <a:off x="24098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data_9594">
            <a:extLst>
              <a:ext uri="{FF2B5EF4-FFF2-40B4-BE49-F238E27FC236}">
                <a16:creationId xmlns:a16="http://schemas.microsoft.com/office/drawing/2014/main" id="{A02B6B05-F8F6-4B81-99E9-C6440243BCB5}"/>
              </a:ext>
            </a:extLst>
          </p:cNvPr>
          <p:cNvSpPr>
            <a:spLocks/>
          </p:cNvSpPr>
          <p:nvPr/>
        </p:nvSpPr>
        <p:spPr>
          <a:xfrm>
            <a:off x="23257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data_9595">
            <a:extLst>
              <a:ext uri="{FF2B5EF4-FFF2-40B4-BE49-F238E27FC236}">
                <a16:creationId xmlns:a16="http://schemas.microsoft.com/office/drawing/2014/main" id="{F3A93FC0-EC75-4076-BFC2-42CCC429865D}"/>
              </a:ext>
            </a:extLst>
          </p:cNvPr>
          <p:cNvSpPr>
            <a:spLocks/>
          </p:cNvSpPr>
          <p:nvPr/>
        </p:nvSpPr>
        <p:spPr>
          <a:xfrm>
            <a:off x="2434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data_9596">
            <a:extLst>
              <a:ext uri="{FF2B5EF4-FFF2-40B4-BE49-F238E27FC236}">
                <a16:creationId xmlns:a16="http://schemas.microsoft.com/office/drawing/2014/main" id="{7C1241A3-F1C2-4F00-9BBB-3BA55DE384D4}"/>
              </a:ext>
            </a:extLst>
          </p:cNvPr>
          <p:cNvSpPr>
            <a:spLocks/>
          </p:cNvSpPr>
          <p:nvPr/>
        </p:nvSpPr>
        <p:spPr>
          <a:xfrm>
            <a:off x="2414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data_9597">
            <a:extLst>
              <a:ext uri="{FF2B5EF4-FFF2-40B4-BE49-F238E27FC236}">
                <a16:creationId xmlns:a16="http://schemas.microsoft.com/office/drawing/2014/main" id="{FFD3BE0D-D641-4E0C-BF3C-8A4823AB139E}"/>
              </a:ext>
            </a:extLst>
          </p:cNvPr>
          <p:cNvSpPr>
            <a:spLocks/>
          </p:cNvSpPr>
          <p:nvPr/>
        </p:nvSpPr>
        <p:spPr>
          <a:xfrm>
            <a:off x="2367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data_9598">
            <a:extLst>
              <a:ext uri="{FF2B5EF4-FFF2-40B4-BE49-F238E27FC236}">
                <a16:creationId xmlns:a16="http://schemas.microsoft.com/office/drawing/2014/main" id="{A8B7D7C2-7D75-4A81-B3EC-20324E533FE6}"/>
              </a:ext>
            </a:extLst>
          </p:cNvPr>
          <p:cNvSpPr>
            <a:spLocks/>
          </p:cNvSpPr>
          <p:nvPr/>
        </p:nvSpPr>
        <p:spPr>
          <a:xfrm>
            <a:off x="23457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data_9599">
            <a:extLst>
              <a:ext uri="{FF2B5EF4-FFF2-40B4-BE49-F238E27FC236}">
                <a16:creationId xmlns:a16="http://schemas.microsoft.com/office/drawing/2014/main" id="{26E0300E-9FE0-4B1A-8E03-496B1A6EC55B}"/>
              </a:ext>
            </a:extLst>
          </p:cNvPr>
          <p:cNvSpPr>
            <a:spLocks/>
          </p:cNvSpPr>
          <p:nvPr/>
        </p:nvSpPr>
        <p:spPr>
          <a:xfrm>
            <a:off x="243848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data_9600">
            <a:extLst>
              <a:ext uri="{FF2B5EF4-FFF2-40B4-BE49-F238E27FC236}">
                <a16:creationId xmlns:a16="http://schemas.microsoft.com/office/drawing/2014/main" id="{EF4C5C1C-CCFA-48D1-86B7-7568D421D9AC}"/>
              </a:ext>
            </a:extLst>
          </p:cNvPr>
          <p:cNvSpPr>
            <a:spLocks/>
          </p:cNvSpPr>
          <p:nvPr/>
        </p:nvSpPr>
        <p:spPr>
          <a:xfrm>
            <a:off x="23911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data_9601">
            <a:extLst>
              <a:ext uri="{FF2B5EF4-FFF2-40B4-BE49-F238E27FC236}">
                <a16:creationId xmlns:a16="http://schemas.microsoft.com/office/drawing/2014/main" id="{0A7B7797-5827-40BE-9860-8FFEC87E8EFC}"/>
              </a:ext>
            </a:extLst>
          </p:cNvPr>
          <p:cNvSpPr>
            <a:spLocks/>
          </p:cNvSpPr>
          <p:nvPr/>
        </p:nvSpPr>
        <p:spPr>
          <a:xfrm>
            <a:off x="2420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data_9602">
            <a:extLst>
              <a:ext uri="{FF2B5EF4-FFF2-40B4-BE49-F238E27FC236}">
                <a16:creationId xmlns:a16="http://schemas.microsoft.com/office/drawing/2014/main" id="{4D3FD766-1C48-43D2-A3BA-F640764F0081}"/>
              </a:ext>
            </a:extLst>
          </p:cNvPr>
          <p:cNvSpPr>
            <a:spLocks/>
          </p:cNvSpPr>
          <p:nvPr/>
        </p:nvSpPr>
        <p:spPr>
          <a:xfrm>
            <a:off x="23295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data_9603">
            <a:extLst>
              <a:ext uri="{FF2B5EF4-FFF2-40B4-BE49-F238E27FC236}">
                <a16:creationId xmlns:a16="http://schemas.microsoft.com/office/drawing/2014/main" id="{0DEE4170-EC19-4ACC-8D4B-D71B936B416D}"/>
              </a:ext>
            </a:extLst>
          </p:cNvPr>
          <p:cNvSpPr>
            <a:spLocks/>
          </p:cNvSpPr>
          <p:nvPr/>
        </p:nvSpPr>
        <p:spPr>
          <a:xfrm>
            <a:off x="2366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data_9604">
            <a:extLst>
              <a:ext uri="{FF2B5EF4-FFF2-40B4-BE49-F238E27FC236}">
                <a16:creationId xmlns:a16="http://schemas.microsoft.com/office/drawing/2014/main" id="{018BD9C0-F0C9-41AF-AA12-8DDD4165D1B1}"/>
              </a:ext>
            </a:extLst>
          </p:cNvPr>
          <p:cNvSpPr>
            <a:spLocks/>
          </p:cNvSpPr>
          <p:nvPr/>
        </p:nvSpPr>
        <p:spPr>
          <a:xfrm>
            <a:off x="24128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data_9605">
            <a:extLst>
              <a:ext uri="{FF2B5EF4-FFF2-40B4-BE49-F238E27FC236}">
                <a16:creationId xmlns:a16="http://schemas.microsoft.com/office/drawing/2014/main" id="{1339BCFC-58E9-4F22-9DE0-BCDDBE5C9B2C}"/>
              </a:ext>
            </a:extLst>
          </p:cNvPr>
          <p:cNvSpPr>
            <a:spLocks/>
          </p:cNvSpPr>
          <p:nvPr/>
        </p:nvSpPr>
        <p:spPr>
          <a:xfrm>
            <a:off x="2393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data_9606">
            <a:extLst>
              <a:ext uri="{FF2B5EF4-FFF2-40B4-BE49-F238E27FC236}">
                <a16:creationId xmlns:a16="http://schemas.microsoft.com/office/drawing/2014/main" id="{9E3BC24F-1042-493C-B3A0-B80CF35E2ABC}"/>
              </a:ext>
            </a:extLst>
          </p:cNvPr>
          <p:cNvSpPr>
            <a:spLocks/>
          </p:cNvSpPr>
          <p:nvPr/>
        </p:nvSpPr>
        <p:spPr>
          <a:xfrm>
            <a:off x="24320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data_9607">
            <a:extLst>
              <a:ext uri="{FF2B5EF4-FFF2-40B4-BE49-F238E27FC236}">
                <a16:creationId xmlns:a16="http://schemas.microsoft.com/office/drawing/2014/main" id="{0A99643D-77E5-4448-9C1A-2F0ED5E32E05}"/>
              </a:ext>
            </a:extLst>
          </p:cNvPr>
          <p:cNvSpPr>
            <a:spLocks/>
          </p:cNvSpPr>
          <p:nvPr/>
        </p:nvSpPr>
        <p:spPr>
          <a:xfrm>
            <a:off x="23111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data_9608">
            <a:extLst>
              <a:ext uri="{FF2B5EF4-FFF2-40B4-BE49-F238E27FC236}">
                <a16:creationId xmlns:a16="http://schemas.microsoft.com/office/drawing/2014/main" id="{C5DFE5D9-8FC6-4CF4-854D-2A3976D75080}"/>
              </a:ext>
            </a:extLst>
          </p:cNvPr>
          <p:cNvSpPr>
            <a:spLocks/>
          </p:cNvSpPr>
          <p:nvPr/>
        </p:nvSpPr>
        <p:spPr>
          <a:xfrm>
            <a:off x="2364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data_9609">
            <a:extLst>
              <a:ext uri="{FF2B5EF4-FFF2-40B4-BE49-F238E27FC236}">
                <a16:creationId xmlns:a16="http://schemas.microsoft.com/office/drawing/2014/main" id="{9440093C-D95D-4620-8770-B74171695B8C}"/>
              </a:ext>
            </a:extLst>
          </p:cNvPr>
          <p:cNvSpPr>
            <a:spLocks/>
          </p:cNvSpPr>
          <p:nvPr/>
        </p:nvSpPr>
        <p:spPr>
          <a:xfrm>
            <a:off x="2389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data_9610">
            <a:extLst>
              <a:ext uri="{FF2B5EF4-FFF2-40B4-BE49-F238E27FC236}">
                <a16:creationId xmlns:a16="http://schemas.microsoft.com/office/drawing/2014/main" id="{A6571578-3521-4D23-915E-96FAFB2E7323}"/>
              </a:ext>
            </a:extLst>
          </p:cNvPr>
          <p:cNvSpPr>
            <a:spLocks/>
          </p:cNvSpPr>
          <p:nvPr/>
        </p:nvSpPr>
        <p:spPr>
          <a:xfrm>
            <a:off x="23487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data_9611">
            <a:extLst>
              <a:ext uri="{FF2B5EF4-FFF2-40B4-BE49-F238E27FC236}">
                <a16:creationId xmlns:a16="http://schemas.microsoft.com/office/drawing/2014/main" id="{A42E77D0-D575-455F-B4A3-D3610E737899}"/>
              </a:ext>
            </a:extLst>
          </p:cNvPr>
          <p:cNvSpPr>
            <a:spLocks/>
          </p:cNvSpPr>
          <p:nvPr/>
        </p:nvSpPr>
        <p:spPr>
          <a:xfrm>
            <a:off x="23778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data_9612">
            <a:extLst>
              <a:ext uri="{FF2B5EF4-FFF2-40B4-BE49-F238E27FC236}">
                <a16:creationId xmlns:a16="http://schemas.microsoft.com/office/drawing/2014/main" id="{287EEA6B-A2FD-400E-875D-66BE4FFA0537}"/>
              </a:ext>
            </a:extLst>
          </p:cNvPr>
          <p:cNvSpPr>
            <a:spLocks/>
          </p:cNvSpPr>
          <p:nvPr/>
        </p:nvSpPr>
        <p:spPr>
          <a:xfrm>
            <a:off x="236147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data_9613">
            <a:extLst>
              <a:ext uri="{FF2B5EF4-FFF2-40B4-BE49-F238E27FC236}">
                <a16:creationId xmlns:a16="http://schemas.microsoft.com/office/drawing/2014/main" id="{D6E0C80C-3527-4ED9-9D66-C79DFB10985B}"/>
              </a:ext>
            </a:extLst>
          </p:cNvPr>
          <p:cNvSpPr>
            <a:spLocks/>
          </p:cNvSpPr>
          <p:nvPr/>
        </p:nvSpPr>
        <p:spPr>
          <a:xfrm>
            <a:off x="241776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data_9614">
            <a:extLst>
              <a:ext uri="{FF2B5EF4-FFF2-40B4-BE49-F238E27FC236}">
                <a16:creationId xmlns:a16="http://schemas.microsoft.com/office/drawing/2014/main" id="{A3DC0AFD-D1A1-4A95-A102-0062DBAFE34D}"/>
              </a:ext>
            </a:extLst>
          </p:cNvPr>
          <p:cNvSpPr>
            <a:spLocks/>
          </p:cNvSpPr>
          <p:nvPr/>
        </p:nvSpPr>
        <p:spPr>
          <a:xfrm>
            <a:off x="23255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data_9615">
            <a:extLst>
              <a:ext uri="{FF2B5EF4-FFF2-40B4-BE49-F238E27FC236}">
                <a16:creationId xmlns:a16="http://schemas.microsoft.com/office/drawing/2014/main" id="{9D905912-96DE-4705-84C3-0C2F15B9DC3C}"/>
              </a:ext>
            </a:extLst>
          </p:cNvPr>
          <p:cNvSpPr>
            <a:spLocks/>
          </p:cNvSpPr>
          <p:nvPr/>
        </p:nvSpPr>
        <p:spPr>
          <a:xfrm>
            <a:off x="23315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data_9616">
            <a:extLst>
              <a:ext uri="{FF2B5EF4-FFF2-40B4-BE49-F238E27FC236}">
                <a16:creationId xmlns:a16="http://schemas.microsoft.com/office/drawing/2014/main" id="{410102EB-E5B2-46E2-AE08-C616F2B618F4}"/>
              </a:ext>
            </a:extLst>
          </p:cNvPr>
          <p:cNvSpPr>
            <a:spLocks/>
          </p:cNvSpPr>
          <p:nvPr/>
        </p:nvSpPr>
        <p:spPr>
          <a:xfrm>
            <a:off x="23857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data_9617">
            <a:extLst>
              <a:ext uri="{FF2B5EF4-FFF2-40B4-BE49-F238E27FC236}">
                <a16:creationId xmlns:a16="http://schemas.microsoft.com/office/drawing/2014/main" id="{9BE339FB-67C2-493D-9517-280BAD9EF1F4}"/>
              </a:ext>
            </a:extLst>
          </p:cNvPr>
          <p:cNvSpPr>
            <a:spLocks/>
          </p:cNvSpPr>
          <p:nvPr/>
        </p:nvSpPr>
        <p:spPr>
          <a:xfrm>
            <a:off x="23845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data_9618">
            <a:extLst>
              <a:ext uri="{FF2B5EF4-FFF2-40B4-BE49-F238E27FC236}">
                <a16:creationId xmlns:a16="http://schemas.microsoft.com/office/drawing/2014/main" id="{6B0B7276-7DA1-434E-B28C-01C84938E2C4}"/>
              </a:ext>
            </a:extLst>
          </p:cNvPr>
          <p:cNvSpPr>
            <a:spLocks/>
          </p:cNvSpPr>
          <p:nvPr/>
        </p:nvSpPr>
        <p:spPr>
          <a:xfrm>
            <a:off x="24268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data_9619">
            <a:extLst>
              <a:ext uri="{FF2B5EF4-FFF2-40B4-BE49-F238E27FC236}">
                <a16:creationId xmlns:a16="http://schemas.microsoft.com/office/drawing/2014/main" id="{12121B49-C0D3-4184-AD2C-5922F3DF5F8B}"/>
              </a:ext>
            </a:extLst>
          </p:cNvPr>
          <p:cNvSpPr>
            <a:spLocks/>
          </p:cNvSpPr>
          <p:nvPr/>
        </p:nvSpPr>
        <p:spPr>
          <a:xfrm>
            <a:off x="24072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data_9620">
            <a:extLst>
              <a:ext uri="{FF2B5EF4-FFF2-40B4-BE49-F238E27FC236}">
                <a16:creationId xmlns:a16="http://schemas.microsoft.com/office/drawing/2014/main" id="{0B118022-8D75-4E64-A3F3-7921E935CF8F}"/>
              </a:ext>
            </a:extLst>
          </p:cNvPr>
          <p:cNvSpPr>
            <a:spLocks/>
          </p:cNvSpPr>
          <p:nvPr/>
        </p:nvSpPr>
        <p:spPr>
          <a:xfrm>
            <a:off x="23457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data_9621">
            <a:extLst>
              <a:ext uri="{FF2B5EF4-FFF2-40B4-BE49-F238E27FC236}">
                <a16:creationId xmlns:a16="http://schemas.microsoft.com/office/drawing/2014/main" id="{402E87BC-390D-4CEC-8493-29AD554B50BC}"/>
              </a:ext>
            </a:extLst>
          </p:cNvPr>
          <p:cNvSpPr>
            <a:spLocks/>
          </p:cNvSpPr>
          <p:nvPr/>
        </p:nvSpPr>
        <p:spPr>
          <a:xfrm>
            <a:off x="24098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data_9622">
            <a:extLst>
              <a:ext uri="{FF2B5EF4-FFF2-40B4-BE49-F238E27FC236}">
                <a16:creationId xmlns:a16="http://schemas.microsoft.com/office/drawing/2014/main" id="{179387F2-C7D9-4801-A9B8-DDB14C94299F}"/>
              </a:ext>
            </a:extLst>
          </p:cNvPr>
          <p:cNvSpPr>
            <a:spLocks/>
          </p:cNvSpPr>
          <p:nvPr/>
        </p:nvSpPr>
        <p:spPr>
          <a:xfrm>
            <a:off x="2399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data_9623">
            <a:extLst>
              <a:ext uri="{FF2B5EF4-FFF2-40B4-BE49-F238E27FC236}">
                <a16:creationId xmlns:a16="http://schemas.microsoft.com/office/drawing/2014/main" id="{45D28E0E-B50D-4EE4-B6F7-A61570BCDE4D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data_9624">
            <a:extLst>
              <a:ext uri="{FF2B5EF4-FFF2-40B4-BE49-F238E27FC236}">
                <a16:creationId xmlns:a16="http://schemas.microsoft.com/office/drawing/2014/main" id="{A6E6CEC4-E79F-4628-AFD1-A8E50D8B1EB6}"/>
              </a:ext>
            </a:extLst>
          </p:cNvPr>
          <p:cNvSpPr>
            <a:spLocks/>
          </p:cNvSpPr>
          <p:nvPr/>
        </p:nvSpPr>
        <p:spPr>
          <a:xfrm>
            <a:off x="23802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data_9625">
            <a:extLst>
              <a:ext uri="{FF2B5EF4-FFF2-40B4-BE49-F238E27FC236}">
                <a16:creationId xmlns:a16="http://schemas.microsoft.com/office/drawing/2014/main" id="{3A9081E7-7302-4681-8247-21C900BAFF7A}"/>
              </a:ext>
            </a:extLst>
          </p:cNvPr>
          <p:cNvSpPr>
            <a:spLocks/>
          </p:cNvSpPr>
          <p:nvPr/>
        </p:nvSpPr>
        <p:spPr>
          <a:xfrm>
            <a:off x="23126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data_9626">
            <a:extLst>
              <a:ext uri="{FF2B5EF4-FFF2-40B4-BE49-F238E27FC236}">
                <a16:creationId xmlns:a16="http://schemas.microsoft.com/office/drawing/2014/main" id="{13824551-00E1-4843-AEBE-72C800125769}"/>
              </a:ext>
            </a:extLst>
          </p:cNvPr>
          <p:cNvSpPr>
            <a:spLocks/>
          </p:cNvSpPr>
          <p:nvPr/>
        </p:nvSpPr>
        <p:spPr>
          <a:xfrm>
            <a:off x="2399786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data_9627">
            <a:extLst>
              <a:ext uri="{FF2B5EF4-FFF2-40B4-BE49-F238E27FC236}">
                <a16:creationId xmlns:a16="http://schemas.microsoft.com/office/drawing/2014/main" id="{586CA425-6015-46BF-A9AF-0B7927306E69}"/>
              </a:ext>
            </a:extLst>
          </p:cNvPr>
          <p:cNvSpPr>
            <a:spLocks/>
          </p:cNvSpPr>
          <p:nvPr/>
        </p:nvSpPr>
        <p:spPr>
          <a:xfrm>
            <a:off x="2416985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data_9628">
            <a:extLst>
              <a:ext uri="{FF2B5EF4-FFF2-40B4-BE49-F238E27FC236}">
                <a16:creationId xmlns:a16="http://schemas.microsoft.com/office/drawing/2014/main" id="{C16CB1FA-7B98-4083-B7B5-9F241E8EE0E4}"/>
              </a:ext>
            </a:extLst>
          </p:cNvPr>
          <p:cNvSpPr>
            <a:spLocks/>
          </p:cNvSpPr>
          <p:nvPr/>
        </p:nvSpPr>
        <p:spPr>
          <a:xfrm>
            <a:off x="23342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data_9629">
            <a:extLst>
              <a:ext uri="{FF2B5EF4-FFF2-40B4-BE49-F238E27FC236}">
                <a16:creationId xmlns:a16="http://schemas.microsoft.com/office/drawing/2014/main" id="{5BDE6C3C-2EC2-48AE-B1A2-9CCF6B559E75}"/>
              </a:ext>
            </a:extLst>
          </p:cNvPr>
          <p:cNvSpPr>
            <a:spLocks/>
          </p:cNvSpPr>
          <p:nvPr/>
        </p:nvSpPr>
        <p:spPr>
          <a:xfrm>
            <a:off x="23244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data_9630">
            <a:extLst>
              <a:ext uri="{FF2B5EF4-FFF2-40B4-BE49-F238E27FC236}">
                <a16:creationId xmlns:a16="http://schemas.microsoft.com/office/drawing/2014/main" id="{FC5B1C5B-00A1-4086-B666-3697ECB281E0}"/>
              </a:ext>
            </a:extLst>
          </p:cNvPr>
          <p:cNvSpPr>
            <a:spLocks/>
          </p:cNvSpPr>
          <p:nvPr/>
        </p:nvSpPr>
        <p:spPr>
          <a:xfrm>
            <a:off x="2399525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data_9631">
            <a:extLst>
              <a:ext uri="{FF2B5EF4-FFF2-40B4-BE49-F238E27FC236}">
                <a16:creationId xmlns:a16="http://schemas.microsoft.com/office/drawing/2014/main" id="{A2ADF3E5-5C44-4022-B7A6-3E0B9E99918E}"/>
              </a:ext>
            </a:extLst>
          </p:cNvPr>
          <p:cNvSpPr>
            <a:spLocks/>
          </p:cNvSpPr>
          <p:nvPr/>
        </p:nvSpPr>
        <p:spPr>
          <a:xfrm>
            <a:off x="243314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data_9632">
            <a:extLst>
              <a:ext uri="{FF2B5EF4-FFF2-40B4-BE49-F238E27FC236}">
                <a16:creationId xmlns:a16="http://schemas.microsoft.com/office/drawing/2014/main" id="{7FF2CF2E-F8FD-4957-A99C-C59107F45F81}"/>
              </a:ext>
            </a:extLst>
          </p:cNvPr>
          <p:cNvSpPr>
            <a:spLocks/>
          </p:cNvSpPr>
          <p:nvPr/>
        </p:nvSpPr>
        <p:spPr>
          <a:xfrm>
            <a:off x="24387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data_9633">
            <a:extLst>
              <a:ext uri="{FF2B5EF4-FFF2-40B4-BE49-F238E27FC236}">
                <a16:creationId xmlns:a16="http://schemas.microsoft.com/office/drawing/2014/main" id="{0EF756E4-2CE3-4411-A1E1-BA184EA1E487}"/>
              </a:ext>
            </a:extLst>
          </p:cNvPr>
          <p:cNvSpPr>
            <a:spLocks/>
          </p:cNvSpPr>
          <p:nvPr/>
        </p:nvSpPr>
        <p:spPr>
          <a:xfrm>
            <a:off x="23582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data_9634">
            <a:extLst>
              <a:ext uri="{FF2B5EF4-FFF2-40B4-BE49-F238E27FC236}">
                <a16:creationId xmlns:a16="http://schemas.microsoft.com/office/drawing/2014/main" id="{A760C430-47FB-4E3A-A25A-18F97E18B4E4}"/>
              </a:ext>
            </a:extLst>
          </p:cNvPr>
          <p:cNvSpPr>
            <a:spLocks/>
          </p:cNvSpPr>
          <p:nvPr/>
        </p:nvSpPr>
        <p:spPr>
          <a:xfrm>
            <a:off x="24060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data_9635">
            <a:extLst>
              <a:ext uri="{FF2B5EF4-FFF2-40B4-BE49-F238E27FC236}">
                <a16:creationId xmlns:a16="http://schemas.microsoft.com/office/drawing/2014/main" id="{140DA3FF-2306-4FEC-BDDA-F288AE1F7223}"/>
              </a:ext>
            </a:extLst>
          </p:cNvPr>
          <p:cNvSpPr>
            <a:spLocks/>
          </p:cNvSpPr>
          <p:nvPr/>
        </p:nvSpPr>
        <p:spPr>
          <a:xfrm>
            <a:off x="2415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data_9636">
            <a:extLst>
              <a:ext uri="{FF2B5EF4-FFF2-40B4-BE49-F238E27FC236}">
                <a16:creationId xmlns:a16="http://schemas.microsoft.com/office/drawing/2014/main" id="{B1E28C98-D3B7-49E4-AB6B-D772074DE480}"/>
              </a:ext>
            </a:extLst>
          </p:cNvPr>
          <p:cNvSpPr>
            <a:spLocks/>
          </p:cNvSpPr>
          <p:nvPr/>
        </p:nvSpPr>
        <p:spPr>
          <a:xfrm>
            <a:off x="2431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data_9637">
            <a:extLst>
              <a:ext uri="{FF2B5EF4-FFF2-40B4-BE49-F238E27FC236}">
                <a16:creationId xmlns:a16="http://schemas.microsoft.com/office/drawing/2014/main" id="{87234DC4-E9F9-42F5-A3B8-F0AF6C8E9DEC}"/>
              </a:ext>
            </a:extLst>
          </p:cNvPr>
          <p:cNvSpPr>
            <a:spLocks/>
          </p:cNvSpPr>
          <p:nvPr/>
        </p:nvSpPr>
        <p:spPr>
          <a:xfrm>
            <a:off x="24178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data_9638">
            <a:extLst>
              <a:ext uri="{FF2B5EF4-FFF2-40B4-BE49-F238E27FC236}">
                <a16:creationId xmlns:a16="http://schemas.microsoft.com/office/drawing/2014/main" id="{3D71E213-4EB9-474C-9989-6975378D3A9D}"/>
              </a:ext>
            </a:extLst>
          </p:cNvPr>
          <p:cNvSpPr>
            <a:spLocks/>
          </p:cNvSpPr>
          <p:nvPr/>
        </p:nvSpPr>
        <p:spPr>
          <a:xfrm>
            <a:off x="23982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data_9639">
            <a:extLst>
              <a:ext uri="{FF2B5EF4-FFF2-40B4-BE49-F238E27FC236}">
                <a16:creationId xmlns:a16="http://schemas.microsoft.com/office/drawing/2014/main" id="{221A76A6-C229-4518-A93E-9349F39D2DCD}"/>
              </a:ext>
            </a:extLst>
          </p:cNvPr>
          <p:cNvSpPr>
            <a:spLocks/>
          </p:cNvSpPr>
          <p:nvPr/>
        </p:nvSpPr>
        <p:spPr>
          <a:xfrm>
            <a:off x="23183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data_9640">
            <a:extLst>
              <a:ext uri="{FF2B5EF4-FFF2-40B4-BE49-F238E27FC236}">
                <a16:creationId xmlns:a16="http://schemas.microsoft.com/office/drawing/2014/main" id="{E0707C08-595A-4FCD-B087-DFB73AADC0A1}"/>
              </a:ext>
            </a:extLst>
          </p:cNvPr>
          <p:cNvSpPr>
            <a:spLocks/>
          </p:cNvSpPr>
          <p:nvPr/>
        </p:nvSpPr>
        <p:spPr>
          <a:xfrm>
            <a:off x="2330989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data_9641">
            <a:extLst>
              <a:ext uri="{FF2B5EF4-FFF2-40B4-BE49-F238E27FC236}">
                <a16:creationId xmlns:a16="http://schemas.microsoft.com/office/drawing/2014/main" id="{5E3E3213-8FDF-4DD2-B343-845A147196F3}"/>
              </a:ext>
            </a:extLst>
          </p:cNvPr>
          <p:cNvSpPr>
            <a:spLocks/>
          </p:cNvSpPr>
          <p:nvPr/>
        </p:nvSpPr>
        <p:spPr>
          <a:xfrm>
            <a:off x="23995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data_9642">
            <a:extLst>
              <a:ext uri="{FF2B5EF4-FFF2-40B4-BE49-F238E27FC236}">
                <a16:creationId xmlns:a16="http://schemas.microsoft.com/office/drawing/2014/main" id="{9D0F90BB-8691-4BF3-910C-355C2859E3E2}"/>
              </a:ext>
            </a:extLst>
          </p:cNvPr>
          <p:cNvSpPr>
            <a:spLocks/>
          </p:cNvSpPr>
          <p:nvPr/>
        </p:nvSpPr>
        <p:spPr>
          <a:xfrm>
            <a:off x="23863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data_9643">
            <a:extLst>
              <a:ext uri="{FF2B5EF4-FFF2-40B4-BE49-F238E27FC236}">
                <a16:creationId xmlns:a16="http://schemas.microsoft.com/office/drawing/2014/main" id="{2C105FA4-D359-41AC-B193-308FC50FB4BE}"/>
              </a:ext>
            </a:extLst>
          </p:cNvPr>
          <p:cNvSpPr>
            <a:spLocks/>
          </p:cNvSpPr>
          <p:nvPr/>
        </p:nvSpPr>
        <p:spPr>
          <a:xfrm>
            <a:off x="23364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data_9644">
            <a:extLst>
              <a:ext uri="{FF2B5EF4-FFF2-40B4-BE49-F238E27FC236}">
                <a16:creationId xmlns:a16="http://schemas.microsoft.com/office/drawing/2014/main" id="{1A468E26-D451-4B8C-842F-F385288CC729}"/>
              </a:ext>
            </a:extLst>
          </p:cNvPr>
          <p:cNvSpPr>
            <a:spLocks/>
          </p:cNvSpPr>
          <p:nvPr/>
        </p:nvSpPr>
        <p:spPr>
          <a:xfrm>
            <a:off x="23600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data_9645">
            <a:extLst>
              <a:ext uri="{FF2B5EF4-FFF2-40B4-BE49-F238E27FC236}">
                <a16:creationId xmlns:a16="http://schemas.microsoft.com/office/drawing/2014/main" id="{A83C844B-B511-4684-B34D-CCCB6C30FE8D}"/>
              </a:ext>
            </a:extLst>
          </p:cNvPr>
          <p:cNvSpPr>
            <a:spLocks/>
          </p:cNvSpPr>
          <p:nvPr/>
        </p:nvSpPr>
        <p:spPr>
          <a:xfrm>
            <a:off x="2313920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data_9646">
            <a:extLst>
              <a:ext uri="{FF2B5EF4-FFF2-40B4-BE49-F238E27FC236}">
                <a16:creationId xmlns:a16="http://schemas.microsoft.com/office/drawing/2014/main" id="{4FFDF7BB-AB73-43ED-9329-215A4E37C389}"/>
              </a:ext>
            </a:extLst>
          </p:cNvPr>
          <p:cNvSpPr>
            <a:spLocks/>
          </p:cNvSpPr>
          <p:nvPr/>
        </p:nvSpPr>
        <p:spPr>
          <a:xfrm>
            <a:off x="30206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data_9647">
            <a:extLst>
              <a:ext uri="{FF2B5EF4-FFF2-40B4-BE49-F238E27FC236}">
                <a16:creationId xmlns:a16="http://schemas.microsoft.com/office/drawing/2014/main" id="{FB4F81C0-2CDB-4F5C-9836-70AD08115E12}"/>
              </a:ext>
            </a:extLst>
          </p:cNvPr>
          <p:cNvSpPr>
            <a:spLocks/>
          </p:cNvSpPr>
          <p:nvPr/>
        </p:nvSpPr>
        <p:spPr>
          <a:xfrm>
            <a:off x="3104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data_9648">
            <a:extLst>
              <a:ext uri="{FF2B5EF4-FFF2-40B4-BE49-F238E27FC236}">
                <a16:creationId xmlns:a16="http://schemas.microsoft.com/office/drawing/2014/main" id="{689E9295-374E-481C-84EE-42C46B8E3D1C}"/>
              </a:ext>
            </a:extLst>
          </p:cNvPr>
          <p:cNvSpPr>
            <a:spLocks/>
          </p:cNvSpPr>
          <p:nvPr/>
        </p:nvSpPr>
        <p:spPr>
          <a:xfrm>
            <a:off x="2993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data_9649">
            <a:extLst>
              <a:ext uri="{FF2B5EF4-FFF2-40B4-BE49-F238E27FC236}">
                <a16:creationId xmlns:a16="http://schemas.microsoft.com/office/drawing/2014/main" id="{8B029F9F-EC3C-4D72-9FCE-FED77C46E731}"/>
              </a:ext>
            </a:extLst>
          </p:cNvPr>
          <p:cNvSpPr>
            <a:spLocks/>
          </p:cNvSpPr>
          <p:nvPr/>
        </p:nvSpPr>
        <p:spPr>
          <a:xfrm>
            <a:off x="30936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data_9650">
            <a:extLst>
              <a:ext uri="{FF2B5EF4-FFF2-40B4-BE49-F238E27FC236}">
                <a16:creationId xmlns:a16="http://schemas.microsoft.com/office/drawing/2014/main" id="{3D0E8AE3-C744-4997-B28C-775EDD93D10E}"/>
              </a:ext>
            </a:extLst>
          </p:cNvPr>
          <p:cNvSpPr>
            <a:spLocks/>
          </p:cNvSpPr>
          <p:nvPr/>
        </p:nvSpPr>
        <p:spPr>
          <a:xfrm>
            <a:off x="3041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data_9651">
            <a:extLst>
              <a:ext uri="{FF2B5EF4-FFF2-40B4-BE49-F238E27FC236}">
                <a16:creationId xmlns:a16="http://schemas.microsoft.com/office/drawing/2014/main" id="{243D8029-EF76-4804-9F25-EFD4BDA1C815}"/>
              </a:ext>
            </a:extLst>
          </p:cNvPr>
          <p:cNvSpPr>
            <a:spLocks/>
          </p:cNvSpPr>
          <p:nvPr/>
        </p:nvSpPr>
        <p:spPr>
          <a:xfrm>
            <a:off x="31133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data_9652">
            <a:extLst>
              <a:ext uri="{FF2B5EF4-FFF2-40B4-BE49-F238E27FC236}">
                <a16:creationId xmlns:a16="http://schemas.microsoft.com/office/drawing/2014/main" id="{2B1E4DE9-7ADF-467F-9BD3-0797A6F1D7D6}"/>
              </a:ext>
            </a:extLst>
          </p:cNvPr>
          <p:cNvSpPr>
            <a:spLocks/>
          </p:cNvSpPr>
          <p:nvPr/>
        </p:nvSpPr>
        <p:spPr>
          <a:xfrm>
            <a:off x="30205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data_9653">
            <a:extLst>
              <a:ext uri="{FF2B5EF4-FFF2-40B4-BE49-F238E27FC236}">
                <a16:creationId xmlns:a16="http://schemas.microsoft.com/office/drawing/2014/main" id="{5C59CA59-B220-4F6D-B826-F93F32FE6DDB}"/>
              </a:ext>
            </a:extLst>
          </p:cNvPr>
          <p:cNvSpPr>
            <a:spLocks/>
          </p:cNvSpPr>
          <p:nvPr/>
        </p:nvSpPr>
        <p:spPr>
          <a:xfrm>
            <a:off x="30841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data_9654">
            <a:extLst>
              <a:ext uri="{FF2B5EF4-FFF2-40B4-BE49-F238E27FC236}">
                <a16:creationId xmlns:a16="http://schemas.microsoft.com/office/drawing/2014/main" id="{195B12E2-597C-41E1-A0D4-BCE4C79E7C51}"/>
              </a:ext>
            </a:extLst>
          </p:cNvPr>
          <p:cNvSpPr>
            <a:spLocks/>
          </p:cNvSpPr>
          <p:nvPr/>
        </p:nvSpPr>
        <p:spPr>
          <a:xfrm>
            <a:off x="2997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data_9655">
            <a:extLst>
              <a:ext uri="{FF2B5EF4-FFF2-40B4-BE49-F238E27FC236}">
                <a16:creationId xmlns:a16="http://schemas.microsoft.com/office/drawing/2014/main" id="{AC45A4CF-FE30-491B-99E0-2EC05C010ED9}"/>
              </a:ext>
            </a:extLst>
          </p:cNvPr>
          <p:cNvSpPr>
            <a:spLocks/>
          </p:cNvSpPr>
          <p:nvPr/>
        </p:nvSpPr>
        <p:spPr>
          <a:xfrm>
            <a:off x="30256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data_9656">
            <a:extLst>
              <a:ext uri="{FF2B5EF4-FFF2-40B4-BE49-F238E27FC236}">
                <a16:creationId xmlns:a16="http://schemas.microsoft.com/office/drawing/2014/main" id="{F07749D9-2730-44D1-9B67-F49873B67EF2}"/>
              </a:ext>
            </a:extLst>
          </p:cNvPr>
          <p:cNvSpPr>
            <a:spLocks/>
          </p:cNvSpPr>
          <p:nvPr/>
        </p:nvSpPr>
        <p:spPr>
          <a:xfrm>
            <a:off x="2997600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data_9657">
            <a:extLst>
              <a:ext uri="{FF2B5EF4-FFF2-40B4-BE49-F238E27FC236}">
                <a16:creationId xmlns:a16="http://schemas.microsoft.com/office/drawing/2014/main" id="{4B995E97-1645-4C41-BDC5-966383641552}"/>
              </a:ext>
            </a:extLst>
          </p:cNvPr>
          <p:cNvSpPr>
            <a:spLocks/>
          </p:cNvSpPr>
          <p:nvPr/>
        </p:nvSpPr>
        <p:spPr>
          <a:xfrm>
            <a:off x="30712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data_9658">
            <a:extLst>
              <a:ext uri="{FF2B5EF4-FFF2-40B4-BE49-F238E27FC236}">
                <a16:creationId xmlns:a16="http://schemas.microsoft.com/office/drawing/2014/main" id="{0B7D58A9-8470-4CF4-BEC5-A6F135A12B80}"/>
              </a:ext>
            </a:extLst>
          </p:cNvPr>
          <p:cNvSpPr>
            <a:spLocks/>
          </p:cNvSpPr>
          <p:nvPr/>
        </p:nvSpPr>
        <p:spPr>
          <a:xfrm>
            <a:off x="3015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data_9659">
            <a:extLst>
              <a:ext uri="{FF2B5EF4-FFF2-40B4-BE49-F238E27FC236}">
                <a16:creationId xmlns:a16="http://schemas.microsoft.com/office/drawing/2014/main" id="{2D7C9352-9139-4296-A132-0FC6DF307636}"/>
              </a:ext>
            </a:extLst>
          </p:cNvPr>
          <p:cNvSpPr>
            <a:spLocks/>
          </p:cNvSpPr>
          <p:nvPr/>
        </p:nvSpPr>
        <p:spPr>
          <a:xfrm>
            <a:off x="3054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data_9660">
            <a:extLst>
              <a:ext uri="{FF2B5EF4-FFF2-40B4-BE49-F238E27FC236}">
                <a16:creationId xmlns:a16="http://schemas.microsoft.com/office/drawing/2014/main" id="{C4FE495B-DDC3-4247-91D7-DE478DE5CF2D}"/>
              </a:ext>
            </a:extLst>
          </p:cNvPr>
          <p:cNvSpPr>
            <a:spLocks/>
          </p:cNvSpPr>
          <p:nvPr/>
        </p:nvSpPr>
        <p:spPr>
          <a:xfrm>
            <a:off x="30404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data_9661">
            <a:extLst>
              <a:ext uri="{FF2B5EF4-FFF2-40B4-BE49-F238E27FC236}">
                <a16:creationId xmlns:a16="http://schemas.microsoft.com/office/drawing/2014/main" id="{C3955239-04D4-42B3-89E4-58C2B1A8EFBA}"/>
              </a:ext>
            </a:extLst>
          </p:cNvPr>
          <p:cNvSpPr>
            <a:spLocks/>
          </p:cNvSpPr>
          <p:nvPr/>
        </p:nvSpPr>
        <p:spPr>
          <a:xfrm>
            <a:off x="3027568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data_9662">
            <a:extLst>
              <a:ext uri="{FF2B5EF4-FFF2-40B4-BE49-F238E27FC236}">
                <a16:creationId xmlns:a16="http://schemas.microsoft.com/office/drawing/2014/main" id="{240BFF4A-EA44-4A2F-A880-320D3B6D7443}"/>
              </a:ext>
            </a:extLst>
          </p:cNvPr>
          <p:cNvSpPr>
            <a:spLocks/>
          </p:cNvSpPr>
          <p:nvPr/>
        </p:nvSpPr>
        <p:spPr>
          <a:xfrm>
            <a:off x="299720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data_9663">
            <a:extLst>
              <a:ext uri="{FF2B5EF4-FFF2-40B4-BE49-F238E27FC236}">
                <a16:creationId xmlns:a16="http://schemas.microsoft.com/office/drawing/2014/main" id="{1164F48B-BCE2-4F6C-9B82-C056D2BDF5B2}"/>
              </a:ext>
            </a:extLst>
          </p:cNvPr>
          <p:cNvSpPr>
            <a:spLocks/>
          </p:cNvSpPr>
          <p:nvPr/>
        </p:nvSpPr>
        <p:spPr>
          <a:xfrm>
            <a:off x="311421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data_9664">
            <a:extLst>
              <a:ext uri="{FF2B5EF4-FFF2-40B4-BE49-F238E27FC236}">
                <a16:creationId xmlns:a16="http://schemas.microsoft.com/office/drawing/2014/main" id="{6463C2BC-FA29-47FA-9F0C-04A9EE5CFD71}"/>
              </a:ext>
            </a:extLst>
          </p:cNvPr>
          <p:cNvSpPr>
            <a:spLocks/>
          </p:cNvSpPr>
          <p:nvPr/>
        </p:nvSpPr>
        <p:spPr>
          <a:xfrm>
            <a:off x="299903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data_9665">
            <a:extLst>
              <a:ext uri="{FF2B5EF4-FFF2-40B4-BE49-F238E27FC236}">
                <a16:creationId xmlns:a16="http://schemas.microsoft.com/office/drawing/2014/main" id="{402AE5B8-A43F-4257-9C7F-D94033BD7BAE}"/>
              </a:ext>
            </a:extLst>
          </p:cNvPr>
          <p:cNvSpPr>
            <a:spLocks/>
          </p:cNvSpPr>
          <p:nvPr/>
        </p:nvSpPr>
        <p:spPr>
          <a:xfrm>
            <a:off x="31045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data_9666">
            <a:extLst>
              <a:ext uri="{FF2B5EF4-FFF2-40B4-BE49-F238E27FC236}">
                <a16:creationId xmlns:a16="http://schemas.microsoft.com/office/drawing/2014/main" id="{7C933B40-F367-4D78-B382-8D5C2FC68882}"/>
              </a:ext>
            </a:extLst>
          </p:cNvPr>
          <p:cNvSpPr>
            <a:spLocks/>
          </p:cNvSpPr>
          <p:nvPr/>
        </p:nvSpPr>
        <p:spPr>
          <a:xfrm>
            <a:off x="3042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data_9667">
            <a:extLst>
              <a:ext uri="{FF2B5EF4-FFF2-40B4-BE49-F238E27FC236}">
                <a16:creationId xmlns:a16="http://schemas.microsoft.com/office/drawing/2014/main" id="{0D0AC324-7A5A-4CD2-82AC-40FA92FF459E}"/>
              </a:ext>
            </a:extLst>
          </p:cNvPr>
          <p:cNvSpPr>
            <a:spLocks/>
          </p:cNvSpPr>
          <p:nvPr/>
        </p:nvSpPr>
        <p:spPr>
          <a:xfrm>
            <a:off x="31195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data_9668">
            <a:extLst>
              <a:ext uri="{FF2B5EF4-FFF2-40B4-BE49-F238E27FC236}">
                <a16:creationId xmlns:a16="http://schemas.microsoft.com/office/drawing/2014/main" id="{80AF435E-AE1B-416A-9A18-F3443993C005}"/>
              </a:ext>
            </a:extLst>
          </p:cNvPr>
          <p:cNvSpPr>
            <a:spLocks/>
          </p:cNvSpPr>
          <p:nvPr/>
        </p:nvSpPr>
        <p:spPr>
          <a:xfrm>
            <a:off x="3078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data_9669">
            <a:extLst>
              <a:ext uri="{FF2B5EF4-FFF2-40B4-BE49-F238E27FC236}">
                <a16:creationId xmlns:a16="http://schemas.microsoft.com/office/drawing/2014/main" id="{00B96A26-1C39-4995-B0B3-697411E2157D}"/>
              </a:ext>
            </a:extLst>
          </p:cNvPr>
          <p:cNvSpPr>
            <a:spLocks/>
          </p:cNvSpPr>
          <p:nvPr/>
        </p:nvSpPr>
        <p:spPr>
          <a:xfrm>
            <a:off x="3087634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data_9670">
            <a:extLst>
              <a:ext uri="{FF2B5EF4-FFF2-40B4-BE49-F238E27FC236}">
                <a16:creationId xmlns:a16="http://schemas.microsoft.com/office/drawing/2014/main" id="{432A8C11-A938-429C-8A5E-292E0D12DA98}"/>
              </a:ext>
            </a:extLst>
          </p:cNvPr>
          <p:cNvSpPr>
            <a:spLocks/>
          </p:cNvSpPr>
          <p:nvPr/>
        </p:nvSpPr>
        <p:spPr>
          <a:xfrm>
            <a:off x="3030434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data_9671">
            <a:extLst>
              <a:ext uri="{FF2B5EF4-FFF2-40B4-BE49-F238E27FC236}">
                <a16:creationId xmlns:a16="http://schemas.microsoft.com/office/drawing/2014/main" id="{CC90BFF5-39AD-4696-BFE1-D48D70400DD2}"/>
              </a:ext>
            </a:extLst>
          </p:cNvPr>
          <p:cNvSpPr>
            <a:spLocks/>
          </p:cNvSpPr>
          <p:nvPr/>
        </p:nvSpPr>
        <p:spPr>
          <a:xfrm>
            <a:off x="311226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data_9672">
            <a:extLst>
              <a:ext uri="{FF2B5EF4-FFF2-40B4-BE49-F238E27FC236}">
                <a16:creationId xmlns:a16="http://schemas.microsoft.com/office/drawing/2014/main" id="{78245B34-6843-4835-A97F-5D9BC634B592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data_9673">
            <a:extLst>
              <a:ext uri="{FF2B5EF4-FFF2-40B4-BE49-F238E27FC236}">
                <a16:creationId xmlns:a16="http://schemas.microsoft.com/office/drawing/2014/main" id="{4EA802DC-97F8-4581-80F0-27FCE944A112}"/>
              </a:ext>
            </a:extLst>
          </p:cNvPr>
          <p:cNvSpPr>
            <a:spLocks/>
          </p:cNvSpPr>
          <p:nvPr/>
        </p:nvSpPr>
        <p:spPr>
          <a:xfrm>
            <a:off x="3013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data_9674">
            <a:extLst>
              <a:ext uri="{FF2B5EF4-FFF2-40B4-BE49-F238E27FC236}">
                <a16:creationId xmlns:a16="http://schemas.microsoft.com/office/drawing/2014/main" id="{15BCDA23-2284-40E2-8A49-D5E07D21AB0F}"/>
              </a:ext>
            </a:extLst>
          </p:cNvPr>
          <p:cNvSpPr>
            <a:spLocks/>
          </p:cNvSpPr>
          <p:nvPr/>
        </p:nvSpPr>
        <p:spPr>
          <a:xfrm>
            <a:off x="3085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data_9675">
            <a:extLst>
              <a:ext uri="{FF2B5EF4-FFF2-40B4-BE49-F238E27FC236}">
                <a16:creationId xmlns:a16="http://schemas.microsoft.com/office/drawing/2014/main" id="{B96372DE-5D2F-4382-8A60-BA2B6DBB1679}"/>
              </a:ext>
            </a:extLst>
          </p:cNvPr>
          <p:cNvSpPr>
            <a:spLocks/>
          </p:cNvSpPr>
          <p:nvPr/>
        </p:nvSpPr>
        <p:spPr>
          <a:xfrm>
            <a:off x="3020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data_9676">
            <a:extLst>
              <a:ext uri="{FF2B5EF4-FFF2-40B4-BE49-F238E27FC236}">
                <a16:creationId xmlns:a16="http://schemas.microsoft.com/office/drawing/2014/main" id="{487F2F0E-4E3D-45A1-8D75-07231F81D9BD}"/>
              </a:ext>
            </a:extLst>
          </p:cNvPr>
          <p:cNvSpPr>
            <a:spLocks/>
          </p:cNvSpPr>
          <p:nvPr/>
        </p:nvSpPr>
        <p:spPr>
          <a:xfrm>
            <a:off x="30303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data_9677">
            <a:extLst>
              <a:ext uri="{FF2B5EF4-FFF2-40B4-BE49-F238E27FC236}">
                <a16:creationId xmlns:a16="http://schemas.microsoft.com/office/drawing/2014/main" id="{1BD44BFB-1231-46E9-90E8-F7E2F71F7425}"/>
              </a:ext>
            </a:extLst>
          </p:cNvPr>
          <p:cNvSpPr>
            <a:spLocks/>
          </p:cNvSpPr>
          <p:nvPr/>
        </p:nvSpPr>
        <p:spPr>
          <a:xfrm>
            <a:off x="31112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data_9678">
            <a:extLst>
              <a:ext uri="{FF2B5EF4-FFF2-40B4-BE49-F238E27FC236}">
                <a16:creationId xmlns:a16="http://schemas.microsoft.com/office/drawing/2014/main" id="{3B92D28C-CD58-4880-BC36-FD8A0D8B0D2F}"/>
              </a:ext>
            </a:extLst>
          </p:cNvPr>
          <p:cNvSpPr>
            <a:spLocks/>
          </p:cNvSpPr>
          <p:nvPr/>
        </p:nvSpPr>
        <p:spPr>
          <a:xfrm>
            <a:off x="30323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data_9679">
            <a:extLst>
              <a:ext uri="{FF2B5EF4-FFF2-40B4-BE49-F238E27FC236}">
                <a16:creationId xmlns:a16="http://schemas.microsoft.com/office/drawing/2014/main" id="{C6BA7C4B-02BD-425A-AAB8-46B77018D0A6}"/>
              </a:ext>
            </a:extLst>
          </p:cNvPr>
          <p:cNvSpPr>
            <a:spLocks/>
          </p:cNvSpPr>
          <p:nvPr/>
        </p:nvSpPr>
        <p:spPr>
          <a:xfrm>
            <a:off x="3103921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data_9680">
            <a:extLst>
              <a:ext uri="{FF2B5EF4-FFF2-40B4-BE49-F238E27FC236}">
                <a16:creationId xmlns:a16="http://schemas.microsoft.com/office/drawing/2014/main" id="{1215091B-ADBC-4745-9D1B-102C3C5CA6E0}"/>
              </a:ext>
            </a:extLst>
          </p:cNvPr>
          <p:cNvSpPr>
            <a:spLocks/>
          </p:cNvSpPr>
          <p:nvPr/>
        </p:nvSpPr>
        <p:spPr>
          <a:xfrm>
            <a:off x="310496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data_9681">
            <a:extLst>
              <a:ext uri="{FF2B5EF4-FFF2-40B4-BE49-F238E27FC236}">
                <a16:creationId xmlns:a16="http://schemas.microsoft.com/office/drawing/2014/main" id="{2F2A0F61-AFE3-4C9B-87E0-BB119F46F8A8}"/>
              </a:ext>
            </a:extLst>
          </p:cNvPr>
          <p:cNvSpPr>
            <a:spLocks/>
          </p:cNvSpPr>
          <p:nvPr/>
        </p:nvSpPr>
        <p:spPr>
          <a:xfrm>
            <a:off x="310835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data_9682">
            <a:extLst>
              <a:ext uri="{FF2B5EF4-FFF2-40B4-BE49-F238E27FC236}">
                <a16:creationId xmlns:a16="http://schemas.microsoft.com/office/drawing/2014/main" id="{5E445B9A-BBDF-47FA-8528-44DD57AECA55}"/>
              </a:ext>
            </a:extLst>
          </p:cNvPr>
          <p:cNvSpPr>
            <a:spLocks/>
          </p:cNvSpPr>
          <p:nvPr/>
        </p:nvSpPr>
        <p:spPr>
          <a:xfrm>
            <a:off x="303343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data_9683">
            <a:extLst>
              <a:ext uri="{FF2B5EF4-FFF2-40B4-BE49-F238E27FC236}">
                <a16:creationId xmlns:a16="http://schemas.microsoft.com/office/drawing/2014/main" id="{26E72E9C-BAF3-4A8C-AAC2-9E07D4EBA613}"/>
              </a:ext>
            </a:extLst>
          </p:cNvPr>
          <p:cNvSpPr>
            <a:spLocks/>
          </p:cNvSpPr>
          <p:nvPr/>
        </p:nvSpPr>
        <p:spPr>
          <a:xfrm>
            <a:off x="30137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data_9684">
            <a:extLst>
              <a:ext uri="{FF2B5EF4-FFF2-40B4-BE49-F238E27FC236}">
                <a16:creationId xmlns:a16="http://schemas.microsoft.com/office/drawing/2014/main" id="{DAB34757-1AEC-4D09-877A-86BB2E79282C}"/>
              </a:ext>
            </a:extLst>
          </p:cNvPr>
          <p:cNvSpPr>
            <a:spLocks/>
          </p:cNvSpPr>
          <p:nvPr/>
        </p:nvSpPr>
        <p:spPr>
          <a:xfrm>
            <a:off x="3089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data_9685">
            <a:extLst>
              <a:ext uri="{FF2B5EF4-FFF2-40B4-BE49-F238E27FC236}">
                <a16:creationId xmlns:a16="http://schemas.microsoft.com/office/drawing/2014/main" id="{9C9B850F-DE2D-4053-8C96-C2001ABA524E}"/>
              </a:ext>
            </a:extLst>
          </p:cNvPr>
          <p:cNvSpPr>
            <a:spLocks/>
          </p:cNvSpPr>
          <p:nvPr/>
        </p:nvSpPr>
        <p:spPr>
          <a:xfrm>
            <a:off x="30076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data_9686">
            <a:extLst>
              <a:ext uri="{FF2B5EF4-FFF2-40B4-BE49-F238E27FC236}">
                <a16:creationId xmlns:a16="http://schemas.microsoft.com/office/drawing/2014/main" id="{3415B540-B376-4FFD-8443-C3D431299578}"/>
              </a:ext>
            </a:extLst>
          </p:cNvPr>
          <p:cNvSpPr>
            <a:spLocks/>
          </p:cNvSpPr>
          <p:nvPr/>
        </p:nvSpPr>
        <p:spPr>
          <a:xfrm>
            <a:off x="30158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data_9687">
            <a:extLst>
              <a:ext uri="{FF2B5EF4-FFF2-40B4-BE49-F238E27FC236}">
                <a16:creationId xmlns:a16="http://schemas.microsoft.com/office/drawing/2014/main" id="{4D8BCB18-7820-4140-957C-61C4BCED4ED9}"/>
              </a:ext>
            </a:extLst>
          </p:cNvPr>
          <p:cNvSpPr>
            <a:spLocks/>
          </p:cNvSpPr>
          <p:nvPr/>
        </p:nvSpPr>
        <p:spPr>
          <a:xfrm>
            <a:off x="30928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data_9688">
            <a:extLst>
              <a:ext uri="{FF2B5EF4-FFF2-40B4-BE49-F238E27FC236}">
                <a16:creationId xmlns:a16="http://schemas.microsoft.com/office/drawing/2014/main" id="{4BAD5596-7F58-4EA9-863F-77458FCA003C}"/>
              </a:ext>
            </a:extLst>
          </p:cNvPr>
          <p:cNvSpPr>
            <a:spLocks/>
          </p:cNvSpPr>
          <p:nvPr/>
        </p:nvSpPr>
        <p:spPr>
          <a:xfrm>
            <a:off x="3008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data_9689">
            <a:extLst>
              <a:ext uri="{FF2B5EF4-FFF2-40B4-BE49-F238E27FC236}">
                <a16:creationId xmlns:a16="http://schemas.microsoft.com/office/drawing/2014/main" id="{ADF7F444-7A35-44BC-82D5-8C2D8B946B0F}"/>
              </a:ext>
            </a:extLst>
          </p:cNvPr>
          <p:cNvSpPr>
            <a:spLocks/>
          </p:cNvSpPr>
          <p:nvPr/>
        </p:nvSpPr>
        <p:spPr>
          <a:xfrm>
            <a:off x="31178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data_9690">
            <a:extLst>
              <a:ext uri="{FF2B5EF4-FFF2-40B4-BE49-F238E27FC236}">
                <a16:creationId xmlns:a16="http://schemas.microsoft.com/office/drawing/2014/main" id="{59CF6A45-3D38-450B-AA55-9BCD88A91F28}"/>
              </a:ext>
            </a:extLst>
          </p:cNvPr>
          <p:cNvSpPr>
            <a:spLocks/>
          </p:cNvSpPr>
          <p:nvPr/>
        </p:nvSpPr>
        <p:spPr>
          <a:xfrm>
            <a:off x="30979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data_9691">
            <a:extLst>
              <a:ext uri="{FF2B5EF4-FFF2-40B4-BE49-F238E27FC236}">
                <a16:creationId xmlns:a16="http://schemas.microsoft.com/office/drawing/2014/main" id="{705C5ABB-5BCA-4396-80CA-84E73C0C010B}"/>
              </a:ext>
            </a:extLst>
          </p:cNvPr>
          <p:cNvSpPr>
            <a:spLocks/>
          </p:cNvSpPr>
          <p:nvPr/>
        </p:nvSpPr>
        <p:spPr>
          <a:xfrm>
            <a:off x="30507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data_9692">
            <a:extLst>
              <a:ext uri="{FF2B5EF4-FFF2-40B4-BE49-F238E27FC236}">
                <a16:creationId xmlns:a16="http://schemas.microsoft.com/office/drawing/2014/main" id="{A6097631-ECE5-4CB4-B4BE-035FFE5EDDED}"/>
              </a:ext>
            </a:extLst>
          </p:cNvPr>
          <p:cNvSpPr>
            <a:spLocks/>
          </p:cNvSpPr>
          <p:nvPr/>
        </p:nvSpPr>
        <p:spPr>
          <a:xfrm>
            <a:off x="30287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data_9693">
            <a:extLst>
              <a:ext uri="{FF2B5EF4-FFF2-40B4-BE49-F238E27FC236}">
                <a16:creationId xmlns:a16="http://schemas.microsoft.com/office/drawing/2014/main" id="{8A260A1C-C7C8-4512-AAC8-290B014A0518}"/>
              </a:ext>
            </a:extLst>
          </p:cNvPr>
          <p:cNvSpPr>
            <a:spLocks/>
          </p:cNvSpPr>
          <p:nvPr/>
        </p:nvSpPr>
        <p:spPr>
          <a:xfrm>
            <a:off x="3121511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data_9694">
            <a:extLst>
              <a:ext uri="{FF2B5EF4-FFF2-40B4-BE49-F238E27FC236}">
                <a16:creationId xmlns:a16="http://schemas.microsoft.com/office/drawing/2014/main" id="{5AB515F7-7713-44B5-BDEB-20FC80259624}"/>
              </a:ext>
            </a:extLst>
          </p:cNvPr>
          <p:cNvSpPr>
            <a:spLocks/>
          </p:cNvSpPr>
          <p:nvPr/>
        </p:nvSpPr>
        <p:spPr>
          <a:xfrm>
            <a:off x="3074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data_9695">
            <a:extLst>
              <a:ext uri="{FF2B5EF4-FFF2-40B4-BE49-F238E27FC236}">
                <a16:creationId xmlns:a16="http://schemas.microsoft.com/office/drawing/2014/main" id="{FFFB66C5-B4A6-4CED-BA87-77547AEA406A}"/>
              </a:ext>
            </a:extLst>
          </p:cNvPr>
          <p:cNvSpPr>
            <a:spLocks/>
          </p:cNvSpPr>
          <p:nvPr/>
        </p:nvSpPr>
        <p:spPr>
          <a:xfrm>
            <a:off x="31039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data_9696">
            <a:extLst>
              <a:ext uri="{FF2B5EF4-FFF2-40B4-BE49-F238E27FC236}">
                <a16:creationId xmlns:a16="http://schemas.microsoft.com/office/drawing/2014/main" id="{94EAD6C0-1061-46D4-AB5D-E1641C523667}"/>
              </a:ext>
            </a:extLst>
          </p:cNvPr>
          <p:cNvSpPr>
            <a:spLocks/>
          </p:cNvSpPr>
          <p:nvPr/>
        </p:nvSpPr>
        <p:spPr>
          <a:xfrm>
            <a:off x="3012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data_9697">
            <a:extLst>
              <a:ext uri="{FF2B5EF4-FFF2-40B4-BE49-F238E27FC236}">
                <a16:creationId xmlns:a16="http://schemas.microsoft.com/office/drawing/2014/main" id="{5F60458C-F520-4E5A-9DD3-4862EFB20ED0}"/>
              </a:ext>
            </a:extLst>
          </p:cNvPr>
          <p:cNvSpPr>
            <a:spLocks/>
          </p:cNvSpPr>
          <p:nvPr/>
        </p:nvSpPr>
        <p:spPr>
          <a:xfrm>
            <a:off x="3049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data_9698">
            <a:extLst>
              <a:ext uri="{FF2B5EF4-FFF2-40B4-BE49-F238E27FC236}">
                <a16:creationId xmlns:a16="http://schemas.microsoft.com/office/drawing/2014/main" id="{A4AF623D-D558-4333-AEDC-FF50DCB856E8}"/>
              </a:ext>
            </a:extLst>
          </p:cNvPr>
          <p:cNvSpPr>
            <a:spLocks/>
          </p:cNvSpPr>
          <p:nvPr/>
        </p:nvSpPr>
        <p:spPr>
          <a:xfrm>
            <a:off x="30958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data_9699">
            <a:extLst>
              <a:ext uri="{FF2B5EF4-FFF2-40B4-BE49-F238E27FC236}">
                <a16:creationId xmlns:a16="http://schemas.microsoft.com/office/drawing/2014/main" id="{2B663A5A-CB71-461F-8B5C-5C5E8D7AF473}"/>
              </a:ext>
            </a:extLst>
          </p:cNvPr>
          <p:cNvSpPr>
            <a:spLocks/>
          </p:cNvSpPr>
          <p:nvPr/>
        </p:nvSpPr>
        <p:spPr>
          <a:xfrm>
            <a:off x="3076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data_9700">
            <a:extLst>
              <a:ext uri="{FF2B5EF4-FFF2-40B4-BE49-F238E27FC236}">
                <a16:creationId xmlns:a16="http://schemas.microsoft.com/office/drawing/2014/main" id="{B2F5C3C4-F60A-4E49-A513-EA9D74F88E25}"/>
              </a:ext>
            </a:extLst>
          </p:cNvPr>
          <p:cNvSpPr>
            <a:spLocks/>
          </p:cNvSpPr>
          <p:nvPr/>
        </p:nvSpPr>
        <p:spPr>
          <a:xfrm>
            <a:off x="31151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data_9701">
            <a:extLst>
              <a:ext uri="{FF2B5EF4-FFF2-40B4-BE49-F238E27FC236}">
                <a16:creationId xmlns:a16="http://schemas.microsoft.com/office/drawing/2014/main" id="{327E41C6-4F28-4F12-B15C-77544F34A1FF}"/>
              </a:ext>
            </a:extLst>
          </p:cNvPr>
          <p:cNvSpPr>
            <a:spLocks/>
          </p:cNvSpPr>
          <p:nvPr/>
        </p:nvSpPr>
        <p:spPr>
          <a:xfrm>
            <a:off x="29942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data_9702">
            <a:extLst>
              <a:ext uri="{FF2B5EF4-FFF2-40B4-BE49-F238E27FC236}">
                <a16:creationId xmlns:a16="http://schemas.microsoft.com/office/drawing/2014/main" id="{84A7B0ED-9DFA-41ED-B17E-9A01B4F7B976}"/>
              </a:ext>
            </a:extLst>
          </p:cNvPr>
          <p:cNvSpPr>
            <a:spLocks/>
          </p:cNvSpPr>
          <p:nvPr/>
        </p:nvSpPr>
        <p:spPr>
          <a:xfrm>
            <a:off x="3047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data_9703">
            <a:extLst>
              <a:ext uri="{FF2B5EF4-FFF2-40B4-BE49-F238E27FC236}">
                <a16:creationId xmlns:a16="http://schemas.microsoft.com/office/drawing/2014/main" id="{49CC9426-6CB1-4314-9F4A-8801E65A5475}"/>
              </a:ext>
            </a:extLst>
          </p:cNvPr>
          <p:cNvSpPr>
            <a:spLocks/>
          </p:cNvSpPr>
          <p:nvPr/>
        </p:nvSpPr>
        <p:spPr>
          <a:xfrm>
            <a:off x="3072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data_9704">
            <a:extLst>
              <a:ext uri="{FF2B5EF4-FFF2-40B4-BE49-F238E27FC236}">
                <a16:creationId xmlns:a16="http://schemas.microsoft.com/office/drawing/2014/main" id="{173250F3-A181-47FD-8864-3BB833E56324}"/>
              </a:ext>
            </a:extLst>
          </p:cNvPr>
          <p:cNvSpPr>
            <a:spLocks/>
          </p:cNvSpPr>
          <p:nvPr/>
        </p:nvSpPr>
        <p:spPr>
          <a:xfrm>
            <a:off x="30317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data_9705">
            <a:extLst>
              <a:ext uri="{FF2B5EF4-FFF2-40B4-BE49-F238E27FC236}">
                <a16:creationId xmlns:a16="http://schemas.microsoft.com/office/drawing/2014/main" id="{2AEFA3BF-BDC9-4EC4-9FD6-F1EF045B523E}"/>
              </a:ext>
            </a:extLst>
          </p:cNvPr>
          <p:cNvSpPr>
            <a:spLocks/>
          </p:cNvSpPr>
          <p:nvPr/>
        </p:nvSpPr>
        <p:spPr>
          <a:xfrm>
            <a:off x="30609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data_9706">
            <a:extLst>
              <a:ext uri="{FF2B5EF4-FFF2-40B4-BE49-F238E27FC236}">
                <a16:creationId xmlns:a16="http://schemas.microsoft.com/office/drawing/2014/main" id="{DDC2B531-EBC4-4400-9895-44C9004674B0}"/>
              </a:ext>
            </a:extLst>
          </p:cNvPr>
          <p:cNvSpPr>
            <a:spLocks/>
          </p:cNvSpPr>
          <p:nvPr/>
        </p:nvSpPr>
        <p:spPr>
          <a:xfrm>
            <a:off x="3044506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data_9707">
            <a:extLst>
              <a:ext uri="{FF2B5EF4-FFF2-40B4-BE49-F238E27FC236}">
                <a16:creationId xmlns:a16="http://schemas.microsoft.com/office/drawing/2014/main" id="{E2EA1D7C-1AB2-4EC1-ACBD-7665AD7434A0}"/>
              </a:ext>
            </a:extLst>
          </p:cNvPr>
          <p:cNvSpPr>
            <a:spLocks/>
          </p:cNvSpPr>
          <p:nvPr/>
        </p:nvSpPr>
        <p:spPr>
          <a:xfrm>
            <a:off x="3100794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data_9708">
            <a:extLst>
              <a:ext uri="{FF2B5EF4-FFF2-40B4-BE49-F238E27FC236}">
                <a16:creationId xmlns:a16="http://schemas.microsoft.com/office/drawing/2014/main" id="{1903C27F-3F6A-456D-8E18-9EC40A20FA73}"/>
              </a:ext>
            </a:extLst>
          </p:cNvPr>
          <p:cNvSpPr>
            <a:spLocks/>
          </p:cNvSpPr>
          <p:nvPr/>
        </p:nvSpPr>
        <p:spPr>
          <a:xfrm>
            <a:off x="30085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data_9709">
            <a:extLst>
              <a:ext uri="{FF2B5EF4-FFF2-40B4-BE49-F238E27FC236}">
                <a16:creationId xmlns:a16="http://schemas.microsoft.com/office/drawing/2014/main" id="{AC3D30C9-60AE-4E71-A273-B30F9853020F}"/>
              </a:ext>
            </a:extLst>
          </p:cNvPr>
          <p:cNvSpPr>
            <a:spLocks/>
          </p:cNvSpPr>
          <p:nvPr/>
        </p:nvSpPr>
        <p:spPr>
          <a:xfrm>
            <a:off x="30145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data_9710">
            <a:extLst>
              <a:ext uri="{FF2B5EF4-FFF2-40B4-BE49-F238E27FC236}">
                <a16:creationId xmlns:a16="http://schemas.microsoft.com/office/drawing/2014/main" id="{C7C6BC15-F409-42F9-87D0-2AC2D1F067EA}"/>
              </a:ext>
            </a:extLst>
          </p:cNvPr>
          <p:cNvSpPr>
            <a:spLocks/>
          </p:cNvSpPr>
          <p:nvPr/>
        </p:nvSpPr>
        <p:spPr>
          <a:xfrm>
            <a:off x="30687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data_9711">
            <a:extLst>
              <a:ext uri="{FF2B5EF4-FFF2-40B4-BE49-F238E27FC236}">
                <a16:creationId xmlns:a16="http://schemas.microsoft.com/office/drawing/2014/main" id="{A7641DD6-C81B-4519-BCD8-CEEDD7C5A168}"/>
              </a:ext>
            </a:extLst>
          </p:cNvPr>
          <p:cNvSpPr>
            <a:spLocks/>
          </p:cNvSpPr>
          <p:nvPr/>
        </p:nvSpPr>
        <p:spPr>
          <a:xfrm>
            <a:off x="30675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data_9712">
            <a:extLst>
              <a:ext uri="{FF2B5EF4-FFF2-40B4-BE49-F238E27FC236}">
                <a16:creationId xmlns:a16="http://schemas.microsoft.com/office/drawing/2014/main" id="{3B33254F-BFF0-49C2-B911-519193E19359}"/>
              </a:ext>
            </a:extLst>
          </p:cNvPr>
          <p:cNvSpPr>
            <a:spLocks/>
          </p:cNvSpPr>
          <p:nvPr/>
        </p:nvSpPr>
        <p:spPr>
          <a:xfrm>
            <a:off x="3109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data_9713">
            <a:extLst>
              <a:ext uri="{FF2B5EF4-FFF2-40B4-BE49-F238E27FC236}">
                <a16:creationId xmlns:a16="http://schemas.microsoft.com/office/drawing/2014/main" id="{7C07A4F1-0946-45E6-B06D-A3E26246344B}"/>
              </a:ext>
            </a:extLst>
          </p:cNvPr>
          <p:cNvSpPr>
            <a:spLocks/>
          </p:cNvSpPr>
          <p:nvPr/>
        </p:nvSpPr>
        <p:spPr>
          <a:xfrm>
            <a:off x="30902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data_9714">
            <a:extLst>
              <a:ext uri="{FF2B5EF4-FFF2-40B4-BE49-F238E27FC236}">
                <a16:creationId xmlns:a16="http://schemas.microsoft.com/office/drawing/2014/main" id="{196AF4AB-6BC5-4DCA-9F51-28C2FE24BEFC}"/>
              </a:ext>
            </a:extLst>
          </p:cNvPr>
          <p:cNvSpPr>
            <a:spLocks/>
          </p:cNvSpPr>
          <p:nvPr/>
        </p:nvSpPr>
        <p:spPr>
          <a:xfrm>
            <a:off x="30287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data_9715">
            <a:extLst>
              <a:ext uri="{FF2B5EF4-FFF2-40B4-BE49-F238E27FC236}">
                <a16:creationId xmlns:a16="http://schemas.microsoft.com/office/drawing/2014/main" id="{5C2CC189-1CA3-4E96-87EB-B370978827BF}"/>
              </a:ext>
            </a:extLst>
          </p:cNvPr>
          <p:cNvSpPr>
            <a:spLocks/>
          </p:cNvSpPr>
          <p:nvPr/>
        </p:nvSpPr>
        <p:spPr>
          <a:xfrm>
            <a:off x="309284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data_9716">
            <a:extLst>
              <a:ext uri="{FF2B5EF4-FFF2-40B4-BE49-F238E27FC236}">
                <a16:creationId xmlns:a16="http://schemas.microsoft.com/office/drawing/2014/main" id="{71E8AF7C-EB5A-43E5-9969-45A78944EA91}"/>
              </a:ext>
            </a:extLst>
          </p:cNvPr>
          <p:cNvSpPr>
            <a:spLocks/>
          </p:cNvSpPr>
          <p:nvPr/>
        </p:nvSpPr>
        <p:spPr>
          <a:xfrm>
            <a:off x="308229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data_9717">
            <a:extLst>
              <a:ext uri="{FF2B5EF4-FFF2-40B4-BE49-F238E27FC236}">
                <a16:creationId xmlns:a16="http://schemas.microsoft.com/office/drawing/2014/main" id="{5179D203-909A-409C-BD8B-A5F4DEDCB041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data_9718">
            <a:extLst>
              <a:ext uri="{FF2B5EF4-FFF2-40B4-BE49-F238E27FC236}">
                <a16:creationId xmlns:a16="http://schemas.microsoft.com/office/drawing/2014/main" id="{0ED9D77B-A2F6-4C80-B760-03044EDA0933}"/>
              </a:ext>
            </a:extLst>
          </p:cNvPr>
          <p:cNvSpPr>
            <a:spLocks/>
          </p:cNvSpPr>
          <p:nvPr/>
        </p:nvSpPr>
        <p:spPr>
          <a:xfrm>
            <a:off x="30632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data_9719">
            <a:extLst>
              <a:ext uri="{FF2B5EF4-FFF2-40B4-BE49-F238E27FC236}">
                <a16:creationId xmlns:a16="http://schemas.microsoft.com/office/drawing/2014/main" id="{81836D95-E9DA-4CF7-9FAA-948C15969C10}"/>
              </a:ext>
            </a:extLst>
          </p:cNvPr>
          <p:cNvSpPr>
            <a:spLocks/>
          </p:cNvSpPr>
          <p:nvPr/>
        </p:nvSpPr>
        <p:spPr>
          <a:xfrm>
            <a:off x="2995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data_9720">
            <a:extLst>
              <a:ext uri="{FF2B5EF4-FFF2-40B4-BE49-F238E27FC236}">
                <a16:creationId xmlns:a16="http://schemas.microsoft.com/office/drawing/2014/main" id="{146D3733-9776-4260-A0A2-62744D000FB0}"/>
              </a:ext>
            </a:extLst>
          </p:cNvPr>
          <p:cNvSpPr>
            <a:spLocks/>
          </p:cNvSpPr>
          <p:nvPr/>
        </p:nvSpPr>
        <p:spPr>
          <a:xfrm>
            <a:off x="3082813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data_9721">
            <a:extLst>
              <a:ext uri="{FF2B5EF4-FFF2-40B4-BE49-F238E27FC236}">
                <a16:creationId xmlns:a16="http://schemas.microsoft.com/office/drawing/2014/main" id="{F6ADDA41-11F7-4CC7-9167-05FE111C3961}"/>
              </a:ext>
            </a:extLst>
          </p:cNvPr>
          <p:cNvSpPr>
            <a:spLocks/>
          </p:cNvSpPr>
          <p:nvPr/>
        </p:nvSpPr>
        <p:spPr>
          <a:xfrm>
            <a:off x="3100013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data_9722">
            <a:extLst>
              <a:ext uri="{FF2B5EF4-FFF2-40B4-BE49-F238E27FC236}">
                <a16:creationId xmlns:a16="http://schemas.microsoft.com/office/drawing/2014/main" id="{2E3596CC-EF02-4D06-A60F-C34D6CFBFA39}"/>
              </a:ext>
            </a:extLst>
          </p:cNvPr>
          <p:cNvSpPr>
            <a:spLocks/>
          </p:cNvSpPr>
          <p:nvPr/>
        </p:nvSpPr>
        <p:spPr>
          <a:xfrm>
            <a:off x="30172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data_9723">
            <a:extLst>
              <a:ext uri="{FF2B5EF4-FFF2-40B4-BE49-F238E27FC236}">
                <a16:creationId xmlns:a16="http://schemas.microsoft.com/office/drawing/2014/main" id="{03C32F95-CB25-40AA-A505-D1D5EAA22EF9}"/>
              </a:ext>
            </a:extLst>
          </p:cNvPr>
          <p:cNvSpPr>
            <a:spLocks/>
          </p:cNvSpPr>
          <p:nvPr/>
        </p:nvSpPr>
        <p:spPr>
          <a:xfrm>
            <a:off x="30075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data_9724">
            <a:extLst>
              <a:ext uri="{FF2B5EF4-FFF2-40B4-BE49-F238E27FC236}">
                <a16:creationId xmlns:a16="http://schemas.microsoft.com/office/drawing/2014/main" id="{D272CFE9-D1EB-4647-8276-071EB326D4C0}"/>
              </a:ext>
            </a:extLst>
          </p:cNvPr>
          <p:cNvSpPr>
            <a:spLocks/>
          </p:cNvSpPr>
          <p:nvPr/>
        </p:nvSpPr>
        <p:spPr>
          <a:xfrm>
            <a:off x="308255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data_9725">
            <a:extLst>
              <a:ext uri="{FF2B5EF4-FFF2-40B4-BE49-F238E27FC236}">
                <a16:creationId xmlns:a16="http://schemas.microsoft.com/office/drawing/2014/main" id="{B1FDC7F5-F1D8-4080-BA54-C655DDBD131F}"/>
              </a:ext>
            </a:extLst>
          </p:cNvPr>
          <p:cNvSpPr>
            <a:spLocks/>
          </p:cNvSpPr>
          <p:nvPr/>
        </p:nvSpPr>
        <p:spPr>
          <a:xfrm>
            <a:off x="3116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data_9726">
            <a:extLst>
              <a:ext uri="{FF2B5EF4-FFF2-40B4-BE49-F238E27FC236}">
                <a16:creationId xmlns:a16="http://schemas.microsoft.com/office/drawing/2014/main" id="{6D9F9627-518E-4A91-B8F8-DC3092084051}"/>
              </a:ext>
            </a:extLst>
          </p:cNvPr>
          <p:cNvSpPr>
            <a:spLocks/>
          </p:cNvSpPr>
          <p:nvPr/>
        </p:nvSpPr>
        <p:spPr>
          <a:xfrm>
            <a:off x="31217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data_9727">
            <a:extLst>
              <a:ext uri="{FF2B5EF4-FFF2-40B4-BE49-F238E27FC236}">
                <a16:creationId xmlns:a16="http://schemas.microsoft.com/office/drawing/2014/main" id="{CD3B4AC4-4CAC-44C0-B346-C78C18F51751}"/>
              </a:ext>
            </a:extLst>
          </p:cNvPr>
          <p:cNvSpPr>
            <a:spLocks/>
          </p:cNvSpPr>
          <p:nvPr/>
        </p:nvSpPr>
        <p:spPr>
          <a:xfrm>
            <a:off x="30412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data_9728">
            <a:extLst>
              <a:ext uri="{FF2B5EF4-FFF2-40B4-BE49-F238E27FC236}">
                <a16:creationId xmlns:a16="http://schemas.microsoft.com/office/drawing/2014/main" id="{D8883D6C-19D5-4A74-A1EA-8CD2D1F009EB}"/>
              </a:ext>
            </a:extLst>
          </p:cNvPr>
          <p:cNvSpPr>
            <a:spLocks/>
          </p:cNvSpPr>
          <p:nvPr/>
        </p:nvSpPr>
        <p:spPr>
          <a:xfrm>
            <a:off x="308906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data_9729">
            <a:extLst>
              <a:ext uri="{FF2B5EF4-FFF2-40B4-BE49-F238E27FC236}">
                <a16:creationId xmlns:a16="http://schemas.microsoft.com/office/drawing/2014/main" id="{797C4270-0503-445B-ADB8-78855E99B06B}"/>
              </a:ext>
            </a:extLst>
          </p:cNvPr>
          <p:cNvSpPr>
            <a:spLocks/>
          </p:cNvSpPr>
          <p:nvPr/>
        </p:nvSpPr>
        <p:spPr>
          <a:xfrm>
            <a:off x="30989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data_9730">
            <a:extLst>
              <a:ext uri="{FF2B5EF4-FFF2-40B4-BE49-F238E27FC236}">
                <a16:creationId xmlns:a16="http://schemas.microsoft.com/office/drawing/2014/main" id="{DA05287E-7577-412A-A17E-3ECBD7B9DB6A}"/>
              </a:ext>
            </a:extLst>
          </p:cNvPr>
          <p:cNvSpPr>
            <a:spLocks/>
          </p:cNvSpPr>
          <p:nvPr/>
        </p:nvSpPr>
        <p:spPr>
          <a:xfrm>
            <a:off x="3114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data_9731">
            <a:extLst>
              <a:ext uri="{FF2B5EF4-FFF2-40B4-BE49-F238E27FC236}">
                <a16:creationId xmlns:a16="http://schemas.microsoft.com/office/drawing/2014/main" id="{AD2D354D-A01C-47AB-A691-D9EDC06D278F}"/>
              </a:ext>
            </a:extLst>
          </p:cNvPr>
          <p:cNvSpPr>
            <a:spLocks/>
          </p:cNvSpPr>
          <p:nvPr/>
        </p:nvSpPr>
        <p:spPr>
          <a:xfrm>
            <a:off x="31009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data_9732">
            <a:extLst>
              <a:ext uri="{FF2B5EF4-FFF2-40B4-BE49-F238E27FC236}">
                <a16:creationId xmlns:a16="http://schemas.microsoft.com/office/drawing/2014/main" id="{182F0BC0-0F09-476A-AF4F-234496E5F749}"/>
              </a:ext>
            </a:extLst>
          </p:cNvPr>
          <p:cNvSpPr>
            <a:spLocks/>
          </p:cNvSpPr>
          <p:nvPr/>
        </p:nvSpPr>
        <p:spPr>
          <a:xfrm>
            <a:off x="30812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data_9733">
            <a:extLst>
              <a:ext uri="{FF2B5EF4-FFF2-40B4-BE49-F238E27FC236}">
                <a16:creationId xmlns:a16="http://schemas.microsoft.com/office/drawing/2014/main" id="{520B6BD4-2584-4EAA-91F6-52A79DCFE797}"/>
              </a:ext>
            </a:extLst>
          </p:cNvPr>
          <p:cNvSpPr>
            <a:spLocks/>
          </p:cNvSpPr>
          <p:nvPr/>
        </p:nvSpPr>
        <p:spPr>
          <a:xfrm>
            <a:off x="30013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data_9734">
            <a:extLst>
              <a:ext uri="{FF2B5EF4-FFF2-40B4-BE49-F238E27FC236}">
                <a16:creationId xmlns:a16="http://schemas.microsoft.com/office/drawing/2014/main" id="{18613EC9-A2E5-4005-8917-3DB3841367D0}"/>
              </a:ext>
            </a:extLst>
          </p:cNvPr>
          <p:cNvSpPr>
            <a:spLocks/>
          </p:cNvSpPr>
          <p:nvPr/>
        </p:nvSpPr>
        <p:spPr>
          <a:xfrm>
            <a:off x="3014017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data_9735">
            <a:extLst>
              <a:ext uri="{FF2B5EF4-FFF2-40B4-BE49-F238E27FC236}">
                <a16:creationId xmlns:a16="http://schemas.microsoft.com/office/drawing/2014/main" id="{5EB49C45-F315-4041-BB37-D92726BD6DD1}"/>
              </a:ext>
            </a:extLst>
          </p:cNvPr>
          <p:cNvSpPr>
            <a:spLocks/>
          </p:cNvSpPr>
          <p:nvPr/>
        </p:nvSpPr>
        <p:spPr>
          <a:xfrm>
            <a:off x="30825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data_9736">
            <a:extLst>
              <a:ext uri="{FF2B5EF4-FFF2-40B4-BE49-F238E27FC236}">
                <a16:creationId xmlns:a16="http://schemas.microsoft.com/office/drawing/2014/main" id="{3AC6F7E0-FA31-4BBE-808E-85329BE01F0D}"/>
              </a:ext>
            </a:extLst>
          </p:cNvPr>
          <p:cNvSpPr>
            <a:spLocks/>
          </p:cNvSpPr>
          <p:nvPr/>
        </p:nvSpPr>
        <p:spPr>
          <a:xfrm>
            <a:off x="30693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data_9737">
            <a:extLst>
              <a:ext uri="{FF2B5EF4-FFF2-40B4-BE49-F238E27FC236}">
                <a16:creationId xmlns:a16="http://schemas.microsoft.com/office/drawing/2014/main" id="{3BADA9D7-919C-466A-B9A8-14E567F92AD0}"/>
              </a:ext>
            </a:extLst>
          </p:cNvPr>
          <p:cNvSpPr>
            <a:spLocks/>
          </p:cNvSpPr>
          <p:nvPr/>
        </p:nvSpPr>
        <p:spPr>
          <a:xfrm>
            <a:off x="3019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data_9738">
            <a:extLst>
              <a:ext uri="{FF2B5EF4-FFF2-40B4-BE49-F238E27FC236}">
                <a16:creationId xmlns:a16="http://schemas.microsoft.com/office/drawing/2014/main" id="{A36EB907-C5DA-4232-97F4-55B6D35A4BB6}"/>
              </a:ext>
            </a:extLst>
          </p:cNvPr>
          <p:cNvSpPr>
            <a:spLocks/>
          </p:cNvSpPr>
          <p:nvPr/>
        </p:nvSpPr>
        <p:spPr>
          <a:xfrm>
            <a:off x="30430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data_9739">
            <a:extLst>
              <a:ext uri="{FF2B5EF4-FFF2-40B4-BE49-F238E27FC236}">
                <a16:creationId xmlns:a16="http://schemas.microsoft.com/office/drawing/2014/main" id="{0C4F7DD9-163C-4B72-BBDE-6CB6FF877E51}"/>
              </a:ext>
            </a:extLst>
          </p:cNvPr>
          <p:cNvSpPr>
            <a:spLocks/>
          </p:cNvSpPr>
          <p:nvPr/>
        </p:nvSpPr>
        <p:spPr>
          <a:xfrm>
            <a:off x="299694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data_9740">
            <a:extLst>
              <a:ext uri="{FF2B5EF4-FFF2-40B4-BE49-F238E27FC236}">
                <a16:creationId xmlns:a16="http://schemas.microsoft.com/office/drawing/2014/main" id="{C3E1AAA4-A608-4A30-947A-E41DA5525CEC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3" name="data_9741">
            <a:extLst>
              <a:ext uri="{FF2B5EF4-FFF2-40B4-BE49-F238E27FC236}">
                <a16:creationId xmlns:a16="http://schemas.microsoft.com/office/drawing/2014/main" id="{2FC27004-90A4-4249-8F55-855B95653D02}"/>
              </a:ext>
            </a:extLst>
          </p:cNvPr>
          <p:cNvSpPr>
            <a:spLocks/>
          </p:cNvSpPr>
          <p:nvPr/>
        </p:nvSpPr>
        <p:spPr>
          <a:xfrm>
            <a:off x="1007269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4" name="text_9742">
            <a:extLst>
              <a:ext uri="{FF2B5EF4-FFF2-40B4-BE49-F238E27FC236}">
                <a16:creationId xmlns:a16="http://schemas.microsoft.com/office/drawing/2014/main" id="{4C8654BF-3890-470A-BDBF-CFAA51A8D15B}"/>
              </a:ext>
            </a:extLst>
          </p:cNvPr>
          <p:cNvSpPr>
            <a:spLocks/>
          </p:cNvSpPr>
          <p:nvPr/>
        </p:nvSpPr>
        <p:spPr>
          <a:xfrm>
            <a:off x="617111" y="4773801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9743">
            <a:extLst>
              <a:ext uri="{FF2B5EF4-FFF2-40B4-BE49-F238E27FC236}">
                <a16:creationId xmlns:a16="http://schemas.microsoft.com/office/drawing/2014/main" id="{E9EBAB65-996F-42F5-A11D-B6572E16B27F}"/>
              </a:ext>
            </a:extLst>
          </p:cNvPr>
          <p:cNvSpPr>
            <a:spLocks/>
          </p:cNvSpPr>
          <p:nvPr/>
        </p:nvSpPr>
        <p:spPr>
          <a:xfrm>
            <a:off x="1007269" y="4808505"/>
            <a:ext cx="1235599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9744">
            <a:extLst>
              <a:ext uri="{FF2B5EF4-FFF2-40B4-BE49-F238E27FC236}">
                <a16:creationId xmlns:a16="http://schemas.microsoft.com/office/drawing/2014/main" id="{07D425EB-F35E-4819-915B-B600B9AE0171}"/>
              </a:ext>
            </a:extLst>
          </p:cNvPr>
          <p:cNvSpPr>
            <a:spLocks/>
          </p:cNvSpPr>
          <p:nvPr/>
        </p:nvSpPr>
        <p:spPr>
          <a:xfrm>
            <a:off x="1027760" y="5650463"/>
            <a:ext cx="2049083" cy="1302473"/>
          </a:xfrm>
          <a:custGeom>
            <a:avLst/>
            <a:gdLst/>
            <a:ahLst/>
            <a:cxnLst/>
            <a:rect l="0" t="0" r="0" b="0"/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657" name="data_9745">
            <a:extLst>
              <a:ext uri="{FF2B5EF4-FFF2-40B4-BE49-F238E27FC236}">
                <a16:creationId xmlns:a16="http://schemas.microsoft.com/office/drawing/2014/main" id="{9674BFAF-80A8-407F-BD6A-1184998C590E}"/>
              </a:ext>
            </a:extLst>
          </p:cNvPr>
          <p:cNvSpPr>
            <a:spLocks/>
          </p:cNvSpPr>
          <p:nvPr/>
        </p:nvSpPr>
        <p:spPr>
          <a:xfrm>
            <a:off x="1027760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658" name="data_9746">
            <a:extLst>
              <a:ext uri="{FF2B5EF4-FFF2-40B4-BE49-F238E27FC236}">
                <a16:creationId xmlns:a16="http://schemas.microsoft.com/office/drawing/2014/main" id="{F25F4BB3-6A3B-433A-95FF-28982908FD5C}"/>
              </a:ext>
            </a:extLst>
          </p:cNvPr>
          <p:cNvSpPr>
            <a:spLocks/>
          </p:cNvSpPr>
          <p:nvPr/>
        </p:nvSpPr>
        <p:spPr>
          <a:xfrm>
            <a:off x="1339125" y="646088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59" name="data_9747">
            <a:extLst>
              <a:ext uri="{FF2B5EF4-FFF2-40B4-BE49-F238E27FC236}">
                <a16:creationId xmlns:a16="http://schemas.microsoft.com/office/drawing/2014/main" id="{68D1FCC9-B706-4D61-955F-054C41ADF09D}"/>
              </a:ext>
            </a:extLst>
          </p:cNvPr>
          <p:cNvSpPr>
            <a:spLocks/>
          </p:cNvSpPr>
          <p:nvPr/>
        </p:nvSpPr>
        <p:spPr>
          <a:xfrm>
            <a:off x="1680639" y="566962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0" name="data_9748">
            <a:extLst>
              <a:ext uri="{FF2B5EF4-FFF2-40B4-BE49-F238E27FC236}">
                <a16:creationId xmlns:a16="http://schemas.microsoft.com/office/drawing/2014/main" id="{E345AB8E-B49E-4546-907D-453BB0FAA08F}"/>
              </a:ext>
            </a:extLst>
          </p:cNvPr>
          <p:cNvSpPr>
            <a:spLocks/>
          </p:cNvSpPr>
          <p:nvPr/>
        </p:nvSpPr>
        <p:spPr>
          <a:xfrm>
            <a:off x="2363666" y="564158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1" name="data_9749">
            <a:extLst>
              <a:ext uri="{FF2B5EF4-FFF2-40B4-BE49-F238E27FC236}">
                <a16:creationId xmlns:a16="http://schemas.microsoft.com/office/drawing/2014/main" id="{4A4FB95B-E128-45BC-A0A4-6E47A6CC2110}"/>
              </a:ext>
            </a:extLst>
          </p:cNvPr>
          <p:cNvSpPr>
            <a:spLocks/>
          </p:cNvSpPr>
          <p:nvPr/>
        </p:nvSpPr>
        <p:spPr>
          <a:xfrm>
            <a:off x="3046694" y="56203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2" name="data_9750">
            <a:extLst>
              <a:ext uri="{FF2B5EF4-FFF2-40B4-BE49-F238E27FC236}">
                <a16:creationId xmlns:a16="http://schemas.microsoft.com/office/drawing/2014/main" id="{E9F1367B-9468-4A90-91F8-701A561AAE4D}"/>
              </a:ext>
            </a:extLst>
          </p:cNvPr>
          <p:cNvSpPr>
            <a:spLocks/>
          </p:cNvSpPr>
          <p:nvPr/>
        </p:nvSpPr>
        <p:spPr>
          <a:xfrm>
            <a:off x="1319113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3" name="data_9751">
            <a:extLst>
              <a:ext uri="{FF2B5EF4-FFF2-40B4-BE49-F238E27FC236}">
                <a16:creationId xmlns:a16="http://schemas.microsoft.com/office/drawing/2014/main" id="{8C2D0B52-00B0-4C21-AD30-7D4BEAAB332D}"/>
              </a:ext>
            </a:extLst>
          </p:cNvPr>
          <p:cNvSpPr>
            <a:spLocks/>
          </p:cNvSpPr>
          <p:nvPr/>
        </p:nvSpPr>
        <p:spPr>
          <a:xfrm>
            <a:off x="1660627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4" name="data_9752">
            <a:extLst>
              <a:ext uri="{FF2B5EF4-FFF2-40B4-BE49-F238E27FC236}">
                <a16:creationId xmlns:a16="http://schemas.microsoft.com/office/drawing/2014/main" id="{2DD03F0C-1762-46F9-92E0-0199C72B92FD}"/>
              </a:ext>
            </a:extLst>
          </p:cNvPr>
          <p:cNvSpPr>
            <a:spLocks/>
          </p:cNvSpPr>
          <p:nvPr/>
        </p:nvSpPr>
        <p:spPr>
          <a:xfrm>
            <a:off x="2343654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5" name="data_9753">
            <a:extLst>
              <a:ext uri="{FF2B5EF4-FFF2-40B4-BE49-F238E27FC236}">
                <a16:creationId xmlns:a16="http://schemas.microsoft.com/office/drawing/2014/main" id="{E969E949-B280-418C-AD53-B0683C70406F}"/>
              </a:ext>
            </a:extLst>
          </p:cNvPr>
          <p:cNvSpPr>
            <a:spLocks/>
          </p:cNvSpPr>
          <p:nvPr/>
        </p:nvSpPr>
        <p:spPr>
          <a:xfrm>
            <a:off x="3026682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6" name="data_9754">
            <a:extLst>
              <a:ext uri="{FF2B5EF4-FFF2-40B4-BE49-F238E27FC236}">
                <a16:creationId xmlns:a16="http://schemas.microsoft.com/office/drawing/2014/main" id="{7BEAACAA-3ACE-498D-833B-27014316C39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data_9755">
            <a:extLst>
              <a:ext uri="{FF2B5EF4-FFF2-40B4-BE49-F238E27FC236}">
                <a16:creationId xmlns:a16="http://schemas.microsoft.com/office/drawing/2014/main" id="{95FEF852-8FB8-4D89-8241-29B457110EED}"/>
              </a:ext>
            </a:extLst>
          </p:cNvPr>
          <p:cNvSpPr>
            <a:spLocks/>
          </p:cNvSpPr>
          <p:nvPr/>
        </p:nvSpPr>
        <p:spPr>
          <a:xfrm>
            <a:off x="4245913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9756">
            <a:extLst>
              <a:ext uri="{FF2B5EF4-FFF2-40B4-BE49-F238E27FC236}">
                <a16:creationId xmlns:a16="http://schemas.microsoft.com/office/drawing/2014/main" id="{44487D43-8AAF-4333-80CE-6B0CD1E3C7F8}"/>
              </a:ext>
            </a:extLst>
          </p:cNvPr>
          <p:cNvSpPr>
            <a:spLocks/>
          </p:cNvSpPr>
          <p:nvPr/>
        </p:nvSpPr>
        <p:spPr>
          <a:xfrm>
            <a:off x="4587426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9757">
            <a:extLst>
              <a:ext uri="{FF2B5EF4-FFF2-40B4-BE49-F238E27FC236}">
                <a16:creationId xmlns:a16="http://schemas.microsoft.com/office/drawing/2014/main" id="{28EA0F94-55A8-4FB4-9E2C-3167220A2355}"/>
              </a:ext>
            </a:extLst>
          </p:cNvPr>
          <p:cNvSpPr>
            <a:spLocks/>
          </p:cNvSpPr>
          <p:nvPr/>
        </p:nvSpPr>
        <p:spPr>
          <a:xfrm>
            <a:off x="527045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9758">
            <a:extLst>
              <a:ext uri="{FF2B5EF4-FFF2-40B4-BE49-F238E27FC236}">
                <a16:creationId xmlns:a16="http://schemas.microsoft.com/office/drawing/2014/main" id="{83AFAB41-B5A1-461C-AAD8-F0EFA07E48DD}"/>
              </a:ext>
            </a:extLst>
          </p:cNvPr>
          <p:cNvSpPr>
            <a:spLocks/>
          </p:cNvSpPr>
          <p:nvPr/>
        </p:nvSpPr>
        <p:spPr>
          <a:xfrm>
            <a:off x="5953482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9759">
            <a:extLst>
              <a:ext uri="{FF2B5EF4-FFF2-40B4-BE49-F238E27FC236}">
                <a16:creationId xmlns:a16="http://schemas.microsoft.com/office/drawing/2014/main" id="{1D2B92D5-1532-44AA-A16D-328B2D34C076}"/>
              </a:ext>
            </a:extLst>
          </p:cNvPr>
          <p:cNvSpPr>
            <a:spLocks/>
          </p:cNvSpPr>
          <p:nvPr/>
        </p:nvSpPr>
        <p:spPr>
          <a:xfrm>
            <a:off x="399319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2" name="text_9760">
            <a:extLst>
              <a:ext uri="{FF2B5EF4-FFF2-40B4-BE49-F238E27FC236}">
                <a16:creationId xmlns:a16="http://schemas.microsoft.com/office/drawing/2014/main" id="{E9DDFE20-5112-4C34-917D-C9B105672D89}"/>
              </a:ext>
            </a:extLst>
          </p:cNvPr>
          <p:cNvSpPr>
            <a:spLocks/>
          </p:cNvSpPr>
          <p:nvPr/>
        </p:nvSpPr>
        <p:spPr>
          <a:xfrm>
            <a:off x="3960374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9761">
            <a:extLst>
              <a:ext uri="{FF2B5EF4-FFF2-40B4-BE49-F238E27FC236}">
                <a16:creationId xmlns:a16="http://schemas.microsoft.com/office/drawing/2014/main" id="{1140139D-0447-406C-9D5B-FC8A0B40710C}"/>
              </a:ext>
            </a:extLst>
          </p:cNvPr>
          <p:cNvSpPr>
            <a:spLocks/>
          </p:cNvSpPr>
          <p:nvPr/>
        </p:nvSpPr>
        <p:spPr>
          <a:xfrm>
            <a:off x="4334706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4" name="text_9762">
            <a:extLst>
              <a:ext uri="{FF2B5EF4-FFF2-40B4-BE49-F238E27FC236}">
                <a16:creationId xmlns:a16="http://schemas.microsoft.com/office/drawing/2014/main" id="{BF84E54C-DAAD-4B2C-8402-C3A03B4397CB}"/>
              </a:ext>
            </a:extLst>
          </p:cNvPr>
          <p:cNvSpPr>
            <a:spLocks/>
          </p:cNvSpPr>
          <p:nvPr/>
        </p:nvSpPr>
        <p:spPr>
          <a:xfrm>
            <a:off x="4269069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9763">
            <a:extLst>
              <a:ext uri="{FF2B5EF4-FFF2-40B4-BE49-F238E27FC236}">
                <a16:creationId xmlns:a16="http://schemas.microsoft.com/office/drawing/2014/main" id="{995A2D56-AE14-4949-A870-8CA0C8F7377E}"/>
              </a:ext>
            </a:extLst>
          </p:cNvPr>
          <p:cNvSpPr>
            <a:spLocks/>
          </p:cNvSpPr>
          <p:nvPr/>
        </p:nvSpPr>
        <p:spPr>
          <a:xfrm>
            <a:off x="467622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6" name="text_9764">
            <a:extLst>
              <a:ext uri="{FF2B5EF4-FFF2-40B4-BE49-F238E27FC236}">
                <a16:creationId xmlns:a16="http://schemas.microsoft.com/office/drawing/2014/main" id="{5A586E4C-B6DB-4D15-9F81-CA33447DC18A}"/>
              </a:ext>
            </a:extLst>
          </p:cNvPr>
          <p:cNvSpPr>
            <a:spLocks/>
          </p:cNvSpPr>
          <p:nvPr/>
        </p:nvSpPr>
        <p:spPr>
          <a:xfrm>
            <a:off x="457776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9765">
            <a:extLst>
              <a:ext uri="{FF2B5EF4-FFF2-40B4-BE49-F238E27FC236}">
                <a16:creationId xmlns:a16="http://schemas.microsoft.com/office/drawing/2014/main" id="{0795817D-24C2-4C05-BE52-19E6950EFEA9}"/>
              </a:ext>
            </a:extLst>
          </p:cNvPr>
          <p:cNvSpPr>
            <a:spLocks/>
          </p:cNvSpPr>
          <p:nvPr/>
        </p:nvSpPr>
        <p:spPr>
          <a:xfrm>
            <a:off x="535924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8" name="text_9766">
            <a:extLst>
              <a:ext uri="{FF2B5EF4-FFF2-40B4-BE49-F238E27FC236}">
                <a16:creationId xmlns:a16="http://schemas.microsoft.com/office/drawing/2014/main" id="{66CDF020-D395-4203-AA07-527E8EA1BB91}"/>
              </a:ext>
            </a:extLst>
          </p:cNvPr>
          <p:cNvSpPr>
            <a:spLocks/>
          </p:cNvSpPr>
          <p:nvPr/>
        </p:nvSpPr>
        <p:spPr>
          <a:xfrm>
            <a:off x="526079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9767">
            <a:extLst>
              <a:ext uri="{FF2B5EF4-FFF2-40B4-BE49-F238E27FC236}">
                <a16:creationId xmlns:a16="http://schemas.microsoft.com/office/drawing/2014/main" id="{51049343-20BC-4604-BD9F-EE410A2E77A6}"/>
              </a:ext>
            </a:extLst>
          </p:cNvPr>
          <p:cNvSpPr>
            <a:spLocks/>
          </p:cNvSpPr>
          <p:nvPr/>
        </p:nvSpPr>
        <p:spPr>
          <a:xfrm>
            <a:off x="604227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0" name="text_9768">
            <a:extLst>
              <a:ext uri="{FF2B5EF4-FFF2-40B4-BE49-F238E27FC236}">
                <a16:creationId xmlns:a16="http://schemas.microsoft.com/office/drawing/2014/main" id="{B7C9C02C-6251-4E2A-A4F2-21F9A0C723DC}"/>
              </a:ext>
            </a:extLst>
          </p:cNvPr>
          <p:cNvSpPr>
            <a:spLocks/>
          </p:cNvSpPr>
          <p:nvPr/>
        </p:nvSpPr>
        <p:spPr>
          <a:xfrm>
            <a:off x="5943820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9769">
            <a:extLst>
              <a:ext uri="{FF2B5EF4-FFF2-40B4-BE49-F238E27FC236}">
                <a16:creationId xmlns:a16="http://schemas.microsoft.com/office/drawing/2014/main" id="{9DC54544-A55E-4752-9B7D-7549C7590C00}"/>
              </a:ext>
            </a:extLst>
          </p:cNvPr>
          <p:cNvSpPr>
            <a:spLocks/>
          </p:cNvSpPr>
          <p:nvPr/>
        </p:nvSpPr>
        <p:spPr>
          <a:xfrm>
            <a:off x="4337467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9770">
            <a:extLst>
              <a:ext uri="{FF2B5EF4-FFF2-40B4-BE49-F238E27FC236}">
                <a16:creationId xmlns:a16="http://schemas.microsoft.com/office/drawing/2014/main" id="{5AE01257-9251-4223-BDE9-3A0DD2375D9D}"/>
              </a:ext>
            </a:extLst>
          </p:cNvPr>
          <p:cNvSpPr>
            <a:spLocks/>
          </p:cNvSpPr>
          <p:nvPr/>
        </p:nvSpPr>
        <p:spPr>
          <a:xfrm>
            <a:off x="3972701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3" name="data_9771">
            <a:extLst>
              <a:ext uri="{FF2B5EF4-FFF2-40B4-BE49-F238E27FC236}">
                <a16:creationId xmlns:a16="http://schemas.microsoft.com/office/drawing/2014/main" id="{B787E6AD-404C-46E8-9250-F5D50A7BDFF9}"/>
              </a:ext>
            </a:extLst>
          </p:cNvPr>
          <p:cNvSpPr>
            <a:spLocks/>
          </p:cNvSpPr>
          <p:nvPr/>
        </p:nvSpPr>
        <p:spPr>
          <a:xfrm>
            <a:off x="3919498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4" name="text_9772">
            <a:extLst>
              <a:ext uri="{FF2B5EF4-FFF2-40B4-BE49-F238E27FC236}">
                <a16:creationId xmlns:a16="http://schemas.microsoft.com/office/drawing/2014/main" id="{18635123-B2D3-4285-A2D5-630263CE8D9F}"/>
              </a:ext>
            </a:extLst>
          </p:cNvPr>
          <p:cNvSpPr>
            <a:spLocks/>
          </p:cNvSpPr>
          <p:nvPr/>
        </p:nvSpPr>
        <p:spPr>
          <a:xfrm>
            <a:off x="3800658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9773">
            <a:extLst>
              <a:ext uri="{FF2B5EF4-FFF2-40B4-BE49-F238E27FC236}">
                <a16:creationId xmlns:a16="http://schemas.microsoft.com/office/drawing/2014/main" id="{60C25E79-791F-4669-A906-314836AEBA49}"/>
              </a:ext>
            </a:extLst>
          </p:cNvPr>
          <p:cNvSpPr>
            <a:spLocks/>
          </p:cNvSpPr>
          <p:nvPr/>
        </p:nvSpPr>
        <p:spPr>
          <a:xfrm>
            <a:off x="3972701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6" name="data_9774">
            <a:extLst>
              <a:ext uri="{FF2B5EF4-FFF2-40B4-BE49-F238E27FC236}">
                <a16:creationId xmlns:a16="http://schemas.microsoft.com/office/drawing/2014/main" id="{179BC338-9920-4034-8DFA-B63E34F0BA4E}"/>
              </a:ext>
            </a:extLst>
          </p:cNvPr>
          <p:cNvSpPr>
            <a:spLocks/>
          </p:cNvSpPr>
          <p:nvPr/>
        </p:nvSpPr>
        <p:spPr>
          <a:xfrm>
            <a:off x="3919498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7" name="text_9775">
            <a:extLst>
              <a:ext uri="{FF2B5EF4-FFF2-40B4-BE49-F238E27FC236}">
                <a16:creationId xmlns:a16="http://schemas.microsoft.com/office/drawing/2014/main" id="{A8DB8034-BF88-4B1A-8E9F-B3F9CCA5F68A}"/>
              </a:ext>
            </a:extLst>
          </p:cNvPr>
          <p:cNvSpPr>
            <a:spLocks/>
          </p:cNvSpPr>
          <p:nvPr/>
        </p:nvSpPr>
        <p:spPr>
          <a:xfrm>
            <a:off x="3735021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9776">
            <a:extLst>
              <a:ext uri="{FF2B5EF4-FFF2-40B4-BE49-F238E27FC236}">
                <a16:creationId xmlns:a16="http://schemas.microsoft.com/office/drawing/2014/main" id="{1A876254-DAC1-4D0B-AA9C-7A38CAFB8D71}"/>
              </a:ext>
            </a:extLst>
          </p:cNvPr>
          <p:cNvSpPr>
            <a:spLocks/>
          </p:cNvSpPr>
          <p:nvPr/>
        </p:nvSpPr>
        <p:spPr>
          <a:xfrm>
            <a:off x="3972701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9" name="data_9777">
            <a:extLst>
              <a:ext uri="{FF2B5EF4-FFF2-40B4-BE49-F238E27FC236}">
                <a16:creationId xmlns:a16="http://schemas.microsoft.com/office/drawing/2014/main" id="{54993835-92D7-4986-9CE2-DA609CCD7647}"/>
              </a:ext>
            </a:extLst>
          </p:cNvPr>
          <p:cNvSpPr>
            <a:spLocks/>
          </p:cNvSpPr>
          <p:nvPr/>
        </p:nvSpPr>
        <p:spPr>
          <a:xfrm>
            <a:off x="3919498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90" name="text_9778">
            <a:extLst>
              <a:ext uri="{FF2B5EF4-FFF2-40B4-BE49-F238E27FC236}">
                <a16:creationId xmlns:a16="http://schemas.microsoft.com/office/drawing/2014/main" id="{884419D6-9D36-4A1B-95F4-EBA7BBCEF3DC}"/>
              </a:ext>
            </a:extLst>
          </p:cNvPr>
          <p:cNvSpPr>
            <a:spLocks/>
          </p:cNvSpPr>
          <p:nvPr/>
        </p:nvSpPr>
        <p:spPr>
          <a:xfrm>
            <a:off x="3669384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9779">
            <a:extLst>
              <a:ext uri="{FF2B5EF4-FFF2-40B4-BE49-F238E27FC236}">
                <a16:creationId xmlns:a16="http://schemas.microsoft.com/office/drawing/2014/main" id="{1125B355-87E4-400C-9C3F-03D3E4E8302B}"/>
              </a:ext>
            </a:extLst>
          </p:cNvPr>
          <p:cNvSpPr>
            <a:spLocks/>
          </p:cNvSpPr>
          <p:nvPr/>
        </p:nvSpPr>
        <p:spPr>
          <a:xfrm>
            <a:off x="427852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data_9780">
            <a:extLst>
              <a:ext uri="{FF2B5EF4-FFF2-40B4-BE49-F238E27FC236}">
                <a16:creationId xmlns:a16="http://schemas.microsoft.com/office/drawing/2014/main" id="{0A3C9009-9540-484A-82F0-9AB96F4FF8CC}"/>
              </a:ext>
            </a:extLst>
          </p:cNvPr>
          <p:cNvSpPr>
            <a:spLocks/>
          </p:cNvSpPr>
          <p:nvPr/>
        </p:nvSpPr>
        <p:spPr>
          <a:xfrm>
            <a:off x="43619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data_9781">
            <a:extLst>
              <a:ext uri="{FF2B5EF4-FFF2-40B4-BE49-F238E27FC236}">
                <a16:creationId xmlns:a16="http://schemas.microsoft.com/office/drawing/2014/main" id="{4866C403-A02E-429B-83A3-BB413EFC9796}"/>
              </a:ext>
            </a:extLst>
          </p:cNvPr>
          <p:cNvSpPr>
            <a:spLocks/>
          </p:cNvSpPr>
          <p:nvPr/>
        </p:nvSpPr>
        <p:spPr>
          <a:xfrm>
            <a:off x="42511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data_9782">
            <a:extLst>
              <a:ext uri="{FF2B5EF4-FFF2-40B4-BE49-F238E27FC236}">
                <a16:creationId xmlns:a16="http://schemas.microsoft.com/office/drawing/2014/main" id="{CF3C6B2A-BD35-4566-8264-46C404542889}"/>
              </a:ext>
            </a:extLst>
          </p:cNvPr>
          <p:cNvSpPr>
            <a:spLocks/>
          </p:cNvSpPr>
          <p:nvPr/>
        </p:nvSpPr>
        <p:spPr>
          <a:xfrm>
            <a:off x="43514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data_9783">
            <a:extLst>
              <a:ext uri="{FF2B5EF4-FFF2-40B4-BE49-F238E27FC236}">
                <a16:creationId xmlns:a16="http://schemas.microsoft.com/office/drawing/2014/main" id="{9A2FC38C-513D-48E3-B939-19AF35FAC027}"/>
              </a:ext>
            </a:extLst>
          </p:cNvPr>
          <p:cNvSpPr>
            <a:spLocks/>
          </p:cNvSpPr>
          <p:nvPr/>
        </p:nvSpPr>
        <p:spPr>
          <a:xfrm>
            <a:off x="4299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data_9784">
            <a:extLst>
              <a:ext uri="{FF2B5EF4-FFF2-40B4-BE49-F238E27FC236}">
                <a16:creationId xmlns:a16="http://schemas.microsoft.com/office/drawing/2014/main" id="{D876D823-3091-4621-B93F-DED280281276}"/>
              </a:ext>
            </a:extLst>
          </p:cNvPr>
          <p:cNvSpPr>
            <a:spLocks/>
          </p:cNvSpPr>
          <p:nvPr/>
        </p:nvSpPr>
        <p:spPr>
          <a:xfrm>
            <a:off x="43711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data_9785">
            <a:extLst>
              <a:ext uri="{FF2B5EF4-FFF2-40B4-BE49-F238E27FC236}">
                <a16:creationId xmlns:a16="http://schemas.microsoft.com/office/drawing/2014/main" id="{DEC2279F-DB43-4120-8454-2D9589B6D416}"/>
              </a:ext>
            </a:extLst>
          </p:cNvPr>
          <p:cNvSpPr>
            <a:spLocks/>
          </p:cNvSpPr>
          <p:nvPr/>
        </p:nvSpPr>
        <p:spPr>
          <a:xfrm>
            <a:off x="42783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data_9786">
            <a:extLst>
              <a:ext uri="{FF2B5EF4-FFF2-40B4-BE49-F238E27FC236}">
                <a16:creationId xmlns:a16="http://schemas.microsoft.com/office/drawing/2014/main" id="{3D0C4B5D-D33E-4C22-A29F-D2C548F631B3}"/>
              </a:ext>
            </a:extLst>
          </p:cNvPr>
          <p:cNvSpPr>
            <a:spLocks/>
          </p:cNvSpPr>
          <p:nvPr/>
        </p:nvSpPr>
        <p:spPr>
          <a:xfrm>
            <a:off x="4341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data_9787">
            <a:extLst>
              <a:ext uri="{FF2B5EF4-FFF2-40B4-BE49-F238E27FC236}">
                <a16:creationId xmlns:a16="http://schemas.microsoft.com/office/drawing/2014/main" id="{0294593F-9532-4EC0-9870-CBDAA0511D72}"/>
              </a:ext>
            </a:extLst>
          </p:cNvPr>
          <p:cNvSpPr>
            <a:spLocks/>
          </p:cNvSpPr>
          <p:nvPr/>
        </p:nvSpPr>
        <p:spPr>
          <a:xfrm>
            <a:off x="4255724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data_9788">
            <a:extLst>
              <a:ext uri="{FF2B5EF4-FFF2-40B4-BE49-F238E27FC236}">
                <a16:creationId xmlns:a16="http://schemas.microsoft.com/office/drawing/2014/main" id="{C44C5796-03AE-4458-9FBF-0D96D0FEC95C}"/>
              </a:ext>
            </a:extLst>
          </p:cNvPr>
          <p:cNvSpPr>
            <a:spLocks/>
          </p:cNvSpPr>
          <p:nvPr/>
        </p:nvSpPr>
        <p:spPr>
          <a:xfrm>
            <a:off x="4283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data_9789">
            <a:extLst>
              <a:ext uri="{FF2B5EF4-FFF2-40B4-BE49-F238E27FC236}">
                <a16:creationId xmlns:a16="http://schemas.microsoft.com/office/drawing/2014/main" id="{8A501399-5BD9-4E05-9CB0-8DE3535090FC}"/>
              </a:ext>
            </a:extLst>
          </p:cNvPr>
          <p:cNvSpPr>
            <a:spLocks/>
          </p:cNvSpPr>
          <p:nvPr/>
        </p:nvSpPr>
        <p:spPr>
          <a:xfrm>
            <a:off x="425546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data_9790">
            <a:extLst>
              <a:ext uri="{FF2B5EF4-FFF2-40B4-BE49-F238E27FC236}">
                <a16:creationId xmlns:a16="http://schemas.microsoft.com/office/drawing/2014/main" id="{D882C500-69AA-4FDB-8DBA-05E8915EBD4B}"/>
              </a:ext>
            </a:extLst>
          </p:cNvPr>
          <p:cNvSpPr>
            <a:spLocks/>
          </p:cNvSpPr>
          <p:nvPr/>
        </p:nvSpPr>
        <p:spPr>
          <a:xfrm>
            <a:off x="43290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data_9791">
            <a:extLst>
              <a:ext uri="{FF2B5EF4-FFF2-40B4-BE49-F238E27FC236}">
                <a16:creationId xmlns:a16="http://schemas.microsoft.com/office/drawing/2014/main" id="{F99C00E2-4B4C-4E71-BB15-70C0838865B0}"/>
              </a:ext>
            </a:extLst>
          </p:cNvPr>
          <p:cNvSpPr>
            <a:spLocks/>
          </p:cNvSpPr>
          <p:nvPr/>
        </p:nvSpPr>
        <p:spPr>
          <a:xfrm>
            <a:off x="4273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data_9792">
            <a:extLst>
              <a:ext uri="{FF2B5EF4-FFF2-40B4-BE49-F238E27FC236}">
                <a16:creationId xmlns:a16="http://schemas.microsoft.com/office/drawing/2014/main" id="{46F66F40-3DA8-4CF2-89B6-0FE945C618D7}"/>
              </a:ext>
            </a:extLst>
          </p:cNvPr>
          <p:cNvSpPr>
            <a:spLocks/>
          </p:cNvSpPr>
          <p:nvPr/>
        </p:nvSpPr>
        <p:spPr>
          <a:xfrm>
            <a:off x="4312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data_9793">
            <a:extLst>
              <a:ext uri="{FF2B5EF4-FFF2-40B4-BE49-F238E27FC236}">
                <a16:creationId xmlns:a16="http://schemas.microsoft.com/office/drawing/2014/main" id="{EDEAE6F3-59D8-4944-A5A7-5904563A100E}"/>
              </a:ext>
            </a:extLst>
          </p:cNvPr>
          <p:cNvSpPr>
            <a:spLocks/>
          </p:cNvSpPr>
          <p:nvPr/>
        </p:nvSpPr>
        <p:spPr>
          <a:xfrm>
            <a:off x="4298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data_9794">
            <a:extLst>
              <a:ext uri="{FF2B5EF4-FFF2-40B4-BE49-F238E27FC236}">
                <a16:creationId xmlns:a16="http://schemas.microsoft.com/office/drawing/2014/main" id="{140591FF-BABA-443B-91F3-0B32F4AF8536}"/>
              </a:ext>
            </a:extLst>
          </p:cNvPr>
          <p:cNvSpPr>
            <a:spLocks/>
          </p:cNvSpPr>
          <p:nvPr/>
        </p:nvSpPr>
        <p:spPr>
          <a:xfrm>
            <a:off x="428543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data_9795">
            <a:extLst>
              <a:ext uri="{FF2B5EF4-FFF2-40B4-BE49-F238E27FC236}">
                <a16:creationId xmlns:a16="http://schemas.microsoft.com/office/drawing/2014/main" id="{45BDD908-9686-4DB8-84A9-4CEDBF3EFA5F}"/>
              </a:ext>
            </a:extLst>
          </p:cNvPr>
          <p:cNvSpPr>
            <a:spLocks/>
          </p:cNvSpPr>
          <p:nvPr/>
        </p:nvSpPr>
        <p:spPr>
          <a:xfrm>
            <a:off x="42550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data_9796">
            <a:extLst>
              <a:ext uri="{FF2B5EF4-FFF2-40B4-BE49-F238E27FC236}">
                <a16:creationId xmlns:a16="http://schemas.microsoft.com/office/drawing/2014/main" id="{9B06401F-52DE-435C-A56E-71CE88AEF79F}"/>
              </a:ext>
            </a:extLst>
          </p:cNvPr>
          <p:cNvSpPr>
            <a:spLocks/>
          </p:cNvSpPr>
          <p:nvPr/>
        </p:nvSpPr>
        <p:spPr>
          <a:xfrm>
            <a:off x="437207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data_9797">
            <a:extLst>
              <a:ext uri="{FF2B5EF4-FFF2-40B4-BE49-F238E27FC236}">
                <a16:creationId xmlns:a16="http://schemas.microsoft.com/office/drawing/2014/main" id="{404427D4-5EA9-4CF7-BB80-303B4A808F20}"/>
              </a:ext>
            </a:extLst>
          </p:cNvPr>
          <p:cNvSpPr>
            <a:spLocks/>
          </p:cNvSpPr>
          <p:nvPr/>
        </p:nvSpPr>
        <p:spPr>
          <a:xfrm>
            <a:off x="42568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data_9798">
            <a:extLst>
              <a:ext uri="{FF2B5EF4-FFF2-40B4-BE49-F238E27FC236}">
                <a16:creationId xmlns:a16="http://schemas.microsoft.com/office/drawing/2014/main" id="{9D2B4C54-E0CA-42EF-9D1F-3393D7CB02B5}"/>
              </a:ext>
            </a:extLst>
          </p:cNvPr>
          <p:cNvSpPr>
            <a:spLocks/>
          </p:cNvSpPr>
          <p:nvPr/>
        </p:nvSpPr>
        <p:spPr>
          <a:xfrm>
            <a:off x="4362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data_9799">
            <a:extLst>
              <a:ext uri="{FF2B5EF4-FFF2-40B4-BE49-F238E27FC236}">
                <a16:creationId xmlns:a16="http://schemas.microsoft.com/office/drawing/2014/main" id="{B3582C22-ACD7-4C26-A3CD-FF52DD3C60E5}"/>
              </a:ext>
            </a:extLst>
          </p:cNvPr>
          <p:cNvSpPr>
            <a:spLocks/>
          </p:cNvSpPr>
          <p:nvPr/>
        </p:nvSpPr>
        <p:spPr>
          <a:xfrm>
            <a:off x="43002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data_9800">
            <a:extLst>
              <a:ext uri="{FF2B5EF4-FFF2-40B4-BE49-F238E27FC236}">
                <a16:creationId xmlns:a16="http://schemas.microsoft.com/office/drawing/2014/main" id="{96C7F573-191E-4B3B-A1D9-7E24DF1B1939}"/>
              </a:ext>
            </a:extLst>
          </p:cNvPr>
          <p:cNvSpPr>
            <a:spLocks/>
          </p:cNvSpPr>
          <p:nvPr/>
        </p:nvSpPr>
        <p:spPr>
          <a:xfrm>
            <a:off x="43774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data_9801">
            <a:extLst>
              <a:ext uri="{FF2B5EF4-FFF2-40B4-BE49-F238E27FC236}">
                <a16:creationId xmlns:a16="http://schemas.microsoft.com/office/drawing/2014/main" id="{8ADD493D-60D8-4CB9-8D06-9ACEEF591B05}"/>
              </a:ext>
            </a:extLst>
          </p:cNvPr>
          <p:cNvSpPr>
            <a:spLocks/>
          </p:cNvSpPr>
          <p:nvPr/>
        </p:nvSpPr>
        <p:spPr>
          <a:xfrm>
            <a:off x="433663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data_9802">
            <a:extLst>
              <a:ext uri="{FF2B5EF4-FFF2-40B4-BE49-F238E27FC236}">
                <a16:creationId xmlns:a16="http://schemas.microsoft.com/office/drawing/2014/main" id="{5EED2B30-8A76-4DB0-B6F7-34C91403B521}"/>
              </a:ext>
            </a:extLst>
          </p:cNvPr>
          <p:cNvSpPr>
            <a:spLocks/>
          </p:cNvSpPr>
          <p:nvPr/>
        </p:nvSpPr>
        <p:spPr>
          <a:xfrm>
            <a:off x="4345498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data_9803">
            <a:extLst>
              <a:ext uri="{FF2B5EF4-FFF2-40B4-BE49-F238E27FC236}">
                <a16:creationId xmlns:a16="http://schemas.microsoft.com/office/drawing/2014/main" id="{37172A6E-F109-41DC-B976-ED2E92D61B58}"/>
              </a:ext>
            </a:extLst>
          </p:cNvPr>
          <p:cNvSpPr>
            <a:spLocks/>
          </p:cNvSpPr>
          <p:nvPr/>
        </p:nvSpPr>
        <p:spPr>
          <a:xfrm>
            <a:off x="428829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data_9804">
            <a:extLst>
              <a:ext uri="{FF2B5EF4-FFF2-40B4-BE49-F238E27FC236}">
                <a16:creationId xmlns:a16="http://schemas.microsoft.com/office/drawing/2014/main" id="{7CB20079-CF77-4C59-ADE8-7C0C4949B6CC}"/>
              </a:ext>
            </a:extLst>
          </p:cNvPr>
          <p:cNvSpPr>
            <a:spLocks/>
          </p:cNvSpPr>
          <p:nvPr/>
        </p:nvSpPr>
        <p:spPr>
          <a:xfrm>
            <a:off x="437012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data_9805">
            <a:extLst>
              <a:ext uri="{FF2B5EF4-FFF2-40B4-BE49-F238E27FC236}">
                <a16:creationId xmlns:a16="http://schemas.microsoft.com/office/drawing/2014/main" id="{18075C38-DB45-4E6C-B9E5-181B8AC64B5B}"/>
              </a:ext>
            </a:extLst>
          </p:cNvPr>
          <p:cNvSpPr>
            <a:spLocks/>
          </p:cNvSpPr>
          <p:nvPr/>
        </p:nvSpPr>
        <p:spPr>
          <a:xfrm>
            <a:off x="4345759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data_9806">
            <a:extLst>
              <a:ext uri="{FF2B5EF4-FFF2-40B4-BE49-F238E27FC236}">
                <a16:creationId xmlns:a16="http://schemas.microsoft.com/office/drawing/2014/main" id="{6412715F-2A56-4434-B090-5889BA4D593E}"/>
              </a:ext>
            </a:extLst>
          </p:cNvPr>
          <p:cNvSpPr>
            <a:spLocks/>
          </p:cNvSpPr>
          <p:nvPr/>
        </p:nvSpPr>
        <p:spPr>
          <a:xfrm>
            <a:off x="4271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data_9807">
            <a:extLst>
              <a:ext uri="{FF2B5EF4-FFF2-40B4-BE49-F238E27FC236}">
                <a16:creationId xmlns:a16="http://schemas.microsoft.com/office/drawing/2014/main" id="{7E78542E-AB89-4D21-B7AB-E3138B498136}"/>
              </a:ext>
            </a:extLst>
          </p:cNvPr>
          <p:cNvSpPr>
            <a:spLocks/>
          </p:cNvSpPr>
          <p:nvPr/>
        </p:nvSpPr>
        <p:spPr>
          <a:xfrm>
            <a:off x="4343544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data_9808">
            <a:extLst>
              <a:ext uri="{FF2B5EF4-FFF2-40B4-BE49-F238E27FC236}">
                <a16:creationId xmlns:a16="http://schemas.microsoft.com/office/drawing/2014/main" id="{251436C2-9847-412E-9A42-09AC08681D16}"/>
              </a:ext>
            </a:extLst>
          </p:cNvPr>
          <p:cNvSpPr>
            <a:spLocks/>
          </p:cNvSpPr>
          <p:nvPr/>
        </p:nvSpPr>
        <p:spPr>
          <a:xfrm>
            <a:off x="427800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data_9809">
            <a:extLst>
              <a:ext uri="{FF2B5EF4-FFF2-40B4-BE49-F238E27FC236}">
                <a16:creationId xmlns:a16="http://schemas.microsoft.com/office/drawing/2014/main" id="{76D296F6-93A5-4A27-9D82-E871A6F528CC}"/>
              </a:ext>
            </a:extLst>
          </p:cNvPr>
          <p:cNvSpPr>
            <a:spLocks/>
          </p:cNvSpPr>
          <p:nvPr/>
        </p:nvSpPr>
        <p:spPr>
          <a:xfrm>
            <a:off x="428816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data_9810">
            <a:extLst>
              <a:ext uri="{FF2B5EF4-FFF2-40B4-BE49-F238E27FC236}">
                <a16:creationId xmlns:a16="http://schemas.microsoft.com/office/drawing/2014/main" id="{8B6B22B7-13CC-43A4-BBCC-C8AAF6D91F4B}"/>
              </a:ext>
            </a:extLst>
          </p:cNvPr>
          <p:cNvSpPr>
            <a:spLocks/>
          </p:cNvSpPr>
          <p:nvPr/>
        </p:nvSpPr>
        <p:spPr>
          <a:xfrm>
            <a:off x="436908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data_9811">
            <a:extLst>
              <a:ext uri="{FF2B5EF4-FFF2-40B4-BE49-F238E27FC236}">
                <a16:creationId xmlns:a16="http://schemas.microsoft.com/office/drawing/2014/main" id="{10329175-C202-42B5-B9FC-76E45774A48B}"/>
              </a:ext>
            </a:extLst>
          </p:cNvPr>
          <p:cNvSpPr>
            <a:spLocks/>
          </p:cNvSpPr>
          <p:nvPr/>
        </p:nvSpPr>
        <p:spPr>
          <a:xfrm>
            <a:off x="42902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data_9812">
            <a:extLst>
              <a:ext uri="{FF2B5EF4-FFF2-40B4-BE49-F238E27FC236}">
                <a16:creationId xmlns:a16="http://schemas.microsoft.com/office/drawing/2014/main" id="{9BAE9B0B-3985-47F2-A8AF-0261CDC3D387}"/>
              </a:ext>
            </a:extLst>
          </p:cNvPr>
          <p:cNvSpPr>
            <a:spLocks/>
          </p:cNvSpPr>
          <p:nvPr/>
        </p:nvSpPr>
        <p:spPr>
          <a:xfrm>
            <a:off x="436178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data_9813">
            <a:extLst>
              <a:ext uri="{FF2B5EF4-FFF2-40B4-BE49-F238E27FC236}">
                <a16:creationId xmlns:a16="http://schemas.microsoft.com/office/drawing/2014/main" id="{3FC71106-63E6-414A-B8C1-968D56202F45}"/>
              </a:ext>
            </a:extLst>
          </p:cNvPr>
          <p:cNvSpPr>
            <a:spLocks/>
          </p:cNvSpPr>
          <p:nvPr/>
        </p:nvSpPr>
        <p:spPr>
          <a:xfrm>
            <a:off x="43628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data_9814">
            <a:extLst>
              <a:ext uri="{FF2B5EF4-FFF2-40B4-BE49-F238E27FC236}">
                <a16:creationId xmlns:a16="http://schemas.microsoft.com/office/drawing/2014/main" id="{EC030E52-314F-4180-8594-3139F7D3F1D5}"/>
              </a:ext>
            </a:extLst>
          </p:cNvPr>
          <p:cNvSpPr>
            <a:spLocks/>
          </p:cNvSpPr>
          <p:nvPr/>
        </p:nvSpPr>
        <p:spPr>
          <a:xfrm>
            <a:off x="436621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data_9815">
            <a:extLst>
              <a:ext uri="{FF2B5EF4-FFF2-40B4-BE49-F238E27FC236}">
                <a16:creationId xmlns:a16="http://schemas.microsoft.com/office/drawing/2014/main" id="{C94C392E-BF27-47A5-9848-51F8CC70356A}"/>
              </a:ext>
            </a:extLst>
          </p:cNvPr>
          <p:cNvSpPr>
            <a:spLocks/>
          </p:cNvSpPr>
          <p:nvPr/>
        </p:nvSpPr>
        <p:spPr>
          <a:xfrm>
            <a:off x="429129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data_9816">
            <a:extLst>
              <a:ext uri="{FF2B5EF4-FFF2-40B4-BE49-F238E27FC236}">
                <a16:creationId xmlns:a16="http://schemas.microsoft.com/office/drawing/2014/main" id="{D2A73044-C69F-4B06-AB59-75098A5D1F28}"/>
              </a:ext>
            </a:extLst>
          </p:cNvPr>
          <p:cNvSpPr>
            <a:spLocks/>
          </p:cNvSpPr>
          <p:nvPr/>
        </p:nvSpPr>
        <p:spPr>
          <a:xfrm>
            <a:off x="42716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data_9817">
            <a:extLst>
              <a:ext uri="{FF2B5EF4-FFF2-40B4-BE49-F238E27FC236}">
                <a16:creationId xmlns:a16="http://schemas.microsoft.com/office/drawing/2014/main" id="{3240C53A-C5AF-4518-B05C-C0C3379813AB}"/>
              </a:ext>
            </a:extLst>
          </p:cNvPr>
          <p:cNvSpPr>
            <a:spLocks/>
          </p:cNvSpPr>
          <p:nvPr/>
        </p:nvSpPr>
        <p:spPr>
          <a:xfrm>
            <a:off x="43474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data_9818">
            <a:extLst>
              <a:ext uri="{FF2B5EF4-FFF2-40B4-BE49-F238E27FC236}">
                <a16:creationId xmlns:a16="http://schemas.microsoft.com/office/drawing/2014/main" id="{A83F9689-8216-48FA-9298-EA7A265B0DE6}"/>
              </a:ext>
            </a:extLst>
          </p:cNvPr>
          <p:cNvSpPr>
            <a:spLocks/>
          </p:cNvSpPr>
          <p:nvPr/>
        </p:nvSpPr>
        <p:spPr>
          <a:xfrm>
            <a:off x="4265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data_9819">
            <a:extLst>
              <a:ext uri="{FF2B5EF4-FFF2-40B4-BE49-F238E27FC236}">
                <a16:creationId xmlns:a16="http://schemas.microsoft.com/office/drawing/2014/main" id="{F3D05327-3C2F-443E-90F3-8DED95D39713}"/>
              </a:ext>
            </a:extLst>
          </p:cNvPr>
          <p:cNvSpPr>
            <a:spLocks/>
          </p:cNvSpPr>
          <p:nvPr/>
        </p:nvSpPr>
        <p:spPr>
          <a:xfrm>
            <a:off x="4273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data_9820">
            <a:extLst>
              <a:ext uri="{FF2B5EF4-FFF2-40B4-BE49-F238E27FC236}">
                <a16:creationId xmlns:a16="http://schemas.microsoft.com/office/drawing/2014/main" id="{CBC334CE-C9EC-4F2D-A76E-189AA1A24B9D}"/>
              </a:ext>
            </a:extLst>
          </p:cNvPr>
          <p:cNvSpPr>
            <a:spLocks/>
          </p:cNvSpPr>
          <p:nvPr/>
        </p:nvSpPr>
        <p:spPr>
          <a:xfrm>
            <a:off x="435071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data_9821">
            <a:extLst>
              <a:ext uri="{FF2B5EF4-FFF2-40B4-BE49-F238E27FC236}">
                <a16:creationId xmlns:a16="http://schemas.microsoft.com/office/drawing/2014/main" id="{93F2C1E4-8C7C-4DD7-A52C-EA44EACA4BDE}"/>
              </a:ext>
            </a:extLst>
          </p:cNvPr>
          <p:cNvSpPr>
            <a:spLocks/>
          </p:cNvSpPr>
          <p:nvPr/>
        </p:nvSpPr>
        <p:spPr>
          <a:xfrm>
            <a:off x="42666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data_9822">
            <a:extLst>
              <a:ext uri="{FF2B5EF4-FFF2-40B4-BE49-F238E27FC236}">
                <a16:creationId xmlns:a16="http://schemas.microsoft.com/office/drawing/2014/main" id="{AD25A85F-BDA4-4993-A042-EFCB2C70F910}"/>
              </a:ext>
            </a:extLst>
          </p:cNvPr>
          <p:cNvSpPr>
            <a:spLocks/>
          </p:cNvSpPr>
          <p:nvPr/>
        </p:nvSpPr>
        <p:spPr>
          <a:xfrm>
            <a:off x="43757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data_9823">
            <a:extLst>
              <a:ext uri="{FF2B5EF4-FFF2-40B4-BE49-F238E27FC236}">
                <a16:creationId xmlns:a16="http://schemas.microsoft.com/office/drawing/2014/main" id="{9FE99920-4D1D-4D76-B3BA-0CAF2C3F58B8}"/>
              </a:ext>
            </a:extLst>
          </p:cNvPr>
          <p:cNvSpPr>
            <a:spLocks/>
          </p:cNvSpPr>
          <p:nvPr/>
        </p:nvSpPr>
        <p:spPr>
          <a:xfrm>
            <a:off x="4355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data_9824">
            <a:extLst>
              <a:ext uri="{FF2B5EF4-FFF2-40B4-BE49-F238E27FC236}">
                <a16:creationId xmlns:a16="http://schemas.microsoft.com/office/drawing/2014/main" id="{5FB020FE-6F8A-479A-A818-D141783F5C6E}"/>
              </a:ext>
            </a:extLst>
          </p:cNvPr>
          <p:cNvSpPr>
            <a:spLocks/>
          </p:cNvSpPr>
          <p:nvPr/>
        </p:nvSpPr>
        <p:spPr>
          <a:xfrm>
            <a:off x="4308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data_9825">
            <a:extLst>
              <a:ext uri="{FF2B5EF4-FFF2-40B4-BE49-F238E27FC236}">
                <a16:creationId xmlns:a16="http://schemas.microsoft.com/office/drawing/2014/main" id="{4AA9659A-AB1F-4A05-BB01-43A76697E025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data_9826">
            <a:extLst>
              <a:ext uri="{FF2B5EF4-FFF2-40B4-BE49-F238E27FC236}">
                <a16:creationId xmlns:a16="http://schemas.microsoft.com/office/drawing/2014/main" id="{F62F3013-D506-4F05-AB12-0CA7DFAA8CEB}"/>
              </a:ext>
            </a:extLst>
          </p:cNvPr>
          <p:cNvSpPr>
            <a:spLocks/>
          </p:cNvSpPr>
          <p:nvPr/>
        </p:nvSpPr>
        <p:spPr>
          <a:xfrm>
            <a:off x="4379375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data_9827">
            <a:extLst>
              <a:ext uri="{FF2B5EF4-FFF2-40B4-BE49-F238E27FC236}">
                <a16:creationId xmlns:a16="http://schemas.microsoft.com/office/drawing/2014/main" id="{A9F2C9E3-4E98-4E36-A102-83E69A690C68}"/>
              </a:ext>
            </a:extLst>
          </p:cNvPr>
          <p:cNvSpPr>
            <a:spLocks/>
          </p:cNvSpPr>
          <p:nvPr/>
        </p:nvSpPr>
        <p:spPr>
          <a:xfrm>
            <a:off x="43320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data_9828">
            <a:extLst>
              <a:ext uri="{FF2B5EF4-FFF2-40B4-BE49-F238E27FC236}">
                <a16:creationId xmlns:a16="http://schemas.microsoft.com/office/drawing/2014/main" id="{888AC28A-D89B-4A09-988B-0255BC81787B}"/>
              </a:ext>
            </a:extLst>
          </p:cNvPr>
          <p:cNvSpPr>
            <a:spLocks/>
          </p:cNvSpPr>
          <p:nvPr/>
        </p:nvSpPr>
        <p:spPr>
          <a:xfrm>
            <a:off x="43617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data_9829">
            <a:extLst>
              <a:ext uri="{FF2B5EF4-FFF2-40B4-BE49-F238E27FC236}">
                <a16:creationId xmlns:a16="http://schemas.microsoft.com/office/drawing/2014/main" id="{ED945016-4BAE-4BDA-AFDB-A12B98DACD82}"/>
              </a:ext>
            </a:extLst>
          </p:cNvPr>
          <p:cNvSpPr>
            <a:spLocks/>
          </p:cNvSpPr>
          <p:nvPr/>
        </p:nvSpPr>
        <p:spPr>
          <a:xfrm>
            <a:off x="427044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data_9830">
            <a:extLst>
              <a:ext uri="{FF2B5EF4-FFF2-40B4-BE49-F238E27FC236}">
                <a16:creationId xmlns:a16="http://schemas.microsoft.com/office/drawing/2014/main" id="{09074A86-DF3E-4ECD-BE04-9FE84B77559A}"/>
              </a:ext>
            </a:extLst>
          </p:cNvPr>
          <p:cNvSpPr>
            <a:spLocks/>
          </p:cNvSpPr>
          <p:nvPr/>
        </p:nvSpPr>
        <p:spPr>
          <a:xfrm>
            <a:off x="4307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data_9831">
            <a:extLst>
              <a:ext uri="{FF2B5EF4-FFF2-40B4-BE49-F238E27FC236}">
                <a16:creationId xmlns:a16="http://schemas.microsoft.com/office/drawing/2014/main" id="{F75B5FE3-3B9F-47CB-8041-64BAEBE6F36C}"/>
              </a:ext>
            </a:extLst>
          </p:cNvPr>
          <p:cNvSpPr>
            <a:spLocks/>
          </p:cNvSpPr>
          <p:nvPr/>
        </p:nvSpPr>
        <p:spPr>
          <a:xfrm>
            <a:off x="435370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data_9832">
            <a:extLst>
              <a:ext uri="{FF2B5EF4-FFF2-40B4-BE49-F238E27FC236}">
                <a16:creationId xmlns:a16="http://schemas.microsoft.com/office/drawing/2014/main" id="{5B0B4E5D-59E1-4F31-B5D6-E9B7F28E8CAE}"/>
              </a:ext>
            </a:extLst>
          </p:cNvPr>
          <p:cNvSpPr>
            <a:spLocks/>
          </p:cNvSpPr>
          <p:nvPr/>
        </p:nvSpPr>
        <p:spPr>
          <a:xfrm>
            <a:off x="43348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data_9833">
            <a:extLst>
              <a:ext uri="{FF2B5EF4-FFF2-40B4-BE49-F238E27FC236}">
                <a16:creationId xmlns:a16="http://schemas.microsoft.com/office/drawing/2014/main" id="{2599C3C5-4E44-4BAF-8B6C-65D2A2C5B9EB}"/>
              </a:ext>
            </a:extLst>
          </p:cNvPr>
          <p:cNvSpPr>
            <a:spLocks/>
          </p:cNvSpPr>
          <p:nvPr/>
        </p:nvSpPr>
        <p:spPr>
          <a:xfrm>
            <a:off x="4372991" y="62519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data_9834">
            <a:extLst>
              <a:ext uri="{FF2B5EF4-FFF2-40B4-BE49-F238E27FC236}">
                <a16:creationId xmlns:a16="http://schemas.microsoft.com/office/drawing/2014/main" id="{BA47EF9D-9AC1-45F6-93CB-C1B410EADF7D}"/>
              </a:ext>
            </a:extLst>
          </p:cNvPr>
          <p:cNvSpPr>
            <a:spLocks/>
          </p:cNvSpPr>
          <p:nvPr/>
        </p:nvSpPr>
        <p:spPr>
          <a:xfrm>
            <a:off x="42520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data_9835">
            <a:extLst>
              <a:ext uri="{FF2B5EF4-FFF2-40B4-BE49-F238E27FC236}">
                <a16:creationId xmlns:a16="http://schemas.microsoft.com/office/drawing/2014/main" id="{DC7E5CA5-14D3-4839-856E-8FA92EDBFF3C}"/>
              </a:ext>
            </a:extLst>
          </p:cNvPr>
          <p:cNvSpPr>
            <a:spLocks/>
          </p:cNvSpPr>
          <p:nvPr/>
        </p:nvSpPr>
        <p:spPr>
          <a:xfrm>
            <a:off x="4305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data_9836">
            <a:extLst>
              <a:ext uri="{FF2B5EF4-FFF2-40B4-BE49-F238E27FC236}">
                <a16:creationId xmlns:a16="http://schemas.microsoft.com/office/drawing/2014/main" id="{D5C643A7-2265-4B3A-9D10-C45563B63698}"/>
              </a:ext>
            </a:extLst>
          </p:cNvPr>
          <p:cNvSpPr>
            <a:spLocks/>
          </p:cNvSpPr>
          <p:nvPr/>
        </p:nvSpPr>
        <p:spPr>
          <a:xfrm>
            <a:off x="433012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data_9837">
            <a:extLst>
              <a:ext uri="{FF2B5EF4-FFF2-40B4-BE49-F238E27FC236}">
                <a16:creationId xmlns:a16="http://schemas.microsoft.com/office/drawing/2014/main" id="{999F25F3-3682-4EFF-8A94-B4501293AE99}"/>
              </a:ext>
            </a:extLst>
          </p:cNvPr>
          <p:cNvSpPr>
            <a:spLocks/>
          </p:cNvSpPr>
          <p:nvPr/>
        </p:nvSpPr>
        <p:spPr>
          <a:xfrm>
            <a:off x="42896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data_9838">
            <a:extLst>
              <a:ext uri="{FF2B5EF4-FFF2-40B4-BE49-F238E27FC236}">
                <a16:creationId xmlns:a16="http://schemas.microsoft.com/office/drawing/2014/main" id="{4C10B9C0-A90A-4735-A47D-F6DD40A1E3EC}"/>
              </a:ext>
            </a:extLst>
          </p:cNvPr>
          <p:cNvSpPr>
            <a:spLocks/>
          </p:cNvSpPr>
          <p:nvPr/>
        </p:nvSpPr>
        <p:spPr>
          <a:xfrm>
            <a:off x="43187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data_9839">
            <a:extLst>
              <a:ext uri="{FF2B5EF4-FFF2-40B4-BE49-F238E27FC236}">
                <a16:creationId xmlns:a16="http://schemas.microsoft.com/office/drawing/2014/main" id="{8A80D41E-2A8C-45B9-9E07-9873828F6F3C}"/>
              </a:ext>
            </a:extLst>
          </p:cNvPr>
          <p:cNvSpPr>
            <a:spLocks/>
          </p:cNvSpPr>
          <p:nvPr/>
        </p:nvSpPr>
        <p:spPr>
          <a:xfrm>
            <a:off x="4302370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data_9840">
            <a:extLst>
              <a:ext uri="{FF2B5EF4-FFF2-40B4-BE49-F238E27FC236}">
                <a16:creationId xmlns:a16="http://schemas.microsoft.com/office/drawing/2014/main" id="{53DB0ED5-0A7D-4B26-9FE8-338F5F8A4480}"/>
              </a:ext>
            </a:extLst>
          </p:cNvPr>
          <p:cNvSpPr>
            <a:spLocks/>
          </p:cNvSpPr>
          <p:nvPr/>
        </p:nvSpPr>
        <p:spPr>
          <a:xfrm>
            <a:off x="4358658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data_9841">
            <a:extLst>
              <a:ext uri="{FF2B5EF4-FFF2-40B4-BE49-F238E27FC236}">
                <a16:creationId xmlns:a16="http://schemas.microsoft.com/office/drawing/2014/main" id="{5A0FFE6E-93A1-4DCD-B63E-F7C3D0434C86}"/>
              </a:ext>
            </a:extLst>
          </p:cNvPr>
          <p:cNvSpPr>
            <a:spLocks/>
          </p:cNvSpPr>
          <p:nvPr/>
        </p:nvSpPr>
        <p:spPr>
          <a:xfrm>
            <a:off x="42664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data_9842">
            <a:extLst>
              <a:ext uri="{FF2B5EF4-FFF2-40B4-BE49-F238E27FC236}">
                <a16:creationId xmlns:a16="http://schemas.microsoft.com/office/drawing/2014/main" id="{57D16AED-3AB6-4021-AA62-A896915EA0C8}"/>
              </a:ext>
            </a:extLst>
          </p:cNvPr>
          <p:cNvSpPr>
            <a:spLocks/>
          </p:cNvSpPr>
          <p:nvPr/>
        </p:nvSpPr>
        <p:spPr>
          <a:xfrm>
            <a:off x="427240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data_9843">
            <a:extLst>
              <a:ext uri="{FF2B5EF4-FFF2-40B4-BE49-F238E27FC236}">
                <a16:creationId xmlns:a16="http://schemas.microsoft.com/office/drawing/2014/main" id="{C7AA1ED0-2A66-4A34-A996-CE85FB590121}"/>
              </a:ext>
            </a:extLst>
          </p:cNvPr>
          <p:cNvSpPr>
            <a:spLocks/>
          </p:cNvSpPr>
          <p:nvPr/>
        </p:nvSpPr>
        <p:spPr>
          <a:xfrm>
            <a:off x="43266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data_9844">
            <a:extLst>
              <a:ext uri="{FF2B5EF4-FFF2-40B4-BE49-F238E27FC236}">
                <a16:creationId xmlns:a16="http://schemas.microsoft.com/office/drawing/2014/main" id="{50618DC5-1C08-4B18-895C-009DBE1088B9}"/>
              </a:ext>
            </a:extLst>
          </p:cNvPr>
          <p:cNvSpPr>
            <a:spLocks/>
          </p:cNvSpPr>
          <p:nvPr/>
        </p:nvSpPr>
        <p:spPr>
          <a:xfrm>
            <a:off x="432543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data_9845">
            <a:extLst>
              <a:ext uri="{FF2B5EF4-FFF2-40B4-BE49-F238E27FC236}">
                <a16:creationId xmlns:a16="http://schemas.microsoft.com/office/drawing/2014/main" id="{DC109FBA-36F8-4EB4-AE1E-9EDA33BCBD32}"/>
              </a:ext>
            </a:extLst>
          </p:cNvPr>
          <p:cNvSpPr>
            <a:spLocks/>
          </p:cNvSpPr>
          <p:nvPr/>
        </p:nvSpPr>
        <p:spPr>
          <a:xfrm>
            <a:off x="43677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data_9846">
            <a:extLst>
              <a:ext uri="{FF2B5EF4-FFF2-40B4-BE49-F238E27FC236}">
                <a16:creationId xmlns:a16="http://schemas.microsoft.com/office/drawing/2014/main" id="{26BE9C21-0C36-4533-815F-E1EA15210421}"/>
              </a:ext>
            </a:extLst>
          </p:cNvPr>
          <p:cNvSpPr>
            <a:spLocks/>
          </p:cNvSpPr>
          <p:nvPr/>
        </p:nvSpPr>
        <p:spPr>
          <a:xfrm>
            <a:off x="43481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data_9847">
            <a:extLst>
              <a:ext uri="{FF2B5EF4-FFF2-40B4-BE49-F238E27FC236}">
                <a16:creationId xmlns:a16="http://schemas.microsoft.com/office/drawing/2014/main" id="{AA29F420-A3B6-47C6-A54D-31C3252A06BA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data_9848">
            <a:extLst>
              <a:ext uri="{FF2B5EF4-FFF2-40B4-BE49-F238E27FC236}">
                <a16:creationId xmlns:a16="http://schemas.microsoft.com/office/drawing/2014/main" id="{561761BB-A500-4DBA-9D68-723A1AB56FA3}"/>
              </a:ext>
            </a:extLst>
          </p:cNvPr>
          <p:cNvSpPr>
            <a:spLocks/>
          </p:cNvSpPr>
          <p:nvPr/>
        </p:nvSpPr>
        <p:spPr>
          <a:xfrm>
            <a:off x="43507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data_9849">
            <a:extLst>
              <a:ext uri="{FF2B5EF4-FFF2-40B4-BE49-F238E27FC236}">
                <a16:creationId xmlns:a16="http://schemas.microsoft.com/office/drawing/2014/main" id="{8AB6FF29-F35B-4B89-BFD3-F5F5813E863C}"/>
              </a:ext>
            </a:extLst>
          </p:cNvPr>
          <p:cNvSpPr>
            <a:spLocks/>
          </p:cNvSpPr>
          <p:nvPr/>
        </p:nvSpPr>
        <p:spPr>
          <a:xfrm>
            <a:off x="434015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data_9850">
            <a:extLst>
              <a:ext uri="{FF2B5EF4-FFF2-40B4-BE49-F238E27FC236}">
                <a16:creationId xmlns:a16="http://schemas.microsoft.com/office/drawing/2014/main" id="{4AABFA7D-9FBE-4317-AEBD-64A58F74A435}"/>
              </a:ext>
            </a:extLst>
          </p:cNvPr>
          <p:cNvSpPr>
            <a:spLocks/>
          </p:cNvSpPr>
          <p:nvPr/>
        </p:nvSpPr>
        <p:spPr>
          <a:xfrm>
            <a:off x="4345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data_9851">
            <a:extLst>
              <a:ext uri="{FF2B5EF4-FFF2-40B4-BE49-F238E27FC236}">
                <a16:creationId xmlns:a16="http://schemas.microsoft.com/office/drawing/2014/main" id="{3E0830E9-DFBE-4060-9AF0-8E99837AC7A2}"/>
              </a:ext>
            </a:extLst>
          </p:cNvPr>
          <p:cNvSpPr>
            <a:spLocks/>
          </p:cNvSpPr>
          <p:nvPr/>
        </p:nvSpPr>
        <p:spPr>
          <a:xfrm>
            <a:off x="43211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data_9852">
            <a:extLst>
              <a:ext uri="{FF2B5EF4-FFF2-40B4-BE49-F238E27FC236}">
                <a16:creationId xmlns:a16="http://schemas.microsoft.com/office/drawing/2014/main" id="{D0D36963-8EA8-4E15-9785-A1AE186B5AFE}"/>
              </a:ext>
            </a:extLst>
          </p:cNvPr>
          <p:cNvSpPr>
            <a:spLocks/>
          </p:cNvSpPr>
          <p:nvPr/>
        </p:nvSpPr>
        <p:spPr>
          <a:xfrm>
            <a:off x="42535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data_9853">
            <a:extLst>
              <a:ext uri="{FF2B5EF4-FFF2-40B4-BE49-F238E27FC236}">
                <a16:creationId xmlns:a16="http://schemas.microsoft.com/office/drawing/2014/main" id="{745ECA60-482B-4A6A-95D7-21D9F4F29E4D}"/>
              </a:ext>
            </a:extLst>
          </p:cNvPr>
          <p:cNvSpPr>
            <a:spLocks/>
          </p:cNvSpPr>
          <p:nvPr/>
        </p:nvSpPr>
        <p:spPr>
          <a:xfrm>
            <a:off x="4340677" y="63863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data_9854">
            <a:extLst>
              <a:ext uri="{FF2B5EF4-FFF2-40B4-BE49-F238E27FC236}">
                <a16:creationId xmlns:a16="http://schemas.microsoft.com/office/drawing/2014/main" id="{D593DA2C-996B-4D2D-87E0-3A407479ED9D}"/>
              </a:ext>
            </a:extLst>
          </p:cNvPr>
          <p:cNvSpPr>
            <a:spLocks/>
          </p:cNvSpPr>
          <p:nvPr/>
        </p:nvSpPr>
        <p:spPr>
          <a:xfrm>
            <a:off x="4357876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data_9855">
            <a:extLst>
              <a:ext uri="{FF2B5EF4-FFF2-40B4-BE49-F238E27FC236}">
                <a16:creationId xmlns:a16="http://schemas.microsoft.com/office/drawing/2014/main" id="{4C0281D3-E9CB-44A1-98CF-4CBD7C1DACB5}"/>
              </a:ext>
            </a:extLst>
          </p:cNvPr>
          <p:cNvSpPr>
            <a:spLocks/>
          </p:cNvSpPr>
          <p:nvPr/>
        </p:nvSpPr>
        <p:spPr>
          <a:xfrm>
            <a:off x="4275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data_9856">
            <a:extLst>
              <a:ext uri="{FF2B5EF4-FFF2-40B4-BE49-F238E27FC236}">
                <a16:creationId xmlns:a16="http://schemas.microsoft.com/office/drawing/2014/main" id="{49A035B6-76F1-4CD4-9D89-3041AD68681C}"/>
              </a:ext>
            </a:extLst>
          </p:cNvPr>
          <p:cNvSpPr>
            <a:spLocks/>
          </p:cNvSpPr>
          <p:nvPr/>
        </p:nvSpPr>
        <p:spPr>
          <a:xfrm>
            <a:off x="426536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data_9857">
            <a:extLst>
              <a:ext uri="{FF2B5EF4-FFF2-40B4-BE49-F238E27FC236}">
                <a16:creationId xmlns:a16="http://schemas.microsoft.com/office/drawing/2014/main" id="{31CBE631-971E-4A00-8F18-74D41AB68864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data_9858">
            <a:extLst>
              <a:ext uri="{FF2B5EF4-FFF2-40B4-BE49-F238E27FC236}">
                <a16:creationId xmlns:a16="http://schemas.microsoft.com/office/drawing/2014/main" id="{54E5F49A-7378-4795-9F45-B1399C73CBC9}"/>
              </a:ext>
            </a:extLst>
          </p:cNvPr>
          <p:cNvSpPr>
            <a:spLocks/>
          </p:cNvSpPr>
          <p:nvPr/>
        </p:nvSpPr>
        <p:spPr>
          <a:xfrm>
            <a:off x="43740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data_9859">
            <a:extLst>
              <a:ext uri="{FF2B5EF4-FFF2-40B4-BE49-F238E27FC236}">
                <a16:creationId xmlns:a16="http://schemas.microsoft.com/office/drawing/2014/main" id="{5EE0F1B6-F2BE-437D-8CB2-F7EC8D39CC44}"/>
              </a:ext>
            </a:extLst>
          </p:cNvPr>
          <p:cNvSpPr>
            <a:spLocks/>
          </p:cNvSpPr>
          <p:nvPr/>
        </p:nvSpPr>
        <p:spPr>
          <a:xfrm>
            <a:off x="43796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data_9860">
            <a:extLst>
              <a:ext uri="{FF2B5EF4-FFF2-40B4-BE49-F238E27FC236}">
                <a16:creationId xmlns:a16="http://schemas.microsoft.com/office/drawing/2014/main" id="{02241044-4D9D-4780-B5D3-92D3892FA998}"/>
              </a:ext>
            </a:extLst>
          </p:cNvPr>
          <p:cNvSpPr>
            <a:spLocks/>
          </p:cNvSpPr>
          <p:nvPr/>
        </p:nvSpPr>
        <p:spPr>
          <a:xfrm>
            <a:off x="429911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data_9861">
            <a:extLst>
              <a:ext uri="{FF2B5EF4-FFF2-40B4-BE49-F238E27FC236}">
                <a16:creationId xmlns:a16="http://schemas.microsoft.com/office/drawing/2014/main" id="{327A14BE-399B-4277-90DF-91A0607C262C}"/>
              </a:ext>
            </a:extLst>
          </p:cNvPr>
          <p:cNvSpPr>
            <a:spLocks/>
          </p:cNvSpPr>
          <p:nvPr/>
        </p:nvSpPr>
        <p:spPr>
          <a:xfrm>
            <a:off x="4346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data_9862">
            <a:extLst>
              <a:ext uri="{FF2B5EF4-FFF2-40B4-BE49-F238E27FC236}">
                <a16:creationId xmlns:a16="http://schemas.microsoft.com/office/drawing/2014/main" id="{596ABEDB-675D-4775-83AC-9113BC04EDC1}"/>
              </a:ext>
            </a:extLst>
          </p:cNvPr>
          <p:cNvSpPr>
            <a:spLocks/>
          </p:cNvSpPr>
          <p:nvPr/>
        </p:nvSpPr>
        <p:spPr>
          <a:xfrm>
            <a:off x="43568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data_9863">
            <a:extLst>
              <a:ext uri="{FF2B5EF4-FFF2-40B4-BE49-F238E27FC236}">
                <a16:creationId xmlns:a16="http://schemas.microsoft.com/office/drawing/2014/main" id="{A23FC18E-DCA6-4502-8386-3D46A85E9CD6}"/>
              </a:ext>
            </a:extLst>
          </p:cNvPr>
          <p:cNvSpPr>
            <a:spLocks/>
          </p:cNvSpPr>
          <p:nvPr/>
        </p:nvSpPr>
        <p:spPr>
          <a:xfrm>
            <a:off x="43726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data_9864">
            <a:extLst>
              <a:ext uri="{FF2B5EF4-FFF2-40B4-BE49-F238E27FC236}">
                <a16:creationId xmlns:a16="http://schemas.microsoft.com/office/drawing/2014/main" id="{E160F58E-2D20-4743-992B-DAC2E6263CD2}"/>
              </a:ext>
            </a:extLst>
          </p:cNvPr>
          <p:cNvSpPr>
            <a:spLocks/>
          </p:cNvSpPr>
          <p:nvPr/>
        </p:nvSpPr>
        <p:spPr>
          <a:xfrm>
            <a:off x="435878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data_9865">
            <a:extLst>
              <a:ext uri="{FF2B5EF4-FFF2-40B4-BE49-F238E27FC236}">
                <a16:creationId xmlns:a16="http://schemas.microsoft.com/office/drawing/2014/main" id="{96741090-961F-43D2-AD5D-377C347DA355}"/>
              </a:ext>
            </a:extLst>
          </p:cNvPr>
          <p:cNvSpPr>
            <a:spLocks/>
          </p:cNvSpPr>
          <p:nvPr/>
        </p:nvSpPr>
        <p:spPr>
          <a:xfrm>
            <a:off x="43391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data_9866">
            <a:extLst>
              <a:ext uri="{FF2B5EF4-FFF2-40B4-BE49-F238E27FC236}">
                <a16:creationId xmlns:a16="http://schemas.microsoft.com/office/drawing/2014/main" id="{DB133B22-7569-4E2E-B87F-148B8D6E2907}"/>
              </a:ext>
            </a:extLst>
          </p:cNvPr>
          <p:cNvSpPr>
            <a:spLocks/>
          </p:cNvSpPr>
          <p:nvPr/>
        </p:nvSpPr>
        <p:spPr>
          <a:xfrm>
            <a:off x="42592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data_9867">
            <a:extLst>
              <a:ext uri="{FF2B5EF4-FFF2-40B4-BE49-F238E27FC236}">
                <a16:creationId xmlns:a16="http://schemas.microsoft.com/office/drawing/2014/main" id="{4037D273-9182-4BA4-8BD6-22ABD1B4CE88}"/>
              </a:ext>
            </a:extLst>
          </p:cNvPr>
          <p:cNvSpPr>
            <a:spLocks/>
          </p:cNvSpPr>
          <p:nvPr/>
        </p:nvSpPr>
        <p:spPr>
          <a:xfrm>
            <a:off x="4271881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data_9868">
            <a:extLst>
              <a:ext uri="{FF2B5EF4-FFF2-40B4-BE49-F238E27FC236}">
                <a16:creationId xmlns:a16="http://schemas.microsoft.com/office/drawing/2014/main" id="{7AE72A55-6AF6-4D62-A53A-ACE32FB5445E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data_9869">
            <a:extLst>
              <a:ext uri="{FF2B5EF4-FFF2-40B4-BE49-F238E27FC236}">
                <a16:creationId xmlns:a16="http://schemas.microsoft.com/office/drawing/2014/main" id="{6C4E5A6D-C5AA-4029-8BC7-30B9546DC34D}"/>
              </a:ext>
            </a:extLst>
          </p:cNvPr>
          <p:cNvSpPr>
            <a:spLocks/>
          </p:cNvSpPr>
          <p:nvPr/>
        </p:nvSpPr>
        <p:spPr>
          <a:xfrm>
            <a:off x="43272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data_9870">
            <a:extLst>
              <a:ext uri="{FF2B5EF4-FFF2-40B4-BE49-F238E27FC236}">
                <a16:creationId xmlns:a16="http://schemas.microsoft.com/office/drawing/2014/main" id="{7550F950-AC37-4E10-B67B-0ECD9EEDC765}"/>
              </a:ext>
            </a:extLst>
          </p:cNvPr>
          <p:cNvSpPr>
            <a:spLocks/>
          </p:cNvSpPr>
          <p:nvPr/>
        </p:nvSpPr>
        <p:spPr>
          <a:xfrm>
            <a:off x="42773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data_9871">
            <a:extLst>
              <a:ext uri="{FF2B5EF4-FFF2-40B4-BE49-F238E27FC236}">
                <a16:creationId xmlns:a16="http://schemas.microsoft.com/office/drawing/2014/main" id="{BA383556-4A67-44EF-B26E-C57006206F58}"/>
              </a:ext>
            </a:extLst>
          </p:cNvPr>
          <p:cNvSpPr>
            <a:spLocks/>
          </p:cNvSpPr>
          <p:nvPr/>
        </p:nvSpPr>
        <p:spPr>
          <a:xfrm>
            <a:off x="4300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data_9872">
            <a:extLst>
              <a:ext uri="{FF2B5EF4-FFF2-40B4-BE49-F238E27FC236}">
                <a16:creationId xmlns:a16="http://schemas.microsoft.com/office/drawing/2014/main" id="{F608D725-6A5E-44B6-8B6E-BC583FF7451F}"/>
              </a:ext>
            </a:extLst>
          </p:cNvPr>
          <p:cNvSpPr>
            <a:spLocks/>
          </p:cNvSpPr>
          <p:nvPr/>
        </p:nvSpPr>
        <p:spPr>
          <a:xfrm>
            <a:off x="4254812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data_9873">
            <a:extLst>
              <a:ext uri="{FF2B5EF4-FFF2-40B4-BE49-F238E27FC236}">
                <a16:creationId xmlns:a16="http://schemas.microsoft.com/office/drawing/2014/main" id="{CAF16BE4-3571-4BC7-AA20-70C214C4C7B9}"/>
              </a:ext>
            </a:extLst>
          </p:cNvPr>
          <p:cNvSpPr>
            <a:spLocks/>
          </p:cNvSpPr>
          <p:nvPr/>
        </p:nvSpPr>
        <p:spPr>
          <a:xfrm>
            <a:off x="46200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data_9874">
            <a:extLst>
              <a:ext uri="{FF2B5EF4-FFF2-40B4-BE49-F238E27FC236}">
                <a16:creationId xmlns:a16="http://schemas.microsoft.com/office/drawing/2014/main" id="{43EE5FF8-5D15-4B36-BAC1-42345E55D5CE}"/>
              </a:ext>
            </a:extLst>
          </p:cNvPr>
          <p:cNvSpPr>
            <a:spLocks/>
          </p:cNvSpPr>
          <p:nvPr/>
        </p:nvSpPr>
        <p:spPr>
          <a:xfrm>
            <a:off x="47034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data_9875">
            <a:extLst>
              <a:ext uri="{FF2B5EF4-FFF2-40B4-BE49-F238E27FC236}">
                <a16:creationId xmlns:a16="http://schemas.microsoft.com/office/drawing/2014/main" id="{58470BF2-64E0-42C4-A299-F92A60A579C9}"/>
              </a:ext>
            </a:extLst>
          </p:cNvPr>
          <p:cNvSpPr>
            <a:spLocks/>
          </p:cNvSpPr>
          <p:nvPr/>
        </p:nvSpPr>
        <p:spPr>
          <a:xfrm>
            <a:off x="45926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data_9876">
            <a:extLst>
              <a:ext uri="{FF2B5EF4-FFF2-40B4-BE49-F238E27FC236}">
                <a16:creationId xmlns:a16="http://schemas.microsoft.com/office/drawing/2014/main" id="{8144CB32-E57D-4C7E-91D8-5A461A446F03}"/>
              </a:ext>
            </a:extLst>
          </p:cNvPr>
          <p:cNvSpPr>
            <a:spLocks/>
          </p:cNvSpPr>
          <p:nvPr/>
        </p:nvSpPr>
        <p:spPr>
          <a:xfrm>
            <a:off x="4693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data_9877">
            <a:extLst>
              <a:ext uri="{FF2B5EF4-FFF2-40B4-BE49-F238E27FC236}">
                <a16:creationId xmlns:a16="http://schemas.microsoft.com/office/drawing/2014/main" id="{AA9116F4-B6B0-4FA0-B18B-FD0FE815013B}"/>
              </a:ext>
            </a:extLst>
          </p:cNvPr>
          <p:cNvSpPr>
            <a:spLocks/>
          </p:cNvSpPr>
          <p:nvPr/>
        </p:nvSpPr>
        <p:spPr>
          <a:xfrm>
            <a:off x="46412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data_9878">
            <a:extLst>
              <a:ext uri="{FF2B5EF4-FFF2-40B4-BE49-F238E27FC236}">
                <a16:creationId xmlns:a16="http://schemas.microsoft.com/office/drawing/2014/main" id="{4E49AEA8-F276-4803-8A0A-DF111CA860DA}"/>
              </a:ext>
            </a:extLst>
          </p:cNvPr>
          <p:cNvSpPr>
            <a:spLocks/>
          </p:cNvSpPr>
          <p:nvPr/>
        </p:nvSpPr>
        <p:spPr>
          <a:xfrm>
            <a:off x="47126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data_9879">
            <a:extLst>
              <a:ext uri="{FF2B5EF4-FFF2-40B4-BE49-F238E27FC236}">
                <a16:creationId xmlns:a16="http://schemas.microsoft.com/office/drawing/2014/main" id="{12E334C8-CFFC-4599-991C-570B011FD83C}"/>
              </a:ext>
            </a:extLst>
          </p:cNvPr>
          <p:cNvSpPr>
            <a:spLocks/>
          </p:cNvSpPr>
          <p:nvPr/>
        </p:nvSpPr>
        <p:spPr>
          <a:xfrm>
            <a:off x="46199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data_9880">
            <a:extLst>
              <a:ext uri="{FF2B5EF4-FFF2-40B4-BE49-F238E27FC236}">
                <a16:creationId xmlns:a16="http://schemas.microsoft.com/office/drawing/2014/main" id="{9D97931B-4DCB-4F67-86AB-5B907AED69BE}"/>
              </a:ext>
            </a:extLst>
          </p:cNvPr>
          <p:cNvSpPr>
            <a:spLocks/>
          </p:cNvSpPr>
          <p:nvPr/>
        </p:nvSpPr>
        <p:spPr>
          <a:xfrm>
            <a:off x="468349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data_9881">
            <a:extLst>
              <a:ext uri="{FF2B5EF4-FFF2-40B4-BE49-F238E27FC236}">
                <a16:creationId xmlns:a16="http://schemas.microsoft.com/office/drawing/2014/main" id="{2FBAF265-2FB7-4802-8AD3-C923092D7A4B}"/>
              </a:ext>
            </a:extLst>
          </p:cNvPr>
          <p:cNvSpPr>
            <a:spLocks/>
          </p:cNvSpPr>
          <p:nvPr/>
        </p:nvSpPr>
        <p:spPr>
          <a:xfrm>
            <a:off x="459723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data_9882">
            <a:extLst>
              <a:ext uri="{FF2B5EF4-FFF2-40B4-BE49-F238E27FC236}">
                <a16:creationId xmlns:a16="http://schemas.microsoft.com/office/drawing/2014/main" id="{4DBB140D-B132-4099-AA3B-D8848F62E61F}"/>
              </a:ext>
            </a:extLst>
          </p:cNvPr>
          <p:cNvSpPr>
            <a:spLocks/>
          </p:cNvSpPr>
          <p:nvPr/>
        </p:nvSpPr>
        <p:spPr>
          <a:xfrm>
            <a:off x="46249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data_9883">
            <a:extLst>
              <a:ext uri="{FF2B5EF4-FFF2-40B4-BE49-F238E27FC236}">
                <a16:creationId xmlns:a16="http://schemas.microsoft.com/office/drawing/2014/main" id="{518298D8-7C51-4EEE-BE13-65E17F25ADE0}"/>
              </a:ext>
            </a:extLst>
          </p:cNvPr>
          <p:cNvSpPr>
            <a:spLocks/>
          </p:cNvSpPr>
          <p:nvPr/>
        </p:nvSpPr>
        <p:spPr>
          <a:xfrm>
            <a:off x="459697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data_9884">
            <a:extLst>
              <a:ext uri="{FF2B5EF4-FFF2-40B4-BE49-F238E27FC236}">
                <a16:creationId xmlns:a16="http://schemas.microsoft.com/office/drawing/2014/main" id="{555A94EC-A251-499C-9599-F7ADFBA43B10}"/>
              </a:ext>
            </a:extLst>
          </p:cNvPr>
          <p:cNvSpPr>
            <a:spLocks/>
          </p:cNvSpPr>
          <p:nvPr/>
        </p:nvSpPr>
        <p:spPr>
          <a:xfrm>
            <a:off x="46705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data_9885">
            <a:extLst>
              <a:ext uri="{FF2B5EF4-FFF2-40B4-BE49-F238E27FC236}">
                <a16:creationId xmlns:a16="http://schemas.microsoft.com/office/drawing/2014/main" id="{30F66091-8936-412C-AC12-334AA7A24827}"/>
              </a:ext>
            </a:extLst>
          </p:cNvPr>
          <p:cNvSpPr>
            <a:spLocks/>
          </p:cNvSpPr>
          <p:nvPr/>
        </p:nvSpPr>
        <p:spPr>
          <a:xfrm>
            <a:off x="46145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data_9886">
            <a:extLst>
              <a:ext uri="{FF2B5EF4-FFF2-40B4-BE49-F238E27FC236}">
                <a16:creationId xmlns:a16="http://schemas.microsoft.com/office/drawing/2014/main" id="{795BB907-4DF9-4C24-A1B7-3B017208719D}"/>
              </a:ext>
            </a:extLst>
          </p:cNvPr>
          <p:cNvSpPr>
            <a:spLocks/>
          </p:cNvSpPr>
          <p:nvPr/>
        </p:nvSpPr>
        <p:spPr>
          <a:xfrm>
            <a:off x="46536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data_9887">
            <a:extLst>
              <a:ext uri="{FF2B5EF4-FFF2-40B4-BE49-F238E27FC236}">
                <a16:creationId xmlns:a16="http://schemas.microsoft.com/office/drawing/2014/main" id="{B06383D0-11D3-4083-A0C3-D1EB9C96ADF2}"/>
              </a:ext>
            </a:extLst>
          </p:cNvPr>
          <p:cNvSpPr>
            <a:spLocks/>
          </p:cNvSpPr>
          <p:nvPr/>
        </p:nvSpPr>
        <p:spPr>
          <a:xfrm>
            <a:off x="4639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data_9888">
            <a:extLst>
              <a:ext uri="{FF2B5EF4-FFF2-40B4-BE49-F238E27FC236}">
                <a16:creationId xmlns:a16="http://schemas.microsoft.com/office/drawing/2014/main" id="{62D80A26-A9FB-49F4-83CA-0077A808E936}"/>
              </a:ext>
            </a:extLst>
          </p:cNvPr>
          <p:cNvSpPr>
            <a:spLocks/>
          </p:cNvSpPr>
          <p:nvPr/>
        </p:nvSpPr>
        <p:spPr>
          <a:xfrm>
            <a:off x="4626945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data_9889">
            <a:extLst>
              <a:ext uri="{FF2B5EF4-FFF2-40B4-BE49-F238E27FC236}">
                <a16:creationId xmlns:a16="http://schemas.microsoft.com/office/drawing/2014/main" id="{A4580E90-A69E-45A1-A120-EFAC101E9C89}"/>
              </a:ext>
            </a:extLst>
          </p:cNvPr>
          <p:cNvSpPr>
            <a:spLocks/>
          </p:cNvSpPr>
          <p:nvPr/>
        </p:nvSpPr>
        <p:spPr>
          <a:xfrm>
            <a:off x="459658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data_9890">
            <a:extLst>
              <a:ext uri="{FF2B5EF4-FFF2-40B4-BE49-F238E27FC236}">
                <a16:creationId xmlns:a16="http://schemas.microsoft.com/office/drawing/2014/main" id="{6EAF3500-8745-4D8E-B33F-567AB4D0DF67}"/>
              </a:ext>
            </a:extLst>
          </p:cNvPr>
          <p:cNvSpPr>
            <a:spLocks/>
          </p:cNvSpPr>
          <p:nvPr/>
        </p:nvSpPr>
        <p:spPr>
          <a:xfrm>
            <a:off x="471359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data_9891">
            <a:extLst>
              <a:ext uri="{FF2B5EF4-FFF2-40B4-BE49-F238E27FC236}">
                <a16:creationId xmlns:a16="http://schemas.microsoft.com/office/drawing/2014/main" id="{17DF82D1-B314-4528-8F10-7FDF64FB3493}"/>
              </a:ext>
            </a:extLst>
          </p:cNvPr>
          <p:cNvSpPr>
            <a:spLocks/>
          </p:cNvSpPr>
          <p:nvPr/>
        </p:nvSpPr>
        <p:spPr>
          <a:xfrm>
            <a:off x="4598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data_9892">
            <a:extLst>
              <a:ext uri="{FF2B5EF4-FFF2-40B4-BE49-F238E27FC236}">
                <a16:creationId xmlns:a16="http://schemas.microsoft.com/office/drawing/2014/main" id="{7440FB6A-CE92-458D-A2A7-F9391FED9BF8}"/>
              </a:ext>
            </a:extLst>
          </p:cNvPr>
          <p:cNvSpPr>
            <a:spLocks/>
          </p:cNvSpPr>
          <p:nvPr/>
        </p:nvSpPr>
        <p:spPr>
          <a:xfrm>
            <a:off x="470395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data_9893">
            <a:extLst>
              <a:ext uri="{FF2B5EF4-FFF2-40B4-BE49-F238E27FC236}">
                <a16:creationId xmlns:a16="http://schemas.microsoft.com/office/drawing/2014/main" id="{CBC31871-CF82-48B1-8CA4-A05C0BBBAB06}"/>
              </a:ext>
            </a:extLst>
          </p:cNvPr>
          <p:cNvSpPr>
            <a:spLocks/>
          </p:cNvSpPr>
          <p:nvPr/>
        </p:nvSpPr>
        <p:spPr>
          <a:xfrm>
            <a:off x="46417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data_9894">
            <a:extLst>
              <a:ext uri="{FF2B5EF4-FFF2-40B4-BE49-F238E27FC236}">
                <a16:creationId xmlns:a16="http://schemas.microsoft.com/office/drawing/2014/main" id="{0E6CC059-72CD-40AA-81AA-02FA4011D9DC}"/>
              </a:ext>
            </a:extLst>
          </p:cNvPr>
          <p:cNvSpPr>
            <a:spLocks/>
          </p:cNvSpPr>
          <p:nvPr/>
        </p:nvSpPr>
        <p:spPr>
          <a:xfrm>
            <a:off x="47189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data_9895">
            <a:extLst>
              <a:ext uri="{FF2B5EF4-FFF2-40B4-BE49-F238E27FC236}">
                <a16:creationId xmlns:a16="http://schemas.microsoft.com/office/drawing/2014/main" id="{C7C125E5-DCED-4FDE-893C-5A959EDD8955}"/>
              </a:ext>
            </a:extLst>
          </p:cNvPr>
          <p:cNvSpPr>
            <a:spLocks/>
          </p:cNvSpPr>
          <p:nvPr/>
        </p:nvSpPr>
        <p:spPr>
          <a:xfrm>
            <a:off x="46781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data_9896">
            <a:extLst>
              <a:ext uri="{FF2B5EF4-FFF2-40B4-BE49-F238E27FC236}">
                <a16:creationId xmlns:a16="http://schemas.microsoft.com/office/drawing/2014/main" id="{478C542A-C639-4FB3-8388-0C034A77A7EC}"/>
              </a:ext>
            </a:extLst>
          </p:cNvPr>
          <p:cNvSpPr>
            <a:spLocks/>
          </p:cNvSpPr>
          <p:nvPr/>
        </p:nvSpPr>
        <p:spPr>
          <a:xfrm>
            <a:off x="4687012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data_9897">
            <a:extLst>
              <a:ext uri="{FF2B5EF4-FFF2-40B4-BE49-F238E27FC236}">
                <a16:creationId xmlns:a16="http://schemas.microsoft.com/office/drawing/2014/main" id="{0CC3A312-9444-4660-9E14-28857DB3A9CC}"/>
              </a:ext>
            </a:extLst>
          </p:cNvPr>
          <p:cNvSpPr>
            <a:spLocks/>
          </p:cNvSpPr>
          <p:nvPr/>
        </p:nvSpPr>
        <p:spPr>
          <a:xfrm>
            <a:off x="4629812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data_9898">
            <a:extLst>
              <a:ext uri="{FF2B5EF4-FFF2-40B4-BE49-F238E27FC236}">
                <a16:creationId xmlns:a16="http://schemas.microsoft.com/office/drawing/2014/main" id="{99FE8880-DF8C-4C94-8C68-5293F8FBB754}"/>
              </a:ext>
            </a:extLst>
          </p:cNvPr>
          <p:cNvSpPr>
            <a:spLocks/>
          </p:cNvSpPr>
          <p:nvPr/>
        </p:nvSpPr>
        <p:spPr>
          <a:xfrm>
            <a:off x="471163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data_9899">
            <a:extLst>
              <a:ext uri="{FF2B5EF4-FFF2-40B4-BE49-F238E27FC236}">
                <a16:creationId xmlns:a16="http://schemas.microsoft.com/office/drawing/2014/main" id="{BC3DED72-A633-4907-8151-FDBD1139468D}"/>
              </a:ext>
            </a:extLst>
          </p:cNvPr>
          <p:cNvSpPr>
            <a:spLocks/>
          </p:cNvSpPr>
          <p:nvPr/>
        </p:nvSpPr>
        <p:spPr>
          <a:xfrm>
            <a:off x="4687273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data_9900">
            <a:extLst>
              <a:ext uri="{FF2B5EF4-FFF2-40B4-BE49-F238E27FC236}">
                <a16:creationId xmlns:a16="http://schemas.microsoft.com/office/drawing/2014/main" id="{8E8FD5F7-30B8-478F-B844-1F84F27F48A7}"/>
              </a:ext>
            </a:extLst>
          </p:cNvPr>
          <p:cNvSpPr>
            <a:spLocks/>
          </p:cNvSpPr>
          <p:nvPr/>
        </p:nvSpPr>
        <p:spPr>
          <a:xfrm>
            <a:off x="46128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data_9901">
            <a:extLst>
              <a:ext uri="{FF2B5EF4-FFF2-40B4-BE49-F238E27FC236}">
                <a16:creationId xmlns:a16="http://schemas.microsoft.com/office/drawing/2014/main" id="{30AF0766-BE1E-4798-A39B-BE6206A3D8EF}"/>
              </a:ext>
            </a:extLst>
          </p:cNvPr>
          <p:cNvSpPr>
            <a:spLocks/>
          </p:cNvSpPr>
          <p:nvPr/>
        </p:nvSpPr>
        <p:spPr>
          <a:xfrm>
            <a:off x="4685057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data_9902">
            <a:extLst>
              <a:ext uri="{FF2B5EF4-FFF2-40B4-BE49-F238E27FC236}">
                <a16:creationId xmlns:a16="http://schemas.microsoft.com/office/drawing/2014/main" id="{D42122DD-C45A-4118-903E-1963C0C36418}"/>
              </a:ext>
            </a:extLst>
          </p:cNvPr>
          <p:cNvSpPr>
            <a:spLocks/>
          </p:cNvSpPr>
          <p:nvPr/>
        </p:nvSpPr>
        <p:spPr>
          <a:xfrm>
            <a:off x="46195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data_9903">
            <a:extLst>
              <a:ext uri="{FF2B5EF4-FFF2-40B4-BE49-F238E27FC236}">
                <a16:creationId xmlns:a16="http://schemas.microsoft.com/office/drawing/2014/main" id="{A85E6F34-0AB7-4960-AA13-A9B2BBB4C9E9}"/>
              </a:ext>
            </a:extLst>
          </p:cNvPr>
          <p:cNvSpPr>
            <a:spLocks/>
          </p:cNvSpPr>
          <p:nvPr/>
        </p:nvSpPr>
        <p:spPr>
          <a:xfrm>
            <a:off x="462968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data_9904">
            <a:extLst>
              <a:ext uri="{FF2B5EF4-FFF2-40B4-BE49-F238E27FC236}">
                <a16:creationId xmlns:a16="http://schemas.microsoft.com/office/drawing/2014/main" id="{66B56593-7D35-4C07-8632-FE541C44F6FD}"/>
              </a:ext>
            </a:extLst>
          </p:cNvPr>
          <p:cNvSpPr>
            <a:spLocks/>
          </p:cNvSpPr>
          <p:nvPr/>
        </p:nvSpPr>
        <p:spPr>
          <a:xfrm>
            <a:off x="471059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data_9905">
            <a:extLst>
              <a:ext uri="{FF2B5EF4-FFF2-40B4-BE49-F238E27FC236}">
                <a16:creationId xmlns:a16="http://schemas.microsoft.com/office/drawing/2014/main" id="{EED419FA-637E-45D6-BE54-0836E39AE25D}"/>
              </a:ext>
            </a:extLst>
          </p:cNvPr>
          <p:cNvSpPr>
            <a:spLocks/>
          </p:cNvSpPr>
          <p:nvPr/>
        </p:nvSpPr>
        <p:spPr>
          <a:xfrm>
            <a:off x="4631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data_9906">
            <a:extLst>
              <a:ext uri="{FF2B5EF4-FFF2-40B4-BE49-F238E27FC236}">
                <a16:creationId xmlns:a16="http://schemas.microsoft.com/office/drawing/2014/main" id="{723499FC-1C70-429F-BFEF-E942DD645ABE}"/>
              </a:ext>
            </a:extLst>
          </p:cNvPr>
          <p:cNvSpPr>
            <a:spLocks/>
          </p:cNvSpPr>
          <p:nvPr/>
        </p:nvSpPr>
        <p:spPr>
          <a:xfrm>
            <a:off x="4703299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data_9907">
            <a:extLst>
              <a:ext uri="{FF2B5EF4-FFF2-40B4-BE49-F238E27FC236}">
                <a16:creationId xmlns:a16="http://schemas.microsoft.com/office/drawing/2014/main" id="{E5739CD9-A980-4130-813E-D0CDF3A47088}"/>
              </a:ext>
            </a:extLst>
          </p:cNvPr>
          <p:cNvSpPr>
            <a:spLocks/>
          </p:cNvSpPr>
          <p:nvPr/>
        </p:nvSpPr>
        <p:spPr>
          <a:xfrm>
            <a:off x="47043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data_9908">
            <a:extLst>
              <a:ext uri="{FF2B5EF4-FFF2-40B4-BE49-F238E27FC236}">
                <a16:creationId xmlns:a16="http://schemas.microsoft.com/office/drawing/2014/main" id="{9B6E7CC1-7AF5-4876-A644-E12CD6FB3A20}"/>
              </a:ext>
            </a:extLst>
          </p:cNvPr>
          <p:cNvSpPr>
            <a:spLocks/>
          </p:cNvSpPr>
          <p:nvPr/>
        </p:nvSpPr>
        <p:spPr>
          <a:xfrm>
            <a:off x="470772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data_9909">
            <a:extLst>
              <a:ext uri="{FF2B5EF4-FFF2-40B4-BE49-F238E27FC236}">
                <a16:creationId xmlns:a16="http://schemas.microsoft.com/office/drawing/2014/main" id="{9180E861-0E4E-46FB-87BD-695B6FDD9B1E}"/>
              </a:ext>
            </a:extLst>
          </p:cNvPr>
          <p:cNvSpPr>
            <a:spLocks/>
          </p:cNvSpPr>
          <p:nvPr/>
        </p:nvSpPr>
        <p:spPr>
          <a:xfrm>
            <a:off x="463280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data_9910">
            <a:extLst>
              <a:ext uri="{FF2B5EF4-FFF2-40B4-BE49-F238E27FC236}">
                <a16:creationId xmlns:a16="http://schemas.microsoft.com/office/drawing/2014/main" id="{78F864A8-0B4B-427C-BF79-168C0604169E}"/>
              </a:ext>
            </a:extLst>
          </p:cNvPr>
          <p:cNvSpPr>
            <a:spLocks/>
          </p:cNvSpPr>
          <p:nvPr/>
        </p:nvSpPr>
        <p:spPr>
          <a:xfrm>
            <a:off x="46131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data_9911">
            <a:extLst>
              <a:ext uri="{FF2B5EF4-FFF2-40B4-BE49-F238E27FC236}">
                <a16:creationId xmlns:a16="http://schemas.microsoft.com/office/drawing/2014/main" id="{7D8C5E4A-CFE4-48C0-B413-4243EE45BE30}"/>
              </a:ext>
            </a:extLst>
          </p:cNvPr>
          <p:cNvSpPr>
            <a:spLocks/>
          </p:cNvSpPr>
          <p:nvPr/>
        </p:nvSpPr>
        <p:spPr>
          <a:xfrm>
            <a:off x="46889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data_9912">
            <a:extLst>
              <a:ext uri="{FF2B5EF4-FFF2-40B4-BE49-F238E27FC236}">
                <a16:creationId xmlns:a16="http://schemas.microsoft.com/office/drawing/2014/main" id="{CD7C5D0A-FE86-41FE-91C2-67660B6756CB}"/>
              </a:ext>
            </a:extLst>
          </p:cNvPr>
          <p:cNvSpPr>
            <a:spLocks/>
          </p:cNvSpPr>
          <p:nvPr/>
        </p:nvSpPr>
        <p:spPr>
          <a:xfrm>
            <a:off x="46070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data_9913">
            <a:extLst>
              <a:ext uri="{FF2B5EF4-FFF2-40B4-BE49-F238E27FC236}">
                <a16:creationId xmlns:a16="http://schemas.microsoft.com/office/drawing/2014/main" id="{7781FFE0-C294-491D-8E56-CE26C0BD7929}"/>
              </a:ext>
            </a:extLst>
          </p:cNvPr>
          <p:cNvSpPr>
            <a:spLocks/>
          </p:cNvSpPr>
          <p:nvPr/>
        </p:nvSpPr>
        <p:spPr>
          <a:xfrm>
            <a:off x="46152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data_9914">
            <a:extLst>
              <a:ext uri="{FF2B5EF4-FFF2-40B4-BE49-F238E27FC236}">
                <a16:creationId xmlns:a16="http://schemas.microsoft.com/office/drawing/2014/main" id="{AFA31559-9702-4075-AB9F-A460B66D88C4}"/>
              </a:ext>
            </a:extLst>
          </p:cNvPr>
          <p:cNvSpPr>
            <a:spLocks/>
          </p:cNvSpPr>
          <p:nvPr/>
        </p:nvSpPr>
        <p:spPr>
          <a:xfrm>
            <a:off x="46922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data_9915">
            <a:extLst>
              <a:ext uri="{FF2B5EF4-FFF2-40B4-BE49-F238E27FC236}">
                <a16:creationId xmlns:a16="http://schemas.microsoft.com/office/drawing/2014/main" id="{452A78AB-F789-4B5D-B09E-5F1017396A82}"/>
              </a:ext>
            </a:extLst>
          </p:cNvPr>
          <p:cNvSpPr>
            <a:spLocks/>
          </p:cNvSpPr>
          <p:nvPr/>
        </p:nvSpPr>
        <p:spPr>
          <a:xfrm>
            <a:off x="46081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data_9916">
            <a:extLst>
              <a:ext uri="{FF2B5EF4-FFF2-40B4-BE49-F238E27FC236}">
                <a16:creationId xmlns:a16="http://schemas.microsoft.com/office/drawing/2014/main" id="{19680499-A86F-47E0-A92F-11C34EE5F06A}"/>
              </a:ext>
            </a:extLst>
          </p:cNvPr>
          <p:cNvSpPr>
            <a:spLocks/>
          </p:cNvSpPr>
          <p:nvPr/>
        </p:nvSpPr>
        <p:spPr>
          <a:xfrm>
            <a:off x="47172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data_9917">
            <a:extLst>
              <a:ext uri="{FF2B5EF4-FFF2-40B4-BE49-F238E27FC236}">
                <a16:creationId xmlns:a16="http://schemas.microsoft.com/office/drawing/2014/main" id="{E671B900-2E56-4E06-8A3E-9707C486D07D}"/>
              </a:ext>
            </a:extLst>
          </p:cNvPr>
          <p:cNvSpPr>
            <a:spLocks/>
          </p:cNvSpPr>
          <p:nvPr/>
        </p:nvSpPr>
        <p:spPr>
          <a:xfrm>
            <a:off x="4697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data_9918">
            <a:extLst>
              <a:ext uri="{FF2B5EF4-FFF2-40B4-BE49-F238E27FC236}">
                <a16:creationId xmlns:a16="http://schemas.microsoft.com/office/drawing/2014/main" id="{649A3788-E00B-46BE-8BAA-21FBF1D2D2D3}"/>
              </a:ext>
            </a:extLst>
          </p:cNvPr>
          <p:cNvSpPr>
            <a:spLocks/>
          </p:cNvSpPr>
          <p:nvPr/>
        </p:nvSpPr>
        <p:spPr>
          <a:xfrm>
            <a:off x="4650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data_9919">
            <a:extLst>
              <a:ext uri="{FF2B5EF4-FFF2-40B4-BE49-F238E27FC236}">
                <a16:creationId xmlns:a16="http://schemas.microsoft.com/office/drawing/2014/main" id="{E474A300-177C-4A36-B058-3DA1D9F872B5}"/>
              </a:ext>
            </a:extLst>
          </p:cNvPr>
          <p:cNvSpPr>
            <a:spLocks/>
          </p:cNvSpPr>
          <p:nvPr/>
        </p:nvSpPr>
        <p:spPr>
          <a:xfrm>
            <a:off x="46281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data_9920">
            <a:extLst>
              <a:ext uri="{FF2B5EF4-FFF2-40B4-BE49-F238E27FC236}">
                <a16:creationId xmlns:a16="http://schemas.microsoft.com/office/drawing/2014/main" id="{F809E4F4-A821-4322-B092-B62C692F9C9D}"/>
              </a:ext>
            </a:extLst>
          </p:cNvPr>
          <p:cNvSpPr>
            <a:spLocks/>
          </p:cNvSpPr>
          <p:nvPr/>
        </p:nvSpPr>
        <p:spPr>
          <a:xfrm>
            <a:off x="472088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data_9921">
            <a:extLst>
              <a:ext uri="{FF2B5EF4-FFF2-40B4-BE49-F238E27FC236}">
                <a16:creationId xmlns:a16="http://schemas.microsoft.com/office/drawing/2014/main" id="{13990A2B-C7D2-4891-9747-C2B66C685947}"/>
              </a:ext>
            </a:extLst>
          </p:cNvPr>
          <p:cNvSpPr>
            <a:spLocks/>
          </p:cNvSpPr>
          <p:nvPr/>
        </p:nvSpPr>
        <p:spPr>
          <a:xfrm>
            <a:off x="46735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data_9922">
            <a:extLst>
              <a:ext uri="{FF2B5EF4-FFF2-40B4-BE49-F238E27FC236}">
                <a16:creationId xmlns:a16="http://schemas.microsoft.com/office/drawing/2014/main" id="{B3BF7625-B764-4E22-B011-188730A00832}"/>
              </a:ext>
            </a:extLst>
          </p:cNvPr>
          <p:cNvSpPr>
            <a:spLocks/>
          </p:cNvSpPr>
          <p:nvPr/>
        </p:nvSpPr>
        <p:spPr>
          <a:xfrm>
            <a:off x="4703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data_9923">
            <a:extLst>
              <a:ext uri="{FF2B5EF4-FFF2-40B4-BE49-F238E27FC236}">
                <a16:creationId xmlns:a16="http://schemas.microsoft.com/office/drawing/2014/main" id="{1C9D048B-D552-4930-B0B9-A0A44DDA8018}"/>
              </a:ext>
            </a:extLst>
          </p:cNvPr>
          <p:cNvSpPr>
            <a:spLocks/>
          </p:cNvSpPr>
          <p:nvPr/>
        </p:nvSpPr>
        <p:spPr>
          <a:xfrm>
            <a:off x="4611961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data_9924">
            <a:extLst>
              <a:ext uri="{FF2B5EF4-FFF2-40B4-BE49-F238E27FC236}">
                <a16:creationId xmlns:a16="http://schemas.microsoft.com/office/drawing/2014/main" id="{A322A0F2-A626-4DAE-A619-0BEED6EBB9C8}"/>
              </a:ext>
            </a:extLst>
          </p:cNvPr>
          <p:cNvSpPr>
            <a:spLocks/>
          </p:cNvSpPr>
          <p:nvPr/>
        </p:nvSpPr>
        <p:spPr>
          <a:xfrm>
            <a:off x="4648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data_9925">
            <a:extLst>
              <a:ext uri="{FF2B5EF4-FFF2-40B4-BE49-F238E27FC236}">
                <a16:creationId xmlns:a16="http://schemas.microsoft.com/office/drawing/2014/main" id="{5EE559F4-C5A7-4D94-8B79-13D4DAA1AEF6}"/>
              </a:ext>
            </a:extLst>
          </p:cNvPr>
          <p:cNvSpPr>
            <a:spLocks/>
          </p:cNvSpPr>
          <p:nvPr/>
        </p:nvSpPr>
        <p:spPr>
          <a:xfrm>
            <a:off x="46952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data_9926">
            <a:extLst>
              <a:ext uri="{FF2B5EF4-FFF2-40B4-BE49-F238E27FC236}">
                <a16:creationId xmlns:a16="http://schemas.microsoft.com/office/drawing/2014/main" id="{20EE2A92-A0C5-45B2-8BC9-45164CE5F769}"/>
              </a:ext>
            </a:extLst>
          </p:cNvPr>
          <p:cNvSpPr>
            <a:spLocks/>
          </p:cNvSpPr>
          <p:nvPr/>
        </p:nvSpPr>
        <p:spPr>
          <a:xfrm>
            <a:off x="467632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data_9927">
            <a:extLst>
              <a:ext uri="{FF2B5EF4-FFF2-40B4-BE49-F238E27FC236}">
                <a16:creationId xmlns:a16="http://schemas.microsoft.com/office/drawing/2014/main" id="{FC7678C5-D543-4ACB-A3C2-266CD7364DBE}"/>
              </a:ext>
            </a:extLst>
          </p:cNvPr>
          <p:cNvSpPr>
            <a:spLocks/>
          </p:cNvSpPr>
          <p:nvPr/>
        </p:nvSpPr>
        <p:spPr>
          <a:xfrm>
            <a:off x="47145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data_9928">
            <a:extLst>
              <a:ext uri="{FF2B5EF4-FFF2-40B4-BE49-F238E27FC236}">
                <a16:creationId xmlns:a16="http://schemas.microsoft.com/office/drawing/2014/main" id="{4ED7CA1B-F892-42E6-90C7-22F69B6427C8}"/>
              </a:ext>
            </a:extLst>
          </p:cNvPr>
          <p:cNvSpPr>
            <a:spLocks/>
          </p:cNvSpPr>
          <p:nvPr/>
        </p:nvSpPr>
        <p:spPr>
          <a:xfrm>
            <a:off x="4593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data_9929">
            <a:extLst>
              <a:ext uri="{FF2B5EF4-FFF2-40B4-BE49-F238E27FC236}">
                <a16:creationId xmlns:a16="http://schemas.microsoft.com/office/drawing/2014/main" id="{C403B962-EAD9-4CB4-A29D-A0E5EEE5F2A9}"/>
              </a:ext>
            </a:extLst>
          </p:cNvPr>
          <p:cNvSpPr>
            <a:spLocks/>
          </p:cNvSpPr>
          <p:nvPr/>
        </p:nvSpPr>
        <p:spPr>
          <a:xfrm>
            <a:off x="46472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data_9930">
            <a:extLst>
              <a:ext uri="{FF2B5EF4-FFF2-40B4-BE49-F238E27FC236}">
                <a16:creationId xmlns:a16="http://schemas.microsoft.com/office/drawing/2014/main" id="{D2304540-B072-4129-8B92-77FD58F05F70}"/>
              </a:ext>
            </a:extLst>
          </p:cNvPr>
          <p:cNvSpPr>
            <a:spLocks/>
          </p:cNvSpPr>
          <p:nvPr/>
        </p:nvSpPr>
        <p:spPr>
          <a:xfrm>
            <a:off x="46716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data_9931">
            <a:extLst>
              <a:ext uri="{FF2B5EF4-FFF2-40B4-BE49-F238E27FC236}">
                <a16:creationId xmlns:a16="http://schemas.microsoft.com/office/drawing/2014/main" id="{E6D20388-25F0-4FA8-9C9A-FC037E1DB816}"/>
              </a:ext>
            </a:extLst>
          </p:cNvPr>
          <p:cNvSpPr>
            <a:spLocks/>
          </p:cNvSpPr>
          <p:nvPr/>
        </p:nvSpPr>
        <p:spPr>
          <a:xfrm>
            <a:off x="46311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data_9932">
            <a:extLst>
              <a:ext uri="{FF2B5EF4-FFF2-40B4-BE49-F238E27FC236}">
                <a16:creationId xmlns:a16="http://schemas.microsoft.com/office/drawing/2014/main" id="{590369C2-B290-4FE7-A62B-8D80D8CB888C}"/>
              </a:ext>
            </a:extLst>
          </p:cNvPr>
          <p:cNvSpPr>
            <a:spLocks/>
          </p:cNvSpPr>
          <p:nvPr/>
        </p:nvSpPr>
        <p:spPr>
          <a:xfrm>
            <a:off x="46603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data_9933">
            <a:extLst>
              <a:ext uri="{FF2B5EF4-FFF2-40B4-BE49-F238E27FC236}">
                <a16:creationId xmlns:a16="http://schemas.microsoft.com/office/drawing/2014/main" id="{E3B3448A-92B7-4F47-A350-B6DFC9752F30}"/>
              </a:ext>
            </a:extLst>
          </p:cNvPr>
          <p:cNvSpPr>
            <a:spLocks/>
          </p:cNvSpPr>
          <p:nvPr/>
        </p:nvSpPr>
        <p:spPr>
          <a:xfrm>
            <a:off x="4643884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data_9934">
            <a:extLst>
              <a:ext uri="{FF2B5EF4-FFF2-40B4-BE49-F238E27FC236}">
                <a16:creationId xmlns:a16="http://schemas.microsoft.com/office/drawing/2014/main" id="{06B15D83-60FA-465B-B3FE-D8C0ED121AD2}"/>
              </a:ext>
            </a:extLst>
          </p:cNvPr>
          <p:cNvSpPr>
            <a:spLocks/>
          </p:cNvSpPr>
          <p:nvPr/>
        </p:nvSpPr>
        <p:spPr>
          <a:xfrm>
            <a:off x="4700172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data_9935">
            <a:extLst>
              <a:ext uri="{FF2B5EF4-FFF2-40B4-BE49-F238E27FC236}">
                <a16:creationId xmlns:a16="http://schemas.microsoft.com/office/drawing/2014/main" id="{42DFB92C-021E-49F5-8F31-C764BE7D5E09}"/>
              </a:ext>
            </a:extLst>
          </p:cNvPr>
          <p:cNvSpPr>
            <a:spLocks/>
          </p:cNvSpPr>
          <p:nvPr/>
        </p:nvSpPr>
        <p:spPr>
          <a:xfrm>
            <a:off x="4607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data_9936">
            <a:extLst>
              <a:ext uri="{FF2B5EF4-FFF2-40B4-BE49-F238E27FC236}">
                <a16:creationId xmlns:a16="http://schemas.microsoft.com/office/drawing/2014/main" id="{B0529855-027F-4C05-8E25-F1F18BFB5CE4}"/>
              </a:ext>
            </a:extLst>
          </p:cNvPr>
          <p:cNvSpPr>
            <a:spLocks/>
          </p:cNvSpPr>
          <p:nvPr/>
        </p:nvSpPr>
        <p:spPr>
          <a:xfrm>
            <a:off x="46139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data_9937">
            <a:extLst>
              <a:ext uri="{FF2B5EF4-FFF2-40B4-BE49-F238E27FC236}">
                <a16:creationId xmlns:a16="http://schemas.microsoft.com/office/drawing/2014/main" id="{F8B456BB-14A0-4594-BE1B-315736DD59F1}"/>
              </a:ext>
            </a:extLst>
          </p:cNvPr>
          <p:cNvSpPr>
            <a:spLocks/>
          </p:cNvSpPr>
          <p:nvPr/>
        </p:nvSpPr>
        <p:spPr>
          <a:xfrm>
            <a:off x="46681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data_9938">
            <a:extLst>
              <a:ext uri="{FF2B5EF4-FFF2-40B4-BE49-F238E27FC236}">
                <a16:creationId xmlns:a16="http://schemas.microsoft.com/office/drawing/2014/main" id="{FE91A6B5-6FA1-4DDA-B5F7-1E81046133C9}"/>
              </a:ext>
            </a:extLst>
          </p:cNvPr>
          <p:cNvSpPr>
            <a:spLocks/>
          </p:cNvSpPr>
          <p:nvPr/>
        </p:nvSpPr>
        <p:spPr>
          <a:xfrm>
            <a:off x="46669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data_9939">
            <a:extLst>
              <a:ext uri="{FF2B5EF4-FFF2-40B4-BE49-F238E27FC236}">
                <a16:creationId xmlns:a16="http://schemas.microsoft.com/office/drawing/2014/main" id="{5E061034-1AA9-4CB0-B920-782F1B318AEC}"/>
              </a:ext>
            </a:extLst>
          </p:cNvPr>
          <p:cNvSpPr>
            <a:spLocks/>
          </p:cNvSpPr>
          <p:nvPr/>
        </p:nvSpPr>
        <p:spPr>
          <a:xfrm>
            <a:off x="4709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data_9940">
            <a:extLst>
              <a:ext uri="{FF2B5EF4-FFF2-40B4-BE49-F238E27FC236}">
                <a16:creationId xmlns:a16="http://schemas.microsoft.com/office/drawing/2014/main" id="{0963AA31-D1F3-48E6-BB15-995AF57E326C}"/>
              </a:ext>
            </a:extLst>
          </p:cNvPr>
          <p:cNvSpPr>
            <a:spLocks/>
          </p:cNvSpPr>
          <p:nvPr/>
        </p:nvSpPr>
        <p:spPr>
          <a:xfrm>
            <a:off x="46896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data_9941">
            <a:extLst>
              <a:ext uri="{FF2B5EF4-FFF2-40B4-BE49-F238E27FC236}">
                <a16:creationId xmlns:a16="http://schemas.microsoft.com/office/drawing/2014/main" id="{B36076B0-3B80-4C30-8ED9-6CC46EE37210}"/>
              </a:ext>
            </a:extLst>
          </p:cNvPr>
          <p:cNvSpPr>
            <a:spLocks/>
          </p:cNvSpPr>
          <p:nvPr/>
        </p:nvSpPr>
        <p:spPr>
          <a:xfrm>
            <a:off x="46281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data_9942">
            <a:extLst>
              <a:ext uri="{FF2B5EF4-FFF2-40B4-BE49-F238E27FC236}">
                <a16:creationId xmlns:a16="http://schemas.microsoft.com/office/drawing/2014/main" id="{EEDFACE1-BAAE-4E31-A11C-A3E72526576E}"/>
              </a:ext>
            </a:extLst>
          </p:cNvPr>
          <p:cNvSpPr>
            <a:spLocks/>
          </p:cNvSpPr>
          <p:nvPr/>
        </p:nvSpPr>
        <p:spPr>
          <a:xfrm>
            <a:off x="469222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data_9943">
            <a:extLst>
              <a:ext uri="{FF2B5EF4-FFF2-40B4-BE49-F238E27FC236}">
                <a16:creationId xmlns:a16="http://schemas.microsoft.com/office/drawing/2014/main" id="{A96E41FA-D8A7-400A-8D83-EA073628D2A9}"/>
              </a:ext>
            </a:extLst>
          </p:cNvPr>
          <p:cNvSpPr>
            <a:spLocks/>
          </p:cNvSpPr>
          <p:nvPr/>
        </p:nvSpPr>
        <p:spPr>
          <a:xfrm>
            <a:off x="468167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data_9944">
            <a:extLst>
              <a:ext uri="{FF2B5EF4-FFF2-40B4-BE49-F238E27FC236}">
                <a16:creationId xmlns:a16="http://schemas.microsoft.com/office/drawing/2014/main" id="{431FC3FD-E4D5-4020-B439-D3E73F548EAC}"/>
              </a:ext>
            </a:extLst>
          </p:cNvPr>
          <p:cNvSpPr>
            <a:spLocks/>
          </p:cNvSpPr>
          <p:nvPr/>
        </p:nvSpPr>
        <p:spPr>
          <a:xfrm>
            <a:off x="46872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data_9945">
            <a:extLst>
              <a:ext uri="{FF2B5EF4-FFF2-40B4-BE49-F238E27FC236}">
                <a16:creationId xmlns:a16="http://schemas.microsoft.com/office/drawing/2014/main" id="{06FF4314-5A93-43C0-9CC2-A7DBBD805B10}"/>
              </a:ext>
            </a:extLst>
          </p:cNvPr>
          <p:cNvSpPr>
            <a:spLocks/>
          </p:cNvSpPr>
          <p:nvPr/>
        </p:nvSpPr>
        <p:spPr>
          <a:xfrm>
            <a:off x="46626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data_9946">
            <a:extLst>
              <a:ext uri="{FF2B5EF4-FFF2-40B4-BE49-F238E27FC236}">
                <a16:creationId xmlns:a16="http://schemas.microsoft.com/office/drawing/2014/main" id="{0E7C9052-7E40-4A07-8432-47FFDB019F59}"/>
              </a:ext>
            </a:extLst>
          </p:cNvPr>
          <p:cNvSpPr>
            <a:spLocks/>
          </p:cNvSpPr>
          <p:nvPr/>
        </p:nvSpPr>
        <p:spPr>
          <a:xfrm>
            <a:off x="45950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data_9947">
            <a:extLst>
              <a:ext uri="{FF2B5EF4-FFF2-40B4-BE49-F238E27FC236}">
                <a16:creationId xmlns:a16="http://schemas.microsoft.com/office/drawing/2014/main" id="{55DBB49D-C70D-487F-BBBE-5D5583EAA255}"/>
              </a:ext>
            </a:extLst>
          </p:cNvPr>
          <p:cNvSpPr>
            <a:spLocks/>
          </p:cNvSpPr>
          <p:nvPr/>
        </p:nvSpPr>
        <p:spPr>
          <a:xfrm>
            <a:off x="4682191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data_9948">
            <a:extLst>
              <a:ext uri="{FF2B5EF4-FFF2-40B4-BE49-F238E27FC236}">
                <a16:creationId xmlns:a16="http://schemas.microsoft.com/office/drawing/2014/main" id="{C824F429-831C-43C5-AA71-7692857B65E6}"/>
              </a:ext>
            </a:extLst>
          </p:cNvPr>
          <p:cNvSpPr>
            <a:spLocks/>
          </p:cNvSpPr>
          <p:nvPr/>
        </p:nvSpPr>
        <p:spPr>
          <a:xfrm>
            <a:off x="46993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data_9949">
            <a:extLst>
              <a:ext uri="{FF2B5EF4-FFF2-40B4-BE49-F238E27FC236}">
                <a16:creationId xmlns:a16="http://schemas.microsoft.com/office/drawing/2014/main" id="{1180646E-4001-4E5D-8352-1E9696FAF964}"/>
              </a:ext>
            </a:extLst>
          </p:cNvPr>
          <p:cNvSpPr>
            <a:spLocks/>
          </p:cNvSpPr>
          <p:nvPr/>
        </p:nvSpPr>
        <p:spPr>
          <a:xfrm>
            <a:off x="46166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data_9950">
            <a:extLst>
              <a:ext uri="{FF2B5EF4-FFF2-40B4-BE49-F238E27FC236}">
                <a16:creationId xmlns:a16="http://schemas.microsoft.com/office/drawing/2014/main" id="{7A0B939F-C74C-4127-B46C-BB4B5FDA0669}"/>
              </a:ext>
            </a:extLst>
          </p:cNvPr>
          <p:cNvSpPr>
            <a:spLocks/>
          </p:cNvSpPr>
          <p:nvPr/>
        </p:nvSpPr>
        <p:spPr>
          <a:xfrm>
            <a:off x="460688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data_9951">
            <a:extLst>
              <a:ext uri="{FF2B5EF4-FFF2-40B4-BE49-F238E27FC236}">
                <a16:creationId xmlns:a16="http://schemas.microsoft.com/office/drawing/2014/main" id="{2892891E-BF23-47F2-92E4-F532610A8605}"/>
              </a:ext>
            </a:extLst>
          </p:cNvPr>
          <p:cNvSpPr>
            <a:spLocks/>
          </p:cNvSpPr>
          <p:nvPr/>
        </p:nvSpPr>
        <p:spPr>
          <a:xfrm>
            <a:off x="4681930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data_9952">
            <a:extLst>
              <a:ext uri="{FF2B5EF4-FFF2-40B4-BE49-F238E27FC236}">
                <a16:creationId xmlns:a16="http://schemas.microsoft.com/office/drawing/2014/main" id="{64184D0F-19C1-4C11-95C9-21BD540F8E77}"/>
              </a:ext>
            </a:extLst>
          </p:cNvPr>
          <p:cNvSpPr>
            <a:spLocks/>
          </p:cNvSpPr>
          <p:nvPr/>
        </p:nvSpPr>
        <p:spPr>
          <a:xfrm>
            <a:off x="47155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data_9953">
            <a:extLst>
              <a:ext uri="{FF2B5EF4-FFF2-40B4-BE49-F238E27FC236}">
                <a16:creationId xmlns:a16="http://schemas.microsoft.com/office/drawing/2014/main" id="{4B6AA2BC-35DC-4683-A4FB-7C0C8688507E}"/>
              </a:ext>
            </a:extLst>
          </p:cNvPr>
          <p:cNvSpPr>
            <a:spLocks/>
          </p:cNvSpPr>
          <p:nvPr/>
        </p:nvSpPr>
        <p:spPr>
          <a:xfrm>
            <a:off x="47211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data_9954">
            <a:extLst>
              <a:ext uri="{FF2B5EF4-FFF2-40B4-BE49-F238E27FC236}">
                <a16:creationId xmlns:a16="http://schemas.microsoft.com/office/drawing/2014/main" id="{43A9E03C-6122-4609-B2EC-FDAD4CF626F8}"/>
              </a:ext>
            </a:extLst>
          </p:cNvPr>
          <p:cNvSpPr>
            <a:spLocks/>
          </p:cNvSpPr>
          <p:nvPr/>
        </p:nvSpPr>
        <p:spPr>
          <a:xfrm>
            <a:off x="4640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data_9955">
            <a:extLst>
              <a:ext uri="{FF2B5EF4-FFF2-40B4-BE49-F238E27FC236}">
                <a16:creationId xmlns:a16="http://schemas.microsoft.com/office/drawing/2014/main" id="{35E9249A-7D56-4C2A-9D0C-D95279270513}"/>
              </a:ext>
            </a:extLst>
          </p:cNvPr>
          <p:cNvSpPr>
            <a:spLocks/>
          </p:cNvSpPr>
          <p:nvPr/>
        </p:nvSpPr>
        <p:spPr>
          <a:xfrm>
            <a:off x="468844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data_9956">
            <a:extLst>
              <a:ext uri="{FF2B5EF4-FFF2-40B4-BE49-F238E27FC236}">
                <a16:creationId xmlns:a16="http://schemas.microsoft.com/office/drawing/2014/main" id="{CC3ED329-C21A-4391-A98A-C21FDF47B2CA}"/>
              </a:ext>
            </a:extLst>
          </p:cNvPr>
          <p:cNvSpPr>
            <a:spLocks/>
          </p:cNvSpPr>
          <p:nvPr/>
        </p:nvSpPr>
        <p:spPr>
          <a:xfrm>
            <a:off x="4698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data_9957">
            <a:extLst>
              <a:ext uri="{FF2B5EF4-FFF2-40B4-BE49-F238E27FC236}">
                <a16:creationId xmlns:a16="http://schemas.microsoft.com/office/drawing/2014/main" id="{D357FD09-AC80-47F0-B256-A1857B1B056C}"/>
              </a:ext>
            </a:extLst>
          </p:cNvPr>
          <p:cNvSpPr>
            <a:spLocks/>
          </p:cNvSpPr>
          <p:nvPr/>
        </p:nvSpPr>
        <p:spPr>
          <a:xfrm>
            <a:off x="4714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data_9958">
            <a:extLst>
              <a:ext uri="{FF2B5EF4-FFF2-40B4-BE49-F238E27FC236}">
                <a16:creationId xmlns:a16="http://schemas.microsoft.com/office/drawing/2014/main" id="{1ACB9D7B-62AE-4352-841B-40B60D0487EC}"/>
              </a:ext>
            </a:extLst>
          </p:cNvPr>
          <p:cNvSpPr>
            <a:spLocks/>
          </p:cNvSpPr>
          <p:nvPr/>
        </p:nvSpPr>
        <p:spPr>
          <a:xfrm>
            <a:off x="47003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data_9959">
            <a:extLst>
              <a:ext uri="{FF2B5EF4-FFF2-40B4-BE49-F238E27FC236}">
                <a16:creationId xmlns:a16="http://schemas.microsoft.com/office/drawing/2014/main" id="{12FE22F7-21E8-4741-905F-6A882EB6DBD9}"/>
              </a:ext>
            </a:extLst>
          </p:cNvPr>
          <p:cNvSpPr>
            <a:spLocks/>
          </p:cNvSpPr>
          <p:nvPr/>
        </p:nvSpPr>
        <p:spPr>
          <a:xfrm>
            <a:off x="46806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data_9960">
            <a:extLst>
              <a:ext uri="{FF2B5EF4-FFF2-40B4-BE49-F238E27FC236}">
                <a16:creationId xmlns:a16="http://schemas.microsoft.com/office/drawing/2014/main" id="{FA84CE8C-908A-4992-8834-847708EAA3AD}"/>
              </a:ext>
            </a:extLst>
          </p:cNvPr>
          <p:cNvSpPr>
            <a:spLocks/>
          </p:cNvSpPr>
          <p:nvPr/>
        </p:nvSpPr>
        <p:spPr>
          <a:xfrm>
            <a:off x="46007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data_9961">
            <a:extLst>
              <a:ext uri="{FF2B5EF4-FFF2-40B4-BE49-F238E27FC236}">
                <a16:creationId xmlns:a16="http://schemas.microsoft.com/office/drawing/2014/main" id="{96F20DA0-7193-4872-AC84-0508931CA06A}"/>
              </a:ext>
            </a:extLst>
          </p:cNvPr>
          <p:cNvSpPr>
            <a:spLocks/>
          </p:cNvSpPr>
          <p:nvPr/>
        </p:nvSpPr>
        <p:spPr>
          <a:xfrm>
            <a:off x="4613394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data_9962">
            <a:extLst>
              <a:ext uri="{FF2B5EF4-FFF2-40B4-BE49-F238E27FC236}">
                <a16:creationId xmlns:a16="http://schemas.microsoft.com/office/drawing/2014/main" id="{F517A5C9-1820-4DAA-8198-8CECF19885C6}"/>
              </a:ext>
            </a:extLst>
          </p:cNvPr>
          <p:cNvSpPr>
            <a:spLocks/>
          </p:cNvSpPr>
          <p:nvPr/>
        </p:nvSpPr>
        <p:spPr>
          <a:xfrm>
            <a:off x="46819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data_9963">
            <a:extLst>
              <a:ext uri="{FF2B5EF4-FFF2-40B4-BE49-F238E27FC236}">
                <a16:creationId xmlns:a16="http://schemas.microsoft.com/office/drawing/2014/main" id="{F74A775E-F78C-435C-B92F-0464AAC9D889}"/>
              </a:ext>
            </a:extLst>
          </p:cNvPr>
          <p:cNvSpPr>
            <a:spLocks/>
          </p:cNvSpPr>
          <p:nvPr/>
        </p:nvSpPr>
        <p:spPr>
          <a:xfrm>
            <a:off x="46687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data_9964">
            <a:extLst>
              <a:ext uri="{FF2B5EF4-FFF2-40B4-BE49-F238E27FC236}">
                <a16:creationId xmlns:a16="http://schemas.microsoft.com/office/drawing/2014/main" id="{CBB75FCB-A92B-4823-BB99-53D534A0BE26}"/>
              </a:ext>
            </a:extLst>
          </p:cNvPr>
          <p:cNvSpPr>
            <a:spLocks/>
          </p:cNvSpPr>
          <p:nvPr/>
        </p:nvSpPr>
        <p:spPr>
          <a:xfrm>
            <a:off x="4618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data_9965">
            <a:extLst>
              <a:ext uri="{FF2B5EF4-FFF2-40B4-BE49-F238E27FC236}">
                <a16:creationId xmlns:a16="http://schemas.microsoft.com/office/drawing/2014/main" id="{B13E0430-4BC9-4D88-A8FD-CFF11C1F7C27}"/>
              </a:ext>
            </a:extLst>
          </p:cNvPr>
          <p:cNvSpPr>
            <a:spLocks/>
          </p:cNvSpPr>
          <p:nvPr/>
        </p:nvSpPr>
        <p:spPr>
          <a:xfrm>
            <a:off x="46424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data_9966">
            <a:extLst>
              <a:ext uri="{FF2B5EF4-FFF2-40B4-BE49-F238E27FC236}">
                <a16:creationId xmlns:a16="http://schemas.microsoft.com/office/drawing/2014/main" id="{2E6C3D12-B872-448A-93E4-D0EE33525783}"/>
              </a:ext>
            </a:extLst>
          </p:cNvPr>
          <p:cNvSpPr>
            <a:spLocks/>
          </p:cNvSpPr>
          <p:nvPr/>
        </p:nvSpPr>
        <p:spPr>
          <a:xfrm>
            <a:off x="4596326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data_9967">
            <a:extLst>
              <a:ext uri="{FF2B5EF4-FFF2-40B4-BE49-F238E27FC236}">
                <a16:creationId xmlns:a16="http://schemas.microsoft.com/office/drawing/2014/main" id="{2CFF3899-AE8B-4654-937D-87FA272B7DB4}"/>
              </a:ext>
            </a:extLst>
          </p:cNvPr>
          <p:cNvSpPr>
            <a:spLocks/>
          </p:cNvSpPr>
          <p:nvPr/>
        </p:nvSpPr>
        <p:spPr>
          <a:xfrm>
            <a:off x="53030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data_9968">
            <a:extLst>
              <a:ext uri="{FF2B5EF4-FFF2-40B4-BE49-F238E27FC236}">
                <a16:creationId xmlns:a16="http://schemas.microsoft.com/office/drawing/2014/main" id="{79B9C2FC-14F2-4CCC-A032-A6B9CE8B7E80}"/>
              </a:ext>
            </a:extLst>
          </p:cNvPr>
          <p:cNvSpPr>
            <a:spLocks/>
          </p:cNvSpPr>
          <p:nvPr/>
        </p:nvSpPr>
        <p:spPr>
          <a:xfrm>
            <a:off x="53864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data_9969">
            <a:extLst>
              <a:ext uri="{FF2B5EF4-FFF2-40B4-BE49-F238E27FC236}">
                <a16:creationId xmlns:a16="http://schemas.microsoft.com/office/drawing/2014/main" id="{0EAD7549-A01F-4357-9D32-D382C970C250}"/>
              </a:ext>
            </a:extLst>
          </p:cNvPr>
          <p:cNvSpPr>
            <a:spLocks/>
          </p:cNvSpPr>
          <p:nvPr/>
        </p:nvSpPr>
        <p:spPr>
          <a:xfrm>
            <a:off x="5275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data_9970">
            <a:extLst>
              <a:ext uri="{FF2B5EF4-FFF2-40B4-BE49-F238E27FC236}">
                <a16:creationId xmlns:a16="http://schemas.microsoft.com/office/drawing/2014/main" id="{C5DD9AF5-EF83-4325-8B96-9E47730DAF8A}"/>
              </a:ext>
            </a:extLst>
          </p:cNvPr>
          <p:cNvSpPr>
            <a:spLocks/>
          </p:cNvSpPr>
          <p:nvPr/>
        </p:nvSpPr>
        <p:spPr>
          <a:xfrm>
            <a:off x="5376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data_9971">
            <a:extLst>
              <a:ext uri="{FF2B5EF4-FFF2-40B4-BE49-F238E27FC236}">
                <a16:creationId xmlns:a16="http://schemas.microsoft.com/office/drawing/2014/main" id="{F1BFB5C1-F615-450C-B535-CA6F8858A3B2}"/>
              </a:ext>
            </a:extLst>
          </p:cNvPr>
          <p:cNvSpPr>
            <a:spLocks/>
          </p:cNvSpPr>
          <p:nvPr/>
        </p:nvSpPr>
        <p:spPr>
          <a:xfrm>
            <a:off x="5324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data_9972">
            <a:extLst>
              <a:ext uri="{FF2B5EF4-FFF2-40B4-BE49-F238E27FC236}">
                <a16:creationId xmlns:a16="http://schemas.microsoft.com/office/drawing/2014/main" id="{685866C3-E0FD-4667-81E2-5308934D4264}"/>
              </a:ext>
            </a:extLst>
          </p:cNvPr>
          <p:cNvSpPr>
            <a:spLocks/>
          </p:cNvSpPr>
          <p:nvPr/>
        </p:nvSpPr>
        <p:spPr>
          <a:xfrm>
            <a:off x="5395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data_9973">
            <a:extLst>
              <a:ext uri="{FF2B5EF4-FFF2-40B4-BE49-F238E27FC236}">
                <a16:creationId xmlns:a16="http://schemas.microsoft.com/office/drawing/2014/main" id="{AEC4F11E-5561-4502-8255-05B428E44763}"/>
              </a:ext>
            </a:extLst>
          </p:cNvPr>
          <p:cNvSpPr>
            <a:spLocks/>
          </p:cNvSpPr>
          <p:nvPr/>
        </p:nvSpPr>
        <p:spPr>
          <a:xfrm>
            <a:off x="5302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data_9974">
            <a:extLst>
              <a:ext uri="{FF2B5EF4-FFF2-40B4-BE49-F238E27FC236}">
                <a16:creationId xmlns:a16="http://schemas.microsoft.com/office/drawing/2014/main" id="{A27898FE-1ACC-4FA9-A43E-AE335A582BBF}"/>
              </a:ext>
            </a:extLst>
          </p:cNvPr>
          <p:cNvSpPr>
            <a:spLocks/>
          </p:cNvSpPr>
          <p:nvPr/>
        </p:nvSpPr>
        <p:spPr>
          <a:xfrm>
            <a:off x="53665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data_9975">
            <a:extLst>
              <a:ext uri="{FF2B5EF4-FFF2-40B4-BE49-F238E27FC236}">
                <a16:creationId xmlns:a16="http://schemas.microsoft.com/office/drawing/2014/main" id="{C3BD8AF0-BBB7-46B6-AED2-38EA8E71856C}"/>
              </a:ext>
            </a:extLst>
          </p:cNvPr>
          <p:cNvSpPr>
            <a:spLocks/>
          </p:cNvSpPr>
          <p:nvPr/>
        </p:nvSpPr>
        <p:spPr>
          <a:xfrm>
            <a:off x="5280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data_9976">
            <a:extLst>
              <a:ext uri="{FF2B5EF4-FFF2-40B4-BE49-F238E27FC236}">
                <a16:creationId xmlns:a16="http://schemas.microsoft.com/office/drawing/2014/main" id="{32342B3A-82FD-4C66-ACA5-82E9483C44C1}"/>
              </a:ext>
            </a:extLst>
          </p:cNvPr>
          <p:cNvSpPr>
            <a:spLocks/>
          </p:cNvSpPr>
          <p:nvPr/>
        </p:nvSpPr>
        <p:spPr>
          <a:xfrm>
            <a:off x="53080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data_9977">
            <a:extLst>
              <a:ext uri="{FF2B5EF4-FFF2-40B4-BE49-F238E27FC236}">
                <a16:creationId xmlns:a16="http://schemas.microsoft.com/office/drawing/2014/main" id="{3EF4EBA7-D939-4D28-A5BD-645AF2724F48}"/>
              </a:ext>
            </a:extLst>
          </p:cNvPr>
          <p:cNvSpPr>
            <a:spLocks/>
          </p:cNvSpPr>
          <p:nvPr/>
        </p:nvSpPr>
        <p:spPr>
          <a:xfrm>
            <a:off x="5280005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data_9978">
            <a:extLst>
              <a:ext uri="{FF2B5EF4-FFF2-40B4-BE49-F238E27FC236}">
                <a16:creationId xmlns:a16="http://schemas.microsoft.com/office/drawing/2014/main" id="{F0D1F710-166E-442B-BFB3-B69EFE0A4EAD}"/>
              </a:ext>
            </a:extLst>
          </p:cNvPr>
          <p:cNvSpPr>
            <a:spLocks/>
          </p:cNvSpPr>
          <p:nvPr/>
        </p:nvSpPr>
        <p:spPr>
          <a:xfrm>
            <a:off x="5353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data_9979">
            <a:extLst>
              <a:ext uri="{FF2B5EF4-FFF2-40B4-BE49-F238E27FC236}">
                <a16:creationId xmlns:a16="http://schemas.microsoft.com/office/drawing/2014/main" id="{C935028D-0FFC-4036-A377-9F81A3CCA8ED}"/>
              </a:ext>
            </a:extLst>
          </p:cNvPr>
          <p:cNvSpPr>
            <a:spLocks/>
          </p:cNvSpPr>
          <p:nvPr/>
        </p:nvSpPr>
        <p:spPr>
          <a:xfrm>
            <a:off x="52975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data_9980">
            <a:extLst>
              <a:ext uri="{FF2B5EF4-FFF2-40B4-BE49-F238E27FC236}">
                <a16:creationId xmlns:a16="http://schemas.microsoft.com/office/drawing/2014/main" id="{35704073-BA14-4A4B-AA9C-BF68A3D2FF11}"/>
              </a:ext>
            </a:extLst>
          </p:cNvPr>
          <p:cNvSpPr>
            <a:spLocks/>
          </p:cNvSpPr>
          <p:nvPr/>
        </p:nvSpPr>
        <p:spPr>
          <a:xfrm>
            <a:off x="53366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data_9981">
            <a:extLst>
              <a:ext uri="{FF2B5EF4-FFF2-40B4-BE49-F238E27FC236}">
                <a16:creationId xmlns:a16="http://schemas.microsoft.com/office/drawing/2014/main" id="{742C5685-183E-4C5E-975A-FFC5093FA51A}"/>
              </a:ext>
            </a:extLst>
          </p:cNvPr>
          <p:cNvSpPr>
            <a:spLocks/>
          </p:cNvSpPr>
          <p:nvPr/>
        </p:nvSpPr>
        <p:spPr>
          <a:xfrm>
            <a:off x="53228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data_9982">
            <a:extLst>
              <a:ext uri="{FF2B5EF4-FFF2-40B4-BE49-F238E27FC236}">
                <a16:creationId xmlns:a16="http://schemas.microsoft.com/office/drawing/2014/main" id="{5F3CB71F-083E-4211-85D0-52A9773753A7}"/>
              </a:ext>
            </a:extLst>
          </p:cNvPr>
          <p:cNvSpPr>
            <a:spLocks/>
          </p:cNvSpPr>
          <p:nvPr/>
        </p:nvSpPr>
        <p:spPr>
          <a:xfrm>
            <a:off x="5309973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data_9983">
            <a:extLst>
              <a:ext uri="{FF2B5EF4-FFF2-40B4-BE49-F238E27FC236}">
                <a16:creationId xmlns:a16="http://schemas.microsoft.com/office/drawing/2014/main" id="{0C974684-9064-49A1-8B35-31CA31E91305}"/>
              </a:ext>
            </a:extLst>
          </p:cNvPr>
          <p:cNvSpPr>
            <a:spLocks/>
          </p:cNvSpPr>
          <p:nvPr/>
        </p:nvSpPr>
        <p:spPr>
          <a:xfrm>
            <a:off x="527961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data_9984">
            <a:extLst>
              <a:ext uri="{FF2B5EF4-FFF2-40B4-BE49-F238E27FC236}">
                <a16:creationId xmlns:a16="http://schemas.microsoft.com/office/drawing/2014/main" id="{11FD4FFD-2FC0-474F-8E8D-3F68A7672079}"/>
              </a:ext>
            </a:extLst>
          </p:cNvPr>
          <p:cNvSpPr>
            <a:spLocks/>
          </p:cNvSpPr>
          <p:nvPr/>
        </p:nvSpPr>
        <p:spPr>
          <a:xfrm>
            <a:off x="539662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data_9985">
            <a:extLst>
              <a:ext uri="{FF2B5EF4-FFF2-40B4-BE49-F238E27FC236}">
                <a16:creationId xmlns:a16="http://schemas.microsoft.com/office/drawing/2014/main" id="{53E88BF4-7E43-400C-AB13-26EA86D90D04}"/>
              </a:ext>
            </a:extLst>
          </p:cNvPr>
          <p:cNvSpPr>
            <a:spLocks/>
          </p:cNvSpPr>
          <p:nvPr/>
        </p:nvSpPr>
        <p:spPr>
          <a:xfrm>
            <a:off x="5281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data_9986">
            <a:extLst>
              <a:ext uri="{FF2B5EF4-FFF2-40B4-BE49-F238E27FC236}">
                <a16:creationId xmlns:a16="http://schemas.microsoft.com/office/drawing/2014/main" id="{8830D135-F3A1-46DD-9796-4656A58ACF23}"/>
              </a:ext>
            </a:extLst>
          </p:cNvPr>
          <p:cNvSpPr>
            <a:spLocks/>
          </p:cNvSpPr>
          <p:nvPr/>
        </p:nvSpPr>
        <p:spPr>
          <a:xfrm>
            <a:off x="5386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data_9987">
            <a:extLst>
              <a:ext uri="{FF2B5EF4-FFF2-40B4-BE49-F238E27FC236}">
                <a16:creationId xmlns:a16="http://schemas.microsoft.com/office/drawing/2014/main" id="{72AF0DCB-C004-45A0-9C01-CD985949800A}"/>
              </a:ext>
            </a:extLst>
          </p:cNvPr>
          <p:cNvSpPr>
            <a:spLocks/>
          </p:cNvSpPr>
          <p:nvPr/>
        </p:nvSpPr>
        <p:spPr>
          <a:xfrm>
            <a:off x="53248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data_9988">
            <a:extLst>
              <a:ext uri="{FF2B5EF4-FFF2-40B4-BE49-F238E27FC236}">
                <a16:creationId xmlns:a16="http://schemas.microsoft.com/office/drawing/2014/main" id="{B225860C-C9F8-4D21-9428-1DEE2C9DED35}"/>
              </a:ext>
            </a:extLst>
          </p:cNvPr>
          <p:cNvSpPr>
            <a:spLocks/>
          </p:cNvSpPr>
          <p:nvPr/>
        </p:nvSpPr>
        <p:spPr>
          <a:xfrm>
            <a:off x="540196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data_9989">
            <a:extLst>
              <a:ext uri="{FF2B5EF4-FFF2-40B4-BE49-F238E27FC236}">
                <a16:creationId xmlns:a16="http://schemas.microsoft.com/office/drawing/2014/main" id="{23F32C22-E228-4465-BF91-2F217C523818}"/>
              </a:ext>
            </a:extLst>
          </p:cNvPr>
          <p:cNvSpPr>
            <a:spLocks/>
          </p:cNvSpPr>
          <p:nvPr/>
        </p:nvSpPr>
        <p:spPr>
          <a:xfrm>
            <a:off x="53611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data_9990">
            <a:extLst>
              <a:ext uri="{FF2B5EF4-FFF2-40B4-BE49-F238E27FC236}">
                <a16:creationId xmlns:a16="http://schemas.microsoft.com/office/drawing/2014/main" id="{784E7093-DD84-46A4-9F49-E11B446159AE}"/>
              </a:ext>
            </a:extLst>
          </p:cNvPr>
          <p:cNvSpPr>
            <a:spLocks/>
          </p:cNvSpPr>
          <p:nvPr/>
        </p:nvSpPr>
        <p:spPr>
          <a:xfrm>
            <a:off x="5370040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data_9991">
            <a:extLst>
              <a:ext uri="{FF2B5EF4-FFF2-40B4-BE49-F238E27FC236}">
                <a16:creationId xmlns:a16="http://schemas.microsoft.com/office/drawing/2014/main" id="{E0CF6A25-81EE-4946-A8A7-55B3B7E3739A}"/>
              </a:ext>
            </a:extLst>
          </p:cNvPr>
          <p:cNvSpPr>
            <a:spLocks/>
          </p:cNvSpPr>
          <p:nvPr/>
        </p:nvSpPr>
        <p:spPr>
          <a:xfrm>
            <a:off x="5312839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data_9992">
            <a:extLst>
              <a:ext uri="{FF2B5EF4-FFF2-40B4-BE49-F238E27FC236}">
                <a16:creationId xmlns:a16="http://schemas.microsoft.com/office/drawing/2014/main" id="{B7EA33CD-942B-48F6-B75F-94EE672A1573}"/>
              </a:ext>
            </a:extLst>
          </p:cNvPr>
          <p:cNvSpPr>
            <a:spLocks/>
          </p:cNvSpPr>
          <p:nvPr/>
        </p:nvSpPr>
        <p:spPr>
          <a:xfrm>
            <a:off x="539466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data_9993">
            <a:extLst>
              <a:ext uri="{FF2B5EF4-FFF2-40B4-BE49-F238E27FC236}">
                <a16:creationId xmlns:a16="http://schemas.microsoft.com/office/drawing/2014/main" id="{E4180811-9839-46A7-8944-D08555506206}"/>
              </a:ext>
            </a:extLst>
          </p:cNvPr>
          <p:cNvSpPr>
            <a:spLocks/>
          </p:cNvSpPr>
          <p:nvPr/>
        </p:nvSpPr>
        <p:spPr>
          <a:xfrm>
            <a:off x="5370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data_9994">
            <a:extLst>
              <a:ext uri="{FF2B5EF4-FFF2-40B4-BE49-F238E27FC236}">
                <a16:creationId xmlns:a16="http://schemas.microsoft.com/office/drawing/2014/main" id="{7C5E00A8-F38A-4AB0-ACF8-3666111F04BD}"/>
              </a:ext>
            </a:extLst>
          </p:cNvPr>
          <p:cNvSpPr>
            <a:spLocks/>
          </p:cNvSpPr>
          <p:nvPr/>
        </p:nvSpPr>
        <p:spPr>
          <a:xfrm>
            <a:off x="52959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data_9995">
            <a:extLst>
              <a:ext uri="{FF2B5EF4-FFF2-40B4-BE49-F238E27FC236}">
                <a16:creationId xmlns:a16="http://schemas.microsoft.com/office/drawing/2014/main" id="{DBBF915F-1BD6-4454-9D54-87671DE0EAB6}"/>
              </a:ext>
            </a:extLst>
          </p:cNvPr>
          <p:cNvSpPr>
            <a:spLocks/>
          </p:cNvSpPr>
          <p:nvPr/>
        </p:nvSpPr>
        <p:spPr>
          <a:xfrm>
            <a:off x="5368085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data_9996">
            <a:extLst>
              <a:ext uri="{FF2B5EF4-FFF2-40B4-BE49-F238E27FC236}">
                <a16:creationId xmlns:a16="http://schemas.microsoft.com/office/drawing/2014/main" id="{6DE4ECB1-8493-46E7-9E7A-C5934D669817}"/>
              </a:ext>
            </a:extLst>
          </p:cNvPr>
          <p:cNvSpPr>
            <a:spLocks/>
          </p:cNvSpPr>
          <p:nvPr/>
        </p:nvSpPr>
        <p:spPr>
          <a:xfrm>
            <a:off x="5302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data_9997">
            <a:extLst>
              <a:ext uri="{FF2B5EF4-FFF2-40B4-BE49-F238E27FC236}">
                <a16:creationId xmlns:a16="http://schemas.microsoft.com/office/drawing/2014/main" id="{935E304F-1E51-45CA-BC1F-5A5CC6CD7DDF}"/>
              </a:ext>
            </a:extLst>
          </p:cNvPr>
          <p:cNvSpPr>
            <a:spLocks/>
          </p:cNvSpPr>
          <p:nvPr/>
        </p:nvSpPr>
        <p:spPr>
          <a:xfrm>
            <a:off x="531270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data_9998">
            <a:extLst>
              <a:ext uri="{FF2B5EF4-FFF2-40B4-BE49-F238E27FC236}">
                <a16:creationId xmlns:a16="http://schemas.microsoft.com/office/drawing/2014/main" id="{F1AB1C65-97C1-4D5B-B209-4B7DC2CEED8B}"/>
              </a:ext>
            </a:extLst>
          </p:cNvPr>
          <p:cNvSpPr>
            <a:spLocks/>
          </p:cNvSpPr>
          <p:nvPr/>
        </p:nvSpPr>
        <p:spPr>
          <a:xfrm>
            <a:off x="53936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data_9999">
            <a:extLst>
              <a:ext uri="{FF2B5EF4-FFF2-40B4-BE49-F238E27FC236}">
                <a16:creationId xmlns:a16="http://schemas.microsoft.com/office/drawing/2014/main" id="{50A872A7-167A-4595-B348-93BF1DDF0E32}"/>
              </a:ext>
            </a:extLst>
          </p:cNvPr>
          <p:cNvSpPr>
            <a:spLocks/>
          </p:cNvSpPr>
          <p:nvPr/>
        </p:nvSpPr>
        <p:spPr>
          <a:xfrm>
            <a:off x="53147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data_10000">
            <a:extLst>
              <a:ext uri="{FF2B5EF4-FFF2-40B4-BE49-F238E27FC236}">
                <a16:creationId xmlns:a16="http://schemas.microsoft.com/office/drawing/2014/main" id="{59DEE11F-5BE4-40D1-9ECC-54711224DF5B}"/>
              </a:ext>
            </a:extLst>
          </p:cNvPr>
          <p:cNvSpPr>
            <a:spLocks/>
          </p:cNvSpPr>
          <p:nvPr/>
        </p:nvSpPr>
        <p:spPr>
          <a:xfrm>
            <a:off x="5386327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data_10001">
            <a:extLst>
              <a:ext uri="{FF2B5EF4-FFF2-40B4-BE49-F238E27FC236}">
                <a16:creationId xmlns:a16="http://schemas.microsoft.com/office/drawing/2014/main" id="{AB2DAFC7-49E6-48F2-947E-0F4C9BC1C70C}"/>
              </a:ext>
            </a:extLst>
          </p:cNvPr>
          <p:cNvSpPr>
            <a:spLocks/>
          </p:cNvSpPr>
          <p:nvPr/>
        </p:nvSpPr>
        <p:spPr>
          <a:xfrm>
            <a:off x="53873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data_10002">
            <a:extLst>
              <a:ext uri="{FF2B5EF4-FFF2-40B4-BE49-F238E27FC236}">
                <a16:creationId xmlns:a16="http://schemas.microsoft.com/office/drawing/2014/main" id="{0903D50D-0A63-4632-801D-F5ADA65CE396}"/>
              </a:ext>
            </a:extLst>
          </p:cNvPr>
          <p:cNvSpPr>
            <a:spLocks/>
          </p:cNvSpPr>
          <p:nvPr/>
        </p:nvSpPr>
        <p:spPr>
          <a:xfrm>
            <a:off x="539075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data_10003">
            <a:extLst>
              <a:ext uri="{FF2B5EF4-FFF2-40B4-BE49-F238E27FC236}">
                <a16:creationId xmlns:a16="http://schemas.microsoft.com/office/drawing/2014/main" id="{B61200F3-3592-49C9-A3AD-D5354D39D569}"/>
              </a:ext>
            </a:extLst>
          </p:cNvPr>
          <p:cNvSpPr>
            <a:spLocks/>
          </p:cNvSpPr>
          <p:nvPr/>
        </p:nvSpPr>
        <p:spPr>
          <a:xfrm>
            <a:off x="5315836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data_10004">
            <a:extLst>
              <a:ext uri="{FF2B5EF4-FFF2-40B4-BE49-F238E27FC236}">
                <a16:creationId xmlns:a16="http://schemas.microsoft.com/office/drawing/2014/main" id="{021B7799-8321-40C4-9938-67B928B78148}"/>
              </a:ext>
            </a:extLst>
          </p:cNvPr>
          <p:cNvSpPr>
            <a:spLocks/>
          </p:cNvSpPr>
          <p:nvPr/>
        </p:nvSpPr>
        <p:spPr>
          <a:xfrm>
            <a:off x="529616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data_10005">
            <a:extLst>
              <a:ext uri="{FF2B5EF4-FFF2-40B4-BE49-F238E27FC236}">
                <a16:creationId xmlns:a16="http://schemas.microsoft.com/office/drawing/2014/main" id="{D308C6FB-C695-41AB-B060-7804D401DF78}"/>
              </a:ext>
            </a:extLst>
          </p:cNvPr>
          <p:cNvSpPr>
            <a:spLocks/>
          </p:cNvSpPr>
          <p:nvPr/>
        </p:nvSpPr>
        <p:spPr>
          <a:xfrm>
            <a:off x="53719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data_10006">
            <a:extLst>
              <a:ext uri="{FF2B5EF4-FFF2-40B4-BE49-F238E27FC236}">
                <a16:creationId xmlns:a16="http://schemas.microsoft.com/office/drawing/2014/main" id="{76D7CEF9-67D8-44A0-86A2-E3BC3D998375}"/>
              </a:ext>
            </a:extLst>
          </p:cNvPr>
          <p:cNvSpPr>
            <a:spLocks/>
          </p:cNvSpPr>
          <p:nvPr/>
        </p:nvSpPr>
        <p:spPr>
          <a:xfrm>
            <a:off x="52900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data_10007">
            <a:extLst>
              <a:ext uri="{FF2B5EF4-FFF2-40B4-BE49-F238E27FC236}">
                <a16:creationId xmlns:a16="http://schemas.microsoft.com/office/drawing/2014/main" id="{FCCBD229-C6F7-48A4-9828-BFDA5B317FFD}"/>
              </a:ext>
            </a:extLst>
          </p:cNvPr>
          <p:cNvSpPr>
            <a:spLocks/>
          </p:cNvSpPr>
          <p:nvPr/>
        </p:nvSpPr>
        <p:spPr>
          <a:xfrm>
            <a:off x="52982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data_10008">
            <a:extLst>
              <a:ext uri="{FF2B5EF4-FFF2-40B4-BE49-F238E27FC236}">
                <a16:creationId xmlns:a16="http://schemas.microsoft.com/office/drawing/2014/main" id="{D0F66595-0145-4E7C-BFD9-084CF0FB1AA3}"/>
              </a:ext>
            </a:extLst>
          </p:cNvPr>
          <p:cNvSpPr>
            <a:spLocks/>
          </p:cNvSpPr>
          <p:nvPr/>
        </p:nvSpPr>
        <p:spPr>
          <a:xfrm>
            <a:off x="5375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data_10009">
            <a:extLst>
              <a:ext uri="{FF2B5EF4-FFF2-40B4-BE49-F238E27FC236}">
                <a16:creationId xmlns:a16="http://schemas.microsoft.com/office/drawing/2014/main" id="{DDBA1636-9DD1-4399-9B5C-14A069567732}"/>
              </a:ext>
            </a:extLst>
          </p:cNvPr>
          <p:cNvSpPr>
            <a:spLocks/>
          </p:cNvSpPr>
          <p:nvPr/>
        </p:nvSpPr>
        <p:spPr>
          <a:xfrm>
            <a:off x="52912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data_10010">
            <a:extLst>
              <a:ext uri="{FF2B5EF4-FFF2-40B4-BE49-F238E27FC236}">
                <a16:creationId xmlns:a16="http://schemas.microsoft.com/office/drawing/2014/main" id="{DD7D1CBD-20C2-490D-9124-89456321FAC6}"/>
              </a:ext>
            </a:extLst>
          </p:cNvPr>
          <p:cNvSpPr>
            <a:spLocks/>
          </p:cNvSpPr>
          <p:nvPr/>
        </p:nvSpPr>
        <p:spPr>
          <a:xfrm>
            <a:off x="54002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data_10011">
            <a:extLst>
              <a:ext uri="{FF2B5EF4-FFF2-40B4-BE49-F238E27FC236}">
                <a16:creationId xmlns:a16="http://schemas.microsoft.com/office/drawing/2014/main" id="{BBF8047B-9313-4C4C-9589-AC8850B8DFF9}"/>
              </a:ext>
            </a:extLst>
          </p:cNvPr>
          <p:cNvSpPr>
            <a:spLocks/>
          </p:cNvSpPr>
          <p:nvPr/>
        </p:nvSpPr>
        <p:spPr>
          <a:xfrm>
            <a:off x="5380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data_10012">
            <a:extLst>
              <a:ext uri="{FF2B5EF4-FFF2-40B4-BE49-F238E27FC236}">
                <a16:creationId xmlns:a16="http://schemas.microsoft.com/office/drawing/2014/main" id="{1F653AF6-0E89-4799-96D0-13D3537D735C}"/>
              </a:ext>
            </a:extLst>
          </p:cNvPr>
          <p:cNvSpPr>
            <a:spLocks/>
          </p:cNvSpPr>
          <p:nvPr/>
        </p:nvSpPr>
        <p:spPr>
          <a:xfrm>
            <a:off x="53331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data_10013">
            <a:extLst>
              <a:ext uri="{FF2B5EF4-FFF2-40B4-BE49-F238E27FC236}">
                <a16:creationId xmlns:a16="http://schemas.microsoft.com/office/drawing/2014/main" id="{B201F2E5-1D18-4444-94B6-1B47360C5DF6}"/>
              </a:ext>
            </a:extLst>
          </p:cNvPr>
          <p:cNvSpPr>
            <a:spLocks/>
          </p:cNvSpPr>
          <p:nvPr/>
        </p:nvSpPr>
        <p:spPr>
          <a:xfrm>
            <a:off x="53111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data_10014">
            <a:extLst>
              <a:ext uri="{FF2B5EF4-FFF2-40B4-BE49-F238E27FC236}">
                <a16:creationId xmlns:a16="http://schemas.microsoft.com/office/drawing/2014/main" id="{ED01F342-AFD7-4C8F-9477-1F4469E17E85}"/>
              </a:ext>
            </a:extLst>
          </p:cNvPr>
          <p:cNvSpPr>
            <a:spLocks/>
          </p:cNvSpPr>
          <p:nvPr/>
        </p:nvSpPr>
        <p:spPr>
          <a:xfrm>
            <a:off x="540391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data_10015">
            <a:extLst>
              <a:ext uri="{FF2B5EF4-FFF2-40B4-BE49-F238E27FC236}">
                <a16:creationId xmlns:a16="http://schemas.microsoft.com/office/drawing/2014/main" id="{222F1085-D58E-4F57-AD0C-658BA100D226}"/>
              </a:ext>
            </a:extLst>
          </p:cNvPr>
          <p:cNvSpPr>
            <a:spLocks/>
          </p:cNvSpPr>
          <p:nvPr/>
        </p:nvSpPr>
        <p:spPr>
          <a:xfrm>
            <a:off x="53566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data_10016">
            <a:extLst>
              <a:ext uri="{FF2B5EF4-FFF2-40B4-BE49-F238E27FC236}">
                <a16:creationId xmlns:a16="http://schemas.microsoft.com/office/drawing/2014/main" id="{0C1A7156-037F-42CD-90A5-0564F030A33D}"/>
              </a:ext>
            </a:extLst>
          </p:cNvPr>
          <p:cNvSpPr>
            <a:spLocks/>
          </p:cNvSpPr>
          <p:nvPr/>
        </p:nvSpPr>
        <p:spPr>
          <a:xfrm>
            <a:off x="5386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data_10017">
            <a:extLst>
              <a:ext uri="{FF2B5EF4-FFF2-40B4-BE49-F238E27FC236}">
                <a16:creationId xmlns:a16="http://schemas.microsoft.com/office/drawing/2014/main" id="{0647034B-B29B-4C24-BDE0-F2DC78FFE3CD}"/>
              </a:ext>
            </a:extLst>
          </p:cNvPr>
          <p:cNvSpPr>
            <a:spLocks/>
          </p:cNvSpPr>
          <p:nvPr/>
        </p:nvSpPr>
        <p:spPr>
          <a:xfrm>
            <a:off x="52949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data_10018">
            <a:extLst>
              <a:ext uri="{FF2B5EF4-FFF2-40B4-BE49-F238E27FC236}">
                <a16:creationId xmlns:a16="http://schemas.microsoft.com/office/drawing/2014/main" id="{618DC168-5D4D-4549-A2B6-D981AB576FB3}"/>
              </a:ext>
            </a:extLst>
          </p:cNvPr>
          <p:cNvSpPr>
            <a:spLocks/>
          </p:cNvSpPr>
          <p:nvPr/>
        </p:nvSpPr>
        <p:spPr>
          <a:xfrm>
            <a:off x="53317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data_10019">
            <a:extLst>
              <a:ext uri="{FF2B5EF4-FFF2-40B4-BE49-F238E27FC236}">
                <a16:creationId xmlns:a16="http://schemas.microsoft.com/office/drawing/2014/main" id="{23599EF2-1B88-4E51-83CB-1E1D938DD548}"/>
              </a:ext>
            </a:extLst>
          </p:cNvPr>
          <p:cNvSpPr>
            <a:spLocks/>
          </p:cNvSpPr>
          <p:nvPr/>
        </p:nvSpPr>
        <p:spPr>
          <a:xfrm>
            <a:off x="53782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data_10020">
            <a:extLst>
              <a:ext uri="{FF2B5EF4-FFF2-40B4-BE49-F238E27FC236}">
                <a16:creationId xmlns:a16="http://schemas.microsoft.com/office/drawing/2014/main" id="{0C51A02E-72D4-4DA3-86CE-8A1AD4E53FFC}"/>
              </a:ext>
            </a:extLst>
          </p:cNvPr>
          <p:cNvSpPr>
            <a:spLocks/>
          </p:cNvSpPr>
          <p:nvPr/>
        </p:nvSpPr>
        <p:spPr>
          <a:xfrm>
            <a:off x="535935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data_10021">
            <a:extLst>
              <a:ext uri="{FF2B5EF4-FFF2-40B4-BE49-F238E27FC236}">
                <a16:creationId xmlns:a16="http://schemas.microsoft.com/office/drawing/2014/main" id="{C7B8FF35-CC32-44D4-A769-770F55D0899E}"/>
              </a:ext>
            </a:extLst>
          </p:cNvPr>
          <p:cNvSpPr>
            <a:spLocks/>
          </p:cNvSpPr>
          <p:nvPr/>
        </p:nvSpPr>
        <p:spPr>
          <a:xfrm>
            <a:off x="5397532" y="521544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data_10022">
            <a:extLst>
              <a:ext uri="{FF2B5EF4-FFF2-40B4-BE49-F238E27FC236}">
                <a16:creationId xmlns:a16="http://schemas.microsoft.com/office/drawing/2014/main" id="{1E659665-EB8D-4294-8F3A-72ED4B1F41DA}"/>
              </a:ext>
            </a:extLst>
          </p:cNvPr>
          <p:cNvSpPr>
            <a:spLocks/>
          </p:cNvSpPr>
          <p:nvPr/>
        </p:nvSpPr>
        <p:spPr>
          <a:xfrm>
            <a:off x="52766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data_10023">
            <a:extLst>
              <a:ext uri="{FF2B5EF4-FFF2-40B4-BE49-F238E27FC236}">
                <a16:creationId xmlns:a16="http://schemas.microsoft.com/office/drawing/2014/main" id="{446C6A7F-1863-4A35-91A7-2BF86E1F7BA7}"/>
              </a:ext>
            </a:extLst>
          </p:cNvPr>
          <p:cNvSpPr>
            <a:spLocks/>
          </p:cNvSpPr>
          <p:nvPr/>
        </p:nvSpPr>
        <p:spPr>
          <a:xfrm>
            <a:off x="5330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data_10024">
            <a:extLst>
              <a:ext uri="{FF2B5EF4-FFF2-40B4-BE49-F238E27FC236}">
                <a16:creationId xmlns:a16="http://schemas.microsoft.com/office/drawing/2014/main" id="{ADB97610-BDE2-480C-B8E9-519F9AD81A19}"/>
              </a:ext>
            </a:extLst>
          </p:cNvPr>
          <p:cNvSpPr>
            <a:spLocks/>
          </p:cNvSpPr>
          <p:nvPr/>
        </p:nvSpPr>
        <p:spPr>
          <a:xfrm>
            <a:off x="53546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data_10025">
            <a:extLst>
              <a:ext uri="{FF2B5EF4-FFF2-40B4-BE49-F238E27FC236}">
                <a16:creationId xmlns:a16="http://schemas.microsoft.com/office/drawing/2014/main" id="{1A191205-21BC-43CA-8178-A7A91A2D536A}"/>
              </a:ext>
            </a:extLst>
          </p:cNvPr>
          <p:cNvSpPr>
            <a:spLocks/>
          </p:cNvSpPr>
          <p:nvPr/>
        </p:nvSpPr>
        <p:spPr>
          <a:xfrm>
            <a:off x="5314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data_10026">
            <a:extLst>
              <a:ext uri="{FF2B5EF4-FFF2-40B4-BE49-F238E27FC236}">
                <a16:creationId xmlns:a16="http://schemas.microsoft.com/office/drawing/2014/main" id="{9A72FF7F-9218-4A9D-8291-4FFAC8D094D3}"/>
              </a:ext>
            </a:extLst>
          </p:cNvPr>
          <p:cNvSpPr>
            <a:spLocks/>
          </p:cNvSpPr>
          <p:nvPr/>
        </p:nvSpPr>
        <p:spPr>
          <a:xfrm>
            <a:off x="53433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data_10027">
            <a:extLst>
              <a:ext uri="{FF2B5EF4-FFF2-40B4-BE49-F238E27FC236}">
                <a16:creationId xmlns:a16="http://schemas.microsoft.com/office/drawing/2014/main" id="{7C03771E-7E6E-48A2-8980-96521FF81158}"/>
              </a:ext>
            </a:extLst>
          </p:cNvPr>
          <p:cNvSpPr>
            <a:spLocks/>
          </p:cNvSpPr>
          <p:nvPr/>
        </p:nvSpPr>
        <p:spPr>
          <a:xfrm>
            <a:off x="532691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data_10028">
            <a:extLst>
              <a:ext uri="{FF2B5EF4-FFF2-40B4-BE49-F238E27FC236}">
                <a16:creationId xmlns:a16="http://schemas.microsoft.com/office/drawing/2014/main" id="{7BB80CCB-35E5-4D45-945C-448C25994562}"/>
              </a:ext>
            </a:extLst>
          </p:cNvPr>
          <p:cNvSpPr>
            <a:spLocks/>
          </p:cNvSpPr>
          <p:nvPr/>
        </p:nvSpPr>
        <p:spPr>
          <a:xfrm>
            <a:off x="5383199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data_10029">
            <a:extLst>
              <a:ext uri="{FF2B5EF4-FFF2-40B4-BE49-F238E27FC236}">
                <a16:creationId xmlns:a16="http://schemas.microsoft.com/office/drawing/2014/main" id="{58F98D1B-A8D0-419D-8ABB-55A367F826E8}"/>
              </a:ext>
            </a:extLst>
          </p:cNvPr>
          <p:cNvSpPr>
            <a:spLocks/>
          </p:cNvSpPr>
          <p:nvPr/>
        </p:nvSpPr>
        <p:spPr>
          <a:xfrm>
            <a:off x="5290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data_10030">
            <a:extLst>
              <a:ext uri="{FF2B5EF4-FFF2-40B4-BE49-F238E27FC236}">
                <a16:creationId xmlns:a16="http://schemas.microsoft.com/office/drawing/2014/main" id="{DE8A7E7C-33EA-4B20-B842-DC87CF8EB282}"/>
              </a:ext>
            </a:extLst>
          </p:cNvPr>
          <p:cNvSpPr>
            <a:spLocks/>
          </p:cNvSpPr>
          <p:nvPr/>
        </p:nvSpPr>
        <p:spPr>
          <a:xfrm>
            <a:off x="5296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data_10031">
            <a:extLst>
              <a:ext uri="{FF2B5EF4-FFF2-40B4-BE49-F238E27FC236}">
                <a16:creationId xmlns:a16="http://schemas.microsoft.com/office/drawing/2014/main" id="{FF7D20AC-6F0A-4BBE-843F-8E81A15833FC}"/>
              </a:ext>
            </a:extLst>
          </p:cNvPr>
          <p:cNvSpPr>
            <a:spLocks/>
          </p:cNvSpPr>
          <p:nvPr/>
        </p:nvSpPr>
        <p:spPr>
          <a:xfrm>
            <a:off x="53511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data_10032">
            <a:extLst>
              <a:ext uri="{FF2B5EF4-FFF2-40B4-BE49-F238E27FC236}">
                <a16:creationId xmlns:a16="http://schemas.microsoft.com/office/drawing/2014/main" id="{D876B9DA-FD79-42B1-96A9-62531EFE8C67}"/>
              </a:ext>
            </a:extLst>
          </p:cNvPr>
          <p:cNvSpPr>
            <a:spLocks/>
          </p:cNvSpPr>
          <p:nvPr/>
        </p:nvSpPr>
        <p:spPr>
          <a:xfrm>
            <a:off x="53499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data_10033">
            <a:extLst>
              <a:ext uri="{FF2B5EF4-FFF2-40B4-BE49-F238E27FC236}">
                <a16:creationId xmlns:a16="http://schemas.microsoft.com/office/drawing/2014/main" id="{9B4D6E41-4F3A-4264-A257-43FFED013E95}"/>
              </a:ext>
            </a:extLst>
          </p:cNvPr>
          <p:cNvSpPr>
            <a:spLocks/>
          </p:cNvSpPr>
          <p:nvPr/>
        </p:nvSpPr>
        <p:spPr>
          <a:xfrm>
            <a:off x="539232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data_10034">
            <a:extLst>
              <a:ext uri="{FF2B5EF4-FFF2-40B4-BE49-F238E27FC236}">
                <a16:creationId xmlns:a16="http://schemas.microsoft.com/office/drawing/2014/main" id="{0C0175F8-D76E-46BC-AF70-57BDA5C5509A}"/>
              </a:ext>
            </a:extLst>
          </p:cNvPr>
          <p:cNvSpPr>
            <a:spLocks/>
          </p:cNvSpPr>
          <p:nvPr/>
        </p:nvSpPr>
        <p:spPr>
          <a:xfrm>
            <a:off x="53726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data_10035">
            <a:extLst>
              <a:ext uri="{FF2B5EF4-FFF2-40B4-BE49-F238E27FC236}">
                <a16:creationId xmlns:a16="http://schemas.microsoft.com/office/drawing/2014/main" id="{87FC7FCC-EBCE-4652-9976-751C840AB4D4}"/>
              </a:ext>
            </a:extLst>
          </p:cNvPr>
          <p:cNvSpPr>
            <a:spLocks/>
          </p:cNvSpPr>
          <p:nvPr/>
        </p:nvSpPr>
        <p:spPr>
          <a:xfrm>
            <a:off x="53111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data_10036">
            <a:extLst>
              <a:ext uri="{FF2B5EF4-FFF2-40B4-BE49-F238E27FC236}">
                <a16:creationId xmlns:a16="http://schemas.microsoft.com/office/drawing/2014/main" id="{21C98A96-5292-477D-A06A-AC2D1A634FC9}"/>
              </a:ext>
            </a:extLst>
          </p:cNvPr>
          <p:cNvSpPr>
            <a:spLocks/>
          </p:cNvSpPr>
          <p:nvPr/>
        </p:nvSpPr>
        <p:spPr>
          <a:xfrm>
            <a:off x="537525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data_10037">
            <a:extLst>
              <a:ext uri="{FF2B5EF4-FFF2-40B4-BE49-F238E27FC236}">
                <a16:creationId xmlns:a16="http://schemas.microsoft.com/office/drawing/2014/main" id="{EB51250D-8449-46A4-8D6E-31172419DC1D}"/>
              </a:ext>
            </a:extLst>
          </p:cNvPr>
          <p:cNvSpPr>
            <a:spLocks/>
          </p:cNvSpPr>
          <p:nvPr/>
        </p:nvSpPr>
        <p:spPr>
          <a:xfrm>
            <a:off x="53646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data_10038">
            <a:extLst>
              <a:ext uri="{FF2B5EF4-FFF2-40B4-BE49-F238E27FC236}">
                <a16:creationId xmlns:a16="http://schemas.microsoft.com/office/drawing/2014/main" id="{1F5D8E7B-1366-440E-ADB2-7FDF4A731703}"/>
              </a:ext>
            </a:extLst>
          </p:cNvPr>
          <p:cNvSpPr>
            <a:spLocks/>
          </p:cNvSpPr>
          <p:nvPr/>
        </p:nvSpPr>
        <p:spPr>
          <a:xfrm>
            <a:off x="53703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data_10039">
            <a:extLst>
              <a:ext uri="{FF2B5EF4-FFF2-40B4-BE49-F238E27FC236}">
                <a16:creationId xmlns:a16="http://schemas.microsoft.com/office/drawing/2014/main" id="{666AE153-DC01-4CF4-9AA8-AAF01B1BB03C}"/>
              </a:ext>
            </a:extLst>
          </p:cNvPr>
          <p:cNvSpPr>
            <a:spLocks/>
          </p:cNvSpPr>
          <p:nvPr/>
        </p:nvSpPr>
        <p:spPr>
          <a:xfrm>
            <a:off x="53456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data_10040">
            <a:extLst>
              <a:ext uri="{FF2B5EF4-FFF2-40B4-BE49-F238E27FC236}">
                <a16:creationId xmlns:a16="http://schemas.microsoft.com/office/drawing/2014/main" id="{B086E8CA-5D5D-4164-BD5F-7A0B79ED2DD3}"/>
              </a:ext>
            </a:extLst>
          </p:cNvPr>
          <p:cNvSpPr>
            <a:spLocks/>
          </p:cNvSpPr>
          <p:nvPr/>
        </p:nvSpPr>
        <p:spPr>
          <a:xfrm>
            <a:off x="52780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data_10041">
            <a:extLst>
              <a:ext uri="{FF2B5EF4-FFF2-40B4-BE49-F238E27FC236}">
                <a16:creationId xmlns:a16="http://schemas.microsoft.com/office/drawing/2014/main" id="{44636E00-CDED-4338-92CC-A934DA3F10FD}"/>
              </a:ext>
            </a:extLst>
          </p:cNvPr>
          <p:cNvSpPr>
            <a:spLocks/>
          </p:cNvSpPr>
          <p:nvPr/>
        </p:nvSpPr>
        <p:spPr>
          <a:xfrm>
            <a:off x="5365219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data_10042">
            <a:extLst>
              <a:ext uri="{FF2B5EF4-FFF2-40B4-BE49-F238E27FC236}">
                <a16:creationId xmlns:a16="http://schemas.microsoft.com/office/drawing/2014/main" id="{4B0F6B34-A5F0-47BB-B245-D73158946A7C}"/>
              </a:ext>
            </a:extLst>
          </p:cNvPr>
          <p:cNvSpPr>
            <a:spLocks/>
          </p:cNvSpPr>
          <p:nvPr/>
        </p:nvSpPr>
        <p:spPr>
          <a:xfrm>
            <a:off x="53824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data_10043">
            <a:extLst>
              <a:ext uri="{FF2B5EF4-FFF2-40B4-BE49-F238E27FC236}">
                <a16:creationId xmlns:a16="http://schemas.microsoft.com/office/drawing/2014/main" id="{D3090C3E-3272-4BEB-BF8D-C79EDB1F0507}"/>
              </a:ext>
            </a:extLst>
          </p:cNvPr>
          <p:cNvSpPr>
            <a:spLocks/>
          </p:cNvSpPr>
          <p:nvPr/>
        </p:nvSpPr>
        <p:spPr>
          <a:xfrm>
            <a:off x="52996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data_10044">
            <a:extLst>
              <a:ext uri="{FF2B5EF4-FFF2-40B4-BE49-F238E27FC236}">
                <a16:creationId xmlns:a16="http://schemas.microsoft.com/office/drawing/2014/main" id="{7A4192FB-BB74-41D4-B073-B164BACE85D7}"/>
              </a:ext>
            </a:extLst>
          </p:cNvPr>
          <p:cNvSpPr>
            <a:spLocks/>
          </p:cNvSpPr>
          <p:nvPr/>
        </p:nvSpPr>
        <p:spPr>
          <a:xfrm>
            <a:off x="52899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data_10045">
            <a:extLst>
              <a:ext uri="{FF2B5EF4-FFF2-40B4-BE49-F238E27FC236}">
                <a16:creationId xmlns:a16="http://schemas.microsoft.com/office/drawing/2014/main" id="{4BF4F7CF-C83B-4EA5-9E1B-4A6A7914D8D9}"/>
              </a:ext>
            </a:extLst>
          </p:cNvPr>
          <p:cNvSpPr>
            <a:spLocks/>
          </p:cNvSpPr>
          <p:nvPr/>
        </p:nvSpPr>
        <p:spPr>
          <a:xfrm>
            <a:off x="536495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data_10046">
            <a:extLst>
              <a:ext uri="{FF2B5EF4-FFF2-40B4-BE49-F238E27FC236}">
                <a16:creationId xmlns:a16="http://schemas.microsoft.com/office/drawing/2014/main" id="{840A56E6-9A1A-4382-A3C3-A858276D06F7}"/>
              </a:ext>
            </a:extLst>
          </p:cNvPr>
          <p:cNvSpPr>
            <a:spLocks/>
          </p:cNvSpPr>
          <p:nvPr/>
        </p:nvSpPr>
        <p:spPr>
          <a:xfrm>
            <a:off x="5398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data_10047">
            <a:extLst>
              <a:ext uri="{FF2B5EF4-FFF2-40B4-BE49-F238E27FC236}">
                <a16:creationId xmlns:a16="http://schemas.microsoft.com/office/drawing/2014/main" id="{20936585-75E1-47E3-B9C5-EF37EBBACFD5}"/>
              </a:ext>
            </a:extLst>
          </p:cNvPr>
          <p:cNvSpPr>
            <a:spLocks/>
          </p:cNvSpPr>
          <p:nvPr/>
        </p:nvSpPr>
        <p:spPr>
          <a:xfrm>
            <a:off x="54041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data_10048">
            <a:extLst>
              <a:ext uri="{FF2B5EF4-FFF2-40B4-BE49-F238E27FC236}">
                <a16:creationId xmlns:a16="http://schemas.microsoft.com/office/drawing/2014/main" id="{F259E8FB-D857-4B9D-81A0-5735BBB93523}"/>
              </a:ext>
            </a:extLst>
          </p:cNvPr>
          <p:cNvSpPr>
            <a:spLocks/>
          </p:cNvSpPr>
          <p:nvPr/>
        </p:nvSpPr>
        <p:spPr>
          <a:xfrm>
            <a:off x="53236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data_10049">
            <a:extLst>
              <a:ext uri="{FF2B5EF4-FFF2-40B4-BE49-F238E27FC236}">
                <a16:creationId xmlns:a16="http://schemas.microsoft.com/office/drawing/2014/main" id="{B86C14F1-6AFB-407A-9251-D4C705819263}"/>
              </a:ext>
            </a:extLst>
          </p:cNvPr>
          <p:cNvSpPr>
            <a:spLocks/>
          </p:cNvSpPr>
          <p:nvPr/>
        </p:nvSpPr>
        <p:spPr>
          <a:xfrm>
            <a:off x="537147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data_10050">
            <a:extLst>
              <a:ext uri="{FF2B5EF4-FFF2-40B4-BE49-F238E27FC236}">
                <a16:creationId xmlns:a16="http://schemas.microsoft.com/office/drawing/2014/main" id="{387117E9-3845-4E1D-A315-8BAE6DDBEB76}"/>
              </a:ext>
            </a:extLst>
          </p:cNvPr>
          <p:cNvSpPr>
            <a:spLocks/>
          </p:cNvSpPr>
          <p:nvPr/>
        </p:nvSpPr>
        <p:spPr>
          <a:xfrm>
            <a:off x="53813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data_10051">
            <a:extLst>
              <a:ext uri="{FF2B5EF4-FFF2-40B4-BE49-F238E27FC236}">
                <a16:creationId xmlns:a16="http://schemas.microsoft.com/office/drawing/2014/main" id="{2EE7877A-6C4F-4EDB-ABFC-8D7C19D2D3CF}"/>
              </a:ext>
            </a:extLst>
          </p:cNvPr>
          <p:cNvSpPr>
            <a:spLocks/>
          </p:cNvSpPr>
          <p:nvPr/>
        </p:nvSpPr>
        <p:spPr>
          <a:xfrm>
            <a:off x="5397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data_10052">
            <a:extLst>
              <a:ext uri="{FF2B5EF4-FFF2-40B4-BE49-F238E27FC236}">
                <a16:creationId xmlns:a16="http://schemas.microsoft.com/office/drawing/2014/main" id="{AC228DBA-C76B-43F1-B3E6-E6916991E9FA}"/>
              </a:ext>
            </a:extLst>
          </p:cNvPr>
          <p:cNvSpPr>
            <a:spLocks/>
          </p:cNvSpPr>
          <p:nvPr/>
        </p:nvSpPr>
        <p:spPr>
          <a:xfrm>
            <a:off x="53833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data_10053">
            <a:extLst>
              <a:ext uri="{FF2B5EF4-FFF2-40B4-BE49-F238E27FC236}">
                <a16:creationId xmlns:a16="http://schemas.microsoft.com/office/drawing/2014/main" id="{8EF476FE-3B18-41F3-8C13-1F1CE7FEF0BF}"/>
              </a:ext>
            </a:extLst>
          </p:cNvPr>
          <p:cNvSpPr>
            <a:spLocks/>
          </p:cNvSpPr>
          <p:nvPr/>
        </p:nvSpPr>
        <p:spPr>
          <a:xfrm>
            <a:off x="53636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data_10054">
            <a:extLst>
              <a:ext uri="{FF2B5EF4-FFF2-40B4-BE49-F238E27FC236}">
                <a16:creationId xmlns:a16="http://schemas.microsoft.com/office/drawing/2014/main" id="{5FF7EF5E-762D-49B9-80C9-5A528BF32FA1}"/>
              </a:ext>
            </a:extLst>
          </p:cNvPr>
          <p:cNvSpPr>
            <a:spLocks/>
          </p:cNvSpPr>
          <p:nvPr/>
        </p:nvSpPr>
        <p:spPr>
          <a:xfrm>
            <a:off x="52837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data_10055">
            <a:extLst>
              <a:ext uri="{FF2B5EF4-FFF2-40B4-BE49-F238E27FC236}">
                <a16:creationId xmlns:a16="http://schemas.microsoft.com/office/drawing/2014/main" id="{6CBE37D5-E441-4FF0-BA0C-89277B580561}"/>
              </a:ext>
            </a:extLst>
          </p:cNvPr>
          <p:cNvSpPr>
            <a:spLocks/>
          </p:cNvSpPr>
          <p:nvPr/>
        </p:nvSpPr>
        <p:spPr>
          <a:xfrm>
            <a:off x="5296422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data_10056">
            <a:extLst>
              <a:ext uri="{FF2B5EF4-FFF2-40B4-BE49-F238E27FC236}">
                <a16:creationId xmlns:a16="http://schemas.microsoft.com/office/drawing/2014/main" id="{0A6EB74A-98BC-43EC-BA9A-E1768316DC21}"/>
              </a:ext>
            </a:extLst>
          </p:cNvPr>
          <p:cNvSpPr>
            <a:spLocks/>
          </p:cNvSpPr>
          <p:nvPr/>
        </p:nvSpPr>
        <p:spPr>
          <a:xfrm>
            <a:off x="53649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data_10057">
            <a:extLst>
              <a:ext uri="{FF2B5EF4-FFF2-40B4-BE49-F238E27FC236}">
                <a16:creationId xmlns:a16="http://schemas.microsoft.com/office/drawing/2014/main" id="{2DF8832A-B38B-4903-8BDC-486537D328F4}"/>
              </a:ext>
            </a:extLst>
          </p:cNvPr>
          <p:cNvSpPr>
            <a:spLocks/>
          </p:cNvSpPr>
          <p:nvPr/>
        </p:nvSpPr>
        <p:spPr>
          <a:xfrm>
            <a:off x="53517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data_10058">
            <a:extLst>
              <a:ext uri="{FF2B5EF4-FFF2-40B4-BE49-F238E27FC236}">
                <a16:creationId xmlns:a16="http://schemas.microsoft.com/office/drawing/2014/main" id="{3D7C6AD9-3782-4B9B-9E66-8DEFDECE3425}"/>
              </a:ext>
            </a:extLst>
          </p:cNvPr>
          <p:cNvSpPr>
            <a:spLocks/>
          </p:cNvSpPr>
          <p:nvPr/>
        </p:nvSpPr>
        <p:spPr>
          <a:xfrm>
            <a:off x="5301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data_10059">
            <a:extLst>
              <a:ext uri="{FF2B5EF4-FFF2-40B4-BE49-F238E27FC236}">
                <a16:creationId xmlns:a16="http://schemas.microsoft.com/office/drawing/2014/main" id="{507E0673-A266-4FAF-9F97-F75AF4A4E903}"/>
              </a:ext>
            </a:extLst>
          </p:cNvPr>
          <p:cNvSpPr>
            <a:spLocks/>
          </p:cNvSpPr>
          <p:nvPr/>
        </p:nvSpPr>
        <p:spPr>
          <a:xfrm>
            <a:off x="53254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data_10060">
            <a:extLst>
              <a:ext uri="{FF2B5EF4-FFF2-40B4-BE49-F238E27FC236}">
                <a16:creationId xmlns:a16="http://schemas.microsoft.com/office/drawing/2014/main" id="{B060F217-8DC4-411D-A623-93B610A09008}"/>
              </a:ext>
            </a:extLst>
          </p:cNvPr>
          <p:cNvSpPr>
            <a:spLocks/>
          </p:cNvSpPr>
          <p:nvPr/>
        </p:nvSpPr>
        <p:spPr>
          <a:xfrm>
            <a:off x="527935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data_10061">
            <a:extLst>
              <a:ext uri="{FF2B5EF4-FFF2-40B4-BE49-F238E27FC236}">
                <a16:creationId xmlns:a16="http://schemas.microsoft.com/office/drawing/2014/main" id="{E137CCC1-BD7E-419D-B447-97FCBFA8EC75}"/>
              </a:ext>
            </a:extLst>
          </p:cNvPr>
          <p:cNvSpPr>
            <a:spLocks/>
          </p:cNvSpPr>
          <p:nvPr/>
        </p:nvSpPr>
        <p:spPr>
          <a:xfrm>
            <a:off x="59860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data_10062">
            <a:extLst>
              <a:ext uri="{FF2B5EF4-FFF2-40B4-BE49-F238E27FC236}">
                <a16:creationId xmlns:a16="http://schemas.microsoft.com/office/drawing/2014/main" id="{ABF5ADC5-3F6A-40A0-ADD8-D1FD44BF70FD}"/>
              </a:ext>
            </a:extLst>
          </p:cNvPr>
          <p:cNvSpPr>
            <a:spLocks/>
          </p:cNvSpPr>
          <p:nvPr/>
        </p:nvSpPr>
        <p:spPr>
          <a:xfrm>
            <a:off x="60694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data_10063">
            <a:extLst>
              <a:ext uri="{FF2B5EF4-FFF2-40B4-BE49-F238E27FC236}">
                <a16:creationId xmlns:a16="http://schemas.microsoft.com/office/drawing/2014/main" id="{90C11A21-2818-41AC-8B51-1A63E6881DA2}"/>
              </a:ext>
            </a:extLst>
          </p:cNvPr>
          <p:cNvSpPr>
            <a:spLocks/>
          </p:cNvSpPr>
          <p:nvPr/>
        </p:nvSpPr>
        <p:spPr>
          <a:xfrm>
            <a:off x="5958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data_10064">
            <a:extLst>
              <a:ext uri="{FF2B5EF4-FFF2-40B4-BE49-F238E27FC236}">
                <a16:creationId xmlns:a16="http://schemas.microsoft.com/office/drawing/2014/main" id="{2015627D-6061-4B89-AEA4-76F50F89978A}"/>
              </a:ext>
            </a:extLst>
          </p:cNvPr>
          <p:cNvSpPr>
            <a:spLocks/>
          </p:cNvSpPr>
          <p:nvPr/>
        </p:nvSpPr>
        <p:spPr>
          <a:xfrm>
            <a:off x="6059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data_10065">
            <a:extLst>
              <a:ext uri="{FF2B5EF4-FFF2-40B4-BE49-F238E27FC236}">
                <a16:creationId xmlns:a16="http://schemas.microsoft.com/office/drawing/2014/main" id="{5457A5FD-5C74-451C-9725-55647C9D34B4}"/>
              </a:ext>
            </a:extLst>
          </p:cNvPr>
          <p:cNvSpPr>
            <a:spLocks/>
          </p:cNvSpPr>
          <p:nvPr/>
        </p:nvSpPr>
        <p:spPr>
          <a:xfrm>
            <a:off x="6007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data_10066">
            <a:extLst>
              <a:ext uri="{FF2B5EF4-FFF2-40B4-BE49-F238E27FC236}">
                <a16:creationId xmlns:a16="http://schemas.microsoft.com/office/drawing/2014/main" id="{0F35FD82-63ED-46CA-9336-9E729A9D0867}"/>
              </a:ext>
            </a:extLst>
          </p:cNvPr>
          <p:cNvSpPr>
            <a:spLocks/>
          </p:cNvSpPr>
          <p:nvPr/>
        </p:nvSpPr>
        <p:spPr>
          <a:xfrm>
            <a:off x="6078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data_10067">
            <a:extLst>
              <a:ext uri="{FF2B5EF4-FFF2-40B4-BE49-F238E27FC236}">
                <a16:creationId xmlns:a16="http://schemas.microsoft.com/office/drawing/2014/main" id="{5F904FAA-90F9-4547-9851-59726E912683}"/>
              </a:ext>
            </a:extLst>
          </p:cNvPr>
          <p:cNvSpPr>
            <a:spLocks/>
          </p:cNvSpPr>
          <p:nvPr/>
        </p:nvSpPr>
        <p:spPr>
          <a:xfrm>
            <a:off x="59859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data_10068">
            <a:extLst>
              <a:ext uri="{FF2B5EF4-FFF2-40B4-BE49-F238E27FC236}">
                <a16:creationId xmlns:a16="http://schemas.microsoft.com/office/drawing/2014/main" id="{9228A070-9FA2-40E6-9BA3-FB3AA9D13502}"/>
              </a:ext>
            </a:extLst>
          </p:cNvPr>
          <p:cNvSpPr>
            <a:spLocks/>
          </p:cNvSpPr>
          <p:nvPr/>
        </p:nvSpPr>
        <p:spPr>
          <a:xfrm>
            <a:off x="60495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data_10069">
            <a:extLst>
              <a:ext uri="{FF2B5EF4-FFF2-40B4-BE49-F238E27FC236}">
                <a16:creationId xmlns:a16="http://schemas.microsoft.com/office/drawing/2014/main" id="{418A0029-F88C-4100-ACC3-3D09465ADA30}"/>
              </a:ext>
            </a:extLst>
          </p:cNvPr>
          <p:cNvSpPr>
            <a:spLocks/>
          </p:cNvSpPr>
          <p:nvPr/>
        </p:nvSpPr>
        <p:spPr>
          <a:xfrm>
            <a:off x="5963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data_10070">
            <a:extLst>
              <a:ext uri="{FF2B5EF4-FFF2-40B4-BE49-F238E27FC236}">
                <a16:creationId xmlns:a16="http://schemas.microsoft.com/office/drawing/2014/main" id="{91459119-928F-4817-806A-71CD039BAE47}"/>
              </a:ext>
            </a:extLst>
          </p:cNvPr>
          <p:cNvSpPr>
            <a:spLocks/>
          </p:cNvSpPr>
          <p:nvPr/>
        </p:nvSpPr>
        <p:spPr>
          <a:xfrm>
            <a:off x="599104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data_10071">
            <a:extLst>
              <a:ext uri="{FF2B5EF4-FFF2-40B4-BE49-F238E27FC236}">
                <a16:creationId xmlns:a16="http://schemas.microsoft.com/office/drawing/2014/main" id="{FCA0A031-D176-4C13-A570-588BD2263543}"/>
              </a:ext>
            </a:extLst>
          </p:cNvPr>
          <p:cNvSpPr>
            <a:spLocks/>
          </p:cNvSpPr>
          <p:nvPr/>
        </p:nvSpPr>
        <p:spPr>
          <a:xfrm>
            <a:off x="596303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data_10072">
            <a:extLst>
              <a:ext uri="{FF2B5EF4-FFF2-40B4-BE49-F238E27FC236}">
                <a16:creationId xmlns:a16="http://schemas.microsoft.com/office/drawing/2014/main" id="{5D2B13D6-95CB-48E8-8FC1-01AB7C3737A5}"/>
              </a:ext>
            </a:extLst>
          </p:cNvPr>
          <p:cNvSpPr>
            <a:spLocks/>
          </p:cNvSpPr>
          <p:nvPr/>
        </p:nvSpPr>
        <p:spPr>
          <a:xfrm>
            <a:off x="60366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data_10073">
            <a:extLst>
              <a:ext uri="{FF2B5EF4-FFF2-40B4-BE49-F238E27FC236}">
                <a16:creationId xmlns:a16="http://schemas.microsoft.com/office/drawing/2014/main" id="{C8B84A8D-31CC-40BE-9758-F8807485B04A}"/>
              </a:ext>
            </a:extLst>
          </p:cNvPr>
          <p:cNvSpPr>
            <a:spLocks/>
          </p:cNvSpPr>
          <p:nvPr/>
        </p:nvSpPr>
        <p:spPr>
          <a:xfrm>
            <a:off x="59806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data_10074">
            <a:extLst>
              <a:ext uri="{FF2B5EF4-FFF2-40B4-BE49-F238E27FC236}">
                <a16:creationId xmlns:a16="http://schemas.microsoft.com/office/drawing/2014/main" id="{1E57E9E9-3B06-468B-9812-1426D9224C2B}"/>
              </a:ext>
            </a:extLst>
          </p:cNvPr>
          <p:cNvSpPr>
            <a:spLocks/>
          </p:cNvSpPr>
          <p:nvPr/>
        </p:nvSpPr>
        <p:spPr>
          <a:xfrm>
            <a:off x="60197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data_10075">
            <a:extLst>
              <a:ext uri="{FF2B5EF4-FFF2-40B4-BE49-F238E27FC236}">
                <a16:creationId xmlns:a16="http://schemas.microsoft.com/office/drawing/2014/main" id="{BB868929-A05C-4015-B224-580C71A6D876}"/>
              </a:ext>
            </a:extLst>
          </p:cNvPr>
          <p:cNvSpPr>
            <a:spLocks/>
          </p:cNvSpPr>
          <p:nvPr/>
        </p:nvSpPr>
        <p:spPr>
          <a:xfrm>
            <a:off x="6005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data_10076">
            <a:extLst>
              <a:ext uri="{FF2B5EF4-FFF2-40B4-BE49-F238E27FC236}">
                <a16:creationId xmlns:a16="http://schemas.microsoft.com/office/drawing/2014/main" id="{55E5CF18-FBAD-4F44-9A67-7383C231D01D}"/>
              </a:ext>
            </a:extLst>
          </p:cNvPr>
          <p:cNvSpPr>
            <a:spLocks/>
          </p:cNvSpPr>
          <p:nvPr/>
        </p:nvSpPr>
        <p:spPr>
          <a:xfrm>
            <a:off x="599300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data_10077">
            <a:extLst>
              <a:ext uri="{FF2B5EF4-FFF2-40B4-BE49-F238E27FC236}">
                <a16:creationId xmlns:a16="http://schemas.microsoft.com/office/drawing/2014/main" id="{EAF37836-40B8-47A9-924A-2E5D31CC1478}"/>
              </a:ext>
            </a:extLst>
          </p:cNvPr>
          <p:cNvSpPr>
            <a:spLocks/>
          </p:cNvSpPr>
          <p:nvPr/>
        </p:nvSpPr>
        <p:spPr>
          <a:xfrm>
            <a:off x="596264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data_10078">
            <a:extLst>
              <a:ext uri="{FF2B5EF4-FFF2-40B4-BE49-F238E27FC236}">
                <a16:creationId xmlns:a16="http://schemas.microsoft.com/office/drawing/2014/main" id="{45CD5921-84DC-4E68-9395-C89E6818DC9F}"/>
              </a:ext>
            </a:extLst>
          </p:cNvPr>
          <p:cNvSpPr>
            <a:spLocks/>
          </p:cNvSpPr>
          <p:nvPr/>
        </p:nvSpPr>
        <p:spPr>
          <a:xfrm>
            <a:off x="6079648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data_10079">
            <a:extLst>
              <a:ext uri="{FF2B5EF4-FFF2-40B4-BE49-F238E27FC236}">
                <a16:creationId xmlns:a16="http://schemas.microsoft.com/office/drawing/2014/main" id="{53D75A5E-8E1E-4D5A-921B-8359762F7C0E}"/>
              </a:ext>
            </a:extLst>
          </p:cNvPr>
          <p:cNvSpPr>
            <a:spLocks/>
          </p:cNvSpPr>
          <p:nvPr/>
        </p:nvSpPr>
        <p:spPr>
          <a:xfrm>
            <a:off x="5964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data_10080">
            <a:extLst>
              <a:ext uri="{FF2B5EF4-FFF2-40B4-BE49-F238E27FC236}">
                <a16:creationId xmlns:a16="http://schemas.microsoft.com/office/drawing/2014/main" id="{685F0DB1-6288-4183-B36A-0239F63EBA6C}"/>
              </a:ext>
            </a:extLst>
          </p:cNvPr>
          <p:cNvSpPr>
            <a:spLocks/>
          </p:cNvSpPr>
          <p:nvPr/>
        </p:nvSpPr>
        <p:spPr>
          <a:xfrm>
            <a:off x="6070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data_10081">
            <a:extLst>
              <a:ext uri="{FF2B5EF4-FFF2-40B4-BE49-F238E27FC236}">
                <a16:creationId xmlns:a16="http://schemas.microsoft.com/office/drawing/2014/main" id="{679CBAB4-A892-42E7-8C09-3BEA06F8FE06}"/>
              </a:ext>
            </a:extLst>
          </p:cNvPr>
          <p:cNvSpPr>
            <a:spLocks/>
          </p:cNvSpPr>
          <p:nvPr/>
        </p:nvSpPr>
        <p:spPr>
          <a:xfrm>
            <a:off x="60078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data_10082">
            <a:extLst>
              <a:ext uri="{FF2B5EF4-FFF2-40B4-BE49-F238E27FC236}">
                <a16:creationId xmlns:a16="http://schemas.microsoft.com/office/drawing/2014/main" id="{CA661BBB-00D0-41FB-8D88-332E04766427}"/>
              </a:ext>
            </a:extLst>
          </p:cNvPr>
          <p:cNvSpPr>
            <a:spLocks/>
          </p:cNvSpPr>
          <p:nvPr/>
        </p:nvSpPr>
        <p:spPr>
          <a:xfrm>
            <a:off x="60849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data_10083">
            <a:extLst>
              <a:ext uri="{FF2B5EF4-FFF2-40B4-BE49-F238E27FC236}">
                <a16:creationId xmlns:a16="http://schemas.microsoft.com/office/drawing/2014/main" id="{907DE1BD-0FC9-4BAE-83CC-C15CFF2E0BCF}"/>
              </a:ext>
            </a:extLst>
          </p:cNvPr>
          <p:cNvSpPr>
            <a:spLocks/>
          </p:cNvSpPr>
          <p:nvPr/>
        </p:nvSpPr>
        <p:spPr>
          <a:xfrm>
            <a:off x="60442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data_10084">
            <a:extLst>
              <a:ext uri="{FF2B5EF4-FFF2-40B4-BE49-F238E27FC236}">
                <a16:creationId xmlns:a16="http://schemas.microsoft.com/office/drawing/2014/main" id="{A81D5B36-D3ED-4ABD-8FD8-3C9C267C9AE3}"/>
              </a:ext>
            </a:extLst>
          </p:cNvPr>
          <p:cNvSpPr>
            <a:spLocks/>
          </p:cNvSpPr>
          <p:nvPr/>
        </p:nvSpPr>
        <p:spPr>
          <a:xfrm>
            <a:off x="605306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data_10085">
            <a:extLst>
              <a:ext uri="{FF2B5EF4-FFF2-40B4-BE49-F238E27FC236}">
                <a16:creationId xmlns:a16="http://schemas.microsoft.com/office/drawing/2014/main" id="{4AFDFD2B-27A4-4D38-A582-8CD374DB04B4}"/>
              </a:ext>
            </a:extLst>
          </p:cNvPr>
          <p:cNvSpPr>
            <a:spLocks/>
          </p:cNvSpPr>
          <p:nvPr/>
        </p:nvSpPr>
        <p:spPr>
          <a:xfrm>
            <a:off x="5995867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data_10086">
            <a:extLst>
              <a:ext uri="{FF2B5EF4-FFF2-40B4-BE49-F238E27FC236}">
                <a16:creationId xmlns:a16="http://schemas.microsoft.com/office/drawing/2014/main" id="{2F7523E5-7169-45B5-ACE8-5D9768E6324A}"/>
              </a:ext>
            </a:extLst>
          </p:cNvPr>
          <p:cNvSpPr>
            <a:spLocks/>
          </p:cNvSpPr>
          <p:nvPr/>
        </p:nvSpPr>
        <p:spPr>
          <a:xfrm>
            <a:off x="607769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data_10087">
            <a:extLst>
              <a:ext uri="{FF2B5EF4-FFF2-40B4-BE49-F238E27FC236}">
                <a16:creationId xmlns:a16="http://schemas.microsoft.com/office/drawing/2014/main" id="{D370177F-C60B-4ECC-9BD1-19C9A765CA01}"/>
              </a:ext>
            </a:extLst>
          </p:cNvPr>
          <p:cNvSpPr>
            <a:spLocks/>
          </p:cNvSpPr>
          <p:nvPr/>
        </p:nvSpPr>
        <p:spPr>
          <a:xfrm>
            <a:off x="60533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data_10088">
            <a:extLst>
              <a:ext uri="{FF2B5EF4-FFF2-40B4-BE49-F238E27FC236}">
                <a16:creationId xmlns:a16="http://schemas.microsoft.com/office/drawing/2014/main" id="{B3A677CA-D45F-46D5-B346-F60D488D9654}"/>
              </a:ext>
            </a:extLst>
          </p:cNvPr>
          <p:cNvSpPr>
            <a:spLocks/>
          </p:cNvSpPr>
          <p:nvPr/>
        </p:nvSpPr>
        <p:spPr>
          <a:xfrm>
            <a:off x="59789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data_10089">
            <a:extLst>
              <a:ext uri="{FF2B5EF4-FFF2-40B4-BE49-F238E27FC236}">
                <a16:creationId xmlns:a16="http://schemas.microsoft.com/office/drawing/2014/main" id="{60CC19A2-91FB-4D00-8D02-14C23059EAEA}"/>
              </a:ext>
            </a:extLst>
          </p:cNvPr>
          <p:cNvSpPr>
            <a:spLocks/>
          </p:cNvSpPr>
          <p:nvPr/>
        </p:nvSpPr>
        <p:spPr>
          <a:xfrm>
            <a:off x="6051113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data_10090">
            <a:extLst>
              <a:ext uri="{FF2B5EF4-FFF2-40B4-BE49-F238E27FC236}">
                <a16:creationId xmlns:a16="http://schemas.microsoft.com/office/drawing/2014/main" id="{53847B62-F886-4146-99C1-2ACE7BFE3A77}"/>
              </a:ext>
            </a:extLst>
          </p:cNvPr>
          <p:cNvSpPr>
            <a:spLocks/>
          </p:cNvSpPr>
          <p:nvPr/>
        </p:nvSpPr>
        <p:spPr>
          <a:xfrm>
            <a:off x="5985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data_10091">
            <a:extLst>
              <a:ext uri="{FF2B5EF4-FFF2-40B4-BE49-F238E27FC236}">
                <a16:creationId xmlns:a16="http://schemas.microsoft.com/office/drawing/2014/main" id="{068C478D-4D17-4C53-A5F5-30EEFAE6DB00}"/>
              </a:ext>
            </a:extLst>
          </p:cNvPr>
          <p:cNvSpPr>
            <a:spLocks/>
          </p:cNvSpPr>
          <p:nvPr/>
        </p:nvSpPr>
        <p:spPr>
          <a:xfrm>
            <a:off x="599573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data_10092">
            <a:extLst>
              <a:ext uri="{FF2B5EF4-FFF2-40B4-BE49-F238E27FC236}">
                <a16:creationId xmlns:a16="http://schemas.microsoft.com/office/drawing/2014/main" id="{134193A6-6D62-416B-A1E7-30E290B64023}"/>
              </a:ext>
            </a:extLst>
          </p:cNvPr>
          <p:cNvSpPr>
            <a:spLocks/>
          </p:cNvSpPr>
          <p:nvPr/>
        </p:nvSpPr>
        <p:spPr>
          <a:xfrm>
            <a:off x="607665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data_10093">
            <a:extLst>
              <a:ext uri="{FF2B5EF4-FFF2-40B4-BE49-F238E27FC236}">
                <a16:creationId xmlns:a16="http://schemas.microsoft.com/office/drawing/2014/main" id="{AF821375-A2BA-4F41-A78A-898C5DB36F31}"/>
              </a:ext>
            </a:extLst>
          </p:cNvPr>
          <p:cNvSpPr>
            <a:spLocks/>
          </p:cNvSpPr>
          <p:nvPr/>
        </p:nvSpPr>
        <p:spPr>
          <a:xfrm>
            <a:off x="59978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data_10094">
            <a:extLst>
              <a:ext uri="{FF2B5EF4-FFF2-40B4-BE49-F238E27FC236}">
                <a16:creationId xmlns:a16="http://schemas.microsoft.com/office/drawing/2014/main" id="{893100D4-FE7B-415E-B53F-9CFB839C3763}"/>
              </a:ext>
            </a:extLst>
          </p:cNvPr>
          <p:cNvSpPr>
            <a:spLocks/>
          </p:cNvSpPr>
          <p:nvPr/>
        </p:nvSpPr>
        <p:spPr>
          <a:xfrm>
            <a:off x="606935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data_10095">
            <a:extLst>
              <a:ext uri="{FF2B5EF4-FFF2-40B4-BE49-F238E27FC236}">
                <a16:creationId xmlns:a16="http://schemas.microsoft.com/office/drawing/2014/main" id="{0515B011-B592-4270-AD2A-9AC084333F38}"/>
              </a:ext>
            </a:extLst>
          </p:cNvPr>
          <p:cNvSpPr>
            <a:spLocks/>
          </p:cNvSpPr>
          <p:nvPr/>
        </p:nvSpPr>
        <p:spPr>
          <a:xfrm>
            <a:off x="60703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data_10096">
            <a:extLst>
              <a:ext uri="{FF2B5EF4-FFF2-40B4-BE49-F238E27FC236}">
                <a16:creationId xmlns:a16="http://schemas.microsoft.com/office/drawing/2014/main" id="{27B48E80-B673-4B06-A3FC-E17BB55F780D}"/>
              </a:ext>
            </a:extLst>
          </p:cNvPr>
          <p:cNvSpPr>
            <a:spLocks/>
          </p:cNvSpPr>
          <p:nvPr/>
        </p:nvSpPr>
        <p:spPr>
          <a:xfrm>
            <a:off x="607378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data_10097">
            <a:extLst>
              <a:ext uri="{FF2B5EF4-FFF2-40B4-BE49-F238E27FC236}">
                <a16:creationId xmlns:a16="http://schemas.microsoft.com/office/drawing/2014/main" id="{320907B9-DBB0-4893-AE68-AB6FD1EDF6A3}"/>
              </a:ext>
            </a:extLst>
          </p:cNvPr>
          <p:cNvSpPr>
            <a:spLocks/>
          </p:cNvSpPr>
          <p:nvPr/>
        </p:nvSpPr>
        <p:spPr>
          <a:xfrm>
            <a:off x="599886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data_10098">
            <a:extLst>
              <a:ext uri="{FF2B5EF4-FFF2-40B4-BE49-F238E27FC236}">
                <a16:creationId xmlns:a16="http://schemas.microsoft.com/office/drawing/2014/main" id="{0024F8C8-0A5F-48D7-9E50-78AC1698EA55}"/>
              </a:ext>
            </a:extLst>
          </p:cNvPr>
          <p:cNvSpPr>
            <a:spLocks/>
          </p:cNvSpPr>
          <p:nvPr/>
        </p:nvSpPr>
        <p:spPr>
          <a:xfrm>
            <a:off x="59791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data_10099">
            <a:extLst>
              <a:ext uri="{FF2B5EF4-FFF2-40B4-BE49-F238E27FC236}">
                <a16:creationId xmlns:a16="http://schemas.microsoft.com/office/drawing/2014/main" id="{95A8505A-4322-4FDE-936E-047C36E2A5EC}"/>
              </a:ext>
            </a:extLst>
          </p:cNvPr>
          <p:cNvSpPr>
            <a:spLocks/>
          </p:cNvSpPr>
          <p:nvPr/>
        </p:nvSpPr>
        <p:spPr>
          <a:xfrm>
            <a:off x="60550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data_10100">
            <a:extLst>
              <a:ext uri="{FF2B5EF4-FFF2-40B4-BE49-F238E27FC236}">
                <a16:creationId xmlns:a16="http://schemas.microsoft.com/office/drawing/2014/main" id="{AB6BDEF6-4F30-4D6A-8A8B-058F9381588B}"/>
              </a:ext>
            </a:extLst>
          </p:cNvPr>
          <p:cNvSpPr>
            <a:spLocks/>
          </p:cNvSpPr>
          <p:nvPr/>
        </p:nvSpPr>
        <p:spPr>
          <a:xfrm>
            <a:off x="59730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data_10101">
            <a:extLst>
              <a:ext uri="{FF2B5EF4-FFF2-40B4-BE49-F238E27FC236}">
                <a16:creationId xmlns:a16="http://schemas.microsoft.com/office/drawing/2014/main" id="{0950F5F6-3406-4A7B-95E3-1C4AFEE0B677}"/>
              </a:ext>
            </a:extLst>
          </p:cNvPr>
          <p:cNvSpPr>
            <a:spLocks/>
          </p:cNvSpPr>
          <p:nvPr/>
        </p:nvSpPr>
        <p:spPr>
          <a:xfrm>
            <a:off x="59812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data_10102">
            <a:extLst>
              <a:ext uri="{FF2B5EF4-FFF2-40B4-BE49-F238E27FC236}">
                <a16:creationId xmlns:a16="http://schemas.microsoft.com/office/drawing/2014/main" id="{8691060C-4C5E-4CB6-B619-8DF22A8B4FD6}"/>
              </a:ext>
            </a:extLst>
          </p:cNvPr>
          <p:cNvSpPr>
            <a:spLocks/>
          </p:cNvSpPr>
          <p:nvPr/>
        </p:nvSpPr>
        <p:spPr>
          <a:xfrm>
            <a:off x="6058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data_10103">
            <a:extLst>
              <a:ext uri="{FF2B5EF4-FFF2-40B4-BE49-F238E27FC236}">
                <a16:creationId xmlns:a16="http://schemas.microsoft.com/office/drawing/2014/main" id="{7CBCA9DC-401C-426A-8A14-D8C71765E321}"/>
              </a:ext>
            </a:extLst>
          </p:cNvPr>
          <p:cNvSpPr>
            <a:spLocks/>
          </p:cNvSpPr>
          <p:nvPr/>
        </p:nvSpPr>
        <p:spPr>
          <a:xfrm>
            <a:off x="59742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data_10104">
            <a:extLst>
              <a:ext uri="{FF2B5EF4-FFF2-40B4-BE49-F238E27FC236}">
                <a16:creationId xmlns:a16="http://schemas.microsoft.com/office/drawing/2014/main" id="{92CB8093-C7EC-4079-9854-324409E29AAF}"/>
              </a:ext>
            </a:extLst>
          </p:cNvPr>
          <p:cNvSpPr>
            <a:spLocks/>
          </p:cNvSpPr>
          <p:nvPr/>
        </p:nvSpPr>
        <p:spPr>
          <a:xfrm>
            <a:off x="60832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data_10105">
            <a:extLst>
              <a:ext uri="{FF2B5EF4-FFF2-40B4-BE49-F238E27FC236}">
                <a16:creationId xmlns:a16="http://schemas.microsoft.com/office/drawing/2014/main" id="{AFD6F8ED-3B84-4B15-B4A3-D57399E4D0A2}"/>
              </a:ext>
            </a:extLst>
          </p:cNvPr>
          <p:cNvSpPr>
            <a:spLocks/>
          </p:cNvSpPr>
          <p:nvPr/>
        </p:nvSpPr>
        <p:spPr>
          <a:xfrm>
            <a:off x="6063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data_10106">
            <a:extLst>
              <a:ext uri="{FF2B5EF4-FFF2-40B4-BE49-F238E27FC236}">
                <a16:creationId xmlns:a16="http://schemas.microsoft.com/office/drawing/2014/main" id="{282D81BB-6D95-46C6-927D-6355F2F69455}"/>
              </a:ext>
            </a:extLst>
          </p:cNvPr>
          <p:cNvSpPr>
            <a:spLocks/>
          </p:cNvSpPr>
          <p:nvPr/>
        </p:nvSpPr>
        <p:spPr>
          <a:xfrm>
            <a:off x="60161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data_10107">
            <a:extLst>
              <a:ext uri="{FF2B5EF4-FFF2-40B4-BE49-F238E27FC236}">
                <a16:creationId xmlns:a16="http://schemas.microsoft.com/office/drawing/2014/main" id="{2D36437F-8418-463D-8326-5BED0D086132}"/>
              </a:ext>
            </a:extLst>
          </p:cNvPr>
          <p:cNvSpPr>
            <a:spLocks/>
          </p:cNvSpPr>
          <p:nvPr/>
        </p:nvSpPr>
        <p:spPr>
          <a:xfrm>
            <a:off x="59941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data_10108">
            <a:extLst>
              <a:ext uri="{FF2B5EF4-FFF2-40B4-BE49-F238E27FC236}">
                <a16:creationId xmlns:a16="http://schemas.microsoft.com/office/drawing/2014/main" id="{C398165F-1441-42AE-A887-D31497092C1E}"/>
              </a:ext>
            </a:extLst>
          </p:cNvPr>
          <p:cNvSpPr>
            <a:spLocks/>
          </p:cNvSpPr>
          <p:nvPr/>
        </p:nvSpPr>
        <p:spPr>
          <a:xfrm>
            <a:off x="608694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data_10109">
            <a:extLst>
              <a:ext uri="{FF2B5EF4-FFF2-40B4-BE49-F238E27FC236}">
                <a16:creationId xmlns:a16="http://schemas.microsoft.com/office/drawing/2014/main" id="{2FAFC589-C8D1-4130-8664-2BD3E503111B}"/>
              </a:ext>
            </a:extLst>
          </p:cNvPr>
          <p:cNvSpPr>
            <a:spLocks/>
          </p:cNvSpPr>
          <p:nvPr/>
        </p:nvSpPr>
        <p:spPr>
          <a:xfrm>
            <a:off x="60396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data_10110">
            <a:extLst>
              <a:ext uri="{FF2B5EF4-FFF2-40B4-BE49-F238E27FC236}">
                <a16:creationId xmlns:a16="http://schemas.microsoft.com/office/drawing/2014/main" id="{DEF84B82-48A7-449C-B459-B9FA6501315C}"/>
              </a:ext>
            </a:extLst>
          </p:cNvPr>
          <p:cNvSpPr>
            <a:spLocks/>
          </p:cNvSpPr>
          <p:nvPr/>
        </p:nvSpPr>
        <p:spPr>
          <a:xfrm>
            <a:off x="606935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data_10111">
            <a:extLst>
              <a:ext uri="{FF2B5EF4-FFF2-40B4-BE49-F238E27FC236}">
                <a16:creationId xmlns:a16="http://schemas.microsoft.com/office/drawing/2014/main" id="{06FFEA4D-3CA6-45F3-AD4B-39C9882EF108}"/>
              </a:ext>
            </a:extLst>
          </p:cNvPr>
          <p:cNvSpPr>
            <a:spLocks/>
          </p:cNvSpPr>
          <p:nvPr/>
        </p:nvSpPr>
        <p:spPr>
          <a:xfrm>
            <a:off x="59780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data_10112">
            <a:extLst>
              <a:ext uri="{FF2B5EF4-FFF2-40B4-BE49-F238E27FC236}">
                <a16:creationId xmlns:a16="http://schemas.microsoft.com/office/drawing/2014/main" id="{508BBA06-CBC9-4F20-8697-2EEA9595971B}"/>
              </a:ext>
            </a:extLst>
          </p:cNvPr>
          <p:cNvSpPr>
            <a:spLocks/>
          </p:cNvSpPr>
          <p:nvPr/>
        </p:nvSpPr>
        <p:spPr>
          <a:xfrm>
            <a:off x="6014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data_10113">
            <a:extLst>
              <a:ext uri="{FF2B5EF4-FFF2-40B4-BE49-F238E27FC236}">
                <a16:creationId xmlns:a16="http://schemas.microsoft.com/office/drawing/2014/main" id="{CEF6C6E8-3EC8-4E2F-8EAE-B94437DD45CE}"/>
              </a:ext>
            </a:extLst>
          </p:cNvPr>
          <p:cNvSpPr>
            <a:spLocks/>
          </p:cNvSpPr>
          <p:nvPr/>
        </p:nvSpPr>
        <p:spPr>
          <a:xfrm>
            <a:off x="60612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data_10114">
            <a:extLst>
              <a:ext uri="{FF2B5EF4-FFF2-40B4-BE49-F238E27FC236}">
                <a16:creationId xmlns:a16="http://schemas.microsoft.com/office/drawing/2014/main" id="{88912009-D826-4746-A2F5-59F6686BDE3F}"/>
              </a:ext>
            </a:extLst>
          </p:cNvPr>
          <p:cNvSpPr>
            <a:spLocks/>
          </p:cNvSpPr>
          <p:nvPr/>
        </p:nvSpPr>
        <p:spPr>
          <a:xfrm>
            <a:off x="6042383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data_10115">
            <a:extLst>
              <a:ext uri="{FF2B5EF4-FFF2-40B4-BE49-F238E27FC236}">
                <a16:creationId xmlns:a16="http://schemas.microsoft.com/office/drawing/2014/main" id="{C6388557-0FDA-42CB-AAA5-AAD6C6CBEB8E}"/>
              </a:ext>
            </a:extLst>
          </p:cNvPr>
          <p:cNvSpPr>
            <a:spLocks/>
          </p:cNvSpPr>
          <p:nvPr/>
        </p:nvSpPr>
        <p:spPr>
          <a:xfrm>
            <a:off x="60805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data_10116">
            <a:extLst>
              <a:ext uri="{FF2B5EF4-FFF2-40B4-BE49-F238E27FC236}">
                <a16:creationId xmlns:a16="http://schemas.microsoft.com/office/drawing/2014/main" id="{BF962878-8FC8-4357-A6D7-59C50D65477B}"/>
              </a:ext>
            </a:extLst>
          </p:cNvPr>
          <p:cNvSpPr>
            <a:spLocks/>
          </p:cNvSpPr>
          <p:nvPr/>
        </p:nvSpPr>
        <p:spPr>
          <a:xfrm>
            <a:off x="5959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data_10117">
            <a:extLst>
              <a:ext uri="{FF2B5EF4-FFF2-40B4-BE49-F238E27FC236}">
                <a16:creationId xmlns:a16="http://schemas.microsoft.com/office/drawing/2014/main" id="{D97C878F-14DC-497C-8104-394C340E85D4}"/>
              </a:ext>
            </a:extLst>
          </p:cNvPr>
          <p:cNvSpPr>
            <a:spLocks/>
          </p:cNvSpPr>
          <p:nvPr/>
        </p:nvSpPr>
        <p:spPr>
          <a:xfrm>
            <a:off x="6013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data_10118">
            <a:extLst>
              <a:ext uri="{FF2B5EF4-FFF2-40B4-BE49-F238E27FC236}">
                <a16:creationId xmlns:a16="http://schemas.microsoft.com/office/drawing/2014/main" id="{A5BA47B3-C7DB-4CCB-A3B6-54F805904246}"/>
              </a:ext>
            </a:extLst>
          </p:cNvPr>
          <p:cNvSpPr>
            <a:spLocks/>
          </p:cNvSpPr>
          <p:nvPr/>
        </p:nvSpPr>
        <p:spPr>
          <a:xfrm>
            <a:off x="60376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data_10119">
            <a:extLst>
              <a:ext uri="{FF2B5EF4-FFF2-40B4-BE49-F238E27FC236}">
                <a16:creationId xmlns:a16="http://schemas.microsoft.com/office/drawing/2014/main" id="{3390600B-9670-4791-A700-2A6953169408}"/>
              </a:ext>
            </a:extLst>
          </p:cNvPr>
          <p:cNvSpPr>
            <a:spLocks/>
          </p:cNvSpPr>
          <p:nvPr/>
        </p:nvSpPr>
        <p:spPr>
          <a:xfrm>
            <a:off x="59971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data_10120">
            <a:extLst>
              <a:ext uri="{FF2B5EF4-FFF2-40B4-BE49-F238E27FC236}">
                <a16:creationId xmlns:a16="http://schemas.microsoft.com/office/drawing/2014/main" id="{0E4ECF7D-AA7F-401A-9BAA-E2D29FEC4B0E}"/>
              </a:ext>
            </a:extLst>
          </p:cNvPr>
          <p:cNvSpPr>
            <a:spLocks/>
          </p:cNvSpPr>
          <p:nvPr/>
        </p:nvSpPr>
        <p:spPr>
          <a:xfrm>
            <a:off x="60263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data_10121">
            <a:extLst>
              <a:ext uri="{FF2B5EF4-FFF2-40B4-BE49-F238E27FC236}">
                <a16:creationId xmlns:a16="http://schemas.microsoft.com/office/drawing/2014/main" id="{DFEEA394-4181-4C98-A16F-00D1C4ED276B}"/>
              </a:ext>
            </a:extLst>
          </p:cNvPr>
          <p:cNvSpPr>
            <a:spLocks/>
          </p:cNvSpPr>
          <p:nvPr/>
        </p:nvSpPr>
        <p:spPr>
          <a:xfrm>
            <a:off x="600993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data_10122">
            <a:extLst>
              <a:ext uri="{FF2B5EF4-FFF2-40B4-BE49-F238E27FC236}">
                <a16:creationId xmlns:a16="http://schemas.microsoft.com/office/drawing/2014/main" id="{FD372889-EA19-4C75-87CF-FEB46879D772}"/>
              </a:ext>
            </a:extLst>
          </p:cNvPr>
          <p:cNvSpPr>
            <a:spLocks/>
          </p:cNvSpPr>
          <p:nvPr/>
        </p:nvSpPr>
        <p:spPr>
          <a:xfrm>
            <a:off x="6066227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data_10123">
            <a:extLst>
              <a:ext uri="{FF2B5EF4-FFF2-40B4-BE49-F238E27FC236}">
                <a16:creationId xmlns:a16="http://schemas.microsoft.com/office/drawing/2014/main" id="{C941B689-948B-4452-A0F1-75C3C4E287D1}"/>
              </a:ext>
            </a:extLst>
          </p:cNvPr>
          <p:cNvSpPr>
            <a:spLocks/>
          </p:cNvSpPr>
          <p:nvPr/>
        </p:nvSpPr>
        <p:spPr>
          <a:xfrm>
            <a:off x="59739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data_10124">
            <a:extLst>
              <a:ext uri="{FF2B5EF4-FFF2-40B4-BE49-F238E27FC236}">
                <a16:creationId xmlns:a16="http://schemas.microsoft.com/office/drawing/2014/main" id="{A99102D6-1C30-4962-B950-DF4C24A9DC41}"/>
              </a:ext>
            </a:extLst>
          </p:cNvPr>
          <p:cNvSpPr>
            <a:spLocks/>
          </p:cNvSpPr>
          <p:nvPr/>
        </p:nvSpPr>
        <p:spPr>
          <a:xfrm>
            <a:off x="59799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data_10125">
            <a:extLst>
              <a:ext uri="{FF2B5EF4-FFF2-40B4-BE49-F238E27FC236}">
                <a16:creationId xmlns:a16="http://schemas.microsoft.com/office/drawing/2014/main" id="{106FDEDA-CA52-42A8-92C8-5A22D87D669B}"/>
              </a:ext>
            </a:extLst>
          </p:cNvPr>
          <p:cNvSpPr>
            <a:spLocks/>
          </p:cNvSpPr>
          <p:nvPr/>
        </p:nvSpPr>
        <p:spPr>
          <a:xfrm>
            <a:off x="60341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data_10126">
            <a:extLst>
              <a:ext uri="{FF2B5EF4-FFF2-40B4-BE49-F238E27FC236}">
                <a16:creationId xmlns:a16="http://schemas.microsoft.com/office/drawing/2014/main" id="{74D49DB8-24FA-4DE8-A4B0-48753D8218E4}"/>
              </a:ext>
            </a:extLst>
          </p:cNvPr>
          <p:cNvSpPr>
            <a:spLocks/>
          </p:cNvSpPr>
          <p:nvPr/>
        </p:nvSpPr>
        <p:spPr>
          <a:xfrm>
            <a:off x="60330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data_10127">
            <a:extLst>
              <a:ext uri="{FF2B5EF4-FFF2-40B4-BE49-F238E27FC236}">
                <a16:creationId xmlns:a16="http://schemas.microsoft.com/office/drawing/2014/main" id="{94E0F752-9E96-4DE8-A830-44ED800F574C}"/>
              </a:ext>
            </a:extLst>
          </p:cNvPr>
          <p:cNvSpPr>
            <a:spLocks/>
          </p:cNvSpPr>
          <p:nvPr/>
        </p:nvSpPr>
        <p:spPr>
          <a:xfrm>
            <a:off x="6075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data_10128">
            <a:extLst>
              <a:ext uri="{FF2B5EF4-FFF2-40B4-BE49-F238E27FC236}">
                <a16:creationId xmlns:a16="http://schemas.microsoft.com/office/drawing/2014/main" id="{5439CF1B-A62C-4556-9032-6F9EDCAAAD64}"/>
              </a:ext>
            </a:extLst>
          </p:cNvPr>
          <p:cNvSpPr>
            <a:spLocks/>
          </p:cNvSpPr>
          <p:nvPr/>
        </p:nvSpPr>
        <p:spPr>
          <a:xfrm>
            <a:off x="6055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data_10129">
            <a:extLst>
              <a:ext uri="{FF2B5EF4-FFF2-40B4-BE49-F238E27FC236}">
                <a16:creationId xmlns:a16="http://schemas.microsoft.com/office/drawing/2014/main" id="{823B9377-4138-4807-85D6-BA9BCFE93162}"/>
              </a:ext>
            </a:extLst>
          </p:cNvPr>
          <p:cNvSpPr>
            <a:spLocks/>
          </p:cNvSpPr>
          <p:nvPr/>
        </p:nvSpPr>
        <p:spPr>
          <a:xfrm>
            <a:off x="59941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data_10130">
            <a:extLst>
              <a:ext uri="{FF2B5EF4-FFF2-40B4-BE49-F238E27FC236}">
                <a16:creationId xmlns:a16="http://schemas.microsoft.com/office/drawing/2014/main" id="{0122C927-0C95-4573-9223-E75FB0EF0546}"/>
              </a:ext>
            </a:extLst>
          </p:cNvPr>
          <p:cNvSpPr>
            <a:spLocks/>
          </p:cNvSpPr>
          <p:nvPr/>
        </p:nvSpPr>
        <p:spPr>
          <a:xfrm>
            <a:off x="605827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data_10131">
            <a:extLst>
              <a:ext uri="{FF2B5EF4-FFF2-40B4-BE49-F238E27FC236}">
                <a16:creationId xmlns:a16="http://schemas.microsoft.com/office/drawing/2014/main" id="{349368CD-A3B0-434E-B3F1-4FD11E66D02E}"/>
              </a:ext>
            </a:extLst>
          </p:cNvPr>
          <p:cNvSpPr>
            <a:spLocks/>
          </p:cNvSpPr>
          <p:nvPr/>
        </p:nvSpPr>
        <p:spPr>
          <a:xfrm>
            <a:off x="6047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data_10132">
            <a:extLst>
              <a:ext uri="{FF2B5EF4-FFF2-40B4-BE49-F238E27FC236}">
                <a16:creationId xmlns:a16="http://schemas.microsoft.com/office/drawing/2014/main" id="{E9FF9B48-E0AF-4A72-82DF-019BEEF1BA94}"/>
              </a:ext>
            </a:extLst>
          </p:cNvPr>
          <p:cNvSpPr>
            <a:spLocks/>
          </p:cNvSpPr>
          <p:nvPr/>
        </p:nvSpPr>
        <p:spPr>
          <a:xfrm>
            <a:off x="60533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data_10133">
            <a:extLst>
              <a:ext uri="{FF2B5EF4-FFF2-40B4-BE49-F238E27FC236}">
                <a16:creationId xmlns:a16="http://schemas.microsoft.com/office/drawing/2014/main" id="{C1CF09DD-06E1-435A-AD3F-7F69563F1468}"/>
              </a:ext>
            </a:extLst>
          </p:cNvPr>
          <p:cNvSpPr>
            <a:spLocks/>
          </p:cNvSpPr>
          <p:nvPr/>
        </p:nvSpPr>
        <p:spPr>
          <a:xfrm>
            <a:off x="60287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data_10134">
            <a:extLst>
              <a:ext uri="{FF2B5EF4-FFF2-40B4-BE49-F238E27FC236}">
                <a16:creationId xmlns:a16="http://schemas.microsoft.com/office/drawing/2014/main" id="{463E1459-2C5F-4D8E-A5C2-30EAC2B3A815}"/>
              </a:ext>
            </a:extLst>
          </p:cNvPr>
          <p:cNvSpPr>
            <a:spLocks/>
          </p:cNvSpPr>
          <p:nvPr/>
        </p:nvSpPr>
        <p:spPr>
          <a:xfrm>
            <a:off x="5961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data_10135">
            <a:extLst>
              <a:ext uri="{FF2B5EF4-FFF2-40B4-BE49-F238E27FC236}">
                <a16:creationId xmlns:a16="http://schemas.microsoft.com/office/drawing/2014/main" id="{82951D7B-A95A-4107-9787-6FCB896404AB}"/>
              </a:ext>
            </a:extLst>
          </p:cNvPr>
          <p:cNvSpPr>
            <a:spLocks/>
          </p:cNvSpPr>
          <p:nvPr/>
        </p:nvSpPr>
        <p:spPr>
          <a:xfrm>
            <a:off x="6048246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data_10136">
            <a:extLst>
              <a:ext uri="{FF2B5EF4-FFF2-40B4-BE49-F238E27FC236}">
                <a16:creationId xmlns:a16="http://schemas.microsoft.com/office/drawing/2014/main" id="{75819CCB-96CD-4AD1-BB4A-2AA7D1A4C241}"/>
              </a:ext>
            </a:extLst>
          </p:cNvPr>
          <p:cNvSpPr>
            <a:spLocks/>
          </p:cNvSpPr>
          <p:nvPr/>
        </p:nvSpPr>
        <p:spPr>
          <a:xfrm>
            <a:off x="60654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data_10137">
            <a:extLst>
              <a:ext uri="{FF2B5EF4-FFF2-40B4-BE49-F238E27FC236}">
                <a16:creationId xmlns:a16="http://schemas.microsoft.com/office/drawing/2014/main" id="{6F3A8B3F-65F8-47E7-AC73-D82EC21A6DDF}"/>
              </a:ext>
            </a:extLst>
          </p:cNvPr>
          <p:cNvSpPr>
            <a:spLocks/>
          </p:cNvSpPr>
          <p:nvPr/>
        </p:nvSpPr>
        <p:spPr>
          <a:xfrm>
            <a:off x="59827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data_10138">
            <a:extLst>
              <a:ext uri="{FF2B5EF4-FFF2-40B4-BE49-F238E27FC236}">
                <a16:creationId xmlns:a16="http://schemas.microsoft.com/office/drawing/2014/main" id="{EFAFFF59-68D8-4EEC-A495-C050C4056635}"/>
              </a:ext>
            </a:extLst>
          </p:cNvPr>
          <p:cNvSpPr>
            <a:spLocks/>
          </p:cNvSpPr>
          <p:nvPr/>
        </p:nvSpPr>
        <p:spPr>
          <a:xfrm>
            <a:off x="59729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data_10139">
            <a:extLst>
              <a:ext uri="{FF2B5EF4-FFF2-40B4-BE49-F238E27FC236}">
                <a16:creationId xmlns:a16="http://schemas.microsoft.com/office/drawing/2014/main" id="{6CD835A7-8258-442B-BDFE-EBEE228C2C80}"/>
              </a:ext>
            </a:extLst>
          </p:cNvPr>
          <p:cNvSpPr>
            <a:spLocks/>
          </p:cNvSpPr>
          <p:nvPr/>
        </p:nvSpPr>
        <p:spPr>
          <a:xfrm>
            <a:off x="6047986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data_10140">
            <a:extLst>
              <a:ext uri="{FF2B5EF4-FFF2-40B4-BE49-F238E27FC236}">
                <a16:creationId xmlns:a16="http://schemas.microsoft.com/office/drawing/2014/main" id="{453D7DA7-1BB4-47E9-BE46-AE7EB8E4E5A9}"/>
              </a:ext>
            </a:extLst>
          </p:cNvPr>
          <p:cNvSpPr>
            <a:spLocks/>
          </p:cNvSpPr>
          <p:nvPr/>
        </p:nvSpPr>
        <p:spPr>
          <a:xfrm>
            <a:off x="6081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data_10141">
            <a:extLst>
              <a:ext uri="{FF2B5EF4-FFF2-40B4-BE49-F238E27FC236}">
                <a16:creationId xmlns:a16="http://schemas.microsoft.com/office/drawing/2014/main" id="{B36EC062-D99B-4849-8DBC-97E88881D9EE}"/>
              </a:ext>
            </a:extLst>
          </p:cNvPr>
          <p:cNvSpPr>
            <a:spLocks/>
          </p:cNvSpPr>
          <p:nvPr/>
        </p:nvSpPr>
        <p:spPr>
          <a:xfrm>
            <a:off x="60872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data_10142">
            <a:extLst>
              <a:ext uri="{FF2B5EF4-FFF2-40B4-BE49-F238E27FC236}">
                <a16:creationId xmlns:a16="http://schemas.microsoft.com/office/drawing/2014/main" id="{0D896786-E0BB-4702-B10B-E48EFF13ACF7}"/>
              </a:ext>
            </a:extLst>
          </p:cNvPr>
          <p:cNvSpPr>
            <a:spLocks/>
          </p:cNvSpPr>
          <p:nvPr/>
        </p:nvSpPr>
        <p:spPr>
          <a:xfrm>
            <a:off x="60066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data_10143">
            <a:extLst>
              <a:ext uri="{FF2B5EF4-FFF2-40B4-BE49-F238E27FC236}">
                <a16:creationId xmlns:a16="http://schemas.microsoft.com/office/drawing/2014/main" id="{0DC22001-5613-42E3-9BAB-0E723C3B4D9F}"/>
              </a:ext>
            </a:extLst>
          </p:cNvPr>
          <p:cNvSpPr>
            <a:spLocks/>
          </p:cNvSpPr>
          <p:nvPr/>
        </p:nvSpPr>
        <p:spPr>
          <a:xfrm>
            <a:off x="605450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data_10144">
            <a:extLst>
              <a:ext uri="{FF2B5EF4-FFF2-40B4-BE49-F238E27FC236}">
                <a16:creationId xmlns:a16="http://schemas.microsoft.com/office/drawing/2014/main" id="{15454BAB-5208-4DD3-BFC4-8BF0AF0234C6}"/>
              </a:ext>
            </a:extLst>
          </p:cNvPr>
          <p:cNvSpPr>
            <a:spLocks/>
          </p:cNvSpPr>
          <p:nvPr/>
        </p:nvSpPr>
        <p:spPr>
          <a:xfrm>
            <a:off x="60644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data_10145">
            <a:extLst>
              <a:ext uri="{FF2B5EF4-FFF2-40B4-BE49-F238E27FC236}">
                <a16:creationId xmlns:a16="http://schemas.microsoft.com/office/drawing/2014/main" id="{47CE9567-CDC1-42AC-B7CE-30A1D599516A}"/>
              </a:ext>
            </a:extLst>
          </p:cNvPr>
          <p:cNvSpPr>
            <a:spLocks/>
          </p:cNvSpPr>
          <p:nvPr/>
        </p:nvSpPr>
        <p:spPr>
          <a:xfrm>
            <a:off x="6080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data_10146">
            <a:extLst>
              <a:ext uri="{FF2B5EF4-FFF2-40B4-BE49-F238E27FC236}">
                <a16:creationId xmlns:a16="http://schemas.microsoft.com/office/drawing/2014/main" id="{76677346-A3A0-4FAE-B81F-6E4F1A2D5FB4}"/>
              </a:ext>
            </a:extLst>
          </p:cNvPr>
          <p:cNvSpPr>
            <a:spLocks/>
          </p:cNvSpPr>
          <p:nvPr/>
        </p:nvSpPr>
        <p:spPr>
          <a:xfrm>
            <a:off x="60663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data_10147">
            <a:extLst>
              <a:ext uri="{FF2B5EF4-FFF2-40B4-BE49-F238E27FC236}">
                <a16:creationId xmlns:a16="http://schemas.microsoft.com/office/drawing/2014/main" id="{A2AA8220-CD0B-4DE8-AA7C-A5A925203588}"/>
              </a:ext>
            </a:extLst>
          </p:cNvPr>
          <p:cNvSpPr>
            <a:spLocks/>
          </p:cNvSpPr>
          <p:nvPr/>
        </p:nvSpPr>
        <p:spPr>
          <a:xfrm>
            <a:off x="60466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data_10148">
            <a:extLst>
              <a:ext uri="{FF2B5EF4-FFF2-40B4-BE49-F238E27FC236}">
                <a16:creationId xmlns:a16="http://schemas.microsoft.com/office/drawing/2014/main" id="{CF57C5B0-E015-4E30-8CA8-A4251C782087}"/>
              </a:ext>
            </a:extLst>
          </p:cNvPr>
          <p:cNvSpPr>
            <a:spLocks/>
          </p:cNvSpPr>
          <p:nvPr/>
        </p:nvSpPr>
        <p:spPr>
          <a:xfrm>
            <a:off x="59668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data_10149">
            <a:extLst>
              <a:ext uri="{FF2B5EF4-FFF2-40B4-BE49-F238E27FC236}">
                <a16:creationId xmlns:a16="http://schemas.microsoft.com/office/drawing/2014/main" id="{64221CCC-C462-451F-A257-B1704CB797E9}"/>
              </a:ext>
            </a:extLst>
          </p:cNvPr>
          <p:cNvSpPr>
            <a:spLocks/>
          </p:cNvSpPr>
          <p:nvPr/>
        </p:nvSpPr>
        <p:spPr>
          <a:xfrm>
            <a:off x="5979450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data_10150">
            <a:extLst>
              <a:ext uri="{FF2B5EF4-FFF2-40B4-BE49-F238E27FC236}">
                <a16:creationId xmlns:a16="http://schemas.microsoft.com/office/drawing/2014/main" id="{AB919508-D43E-41C8-AAAB-28EA7955D72C}"/>
              </a:ext>
            </a:extLst>
          </p:cNvPr>
          <p:cNvSpPr>
            <a:spLocks/>
          </p:cNvSpPr>
          <p:nvPr/>
        </p:nvSpPr>
        <p:spPr>
          <a:xfrm>
            <a:off x="60479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data_10151">
            <a:extLst>
              <a:ext uri="{FF2B5EF4-FFF2-40B4-BE49-F238E27FC236}">
                <a16:creationId xmlns:a16="http://schemas.microsoft.com/office/drawing/2014/main" id="{64B5C1CE-DB0D-459F-B32E-B1A7ED622A77}"/>
              </a:ext>
            </a:extLst>
          </p:cNvPr>
          <p:cNvSpPr>
            <a:spLocks/>
          </p:cNvSpPr>
          <p:nvPr/>
        </p:nvSpPr>
        <p:spPr>
          <a:xfrm>
            <a:off x="60348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data_10152">
            <a:extLst>
              <a:ext uri="{FF2B5EF4-FFF2-40B4-BE49-F238E27FC236}">
                <a16:creationId xmlns:a16="http://schemas.microsoft.com/office/drawing/2014/main" id="{C5875F25-548C-4206-9B35-4E88B2EA1735}"/>
              </a:ext>
            </a:extLst>
          </p:cNvPr>
          <p:cNvSpPr>
            <a:spLocks/>
          </p:cNvSpPr>
          <p:nvPr/>
        </p:nvSpPr>
        <p:spPr>
          <a:xfrm>
            <a:off x="5984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data_10153">
            <a:extLst>
              <a:ext uri="{FF2B5EF4-FFF2-40B4-BE49-F238E27FC236}">
                <a16:creationId xmlns:a16="http://schemas.microsoft.com/office/drawing/2014/main" id="{1A93A24F-ACE9-4B4B-909E-4257ED2EE372}"/>
              </a:ext>
            </a:extLst>
          </p:cNvPr>
          <p:cNvSpPr>
            <a:spLocks/>
          </p:cNvSpPr>
          <p:nvPr/>
        </p:nvSpPr>
        <p:spPr>
          <a:xfrm>
            <a:off x="60085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data_10154">
            <a:extLst>
              <a:ext uri="{FF2B5EF4-FFF2-40B4-BE49-F238E27FC236}">
                <a16:creationId xmlns:a16="http://schemas.microsoft.com/office/drawing/2014/main" id="{9234203A-670C-4289-8211-D3D099E68C37}"/>
              </a:ext>
            </a:extLst>
          </p:cNvPr>
          <p:cNvSpPr>
            <a:spLocks/>
          </p:cNvSpPr>
          <p:nvPr/>
        </p:nvSpPr>
        <p:spPr>
          <a:xfrm>
            <a:off x="5962381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data_10155">
            <a:extLst>
              <a:ext uri="{FF2B5EF4-FFF2-40B4-BE49-F238E27FC236}">
                <a16:creationId xmlns:a16="http://schemas.microsoft.com/office/drawing/2014/main" id="{2C0A04A7-EE40-46EE-BF9B-DD1824D13D5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8" name="data_10156">
            <a:extLst>
              <a:ext uri="{FF2B5EF4-FFF2-40B4-BE49-F238E27FC236}">
                <a16:creationId xmlns:a16="http://schemas.microsoft.com/office/drawing/2014/main" id="{1C9BFB21-8785-4125-B662-241759986285}"/>
              </a:ext>
            </a:extLst>
          </p:cNvPr>
          <p:cNvSpPr>
            <a:spLocks/>
          </p:cNvSpPr>
          <p:nvPr/>
        </p:nvSpPr>
        <p:spPr>
          <a:xfrm>
            <a:off x="3972701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9" name="text_10157">
            <a:extLst>
              <a:ext uri="{FF2B5EF4-FFF2-40B4-BE49-F238E27FC236}">
                <a16:creationId xmlns:a16="http://schemas.microsoft.com/office/drawing/2014/main" id="{BA634473-80E9-452A-B43E-53F74C63C44F}"/>
              </a:ext>
            </a:extLst>
          </p:cNvPr>
          <p:cNvSpPr>
            <a:spLocks/>
          </p:cNvSpPr>
          <p:nvPr/>
        </p:nvSpPr>
        <p:spPr>
          <a:xfrm>
            <a:off x="3582544" y="4773801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10158">
            <a:extLst>
              <a:ext uri="{FF2B5EF4-FFF2-40B4-BE49-F238E27FC236}">
                <a16:creationId xmlns:a16="http://schemas.microsoft.com/office/drawing/2014/main" id="{8048A8CD-6E8F-450C-96B4-C2197AA1F605}"/>
              </a:ext>
            </a:extLst>
          </p:cNvPr>
          <p:cNvSpPr>
            <a:spLocks/>
          </p:cNvSpPr>
          <p:nvPr/>
        </p:nvSpPr>
        <p:spPr>
          <a:xfrm>
            <a:off x="3972701" y="4808505"/>
            <a:ext cx="1311133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10159">
            <a:extLst>
              <a:ext uri="{FF2B5EF4-FFF2-40B4-BE49-F238E27FC236}">
                <a16:creationId xmlns:a16="http://schemas.microsoft.com/office/drawing/2014/main" id="{B75F35E6-74A9-411C-91CE-3EC159F10955}"/>
              </a:ext>
            </a:extLst>
          </p:cNvPr>
          <p:cNvSpPr>
            <a:spLocks/>
          </p:cNvSpPr>
          <p:nvPr/>
        </p:nvSpPr>
        <p:spPr>
          <a:xfrm>
            <a:off x="3993192" y="5735613"/>
            <a:ext cx="2049083" cy="1217322"/>
          </a:xfrm>
          <a:custGeom>
            <a:avLst/>
            <a:gdLst/>
            <a:ahLst/>
            <a:cxnLst/>
            <a:rect l="0" t="0" r="0" b="0"/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072" name="data_10160">
            <a:extLst>
              <a:ext uri="{FF2B5EF4-FFF2-40B4-BE49-F238E27FC236}">
                <a16:creationId xmlns:a16="http://schemas.microsoft.com/office/drawing/2014/main" id="{DBA8778B-62EB-4A2C-8183-A98A0337C661}"/>
              </a:ext>
            </a:extLst>
          </p:cNvPr>
          <p:cNvSpPr>
            <a:spLocks/>
          </p:cNvSpPr>
          <p:nvPr/>
        </p:nvSpPr>
        <p:spPr>
          <a:xfrm>
            <a:off x="3993192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073" name="data_10161">
            <a:extLst>
              <a:ext uri="{FF2B5EF4-FFF2-40B4-BE49-F238E27FC236}">
                <a16:creationId xmlns:a16="http://schemas.microsoft.com/office/drawing/2014/main" id="{63048544-DCE7-4710-BDA0-50154307EC1F}"/>
              </a:ext>
            </a:extLst>
          </p:cNvPr>
          <p:cNvSpPr>
            <a:spLocks/>
          </p:cNvSpPr>
          <p:nvPr/>
        </p:nvSpPr>
        <p:spPr>
          <a:xfrm>
            <a:off x="4304558" y="650003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4" name="data_10162">
            <a:extLst>
              <a:ext uri="{FF2B5EF4-FFF2-40B4-BE49-F238E27FC236}">
                <a16:creationId xmlns:a16="http://schemas.microsoft.com/office/drawing/2014/main" id="{3CA0D67B-777F-4049-9F26-60C78C91E19F}"/>
              </a:ext>
            </a:extLst>
          </p:cNvPr>
          <p:cNvSpPr>
            <a:spLocks/>
          </p:cNvSpPr>
          <p:nvPr/>
        </p:nvSpPr>
        <p:spPr>
          <a:xfrm>
            <a:off x="4646071" y="58598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5" name="data_10163">
            <a:extLst>
              <a:ext uri="{FF2B5EF4-FFF2-40B4-BE49-F238E27FC236}">
                <a16:creationId xmlns:a16="http://schemas.microsoft.com/office/drawing/2014/main" id="{211A13CB-4A34-40FD-9460-B6E32D2CFABC}"/>
              </a:ext>
            </a:extLst>
          </p:cNvPr>
          <p:cNvSpPr>
            <a:spLocks/>
          </p:cNvSpPr>
          <p:nvPr/>
        </p:nvSpPr>
        <p:spPr>
          <a:xfrm>
            <a:off x="5329099" y="577540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6" name="data_10164">
            <a:extLst>
              <a:ext uri="{FF2B5EF4-FFF2-40B4-BE49-F238E27FC236}">
                <a16:creationId xmlns:a16="http://schemas.microsoft.com/office/drawing/2014/main" id="{D9FD4B7F-B394-4836-A08B-B2609B81FADB}"/>
              </a:ext>
            </a:extLst>
          </p:cNvPr>
          <p:cNvSpPr>
            <a:spLocks/>
          </p:cNvSpPr>
          <p:nvPr/>
        </p:nvSpPr>
        <p:spPr>
          <a:xfrm>
            <a:off x="6012127" y="570546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7" name="data_10165">
            <a:extLst>
              <a:ext uri="{FF2B5EF4-FFF2-40B4-BE49-F238E27FC236}">
                <a16:creationId xmlns:a16="http://schemas.microsoft.com/office/drawing/2014/main" id="{E246D096-859C-463C-8278-1531023C8EE8}"/>
              </a:ext>
            </a:extLst>
          </p:cNvPr>
          <p:cNvSpPr>
            <a:spLocks/>
          </p:cNvSpPr>
          <p:nvPr/>
        </p:nvSpPr>
        <p:spPr>
          <a:xfrm>
            <a:off x="4284546" y="637556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8" name="data_10166">
            <a:extLst>
              <a:ext uri="{FF2B5EF4-FFF2-40B4-BE49-F238E27FC236}">
                <a16:creationId xmlns:a16="http://schemas.microsoft.com/office/drawing/2014/main" id="{49146E47-CFDA-4C9C-B548-522E32384577}"/>
              </a:ext>
            </a:extLst>
          </p:cNvPr>
          <p:cNvSpPr>
            <a:spLocks/>
          </p:cNvSpPr>
          <p:nvPr/>
        </p:nvSpPr>
        <p:spPr>
          <a:xfrm>
            <a:off x="4626059" y="571818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9" name="data_10167">
            <a:extLst>
              <a:ext uri="{FF2B5EF4-FFF2-40B4-BE49-F238E27FC236}">
                <a16:creationId xmlns:a16="http://schemas.microsoft.com/office/drawing/2014/main" id="{F936C65A-D0B2-44F0-B69F-1CC5ECCB1417}"/>
              </a:ext>
            </a:extLst>
          </p:cNvPr>
          <p:cNvSpPr>
            <a:spLocks/>
          </p:cNvSpPr>
          <p:nvPr/>
        </p:nvSpPr>
        <p:spPr>
          <a:xfrm>
            <a:off x="5309087" y="545905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0" name="data_10168">
            <a:extLst>
              <a:ext uri="{FF2B5EF4-FFF2-40B4-BE49-F238E27FC236}">
                <a16:creationId xmlns:a16="http://schemas.microsoft.com/office/drawing/2014/main" id="{8AE52921-0E38-46E2-B412-862A03B7A7A3}"/>
              </a:ext>
            </a:extLst>
          </p:cNvPr>
          <p:cNvSpPr>
            <a:spLocks/>
          </p:cNvSpPr>
          <p:nvPr/>
        </p:nvSpPr>
        <p:spPr>
          <a:xfrm>
            <a:off x="5992115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1" name="data_10169">
            <a:extLst>
              <a:ext uri="{FF2B5EF4-FFF2-40B4-BE49-F238E27FC236}">
                <a16:creationId xmlns:a16="http://schemas.microsoft.com/office/drawing/2014/main" id="{4287F1E3-0151-4BFF-A176-8988D30F2A85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data_10170">
            <a:extLst>
              <a:ext uri="{FF2B5EF4-FFF2-40B4-BE49-F238E27FC236}">
                <a16:creationId xmlns:a16="http://schemas.microsoft.com/office/drawing/2014/main" id="{CA6DB028-499E-4120-A5E8-FAF3D57BC13A}"/>
              </a:ext>
            </a:extLst>
          </p:cNvPr>
          <p:cNvSpPr>
            <a:spLocks/>
          </p:cNvSpPr>
          <p:nvPr/>
        </p:nvSpPr>
        <p:spPr>
          <a:xfrm>
            <a:off x="7211345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0" y="1762082"/>
                </a:lnTo>
                <a:lnTo>
                  <a:pt x="3696" y="1747274"/>
                </a:lnTo>
                <a:lnTo>
                  <a:pt x="8080" y="1732467"/>
                </a:lnTo>
                <a:lnTo>
                  <a:pt x="13805" y="1717659"/>
                </a:lnTo>
                <a:lnTo>
                  <a:pt x="20509" y="1702852"/>
                </a:lnTo>
                <a:lnTo>
                  <a:pt x="27800" y="1688045"/>
                </a:lnTo>
                <a:lnTo>
                  <a:pt x="35288" y="1673237"/>
                </a:lnTo>
                <a:lnTo>
                  <a:pt x="42616" y="1658430"/>
                </a:lnTo>
                <a:lnTo>
                  <a:pt x="49492" y="1643622"/>
                </a:lnTo>
                <a:lnTo>
                  <a:pt x="55698" y="1628815"/>
                </a:lnTo>
                <a:lnTo>
                  <a:pt x="61096" y="1614007"/>
                </a:lnTo>
                <a:lnTo>
                  <a:pt x="65628" y="1599200"/>
                </a:lnTo>
                <a:lnTo>
                  <a:pt x="69301" y="1584393"/>
                </a:lnTo>
                <a:lnTo>
                  <a:pt x="72172" y="1569585"/>
                </a:lnTo>
                <a:lnTo>
                  <a:pt x="74335" y="1554778"/>
                </a:lnTo>
                <a:lnTo>
                  <a:pt x="75903" y="1539970"/>
                </a:lnTo>
                <a:lnTo>
                  <a:pt x="76991" y="1525163"/>
                </a:lnTo>
                <a:lnTo>
                  <a:pt x="77711" y="1510356"/>
                </a:lnTo>
                <a:lnTo>
                  <a:pt x="78163" y="1495548"/>
                </a:lnTo>
                <a:lnTo>
                  <a:pt x="78428" y="1480741"/>
                </a:lnTo>
                <a:lnTo>
                  <a:pt x="78570" y="1465933"/>
                </a:lnTo>
                <a:lnTo>
                  <a:pt x="78634" y="1451126"/>
                </a:lnTo>
                <a:lnTo>
                  <a:pt x="78651" y="1436319"/>
                </a:lnTo>
                <a:lnTo>
                  <a:pt x="78639" y="1421511"/>
                </a:lnTo>
                <a:lnTo>
                  <a:pt x="78605" y="1406704"/>
                </a:lnTo>
                <a:lnTo>
                  <a:pt x="78554" y="1391896"/>
                </a:lnTo>
                <a:lnTo>
                  <a:pt x="78483" y="1377089"/>
                </a:lnTo>
                <a:lnTo>
                  <a:pt x="78391" y="1362282"/>
                </a:lnTo>
                <a:lnTo>
                  <a:pt x="78277" y="1347474"/>
                </a:lnTo>
                <a:lnTo>
                  <a:pt x="78139" y="1332667"/>
                </a:lnTo>
                <a:lnTo>
                  <a:pt x="77979" y="1317859"/>
                </a:lnTo>
                <a:lnTo>
                  <a:pt x="77799" y="1303052"/>
                </a:lnTo>
                <a:lnTo>
                  <a:pt x="77601" y="1288245"/>
                </a:lnTo>
                <a:lnTo>
                  <a:pt x="77391" y="1273437"/>
                </a:lnTo>
                <a:lnTo>
                  <a:pt x="77170" y="1258630"/>
                </a:lnTo>
                <a:lnTo>
                  <a:pt x="76942" y="1243822"/>
                </a:lnTo>
                <a:lnTo>
                  <a:pt x="76708" y="1229015"/>
                </a:lnTo>
                <a:lnTo>
                  <a:pt x="76471" y="1214207"/>
                </a:lnTo>
                <a:lnTo>
                  <a:pt x="76228" y="1199400"/>
                </a:lnTo>
                <a:lnTo>
                  <a:pt x="75978" y="1184593"/>
                </a:lnTo>
                <a:lnTo>
                  <a:pt x="75714" y="1169785"/>
                </a:lnTo>
                <a:lnTo>
                  <a:pt x="75428" y="1154978"/>
                </a:lnTo>
                <a:lnTo>
                  <a:pt x="75110" y="1140170"/>
                </a:lnTo>
                <a:lnTo>
                  <a:pt x="74745" y="1125363"/>
                </a:lnTo>
                <a:lnTo>
                  <a:pt x="74318" y="1110556"/>
                </a:lnTo>
                <a:lnTo>
                  <a:pt x="73812" y="1095748"/>
                </a:lnTo>
                <a:lnTo>
                  <a:pt x="73210" y="1080941"/>
                </a:lnTo>
                <a:lnTo>
                  <a:pt x="72497" y="1066133"/>
                </a:lnTo>
                <a:lnTo>
                  <a:pt x="71666" y="1051326"/>
                </a:lnTo>
                <a:lnTo>
                  <a:pt x="70717" y="1036519"/>
                </a:lnTo>
                <a:lnTo>
                  <a:pt x="69661" y="1021711"/>
                </a:lnTo>
                <a:lnTo>
                  <a:pt x="68526" y="1006904"/>
                </a:lnTo>
                <a:lnTo>
                  <a:pt x="67354" y="992096"/>
                </a:lnTo>
                <a:lnTo>
                  <a:pt x="66201" y="977289"/>
                </a:lnTo>
                <a:lnTo>
                  <a:pt x="65139" y="962482"/>
                </a:lnTo>
                <a:lnTo>
                  <a:pt x="64245" y="947674"/>
                </a:lnTo>
                <a:lnTo>
                  <a:pt x="63597" y="932867"/>
                </a:lnTo>
                <a:lnTo>
                  <a:pt x="63268" y="918059"/>
                </a:lnTo>
                <a:lnTo>
                  <a:pt x="63314" y="903252"/>
                </a:lnTo>
                <a:lnTo>
                  <a:pt x="63771" y="888444"/>
                </a:lnTo>
                <a:lnTo>
                  <a:pt x="64646" y="873637"/>
                </a:lnTo>
                <a:lnTo>
                  <a:pt x="65918" y="858830"/>
                </a:lnTo>
                <a:lnTo>
                  <a:pt x="67538" y="844022"/>
                </a:lnTo>
                <a:lnTo>
                  <a:pt x="69435" y="829215"/>
                </a:lnTo>
                <a:lnTo>
                  <a:pt x="71522" y="814407"/>
                </a:lnTo>
                <a:lnTo>
                  <a:pt x="73704" y="799600"/>
                </a:lnTo>
                <a:lnTo>
                  <a:pt x="75890" y="784793"/>
                </a:lnTo>
                <a:lnTo>
                  <a:pt x="77996" y="769985"/>
                </a:lnTo>
                <a:lnTo>
                  <a:pt x="79954" y="755178"/>
                </a:lnTo>
                <a:lnTo>
                  <a:pt x="81715" y="740370"/>
                </a:lnTo>
                <a:lnTo>
                  <a:pt x="83250" y="725563"/>
                </a:lnTo>
                <a:lnTo>
                  <a:pt x="84548" y="710756"/>
                </a:lnTo>
                <a:lnTo>
                  <a:pt x="85615" y="695948"/>
                </a:lnTo>
                <a:lnTo>
                  <a:pt x="86466" y="681141"/>
                </a:lnTo>
                <a:lnTo>
                  <a:pt x="87128" y="666333"/>
                </a:lnTo>
                <a:lnTo>
                  <a:pt x="87628" y="651526"/>
                </a:lnTo>
                <a:lnTo>
                  <a:pt x="87997" y="636719"/>
                </a:lnTo>
                <a:lnTo>
                  <a:pt x="88261" y="621911"/>
                </a:lnTo>
                <a:lnTo>
                  <a:pt x="88446" y="607104"/>
                </a:lnTo>
                <a:lnTo>
                  <a:pt x="88571" y="592296"/>
                </a:lnTo>
                <a:lnTo>
                  <a:pt x="88655" y="577489"/>
                </a:lnTo>
                <a:lnTo>
                  <a:pt x="88709" y="562682"/>
                </a:lnTo>
                <a:lnTo>
                  <a:pt x="88743" y="547874"/>
                </a:lnTo>
                <a:lnTo>
                  <a:pt x="88764" y="533067"/>
                </a:lnTo>
                <a:lnTo>
                  <a:pt x="88777" y="518259"/>
                </a:lnTo>
                <a:lnTo>
                  <a:pt x="88784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9" y="488644"/>
                </a:lnTo>
                <a:lnTo>
                  <a:pt x="88803" y="503452"/>
                </a:lnTo>
                <a:lnTo>
                  <a:pt x="88810" y="518259"/>
                </a:lnTo>
                <a:lnTo>
                  <a:pt x="88823" y="533067"/>
                </a:lnTo>
                <a:lnTo>
                  <a:pt x="88844" y="547874"/>
                </a:lnTo>
                <a:lnTo>
                  <a:pt x="88878" y="562682"/>
                </a:lnTo>
                <a:lnTo>
                  <a:pt x="88932" y="577489"/>
                </a:lnTo>
                <a:lnTo>
                  <a:pt x="89016" y="592296"/>
                </a:lnTo>
                <a:lnTo>
                  <a:pt x="89142" y="607104"/>
                </a:lnTo>
                <a:lnTo>
                  <a:pt x="89326" y="621911"/>
                </a:lnTo>
                <a:lnTo>
                  <a:pt x="89590" y="636719"/>
                </a:lnTo>
                <a:lnTo>
                  <a:pt x="89959" y="651526"/>
                </a:lnTo>
                <a:lnTo>
                  <a:pt x="90459" y="666333"/>
                </a:lnTo>
                <a:lnTo>
                  <a:pt x="91121" y="681141"/>
                </a:lnTo>
                <a:lnTo>
                  <a:pt x="91972" y="695948"/>
                </a:lnTo>
                <a:lnTo>
                  <a:pt x="93039" y="710756"/>
                </a:lnTo>
                <a:lnTo>
                  <a:pt x="94337" y="725563"/>
                </a:lnTo>
                <a:lnTo>
                  <a:pt x="95872" y="740370"/>
                </a:lnTo>
                <a:lnTo>
                  <a:pt x="97633" y="755178"/>
                </a:lnTo>
                <a:lnTo>
                  <a:pt x="99591" y="769985"/>
                </a:lnTo>
                <a:lnTo>
                  <a:pt x="101697" y="784793"/>
                </a:lnTo>
                <a:lnTo>
                  <a:pt x="103883" y="799600"/>
                </a:lnTo>
                <a:lnTo>
                  <a:pt x="106065" y="814407"/>
                </a:lnTo>
                <a:lnTo>
                  <a:pt x="108152" y="829215"/>
                </a:lnTo>
                <a:lnTo>
                  <a:pt x="110049" y="844022"/>
                </a:lnTo>
                <a:lnTo>
                  <a:pt x="111669" y="858830"/>
                </a:lnTo>
                <a:lnTo>
                  <a:pt x="112941" y="873637"/>
                </a:lnTo>
                <a:lnTo>
                  <a:pt x="113816" y="888444"/>
                </a:lnTo>
                <a:lnTo>
                  <a:pt x="114273" y="903252"/>
                </a:lnTo>
                <a:lnTo>
                  <a:pt x="114319" y="918059"/>
                </a:lnTo>
                <a:lnTo>
                  <a:pt x="113990" y="932867"/>
                </a:lnTo>
                <a:lnTo>
                  <a:pt x="113343" y="947674"/>
                </a:lnTo>
                <a:lnTo>
                  <a:pt x="112448" y="962482"/>
                </a:lnTo>
                <a:lnTo>
                  <a:pt x="111386" y="977289"/>
                </a:lnTo>
                <a:lnTo>
                  <a:pt x="110233" y="992096"/>
                </a:lnTo>
                <a:lnTo>
                  <a:pt x="109061" y="1006904"/>
                </a:lnTo>
                <a:lnTo>
                  <a:pt x="107926" y="1021711"/>
                </a:lnTo>
                <a:lnTo>
                  <a:pt x="106870" y="1036519"/>
                </a:lnTo>
                <a:lnTo>
                  <a:pt x="105921" y="1051326"/>
                </a:lnTo>
                <a:lnTo>
                  <a:pt x="105090" y="1066133"/>
                </a:lnTo>
                <a:lnTo>
                  <a:pt x="104377" y="1080941"/>
                </a:lnTo>
                <a:lnTo>
                  <a:pt x="103775" y="1095748"/>
                </a:lnTo>
                <a:lnTo>
                  <a:pt x="103269" y="1110556"/>
                </a:lnTo>
                <a:lnTo>
                  <a:pt x="102842" y="1125363"/>
                </a:lnTo>
                <a:lnTo>
                  <a:pt x="102477" y="1140170"/>
                </a:lnTo>
                <a:lnTo>
                  <a:pt x="102159" y="1154978"/>
                </a:lnTo>
                <a:lnTo>
                  <a:pt x="101873" y="1169785"/>
                </a:lnTo>
                <a:lnTo>
                  <a:pt x="101609" y="1184593"/>
                </a:lnTo>
                <a:lnTo>
                  <a:pt x="101359" y="1199400"/>
                </a:lnTo>
                <a:lnTo>
                  <a:pt x="101116" y="1214207"/>
                </a:lnTo>
                <a:lnTo>
                  <a:pt x="100879" y="1229015"/>
                </a:lnTo>
                <a:lnTo>
                  <a:pt x="100646" y="1243822"/>
                </a:lnTo>
                <a:lnTo>
                  <a:pt x="100418" y="1258630"/>
                </a:lnTo>
                <a:lnTo>
                  <a:pt x="100197" y="1273437"/>
                </a:lnTo>
                <a:lnTo>
                  <a:pt x="99986" y="1288245"/>
                </a:lnTo>
                <a:lnTo>
                  <a:pt x="99789" y="1303052"/>
                </a:lnTo>
                <a:lnTo>
                  <a:pt x="99608" y="1317859"/>
                </a:lnTo>
                <a:lnTo>
                  <a:pt x="99448" y="1332667"/>
                </a:lnTo>
                <a:lnTo>
                  <a:pt x="99310" y="1347474"/>
                </a:lnTo>
                <a:lnTo>
                  <a:pt x="99196" y="1362282"/>
                </a:lnTo>
                <a:lnTo>
                  <a:pt x="99104" y="1377089"/>
                </a:lnTo>
                <a:lnTo>
                  <a:pt x="99033" y="1391896"/>
                </a:lnTo>
                <a:lnTo>
                  <a:pt x="98982" y="1406704"/>
                </a:lnTo>
                <a:lnTo>
                  <a:pt x="98948" y="1421511"/>
                </a:lnTo>
                <a:lnTo>
                  <a:pt x="98936" y="1436319"/>
                </a:lnTo>
                <a:lnTo>
                  <a:pt x="98953" y="1451126"/>
                </a:lnTo>
                <a:lnTo>
                  <a:pt x="99017" y="1465933"/>
                </a:lnTo>
                <a:lnTo>
                  <a:pt x="99159" y="1480741"/>
                </a:lnTo>
                <a:lnTo>
                  <a:pt x="99424" y="1495548"/>
                </a:lnTo>
                <a:lnTo>
                  <a:pt x="99876" y="1510356"/>
                </a:lnTo>
                <a:lnTo>
                  <a:pt x="100596" y="1525163"/>
                </a:lnTo>
                <a:lnTo>
                  <a:pt x="101685" y="1539970"/>
                </a:lnTo>
                <a:lnTo>
                  <a:pt x="103252" y="1554778"/>
                </a:lnTo>
                <a:lnTo>
                  <a:pt x="105415" y="1569585"/>
                </a:lnTo>
                <a:lnTo>
                  <a:pt x="108286" y="1584393"/>
                </a:lnTo>
                <a:lnTo>
                  <a:pt x="111959" y="1599200"/>
                </a:lnTo>
                <a:lnTo>
                  <a:pt x="116491" y="1614007"/>
                </a:lnTo>
                <a:lnTo>
                  <a:pt x="121890" y="1628815"/>
                </a:lnTo>
                <a:lnTo>
                  <a:pt x="128095" y="1643622"/>
                </a:lnTo>
                <a:lnTo>
                  <a:pt x="134971" y="1658430"/>
                </a:lnTo>
                <a:lnTo>
                  <a:pt x="142300" y="1673237"/>
                </a:lnTo>
                <a:lnTo>
                  <a:pt x="149787" y="1688045"/>
                </a:lnTo>
                <a:lnTo>
                  <a:pt x="157078" y="1702852"/>
                </a:lnTo>
                <a:lnTo>
                  <a:pt x="163783" y="1717659"/>
                </a:lnTo>
                <a:lnTo>
                  <a:pt x="169507" y="1732467"/>
                </a:lnTo>
                <a:lnTo>
                  <a:pt x="173891" y="1747274"/>
                </a:lnTo>
                <a:lnTo>
                  <a:pt x="176647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10171">
            <a:extLst>
              <a:ext uri="{FF2B5EF4-FFF2-40B4-BE49-F238E27FC236}">
                <a16:creationId xmlns:a16="http://schemas.microsoft.com/office/drawing/2014/main" id="{E5994C81-346D-461C-B16E-32D7C7446815}"/>
              </a:ext>
            </a:extLst>
          </p:cNvPr>
          <p:cNvSpPr>
            <a:spLocks/>
          </p:cNvSpPr>
          <p:nvPr/>
        </p:nvSpPr>
        <p:spPr>
          <a:xfrm>
            <a:off x="755285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03" y="1762082"/>
                </a:lnTo>
                <a:lnTo>
                  <a:pt x="3548" y="1747274"/>
                </a:lnTo>
                <a:lnTo>
                  <a:pt x="7755" y="1732467"/>
                </a:lnTo>
                <a:lnTo>
                  <a:pt x="13246" y="1717659"/>
                </a:lnTo>
                <a:lnTo>
                  <a:pt x="19673" y="1702852"/>
                </a:lnTo>
                <a:lnTo>
                  <a:pt x="26659" y="1688045"/>
                </a:lnTo>
                <a:lnTo>
                  <a:pt x="33830" y="1673237"/>
                </a:lnTo>
                <a:lnTo>
                  <a:pt x="40848" y="1658430"/>
                </a:lnTo>
                <a:lnTo>
                  <a:pt x="47436" y="1643622"/>
                </a:lnTo>
                <a:lnTo>
                  <a:pt x="53391" y="1628815"/>
                </a:lnTo>
                <a:lnTo>
                  <a:pt x="58590" y="1614007"/>
                </a:lnTo>
                <a:lnTo>
                  <a:pt x="62983" y="1599200"/>
                </a:lnTo>
                <a:lnTo>
                  <a:pt x="66586" y="1584393"/>
                </a:lnTo>
                <a:lnTo>
                  <a:pt x="69459" y="1569585"/>
                </a:lnTo>
                <a:lnTo>
                  <a:pt x="71697" y="1554778"/>
                </a:lnTo>
                <a:lnTo>
                  <a:pt x="73407" y="1539970"/>
                </a:lnTo>
                <a:lnTo>
                  <a:pt x="74700" y="1525163"/>
                </a:lnTo>
                <a:lnTo>
                  <a:pt x="75678" y="1510356"/>
                </a:lnTo>
                <a:lnTo>
                  <a:pt x="76428" y="1495548"/>
                </a:lnTo>
                <a:lnTo>
                  <a:pt x="77020" y="1480741"/>
                </a:lnTo>
                <a:lnTo>
                  <a:pt x="77505" y="1465933"/>
                </a:lnTo>
                <a:lnTo>
                  <a:pt x="77916" y="1451126"/>
                </a:lnTo>
                <a:lnTo>
                  <a:pt x="78277" y="1436319"/>
                </a:lnTo>
                <a:lnTo>
                  <a:pt x="78597" y="1421511"/>
                </a:lnTo>
                <a:lnTo>
                  <a:pt x="78881" y="1406704"/>
                </a:lnTo>
                <a:lnTo>
                  <a:pt x="79132" y="1391896"/>
                </a:lnTo>
                <a:lnTo>
                  <a:pt x="79350" y="1377089"/>
                </a:lnTo>
                <a:lnTo>
                  <a:pt x="79537" y="1362282"/>
                </a:lnTo>
                <a:lnTo>
                  <a:pt x="79697" y="1347474"/>
                </a:lnTo>
                <a:lnTo>
                  <a:pt x="79834" y="1332667"/>
                </a:lnTo>
                <a:lnTo>
                  <a:pt x="79954" y="1317859"/>
                </a:lnTo>
                <a:lnTo>
                  <a:pt x="80064" y="1303052"/>
                </a:lnTo>
                <a:lnTo>
                  <a:pt x="80168" y="1288245"/>
                </a:lnTo>
                <a:lnTo>
                  <a:pt x="80271" y="1273437"/>
                </a:lnTo>
                <a:lnTo>
                  <a:pt x="80378" y="1258630"/>
                </a:lnTo>
                <a:lnTo>
                  <a:pt x="80490" y="1243822"/>
                </a:lnTo>
                <a:lnTo>
                  <a:pt x="80611" y="1229015"/>
                </a:lnTo>
                <a:lnTo>
                  <a:pt x="80743" y="1214207"/>
                </a:lnTo>
                <a:lnTo>
                  <a:pt x="80889" y="1199400"/>
                </a:lnTo>
                <a:lnTo>
                  <a:pt x="81050" y="1184593"/>
                </a:lnTo>
                <a:lnTo>
                  <a:pt x="81229" y="1169785"/>
                </a:lnTo>
                <a:lnTo>
                  <a:pt x="81427" y="1154978"/>
                </a:lnTo>
                <a:lnTo>
                  <a:pt x="81642" y="1140170"/>
                </a:lnTo>
                <a:lnTo>
                  <a:pt x="81869" y="1125363"/>
                </a:lnTo>
                <a:lnTo>
                  <a:pt x="82100" y="1110556"/>
                </a:lnTo>
                <a:lnTo>
                  <a:pt x="82322" y="1095748"/>
                </a:lnTo>
                <a:lnTo>
                  <a:pt x="82519" y="1080941"/>
                </a:lnTo>
                <a:lnTo>
                  <a:pt x="82673" y="1066133"/>
                </a:lnTo>
                <a:lnTo>
                  <a:pt x="82768" y="1051326"/>
                </a:lnTo>
                <a:lnTo>
                  <a:pt x="82787" y="1036519"/>
                </a:lnTo>
                <a:lnTo>
                  <a:pt x="82721" y="1021711"/>
                </a:lnTo>
                <a:lnTo>
                  <a:pt x="82566" y="1006904"/>
                </a:lnTo>
                <a:lnTo>
                  <a:pt x="82326" y="992096"/>
                </a:lnTo>
                <a:lnTo>
                  <a:pt x="82014" y="977289"/>
                </a:lnTo>
                <a:lnTo>
                  <a:pt x="81651" y="962482"/>
                </a:lnTo>
                <a:lnTo>
                  <a:pt x="81262" y="947674"/>
                </a:lnTo>
                <a:lnTo>
                  <a:pt x="80877" y="932867"/>
                </a:lnTo>
                <a:lnTo>
                  <a:pt x="80522" y="918059"/>
                </a:lnTo>
                <a:lnTo>
                  <a:pt x="80224" y="903252"/>
                </a:lnTo>
                <a:lnTo>
                  <a:pt x="79999" y="888444"/>
                </a:lnTo>
                <a:lnTo>
                  <a:pt x="79856" y="873637"/>
                </a:lnTo>
                <a:lnTo>
                  <a:pt x="79797" y="858830"/>
                </a:lnTo>
                <a:lnTo>
                  <a:pt x="79812" y="844022"/>
                </a:lnTo>
                <a:lnTo>
                  <a:pt x="79885" y="829215"/>
                </a:lnTo>
                <a:lnTo>
                  <a:pt x="79998" y="814407"/>
                </a:lnTo>
                <a:lnTo>
                  <a:pt x="80128" y="799600"/>
                </a:lnTo>
                <a:lnTo>
                  <a:pt x="80254" y="784793"/>
                </a:lnTo>
                <a:lnTo>
                  <a:pt x="80358" y="769985"/>
                </a:lnTo>
                <a:lnTo>
                  <a:pt x="80428" y="755178"/>
                </a:lnTo>
                <a:lnTo>
                  <a:pt x="80456" y="740370"/>
                </a:lnTo>
                <a:lnTo>
                  <a:pt x="80439" y="725563"/>
                </a:lnTo>
                <a:lnTo>
                  <a:pt x="80382" y="710756"/>
                </a:lnTo>
                <a:lnTo>
                  <a:pt x="80291" y="695948"/>
                </a:lnTo>
                <a:lnTo>
                  <a:pt x="80177" y="681141"/>
                </a:lnTo>
                <a:lnTo>
                  <a:pt x="80052" y="666333"/>
                </a:lnTo>
                <a:lnTo>
                  <a:pt x="79927" y="651526"/>
                </a:lnTo>
                <a:lnTo>
                  <a:pt x="79812" y="636719"/>
                </a:lnTo>
                <a:lnTo>
                  <a:pt x="79714" y="621911"/>
                </a:lnTo>
                <a:lnTo>
                  <a:pt x="79637" y="607104"/>
                </a:lnTo>
                <a:lnTo>
                  <a:pt x="79581" y="592296"/>
                </a:lnTo>
                <a:lnTo>
                  <a:pt x="79540" y="577489"/>
                </a:lnTo>
                <a:lnTo>
                  <a:pt x="79508" y="562682"/>
                </a:lnTo>
                <a:lnTo>
                  <a:pt x="79474" y="547874"/>
                </a:lnTo>
                <a:lnTo>
                  <a:pt x="79429" y="533067"/>
                </a:lnTo>
                <a:lnTo>
                  <a:pt x="79362" y="518259"/>
                </a:lnTo>
                <a:lnTo>
                  <a:pt x="79268" y="503452"/>
                </a:lnTo>
                <a:lnTo>
                  <a:pt x="79144" y="488644"/>
                </a:lnTo>
                <a:lnTo>
                  <a:pt x="78992" y="473837"/>
                </a:lnTo>
                <a:lnTo>
                  <a:pt x="78819" y="459030"/>
                </a:lnTo>
                <a:lnTo>
                  <a:pt x="78633" y="444222"/>
                </a:lnTo>
                <a:lnTo>
                  <a:pt x="78450" y="429415"/>
                </a:lnTo>
                <a:lnTo>
                  <a:pt x="78281" y="414607"/>
                </a:lnTo>
                <a:lnTo>
                  <a:pt x="78141" y="399800"/>
                </a:lnTo>
                <a:lnTo>
                  <a:pt x="78041" y="384993"/>
                </a:lnTo>
                <a:lnTo>
                  <a:pt x="77989" y="370185"/>
                </a:lnTo>
                <a:lnTo>
                  <a:pt x="77986" y="355378"/>
                </a:lnTo>
                <a:lnTo>
                  <a:pt x="78029" y="340570"/>
                </a:lnTo>
                <a:lnTo>
                  <a:pt x="78106" y="325763"/>
                </a:lnTo>
                <a:lnTo>
                  <a:pt x="78194" y="310956"/>
                </a:lnTo>
                <a:lnTo>
                  <a:pt x="78262" y="296148"/>
                </a:lnTo>
                <a:lnTo>
                  <a:pt x="78264" y="281341"/>
                </a:lnTo>
                <a:lnTo>
                  <a:pt x="78139" y="266533"/>
                </a:lnTo>
                <a:lnTo>
                  <a:pt x="77813" y="251726"/>
                </a:lnTo>
                <a:lnTo>
                  <a:pt x="77198" y="236919"/>
                </a:lnTo>
                <a:lnTo>
                  <a:pt x="76195" y="222111"/>
                </a:lnTo>
                <a:lnTo>
                  <a:pt x="74697" y="207304"/>
                </a:lnTo>
                <a:lnTo>
                  <a:pt x="72604" y="192496"/>
                </a:lnTo>
                <a:lnTo>
                  <a:pt x="69829" y="177689"/>
                </a:lnTo>
                <a:lnTo>
                  <a:pt x="66312" y="162881"/>
                </a:lnTo>
                <a:lnTo>
                  <a:pt x="62040" y="148074"/>
                </a:lnTo>
                <a:lnTo>
                  <a:pt x="57054" y="133267"/>
                </a:lnTo>
                <a:lnTo>
                  <a:pt x="51463" y="118459"/>
                </a:lnTo>
                <a:lnTo>
                  <a:pt x="45448" y="103652"/>
                </a:lnTo>
                <a:lnTo>
                  <a:pt x="39258" y="88844"/>
                </a:lnTo>
                <a:lnTo>
                  <a:pt x="33195" y="74037"/>
                </a:lnTo>
                <a:lnTo>
                  <a:pt x="27595" y="59230"/>
                </a:lnTo>
                <a:lnTo>
                  <a:pt x="22797" y="44422"/>
                </a:lnTo>
                <a:lnTo>
                  <a:pt x="19114" y="29615"/>
                </a:lnTo>
                <a:lnTo>
                  <a:pt x="16795" y="14807"/>
                </a:lnTo>
                <a:lnTo>
                  <a:pt x="16003" y="0"/>
                </a:lnTo>
                <a:lnTo>
                  <a:pt x="161584" y="0"/>
                </a:lnTo>
                <a:lnTo>
                  <a:pt x="161584" y="0"/>
                </a:lnTo>
                <a:lnTo>
                  <a:pt x="160792" y="14807"/>
                </a:lnTo>
                <a:lnTo>
                  <a:pt x="158473" y="29615"/>
                </a:lnTo>
                <a:lnTo>
                  <a:pt x="154790" y="44422"/>
                </a:lnTo>
                <a:lnTo>
                  <a:pt x="149993" y="59230"/>
                </a:lnTo>
                <a:lnTo>
                  <a:pt x="144392" y="74037"/>
                </a:lnTo>
                <a:lnTo>
                  <a:pt x="138329" y="88844"/>
                </a:lnTo>
                <a:lnTo>
                  <a:pt x="132139" y="103652"/>
                </a:lnTo>
                <a:lnTo>
                  <a:pt x="126124" y="118459"/>
                </a:lnTo>
                <a:lnTo>
                  <a:pt x="120534" y="133267"/>
                </a:lnTo>
                <a:lnTo>
                  <a:pt x="115547" y="148074"/>
                </a:lnTo>
                <a:lnTo>
                  <a:pt x="111275" y="162881"/>
                </a:lnTo>
                <a:lnTo>
                  <a:pt x="107758" y="177689"/>
                </a:lnTo>
                <a:lnTo>
                  <a:pt x="104983" y="192496"/>
                </a:lnTo>
                <a:lnTo>
                  <a:pt x="102890" y="207304"/>
                </a:lnTo>
                <a:lnTo>
                  <a:pt x="101392" y="222111"/>
                </a:lnTo>
                <a:lnTo>
                  <a:pt x="100389" y="236919"/>
                </a:lnTo>
                <a:lnTo>
                  <a:pt x="99774" y="251726"/>
                </a:lnTo>
                <a:lnTo>
                  <a:pt x="99448" y="266533"/>
                </a:lnTo>
                <a:lnTo>
                  <a:pt x="99324" y="281341"/>
                </a:lnTo>
                <a:lnTo>
                  <a:pt x="99325" y="296148"/>
                </a:lnTo>
                <a:lnTo>
                  <a:pt x="99393" y="310956"/>
                </a:lnTo>
                <a:lnTo>
                  <a:pt x="99481" y="325763"/>
                </a:lnTo>
                <a:lnTo>
                  <a:pt x="99558" y="340570"/>
                </a:lnTo>
                <a:lnTo>
                  <a:pt x="99601" y="355378"/>
                </a:lnTo>
                <a:lnTo>
                  <a:pt x="99598" y="370185"/>
                </a:lnTo>
                <a:lnTo>
                  <a:pt x="99546" y="384993"/>
                </a:lnTo>
                <a:lnTo>
                  <a:pt x="99446" y="399800"/>
                </a:lnTo>
                <a:lnTo>
                  <a:pt x="99306" y="414607"/>
                </a:lnTo>
                <a:lnTo>
                  <a:pt x="99138" y="429415"/>
                </a:lnTo>
                <a:lnTo>
                  <a:pt x="98954" y="444222"/>
                </a:lnTo>
                <a:lnTo>
                  <a:pt x="98769" y="459030"/>
                </a:lnTo>
                <a:lnTo>
                  <a:pt x="98595" y="473837"/>
                </a:lnTo>
                <a:lnTo>
                  <a:pt x="98443" y="488644"/>
                </a:lnTo>
                <a:lnTo>
                  <a:pt x="98319" y="503452"/>
                </a:lnTo>
                <a:lnTo>
                  <a:pt x="98225" y="518259"/>
                </a:lnTo>
                <a:lnTo>
                  <a:pt x="98158" y="533067"/>
                </a:lnTo>
                <a:lnTo>
                  <a:pt x="98113" y="547874"/>
                </a:lnTo>
                <a:lnTo>
                  <a:pt x="98079" y="562682"/>
                </a:lnTo>
                <a:lnTo>
                  <a:pt x="98047" y="577489"/>
                </a:lnTo>
                <a:lnTo>
                  <a:pt x="98007" y="592296"/>
                </a:lnTo>
                <a:lnTo>
                  <a:pt x="97950" y="607104"/>
                </a:lnTo>
                <a:lnTo>
                  <a:pt x="97873" y="621911"/>
                </a:lnTo>
                <a:lnTo>
                  <a:pt x="97775" y="636719"/>
                </a:lnTo>
                <a:lnTo>
                  <a:pt x="97660" y="651526"/>
                </a:lnTo>
                <a:lnTo>
                  <a:pt x="97535" y="666333"/>
                </a:lnTo>
                <a:lnTo>
                  <a:pt x="97410" y="681141"/>
                </a:lnTo>
                <a:lnTo>
                  <a:pt x="97296" y="695948"/>
                </a:lnTo>
                <a:lnTo>
                  <a:pt x="97205" y="710756"/>
                </a:lnTo>
                <a:lnTo>
                  <a:pt x="97148" y="725563"/>
                </a:lnTo>
                <a:lnTo>
                  <a:pt x="97132" y="740370"/>
                </a:lnTo>
                <a:lnTo>
                  <a:pt x="97159" y="755178"/>
                </a:lnTo>
                <a:lnTo>
                  <a:pt x="97229" y="769985"/>
                </a:lnTo>
                <a:lnTo>
                  <a:pt x="97333" y="784793"/>
                </a:lnTo>
                <a:lnTo>
                  <a:pt x="97459" y="799600"/>
                </a:lnTo>
                <a:lnTo>
                  <a:pt x="97589" y="814407"/>
                </a:lnTo>
                <a:lnTo>
                  <a:pt x="97702" y="829215"/>
                </a:lnTo>
                <a:lnTo>
                  <a:pt x="97776" y="844022"/>
                </a:lnTo>
                <a:lnTo>
                  <a:pt x="97790" y="858830"/>
                </a:lnTo>
                <a:lnTo>
                  <a:pt x="97731" y="873637"/>
                </a:lnTo>
                <a:lnTo>
                  <a:pt x="97589" y="888444"/>
                </a:lnTo>
                <a:lnTo>
                  <a:pt x="97363" y="903252"/>
                </a:lnTo>
                <a:lnTo>
                  <a:pt x="97065" y="918059"/>
                </a:lnTo>
                <a:lnTo>
                  <a:pt x="96711" y="932867"/>
                </a:lnTo>
                <a:lnTo>
                  <a:pt x="96325" y="947674"/>
                </a:lnTo>
                <a:lnTo>
                  <a:pt x="95936" y="962482"/>
                </a:lnTo>
                <a:lnTo>
                  <a:pt x="95573" y="977289"/>
                </a:lnTo>
                <a:lnTo>
                  <a:pt x="95261" y="992096"/>
                </a:lnTo>
                <a:lnTo>
                  <a:pt x="95021" y="1006904"/>
                </a:lnTo>
                <a:lnTo>
                  <a:pt x="94866" y="1021711"/>
                </a:lnTo>
                <a:lnTo>
                  <a:pt x="94800" y="1036519"/>
                </a:lnTo>
                <a:lnTo>
                  <a:pt x="94819" y="1051326"/>
                </a:lnTo>
                <a:lnTo>
                  <a:pt x="94914" y="1066133"/>
                </a:lnTo>
                <a:lnTo>
                  <a:pt x="95068" y="1080941"/>
                </a:lnTo>
                <a:lnTo>
                  <a:pt x="95265" y="1095748"/>
                </a:lnTo>
                <a:lnTo>
                  <a:pt x="95487" y="1110556"/>
                </a:lnTo>
                <a:lnTo>
                  <a:pt x="95718" y="1125363"/>
                </a:lnTo>
                <a:lnTo>
                  <a:pt x="95945" y="1140170"/>
                </a:lnTo>
                <a:lnTo>
                  <a:pt x="96160" y="1154978"/>
                </a:lnTo>
                <a:lnTo>
                  <a:pt x="96358" y="1169785"/>
                </a:lnTo>
                <a:lnTo>
                  <a:pt x="96537" y="1184593"/>
                </a:lnTo>
                <a:lnTo>
                  <a:pt x="96699" y="1199400"/>
                </a:lnTo>
                <a:lnTo>
                  <a:pt x="96844" y="1214207"/>
                </a:lnTo>
                <a:lnTo>
                  <a:pt x="96976" y="1229015"/>
                </a:lnTo>
                <a:lnTo>
                  <a:pt x="97097" y="1243822"/>
                </a:lnTo>
                <a:lnTo>
                  <a:pt x="97209" y="1258630"/>
                </a:lnTo>
                <a:lnTo>
                  <a:pt x="97316" y="1273437"/>
                </a:lnTo>
                <a:lnTo>
                  <a:pt x="97419" y="1288245"/>
                </a:lnTo>
                <a:lnTo>
                  <a:pt x="97524" y="1303052"/>
                </a:lnTo>
                <a:lnTo>
                  <a:pt x="97633" y="1317859"/>
                </a:lnTo>
                <a:lnTo>
                  <a:pt x="97753" y="1332667"/>
                </a:lnTo>
                <a:lnTo>
                  <a:pt x="97890" y="1347474"/>
                </a:lnTo>
                <a:lnTo>
                  <a:pt x="98050" y="1362282"/>
                </a:lnTo>
                <a:lnTo>
                  <a:pt x="98237" y="1377089"/>
                </a:lnTo>
                <a:lnTo>
                  <a:pt x="98455" y="1391896"/>
                </a:lnTo>
                <a:lnTo>
                  <a:pt x="98706" y="1406704"/>
                </a:lnTo>
                <a:lnTo>
                  <a:pt x="98990" y="1421511"/>
                </a:lnTo>
                <a:lnTo>
                  <a:pt x="99310" y="1436319"/>
                </a:lnTo>
                <a:lnTo>
                  <a:pt x="99671" y="1451126"/>
                </a:lnTo>
                <a:lnTo>
                  <a:pt x="100083" y="1465933"/>
                </a:lnTo>
                <a:lnTo>
                  <a:pt x="100567" y="1480741"/>
                </a:lnTo>
                <a:lnTo>
                  <a:pt x="101159" y="1495548"/>
                </a:lnTo>
                <a:lnTo>
                  <a:pt x="101909" y="1510356"/>
                </a:lnTo>
                <a:lnTo>
                  <a:pt x="102887" y="1525163"/>
                </a:lnTo>
                <a:lnTo>
                  <a:pt x="104180" y="1539970"/>
                </a:lnTo>
                <a:lnTo>
                  <a:pt x="105890" y="1554778"/>
                </a:lnTo>
                <a:lnTo>
                  <a:pt x="108128" y="1569585"/>
                </a:lnTo>
                <a:lnTo>
                  <a:pt x="111001" y="1584393"/>
                </a:lnTo>
                <a:lnTo>
                  <a:pt x="114604" y="1599200"/>
                </a:lnTo>
                <a:lnTo>
                  <a:pt x="118998" y="1614007"/>
                </a:lnTo>
                <a:lnTo>
                  <a:pt x="124196" y="1628815"/>
                </a:lnTo>
                <a:lnTo>
                  <a:pt x="130151" y="1643622"/>
                </a:lnTo>
                <a:lnTo>
                  <a:pt x="136739" y="1658430"/>
                </a:lnTo>
                <a:lnTo>
                  <a:pt x="143757" y="1673237"/>
                </a:lnTo>
                <a:lnTo>
                  <a:pt x="150928" y="1688045"/>
                </a:lnTo>
                <a:lnTo>
                  <a:pt x="157914" y="1702852"/>
                </a:lnTo>
                <a:lnTo>
                  <a:pt x="164342" y="1717659"/>
                </a:lnTo>
                <a:lnTo>
                  <a:pt x="169832" y="1732467"/>
                </a:lnTo>
                <a:lnTo>
                  <a:pt x="174039" y="1747274"/>
                </a:lnTo>
                <a:lnTo>
                  <a:pt x="17668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10172">
            <a:extLst>
              <a:ext uri="{FF2B5EF4-FFF2-40B4-BE49-F238E27FC236}">
                <a16:creationId xmlns:a16="http://schemas.microsoft.com/office/drawing/2014/main" id="{B3BB0439-4B31-45B7-9050-EC2C28E09E00}"/>
              </a:ext>
            </a:extLst>
          </p:cNvPr>
          <p:cNvSpPr>
            <a:spLocks/>
          </p:cNvSpPr>
          <p:nvPr/>
        </p:nvSpPr>
        <p:spPr>
          <a:xfrm>
            <a:off x="8235887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51353" y="1776889"/>
                </a:moveTo>
                <a:lnTo>
                  <a:pt x="26235" y="1776889"/>
                </a:lnTo>
                <a:lnTo>
                  <a:pt x="26858" y="1762082"/>
                </a:lnTo>
                <a:lnTo>
                  <a:pt x="28685" y="1747274"/>
                </a:lnTo>
                <a:lnTo>
                  <a:pt x="31592" y="1732467"/>
                </a:lnTo>
                <a:lnTo>
                  <a:pt x="35386" y="1717659"/>
                </a:lnTo>
                <a:lnTo>
                  <a:pt x="39831" y="1702852"/>
                </a:lnTo>
                <a:lnTo>
                  <a:pt x="44665" y="1688045"/>
                </a:lnTo>
                <a:lnTo>
                  <a:pt x="49634" y="1673237"/>
                </a:lnTo>
                <a:lnTo>
                  <a:pt x="54506" y="1658430"/>
                </a:lnTo>
                <a:lnTo>
                  <a:pt x="59091" y="1643622"/>
                </a:lnTo>
                <a:lnTo>
                  <a:pt x="63250" y="1628815"/>
                </a:lnTo>
                <a:lnTo>
                  <a:pt x="66901" y="1614007"/>
                </a:lnTo>
                <a:lnTo>
                  <a:pt x="70009" y="1599200"/>
                </a:lnTo>
                <a:lnTo>
                  <a:pt x="72585" y="1584393"/>
                </a:lnTo>
                <a:lnTo>
                  <a:pt x="74669" y="1569585"/>
                </a:lnTo>
                <a:lnTo>
                  <a:pt x="76325" y="1554778"/>
                </a:lnTo>
                <a:lnTo>
                  <a:pt x="77625" y="1539970"/>
                </a:lnTo>
                <a:lnTo>
                  <a:pt x="78640" y="1525163"/>
                </a:lnTo>
                <a:lnTo>
                  <a:pt x="79438" y="1510356"/>
                </a:lnTo>
                <a:lnTo>
                  <a:pt x="80075" y="1495548"/>
                </a:lnTo>
                <a:lnTo>
                  <a:pt x="80596" y="1480741"/>
                </a:lnTo>
                <a:lnTo>
                  <a:pt x="81030" y="1465933"/>
                </a:lnTo>
                <a:lnTo>
                  <a:pt x="81399" y="1451126"/>
                </a:lnTo>
                <a:lnTo>
                  <a:pt x="81714" y="1436319"/>
                </a:lnTo>
                <a:lnTo>
                  <a:pt x="81978" y="1421511"/>
                </a:lnTo>
                <a:lnTo>
                  <a:pt x="82192" y="1406704"/>
                </a:lnTo>
                <a:lnTo>
                  <a:pt x="82354" y="1391896"/>
                </a:lnTo>
                <a:lnTo>
                  <a:pt x="82461" y="1377089"/>
                </a:lnTo>
                <a:lnTo>
                  <a:pt x="82515" y="1362282"/>
                </a:lnTo>
                <a:lnTo>
                  <a:pt x="82516" y="1347474"/>
                </a:lnTo>
                <a:lnTo>
                  <a:pt x="82468" y="1332667"/>
                </a:lnTo>
                <a:lnTo>
                  <a:pt x="82379" y="1317859"/>
                </a:lnTo>
                <a:lnTo>
                  <a:pt x="82257" y="1303052"/>
                </a:lnTo>
                <a:lnTo>
                  <a:pt x="82112" y="1288245"/>
                </a:lnTo>
                <a:lnTo>
                  <a:pt x="81957" y="1273437"/>
                </a:lnTo>
                <a:lnTo>
                  <a:pt x="81803" y="1258630"/>
                </a:lnTo>
                <a:lnTo>
                  <a:pt x="81663" y="1243822"/>
                </a:lnTo>
                <a:lnTo>
                  <a:pt x="81548" y="1229015"/>
                </a:lnTo>
                <a:lnTo>
                  <a:pt x="81470" y="1214207"/>
                </a:lnTo>
                <a:lnTo>
                  <a:pt x="81439" y="1199400"/>
                </a:lnTo>
                <a:lnTo>
                  <a:pt x="81460" y="1184593"/>
                </a:lnTo>
                <a:lnTo>
                  <a:pt x="81537" y="1169785"/>
                </a:lnTo>
                <a:lnTo>
                  <a:pt x="81671" y="1154978"/>
                </a:lnTo>
                <a:lnTo>
                  <a:pt x="81857" y="1140170"/>
                </a:lnTo>
                <a:lnTo>
                  <a:pt x="82085" y="1125363"/>
                </a:lnTo>
                <a:lnTo>
                  <a:pt x="82342" y="1110556"/>
                </a:lnTo>
                <a:lnTo>
                  <a:pt x="82609" y="1095748"/>
                </a:lnTo>
                <a:lnTo>
                  <a:pt x="82866" y="1080941"/>
                </a:lnTo>
                <a:lnTo>
                  <a:pt x="83091" y="1066133"/>
                </a:lnTo>
                <a:lnTo>
                  <a:pt x="83265" y="1051326"/>
                </a:lnTo>
                <a:lnTo>
                  <a:pt x="83371" y="1036519"/>
                </a:lnTo>
                <a:lnTo>
                  <a:pt x="83396" y="1021711"/>
                </a:lnTo>
                <a:lnTo>
                  <a:pt x="83337" y="1006904"/>
                </a:lnTo>
                <a:lnTo>
                  <a:pt x="83198" y="992096"/>
                </a:lnTo>
                <a:lnTo>
                  <a:pt x="82992" y="977289"/>
                </a:lnTo>
                <a:lnTo>
                  <a:pt x="82737" y="962482"/>
                </a:lnTo>
                <a:lnTo>
                  <a:pt x="82457" y="947674"/>
                </a:lnTo>
                <a:lnTo>
                  <a:pt x="82181" y="932867"/>
                </a:lnTo>
                <a:lnTo>
                  <a:pt x="81936" y="918059"/>
                </a:lnTo>
                <a:lnTo>
                  <a:pt x="81744" y="903252"/>
                </a:lnTo>
                <a:lnTo>
                  <a:pt x="81624" y="888444"/>
                </a:lnTo>
                <a:lnTo>
                  <a:pt x="81586" y="873637"/>
                </a:lnTo>
                <a:lnTo>
                  <a:pt x="81632" y="858830"/>
                </a:lnTo>
                <a:lnTo>
                  <a:pt x="81755" y="844022"/>
                </a:lnTo>
                <a:lnTo>
                  <a:pt x="81942" y="829215"/>
                </a:lnTo>
                <a:lnTo>
                  <a:pt x="82174" y="814407"/>
                </a:lnTo>
                <a:lnTo>
                  <a:pt x="82432" y="799600"/>
                </a:lnTo>
                <a:lnTo>
                  <a:pt x="82693" y="784793"/>
                </a:lnTo>
                <a:lnTo>
                  <a:pt x="82938" y="769985"/>
                </a:lnTo>
                <a:lnTo>
                  <a:pt x="83152" y="755178"/>
                </a:lnTo>
                <a:lnTo>
                  <a:pt x="83324" y="740370"/>
                </a:lnTo>
                <a:lnTo>
                  <a:pt x="83446" y="725563"/>
                </a:lnTo>
                <a:lnTo>
                  <a:pt x="83518" y="710756"/>
                </a:lnTo>
                <a:lnTo>
                  <a:pt x="83542" y="695948"/>
                </a:lnTo>
                <a:lnTo>
                  <a:pt x="83524" y="681141"/>
                </a:lnTo>
                <a:lnTo>
                  <a:pt x="83473" y="666333"/>
                </a:lnTo>
                <a:lnTo>
                  <a:pt x="83400" y="651526"/>
                </a:lnTo>
                <a:lnTo>
                  <a:pt x="83314" y="636719"/>
                </a:lnTo>
                <a:lnTo>
                  <a:pt x="83226" y="621911"/>
                </a:lnTo>
                <a:lnTo>
                  <a:pt x="83144" y="607104"/>
                </a:lnTo>
                <a:lnTo>
                  <a:pt x="83075" y="592296"/>
                </a:lnTo>
                <a:lnTo>
                  <a:pt x="83023" y="577489"/>
                </a:lnTo>
                <a:lnTo>
                  <a:pt x="82992" y="562682"/>
                </a:lnTo>
                <a:lnTo>
                  <a:pt x="82984" y="547874"/>
                </a:lnTo>
                <a:lnTo>
                  <a:pt x="83001" y="533067"/>
                </a:lnTo>
                <a:lnTo>
                  <a:pt x="83043" y="518259"/>
                </a:lnTo>
                <a:lnTo>
                  <a:pt x="83110" y="503452"/>
                </a:lnTo>
                <a:lnTo>
                  <a:pt x="83204" y="488644"/>
                </a:lnTo>
                <a:lnTo>
                  <a:pt x="83324" y="473837"/>
                </a:lnTo>
                <a:lnTo>
                  <a:pt x="83469" y="459030"/>
                </a:lnTo>
                <a:lnTo>
                  <a:pt x="83633" y="444222"/>
                </a:lnTo>
                <a:lnTo>
                  <a:pt x="83812" y="429415"/>
                </a:lnTo>
                <a:lnTo>
                  <a:pt x="83995" y="414607"/>
                </a:lnTo>
                <a:lnTo>
                  <a:pt x="84170" y="399800"/>
                </a:lnTo>
                <a:lnTo>
                  <a:pt x="84321" y="384993"/>
                </a:lnTo>
                <a:lnTo>
                  <a:pt x="84431" y="370185"/>
                </a:lnTo>
                <a:lnTo>
                  <a:pt x="84481" y="355378"/>
                </a:lnTo>
                <a:lnTo>
                  <a:pt x="84451" y="340570"/>
                </a:lnTo>
                <a:lnTo>
                  <a:pt x="84319" y="325763"/>
                </a:lnTo>
                <a:lnTo>
                  <a:pt x="84060" y="310956"/>
                </a:lnTo>
                <a:lnTo>
                  <a:pt x="83644" y="296148"/>
                </a:lnTo>
                <a:lnTo>
                  <a:pt x="83032" y="281341"/>
                </a:lnTo>
                <a:lnTo>
                  <a:pt x="82176" y="266533"/>
                </a:lnTo>
                <a:lnTo>
                  <a:pt x="81012" y="251726"/>
                </a:lnTo>
                <a:lnTo>
                  <a:pt x="79465" y="236919"/>
                </a:lnTo>
                <a:lnTo>
                  <a:pt x="77442" y="222111"/>
                </a:lnTo>
                <a:lnTo>
                  <a:pt x="74846" y="207304"/>
                </a:lnTo>
                <a:lnTo>
                  <a:pt x="71577" y="192496"/>
                </a:lnTo>
                <a:lnTo>
                  <a:pt x="67551" y="177689"/>
                </a:lnTo>
                <a:lnTo>
                  <a:pt x="62710" y="162881"/>
                </a:lnTo>
                <a:lnTo>
                  <a:pt x="57045" y="148074"/>
                </a:lnTo>
                <a:lnTo>
                  <a:pt x="50608" y="133267"/>
                </a:lnTo>
                <a:lnTo>
                  <a:pt x="43529" y="118459"/>
                </a:lnTo>
                <a:lnTo>
                  <a:pt x="36017" y="103652"/>
                </a:lnTo>
                <a:lnTo>
                  <a:pt x="28364" y="88844"/>
                </a:lnTo>
                <a:lnTo>
                  <a:pt x="20921" y="74037"/>
                </a:lnTo>
                <a:lnTo>
                  <a:pt x="14081" y="59230"/>
                </a:lnTo>
                <a:lnTo>
                  <a:pt x="8242" y="44422"/>
                </a:lnTo>
                <a:lnTo>
                  <a:pt x="3770" y="29615"/>
                </a:lnTo>
                <a:lnTo>
                  <a:pt x="959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8" y="14807"/>
                </a:lnTo>
                <a:lnTo>
                  <a:pt x="173817" y="29615"/>
                </a:lnTo>
                <a:lnTo>
                  <a:pt x="169345" y="44422"/>
                </a:lnTo>
                <a:lnTo>
                  <a:pt x="163506" y="59230"/>
                </a:lnTo>
                <a:lnTo>
                  <a:pt x="156667" y="74037"/>
                </a:lnTo>
                <a:lnTo>
                  <a:pt x="149224" y="88844"/>
                </a:lnTo>
                <a:lnTo>
                  <a:pt x="141570" y="103652"/>
                </a:lnTo>
                <a:lnTo>
                  <a:pt x="134059" y="118459"/>
                </a:lnTo>
                <a:lnTo>
                  <a:pt x="126979" y="133267"/>
                </a:lnTo>
                <a:lnTo>
                  <a:pt x="120542" y="148074"/>
                </a:lnTo>
                <a:lnTo>
                  <a:pt x="114877" y="162881"/>
                </a:lnTo>
                <a:lnTo>
                  <a:pt x="110036" y="177689"/>
                </a:lnTo>
                <a:lnTo>
                  <a:pt x="106010" y="192496"/>
                </a:lnTo>
                <a:lnTo>
                  <a:pt x="102741" y="207304"/>
                </a:lnTo>
                <a:lnTo>
                  <a:pt x="100145" y="222111"/>
                </a:lnTo>
                <a:lnTo>
                  <a:pt x="98122" y="236919"/>
                </a:lnTo>
                <a:lnTo>
                  <a:pt x="96575" y="251726"/>
                </a:lnTo>
                <a:lnTo>
                  <a:pt x="95412" y="266533"/>
                </a:lnTo>
                <a:lnTo>
                  <a:pt x="94555" y="281341"/>
                </a:lnTo>
                <a:lnTo>
                  <a:pt x="93944" y="296148"/>
                </a:lnTo>
                <a:lnTo>
                  <a:pt x="93527" y="310956"/>
                </a:lnTo>
                <a:lnTo>
                  <a:pt x="93268" y="325763"/>
                </a:lnTo>
                <a:lnTo>
                  <a:pt x="93136" y="340570"/>
                </a:lnTo>
                <a:lnTo>
                  <a:pt x="93106" y="355378"/>
                </a:lnTo>
                <a:lnTo>
                  <a:pt x="93156" y="370185"/>
                </a:lnTo>
                <a:lnTo>
                  <a:pt x="93266" y="384993"/>
                </a:lnTo>
                <a:lnTo>
                  <a:pt x="93417" y="399800"/>
                </a:lnTo>
                <a:lnTo>
                  <a:pt x="93592" y="414607"/>
                </a:lnTo>
                <a:lnTo>
                  <a:pt x="93775" y="429415"/>
                </a:lnTo>
                <a:lnTo>
                  <a:pt x="93954" y="444222"/>
                </a:lnTo>
                <a:lnTo>
                  <a:pt x="94119" y="459030"/>
                </a:lnTo>
                <a:lnTo>
                  <a:pt x="94263" y="473837"/>
                </a:lnTo>
                <a:lnTo>
                  <a:pt x="94383" y="488644"/>
                </a:lnTo>
                <a:lnTo>
                  <a:pt x="94477" y="503452"/>
                </a:lnTo>
                <a:lnTo>
                  <a:pt x="94545" y="518259"/>
                </a:lnTo>
                <a:lnTo>
                  <a:pt x="94586" y="533067"/>
                </a:lnTo>
                <a:lnTo>
                  <a:pt x="94603" y="547874"/>
                </a:lnTo>
                <a:lnTo>
                  <a:pt x="94595" y="562682"/>
                </a:lnTo>
                <a:lnTo>
                  <a:pt x="94564" y="577489"/>
                </a:lnTo>
                <a:lnTo>
                  <a:pt x="94513" y="592296"/>
                </a:lnTo>
                <a:lnTo>
                  <a:pt x="94443" y="607104"/>
                </a:lnTo>
                <a:lnTo>
                  <a:pt x="94361" y="621911"/>
                </a:lnTo>
                <a:lnTo>
                  <a:pt x="94273" y="636719"/>
                </a:lnTo>
                <a:lnTo>
                  <a:pt x="94187" y="651526"/>
                </a:lnTo>
                <a:lnTo>
                  <a:pt x="94114" y="666333"/>
                </a:lnTo>
                <a:lnTo>
                  <a:pt x="94063" y="681141"/>
                </a:lnTo>
                <a:lnTo>
                  <a:pt x="94045" y="695948"/>
                </a:lnTo>
                <a:lnTo>
                  <a:pt x="94069" y="710756"/>
                </a:lnTo>
                <a:lnTo>
                  <a:pt x="94141" y="725563"/>
                </a:lnTo>
                <a:lnTo>
                  <a:pt x="94263" y="740370"/>
                </a:lnTo>
                <a:lnTo>
                  <a:pt x="94435" y="755178"/>
                </a:lnTo>
                <a:lnTo>
                  <a:pt x="94649" y="769985"/>
                </a:lnTo>
                <a:lnTo>
                  <a:pt x="94895" y="784793"/>
                </a:lnTo>
                <a:lnTo>
                  <a:pt x="95156" y="799600"/>
                </a:lnTo>
                <a:lnTo>
                  <a:pt x="95413" y="814407"/>
                </a:lnTo>
                <a:lnTo>
                  <a:pt x="95646" y="829215"/>
                </a:lnTo>
                <a:lnTo>
                  <a:pt x="95832" y="844022"/>
                </a:lnTo>
                <a:lnTo>
                  <a:pt x="95955" y="858830"/>
                </a:lnTo>
                <a:lnTo>
                  <a:pt x="96001" y="873637"/>
                </a:lnTo>
                <a:lnTo>
                  <a:pt x="95963" y="888444"/>
                </a:lnTo>
                <a:lnTo>
                  <a:pt x="95843" y="903252"/>
                </a:lnTo>
                <a:lnTo>
                  <a:pt x="95651" y="918059"/>
                </a:lnTo>
                <a:lnTo>
                  <a:pt x="95406" y="932867"/>
                </a:lnTo>
                <a:lnTo>
                  <a:pt x="95130" y="947674"/>
                </a:lnTo>
                <a:lnTo>
                  <a:pt x="94851" y="962482"/>
                </a:lnTo>
                <a:lnTo>
                  <a:pt x="94595" y="977289"/>
                </a:lnTo>
                <a:lnTo>
                  <a:pt x="94389" y="992096"/>
                </a:lnTo>
                <a:lnTo>
                  <a:pt x="94250" y="1006904"/>
                </a:lnTo>
                <a:lnTo>
                  <a:pt x="94191" y="1021711"/>
                </a:lnTo>
                <a:lnTo>
                  <a:pt x="94217" y="1036519"/>
                </a:lnTo>
                <a:lnTo>
                  <a:pt x="94322" y="1051326"/>
                </a:lnTo>
                <a:lnTo>
                  <a:pt x="94496" y="1066133"/>
                </a:lnTo>
                <a:lnTo>
                  <a:pt x="94721" y="1080941"/>
                </a:lnTo>
                <a:lnTo>
                  <a:pt x="94978" y="1095748"/>
                </a:lnTo>
                <a:lnTo>
                  <a:pt x="95245" y="1110556"/>
                </a:lnTo>
                <a:lnTo>
                  <a:pt x="95502" y="1125363"/>
                </a:lnTo>
                <a:lnTo>
                  <a:pt x="95730" y="1140170"/>
                </a:lnTo>
                <a:lnTo>
                  <a:pt x="95916" y="1154978"/>
                </a:lnTo>
                <a:lnTo>
                  <a:pt x="96050" y="1169785"/>
                </a:lnTo>
                <a:lnTo>
                  <a:pt x="96127" y="1184593"/>
                </a:lnTo>
                <a:lnTo>
                  <a:pt x="96149" y="1199400"/>
                </a:lnTo>
                <a:lnTo>
                  <a:pt x="96117" y="1214207"/>
                </a:lnTo>
                <a:lnTo>
                  <a:pt x="96039" y="1229015"/>
                </a:lnTo>
                <a:lnTo>
                  <a:pt x="95925" y="1243822"/>
                </a:lnTo>
                <a:lnTo>
                  <a:pt x="95784" y="1258630"/>
                </a:lnTo>
                <a:lnTo>
                  <a:pt x="95631" y="1273437"/>
                </a:lnTo>
                <a:lnTo>
                  <a:pt x="95475" y="1288245"/>
                </a:lnTo>
                <a:lnTo>
                  <a:pt x="95331" y="1303052"/>
                </a:lnTo>
                <a:lnTo>
                  <a:pt x="95208" y="1317859"/>
                </a:lnTo>
                <a:lnTo>
                  <a:pt x="95119" y="1332667"/>
                </a:lnTo>
                <a:lnTo>
                  <a:pt x="95072" y="1347474"/>
                </a:lnTo>
                <a:lnTo>
                  <a:pt x="95072" y="1362282"/>
                </a:lnTo>
                <a:lnTo>
                  <a:pt x="95126" y="1377089"/>
                </a:lnTo>
                <a:lnTo>
                  <a:pt x="95234" y="1391896"/>
                </a:lnTo>
                <a:lnTo>
                  <a:pt x="95395" y="1406704"/>
                </a:lnTo>
                <a:lnTo>
                  <a:pt x="95609" y="1421511"/>
                </a:lnTo>
                <a:lnTo>
                  <a:pt x="95873" y="1436319"/>
                </a:lnTo>
                <a:lnTo>
                  <a:pt x="96188" y="1451126"/>
                </a:lnTo>
                <a:lnTo>
                  <a:pt x="96557" y="1465933"/>
                </a:lnTo>
                <a:lnTo>
                  <a:pt x="96991" y="1480741"/>
                </a:lnTo>
                <a:lnTo>
                  <a:pt x="97512" y="1495548"/>
                </a:lnTo>
                <a:lnTo>
                  <a:pt x="98149" y="1510356"/>
                </a:lnTo>
                <a:lnTo>
                  <a:pt x="98947" y="1525163"/>
                </a:lnTo>
                <a:lnTo>
                  <a:pt x="99963" y="1539970"/>
                </a:lnTo>
                <a:lnTo>
                  <a:pt x="101262" y="1554778"/>
                </a:lnTo>
                <a:lnTo>
                  <a:pt x="102918" y="1569585"/>
                </a:lnTo>
                <a:lnTo>
                  <a:pt x="105002" y="1584393"/>
                </a:lnTo>
                <a:lnTo>
                  <a:pt x="107578" y="1599200"/>
                </a:lnTo>
                <a:lnTo>
                  <a:pt x="110686" y="1614007"/>
                </a:lnTo>
                <a:lnTo>
                  <a:pt x="114337" y="1628815"/>
                </a:lnTo>
                <a:lnTo>
                  <a:pt x="118497" y="1643622"/>
                </a:lnTo>
                <a:lnTo>
                  <a:pt x="123081" y="1658430"/>
                </a:lnTo>
                <a:lnTo>
                  <a:pt x="127953" y="1673237"/>
                </a:lnTo>
                <a:lnTo>
                  <a:pt x="132922" y="1688045"/>
                </a:lnTo>
                <a:lnTo>
                  <a:pt x="137757" y="1702852"/>
                </a:lnTo>
                <a:lnTo>
                  <a:pt x="142201" y="1717659"/>
                </a:lnTo>
                <a:lnTo>
                  <a:pt x="145995" y="1732467"/>
                </a:lnTo>
                <a:lnTo>
                  <a:pt x="148902" y="1747274"/>
                </a:lnTo>
                <a:lnTo>
                  <a:pt x="150729" y="1762082"/>
                </a:lnTo>
                <a:lnTo>
                  <a:pt x="151353" y="1776889"/>
                </a:lnTo>
                <a:lnTo>
                  <a:pt x="151353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10173">
            <a:extLst>
              <a:ext uri="{FF2B5EF4-FFF2-40B4-BE49-F238E27FC236}">
                <a16:creationId xmlns:a16="http://schemas.microsoft.com/office/drawing/2014/main" id="{66782D93-74C6-486C-AADA-36907B4AF079}"/>
              </a:ext>
            </a:extLst>
          </p:cNvPr>
          <p:cNvSpPr>
            <a:spLocks/>
          </p:cNvSpPr>
          <p:nvPr/>
        </p:nvSpPr>
        <p:spPr>
          <a:xfrm>
            <a:off x="891891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8907" y="1776889"/>
                </a:moveTo>
                <a:lnTo>
                  <a:pt x="28680" y="1776889"/>
                </a:lnTo>
                <a:lnTo>
                  <a:pt x="29276" y="1762082"/>
                </a:lnTo>
                <a:lnTo>
                  <a:pt x="31021" y="1747274"/>
                </a:lnTo>
                <a:lnTo>
                  <a:pt x="33797" y="1732467"/>
                </a:lnTo>
                <a:lnTo>
                  <a:pt x="37421" y="1717659"/>
                </a:lnTo>
                <a:lnTo>
                  <a:pt x="41666" y="1702852"/>
                </a:lnTo>
                <a:lnTo>
                  <a:pt x="46282" y="1688045"/>
                </a:lnTo>
                <a:lnTo>
                  <a:pt x="51026" y="1673237"/>
                </a:lnTo>
                <a:lnTo>
                  <a:pt x="55676" y="1658430"/>
                </a:lnTo>
                <a:lnTo>
                  <a:pt x="60049" y="1643622"/>
                </a:lnTo>
                <a:lnTo>
                  <a:pt x="64016" y="1628815"/>
                </a:lnTo>
                <a:lnTo>
                  <a:pt x="67493" y="1614007"/>
                </a:lnTo>
                <a:lnTo>
                  <a:pt x="70450" y="1599200"/>
                </a:lnTo>
                <a:lnTo>
                  <a:pt x="72894" y="1584393"/>
                </a:lnTo>
                <a:lnTo>
                  <a:pt x="74865" y="1569585"/>
                </a:lnTo>
                <a:lnTo>
                  <a:pt x="76420" y="1554778"/>
                </a:lnTo>
                <a:lnTo>
                  <a:pt x="77628" y="1539970"/>
                </a:lnTo>
                <a:lnTo>
                  <a:pt x="78556" y="1525163"/>
                </a:lnTo>
                <a:lnTo>
                  <a:pt x="79267" y="1510356"/>
                </a:lnTo>
                <a:lnTo>
                  <a:pt x="79814" y="1495548"/>
                </a:lnTo>
                <a:lnTo>
                  <a:pt x="80237" y="1480741"/>
                </a:lnTo>
                <a:lnTo>
                  <a:pt x="80569" y="1465933"/>
                </a:lnTo>
                <a:lnTo>
                  <a:pt x="80828" y="1451126"/>
                </a:lnTo>
                <a:lnTo>
                  <a:pt x="81030" y="1436319"/>
                </a:lnTo>
                <a:lnTo>
                  <a:pt x="81180" y="1421511"/>
                </a:lnTo>
                <a:lnTo>
                  <a:pt x="81284" y="1406704"/>
                </a:lnTo>
                <a:lnTo>
                  <a:pt x="81346" y="1391896"/>
                </a:lnTo>
                <a:lnTo>
                  <a:pt x="81369" y="1377089"/>
                </a:lnTo>
                <a:lnTo>
                  <a:pt x="81357" y="1362282"/>
                </a:lnTo>
                <a:lnTo>
                  <a:pt x="81317" y="1347474"/>
                </a:lnTo>
                <a:lnTo>
                  <a:pt x="81256" y="1332667"/>
                </a:lnTo>
                <a:lnTo>
                  <a:pt x="81180" y="1317859"/>
                </a:lnTo>
                <a:lnTo>
                  <a:pt x="81099" y="1303052"/>
                </a:lnTo>
                <a:lnTo>
                  <a:pt x="81019" y="1288245"/>
                </a:lnTo>
                <a:lnTo>
                  <a:pt x="80948" y="1273437"/>
                </a:lnTo>
                <a:lnTo>
                  <a:pt x="80893" y="1258630"/>
                </a:lnTo>
                <a:lnTo>
                  <a:pt x="80861" y="1243822"/>
                </a:lnTo>
                <a:lnTo>
                  <a:pt x="80858" y="1229015"/>
                </a:lnTo>
                <a:lnTo>
                  <a:pt x="80890" y="1214207"/>
                </a:lnTo>
                <a:lnTo>
                  <a:pt x="80962" y="1199400"/>
                </a:lnTo>
                <a:lnTo>
                  <a:pt x="81076" y="1184593"/>
                </a:lnTo>
                <a:lnTo>
                  <a:pt x="81237" y="1169785"/>
                </a:lnTo>
                <a:lnTo>
                  <a:pt x="81441" y="1154978"/>
                </a:lnTo>
                <a:lnTo>
                  <a:pt x="81685" y="1140170"/>
                </a:lnTo>
                <a:lnTo>
                  <a:pt x="81959" y="1125363"/>
                </a:lnTo>
                <a:lnTo>
                  <a:pt x="82252" y="1110556"/>
                </a:lnTo>
                <a:lnTo>
                  <a:pt x="82546" y="1095748"/>
                </a:lnTo>
                <a:lnTo>
                  <a:pt x="82824" y="1080941"/>
                </a:lnTo>
                <a:lnTo>
                  <a:pt x="83064" y="1066133"/>
                </a:lnTo>
                <a:lnTo>
                  <a:pt x="83248" y="1051326"/>
                </a:lnTo>
                <a:lnTo>
                  <a:pt x="83360" y="1036519"/>
                </a:lnTo>
                <a:lnTo>
                  <a:pt x="83390" y="1021711"/>
                </a:lnTo>
                <a:lnTo>
                  <a:pt x="83334" y="1006904"/>
                </a:lnTo>
                <a:lnTo>
                  <a:pt x="83197" y="992096"/>
                </a:lnTo>
                <a:lnTo>
                  <a:pt x="82992" y="977289"/>
                </a:lnTo>
                <a:lnTo>
                  <a:pt x="82738" y="962482"/>
                </a:lnTo>
                <a:lnTo>
                  <a:pt x="82460" y="947674"/>
                </a:lnTo>
                <a:lnTo>
                  <a:pt x="82186" y="932867"/>
                </a:lnTo>
                <a:lnTo>
                  <a:pt x="81942" y="918059"/>
                </a:lnTo>
                <a:lnTo>
                  <a:pt x="81754" y="903252"/>
                </a:lnTo>
                <a:lnTo>
                  <a:pt x="81639" y="888444"/>
                </a:lnTo>
                <a:lnTo>
                  <a:pt x="81608" y="873637"/>
                </a:lnTo>
                <a:lnTo>
                  <a:pt x="81663" y="858830"/>
                </a:lnTo>
                <a:lnTo>
                  <a:pt x="81801" y="844022"/>
                </a:lnTo>
                <a:lnTo>
                  <a:pt x="82008" y="829215"/>
                </a:lnTo>
                <a:lnTo>
                  <a:pt x="82268" y="814407"/>
                </a:lnTo>
                <a:lnTo>
                  <a:pt x="82561" y="799600"/>
                </a:lnTo>
                <a:lnTo>
                  <a:pt x="82869" y="784793"/>
                </a:lnTo>
                <a:lnTo>
                  <a:pt x="83172" y="769985"/>
                </a:lnTo>
                <a:lnTo>
                  <a:pt x="83457" y="755178"/>
                </a:lnTo>
                <a:lnTo>
                  <a:pt x="83711" y="740370"/>
                </a:lnTo>
                <a:lnTo>
                  <a:pt x="83927" y="725563"/>
                </a:lnTo>
                <a:lnTo>
                  <a:pt x="84102" y="710756"/>
                </a:lnTo>
                <a:lnTo>
                  <a:pt x="84235" y="695948"/>
                </a:lnTo>
                <a:lnTo>
                  <a:pt x="84328" y="681141"/>
                </a:lnTo>
                <a:lnTo>
                  <a:pt x="84385" y="666333"/>
                </a:lnTo>
                <a:lnTo>
                  <a:pt x="84410" y="651526"/>
                </a:lnTo>
                <a:lnTo>
                  <a:pt x="84408" y="636719"/>
                </a:lnTo>
                <a:lnTo>
                  <a:pt x="84383" y="621911"/>
                </a:lnTo>
                <a:lnTo>
                  <a:pt x="84338" y="607104"/>
                </a:lnTo>
                <a:lnTo>
                  <a:pt x="84278" y="592296"/>
                </a:lnTo>
                <a:lnTo>
                  <a:pt x="84205" y="577489"/>
                </a:lnTo>
                <a:lnTo>
                  <a:pt x="84124" y="562682"/>
                </a:lnTo>
                <a:lnTo>
                  <a:pt x="84037" y="547874"/>
                </a:lnTo>
                <a:lnTo>
                  <a:pt x="83949" y="533067"/>
                </a:lnTo>
                <a:lnTo>
                  <a:pt x="83864" y="518259"/>
                </a:lnTo>
                <a:lnTo>
                  <a:pt x="83787" y="503452"/>
                </a:lnTo>
                <a:lnTo>
                  <a:pt x="83723" y="488644"/>
                </a:lnTo>
                <a:lnTo>
                  <a:pt x="83676" y="473837"/>
                </a:lnTo>
                <a:lnTo>
                  <a:pt x="83646" y="459030"/>
                </a:lnTo>
                <a:lnTo>
                  <a:pt x="83635" y="444222"/>
                </a:lnTo>
                <a:lnTo>
                  <a:pt x="83637" y="429415"/>
                </a:lnTo>
                <a:lnTo>
                  <a:pt x="83647" y="414607"/>
                </a:lnTo>
                <a:lnTo>
                  <a:pt x="83654" y="399800"/>
                </a:lnTo>
                <a:lnTo>
                  <a:pt x="83647" y="384993"/>
                </a:lnTo>
                <a:lnTo>
                  <a:pt x="83613" y="370185"/>
                </a:lnTo>
                <a:lnTo>
                  <a:pt x="83536" y="355378"/>
                </a:lnTo>
                <a:lnTo>
                  <a:pt x="83402" y="340570"/>
                </a:lnTo>
                <a:lnTo>
                  <a:pt x="83190" y="325763"/>
                </a:lnTo>
                <a:lnTo>
                  <a:pt x="82880" y="310956"/>
                </a:lnTo>
                <a:lnTo>
                  <a:pt x="82443" y="296148"/>
                </a:lnTo>
                <a:lnTo>
                  <a:pt x="81841" y="281341"/>
                </a:lnTo>
                <a:lnTo>
                  <a:pt x="81023" y="266533"/>
                </a:lnTo>
                <a:lnTo>
                  <a:pt x="79922" y="251726"/>
                </a:lnTo>
                <a:lnTo>
                  <a:pt x="78458" y="236919"/>
                </a:lnTo>
                <a:lnTo>
                  <a:pt x="76535" y="222111"/>
                </a:lnTo>
                <a:lnTo>
                  <a:pt x="74047" y="207304"/>
                </a:lnTo>
                <a:lnTo>
                  <a:pt x="70891" y="192496"/>
                </a:lnTo>
                <a:lnTo>
                  <a:pt x="66975" y="177689"/>
                </a:lnTo>
                <a:lnTo>
                  <a:pt x="62238" y="162881"/>
                </a:lnTo>
                <a:lnTo>
                  <a:pt x="56668" y="148074"/>
                </a:lnTo>
                <a:lnTo>
                  <a:pt x="50316" y="133267"/>
                </a:lnTo>
                <a:lnTo>
                  <a:pt x="43309" y="118459"/>
                </a:lnTo>
                <a:lnTo>
                  <a:pt x="35857" y="103652"/>
                </a:lnTo>
                <a:lnTo>
                  <a:pt x="28252" y="88844"/>
                </a:lnTo>
                <a:lnTo>
                  <a:pt x="20847" y="74037"/>
                </a:lnTo>
                <a:lnTo>
                  <a:pt x="14036" y="59230"/>
                </a:lnTo>
                <a:lnTo>
                  <a:pt x="8218" y="44422"/>
                </a:lnTo>
                <a:lnTo>
                  <a:pt x="3760" y="29615"/>
                </a:lnTo>
                <a:lnTo>
                  <a:pt x="95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1" y="14807"/>
                </a:lnTo>
                <a:lnTo>
                  <a:pt x="173827" y="29615"/>
                </a:lnTo>
                <a:lnTo>
                  <a:pt x="169369" y="44422"/>
                </a:lnTo>
                <a:lnTo>
                  <a:pt x="163552" y="59230"/>
                </a:lnTo>
                <a:lnTo>
                  <a:pt x="156740" y="74037"/>
                </a:lnTo>
                <a:lnTo>
                  <a:pt x="149335" y="88844"/>
                </a:lnTo>
                <a:lnTo>
                  <a:pt x="141730" y="103652"/>
                </a:lnTo>
                <a:lnTo>
                  <a:pt x="134279" y="118459"/>
                </a:lnTo>
                <a:lnTo>
                  <a:pt x="127271" y="133267"/>
                </a:lnTo>
                <a:lnTo>
                  <a:pt x="120919" y="148074"/>
                </a:lnTo>
                <a:lnTo>
                  <a:pt x="115349" y="162881"/>
                </a:lnTo>
                <a:lnTo>
                  <a:pt x="110613" y="177689"/>
                </a:lnTo>
                <a:lnTo>
                  <a:pt x="106697" y="192496"/>
                </a:lnTo>
                <a:lnTo>
                  <a:pt x="103540" y="207304"/>
                </a:lnTo>
                <a:lnTo>
                  <a:pt x="101052" y="222111"/>
                </a:lnTo>
                <a:lnTo>
                  <a:pt x="99129" y="236919"/>
                </a:lnTo>
                <a:lnTo>
                  <a:pt x="97665" y="251726"/>
                </a:lnTo>
                <a:lnTo>
                  <a:pt x="96565" y="266533"/>
                </a:lnTo>
                <a:lnTo>
                  <a:pt x="95746" y="281341"/>
                </a:lnTo>
                <a:lnTo>
                  <a:pt x="95144" y="296148"/>
                </a:lnTo>
                <a:lnTo>
                  <a:pt x="94707" y="310956"/>
                </a:lnTo>
                <a:lnTo>
                  <a:pt x="94397" y="325763"/>
                </a:lnTo>
                <a:lnTo>
                  <a:pt x="94186" y="340570"/>
                </a:lnTo>
                <a:lnTo>
                  <a:pt x="94051" y="355378"/>
                </a:lnTo>
                <a:lnTo>
                  <a:pt x="93974" y="370185"/>
                </a:lnTo>
                <a:lnTo>
                  <a:pt x="93940" y="384993"/>
                </a:lnTo>
                <a:lnTo>
                  <a:pt x="93933" y="399800"/>
                </a:lnTo>
                <a:lnTo>
                  <a:pt x="93940" y="414607"/>
                </a:lnTo>
                <a:lnTo>
                  <a:pt x="93950" y="429415"/>
                </a:lnTo>
                <a:lnTo>
                  <a:pt x="93952" y="444222"/>
                </a:lnTo>
                <a:lnTo>
                  <a:pt x="93941" y="459030"/>
                </a:lnTo>
                <a:lnTo>
                  <a:pt x="93912" y="473837"/>
                </a:lnTo>
                <a:lnTo>
                  <a:pt x="93864" y="488644"/>
                </a:lnTo>
                <a:lnTo>
                  <a:pt x="93800" y="503452"/>
                </a:lnTo>
                <a:lnTo>
                  <a:pt x="93724" y="518259"/>
                </a:lnTo>
                <a:lnTo>
                  <a:pt x="93639" y="533067"/>
                </a:lnTo>
                <a:lnTo>
                  <a:pt x="93550" y="547874"/>
                </a:lnTo>
                <a:lnTo>
                  <a:pt x="93463" y="562682"/>
                </a:lnTo>
                <a:lnTo>
                  <a:pt x="93382" y="577489"/>
                </a:lnTo>
                <a:lnTo>
                  <a:pt x="93309" y="592296"/>
                </a:lnTo>
                <a:lnTo>
                  <a:pt x="93249" y="607104"/>
                </a:lnTo>
                <a:lnTo>
                  <a:pt x="93205" y="621911"/>
                </a:lnTo>
                <a:lnTo>
                  <a:pt x="93179" y="636719"/>
                </a:lnTo>
                <a:lnTo>
                  <a:pt x="93177" y="651526"/>
                </a:lnTo>
                <a:lnTo>
                  <a:pt x="93202" y="666333"/>
                </a:lnTo>
                <a:lnTo>
                  <a:pt x="93259" y="681141"/>
                </a:lnTo>
                <a:lnTo>
                  <a:pt x="93352" y="695948"/>
                </a:lnTo>
                <a:lnTo>
                  <a:pt x="93486" y="710756"/>
                </a:lnTo>
                <a:lnTo>
                  <a:pt x="93660" y="725563"/>
                </a:lnTo>
                <a:lnTo>
                  <a:pt x="93877" y="740370"/>
                </a:lnTo>
                <a:lnTo>
                  <a:pt x="94131" y="755178"/>
                </a:lnTo>
                <a:lnTo>
                  <a:pt x="94415" y="769985"/>
                </a:lnTo>
                <a:lnTo>
                  <a:pt x="94718" y="784793"/>
                </a:lnTo>
                <a:lnTo>
                  <a:pt x="95026" y="799600"/>
                </a:lnTo>
                <a:lnTo>
                  <a:pt x="95319" y="814407"/>
                </a:lnTo>
                <a:lnTo>
                  <a:pt x="95579" y="829215"/>
                </a:lnTo>
                <a:lnTo>
                  <a:pt x="95786" y="844022"/>
                </a:lnTo>
                <a:lnTo>
                  <a:pt x="95924" y="858830"/>
                </a:lnTo>
                <a:lnTo>
                  <a:pt x="95980" y="873637"/>
                </a:lnTo>
                <a:lnTo>
                  <a:pt x="95949" y="888444"/>
                </a:lnTo>
                <a:lnTo>
                  <a:pt x="95833" y="903252"/>
                </a:lnTo>
                <a:lnTo>
                  <a:pt x="95645" y="918059"/>
                </a:lnTo>
                <a:lnTo>
                  <a:pt x="95401" y="932867"/>
                </a:lnTo>
                <a:lnTo>
                  <a:pt x="95127" y="947674"/>
                </a:lnTo>
                <a:lnTo>
                  <a:pt x="94849" y="962482"/>
                </a:lnTo>
                <a:lnTo>
                  <a:pt x="94595" y="977289"/>
                </a:lnTo>
                <a:lnTo>
                  <a:pt x="94390" y="992096"/>
                </a:lnTo>
                <a:lnTo>
                  <a:pt x="94253" y="1006904"/>
                </a:lnTo>
                <a:lnTo>
                  <a:pt x="94197" y="1021711"/>
                </a:lnTo>
                <a:lnTo>
                  <a:pt x="94227" y="1036519"/>
                </a:lnTo>
                <a:lnTo>
                  <a:pt x="94340" y="1051326"/>
                </a:lnTo>
                <a:lnTo>
                  <a:pt x="94524" y="1066133"/>
                </a:lnTo>
                <a:lnTo>
                  <a:pt x="94764" y="1080941"/>
                </a:lnTo>
                <a:lnTo>
                  <a:pt x="95041" y="1095748"/>
                </a:lnTo>
                <a:lnTo>
                  <a:pt x="95335" y="1110556"/>
                </a:lnTo>
                <a:lnTo>
                  <a:pt x="95628" y="1125363"/>
                </a:lnTo>
                <a:lnTo>
                  <a:pt x="95903" y="1140170"/>
                </a:lnTo>
                <a:lnTo>
                  <a:pt x="96146" y="1154978"/>
                </a:lnTo>
                <a:lnTo>
                  <a:pt x="96351" y="1169785"/>
                </a:lnTo>
                <a:lnTo>
                  <a:pt x="96511" y="1184593"/>
                </a:lnTo>
                <a:lnTo>
                  <a:pt x="96626" y="1199400"/>
                </a:lnTo>
                <a:lnTo>
                  <a:pt x="96697" y="1214207"/>
                </a:lnTo>
                <a:lnTo>
                  <a:pt x="96729" y="1229015"/>
                </a:lnTo>
                <a:lnTo>
                  <a:pt x="96726" y="1243822"/>
                </a:lnTo>
                <a:lnTo>
                  <a:pt x="96694" y="1258630"/>
                </a:lnTo>
                <a:lnTo>
                  <a:pt x="96639" y="1273437"/>
                </a:lnTo>
                <a:lnTo>
                  <a:pt x="96568" y="1288245"/>
                </a:lnTo>
                <a:lnTo>
                  <a:pt x="96488" y="1303052"/>
                </a:lnTo>
                <a:lnTo>
                  <a:pt x="96407" y="1317859"/>
                </a:lnTo>
                <a:lnTo>
                  <a:pt x="96331" y="1332667"/>
                </a:lnTo>
                <a:lnTo>
                  <a:pt x="96270" y="1347474"/>
                </a:lnTo>
                <a:lnTo>
                  <a:pt x="96230" y="1362282"/>
                </a:lnTo>
                <a:lnTo>
                  <a:pt x="96218" y="1377089"/>
                </a:lnTo>
                <a:lnTo>
                  <a:pt x="96241" y="1391896"/>
                </a:lnTo>
                <a:lnTo>
                  <a:pt x="96303" y="1406704"/>
                </a:lnTo>
                <a:lnTo>
                  <a:pt x="96407" y="1421511"/>
                </a:lnTo>
                <a:lnTo>
                  <a:pt x="96557" y="1436319"/>
                </a:lnTo>
                <a:lnTo>
                  <a:pt x="96759" y="1451126"/>
                </a:lnTo>
                <a:lnTo>
                  <a:pt x="97018" y="1465933"/>
                </a:lnTo>
                <a:lnTo>
                  <a:pt x="97350" y="1480741"/>
                </a:lnTo>
                <a:lnTo>
                  <a:pt x="97774" y="1495548"/>
                </a:lnTo>
                <a:lnTo>
                  <a:pt x="98320" y="1510356"/>
                </a:lnTo>
                <a:lnTo>
                  <a:pt x="99031" y="1525163"/>
                </a:lnTo>
                <a:lnTo>
                  <a:pt x="99959" y="1539970"/>
                </a:lnTo>
                <a:lnTo>
                  <a:pt x="101167" y="1554778"/>
                </a:lnTo>
                <a:lnTo>
                  <a:pt x="102722" y="1569585"/>
                </a:lnTo>
                <a:lnTo>
                  <a:pt x="104693" y="1584393"/>
                </a:lnTo>
                <a:lnTo>
                  <a:pt x="107137" y="1599200"/>
                </a:lnTo>
                <a:lnTo>
                  <a:pt x="110094" y="1614007"/>
                </a:lnTo>
                <a:lnTo>
                  <a:pt x="113572" y="1628815"/>
                </a:lnTo>
                <a:lnTo>
                  <a:pt x="117538" y="1643622"/>
                </a:lnTo>
                <a:lnTo>
                  <a:pt x="121912" y="1658430"/>
                </a:lnTo>
                <a:lnTo>
                  <a:pt x="126561" y="1673237"/>
                </a:lnTo>
                <a:lnTo>
                  <a:pt x="131305" y="1688045"/>
                </a:lnTo>
                <a:lnTo>
                  <a:pt x="135921" y="1702852"/>
                </a:lnTo>
                <a:lnTo>
                  <a:pt x="140166" y="1717659"/>
                </a:lnTo>
                <a:lnTo>
                  <a:pt x="143790" y="1732467"/>
                </a:lnTo>
                <a:lnTo>
                  <a:pt x="146566" y="1747274"/>
                </a:lnTo>
                <a:lnTo>
                  <a:pt x="148312" y="1762082"/>
                </a:lnTo>
                <a:lnTo>
                  <a:pt x="148907" y="1776889"/>
                </a:lnTo>
                <a:lnTo>
                  <a:pt x="14890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10174">
            <a:extLst>
              <a:ext uri="{FF2B5EF4-FFF2-40B4-BE49-F238E27FC236}">
                <a16:creationId xmlns:a16="http://schemas.microsoft.com/office/drawing/2014/main" id="{98E8A04A-4A51-43C1-B17F-999250DFAEB5}"/>
              </a:ext>
            </a:extLst>
          </p:cNvPr>
          <p:cNvSpPr>
            <a:spLocks/>
          </p:cNvSpPr>
          <p:nvPr/>
        </p:nvSpPr>
        <p:spPr>
          <a:xfrm>
            <a:off x="695862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7" name="text_10175">
            <a:extLst>
              <a:ext uri="{FF2B5EF4-FFF2-40B4-BE49-F238E27FC236}">
                <a16:creationId xmlns:a16="http://schemas.microsoft.com/office/drawing/2014/main" id="{FC137225-92AB-45F0-A309-2D9177C3A2D5}"/>
              </a:ext>
            </a:extLst>
          </p:cNvPr>
          <p:cNvSpPr>
            <a:spLocks/>
          </p:cNvSpPr>
          <p:nvPr/>
        </p:nvSpPr>
        <p:spPr>
          <a:xfrm>
            <a:off x="6925807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10176">
            <a:extLst>
              <a:ext uri="{FF2B5EF4-FFF2-40B4-BE49-F238E27FC236}">
                <a16:creationId xmlns:a16="http://schemas.microsoft.com/office/drawing/2014/main" id="{479A8C56-017C-4236-A562-E159C1CD4C18}"/>
              </a:ext>
            </a:extLst>
          </p:cNvPr>
          <p:cNvSpPr>
            <a:spLocks/>
          </p:cNvSpPr>
          <p:nvPr/>
        </p:nvSpPr>
        <p:spPr>
          <a:xfrm>
            <a:off x="7300139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9" name="text_10177">
            <a:extLst>
              <a:ext uri="{FF2B5EF4-FFF2-40B4-BE49-F238E27FC236}">
                <a16:creationId xmlns:a16="http://schemas.microsoft.com/office/drawing/2014/main" id="{809DC15C-E4FD-49E2-B391-9F62647BF40E}"/>
              </a:ext>
            </a:extLst>
          </p:cNvPr>
          <p:cNvSpPr>
            <a:spLocks/>
          </p:cNvSpPr>
          <p:nvPr/>
        </p:nvSpPr>
        <p:spPr>
          <a:xfrm>
            <a:off x="7234502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10178">
            <a:extLst>
              <a:ext uri="{FF2B5EF4-FFF2-40B4-BE49-F238E27FC236}">
                <a16:creationId xmlns:a16="http://schemas.microsoft.com/office/drawing/2014/main" id="{9AF28DB0-8899-44E4-AE86-BC541B51F432}"/>
              </a:ext>
            </a:extLst>
          </p:cNvPr>
          <p:cNvSpPr>
            <a:spLocks/>
          </p:cNvSpPr>
          <p:nvPr/>
        </p:nvSpPr>
        <p:spPr>
          <a:xfrm>
            <a:off x="764165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1" name="text_10179">
            <a:extLst>
              <a:ext uri="{FF2B5EF4-FFF2-40B4-BE49-F238E27FC236}">
                <a16:creationId xmlns:a16="http://schemas.microsoft.com/office/drawing/2014/main" id="{10D67FF1-8826-44BB-AB8C-B8F6A15B7E9F}"/>
              </a:ext>
            </a:extLst>
          </p:cNvPr>
          <p:cNvSpPr>
            <a:spLocks/>
          </p:cNvSpPr>
          <p:nvPr/>
        </p:nvSpPr>
        <p:spPr>
          <a:xfrm>
            <a:off x="754319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10180">
            <a:extLst>
              <a:ext uri="{FF2B5EF4-FFF2-40B4-BE49-F238E27FC236}">
                <a16:creationId xmlns:a16="http://schemas.microsoft.com/office/drawing/2014/main" id="{0E9AF612-7E65-4070-BBD2-CCD3BDE25AD5}"/>
              </a:ext>
            </a:extLst>
          </p:cNvPr>
          <p:cNvSpPr>
            <a:spLocks/>
          </p:cNvSpPr>
          <p:nvPr/>
        </p:nvSpPr>
        <p:spPr>
          <a:xfrm>
            <a:off x="832468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3" name="text_10181">
            <a:extLst>
              <a:ext uri="{FF2B5EF4-FFF2-40B4-BE49-F238E27FC236}">
                <a16:creationId xmlns:a16="http://schemas.microsoft.com/office/drawing/2014/main" id="{6B3B630B-D513-4FC6-B180-EC4F67D2E53D}"/>
              </a:ext>
            </a:extLst>
          </p:cNvPr>
          <p:cNvSpPr>
            <a:spLocks/>
          </p:cNvSpPr>
          <p:nvPr/>
        </p:nvSpPr>
        <p:spPr>
          <a:xfrm>
            <a:off x="822622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10182">
            <a:extLst>
              <a:ext uri="{FF2B5EF4-FFF2-40B4-BE49-F238E27FC236}">
                <a16:creationId xmlns:a16="http://schemas.microsoft.com/office/drawing/2014/main" id="{796EF84D-59B7-4153-902A-C842C2AF1622}"/>
              </a:ext>
            </a:extLst>
          </p:cNvPr>
          <p:cNvSpPr>
            <a:spLocks/>
          </p:cNvSpPr>
          <p:nvPr/>
        </p:nvSpPr>
        <p:spPr>
          <a:xfrm>
            <a:off x="900770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5" name="text_10183">
            <a:extLst>
              <a:ext uri="{FF2B5EF4-FFF2-40B4-BE49-F238E27FC236}">
                <a16:creationId xmlns:a16="http://schemas.microsoft.com/office/drawing/2014/main" id="{81D21D18-9ACF-4905-9599-E0DC1DC314C1}"/>
              </a:ext>
            </a:extLst>
          </p:cNvPr>
          <p:cNvSpPr>
            <a:spLocks/>
          </p:cNvSpPr>
          <p:nvPr/>
        </p:nvSpPr>
        <p:spPr>
          <a:xfrm>
            <a:off x="8909253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10184">
            <a:extLst>
              <a:ext uri="{FF2B5EF4-FFF2-40B4-BE49-F238E27FC236}">
                <a16:creationId xmlns:a16="http://schemas.microsoft.com/office/drawing/2014/main" id="{98F2F60A-6DFB-411B-801C-8CB2CDB6681A}"/>
              </a:ext>
            </a:extLst>
          </p:cNvPr>
          <p:cNvSpPr>
            <a:spLocks/>
          </p:cNvSpPr>
          <p:nvPr/>
        </p:nvSpPr>
        <p:spPr>
          <a:xfrm>
            <a:off x="7302900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10185">
            <a:extLst>
              <a:ext uri="{FF2B5EF4-FFF2-40B4-BE49-F238E27FC236}">
                <a16:creationId xmlns:a16="http://schemas.microsoft.com/office/drawing/2014/main" id="{CE9BC8B8-CBA7-41CC-890C-489E74DF9EF1}"/>
              </a:ext>
            </a:extLst>
          </p:cNvPr>
          <p:cNvSpPr>
            <a:spLocks/>
          </p:cNvSpPr>
          <p:nvPr/>
        </p:nvSpPr>
        <p:spPr>
          <a:xfrm>
            <a:off x="6938134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098" name="data_10186">
            <a:extLst>
              <a:ext uri="{FF2B5EF4-FFF2-40B4-BE49-F238E27FC236}">
                <a16:creationId xmlns:a16="http://schemas.microsoft.com/office/drawing/2014/main" id="{6FC2AD3D-14E2-448A-828D-C19B66CE83E1}"/>
              </a:ext>
            </a:extLst>
          </p:cNvPr>
          <p:cNvSpPr>
            <a:spLocks/>
          </p:cNvSpPr>
          <p:nvPr/>
        </p:nvSpPr>
        <p:spPr>
          <a:xfrm>
            <a:off x="6884931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9" name="text_10187">
            <a:extLst>
              <a:ext uri="{FF2B5EF4-FFF2-40B4-BE49-F238E27FC236}">
                <a16:creationId xmlns:a16="http://schemas.microsoft.com/office/drawing/2014/main" id="{55EBA53B-7D11-4627-9864-9CCD3614EBA7}"/>
              </a:ext>
            </a:extLst>
          </p:cNvPr>
          <p:cNvSpPr>
            <a:spLocks/>
          </p:cNvSpPr>
          <p:nvPr/>
        </p:nvSpPr>
        <p:spPr>
          <a:xfrm>
            <a:off x="6766091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10188">
            <a:extLst>
              <a:ext uri="{FF2B5EF4-FFF2-40B4-BE49-F238E27FC236}">
                <a16:creationId xmlns:a16="http://schemas.microsoft.com/office/drawing/2014/main" id="{810E7D65-52B7-4509-BDB3-0A829351EEAB}"/>
              </a:ext>
            </a:extLst>
          </p:cNvPr>
          <p:cNvSpPr>
            <a:spLocks/>
          </p:cNvSpPr>
          <p:nvPr/>
        </p:nvSpPr>
        <p:spPr>
          <a:xfrm>
            <a:off x="6938134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1" name="data_10189">
            <a:extLst>
              <a:ext uri="{FF2B5EF4-FFF2-40B4-BE49-F238E27FC236}">
                <a16:creationId xmlns:a16="http://schemas.microsoft.com/office/drawing/2014/main" id="{01A8DCEA-A9BE-4F9F-9470-A1083A4F8B1B}"/>
              </a:ext>
            </a:extLst>
          </p:cNvPr>
          <p:cNvSpPr>
            <a:spLocks/>
          </p:cNvSpPr>
          <p:nvPr/>
        </p:nvSpPr>
        <p:spPr>
          <a:xfrm>
            <a:off x="6884931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2" name="text_10190">
            <a:extLst>
              <a:ext uri="{FF2B5EF4-FFF2-40B4-BE49-F238E27FC236}">
                <a16:creationId xmlns:a16="http://schemas.microsoft.com/office/drawing/2014/main" id="{A5202BD8-63FC-470C-977D-58678A256509}"/>
              </a:ext>
            </a:extLst>
          </p:cNvPr>
          <p:cNvSpPr>
            <a:spLocks/>
          </p:cNvSpPr>
          <p:nvPr/>
        </p:nvSpPr>
        <p:spPr>
          <a:xfrm>
            <a:off x="6700454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10191">
            <a:extLst>
              <a:ext uri="{FF2B5EF4-FFF2-40B4-BE49-F238E27FC236}">
                <a16:creationId xmlns:a16="http://schemas.microsoft.com/office/drawing/2014/main" id="{1FCD2F3C-E8E2-4A5A-9AFD-8DBD2AE9EA75}"/>
              </a:ext>
            </a:extLst>
          </p:cNvPr>
          <p:cNvSpPr>
            <a:spLocks/>
          </p:cNvSpPr>
          <p:nvPr/>
        </p:nvSpPr>
        <p:spPr>
          <a:xfrm>
            <a:off x="6938134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4" name="data_10192">
            <a:extLst>
              <a:ext uri="{FF2B5EF4-FFF2-40B4-BE49-F238E27FC236}">
                <a16:creationId xmlns:a16="http://schemas.microsoft.com/office/drawing/2014/main" id="{FBF75149-D089-4539-A4A3-F8D0CEEC8323}"/>
              </a:ext>
            </a:extLst>
          </p:cNvPr>
          <p:cNvSpPr>
            <a:spLocks/>
          </p:cNvSpPr>
          <p:nvPr/>
        </p:nvSpPr>
        <p:spPr>
          <a:xfrm>
            <a:off x="6884931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5" name="text_10193">
            <a:extLst>
              <a:ext uri="{FF2B5EF4-FFF2-40B4-BE49-F238E27FC236}">
                <a16:creationId xmlns:a16="http://schemas.microsoft.com/office/drawing/2014/main" id="{9BA42FDB-9FE7-47F7-A238-BFF99DD9CD9F}"/>
              </a:ext>
            </a:extLst>
          </p:cNvPr>
          <p:cNvSpPr>
            <a:spLocks/>
          </p:cNvSpPr>
          <p:nvPr/>
        </p:nvSpPr>
        <p:spPr>
          <a:xfrm>
            <a:off x="6634817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10194">
            <a:extLst>
              <a:ext uri="{FF2B5EF4-FFF2-40B4-BE49-F238E27FC236}">
                <a16:creationId xmlns:a16="http://schemas.microsoft.com/office/drawing/2014/main" id="{24C17BA7-FF50-4BE5-BE6C-6AC7EFEBB737}"/>
              </a:ext>
            </a:extLst>
          </p:cNvPr>
          <p:cNvSpPr>
            <a:spLocks/>
          </p:cNvSpPr>
          <p:nvPr/>
        </p:nvSpPr>
        <p:spPr>
          <a:xfrm>
            <a:off x="72439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data_10195">
            <a:extLst>
              <a:ext uri="{FF2B5EF4-FFF2-40B4-BE49-F238E27FC236}">
                <a16:creationId xmlns:a16="http://schemas.microsoft.com/office/drawing/2014/main" id="{5ECFBBC3-2E99-4D82-84AB-E9516EE2770D}"/>
              </a:ext>
            </a:extLst>
          </p:cNvPr>
          <p:cNvSpPr>
            <a:spLocks/>
          </p:cNvSpPr>
          <p:nvPr/>
        </p:nvSpPr>
        <p:spPr>
          <a:xfrm>
            <a:off x="73273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data_10196">
            <a:extLst>
              <a:ext uri="{FF2B5EF4-FFF2-40B4-BE49-F238E27FC236}">
                <a16:creationId xmlns:a16="http://schemas.microsoft.com/office/drawing/2014/main" id="{2C5A6C39-C4BE-4F57-8398-C2C1DEA7F3EE}"/>
              </a:ext>
            </a:extLst>
          </p:cNvPr>
          <p:cNvSpPr>
            <a:spLocks/>
          </p:cNvSpPr>
          <p:nvPr/>
        </p:nvSpPr>
        <p:spPr>
          <a:xfrm>
            <a:off x="72165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data_10197">
            <a:extLst>
              <a:ext uri="{FF2B5EF4-FFF2-40B4-BE49-F238E27FC236}">
                <a16:creationId xmlns:a16="http://schemas.microsoft.com/office/drawing/2014/main" id="{BFC0209C-6744-41AE-90E5-1E51DF20D40A}"/>
              </a:ext>
            </a:extLst>
          </p:cNvPr>
          <p:cNvSpPr>
            <a:spLocks/>
          </p:cNvSpPr>
          <p:nvPr/>
        </p:nvSpPr>
        <p:spPr>
          <a:xfrm>
            <a:off x="73169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data_10198">
            <a:extLst>
              <a:ext uri="{FF2B5EF4-FFF2-40B4-BE49-F238E27FC236}">
                <a16:creationId xmlns:a16="http://schemas.microsoft.com/office/drawing/2014/main" id="{DD9EE594-513F-403B-A22B-9F9F061D4885}"/>
              </a:ext>
            </a:extLst>
          </p:cNvPr>
          <p:cNvSpPr>
            <a:spLocks/>
          </p:cNvSpPr>
          <p:nvPr/>
        </p:nvSpPr>
        <p:spPr>
          <a:xfrm>
            <a:off x="72651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data_10199">
            <a:extLst>
              <a:ext uri="{FF2B5EF4-FFF2-40B4-BE49-F238E27FC236}">
                <a16:creationId xmlns:a16="http://schemas.microsoft.com/office/drawing/2014/main" id="{8F38E6ED-A12E-473E-A6FA-1B51C6C5673B}"/>
              </a:ext>
            </a:extLst>
          </p:cNvPr>
          <p:cNvSpPr>
            <a:spLocks/>
          </p:cNvSpPr>
          <p:nvPr/>
        </p:nvSpPr>
        <p:spPr>
          <a:xfrm>
            <a:off x="73365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data_10200">
            <a:extLst>
              <a:ext uri="{FF2B5EF4-FFF2-40B4-BE49-F238E27FC236}">
                <a16:creationId xmlns:a16="http://schemas.microsoft.com/office/drawing/2014/main" id="{3C2A0C0C-894B-4088-859C-36D7E80C4C50}"/>
              </a:ext>
            </a:extLst>
          </p:cNvPr>
          <p:cNvSpPr>
            <a:spLocks/>
          </p:cNvSpPr>
          <p:nvPr/>
        </p:nvSpPr>
        <p:spPr>
          <a:xfrm>
            <a:off x="72438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data_10201">
            <a:extLst>
              <a:ext uri="{FF2B5EF4-FFF2-40B4-BE49-F238E27FC236}">
                <a16:creationId xmlns:a16="http://schemas.microsoft.com/office/drawing/2014/main" id="{F23FFD3F-F71D-4209-BD13-8724C08B4941}"/>
              </a:ext>
            </a:extLst>
          </p:cNvPr>
          <p:cNvSpPr>
            <a:spLocks/>
          </p:cNvSpPr>
          <p:nvPr/>
        </p:nvSpPr>
        <p:spPr>
          <a:xfrm>
            <a:off x="7307413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data_10202">
            <a:extLst>
              <a:ext uri="{FF2B5EF4-FFF2-40B4-BE49-F238E27FC236}">
                <a16:creationId xmlns:a16="http://schemas.microsoft.com/office/drawing/2014/main" id="{2048705C-924E-4ED1-AD39-E79C8CF5C5D5}"/>
              </a:ext>
            </a:extLst>
          </p:cNvPr>
          <p:cNvSpPr>
            <a:spLocks/>
          </p:cNvSpPr>
          <p:nvPr/>
        </p:nvSpPr>
        <p:spPr>
          <a:xfrm>
            <a:off x="7221157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data_10203">
            <a:extLst>
              <a:ext uri="{FF2B5EF4-FFF2-40B4-BE49-F238E27FC236}">
                <a16:creationId xmlns:a16="http://schemas.microsoft.com/office/drawing/2014/main" id="{3FB438D8-0D79-44B6-A794-E1F713734D22}"/>
              </a:ext>
            </a:extLst>
          </p:cNvPr>
          <p:cNvSpPr>
            <a:spLocks/>
          </p:cNvSpPr>
          <p:nvPr/>
        </p:nvSpPr>
        <p:spPr>
          <a:xfrm>
            <a:off x="72489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data_10204">
            <a:extLst>
              <a:ext uri="{FF2B5EF4-FFF2-40B4-BE49-F238E27FC236}">
                <a16:creationId xmlns:a16="http://schemas.microsoft.com/office/drawing/2014/main" id="{D53705D9-2BA7-400C-95FA-3736084A719F}"/>
              </a:ext>
            </a:extLst>
          </p:cNvPr>
          <p:cNvSpPr>
            <a:spLocks/>
          </p:cNvSpPr>
          <p:nvPr/>
        </p:nvSpPr>
        <p:spPr>
          <a:xfrm>
            <a:off x="72208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data_10205">
            <a:extLst>
              <a:ext uri="{FF2B5EF4-FFF2-40B4-BE49-F238E27FC236}">
                <a16:creationId xmlns:a16="http://schemas.microsoft.com/office/drawing/2014/main" id="{CB9B9A1E-FB92-4EFD-9EA6-FD2AC16A1DDF}"/>
              </a:ext>
            </a:extLst>
          </p:cNvPr>
          <p:cNvSpPr>
            <a:spLocks/>
          </p:cNvSpPr>
          <p:nvPr/>
        </p:nvSpPr>
        <p:spPr>
          <a:xfrm>
            <a:off x="729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data_10206">
            <a:extLst>
              <a:ext uri="{FF2B5EF4-FFF2-40B4-BE49-F238E27FC236}">
                <a16:creationId xmlns:a16="http://schemas.microsoft.com/office/drawing/2014/main" id="{301C8573-C84E-4B5F-8C40-099D69A1E7B1}"/>
              </a:ext>
            </a:extLst>
          </p:cNvPr>
          <p:cNvSpPr>
            <a:spLocks/>
          </p:cNvSpPr>
          <p:nvPr/>
        </p:nvSpPr>
        <p:spPr>
          <a:xfrm>
            <a:off x="72384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data_10207">
            <a:extLst>
              <a:ext uri="{FF2B5EF4-FFF2-40B4-BE49-F238E27FC236}">
                <a16:creationId xmlns:a16="http://schemas.microsoft.com/office/drawing/2014/main" id="{6D23B35A-0C97-4006-AC81-516D3DCB1546}"/>
              </a:ext>
            </a:extLst>
          </p:cNvPr>
          <p:cNvSpPr>
            <a:spLocks/>
          </p:cNvSpPr>
          <p:nvPr/>
        </p:nvSpPr>
        <p:spPr>
          <a:xfrm>
            <a:off x="7277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data_10208">
            <a:extLst>
              <a:ext uri="{FF2B5EF4-FFF2-40B4-BE49-F238E27FC236}">
                <a16:creationId xmlns:a16="http://schemas.microsoft.com/office/drawing/2014/main" id="{D48E88BD-EFC0-4E9A-9B2F-37CA4852AFA5}"/>
              </a:ext>
            </a:extLst>
          </p:cNvPr>
          <p:cNvSpPr>
            <a:spLocks/>
          </p:cNvSpPr>
          <p:nvPr/>
        </p:nvSpPr>
        <p:spPr>
          <a:xfrm>
            <a:off x="7263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data_10209">
            <a:extLst>
              <a:ext uri="{FF2B5EF4-FFF2-40B4-BE49-F238E27FC236}">
                <a16:creationId xmlns:a16="http://schemas.microsoft.com/office/drawing/2014/main" id="{725B3D93-518E-4674-8CC4-2A6C7B94331E}"/>
              </a:ext>
            </a:extLst>
          </p:cNvPr>
          <p:cNvSpPr>
            <a:spLocks/>
          </p:cNvSpPr>
          <p:nvPr/>
        </p:nvSpPr>
        <p:spPr>
          <a:xfrm>
            <a:off x="7250864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data_10210">
            <a:extLst>
              <a:ext uri="{FF2B5EF4-FFF2-40B4-BE49-F238E27FC236}">
                <a16:creationId xmlns:a16="http://schemas.microsoft.com/office/drawing/2014/main" id="{8D375A4D-8459-4845-8064-88F2874835DE}"/>
              </a:ext>
            </a:extLst>
          </p:cNvPr>
          <p:cNvSpPr>
            <a:spLocks/>
          </p:cNvSpPr>
          <p:nvPr/>
        </p:nvSpPr>
        <p:spPr>
          <a:xfrm>
            <a:off x="72205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data_10211">
            <a:extLst>
              <a:ext uri="{FF2B5EF4-FFF2-40B4-BE49-F238E27FC236}">
                <a16:creationId xmlns:a16="http://schemas.microsoft.com/office/drawing/2014/main" id="{9EF362F9-A984-4C1A-8C33-6517D3220A2E}"/>
              </a:ext>
            </a:extLst>
          </p:cNvPr>
          <p:cNvSpPr>
            <a:spLocks/>
          </p:cNvSpPr>
          <p:nvPr/>
        </p:nvSpPr>
        <p:spPr>
          <a:xfrm>
            <a:off x="7337511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data_10212">
            <a:extLst>
              <a:ext uri="{FF2B5EF4-FFF2-40B4-BE49-F238E27FC236}">
                <a16:creationId xmlns:a16="http://schemas.microsoft.com/office/drawing/2014/main" id="{79C09CFD-A539-47F7-8136-56D52994F7B3}"/>
              </a:ext>
            </a:extLst>
          </p:cNvPr>
          <p:cNvSpPr>
            <a:spLocks/>
          </p:cNvSpPr>
          <p:nvPr/>
        </p:nvSpPr>
        <p:spPr>
          <a:xfrm>
            <a:off x="72223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data_10213">
            <a:extLst>
              <a:ext uri="{FF2B5EF4-FFF2-40B4-BE49-F238E27FC236}">
                <a16:creationId xmlns:a16="http://schemas.microsoft.com/office/drawing/2014/main" id="{979058E4-9077-4C28-BC66-A3262FE01666}"/>
              </a:ext>
            </a:extLst>
          </p:cNvPr>
          <p:cNvSpPr>
            <a:spLocks/>
          </p:cNvSpPr>
          <p:nvPr/>
        </p:nvSpPr>
        <p:spPr>
          <a:xfrm>
            <a:off x="73278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data_10214">
            <a:extLst>
              <a:ext uri="{FF2B5EF4-FFF2-40B4-BE49-F238E27FC236}">
                <a16:creationId xmlns:a16="http://schemas.microsoft.com/office/drawing/2014/main" id="{57C58739-0F04-40CF-B938-A4625826F6C7}"/>
              </a:ext>
            </a:extLst>
          </p:cNvPr>
          <p:cNvSpPr>
            <a:spLocks/>
          </p:cNvSpPr>
          <p:nvPr/>
        </p:nvSpPr>
        <p:spPr>
          <a:xfrm>
            <a:off x="72657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data_10215">
            <a:extLst>
              <a:ext uri="{FF2B5EF4-FFF2-40B4-BE49-F238E27FC236}">
                <a16:creationId xmlns:a16="http://schemas.microsoft.com/office/drawing/2014/main" id="{06713850-FAE7-4939-8809-DA549E4A2886}"/>
              </a:ext>
            </a:extLst>
          </p:cNvPr>
          <p:cNvSpPr>
            <a:spLocks/>
          </p:cNvSpPr>
          <p:nvPr/>
        </p:nvSpPr>
        <p:spPr>
          <a:xfrm>
            <a:off x="73428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data_10216">
            <a:extLst>
              <a:ext uri="{FF2B5EF4-FFF2-40B4-BE49-F238E27FC236}">
                <a16:creationId xmlns:a16="http://schemas.microsoft.com/office/drawing/2014/main" id="{9F25CA26-EEFD-4238-8160-996702E3E3F9}"/>
              </a:ext>
            </a:extLst>
          </p:cNvPr>
          <p:cNvSpPr>
            <a:spLocks/>
          </p:cNvSpPr>
          <p:nvPr/>
        </p:nvSpPr>
        <p:spPr>
          <a:xfrm>
            <a:off x="7302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data_10217">
            <a:extLst>
              <a:ext uri="{FF2B5EF4-FFF2-40B4-BE49-F238E27FC236}">
                <a16:creationId xmlns:a16="http://schemas.microsoft.com/office/drawing/2014/main" id="{19E189A4-B646-4242-9E76-4E583550EA92}"/>
              </a:ext>
            </a:extLst>
          </p:cNvPr>
          <p:cNvSpPr>
            <a:spLocks/>
          </p:cNvSpPr>
          <p:nvPr/>
        </p:nvSpPr>
        <p:spPr>
          <a:xfrm>
            <a:off x="7310931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data_10218">
            <a:extLst>
              <a:ext uri="{FF2B5EF4-FFF2-40B4-BE49-F238E27FC236}">
                <a16:creationId xmlns:a16="http://schemas.microsoft.com/office/drawing/2014/main" id="{40036E27-FDED-468E-8DAE-865C83F6FE25}"/>
              </a:ext>
            </a:extLst>
          </p:cNvPr>
          <p:cNvSpPr>
            <a:spLocks/>
          </p:cNvSpPr>
          <p:nvPr/>
        </p:nvSpPr>
        <p:spPr>
          <a:xfrm>
            <a:off x="725373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data_10219">
            <a:extLst>
              <a:ext uri="{FF2B5EF4-FFF2-40B4-BE49-F238E27FC236}">
                <a16:creationId xmlns:a16="http://schemas.microsoft.com/office/drawing/2014/main" id="{32E4F97A-7F1A-4B08-B2FD-B925DAD9EC6C}"/>
              </a:ext>
            </a:extLst>
          </p:cNvPr>
          <p:cNvSpPr>
            <a:spLocks/>
          </p:cNvSpPr>
          <p:nvPr/>
        </p:nvSpPr>
        <p:spPr>
          <a:xfrm>
            <a:off x="733555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data_10220">
            <a:extLst>
              <a:ext uri="{FF2B5EF4-FFF2-40B4-BE49-F238E27FC236}">
                <a16:creationId xmlns:a16="http://schemas.microsoft.com/office/drawing/2014/main" id="{4C70AD13-0BCE-4EE1-BE89-1A58680D6855}"/>
              </a:ext>
            </a:extLst>
          </p:cNvPr>
          <p:cNvSpPr>
            <a:spLocks/>
          </p:cNvSpPr>
          <p:nvPr/>
        </p:nvSpPr>
        <p:spPr>
          <a:xfrm>
            <a:off x="7311191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data_10221">
            <a:extLst>
              <a:ext uri="{FF2B5EF4-FFF2-40B4-BE49-F238E27FC236}">
                <a16:creationId xmlns:a16="http://schemas.microsoft.com/office/drawing/2014/main" id="{0B2A5D64-404A-491A-9B0D-B7EFD24EB1DC}"/>
              </a:ext>
            </a:extLst>
          </p:cNvPr>
          <p:cNvSpPr>
            <a:spLocks/>
          </p:cNvSpPr>
          <p:nvPr/>
        </p:nvSpPr>
        <p:spPr>
          <a:xfrm>
            <a:off x="7236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data_10222">
            <a:extLst>
              <a:ext uri="{FF2B5EF4-FFF2-40B4-BE49-F238E27FC236}">
                <a16:creationId xmlns:a16="http://schemas.microsoft.com/office/drawing/2014/main" id="{86EC2A36-90F6-4E73-A579-019D4F497897}"/>
              </a:ext>
            </a:extLst>
          </p:cNvPr>
          <p:cNvSpPr>
            <a:spLocks/>
          </p:cNvSpPr>
          <p:nvPr/>
        </p:nvSpPr>
        <p:spPr>
          <a:xfrm>
            <a:off x="7308976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data_10223">
            <a:extLst>
              <a:ext uri="{FF2B5EF4-FFF2-40B4-BE49-F238E27FC236}">
                <a16:creationId xmlns:a16="http://schemas.microsoft.com/office/drawing/2014/main" id="{C0786C88-828F-4C4E-B4B6-6F11E4BCAE5A}"/>
              </a:ext>
            </a:extLst>
          </p:cNvPr>
          <p:cNvSpPr>
            <a:spLocks/>
          </p:cNvSpPr>
          <p:nvPr/>
        </p:nvSpPr>
        <p:spPr>
          <a:xfrm>
            <a:off x="7243437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data_10224">
            <a:extLst>
              <a:ext uri="{FF2B5EF4-FFF2-40B4-BE49-F238E27FC236}">
                <a16:creationId xmlns:a16="http://schemas.microsoft.com/office/drawing/2014/main" id="{C5C99003-3949-4BCA-BAB2-F00D35D798E7}"/>
              </a:ext>
            </a:extLst>
          </p:cNvPr>
          <p:cNvSpPr>
            <a:spLocks/>
          </p:cNvSpPr>
          <p:nvPr/>
        </p:nvSpPr>
        <p:spPr>
          <a:xfrm>
            <a:off x="7253600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data_10225">
            <a:extLst>
              <a:ext uri="{FF2B5EF4-FFF2-40B4-BE49-F238E27FC236}">
                <a16:creationId xmlns:a16="http://schemas.microsoft.com/office/drawing/2014/main" id="{B2670277-CD03-4776-B891-DA303C47950A}"/>
              </a:ext>
            </a:extLst>
          </p:cNvPr>
          <p:cNvSpPr>
            <a:spLocks/>
          </p:cNvSpPr>
          <p:nvPr/>
        </p:nvSpPr>
        <p:spPr>
          <a:xfrm>
            <a:off x="73345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data_10226">
            <a:extLst>
              <a:ext uri="{FF2B5EF4-FFF2-40B4-BE49-F238E27FC236}">
                <a16:creationId xmlns:a16="http://schemas.microsoft.com/office/drawing/2014/main" id="{0A27B327-A6E2-4118-B20C-97C4A5CC25B5}"/>
              </a:ext>
            </a:extLst>
          </p:cNvPr>
          <p:cNvSpPr>
            <a:spLocks/>
          </p:cNvSpPr>
          <p:nvPr/>
        </p:nvSpPr>
        <p:spPr>
          <a:xfrm>
            <a:off x="725568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data_10227">
            <a:extLst>
              <a:ext uri="{FF2B5EF4-FFF2-40B4-BE49-F238E27FC236}">
                <a16:creationId xmlns:a16="http://schemas.microsoft.com/office/drawing/2014/main" id="{C16E558D-4878-4300-A222-05EB407E3945}"/>
              </a:ext>
            </a:extLst>
          </p:cNvPr>
          <p:cNvSpPr>
            <a:spLocks/>
          </p:cNvSpPr>
          <p:nvPr/>
        </p:nvSpPr>
        <p:spPr>
          <a:xfrm>
            <a:off x="7327218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data_10228">
            <a:extLst>
              <a:ext uri="{FF2B5EF4-FFF2-40B4-BE49-F238E27FC236}">
                <a16:creationId xmlns:a16="http://schemas.microsoft.com/office/drawing/2014/main" id="{0A01AEA5-0A0F-4C97-A4A4-9EF9920D7766}"/>
              </a:ext>
            </a:extLst>
          </p:cNvPr>
          <p:cNvSpPr>
            <a:spLocks/>
          </p:cNvSpPr>
          <p:nvPr/>
        </p:nvSpPr>
        <p:spPr>
          <a:xfrm>
            <a:off x="732826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data_10229">
            <a:extLst>
              <a:ext uri="{FF2B5EF4-FFF2-40B4-BE49-F238E27FC236}">
                <a16:creationId xmlns:a16="http://schemas.microsoft.com/office/drawing/2014/main" id="{27D62D46-F697-455C-950A-0BEA5D9C0CE7}"/>
              </a:ext>
            </a:extLst>
          </p:cNvPr>
          <p:cNvSpPr>
            <a:spLocks/>
          </p:cNvSpPr>
          <p:nvPr/>
        </p:nvSpPr>
        <p:spPr>
          <a:xfrm>
            <a:off x="733164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data_10230">
            <a:extLst>
              <a:ext uri="{FF2B5EF4-FFF2-40B4-BE49-F238E27FC236}">
                <a16:creationId xmlns:a16="http://schemas.microsoft.com/office/drawing/2014/main" id="{4846F1ED-A1E6-4B22-9668-B6B184AF32C6}"/>
              </a:ext>
            </a:extLst>
          </p:cNvPr>
          <p:cNvSpPr>
            <a:spLocks/>
          </p:cNvSpPr>
          <p:nvPr/>
        </p:nvSpPr>
        <p:spPr>
          <a:xfrm>
            <a:off x="7256728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data_10231">
            <a:extLst>
              <a:ext uri="{FF2B5EF4-FFF2-40B4-BE49-F238E27FC236}">
                <a16:creationId xmlns:a16="http://schemas.microsoft.com/office/drawing/2014/main" id="{AC4E47C9-C676-461A-B6C3-2B952B130C1E}"/>
              </a:ext>
            </a:extLst>
          </p:cNvPr>
          <p:cNvSpPr>
            <a:spLocks/>
          </p:cNvSpPr>
          <p:nvPr/>
        </p:nvSpPr>
        <p:spPr>
          <a:xfrm>
            <a:off x="7237053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data_10232">
            <a:extLst>
              <a:ext uri="{FF2B5EF4-FFF2-40B4-BE49-F238E27FC236}">
                <a16:creationId xmlns:a16="http://schemas.microsoft.com/office/drawing/2014/main" id="{04590174-8D23-4610-811A-1DD075AF27EA}"/>
              </a:ext>
            </a:extLst>
          </p:cNvPr>
          <p:cNvSpPr>
            <a:spLocks/>
          </p:cNvSpPr>
          <p:nvPr/>
        </p:nvSpPr>
        <p:spPr>
          <a:xfrm>
            <a:off x="73128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data_10233">
            <a:extLst>
              <a:ext uri="{FF2B5EF4-FFF2-40B4-BE49-F238E27FC236}">
                <a16:creationId xmlns:a16="http://schemas.microsoft.com/office/drawing/2014/main" id="{3A7980D0-86ED-4FB8-9A59-8375D9BCE119}"/>
              </a:ext>
            </a:extLst>
          </p:cNvPr>
          <p:cNvSpPr>
            <a:spLocks/>
          </p:cNvSpPr>
          <p:nvPr/>
        </p:nvSpPr>
        <p:spPr>
          <a:xfrm>
            <a:off x="72309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data_10234">
            <a:extLst>
              <a:ext uri="{FF2B5EF4-FFF2-40B4-BE49-F238E27FC236}">
                <a16:creationId xmlns:a16="http://schemas.microsoft.com/office/drawing/2014/main" id="{B741A912-DEF8-445D-A320-3629D59150A4}"/>
              </a:ext>
            </a:extLst>
          </p:cNvPr>
          <p:cNvSpPr>
            <a:spLocks/>
          </p:cNvSpPr>
          <p:nvPr/>
        </p:nvSpPr>
        <p:spPr>
          <a:xfrm>
            <a:off x="72391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data_10235">
            <a:extLst>
              <a:ext uri="{FF2B5EF4-FFF2-40B4-BE49-F238E27FC236}">
                <a16:creationId xmlns:a16="http://schemas.microsoft.com/office/drawing/2014/main" id="{F3D7CF2D-0717-40A5-8154-35141D8AEA3B}"/>
              </a:ext>
            </a:extLst>
          </p:cNvPr>
          <p:cNvSpPr>
            <a:spLocks/>
          </p:cNvSpPr>
          <p:nvPr/>
        </p:nvSpPr>
        <p:spPr>
          <a:xfrm>
            <a:off x="731614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data_10236">
            <a:extLst>
              <a:ext uri="{FF2B5EF4-FFF2-40B4-BE49-F238E27FC236}">
                <a16:creationId xmlns:a16="http://schemas.microsoft.com/office/drawing/2014/main" id="{E8362BE3-3525-4E0C-AE8B-B1822DA7263A}"/>
              </a:ext>
            </a:extLst>
          </p:cNvPr>
          <p:cNvSpPr>
            <a:spLocks/>
          </p:cNvSpPr>
          <p:nvPr/>
        </p:nvSpPr>
        <p:spPr>
          <a:xfrm>
            <a:off x="72321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data_10237">
            <a:extLst>
              <a:ext uri="{FF2B5EF4-FFF2-40B4-BE49-F238E27FC236}">
                <a16:creationId xmlns:a16="http://schemas.microsoft.com/office/drawing/2014/main" id="{99EAC928-FA4C-4697-8A9D-188F4127DC72}"/>
              </a:ext>
            </a:extLst>
          </p:cNvPr>
          <p:cNvSpPr>
            <a:spLocks/>
          </p:cNvSpPr>
          <p:nvPr/>
        </p:nvSpPr>
        <p:spPr>
          <a:xfrm>
            <a:off x="73411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data_10238">
            <a:extLst>
              <a:ext uri="{FF2B5EF4-FFF2-40B4-BE49-F238E27FC236}">
                <a16:creationId xmlns:a16="http://schemas.microsoft.com/office/drawing/2014/main" id="{C7185C2A-BEC9-4063-80E1-0D4731966AFA}"/>
              </a:ext>
            </a:extLst>
          </p:cNvPr>
          <p:cNvSpPr>
            <a:spLocks/>
          </p:cNvSpPr>
          <p:nvPr/>
        </p:nvSpPr>
        <p:spPr>
          <a:xfrm>
            <a:off x="73212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data_10239">
            <a:extLst>
              <a:ext uri="{FF2B5EF4-FFF2-40B4-BE49-F238E27FC236}">
                <a16:creationId xmlns:a16="http://schemas.microsoft.com/office/drawing/2014/main" id="{C905FAA5-C180-494B-A1A8-98993CD902B0}"/>
              </a:ext>
            </a:extLst>
          </p:cNvPr>
          <p:cNvSpPr>
            <a:spLocks/>
          </p:cNvSpPr>
          <p:nvPr/>
        </p:nvSpPr>
        <p:spPr>
          <a:xfrm>
            <a:off x="72740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data_10240">
            <a:extLst>
              <a:ext uri="{FF2B5EF4-FFF2-40B4-BE49-F238E27FC236}">
                <a16:creationId xmlns:a16="http://schemas.microsoft.com/office/drawing/2014/main" id="{6B8ED456-7478-418E-A196-8AA1140514CC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data_10241">
            <a:extLst>
              <a:ext uri="{FF2B5EF4-FFF2-40B4-BE49-F238E27FC236}">
                <a16:creationId xmlns:a16="http://schemas.microsoft.com/office/drawing/2014/main" id="{20086072-E525-416D-A1DC-AA32A948F93F}"/>
              </a:ext>
            </a:extLst>
          </p:cNvPr>
          <p:cNvSpPr>
            <a:spLocks/>
          </p:cNvSpPr>
          <p:nvPr/>
        </p:nvSpPr>
        <p:spPr>
          <a:xfrm>
            <a:off x="7344808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data_10242">
            <a:extLst>
              <a:ext uri="{FF2B5EF4-FFF2-40B4-BE49-F238E27FC236}">
                <a16:creationId xmlns:a16="http://schemas.microsoft.com/office/drawing/2014/main" id="{CDA69D85-FAEB-44D3-B33B-A6D6CE44600B}"/>
              </a:ext>
            </a:extLst>
          </p:cNvPr>
          <p:cNvSpPr>
            <a:spLocks/>
          </p:cNvSpPr>
          <p:nvPr/>
        </p:nvSpPr>
        <p:spPr>
          <a:xfrm>
            <a:off x="72975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data_10243">
            <a:extLst>
              <a:ext uri="{FF2B5EF4-FFF2-40B4-BE49-F238E27FC236}">
                <a16:creationId xmlns:a16="http://schemas.microsoft.com/office/drawing/2014/main" id="{0D5DD68D-9174-44CA-B29F-75944D75CAA9}"/>
              </a:ext>
            </a:extLst>
          </p:cNvPr>
          <p:cNvSpPr>
            <a:spLocks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data_10244">
            <a:extLst>
              <a:ext uri="{FF2B5EF4-FFF2-40B4-BE49-F238E27FC236}">
                <a16:creationId xmlns:a16="http://schemas.microsoft.com/office/drawing/2014/main" id="{356B5DB9-0B31-4325-90FB-027B57B4299E}"/>
              </a:ext>
            </a:extLst>
          </p:cNvPr>
          <p:cNvSpPr>
            <a:spLocks/>
          </p:cNvSpPr>
          <p:nvPr/>
        </p:nvSpPr>
        <p:spPr>
          <a:xfrm>
            <a:off x="723588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data_10245">
            <a:extLst>
              <a:ext uri="{FF2B5EF4-FFF2-40B4-BE49-F238E27FC236}">
                <a16:creationId xmlns:a16="http://schemas.microsoft.com/office/drawing/2014/main" id="{1859003D-F9CB-4167-88F0-1958D6F7C118}"/>
              </a:ext>
            </a:extLst>
          </p:cNvPr>
          <p:cNvSpPr>
            <a:spLocks/>
          </p:cNvSpPr>
          <p:nvPr/>
        </p:nvSpPr>
        <p:spPr>
          <a:xfrm>
            <a:off x="7272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data_10246">
            <a:extLst>
              <a:ext uri="{FF2B5EF4-FFF2-40B4-BE49-F238E27FC236}">
                <a16:creationId xmlns:a16="http://schemas.microsoft.com/office/drawing/2014/main" id="{3CE03805-D2C5-454C-9D44-8EBCBB0983C9}"/>
              </a:ext>
            </a:extLst>
          </p:cNvPr>
          <p:cNvSpPr>
            <a:spLocks/>
          </p:cNvSpPr>
          <p:nvPr/>
        </p:nvSpPr>
        <p:spPr>
          <a:xfrm>
            <a:off x="731914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data_10247">
            <a:extLst>
              <a:ext uri="{FF2B5EF4-FFF2-40B4-BE49-F238E27FC236}">
                <a16:creationId xmlns:a16="http://schemas.microsoft.com/office/drawing/2014/main" id="{03D09C15-A64C-4172-90A7-CEE3A684D219}"/>
              </a:ext>
            </a:extLst>
          </p:cNvPr>
          <p:cNvSpPr>
            <a:spLocks/>
          </p:cNvSpPr>
          <p:nvPr/>
        </p:nvSpPr>
        <p:spPr>
          <a:xfrm>
            <a:off x="7300247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data_10248">
            <a:extLst>
              <a:ext uri="{FF2B5EF4-FFF2-40B4-BE49-F238E27FC236}">
                <a16:creationId xmlns:a16="http://schemas.microsoft.com/office/drawing/2014/main" id="{25CED4B4-5354-4047-9D34-B37E8D97B8FF}"/>
              </a:ext>
            </a:extLst>
          </p:cNvPr>
          <p:cNvSpPr>
            <a:spLocks/>
          </p:cNvSpPr>
          <p:nvPr/>
        </p:nvSpPr>
        <p:spPr>
          <a:xfrm>
            <a:off x="73384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data_10249">
            <a:extLst>
              <a:ext uri="{FF2B5EF4-FFF2-40B4-BE49-F238E27FC236}">
                <a16:creationId xmlns:a16="http://schemas.microsoft.com/office/drawing/2014/main" id="{246F8685-AEF5-4A7E-995E-4DA64EFACEB7}"/>
              </a:ext>
            </a:extLst>
          </p:cNvPr>
          <p:cNvSpPr>
            <a:spLocks/>
          </p:cNvSpPr>
          <p:nvPr/>
        </p:nvSpPr>
        <p:spPr>
          <a:xfrm>
            <a:off x="72175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data_10250">
            <a:extLst>
              <a:ext uri="{FF2B5EF4-FFF2-40B4-BE49-F238E27FC236}">
                <a16:creationId xmlns:a16="http://schemas.microsoft.com/office/drawing/2014/main" id="{ECFB0E4A-8446-4C5F-A3CE-D70FA73F87F6}"/>
              </a:ext>
            </a:extLst>
          </p:cNvPr>
          <p:cNvSpPr>
            <a:spLocks/>
          </p:cNvSpPr>
          <p:nvPr/>
        </p:nvSpPr>
        <p:spPr>
          <a:xfrm>
            <a:off x="7271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data_10251">
            <a:extLst>
              <a:ext uri="{FF2B5EF4-FFF2-40B4-BE49-F238E27FC236}">
                <a16:creationId xmlns:a16="http://schemas.microsoft.com/office/drawing/2014/main" id="{C1562705-D776-46B7-92CF-35D1A74299C8}"/>
              </a:ext>
            </a:extLst>
          </p:cNvPr>
          <p:cNvSpPr>
            <a:spLocks/>
          </p:cNvSpPr>
          <p:nvPr/>
        </p:nvSpPr>
        <p:spPr>
          <a:xfrm>
            <a:off x="72955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data_10252">
            <a:extLst>
              <a:ext uri="{FF2B5EF4-FFF2-40B4-BE49-F238E27FC236}">
                <a16:creationId xmlns:a16="http://schemas.microsoft.com/office/drawing/2014/main" id="{43CFD7A2-E064-441F-BB2F-3508A25E3980}"/>
              </a:ext>
            </a:extLst>
          </p:cNvPr>
          <p:cNvSpPr>
            <a:spLocks/>
          </p:cNvSpPr>
          <p:nvPr/>
        </p:nvSpPr>
        <p:spPr>
          <a:xfrm>
            <a:off x="72550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data_10253">
            <a:extLst>
              <a:ext uri="{FF2B5EF4-FFF2-40B4-BE49-F238E27FC236}">
                <a16:creationId xmlns:a16="http://schemas.microsoft.com/office/drawing/2014/main" id="{F3160C80-2363-4F2C-ACBA-8434CDE75149}"/>
              </a:ext>
            </a:extLst>
          </p:cNvPr>
          <p:cNvSpPr>
            <a:spLocks/>
          </p:cNvSpPr>
          <p:nvPr/>
        </p:nvSpPr>
        <p:spPr>
          <a:xfrm>
            <a:off x="72842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data_10254">
            <a:extLst>
              <a:ext uri="{FF2B5EF4-FFF2-40B4-BE49-F238E27FC236}">
                <a16:creationId xmlns:a16="http://schemas.microsoft.com/office/drawing/2014/main" id="{E712882B-11E9-4F49-AD15-1374A2EE2A6F}"/>
              </a:ext>
            </a:extLst>
          </p:cNvPr>
          <p:cNvSpPr>
            <a:spLocks/>
          </p:cNvSpPr>
          <p:nvPr/>
        </p:nvSpPr>
        <p:spPr>
          <a:xfrm>
            <a:off x="726780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data_10255">
            <a:extLst>
              <a:ext uri="{FF2B5EF4-FFF2-40B4-BE49-F238E27FC236}">
                <a16:creationId xmlns:a16="http://schemas.microsoft.com/office/drawing/2014/main" id="{DB9ED24E-E92D-44B2-BE78-8137E4D6D0FD}"/>
              </a:ext>
            </a:extLst>
          </p:cNvPr>
          <p:cNvSpPr>
            <a:spLocks/>
          </p:cNvSpPr>
          <p:nvPr/>
        </p:nvSpPr>
        <p:spPr>
          <a:xfrm>
            <a:off x="7324091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data_10256">
            <a:extLst>
              <a:ext uri="{FF2B5EF4-FFF2-40B4-BE49-F238E27FC236}">
                <a16:creationId xmlns:a16="http://schemas.microsoft.com/office/drawing/2014/main" id="{817787EA-B07C-44E7-8DD5-0E7713598A79}"/>
              </a:ext>
            </a:extLst>
          </p:cNvPr>
          <p:cNvSpPr>
            <a:spLocks/>
          </p:cNvSpPr>
          <p:nvPr/>
        </p:nvSpPr>
        <p:spPr>
          <a:xfrm>
            <a:off x="723184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data_10257">
            <a:extLst>
              <a:ext uri="{FF2B5EF4-FFF2-40B4-BE49-F238E27FC236}">
                <a16:creationId xmlns:a16="http://schemas.microsoft.com/office/drawing/2014/main" id="{94532EE9-C272-4F7A-A24A-BD7BB3EEE2CA}"/>
              </a:ext>
            </a:extLst>
          </p:cNvPr>
          <p:cNvSpPr>
            <a:spLocks/>
          </p:cNvSpPr>
          <p:nvPr/>
        </p:nvSpPr>
        <p:spPr>
          <a:xfrm>
            <a:off x="723783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data_10258">
            <a:extLst>
              <a:ext uri="{FF2B5EF4-FFF2-40B4-BE49-F238E27FC236}">
                <a16:creationId xmlns:a16="http://schemas.microsoft.com/office/drawing/2014/main" id="{0063AB85-3B43-46AD-AC27-294D764BEE48}"/>
              </a:ext>
            </a:extLst>
          </p:cNvPr>
          <p:cNvSpPr>
            <a:spLocks/>
          </p:cNvSpPr>
          <p:nvPr/>
        </p:nvSpPr>
        <p:spPr>
          <a:xfrm>
            <a:off x="72920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data_10259">
            <a:extLst>
              <a:ext uri="{FF2B5EF4-FFF2-40B4-BE49-F238E27FC236}">
                <a16:creationId xmlns:a16="http://schemas.microsoft.com/office/drawing/2014/main" id="{A06EB06F-D4B6-4408-90D5-9DC167EA646D}"/>
              </a:ext>
            </a:extLst>
          </p:cNvPr>
          <p:cNvSpPr>
            <a:spLocks/>
          </p:cNvSpPr>
          <p:nvPr/>
        </p:nvSpPr>
        <p:spPr>
          <a:xfrm>
            <a:off x="72908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data_10260">
            <a:extLst>
              <a:ext uri="{FF2B5EF4-FFF2-40B4-BE49-F238E27FC236}">
                <a16:creationId xmlns:a16="http://schemas.microsoft.com/office/drawing/2014/main" id="{BF71FF3C-8611-4241-8CA1-595A15E526B5}"/>
              </a:ext>
            </a:extLst>
          </p:cNvPr>
          <p:cNvSpPr>
            <a:spLocks/>
          </p:cNvSpPr>
          <p:nvPr/>
        </p:nvSpPr>
        <p:spPr>
          <a:xfrm>
            <a:off x="733321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data_10261">
            <a:extLst>
              <a:ext uri="{FF2B5EF4-FFF2-40B4-BE49-F238E27FC236}">
                <a16:creationId xmlns:a16="http://schemas.microsoft.com/office/drawing/2014/main" id="{62895175-78A1-4D18-BA5E-571B24219F62}"/>
              </a:ext>
            </a:extLst>
          </p:cNvPr>
          <p:cNvSpPr>
            <a:spLocks/>
          </p:cNvSpPr>
          <p:nvPr/>
        </p:nvSpPr>
        <p:spPr>
          <a:xfrm>
            <a:off x="731353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data_10262">
            <a:extLst>
              <a:ext uri="{FF2B5EF4-FFF2-40B4-BE49-F238E27FC236}">
                <a16:creationId xmlns:a16="http://schemas.microsoft.com/office/drawing/2014/main" id="{7264A5B3-2AC0-4BC1-89A6-664DBD1FFD79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data_10263">
            <a:extLst>
              <a:ext uri="{FF2B5EF4-FFF2-40B4-BE49-F238E27FC236}">
                <a16:creationId xmlns:a16="http://schemas.microsoft.com/office/drawing/2014/main" id="{D8216158-A436-4A94-B058-8A9FBA90E288}"/>
              </a:ext>
            </a:extLst>
          </p:cNvPr>
          <p:cNvSpPr>
            <a:spLocks/>
          </p:cNvSpPr>
          <p:nvPr/>
        </p:nvSpPr>
        <p:spPr>
          <a:xfrm>
            <a:off x="73161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data_10264">
            <a:extLst>
              <a:ext uri="{FF2B5EF4-FFF2-40B4-BE49-F238E27FC236}">
                <a16:creationId xmlns:a16="http://schemas.microsoft.com/office/drawing/2014/main" id="{A7F2FD57-1674-4CB3-B9B8-078558B9368B}"/>
              </a:ext>
            </a:extLst>
          </p:cNvPr>
          <p:cNvSpPr>
            <a:spLocks/>
          </p:cNvSpPr>
          <p:nvPr/>
        </p:nvSpPr>
        <p:spPr>
          <a:xfrm>
            <a:off x="73055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data_10265">
            <a:extLst>
              <a:ext uri="{FF2B5EF4-FFF2-40B4-BE49-F238E27FC236}">
                <a16:creationId xmlns:a16="http://schemas.microsoft.com/office/drawing/2014/main" id="{2197DC8A-D6FF-46CF-86DB-D01F58C6E882}"/>
              </a:ext>
            </a:extLst>
          </p:cNvPr>
          <p:cNvSpPr>
            <a:spLocks/>
          </p:cNvSpPr>
          <p:nvPr/>
        </p:nvSpPr>
        <p:spPr>
          <a:xfrm>
            <a:off x="7311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data_10266">
            <a:extLst>
              <a:ext uri="{FF2B5EF4-FFF2-40B4-BE49-F238E27FC236}">
                <a16:creationId xmlns:a16="http://schemas.microsoft.com/office/drawing/2014/main" id="{9BA9C9D9-B848-4288-BB80-18165DE5B810}"/>
              </a:ext>
            </a:extLst>
          </p:cNvPr>
          <p:cNvSpPr>
            <a:spLocks/>
          </p:cNvSpPr>
          <p:nvPr/>
        </p:nvSpPr>
        <p:spPr>
          <a:xfrm>
            <a:off x="72865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data_10267">
            <a:extLst>
              <a:ext uri="{FF2B5EF4-FFF2-40B4-BE49-F238E27FC236}">
                <a16:creationId xmlns:a16="http://schemas.microsoft.com/office/drawing/2014/main" id="{58793F5C-5D9A-496A-9EDF-E0AF4A0874BD}"/>
              </a:ext>
            </a:extLst>
          </p:cNvPr>
          <p:cNvSpPr>
            <a:spLocks/>
          </p:cNvSpPr>
          <p:nvPr/>
        </p:nvSpPr>
        <p:spPr>
          <a:xfrm>
            <a:off x="72189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data_10268">
            <a:extLst>
              <a:ext uri="{FF2B5EF4-FFF2-40B4-BE49-F238E27FC236}">
                <a16:creationId xmlns:a16="http://schemas.microsoft.com/office/drawing/2014/main" id="{FAB462B4-92FB-403B-AE4C-D2406E332CF9}"/>
              </a:ext>
            </a:extLst>
          </p:cNvPr>
          <p:cNvSpPr>
            <a:spLocks/>
          </p:cNvSpPr>
          <p:nvPr/>
        </p:nvSpPr>
        <p:spPr>
          <a:xfrm>
            <a:off x="7306110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data_10269">
            <a:extLst>
              <a:ext uri="{FF2B5EF4-FFF2-40B4-BE49-F238E27FC236}">
                <a16:creationId xmlns:a16="http://schemas.microsoft.com/office/drawing/2014/main" id="{2AD98117-B056-463A-A8FF-8531B90C91AC}"/>
              </a:ext>
            </a:extLst>
          </p:cNvPr>
          <p:cNvSpPr>
            <a:spLocks/>
          </p:cNvSpPr>
          <p:nvPr/>
        </p:nvSpPr>
        <p:spPr>
          <a:xfrm>
            <a:off x="7323309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data_10270">
            <a:extLst>
              <a:ext uri="{FF2B5EF4-FFF2-40B4-BE49-F238E27FC236}">
                <a16:creationId xmlns:a16="http://schemas.microsoft.com/office/drawing/2014/main" id="{37A4EBE3-8839-4FE3-8F69-308733E621AB}"/>
              </a:ext>
            </a:extLst>
          </p:cNvPr>
          <p:cNvSpPr>
            <a:spLocks/>
          </p:cNvSpPr>
          <p:nvPr/>
        </p:nvSpPr>
        <p:spPr>
          <a:xfrm>
            <a:off x="724057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data_10271">
            <a:extLst>
              <a:ext uri="{FF2B5EF4-FFF2-40B4-BE49-F238E27FC236}">
                <a16:creationId xmlns:a16="http://schemas.microsoft.com/office/drawing/2014/main" id="{FCB4300B-BB3C-4F49-A670-8DC0467416C4}"/>
              </a:ext>
            </a:extLst>
          </p:cNvPr>
          <p:cNvSpPr>
            <a:spLocks/>
          </p:cNvSpPr>
          <p:nvPr/>
        </p:nvSpPr>
        <p:spPr>
          <a:xfrm>
            <a:off x="723079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data_10272">
            <a:extLst>
              <a:ext uri="{FF2B5EF4-FFF2-40B4-BE49-F238E27FC236}">
                <a16:creationId xmlns:a16="http://schemas.microsoft.com/office/drawing/2014/main" id="{5FE37B3E-1265-478B-AA9D-74E70AE5083E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data_10273">
            <a:extLst>
              <a:ext uri="{FF2B5EF4-FFF2-40B4-BE49-F238E27FC236}">
                <a16:creationId xmlns:a16="http://schemas.microsoft.com/office/drawing/2014/main" id="{0FF291DE-A4B3-48D0-BC0E-6013F6B93484}"/>
              </a:ext>
            </a:extLst>
          </p:cNvPr>
          <p:cNvSpPr>
            <a:spLocks/>
          </p:cNvSpPr>
          <p:nvPr/>
        </p:nvSpPr>
        <p:spPr>
          <a:xfrm>
            <a:off x="7339466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data_10274">
            <a:extLst>
              <a:ext uri="{FF2B5EF4-FFF2-40B4-BE49-F238E27FC236}">
                <a16:creationId xmlns:a16="http://schemas.microsoft.com/office/drawing/2014/main" id="{F711D52C-FBAF-4683-A014-7165D42D3586}"/>
              </a:ext>
            </a:extLst>
          </p:cNvPr>
          <p:cNvSpPr>
            <a:spLocks/>
          </p:cNvSpPr>
          <p:nvPr/>
        </p:nvSpPr>
        <p:spPr>
          <a:xfrm>
            <a:off x="734506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data_10275">
            <a:extLst>
              <a:ext uri="{FF2B5EF4-FFF2-40B4-BE49-F238E27FC236}">
                <a16:creationId xmlns:a16="http://schemas.microsoft.com/office/drawing/2014/main" id="{5995F078-EAEA-485A-9B65-1187B152AC36}"/>
              </a:ext>
            </a:extLst>
          </p:cNvPr>
          <p:cNvSpPr>
            <a:spLocks/>
          </p:cNvSpPr>
          <p:nvPr/>
        </p:nvSpPr>
        <p:spPr>
          <a:xfrm>
            <a:off x="72645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data_10276">
            <a:extLst>
              <a:ext uri="{FF2B5EF4-FFF2-40B4-BE49-F238E27FC236}">
                <a16:creationId xmlns:a16="http://schemas.microsoft.com/office/drawing/2014/main" id="{35BD2347-18A1-401F-A30A-378A7DE00A18}"/>
              </a:ext>
            </a:extLst>
          </p:cNvPr>
          <p:cNvSpPr>
            <a:spLocks/>
          </p:cNvSpPr>
          <p:nvPr/>
        </p:nvSpPr>
        <p:spPr>
          <a:xfrm>
            <a:off x="73123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data_10277">
            <a:extLst>
              <a:ext uri="{FF2B5EF4-FFF2-40B4-BE49-F238E27FC236}">
                <a16:creationId xmlns:a16="http://schemas.microsoft.com/office/drawing/2014/main" id="{DD7DA5C2-EA1C-4A90-8C93-9A0CA38DD510}"/>
              </a:ext>
            </a:extLst>
          </p:cNvPr>
          <p:cNvSpPr>
            <a:spLocks/>
          </p:cNvSpPr>
          <p:nvPr/>
        </p:nvSpPr>
        <p:spPr>
          <a:xfrm>
            <a:off x="73222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data_10278">
            <a:extLst>
              <a:ext uri="{FF2B5EF4-FFF2-40B4-BE49-F238E27FC236}">
                <a16:creationId xmlns:a16="http://schemas.microsoft.com/office/drawing/2014/main" id="{D27EDF53-7A5D-4570-B69D-10D478AB7481}"/>
              </a:ext>
            </a:extLst>
          </p:cNvPr>
          <p:cNvSpPr>
            <a:spLocks/>
          </p:cNvSpPr>
          <p:nvPr/>
        </p:nvSpPr>
        <p:spPr>
          <a:xfrm>
            <a:off x="7338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data_10279">
            <a:extLst>
              <a:ext uri="{FF2B5EF4-FFF2-40B4-BE49-F238E27FC236}">
                <a16:creationId xmlns:a16="http://schemas.microsoft.com/office/drawing/2014/main" id="{FB71B2EE-32E1-4060-809A-8F17EE86BFB3}"/>
              </a:ext>
            </a:extLst>
          </p:cNvPr>
          <p:cNvSpPr>
            <a:spLocks/>
          </p:cNvSpPr>
          <p:nvPr/>
        </p:nvSpPr>
        <p:spPr>
          <a:xfrm>
            <a:off x="73242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data_10280">
            <a:extLst>
              <a:ext uri="{FF2B5EF4-FFF2-40B4-BE49-F238E27FC236}">
                <a16:creationId xmlns:a16="http://schemas.microsoft.com/office/drawing/2014/main" id="{7C088AA1-AAE6-45E5-AE6D-F0B310E9EF0F}"/>
              </a:ext>
            </a:extLst>
          </p:cNvPr>
          <p:cNvSpPr>
            <a:spLocks/>
          </p:cNvSpPr>
          <p:nvPr/>
        </p:nvSpPr>
        <p:spPr>
          <a:xfrm>
            <a:off x="73045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data_10281">
            <a:extLst>
              <a:ext uri="{FF2B5EF4-FFF2-40B4-BE49-F238E27FC236}">
                <a16:creationId xmlns:a16="http://schemas.microsoft.com/office/drawing/2014/main" id="{28AF6214-49C5-49ED-93AD-BD580AAE5A22}"/>
              </a:ext>
            </a:extLst>
          </p:cNvPr>
          <p:cNvSpPr>
            <a:spLocks/>
          </p:cNvSpPr>
          <p:nvPr/>
        </p:nvSpPr>
        <p:spPr>
          <a:xfrm>
            <a:off x="72246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data_10282">
            <a:extLst>
              <a:ext uri="{FF2B5EF4-FFF2-40B4-BE49-F238E27FC236}">
                <a16:creationId xmlns:a16="http://schemas.microsoft.com/office/drawing/2014/main" id="{3DF86EB7-F00A-4F73-9D54-0A094C40A987}"/>
              </a:ext>
            </a:extLst>
          </p:cNvPr>
          <p:cNvSpPr>
            <a:spLocks/>
          </p:cNvSpPr>
          <p:nvPr/>
        </p:nvSpPr>
        <p:spPr>
          <a:xfrm>
            <a:off x="7237313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data_10283">
            <a:extLst>
              <a:ext uri="{FF2B5EF4-FFF2-40B4-BE49-F238E27FC236}">
                <a16:creationId xmlns:a16="http://schemas.microsoft.com/office/drawing/2014/main" id="{617EA6D8-E62C-4292-BD89-7134262E0B98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data_10284">
            <a:extLst>
              <a:ext uri="{FF2B5EF4-FFF2-40B4-BE49-F238E27FC236}">
                <a16:creationId xmlns:a16="http://schemas.microsoft.com/office/drawing/2014/main" id="{F74EB4F3-01D0-4CD9-9922-D8F7CB43AE3B}"/>
              </a:ext>
            </a:extLst>
          </p:cNvPr>
          <p:cNvSpPr>
            <a:spLocks/>
          </p:cNvSpPr>
          <p:nvPr/>
        </p:nvSpPr>
        <p:spPr>
          <a:xfrm>
            <a:off x="72926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data_10285">
            <a:extLst>
              <a:ext uri="{FF2B5EF4-FFF2-40B4-BE49-F238E27FC236}">
                <a16:creationId xmlns:a16="http://schemas.microsoft.com/office/drawing/2014/main" id="{D4EC990D-52F7-4192-AC01-9C1555A00054}"/>
              </a:ext>
            </a:extLst>
          </p:cNvPr>
          <p:cNvSpPr>
            <a:spLocks/>
          </p:cNvSpPr>
          <p:nvPr/>
        </p:nvSpPr>
        <p:spPr>
          <a:xfrm>
            <a:off x="7242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data_10286">
            <a:extLst>
              <a:ext uri="{FF2B5EF4-FFF2-40B4-BE49-F238E27FC236}">
                <a16:creationId xmlns:a16="http://schemas.microsoft.com/office/drawing/2014/main" id="{B8A0EF63-3814-4E5B-BB9D-787930F8F949}"/>
              </a:ext>
            </a:extLst>
          </p:cNvPr>
          <p:cNvSpPr>
            <a:spLocks/>
          </p:cNvSpPr>
          <p:nvPr/>
        </p:nvSpPr>
        <p:spPr>
          <a:xfrm>
            <a:off x="72663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data_10287">
            <a:extLst>
              <a:ext uri="{FF2B5EF4-FFF2-40B4-BE49-F238E27FC236}">
                <a16:creationId xmlns:a16="http://schemas.microsoft.com/office/drawing/2014/main" id="{A721215B-E500-4096-AB79-A43C09876C1D}"/>
              </a:ext>
            </a:extLst>
          </p:cNvPr>
          <p:cNvSpPr>
            <a:spLocks/>
          </p:cNvSpPr>
          <p:nvPr/>
        </p:nvSpPr>
        <p:spPr>
          <a:xfrm>
            <a:off x="7220245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data_10288">
            <a:extLst>
              <a:ext uri="{FF2B5EF4-FFF2-40B4-BE49-F238E27FC236}">
                <a16:creationId xmlns:a16="http://schemas.microsoft.com/office/drawing/2014/main" id="{43BEB16A-4174-4EF3-AE00-6E94C32A0EF1}"/>
              </a:ext>
            </a:extLst>
          </p:cNvPr>
          <p:cNvSpPr>
            <a:spLocks/>
          </p:cNvSpPr>
          <p:nvPr/>
        </p:nvSpPr>
        <p:spPr>
          <a:xfrm>
            <a:off x="758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data_10289">
            <a:extLst>
              <a:ext uri="{FF2B5EF4-FFF2-40B4-BE49-F238E27FC236}">
                <a16:creationId xmlns:a16="http://schemas.microsoft.com/office/drawing/2014/main" id="{E811248C-AA7F-4765-B06C-BAFA2B4635EA}"/>
              </a:ext>
            </a:extLst>
          </p:cNvPr>
          <p:cNvSpPr>
            <a:spLocks/>
          </p:cNvSpPr>
          <p:nvPr/>
        </p:nvSpPr>
        <p:spPr>
          <a:xfrm>
            <a:off x="7668862" y="53612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data_10290">
            <a:extLst>
              <a:ext uri="{FF2B5EF4-FFF2-40B4-BE49-F238E27FC236}">
                <a16:creationId xmlns:a16="http://schemas.microsoft.com/office/drawing/2014/main" id="{EBF29DA6-BF57-48B7-AC71-FFADE9B1DB7A}"/>
              </a:ext>
            </a:extLst>
          </p:cNvPr>
          <p:cNvSpPr>
            <a:spLocks/>
          </p:cNvSpPr>
          <p:nvPr/>
        </p:nvSpPr>
        <p:spPr>
          <a:xfrm>
            <a:off x="75581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data_10291">
            <a:extLst>
              <a:ext uri="{FF2B5EF4-FFF2-40B4-BE49-F238E27FC236}">
                <a16:creationId xmlns:a16="http://schemas.microsoft.com/office/drawing/2014/main" id="{329DE977-74E1-4BE9-8552-97ED38916D7C}"/>
              </a:ext>
            </a:extLst>
          </p:cNvPr>
          <p:cNvSpPr>
            <a:spLocks/>
          </p:cNvSpPr>
          <p:nvPr/>
        </p:nvSpPr>
        <p:spPr>
          <a:xfrm>
            <a:off x="7658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data_10292">
            <a:extLst>
              <a:ext uri="{FF2B5EF4-FFF2-40B4-BE49-F238E27FC236}">
                <a16:creationId xmlns:a16="http://schemas.microsoft.com/office/drawing/2014/main" id="{70D28CF3-6E6F-4E76-A6FD-67282DC59185}"/>
              </a:ext>
            </a:extLst>
          </p:cNvPr>
          <p:cNvSpPr>
            <a:spLocks/>
          </p:cNvSpPr>
          <p:nvPr/>
        </p:nvSpPr>
        <p:spPr>
          <a:xfrm>
            <a:off x="76067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data_10293">
            <a:extLst>
              <a:ext uri="{FF2B5EF4-FFF2-40B4-BE49-F238E27FC236}">
                <a16:creationId xmlns:a16="http://schemas.microsoft.com/office/drawing/2014/main" id="{FB802870-74E4-4C24-8D3F-A9522C25D1CA}"/>
              </a:ext>
            </a:extLst>
          </p:cNvPr>
          <p:cNvSpPr>
            <a:spLocks/>
          </p:cNvSpPr>
          <p:nvPr/>
        </p:nvSpPr>
        <p:spPr>
          <a:xfrm>
            <a:off x="7678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data_10294">
            <a:extLst>
              <a:ext uri="{FF2B5EF4-FFF2-40B4-BE49-F238E27FC236}">
                <a16:creationId xmlns:a16="http://schemas.microsoft.com/office/drawing/2014/main" id="{7C4EFD63-E842-416E-ACE3-D7DE6ED14395}"/>
              </a:ext>
            </a:extLst>
          </p:cNvPr>
          <p:cNvSpPr>
            <a:spLocks/>
          </p:cNvSpPr>
          <p:nvPr/>
        </p:nvSpPr>
        <p:spPr>
          <a:xfrm>
            <a:off x="75853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data_10295">
            <a:extLst>
              <a:ext uri="{FF2B5EF4-FFF2-40B4-BE49-F238E27FC236}">
                <a16:creationId xmlns:a16="http://schemas.microsoft.com/office/drawing/2014/main" id="{47028EE4-9278-425E-A5F7-882A6BDE6C22}"/>
              </a:ext>
            </a:extLst>
          </p:cNvPr>
          <p:cNvSpPr>
            <a:spLocks/>
          </p:cNvSpPr>
          <p:nvPr/>
        </p:nvSpPr>
        <p:spPr>
          <a:xfrm>
            <a:off x="76489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data_10296">
            <a:extLst>
              <a:ext uri="{FF2B5EF4-FFF2-40B4-BE49-F238E27FC236}">
                <a16:creationId xmlns:a16="http://schemas.microsoft.com/office/drawing/2014/main" id="{9A24A0CC-E7E5-4257-BFD3-EA4906FE362D}"/>
              </a:ext>
            </a:extLst>
          </p:cNvPr>
          <p:cNvSpPr>
            <a:spLocks/>
          </p:cNvSpPr>
          <p:nvPr/>
        </p:nvSpPr>
        <p:spPr>
          <a:xfrm>
            <a:off x="7562670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data_10297">
            <a:extLst>
              <a:ext uri="{FF2B5EF4-FFF2-40B4-BE49-F238E27FC236}">
                <a16:creationId xmlns:a16="http://schemas.microsoft.com/office/drawing/2014/main" id="{B48A389E-0856-4FE8-8252-4E9441FE596E}"/>
              </a:ext>
            </a:extLst>
          </p:cNvPr>
          <p:cNvSpPr>
            <a:spLocks/>
          </p:cNvSpPr>
          <p:nvPr/>
        </p:nvSpPr>
        <p:spPr>
          <a:xfrm>
            <a:off x="75904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data_10298">
            <a:extLst>
              <a:ext uri="{FF2B5EF4-FFF2-40B4-BE49-F238E27FC236}">
                <a16:creationId xmlns:a16="http://schemas.microsoft.com/office/drawing/2014/main" id="{C0D0D9C9-C340-4682-A07B-1742E5DC47F0}"/>
              </a:ext>
            </a:extLst>
          </p:cNvPr>
          <p:cNvSpPr>
            <a:spLocks/>
          </p:cNvSpPr>
          <p:nvPr/>
        </p:nvSpPr>
        <p:spPr>
          <a:xfrm>
            <a:off x="7562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data_10299">
            <a:extLst>
              <a:ext uri="{FF2B5EF4-FFF2-40B4-BE49-F238E27FC236}">
                <a16:creationId xmlns:a16="http://schemas.microsoft.com/office/drawing/2014/main" id="{90D5652B-D978-4592-B21E-A596BBC6C75E}"/>
              </a:ext>
            </a:extLst>
          </p:cNvPr>
          <p:cNvSpPr>
            <a:spLocks/>
          </p:cNvSpPr>
          <p:nvPr/>
        </p:nvSpPr>
        <p:spPr>
          <a:xfrm>
            <a:off x="7636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data_10300">
            <a:extLst>
              <a:ext uri="{FF2B5EF4-FFF2-40B4-BE49-F238E27FC236}">
                <a16:creationId xmlns:a16="http://schemas.microsoft.com/office/drawing/2014/main" id="{E0A8B6FD-423C-4702-9F59-082B627D91E0}"/>
              </a:ext>
            </a:extLst>
          </p:cNvPr>
          <p:cNvSpPr>
            <a:spLocks/>
          </p:cNvSpPr>
          <p:nvPr/>
        </p:nvSpPr>
        <p:spPr>
          <a:xfrm>
            <a:off x="75800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data_10301">
            <a:extLst>
              <a:ext uri="{FF2B5EF4-FFF2-40B4-BE49-F238E27FC236}">
                <a16:creationId xmlns:a16="http://schemas.microsoft.com/office/drawing/2014/main" id="{1C856D38-D21B-4869-B322-21688D0EB13B}"/>
              </a:ext>
            </a:extLst>
          </p:cNvPr>
          <p:cNvSpPr>
            <a:spLocks/>
          </p:cNvSpPr>
          <p:nvPr/>
        </p:nvSpPr>
        <p:spPr>
          <a:xfrm>
            <a:off x="761908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data_10302">
            <a:extLst>
              <a:ext uri="{FF2B5EF4-FFF2-40B4-BE49-F238E27FC236}">
                <a16:creationId xmlns:a16="http://schemas.microsoft.com/office/drawing/2014/main" id="{77A77D6E-185D-4F53-98B5-456BB09E3F11}"/>
              </a:ext>
            </a:extLst>
          </p:cNvPr>
          <p:cNvSpPr>
            <a:spLocks/>
          </p:cNvSpPr>
          <p:nvPr/>
        </p:nvSpPr>
        <p:spPr>
          <a:xfrm>
            <a:off x="76052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data_10303">
            <a:extLst>
              <a:ext uri="{FF2B5EF4-FFF2-40B4-BE49-F238E27FC236}">
                <a16:creationId xmlns:a16="http://schemas.microsoft.com/office/drawing/2014/main" id="{A8A4FBFB-3EED-4668-875C-5AAE54E812C1}"/>
              </a:ext>
            </a:extLst>
          </p:cNvPr>
          <p:cNvSpPr>
            <a:spLocks/>
          </p:cNvSpPr>
          <p:nvPr/>
        </p:nvSpPr>
        <p:spPr>
          <a:xfrm>
            <a:off x="7592378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data_10304">
            <a:extLst>
              <a:ext uri="{FF2B5EF4-FFF2-40B4-BE49-F238E27FC236}">
                <a16:creationId xmlns:a16="http://schemas.microsoft.com/office/drawing/2014/main" id="{0E5D3921-F65F-4468-A176-1D2E095FE397}"/>
              </a:ext>
            </a:extLst>
          </p:cNvPr>
          <p:cNvSpPr>
            <a:spLocks/>
          </p:cNvSpPr>
          <p:nvPr/>
        </p:nvSpPr>
        <p:spPr>
          <a:xfrm>
            <a:off x="75620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data_10305">
            <a:extLst>
              <a:ext uri="{FF2B5EF4-FFF2-40B4-BE49-F238E27FC236}">
                <a16:creationId xmlns:a16="http://schemas.microsoft.com/office/drawing/2014/main" id="{59720265-6895-4DCB-A90D-3A8A2713E713}"/>
              </a:ext>
            </a:extLst>
          </p:cNvPr>
          <p:cNvSpPr>
            <a:spLocks/>
          </p:cNvSpPr>
          <p:nvPr/>
        </p:nvSpPr>
        <p:spPr>
          <a:xfrm>
            <a:off x="76790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data_10306">
            <a:extLst>
              <a:ext uri="{FF2B5EF4-FFF2-40B4-BE49-F238E27FC236}">
                <a16:creationId xmlns:a16="http://schemas.microsoft.com/office/drawing/2014/main" id="{ED1091C9-5651-47D9-8974-53C4FD3541EB}"/>
              </a:ext>
            </a:extLst>
          </p:cNvPr>
          <p:cNvSpPr>
            <a:spLocks/>
          </p:cNvSpPr>
          <p:nvPr/>
        </p:nvSpPr>
        <p:spPr>
          <a:xfrm>
            <a:off x="75638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data_10307">
            <a:extLst>
              <a:ext uri="{FF2B5EF4-FFF2-40B4-BE49-F238E27FC236}">
                <a16:creationId xmlns:a16="http://schemas.microsoft.com/office/drawing/2014/main" id="{8080AB57-6DA9-42E7-95D0-137D3C46F34C}"/>
              </a:ext>
            </a:extLst>
          </p:cNvPr>
          <p:cNvSpPr>
            <a:spLocks/>
          </p:cNvSpPr>
          <p:nvPr/>
        </p:nvSpPr>
        <p:spPr>
          <a:xfrm>
            <a:off x="766938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data_10308">
            <a:extLst>
              <a:ext uri="{FF2B5EF4-FFF2-40B4-BE49-F238E27FC236}">
                <a16:creationId xmlns:a16="http://schemas.microsoft.com/office/drawing/2014/main" id="{CEBB1860-DBD4-4C13-A90C-50A8E4B909D2}"/>
              </a:ext>
            </a:extLst>
          </p:cNvPr>
          <p:cNvSpPr>
            <a:spLocks/>
          </p:cNvSpPr>
          <p:nvPr/>
        </p:nvSpPr>
        <p:spPr>
          <a:xfrm>
            <a:off x="7607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data_10309">
            <a:extLst>
              <a:ext uri="{FF2B5EF4-FFF2-40B4-BE49-F238E27FC236}">
                <a16:creationId xmlns:a16="http://schemas.microsoft.com/office/drawing/2014/main" id="{73CB3C32-8C33-412A-92F0-720DCD96AA16}"/>
              </a:ext>
            </a:extLst>
          </p:cNvPr>
          <p:cNvSpPr>
            <a:spLocks/>
          </p:cNvSpPr>
          <p:nvPr/>
        </p:nvSpPr>
        <p:spPr>
          <a:xfrm>
            <a:off x="768436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data_10310">
            <a:extLst>
              <a:ext uri="{FF2B5EF4-FFF2-40B4-BE49-F238E27FC236}">
                <a16:creationId xmlns:a16="http://schemas.microsoft.com/office/drawing/2014/main" id="{4A014D07-204A-42DA-978B-31E8D64171F7}"/>
              </a:ext>
            </a:extLst>
          </p:cNvPr>
          <p:cNvSpPr>
            <a:spLocks/>
          </p:cNvSpPr>
          <p:nvPr/>
        </p:nvSpPr>
        <p:spPr>
          <a:xfrm>
            <a:off x="7643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data_10311">
            <a:extLst>
              <a:ext uri="{FF2B5EF4-FFF2-40B4-BE49-F238E27FC236}">
                <a16:creationId xmlns:a16="http://schemas.microsoft.com/office/drawing/2014/main" id="{518B6454-BCDE-4A8B-983C-C052E47F570E}"/>
              </a:ext>
            </a:extLst>
          </p:cNvPr>
          <p:cNvSpPr>
            <a:spLocks/>
          </p:cNvSpPr>
          <p:nvPr/>
        </p:nvSpPr>
        <p:spPr>
          <a:xfrm>
            <a:off x="7652445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data_10312">
            <a:extLst>
              <a:ext uri="{FF2B5EF4-FFF2-40B4-BE49-F238E27FC236}">
                <a16:creationId xmlns:a16="http://schemas.microsoft.com/office/drawing/2014/main" id="{5ABAEE8F-C0D1-46A0-96C2-9537D59C0111}"/>
              </a:ext>
            </a:extLst>
          </p:cNvPr>
          <p:cNvSpPr>
            <a:spLocks/>
          </p:cNvSpPr>
          <p:nvPr/>
        </p:nvSpPr>
        <p:spPr>
          <a:xfrm>
            <a:off x="7595245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data_10313">
            <a:extLst>
              <a:ext uri="{FF2B5EF4-FFF2-40B4-BE49-F238E27FC236}">
                <a16:creationId xmlns:a16="http://schemas.microsoft.com/office/drawing/2014/main" id="{C87CC153-D432-4254-B296-83D104DF1B63}"/>
              </a:ext>
            </a:extLst>
          </p:cNvPr>
          <p:cNvSpPr>
            <a:spLocks/>
          </p:cNvSpPr>
          <p:nvPr/>
        </p:nvSpPr>
        <p:spPr>
          <a:xfrm>
            <a:off x="767707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data_10314">
            <a:extLst>
              <a:ext uri="{FF2B5EF4-FFF2-40B4-BE49-F238E27FC236}">
                <a16:creationId xmlns:a16="http://schemas.microsoft.com/office/drawing/2014/main" id="{6428D880-2493-43CA-9A05-9AED7090B247}"/>
              </a:ext>
            </a:extLst>
          </p:cNvPr>
          <p:cNvSpPr>
            <a:spLocks/>
          </p:cNvSpPr>
          <p:nvPr/>
        </p:nvSpPr>
        <p:spPr>
          <a:xfrm>
            <a:off x="7652705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data_10315">
            <a:extLst>
              <a:ext uri="{FF2B5EF4-FFF2-40B4-BE49-F238E27FC236}">
                <a16:creationId xmlns:a16="http://schemas.microsoft.com/office/drawing/2014/main" id="{752E812B-0DD6-4A94-8CAC-896F17A028DC}"/>
              </a:ext>
            </a:extLst>
          </p:cNvPr>
          <p:cNvSpPr>
            <a:spLocks/>
          </p:cNvSpPr>
          <p:nvPr/>
        </p:nvSpPr>
        <p:spPr>
          <a:xfrm>
            <a:off x="75783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data_10316">
            <a:extLst>
              <a:ext uri="{FF2B5EF4-FFF2-40B4-BE49-F238E27FC236}">
                <a16:creationId xmlns:a16="http://schemas.microsoft.com/office/drawing/2014/main" id="{B8669A9C-A3BD-45FA-9961-91BD9855199F}"/>
              </a:ext>
            </a:extLst>
          </p:cNvPr>
          <p:cNvSpPr>
            <a:spLocks/>
          </p:cNvSpPr>
          <p:nvPr/>
        </p:nvSpPr>
        <p:spPr>
          <a:xfrm>
            <a:off x="7650490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data_10317">
            <a:extLst>
              <a:ext uri="{FF2B5EF4-FFF2-40B4-BE49-F238E27FC236}">
                <a16:creationId xmlns:a16="http://schemas.microsoft.com/office/drawing/2014/main" id="{342B2AE3-48CF-40F2-873E-8AC2D3DFD749}"/>
              </a:ext>
            </a:extLst>
          </p:cNvPr>
          <p:cNvSpPr>
            <a:spLocks/>
          </p:cNvSpPr>
          <p:nvPr/>
        </p:nvSpPr>
        <p:spPr>
          <a:xfrm>
            <a:off x="7584951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data_10318">
            <a:extLst>
              <a:ext uri="{FF2B5EF4-FFF2-40B4-BE49-F238E27FC236}">
                <a16:creationId xmlns:a16="http://schemas.microsoft.com/office/drawing/2014/main" id="{5AB4F39A-09C3-4370-8E94-6E2980697A87}"/>
              </a:ext>
            </a:extLst>
          </p:cNvPr>
          <p:cNvSpPr>
            <a:spLocks/>
          </p:cNvSpPr>
          <p:nvPr/>
        </p:nvSpPr>
        <p:spPr>
          <a:xfrm>
            <a:off x="75951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data_10319">
            <a:extLst>
              <a:ext uri="{FF2B5EF4-FFF2-40B4-BE49-F238E27FC236}">
                <a16:creationId xmlns:a16="http://schemas.microsoft.com/office/drawing/2014/main" id="{CCA544C7-E5CD-4C2E-9ED8-D2C651A329D7}"/>
              </a:ext>
            </a:extLst>
          </p:cNvPr>
          <p:cNvSpPr>
            <a:spLocks/>
          </p:cNvSpPr>
          <p:nvPr/>
        </p:nvSpPr>
        <p:spPr>
          <a:xfrm>
            <a:off x="76760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data_10320">
            <a:extLst>
              <a:ext uri="{FF2B5EF4-FFF2-40B4-BE49-F238E27FC236}">
                <a16:creationId xmlns:a16="http://schemas.microsoft.com/office/drawing/2014/main" id="{29CEBC2D-B1C6-4BFB-BDED-BE47BD97038B}"/>
              </a:ext>
            </a:extLst>
          </p:cNvPr>
          <p:cNvSpPr>
            <a:spLocks/>
          </p:cNvSpPr>
          <p:nvPr/>
        </p:nvSpPr>
        <p:spPr>
          <a:xfrm>
            <a:off x="75971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data_10321">
            <a:extLst>
              <a:ext uri="{FF2B5EF4-FFF2-40B4-BE49-F238E27FC236}">
                <a16:creationId xmlns:a16="http://schemas.microsoft.com/office/drawing/2014/main" id="{EAC843CC-7A51-4BB7-B33A-4114A97DAFBE}"/>
              </a:ext>
            </a:extLst>
          </p:cNvPr>
          <p:cNvSpPr>
            <a:spLocks/>
          </p:cNvSpPr>
          <p:nvPr/>
        </p:nvSpPr>
        <p:spPr>
          <a:xfrm>
            <a:off x="7668732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data_10322">
            <a:extLst>
              <a:ext uri="{FF2B5EF4-FFF2-40B4-BE49-F238E27FC236}">
                <a16:creationId xmlns:a16="http://schemas.microsoft.com/office/drawing/2014/main" id="{BD1306BD-F55A-40B4-A22A-5E5CDD58571A}"/>
              </a:ext>
            </a:extLst>
          </p:cNvPr>
          <p:cNvSpPr>
            <a:spLocks/>
          </p:cNvSpPr>
          <p:nvPr/>
        </p:nvSpPr>
        <p:spPr>
          <a:xfrm>
            <a:off x="7669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data_10323">
            <a:extLst>
              <a:ext uri="{FF2B5EF4-FFF2-40B4-BE49-F238E27FC236}">
                <a16:creationId xmlns:a16="http://schemas.microsoft.com/office/drawing/2014/main" id="{B55AD3EA-642D-4B47-846D-8854F88B0D61}"/>
              </a:ext>
            </a:extLst>
          </p:cNvPr>
          <p:cNvSpPr>
            <a:spLocks/>
          </p:cNvSpPr>
          <p:nvPr/>
        </p:nvSpPr>
        <p:spPr>
          <a:xfrm>
            <a:off x="767316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data_10324">
            <a:extLst>
              <a:ext uri="{FF2B5EF4-FFF2-40B4-BE49-F238E27FC236}">
                <a16:creationId xmlns:a16="http://schemas.microsoft.com/office/drawing/2014/main" id="{C22E6992-B222-4119-84FF-777E533F3205}"/>
              </a:ext>
            </a:extLst>
          </p:cNvPr>
          <p:cNvSpPr>
            <a:spLocks/>
          </p:cNvSpPr>
          <p:nvPr/>
        </p:nvSpPr>
        <p:spPr>
          <a:xfrm>
            <a:off x="7598241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data_10325">
            <a:extLst>
              <a:ext uri="{FF2B5EF4-FFF2-40B4-BE49-F238E27FC236}">
                <a16:creationId xmlns:a16="http://schemas.microsoft.com/office/drawing/2014/main" id="{8DB4DC8B-7C20-4C05-A806-8C10F0F72215}"/>
              </a:ext>
            </a:extLst>
          </p:cNvPr>
          <p:cNvSpPr>
            <a:spLocks/>
          </p:cNvSpPr>
          <p:nvPr/>
        </p:nvSpPr>
        <p:spPr>
          <a:xfrm>
            <a:off x="7578567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data_10326">
            <a:extLst>
              <a:ext uri="{FF2B5EF4-FFF2-40B4-BE49-F238E27FC236}">
                <a16:creationId xmlns:a16="http://schemas.microsoft.com/office/drawing/2014/main" id="{DE26C1F7-7454-4B91-9DC0-631F006BCD55}"/>
              </a:ext>
            </a:extLst>
          </p:cNvPr>
          <p:cNvSpPr>
            <a:spLocks/>
          </p:cNvSpPr>
          <p:nvPr/>
        </p:nvSpPr>
        <p:spPr>
          <a:xfrm>
            <a:off x="76543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data_10327">
            <a:extLst>
              <a:ext uri="{FF2B5EF4-FFF2-40B4-BE49-F238E27FC236}">
                <a16:creationId xmlns:a16="http://schemas.microsoft.com/office/drawing/2014/main" id="{0FD31064-C6A4-42A2-9F65-4AA5C0D4EDAB}"/>
              </a:ext>
            </a:extLst>
          </p:cNvPr>
          <p:cNvSpPr>
            <a:spLocks/>
          </p:cNvSpPr>
          <p:nvPr/>
        </p:nvSpPr>
        <p:spPr>
          <a:xfrm>
            <a:off x="75724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data_10328">
            <a:extLst>
              <a:ext uri="{FF2B5EF4-FFF2-40B4-BE49-F238E27FC236}">
                <a16:creationId xmlns:a16="http://schemas.microsoft.com/office/drawing/2014/main" id="{722126B0-48E6-4430-89C7-FFDAC3692765}"/>
              </a:ext>
            </a:extLst>
          </p:cNvPr>
          <p:cNvSpPr>
            <a:spLocks/>
          </p:cNvSpPr>
          <p:nvPr/>
        </p:nvSpPr>
        <p:spPr>
          <a:xfrm>
            <a:off x="75806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data_10329">
            <a:extLst>
              <a:ext uri="{FF2B5EF4-FFF2-40B4-BE49-F238E27FC236}">
                <a16:creationId xmlns:a16="http://schemas.microsoft.com/office/drawing/2014/main" id="{1BB516EE-4BE2-49FF-9B88-FC64C0EB2E83}"/>
              </a:ext>
            </a:extLst>
          </p:cNvPr>
          <p:cNvSpPr>
            <a:spLocks/>
          </p:cNvSpPr>
          <p:nvPr/>
        </p:nvSpPr>
        <p:spPr>
          <a:xfrm>
            <a:off x="76576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data_10330">
            <a:extLst>
              <a:ext uri="{FF2B5EF4-FFF2-40B4-BE49-F238E27FC236}">
                <a16:creationId xmlns:a16="http://schemas.microsoft.com/office/drawing/2014/main" id="{22D26D18-AE4F-456B-B400-3BA5F8138AC7}"/>
              </a:ext>
            </a:extLst>
          </p:cNvPr>
          <p:cNvSpPr>
            <a:spLocks/>
          </p:cNvSpPr>
          <p:nvPr/>
        </p:nvSpPr>
        <p:spPr>
          <a:xfrm>
            <a:off x="75736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data_10331">
            <a:extLst>
              <a:ext uri="{FF2B5EF4-FFF2-40B4-BE49-F238E27FC236}">
                <a16:creationId xmlns:a16="http://schemas.microsoft.com/office/drawing/2014/main" id="{E1D590D2-8BDA-4FC1-95B8-FB0364512A39}"/>
              </a:ext>
            </a:extLst>
          </p:cNvPr>
          <p:cNvSpPr>
            <a:spLocks/>
          </p:cNvSpPr>
          <p:nvPr/>
        </p:nvSpPr>
        <p:spPr>
          <a:xfrm>
            <a:off x="7682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data_10332">
            <a:extLst>
              <a:ext uri="{FF2B5EF4-FFF2-40B4-BE49-F238E27FC236}">
                <a16:creationId xmlns:a16="http://schemas.microsoft.com/office/drawing/2014/main" id="{281D6932-215B-47DB-BD2C-4950F4C1FF0B}"/>
              </a:ext>
            </a:extLst>
          </p:cNvPr>
          <p:cNvSpPr>
            <a:spLocks/>
          </p:cNvSpPr>
          <p:nvPr/>
        </p:nvSpPr>
        <p:spPr>
          <a:xfrm>
            <a:off x="76627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data_10333">
            <a:extLst>
              <a:ext uri="{FF2B5EF4-FFF2-40B4-BE49-F238E27FC236}">
                <a16:creationId xmlns:a16="http://schemas.microsoft.com/office/drawing/2014/main" id="{7BD68BC1-E8E8-4203-A7C7-AF1B1D0C9F72}"/>
              </a:ext>
            </a:extLst>
          </p:cNvPr>
          <p:cNvSpPr>
            <a:spLocks/>
          </p:cNvSpPr>
          <p:nvPr/>
        </p:nvSpPr>
        <p:spPr>
          <a:xfrm>
            <a:off x="76155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data_10334">
            <a:extLst>
              <a:ext uri="{FF2B5EF4-FFF2-40B4-BE49-F238E27FC236}">
                <a16:creationId xmlns:a16="http://schemas.microsoft.com/office/drawing/2014/main" id="{086CF9F9-8FCF-4837-AA28-B8A2986CE33C}"/>
              </a:ext>
            </a:extLst>
          </p:cNvPr>
          <p:cNvSpPr>
            <a:spLocks/>
          </p:cNvSpPr>
          <p:nvPr/>
        </p:nvSpPr>
        <p:spPr>
          <a:xfrm>
            <a:off x="75935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data_10335">
            <a:extLst>
              <a:ext uri="{FF2B5EF4-FFF2-40B4-BE49-F238E27FC236}">
                <a16:creationId xmlns:a16="http://schemas.microsoft.com/office/drawing/2014/main" id="{32B557A8-F8E4-4B55-99A7-A1FFD601A40C}"/>
              </a:ext>
            </a:extLst>
          </p:cNvPr>
          <p:cNvSpPr>
            <a:spLocks/>
          </p:cNvSpPr>
          <p:nvPr/>
        </p:nvSpPr>
        <p:spPr>
          <a:xfrm>
            <a:off x="7686322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data_10336">
            <a:extLst>
              <a:ext uri="{FF2B5EF4-FFF2-40B4-BE49-F238E27FC236}">
                <a16:creationId xmlns:a16="http://schemas.microsoft.com/office/drawing/2014/main" id="{8DA68B4A-15FC-4CAF-9FA4-C3CD69E7FB7F}"/>
              </a:ext>
            </a:extLst>
          </p:cNvPr>
          <p:cNvSpPr>
            <a:spLocks/>
          </p:cNvSpPr>
          <p:nvPr/>
        </p:nvSpPr>
        <p:spPr>
          <a:xfrm>
            <a:off x="76390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data_10337">
            <a:extLst>
              <a:ext uri="{FF2B5EF4-FFF2-40B4-BE49-F238E27FC236}">
                <a16:creationId xmlns:a16="http://schemas.microsoft.com/office/drawing/2014/main" id="{F3A7ED5F-418A-41CB-925F-0E525E94B91A}"/>
              </a:ext>
            </a:extLst>
          </p:cNvPr>
          <p:cNvSpPr>
            <a:spLocks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data_10338">
            <a:extLst>
              <a:ext uri="{FF2B5EF4-FFF2-40B4-BE49-F238E27FC236}">
                <a16:creationId xmlns:a16="http://schemas.microsoft.com/office/drawing/2014/main" id="{E90CB19B-F982-46E8-B867-10396A5FD9E0}"/>
              </a:ext>
            </a:extLst>
          </p:cNvPr>
          <p:cNvSpPr>
            <a:spLocks/>
          </p:cNvSpPr>
          <p:nvPr/>
        </p:nvSpPr>
        <p:spPr>
          <a:xfrm>
            <a:off x="757739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data_10339">
            <a:extLst>
              <a:ext uri="{FF2B5EF4-FFF2-40B4-BE49-F238E27FC236}">
                <a16:creationId xmlns:a16="http://schemas.microsoft.com/office/drawing/2014/main" id="{F5CC5CB0-B621-4D1D-9205-BA975BBB1198}"/>
              </a:ext>
            </a:extLst>
          </p:cNvPr>
          <p:cNvSpPr>
            <a:spLocks/>
          </p:cNvSpPr>
          <p:nvPr/>
        </p:nvSpPr>
        <p:spPr>
          <a:xfrm>
            <a:off x="76141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data_10340">
            <a:extLst>
              <a:ext uri="{FF2B5EF4-FFF2-40B4-BE49-F238E27FC236}">
                <a16:creationId xmlns:a16="http://schemas.microsoft.com/office/drawing/2014/main" id="{8943D0D3-BEF6-433F-809F-6DC0C1368016}"/>
              </a:ext>
            </a:extLst>
          </p:cNvPr>
          <p:cNvSpPr>
            <a:spLocks/>
          </p:cNvSpPr>
          <p:nvPr/>
        </p:nvSpPr>
        <p:spPr>
          <a:xfrm>
            <a:off x="7660653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data_10341">
            <a:extLst>
              <a:ext uri="{FF2B5EF4-FFF2-40B4-BE49-F238E27FC236}">
                <a16:creationId xmlns:a16="http://schemas.microsoft.com/office/drawing/2014/main" id="{8ED9FC58-BB31-41E6-976F-41D19089EAB5}"/>
              </a:ext>
            </a:extLst>
          </p:cNvPr>
          <p:cNvSpPr>
            <a:spLocks/>
          </p:cNvSpPr>
          <p:nvPr/>
        </p:nvSpPr>
        <p:spPr>
          <a:xfrm>
            <a:off x="764176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data_10342">
            <a:extLst>
              <a:ext uri="{FF2B5EF4-FFF2-40B4-BE49-F238E27FC236}">
                <a16:creationId xmlns:a16="http://schemas.microsoft.com/office/drawing/2014/main" id="{FD6CCBBB-D071-4AC4-861D-4965BFB5BE4F}"/>
              </a:ext>
            </a:extLst>
          </p:cNvPr>
          <p:cNvSpPr>
            <a:spLocks/>
          </p:cNvSpPr>
          <p:nvPr/>
        </p:nvSpPr>
        <p:spPr>
          <a:xfrm>
            <a:off x="7679937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data_10343">
            <a:extLst>
              <a:ext uri="{FF2B5EF4-FFF2-40B4-BE49-F238E27FC236}">
                <a16:creationId xmlns:a16="http://schemas.microsoft.com/office/drawing/2014/main" id="{EC014C9B-0914-46C7-8672-E77A8913159E}"/>
              </a:ext>
            </a:extLst>
          </p:cNvPr>
          <p:cNvSpPr>
            <a:spLocks/>
          </p:cNvSpPr>
          <p:nvPr/>
        </p:nvSpPr>
        <p:spPr>
          <a:xfrm>
            <a:off x="75590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data_10344">
            <a:extLst>
              <a:ext uri="{FF2B5EF4-FFF2-40B4-BE49-F238E27FC236}">
                <a16:creationId xmlns:a16="http://schemas.microsoft.com/office/drawing/2014/main" id="{047B134D-782B-4DB9-88F5-63C0E789FD9A}"/>
              </a:ext>
            </a:extLst>
          </p:cNvPr>
          <p:cNvSpPr>
            <a:spLocks/>
          </p:cNvSpPr>
          <p:nvPr/>
        </p:nvSpPr>
        <p:spPr>
          <a:xfrm>
            <a:off x="76127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data_10345">
            <a:extLst>
              <a:ext uri="{FF2B5EF4-FFF2-40B4-BE49-F238E27FC236}">
                <a16:creationId xmlns:a16="http://schemas.microsoft.com/office/drawing/2014/main" id="{552081F2-3693-48B6-85A3-1AF63B9C6352}"/>
              </a:ext>
            </a:extLst>
          </p:cNvPr>
          <p:cNvSpPr>
            <a:spLocks/>
          </p:cNvSpPr>
          <p:nvPr/>
        </p:nvSpPr>
        <p:spPr>
          <a:xfrm>
            <a:off x="76370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data_10346">
            <a:extLst>
              <a:ext uri="{FF2B5EF4-FFF2-40B4-BE49-F238E27FC236}">
                <a16:creationId xmlns:a16="http://schemas.microsoft.com/office/drawing/2014/main" id="{AB971BB1-8B45-462B-9B7F-55E0F120E7B0}"/>
              </a:ext>
            </a:extLst>
          </p:cNvPr>
          <p:cNvSpPr>
            <a:spLocks/>
          </p:cNvSpPr>
          <p:nvPr/>
        </p:nvSpPr>
        <p:spPr>
          <a:xfrm>
            <a:off x="7596547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data_10347">
            <a:extLst>
              <a:ext uri="{FF2B5EF4-FFF2-40B4-BE49-F238E27FC236}">
                <a16:creationId xmlns:a16="http://schemas.microsoft.com/office/drawing/2014/main" id="{29B068E0-62AF-4D0B-9884-16F821CFE252}"/>
              </a:ext>
            </a:extLst>
          </p:cNvPr>
          <p:cNvSpPr>
            <a:spLocks/>
          </p:cNvSpPr>
          <p:nvPr/>
        </p:nvSpPr>
        <p:spPr>
          <a:xfrm>
            <a:off x="76257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data_10348">
            <a:extLst>
              <a:ext uri="{FF2B5EF4-FFF2-40B4-BE49-F238E27FC236}">
                <a16:creationId xmlns:a16="http://schemas.microsoft.com/office/drawing/2014/main" id="{71C221A6-847A-42B0-9E22-833495BA1C22}"/>
              </a:ext>
            </a:extLst>
          </p:cNvPr>
          <p:cNvSpPr>
            <a:spLocks/>
          </p:cNvSpPr>
          <p:nvPr/>
        </p:nvSpPr>
        <p:spPr>
          <a:xfrm>
            <a:off x="760931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data_10349">
            <a:extLst>
              <a:ext uri="{FF2B5EF4-FFF2-40B4-BE49-F238E27FC236}">
                <a16:creationId xmlns:a16="http://schemas.microsoft.com/office/drawing/2014/main" id="{9AFBB201-DEE5-475D-90A4-A98F92BD4C9F}"/>
              </a:ext>
            </a:extLst>
          </p:cNvPr>
          <p:cNvSpPr>
            <a:spLocks/>
          </p:cNvSpPr>
          <p:nvPr/>
        </p:nvSpPr>
        <p:spPr>
          <a:xfrm>
            <a:off x="7665605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data_10350">
            <a:extLst>
              <a:ext uri="{FF2B5EF4-FFF2-40B4-BE49-F238E27FC236}">
                <a16:creationId xmlns:a16="http://schemas.microsoft.com/office/drawing/2014/main" id="{C376E0A7-B1DE-469D-A113-A01A35D15810}"/>
              </a:ext>
            </a:extLst>
          </p:cNvPr>
          <p:cNvSpPr>
            <a:spLocks/>
          </p:cNvSpPr>
          <p:nvPr/>
        </p:nvSpPr>
        <p:spPr>
          <a:xfrm>
            <a:off x="7573355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data_10351">
            <a:extLst>
              <a:ext uri="{FF2B5EF4-FFF2-40B4-BE49-F238E27FC236}">
                <a16:creationId xmlns:a16="http://schemas.microsoft.com/office/drawing/2014/main" id="{7092F725-4FE0-4139-B111-1482688FB2BA}"/>
              </a:ext>
            </a:extLst>
          </p:cNvPr>
          <p:cNvSpPr>
            <a:spLocks/>
          </p:cNvSpPr>
          <p:nvPr/>
        </p:nvSpPr>
        <p:spPr>
          <a:xfrm>
            <a:off x="75793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data_10352">
            <a:extLst>
              <a:ext uri="{FF2B5EF4-FFF2-40B4-BE49-F238E27FC236}">
                <a16:creationId xmlns:a16="http://schemas.microsoft.com/office/drawing/2014/main" id="{586198E4-DE42-4767-8192-59B56B40DE4B}"/>
              </a:ext>
            </a:extLst>
          </p:cNvPr>
          <p:cNvSpPr>
            <a:spLocks/>
          </p:cNvSpPr>
          <p:nvPr/>
        </p:nvSpPr>
        <p:spPr>
          <a:xfrm>
            <a:off x="76335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data_10353">
            <a:extLst>
              <a:ext uri="{FF2B5EF4-FFF2-40B4-BE49-F238E27FC236}">
                <a16:creationId xmlns:a16="http://schemas.microsoft.com/office/drawing/2014/main" id="{BBF7C0FA-FC50-4F6B-982E-0D7B100B8A34}"/>
              </a:ext>
            </a:extLst>
          </p:cNvPr>
          <p:cNvSpPr>
            <a:spLocks/>
          </p:cNvSpPr>
          <p:nvPr/>
        </p:nvSpPr>
        <p:spPr>
          <a:xfrm>
            <a:off x="76323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data_10354">
            <a:extLst>
              <a:ext uri="{FF2B5EF4-FFF2-40B4-BE49-F238E27FC236}">
                <a16:creationId xmlns:a16="http://schemas.microsoft.com/office/drawing/2014/main" id="{C2E22CAF-3E69-4A13-ABB3-CFAAD8EC93E7}"/>
              </a:ext>
            </a:extLst>
          </p:cNvPr>
          <p:cNvSpPr>
            <a:spLocks/>
          </p:cNvSpPr>
          <p:nvPr/>
        </p:nvSpPr>
        <p:spPr>
          <a:xfrm>
            <a:off x="76747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data_10355">
            <a:extLst>
              <a:ext uri="{FF2B5EF4-FFF2-40B4-BE49-F238E27FC236}">
                <a16:creationId xmlns:a16="http://schemas.microsoft.com/office/drawing/2014/main" id="{BD6518D6-7C15-4974-A917-B7DE31D7C424}"/>
              </a:ext>
            </a:extLst>
          </p:cNvPr>
          <p:cNvSpPr>
            <a:spLocks/>
          </p:cNvSpPr>
          <p:nvPr/>
        </p:nvSpPr>
        <p:spPr>
          <a:xfrm>
            <a:off x="765505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data_10356">
            <a:extLst>
              <a:ext uri="{FF2B5EF4-FFF2-40B4-BE49-F238E27FC236}">
                <a16:creationId xmlns:a16="http://schemas.microsoft.com/office/drawing/2014/main" id="{B87A61D4-A0F8-4C75-9322-1CF52E1A6196}"/>
              </a:ext>
            </a:extLst>
          </p:cNvPr>
          <p:cNvSpPr>
            <a:spLocks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data_10357">
            <a:extLst>
              <a:ext uri="{FF2B5EF4-FFF2-40B4-BE49-F238E27FC236}">
                <a16:creationId xmlns:a16="http://schemas.microsoft.com/office/drawing/2014/main" id="{C0D16623-C3CF-4C65-A78F-7B53A2A76810}"/>
              </a:ext>
            </a:extLst>
          </p:cNvPr>
          <p:cNvSpPr>
            <a:spLocks/>
          </p:cNvSpPr>
          <p:nvPr/>
        </p:nvSpPr>
        <p:spPr>
          <a:xfrm>
            <a:off x="76576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data_10358">
            <a:extLst>
              <a:ext uri="{FF2B5EF4-FFF2-40B4-BE49-F238E27FC236}">
                <a16:creationId xmlns:a16="http://schemas.microsoft.com/office/drawing/2014/main" id="{000EE3FF-9BED-458F-94D5-EF83CDAF9392}"/>
              </a:ext>
            </a:extLst>
          </p:cNvPr>
          <p:cNvSpPr>
            <a:spLocks/>
          </p:cNvSpPr>
          <p:nvPr/>
        </p:nvSpPr>
        <p:spPr>
          <a:xfrm>
            <a:off x="764710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data_10359">
            <a:extLst>
              <a:ext uri="{FF2B5EF4-FFF2-40B4-BE49-F238E27FC236}">
                <a16:creationId xmlns:a16="http://schemas.microsoft.com/office/drawing/2014/main" id="{A93F46B2-A52E-4D8A-ABA7-CC798392A1E7}"/>
              </a:ext>
            </a:extLst>
          </p:cNvPr>
          <p:cNvSpPr>
            <a:spLocks/>
          </p:cNvSpPr>
          <p:nvPr/>
        </p:nvSpPr>
        <p:spPr>
          <a:xfrm>
            <a:off x="7652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data_10360">
            <a:extLst>
              <a:ext uri="{FF2B5EF4-FFF2-40B4-BE49-F238E27FC236}">
                <a16:creationId xmlns:a16="http://schemas.microsoft.com/office/drawing/2014/main" id="{98A95F8B-13B4-4A42-8B29-3C88B305BDF2}"/>
              </a:ext>
            </a:extLst>
          </p:cNvPr>
          <p:cNvSpPr>
            <a:spLocks/>
          </p:cNvSpPr>
          <p:nvPr/>
        </p:nvSpPr>
        <p:spPr>
          <a:xfrm>
            <a:off x="76280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data_10361">
            <a:extLst>
              <a:ext uri="{FF2B5EF4-FFF2-40B4-BE49-F238E27FC236}">
                <a16:creationId xmlns:a16="http://schemas.microsoft.com/office/drawing/2014/main" id="{D7FF83CB-8AF5-45A2-8E3F-661B64AC1875}"/>
              </a:ext>
            </a:extLst>
          </p:cNvPr>
          <p:cNvSpPr>
            <a:spLocks/>
          </p:cNvSpPr>
          <p:nvPr/>
        </p:nvSpPr>
        <p:spPr>
          <a:xfrm>
            <a:off x="75604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data_10362">
            <a:extLst>
              <a:ext uri="{FF2B5EF4-FFF2-40B4-BE49-F238E27FC236}">
                <a16:creationId xmlns:a16="http://schemas.microsoft.com/office/drawing/2014/main" id="{9994A85F-2790-420D-BE69-E123E7ED3095}"/>
              </a:ext>
            </a:extLst>
          </p:cNvPr>
          <p:cNvSpPr>
            <a:spLocks/>
          </p:cNvSpPr>
          <p:nvPr/>
        </p:nvSpPr>
        <p:spPr>
          <a:xfrm>
            <a:off x="7647624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data_10363">
            <a:extLst>
              <a:ext uri="{FF2B5EF4-FFF2-40B4-BE49-F238E27FC236}">
                <a16:creationId xmlns:a16="http://schemas.microsoft.com/office/drawing/2014/main" id="{F22893D5-E7CE-488D-A238-D5178A22D4D2}"/>
              </a:ext>
            </a:extLst>
          </p:cNvPr>
          <p:cNvSpPr>
            <a:spLocks/>
          </p:cNvSpPr>
          <p:nvPr/>
        </p:nvSpPr>
        <p:spPr>
          <a:xfrm>
            <a:off x="7664823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data_10364">
            <a:extLst>
              <a:ext uri="{FF2B5EF4-FFF2-40B4-BE49-F238E27FC236}">
                <a16:creationId xmlns:a16="http://schemas.microsoft.com/office/drawing/2014/main" id="{407AB656-91FB-4015-B405-F51D3EE833F5}"/>
              </a:ext>
            </a:extLst>
          </p:cNvPr>
          <p:cNvSpPr>
            <a:spLocks/>
          </p:cNvSpPr>
          <p:nvPr/>
        </p:nvSpPr>
        <p:spPr>
          <a:xfrm>
            <a:off x="75820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data_10365">
            <a:extLst>
              <a:ext uri="{FF2B5EF4-FFF2-40B4-BE49-F238E27FC236}">
                <a16:creationId xmlns:a16="http://schemas.microsoft.com/office/drawing/2014/main" id="{1F9F1AAC-B620-4CA7-95F9-A6FA2A94F398}"/>
              </a:ext>
            </a:extLst>
          </p:cNvPr>
          <p:cNvSpPr>
            <a:spLocks/>
          </p:cNvSpPr>
          <p:nvPr/>
        </p:nvSpPr>
        <p:spPr>
          <a:xfrm>
            <a:off x="757231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data_10366">
            <a:extLst>
              <a:ext uri="{FF2B5EF4-FFF2-40B4-BE49-F238E27FC236}">
                <a16:creationId xmlns:a16="http://schemas.microsoft.com/office/drawing/2014/main" id="{A46A0984-861A-4AD6-884B-5DE825BAFA03}"/>
              </a:ext>
            </a:extLst>
          </p:cNvPr>
          <p:cNvSpPr>
            <a:spLocks/>
          </p:cNvSpPr>
          <p:nvPr/>
        </p:nvSpPr>
        <p:spPr>
          <a:xfrm>
            <a:off x="764736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data_10367">
            <a:extLst>
              <a:ext uri="{FF2B5EF4-FFF2-40B4-BE49-F238E27FC236}">
                <a16:creationId xmlns:a16="http://schemas.microsoft.com/office/drawing/2014/main" id="{E12119A9-F4AD-4FED-80E7-BCC963E8D292}"/>
              </a:ext>
            </a:extLst>
          </p:cNvPr>
          <p:cNvSpPr>
            <a:spLocks/>
          </p:cNvSpPr>
          <p:nvPr/>
        </p:nvSpPr>
        <p:spPr>
          <a:xfrm>
            <a:off x="7680980" y="553698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data_10368">
            <a:extLst>
              <a:ext uri="{FF2B5EF4-FFF2-40B4-BE49-F238E27FC236}">
                <a16:creationId xmlns:a16="http://schemas.microsoft.com/office/drawing/2014/main" id="{4A032241-49EF-474E-BCA0-2DFEC793901F}"/>
              </a:ext>
            </a:extLst>
          </p:cNvPr>
          <p:cNvSpPr>
            <a:spLocks/>
          </p:cNvSpPr>
          <p:nvPr/>
        </p:nvSpPr>
        <p:spPr>
          <a:xfrm>
            <a:off x="768658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data_10369">
            <a:extLst>
              <a:ext uri="{FF2B5EF4-FFF2-40B4-BE49-F238E27FC236}">
                <a16:creationId xmlns:a16="http://schemas.microsoft.com/office/drawing/2014/main" id="{7A57151D-048C-4429-85DF-D24738639090}"/>
              </a:ext>
            </a:extLst>
          </p:cNvPr>
          <p:cNvSpPr>
            <a:spLocks/>
          </p:cNvSpPr>
          <p:nvPr/>
        </p:nvSpPr>
        <p:spPr>
          <a:xfrm>
            <a:off x="760605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data_10370">
            <a:extLst>
              <a:ext uri="{FF2B5EF4-FFF2-40B4-BE49-F238E27FC236}">
                <a16:creationId xmlns:a16="http://schemas.microsoft.com/office/drawing/2014/main" id="{C05BAC5A-12EA-4655-B9DF-2001BF23FA16}"/>
              </a:ext>
            </a:extLst>
          </p:cNvPr>
          <p:cNvSpPr>
            <a:spLocks/>
          </p:cNvSpPr>
          <p:nvPr/>
        </p:nvSpPr>
        <p:spPr>
          <a:xfrm>
            <a:off x="7653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data_10371">
            <a:extLst>
              <a:ext uri="{FF2B5EF4-FFF2-40B4-BE49-F238E27FC236}">
                <a16:creationId xmlns:a16="http://schemas.microsoft.com/office/drawing/2014/main" id="{F475F470-2B4D-4696-B53E-D48B893CF2E6}"/>
              </a:ext>
            </a:extLst>
          </p:cNvPr>
          <p:cNvSpPr>
            <a:spLocks/>
          </p:cNvSpPr>
          <p:nvPr/>
        </p:nvSpPr>
        <p:spPr>
          <a:xfrm>
            <a:off x="76637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data_10372">
            <a:extLst>
              <a:ext uri="{FF2B5EF4-FFF2-40B4-BE49-F238E27FC236}">
                <a16:creationId xmlns:a16="http://schemas.microsoft.com/office/drawing/2014/main" id="{E6EAC9A0-5017-4EB5-A8C8-3C5967052F07}"/>
              </a:ext>
            </a:extLst>
          </p:cNvPr>
          <p:cNvSpPr>
            <a:spLocks/>
          </p:cNvSpPr>
          <p:nvPr/>
        </p:nvSpPr>
        <p:spPr>
          <a:xfrm>
            <a:off x="7679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data_10373">
            <a:extLst>
              <a:ext uri="{FF2B5EF4-FFF2-40B4-BE49-F238E27FC236}">
                <a16:creationId xmlns:a16="http://schemas.microsoft.com/office/drawing/2014/main" id="{DF5898D0-0144-4D25-BE63-26F8616CD787}"/>
              </a:ext>
            </a:extLst>
          </p:cNvPr>
          <p:cNvSpPr>
            <a:spLocks/>
          </p:cNvSpPr>
          <p:nvPr/>
        </p:nvSpPr>
        <p:spPr>
          <a:xfrm>
            <a:off x="76657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data_10374">
            <a:extLst>
              <a:ext uri="{FF2B5EF4-FFF2-40B4-BE49-F238E27FC236}">
                <a16:creationId xmlns:a16="http://schemas.microsoft.com/office/drawing/2014/main" id="{13ED8581-CC5F-4050-A165-08704A5A4C0A}"/>
              </a:ext>
            </a:extLst>
          </p:cNvPr>
          <p:cNvSpPr>
            <a:spLocks/>
          </p:cNvSpPr>
          <p:nvPr/>
        </p:nvSpPr>
        <p:spPr>
          <a:xfrm>
            <a:off x="76460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data_10375">
            <a:extLst>
              <a:ext uri="{FF2B5EF4-FFF2-40B4-BE49-F238E27FC236}">
                <a16:creationId xmlns:a16="http://schemas.microsoft.com/office/drawing/2014/main" id="{04D7D7C5-059E-49F5-9160-20FD3D5FF2AB}"/>
              </a:ext>
            </a:extLst>
          </p:cNvPr>
          <p:cNvSpPr>
            <a:spLocks/>
          </p:cNvSpPr>
          <p:nvPr/>
        </p:nvSpPr>
        <p:spPr>
          <a:xfrm>
            <a:off x="75661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data_10376">
            <a:extLst>
              <a:ext uri="{FF2B5EF4-FFF2-40B4-BE49-F238E27FC236}">
                <a16:creationId xmlns:a16="http://schemas.microsoft.com/office/drawing/2014/main" id="{4419E23B-36A8-45B2-9409-FA60998A914C}"/>
              </a:ext>
            </a:extLst>
          </p:cNvPr>
          <p:cNvSpPr>
            <a:spLocks/>
          </p:cNvSpPr>
          <p:nvPr/>
        </p:nvSpPr>
        <p:spPr>
          <a:xfrm>
            <a:off x="7578827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data_10377">
            <a:extLst>
              <a:ext uri="{FF2B5EF4-FFF2-40B4-BE49-F238E27FC236}">
                <a16:creationId xmlns:a16="http://schemas.microsoft.com/office/drawing/2014/main" id="{90DBF401-94A1-4D4E-B7F9-DAF6669A483C}"/>
              </a:ext>
            </a:extLst>
          </p:cNvPr>
          <p:cNvSpPr>
            <a:spLocks/>
          </p:cNvSpPr>
          <p:nvPr/>
        </p:nvSpPr>
        <p:spPr>
          <a:xfrm>
            <a:off x="76473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data_10378">
            <a:extLst>
              <a:ext uri="{FF2B5EF4-FFF2-40B4-BE49-F238E27FC236}">
                <a16:creationId xmlns:a16="http://schemas.microsoft.com/office/drawing/2014/main" id="{9FFC5688-CF39-44DC-BFB7-F8E0447455DC}"/>
              </a:ext>
            </a:extLst>
          </p:cNvPr>
          <p:cNvSpPr>
            <a:spLocks/>
          </p:cNvSpPr>
          <p:nvPr/>
        </p:nvSpPr>
        <p:spPr>
          <a:xfrm>
            <a:off x="76342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data_10379">
            <a:extLst>
              <a:ext uri="{FF2B5EF4-FFF2-40B4-BE49-F238E27FC236}">
                <a16:creationId xmlns:a16="http://schemas.microsoft.com/office/drawing/2014/main" id="{376CB16A-533C-4C48-8900-91BDD7F4C0D8}"/>
              </a:ext>
            </a:extLst>
          </p:cNvPr>
          <p:cNvSpPr>
            <a:spLocks/>
          </p:cNvSpPr>
          <p:nvPr/>
        </p:nvSpPr>
        <p:spPr>
          <a:xfrm>
            <a:off x="7584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data_10380">
            <a:extLst>
              <a:ext uri="{FF2B5EF4-FFF2-40B4-BE49-F238E27FC236}">
                <a16:creationId xmlns:a16="http://schemas.microsoft.com/office/drawing/2014/main" id="{B8649FDF-BFBB-4AC8-97C4-0FA0D6F56AA1}"/>
              </a:ext>
            </a:extLst>
          </p:cNvPr>
          <p:cNvSpPr>
            <a:spLocks/>
          </p:cNvSpPr>
          <p:nvPr/>
        </p:nvSpPr>
        <p:spPr>
          <a:xfrm>
            <a:off x="76078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data_10381">
            <a:extLst>
              <a:ext uri="{FF2B5EF4-FFF2-40B4-BE49-F238E27FC236}">
                <a16:creationId xmlns:a16="http://schemas.microsoft.com/office/drawing/2014/main" id="{FFFD302B-DF7C-4C30-82C2-F33717CA16B1}"/>
              </a:ext>
            </a:extLst>
          </p:cNvPr>
          <p:cNvSpPr>
            <a:spLocks/>
          </p:cNvSpPr>
          <p:nvPr/>
        </p:nvSpPr>
        <p:spPr>
          <a:xfrm>
            <a:off x="756175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data_10382">
            <a:extLst>
              <a:ext uri="{FF2B5EF4-FFF2-40B4-BE49-F238E27FC236}">
                <a16:creationId xmlns:a16="http://schemas.microsoft.com/office/drawing/2014/main" id="{AFD55601-3B0A-4196-A731-099BA35DB0AF}"/>
              </a:ext>
            </a:extLst>
          </p:cNvPr>
          <p:cNvSpPr>
            <a:spLocks/>
          </p:cNvSpPr>
          <p:nvPr/>
        </p:nvSpPr>
        <p:spPr>
          <a:xfrm>
            <a:off x="82685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data_10383">
            <a:extLst>
              <a:ext uri="{FF2B5EF4-FFF2-40B4-BE49-F238E27FC236}">
                <a16:creationId xmlns:a16="http://schemas.microsoft.com/office/drawing/2014/main" id="{27252967-B4FB-487C-8937-7BA8E3DB1468}"/>
              </a:ext>
            </a:extLst>
          </p:cNvPr>
          <p:cNvSpPr>
            <a:spLocks/>
          </p:cNvSpPr>
          <p:nvPr/>
        </p:nvSpPr>
        <p:spPr>
          <a:xfrm>
            <a:off x="83518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data_10384">
            <a:extLst>
              <a:ext uri="{FF2B5EF4-FFF2-40B4-BE49-F238E27FC236}">
                <a16:creationId xmlns:a16="http://schemas.microsoft.com/office/drawing/2014/main" id="{D80D9E5B-46D3-41FB-B5FF-491788AE91CC}"/>
              </a:ext>
            </a:extLst>
          </p:cNvPr>
          <p:cNvSpPr>
            <a:spLocks/>
          </p:cNvSpPr>
          <p:nvPr/>
        </p:nvSpPr>
        <p:spPr>
          <a:xfrm>
            <a:off x="8241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data_10385">
            <a:extLst>
              <a:ext uri="{FF2B5EF4-FFF2-40B4-BE49-F238E27FC236}">
                <a16:creationId xmlns:a16="http://schemas.microsoft.com/office/drawing/2014/main" id="{D66D5448-29F0-46C7-B5AE-6718EEF6F152}"/>
              </a:ext>
            </a:extLst>
          </p:cNvPr>
          <p:cNvSpPr>
            <a:spLocks/>
          </p:cNvSpPr>
          <p:nvPr/>
        </p:nvSpPr>
        <p:spPr>
          <a:xfrm>
            <a:off x="8341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data_10386">
            <a:extLst>
              <a:ext uri="{FF2B5EF4-FFF2-40B4-BE49-F238E27FC236}">
                <a16:creationId xmlns:a16="http://schemas.microsoft.com/office/drawing/2014/main" id="{D2D99244-E714-437D-8146-9A202EEE5490}"/>
              </a:ext>
            </a:extLst>
          </p:cNvPr>
          <p:cNvSpPr>
            <a:spLocks/>
          </p:cNvSpPr>
          <p:nvPr/>
        </p:nvSpPr>
        <p:spPr>
          <a:xfrm>
            <a:off x="82897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data_10387">
            <a:extLst>
              <a:ext uri="{FF2B5EF4-FFF2-40B4-BE49-F238E27FC236}">
                <a16:creationId xmlns:a16="http://schemas.microsoft.com/office/drawing/2014/main" id="{086DD1D2-72E5-48D8-BCFE-FA4C3603E071}"/>
              </a:ext>
            </a:extLst>
          </p:cNvPr>
          <p:cNvSpPr>
            <a:spLocks/>
          </p:cNvSpPr>
          <p:nvPr/>
        </p:nvSpPr>
        <p:spPr>
          <a:xfrm>
            <a:off x="8361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data_10388">
            <a:extLst>
              <a:ext uri="{FF2B5EF4-FFF2-40B4-BE49-F238E27FC236}">
                <a16:creationId xmlns:a16="http://schemas.microsoft.com/office/drawing/2014/main" id="{F2FBE62E-D2C4-4FF7-82E4-C890D291420B}"/>
              </a:ext>
            </a:extLst>
          </p:cNvPr>
          <p:cNvSpPr>
            <a:spLocks/>
          </p:cNvSpPr>
          <p:nvPr/>
        </p:nvSpPr>
        <p:spPr>
          <a:xfrm>
            <a:off x="82683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data_10389">
            <a:extLst>
              <a:ext uri="{FF2B5EF4-FFF2-40B4-BE49-F238E27FC236}">
                <a16:creationId xmlns:a16="http://schemas.microsoft.com/office/drawing/2014/main" id="{9BE8F912-FABD-4C52-9A6F-AE8C38647F3D}"/>
              </a:ext>
            </a:extLst>
          </p:cNvPr>
          <p:cNvSpPr>
            <a:spLocks/>
          </p:cNvSpPr>
          <p:nvPr/>
        </p:nvSpPr>
        <p:spPr>
          <a:xfrm>
            <a:off x="83319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data_10390">
            <a:extLst>
              <a:ext uri="{FF2B5EF4-FFF2-40B4-BE49-F238E27FC236}">
                <a16:creationId xmlns:a16="http://schemas.microsoft.com/office/drawing/2014/main" id="{5580149E-56F7-4281-900B-F382D14DB4A3}"/>
              </a:ext>
            </a:extLst>
          </p:cNvPr>
          <p:cNvSpPr>
            <a:spLocks/>
          </p:cNvSpPr>
          <p:nvPr/>
        </p:nvSpPr>
        <p:spPr>
          <a:xfrm>
            <a:off x="824569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data_10391">
            <a:extLst>
              <a:ext uri="{FF2B5EF4-FFF2-40B4-BE49-F238E27FC236}">
                <a16:creationId xmlns:a16="http://schemas.microsoft.com/office/drawing/2014/main" id="{D7853252-F700-4638-9669-E8E60956C064}"/>
              </a:ext>
            </a:extLst>
          </p:cNvPr>
          <p:cNvSpPr>
            <a:spLocks/>
          </p:cNvSpPr>
          <p:nvPr/>
        </p:nvSpPr>
        <p:spPr>
          <a:xfrm>
            <a:off x="82734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data_10392">
            <a:extLst>
              <a:ext uri="{FF2B5EF4-FFF2-40B4-BE49-F238E27FC236}">
                <a16:creationId xmlns:a16="http://schemas.microsoft.com/office/drawing/2014/main" id="{8F6A3EA1-65D1-467B-A5F5-5D1D024FE8EC}"/>
              </a:ext>
            </a:extLst>
          </p:cNvPr>
          <p:cNvSpPr>
            <a:spLocks/>
          </p:cNvSpPr>
          <p:nvPr/>
        </p:nvSpPr>
        <p:spPr>
          <a:xfrm>
            <a:off x="8245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data_10393">
            <a:extLst>
              <a:ext uri="{FF2B5EF4-FFF2-40B4-BE49-F238E27FC236}">
                <a16:creationId xmlns:a16="http://schemas.microsoft.com/office/drawing/2014/main" id="{E20CA163-90E5-4995-89AF-5BA87308409A}"/>
              </a:ext>
            </a:extLst>
          </p:cNvPr>
          <p:cNvSpPr>
            <a:spLocks/>
          </p:cNvSpPr>
          <p:nvPr/>
        </p:nvSpPr>
        <p:spPr>
          <a:xfrm>
            <a:off x="83190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data_10394">
            <a:extLst>
              <a:ext uri="{FF2B5EF4-FFF2-40B4-BE49-F238E27FC236}">
                <a16:creationId xmlns:a16="http://schemas.microsoft.com/office/drawing/2014/main" id="{9D524AB1-B1F5-4BAC-9565-E582BDB89A9B}"/>
              </a:ext>
            </a:extLst>
          </p:cNvPr>
          <p:cNvSpPr>
            <a:spLocks/>
          </p:cNvSpPr>
          <p:nvPr/>
        </p:nvSpPr>
        <p:spPr>
          <a:xfrm>
            <a:off x="8263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data_10395">
            <a:extLst>
              <a:ext uri="{FF2B5EF4-FFF2-40B4-BE49-F238E27FC236}">
                <a16:creationId xmlns:a16="http://schemas.microsoft.com/office/drawing/2014/main" id="{C143FC85-9385-4FDA-A4EC-5FF57C6BB379}"/>
              </a:ext>
            </a:extLst>
          </p:cNvPr>
          <p:cNvSpPr>
            <a:spLocks/>
          </p:cNvSpPr>
          <p:nvPr/>
        </p:nvSpPr>
        <p:spPr>
          <a:xfrm>
            <a:off x="83021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data_10396">
            <a:extLst>
              <a:ext uri="{FF2B5EF4-FFF2-40B4-BE49-F238E27FC236}">
                <a16:creationId xmlns:a16="http://schemas.microsoft.com/office/drawing/2014/main" id="{3B6671F1-37B0-4316-85D1-1C825FEEE72A}"/>
              </a:ext>
            </a:extLst>
          </p:cNvPr>
          <p:cNvSpPr>
            <a:spLocks/>
          </p:cNvSpPr>
          <p:nvPr/>
        </p:nvSpPr>
        <p:spPr>
          <a:xfrm>
            <a:off x="82883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data_10397">
            <a:extLst>
              <a:ext uri="{FF2B5EF4-FFF2-40B4-BE49-F238E27FC236}">
                <a16:creationId xmlns:a16="http://schemas.microsoft.com/office/drawing/2014/main" id="{873AB164-149F-4F51-AB5F-E55A470A86F0}"/>
              </a:ext>
            </a:extLst>
          </p:cNvPr>
          <p:cNvSpPr>
            <a:spLocks/>
          </p:cNvSpPr>
          <p:nvPr/>
        </p:nvSpPr>
        <p:spPr>
          <a:xfrm>
            <a:off x="8275406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data_10398">
            <a:extLst>
              <a:ext uri="{FF2B5EF4-FFF2-40B4-BE49-F238E27FC236}">
                <a16:creationId xmlns:a16="http://schemas.microsoft.com/office/drawing/2014/main" id="{AD87DF65-F127-4046-A4F9-620C15500CDE}"/>
              </a:ext>
            </a:extLst>
          </p:cNvPr>
          <p:cNvSpPr>
            <a:spLocks/>
          </p:cNvSpPr>
          <p:nvPr/>
        </p:nvSpPr>
        <p:spPr>
          <a:xfrm>
            <a:off x="824504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data_10399">
            <a:extLst>
              <a:ext uri="{FF2B5EF4-FFF2-40B4-BE49-F238E27FC236}">
                <a16:creationId xmlns:a16="http://schemas.microsoft.com/office/drawing/2014/main" id="{BB7BE181-81ED-45B8-85D1-7E8254E23E3C}"/>
              </a:ext>
            </a:extLst>
          </p:cNvPr>
          <p:cNvSpPr>
            <a:spLocks/>
          </p:cNvSpPr>
          <p:nvPr/>
        </p:nvSpPr>
        <p:spPr>
          <a:xfrm>
            <a:off x="8362053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data_10400">
            <a:extLst>
              <a:ext uri="{FF2B5EF4-FFF2-40B4-BE49-F238E27FC236}">
                <a16:creationId xmlns:a16="http://schemas.microsoft.com/office/drawing/2014/main" id="{E24032C5-98F2-4C51-BE6E-33CCA01D5D2F}"/>
              </a:ext>
            </a:extLst>
          </p:cNvPr>
          <p:cNvSpPr>
            <a:spLocks/>
          </p:cNvSpPr>
          <p:nvPr/>
        </p:nvSpPr>
        <p:spPr>
          <a:xfrm>
            <a:off x="82468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data_10401">
            <a:extLst>
              <a:ext uri="{FF2B5EF4-FFF2-40B4-BE49-F238E27FC236}">
                <a16:creationId xmlns:a16="http://schemas.microsoft.com/office/drawing/2014/main" id="{796DAEF0-7AAB-40DE-9EA1-D2937D207451}"/>
              </a:ext>
            </a:extLst>
          </p:cNvPr>
          <p:cNvSpPr>
            <a:spLocks/>
          </p:cNvSpPr>
          <p:nvPr/>
        </p:nvSpPr>
        <p:spPr>
          <a:xfrm>
            <a:off x="83524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data_10402">
            <a:extLst>
              <a:ext uri="{FF2B5EF4-FFF2-40B4-BE49-F238E27FC236}">
                <a16:creationId xmlns:a16="http://schemas.microsoft.com/office/drawing/2014/main" id="{76DAD6D1-CE7B-474E-B6C6-1C4822B0EB57}"/>
              </a:ext>
            </a:extLst>
          </p:cNvPr>
          <p:cNvSpPr>
            <a:spLocks/>
          </p:cNvSpPr>
          <p:nvPr/>
        </p:nvSpPr>
        <p:spPr>
          <a:xfrm>
            <a:off x="8290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data_10403">
            <a:extLst>
              <a:ext uri="{FF2B5EF4-FFF2-40B4-BE49-F238E27FC236}">
                <a16:creationId xmlns:a16="http://schemas.microsoft.com/office/drawing/2014/main" id="{9B0E1C85-E4AF-4EA8-87E7-8349708905D7}"/>
              </a:ext>
            </a:extLst>
          </p:cNvPr>
          <p:cNvSpPr>
            <a:spLocks/>
          </p:cNvSpPr>
          <p:nvPr/>
        </p:nvSpPr>
        <p:spPr>
          <a:xfrm>
            <a:off x="836739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data_10404">
            <a:extLst>
              <a:ext uri="{FF2B5EF4-FFF2-40B4-BE49-F238E27FC236}">
                <a16:creationId xmlns:a16="http://schemas.microsoft.com/office/drawing/2014/main" id="{F4436116-C492-45A8-A96B-2776C7DCDDBA}"/>
              </a:ext>
            </a:extLst>
          </p:cNvPr>
          <p:cNvSpPr>
            <a:spLocks/>
          </p:cNvSpPr>
          <p:nvPr/>
        </p:nvSpPr>
        <p:spPr>
          <a:xfrm>
            <a:off x="83266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data_10405">
            <a:extLst>
              <a:ext uri="{FF2B5EF4-FFF2-40B4-BE49-F238E27FC236}">
                <a16:creationId xmlns:a16="http://schemas.microsoft.com/office/drawing/2014/main" id="{DDFBE584-57DD-4509-986D-DB5AE9844195}"/>
              </a:ext>
            </a:extLst>
          </p:cNvPr>
          <p:cNvSpPr>
            <a:spLocks/>
          </p:cNvSpPr>
          <p:nvPr/>
        </p:nvSpPr>
        <p:spPr>
          <a:xfrm>
            <a:off x="8335472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data_10406">
            <a:extLst>
              <a:ext uri="{FF2B5EF4-FFF2-40B4-BE49-F238E27FC236}">
                <a16:creationId xmlns:a16="http://schemas.microsoft.com/office/drawing/2014/main" id="{BB75A675-0F30-49EE-BFEA-A0E659D0F86C}"/>
              </a:ext>
            </a:extLst>
          </p:cNvPr>
          <p:cNvSpPr>
            <a:spLocks/>
          </p:cNvSpPr>
          <p:nvPr/>
        </p:nvSpPr>
        <p:spPr>
          <a:xfrm>
            <a:off x="8278272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data_10407">
            <a:extLst>
              <a:ext uri="{FF2B5EF4-FFF2-40B4-BE49-F238E27FC236}">
                <a16:creationId xmlns:a16="http://schemas.microsoft.com/office/drawing/2014/main" id="{02631BAC-21C0-4FEB-8A13-D3F213E4AB5C}"/>
              </a:ext>
            </a:extLst>
          </p:cNvPr>
          <p:cNvSpPr>
            <a:spLocks/>
          </p:cNvSpPr>
          <p:nvPr/>
        </p:nvSpPr>
        <p:spPr>
          <a:xfrm>
            <a:off x="836009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data_10408">
            <a:extLst>
              <a:ext uri="{FF2B5EF4-FFF2-40B4-BE49-F238E27FC236}">
                <a16:creationId xmlns:a16="http://schemas.microsoft.com/office/drawing/2014/main" id="{58E6F963-11AA-4C92-8DF0-9B8A51CEEE23}"/>
              </a:ext>
            </a:extLst>
          </p:cNvPr>
          <p:cNvSpPr>
            <a:spLocks/>
          </p:cNvSpPr>
          <p:nvPr/>
        </p:nvSpPr>
        <p:spPr>
          <a:xfrm>
            <a:off x="8335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data_10409">
            <a:extLst>
              <a:ext uri="{FF2B5EF4-FFF2-40B4-BE49-F238E27FC236}">
                <a16:creationId xmlns:a16="http://schemas.microsoft.com/office/drawing/2014/main" id="{99BF2B3B-6571-45FF-B70C-D8A5D8529445}"/>
              </a:ext>
            </a:extLst>
          </p:cNvPr>
          <p:cNvSpPr>
            <a:spLocks/>
          </p:cNvSpPr>
          <p:nvPr/>
        </p:nvSpPr>
        <p:spPr>
          <a:xfrm>
            <a:off x="82613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data_10410">
            <a:extLst>
              <a:ext uri="{FF2B5EF4-FFF2-40B4-BE49-F238E27FC236}">
                <a16:creationId xmlns:a16="http://schemas.microsoft.com/office/drawing/2014/main" id="{16C76144-F8B7-4105-AA8F-009BA5C8BEFB}"/>
              </a:ext>
            </a:extLst>
          </p:cNvPr>
          <p:cNvSpPr>
            <a:spLocks/>
          </p:cNvSpPr>
          <p:nvPr/>
        </p:nvSpPr>
        <p:spPr>
          <a:xfrm>
            <a:off x="8333518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data_10411">
            <a:extLst>
              <a:ext uri="{FF2B5EF4-FFF2-40B4-BE49-F238E27FC236}">
                <a16:creationId xmlns:a16="http://schemas.microsoft.com/office/drawing/2014/main" id="{1550D7C9-A71E-41FC-8CF4-25067C4B1C79}"/>
              </a:ext>
            </a:extLst>
          </p:cNvPr>
          <p:cNvSpPr>
            <a:spLocks/>
          </p:cNvSpPr>
          <p:nvPr/>
        </p:nvSpPr>
        <p:spPr>
          <a:xfrm>
            <a:off x="8267979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data_10412">
            <a:extLst>
              <a:ext uri="{FF2B5EF4-FFF2-40B4-BE49-F238E27FC236}">
                <a16:creationId xmlns:a16="http://schemas.microsoft.com/office/drawing/2014/main" id="{50C89A83-4FC5-4FB3-9BAA-C7EDAD1032FD}"/>
              </a:ext>
            </a:extLst>
          </p:cNvPr>
          <p:cNvSpPr>
            <a:spLocks/>
          </p:cNvSpPr>
          <p:nvPr/>
        </p:nvSpPr>
        <p:spPr>
          <a:xfrm>
            <a:off x="82781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data_10413">
            <a:extLst>
              <a:ext uri="{FF2B5EF4-FFF2-40B4-BE49-F238E27FC236}">
                <a16:creationId xmlns:a16="http://schemas.microsoft.com/office/drawing/2014/main" id="{BFF3E8F1-BCD7-458C-910B-71ABBD9939BD}"/>
              </a:ext>
            </a:extLst>
          </p:cNvPr>
          <p:cNvSpPr>
            <a:spLocks/>
          </p:cNvSpPr>
          <p:nvPr/>
        </p:nvSpPr>
        <p:spPr>
          <a:xfrm>
            <a:off x="83590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data_10414">
            <a:extLst>
              <a:ext uri="{FF2B5EF4-FFF2-40B4-BE49-F238E27FC236}">
                <a16:creationId xmlns:a16="http://schemas.microsoft.com/office/drawing/2014/main" id="{8FF19FED-5090-4641-BCFC-640A6110F259}"/>
              </a:ext>
            </a:extLst>
          </p:cNvPr>
          <p:cNvSpPr>
            <a:spLocks/>
          </p:cNvSpPr>
          <p:nvPr/>
        </p:nvSpPr>
        <p:spPr>
          <a:xfrm>
            <a:off x="82802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data_10415">
            <a:extLst>
              <a:ext uri="{FF2B5EF4-FFF2-40B4-BE49-F238E27FC236}">
                <a16:creationId xmlns:a16="http://schemas.microsoft.com/office/drawing/2014/main" id="{87AF5246-FE13-4105-BB0A-5E5BF8612565}"/>
              </a:ext>
            </a:extLst>
          </p:cNvPr>
          <p:cNvSpPr>
            <a:spLocks/>
          </p:cNvSpPr>
          <p:nvPr/>
        </p:nvSpPr>
        <p:spPr>
          <a:xfrm>
            <a:off x="835175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data_10416">
            <a:extLst>
              <a:ext uri="{FF2B5EF4-FFF2-40B4-BE49-F238E27FC236}">
                <a16:creationId xmlns:a16="http://schemas.microsoft.com/office/drawing/2014/main" id="{807629B2-3CC8-4C01-BE28-DD9E0EBBCD4F}"/>
              </a:ext>
            </a:extLst>
          </p:cNvPr>
          <p:cNvSpPr>
            <a:spLocks/>
          </p:cNvSpPr>
          <p:nvPr/>
        </p:nvSpPr>
        <p:spPr>
          <a:xfrm>
            <a:off x="83528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data_10417">
            <a:extLst>
              <a:ext uri="{FF2B5EF4-FFF2-40B4-BE49-F238E27FC236}">
                <a16:creationId xmlns:a16="http://schemas.microsoft.com/office/drawing/2014/main" id="{9D7FE446-6150-4519-A6CD-D64A37245BB4}"/>
              </a:ext>
            </a:extLst>
          </p:cNvPr>
          <p:cNvSpPr>
            <a:spLocks/>
          </p:cNvSpPr>
          <p:nvPr/>
        </p:nvSpPr>
        <p:spPr>
          <a:xfrm>
            <a:off x="835618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data_10418">
            <a:extLst>
              <a:ext uri="{FF2B5EF4-FFF2-40B4-BE49-F238E27FC236}">
                <a16:creationId xmlns:a16="http://schemas.microsoft.com/office/drawing/2014/main" id="{A26602EF-B5A7-4DDD-9DE9-1BF7264D2D46}"/>
              </a:ext>
            </a:extLst>
          </p:cNvPr>
          <p:cNvSpPr>
            <a:spLocks/>
          </p:cNvSpPr>
          <p:nvPr/>
        </p:nvSpPr>
        <p:spPr>
          <a:xfrm>
            <a:off x="828126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data_10419">
            <a:extLst>
              <a:ext uri="{FF2B5EF4-FFF2-40B4-BE49-F238E27FC236}">
                <a16:creationId xmlns:a16="http://schemas.microsoft.com/office/drawing/2014/main" id="{6D302550-CDC6-42B5-8771-89435D14B0AA}"/>
              </a:ext>
            </a:extLst>
          </p:cNvPr>
          <p:cNvSpPr>
            <a:spLocks/>
          </p:cNvSpPr>
          <p:nvPr/>
        </p:nvSpPr>
        <p:spPr>
          <a:xfrm>
            <a:off x="8261594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data_10420">
            <a:extLst>
              <a:ext uri="{FF2B5EF4-FFF2-40B4-BE49-F238E27FC236}">
                <a16:creationId xmlns:a16="http://schemas.microsoft.com/office/drawing/2014/main" id="{AE00D8B9-25FC-4DED-804F-F5A75BF6F40B}"/>
              </a:ext>
            </a:extLst>
          </p:cNvPr>
          <p:cNvSpPr>
            <a:spLocks/>
          </p:cNvSpPr>
          <p:nvPr/>
        </p:nvSpPr>
        <p:spPr>
          <a:xfrm>
            <a:off x="83374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data_10421">
            <a:extLst>
              <a:ext uri="{FF2B5EF4-FFF2-40B4-BE49-F238E27FC236}">
                <a16:creationId xmlns:a16="http://schemas.microsoft.com/office/drawing/2014/main" id="{4664E068-DC8B-467D-9DD6-A85E93389BA8}"/>
              </a:ext>
            </a:extLst>
          </p:cNvPr>
          <p:cNvSpPr>
            <a:spLocks/>
          </p:cNvSpPr>
          <p:nvPr/>
        </p:nvSpPr>
        <p:spPr>
          <a:xfrm>
            <a:off x="82554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data_10422">
            <a:extLst>
              <a:ext uri="{FF2B5EF4-FFF2-40B4-BE49-F238E27FC236}">
                <a16:creationId xmlns:a16="http://schemas.microsoft.com/office/drawing/2014/main" id="{728E6898-0651-410A-85BE-221DADD12B28}"/>
              </a:ext>
            </a:extLst>
          </p:cNvPr>
          <p:cNvSpPr>
            <a:spLocks/>
          </p:cNvSpPr>
          <p:nvPr/>
        </p:nvSpPr>
        <p:spPr>
          <a:xfrm>
            <a:off x="82636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data_10423">
            <a:extLst>
              <a:ext uri="{FF2B5EF4-FFF2-40B4-BE49-F238E27FC236}">
                <a16:creationId xmlns:a16="http://schemas.microsoft.com/office/drawing/2014/main" id="{339C2F1E-D75D-4EAC-B4CB-110805BC5093}"/>
              </a:ext>
            </a:extLst>
          </p:cNvPr>
          <p:cNvSpPr>
            <a:spLocks/>
          </p:cNvSpPr>
          <p:nvPr/>
        </p:nvSpPr>
        <p:spPr>
          <a:xfrm>
            <a:off x="83406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data_10424">
            <a:extLst>
              <a:ext uri="{FF2B5EF4-FFF2-40B4-BE49-F238E27FC236}">
                <a16:creationId xmlns:a16="http://schemas.microsoft.com/office/drawing/2014/main" id="{7B28D685-96FE-44E8-AC20-CB8FB1C743F7}"/>
              </a:ext>
            </a:extLst>
          </p:cNvPr>
          <p:cNvSpPr>
            <a:spLocks/>
          </p:cNvSpPr>
          <p:nvPr/>
        </p:nvSpPr>
        <p:spPr>
          <a:xfrm>
            <a:off x="82566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data_10425">
            <a:extLst>
              <a:ext uri="{FF2B5EF4-FFF2-40B4-BE49-F238E27FC236}">
                <a16:creationId xmlns:a16="http://schemas.microsoft.com/office/drawing/2014/main" id="{FB4D09FC-8BFA-46C7-A7CC-BF047905BDE4}"/>
              </a:ext>
            </a:extLst>
          </p:cNvPr>
          <p:cNvSpPr>
            <a:spLocks/>
          </p:cNvSpPr>
          <p:nvPr/>
        </p:nvSpPr>
        <p:spPr>
          <a:xfrm>
            <a:off x="83657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data_10426">
            <a:extLst>
              <a:ext uri="{FF2B5EF4-FFF2-40B4-BE49-F238E27FC236}">
                <a16:creationId xmlns:a16="http://schemas.microsoft.com/office/drawing/2014/main" id="{EF0AEA3F-D939-45BF-8ABD-479372A47E49}"/>
              </a:ext>
            </a:extLst>
          </p:cNvPr>
          <p:cNvSpPr>
            <a:spLocks/>
          </p:cNvSpPr>
          <p:nvPr/>
        </p:nvSpPr>
        <p:spPr>
          <a:xfrm>
            <a:off x="8345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data_10427">
            <a:extLst>
              <a:ext uri="{FF2B5EF4-FFF2-40B4-BE49-F238E27FC236}">
                <a16:creationId xmlns:a16="http://schemas.microsoft.com/office/drawing/2014/main" id="{DC63895F-D40E-42D3-9FBD-6303FA96A932}"/>
              </a:ext>
            </a:extLst>
          </p:cNvPr>
          <p:cNvSpPr>
            <a:spLocks/>
          </p:cNvSpPr>
          <p:nvPr/>
        </p:nvSpPr>
        <p:spPr>
          <a:xfrm>
            <a:off x="82985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data_10428">
            <a:extLst>
              <a:ext uri="{FF2B5EF4-FFF2-40B4-BE49-F238E27FC236}">
                <a16:creationId xmlns:a16="http://schemas.microsoft.com/office/drawing/2014/main" id="{1D7AA73A-12A7-4BEB-B7C5-907EBD0E52F1}"/>
              </a:ext>
            </a:extLst>
          </p:cNvPr>
          <p:cNvSpPr>
            <a:spLocks/>
          </p:cNvSpPr>
          <p:nvPr/>
        </p:nvSpPr>
        <p:spPr>
          <a:xfrm>
            <a:off x="82765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data_10429">
            <a:extLst>
              <a:ext uri="{FF2B5EF4-FFF2-40B4-BE49-F238E27FC236}">
                <a16:creationId xmlns:a16="http://schemas.microsoft.com/office/drawing/2014/main" id="{6CCF4A66-D319-4141-84C3-393AFA79BFCD}"/>
              </a:ext>
            </a:extLst>
          </p:cNvPr>
          <p:cNvSpPr>
            <a:spLocks/>
          </p:cNvSpPr>
          <p:nvPr/>
        </p:nvSpPr>
        <p:spPr>
          <a:xfrm>
            <a:off x="8369349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data_10430">
            <a:extLst>
              <a:ext uri="{FF2B5EF4-FFF2-40B4-BE49-F238E27FC236}">
                <a16:creationId xmlns:a16="http://schemas.microsoft.com/office/drawing/2014/main" id="{F6AC8800-0AF4-407E-B882-902B9759E70F}"/>
              </a:ext>
            </a:extLst>
          </p:cNvPr>
          <p:cNvSpPr>
            <a:spLocks/>
          </p:cNvSpPr>
          <p:nvPr/>
        </p:nvSpPr>
        <p:spPr>
          <a:xfrm>
            <a:off x="8322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data_10431">
            <a:extLst>
              <a:ext uri="{FF2B5EF4-FFF2-40B4-BE49-F238E27FC236}">
                <a16:creationId xmlns:a16="http://schemas.microsoft.com/office/drawing/2014/main" id="{DA2173DB-E04A-451C-B4D0-DE1D690D6ED9}"/>
              </a:ext>
            </a:extLst>
          </p:cNvPr>
          <p:cNvSpPr>
            <a:spLocks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data_10432">
            <a:extLst>
              <a:ext uri="{FF2B5EF4-FFF2-40B4-BE49-F238E27FC236}">
                <a16:creationId xmlns:a16="http://schemas.microsoft.com/office/drawing/2014/main" id="{CE932693-EAA1-4602-9BC5-EFB539739A21}"/>
              </a:ext>
            </a:extLst>
          </p:cNvPr>
          <p:cNvSpPr>
            <a:spLocks/>
          </p:cNvSpPr>
          <p:nvPr/>
        </p:nvSpPr>
        <p:spPr>
          <a:xfrm>
            <a:off x="8260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data_10433">
            <a:extLst>
              <a:ext uri="{FF2B5EF4-FFF2-40B4-BE49-F238E27FC236}">
                <a16:creationId xmlns:a16="http://schemas.microsoft.com/office/drawing/2014/main" id="{E807F22B-5770-4B2E-B6FF-671696BB726A}"/>
              </a:ext>
            </a:extLst>
          </p:cNvPr>
          <p:cNvSpPr>
            <a:spLocks/>
          </p:cNvSpPr>
          <p:nvPr/>
        </p:nvSpPr>
        <p:spPr>
          <a:xfrm>
            <a:off x="82971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data_10434">
            <a:extLst>
              <a:ext uri="{FF2B5EF4-FFF2-40B4-BE49-F238E27FC236}">
                <a16:creationId xmlns:a16="http://schemas.microsoft.com/office/drawing/2014/main" id="{AEFA01B9-16A3-42FE-AB1D-B6A8CAD8ED11}"/>
              </a:ext>
            </a:extLst>
          </p:cNvPr>
          <p:cNvSpPr>
            <a:spLocks/>
          </p:cNvSpPr>
          <p:nvPr/>
        </p:nvSpPr>
        <p:spPr>
          <a:xfrm>
            <a:off x="834368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data_10435">
            <a:extLst>
              <a:ext uri="{FF2B5EF4-FFF2-40B4-BE49-F238E27FC236}">
                <a16:creationId xmlns:a16="http://schemas.microsoft.com/office/drawing/2014/main" id="{DFC554C2-F24B-4424-9F61-9DDEEA1DBE8A}"/>
              </a:ext>
            </a:extLst>
          </p:cNvPr>
          <p:cNvSpPr>
            <a:spLocks/>
          </p:cNvSpPr>
          <p:nvPr/>
        </p:nvSpPr>
        <p:spPr>
          <a:xfrm>
            <a:off x="832478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data_10436">
            <a:extLst>
              <a:ext uri="{FF2B5EF4-FFF2-40B4-BE49-F238E27FC236}">
                <a16:creationId xmlns:a16="http://schemas.microsoft.com/office/drawing/2014/main" id="{704A7F45-2A67-451E-8541-54FDC6B8968E}"/>
              </a:ext>
            </a:extLst>
          </p:cNvPr>
          <p:cNvSpPr>
            <a:spLocks/>
          </p:cNvSpPr>
          <p:nvPr/>
        </p:nvSpPr>
        <p:spPr>
          <a:xfrm>
            <a:off x="8362965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data_10437">
            <a:extLst>
              <a:ext uri="{FF2B5EF4-FFF2-40B4-BE49-F238E27FC236}">
                <a16:creationId xmlns:a16="http://schemas.microsoft.com/office/drawing/2014/main" id="{B4556318-4373-48DB-BB6C-B856317335CB}"/>
              </a:ext>
            </a:extLst>
          </p:cNvPr>
          <p:cNvSpPr>
            <a:spLocks/>
          </p:cNvSpPr>
          <p:nvPr/>
        </p:nvSpPr>
        <p:spPr>
          <a:xfrm>
            <a:off x="82420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data_10438">
            <a:extLst>
              <a:ext uri="{FF2B5EF4-FFF2-40B4-BE49-F238E27FC236}">
                <a16:creationId xmlns:a16="http://schemas.microsoft.com/office/drawing/2014/main" id="{BAACF38F-70B2-4AD1-97AB-03F11CF29D3E}"/>
              </a:ext>
            </a:extLst>
          </p:cNvPr>
          <p:cNvSpPr>
            <a:spLocks/>
          </p:cNvSpPr>
          <p:nvPr/>
        </p:nvSpPr>
        <p:spPr>
          <a:xfrm>
            <a:off x="8295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data_10439">
            <a:extLst>
              <a:ext uri="{FF2B5EF4-FFF2-40B4-BE49-F238E27FC236}">
                <a16:creationId xmlns:a16="http://schemas.microsoft.com/office/drawing/2014/main" id="{607075F7-4FA4-435A-AB9B-80F46F2A4233}"/>
              </a:ext>
            </a:extLst>
          </p:cNvPr>
          <p:cNvSpPr>
            <a:spLocks/>
          </p:cNvSpPr>
          <p:nvPr/>
        </p:nvSpPr>
        <p:spPr>
          <a:xfrm>
            <a:off x="83200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data_10440">
            <a:extLst>
              <a:ext uri="{FF2B5EF4-FFF2-40B4-BE49-F238E27FC236}">
                <a16:creationId xmlns:a16="http://schemas.microsoft.com/office/drawing/2014/main" id="{859706E7-9191-4D58-886A-A1FA55F95D81}"/>
              </a:ext>
            </a:extLst>
          </p:cNvPr>
          <p:cNvSpPr>
            <a:spLocks/>
          </p:cNvSpPr>
          <p:nvPr/>
        </p:nvSpPr>
        <p:spPr>
          <a:xfrm>
            <a:off x="8279575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data_10441">
            <a:extLst>
              <a:ext uri="{FF2B5EF4-FFF2-40B4-BE49-F238E27FC236}">
                <a16:creationId xmlns:a16="http://schemas.microsoft.com/office/drawing/2014/main" id="{B2F52731-60DF-46DE-B3F4-C7F83E847121}"/>
              </a:ext>
            </a:extLst>
          </p:cNvPr>
          <p:cNvSpPr>
            <a:spLocks/>
          </p:cNvSpPr>
          <p:nvPr/>
        </p:nvSpPr>
        <p:spPr>
          <a:xfrm>
            <a:off x="83087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data_10442">
            <a:extLst>
              <a:ext uri="{FF2B5EF4-FFF2-40B4-BE49-F238E27FC236}">
                <a16:creationId xmlns:a16="http://schemas.microsoft.com/office/drawing/2014/main" id="{D22A9024-DC2D-4706-A3E5-CC5F5CEDFC1E}"/>
              </a:ext>
            </a:extLst>
          </p:cNvPr>
          <p:cNvSpPr>
            <a:spLocks/>
          </p:cNvSpPr>
          <p:nvPr/>
        </p:nvSpPr>
        <p:spPr>
          <a:xfrm>
            <a:off x="82923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data_10443">
            <a:extLst>
              <a:ext uri="{FF2B5EF4-FFF2-40B4-BE49-F238E27FC236}">
                <a16:creationId xmlns:a16="http://schemas.microsoft.com/office/drawing/2014/main" id="{1C310E3D-ACEC-4253-AB3D-E8A520561C98}"/>
              </a:ext>
            </a:extLst>
          </p:cNvPr>
          <p:cNvSpPr>
            <a:spLocks/>
          </p:cNvSpPr>
          <p:nvPr/>
        </p:nvSpPr>
        <p:spPr>
          <a:xfrm>
            <a:off x="8348632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data_10444">
            <a:extLst>
              <a:ext uri="{FF2B5EF4-FFF2-40B4-BE49-F238E27FC236}">
                <a16:creationId xmlns:a16="http://schemas.microsoft.com/office/drawing/2014/main" id="{9EBD4684-CA99-4B88-AB66-742BFB8A9289}"/>
              </a:ext>
            </a:extLst>
          </p:cNvPr>
          <p:cNvSpPr>
            <a:spLocks/>
          </p:cNvSpPr>
          <p:nvPr/>
        </p:nvSpPr>
        <p:spPr>
          <a:xfrm>
            <a:off x="82563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data_10445">
            <a:extLst>
              <a:ext uri="{FF2B5EF4-FFF2-40B4-BE49-F238E27FC236}">
                <a16:creationId xmlns:a16="http://schemas.microsoft.com/office/drawing/2014/main" id="{30CCD963-3152-44E4-8256-063AF6A78EB8}"/>
              </a:ext>
            </a:extLst>
          </p:cNvPr>
          <p:cNvSpPr>
            <a:spLocks/>
          </p:cNvSpPr>
          <p:nvPr/>
        </p:nvSpPr>
        <p:spPr>
          <a:xfrm>
            <a:off x="82623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data_10446">
            <a:extLst>
              <a:ext uri="{FF2B5EF4-FFF2-40B4-BE49-F238E27FC236}">
                <a16:creationId xmlns:a16="http://schemas.microsoft.com/office/drawing/2014/main" id="{39FB0294-A31B-422D-A251-C280772BCC13}"/>
              </a:ext>
            </a:extLst>
          </p:cNvPr>
          <p:cNvSpPr>
            <a:spLocks/>
          </p:cNvSpPr>
          <p:nvPr/>
        </p:nvSpPr>
        <p:spPr>
          <a:xfrm>
            <a:off x="83165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data_10447">
            <a:extLst>
              <a:ext uri="{FF2B5EF4-FFF2-40B4-BE49-F238E27FC236}">
                <a16:creationId xmlns:a16="http://schemas.microsoft.com/office/drawing/2014/main" id="{7129CB02-0521-4025-A918-C8D71096FB21}"/>
              </a:ext>
            </a:extLst>
          </p:cNvPr>
          <p:cNvSpPr>
            <a:spLocks/>
          </p:cNvSpPr>
          <p:nvPr/>
        </p:nvSpPr>
        <p:spPr>
          <a:xfrm>
            <a:off x="83154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data_10448">
            <a:extLst>
              <a:ext uri="{FF2B5EF4-FFF2-40B4-BE49-F238E27FC236}">
                <a16:creationId xmlns:a16="http://schemas.microsoft.com/office/drawing/2014/main" id="{4E874936-7F4B-4778-A33F-0BB8655BFF42}"/>
              </a:ext>
            </a:extLst>
          </p:cNvPr>
          <p:cNvSpPr>
            <a:spLocks/>
          </p:cNvSpPr>
          <p:nvPr/>
        </p:nvSpPr>
        <p:spPr>
          <a:xfrm>
            <a:off x="83577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data_10449">
            <a:extLst>
              <a:ext uri="{FF2B5EF4-FFF2-40B4-BE49-F238E27FC236}">
                <a16:creationId xmlns:a16="http://schemas.microsoft.com/office/drawing/2014/main" id="{28EF433A-D7B7-45E1-896B-EC0C4E95FEFF}"/>
              </a:ext>
            </a:extLst>
          </p:cNvPr>
          <p:cNvSpPr>
            <a:spLocks/>
          </p:cNvSpPr>
          <p:nvPr/>
        </p:nvSpPr>
        <p:spPr>
          <a:xfrm>
            <a:off x="8338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data_10450">
            <a:extLst>
              <a:ext uri="{FF2B5EF4-FFF2-40B4-BE49-F238E27FC236}">
                <a16:creationId xmlns:a16="http://schemas.microsoft.com/office/drawing/2014/main" id="{0373381E-5D1A-4A88-A442-B5A049ACBD84}"/>
              </a:ext>
            </a:extLst>
          </p:cNvPr>
          <p:cNvSpPr>
            <a:spLocks/>
          </p:cNvSpPr>
          <p:nvPr/>
        </p:nvSpPr>
        <p:spPr>
          <a:xfrm>
            <a:off x="82765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data_10451">
            <a:extLst>
              <a:ext uri="{FF2B5EF4-FFF2-40B4-BE49-F238E27FC236}">
                <a16:creationId xmlns:a16="http://schemas.microsoft.com/office/drawing/2014/main" id="{1F3F6C15-A87D-4EFB-9C9C-C3D9DC0CDF7E}"/>
              </a:ext>
            </a:extLst>
          </p:cNvPr>
          <p:cNvSpPr>
            <a:spLocks/>
          </p:cNvSpPr>
          <p:nvPr/>
        </p:nvSpPr>
        <p:spPr>
          <a:xfrm>
            <a:off x="834068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data_10452">
            <a:extLst>
              <a:ext uri="{FF2B5EF4-FFF2-40B4-BE49-F238E27FC236}">
                <a16:creationId xmlns:a16="http://schemas.microsoft.com/office/drawing/2014/main" id="{1CF57EE8-7E99-4EAB-AC9C-18AA32594B36}"/>
              </a:ext>
            </a:extLst>
          </p:cNvPr>
          <p:cNvSpPr>
            <a:spLocks/>
          </p:cNvSpPr>
          <p:nvPr/>
        </p:nvSpPr>
        <p:spPr>
          <a:xfrm>
            <a:off x="83301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data_10453">
            <a:extLst>
              <a:ext uri="{FF2B5EF4-FFF2-40B4-BE49-F238E27FC236}">
                <a16:creationId xmlns:a16="http://schemas.microsoft.com/office/drawing/2014/main" id="{BBB51C41-B86B-4934-927F-8F77E1829CEA}"/>
              </a:ext>
            </a:extLst>
          </p:cNvPr>
          <p:cNvSpPr>
            <a:spLocks/>
          </p:cNvSpPr>
          <p:nvPr/>
        </p:nvSpPr>
        <p:spPr>
          <a:xfrm>
            <a:off x="83357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data_10454">
            <a:extLst>
              <a:ext uri="{FF2B5EF4-FFF2-40B4-BE49-F238E27FC236}">
                <a16:creationId xmlns:a16="http://schemas.microsoft.com/office/drawing/2014/main" id="{E57601FE-C55A-41C6-9106-FA7D70FE822E}"/>
              </a:ext>
            </a:extLst>
          </p:cNvPr>
          <p:cNvSpPr>
            <a:spLocks/>
          </p:cNvSpPr>
          <p:nvPr/>
        </p:nvSpPr>
        <p:spPr>
          <a:xfrm>
            <a:off x="83111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data_10455">
            <a:extLst>
              <a:ext uri="{FF2B5EF4-FFF2-40B4-BE49-F238E27FC236}">
                <a16:creationId xmlns:a16="http://schemas.microsoft.com/office/drawing/2014/main" id="{E4DE00EF-939C-46EA-8E14-F25ACE285936}"/>
              </a:ext>
            </a:extLst>
          </p:cNvPr>
          <p:cNvSpPr>
            <a:spLocks/>
          </p:cNvSpPr>
          <p:nvPr/>
        </p:nvSpPr>
        <p:spPr>
          <a:xfrm>
            <a:off x="8243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data_10456">
            <a:extLst>
              <a:ext uri="{FF2B5EF4-FFF2-40B4-BE49-F238E27FC236}">
                <a16:creationId xmlns:a16="http://schemas.microsoft.com/office/drawing/2014/main" id="{D2428AEA-6A53-452F-ABF4-4E077D3F7C6B}"/>
              </a:ext>
            </a:extLst>
          </p:cNvPr>
          <p:cNvSpPr>
            <a:spLocks/>
          </p:cNvSpPr>
          <p:nvPr/>
        </p:nvSpPr>
        <p:spPr>
          <a:xfrm>
            <a:off x="8330651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data_10457">
            <a:extLst>
              <a:ext uri="{FF2B5EF4-FFF2-40B4-BE49-F238E27FC236}">
                <a16:creationId xmlns:a16="http://schemas.microsoft.com/office/drawing/2014/main" id="{26FEBC9F-3E4B-4EA7-AB41-251AB34709B6}"/>
              </a:ext>
            </a:extLst>
          </p:cNvPr>
          <p:cNvSpPr>
            <a:spLocks/>
          </p:cNvSpPr>
          <p:nvPr/>
        </p:nvSpPr>
        <p:spPr>
          <a:xfrm>
            <a:off x="8347850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data_10458">
            <a:extLst>
              <a:ext uri="{FF2B5EF4-FFF2-40B4-BE49-F238E27FC236}">
                <a16:creationId xmlns:a16="http://schemas.microsoft.com/office/drawing/2014/main" id="{62A7B602-B84C-4EAA-8C13-507A965C7F28}"/>
              </a:ext>
            </a:extLst>
          </p:cNvPr>
          <p:cNvSpPr>
            <a:spLocks/>
          </p:cNvSpPr>
          <p:nvPr/>
        </p:nvSpPr>
        <p:spPr>
          <a:xfrm>
            <a:off x="82651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data_10459">
            <a:extLst>
              <a:ext uri="{FF2B5EF4-FFF2-40B4-BE49-F238E27FC236}">
                <a16:creationId xmlns:a16="http://schemas.microsoft.com/office/drawing/2014/main" id="{56F48340-81F0-4F9E-9B3C-7D940433D2A5}"/>
              </a:ext>
            </a:extLst>
          </p:cNvPr>
          <p:cNvSpPr>
            <a:spLocks/>
          </p:cNvSpPr>
          <p:nvPr/>
        </p:nvSpPr>
        <p:spPr>
          <a:xfrm>
            <a:off x="82553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data_10460">
            <a:extLst>
              <a:ext uri="{FF2B5EF4-FFF2-40B4-BE49-F238E27FC236}">
                <a16:creationId xmlns:a16="http://schemas.microsoft.com/office/drawing/2014/main" id="{224BAB21-3696-434C-95ED-7705570CCB66}"/>
              </a:ext>
            </a:extLst>
          </p:cNvPr>
          <p:cNvSpPr>
            <a:spLocks/>
          </p:cNvSpPr>
          <p:nvPr/>
        </p:nvSpPr>
        <p:spPr>
          <a:xfrm>
            <a:off x="8330391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data_10461">
            <a:extLst>
              <a:ext uri="{FF2B5EF4-FFF2-40B4-BE49-F238E27FC236}">
                <a16:creationId xmlns:a16="http://schemas.microsoft.com/office/drawing/2014/main" id="{4DA92750-603E-4194-A2A7-6B127C9C92C3}"/>
              </a:ext>
            </a:extLst>
          </p:cNvPr>
          <p:cNvSpPr>
            <a:spLocks/>
          </p:cNvSpPr>
          <p:nvPr/>
        </p:nvSpPr>
        <p:spPr>
          <a:xfrm>
            <a:off x="8364007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data_10462">
            <a:extLst>
              <a:ext uri="{FF2B5EF4-FFF2-40B4-BE49-F238E27FC236}">
                <a16:creationId xmlns:a16="http://schemas.microsoft.com/office/drawing/2014/main" id="{D46F8FC0-0ADB-4025-AB14-AC338F141B52}"/>
              </a:ext>
            </a:extLst>
          </p:cNvPr>
          <p:cNvSpPr>
            <a:spLocks/>
          </p:cNvSpPr>
          <p:nvPr/>
        </p:nvSpPr>
        <p:spPr>
          <a:xfrm>
            <a:off x="83696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data_10463">
            <a:extLst>
              <a:ext uri="{FF2B5EF4-FFF2-40B4-BE49-F238E27FC236}">
                <a16:creationId xmlns:a16="http://schemas.microsoft.com/office/drawing/2014/main" id="{F4128C76-035C-4329-AD6B-E796FCB10264}"/>
              </a:ext>
            </a:extLst>
          </p:cNvPr>
          <p:cNvSpPr>
            <a:spLocks/>
          </p:cNvSpPr>
          <p:nvPr/>
        </p:nvSpPr>
        <p:spPr>
          <a:xfrm>
            <a:off x="82890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data_10464">
            <a:extLst>
              <a:ext uri="{FF2B5EF4-FFF2-40B4-BE49-F238E27FC236}">
                <a16:creationId xmlns:a16="http://schemas.microsoft.com/office/drawing/2014/main" id="{1EF3B9C6-5977-412B-952B-E6BC2B276519}"/>
              </a:ext>
            </a:extLst>
          </p:cNvPr>
          <p:cNvSpPr>
            <a:spLocks/>
          </p:cNvSpPr>
          <p:nvPr/>
        </p:nvSpPr>
        <p:spPr>
          <a:xfrm>
            <a:off x="833690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data_10465">
            <a:extLst>
              <a:ext uri="{FF2B5EF4-FFF2-40B4-BE49-F238E27FC236}">
                <a16:creationId xmlns:a16="http://schemas.microsoft.com/office/drawing/2014/main" id="{DAEDEBEC-2915-4EA1-8088-F23AB9260AD0}"/>
              </a:ext>
            </a:extLst>
          </p:cNvPr>
          <p:cNvSpPr>
            <a:spLocks/>
          </p:cNvSpPr>
          <p:nvPr/>
        </p:nvSpPr>
        <p:spPr>
          <a:xfrm>
            <a:off x="8346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data_10466">
            <a:extLst>
              <a:ext uri="{FF2B5EF4-FFF2-40B4-BE49-F238E27FC236}">
                <a16:creationId xmlns:a16="http://schemas.microsoft.com/office/drawing/2014/main" id="{36988E52-1E4A-45EA-A026-B74A0E84E51C}"/>
              </a:ext>
            </a:extLst>
          </p:cNvPr>
          <p:cNvSpPr>
            <a:spLocks/>
          </p:cNvSpPr>
          <p:nvPr/>
        </p:nvSpPr>
        <p:spPr>
          <a:xfrm>
            <a:off x="8362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data_10467">
            <a:extLst>
              <a:ext uri="{FF2B5EF4-FFF2-40B4-BE49-F238E27FC236}">
                <a16:creationId xmlns:a16="http://schemas.microsoft.com/office/drawing/2014/main" id="{ED132E7E-020F-453C-A40B-CCCF3DBA9D79}"/>
              </a:ext>
            </a:extLst>
          </p:cNvPr>
          <p:cNvSpPr>
            <a:spLocks/>
          </p:cNvSpPr>
          <p:nvPr/>
        </p:nvSpPr>
        <p:spPr>
          <a:xfrm>
            <a:off x="83487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data_10468">
            <a:extLst>
              <a:ext uri="{FF2B5EF4-FFF2-40B4-BE49-F238E27FC236}">
                <a16:creationId xmlns:a16="http://schemas.microsoft.com/office/drawing/2014/main" id="{51D53F17-65A2-45CB-ADD8-00E787954C38}"/>
              </a:ext>
            </a:extLst>
          </p:cNvPr>
          <p:cNvSpPr>
            <a:spLocks/>
          </p:cNvSpPr>
          <p:nvPr/>
        </p:nvSpPr>
        <p:spPr>
          <a:xfrm>
            <a:off x="83290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data_10469">
            <a:extLst>
              <a:ext uri="{FF2B5EF4-FFF2-40B4-BE49-F238E27FC236}">
                <a16:creationId xmlns:a16="http://schemas.microsoft.com/office/drawing/2014/main" id="{5C8A8E3E-E326-404C-88B4-AFE7825C8F12}"/>
              </a:ext>
            </a:extLst>
          </p:cNvPr>
          <p:cNvSpPr>
            <a:spLocks/>
          </p:cNvSpPr>
          <p:nvPr/>
        </p:nvSpPr>
        <p:spPr>
          <a:xfrm>
            <a:off x="82492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data_10470">
            <a:extLst>
              <a:ext uri="{FF2B5EF4-FFF2-40B4-BE49-F238E27FC236}">
                <a16:creationId xmlns:a16="http://schemas.microsoft.com/office/drawing/2014/main" id="{BDA51F7C-ADA9-4C2A-9680-ECA935F9CD1F}"/>
              </a:ext>
            </a:extLst>
          </p:cNvPr>
          <p:cNvSpPr>
            <a:spLocks/>
          </p:cNvSpPr>
          <p:nvPr/>
        </p:nvSpPr>
        <p:spPr>
          <a:xfrm>
            <a:off x="8261855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data_10471">
            <a:extLst>
              <a:ext uri="{FF2B5EF4-FFF2-40B4-BE49-F238E27FC236}">
                <a16:creationId xmlns:a16="http://schemas.microsoft.com/office/drawing/2014/main" id="{8A943393-BFDA-4AD1-AAE3-00F1D49F73D4}"/>
              </a:ext>
            </a:extLst>
          </p:cNvPr>
          <p:cNvSpPr>
            <a:spLocks/>
          </p:cNvSpPr>
          <p:nvPr/>
        </p:nvSpPr>
        <p:spPr>
          <a:xfrm>
            <a:off x="83303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data_10472">
            <a:extLst>
              <a:ext uri="{FF2B5EF4-FFF2-40B4-BE49-F238E27FC236}">
                <a16:creationId xmlns:a16="http://schemas.microsoft.com/office/drawing/2014/main" id="{84F272AD-83AA-4EAC-8D87-CD7B6FF9DDCF}"/>
              </a:ext>
            </a:extLst>
          </p:cNvPr>
          <p:cNvSpPr>
            <a:spLocks/>
          </p:cNvSpPr>
          <p:nvPr/>
        </p:nvSpPr>
        <p:spPr>
          <a:xfrm>
            <a:off x="831723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data_10473">
            <a:extLst>
              <a:ext uri="{FF2B5EF4-FFF2-40B4-BE49-F238E27FC236}">
                <a16:creationId xmlns:a16="http://schemas.microsoft.com/office/drawing/2014/main" id="{BB906319-FE32-4A2D-9869-4FEE2167667C}"/>
              </a:ext>
            </a:extLst>
          </p:cNvPr>
          <p:cNvSpPr>
            <a:spLocks/>
          </p:cNvSpPr>
          <p:nvPr/>
        </p:nvSpPr>
        <p:spPr>
          <a:xfrm>
            <a:off x="8267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data_10474">
            <a:extLst>
              <a:ext uri="{FF2B5EF4-FFF2-40B4-BE49-F238E27FC236}">
                <a16:creationId xmlns:a16="http://schemas.microsoft.com/office/drawing/2014/main" id="{F920D9E1-D2B6-460E-8A8F-CD826BAAFCE8}"/>
              </a:ext>
            </a:extLst>
          </p:cNvPr>
          <p:cNvSpPr>
            <a:spLocks/>
          </p:cNvSpPr>
          <p:nvPr/>
        </p:nvSpPr>
        <p:spPr>
          <a:xfrm>
            <a:off x="82909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data_10475">
            <a:extLst>
              <a:ext uri="{FF2B5EF4-FFF2-40B4-BE49-F238E27FC236}">
                <a16:creationId xmlns:a16="http://schemas.microsoft.com/office/drawing/2014/main" id="{C3E707C9-D167-4F74-AB26-4D4442C28D21}"/>
              </a:ext>
            </a:extLst>
          </p:cNvPr>
          <p:cNvSpPr>
            <a:spLocks/>
          </p:cNvSpPr>
          <p:nvPr/>
        </p:nvSpPr>
        <p:spPr>
          <a:xfrm>
            <a:off x="8244786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data_10476">
            <a:extLst>
              <a:ext uri="{FF2B5EF4-FFF2-40B4-BE49-F238E27FC236}">
                <a16:creationId xmlns:a16="http://schemas.microsoft.com/office/drawing/2014/main" id="{7D65ECEE-2D87-403C-8AC3-1C49F0E3687F}"/>
              </a:ext>
            </a:extLst>
          </p:cNvPr>
          <p:cNvSpPr>
            <a:spLocks/>
          </p:cNvSpPr>
          <p:nvPr/>
        </p:nvSpPr>
        <p:spPr>
          <a:xfrm>
            <a:off x="89515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data_10477">
            <a:extLst>
              <a:ext uri="{FF2B5EF4-FFF2-40B4-BE49-F238E27FC236}">
                <a16:creationId xmlns:a16="http://schemas.microsoft.com/office/drawing/2014/main" id="{37F1228D-B55E-4834-B76F-1A325482C722}"/>
              </a:ext>
            </a:extLst>
          </p:cNvPr>
          <p:cNvSpPr>
            <a:spLocks/>
          </p:cNvSpPr>
          <p:nvPr/>
        </p:nvSpPr>
        <p:spPr>
          <a:xfrm>
            <a:off x="90349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data_10478">
            <a:extLst>
              <a:ext uri="{FF2B5EF4-FFF2-40B4-BE49-F238E27FC236}">
                <a16:creationId xmlns:a16="http://schemas.microsoft.com/office/drawing/2014/main" id="{D85B5323-E44E-478D-A4DC-DF8536472F9B}"/>
              </a:ext>
            </a:extLst>
          </p:cNvPr>
          <p:cNvSpPr>
            <a:spLocks/>
          </p:cNvSpPr>
          <p:nvPr/>
        </p:nvSpPr>
        <p:spPr>
          <a:xfrm>
            <a:off x="89241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data_10479">
            <a:extLst>
              <a:ext uri="{FF2B5EF4-FFF2-40B4-BE49-F238E27FC236}">
                <a16:creationId xmlns:a16="http://schemas.microsoft.com/office/drawing/2014/main" id="{D447CB34-3131-4279-A200-866AE79ECDF5}"/>
              </a:ext>
            </a:extLst>
          </p:cNvPr>
          <p:cNvSpPr>
            <a:spLocks/>
          </p:cNvSpPr>
          <p:nvPr/>
        </p:nvSpPr>
        <p:spPr>
          <a:xfrm>
            <a:off x="90244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data_10480">
            <a:extLst>
              <a:ext uri="{FF2B5EF4-FFF2-40B4-BE49-F238E27FC236}">
                <a16:creationId xmlns:a16="http://schemas.microsoft.com/office/drawing/2014/main" id="{0FB11C1E-6D38-4882-9223-FB0475D34DBA}"/>
              </a:ext>
            </a:extLst>
          </p:cNvPr>
          <p:cNvSpPr>
            <a:spLocks/>
          </p:cNvSpPr>
          <p:nvPr/>
        </p:nvSpPr>
        <p:spPr>
          <a:xfrm>
            <a:off x="89727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data_10481">
            <a:extLst>
              <a:ext uri="{FF2B5EF4-FFF2-40B4-BE49-F238E27FC236}">
                <a16:creationId xmlns:a16="http://schemas.microsoft.com/office/drawing/2014/main" id="{AA996694-19D6-48F1-9ED8-69E6B4AF06F8}"/>
              </a:ext>
            </a:extLst>
          </p:cNvPr>
          <p:cNvSpPr>
            <a:spLocks/>
          </p:cNvSpPr>
          <p:nvPr/>
        </p:nvSpPr>
        <p:spPr>
          <a:xfrm>
            <a:off x="90441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data_10482">
            <a:extLst>
              <a:ext uri="{FF2B5EF4-FFF2-40B4-BE49-F238E27FC236}">
                <a16:creationId xmlns:a16="http://schemas.microsoft.com/office/drawing/2014/main" id="{011B1A09-FE2C-4268-8D7F-E36A5DAB7562}"/>
              </a:ext>
            </a:extLst>
          </p:cNvPr>
          <p:cNvSpPr>
            <a:spLocks/>
          </p:cNvSpPr>
          <p:nvPr/>
        </p:nvSpPr>
        <p:spPr>
          <a:xfrm>
            <a:off x="89513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data_10483">
            <a:extLst>
              <a:ext uri="{FF2B5EF4-FFF2-40B4-BE49-F238E27FC236}">
                <a16:creationId xmlns:a16="http://schemas.microsoft.com/office/drawing/2014/main" id="{FC2DEAAE-F1C6-4BF3-9F45-97F93CE1B7C6}"/>
              </a:ext>
            </a:extLst>
          </p:cNvPr>
          <p:cNvSpPr>
            <a:spLocks/>
          </p:cNvSpPr>
          <p:nvPr/>
        </p:nvSpPr>
        <p:spPr>
          <a:xfrm>
            <a:off x="90149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data_10484">
            <a:extLst>
              <a:ext uri="{FF2B5EF4-FFF2-40B4-BE49-F238E27FC236}">
                <a16:creationId xmlns:a16="http://schemas.microsoft.com/office/drawing/2014/main" id="{183BDB49-0EC0-4769-9515-EDD38D9B4EA4}"/>
              </a:ext>
            </a:extLst>
          </p:cNvPr>
          <p:cNvSpPr>
            <a:spLocks/>
          </p:cNvSpPr>
          <p:nvPr/>
        </p:nvSpPr>
        <p:spPr>
          <a:xfrm>
            <a:off x="8928726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data_10485">
            <a:extLst>
              <a:ext uri="{FF2B5EF4-FFF2-40B4-BE49-F238E27FC236}">
                <a16:creationId xmlns:a16="http://schemas.microsoft.com/office/drawing/2014/main" id="{A6CC2FE0-BBD1-4B38-ACB7-32AF626FDBAA}"/>
              </a:ext>
            </a:extLst>
          </p:cNvPr>
          <p:cNvSpPr>
            <a:spLocks/>
          </p:cNvSpPr>
          <p:nvPr/>
        </p:nvSpPr>
        <p:spPr>
          <a:xfrm>
            <a:off x="89564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data_10486">
            <a:extLst>
              <a:ext uri="{FF2B5EF4-FFF2-40B4-BE49-F238E27FC236}">
                <a16:creationId xmlns:a16="http://schemas.microsoft.com/office/drawing/2014/main" id="{41731A8A-A115-4D5D-9864-C38A1124D101}"/>
              </a:ext>
            </a:extLst>
          </p:cNvPr>
          <p:cNvSpPr>
            <a:spLocks/>
          </p:cNvSpPr>
          <p:nvPr/>
        </p:nvSpPr>
        <p:spPr>
          <a:xfrm>
            <a:off x="89284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data_10487">
            <a:extLst>
              <a:ext uri="{FF2B5EF4-FFF2-40B4-BE49-F238E27FC236}">
                <a16:creationId xmlns:a16="http://schemas.microsoft.com/office/drawing/2014/main" id="{0D3F2FAC-68BA-4691-BCDC-BD2FB81EEB86}"/>
              </a:ext>
            </a:extLst>
          </p:cNvPr>
          <p:cNvSpPr>
            <a:spLocks/>
          </p:cNvSpPr>
          <p:nvPr/>
        </p:nvSpPr>
        <p:spPr>
          <a:xfrm>
            <a:off x="90020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data_10488">
            <a:extLst>
              <a:ext uri="{FF2B5EF4-FFF2-40B4-BE49-F238E27FC236}">
                <a16:creationId xmlns:a16="http://schemas.microsoft.com/office/drawing/2014/main" id="{C619EFE2-F05A-4FB3-A656-2D4A0B8EB025}"/>
              </a:ext>
            </a:extLst>
          </p:cNvPr>
          <p:cNvSpPr>
            <a:spLocks/>
          </p:cNvSpPr>
          <p:nvPr/>
        </p:nvSpPr>
        <p:spPr>
          <a:xfrm>
            <a:off x="89460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data_10489">
            <a:extLst>
              <a:ext uri="{FF2B5EF4-FFF2-40B4-BE49-F238E27FC236}">
                <a16:creationId xmlns:a16="http://schemas.microsoft.com/office/drawing/2014/main" id="{99DA3438-F8BD-4276-822D-DE43ACC2D96C}"/>
              </a:ext>
            </a:extLst>
          </p:cNvPr>
          <p:cNvSpPr>
            <a:spLocks/>
          </p:cNvSpPr>
          <p:nvPr/>
        </p:nvSpPr>
        <p:spPr>
          <a:xfrm>
            <a:off x="89851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data_10490">
            <a:extLst>
              <a:ext uri="{FF2B5EF4-FFF2-40B4-BE49-F238E27FC236}">
                <a16:creationId xmlns:a16="http://schemas.microsoft.com/office/drawing/2014/main" id="{37662D3E-C594-441C-A933-AED920224FD4}"/>
              </a:ext>
            </a:extLst>
          </p:cNvPr>
          <p:cNvSpPr>
            <a:spLocks/>
          </p:cNvSpPr>
          <p:nvPr/>
        </p:nvSpPr>
        <p:spPr>
          <a:xfrm>
            <a:off x="89713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data_10491">
            <a:extLst>
              <a:ext uri="{FF2B5EF4-FFF2-40B4-BE49-F238E27FC236}">
                <a16:creationId xmlns:a16="http://schemas.microsoft.com/office/drawing/2014/main" id="{735912D7-5288-42BA-A3FB-22E57E053B85}"/>
              </a:ext>
            </a:extLst>
          </p:cNvPr>
          <p:cNvSpPr>
            <a:spLocks/>
          </p:cNvSpPr>
          <p:nvPr/>
        </p:nvSpPr>
        <p:spPr>
          <a:xfrm>
            <a:off x="8958433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data_10492">
            <a:extLst>
              <a:ext uri="{FF2B5EF4-FFF2-40B4-BE49-F238E27FC236}">
                <a16:creationId xmlns:a16="http://schemas.microsoft.com/office/drawing/2014/main" id="{B5922CEC-A816-4D0A-BC5D-D2749C8E8957}"/>
              </a:ext>
            </a:extLst>
          </p:cNvPr>
          <p:cNvSpPr>
            <a:spLocks/>
          </p:cNvSpPr>
          <p:nvPr/>
        </p:nvSpPr>
        <p:spPr>
          <a:xfrm>
            <a:off x="892807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data_10493">
            <a:extLst>
              <a:ext uri="{FF2B5EF4-FFF2-40B4-BE49-F238E27FC236}">
                <a16:creationId xmlns:a16="http://schemas.microsoft.com/office/drawing/2014/main" id="{47DB83B4-2517-4BAC-8FBA-D2FC6ED4D925}"/>
              </a:ext>
            </a:extLst>
          </p:cNvPr>
          <p:cNvSpPr>
            <a:spLocks/>
          </p:cNvSpPr>
          <p:nvPr/>
        </p:nvSpPr>
        <p:spPr>
          <a:xfrm>
            <a:off x="904508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data_10494">
            <a:extLst>
              <a:ext uri="{FF2B5EF4-FFF2-40B4-BE49-F238E27FC236}">
                <a16:creationId xmlns:a16="http://schemas.microsoft.com/office/drawing/2014/main" id="{91A936E1-B62F-4718-8D6D-32B9B0382570}"/>
              </a:ext>
            </a:extLst>
          </p:cNvPr>
          <p:cNvSpPr>
            <a:spLocks/>
          </p:cNvSpPr>
          <p:nvPr/>
        </p:nvSpPr>
        <p:spPr>
          <a:xfrm>
            <a:off x="8929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data_10495">
            <a:extLst>
              <a:ext uri="{FF2B5EF4-FFF2-40B4-BE49-F238E27FC236}">
                <a16:creationId xmlns:a16="http://schemas.microsoft.com/office/drawing/2014/main" id="{081DD9FE-1CA4-4D18-BE7A-7D3CEFE318CB}"/>
              </a:ext>
            </a:extLst>
          </p:cNvPr>
          <p:cNvSpPr>
            <a:spLocks/>
          </p:cNvSpPr>
          <p:nvPr/>
        </p:nvSpPr>
        <p:spPr>
          <a:xfrm>
            <a:off x="9035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data_10496">
            <a:extLst>
              <a:ext uri="{FF2B5EF4-FFF2-40B4-BE49-F238E27FC236}">
                <a16:creationId xmlns:a16="http://schemas.microsoft.com/office/drawing/2014/main" id="{F1E05106-0D3B-4D6D-A8CB-E5041F7B645B}"/>
              </a:ext>
            </a:extLst>
          </p:cNvPr>
          <p:cNvSpPr>
            <a:spLocks/>
          </p:cNvSpPr>
          <p:nvPr/>
        </p:nvSpPr>
        <p:spPr>
          <a:xfrm>
            <a:off x="89732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data_10497">
            <a:extLst>
              <a:ext uri="{FF2B5EF4-FFF2-40B4-BE49-F238E27FC236}">
                <a16:creationId xmlns:a16="http://schemas.microsoft.com/office/drawing/2014/main" id="{66184DEA-D612-49CF-9AB4-A3FA7783C9AF}"/>
              </a:ext>
            </a:extLst>
          </p:cNvPr>
          <p:cNvSpPr>
            <a:spLocks/>
          </p:cNvSpPr>
          <p:nvPr/>
        </p:nvSpPr>
        <p:spPr>
          <a:xfrm>
            <a:off x="905042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data_10498">
            <a:extLst>
              <a:ext uri="{FF2B5EF4-FFF2-40B4-BE49-F238E27FC236}">
                <a16:creationId xmlns:a16="http://schemas.microsoft.com/office/drawing/2014/main" id="{17A664F2-E005-4EFF-975A-3025D4D27200}"/>
              </a:ext>
            </a:extLst>
          </p:cNvPr>
          <p:cNvSpPr>
            <a:spLocks/>
          </p:cNvSpPr>
          <p:nvPr/>
        </p:nvSpPr>
        <p:spPr>
          <a:xfrm>
            <a:off x="90096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data_10499">
            <a:extLst>
              <a:ext uri="{FF2B5EF4-FFF2-40B4-BE49-F238E27FC236}">
                <a16:creationId xmlns:a16="http://schemas.microsoft.com/office/drawing/2014/main" id="{79B338CB-6F6D-402F-98ED-619F97AB2FCF}"/>
              </a:ext>
            </a:extLst>
          </p:cNvPr>
          <p:cNvSpPr>
            <a:spLocks/>
          </p:cNvSpPr>
          <p:nvPr/>
        </p:nvSpPr>
        <p:spPr>
          <a:xfrm>
            <a:off x="9018500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data_10500">
            <a:extLst>
              <a:ext uri="{FF2B5EF4-FFF2-40B4-BE49-F238E27FC236}">
                <a16:creationId xmlns:a16="http://schemas.microsoft.com/office/drawing/2014/main" id="{46BBB581-47E6-401D-AB1A-3ECBAAC899B9}"/>
              </a:ext>
            </a:extLst>
          </p:cNvPr>
          <p:cNvSpPr>
            <a:spLocks/>
          </p:cNvSpPr>
          <p:nvPr/>
        </p:nvSpPr>
        <p:spPr>
          <a:xfrm>
            <a:off x="896130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data_10501">
            <a:extLst>
              <a:ext uri="{FF2B5EF4-FFF2-40B4-BE49-F238E27FC236}">
                <a16:creationId xmlns:a16="http://schemas.microsoft.com/office/drawing/2014/main" id="{D815872E-BEDC-41CA-BB34-5DD84DF95250}"/>
              </a:ext>
            </a:extLst>
          </p:cNvPr>
          <p:cNvSpPr>
            <a:spLocks/>
          </p:cNvSpPr>
          <p:nvPr/>
        </p:nvSpPr>
        <p:spPr>
          <a:xfrm>
            <a:off x="904312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data_10502">
            <a:extLst>
              <a:ext uri="{FF2B5EF4-FFF2-40B4-BE49-F238E27FC236}">
                <a16:creationId xmlns:a16="http://schemas.microsoft.com/office/drawing/2014/main" id="{F559247D-4491-412C-9FE7-C704B24B06D9}"/>
              </a:ext>
            </a:extLst>
          </p:cNvPr>
          <p:cNvSpPr>
            <a:spLocks/>
          </p:cNvSpPr>
          <p:nvPr/>
        </p:nvSpPr>
        <p:spPr>
          <a:xfrm>
            <a:off x="9018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data_10503">
            <a:extLst>
              <a:ext uri="{FF2B5EF4-FFF2-40B4-BE49-F238E27FC236}">
                <a16:creationId xmlns:a16="http://schemas.microsoft.com/office/drawing/2014/main" id="{CC80E966-BC81-4DF2-96EC-170BC1FB3788}"/>
              </a:ext>
            </a:extLst>
          </p:cNvPr>
          <p:cNvSpPr>
            <a:spLocks/>
          </p:cNvSpPr>
          <p:nvPr/>
        </p:nvSpPr>
        <p:spPr>
          <a:xfrm>
            <a:off x="894436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data_10504">
            <a:extLst>
              <a:ext uri="{FF2B5EF4-FFF2-40B4-BE49-F238E27FC236}">
                <a16:creationId xmlns:a16="http://schemas.microsoft.com/office/drawing/2014/main" id="{7E7052B3-D0AC-48FE-87FB-F4918E9E2124}"/>
              </a:ext>
            </a:extLst>
          </p:cNvPr>
          <p:cNvSpPr>
            <a:spLocks/>
          </p:cNvSpPr>
          <p:nvPr/>
        </p:nvSpPr>
        <p:spPr>
          <a:xfrm>
            <a:off x="9016545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data_10505">
            <a:extLst>
              <a:ext uri="{FF2B5EF4-FFF2-40B4-BE49-F238E27FC236}">
                <a16:creationId xmlns:a16="http://schemas.microsoft.com/office/drawing/2014/main" id="{41A2355A-532B-4047-BF15-D6A81372A914}"/>
              </a:ext>
            </a:extLst>
          </p:cNvPr>
          <p:cNvSpPr>
            <a:spLocks/>
          </p:cNvSpPr>
          <p:nvPr/>
        </p:nvSpPr>
        <p:spPr>
          <a:xfrm>
            <a:off x="8951006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data_10506">
            <a:extLst>
              <a:ext uri="{FF2B5EF4-FFF2-40B4-BE49-F238E27FC236}">
                <a16:creationId xmlns:a16="http://schemas.microsoft.com/office/drawing/2014/main" id="{2F7B0BF5-7597-419C-884E-3B52D5726008}"/>
              </a:ext>
            </a:extLst>
          </p:cNvPr>
          <p:cNvSpPr>
            <a:spLocks/>
          </p:cNvSpPr>
          <p:nvPr/>
        </p:nvSpPr>
        <p:spPr>
          <a:xfrm>
            <a:off x="89611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data_10507">
            <a:extLst>
              <a:ext uri="{FF2B5EF4-FFF2-40B4-BE49-F238E27FC236}">
                <a16:creationId xmlns:a16="http://schemas.microsoft.com/office/drawing/2014/main" id="{2FE1A415-8261-4D71-B22A-55FA5EDAED75}"/>
              </a:ext>
            </a:extLst>
          </p:cNvPr>
          <p:cNvSpPr>
            <a:spLocks/>
          </p:cNvSpPr>
          <p:nvPr/>
        </p:nvSpPr>
        <p:spPr>
          <a:xfrm>
            <a:off x="90420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data_10508">
            <a:extLst>
              <a:ext uri="{FF2B5EF4-FFF2-40B4-BE49-F238E27FC236}">
                <a16:creationId xmlns:a16="http://schemas.microsoft.com/office/drawing/2014/main" id="{E32DBB54-427D-4790-9873-FC0BC68D2B4E}"/>
              </a:ext>
            </a:extLst>
          </p:cNvPr>
          <p:cNvSpPr>
            <a:spLocks/>
          </p:cNvSpPr>
          <p:nvPr/>
        </p:nvSpPr>
        <p:spPr>
          <a:xfrm>
            <a:off x="89632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data_10509">
            <a:extLst>
              <a:ext uri="{FF2B5EF4-FFF2-40B4-BE49-F238E27FC236}">
                <a16:creationId xmlns:a16="http://schemas.microsoft.com/office/drawing/2014/main" id="{39963A7E-BCDE-4506-A226-D249EE7F9CDD}"/>
              </a:ext>
            </a:extLst>
          </p:cNvPr>
          <p:cNvSpPr>
            <a:spLocks/>
          </p:cNvSpPr>
          <p:nvPr/>
        </p:nvSpPr>
        <p:spPr>
          <a:xfrm>
            <a:off x="903478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data_10510">
            <a:extLst>
              <a:ext uri="{FF2B5EF4-FFF2-40B4-BE49-F238E27FC236}">
                <a16:creationId xmlns:a16="http://schemas.microsoft.com/office/drawing/2014/main" id="{3C0738B3-CFD4-4BE8-9181-0A5CB20D7A74}"/>
              </a:ext>
            </a:extLst>
          </p:cNvPr>
          <p:cNvSpPr>
            <a:spLocks/>
          </p:cNvSpPr>
          <p:nvPr/>
        </p:nvSpPr>
        <p:spPr>
          <a:xfrm>
            <a:off x="90358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data_10511">
            <a:extLst>
              <a:ext uri="{FF2B5EF4-FFF2-40B4-BE49-F238E27FC236}">
                <a16:creationId xmlns:a16="http://schemas.microsoft.com/office/drawing/2014/main" id="{B762CE14-88D5-478F-A2C1-25AFA1F09F36}"/>
              </a:ext>
            </a:extLst>
          </p:cNvPr>
          <p:cNvSpPr>
            <a:spLocks/>
          </p:cNvSpPr>
          <p:nvPr/>
        </p:nvSpPr>
        <p:spPr>
          <a:xfrm>
            <a:off x="903921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data_10512">
            <a:extLst>
              <a:ext uri="{FF2B5EF4-FFF2-40B4-BE49-F238E27FC236}">
                <a16:creationId xmlns:a16="http://schemas.microsoft.com/office/drawing/2014/main" id="{71B147B6-567F-4186-8351-403A59E935DB}"/>
              </a:ext>
            </a:extLst>
          </p:cNvPr>
          <p:cNvSpPr>
            <a:spLocks/>
          </p:cNvSpPr>
          <p:nvPr/>
        </p:nvSpPr>
        <p:spPr>
          <a:xfrm>
            <a:off x="8964297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data_10513">
            <a:extLst>
              <a:ext uri="{FF2B5EF4-FFF2-40B4-BE49-F238E27FC236}">
                <a16:creationId xmlns:a16="http://schemas.microsoft.com/office/drawing/2014/main" id="{5D2316B9-C244-4C03-9E18-4C32C6D305C7}"/>
              </a:ext>
            </a:extLst>
          </p:cNvPr>
          <p:cNvSpPr>
            <a:spLocks/>
          </p:cNvSpPr>
          <p:nvPr/>
        </p:nvSpPr>
        <p:spPr>
          <a:xfrm>
            <a:off x="8944622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data_10514">
            <a:extLst>
              <a:ext uri="{FF2B5EF4-FFF2-40B4-BE49-F238E27FC236}">
                <a16:creationId xmlns:a16="http://schemas.microsoft.com/office/drawing/2014/main" id="{EED7A6CB-AEA4-4242-9B4F-F3DE6742A936}"/>
              </a:ext>
            </a:extLst>
          </p:cNvPr>
          <p:cNvSpPr>
            <a:spLocks/>
          </p:cNvSpPr>
          <p:nvPr/>
        </p:nvSpPr>
        <p:spPr>
          <a:xfrm>
            <a:off x="90204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data_10515">
            <a:extLst>
              <a:ext uri="{FF2B5EF4-FFF2-40B4-BE49-F238E27FC236}">
                <a16:creationId xmlns:a16="http://schemas.microsoft.com/office/drawing/2014/main" id="{2DAA657F-14B5-435A-95F7-F068B6E11442}"/>
              </a:ext>
            </a:extLst>
          </p:cNvPr>
          <p:cNvSpPr>
            <a:spLocks/>
          </p:cNvSpPr>
          <p:nvPr/>
        </p:nvSpPr>
        <p:spPr>
          <a:xfrm>
            <a:off x="89384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data_10516">
            <a:extLst>
              <a:ext uri="{FF2B5EF4-FFF2-40B4-BE49-F238E27FC236}">
                <a16:creationId xmlns:a16="http://schemas.microsoft.com/office/drawing/2014/main" id="{21597CAD-7D68-4A62-BBA4-C5791C97510A}"/>
              </a:ext>
            </a:extLst>
          </p:cNvPr>
          <p:cNvSpPr>
            <a:spLocks/>
          </p:cNvSpPr>
          <p:nvPr/>
        </p:nvSpPr>
        <p:spPr>
          <a:xfrm>
            <a:off x="89467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data_10517">
            <a:extLst>
              <a:ext uri="{FF2B5EF4-FFF2-40B4-BE49-F238E27FC236}">
                <a16:creationId xmlns:a16="http://schemas.microsoft.com/office/drawing/2014/main" id="{995CC867-B56E-44F1-AE57-2677E9E11A37}"/>
              </a:ext>
            </a:extLst>
          </p:cNvPr>
          <p:cNvSpPr>
            <a:spLocks/>
          </p:cNvSpPr>
          <p:nvPr/>
        </p:nvSpPr>
        <p:spPr>
          <a:xfrm>
            <a:off x="90237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data_10518">
            <a:extLst>
              <a:ext uri="{FF2B5EF4-FFF2-40B4-BE49-F238E27FC236}">
                <a16:creationId xmlns:a16="http://schemas.microsoft.com/office/drawing/2014/main" id="{62F30BE1-8BDA-4481-90F0-17037C36A62A}"/>
              </a:ext>
            </a:extLst>
          </p:cNvPr>
          <p:cNvSpPr>
            <a:spLocks/>
          </p:cNvSpPr>
          <p:nvPr/>
        </p:nvSpPr>
        <p:spPr>
          <a:xfrm>
            <a:off x="89396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data_10519">
            <a:extLst>
              <a:ext uri="{FF2B5EF4-FFF2-40B4-BE49-F238E27FC236}">
                <a16:creationId xmlns:a16="http://schemas.microsoft.com/office/drawing/2014/main" id="{5F4B12BA-452D-4DC7-9370-434609612592}"/>
              </a:ext>
            </a:extLst>
          </p:cNvPr>
          <p:cNvSpPr>
            <a:spLocks/>
          </p:cNvSpPr>
          <p:nvPr/>
        </p:nvSpPr>
        <p:spPr>
          <a:xfrm>
            <a:off x="90487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data_10520">
            <a:extLst>
              <a:ext uri="{FF2B5EF4-FFF2-40B4-BE49-F238E27FC236}">
                <a16:creationId xmlns:a16="http://schemas.microsoft.com/office/drawing/2014/main" id="{C32B66D4-CD4A-4C74-B3E2-4320DB421701}"/>
              </a:ext>
            </a:extLst>
          </p:cNvPr>
          <p:cNvSpPr>
            <a:spLocks/>
          </p:cNvSpPr>
          <p:nvPr/>
        </p:nvSpPr>
        <p:spPr>
          <a:xfrm>
            <a:off x="90287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data_10521">
            <a:extLst>
              <a:ext uri="{FF2B5EF4-FFF2-40B4-BE49-F238E27FC236}">
                <a16:creationId xmlns:a16="http://schemas.microsoft.com/office/drawing/2014/main" id="{68363BCC-950D-4D24-B26E-389ECDA10190}"/>
              </a:ext>
            </a:extLst>
          </p:cNvPr>
          <p:cNvSpPr>
            <a:spLocks/>
          </p:cNvSpPr>
          <p:nvPr/>
        </p:nvSpPr>
        <p:spPr>
          <a:xfrm>
            <a:off x="8981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data_10522">
            <a:extLst>
              <a:ext uri="{FF2B5EF4-FFF2-40B4-BE49-F238E27FC236}">
                <a16:creationId xmlns:a16="http://schemas.microsoft.com/office/drawing/2014/main" id="{1B098CCE-47A9-4047-832B-64AC80925EB6}"/>
              </a:ext>
            </a:extLst>
          </p:cNvPr>
          <p:cNvSpPr>
            <a:spLocks/>
          </p:cNvSpPr>
          <p:nvPr/>
        </p:nvSpPr>
        <p:spPr>
          <a:xfrm>
            <a:off x="89596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data_10523">
            <a:extLst>
              <a:ext uri="{FF2B5EF4-FFF2-40B4-BE49-F238E27FC236}">
                <a16:creationId xmlns:a16="http://schemas.microsoft.com/office/drawing/2014/main" id="{B3B6E919-589C-43E6-BD05-FC96AFB64537}"/>
              </a:ext>
            </a:extLst>
          </p:cNvPr>
          <p:cNvSpPr>
            <a:spLocks/>
          </p:cNvSpPr>
          <p:nvPr/>
        </p:nvSpPr>
        <p:spPr>
          <a:xfrm>
            <a:off x="9052377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data_10524">
            <a:extLst>
              <a:ext uri="{FF2B5EF4-FFF2-40B4-BE49-F238E27FC236}">
                <a16:creationId xmlns:a16="http://schemas.microsoft.com/office/drawing/2014/main" id="{26853FDD-5E54-4C40-9FBD-16892DC0CB4C}"/>
              </a:ext>
            </a:extLst>
          </p:cNvPr>
          <p:cNvSpPr>
            <a:spLocks/>
          </p:cNvSpPr>
          <p:nvPr/>
        </p:nvSpPr>
        <p:spPr>
          <a:xfrm>
            <a:off x="90050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data_10525">
            <a:extLst>
              <a:ext uri="{FF2B5EF4-FFF2-40B4-BE49-F238E27FC236}">
                <a16:creationId xmlns:a16="http://schemas.microsoft.com/office/drawing/2014/main" id="{C965899E-D02D-47D4-947C-F0B5D3038DBF}"/>
              </a:ext>
            </a:extLst>
          </p:cNvPr>
          <p:cNvSpPr>
            <a:spLocks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data_10526">
            <a:extLst>
              <a:ext uri="{FF2B5EF4-FFF2-40B4-BE49-F238E27FC236}">
                <a16:creationId xmlns:a16="http://schemas.microsoft.com/office/drawing/2014/main" id="{99CC590E-DE82-4E41-A53B-B3BA99C02B8E}"/>
              </a:ext>
            </a:extLst>
          </p:cNvPr>
          <p:cNvSpPr>
            <a:spLocks/>
          </p:cNvSpPr>
          <p:nvPr/>
        </p:nvSpPr>
        <p:spPr>
          <a:xfrm>
            <a:off x="89434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data_10527">
            <a:extLst>
              <a:ext uri="{FF2B5EF4-FFF2-40B4-BE49-F238E27FC236}">
                <a16:creationId xmlns:a16="http://schemas.microsoft.com/office/drawing/2014/main" id="{A117B2AC-1354-4F7A-BB8B-EFD9E89E5E96}"/>
              </a:ext>
            </a:extLst>
          </p:cNvPr>
          <p:cNvSpPr>
            <a:spLocks/>
          </p:cNvSpPr>
          <p:nvPr/>
        </p:nvSpPr>
        <p:spPr>
          <a:xfrm>
            <a:off x="898019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data_10528">
            <a:extLst>
              <a:ext uri="{FF2B5EF4-FFF2-40B4-BE49-F238E27FC236}">
                <a16:creationId xmlns:a16="http://schemas.microsoft.com/office/drawing/2014/main" id="{E23AD350-FEAE-4A88-973C-A420CA60E6A6}"/>
              </a:ext>
            </a:extLst>
          </p:cNvPr>
          <p:cNvSpPr>
            <a:spLocks/>
          </p:cNvSpPr>
          <p:nvPr/>
        </p:nvSpPr>
        <p:spPr>
          <a:xfrm>
            <a:off x="902670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data_10529">
            <a:extLst>
              <a:ext uri="{FF2B5EF4-FFF2-40B4-BE49-F238E27FC236}">
                <a16:creationId xmlns:a16="http://schemas.microsoft.com/office/drawing/2014/main" id="{0940592E-10B1-4B8D-AA66-1F476125E9F0}"/>
              </a:ext>
            </a:extLst>
          </p:cNvPr>
          <p:cNvSpPr>
            <a:spLocks/>
          </p:cNvSpPr>
          <p:nvPr/>
        </p:nvSpPr>
        <p:spPr>
          <a:xfrm>
            <a:off x="900781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data_10530">
            <a:extLst>
              <a:ext uri="{FF2B5EF4-FFF2-40B4-BE49-F238E27FC236}">
                <a16:creationId xmlns:a16="http://schemas.microsoft.com/office/drawing/2014/main" id="{3FB385E0-0885-4AAD-878C-9395B7055A2C}"/>
              </a:ext>
            </a:extLst>
          </p:cNvPr>
          <p:cNvSpPr>
            <a:spLocks/>
          </p:cNvSpPr>
          <p:nvPr/>
        </p:nvSpPr>
        <p:spPr>
          <a:xfrm>
            <a:off x="9045992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data_10531">
            <a:extLst>
              <a:ext uri="{FF2B5EF4-FFF2-40B4-BE49-F238E27FC236}">
                <a16:creationId xmlns:a16="http://schemas.microsoft.com/office/drawing/2014/main" id="{7CAF7795-0779-4104-84B2-C2346265EC8A}"/>
              </a:ext>
            </a:extLst>
          </p:cNvPr>
          <p:cNvSpPr>
            <a:spLocks/>
          </p:cNvSpPr>
          <p:nvPr/>
        </p:nvSpPr>
        <p:spPr>
          <a:xfrm>
            <a:off x="89250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data_10532">
            <a:extLst>
              <a:ext uri="{FF2B5EF4-FFF2-40B4-BE49-F238E27FC236}">
                <a16:creationId xmlns:a16="http://schemas.microsoft.com/office/drawing/2014/main" id="{DF5DB675-65D9-46B3-BE87-13CC387A4FDD}"/>
              </a:ext>
            </a:extLst>
          </p:cNvPr>
          <p:cNvSpPr>
            <a:spLocks/>
          </p:cNvSpPr>
          <p:nvPr/>
        </p:nvSpPr>
        <p:spPr>
          <a:xfrm>
            <a:off x="8978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data_10533">
            <a:extLst>
              <a:ext uri="{FF2B5EF4-FFF2-40B4-BE49-F238E27FC236}">
                <a16:creationId xmlns:a16="http://schemas.microsoft.com/office/drawing/2014/main" id="{88FBBD20-1E3A-4146-AD95-6AFC43CC81AE}"/>
              </a:ext>
            </a:extLst>
          </p:cNvPr>
          <p:cNvSpPr>
            <a:spLocks/>
          </p:cNvSpPr>
          <p:nvPr/>
        </p:nvSpPr>
        <p:spPr>
          <a:xfrm>
            <a:off x="90031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data_10534">
            <a:extLst>
              <a:ext uri="{FF2B5EF4-FFF2-40B4-BE49-F238E27FC236}">
                <a16:creationId xmlns:a16="http://schemas.microsoft.com/office/drawing/2014/main" id="{E18F071A-514A-49CD-922E-B34D5725B517}"/>
              </a:ext>
            </a:extLst>
          </p:cNvPr>
          <p:cNvSpPr>
            <a:spLocks/>
          </p:cNvSpPr>
          <p:nvPr/>
        </p:nvSpPr>
        <p:spPr>
          <a:xfrm>
            <a:off x="896260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data_10535">
            <a:extLst>
              <a:ext uri="{FF2B5EF4-FFF2-40B4-BE49-F238E27FC236}">
                <a16:creationId xmlns:a16="http://schemas.microsoft.com/office/drawing/2014/main" id="{88EBF05D-CED8-486F-8E87-BD8EF2F581A2}"/>
              </a:ext>
            </a:extLst>
          </p:cNvPr>
          <p:cNvSpPr>
            <a:spLocks/>
          </p:cNvSpPr>
          <p:nvPr/>
        </p:nvSpPr>
        <p:spPr>
          <a:xfrm>
            <a:off x="89917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data_10536">
            <a:extLst>
              <a:ext uri="{FF2B5EF4-FFF2-40B4-BE49-F238E27FC236}">
                <a16:creationId xmlns:a16="http://schemas.microsoft.com/office/drawing/2014/main" id="{062E7C13-D7B8-42AF-B7F3-1090588158EB}"/>
              </a:ext>
            </a:extLst>
          </p:cNvPr>
          <p:cNvSpPr>
            <a:spLocks/>
          </p:cNvSpPr>
          <p:nvPr/>
        </p:nvSpPr>
        <p:spPr>
          <a:xfrm>
            <a:off x="89753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data_10537">
            <a:extLst>
              <a:ext uri="{FF2B5EF4-FFF2-40B4-BE49-F238E27FC236}">
                <a16:creationId xmlns:a16="http://schemas.microsoft.com/office/drawing/2014/main" id="{ECD9F837-A2C6-4BE6-8C52-8C9D2A0184D6}"/>
              </a:ext>
            </a:extLst>
          </p:cNvPr>
          <p:cNvSpPr>
            <a:spLocks/>
          </p:cNvSpPr>
          <p:nvPr/>
        </p:nvSpPr>
        <p:spPr>
          <a:xfrm>
            <a:off x="903166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data_10538">
            <a:extLst>
              <a:ext uri="{FF2B5EF4-FFF2-40B4-BE49-F238E27FC236}">
                <a16:creationId xmlns:a16="http://schemas.microsoft.com/office/drawing/2014/main" id="{9978A912-E9CD-4500-8F5B-788E7DA80C31}"/>
              </a:ext>
            </a:extLst>
          </p:cNvPr>
          <p:cNvSpPr>
            <a:spLocks/>
          </p:cNvSpPr>
          <p:nvPr/>
        </p:nvSpPr>
        <p:spPr>
          <a:xfrm>
            <a:off x="89394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data_10539">
            <a:extLst>
              <a:ext uri="{FF2B5EF4-FFF2-40B4-BE49-F238E27FC236}">
                <a16:creationId xmlns:a16="http://schemas.microsoft.com/office/drawing/2014/main" id="{26C3D3AC-FC9D-4124-A182-A5094712E5F7}"/>
              </a:ext>
            </a:extLst>
          </p:cNvPr>
          <p:cNvSpPr>
            <a:spLocks/>
          </p:cNvSpPr>
          <p:nvPr/>
        </p:nvSpPr>
        <p:spPr>
          <a:xfrm>
            <a:off x="89454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data_10540">
            <a:extLst>
              <a:ext uri="{FF2B5EF4-FFF2-40B4-BE49-F238E27FC236}">
                <a16:creationId xmlns:a16="http://schemas.microsoft.com/office/drawing/2014/main" id="{8894C3EA-9C5D-453D-943F-8F0336855584}"/>
              </a:ext>
            </a:extLst>
          </p:cNvPr>
          <p:cNvSpPr>
            <a:spLocks/>
          </p:cNvSpPr>
          <p:nvPr/>
        </p:nvSpPr>
        <p:spPr>
          <a:xfrm>
            <a:off x="8999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data_10541">
            <a:extLst>
              <a:ext uri="{FF2B5EF4-FFF2-40B4-BE49-F238E27FC236}">
                <a16:creationId xmlns:a16="http://schemas.microsoft.com/office/drawing/2014/main" id="{8D9B7B7B-FC04-45B8-82FE-5F55D1913151}"/>
              </a:ext>
            </a:extLst>
          </p:cNvPr>
          <p:cNvSpPr>
            <a:spLocks/>
          </p:cNvSpPr>
          <p:nvPr/>
        </p:nvSpPr>
        <p:spPr>
          <a:xfrm>
            <a:off x="8998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data_10542">
            <a:extLst>
              <a:ext uri="{FF2B5EF4-FFF2-40B4-BE49-F238E27FC236}">
                <a16:creationId xmlns:a16="http://schemas.microsoft.com/office/drawing/2014/main" id="{E375A70F-DED0-4D42-B601-F9E83EA5EACA}"/>
              </a:ext>
            </a:extLst>
          </p:cNvPr>
          <p:cNvSpPr>
            <a:spLocks/>
          </p:cNvSpPr>
          <p:nvPr/>
        </p:nvSpPr>
        <p:spPr>
          <a:xfrm>
            <a:off x="90407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data_10543">
            <a:extLst>
              <a:ext uri="{FF2B5EF4-FFF2-40B4-BE49-F238E27FC236}">
                <a16:creationId xmlns:a16="http://schemas.microsoft.com/office/drawing/2014/main" id="{B1C656F4-DDB8-44E1-BF08-3F014CF1002C}"/>
              </a:ext>
            </a:extLst>
          </p:cNvPr>
          <p:cNvSpPr>
            <a:spLocks/>
          </p:cNvSpPr>
          <p:nvPr/>
        </p:nvSpPr>
        <p:spPr>
          <a:xfrm>
            <a:off x="902110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data_10544">
            <a:extLst>
              <a:ext uri="{FF2B5EF4-FFF2-40B4-BE49-F238E27FC236}">
                <a16:creationId xmlns:a16="http://schemas.microsoft.com/office/drawing/2014/main" id="{E102D2F5-1DE7-4607-89A5-68376B515ECC}"/>
              </a:ext>
            </a:extLst>
          </p:cNvPr>
          <p:cNvSpPr>
            <a:spLocks/>
          </p:cNvSpPr>
          <p:nvPr/>
        </p:nvSpPr>
        <p:spPr>
          <a:xfrm>
            <a:off x="89596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data_10545">
            <a:extLst>
              <a:ext uri="{FF2B5EF4-FFF2-40B4-BE49-F238E27FC236}">
                <a16:creationId xmlns:a16="http://schemas.microsoft.com/office/drawing/2014/main" id="{5544539D-7F5F-45C2-BDBB-075E625DB89F}"/>
              </a:ext>
            </a:extLst>
          </p:cNvPr>
          <p:cNvSpPr>
            <a:spLocks/>
          </p:cNvSpPr>
          <p:nvPr/>
        </p:nvSpPr>
        <p:spPr>
          <a:xfrm>
            <a:off x="902371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data_10546">
            <a:extLst>
              <a:ext uri="{FF2B5EF4-FFF2-40B4-BE49-F238E27FC236}">
                <a16:creationId xmlns:a16="http://schemas.microsoft.com/office/drawing/2014/main" id="{1F8A75BE-7CE7-4FD5-B76C-6F1E16AB354D}"/>
              </a:ext>
            </a:extLst>
          </p:cNvPr>
          <p:cNvSpPr>
            <a:spLocks/>
          </p:cNvSpPr>
          <p:nvPr/>
        </p:nvSpPr>
        <p:spPr>
          <a:xfrm>
            <a:off x="90131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data_10547">
            <a:extLst>
              <a:ext uri="{FF2B5EF4-FFF2-40B4-BE49-F238E27FC236}">
                <a16:creationId xmlns:a16="http://schemas.microsoft.com/office/drawing/2014/main" id="{9FA652F0-ED57-4230-A6CF-1CA2608EF975}"/>
              </a:ext>
            </a:extLst>
          </p:cNvPr>
          <p:cNvSpPr>
            <a:spLocks/>
          </p:cNvSpPr>
          <p:nvPr/>
        </p:nvSpPr>
        <p:spPr>
          <a:xfrm>
            <a:off x="90187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data_10548">
            <a:extLst>
              <a:ext uri="{FF2B5EF4-FFF2-40B4-BE49-F238E27FC236}">
                <a16:creationId xmlns:a16="http://schemas.microsoft.com/office/drawing/2014/main" id="{2BDBC5F1-F2D1-4B44-BE2F-B2B7A503AB33}"/>
              </a:ext>
            </a:extLst>
          </p:cNvPr>
          <p:cNvSpPr>
            <a:spLocks/>
          </p:cNvSpPr>
          <p:nvPr/>
        </p:nvSpPr>
        <p:spPr>
          <a:xfrm>
            <a:off x="899413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data_10549">
            <a:extLst>
              <a:ext uri="{FF2B5EF4-FFF2-40B4-BE49-F238E27FC236}">
                <a16:creationId xmlns:a16="http://schemas.microsoft.com/office/drawing/2014/main" id="{02019DA0-646D-493C-AD0E-2E5879234681}"/>
              </a:ext>
            </a:extLst>
          </p:cNvPr>
          <p:cNvSpPr>
            <a:spLocks/>
          </p:cNvSpPr>
          <p:nvPr/>
        </p:nvSpPr>
        <p:spPr>
          <a:xfrm>
            <a:off x="89265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data_10550">
            <a:extLst>
              <a:ext uri="{FF2B5EF4-FFF2-40B4-BE49-F238E27FC236}">
                <a16:creationId xmlns:a16="http://schemas.microsoft.com/office/drawing/2014/main" id="{4E51BDF1-B308-4CD6-96E8-D599C160B34E}"/>
              </a:ext>
            </a:extLst>
          </p:cNvPr>
          <p:cNvSpPr>
            <a:spLocks/>
          </p:cNvSpPr>
          <p:nvPr/>
        </p:nvSpPr>
        <p:spPr>
          <a:xfrm>
            <a:off x="9013679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data_10551">
            <a:extLst>
              <a:ext uri="{FF2B5EF4-FFF2-40B4-BE49-F238E27FC236}">
                <a16:creationId xmlns:a16="http://schemas.microsoft.com/office/drawing/2014/main" id="{A83D3D0B-A8EE-48EE-B69D-61816E4C5278}"/>
              </a:ext>
            </a:extLst>
          </p:cNvPr>
          <p:cNvSpPr>
            <a:spLocks/>
          </p:cNvSpPr>
          <p:nvPr/>
        </p:nvSpPr>
        <p:spPr>
          <a:xfrm>
            <a:off x="9030878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data_10552">
            <a:extLst>
              <a:ext uri="{FF2B5EF4-FFF2-40B4-BE49-F238E27FC236}">
                <a16:creationId xmlns:a16="http://schemas.microsoft.com/office/drawing/2014/main" id="{A63725D4-8344-4794-B1B2-56833661B9F5}"/>
              </a:ext>
            </a:extLst>
          </p:cNvPr>
          <p:cNvSpPr>
            <a:spLocks/>
          </p:cNvSpPr>
          <p:nvPr/>
        </p:nvSpPr>
        <p:spPr>
          <a:xfrm>
            <a:off x="89481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data_10553">
            <a:extLst>
              <a:ext uri="{FF2B5EF4-FFF2-40B4-BE49-F238E27FC236}">
                <a16:creationId xmlns:a16="http://schemas.microsoft.com/office/drawing/2014/main" id="{759F2455-9AA6-4803-B8EC-817BFF4EE59E}"/>
              </a:ext>
            </a:extLst>
          </p:cNvPr>
          <p:cNvSpPr>
            <a:spLocks/>
          </p:cNvSpPr>
          <p:nvPr/>
        </p:nvSpPr>
        <p:spPr>
          <a:xfrm>
            <a:off x="8938368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data_10554">
            <a:extLst>
              <a:ext uri="{FF2B5EF4-FFF2-40B4-BE49-F238E27FC236}">
                <a16:creationId xmlns:a16="http://schemas.microsoft.com/office/drawing/2014/main" id="{617572B7-B43A-4A7B-A73C-6FB3EDCD07D6}"/>
              </a:ext>
            </a:extLst>
          </p:cNvPr>
          <p:cNvSpPr>
            <a:spLocks/>
          </p:cNvSpPr>
          <p:nvPr/>
        </p:nvSpPr>
        <p:spPr>
          <a:xfrm>
            <a:off x="901341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data_10555">
            <a:extLst>
              <a:ext uri="{FF2B5EF4-FFF2-40B4-BE49-F238E27FC236}">
                <a16:creationId xmlns:a16="http://schemas.microsoft.com/office/drawing/2014/main" id="{263525D8-0DAA-4A25-9FB2-BF36A3572082}"/>
              </a:ext>
            </a:extLst>
          </p:cNvPr>
          <p:cNvSpPr>
            <a:spLocks/>
          </p:cNvSpPr>
          <p:nvPr/>
        </p:nvSpPr>
        <p:spPr>
          <a:xfrm>
            <a:off x="9047035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data_10556">
            <a:extLst>
              <a:ext uri="{FF2B5EF4-FFF2-40B4-BE49-F238E27FC236}">
                <a16:creationId xmlns:a16="http://schemas.microsoft.com/office/drawing/2014/main" id="{EC104816-06B3-4046-9D13-3B11238195D2}"/>
              </a:ext>
            </a:extLst>
          </p:cNvPr>
          <p:cNvSpPr>
            <a:spLocks/>
          </p:cNvSpPr>
          <p:nvPr/>
        </p:nvSpPr>
        <p:spPr>
          <a:xfrm>
            <a:off x="90526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data_10557">
            <a:extLst>
              <a:ext uri="{FF2B5EF4-FFF2-40B4-BE49-F238E27FC236}">
                <a16:creationId xmlns:a16="http://schemas.microsoft.com/office/drawing/2014/main" id="{E4FEBCCA-2DBD-460F-8167-F680E9C90C61}"/>
              </a:ext>
            </a:extLst>
          </p:cNvPr>
          <p:cNvSpPr>
            <a:spLocks/>
          </p:cNvSpPr>
          <p:nvPr/>
        </p:nvSpPr>
        <p:spPr>
          <a:xfrm>
            <a:off x="8972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data_10558">
            <a:extLst>
              <a:ext uri="{FF2B5EF4-FFF2-40B4-BE49-F238E27FC236}">
                <a16:creationId xmlns:a16="http://schemas.microsoft.com/office/drawing/2014/main" id="{CD45D153-91DE-4511-B0E9-A8723DA7E6A3}"/>
              </a:ext>
            </a:extLst>
          </p:cNvPr>
          <p:cNvSpPr>
            <a:spLocks/>
          </p:cNvSpPr>
          <p:nvPr/>
        </p:nvSpPr>
        <p:spPr>
          <a:xfrm>
            <a:off x="901993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data_10559">
            <a:extLst>
              <a:ext uri="{FF2B5EF4-FFF2-40B4-BE49-F238E27FC236}">
                <a16:creationId xmlns:a16="http://schemas.microsoft.com/office/drawing/2014/main" id="{E9D96F21-5162-4E29-83F1-54B14051BDA1}"/>
              </a:ext>
            </a:extLst>
          </p:cNvPr>
          <p:cNvSpPr>
            <a:spLocks/>
          </p:cNvSpPr>
          <p:nvPr/>
        </p:nvSpPr>
        <p:spPr>
          <a:xfrm>
            <a:off x="9029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data_10560">
            <a:extLst>
              <a:ext uri="{FF2B5EF4-FFF2-40B4-BE49-F238E27FC236}">
                <a16:creationId xmlns:a16="http://schemas.microsoft.com/office/drawing/2014/main" id="{D13F2392-32C8-4F8D-831E-5FFCAFC54827}"/>
              </a:ext>
            </a:extLst>
          </p:cNvPr>
          <p:cNvSpPr>
            <a:spLocks/>
          </p:cNvSpPr>
          <p:nvPr/>
        </p:nvSpPr>
        <p:spPr>
          <a:xfrm>
            <a:off x="9045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data_10561">
            <a:extLst>
              <a:ext uri="{FF2B5EF4-FFF2-40B4-BE49-F238E27FC236}">
                <a16:creationId xmlns:a16="http://schemas.microsoft.com/office/drawing/2014/main" id="{D6448B5C-4DD7-4AF7-8756-3DC2012C1A31}"/>
              </a:ext>
            </a:extLst>
          </p:cNvPr>
          <p:cNvSpPr>
            <a:spLocks/>
          </p:cNvSpPr>
          <p:nvPr/>
        </p:nvSpPr>
        <p:spPr>
          <a:xfrm>
            <a:off x="90317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data_10562">
            <a:extLst>
              <a:ext uri="{FF2B5EF4-FFF2-40B4-BE49-F238E27FC236}">
                <a16:creationId xmlns:a16="http://schemas.microsoft.com/office/drawing/2014/main" id="{5F65F2C3-CBE9-4C3E-B7C8-FFDDB60907D0}"/>
              </a:ext>
            </a:extLst>
          </p:cNvPr>
          <p:cNvSpPr>
            <a:spLocks/>
          </p:cNvSpPr>
          <p:nvPr/>
        </p:nvSpPr>
        <p:spPr>
          <a:xfrm>
            <a:off x="90121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data_10563">
            <a:extLst>
              <a:ext uri="{FF2B5EF4-FFF2-40B4-BE49-F238E27FC236}">
                <a16:creationId xmlns:a16="http://schemas.microsoft.com/office/drawing/2014/main" id="{D7025190-3BE7-4CB3-9F8D-A7A52C4DCAB4}"/>
              </a:ext>
            </a:extLst>
          </p:cNvPr>
          <p:cNvSpPr>
            <a:spLocks/>
          </p:cNvSpPr>
          <p:nvPr/>
        </p:nvSpPr>
        <p:spPr>
          <a:xfrm>
            <a:off x="89322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data_10564">
            <a:extLst>
              <a:ext uri="{FF2B5EF4-FFF2-40B4-BE49-F238E27FC236}">
                <a16:creationId xmlns:a16="http://schemas.microsoft.com/office/drawing/2014/main" id="{AEDD9017-3E44-4D59-9213-2E13366D174F}"/>
              </a:ext>
            </a:extLst>
          </p:cNvPr>
          <p:cNvSpPr>
            <a:spLocks/>
          </p:cNvSpPr>
          <p:nvPr/>
        </p:nvSpPr>
        <p:spPr>
          <a:xfrm>
            <a:off x="8944882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data_10565">
            <a:extLst>
              <a:ext uri="{FF2B5EF4-FFF2-40B4-BE49-F238E27FC236}">
                <a16:creationId xmlns:a16="http://schemas.microsoft.com/office/drawing/2014/main" id="{39683CB1-ADB9-4A9F-A28F-BB9718A49346}"/>
              </a:ext>
            </a:extLst>
          </p:cNvPr>
          <p:cNvSpPr>
            <a:spLocks/>
          </p:cNvSpPr>
          <p:nvPr/>
        </p:nvSpPr>
        <p:spPr>
          <a:xfrm>
            <a:off x="90134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data_10566">
            <a:extLst>
              <a:ext uri="{FF2B5EF4-FFF2-40B4-BE49-F238E27FC236}">
                <a16:creationId xmlns:a16="http://schemas.microsoft.com/office/drawing/2014/main" id="{A73C71A5-FABE-45A6-99D5-D4F977F8EB22}"/>
              </a:ext>
            </a:extLst>
          </p:cNvPr>
          <p:cNvSpPr>
            <a:spLocks/>
          </p:cNvSpPr>
          <p:nvPr/>
        </p:nvSpPr>
        <p:spPr>
          <a:xfrm>
            <a:off x="90002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data_10567">
            <a:extLst>
              <a:ext uri="{FF2B5EF4-FFF2-40B4-BE49-F238E27FC236}">
                <a16:creationId xmlns:a16="http://schemas.microsoft.com/office/drawing/2014/main" id="{AB776B89-70D0-4119-A12D-EB8692CE6F51}"/>
              </a:ext>
            </a:extLst>
          </p:cNvPr>
          <p:cNvSpPr>
            <a:spLocks/>
          </p:cNvSpPr>
          <p:nvPr/>
        </p:nvSpPr>
        <p:spPr>
          <a:xfrm>
            <a:off x="89503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data_10568">
            <a:extLst>
              <a:ext uri="{FF2B5EF4-FFF2-40B4-BE49-F238E27FC236}">
                <a16:creationId xmlns:a16="http://schemas.microsoft.com/office/drawing/2014/main" id="{A4331CB3-2B08-4FBB-9924-6CD7DD6811D5}"/>
              </a:ext>
            </a:extLst>
          </p:cNvPr>
          <p:cNvSpPr>
            <a:spLocks/>
          </p:cNvSpPr>
          <p:nvPr/>
        </p:nvSpPr>
        <p:spPr>
          <a:xfrm>
            <a:off x="89739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data_10569">
            <a:extLst>
              <a:ext uri="{FF2B5EF4-FFF2-40B4-BE49-F238E27FC236}">
                <a16:creationId xmlns:a16="http://schemas.microsoft.com/office/drawing/2014/main" id="{0D4A44CB-78D9-49CC-BD17-D989EFCAEDF4}"/>
              </a:ext>
            </a:extLst>
          </p:cNvPr>
          <p:cNvSpPr>
            <a:spLocks/>
          </p:cNvSpPr>
          <p:nvPr/>
        </p:nvSpPr>
        <p:spPr>
          <a:xfrm>
            <a:off x="8927814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data_10570">
            <a:extLst>
              <a:ext uri="{FF2B5EF4-FFF2-40B4-BE49-F238E27FC236}">
                <a16:creationId xmlns:a16="http://schemas.microsoft.com/office/drawing/2014/main" id="{0CD12F13-4DEE-4614-862E-AA29160DE727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3" name="data_10571">
            <a:extLst>
              <a:ext uri="{FF2B5EF4-FFF2-40B4-BE49-F238E27FC236}">
                <a16:creationId xmlns:a16="http://schemas.microsoft.com/office/drawing/2014/main" id="{5BB11179-1C2D-408E-AB2A-1F1065E72F6E}"/>
              </a:ext>
            </a:extLst>
          </p:cNvPr>
          <p:cNvSpPr>
            <a:spLocks/>
          </p:cNvSpPr>
          <p:nvPr/>
        </p:nvSpPr>
        <p:spPr>
          <a:xfrm>
            <a:off x="6938134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4" name="text_10572">
            <a:extLst>
              <a:ext uri="{FF2B5EF4-FFF2-40B4-BE49-F238E27FC236}">
                <a16:creationId xmlns:a16="http://schemas.microsoft.com/office/drawing/2014/main" id="{62BF6D77-FFB3-425D-A48C-8033DF338350}"/>
              </a:ext>
            </a:extLst>
          </p:cNvPr>
          <p:cNvSpPr>
            <a:spLocks/>
          </p:cNvSpPr>
          <p:nvPr/>
        </p:nvSpPr>
        <p:spPr>
          <a:xfrm>
            <a:off x="6547977" y="4773801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10573">
            <a:extLst>
              <a:ext uri="{FF2B5EF4-FFF2-40B4-BE49-F238E27FC236}">
                <a16:creationId xmlns:a16="http://schemas.microsoft.com/office/drawing/2014/main" id="{6CF868C2-03DF-4CA1-AC6C-813DC7C12BE1}"/>
              </a:ext>
            </a:extLst>
          </p:cNvPr>
          <p:cNvSpPr>
            <a:spLocks/>
          </p:cNvSpPr>
          <p:nvPr/>
        </p:nvSpPr>
        <p:spPr>
          <a:xfrm>
            <a:off x="6938134" y="4808505"/>
            <a:ext cx="162920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10574">
            <a:extLst>
              <a:ext uri="{FF2B5EF4-FFF2-40B4-BE49-F238E27FC236}">
                <a16:creationId xmlns:a16="http://schemas.microsoft.com/office/drawing/2014/main" id="{9126080D-C861-46DB-B7F5-E982AFEB8746}"/>
              </a:ext>
            </a:extLst>
          </p:cNvPr>
          <p:cNvSpPr>
            <a:spLocks/>
          </p:cNvSpPr>
          <p:nvPr/>
        </p:nvSpPr>
        <p:spPr>
          <a:xfrm>
            <a:off x="6958625" y="5977666"/>
            <a:ext cx="2049083" cy="975269"/>
          </a:xfrm>
          <a:custGeom>
            <a:avLst/>
            <a:gdLst/>
            <a:ahLst/>
            <a:cxnLst/>
            <a:rect l="0" t="0" r="0" b="0"/>
            <a:pathLst>
              <a:path w="2049083" h="975269">
                <a:moveTo>
                  <a:pt x="0" y="975269"/>
                </a:moveTo>
                <a:lnTo>
                  <a:pt x="34151" y="973575"/>
                </a:lnTo>
                <a:lnTo>
                  <a:pt x="35027" y="972072"/>
                </a:lnTo>
                <a:lnTo>
                  <a:pt x="37946" y="972072"/>
                </a:lnTo>
                <a:lnTo>
                  <a:pt x="37946" y="968922"/>
                </a:lnTo>
                <a:lnTo>
                  <a:pt x="48788" y="968364"/>
                </a:lnTo>
                <a:lnTo>
                  <a:pt x="48788" y="964989"/>
                </a:lnTo>
                <a:lnTo>
                  <a:pt x="56919" y="964019"/>
                </a:lnTo>
                <a:lnTo>
                  <a:pt x="56919" y="960554"/>
                </a:lnTo>
                <a:lnTo>
                  <a:pt x="68303" y="958593"/>
                </a:lnTo>
                <a:lnTo>
                  <a:pt x="70054" y="955200"/>
                </a:lnTo>
                <a:lnTo>
                  <a:pt x="75892" y="955200"/>
                </a:lnTo>
                <a:lnTo>
                  <a:pt x="75892" y="952049"/>
                </a:lnTo>
                <a:lnTo>
                  <a:pt x="85378" y="951492"/>
                </a:lnTo>
                <a:lnTo>
                  <a:pt x="85378" y="944403"/>
                </a:lnTo>
                <a:lnTo>
                  <a:pt x="97575" y="943604"/>
                </a:lnTo>
                <a:lnTo>
                  <a:pt x="97575" y="933477"/>
                </a:lnTo>
                <a:lnTo>
                  <a:pt x="113838" y="932920"/>
                </a:lnTo>
                <a:lnTo>
                  <a:pt x="113838" y="916085"/>
                </a:lnTo>
                <a:lnTo>
                  <a:pt x="124187" y="915167"/>
                </a:lnTo>
                <a:lnTo>
                  <a:pt x="125222" y="911415"/>
                </a:lnTo>
                <a:lnTo>
                  <a:pt x="136606" y="910446"/>
                </a:lnTo>
                <a:lnTo>
                  <a:pt x="136606" y="899734"/>
                </a:lnTo>
                <a:lnTo>
                  <a:pt x="148865" y="897826"/>
                </a:lnTo>
                <a:lnTo>
                  <a:pt x="148865" y="897584"/>
                </a:lnTo>
                <a:lnTo>
                  <a:pt x="151784" y="897584"/>
                </a:lnTo>
                <a:lnTo>
                  <a:pt x="151784" y="895484"/>
                </a:lnTo>
                <a:lnTo>
                  <a:pt x="170757" y="894054"/>
                </a:lnTo>
                <a:lnTo>
                  <a:pt x="170757" y="859871"/>
                </a:lnTo>
                <a:lnTo>
                  <a:pt x="186280" y="859071"/>
                </a:lnTo>
                <a:lnTo>
                  <a:pt x="186280" y="855634"/>
                </a:lnTo>
                <a:lnTo>
                  <a:pt x="195151" y="854027"/>
                </a:lnTo>
                <a:lnTo>
                  <a:pt x="195151" y="845925"/>
                </a:lnTo>
                <a:lnTo>
                  <a:pt x="204908" y="845683"/>
                </a:lnTo>
                <a:lnTo>
                  <a:pt x="204908" y="842532"/>
                </a:lnTo>
                <a:lnTo>
                  <a:pt x="227676" y="841733"/>
                </a:lnTo>
                <a:lnTo>
                  <a:pt x="227676" y="802319"/>
                </a:lnTo>
                <a:lnTo>
                  <a:pt x="243938" y="801762"/>
                </a:lnTo>
                <a:lnTo>
                  <a:pt x="245189" y="798819"/>
                </a:lnTo>
                <a:lnTo>
                  <a:pt x="248374" y="798819"/>
                </a:lnTo>
                <a:lnTo>
                  <a:pt x="248374" y="795382"/>
                </a:lnTo>
                <a:lnTo>
                  <a:pt x="256135" y="794824"/>
                </a:lnTo>
                <a:lnTo>
                  <a:pt x="256135" y="790099"/>
                </a:lnTo>
                <a:lnTo>
                  <a:pt x="273211" y="788249"/>
                </a:lnTo>
                <a:lnTo>
                  <a:pt x="273211" y="769976"/>
                </a:lnTo>
                <a:lnTo>
                  <a:pt x="284595" y="769733"/>
                </a:lnTo>
                <a:lnTo>
                  <a:pt x="284595" y="767843"/>
                </a:lnTo>
                <a:lnTo>
                  <a:pt x="292726" y="767601"/>
                </a:lnTo>
                <a:lnTo>
                  <a:pt x="292726" y="760850"/>
                </a:lnTo>
                <a:lnTo>
                  <a:pt x="310467" y="759735"/>
                </a:lnTo>
                <a:lnTo>
                  <a:pt x="310467" y="756298"/>
                </a:lnTo>
                <a:lnTo>
                  <a:pt x="341514" y="754941"/>
                </a:lnTo>
                <a:lnTo>
                  <a:pt x="341514" y="608897"/>
                </a:lnTo>
                <a:lnTo>
                  <a:pt x="372561" y="607540"/>
                </a:lnTo>
                <a:lnTo>
                  <a:pt x="372561" y="604103"/>
                </a:lnTo>
                <a:lnTo>
                  <a:pt x="387049" y="602358"/>
                </a:lnTo>
                <a:lnTo>
                  <a:pt x="387049" y="602043"/>
                </a:lnTo>
                <a:lnTo>
                  <a:pt x="390302" y="602043"/>
                </a:lnTo>
                <a:lnTo>
                  <a:pt x="390302" y="597993"/>
                </a:lnTo>
                <a:lnTo>
                  <a:pt x="398433" y="597750"/>
                </a:lnTo>
                <a:lnTo>
                  <a:pt x="398433" y="595860"/>
                </a:lnTo>
                <a:lnTo>
                  <a:pt x="409817" y="595860"/>
                </a:lnTo>
                <a:lnTo>
                  <a:pt x="411568" y="585851"/>
                </a:lnTo>
                <a:lnTo>
                  <a:pt x="426892" y="584243"/>
                </a:lnTo>
                <a:lnTo>
                  <a:pt x="426892" y="577155"/>
                </a:lnTo>
                <a:lnTo>
                  <a:pt x="434654" y="576912"/>
                </a:lnTo>
                <a:lnTo>
                  <a:pt x="434654" y="573475"/>
                </a:lnTo>
                <a:lnTo>
                  <a:pt x="455352" y="572676"/>
                </a:lnTo>
                <a:lnTo>
                  <a:pt x="455352" y="540856"/>
                </a:lnTo>
                <a:lnTo>
                  <a:pt x="478119" y="540056"/>
                </a:lnTo>
                <a:lnTo>
                  <a:pt x="478119" y="536905"/>
                </a:lnTo>
                <a:lnTo>
                  <a:pt x="487877" y="536905"/>
                </a:lnTo>
                <a:lnTo>
                  <a:pt x="489503" y="531189"/>
                </a:lnTo>
                <a:lnTo>
                  <a:pt x="496747" y="530947"/>
                </a:lnTo>
                <a:lnTo>
                  <a:pt x="496747" y="527510"/>
                </a:lnTo>
                <a:lnTo>
                  <a:pt x="512271" y="526710"/>
                </a:lnTo>
                <a:lnTo>
                  <a:pt x="512271" y="502766"/>
                </a:lnTo>
                <a:lnTo>
                  <a:pt x="536665" y="502039"/>
                </a:lnTo>
                <a:lnTo>
                  <a:pt x="536665" y="500689"/>
                </a:lnTo>
                <a:lnTo>
                  <a:pt x="546422" y="500447"/>
                </a:lnTo>
                <a:lnTo>
                  <a:pt x="546422" y="488790"/>
                </a:lnTo>
                <a:lnTo>
                  <a:pt x="558841" y="488475"/>
                </a:lnTo>
                <a:lnTo>
                  <a:pt x="560433" y="484796"/>
                </a:lnTo>
                <a:lnTo>
                  <a:pt x="569190" y="484796"/>
                </a:lnTo>
                <a:lnTo>
                  <a:pt x="569190" y="474787"/>
                </a:lnTo>
                <a:lnTo>
                  <a:pt x="585452" y="474472"/>
                </a:lnTo>
                <a:lnTo>
                  <a:pt x="586703" y="470179"/>
                </a:lnTo>
                <a:lnTo>
                  <a:pt x="597649" y="470179"/>
                </a:lnTo>
                <a:lnTo>
                  <a:pt x="597649" y="467816"/>
                </a:lnTo>
                <a:lnTo>
                  <a:pt x="614725" y="465966"/>
                </a:lnTo>
                <a:lnTo>
                  <a:pt x="614725" y="464076"/>
                </a:lnTo>
                <a:lnTo>
                  <a:pt x="634240" y="462115"/>
                </a:lnTo>
                <a:lnTo>
                  <a:pt x="634240" y="460764"/>
                </a:lnTo>
                <a:lnTo>
                  <a:pt x="683028" y="459722"/>
                </a:lnTo>
                <a:lnTo>
                  <a:pt x="683028" y="146994"/>
                </a:lnTo>
                <a:lnTo>
                  <a:pt x="751330" y="145467"/>
                </a:lnTo>
                <a:lnTo>
                  <a:pt x="751330" y="143262"/>
                </a:lnTo>
                <a:lnTo>
                  <a:pt x="796866" y="142777"/>
                </a:lnTo>
                <a:lnTo>
                  <a:pt x="796866" y="133084"/>
                </a:lnTo>
                <a:lnTo>
                  <a:pt x="819633" y="131365"/>
                </a:lnTo>
                <a:lnTo>
                  <a:pt x="819633" y="125379"/>
                </a:lnTo>
                <a:lnTo>
                  <a:pt x="853785" y="125379"/>
                </a:lnTo>
                <a:lnTo>
                  <a:pt x="853785" y="120653"/>
                </a:lnTo>
                <a:lnTo>
                  <a:pt x="910704" y="118935"/>
                </a:lnTo>
                <a:lnTo>
                  <a:pt x="910704" y="109483"/>
                </a:lnTo>
                <a:lnTo>
                  <a:pt x="1024541" y="107523"/>
                </a:lnTo>
                <a:lnTo>
                  <a:pt x="1024541" y="69716"/>
                </a:lnTo>
                <a:lnTo>
                  <a:pt x="1229450" y="68366"/>
                </a:lnTo>
                <a:lnTo>
                  <a:pt x="1229450" y="64586"/>
                </a:lnTo>
                <a:lnTo>
                  <a:pt x="1366055" y="64586"/>
                </a:lnTo>
                <a:lnTo>
                  <a:pt x="1366055" y="7876"/>
                </a:lnTo>
                <a:lnTo>
                  <a:pt x="1707569" y="7876"/>
                </a:lnTo>
                <a:lnTo>
                  <a:pt x="1707569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87" name="data_10575">
            <a:extLst>
              <a:ext uri="{FF2B5EF4-FFF2-40B4-BE49-F238E27FC236}">
                <a16:creationId xmlns:a16="http://schemas.microsoft.com/office/drawing/2014/main" id="{AF96A641-920D-4B68-8940-217CE3583FA5}"/>
              </a:ext>
            </a:extLst>
          </p:cNvPr>
          <p:cNvSpPr>
            <a:spLocks/>
          </p:cNvSpPr>
          <p:nvPr/>
        </p:nvSpPr>
        <p:spPr>
          <a:xfrm>
            <a:off x="6958625" y="5912186"/>
            <a:ext cx="2049083" cy="1040749"/>
          </a:xfrm>
          <a:custGeom>
            <a:avLst/>
            <a:gdLst/>
            <a:ahLst/>
            <a:cxnLst/>
            <a:rect l="0" t="0" r="0" b="0"/>
            <a:pathLst>
              <a:path w="2049083" h="1040749">
                <a:moveTo>
                  <a:pt x="0" y="1040749"/>
                </a:moveTo>
                <a:lnTo>
                  <a:pt x="341514" y="1040749"/>
                </a:lnTo>
                <a:lnTo>
                  <a:pt x="341514" y="744601"/>
                </a:lnTo>
                <a:lnTo>
                  <a:pt x="683028" y="744601"/>
                </a:lnTo>
                <a:lnTo>
                  <a:pt x="683028" y="251021"/>
                </a:lnTo>
                <a:lnTo>
                  <a:pt x="853785" y="251021"/>
                </a:lnTo>
                <a:lnTo>
                  <a:pt x="853785" y="152305"/>
                </a:lnTo>
                <a:lnTo>
                  <a:pt x="1366055" y="152305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488" name="data_10576">
            <a:extLst>
              <a:ext uri="{FF2B5EF4-FFF2-40B4-BE49-F238E27FC236}">
                <a16:creationId xmlns:a16="http://schemas.microsoft.com/office/drawing/2014/main" id="{F66569DD-975F-4CF1-86F4-19A150E37B77}"/>
              </a:ext>
            </a:extLst>
          </p:cNvPr>
          <p:cNvSpPr>
            <a:spLocks/>
          </p:cNvSpPr>
          <p:nvPr/>
        </p:nvSpPr>
        <p:spPr>
          <a:xfrm>
            <a:off x="7269990" y="655641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89" name="data_10577">
            <a:extLst>
              <a:ext uri="{FF2B5EF4-FFF2-40B4-BE49-F238E27FC236}">
                <a16:creationId xmlns:a16="http://schemas.microsoft.com/office/drawing/2014/main" id="{A7A6453B-245B-4201-8949-C73B204D936D}"/>
              </a:ext>
            </a:extLst>
          </p:cNvPr>
          <p:cNvSpPr>
            <a:spLocks/>
          </p:cNvSpPr>
          <p:nvPr/>
        </p:nvSpPr>
        <p:spPr>
          <a:xfrm>
            <a:off x="7611504" y="609451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0" name="data_10578">
            <a:extLst>
              <a:ext uri="{FF2B5EF4-FFF2-40B4-BE49-F238E27FC236}">
                <a16:creationId xmlns:a16="http://schemas.microsoft.com/office/drawing/2014/main" id="{FD722DAC-3840-4354-92C3-F88EC4280102}"/>
              </a:ext>
            </a:extLst>
          </p:cNvPr>
          <p:cNvSpPr>
            <a:spLocks/>
          </p:cNvSpPr>
          <p:nvPr/>
        </p:nvSpPr>
        <p:spPr>
          <a:xfrm>
            <a:off x="8294532" y="595539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1" name="data_10579">
            <a:extLst>
              <a:ext uri="{FF2B5EF4-FFF2-40B4-BE49-F238E27FC236}">
                <a16:creationId xmlns:a16="http://schemas.microsoft.com/office/drawing/2014/main" id="{CEA4C767-97CD-4E50-ACC3-F9FF08203039}"/>
              </a:ext>
            </a:extLst>
          </p:cNvPr>
          <p:cNvSpPr>
            <a:spLocks/>
          </p:cNvSpPr>
          <p:nvPr/>
        </p:nvSpPr>
        <p:spPr>
          <a:xfrm>
            <a:off x="8977559" y="5947517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2" name="data_10580">
            <a:extLst>
              <a:ext uri="{FF2B5EF4-FFF2-40B4-BE49-F238E27FC236}">
                <a16:creationId xmlns:a16="http://schemas.microsoft.com/office/drawing/2014/main" id="{4580CE59-3392-435F-97F2-9A542C1B2857}"/>
              </a:ext>
            </a:extLst>
          </p:cNvPr>
          <p:cNvSpPr>
            <a:spLocks/>
          </p:cNvSpPr>
          <p:nvPr/>
        </p:nvSpPr>
        <p:spPr>
          <a:xfrm>
            <a:off x="7249978" y="660662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3" name="data_10581">
            <a:extLst>
              <a:ext uri="{FF2B5EF4-FFF2-40B4-BE49-F238E27FC236}">
                <a16:creationId xmlns:a16="http://schemas.microsoft.com/office/drawing/2014/main" id="{6FDA1C83-C032-4541-BDB6-3D8E530946C1}"/>
              </a:ext>
            </a:extLst>
          </p:cNvPr>
          <p:cNvSpPr>
            <a:spLocks/>
          </p:cNvSpPr>
          <p:nvPr/>
        </p:nvSpPr>
        <p:spPr>
          <a:xfrm>
            <a:off x="7591492" y="611304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4" name="data_10582">
            <a:extLst>
              <a:ext uri="{FF2B5EF4-FFF2-40B4-BE49-F238E27FC236}">
                <a16:creationId xmlns:a16="http://schemas.microsoft.com/office/drawing/2014/main" id="{36A93743-76B5-413F-93A4-3696174778A5}"/>
              </a:ext>
            </a:extLst>
          </p:cNvPr>
          <p:cNvSpPr>
            <a:spLocks/>
          </p:cNvSpPr>
          <p:nvPr/>
        </p:nvSpPr>
        <p:spPr>
          <a:xfrm>
            <a:off x="8274520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5" name="data_10583">
            <a:extLst>
              <a:ext uri="{FF2B5EF4-FFF2-40B4-BE49-F238E27FC236}">
                <a16:creationId xmlns:a16="http://schemas.microsoft.com/office/drawing/2014/main" id="{BBCA2A69-C52B-4E76-8123-7CDE06209FA3}"/>
              </a:ext>
            </a:extLst>
          </p:cNvPr>
          <p:cNvSpPr>
            <a:spLocks/>
          </p:cNvSpPr>
          <p:nvPr/>
        </p:nvSpPr>
        <p:spPr>
          <a:xfrm>
            <a:off x="8957547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6" name="data_10584">
            <a:extLst>
              <a:ext uri="{FF2B5EF4-FFF2-40B4-BE49-F238E27FC236}">
                <a16:creationId xmlns:a16="http://schemas.microsoft.com/office/drawing/2014/main" id="{7164E0EA-65F6-4EDA-A1FC-641794690E4A}"/>
              </a:ext>
            </a:extLst>
          </p:cNvPr>
          <p:cNvSpPr>
            <a:spLocks/>
          </p:cNvSpPr>
          <p:nvPr/>
        </p:nvSpPr>
        <p:spPr>
          <a:xfrm>
            <a:off x="3433820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97" name="data_10585">
            <a:extLst>
              <a:ext uri="{FF2B5EF4-FFF2-40B4-BE49-F238E27FC236}">
                <a16:creationId xmlns:a16="http://schemas.microsoft.com/office/drawing/2014/main" id="{B7087279-F2A3-427F-AB81-F514CDE1B657}"/>
              </a:ext>
            </a:extLst>
          </p:cNvPr>
          <p:cNvSpPr>
            <a:spLocks/>
          </p:cNvSpPr>
          <p:nvPr/>
        </p:nvSpPr>
        <p:spPr>
          <a:xfrm>
            <a:off x="3542000" y="1115965"/>
            <a:ext cx="53203" cy="53203"/>
          </a:xfrm>
          <a:prstGeom prst="ellipse">
            <a:avLst/>
          </a:prstGeom>
          <a:solidFill>
            <a:srgbClr val="00878B"/>
          </a:solidFill>
          <a:ln w="17734">
            <a:solidFill>
              <a:srgbClr val="00878B"/>
            </a:solidFill>
            <a:prstDash val="solid"/>
          </a:ln>
        </p:spPr>
      </p:sp>
      <p:sp>
        <p:nvSpPr>
          <p:cNvPr id="3498" name="text_10586">
            <a:extLst>
              <a:ext uri="{FF2B5EF4-FFF2-40B4-BE49-F238E27FC236}">
                <a16:creationId xmlns:a16="http://schemas.microsoft.com/office/drawing/2014/main" id="{EFB0AFB6-AD7E-4D80-B861-BDC93EDCA1A7}"/>
              </a:ext>
            </a:extLst>
          </p:cNvPr>
          <p:cNvSpPr>
            <a:spLocks/>
          </p:cNvSpPr>
          <p:nvPr/>
        </p:nvSpPr>
        <p:spPr>
          <a:xfrm>
            <a:off x="3811208" y="1083263"/>
            <a:ext cx="32654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10587">
            <a:extLst>
              <a:ext uri="{FF2B5EF4-FFF2-40B4-BE49-F238E27FC236}">
                <a16:creationId xmlns:a16="http://schemas.microsoft.com/office/drawing/2014/main" id="{9B5EBA0C-AD76-4AD9-AB51-12FA796AB9CD}"/>
              </a:ext>
            </a:extLst>
          </p:cNvPr>
          <p:cNvSpPr>
            <a:spLocks/>
          </p:cNvSpPr>
          <p:nvPr/>
        </p:nvSpPr>
        <p:spPr>
          <a:xfrm>
            <a:off x="4398456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500" name="data_10588">
            <a:extLst>
              <a:ext uri="{FF2B5EF4-FFF2-40B4-BE49-F238E27FC236}">
                <a16:creationId xmlns:a16="http://schemas.microsoft.com/office/drawing/2014/main" id="{A49DFB95-3FF5-4B9B-AC7A-F22F00F212A3}"/>
              </a:ext>
            </a:extLst>
          </p:cNvPr>
          <p:cNvSpPr>
            <a:spLocks/>
          </p:cNvSpPr>
          <p:nvPr/>
        </p:nvSpPr>
        <p:spPr>
          <a:xfrm>
            <a:off x="4489348" y="1098677"/>
            <a:ext cx="87781" cy="87781"/>
          </a:xfrm>
          <a:custGeom>
            <a:avLst/>
            <a:gdLst/>
            <a:ahLst/>
            <a:cxnLst/>
            <a:rect l="0" t="0" r="0" b="0"/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7734">
            <a:solidFill>
              <a:srgbClr val="3A64C8"/>
            </a:solidFill>
            <a:prstDash val="solid"/>
          </a:ln>
        </p:spPr>
      </p:sp>
      <p:sp>
        <p:nvSpPr>
          <p:cNvPr id="3501" name="text_10589">
            <a:extLst>
              <a:ext uri="{FF2B5EF4-FFF2-40B4-BE49-F238E27FC236}">
                <a16:creationId xmlns:a16="http://schemas.microsoft.com/office/drawing/2014/main" id="{FAF09931-F4F7-4995-9894-C7B05F8F6743}"/>
              </a:ext>
            </a:extLst>
          </p:cNvPr>
          <p:cNvSpPr>
            <a:spLocks/>
          </p:cNvSpPr>
          <p:nvPr/>
        </p:nvSpPr>
        <p:spPr>
          <a:xfrm>
            <a:off x="4775845" y="1083263"/>
            <a:ext cx="42830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10590">
            <a:extLst>
              <a:ext uri="{FF2B5EF4-FFF2-40B4-BE49-F238E27FC236}">
                <a16:creationId xmlns:a16="http://schemas.microsoft.com/office/drawing/2014/main" id="{95E4CE1D-C7A3-4FC0-A8AD-AC0A21A276C3}"/>
              </a:ext>
            </a:extLst>
          </p:cNvPr>
          <p:cNvSpPr>
            <a:spLocks/>
          </p:cNvSpPr>
          <p:nvPr/>
        </p:nvSpPr>
        <p:spPr>
          <a:xfrm>
            <a:off x="5573033" y="1115965"/>
            <a:ext cx="53203" cy="53203"/>
          </a:xfrm>
          <a:prstGeom prst="ellipse">
            <a:avLst/>
          </a:prstGeom>
          <a:solidFill>
            <a:srgbClr val="7F8C97"/>
          </a:solidFill>
          <a:ln w="17734">
            <a:solidFill>
              <a:srgbClr val="7F8C97"/>
            </a:solidFill>
            <a:prstDash val="solid"/>
          </a:ln>
        </p:spPr>
      </p:sp>
      <p:sp>
        <p:nvSpPr>
          <p:cNvPr id="3503" name="text_10591">
            <a:extLst>
              <a:ext uri="{FF2B5EF4-FFF2-40B4-BE49-F238E27FC236}">
                <a16:creationId xmlns:a16="http://schemas.microsoft.com/office/drawing/2014/main" id="{F33C7725-9A62-4895-99CD-6851B2015438}"/>
              </a:ext>
            </a:extLst>
          </p:cNvPr>
          <p:cNvSpPr>
            <a:spLocks/>
          </p:cNvSpPr>
          <p:nvPr/>
        </p:nvSpPr>
        <p:spPr>
          <a:xfrm>
            <a:off x="5842242" y="1083263"/>
            <a:ext cx="80071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104330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3" name="data_0">
            <a:extLst>
              <a:ext uri="{FF2B5EF4-FFF2-40B4-BE49-F238E27FC236}">
                <a16:creationId xmlns:a16="http://schemas.microsoft.com/office/drawing/2014/main" id="{33B890EA-B7C9-4A7B-9E55-4AD044BE7C63}"/>
              </a:ext>
            </a:extLst>
          </p:cNvPr>
          <p:cNvSpPr>
            <a:spLocks/>
          </p:cNvSpPr>
          <p:nvPr/>
        </p:nvSpPr>
        <p:spPr>
          <a:xfrm>
            <a:off x="238125" y="680508"/>
            <a:ext cx="9048750" cy="7440083"/>
          </a:xfrm>
          <a:custGeom>
            <a:avLst/>
            <a:gdLst/>
            <a:ahLst/>
            <a:cxnLst/>
            <a:rect l="0" t="0" r="0" b="0"/>
            <a:pathLst>
              <a:path w="9048750" h="7440083">
                <a:moveTo>
                  <a:pt x="0" y="7440083"/>
                </a:moveTo>
                <a:lnTo>
                  <a:pt x="9048750" y="7440083"/>
                </a:lnTo>
                <a:lnTo>
                  <a:pt x="9048750" y="0"/>
                </a:lnTo>
                <a:lnTo>
                  <a:pt x="0" y="0"/>
                </a:lnTo>
                <a:lnTo>
                  <a:pt x="0" y="744008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0E0F3DB8-0EF9-4A27-A292-324DA6DEC81E}"/>
              </a:ext>
            </a:extLst>
          </p:cNvPr>
          <p:cNvSpPr>
            <a:spLocks/>
          </p:cNvSpPr>
          <p:nvPr/>
        </p:nvSpPr>
        <p:spPr>
          <a:xfrm>
            <a:off x="1097756" y="1722120"/>
            <a:ext cx="1872881" cy="1928910"/>
          </a:xfrm>
          <a:custGeom>
            <a:avLst/>
            <a:gdLst/>
            <a:ahLst/>
            <a:cxnLst/>
            <a:rect l="0" t="0" r="0" b="0"/>
            <a:pathLst>
              <a:path w="1872881" h="1928910">
                <a:moveTo>
                  <a:pt x="0" y="1928910"/>
                </a:moveTo>
                <a:lnTo>
                  <a:pt x="1872881" y="1928910"/>
                </a:lnTo>
                <a:lnTo>
                  <a:pt x="1872881" y="0"/>
                </a:lnTo>
                <a:lnTo>
                  <a:pt x="0" y="0"/>
                </a:lnTo>
                <a:lnTo>
                  <a:pt x="0" y="192891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C3CB234D-C7E0-4D3F-8D7B-897666F51586}"/>
              </a:ext>
            </a:extLst>
          </p:cNvPr>
          <p:cNvSpPr>
            <a:spLocks/>
          </p:cNvSpPr>
          <p:nvPr/>
        </p:nvSpPr>
        <p:spPr>
          <a:xfrm>
            <a:off x="2034197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8BF6243-83AF-49D6-BC0C-DA85809FE58A}"/>
              </a:ext>
            </a:extLst>
          </p:cNvPr>
          <p:cNvSpPr>
            <a:spLocks/>
          </p:cNvSpPr>
          <p:nvPr/>
        </p:nvSpPr>
        <p:spPr>
          <a:xfrm>
            <a:off x="1368304" y="378475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BB0F5955-D4D7-4EBC-AE86-ACBD26C6832A}"/>
              </a:ext>
            </a:extLst>
          </p:cNvPr>
          <p:cNvSpPr>
            <a:spLocks/>
          </p:cNvSpPr>
          <p:nvPr/>
        </p:nvSpPr>
        <p:spPr>
          <a:xfrm>
            <a:off x="1400420" y="378475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46DD076D-2958-475E-871A-1DF384D29732}"/>
              </a:ext>
            </a:extLst>
          </p:cNvPr>
          <p:cNvSpPr>
            <a:spLocks/>
          </p:cNvSpPr>
          <p:nvPr/>
        </p:nvSpPr>
        <p:spPr>
          <a:xfrm>
            <a:off x="1467389" y="378475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99D4C69C-D4A0-42B4-B69D-01FF0420B2C6}"/>
              </a:ext>
            </a:extLst>
          </p:cNvPr>
          <p:cNvSpPr>
            <a:spLocks/>
          </p:cNvSpPr>
          <p:nvPr/>
        </p:nvSpPr>
        <p:spPr>
          <a:xfrm>
            <a:off x="1517243" y="378475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2DBF7358-60D2-4674-9AAB-3C2A1D1EE8AA}"/>
              </a:ext>
            </a:extLst>
          </p:cNvPr>
          <p:cNvSpPr>
            <a:spLocks/>
          </p:cNvSpPr>
          <p:nvPr/>
        </p:nvSpPr>
        <p:spPr>
          <a:xfrm>
            <a:off x="1559939" y="378475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37A79C1-9751-4ED5-93E7-D4A5F473DA5F}"/>
              </a:ext>
            </a:extLst>
          </p:cNvPr>
          <p:cNvSpPr>
            <a:spLocks/>
          </p:cNvSpPr>
          <p:nvPr/>
        </p:nvSpPr>
        <p:spPr>
          <a:xfrm>
            <a:off x="1620996" y="378475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B6A9C0C0-53B1-4576-B233-45CC820FE2FF}"/>
              </a:ext>
            </a:extLst>
          </p:cNvPr>
          <p:cNvSpPr>
            <a:spLocks/>
          </p:cNvSpPr>
          <p:nvPr/>
        </p:nvSpPr>
        <p:spPr>
          <a:xfrm>
            <a:off x="1687966" y="378475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F3A17B46-F5A4-467E-8A17-233BCADF4C57}"/>
              </a:ext>
            </a:extLst>
          </p:cNvPr>
          <p:cNvSpPr>
            <a:spLocks/>
          </p:cNvSpPr>
          <p:nvPr/>
        </p:nvSpPr>
        <p:spPr>
          <a:xfrm>
            <a:off x="1741865" y="378475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EF0AB68D-2221-48AE-A39A-85C1058CDAC5}"/>
              </a:ext>
            </a:extLst>
          </p:cNvPr>
          <p:cNvSpPr>
            <a:spLocks/>
          </p:cNvSpPr>
          <p:nvPr/>
        </p:nvSpPr>
        <p:spPr>
          <a:xfrm>
            <a:off x="1805287" y="378475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2A407452-32C7-44DE-9D9A-65D30C3BA52D}"/>
              </a:ext>
            </a:extLst>
          </p:cNvPr>
          <p:cNvSpPr>
            <a:spLocks/>
          </p:cNvSpPr>
          <p:nvPr/>
        </p:nvSpPr>
        <p:spPr>
          <a:xfrm>
            <a:off x="1844311" y="378475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8E00B1D5-12C1-46AB-A487-382C314C4A5B}"/>
              </a:ext>
            </a:extLst>
          </p:cNvPr>
          <p:cNvSpPr>
            <a:spLocks/>
          </p:cNvSpPr>
          <p:nvPr/>
        </p:nvSpPr>
        <p:spPr>
          <a:xfrm>
            <a:off x="1873563" y="378475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14">
            <a:extLst>
              <a:ext uri="{FF2B5EF4-FFF2-40B4-BE49-F238E27FC236}">
                <a16:creationId xmlns:a16="http://schemas.microsoft.com/office/drawing/2014/main" id="{A91941EA-E2F9-4C9B-9E14-8067FBD0FD6E}"/>
              </a:ext>
            </a:extLst>
          </p:cNvPr>
          <p:cNvSpPr>
            <a:spLocks/>
          </p:cNvSpPr>
          <p:nvPr/>
        </p:nvSpPr>
        <p:spPr>
          <a:xfrm>
            <a:off x="1936985" y="378475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15">
            <a:extLst>
              <a:ext uri="{FF2B5EF4-FFF2-40B4-BE49-F238E27FC236}">
                <a16:creationId xmlns:a16="http://schemas.microsoft.com/office/drawing/2014/main" id="{D8ED7512-3E02-4835-A558-F91445C13D2C}"/>
              </a:ext>
            </a:extLst>
          </p:cNvPr>
          <p:cNvSpPr>
            <a:spLocks/>
          </p:cNvSpPr>
          <p:nvPr/>
        </p:nvSpPr>
        <p:spPr>
          <a:xfrm>
            <a:off x="1994557" y="378475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A702BA65-AF55-48D8-8AC6-5EE31EE88085}"/>
              </a:ext>
            </a:extLst>
          </p:cNvPr>
          <p:cNvSpPr>
            <a:spLocks/>
          </p:cNvSpPr>
          <p:nvPr/>
        </p:nvSpPr>
        <p:spPr>
          <a:xfrm>
            <a:off x="2057979" y="378475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72235DB6-0F6A-423D-ADE6-D7FD4E936BA2}"/>
              </a:ext>
            </a:extLst>
          </p:cNvPr>
          <p:cNvSpPr>
            <a:spLocks/>
          </p:cNvSpPr>
          <p:nvPr/>
        </p:nvSpPr>
        <p:spPr>
          <a:xfrm>
            <a:off x="2087231" y="378475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18">
            <a:extLst>
              <a:ext uri="{FF2B5EF4-FFF2-40B4-BE49-F238E27FC236}">
                <a16:creationId xmlns:a16="http://schemas.microsoft.com/office/drawing/2014/main" id="{37964040-829E-47D3-8B49-BB6F1A32427E}"/>
              </a:ext>
            </a:extLst>
          </p:cNvPr>
          <p:cNvSpPr>
            <a:spLocks/>
          </p:cNvSpPr>
          <p:nvPr/>
        </p:nvSpPr>
        <p:spPr>
          <a:xfrm>
            <a:off x="2116048" y="3784750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FFCF08A-E9FB-448B-984E-9795DFF062A2}"/>
              </a:ext>
            </a:extLst>
          </p:cNvPr>
          <p:cNvSpPr>
            <a:spLocks/>
          </p:cNvSpPr>
          <p:nvPr/>
        </p:nvSpPr>
        <p:spPr>
          <a:xfrm>
            <a:off x="2192914" y="3784750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9F20EBCB-F002-4649-87BD-7B4034A1FDC4}"/>
              </a:ext>
            </a:extLst>
          </p:cNvPr>
          <p:cNvSpPr>
            <a:spLocks/>
          </p:cNvSpPr>
          <p:nvPr/>
        </p:nvSpPr>
        <p:spPr>
          <a:xfrm>
            <a:off x="2281480" y="3784750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22" name="text_21">
            <a:extLst>
              <a:ext uri="{FF2B5EF4-FFF2-40B4-BE49-F238E27FC236}">
                <a16:creationId xmlns:a16="http://schemas.microsoft.com/office/drawing/2014/main" id="{22A7D249-8DDC-4155-A40D-7EE4DBEF1A07}"/>
              </a:ext>
            </a:extLst>
          </p:cNvPr>
          <p:cNvSpPr>
            <a:spLocks/>
          </p:cNvSpPr>
          <p:nvPr/>
        </p:nvSpPr>
        <p:spPr>
          <a:xfrm>
            <a:off x="2368678" y="3784750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17D923BD-E221-45F4-8676-41E0D8C6C017}"/>
              </a:ext>
            </a:extLst>
          </p:cNvPr>
          <p:cNvSpPr>
            <a:spLocks/>
          </p:cNvSpPr>
          <p:nvPr/>
        </p:nvSpPr>
        <p:spPr>
          <a:xfrm>
            <a:off x="2461974" y="3784750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70EF22CE-7F05-4D60-B47E-514D5B9F35E8}"/>
              </a:ext>
            </a:extLst>
          </p:cNvPr>
          <p:cNvSpPr>
            <a:spLocks/>
          </p:cNvSpPr>
          <p:nvPr/>
        </p:nvSpPr>
        <p:spPr>
          <a:xfrm>
            <a:off x="2552199" y="3835961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5" name="text_24">
            <a:extLst>
              <a:ext uri="{FF2B5EF4-FFF2-40B4-BE49-F238E27FC236}">
                <a16:creationId xmlns:a16="http://schemas.microsoft.com/office/drawing/2014/main" id="{69079AA9-4DA1-403A-926C-315B6CD14A27}"/>
              </a:ext>
            </a:extLst>
          </p:cNvPr>
          <p:cNvSpPr>
            <a:spLocks/>
          </p:cNvSpPr>
          <p:nvPr/>
        </p:nvSpPr>
        <p:spPr>
          <a:xfrm>
            <a:off x="2608967" y="3835961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6" name="text_25">
            <a:extLst>
              <a:ext uri="{FF2B5EF4-FFF2-40B4-BE49-F238E27FC236}">
                <a16:creationId xmlns:a16="http://schemas.microsoft.com/office/drawing/2014/main" id="{C052B052-A059-4B11-816F-970B45ED4E6A}"/>
              </a:ext>
            </a:extLst>
          </p:cNvPr>
          <p:cNvSpPr>
            <a:spLocks/>
          </p:cNvSpPr>
          <p:nvPr/>
        </p:nvSpPr>
        <p:spPr>
          <a:xfrm>
            <a:off x="2637330" y="3835961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11667843-58C4-424C-867B-6CEAA12A8668}"/>
              </a:ext>
            </a:extLst>
          </p:cNvPr>
          <p:cNvSpPr>
            <a:spLocks/>
          </p:cNvSpPr>
          <p:nvPr/>
        </p:nvSpPr>
        <p:spPr>
          <a:xfrm>
            <a:off x="1097756" y="3651030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C08C3ABD-ED9E-4123-ADF9-415A92CF9069}"/>
              </a:ext>
            </a:extLst>
          </p:cNvPr>
          <p:cNvSpPr>
            <a:spLocks/>
          </p:cNvSpPr>
          <p:nvPr/>
        </p:nvSpPr>
        <p:spPr>
          <a:xfrm>
            <a:off x="1053420" y="36510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28">
            <a:extLst>
              <a:ext uri="{FF2B5EF4-FFF2-40B4-BE49-F238E27FC236}">
                <a16:creationId xmlns:a16="http://schemas.microsoft.com/office/drawing/2014/main" id="{D208CEB0-DCEC-4B26-B4B6-B40DF52031A5}"/>
              </a:ext>
            </a:extLst>
          </p:cNvPr>
          <p:cNvSpPr>
            <a:spLocks/>
          </p:cNvSpPr>
          <p:nvPr/>
        </p:nvSpPr>
        <p:spPr>
          <a:xfrm>
            <a:off x="829697" y="359358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EDDFD4B9-7A86-4038-8A56-9B443E97498E}"/>
              </a:ext>
            </a:extLst>
          </p:cNvPr>
          <p:cNvSpPr>
            <a:spLocks/>
          </p:cNvSpPr>
          <p:nvPr/>
        </p:nvSpPr>
        <p:spPr>
          <a:xfrm>
            <a:off x="1097756" y="2741167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04C5BA61-02E5-492E-A8D3-7B96A4A0606C}"/>
              </a:ext>
            </a:extLst>
          </p:cNvPr>
          <p:cNvSpPr>
            <a:spLocks/>
          </p:cNvSpPr>
          <p:nvPr/>
        </p:nvSpPr>
        <p:spPr>
          <a:xfrm>
            <a:off x="1053420" y="27411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31">
            <a:extLst>
              <a:ext uri="{FF2B5EF4-FFF2-40B4-BE49-F238E27FC236}">
                <a16:creationId xmlns:a16="http://schemas.microsoft.com/office/drawing/2014/main" id="{BCC00005-9188-432D-9F81-DC6D0C17FA7A}"/>
              </a:ext>
            </a:extLst>
          </p:cNvPr>
          <p:cNvSpPr>
            <a:spLocks/>
          </p:cNvSpPr>
          <p:nvPr/>
        </p:nvSpPr>
        <p:spPr>
          <a:xfrm>
            <a:off x="829697" y="268371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E05F9169-8A16-4FA9-9EE0-46B06C53EBC4}"/>
              </a:ext>
            </a:extLst>
          </p:cNvPr>
          <p:cNvSpPr>
            <a:spLocks/>
          </p:cNvSpPr>
          <p:nvPr/>
        </p:nvSpPr>
        <p:spPr>
          <a:xfrm>
            <a:off x="1097756" y="1831304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46404EC0-EAA5-472B-8DBF-E5B67079AD0C}"/>
              </a:ext>
            </a:extLst>
          </p:cNvPr>
          <p:cNvSpPr>
            <a:spLocks/>
          </p:cNvSpPr>
          <p:nvPr/>
        </p:nvSpPr>
        <p:spPr>
          <a:xfrm>
            <a:off x="1053420" y="183130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34">
            <a:extLst>
              <a:ext uri="{FF2B5EF4-FFF2-40B4-BE49-F238E27FC236}">
                <a16:creationId xmlns:a16="http://schemas.microsoft.com/office/drawing/2014/main" id="{7E959C8D-31A7-46DD-8750-59C0CFED6525}"/>
              </a:ext>
            </a:extLst>
          </p:cNvPr>
          <p:cNvSpPr>
            <a:spLocks/>
          </p:cNvSpPr>
          <p:nvPr/>
        </p:nvSpPr>
        <p:spPr>
          <a:xfrm>
            <a:off x="829697" y="177385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35">
            <a:extLst>
              <a:ext uri="{FF2B5EF4-FFF2-40B4-BE49-F238E27FC236}">
                <a16:creationId xmlns:a16="http://schemas.microsoft.com/office/drawing/2014/main" id="{A6A4BA52-6377-4FA4-9BFB-FC9CE72F4C0A}"/>
              </a:ext>
            </a:extLst>
          </p:cNvPr>
          <p:cNvSpPr>
            <a:spLocks/>
          </p:cNvSpPr>
          <p:nvPr/>
        </p:nvSpPr>
        <p:spPr>
          <a:xfrm rot="-5400000">
            <a:off x="560489" y="2602337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1CCDF4ED-0320-4A87-A09F-A2E8AA3A1DE7}"/>
              </a:ext>
            </a:extLst>
          </p:cNvPr>
          <p:cNvSpPr>
            <a:spLocks/>
          </p:cNvSpPr>
          <p:nvPr/>
        </p:nvSpPr>
        <p:spPr>
          <a:xfrm>
            <a:off x="1392735" y="3374801"/>
            <a:ext cx="383941" cy="276230"/>
          </a:xfrm>
          <a:custGeom>
            <a:avLst/>
            <a:gdLst/>
            <a:ahLst/>
            <a:cxnLst/>
            <a:rect l="0" t="0" r="0" b="0"/>
            <a:pathLst>
              <a:path w="383941" h="276230">
                <a:moveTo>
                  <a:pt x="0" y="276230"/>
                </a:moveTo>
                <a:lnTo>
                  <a:pt x="383941" y="276230"/>
                </a:lnTo>
                <a:lnTo>
                  <a:pt x="383941" y="0"/>
                </a:lnTo>
                <a:lnTo>
                  <a:pt x="0" y="0"/>
                </a:lnTo>
                <a:lnTo>
                  <a:pt x="0" y="27623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B9759C91-9FDE-4B56-85E5-4752CBE70AD2}"/>
              </a:ext>
            </a:extLst>
          </p:cNvPr>
          <p:cNvSpPr>
            <a:spLocks/>
          </p:cNvSpPr>
          <p:nvPr/>
        </p:nvSpPr>
        <p:spPr>
          <a:xfrm>
            <a:off x="1842226" y="2837589"/>
            <a:ext cx="383941" cy="813441"/>
          </a:xfrm>
          <a:custGeom>
            <a:avLst/>
            <a:gdLst/>
            <a:ahLst/>
            <a:cxnLst/>
            <a:rect l="0" t="0" r="0" b="0"/>
            <a:pathLst>
              <a:path w="383941" h="813441">
                <a:moveTo>
                  <a:pt x="0" y="813441"/>
                </a:moveTo>
                <a:lnTo>
                  <a:pt x="383941" y="813441"/>
                </a:lnTo>
                <a:lnTo>
                  <a:pt x="383941" y="0"/>
                </a:lnTo>
                <a:lnTo>
                  <a:pt x="0" y="0"/>
                </a:lnTo>
                <a:lnTo>
                  <a:pt x="0" y="813441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FB4F6862-AFD4-4205-9E5E-527D3AB0492B}"/>
              </a:ext>
            </a:extLst>
          </p:cNvPr>
          <p:cNvSpPr>
            <a:spLocks/>
          </p:cNvSpPr>
          <p:nvPr/>
        </p:nvSpPr>
        <p:spPr>
          <a:xfrm>
            <a:off x="2291718" y="2636403"/>
            <a:ext cx="383941" cy="1014627"/>
          </a:xfrm>
          <a:custGeom>
            <a:avLst/>
            <a:gdLst/>
            <a:ahLst/>
            <a:cxnLst/>
            <a:rect l="0" t="0" r="0" b="0"/>
            <a:pathLst>
              <a:path w="383941" h="1014627">
                <a:moveTo>
                  <a:pt x="0" y="1014627"/>
                </a:moveTo>
                <a:lnTo>
                  <a:pt x="383941" y="1014627"/>
                </a:lnTo>
                <a:lnTo>
                  <a:pt x="383941" y="0"/>
                </a:lnTo>
                <a:lnTo>
                  <a:pt x="0" y="0"/>
                </a:lnTo>
                <a:lnTo>
                  <a:pt x="0" y="1014627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E4EE2974-D80B-45F1-8F1E-3A503C2788F0}"/>
              </a:ext>
            </a:extLst>
          </p:cNvPr>
          <p:cNvSpPr>
            <a:spLocks/>
          </p:cNvSpPr>
          <p:nvPr/>
        </p:nvSpPr>
        <p:spPr>
          <a:xfrm>
            <a:off x="149241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E86E2C1C-411C-4632-94D2-B8AB4C6137A7}"/>
              </a:ext>
            </a:extLst>
          </p:cNvPr>
          <p:cNvSpPr>
            <a:spLocks/>
          </p:cNvSpPr>
          <p:nvPr/>
        </p:nvSpPr>
        <p:spPr>
          <a:xfrm>
            <a:off x="161603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E6F59913-0896-4EC5-9A8D-5E80EE875C96}"/>
              </a:ext>
            </a:extLst>
          </p:cNvPr>
          <p:cNvSpPr>
            <a:spLocks/>
          </p:cNvSpPr>
          <p:nvPr/>
        </p:nvSpPr>
        <p:spPr>
          <a:xfrm>
            <a:off x="144444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A5EFFD40-632B-45B0-BAD1-1B287931977D}"/>
              </a:ext>
            </a:extLst>
          </p:cNvPr>
          <p:cNvSpPr>
            <a:spLocks/>
          </p:cNvSpPr>
          <p:nvPr/>
        </p:nvSpPr>
        <p:spPr>
          <a:xfrm>
            <a:off x="154859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AA4AB043-8675-4BF1-A78E-AF7FF405C8EA}"/>
              </a:ext>
            </a:extLst>
          </p:cNvPr>
          <p:cNvSpPr>
            <a:spLocks/>
          </p:cNvSpPr>
          <p:nvPr/>
        </p:nvSpPr>
        <p:spPr>
          <a:xfrm>
            <a:off x="1467856" y="29748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9DC21180-3247-4853-8B2F-8224D1616225}"/>
              </a:ext>
            </a:extLst>
          </p:cNvPr>
          <p:cNvSpPr>
            <a:spLocks/>
          </p:cNvSpPr>
          <p:nvPr/>
        </p:nvSpPr>
        <p:spPr>
          <a:xfrm>
            <a:off x="165241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01B322D0-E45F-4EEB-9C72-B665155DEDE0}"/>
              </a:ext>
            </a:extLst>
          </p:cNvPr>
          <p:cNvSpPr>
            <a:spLocks/>
          </p:cNvSpPr>
          <p:nvPr/>
        </p:nvSpPr>
        <p:spPr>
          <a:xfrm>
            <a:off x="158504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149CCD90-B519-4592-B7B0-6BF7CF2C25A5}"/>
              </a:ext>
            </a:extLst>
          </p:cNvPr>
          <p:cNvSpPr>
            <a:spLocks/>
          </p:cNvSpPr>
          <p:nvPr/>
        </p:nvSpPr>
        <p:spPr>
          <a:xfrm>
            <a:off x="1553760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B5FA219D-FE9C-4EA1-83DA-0C1E78E59B86}"/>
              </a:ext>
            </a:extLst>
          </p:cNvPr>
          <p:cNvSpPr>
            <a:spLocks/>
          </p:cNvSpPr>
          <p:nvPr/>
        </p:nvSpPr>
        <p:spPr>
          <a:xfrm>
            <a:off x="145967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1AE0A3D8-ED25-4BEF-9A31-8A7C1F611F5A}"/>
              </a:ext>
            </a:extLst>
          </p:cNvPr>
          <p:cNvSpPr>
            <a:spLocks/>
          </p:cNvSpPr>
          <p:nvPr/>
        </p:nvSpPr>
        <p:spPr>
          <a:xfrm>
            <a:off x="1518587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CFB4488F-FA97-4EDA-BB5E-6FC355FBAE64}"/>
              </a:ext>
            </a:extLst>
          </p:cNvPr>
          <p:cNvSpPr>
            <a:spLocks/>
          </p:cNvSpPr>
          <p:nvPr/>
        </p:nvSpPr>
        <p:spPr>
          <a:xfrm>
            <a:off x="1524584" y="3191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B1088482-0FDE-4A95-9B3F-66D5099B7360}"/>
              </a:ext>
            </a:extLst>
          </p:cNvPr>
          <p:cNvSpPr>
            <a:spLocks/>
          </p:cNvSpPr>
          <p:nvPr/>
        </p:nvSpPr>
        <p:spPr>
          <a:xfrm>
            <a:off x="1563387" y="31177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5005AAAB-9BDD-49D0-8764-DFB91CF376FF}"/>
              </a:ext>
            </a:extLst>
          </p:cNvPr>
          <p:cNvSpPr>
            <a:spLocks/>
          </p:cNvSpPr>
          <p:nvPr/>
        </p:nvSpPr>
        <p:spPr>
          <a:xfrm>
            <a:off x="1640078" y="21876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AD3E8B7F-C648-4542-9F52-6303889605BA}"/>
              </a:ext>
            </a:extLst>
          </p:cNvPr>
          <p:cNvSpPr>
            <a:spLocks/>
          </p:cNvSpPr>
          <p:nvPr/>
        </p:nvSpPr>
        <p:spPr>
          <a:xfrm>
            <a:off x="1574747" y="3610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16056CEA-B6DE-43C6-AF92-CDE0FF790FD5}"/>
              </a:ext>
            </a:extLst>
          </p:cNvPr>
          <p:cNvSpPr>
            <a:spLocks/>
          </p:cNvSpPr>
          <p:nvPr/>
        </p:nvSpPr>
        <p:spPr>
          <a:xfrm>
            <a:off x="167533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321DEB1C-0DCF-4FBF-9F70-9B5782EA0C6C}"/>
              </a:ext>
            </a:extLst>
          </p:cNvPr>
          <p:cNvSpPr>
            <a:spLocks/>
          </p:cNvSpPr>
          <p:nvPr/>
        </p:nvSpPr>
        <p:spPr>
          <a:xfrm>
            <a:off x="1470263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7561A18D-DC60-4F62-A66E-DF8F49021918}"/>
              </a:ext>
            </a:extLst>
          </p:cNvPr>
          <p:cNvSpPr>
            <a:spLocks/>
          </p:cNvSpPr>
          <p:nvPr/>
        </p:nvSpPr>
        <p:spPr>
          <a:xfrm>
            <a:off x="145027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6157CE22-470F-486E-8184-886BC670D621}"/>
              </a:ext>
            </a:extLst>
          </p:cNvPr>
          <p:cNvSpPr>
            <a:spLocks/>
          </p:cNvSpPr>
          <p:nvPr/>
        </p:nvSpPr>
        <p:spPr>
          <a:xfrm>
            <a:off x="161984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FC7A27BF-516E-4510-B375-6AD51773C89E}"/>
              </a:ext>
            </a:extLst>
          </p:cNvPr>
          <p:cNvSpPr>
            <a:spLocks/>
          </p:cNvSpPr>
          <p:nvPr/>
        </p:nvSpPr>
        <p:spPr>
          <a:xfrm>
            <a:off x="1658842" y="3315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DD40E790-491A-4B43-9EA2-C7B2F9BDBD34}"/>
              </a:ext>
            </a:extLst>
          </p:cNvPr>
          <p:cNvSpPr>
            <a:spLocks/>
          </p:cNvSpPr>
          <p:nvPr/>
        </p:nvSpPr>
        <p:spPr>
          <a:xfrm>
            <a:off x="1686713" y="33072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12840746-BE4A-4F05-85B9-C1D99C1B8ACA}"/>
              </a:ext>
            </a:extLst>
          </p:cNvPr>
          <p:cNvSpPr>
            <a:spLocks/>
          </p:cNvSpPr>
          <p:nvPr/>
        </p:nvSpPr>
        <p:spPr>
          <a:xfrm>
            <a:off x="166838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21C5D694-8264-4406-9BAA-32B488E9543C}"/>
              </a:ext>
            </a:extLst>
          </p:cNvPr>
          <p:cNvSpPr>
            <a:spLocks/>
          </p:cNvSpPr>
          <p:nvPr/>
        </p:nvSpPr>
        <p:spPr>
          <a:xfrm>
            <a:off x="156862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CC45AB8D-CF8F-4E12-AC5B-DBE26076B5DE}"/>
              </a:ext>
            </a:extLst>
          </p:cNvPr>
          <p:cNvSpPr>
            <a:spLocks/>
          </p:cNvSpPr>
          <p:nvPr/>
        </p:nvSpPr>
        <p:spPr>
          <a:xfrm>
            <a:off x="1643791" y="2905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A7AF8604-6D93-41D6-B55D-E75C6BA3A986}"/>
              </a:ext>
            </a:extLst>
          </p:cNvPr>
          <p:cNvSpPr>
            <a:spLocks/>
          </p:cNvSpPr>
          <p:nvPr/>
        </p:nvSpPr>
        <p:spPr>
          <a:xfrm>
            <a:off x="1430575" y="30153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C6864F10-BB5A-4563-9502-B1365DCE001A}"/>
              </a:ext>
            </a:extLst>
          </p:cNvPr>
          <p:cNvSpPr>
            <a:spLocks/>
          </p:cNvSpPr>
          <p:nvPr/>
        </p:nvSpPr>
        <p:spPr>
          <a:xfrm>
            <a:off x="142719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AB527627-9748-4CC2-86F8-D3405BCF822B}"/>
              </a:ext>
            </a:extLst>
          </p:cNvPr>
          <p:cNvSpPr>
            <a:spLocks/>
          </p:cNvSpPr>
          <p:nvPr/>
        </p:nvSpPr>
        <p:spPr>
          <a:xfrm>
            <a:off x="163211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32193E5E-06C7-4EA1-9107-93A40B3C13B0}"/>
              </a:ext>
            </a:extLst>
          </p:cNvPr>
          <p:cNvSpPr>
            <a:spLocks/>
          </p:cNvSpPr>
          <p:nvPr/>
        </p:nvSpPr>
        <p:spPr>
          <a:xfrm>
            <a:off x="165960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07AE8217-F90E-4DD3-B409-9A834807DCA4}"/>
              </a:ext>
            </a:extLst>
          </p:cNvPr>
          <p:cNvSpPr>
            <a:spLocks/>
          </p:cNvSpPr>
          <p:nvPr/>
        </p:nvSpPr>
        <p:spPr>
          <a:xfrm>
            <a:off x="163199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D1F3E03B-B891-4D1B-A07E-D07CF78E815D}"/>
              </a:ext>
            </a:extLst>
          </p:cNvPr>
          <p:cNvSpPr>
            <a:spLocks/>
          </p:cNvSpPr>
          <p:nvPr/>
        </p:nvSpPr>
        <p:spPr>
          <a:xfrm>
            <a:off x="1593198" y="33733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87FB5300-D9B2-4269-8ED4-76675096C8C9}"/>
              </a:ext>
            </a:extLst>
          </p:cNvPr>
          <p:cNvSpPr>
            <a:spLocks/>
          </p:cNvSpPr>
          <p:nvPr/>
        </p:nvSpPr>
        <p:spPr>
          <a:xfrm>
            <a:off x="1488314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931213E4-62C2-4606-B622-723E75C8B618}"/>
              </a:ext>
            </a:extLst>
          </p:cNvPr>
          <p:cNvSpPr>
            <a:spLocks/>
          </p:cNvSpPr>
          <p:nvPr/>
        </p:nvSpPr>
        <p:spPr>
          <a:xfrm>
            <a:off x="165534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9D37BE64-32FA-4157-8F2C-F47180FD4D3B}"/>
              </a:ext>
            </a:extLst>
          </p:cNvPr>
          <p:cNvSpPr>
            <a:spLocks/>
          </p:cNvSpPr>
          <p:nvPr/>
        </p:nvSpPr>
        <p:spPr>
          <a:xfrm>
            <a:off x="1593676" y="34583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5DDDE454-C6E2-49B8-B65D-C1BD4BF4F559}"/>
              </a:ext>
            </a:extLst>
          </p:cNvPr>
          <p:cNvSpPr>
            <a:spLocks/>
          </p:cNvSpPr>
          <p:nvPr/>
        </p:nvSpPr>
        <p:spPr>
          <a:xfrm>
            <a:off x="148281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0770364E-C1EA-489B-B330-E000CE45B75D}"/>
              </a:ext>
            </a:extLst>
          </p:cNvPr>
          <p:cNvSpPr>
            <a:spLocks/>
          </p:cNvSpPr>
          <p:nvPr/>
        </p:nvSpPr>
        <p:spPr>
          <a:xfrm>
            <a:off x="1623744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5AFD9E5D-F6A7-403E-B225-4E1CBDCFA75E}"/>
              </a:ext>
            </a:extLst>
          </p:cNvPr>
          <p:cNvSpPr>
            <a:spLocks/>
          </p:cNvSpPr>
          <p:nvPr/>
        </p:nvSpPr>
        <p:spPr>
          <a:xfrm>
            <a:off x="151140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9059E500-FAAF-4D8E-A0BE-427009405FA5}"/>
              </a:ext>
            </a:extLst>
          </p:cNvPr>
          <p:cNvSpPr>
            <a:spLocks/>
          </p:cNvSpPr>
          <p:nvPr/>
        </p:nvSpPr>
        <p:spPr>
          <a:xfrm>
            <a:off x="144943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4425C51D-D60F-4137-BAB7-6E759901E89D}"/>
              </a:ext>
            </a:extLst>
          </p:cNvPr>
          <p:cNvSpPr>
            <a:spLocks/>
          </p:cNvSpPr>
          <p:nvPr/>
        </p:nvSpPr>
        <p:spPr>
          <a:xfrm>
            <a:off x="164093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2EA1010C-11BD-4D62-A7A5-B01080DD519E}"/>
              </a:ext>
            </a:extLst>
          </p:cNvPr>
          <p:cNvSpPr>
            <a:spLocks/>
          </p:cNvSpPr>
          <p:nvPr/>
        </p:nvSpPr>
        <p:spPr>
          <a:xfrm>
            <a:off x="1559583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096D7846-35DB-4CD3-B7F7-3BD279A8DA66}"/>
              </a:ext>
            </a:extLst>
          </p:cNvPr>
          <p:cNvSpPr>
            <a:spLocks/>
          </p:cNvSpPr>
          <p:nvPr/>
        </p:nvSpPr>
        <p:spPr>
          <a:xfrm>
            <a:off x="150921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85F796E5-461C-4104-9980-907DA3743892}"/>
              </a:ext>
            </a:extLst>
          </p:cNvPr>
          <p:cNvSpPr>
            <a:spLocks/>
          </p:cNvSpPr>
          <p:nvPr/>
        </p:nvSpPr>
        <p:spPr>
          <a:xfrm>
            <a:off x="1442181" y="27694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77570175-E37A-44BF-A552-C7246D7B438D}"/>
              </a:ext>
            </a:extLst>
          </p:cNvPr>
          <p:cNvSpPr>
            <a:spLocks/>
          </p:cNvSpPr>
          <p:nvPr/>
        </p:nvSpPr>
        <p:spPr>
          <a:xfrm>
            <a:off x="167720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7A8456EE-269B-4F13-B24F-DE2813DBE277}"/>
              </a:ext>
            </a:extLst>
          </p:cNvPr>
          <p:cNvSpPr>
            <a:spLocks/>
          </p:cNvSpPr>
          <p:nvPr/>
        </p:nvSpPr>
        <p:spPr>
          <a:xfrm>
            <a:off x="1513322" y="3367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061D70E8-31C3-4FB8-B447-C1FDCE3B7FB0}"/>
              </a:ext>
            </a:extLst>
          </p:cNvPr>
          <p:cNvSpPr>
            <a:spLocks/>
          </p:cNvSpPr>
          <p:nvPr/>
        </p:nvSpPr>
        <p:spPr>
          <a:xfrm>
            <a:off x="164181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593F8B73-5D9C-4E7C-A276-3C678E2DB752}"/>
              </a:ext>
            </a:extLst>
          </p:cNvPr>
          <p:cNvSpPr>
            <a:spLocks/>
          </p:cNvSpPr>
          <p:nvPr/>
        </p:nvSpPr>
        <p:spPr>
          <a:xfrm>
            <a:off x="156610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DE360280-B379-4DC2-AF7B-4A04B4427386}"/>
              </a:ext>
            </a:extLst>
          </p:cNvPr>
          <p:cNvSpPr>
            <a:spLocks/>
          </p:cNvSpPr>
          <p:nvPr/>
        </p:nvSpPr>
        <p:spPr>
          <a:xfrm>
            <a:off x="142997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78CEA0BF-242C-4FD1-A031-6A19114B4CF5}"/>
              </a:ext>
            </a:extLst>
          </p:cNvPr>
          <p:cNvSpPr>
            <a:spLocks/>
          </p:cNvSpPr>
          <p:nvPr/>
        </p:nvSpPr>
        <p:spPr>
          <a:xfrm>
            <a:off x="149069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6E2E5654-7CC8-4277-85C6-48F434BCB63C}"/>
              </a:ext>
            </a:extLst>
          </p:cNvPr>
          <p:cNvSpPr>
            <a:spLocks/>
          </p:cNvSpPr>
          <p:nvPr/>
        </p:nvSpPr>
        <p:spPr>
          <a:xfrm>
            <a:off x="1444555" y="314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A913CE1A-8B64-4614-9757-79BBA0314609}"/>
              </a:ext>
            </a:extLst>
          </p:cNvPr>
          <p:cNvSpPr>
            <a:spLocks/>
          </p:cNvSpPr>
          <p:nvPr/>
        </p:nvSpPr>
        <p:spPr>
          <a:xfrm>
            <a:off x="153959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DE622E11-408C-4592-8C6D-B56363BA4B5B}"/>
              </a:ext>
            </a:extLst>
          </p:cNvPr>
          <p:cNvSpPr>
            <a:spLocks/>
          </p:cNvSpPr>
          <p:nvPr/>
        </p:nvSpPr>
        <p:spPr>
          <a:xfrm>
            <a:off x="162415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F5F356F6-F7B9-4224-9E2D-2987AB856974}"/>
              </a:ext>
            </a:extLst>
          </p:cNvPr>
          <p:cNvSpPr>
            <a:spLocks/>
          </p:cNvSpPr>
          <p:nvPr/>
        </p:nvSpPr>
        <p:spPr>
          <a:xfrm>
            <a:off x="1700915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E74C3158-50A5-4AC6-8830-24F2F207EAC4}"/>
              </a:ext>
            </a:extLst>
          </p:cNvPr>
          <p:cNvSpPr>
            <a:spLocks/>
          </p:cNvSpPr>
          <p:nvPr/>
        </p:nvSpPr>
        <p:spPr>
          <a:xfrm>
            <a:off x="155572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57EBEAA5-9931-4574-B600-555C51BA1D08}"/>
              </a:ext>
            </a:extLst>
          </p:cNvPr>
          <p:cNvSpPr>
            <a:spLocks/>
          </p:cNvSpPr>
          <p:nvPr/>
        </p:nvSpPr>
        <p:spPr>
          <a:xfrm>
            <a:off x="149695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D5DC270A-CAD6-4EC9-A2B4-F23587C54F28}"/>
              </a:ext>
            </a:extLst>
          </p:cNvPr>
          <p:cNvSpPr>
            <a:spLocks/>
          </p:cNvSpPr>
          <p:nvPr/>
        </p:nvSpPr>
        <p:spPr>
          <a:xfrm>
            <a:off x="152231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9A1592E7-DF17-4B52-8E9A-966A1BAC1804}"/>
              </a:ext>
            </a:extLst>
          </p:cNvPr>
          <p:cNvSpPr>
            <a:spLocks/>
          </p:cNvSpPr>
          <p:nvPr/>
        </p:nvSpPr>
        <p:spPr>
          <a:xfrm>
            <a:off x="1471106" y="3324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3D50F7D5-A961-4049-9025-A975925B6321}"/>
              </a:ext>
            </a:extLst>
          </p:cNvPr>
          <p:cNvSpPr>
            <a:spLocks/>
          </p:cNvSpPr>
          <p:nvPr/>
        </p:nvSpPr>
        <p:spPr>
          <a:xfrm>
            <a:off x="146566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650A551E-0B45-47C2-81D2-9B37E74CD79D}"/>
              </a:ext>
            </a:extLst>
          </p:cNvPr>
          <p:cNvSpPr>
            <a:spLocks/>
          </p:cNvSpPr>
          <p:nvPr/>
        </p:nvSpPr>
        <p:spPr>
          <a:xfrm>
            <a:off x="1631919" y="3532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1EB38D3D-9698-4CA0-B5E1-4C0A28417D2A}"/>
              </a:ext>
            </a:extLst>
          </p:cNvPr>
          <p:cNvSpPr>
            <a:spLocks/>
          </p:cNvSpPr>
          <p:nvPr/>
        </p:nvSpPr>
        <p:spPr>
          <a:xfrm>
            <a:off x="1688261" y="35466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EE2EC9DC-BBC6-4CD6-B89D-9638B5440E8F}"/>
              </a:ext>
            </a:extLst>
          </p:cNvPr>
          <p:cNvSpPr>
            <a:spLocks/>
          </p:cNvSpPr>
          <p:nvPr/>
        </p:nvSpPr>
        <p:spPr>
          <a:xfrm>
            <a:off x="159402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368D0700-39AB-42E6-B280-D1E482EC8016}"/>
              </a:ext>
            </a:extLst>
          </p:cNvPr>
          <p:cNvSpPr>
            <a:spLocks/>
          </p:cNvSpPr>
          <p:nvPr/>
        </p:nvSpPr>
        <p:spPr>
          <a:xfrm>
            <a:off x="1488533" y="3610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55C72A82-E747-45B6-97DF-CD28DDB04602}"/>
              </a:ext>
            </a:extLst>
          </p:cNvPr>
          <p:cNvSpPr>
            <a:spLocks/>
          </p:cNvSpPr>
          <p:nvPr/>
        </p:nvSpPr>
        <p:spPr>
          <a:xfrm>
            <a:off x="1534007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E33A7D25-3B94-4395-A0B4-6EDE9E85B2CB}"/>
              </a:ext>
            </a:extLst>
          </p:cNvPr>
          <p:cNvSpPr>
            <a:spLocks/>
          </p:cNvSpPr>
          <p:nvPr/>
        </p:nvSpPr>
        <p:spPr>
          <a:xfrm>
            <a:off x="158345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A67AE812-6FC9-4D84-B2DF-1C0FE343AE7C}"/>
              </a:ext>
            </a:extLst>
          </p:cNvPr>
          <p:cNvSpPr>
            <a:spLocks/>
          </p:cNvSpPr>
          <p:nvPr/>
        </p:nvSpPr>
        <p:spPr>
          <a:xfrm>
            <a:off x="169909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C7D43655-0180-4F1E-A50D-5BF26C9DE603}"/>
              </a:ext>
            </a:extLst>
          </p:cNvPr>
          <p:cNvSpPr>
            <a:spLocks/>
          </p:cNvSpPr>
          <p:nvPr/>
        </p:nvSpPr>
        <p:spPr>
          <a:xfrm>
            <a:off x="145198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1CEFEA4F-B5C4-4C47-A1BB-17102AAE9E1A}"/>
              </a:ext>
            </a:extLst>
          </p:cNvPr>
          <p:cNvSpPr>
            <a:spLocks/>
          </p:cNvSpPr>
          <p:nvPr/>
        </p:nvSpPr>
        <p:spPr>
          <a:xfrm>
            <a:off x="150559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F6DA51A1-222D-4703-A004-9CF53D166C3B}"/>
              </a:ext>
            </a:extLst>
          </p:cNvPr>
          <p:cNvSpPr>
            <a:spLocks/>
          </p:cNvSpPr>
          <p:nvPr/>
        </p:nvSpPr>
        <p:spPr>
          <a:xfrm>
            <a:off x="1491459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6A69002A-202C-4F39-B23D-62EB943DA415}"/>
              </a:ext>
            </a:extLst>
          </p:cNvPr>
          <p:cNvSpPr>
            <a:spLocks/>
          </p:cNvSpPr>
          <p:nvPr/>
        </p:nvSpPr>
        <p:spPr>
          <a:xfrm>
            <a:off x="1652494" y="34816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D8101621-44BF-46D4-AE40-E9A25B2C00C4}"/>
              </a:ext>
            </a:extLst>
          </p:cNvPr>
          <p:cNvSpPr>
            <a:spLocks/>
          </p:cNvSpPr>
          <p:nvPr/>
        </p:nvSpPr>
        <p:spPr>
          <a:xfrm>
            <a:off x="148831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606CBA06-E36D-4CEE-B83E-D9BD72F8280F}"/>
              </a:ext>
            </a:extLst>
          </p:cNvPr>
          <p:cNvSpPr>
            <a:spLocks/>
          </p:cNvSpPr>
          <p:nvPr/>
        </p:nvSpPr>
        <p:spPr>
          <a:xfrm>
            <a:off x="143983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D3240C99-64F9-435F-B6EA-0590D523300A}"/>
              </a:ext>
            </a:extLst>
          </p:cNvPr>
          <p:cNvSpPr>
            <a:spLocks/>
          </p:cNvSpPr>
          <p:nvPr/>
        </p:nvSpPr>
        <p:spPr>
          <a:xfrm>
            <a:off x="1566431" y="3235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0EAAF534-74D8-42CF-80D4-B4A1D03E75F0}"/>
              </a:ext>
            </a:extLst>
          </p:cNvPr>
          <p:cNvSpPr>
            <a:spLocks/>
          </p:cNvSpPr>
          <p:nvPr/>
        </p:nvSpPr>
        <p:spPr>
          <a:xfrm>
            <a:off x="162244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4DB3CF42-EAD0-4CE0-8DC8-66CF3609ED47}"/>
              </a:ext>
            </a:extLst>
          </p:cNvPr>
          <p:cNvSpPr>
            <a:spLocks/>
          </p:cNvSpPr>
          <p:nvPr/>
        </p:nvSpPr>
        <p:spPr>
          <a:xfrm>
            <a:off x="1702999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96B06597-1D30-4ECC-AE88-986D5EC90401}"/>
              </a:ext>
            </a:extLst>
          </p:cNvPr>
          <p:cNvSpPr>
            <a:spLocks/>
          </p:cNvSpPr>
          <p:nvPr/>
        </p:nvSpPr>
        <p:spPr>
          <a:xfrm>
            <a:off x="1704368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833F6F25-EDBF-4BC6-895B-DFF395690980}"/>
              </a:ext>
            </a:extLst>
          </p:cNvPr>
          <p:cNvSpPr>
            <a:spLocks/>
          </p:cNvSpPr>
          <p:nvPr/>
        </p:nvSpPr>
        <p:spPr>
          <a:xfrm>
            <a:off x="170488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EA29B58B-0E6D-4476-BE0D-FD9B3B3A5547}"/>
              </a:ext>
            </a:extLst>
          </p:cNvPr>
          <p:cNvSpPr>
            <a:spLocks/>
          </p:cNvSpPr>
          <p:nvPr/>
        </p:nvSpPr>
        <p:spPr>
          <a:xfrm>
            <a:off x="1694112" y="35195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57D1B157-E59D-4E4B-883D-732885DEB80C}"/>
              </a:ext>
            </a:extLst>
          </p:cNvPr>
          <p:cNvSpPr>
            <a:spLocks/>
          </p:cNvSpPr>
          <p:nvPr/>
        </p:nvSpPr>
        <p:spPr>
          <a:xfrm>
            <a:off x="1532526" y="34513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730EC5D2-3677-42BE-AB18-5D5D706773D2}"/>
              </a:ext>
            </a:extLst>
          </p:cNvPr>
          <p:cNvSpPr>
            <a:spLocks/>
          </p:cNvSpPr>
          <p:nvPr/>
        </p:nvSpPr>
        <p:spPr>
          <a:xfrm>
            <a:off x="1685374" y="36201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550F6559-10E6-463C-8626-30F2E50709B3}"/>
              </a:ext>
            </a:extLst>
          </p:cNvPr>
          <p:cNvSpPr>
            <a:spLocks/>
          </p:cNvSpPr>
          <p:nvPr/>
        </p:nvSpPr>
        <p:spPr>
          <a:xfrm>
            <a:off x="152108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CE52D766-FE16-44DF-AB78-F3EA8C869D81}"/>
              </a:ext>
            </a:extLst>
          </p:cNvPr>
          <p:cNvSpPr>
            <a:spLocks/>
          </p:cNvSpPr>
          <p:nvPr/>
        </p:nvSpPr>
        <p:spPr>
          <a:xfrm>
            <a:off x="1616089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26A591C7-5426-4F51-999E-9F683CFC7C15}"/>
              </a:ext>
            </a:extLst>
          </p:cNvPr>
          <p:cNvSpPr>
            <a:spLocks/>
          </p:cNvSpPr>
          <p:nvPr/>
        </p:nvSpPr>
        <p:spPr>
          <a:xfrm>
            <a:off x="144884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2774BDB6-095F-4151-B11F-AEF2AB619C84}"/>
              </a:ext>
            </a:extLst>
          </p:cNvPr>
          <p:cNvSpPr>
            <a:spLocks/>
          </p:cNvSpPr>
          <p:nvPr/>
        </p:nvSpPr>
        <p:spPr>
          <a:xfrm>
            <a:off x="157356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AE15C7B9-7AC4-4B37-8021-6CFF6C461D03}"/>
              </a:ext>
            </a:extLst>
          </p:cNvPr>
          <p:cNvSpPr>
            <a:spLocks/>
          </p:cNvSpPr>
          <p:nvPr/>
        </p:nvSpPr>
        <p:spPr>
          <a:xfrm>
            <a:off x="1704245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42AD7CC4-9F66-49A9-B923-F8F617E52492}"/>
              </a:ext>
            </a:extLst>
          </p:cNvPr>
          <p:cNvSpPr>
            <a:spLocks/>
          </p:cNvSpPr>
          <p:nvPr/>
        </p:nvSpPr>
        <p:spPr>
          <a:xfrm>
            <a:off x="1487194" y="34058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DA026782-D1F3-48EB-BFAA-EC70824BFC3F}"/>
              </a:ext>
            </a:extLst>
          </p:cNvPr>
          <p:cNvSpPr>
            <a:spLocks/>
          </p:cNvSpPr>
          <p:nvPr/>
        </p:nvSpPr>
        <p:spPr>
          <a:xfrm>
            <a:off x="1441947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5895C358-7EAB-48D3-B349-86C867B6D11F}"/>
              </a:ext>
            </a:extLst>
          </p:cNvPr>
          <p:cNvSpPr>
            <a:spLocks/>
          </p:cNvSpPr>
          <p:nvPr/>
        </p:nvSpPr>
        <p:spPr>
          <a:xfrm>
            <a:off x="1596594" y="34058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97C57272-0461-43A8-B415-405AECCE89CB}"/>
              </a:ext>
            </a:extLst>
          </p:cNvPr>
          <p:cNvSpPr>
            <a:spLocks/>
          </p:cNvSpPr>
          <p:nvPr/>
        </p:nvSpPr>
        <p:spPr>
          <a:xfrm>
            <a:off x="1660673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BC218218-7A59-4007-9F83-EAC9B54310E2}"/>
              </a:ext>
            </a:extLst>
          </p:cNvPr>
          <p:cNvSpPr>
            <a:spLocks/>
          </p:cNvSpPr>
          <p:nvPr/>
        </p:nvSpPr>
        <p:spPr>
          <a:xfrm>
            <a:off x="152644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AF3F8A00-1224-4011-BD88-EB64F0074E0B}"/>
              </a:ext>
            </a:extLst>
          </p:cNvPr>
          <p:cNvSpPr>
            <a:spLocks/>
          </p:cNvSpPr>
          <p:nvPr/>
        </p:nvSpPr>
        <p:spPr>
          <a:xfrm>
            <a:off x="146150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D4DC2F0E-2939-4846-B34C-7D47F671EB91}"/>
              </a:ext>
            </a:extLst>
          </p:cNvPr>
          <p:cNvSpPr>
            <a:spLocks/>
          </p:cNvSpPr>
          <p:nvPr/>
        </p:nvSpPr>
        <p:spPr>
          <a:xfrm>
            <a:off x="159793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3E6112CE-D4EC-4A73-92CA-40CA14BD0411}"/>
              </a:ext>
            </a:extLst>
          </p:cNvPr>
          <p:cNvSpPr>
            <a:spLocks/>
          </p:cNvSpPr>
          <p:nvPr/>
        </p:nvSpPr>
        <p:spPr>
          <a:xfrm>
            <a:off x="166089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21291F60-037E-40C6-8F52-B109CB5B25A0}"/>
              </a:ext>
            </a:extLst>
          </p:cNvPr>
          <p:cNvSpPr>
            <a:spLocks/>
          </p:cNvSpPr>
          <p:nvPr/>
        </p:nvSpPr>
        <p:spPr>
          <a:xfrm>
            <a:off x="1702207" y="18775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6D17F1B5-83EB-4CA0-9D9E-A149357119F1}"/>
              </a:ext>
            </a:extLst>
          </p:cNvPr>
          <p:cNvSpPr>
            <a:spLocks/>
          </p:cNvSpPr>
          <p:nvPr/>
        </p:nvSpPr>
        <p:spPr>
          <a:xfrm>
            <a:off x="168341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7768C45F-C12E-456C-8605-62A2864857DD}"/>
              </a:ext>
            </a:extLst>
          </p:cNvPr>
          <p:cNvSpPr>
            <a:spLocks/>
          </p:cNvSpPr>
          <p:nvPr/>
        </p:nvSpPr>
        <p:spPr>
          <a:xfrm>
            <a:off x="159349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E125C6B6-3FEA-4C77-A434-A6DBEB5CE725}"/>
              </a:ext>
            </a:extLst>
          </p:cNvPr>
          <p:cNvSpPr>
            <a:spLocks/>
          </p:cNvSpPr>
          <p:nvPr/>
        </p:nvSpPr>
        <p:spPr>
          <a:xfrm>
            <a:off x="149966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00F4913C-0E3F-46F3-9D0B-C722BEF31ECC}"/>
              </a:ext>
            </a:extLst>
          </p:cNvPr>
          <p:cNvSpPr>
            <a:spLocks/>
          </p:cNvSpPr>
          <p:nvPr/>
        </p:nvSpPr>
        <p:spPr>
          <a:xfrm>
            <a:off x="1524030" y="35220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33FFF7AE-A104-4B82-9FB0-A3A549E6DFE7}"/>
              </a:ext>
            </a:extLst>
          </p:cNvPr>
          <p:cNvSpPr>
            <a:spLocks/>
          </p:cNvSpPr>
          <p:nvPr/>
        </p:nvSpPr>
        <p:spPr>
          <a:xfrm>
            <a:off x="169539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A9681186-5EE5-46D2-A3D9-1E17F15B3EBE}"/>
              </a:ext>
            </a:extLst>
          </p:cNvPr>
          <p:cNvSpPr>
            <a:spLocks/>
          </p:cNvSpPr>
          <p:nvPr/>
        </p:nvSpPr>
        <p:spPr>
          <a:xfrm>
            <a:off x="1650374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205E4DDD-537B-4CCD-A89A-00C51E38FE6B}"/>
              </a:ext>
            </a:extLst>
          </p:cNvPr>
          <p:cNvSpPr>
            <a:spLocks/>
          </p:cNvSpPr>
          <p:nvPr/>
        </p:nvSpPr>
        <p:spPr>
          <a:xfrm>
            <a:off x="152898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D12E6439-0B6F-439B-8378-CEE4A9FA03B5}"/>
              </a:ext>
            </a:extLst>
          </p:cNvPr>
          <p:cNvSpPr>
            <a:spLocks/>
          </p:cNvSpPr>
          <p:nvPr/>
        </p:nvSpPr>
        <p:spPr>
          <a:xfrm>
            <a:off x="1541519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70B412CF-C9A7-4912-9CCF-F6A594868291}"/>
              </a:ext>
            </a:extLst>
          </p:cNvPr>
          <p:cNvSpPr>
            <a:spLocks/>
          </p:cNvSpPr>
          <p:nvPr/>
        </p:nvSpPr>
        <p:spPr>
          <a:xfrm>
            <a:off x="148219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084BCF40-8E84-460F-98F6-3AFF1E942079}"/>
              </a:ext>
            </a:extLst>
          </p:cNvPr>
          <p:cNvSpPr>
            <a:spLocks/>
          </p:cNvSpPr>
          <p:nvPr/>
        </p:nvSpPr>
        <p:spPr>
          <a:xfrm>
            <a:off x="1497910" y="34646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BE42330B-D2AA-4080-9F67-182950180CA1}"/>
              </a:ext>
            </a:extLst>
          </p:cNvPr>
          <p:cNvSpPr>
            <a:spLocks/>
          </p:cNvSpPr>
          <p:nvPr/>
        </p:nvSpPr>
        <p:spPr>
          <a:xfrm>
            <a:off x="1519163" y="2747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74EB45AD-E32A-4059-B7AE-54742FCBA8E6}"/>
              </a:ext>
            </a:extLst>
          </p:cNvPr>
          <p:cNvSpPr>
            <a:spLocks/>
          </p:cNvSpPr>
          <p:nvPr/>
        </p:nvSpPr>
        <p:spPr>
          <a:xfrm>
            <a:off x="168070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3535A596-81C8-47F8-9424-6462D873D811}"/>
              </a:ext>
            </a:extLst>
          </p:cNvPr>
          <p:cNvSpPr>
            <a:spLocks/>
          </p:cNvSpPr>
          <p:nvPr/>
        </p:nvSpPr>
        <p:spPr>
          <a:xfrm>
            <a:off x="158616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BF6D7707-E447-484F-9FF5-4642632441C0}"/>
              </a:ext>
            </a:extLst>
          </p:cNvPr>
          <p:cNvSpPr>
            <a:spLocks/>
          </p:cNvSpPr>
          <p:nvPr/>
        </p:nvSpPr>
        <p:spPr>
          <a:xfrm>
            <a:off x="1623844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18DB21F9-85CE-4F03-A689-40775A4A5E12}"/>
              </a:ext>
            </a:extLst>
          </p:cNvPr>
          <p:cNvSpPr>
            <a:spLocks/>
          </p:cNvSpPr>
          <p:nvPr/>
        </p:nvSpPr>
        <p:spPr>
          <a:xfrm>
            <a:off x="1534503" y="32719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8D4F74F5-227C-4C8B-9E91-D639FB61400E}"/>
              </a:ext>
            </a:extLst>
          </p:cNvPr>
          <p:cNvSpPr>
            <a:spLocks/>
          </p:cNvSpPr>
          <p:nvPr/>
        </p:nvSpPr>
        <p:spPr>
          <a:xfrm>
            <a:off x="1503495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E150F9B4-3F2B-4FDB-996F-CE3A2D849223}"/>
              </a:ext>
            </a:extLst>
          </p:cNvPr>
          <p:cNvSpPr>
            <a:spLocks/>
          </p:cNvSpPr>
          <p:nvPr/>
        </p:nvSpPr>
        <p:spPr>
          <a:xfrm>
            <a:off x="1479820" y="31388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080028BC-419D-4431-B1E9-59B01DA9027D}"/>
              </a:ext>
            </a:extLst>
          </p:cNvPr>
          <p:cNvSpPr>
            <a:spLocks/>
          </p:cNvSpPr>
          <p:nvPr/>
        </p:nvSpPr>
        <p:spPr>
          <a:xfrm>
            <a:off x="1511298" y="29963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357C353B-8716-4C23-92D7-7F4BB67DECF5}"/>
              </a:ext>
            </a:extLst>
          </p:cNvPr>
          <p:cNvSpPr>
            <a:spLocks/>
          </p:cNvSpPr>
          <p:nvPr/>
        </p:nvSpPr>
        <p:spPr>
          <a:xfrm>
            <a:off x="170122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44F00B53-80F0-44DC-82DD-A3FC8C206F70}"/>
              </a:ext>
            </a:extLst>
          </p:cNvPr>
          <p:cNvSpPr>
            <a:spLocks/>
          </p:cNvSpPr>
          <p:nvPr/>
        </p:nvSpPr>
        <p:spPr>
          <a:xfrm>
            <a:off x="144865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D07CA4EE-7D1B-4F39-98F1-FE161360AE6C}"/>
              </a:ext>
            </a:extLst>
          </p:cNvPr>
          <p:cNvSpPr>
            <a:spLocks/>
          </p:cNvSpPr>
          <p:nvPr/>
        </p:nvSpPr>
        <p:spPr>
          <a:xfrm>
            <a:off x="1492441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170C202A-E590-4FF4-ABAD-FCAB84AF4131}"/>
              </a:ext>
            </a:extLst>
          </p:cNvPr>
          <p:cNvSpPr>
            <a:spLocks/>
          </p:cNvSpPr>
          <p:nvPr/>
        </p:nvSpPr>
        <p:spPr>
          <a:xfrm>
            <a:off x="147141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4DA98968-8953-464B-A2A5-005ABE282F82}"/>
              </a:ext>
            </a:extLst>
          </p:cNvPr>
          <p:cNvSpPr>
            <a:spLocks/>
          </p:cNvSpPr>
          <p:nvPr/>
        </p:nvSpPr>
        <p:spPr>
          <a:xfrm>
            <a:off x="153994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DCCDD59E-1104-4612-8138-74A1B9C295D4}"/>
              </a:ext>
            </a:extLst>
          </p:cNvPr>
          <p:cNvSpPr>
            <a:spLocks/>
          </p:cNvSpPr>
          <p:nvPr/>
        </p:nvSpPr>
        <p:spPr>
          <a:xfrm>
            <a:off x="1632188" y="31278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70BD8A73-9DD7-44A8-BD1F-13F9B9F33164}"/>
              </a:ext>
            </a:extLst>
          </p:cNvPr>
          <p:cNvSpPr>
            <a:spLocks/>
          </p:cNvSpPr>
          <p:nvPr/>
        </p:nvSpPr>
        <p:spPr>
          <a:xfrm>
            <a:off x="144259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5E4FE02D-94EE-4084-910E-16FCE8B4CEE4}"/>
              </a:ext>
            </a:extLst>
          </p:cNvPr>
          <p:cNvSpPr>
            <a:spLocks/>
          </p:cNvSpPr>
          <p:nvPr/>
        </p:nvSpPr>
        <p:spPr>
          <a:xfrm>
            <a:off x="144074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2B49A525-3AD0-4CAE-8181-7F0BB4404940}"/>
              </a:ext>
            </a:extLst>
          </p:cNvPr>
          <p:cNvSpPr>
            <a:spLocks/>
          </p:cNvSpPr>
          <p:nvPr/>
        </p:nvSpPr>
        <p:spPr>
          <a:xfrm>
            <a:off x="1681277" y="3549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A679AD30-9A47-4405-BB68-4972AADE5FF4}"/>
              </a:ext>
            </a:extLst>
          </p:cNvPr>
          <p:cNvSpPr>
            <a:spLocks/>
          </p:cNvSpPr>
          <p:nvPr/>
        </p:nvSpPr>
        <p:spPr>
          <a:xfrm>
            <a:off x="158892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5BB6250E-C1A4-4744-8AAD-04629E0CBF56}"/>
              </a:ext>
            </a:extLst>
          </p:cNvPr>
          <p:cNvSpPr>
            <a:spLocks/>
          </p:cNvSpPr>
          <p:nvPr/>
        </p:nvSpPr>
        <p:spPr>
          <a:xfrm>
            <a:off x="153447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947973F4-B989-403B-838A-DDCEC9129AB0}"/>
              </a:ext>
            </a:extLst>
          </p:cNvPr>
          <p:cNvSpPr>
            <a:spLocks/>
          </p:cNvSpPr>
          <p:nvPr/>
        </p:nvSpPr>
        <p:spPr>
          <a:xfrm>
            <a:off x="1466826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850E0EED-ED96-4816-A32C-F5C6A13F66EC}"/>
              </a:ext>
            </a:extLst>
          </p:cNvPr>
          <p:cNvSpPr>
            <a:spLocks/>
          </p:cNvSpPr>
          <p:nvPr/>
        </p:nvSpPr>
        <p:spPr>
          <a:xfrm>
            <a:off x="1566883" y="35878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CD1BFAC2-D5BD-4018-B26C-D2B04ABB8A21}"/>
              </a:ext>
            </a:extLst>
          </p:cNvPr>
          <p:cNvSpPr>
            <a:spLocks/>
          </p:cNvSpPr>
          <p:nvPr/>
        </p:nvSpPr>
        <p:spPr>
          <a:xfrm>
            <a:off x="163889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17264499-EBF0-4A43-AE0D-ECCCE6F44746}"/>
              </a:ext>
            </a:extLst>
          </p:cNvPr>
          <p:cNvSpPr>
            <a:spLocks/>
          </p:cNvSpPr>
          <p:nvPr/>
        </p:nvSpPr>
        <p:spPr>
          <a:xfrm>
            <a:off x="170631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4AE778DF-F1BD-4762-A178-C5B4E47D80B9}"/>
              </a:ext>
            </a:extLst>
          </p:cNvPr>
          <p:cNvSpPr>
            <a:spLocks/>
          </p:cNvSpPr>
          <p:nvPr/>
        </p:nvSpPr>
        <p:spPr>
          <a:xfrm>
            <a:off x="1581966" y="34740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3142E49F-E825-43C2-9247-CAF95C6A64DB}"/>
              </a:ext>
            </a:extLst>
          </p:cNvPr>
          <p:cNvSpPr>
            <a:spLocks/>
          </p:cNvSpPr>
          <p:nvPr/>
        </p:nvSpPr>
        <p:spPr>
          <a:xfrm>
            <a:off x="149236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11F5C61F-A965-4DE3-9ACA-E2AB1C2065C6}"/>
              </a:ext>
            </a:extLst>
          </p:cNvPr>
          <p:cNvSpPr>
            <a:spLocks/>
          </p:cNvSpPr>
          <p:nvPr/>
        </p:nvSpPr>
        <p:spPr>
          <a:xfrm>
            <a:off x="166630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D8D6953F-236B-4621-8121-F30CFE3A2643}"/>
              </a:ext>
            </a:extLst>
          </p:cNvPr>
          <p:cNvSpPr>
            <a:spLocks/>
          </p:cNvSpPr>
          <p:nvPr/>
        </p:nvSpPr>
        <p:spPr>
          <a:xfrm>
            <a:off x="144834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D69BE697-2375-4FCE-99B2-4304FFD0FFAC}"/>
              </a:ext>
            </a:extLst>
          </p:cNvPr>
          <p:cNvSpPr>
            <a:spLocks/>
          </p:cNvSpPr>
          <p:nvPr/>
        </p:nvSpPr>
        <p:spPr>
          <a:xfrm>
            <a:off x="162216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DD53373E-A504-4C56-AD6F-71D39491FDA1}"/>
              </a:ext>
            </a:extLst>
          </p:cNvPr>
          <p:cNvSpPr>
            <a:spLocks/>
          </p:cNvSpPr>
          <p:nvPr/>
        </p:nvSpPr>
        <p:spPr>
          <a:xfrm>
            <a:off x="168346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00587622-E92D-43F2-820B-98D836C7A193}"/>
              </a:ext>
            </a:extLst>
          </p:cNvPr>
          <p:cNvSpPr>
            <a:spLocks/>
          </p:cNvSpPr>
          <p:nvPr/>
        </p:nvSpPr>
        <p:spPr>
          <a:xfrm>
            <a:off x="1522026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A0329427-FA31-4326-9DB7-85CEC05B4B25}"/>
              </a:ext>
            </a:extLst>
          </p:cNvPr>
          <p:cNvSpPr>
            <a:spLocks/>
          </p:cNvSpPr>
          <p:nvPr/>
        </p:nvSpPr>
        <p:spPr>
          <a:xfrm>
            <a:off x="1447866" y="36008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E5F572FF-254D-4D21-A8E6-6CA271EDD5E5}"/>
              </a:ext>
            </a:extLst>
          </p:cNvPr>
          <p:cNvSpPr>
            <a:spLocks/>
          </p:cNvSpPr>
          <p:nvPr/>
        </p:nvSpPr>
        <p:spPr>
          <a:xfrm>
            <a:off x="1597069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6073E65D-AF2D-44BD-A90B-1638EF497530}"/>
              </a:ext>
            </a:extLst>
          </p:cNvPr>
          <p:cNvSpPr>
            <a:spLocks/>
          </p:cNvSpPr>
          <p:nvPr/>
        </p:nvSpPr>
        <p:spPr>
          <a:xfrm>
            <a:off x="149640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C5BDFC1C-DBE2-4217-A44E-8562A87D1897}"/>
              </a:ext>
            </a:extLst>
          </p:cNvPr>
          <p:cNvSpPr>
            <a:spLocks/>
          </p:cNvSpPr>
          <p:nvPr/>
        </p:nvSpPr>
        <p:spPr>
          <a:xfrm>
            <a:off x="1428153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DA792658-9C86-42B7-AB0C-C434A6EAC577}"/>
              </a:ext>
            </a:extLst>
          </p:cNvPr>
          <p:cNvSpPr>
            <a:spLocks/>
          </p:cNvSpPr>
          <p:nvPr/>
        </p:nvSpPr>
        <p:spPr>
          <a:xfrm>
            <a:off x="1698937" y="30128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9FACABD3-9ADB-4F3A-A827-842A3F25E0FA}"/>
              </a:ext>
            </a:extLst>
          </p:cNvPr>
          <p:cNvSpPr>
            <a:spLocks/>
          </p:cNvSpPr>
          <p:nvPr/>
        </p:nvSpPr>
        <p:spPr>
          <a:xfrm>
            <a:off x="1628905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37726B6C-5589-44C3-B705-2A388995C539}"/>
              </a:ext>
            </a:extLst>
          </p:cNvPr>
          <p:cNvSpPr>
            <a:spLocks/>
          </p:cNvSpPr>
          <p:nvPr/>
        </p:nvSpPr>
        <p:spPr>
          <a:xfrm>
            <a:off x="169441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C6B0BB3D-7443-4893-8934-D0D80FA057B7}"/>
              </a:ext>
            </a:extLst>
          </p:cNvPr>
          <p:cNvSpPr>
            <a:spLocks/>
          </p:cNvSpPr>
          <p:nvPr/>
        </p:nvSpPr>
        <p:spPr>
          <a:xfrm>
            <a:off x="1427856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D9060970-493B-498C-B3C8-EC12D1B1CFCF}"/>
              </a:ext>
            </a:extLst>
          </p:cNvPr>
          <p:cNvSpPr>
            <a:spLocks/>
          </p:cNvSpPr>
          <p:nvPr/>
        </p:nvSpPr>
        <p:spPr>
          <a:xfrm>
            <a:off x="164692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B0B19695-7BD8-449F-858D-8E3411CA9CFA}"/>
              </a:ext>
            </a:extLst>
          </p:cNvPr>
          <p:cNvSpPr>
            <a:spLocks/>
          </p:cNvSpPr>
          <p:nvPr/>
        </p:nvSpPr>
        <p:spPr>
          <a:xfrm>
            <a:off x="150466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41ADD094-9E95-4522-A7F8-244371376E9F}"/>
              </a:ext>
            </a:extLst>
          </p:cNvPr>
          <p:cNvSpPr>
            <a:spLocks/>
          </p:cNvSpPr>
          <p:nvPr/>
        </p:nvSpPr>
        <p:spPr>
          <a:xfrm>
            <a:off x="154967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21748664-0260-4EF2-A6B8-30207B14AD4A}"/>
              </a:ext>
            </a:extLst>
          </p:cNvPr>
          <p:cNvSpPr>
            <a:spLocks/>
          </p:cNvSpPr>
          <p:nvPr/>
        </p:nvSpPr>
        <p:spPr>
          <a:xfrm>
            <a:off x="159429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D0F3CF8B-0F0F-44EE-9BFE-69ABD47421DC}"/>
              </a:ext>
            </a:extLst>
          </p:cNvPr>
          <p:cNvSpPr>
            <a:spLocks/>
          </p:cNvSpPr>
          <p:nvPr/>
        </p:nvSpPr>
        <p:spPr>
          <a:xfrm>
            <a:off x="169198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AA4819A1-532D-4EAF-A1EB-395EF82C6060}"/>
              </a:ext>
            </a:extLst>
          </p:cNvPr>
          <p:cNvSpPr>
            <a:spLocks/>
          </p:cNvSpPr>
          <p:nvPr/>
        </p:nvSpPr>
        <p:spPr>
          <a:xfrm>
            <a:off x="146555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03AF7AE2-6AF4-44FE-8749-B179220DF950}"/>
              </a:ext>
            </a:extLst>
          </p:cNvPr>
          <p:cNvSpPr>
            <a:spLocks/>
          </p:cNvSpPr>
          <p:nvPr/>
        </p:nvSpPr>
        <p:spPr>
          <a:xfrm>
            <a:off x="1611508" y="35423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A6496E4D-21B5-4BFC-B589-4CE94B86D610}"/>
              </a:ext>
            </a:extLst>
          </p:cNvPr>
          <p:cNvSpPr>
            <a:spLocks/>
          </p:cNvSpPr>
          <p:nvPr/>
        </p:nvSpPr>
        <p:spPr>
          <a:xfrm>
            <a:off x="1559690" y="36246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DD45599D-95A3-43AA-AA2F-C5A855E21101}"/>
              </a:ext>
            </a:extLst>
          </p:cNvPr>
          <p:cNvSpPr>
            <a:spLocks/>
          </p:cNvSpPr>
          <p:nvPr/>
        </p:nvSpPr>
        <p:spPr>
          <a:xfrm>
            <a:off x="1564092" y="3325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9BAC56C0-D99C-4570-8E14-74B0F8CFB15D}"/>
              </a:ext>
            </a:extLst>
          </p:cNvPr>
          <p:cNvSpPr>
            <a:spLocks/>
          </p:cNvSpPr>
          <p:nvPr/>
        </p:nvSpPr>
        <p:spPr>
          <a:xfrm>
            <a:off x="146693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F29BC67D-CBEA-49EA-A895-613C5EC2E775}"/>
              </a:ext>
            </a:extLst>
          </p:cNvPr>
          <p:cNvSpPr>
            <a:spLocks/>
          </p:cNvSpPr>
          <p:nvPr/>
        </p:nvSpPr>
        <p:spPr>
          <a:xfrm>
            <a:off x="1680048" y="3548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6314690B-7560-48E0-8C15-25CBB259AFCF}"/>
              </a:ext>
            </a:extLst>
          </p:cNvPr>
          <p:cNvSpPr>
            <a:spLocks/>
          </p:cNvSpPr>
          <p:nvPr/>
        </p:nvSpPr>
        <p:spPr>
          <a:xfrm>
            <a:off x="1520552" y="32758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5EE5DE59-CD5A-4999-A544-0AEEA260405C}"/>
              </a:ext>
            </a:extLst>
          </p:cNvPr>
          <p:cNvSpPr>
            <a:spLocks/>
          </p:cNvSpPr>
          <p:nvPr/>
        </p:nvSpPr>
        <p:spPr>
          <a:xfrm>
            <a:off x="1693892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52870741-B3AA-48B5-B9CE-0736A7742E38}"/>
              </a:ext>
            </a:extLst>
          </p:cNvPr>
          <p:cNvSpPr>
            <a:spLocks/>
          </p:cNvSpPr>
          <p:nvPr/>
        </p:nvSpPr>
        <p:spPr>
          <a:xfrm>
            <a:off x="155063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764A1DBA-F7E2-42D0-99CD-775C5CB114CD}"/>
              </a:ext>
            </a:extLst>
          </p:cNvPr>
          <p:cNvSpPr>
            <a:spLocks/>
          </p:cNvSpPr>
          <p:nvPr/>
        </p:nvSpPr>
        <p:spPr>
          <a:xfrm>
            <a:off x="155012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EAA8E8AF-92E2-4E95-B21F-5A1E2DE2A3DF}"/>
              </a:ext>
            </a:extLst>
          </p:cNvPr>
          <p:cNvSpPr>
            <a:spLocks/>
          </p:cNvSpPr>
          <p:nvPr/>
        </p:nvSpPr>
        <p:spPr>
          <a:xfrm>
            <a:off x="161266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FA391E33-A4A5-4E64-967C-C71E0424A897}"/>
              </a:ext>
            </a:extLst>
          </p:cNvPr>
          <p:cNvSpPr>
            <a:spLocks/>
          </p:cNvSpPr>
          <p:nvPr/>
        </p:nvSpPr>
        <p:spPr>
          <a:xfrm>
            <a:off x="168298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89972A51-9D86-462B-9EDD-2C2B3EB8546E}"/>
              </a:ext>
            </a:extLst>
          </p:cNvPr>
          <p:cNvSpPr>
            <a:spLocks/>
          </p:cNvSpPr>
          <p:nvPr/>
        </p:nvSpPr>
        <p:spPr>
          <a:xfrm>
            <a:off x="149207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91FAF24A-F069-4E42-A08B-15A7BEC28119}"/>
              </a:ext>
            </a:extLst>
          </p:cNvPr>
          <p:cNvSpPr>
            <a:spLocks/>
          </p:cNvSpPr>
          <p:nvPr/>
        </p:nvSpPr>
        <p:spPr>
          <a:xfrm>
            <a:off x="1605655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C2F4ABD1-810A-4CCC-923D-5A75EFCAF81F}"/>
              </a:ext>
            </a:extLst>
          </p:cNvPr>
          <p:cNvSpPr>
            <a:spLocks/>
          </p:cNvSpPr>
          <p:nvPr/>
        </p:nvSpPr>
        <p:spPr>
          <a:xfrm>
            <a:off x="1537905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F3B8F99D-B786-4B36-80A5-BC507463842E}"/>
              </a:ext>
            </a:extLst>
          </p:cNvPr>
          <p:cNvSpPr>
            <a:spLocks/>
          </p:cNvSpPr>
          <p:nvPr/>
        </p:nvSpPr>
        <p:spPr>
          <a:xfrm>
            <a:off x="160376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F0F21AC3-8D58-472B-A5B4-B85C9C454E0F}"/>
              </a:ext>
            </a:extLst>
          </p:cNvPr>
          <p:cNvSpPr>
            <a:spLocks/>
          </p:cNvSpPr>
          <p:nvPr/>
        </p:nvSpPr>
        <p:spPr>
          <a:xfrm>
            <a:off x="1679162" y="29357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BF287A59-8FD4-477C-BB3D-C69EF1713B64}"/>
              </a:ext>
            </a:extLst>
          </p:cNvPr>
          <p:cNvSpPr>
            <a:spLocks/>
          </p:cNvSpPr>
          <p:nvPr/>
        </p:nvSpPr>
        <p:spPr>
          <a:xfrm>
            <a:off x="1477108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C127226C-E5AB-492C-916B-4C38C9080F51}"/>
              </a:ext>
            </a:extLst>
          </p:cNvPr>
          <p:cNvSpPr>
            <a:spLocks/>
          </p:cNvSpPr>
          <p:nvPr/>
        </p:nvSpPr>
        <p:spPr>
          <a:xfrm>
            <a:off x="155324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374504B8-E60A-4EF2-ABC1-A5CE0D26A2E6}"/>
              </a:ext>
            </a:extLst>
          </p:cNvPr>
          <p:cNvSpPr>
            <a:spLocks/>
          </p:cNvSpPr>
          <p:nvPr/>
        </p:nvSpPr>
        <p:spPr>
          <a:xfrm>
            <a:off x="144814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59017806-3535-4A86-8358-82C748D0E068}"/>
              </a:ext>
            </a:extLst>
          </p:cNvPr>
          <p:cNvSpPr>
            <a:spLocks/>
          </p:cNvSpPr>
          <p:nvPr/>
        </p:nvSpPr>
        <p:spPr>
          <a:xfrm>
            <a:off x="159481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B2A5B459-803B-4660-9FA2-8609F1F303CE}"/>
              </a:ext>
            </a:extLst>
          </p:cNvPr>
          <p:cNvSpPr>
            <a:spLocks/>
          </p:cNvSpPr>
          <p:nvPr/>
        </p:nvSpPr>
        <p:spPr>
          <a:xfrm>
            <a:off x="151870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FE1AE5C5-71F7-4816-9BB1-C49F836D25E5}"/>
              </a:ext>
            </a:extLst>
          </p:cNvPr>
          <p:cNvSpPr>
            <a:spLocks/>
          </p:cNvSpPr>
          <p:nvPr/>
        </p:nvSpPr>
        <p:spPr>
          <a:xfrm>
            <a:off x="1543038" y="29988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30D141E3-33DD-44D8-8667-45E05DBB8CAC}"/>
              </a:ext>
            </a:extLst>
          </p:cNvPr>
          <p:cNvSpPr>
            <a:spLocks/>
          </p:cNvSpPr>
          <p:nvPr/>
        </p:nvSpPr>
        <p:spPr>
          <a:xfrm>
            <a:off x="151871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C6274A71-5345-4F98-A70F-339E9138E34F}"/>
              </a:ext>
            </a:extLst>
          </p:cNvPr>
          <p:cNvSpPr>
            <a:spLocks/>
          </p:cNvSpPr>
          <p:nvPr/>
        </p:nvSpPr>
        <p:spPr>
          <a:xfrm>
            <a:off x="150639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6B5F8617-9C87-4178-BEFB-A44CB676E7EC}"/>
              </a:ext>
            </a:extLst>
          </p:cNvPr>
          <p:cNvSpPr>
            <a:spLocks/>
          </p:cNvSpPr>
          <p:nvPr/>
        </p:nvSpPr>
        <p:spPr>
          <a:xfrm>
            <a:off x="1639883" y="35583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84418DD9-D5F4-492D-92A6-A7DFBB335462}"/>
              </a:ext>
            </a:extLst>
          </p:cNvPr>
          <p:cNvSpPr>
            <a:spLocks/>
          </p:cNvSpPr>
          <p:nvPr/>
        </p:nvSpPr>
        <p:spPr>
          <a:xfrm>
            <a:off x="1534937" y="3269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3204CEFE-E634-4E09-B2B7-1D18E224A24B}"/>
              </a:ext>
            </a:extLst>
          </p:cNvPr>
          <p:cNvSpPr>
            <a:spLocks/>
          </p:cNvSpPr>
          <p:nvPr/>
        </p:nvSpPr>
        <p:spPr>
          <a:xfrm>
            <a:off x="1669411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4B2E66AC-12EF-41E5-9EAA-95A263F1BE88}"/>
              </a:ext>
            </a:extLst>
          </p:cNvPr>
          <p:cNvSpPr>
            <a:spLocks/>
          </p:cNvSpPr>
          <p:nvPr/>
        </p:nvSpPr>
        <p:spPr>
          <a:xfrm>
            <a:off x="1510970" y="36137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4352B37F-9F71-43B2-AB45-347A0B18CEE0}"/>
              </a:ext>
            </a:extLst>
          </p:cNvPr>
          <p:cNvSpPr>
            <a:spLocks/>
          </p:cNvSpPr>
          <p:nvPr/>
        </p:nvSpPr>
        <p:spPr>
          <a:xfrm>
            <a:off x="1454110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089D37B2-5097-4B04-8F5C-E87A130DAA52}"/>
              </a:ext>
            </a:extLst>
          </p:cNvPr>
          <p:cNvSpPr>
            <a:spLocks/>
          </p:cNvSpPr>
          <p:nvPr/>
        </p:nvSpPr>
        <p:spPr>
          <a:xfrm>
            <a:off x="143734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1C7722A4-448C-4568-B1EB-FC1628F0AFF2}"/>
              </a:ext>
            </a:extLst>
          </p:cNvPr>
          <p:cNvSpPr>
            <a:spLocks/>
          </p:cNvSpPr>
          <p:nvPr/>
        </p:nvSpPr>
        <p:spPr>
          <a:xfrm>
            <a:off x="162484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C10843A6-6792-48E0-9EA5-521D261214C3}"/>
              </a:ext>
            </a:extLst>
          </p:cNvPr>
          <p:cNvSpPr>
            <a:spLocks/>
          </p:cNvSpPr>
          <p:nvPr/>
        </p:nvSpPr>
        <p:spPr>
          <a:xfrm>
            <a:off x="164698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89A47239-3009-4DB3-A005-6BAF7C304AD6}"/>
              </a:ext>
            </a:extLst>
          </p:cNvPr>
          <p:cNvSpPr>
            <a:spLocks/>
          </p:cNvSpPr>
          <p:nvPr/>
        </p:nvSpPr>
        <p:spPr>
          <a:xfrm>
            <a:off x="1670418" y="35576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9F195716-4D57-4CD7-9666-155EBDB42D1E}"/>
              </a:ext>
            </a:extLst>
          </p:cNvPr>
          <p:cNvSpPr>
            <a:spLocks/>
          </p:cNvSpPr>
          <p:nvPr/>
        </p:nvSpPr>
        <p:spPr>
          <a:xfrm>
            <a:off x="157995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80BE059E-0699-4451-892C-76140F7682BC}"/>
              </a:ext>
            </a:extLst>
          </p:cNvPr>
          <p:cNvSpPr>
            <a:spLocks/>
          </p:cNvSpPr>
          <p:nvPr/>
        </p:nvSpPr>
        <p:spPr>
          <a:xfrm>
            <a:off x="1573023" y="35701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16CB7687-645F-4793-B2F5-0AED264601AB}"/>
              </a:ext>
            </a:extLst>
          </p:cNvPr>
          <p:cNvSpPr>
            <a:spLocks/>
          </p:cNvSpPr>
          <p:nvPr/>
        </p:nvSpPr>
        <p:spPr>
          <a:xfrm>
            <a:off x="198246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AAA5155F-2E3A-448E-90BF-B5989C1F8E6D}"/>
              </a:ext>
            </a:extLst>
          </p:cNvPr>
          <p:cNvSpPr>
            <a:spLocks/>
          </p:cNvSpPr>
          <p:nvPr/>
        </p:nvSpPr>
        <p:spPr>
          <a:xfrm>
            <a:off x="2156507" y="2296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26AB99D9-FE7B-4755-9478-A95605D75EC5}"/>
              </a:ext>
            </a:extLst>
          </p:cNvPr>
          <p:cNvSpPr>
            <a:spLocks/>
          </p:cNvSpPr>
          <p:nvPr/>
        </p:nvSpPr>
        <p:spPr>
          <a:xfrm>
            <a:off x="214875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25058E1D-6A8A-4269-8AB8-4D0537710128}"/>
              </a:ext>
            </a:extLst>
          </p:cNvPr>
          <p:cNvSpPr>
            <a:spLocks/>
          </p:cNvSpPr>
          <p:nvPr/>
        </p:nvSpPr>
        <p:spPr>
          <a:xfrm>
            <a:off x="2050600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F91E16FC-524D-43AC-B641-6E0219BA791F}"/>
              </a:ext>
            </a:extLst>
          </p:cNvPr>
          <p:cNvSpPr>
            <a:spLocks/>
          </p:cNvSpPr>
          <p:nvPr/>
        </p:nvSpPr>
        <p:spPr>
          <a:xfrm>
            <a:off x="2099553" y="25964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497F45DA-1C27-4CA9-8629-081F55175095}"/>
              </a:ext>
            </a:extLst>
          </p:cNvPr>
          <p:cNvSpPr>
            <a:spLocks/>
          </p:cNvSpPr>
          <p:nvPr/>
        </p:nvSpPr>
        <p:spPr>
          <a:xfrm>
            <a:off x="188921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DE06CE4B-293F-486B-9396-5671EE9858ED}"/>
              </a:ext>
            </a:extLst>
          </p:cNvPr>
          <p:cNvSpPr>
            <a:spLocks/>
          </p:cNvSpPr>
          <p:nvPr/>
        </p:nvSpPr>
        <p:spPr>
          <a:xfrm>
            <a:off x="1960907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873D1D69-C788-45F3-9354-377E36D8354F}"/>
              </a:ext>
            </a:extLst>
          </p:cNvPr>
          <p:cNvSpPr>
            <a:spLocks/>
          </p:cNvSpPr>
          <p:nvPr/>
        </p:nvSpPr>
        <p:spPr>
          <a:xfrm>
            <a:off x="193919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D2E34754-8ED3-45D6-B70F-F0CE7215CB64}"/>
              </a:ext>
            </a:extLst>
          </p:cNvPr>
          <p:cNvSpPr>
            <a:spLocks/>
          </p:cNvSpPr>
          <p:nvPr/>
        </p:nvSpPr>
        <p:spPr>
          <a:xfrm>
            <a:off x="1972210" y="36029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FA9EF311-09D6-49F1-B6FB-1634A9AAB1BA}"/>
              </a:ext>
            </a:extLst>
          </p:cNvPr>
          <p:cNvSpPr>
            <a:spLocks/>
          </p:cNvSpPr>
          <p:nvPr/>
        </p:nvSpPr>
        <p:spPr>
          <a:xfrm>
            <a:off x="189192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EEB1FB4A-50C7-40BA-8BE5-C81E44DEDF97}"/>
              </a:ext>
            </a:extLst>
          </p:cNvPr>
          <p:cNvSpPr>
            <a:spLocks/>
          </p:cNvSpPr>
          <p:nvPr/>
        </p:nvSpPr>
        <p:spPr>
          <a:xfrm>
            <a:off x="2121241" y="2756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9334C27A-5CAE-4526-A9BA-55A604A602D7}"/>
              </a:ext>
            </a:extLst>
          </p:cNvPr>
          <p:cNvSpPr>
            <a:spLocks/>
          </p:cNvSpPr>
          <p:nvPr/>
        </p:nvSpPr>
        <p:spPr>
          <a:xfrm>
            <a:off x="2000277" y="2533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8F6F437D-A5AE-4A0A-AE8A-9914864D4896}"/>
              </a:ext>
            </a:extLst>
          </p:cNvPr>
          <p:cNvSpPr>
            <a:spLocks/>
          </p:cNvSpPr>
          <p:nvPr/>
        </p:nvSpPr>
        <p:spPr>
          <a:xfrm>
            <a:off x="2065618" y="2800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9CB4180A-376C-48A5-92B5-8DBD244F0762}"/>
              </a:ext>
            </a:extLst>
          </p:cNvPr>
          <p:cNvSpPr>
            <a:spLocks/>
          </p:cNvSpPr>
          <p:nvPr/>
        </p:nvSpPr>
        <p:spPr>
          <a:xfrm>
            <a:off x="1931123" y="24959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F3B82EAB-5774-4814-8C5A-4596A491AA0A}"/>
              </a:ext>
            </a:extLst>
          </p:cNvPr>
          <p:cNvSpPr>
            <a:spLocks/>
          </p:cNvSpPr>
          <p:nvPr/>
        </p:nvSpPr>
        <p:spPr>
          <a:xfrm>
            <a:off x="2006961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9F980ADB-A8E3-4B4D-BC31-1773E045C132}"/>
              </a:ext>
            </a:extLst>
          </p:cNvPr>
          <p:cNvSpPr>
            <a:spLocks/>
          </p:cNvSpPr>
          <p:nvPr/>
        </p:nvSpPr>
        <p:spPr>
          <a:xfrm>
            <a:off x="1965857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C920CE8E-5261-4363-B00E-C4C95DD41746}"/>
              </a:ext>
            </a:extLst>
          </p:cNvPr>
          <p:cNvSpPr>
            <a:spLocks/>
          </p:cNvSpPr>
          <p:nvPr/>
        </p:nvSpPr>
        <p:spPr>
          <a:xfrm>
            <a:off x="1917714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B0508F5F-3023-4D0E-87A5-22AEAD1C1E1E}"/>
              </a:ext>
            </a:extLst>
          </p:cNvPr>
          <p:cNvSpPr>
            <a:spLocks/>
          </p:cNvSpPr>
          <p:nvPr/>
        </p:nvSpPr>
        <p:spPr>
          <a:xfrm>
            <a:off x="190971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AD0D33FD-0883-4FBF-8E77-54CB649ADCA5}"/>
              </a:ext>
            </a:extLst>
          </p:cNvPr>
          <p:cNvSpPr>
            <a:spLocks/>
          </p:cNvSpPr>
          <p:nvPr/>
        </p:nvSpPr>
        <p:spPr>
          <a:xfrm>
            <a:off x="2120781" y="18892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7109A1A5-C342-449C-B888-20098DBDC68F}"/>
              </a:ext>
            </a:extLst>
          </p:cNvPr>
          <p:cNvSpPr>
            <a:spLocks/>
          </p:cNvSpPr>
          <p:nvPr/>
        </p:nvSpPr>
        <p:spPr>
          <a:xfrm>
            <a:off x="2028759" y="257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8174F8C6-F14C-443E-BE78-B63E0684475E}"/>
              </a:ext>
            </a:extLst>
          </p:cNvPr>
          <p:cNvSpPr>
            <a:spLocks/>
          </p:cNvSpPr>
          <p:nvPr/>
        </p:nvSpPr>
        <p:spPr>
          <a:xfrm>
            <a:off x="1974949" y="33356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333A4448-02FB-4F58-A421-B603C226201C}"/>
              </a:ext>
            </a:extLst>
          </p:cNvPr>
          <p:cNvSpPr>
            <a:spLocks/>
          </p:cNvSpPr>
          <p:nvPr/>
        </p:nvSpPr>
        <p:spPr>
          <a:xfrm>
            <a:off x="211999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5D3DACB7-755C-432B-8335-91070D73B385}"/>
              </a:ext>
            </a:extLst>
          </p:cNvPr>
          <p:cNvSpPr>
            <a:spLocks/>
          </p:cNvSpPr>
          <p:nvPr/>
        </p:nvSpPr>
        <p:spPr>
          <a:xfrm>
            <a:off x="1926750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CCABDAB7-1489-4D26-A6A1-7C257F824E58}"/>
              </a:ext>
            </a:extLst>
          </p:cNvPr>
          <p:cNvSpPr>
            <a:spLocks/>
          </p:cNvSpPr>
          <p:nvPr/>
        </p:nvSpPr>
        <p:spPr>
          <a:xfrm>
            <a:off x="1901803" y="24959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84ED8926-D7C9-49B1-ACB4-B10C35D022E3}"/>
              </a:ext>
            </a:extLst>
          </p:cNvPr>
          <p:cNvSpPr>
            <a:spLocks/>
          </p:cNvSpPr>
          <p:nvPr/>
        </p:nvSpPr>
        <p:spPr>
          <a:xfrm>
            <a:off x="1979400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AB7713EB-C9A1-4540-83A8-9007A98BB99C}"/>
              </a:ext>
            </a:extLst>
          </p:cNvPr>
          <p:cNvSpPr>
            <a:spLocks/>
          </p:cNvSpPr>
          <p:nvPr/>
        </p:nvSpPr>
        <p:spPr>
          <a:xfrm>
            <a:off x="191713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3E4C0C67-4F4C-4468-B700-9E70359F6E73}"/>
              </a:ext>
            </a:extLst>
          </p:cNvPr>
          <p:cNvSpPr>
            <a:spLocks/>
          </p:cNvSpPr>
          <p:nvPr/>
        </p:nvSpPr>
        <p:spPr>
          <a:xfrm>
            <a:off x="2068062" y="35726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793DEEFF-FC2E-4C5D-9187-8E07906ABA92}"/>
              </a:ext>
            </a:extLst>
          </p:cNvPr>
          <p:cNvSpPr>
            <a:spLocks/>
          </p:cNvSpPr>
          <p:nvPr/>
        </p:nvSpPr>
        <p:spPr>
          <a:xfrm>
            <a:off x="1900735" y="32511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2B69FFD7-ED3F-4FD9-8D53-0E09419B6440}"/>
              </a:ext>
            </a:extLst>
          </p:cNvPr>
          <p:cNvSpPr>
            <a:spLocks/>
          </p:cNvSpPr>
          <p:nvPr/>
        </p:nvSpPr>
        <p:spPr>
          <a:xfrm>
            <a:off x="1992575" y="3538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463FFC42-A41B-4713-85FE-FD0E8C5F5B55}"/>
              </a:ext>
            </a:extLst>
          </p:cNvPr>
          <p:cNvSpPr>
            <a:spLocks/>
          </p:cNvSpPr>
          <p:nvPr/>
        </p:nvSpPr>
        <p:spPr>
          <a:xfrm>
            <a:off x="200525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272750ED-F08B-40D4-94DB-152D634D73BA}"/>
              </a:ext>
            </a:extLst>
          </p:cNvPr>
          <p:cNvSpPr>
            <a:spLocks/>
          </p:cNvSpPr>
          <p:nvPr/>
        </p:nvSpPr>
        <p:spPr>
          <a:xfrm>
            <a:off x="210848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1BF2A40F-EE25-4102-9493-24C3955CE77C}"/>
              </a:ext>
            </a:extLst>
          </p:cNvPr>
          <p:cNvSpPr>
            <a:spLocks/>
          </p:cNvSpPr>
          <p:nvPr/>
        </p:nvSpPr>
        <p:spPr>
          <a:xfrm>
            <a:off x="2043449" y="3304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DC0EACC1-CA86-49E5-82CB-4BC7AF5CA7B2}"/>
              </a:ext>
            </a:extLst>
          </p:cNvPr>
          <p:cNvSpPr>
            <a:spLocks/>
          </p:cNvSpPr>
          <p:nvPr/>
        </p:nvSpPr>
        <p:spPr>
          <a:xfrm>
            <a:off x="196081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7F2B368A-B0AB-4A99-A643-EA54305DDF2E}"/>
              </a:ext>
            </a:extLst>
          </p:cNvPr>
          <p:cNvSpPr>
            <a:spLocks/>
          </p:cNvSpPr>
          <p:nvPr/>
        </p:nvSpPr>
        <p:spPr>
          <a:xfrm>
            <a:off x="1890086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4F7B8544-BEDD-4EF3-AA52-7E6D5D1AE727}"/>
              </a:ext>
            </a:extLst>
          </p:cNvPr>
          <p:cNvSpPr>
            <a:spLocks/>
          </p:cNvSpPr>
          <p:nvPr/>
        </p:nvSpPr>
        <p:spPr>
          <a:xfrm>
            <a:off x="1881006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70193655-C154-4BCC-9118-A0A36192BADA}"/>
              </a:ext>
            </a:extLst>
          </p:cNvPr>
          <p:cNvSpPr>
            <a:spLocks/>
          </p:cNvSpPr>
          <p:nvPr/>
        </p:nvSpPr>
        <p:spPr>
          <a:xfrm>
            <a:off x="192155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208B4B7D-024C-4B18-AE25-A39B4FB8E8A4}"/>
              </a:ext>
            </a:extLst>
          </p:cNvPr>
          <p:cNvSpPr>
            <a:spLocks/>
          </p:cNvSpPr>
          <p:nvPr/>
        </p:nvSpPr>
        <p:spPr>
          <a:xfrm>
            <a:off x="195276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BB48C606-CA5E-4AE4-8896-54A398805216}"/>
              </a:ext>
            </a:extLst>
          </p:cNvPr>
          <p:cNvSpPr>
            <a:spLocks/>
          </p:cNvSpPr>
          <p:nvPr/>
        </p:nvSpPr>
        <p:spPr>
          <a:xfrm>
            <a:off x="212397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853C34B5-3547-4FCF-A480-7296BB4868CC}"/>
              </a:ext>
            </a:extLst>
          </p:cNvPr>
          <p:cNvSpPr>
            <a:spLocks/>
          </p:cNvSpPr>
          <p:nvPr/>
        </p:nvSpPr>
        <p:spPr>
          <a:xfrm>
            <a:off x="192370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80AB27E2-4FB2-4485-96B8-98EABAD0F983}"/>
              </a:ext>
            </a:extLst>
          </p:cNvPr>
          <p:cNvSpPr>
            <a:spLocks/>
          </p:cNvSpPr>
          <p:nvPr/>
        </p:nvSpPr>
        <p:spPr>
          <a:xfrm>
            <a:off x="2057520" y="204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399D1117-0C46-4A09-8BC6-6AD7B1B3F258}"/>
              </a:ext>
            </a:extLst>
          </p:cNvPr>
          <p:cNvSpPr>
            <a:spLocks/>
          </p:cNvSpPr>
          <p:nvPr/>
        </p:nvSpPr>
        <p:spPr>
          <a:xfrm>
            <a:off x="2076709" y="3431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904A9836-A037-488C-B81A-17DD7D28A3E4}"/>
              </a:ext>
            </a:extLst>
          </p:cNvPr>
          <p:cNvSpPr>
            <a:spLocks/>
          </p:cNvSpPr>
          <p:nvPr/>
        </p:nvSpPr>
        <p:spPr>
          <a:xfrm>
            <a:off x="2031027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CB49B7FA-CB7B-456F-B504-440C0CFA0EC1}"/>
              </a:ext>
            </a:extLst>
          </p:cNvPr>
          <p:cNvSpPr>
            <a:spLocks/>
          </p:cNvSpPr>
          <p:nvPr/>
        </p:nvSpPr>
        <p:spPr>
          <a:xfrm>
            <a:off x="1982704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58D92EAE-A6B3-4A08-A1B8-B77B74DEB529}"/>
              </a:ext>
            </a:extLst>
          </p:cNvPr>
          <p:cNvSpPr>
            <a:spLocks/>
          </p:cNvSpPr>
          <p:nvPr/>
        </p:nvSpPr>
        <p:spPr>
          <a:xfrm>
            <a:off x="2074342" y="22095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FDB2E35C-31C4-49F7-8015-BE3566089611}"/>
              </a:ext>
            </a:extLst>
          </p:cNvPr>
          <p:cNvSpPr>
            <a:spLocks/>
          </p:cNvSpPr>
          <p:nvPr/>
        </p:nvSpPr>
        <p:spPr>
          <a:xfrm>
            <a:off x="193518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8220BF6A-4428-4C9F-865E-526EE652E9AA}"/>
              </a:ext>
            </a:extLst>
          </p:cNvPr>
          <p:cNvSpPr>
            <a:spLocks/>
          </p:cNvSpPr>
          <p:nvPr/>
        </p:nvSpPr>
        <p:spPr>
          <a:xfrm>
            <a:off x="1885813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1211E7E0-1556-45F4-AFBD-45DF1E3BF0F4}"/>
              </a:ext>
            </a:extLst>
          </p:cNvPr>
          <p:cNvSpPr>
            <a:spLocks/>
          </p:cNvSpPr>
          <p:nvPr/>
        </p:nvSpPr>
        <p:spPr>
          <a:xfrm>
            <a:off x="2150190" y="3266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CAE0E99F-79A8-4DBC-A239-CF1518C29A79}"/>
              </a:ext>
            </a:extLst>
          </p:cNvPr>
          <p:cNvSpPr>
            <a:spLocks/>
          </p:cNvSpPr>
          <p:nvPr/>
        </p:nvSpPr>
        <p:spPr>
          <a:xfrm>
            <a:off x="2073411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733E4152-F4B7-4A2F-9674-FAEBDC728C23}"/>
              </a:ext>
            </a:extLst>
          </p:cNvPr>
          <p:cNvSpPr>
            <a:spLocks/>
          </p:cNvSpPr>
          <p:nvPr/>
        </p:nvSpPr>
        <p:spPr>
          <a:xfrm>
            <a:off x="1959400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3302803A-F204-469B-9790-86127A9F4214}"/>
              </a:ext>
            </a:extLst>
          </p:cNvPr>
          <p:cNvSpPr>
            <a:spLocks/>
          </p:cNvSpPr>
          <p:nvPr/>
        </p:nvSpPr>
        <p:spPr>
          <a:xfrm>
            <a:off x="1919754" y="22685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C573451F-6B32-4C8F-A6CB-E6398B8A3988}"/>
              </a:ext>
            </a:extLst>
          </p:cNvPr>
          <p:cNvSpPr>
            <a:spLocks/>
          </p:cNvSpPr>
          <p:nvPr/>
        </p:nvSpPr>
        <p:spPr>
          <a:xfrm>
            <a:off x="212631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5D2C96F4-BDCD-46C6-8361-DCAA69141B35}"/>
              </a:ext>
            </a:extLst>
          </p:cNvPr>
          <p:cNvSpPr>
            <a:spLocks/>
          </p:cNvSpPr>
          <p:nvPr/>
        </p:nvSpPr>
        <p:spPr>
          <a:xfrm>
            <a:off x="193242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7D4615F9-0311-44C0-8823-E0272FF51004}"/>
              </a:ext>
            </a:extLst>
          </p:cNvPr>
          <p:cNvSpPr>
            <a:spLocks/>
          </p:cNvSpPr>
          <p:nvPr/>
        </p:nvSpPr>
        <p:spPr>
          <a:xfrm>
            <a:off x="2064128" y="26048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4C5C523B-317F-4299-92B8-1DA3C0B30E82}"/>
              </a:ext>
            </a:extLst>
          </p:cNvPr>
          <p:cNvSpPr>
            <a:spLocks/>
          </p:cNvSpPr>
          <p:nvPr/>
        </p:nvSpPr>
        <p:spPr>
          <a:xfrm>
            <a:off x="1919858" y="3300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63DD2E61-6633-4459-88FF-FD8F4ABCA962}"/>
              </a:ext>
            </a:extLst>
          </p:cNvPr>
          <p:cNvSpPr>
            <a:spLocks/>
          </p:cNvSpPr>
          <p:nvPr/>
        </p:nvSpPr>
        <p:spPr>
          <a:xfrm>
            <a:off x="2030079" y="25196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090FAD51-2ADD-4C3F-ADFE-C307B2AA618E}"/>
              </a:ext>
            </a:extLst>
          </p:cNvPr>
          <p:cNvSpPr>
            <a:spLocks/>
          </p:cNvSpPr>
          <p:nvPr/>
        </p:nvSpPr>
        <p:spPr>
          <a:xfrm>
            <a:off x="2141112" y="3496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FBD85731-8A78-444E-89EF-25ED5F880D22}"/>
              </a:ext>
            </a:extLst>
          </p:cNvPr>
          <p:cNvSpPr>
            <a:spLocks/>
          </p:cNvSpPr>
          <p:nvPr/>
        </p:nvSpPr>
        <p:spPr>
          <a:xfrm>
            <a:off x="1978523" y="3503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6C48E531-EA53-4B00-BE3D-8C73AFA15B50}"/>
              </a:ext>
            </a:extLst>
          </p:cNvPr>
          <p:cNvSpPr>
            <a:spLocks/>
          </p:cNvSpPr>
          <p:nvPr/>
        </p:nvSpPr>
        <p:spPr>
          <a:xfrm>
            <a:off x="192336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D2FE5F95-7FDB-4C98-AC0F-3DCDC7FF1BFB}"/>
              </a:ext>
            </a:extLst>
          </p:cNvPr>
          <p:cNvSpPr>
            <a:spLocks/>
          </p:cNvSpPr>
          <p:nvPr/>
        </p:nvSpPr>
        <p:spPr>
          <a:xfrm>
            <a:off x="2031358" y="3607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7EAA34E0-708F-460B-A29C-004F30228AE4}"/>
              </a:ext>
            </a:extLst>
          </p:cNvPr>
          <p:cNvSpPr>
            <a:spLocks/>
          </p:cNvSpPr>
          <p:nvPr/>
        </p:nvSpPr>
        <p:spPr>
          <a:xfrm>
            <a:off x="1979481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CE1CA484-421A-4CBC-86B6-7DD113600036}"/>
              </a:ext>
            </a:extLst>
          </p:cNvPr>
          <p:cNvSpPr>
            <a:spLocks/>
          </p:cNvSpPr>
          <p:nvPr/>
        </p:nvSpPr>
        <p:spPr>
          <a:xfrm>
            <a:off x="1987193" y="3102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13E0CB08-2F4B-4C26-B60F-20965E362089}"/>
              </a:ext>
            </a:extLst>
          </p:cNvPr>
          <p:cNvSpPr>
            <a:spLocks/>
          </p:cNvSpPr>
          <p:nvPr/>
        </p:nvSpPr>
        <p:spPr>
          <a:xfrm>
            <a:off x="197648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7763DB6E-7649-4FCF-8E04-698C651C7AE5}"/>
              </a:ext>
            </a:extLst>
          </p:cNvPr>
          <p:cNvSpPr>
            <a:spLocks/>
          </p:cNvSpPr>
          <p:nvPr/>
        </p:nvSpPr>
        <p:spPr>
          <a:xfrm>
            <a:off x="212499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AF920EE8-8D19-492B-A26C-A114179C1F73}"/>
              </a:ext>
            </a:extLst>
          </p:cNvPr>
          <p:cNvSpPr>
            <a:spLocks/>
          </p:cNvSpPr>
          <p:nvPr/>
        </p:nvSpPr>
        <p:spPr>
          <a:xfrm>
            <a:off x="195682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3611B1F5-F20B-45AE-8FCA-6142A415D07E}"/>
              </a:ext>
            </a:extLst>
          </p:cNvPr>
          <p:cNvSpPr>
            <a:spLocks/>
          </p:cNvSpPr>
          <p:nvPr/>
        </p:nvSpPr>
        <p:spPr>
          <a:xfrm>
            <a:off x="195239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2C8B7C41-26EB-43BE-A33A-6A7FDF83F10F}"/>
              </a:ext>
            </a:extLst>
          </p:cNvPr>
          <p:cNvSpPr>
            <a:spLocks/>
          </p:cNvSpPr>
          <p:nvPr/>
        </p:nvSpPr>
        <p:spPr>
          <a:xfrm>
            <a:off x="2038925" y="2947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5A6489F1-9D8D-4A3D-A432-CADCEBFBF3ED}"/>
              </a:ext>
            </a:extLst>
          </p:cNvPr>
          <p:cNvSpPr>
            <a:spLocks/>
          </p:cNvSpPr>
          <p:nvPr/>
        </p:nvSpPr>
        <p:spPr>
          <a:xfrm>
            <a:off x="1931311" y="29864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E50B47C0-68B9-458A-B0F2-F05613540C5A}"/>
              </a:ext>
            </a:extLst>
          </p:cNvPr>
          <p:cNvSpPr>
            <a:spLocks/>
          </p:cNvSpPr>
          <p:nvPr/>
        </p:nvSpPr>
        <p:spPr>
          <a:xfrm>
            <a:off x="199631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F6F91D58-7429-4BFA-BB22-A31134550919}"/>
              </a:ext>
            </a:extLst>
          </p:cNvPr>
          <p:cNvSpPr>
            <a:spLocks/>
          </p:cNvSpPr>
          <p:nvPr/>
        </p:nvSpPr>
        <p:spPr>
          <a:xfrm>
            <a:off x="1952529" y="24210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946F8D72-D685-47A6-940E-1F8B3394B382}"/>
              </a:ext>
            </a:extLst>
          </p:cNvPr>
          <p:cNvSpPr>
            <a:spLocks/>
          </p:cNvSpPr>
          <p:nvPr/>
        </p:nvSpPr>
        <p:spPr>
          <a:xfrm>
            <a:off x="2057065" y="2581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F857270E-F22F-4609-BC71-C8DD7D0CA852}"/>
              </a:ext>
            </a:extLst>
          </p:cNvPr>
          <p:cNvSpPr>
            <a:spLocks/>
          </p:cNvSpPr>
          <p:nvPr/>
        </p:nvSpPr>
        <p:spPr>
          <a:xfrm>
            <a:off x="1901536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033C4207-6B78-4DD6-B0E7-B5710D54AE0D}"/>
              </a:ext>
            </a:extLst>
          </p:cNvPr>
          <p:cNvSpPr>
            <a:spLocks/>
          </p:cNvSpPr>
          <p:nvPr/>
        </p:nvSpPr>
        <p:spPr>
          <a:xfrm>
            <a:off x="1968927" y="1904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C914D1E0-C27A-4C0D-9BA5-78E2EFD3E887}"/>
              </a:ext>
            </a:extLst>
          </p:cNvPr>
          <p:cNvSpPr>
            <a:spLocks/>
          </p:cNvSpPr>
          <p:nvPr/>
        </p:nvSpPr>
        <p:spPr>
          <a:xfrm>
            <a:off x="2077933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175A26C4-8412-412E-8BA1-62EA58E06569}"/>
              </a:ext>
            </a:extLst>
          </p:cNvPr>
          <p:cNvSpPr>
            <a:spLocks/>
          </p:cNvSpPr>
          <p:nvPr/>
        </p:nvSpPr>
        <p:spPr>
          <a:xfrm>
            <a:off x="1903357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73EBBD16-A003-43FD-B908-681D69F4ECB5}"/>
              </a:ext>
            </a:extLst>
          </p:cNvPr>
          <p:cNvSpPr>
            <a:spLocks/>
          </p:cNvSpPr>
          <p:nvPr/>
        </p:nvSpPr>
        <p:spPr>
          <a:xfrm>
            <a:off x="206426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8D53BBD4-9B77-4274-B23E-7E95B98E2751}"/>
              </a:ext>
            </a:extLst>
          </p:cNvPr>
          <p:cNvSpPr>
            <a:spLocks/>
          </p:cNvSpPr>
          <p:nvPr/>
        </p:nvSpPr>
        <p:spPr>
          <a:xfrm>
            <a:off x="1921250" y="33224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86F788A8-D2D6-4D2A-A9C6-1A4395D9F171}"/>
              </a:ext>
            </a:extLst>
          </p:cNvPr>
          <p:cNvSpPr>
            <a:spLocks/>
          </p:cNvSpPr>
          <p:nvPr/>
        </p:nvSpPr>
        <p:spPr>
          <a:xfrm>
            <a:off x="211285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BD14C363-CB9C-4EB8-BF00-2231781D9864}"/>
              </a:ext>
            </a:extLst>
          </p:cNvPr>
          <p:cNvSpPr>
            <a:spLocks/>
          </p:cNvSpPr>
          <p:nvPr/>
        </p:nvSpPr>
        <p:spPr>
          <a:xfrm>
            <a:off x="2008814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A7850FFB-73B2-40CC-8D9C-7E0868273691}"/>
              </a:ext>
            </a:extLst>
          </p:cNvPr>
          <p:cNvSpPr>
            <a:spLocks/>
          </p:cNvSpPr>
          <p:nvPr/>
        </p:nvSpPr>
        <p:spPr>
          <a:xfrm>
            <a:off x="2003482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753B0828-2293-49BB-8D01-C301BEE85A99}"/>
              </a:ext>
            </a:extLst>
          </p:cNvPr>
          <p:cNvSpPr>
            <a:spLocks/>
          </p:cNvSpPr>
          <p:nvPr/>
        </p:nvSpPr>
        <p:spPr>
          <a:xfrm>
            <a:off x="1990435" y="20528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38D13AE0-1BBE-4282-901B-A3CA9075E168}"/>
              </a:ext>
            </a:extLst>
          </p:cNvPr>
          <p:cNvSpPr>
            <a:spLocks/>
          </p:cNvSpPr>
          <p:nvPr/>
        </p:nvSpPr>
        <p:spPr>
          <a:xfrm>
            <a:off x="2148946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0D4A24AF-FD0C-41D1-96F6-418BDF1EDFBD}"/>
              </a:ext>
            </a:extLst>
          </p:cNvPr>
          <p:cNvSpPr>
            <a:spLocks/>
          </p:cNvSpPr>
          <p:nvPr/>
        </p:nvSpPr>
        <p:spPr>
          <a:xfrm>
            <a:off x="1956500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BE553F50-DAEF-48BD-AF21-9C0F6A0BBADB}"/>
              </a:ext>
            </a:extLst>
          </p:cNvPr>
          <p:cNvSpPr>
            <a:spLocks/>
          </p:cNvSpPr>
          <p:nvPr/>
        </p:nvSpPr>
        <p:spPr>
          <a:xfrm>
            <a:off x="2115116" y="33733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92E6456A-F684-4F3C-B07F-12626CEFA844}"/>
              </a:ext>
            </a:extLst>
          </p:cNvPr>
          <p:cNvSpPr>
            <a:spLocks/>
          </p:cNvSpPr>
          <p:nvPr/>
        </p:nvSpPr>
        <p:spPr>
          <a:xfrm>
            <a:off x="1975217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83894B31-CA8C-438E-8F1E-5C7F74AA0314}"/>
              </a:ext>
            </a:extLst>
          </p:cNvPr>
          <p:cNvSpPr>
            <a:spLocks/>
          </p:cNvSpPr>
          <p:nvPr/>
        </p:nvSpPr>
        <p:spPr>
          <a:xfrm>
            <a:off x="1948564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ACB4BA65-9E90-4468-8A07-2A8103B3D47F}"/>
              </a:ext>
            </a:extLst>
          </p:cNvPr>
          <p:cNvSpPr>
            <a:spLocks/>
          </p:cNvSpPr>
          <p:nvPr/>
        </p:nvSpPr>
        <p:spPr>
          <a:xfrm>
            <a:off x="2156066" y="34437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AFC05A10-2A4A-4333-ADC8-61893A2638D6}"/>
              </a:ext>
            </a:extLst>
          </p:cNvPr>
          <p:cNvSpPr>
            <a:spLocks/>
          </p:cNvSpPr>
          <p:nvPr/>
        </p:nvSpPr>
        <p:spPr>
          <a:xfrm>
            <a:off x="2005692" y="26223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08FE039A-A679-4321-872D-1043364BB403}"/>
              </a:ext>
            </a:extLst>
          </p:cNvPr>
          <p:cNvSpPr>
            <a:spLocks/>
          </p:cNvSpPr>
          <p:nvPr/>
        </p:nvSpPr>
        <p:spPr>
          <a:xfrm>
            <a:off x="201108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EC0D8AA0-0EB6-4713-9A74-782EFDC93B54}"/>
              </a:ext>
            </a:extLst>
          </p:cNvPr>
          <p:cNvSpPr>
            <a:spLocks/>
          </p:cNvSpPr>
          <p:nvPr/>
        </p:nvSpPr>
        <p:spPr>
          <a:xfrm>
            <a:off x="1985783" y="32036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AEDCFAC7-13D1-4F31-B6D1-5FFAC8B05AF7}"/>
              </a:ext>
            </a:extLst>
          </p:cNvPr>
          <p:cNvSpPr>
            <a:spLocks/>
          </p:cNvSpPr>
          <p:nvPr/>
        </p:nvSpPr>
        <p:spPr>
          <a:xfrm>
            <a:off x="2081387" y="19057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8DC6EB19-963A-4187-9E9A-701C12FD3BFF}"/>
              </a:ext>
            </a:extLst>
          </p:cNvPr>
          <p:cNvSpPr>
            <a:spLocks/>
          </p:cNvSpPr>
          <p:nvPr/>
        </p:nvSpPr>
        <p:spPr>
          <a:xfrm>
            <a:off x="2039446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30CE4174-73A3-494F-8888-1557184D9FB0}"/>
              </a:ext>
            </a:extLst>
          </p:cNvPr>
          <p:cNvSpPr>
            <a:spLocks/>
          </p:cNvSpPr>
          <p:nvPr/>
        </p:nvSpPr>
        <p:spPr>
          <a:xfrm>
            <a:off x="2118046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02A52C06-10AC-4C80-8A60-ABC07295BF5B}"/>
              </a:ext>
            </a:extLst>
          </p:cNvPr>
          <p:cNvSpPr>
            <a:spLocks/>
          </p:cNvSpPr>
          <p:nvPr/>
        </p:nvSpPr>
        <p:spPr>
          <a:xfrm>
            <a:off x="202970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27DAF962-0640-4273-96F0-BCBF6531954A}"/>
              </a:ext>
            </a:extLst>
          </p:cNvPr>
          <p:cNvSpPr>
            <a:spLocks/>
          </p:cNvSpPr>
          <p:nvPr/>
        </p:nvSpPr>
        <p:spPr>
          <a:xfrm>
            <a:off x="1983429" y="19652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A766535F-8DEF-408A-A276-3EE8A2902D2D}"/>
              </a:ext>
            </a:extLst>
          </p:cNvPr>
          <p:cNvSpPr>
            <a:spLocks/>
          </p:cNvSpPr>
          <p:nvPr/>
        </p:nvSpPr>
        <p:spPr>
          <a:xfrm>
            <a:off x="196254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E0A6682D-EDB8-4FBD-8E2E-5287BCCE3C1E}"/>
              </a:ext>
            </a:extLst>
          </p:cNvPr>
          <p:cNvSpPr>
            <a:spLocks/>
          </p:cNvSpPr>
          <p:nvPr/>
        </p:nvSpPr>
        <p:spPr>
          <a:xfrm>
            <a:off x="1986004" y="3127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A1592116-07C7-4E5C-A99E-90496CB9CCDA}"/>
              </a:ext>
            </a:extLst>
          </p:cNvPr>
          <p:cNvSpPr>
            <a:spLocks/>
          </p:cNvSpPr>
          <p:nvPr/>
        </p:nvSpPr>
        <p:spPr>
          <a:xfrm>
            <a:off x="2017455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739BCFA1-905A-48AB-8636-26E57EF6F118}"/>
              </a:ext>
            </a:extLst>
          </p:cNvPr>
          <p:cNvSpPr>
            <a:spLocks/>
          </p:cNvSpPr>
          <p:nvPr/>
        </p:nvSpPr>
        <p:spPr>
          <a:xfrm>
            <a:off x="2026892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37537F3-F321-4853-8BCA-7D67B22606F7}"/>
              </a:ext>
            </a:extLst>
          </p:cNvPr>
          <p:cNvSpPr>
            <a:spLocks/>
          </p:cNvSpPr>
          <p:nvPr/>
        </p:nvSpPr>
        <p:spPr>
          <a:xfrm>
            <a:off x="2121883" y="33733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AF6F92A8-AA08-4B1A-8DA2-446BA7451059}"/>
              </a:ext>
            </a:extLst>
          </p:cNvPr>
          <p:cNvSpPr>
            <a:spLocks/>
          </p:cNvSpPr>
          <p:nvPr/>
        </p:nvSpPr>
        <p:spPr>
          <a:xfrm>
            <a:off x="2140163" y="30055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F7C8C528-B4F6-47B3-BB82-8D92E137B341}"/>
              </a:ext>
            </a:extLst>
          </p:cNvPr>
          <p:cNvSpPr>
            <a:spLocks/>
          </p:cNvSpPr>
          <p:nvPr/>
        </p:nvSpPr>
        <p:spPr>
          <a:xfrm>
            <a:off x="1955166" y="2915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6E37000F-8ACF-47AA-8811-1054A7985C40}"/>
              </a:ext>
            </a:extLst>
          </p:cNvPr>
          <p:cNvSpPr>
            <a:spLocks/>
          </p:cNvSpPr>
          <p:nvPr/>
        </p:nvSpPr>
        <p:spPr>
          <a:xfrm>
            <a:off x="1921208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7BA5BC56-E912-4B2B-918A-E713862D162B}"/>
              </a:ext>
            </a:extLst>
          </p:cNvPr>
          <p:cNvSpPr>
            <a:spLocks/>
          </p:cNvSpPr>
          <p:nvPr/>
        </p:nvSpPr>
        <p:spPr>
          <a:xfrm>
            <a:off x="211915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93935846-1D07-4A11-A291-D0A50B7A0D00}"/>
              </a:ext>
            </a:extLst>
          </p:cNvPr>
          <p:cNvSpPr>
            <a:spLocks/>
          </p:cNvSpPr>
          <p:nvPr/>
        </p:nvSpPr>
        <p:spPr>
          <a:xfrm>
            <a:off x="188449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FE40756C-43B9-4642-B274-7499F1AF4F50}"/>
              </a:ext>
            </a:extLst>
          </p:cNvPr>
          <p:cNvSpPr>
            <a:spLocks/>
          </p:cNvSpPr>
          <p:nvPr/>
        </p:nvSpPr>
        <p:spPr>
          <a:xfrm>
            <a:off x="2044094" y="362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AA2A0F91-68D3-4B38-A5AD-69B78C52329A}"/>
              </a:ext>
            </a:extLst>
          </p:cNvPr>
          <p:cNvSpPr>
            <a:spLocks/>
          </p:cNvSpPr>
          <p:nvPr/>
        </p:nvSpPr>
        <p:spPr>
          <a:xfrm>
            <a:off x="2064239" y="23973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7F0726BE-8652-40E8-A9FC-752CC9E6028A}"/>
              </a:ext>
            </a:extLst>
          </p:cNvPr>
          <p:cNvSpPr>
            <a:spLocks/>
          </p:cNvSpPr>
          <p:nvPr/>
        </p:nvSpPr>
        <p:spPr>
          <a:xfrm>
            <a:off x="2090727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ABC6E469-005A-4734-A087-631CBEC69102}"/>
              </a:ext>
            </a:extLst>
          </p:cNvPr>
          <p:cNvSpPr>
            <a:spLocks/>
          </p:cNvSpPr>
          <p:nvPr/>
        </p:nvSpPr>
        <p:spPr>
          <a:xfrm>
            <a:off x="2099349" y="3155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04631813-4735-4283-8B9F-12D3E5A28E02}"/>
              </a:ext>
            </a:extLst>
          </p:cNvPr>
          <p:cNvSpPr>
            <a:spLocks/>
          </p:cNvSpPr>
          <p:nvPr/>
        </p:nvSpPr>
        <p:spPr>
          <a:xfrm>
            <a:off x="2056731" y="23594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E151B5AE-8D5A-4C89-85AB-751F0AAE2219}"/>
              </a:ext>
            </a:extLst>
          </p:cNvPr>
          <p:cNvSpPr>
            <a:spLocks/>
          </p:cNvSpPr>
          <p:nvPr/>
        </p:nvSpPr>
        <p:spPr>
          <a:xfrm>
            <a:off x="191864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645A96C9-AAC6-411B-B05F-EE371BC1A9B3}"/>
              </a:ext>
            </a:extLst>
          </p:cNvPr>
          <p:cNvSpPr>
            <a:spLocks/>
          </p:cNvSpPr>
          <p:nvPr/>
        </p:nvSpPr>
        <p:spPr>
          <a:xfrm>
            <a:off x="1969427" y="34058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DCC57096-0B0B-441A-B9E1-538038454332}"/>
              </a:ext>
            </a:extLst>
          </p:cNvPr>
          <p:cNvSpPr>
            <a:spLocks/>
          </p:cNvSpPr>
          <p:nvPr/>
        </p:nvSpPr>
        <p:spPr>
          <a:xfrm>
            <a:off x="187872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9EBF617B-D999-48CF-850D-7210A2C10551}"/>
              </a:ext>
            </a:extLst>
          </p:cNvPr>
          <p:cNvSpPr>
            <a:spLocks/>
          </p:cNvSpPr>
          <p:nvPr/>
        </p:nvSpPr>
        <p:spPr>
          <a:xfrm>
            <a:off x="2153527" y="24262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7D9316A1-C188-4D64-A885-3A06EA91F411}"/>
              </a:ext>
            </a:extLst>
          </p:cNvPr>
          <p:cNvSpPr>
            <a:spLocks/>
          </p:cNvSpPr>
          <p:nvPr/>
        </p:nvSpPr>
        <p:spPr>
          <a:xfrm>
            <a:off x="1971923" y="2116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8EB5250-745A-46E3-8F4C-5662DC888913}"/>
              </a:ext>
            </a:extLst>
          </p:cNvPr>
          <p:cNvSpPr>
            <a:spLocks/>
          </p:cNvSpPr>
          <p:nvPr/>
        </p:nvSpPr>
        <p:spPr>
          <a:xfrm>
            <a:off x="2064448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EE42298F-219F-4F9E-9BB4-96534AD4E469}"/>
              </a:ext>
            </a:extLst>
          </p:cNvPr>
          <p:cNvSpPr>
            <a:spLocks/>
          </p:cNvSpPr>
          <p:nvPr/>
        </p:nvSpPr>
        <p:spPr>
          <a:xfrm>
            <a:off x="190402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905C23D4-4246-409E-AB40-E5DDEEFE848E}"/>
              </a:ext>
            </a:extLst>
          </p:cNvPr>
          <p:cNvSpPr>
            <a:spLocks/>
          </p:cNvSpPr>
          <p:nvPr/>
        </p:nvSpPr>
        <p:spPr>
          <a:xfrm>
            <a:off x="1925436" y="30504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D13B00C8-D519-4D93-8B33-519DE4EF3F62}"/>
              </a:ext>
            </a:extLst>
          </p:cNvPr>
          <p:cNvSpPr>
            <a:spLocks/>
          </p:cNvSpPr>
          <p:nvPr/>
        </p:nvSpPr>
        <p:spPr>
          <a:xfrm>
            <a:off x="2132244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46450EF6-D4D1-4A36-B1E2-5BADC89B60AD}"/>
              </a:ext>
            </a:extLst>
          </p:cNvPr>
          <p:cNvSpPr>
            <a:spLocks/>
          </p:cNvSpPr>
          <p:nvPr/>
        </p:nvSpPr>
        <p:spPr>
          <a:xfrm>
            <a:off x="200084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B0836542-F3E4-4548-98B0-262AD3367F20}"/>
              </a:ext>
            </a:extLst>
          </p:cNvPr>
          <p:cNvSpPr>
            <a:spLocks/>
          </p:cNvSpPr>
          <p:nvPr/>
        </p:nvSpPr>
        <p:spPr>
          <a:xfrm>
            <a:off x="1892884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3DCC15E0-1295-44F5-A195-E2AD574AA16A}"/>
              </a:ext>
            </a:extLst>
          </p:cNvPr>
          <p:cNvSpPr>
            <a:spLocks/>
          </p:cNvSpPr>
          <p:nvPr/>
        </p:nvSpPr>
        <p:spPr>
          <a:xfrm>
            <a:off x="197290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CE8D772A-A36C-4882-8ACB-6AF8A7307180}"/>
              </a:ext>
            </a:extLst>
          </p:cNvPr>
          <p:cNvSpPr>
            <a:spLocks/>
          </p:cNvSpPr>
          <p:nvPr/>
        </p:nvSpPr>
        <p:spPr>
          <a:xfrm>
            <a:off x="1915119" y="2882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631BC031-6792-4908-B17A-2E1686BB747E}"/>
              </a:ext>
            </a:extLst>
          </p:cNvPr>
          <p:cNvSpPr>
            <a:spLocks/>
          </p:cNvSpPr>
          <p:nvPr/>
        </p:nvSpPr>
        <p:spPr>
          <a:xfrm>
            <a:off x="196464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B1C96981-6B5C-4CDC-935D-6A91DE97CBCC}"/>
              </a:ext>
            </a:extLst>
          </p:cNvPr>
          <p:cNvSpPr>
            <a:spLocks/>
          </p:cNvSpPr>
          <p:nvPr/>
        </p:nvSpPr>
        <p:spPr>
          <a:xfrm>
            <a:off x="2026819" y="32636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9B319835-D8AF-47BA-A30B-07F1EF35C501}"/>
              </a:ext>
            </a:extLst>
          </p:cNvPr>
          <p:cNvSpPr>
            <a:spLocks/>
          </p:cNvSpPr>
          <p:nvPr/>
        </p:nvSpPr>
        <p:spPr>
          <a:xfrm>
            <a:off x="1946383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5C9FAFFB-DD50-41C6-A4F8-ADB7CA9D2FC0}"/>
              </a:ext>
            </a:extLst>
          </p:cNvPr>
          <p:cNvSpPr>
            <a:spLocks/>
          </p:cNvSpPr>
          <p:nvPr/>
        </p:nvSpPr>
        <p:spPr>
          <a:xfrm>
            <a:off x="207442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E5244E9F-C34C-4DEC-8523-BCEB619FDDDB}"/>
              </a:ext>
            </a:extLst>
          </p:cNvPr>
          <p:cNvSpPr>
            <a:spLocks/>
          </p:cNvSpPr>
          <p:nvPr/>
        </p:nvSpPr>
        <p:spPr>
          <a:xfrm>
            <a:off x="2045088" y="2809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0A5A9446-6F00-4A7A-A278-5BD6305D5B20}"/>
              </a:ext>
            </a:extLst>
          </p:cNvPr>
          <p:cNvSpPr>
            <a:spLocks/>
          </p:cNvSpPr>
          <p:nvPr/>
        </p:nvSpPr>
        <p:spPr>
          <a:xfrm>
            <a:off x="200952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E099CB27-93E9-4B77-BD65-5E141F45F128}"/>
              </a:ext>
            </a:extLst>
          </p:cNvPr>
          <p:cNvSpPr>
            <a:spLocks/>
          </p:cNvSpPr>
          <p:nvPr/>
        </p:nvSpPr>
        <p:spPr>
          <a:xfrm>
            <a:off x="207861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8EAB81E5-5176-470E-B0F3-D6F677C2AA14}"/>
              </a:ext>
            </a:extLst>
          </p:cNvPr>
          <p:cNvSpPr>
            <a:spLocks/>
          </p:cNvSpPr>
          <p:nvPr/>
        </p:nvSpPr>
        <p:spPr>
          <a:xfrm>
            <a:off x="2055411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B2629D7B-D871-442F-8674-E5B2B0C11D21}"/>
              </a:ext>
            </a:extLst>
          </p:cNvPr>
          <p:cNvSpPr>
            <a:spLocks/>
          </p:cNvSpPr>
          <p:nvPr/>
        </p:nvSpPr>
        <p:spPr>
          <a:xfrm>
            <a:off x="1938223" y="36224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48A59F22-8359-4AAE-AF0D-D47E108B31BF}"/>
              </a:ext>
            </a:extLst>
          </p:cNvPr>
          <p:cNvSpPr>
            <a:spLocks/>
          </p:cNvSpPr>
          <p:nvPr/>
        </p:nvSpPr>
        <p:spPr>
          <a:xfrm>
            <a:off x="2063405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360A29EB-198A-4D7D-AD05-F0DF52F8A6FA}"/>
              </a:ext>
            </a:extLst>
          </p:cNvPr>
          <p:cNvSpPr>
            <a:spLocks/>
          </p:cNvSpPr>
          <p:nvPr/>
        </p:nvSpPr>
        <p:spPr>
          <a:xfrm>
            <a:off x="196881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2BBDDAE5-37BA-4A2F-86B2-E2BFDB9780F7}"/>
              </a:ext>
            </a:extLst>
          </p:cNvPr>
          <p:cNvSpPr>
            <a:spLocks/>
          </p:cNvSpPr>
          <p:nvPr/>
        </p:nvSpPr>
        <p:spPr>
          <a:xfrm>
            <a:off x="207941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FF96E6CB-0097-43EA-A652-461DCBCBCA2C}"/>
              </a:ext>
            </a:extLst>
          </p:cNvPr>
          <p:cNvSpPr>
            <a:spLocks/>
          </p:cNvSpPr>
          <p:nvPr/>
        </p:nvSpPr>
        <p:spPr>
          <a:xfrm>
            <a:off x="2038618" y="33545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B2C6E7A6-433B-4E1F-81C9-13713DD70185}"/>
              </a:ext>
            </a:extLst>
          </p:cNvPr>
          <p:cNvSpPr>
            <a:spLocks/>
          </p:cNvSpPr>
          <p:nvPr/>
        </p:nvSpPr>
        <p:spPr>
          <a:xfrm>
            <a:off x="189793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BA370D5A-B3E9-44AE-B0CD-89420FC19025}"/>
              </a:ext>
            </a:extLst>
          </p:cNvPr>
          <p:cNvSpPr>
            <a:spLocks/>
          </p:cNvSpPr>
          <p:nvPr/>
        </p:nvSpPr>
        <p:spPr>
          <a:xfrm>
            <a:off x="2078210" y="2809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55840DCA-55A7-4026-BDC2-F648327BD404}"/>
              </a:ext>
            </a:extLst>
          </p:cNvPr>
          <p:cNvSpPr>
            <a:spLocks/>
          </p:cNvSpPr>
          <p:nvPr/>
        </p:nvSpPr>
        <p:spPr>
          <a:xfrm>
            <a:off x="2100090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2E414180-78CE-4667-B332-25537B4B8A23}"/>
              </a:ext>
            </a:extLst>
          </p:cNvPr>
          <p:cNvSpPr>
            <a:spLocks/>
          </p:cNvSpPr>
          <p:nvPr/>
        </p:nvSpPr>
        <p:spPr>
          <a:xfrm>
            <a:off x="206766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9E08A775-08EB-4A8B-A383-9335D565D38F}"/>
              </a:ext>
            </a:extLst>
          </p:cNvPr>
          <p:cNvSpPr>
            <a:spLocks/>
          </p:cNvSpPr>
          <p:nvPr/>
        </p:nvSpPr>
        <p:spPr>
          <a:xfrm>
            <a:off x="2013962" y="2875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F33E6111-0379-4173-B855-92635822E272}"/>
              </a:ext>
            </a:extLst>
          </p:cNvPr>
          <p:cNvSpPr>
            <a:spLocks/>
          </p:cNvSpPr>
          <p:nvPr/>
        </p:nvSpPr>
        <p:spPr>
          <a:xfrm>
            <a:off x="1950488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42FCD0A2-B987-482E-82C7-21EB0EBDC681}"/>
              </a:ext>
            </a:extLst>
          </p:cNvPr>
          <p:cNvSpPr>
            <a:spLocks/>
          </p:cNvSpPr>
          <p:nvPr/>
        </p:nvSpPr>
        <p:spPr>
          <a:xfrm>
            <a:off x="189422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9A71555D-7C19-4DDE-9A59-A1437320FA0B}"/>
              </a:ext>
            </a:extLst>
          </p:cNvPr>
          <p:cNvSpPr>
            <a:spLocks/>
          </p:cNvSpPr>
          <p:nvPr/>
        </p:nvSpPr>
        <p:spPr>
          <a:xfrm>
            <a:off x="2089051" y="35027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E409DF86-38AA-45BC-9023-6D04FC115AF6}"/>
              </a:ext>
            </a:extLst>
          </p:cNvPr>
          <p:cNvSpPr>
            <a:spLocks/>
          </p:cNvSpPr>
          <p:nvPr/>
        </p:nvSpPr>
        <p:spPr>
          <a:xfrm>
            <a:off x="211939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A6DFF2BC-CD85-4FB7-9D51-ED030D4F27B2}"/>
              </a:ext>
            </a:extLst>
          </p:cNvPr>
          <p:cNvSpPr>
            <a:spLocks/>
          </p:cNvSpPr>
          <p:nvPr/>
        </p:nvSpPr>
        <p:spPr>
          <a:xfrm>
            <a:off x="2084662" y="32124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689CD7A4-C220-4178-A770-2C73E8DF1FE6}"/>
              </a:ext>
            </a:extLst>
          </p:cNvPr>
          <p:cNvSpPr>
            <a:spLocks/>
          </p:cNvSpPr>
          <p:nvPr/>
        </p:nvSpPr>
        <p:spPr>
          <a:xfrm>
            <a:off x="1951425" y="36009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43B58F4A-A941-498E-9C4F-0A0BDE6AB235}"/>
              </a:ext>
            </a:extLst>
          </p:cNvPr>
          <p:cNvSpPr>
            <a:spLocks/>
          </p:cNvSpPr>
          <p:nvPr/>
        </p:nvSpPr>
        <p:spPr>
          <a:xfrm>
            <a:off x="2045930" y="26101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D3CE44A7-4D79-41AB-BA56-8EBFC688C273}"/>
              </a:ext>
            </a:extLst>
          </p:cNvPr>
          <p:cNvSpPr>
            <a:spLocks/>
          </p:cNvSpPr>
          <p:nvPr/>
        </p:nvSpPr>
        <p:spPr>
          <a:xfrm>
            <a:off x="191273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218BA318-6A37-4151-9080-DC7FEEB4D86F}"/>
              </a:ext>
            </a:extLst>
          </p:cNvPr>
          <p:cNvSpPr>
            <a:spLocks/>
          </p:cNvSpPr>
          <p:nvPr/>
        </p:nvSpPr>
        <p:spPr>
          <a:xfrm>
            <a:off x="2049188" y="25128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E3840C59-7366-4853-BBCC-049C31B75BA4}"/>
              </a:ext>
            </a:extLst>
          </p:cNvPr>
          <p:cNvSpPr>
            <a:spLocks/>
          </p:cNvSpPr>
          <p:nvPr/>
        </p:nvSpPr>
        <p:spPr>
          <a:xfrm>
            <a:off x="205867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D5E6DE95-2E95-4747-9F35-230DACEDA856}"/>
              </a:ext>
            </a:extLst>
          </p:cNvPr>
          <p:cNvSpPr>
            <a:spLocks/>
          </p:cNvSpPr>
          <p:nvPr/>
        </p:nvSpPr>
        <p:spPr>
          <a:xfrm>
            <a:off x="1998269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1EF4E7AF-E16C-437A-8770-2A8629E72A5F}"/>
              </a:ext>
            </a:extLst>
          </p:cNvPr>
          <p:cNvSpPr>
            <a:spLocks/>
          </p:cNvSpPr>
          <p:nvPr/>
        </p:nvSpPr>
        <p:spPr>
          <a:xfrm>
            <a:off x="205887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C892CC7F-3FC4-4B45-801F-60D15997BFB5}"/>
              </a:ext>
            </a:extLst>
          </p:cNvPr>
          <p:cNvSpPr>
            <a:spLocks/>
          </p:cNvSpPr>
          <p:nvPr/>
        </p:nvSpPr>
        <p:spPr>
          <a:xfrm>
            <a:off x="2095590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E60BE260-ED32-4F44-8AB1-D3BAC4FD5856}"/>
              </a:ext>
            </a:extLst>
          </p:cNvPr>
          <p:cNvSpPr>
            <a:spLocks/>
          </p:cNvSpPr>
          <p:nvPr/>
        </p:nvSpPr>
        <p:spPr>
          <a:xfrm>
            <a:off x="2117970" y="30467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42576F05-F787-400D-A91A-49CB8AB1F826}"/>
              </a:ext>
            </a:extLst>
          </p:cNvPr>
          <p:cNvSpPr>
            <a:spLocks/>
          </p:cNvSpPr>
          <p:nvPr/>
        </p:nvSpPr>
        <p:spPr>
          <a:xfrm>
            <a:off x="215337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8F6B847F-D9B7-4A0A-BA37-1B9F331B0D1A}"/>
              </a:ext>
            </a:extLst>
          </p:cNvPr>
          <p:cNvSpPr>
            <a:spLocks/>
          </p:cNvSpPr>
          <p:nvPr/>
        </p:nvSpPr>
        <p:spPr>
          <a:xfrm>
            <a:off x="1895308" y="240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8B5BCB31-6112-4D22-9988-66626F0EE0EF}"/>
              </a:ext>
            </a:extLst>
          </p:cNvPr>
          <p:cNvSpPr>
            <a:spLocks/>
          </p:cNvSpPr>
          <p:nvPr/>
        </p:nvSpPr>
        <p:spPr>
          <a:xfrm>
            <a:off x="2046207" y="2875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A61EF563-ADDF-4099-BD2B-9DFE1D377C0B}"/>
              </a:ext>
            </a:extLst>
          </p:cNvPr>
          <p:cNvSpPr>
            <a:spLocks/>
          </p:cNvSpPr>
          <p:nvPr/>
        </p:nvSpPr>
        <p:spPr>
          <a:xfrm>
            <a:off x="1974447" y="34058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4041C9FD-9E0E-48A0-8D84-7F43F8DAE18E}"/>
              </a:ext>
            </a:extLst>
          </p:cNvPr>
          <p:cNvSpPr>
            <a:spLocks/>
          </p:cNvSpPr>
          <p:nvPr/>
        </p:nvSpPr>
        <p:spPr>
          <a:xfrm>
            <a:off x="2046183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2B186A18-6A3C-41FA-87CA-E7BAB8279459}"/>
              </a:ext>
            </a:extLst>
          </p:cNvPr>
          <p:cNvSpPr>
            <a:spLocks/>
          </p:cNvSpPr>
          <p:nvPr/>
        </p:nvSpPr>
        <p:spPr>
          <a:xfrm>
            <a:off x="2111218" y="32086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F5510DAF-C7EB-43E6-BCAC-6E2A985DA84A}"/>
              </a:ext>
            </a:extLst>
          </p:cNvPr>
          <p:cNvSpPr>
            <a:spLocks/>
          </p:cNvSpPr>
          <p:nvPr/>
        </p:nvSpPr>
        <p:spPr>
          <a:xfrm>
            <a:off x="211593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E3B9544F-5D4F-4285-A6C0-49C3F39D8DC5}"/>
              </a:ext>
            </a:extLst>
          </p:cNvPr>
          <p:cNvSpPr>
            <a:spLocks/>
          </p:cNvSpPr>
          <p:nvPr/>
        </p:nvSpPr>
        <p:spPr>
          <a:xfrm>
            <a:off x="190955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FB2D0026-2270-408D-A7ED-2F30C89AD353}"/>
              </a:ext>
            </a:extLst>
          </p:cNvPr>
          <p:cNvSpPr>
            <a:spLocks/>
          </p:cNvSpPr>
          <p:nvPr/>
        </p:nvSpPr>
        <p:spPr>
          <a:xfrm>
            <a:off x="1921346" y="26223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75FF1267-41AD-44C9-BA16-FADEB40900BD}"/>
              </a:ext>
            </a:extLst>
          </p:cNvPr>
          <p:cNvSpPr>
            <a:spLocks/>
          </p:cNvSpPr>
          <p:nvPr/>
        </p:nvSpPr>
        <p:spPr>
          <a:xfrm>
            <a:off x="192130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CF08F28B-B987-44E7-8407-E2F83A052DE3}"/>
              </a:ext>
            </a:extLst>
          </p:cNvPr>
          <p:cNvSpPr>
            <a:spLocks/>
          </p:cNvSpPr>
          <p:nvPr/>
        </p:nvSpPr>
        <p:spPr>
          <a:xfrm>
            <a:off x="2069433" y="2116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7DB0E457-D3A9-4B7C-BA65-0896205954AD}"/>
              </a:ext>
            </a:extLst>
          </p:cNvPr>
          <p:cNvSpPr>
            <a:spLocks/>
          </p:cNvSpPr>
          <p:nvPr/>
        </p:nvSpPr>
        <p:spPr>
          <a:xfrm>
            <a:off x="1906881" y="317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86C14764-78AC-4140-968E-81B6E86F807A}"/>
              </a:ext>
            </a:extLst>
          </p:cNvPr>
          <p:cNvSpPr>
            <a:spLocks/>
          </p:cNvSpPr>
          <p:nvPr/>
        </p:nvSpPr>
        <p:spPr>
          <a:xfrm>
            <a:off x="2072616" y="28549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54984323-F1E1-4EB5-A2C3-99BD1C3B35B4}"/>
              </a:ext>
            </a:extLst>
          </p:cNvPr>
          <p:cNvSpPr>
            <a:spLocks/>
          </p:cNvSpPr>
          <p:nvPr/>
        </p:nvSpPr>
        <p:spPr>
          <a:xfrm>
            <a:off x="200421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ECEA8AEC-3BB1-4E27-A5E7-E68381A9F5AC}"/>
              </a:ext>
            </a:extLst>
          </p:cNvPr>
          <p:cNvSpPr>
            <a:spLocks/>
          </p:cNvSpPr>
          <p:nvPr/>
        </p:nvSpPr>
        <p:spPr>
          <a:xfrm>
            <a:off x="1980269" y="29171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8B111F16-A9BD-43DE-ABEB-5C55D16FDA86}"/>
              </a:ext>
            </a:extLst>
          </p:cNvPr>
          <p:cNvSpPr>
            <a:spLocks/>
          </p:cNvSpPr>
          <p:nvPr/>
        </p:nvSpPr>
        <p:spPr>
          <a:xfrm>
            <a:off x="1918623" y="3269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4605240E-4D7D-4CF2-A2BB-68272CD39D1B}"/>
              </a:ext>
            </a:extLst>
          </p:cNvPr>
          <p:cNvSpPr>
            <a:spLocks/>
          </p:cNvSpPr>
          <p:nvPr/>
        </p:nvSpPr>
        <p:spPr>
          <a:xfrm>
            <a:off x="200598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9F304DFB-6453-4E4B-9D3E-718EC7B5FE94}"/>
              </a:ext>
            </a:extLst>
          </p:cNvPr>
          <p:cNvSpPr>
            <a:spLocks/>
          </p:cNvSpPr>
          <p:nvPr/>
        </p:nvSpPr>
        <p:spPr>
          <a:xfrm>
            <a:off x="1957986" y="34275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64DFC853-3D3E-431F-9D0D-B5FD1D9D42A8}"/>
              </a:ext>
            </a:extLst>
          </p:cNvPr>
          <p:cNvSpPr>
            <a:spLocks/>
          </p:cNvSpPr>
          <p:nvPr/>
        </p:nvSpPr>
        <p:spPr>
          <a:xfrm>
            <a:off x="2133995" y="3481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991C4E08-42FC-4B2F-BFBE-4E93974ACCEC}"/>
              </a:ext>
            </a:extLst>
          </p:cNvPr>
          <p:cNvSpPr>
            <a:spLocks/>
          </p:cNvSpPr>
          <p:nvPr/>
        </p:nvSpPr>
        <p:spPr>
          <a:xfrm>
            <a:off x="209970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996BDDC5-AC98-4D9A-B3A5-1A6ECBB122E6}"/>
              </a:ext>
            </a:extLst>
          </p:cNvPr>
          <p:cNvSpPr>
            <a:spLocks/>
          </p:cNvSpPr>
          <p:nvPr/>
        </p:nvSpPr>
        <p:spPr>
          <a:xfrm>
            <a:off x="2043331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D5079B5E-E2B2-4097-9818-2629FAAF2720}"/>
              </a:ext>
            </a:extLst>
          </p:cNvPr>
          <p:cNvSpPr>
            <a:spLocks/>
          </p:cNvSpPr>
          <p:nvPr/>
        </p:nvSpPr>
        <p:spPr>
          <a:xfrm>
            <a:off x="191878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20BE171F-F7DC-45E2-91CF-9E4C70573441}"/>
              </a:ext>
            </a:extLst>
          </p:cNvPr>
          <p:cNvSpPr>
            <a:spLocks/>
          </p:cNvSpPr>
          <p:nvPr/>
        </p:nvSpPr>
        <p:spPr>
          <a:xfrm>
            <a:off x="1969174" y="32941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827670A9-C603-4EA7-B7ED-313BCF025C8F}"/>
              </a:ext>
            </a:extLst>
          </p:cNvPr>
          <p:cNvSpPr>
            <a:spLocks/>
          </p:cNvSpPr>
          <p:nvPr/>
        </p:nvSpPr>
        <p:spPr>
          <a:xfrm>
            <a:off x="195303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49093B10-00B2-457C-9001-336ECA7A40E3}"/>
              </a:ext>
            </a:extLst>
          </p:cNvPr>
          <p:cNvSpPr>
            <a:spLocks/>
          </p:cNvSpPr>
          <p:nvPr/>
        </p:nvSpPr>
        <p:spPr>
          <a:xfrm>
            <a:off x="2067274" y="3503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20CB7B83-2B9C-4F13-9A9F-C4AE2D5924DC}"/>
              </a:ext>
            </a:extLst>
          </p:cNvPr>
          <p:cNvSpPr>
            <a:spLocks/>
          </p:cNvSpPr>
          <p:nvPr/>
        </p:nvSpPr>
        <p:spPr>
          <a:xfrm>
            <a:off x="251125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3C5DB933-CB7B-4D74-B534-9A01D43F5444}"/>
              </a:ext>
            </a:extLst>
          </p:cNvPr>
          <p:cNvSpPr>
            <a:spLocks/>
          </p:cNvSpPr>
          <p:nvPr/>
        </p:nvSpPr>
        <p:spPr>
          <a:xfrm>
            <a:off x="235874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160C0F34-00D5-43CC-9C30-91F02CC58E01}"/>
              </a:ext>
            </a:extLst>
          </p:cNvPr>
          <p:cNvSpPr>
            <a:spLocks/>
          </p:cNvSpPr>
          <p:nvPr/>
        </p:nvSpPr>
        <p:spPr>
          <a:xfrm>
            <a:off x="257241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C11B341D-6924-4D2E-8C9E-FA57B96A336A}"/>
              </a:ext>
            </a:extLst>
          </p:cNvPr>
          <p:cNvSpPr>
            <a:spLocks/>
          </p:cNvSpPr>
          <p:nvPr/>
        </p:nvSpPr>
        <p:spPr>
          <a:xfrm>
            <a:off x="2360991" y="34311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5330E6B5-1BBD-46C3-980B-DA4B512CF32C}"/>
              </a:ext>
            </a:extLst>
          </p:cNvPr>
          <p:cNvSpPr>
            <a:spLocks/>
          </p:cNvSpPr>
          <p:nvPr/>
        </p:nvSpPr>
        <p:spPr>
          <a:xfrm>
            <a:off x="2493393" y="2587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79531639-38C2-4624-9127-3450A5FCCD11}"/>
              </a:ext>
            </a:extLst>
          </p:cNvPr>
          <p:cNvSpPr>
            <a:spLocks/>
          </p:cNvSpPr>
          <p:nvPr/>
        </p:nvSpPr>
        <p:spPr>
          <a:xfrm>
            <a:off x="249631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729C0D09-691D-4421-9A68-719E0AA69B56}"/>
              </a:ext>
            </a:extLst>
          </p:cNvPr>
          <p:cNvSpPr>
            <a:spLocks/>
          </p:cNvSpPr>
          <p:nvPr/>
        </p:nvSpPr>
        <p:spPr>
          <a:xfrm>
            <a:off x="260521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4CA5775E-313C-4ACB-8BBC-F8419694E55C}"/>
              </a:ext>
            </a:extLst>
          </p:cNvPr>
          <p:cNvSpPr>
            <a:spLocks/>
          </p:cNvSpPr>
          <p:nvPr/>
        </p:nvSpPr>
        <p:spPr>
          <a:xfrm>
            <a:off x="248750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DB9D6891-9680-4F53-9BED-F8DC44240E3B}"/>
              </a:ext>
            </a:extLst>
          </p:cNvPr>
          <p:cNvSpPr>
            <a:spLocks/>
          </p:cNvSpPr>
          <p:nvPr/>
        </p:nvSpPr>
        <p:spPr>
          <a:xfrm>
            <a:off x="2485757" y="3609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B84664DF-9B8B-4E93-8135-0A01E7192008}"/>
              </a:ext>
            </a:extLst>
          </p:cNvPr>
          <p:cNvSpPr>
            <a:spLocks/>
          </p:cNvSpPr>
          <p:nvPr/>
        </p:nvSpPr>
        <p:spPr>
          <a:xfrm>
            <a:off x="248566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1C7C95D6-134E-4889-BFAD-00D875724B92}"/>
              </a:ext>
            </a:extLst>
          </p:cNvPr>
          <p:cNvSpPr>
            <a:spLocks/>
          </p:cNvSpPr>
          <p:nvPr/>
        </p:nvSpPr>
        <p:spPr>
          <a:xfrm>
            <a:off x="2422549" y="26287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6DE04F6A-11FF-4C0B-AFAA-C53EDF997A6E}"/>
              </a:ext>
            </a:extLst>
          </p:cNvPr>
          <p:cNvSpPr>
            <a:spLocks/>
          </p:cNvSpPr>
          <p:nvPr/>
        </p:nvSpPr>
        <p:spPr>
          <a:xfrm>
            <a:off x="234261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7BA402E9-6DDB-43A8-9CB2-4CE18FEF93CA}"/>
              </a:ext>
            </a:extLst>
          </p:cNvPr>
          <p:cNvSpPr>
            <a:spLocks/>
          </p:cNvSpPr>
          <p:nvPr/>
        </p:nvSpPr>
        <p:spPr>
          <a:xfrm>
            <a:off x="2567306" y="24626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87F43C5E-FDEE-43CD-B7FF-DABA57274DA4}"/>
              </a:ext>
            </a:extLst>
          </p:cNvPr>
          <p:cNvSpPr>
            <a:spLocks/>
          </p:cNvSpPr>
          <p:nvPr/>
        </p:nvSpPr>
        <p:spPr>
          <a:xfrm>
            <a:off x="2327206" y="2300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F35C5A12-0A86-4ADA-A577-1BDDAAB4A8EA}"/>
              </a:ext>
            </a:extLst>
          </p:cNvPr>
          <p:cNvSpPr>
            <a:spLocks/>
          </p:cNvSpPr>
          <p:nvPr/>
        </p:nvSpPr>
        <p:spPr>
          <a:xfrm>
            <a:off x="2603257" y="3481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9A15242E-BF1C-4AB4-B750-6E5139024021}"/>
              </a:ext>
            </a:extLst>
          </p:cNvPr>
          <p:cNvSpPr>
            <a:spLocks/>
          </p:cNvSpPr>
          <p:nvPr/>
        </p:nvSpPr>
        <p:spPr>
          <a:xfrm>
            <a:off x="2574249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359D0AAA-ED8C-45D4-870F-3C50F3B52CA3}"/>
              </a:ext>
            </a:extLst>
          </p:cNvPr>
          <p:cNvSpPr>
            <a:spLocks/>
          </p:cNvSpPr>
          <p:nvPr/>
        </p:nvSpPr>
        <p:spPr>
          <a:xfrm>
            <a:off x="2427890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EFC46074-C7C6-4458-9C0C-1828FAC99FFC}"/>
              </a:ext>
            </a:extLst>
          </p:cNvPr>
          <p:cNvSpPr>
            <a:spLocks/>
          </p:cNvSpPr>
          <p:nvPr/>
        </p:nvSpPr>
        <p:spPr>
          <a:xfrm>
            <a:off x="253537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DF762BFF-B624-4009-A5CC-022FF407B35B}"/>
              </a:ext>
            </a:extLst>
          </p:cNvPr>
          <p:cNvSpPr>
            <a:spLocks/>
          </p:cNvSpPr>
          <p:nvPr/>
        </p:nvSpPr>
        <p:spPr>
          <a:xfrm>
            <a:off x="240225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2E9483D4-3143-470B-99F0-5A604F42517A}"/>
              </a:ext>
            </a:extLst>
          </p:cNvPr>
          <p:cNvSpPr>
            <a:spLocks/>
          </p:cNvSpPr>
          <p:nvPr/>
        </p:nvSpPr>
        <p:spPr>
          <a:xfrm>
            <a:off x="2337500" y="22422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0765D5E5-725A-4F20-B631-4E57FE8EAADC}"/>
              </a:ext>
            </a:extLst>
          </p:cNvPr>
          <p:cNvSpPr>
            <a:spLocks/>
          </p:cNvSpPr>
          <p:nvPr/>
        </p:nvSpPr>
        <p:spPr>
          <a:xfrm>
            <a:off x="2562950" y="33300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30066991-52CF-4E25-BAE4-31F08086A180}"/>
              </a:ext>
            </a:extLst>
          </p:cNvPr>
          <p:cNvSpPr>
            <a:spLocks/>
          </p:cNvSpPr>
          <p:nvPr/>
        </p:nvSpPr>
        <p:spPr>
          <a:xfrm>
            <a:off x="235799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87DD21B7-8ED5-4657-A6F0-A48C4D2E8EC1}"/>
              </a:ext>
            </a:extLst>
          </p:cNvPr>
          <p:cNvSpPr>
            <a:spLocks/>
          </p:cNvSpPr>
          <p:nvPr/>
        </p:nvSpPr>
        <p:spPr>
          <a:xfrm>
            <a:off x="2381401" y="2905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53C9094D-B161-478D-962C-5D3F2E39297A}"/>
              </a:ext>
            </a:extLst>
          </p:cNvPr>
          <p:cNvSpPr>
            <a:spLocks/>
          </p:cNvSpPr>
          <p:nvPr/>
        </p:nvSpPr>
        <p:spPr>
          <a:xfrm>
            <a:off x="2386933" y="24959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D53FC60D-C466-4ABC-BC57-3D3CE371BC67}"/>
              </a:ext>
            </a:extLst>
          </p:cNvPr>
          <p:cNvSpPr>
            <a:spLocks/>
          </p:cNvSpPr>
          <p:nvPr/>
        </p:nvSpPr>
        <p:spPr>
          <a:xfrm>
            <a:off x="2535085" y="2905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03EFA514-163D-4183-A8B5-AF36155820FF}"/>
              </a:ext>
            </a:extLst>
          </p:cNvPr>
          <p:cNvSpPr>
            <a:spLocks/>
          </p:cNvSpPr>
          <p:nvPr/>
        </p:nvSpPr>
        <p:spPr>
          <a:xfrm>
            <a:off x="2460953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6678AE1B-319D-4284-B030-7F601E5398CE}"/>
              </a:ext>
            </a:extLst>
          </p:cNvPr>
          <p:cNvSpPr>
            <a:spLocks/>
          </p:cNvSpPr>
          <p:nvPr/>
        </p:nvSpPr>
        <p:spPr>
          <a:xfrm>
            <a:off x="2326650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15C15B82-1234-45FE-99F5-B4B1911662DA}"/>
              </a:ext>
            </a:extLst>
          </p:cNvPr>
          <p:cNvSpPr>
            <a:spLocks/>
          </p:cNvSpPr>
          <p:nvPr/>
        </p:nvSpPr>
        <p:spPr>
          <a:xfrm>
            <a:off x="2363744" y="32224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8AF33E68-151E-41A2-97F7-B8179A091CD4}"/>
              </a:ext>
            </a:extLst>
          </p:cNvPr>
          <p:cNvSpPr>
            <a:spLocks/>
          </p:cNvSpPr>
          <p:nvPr/>
        </p:nvSpPr>
        <p:spPr>
          <a:xfrm>
            <a:off x="2463134" y="35382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4D39D7E2-FEE9-452D-ADFE-FBC3980CE16B}"/>
              </a:ext>
            </a:extLst>
          </p:cNvPr>
          <p:cNvSpPr>
            <a:spLocks/>
          </p:cNvSpPr>
          <p:nvPr/>
        </p:nvSpPr>
        <p:spPr>
          <a:xfrm>
            <a:off x="256360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4EA2ED76-F8BB-48F3-8CD5-1D231CE546BC}"/>
              </a:ext>
            </a:extLst>
          </p:cNvPr>
          <p:cNvSpPr>
            <a:spLocks/>
          </p:cNvSpPr>
          <p:nvPr/>
        </p:nvSpPr>
        <p:spPr>
          <a:xfrm>
            <a:off x="243529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5A3E99C4-A176-4798-9C78-F0730714EF8B}"/>
              </a:ext>
            </a:extLst>
          </p:cNvPr>
          <p:cNvSpPr>
            <a:spLocks/>
          </p:cNvSpPr>
          <p:nvPr/>
        </p:nvSpPr>
        <p:spPr>
          <a:xfrm>
            <a:off x="2438366" y="31793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DCFC090F-697A-4337-81EB-AA233A096F05}"/>
              </a:ext>
            </a:extLst>
          </p:cNvPr>
          <p:cNvSpPr>
            <a:spLocks/>
          </p:cNvSpPr>
          <p:nvPr/>
        </p:nvSpPr>
        <p:spPr>
          <a:xfrm>
            <a:off x="2352891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415E6559-E787-4299-95D8-4F059619F8DD}"/>
              </a:ext>
            </a:extLst>
          </p:cNvPr>
          <p:cNvSpPr>
            <a:spLocks/>
          </p:cNvSpPr>
          <p:nvPr/>
        </p:nvSpPr>
        <p:spPr>
          <a:xfrm>
            <a:off x="2526257" y="31783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BA6D56CF-B8FA-4571-BBF3-B9ECE8420B2D}"/>
              </a:ext>
            </a:extLst>
          </p:cNvPr>
          <p:cNvSpPr>
            <a:spLocks/>
          </p:cNvSpPr>
          <p:nvPr/>
        </p:nvSpPr>
        <p:spPr>
          <a:xfrm>
            <a:off x="247000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9313C334-0758-405D-819B-D384E433CEF5}"/>
              </a:ext>
            </a:extLst>
          </p:cNvPr>
          <p:cNvSpPr>
            <a:spLocks/>
          </p:cNvSpPr>
          <p:nvPr/>
        </p:nvSpPr>
        <p:spPr>
          <a:xfrm>
            <a:off x="2373959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46A007C5-B609-4F53-946C-1C8FB18177BC}"/>
              </a:ext>
            </a:extLst>
          </p:cNvPr>
          <p:cNvSpPr>
            <a:spLocks/>
          </p:cNvSpPr>
          <p:nvPr/>
        </p:nvSpPr>
        <p:spPr>
          <a:xfrm>
            <a:off x="258998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8CDC8EFD-9008-4D01-8BA9-AA52BD4AC4C3}"/>
              </a:ext>
            </a:extLst>
          </p:cNvPr>
          <p:cNvSpPr>
            <a:spLocks/>
          </p:cNvSpPr>
          <p:nvPr/>
        </p:nvSpPr>
        <p:spPr>
          <a:xfrm>
            <a:off x="247448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867E3728-B45B-49A6-A165-FF047C9D708B}"/>
              </a:ext>
            </a:extLst>
          </p:cNvPr>
          <p:cNvSpPr>
            <a:spLocks/>
          </p:cNvSpPr>
          <p:nvPr/>
        </p:nvSpPr>
        <p:spPr>
          <a:xfrm>
            <a:off x="239091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22461396-D801-4202-92A5-26DB401F52B7}"/>
              </a:ext>
            </a:extLst>
          </p:cNvPr>
          <p:cNvSpPr>
            <a:spLocks/>
          </p:cNvSpPr>
          <p:nvPr/>
        </p:nvSpPr>
        <p:spPr>
          <a:xfrm>
            <a:off x="2588969" y="204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390C2796-6255-4F25-842A-0BC7E8A993DB}"/>
              </a:ext>
            </a:extLst>
          </p:cNvPr>
          <p:cNvSpPr>
            <a:spLocks/>
          </p:cNvSpPr>
          <p:nvPr/>
        </p:nvSpPr>
        <p:spPr>
          <a:xfrm>
            <a:off x="2354086" y="26223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596B004F-A665-44B5-978C-C50862D183C9}"/>
              </a:ext>
            </a:extLst>
          </p:cNvPr>
          <p:cNvSpPr>
            <a:spLocks/>
          </p:cNvSpPr>
          <p:nvPr/>
        </p:nvSpPr>
        <p:spPr>
          <a:xfrm>
            <a:off x="2326094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4DECE4F3-D00C-481B-AAD1-878AA79CF183}"/>
              </a:ext>
            </a:extLst>
          </p:cNvPr>
          <p:cNvSpPr>
            <a:spLocks/>
          </p:cNvSpPr>
          <p:nvPr/>
        </p:nvSpPr>
        <p:spPr>
          <a:xfrm>
            <a:off x="253610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B0DBE2A2-1B78-469E-8ADA-347C1BD7133B}"/>
              </a:ext>
            </a:extLst>
          </p:cNvPr>
          <p:cNvSpPr>
            <a:spLocks/>
          </p:cNvSpPr>
          <p:nvPr/>
        </p:nvSpPr>
        <p:spPr>
          <a:xfrm>
            <a:off x="258186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D3BAE520-8244-4488-B63F-07B64797D849}"/>
              </a:ext>
            </a:extLst>
          </p:cNvPr>
          <p:cNvSpPr>
            <a:spLocks/>
          </p:cNvSpPr>
          <p:nvPr/>
        </p:nvSpPr>
        <p:spPr>
          <a:xfrm>
            <a:off x="251954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31DCFC94-6EBA-4AD4-B11B-8087CCEFC36C}"/>
              </a:ext>
            </a:extLst>
          </p:cNvPr>
          <p:cNvSpPr>
            <a:spLocks/>
          </p:cNvSpPr>
          <p:nvPr/>
        </p:nvSpPr>
        <p:spPr>
          <a:xfrm>
            <a:off x="257248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C085F2E6-B95F-4B4E-B6B8-26A4FDC62169}"/>
              </a:ext>
            </a:extLst>
          </p:cNvPr>
          <p:cNvSpPr>
            <a:spLocks/>
          </p:cNvSpPr>
          <p:nvPr/>
        </p:nvSpPr>
        <p:spPr>
          <a:xfrm>
            <a:off x="2343544" y="24504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1E00C820-8EA6-4AD7-82D7-1C15BDE01693}"/>
              </a:ext>
            </a:extLst>
          </p:cNvPr>
          <p:cNvSpPr>
            <a:spLocks/>
          </p:cNvSpPr>
          <p:nvPr/>
        </p:nvSpPr>
        <p:spPr>
          <a:xfrm>
            <a:off x="254710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6B338F39-DADF-487D-B505-BC83647F31B2}"/>
              </a:ext>
            </a:extLst>
          </p:cNvPr>
          <p:cNvSpPr>
            <a:spLocks/>
          </p:cNvSpPr>
          <p:nvPr/>
        </p:nvSpPr>
        <p:spPr>
          <a:xfrm>
            <a:off x="234949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C7811AB9-575C-4FB1-9875-DB6211E09522}"/>
              </a:ext>
            </a:extLst>
          </p:cNvPr>
          <p:cNvSpPr>
            <a:spLocks/>
          </p:cNvSpPr>
          <p:nvPr/>
        </p:nvSpPr>
        <p:spPr>
          <a:xfrm>
            <a:off x="2336574" y="22685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143C9B2D-F560-4E80-A4F6-E516DA79FCF4}"/>
              </a:ext>
            </a:extLst>
          </p:cNvPr>
          <p:cNvSpPr>
            <a:spLocks/>
          </p:cNvSpPr>
          <p:nvPr/>
        </p:nvSpPr>
        <p:spPr>
          <a:xfrm>
            <a:off x="2450648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2266206D-4228-495A-A12A-DB6732248028}"/>
              </a:ext>
            </a:extLst>
          </p:cNvPr>
          <p:cNvSpPr>
            <a:spLocks/>
          </p:cNvSpPr>
          <p:nvPr/>
        </p:nvSpPr>
        <p:spPr>
          <a:xfrm>
            <a:off x="259386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99EA91D8-E457-41AC-A3B9-084DC0A501CE}"/>
              </a:ext>
            </a:extLst>
          </p:cNvPr>
          <p:cNvSpPr>
            <a:spLocks/>
          </p:cNvSpPr>
          <p:nvPr/>
        </p:nvSpPr>
        <p:spPr>
          <a:xfrm>
            <a:off x="2389152" y="1956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988CF04D-C4F3-408C-8BC6-8B9C448E10F0}"/>
              </a:ext>
            </a:extLst>
          </p:cNvPr>
          <p:cNvSpPr>
            <a:spLocks/>
          </p:cNvSpPr>
          <p:nvPr/>
        </p:nvSpPr>
        <p:spPr>
          <a:xfrm>
            <a:off x="2424248" y="3219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8B8A09FA-C8C6-4A53-89F9-DAF82C73D215}"/>
              </a:ext>
            </a:extLst>
          </p:cNvPr>
          <p:cNvSpPr>
            <a:spLocks/>
          </p:cNvSpPr>
          <p:nvPr/>
        </p:nvSpPr>
        <p:spPr>
          <a:xfrm>
            <a:off x="2560240" y="2453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446BB224-6401-43EB-BEAC-32F86E1EA8E0}"/>
              </a:ext>
            </a:extLst>
          </p:cNvPr>
          <p:cNvSpPr>
            <a:spLocks/>
          </p:cNvSpPr>
          <p:nvPr/>
        </p:nvSpPr>
        <p:spPr>
          <a:xfrm>
            <a:off x="2345462" y="35141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852F2DFD-48CC-48F8-A8C2-7EF0595BCFED}"/>
              </a:ext>
            </a:extLst>
          </p:cNvPr>
          <p:cNvSpPr>
            <a:spLocks/>
          </p:cNvSpPr>
          <p:nvPr/>
        </p:nvSpPr>
        <p:spPr>
          <a:xfrm>
            <a:off x="2493351" y="3503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19D6E51B-4E13-4785-8246-ED3EF12E75D4}"/>
              </a:ext>
            </a:extLst>
          </p:cNvPr>
          <p:cNvSpPr>
            <a:spLocks/>
          </p:cNvSpPr>
          <p:nvPr/>
        </p:nvSpPr>
        <p:spPr>
          <a:xfrm>
            <a:off x="249906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8A1501D2-E849-40F9-AAE5-C5DD6F76C80A}"/>
              </a:ext>
            </a:extLst>
          </p:cNvPr>
          <p:cNvSpPr>
            <a:spLocks/>
          </p:cNvSpPr>
          <p:nvPr/>
        </p:nvSpPr>
        <p:spPr>
          <a:xfrm>
            <a:off x="2496087" y="36014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9AD4BD1D-7674-4255-8B24-95E1E7DFA3E9}"/>
              </a:ext>
            </a:extLst>
          </p:cNvPr>
          <p:cNvSpPr>
            <a:spLocks/>
          </p:cNvSpPr>
          <p:nvPr/>
        </p:nvSpPr>
        <p:spPr>
          <a:xfrm>
            <a:off x="2518067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CC9A5571-C6FE-4F9F-911B-447C1AA0034C}"/>
              </a:ext>
            </a:extLst>
          </p:cNvPr>
          <p:cNvSpPr>
            <a:spLocks/>
          </p:cNvSpPr>
          <p:nvPr/>
        </p:nvSpPr>
        <p:spPr>
          <a:xfrm>
            <a:off x="2518437" y="3405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BF2CB179-8898-423B-9F04-6CFCA1422B19}"/>
              </a:ext>
            </a:extLst>
          </p:cNvPr>
          <p:cNvSpPr>
            <a:spLocks/>
          </p:cNvSpPr>
          <p:nvPr/>
        </p:nvSpPr>
        <p:spPr>
          <a:xfrm>
            <a:off x="238673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C5554FEA-78F1-4A9B-B035-E1A4855C94AE}"/>
              </a:ext>
            </a:extLst>
          </p:cNvPr>
          <p:cNvSpPr>
            <a:spLocks/>
          </p:cNvSpPr>
          <p:nvPr/>
        </p:nvSpPr>
        <p:spPr>
          <a:xfrm>
            <a:off x="258825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B6ADCC23-B355-46B8-85F5-5DF405CB17BB}"/>
              </a:ext>
            </a:extLst>
          </p:cNvPr>
          <p:cNvSpPr>
            <a:spLocks/>
          </p:cNvSpPr>
          <p:nvPr/>
        </p:nvSpPr>
        <p:spPr>
          <a:xfrm>
            <a:off x="253497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2F2464AD-12C4-4857-9C91-BB06A5E8B4B6}"/>
              </a:ext>
            </a:extLst>
          </p:cNvPr>
          <p:cNvSpPr>
            <a:spLocks/>
          </p:cNvSpPr>
          <p:nvPr/>
        </p:nvSpPr>
        <p:spPr>
          <a:xfrm>
            <a:off x="241205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130D16CD-2836-4904-B25B-BC2E3DEDD695}"/>
              </a:ext>
            </a:extLst>
          </p:cNvPr>
          <p:cNvSpPr>
            <a:spLocks/>
          </p:cNvSpPr>
          <p:nvPr/>
        </p:nvSpPr>
        <p:spPr>
          <a:xfrm>
            <a:off x="2443456" y="2895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FDF5E753-6084-47DE-8F3F-D0D862DF32ED}"/>
              </a:ext>
            </a:extLst>
          </p:cNvPr>
          <p:cNvSpPr>
            <a:spLocks/>
          </p:cNvSpPr>
          <p:nvPr/>
        </p:nvSpPr>
        <p:spPr>
          <a:xfrm>
            <a:off x="2349850" y="34643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390CCC96-A7C8-4B07-903F-E28160132977}"/>
              </a:ext>
            </a:extLst>
          </p:cNvPr>
          <p:cNvSpPr>
            <a:spLocks/>
          </p:cNvSpPr>
          <p:nvPr/>
        </p:nvSpPr>
        <p:spPr>
          <a:xfrm>
            <a:off x="2420017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F6774DBE-776A-46E6-850A-1F924F820702}"/>
              </a:ext>
            </a:extLst>
          </p:cNvPr>
          <p:cNvSpPr>
            <a:spLocks/>
          </p:cNvSpPr>
          <p:nvPr/>
        </p:nvSpPr>
        <p:spPr>
          <a:xfrm>
            <a:off x="2341497" y="22391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5BDD0B06-74B4-4328-9E9A-096ED964FC88}"/>
              </a:ext>
            </a:extLst>
          </p:cNvPr>
          <p:cNvSpPr>
            <a:spLocks/>
          </p:cNvSpPr>
          <p:nvPr/>
        </p:nvSpPr>
        <p:spPr>
          <a:xfrm>
            <a:off x="2550887" y="30519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293AD399-2DF0-462D-95C7-8AA6581BE572}"/>
              </a:ext>
            </a:extLst>
          </p:cNvPr>
          <p:cNvSpPr>
            <a:spLocks/>
          </p:cNvSpPr>
          <p:nvPr/>
        </p:nvSpPr>
        <p:spPr>
          <a:xfrm>
            <a:off x="2496840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BA0D6283-0910-469E-B4EF-6D5DC5C8CA4C}"/>
              </a:ext>
            </a:extLst>
          </p:cNvPr>
          <p:cNvSpPr>
            <a:spLocks/>
          </p:cNvSpPr>
          <p:nvPr/>
        </p:nvSpPr>
        <p:spPr>
          <a:xfrm>
            <a:off x="2553206" y="2018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620A76D8-7E03-4655-984A-EB7BC1C8449A}"/>
              </a:ext>
            </a:extLst>
          </p:cNvPr>
          <p:cNvSpPr>
            <a:spLocks/>
          </p:cNvSpPr>
          <p:nvPr/>
        </p:nvSpPr>
        <p:spPr>
          <a:xfrm>
            <a:off x="2476498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208240F1-ED3E-45E4-B960-5A8D5C92C2CF}"/>
              </a:ext>
            </a:extLst>
          </p:cNvPr>
          <p:cNvSpPr>
            <a:spLocks/>
          </p:cNvSpPr>
          <p:nvPr/>
        </p:nvSpPr>
        <p:spPr>
          <a:xfrm>
            <a:off x="2346175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2E28643B-3FCB-46D8-BC17-2078BE6BB4AB}"/>
              </a:ext>
            </a:extLst>
          </p:cNvPr>
          <p:cNvSpPr>
            <a:spLocks/>
          </p:cNvSpPr>
          <p:nvPr/>
        </p:nvSpPr>
        <p:spPr>
          <a:xfrm>
            <a:off x="2560620" y="36073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0583257F-31EC-4D0C-A8E0-29B0361D5E77}"/>
              </a:ext>
            </a:extLst>
          </p:cNvPr>
          <p:cNvSpPr>
            <a:spLocks/>
          </p:cNvSpPr>
          <p:nvPr/>
        </p:nvSpPr>
        <p:spPr>
          <a:xfrm>
            <a:off x="236348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338B0894-9185-446B-B149-4411D3CBE7A6}"/>
              </a:ext>
            </a:extLst>
          </p:cNvPr>
          <p:cNvSpPr>
            <a:spLocks/>
          </p:cNvSpPr>
          <p:nvPr/>
        </p:nvSpPr>
        <p:spPr>
          <a:xfrm>
            <a:off x="2489652" y="28750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E3811B36-69FD-47EF-B01D-2EF2A1DBD75B}"/>
              </a:ext>
            </a:extLst>
          </p:cNvPr>
          <p:cNvSpPr>
            <a:spLocks/>
          </p:cNvSpPr>
          <p:nvPr/>
        </p:nvSpPr>
        <p:spPr>
          <a:xfrm>
            <a:off x="2438706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C34FF751-A9D5-489B-8E09-5332A7A730E0}"/>
              </a:ext>
            </a:extLst>
          </p:cNvPr>
          <p:cNvSpPr>
            <a:spLocks/>
          </p:cNvSpPr>
          <p:nvPr/>
        </p:nvSpPr>
        <p:spPr>
          <a:xfrm>
            <a:off x="2377331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7625E4A2-E999-43A6-B529-B662E027C859}"/>
              </a:ext>
            </a:extLst>
          </p:cNvPr>
          <p:cNvSpPr>
            <a:spLocks/>
          </p:cNvSpPr>
          <p:nvPr/>
        </p:nvSpPr>
        <p:spPr>
          <a:xfrm>
            <a:off x="2551909" y="24880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356E72D9-DA25-401F-968A-685C12B858A7}"/>
              </a:ext>
            </a:extLst>
          </p:cNvPr>
          <p:cNvSpPr>
            <a:spLocks/>
          </p:cNvSpPr>
          <p:nvPr/>
        </p:nvSpPr>
        <p:spPr>
          <a:xfrm>
            <a:off x="2392336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5A5AECEF-E992-4F51-B352-9448EE9A6373}"/>
              </a:ext>
            </a:extLst>
          </p:cNvPr>
          <p:cNvSpPr>
            <a:spLocks/>
          </p:cNvSpPr>
          <p:nvPr/>
        </p:nvSpPr>
        <p:spPr>
          <a:xfrm>
            <a:off x="2553451" y="23822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26A6F25B-F80D-44ED-80D6-7DF3D11DF90F}"/>
              </a:ext>
            </a:extLst>
          </p:cNvPr>
          <p:cNvSpPr>
            <a:spLocks/>
          </p:cNvSpPr>
          <p:nvPr/>
        </p:nvSpPr>
        <p:spPr>
          <a:xfrm>
            <a:off x="2437496" y="34166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C6F85CB2-7D20-4065-800C-F58445789B1E}"/>
              </a:ext>
            </a:extLst>
          </p:cNvPr>
          <p:cNvSpPr>
            <a:spLocks/>
          </p:cNvSpPr>
          <p:nvPr/>
        </p:nvSpPr>
        <p:spPr>
          <a:xfrm>
            <a:off x="254216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EB13928E-126A-48E6-BA89-1484903C7C16}"/>
              </a:ext>
            </a:extLst>
          </p:cNvPr>
          <p:cNvSpPr>
            <a:spLocks/>
          </p:cNvSpPr>
          <p:nvPr/>
        </p:nvSpPr>
        <p:spPr>
          <a:xfrm>
            <a:off x="236392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5C4DE013-45F2-4F26-819E-4622D14AA331}"/>
              </a:ext>
            </a:extLst>
          </p:cNvPr>
          <p:cNvSpPr>
            <a:spLocks/>
          </p:cNvSpPr>
          <p:nvPr/>
        </p:nvSpPr>
        <p:spPr>
          <a:xfrm>
            <a:off x="2512579" y="34175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945CCCFE-FDB7-498B-A4CA-C97676F6E181}"/>
              </a:ext>
            </a:extLst>
          </p:cNvPr>
          <p:cNvSpPr>
            <a:spLocks/>
          </p:cNvSpPr>
          <p:nvPr/>
        </p:nvSpPr>
        <p:spPr>
          <a:xfrm>
            <a:off x="2368671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8C2D3590-092E-4A9E-9307-C8486D95F352}"/>
              </a:ext>
            </a:extLst>
          </p:cNvPr>
          <p:cNvSpPr>
            <a:spLocks/>
          </p:cNvSpPr>
          <p:nvPr/>
        </p:nvSpPr>
        <p:spPr>
          <a:xfrm>
            <a:off x="234944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E8F9CB90-2074-464C-8125-7293EA4A78DF}"/>
              </a:ext>
            </a:extLst>
          </p:cNvPr>
          <p:cNvSpPr>
            <a:spLocks/>
          </p:cNvSpPr>
          <p:nvPr/>
        </p:nvSpPr>
        <p:spPr>
          <a:xfrm>
            <a:off x="239031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C5398F3B-2950-455A-AB79-C7C552BA26DA}"/>
              </a:ext>
            </a:extLst>
          </p:cNvPr>
          <p:cNvSpPr>
            <a:spLocks/>
          </p:cNvSpPr>
          <p:nvPr/>
        </p:nvSpPr>
        <p:spPr>
          <a:xfrm>
            <a:off x="241328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C34920B4-90AE-4FB5-9637-2E47589EB4AD}"/>
              </a:ext>
            </a:extLst>
          </p:cNvPr>
          <p:cNvSpPr>
            <a:spLocks/>
          </p:cNvSpPr>
          <p:nvPr/>
        </p:nvSpPr>
        <p:spPr>
          <a:xfrm>
            <a:off x="2521574" y="3186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FEAD5D00-3D07-4694-AC80-B103B305E907}"/>
              </a:ext>
            </a:extLst>
          </p:cNvPr>
          <p:cNvSpPr>
            <a:spLocks/>
          </p:cNvSpPr>
          <p:nvPr/>
        </p:nvSpPr>
        <p:spPr>
          <a:xfrm>
            <a:off x="2440182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B1B87B46-F9C6-4EFB-A0DB-9162D9E48EFE}"/>
              </a:ext>
            </a:extLst>
          </p:cNvPr>
          <p:cNvSpPr>
            <a:spLocks/>
          </p:cNvSpPr>
          <p:nvPr/>
        </p:nvSpPr>
        <p:spPr>
          <a:xfrm>
            <a:off x="257110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E67E841A-7280-413A-A3B0-71ED91DDBB45}"/>
              </a:ext>
            </a:extLst>
          </p:cNvPr>
          <p:cNvSpPr>
            <a:spLocks/>
          </p:cNvSpPr>
          <p:nvPr/>
        </p:nvSpPr>
        <p:spPr>
          <a:xfrm>
            <a:off x="245606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6CF6AB55-5D9E-42C7-92B0-C9AA26CE9588}"/>
              </a:ext>
            </a:extLst>
          </p:cNvPr>
          <p:cNvSpPr>
            <a:spLocks/>
          </p:cNvSpPr>
          <p:nvPr/>
        </p:nvSpPr>
        <p:spPr>
          <a:xfrm>
            <a:off x="253437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A5C2F3D0-E8F7-462F-9512-D835A6A1D5CB}"/>
              </a:ext>
            </a:extLst>
          </p:cNvPr>
          <p:cNvSpPr>
            <a:spLocks/>
          </p:cNvSpPr>
          <p:nvPr/>
        </p:nvSpPr>
        <p:spPr>
          <a:xfrm>
            <a:off x="2431826" y="34311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005D8540-7DEE-4841-B845-F665C9980254}"/>
              </a:ext>
            </a:extLst>
          </p:cNvPr>
          <p:cNvSpPr>
            <a:spLocks/>
          </p:cNvSpPr>
          <p:nvPr/>
        </p:nvSpPr>
        <p:spPr>
          <a:xfrm>
            <a:off x="2580079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FC558A46-18D0-4024-A711-347765F1C2D1}"/>
              </a:ext>
            </a:extLst>
          </p:cNvPr>
          <p:cNvSpPr>
            <a:spLocks/>
          </p:cNvSpPr>
          <p:nvPr/>
        </p:nvSpPr>
        <p:spPr>
          <a:xfrm>
            <a:off x="2420800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CAE2B05C-3903-4E48-B4D5-2D0F8E4A96C7}"/>
              </a:ext>
            </a:extLst>
          </p:cNvPr>
          <p:cNvSpPr>
            <a:spLocks/>
          </p:cNvSpPr>
          <p:nvPr/>
        </p:nvSpPr>
        <p:spPr>
          <a:xfrm>
            <a:off x="2327135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E17448D4-324E-40AC-8307-E1ED5BD8214D}"/>
              </a:ext>
            </a:extLst>
          </p:cNvPr>
          <p:cNvSpPr>
            <a:spLocks/>
          </p:cNvSpPr>
          <p:nvPr/>
        </p:nvSpPr>
        <p:spPr>
          <a:xfrm>
            <a:off x="2406069" y="27765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8EE2FC80-533A-48D0-A780-FE9A94B54217}"/>
              </a:ext>
            </a:extLst>
          </p:cNvPr>
          <p:cNvSpPr>
            <a:spLocks/>
          </p:cNvSpPr>
          <p:nvPr/>
        </p:nvSpPr>
        <p:spPr>
          <a:xfrm>
            <a:off x="2432462" y="2915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09016A90-C47D-4995-8175-6EC2DEC87105}"/>
              </a:ext>
            </a:extLst>
          </p:cNvPr>
          <p:cNvSpPr>
            <a:spLocks/>
          </p:cNvSpPr>
          <p:nvPr/>
        </p:nvSpPr>
        <p:spPr>
          <a:xfrm>
            <a:off x="250402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19B9E019-7A37-439D-A21F-3553D9685F58}"/>
              </a:ext>
            </a:extLst>
          </p:cNvPr>
          <p:cNvSpPr>
            <a:spLocks/>
          </p:cNvSpPr>
          <p:nvPr/>
        </p:nvSpPr>
        <p:spPr>
          <a:xfrm>
            <a:off x="2600369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7FFBEAE9-B238-441C-A04E-ACC3CE424F7B}"/>
              </a:ext>
            </a:extLst>
          </p:cNvPr>
          <p:cNvSpPr>
            <a:spLocks/>
          </p:cNvSpPr>
          <p:nvPr/>
        </p:nvSpPr>
        <p:spPr>
          <a:xfrm>
            <a:off x="2354124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52EF126D-5672-4FC6-AC0B-0E26AF3C2708}"/>
              </a:ext>
            </a:extLst>
          </p:cNvPr>
          <p:cNvSpPr>
            <a:spLocks/>
          </p:cNvSpPr>
          <p:nvPr/>
        </p:nvSpPr>
        <p:spPr>
          <a:xfrm>
            <a:off x="2355508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29DB9A78-9B85-441B-909A-51FCD407ECD1}"/>
              </a:ext>
            </a:extLst>
          </p:cNvPr>
          <p:cNvSpPr>
            <a:spLocks/>
          </p:cNvSpPr>
          <p:nvPr/>
        </p:nvSpPr>
        <p:spPr>
          <a:xfrm>
            <a:off x="2583475" y="23973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F79A205D-6940-4330-99DE-0B6AE85FACC2}"/>
              </a:ext>
            </a:extLst>
          </p:cNvPr>
          <p:cNvSpPr>
            <a:spLocks/>
          </p:cNvSpPr>
          <p:nvPr/>
        </p:nvSpPr>
        <p:spPr>
          <a:xfrm>
            <a:off x="2356465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07FF4910-C0C7-4625-BBAF-9F0AABAA6F57}"/>
              </a:ext>
            </a:extLst>
          </p:cNvPr>
          <p:cNvSpPr>
            <a:spLocks/>
          </p:cNvSpPr>
          <p:nvPr/>
        </p:nvSpPr>
        <p:spPr>
          <a:xfrm>
            <a:off x="2552388" y="26729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FF81BCDF-32FD-4DB0-AC8B-DD39734F84F3}"/>
              </a:ext>
            </a:extLst>
          </p:cNvPr>
          <p:cNvSpPr>
            <a:spLocks/>
          </p:cNvSpPr>
          <p:nvPr/>
        </p:nvSpPr>
        <p:spPr>
          <a:xfrm>
            <a:off x="2345711" y="2359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37C5690D-AB4D-47AD-8316-9E70EF3361C7}"/>
              </a:ext>
            </a:extLst>
          </p:cNvPr>
          <p:cNvSpPr>
            <a:spLocks/>
          </p:cNvSpPr>
          <p:nvPr/>
        </p:nvSpPr>
        <p:spPr>
          <a:xfrm>
            <a:off x="253639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496CD1E2-6454-42AD-9FC2-32BD1951B52A}"/>
              </a:ext>
            </a:extLst>
          </p:cNvPr>
          <p:cNvSpPr>
            <a:spLocks/>
          </p:cNvSpPr>
          <p:nvPr/>
        </p:nvSpPr>
        <p:spPr>
          <a:xfrm>
            <a:off x="238995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3EA24981-1FA0-41F6-95B8-C3B8CDE8E094}"/>
              </a:ext>
            </a:extLst>
          </p:cNvPr>
          <p:cNvSpPr>
            <a:spLocks/>
          </p:cNvSpPr>
          <p:nvPr/>
        </p:nvSpPr>
        <p:spPr>
          <a:xfrm>
            <a:off x="253382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39721CCA-FAD2-401C-B58F-FC67F6CD826F}"/>
              </a:ext>
            </a:extLst>
          </p:cNvPr>
          <p:cNvSpPr>
            <a:spLocks/>
          </p:cNvSpPr>
          <p:nvPr/>
        </p:nvSpPr>
        <p:spPr>
          <a:xfrm>
            <a:off x="2401395" y="23330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A9EFC309-2AB4-4986-B3A1-CF44D24AF2DD}"/>
              </a:ext>
            </a:extLst>
          </p:cNvPr>
          <p:cNvSpPr>
            <a:spLocks/>
          </p:cNvSpPr>
          <p:nvPr/>
        </p:nvSpPr>
        <p:spPr>
          <a:xfrm>
            <a:off x="2429761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94A3D9E0-238D-4520-99C3-131425572612}"/>
              </a:ext>
            </a:extLst>
          </p:cNvPr>
          <p:cNvSpPr>
            <a:spLocks/>
          </p:cNvSpPr>
          <p:nvPr/>
        </p:nvSpPr>
        <p:spPr>
          <a:xfrm>
            <a:off x="2605547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F81FCA00-46C5-4E32-A70B-9F9C7898D379}"/>
              </a:ext>
            </a:extLst>
          </p:cNvPr>
          <p:cNvSpPr>
            <a:spLocks/>
          </p:cNvSpPr>
          <p:nvPr/>
        </p:nvSpPr>
        <p:spPr>
          <a:xfrm>
            <a:off x="2453795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90C0A5E6-36F1-40F8-8369-B5D58FB14992}"/>
              </a:ext>
            </a:extLst>
          </p:cNvPr>
          <p:cNvSpPr>
            <a:spLocks/>
          </p:cNvSpPr>
          <p:nvPr/>
        </p:nvSpPr>
        <p:spPr>
          <a:xfrm>
            <a:off x="2532721" y="261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A14DC553-A871-471E-AA9A-C3ACF48EC71A}"/>
              </a:ext>
            </a:extLst>
          </p:cNvPr>
          <p:cNvSpPr>
            <a:spLocks/>
          </p:cNvSpPr>
          <p:nvPr/>
        </p:nvSpPr>
        <p:spPr>
          <a:xfrm>
            <a:off x="247961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E0576D05-1FDC-4523-93FC-47A127C8D113}"/>
              </a:ext>
            </a:extLst>
          </p:cNvPr>
          <p:cNvSpPr>
            <a:spLocks/>
          </p:cNvSpPr>
          <p:nvPr/>
        </p:nvSpPr>
        <p:spPr>
          <a:xfrm>
            <a:off x="2369974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9197B7FC-9125-476F-841A-7E8AE6108296}"/>
              </a:ext>
            </a:extLst>
          </p:cNvPr>
          <p:cNvSpPr>
            <a:spLocks/>
          </p:cNvSpPr>
          <p:nvPr/>
        </p:nvSpPr>
        <p:spPr>
          <a:xfrm>
            <a:off x="2514283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90BDC3E3-1151-45B0-98CE-5391DD6A0D8B}"/>
              </a:ext>
            </a:extLst>
          </p:cNvPr>
          <p:cNvSpPr>
            <a:spLocks/>
          </p:cNvSpPr>
          <p:nvPr/>
        </p:nvSpPr>
        <p:spPr>
          <a:xfrm>
            <a:off x="256214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CE6A8C74-4741-4973-872A-31A6DE28BFE1}"/>
              </a:ext>
            </a:extLst>
          </p:cNvPr>
          <p:cNvSpPr>
            <a:spLocks/>
          </p:cNvSpPr>
          <p:nvPr/>
        </p:nvSpPr>
        <p:spPr>
          <a:xfrm>
            <a:off x="2530203" y="2875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A28A4540-B498-405F-9154-61DD25C393E3}"/>
              </a:ext>
            </a:extLst>
          </p:cNvPr>
          <p:cNvSpPr>
            <a:spLocks/>
          </p:cNvSpPr>
          <p:nvPr/>
        </p:nvSpPr>
        <p:spPr>
          <a:xfrm>
            <a:off x="250991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A3635724-01E3-4FD8-B9BA-14477F1CA983}"/>
              </a:ext>
            </a:extLst>
          </p:cNvPr>
          <p:cNvSpPr>
            <a:spLocks/>
          </p:cNvSpPr>
          <p:nvPr/>
        </p:nvSpPr>
        <p:spPr>
          <a:xfrm>
            <a:off x="2554432" y="33041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05A4DD68-7153-441F-A187-86D624A332CE}"/>
              </a:ext>
            </a:extLst>
          </p:cNvPr>
          <p:cNvSpPr>
            <a:spLocks/>
          </p:cNvSpPr>
          <p:nvPr/>
        </p:nvSpPr>
        <p:spPr>
          <a:xfrm>
            <a:off x="2509060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C18B6977-0755-4F95-8DC6-C08E8866C3D5}"/>
              </a:ext>
            </a:extLst>
          </p:cNvPr>
          <p:cNvSpPr>
            <a:spLocks/>
          </p:cNvSpPr>
          <p:nvPr/>
        </p:nvSpPr>
        <p:spPr>
          <a:xfrm>
            <a:off x="232865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F54576EE-20C6-498B-9BA1-6C955E68E971}"/>
              </a:ext>
            </a:extLst>
          </p:cNvPr>
          <p:cNvSpPr>
            <a:spLocks/>
          </p:cNvSpPr>
          <p:nvPr/>
        </p:nvSpPr>
        <p:spPr>
          <a:xfrm>
            <a:off x="258302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A12B72E3-1E97-482A-ACCB-B4652CB64A58}"/>
              </a:ext>
            </a:extLst>
          </p:cNvPr>
          <p:cNvSpPr>
            <a:spLocks/>
          </p:cNvSpPr>
          <p:nvPr/>
        </p:nvSpPr>
        <p:spPr>
          <a:xfrm>
            <a:off x="2415654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1B9013F7-3A28-4D57-BF26-D277074E15F3}"/>
              </a:ext>
            </a:extLst>
          </p:cNvPr>
          <p:cNvSpPr>
            <a:spLocks/>
          </p:cNvSpPr>
          <p:nvPr/>
        </p:nvSpPr>
        <p:spPr>
          <a:xfrm>
            <a:off x="250178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0FAB5D2B-D479-4651-8F90-377CAAD7DA2B}"/>
              </a:ext>
            </a:extLst>
          </p:cNvPr>
          <p:cNvSpPr>
            <a:spLocks/>
          </p:cNvSpPr>
          <p:nvPr/>
        </p:nvSpPr>
        <p:spPr>
          <a:xfrm>
            <a:off x="2458979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4E299220-1D79-464C-903C-A320C6223CE7}"/>
              </a:ext>
            </a:extLst>
          </p:cNvPr>
          <p:cNvSpPr>
            <a:spLocks/>
          </p:cNvSpPr>
          <p:nvPr/>
        </p:nvSpPr>
        <p:spPr>
          <a:xfrm>
            <a:off x="2446998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8EA3EFE3-4D57-4017-8D1E-6E2C17827171}"/>
              </a:ext>
            </a:extLst>
          </p:cNvPr>
          <p:cNvSpPr>
            <a:spLocks/>
          </p:cNvSpPr>
          <p:nvPr/>
        </p:nvSpPr>
        <p:spPr>
          <a:xfrm>
            <a:off x="2540994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02F7922E-534A-4209-AC04-30ADB9E6D90A}"/>
              </a:ext>
            </a:extLst>
          </p:cNvPr>
          <p:cNvSpPr>
            <a:spLocks/>
          </p:cNvSpPr>
          <p:nvPr/>
        </p:nvSpPr>
        <p:spPr>
          <a:xfrm>
            <a:off x="247277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EFFB79B5-81D7-4F4B-B20D-FB857848B741}"/>
              </a:ext>
            </a:extLst>
          </p:cNvPr>
          <p:cNvSpPr>
            <a:spLocks/>
          </p:cNvSpPr>
          <p:nvPr/>
        </p:nvSpPr>
        <p:spPr>
          <a:xfrm>
            <a:off x="2356867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7BF170F2-30F4-47F3-BFEF-D1F7AFAAA894}"/>
              </a:ext>
            </a:extLst>
          </p:cNvPr>
          <p:cNvSpPr>
            <a:spLocks/>
          </p:cNvSpPr>
          <p:nvPr/>
        </p:nvSpPr>
        <p:spPr>
          <a:xfrm>
            <a:off x="2547567" y="33656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74D5FA36-B7C6-43E9-BCB9-D09334D8E01A}"/>
              </a:ext>
            </a:extLst>
          </p:cNvPr>
          <p:cNvSpPr>
            <a:spLocks/>
          </p:cNvSpPr>
          <p:nvPr/>
        </p:nvSpPr>
        <p:spPr>
          <a:xfrm>
            <a:off x="242294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5943C148-E8D9-47CF-9320-76F99BEF502B}"/>
              </a:ext>
            </a:extLst>
          </p:cNvPr>
          <p:cNvSpPr>
            <a:spLocks/>
          </p:cNvSpPr>
          <p:nvPr/>
        </p:nvSpPr>
        <p:spPr>
          <a:xfrm>
            <a:off x="2377176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96633373-C012-443B-A332-E9658F513A1E}"/>
              </a:ext>
            </a:extLst>
          </p:cNvPr>
          <p:cNvSpPr>
            <a:spLocks/>
          </p:cNvSpPr>
          <p:nvPr/>
        </p:nvSpPr>
        <p:spPr>
          <a:xfrm>
            <a:off x="2360621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0051AC56-CD2D-4D5C-A605-25C3F3A472E3}"/>
              </a:ext>
            </a:extLst>
          </p:cNvPr>
          <p:cNvSpPr>
            <a:spLocks/>
          </p:cNvSpPr>
          <p:nvPr/>
        </p:nvSpPr>
        <p:spPr>
          <a:xfrm>
            <a:off x="2374224" y="36238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65D304CF-236D-424A-8759-A5B8936F682A}"/>
              </a:ext>
            </a:extLst>
          </p:cNvPr>
          <p:cNvSpPr>
            <a:spLocks/>
          </p:cNvSpPr>
          <p:nvPr/>
        </p:nvSpPr>
        <p:spPr>
          <a:xfrm>
            <a:off x="2593363" y="25717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82430A8E-7B6F-4EE6-A8E2-F04598C8D161}"/>
              </a:ext>
            </a:extLst>
          </p:cNvPr>
          <p:cNvSpPr>
            <a:spLocks/>
          </p:cNvSpPr>
          <p:nvPr/>
        </p:nvSpPr>
        <p:spPr>
          <a:xfrm>
            <a:off x="2480179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F5D4F231-D6EB-4BF0-BBE8-551450DDE5FA}"/>
              </a:ext>
            </a:extLst>
          </p:cNvPr>
          <p:cNvSpPr>
            <a:spLocks/>
          </p:cNvSpPr>
          <p:nvPr/>
        </p:nvSpPr>
        <p:spPr>
          <a:xfrm>
            <a:off x="236465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9430FF48-A57C-4940-BE3D-56039766BF11}"/>
              </a:ext>
            </a:extLst>
          </p:cNvPr>
          <p:cNvSpPr>
            <a:spLocks/>
          </p:cNvSpPr>
          <p:nvPr/>
        </p:nvSpPr>
        <p:spPr>
          <a:xfrm>
            <a:off x="2526121" y="35525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A748ECB5-251D-4532-A4DE-138067AAB126}"/>
              </a:ext>
            </a:extLst>
          </p:cNvPr>
          <p:cNvSpPr>
            <a:spLocks/>
          </p:cNvSpPr>
          <p:nvPr/>
        </p:nvSpPr>
        <p:spPr>
          <a:xfrm>
            <a:off x="2531577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7503B53E-843B-409A-9AED-AF9DC4718469}"/>
              </a:ext>
            </a:extLst>
          </p:cNvPr>
          <p:cNvSpPr>
            <a:spLocks/>
          </p:cNvSpPr>
          <p:nvPr/>
        </p:nvSpPr>
        <p:spPr>
          <a:xfrm>
            <a:off x="2603154" y="33224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255E7A56-42B7-47BC-B671-579F9C1968AA}"/>
              </a:ext>
            </a:extLst>
          </p:cNvPr>
          <p:cNvSpPr>
            <a:spLocks/>
          </p:cNvSpPr>
          <p:nvPr/>
        </p:nvSpPr>
        <p:spPr>
          <a:xfrm>
            <a:off x="2338117" y="3546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5B4127F1-10AF-4347-A4B8-2C28B4420215}"/>
              </a:ext>
            </a:extLst>
          </p:cNvPr>
          <p:cNvSpPr>
            <a:spLocks/>
          </p:cNvSpPr>
          <p:nvPr/>
        </p:nvSpPr>
        <p:spPr>
          <a:xfrm>
            <a:off x="2429720" y="2934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E1F72B0E-5812-4FFE-AEBA-EFA5A9B94012}"/>
              </a:ext>
            </a:extLst>
          </p:cNvPr>
          <p:cNvSpPr>
            <a:spLocks/>
          </p:cNvSpPr>
          <p:nvPr/>
        </p:nvSpPr>
        <p:spPr>
          <a:xfrm>
            <a:off x="243955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B186C754-607C-4374-9DC0-933078CF6372}"/>
              </a:ext>
            </a:extLst>
          </p:cNvPr>
          <p:cNvSpPr>
            <a:spLocks/>
          </p:cNvSpPr>
          <p:nvPr/>
        </p:nvSpPr>
        <p:spPr>
          <a:xfrm>
            <a:off x="2483230" y="20138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04E2C544-5E11-424E-9EB4-07DBB62C7D35}"/>
              </a:ext>
            </a:extLst>
          </p:cNvPr>
          <p:cNvSpPr>
            <a:spLocks/>
          </p:cNvSpPr>
          <p:nvPr/>
        </p:nvSpPr>
        <p:spPr>
          <a:xfrm>
            <a:off x="246722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F9E91246-C9E2-41BD-81F7-DD714E5D3E36}"/>
              </a:ext>
            </a:extLst>
          </p:cNvPr>
          <p:cNvSpPr>
            <a:spLocks/>
          </p:cNvSpPr>
          <p:nvPr/>
        </p:nvSpPr>
        <p:spPr>
          <a:xfrm>
            <a:off x="2398749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BE5A9FEC-F2AA-4467-8C38-5C225C619E19}"/>
              </a:ext>
            </a:extLst>
          </p:cNvPr>
          <p:cNvSpPr>
            <a:spLocks/>
          </p:cNvSpPr>
          <p:nvPr/>
        </p:nvSpPr>
        <p:spPr>
          <a:xfrm>
            <a:off x="254695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ACC885E6-CD7F-43C4-9749-A6B5935EF1F5}"/>
              </a:ext>
            </a:extLst>
          </p:cNvPr>
          <p:cNvSpPr>
            <a:spLocks/>
          </p:cNvSpPr>
          <p:nvPr/>
        </p:nvSpPr>
        <p:spPr>
          <a:xfrm>
            <a:off x="2340143" y="31783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852D9251-A988-409A-9648-59B8A197D0CD}"/>
              </a:ext>
            </a:extLst>
          </p:cNvPr>
          <p:cNvSpPr>
            <a:spLocks/>
          </p:cNvSpPr>
          <p:nvPr/>
        </p:nvSpPr>
        <p:spPr>
          <a:xfrm>
            <a:off x="2510689" y="27640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F35AEF0B-720F-4F49-AA60-97009778A36F}"/>
              </a:ext>
            </a:extLst>
          </p:cNvPr>
          <p:cNvSpPr>
            <a:spLocks/>
          </p:cNvSpPr>
          <p:nvPr/>
        </p:nvSpPr>
        <p:spPr>
          <a:xfrm>
            <a:off x="2473422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CC57E808-87A2-4425-B84D-5E28B7CDB638}"/>
              </a:ext>
            </a:extLst>
          </p:cNvPr>
          <p:cNvSpPr>
            <a:spLocks/>
          </p:cNvSpPr>
          <p:nvPr/>
        </p:nvSpPr>
        <p:spPr>
          <a:xfrm>
            <a:off x="2470890" y="24981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C867E9CC-AECC-420B-953B-45EA08EBFA6F}"/>
              </a:ext>
            </a:extLst>
          </p:cNvPr>
          <p:cNvSpPr>
            <a:spLocks/>
          </p:cNvSpPr>
          <p:nvPr/>
        </p:nvSpPr>
        <p:spPr>
          <a:xfrm>
            <a:off x="242525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F2B0A9C2-1006-4653-AB23-88CFC14644F1}"/>
              </a:ext>
            </a:extLst>
          </p:cNvPr>
          <p:cNvSpPr>
            <a:spLocks/>
          </p:cNvSpPr>
          <p:nvPr/>
        </p:nvSpPr>
        <p:spPr>
          <a:xfrm>
            <a:off x="2538888" y="3405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00E656BB-276B-4B2A-8438-1C4307B6624A}"/>
              </a:ext>
            </a:extLst>
          </p:cNvPr>
          <p:cNvSpPr>
            <a:spLocks/>
          </p:cNvSpPr>
          <p:nvPr/>
        </p:nvSpPr>
        <p:spPr>
          <a:xfrm>
            <a:off x="241846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D45586E7-2130-490F-9194-0D79FB718D57}"/>
              </a:ext>
            </a:extLst>
          </p:cNvPr>
          <p:cNvSpPr>
            <a:spLocks/>
          </p:cNvSpPr>
          <p:nvPr/>
        </p:nvSpPr>
        <p:spPr>
          <a:xfrm>
            <a:off x="2419683" y="32086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996E6E29-8906-4C77-9A98-FD699AADF60D}"/>
              </a:ext>
            </a:extLst>
          </p:cNvPr>
          <p:cNvSpPr>
            <a:spLocks/>
          </p:cNvSpPr>
          <p:nvPr/>
        </p:nvSpPr>
        <p:spPr>
          <a:xfrm>
            <a:off x="2478997" y="25717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C4D0D2C9-963D-4760-8E40-893928A2B789}"/>
              </a:ext>
            </a:extLst>
          </p:cNvPr>
          <p:cNvSpPr>
            <a:spLocks/>
          </p:cNvSpPr>
          <p:nvPr/>
        </p:nvSpPr>
        <p:spPr>
          <a:xfrm>
            <a:off x="250263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1C2F8481-E005-48BD-A682-52BCE800922D}"/>
              </a:ext>
            </a:extLst>
          </p:cNvPr>
          <p:cNvSpPr>
            <a:spLocks/>
          </p:cNvSpPr>
          <p:nvPr/>
        </p:nvSpPr>
        <p:spPr>
          <a:xfrm>
            <a:off x="2524298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E2735764-CF88-426B-AEE6-C29FE3E07CBB}"/>
              </a:ext>
            </a:extLst>
          </p:cNvPr>
          <p:cNvSpPr>
            <a:spLocks/>
          </p:cNvSpPr>
          <p:nvPr/>
        </p:nvSpPr>
        <p:spPr>
          <a:xfrm>
            <a:off x="248043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300E4405-14D5-4B24-B45F-90CF7C8C1108}"/>
              </a:ext>
            </a:extLst>
          </p:cNvPr>
          <p:cNvSpPr>
            <a:spLocks/>
          </p:cNvSpPr>
          <p:nvPr/>
        </p:nvSpPr>
        <p:spPr>
          <a:xfrm>
            <a:off x="236935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04EF955A-E23F-4619-AF35-1ADC225A7989}"/>
              </a:ext>
            </a:extLst>
          </p:cNvPr>
          <p:cNvSpPr>
            <a:spLocks/>
          </p:cNvSpPr>
          <p:nvPr/>
        </p:nvSpPr>
        <p:spPr>
          <a:xfrm>
            <a:off x="2428088" y="28859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3F838209-1BAA-4CA9-AFA2-4B8AE3A2B714}"/>
              </a:ext>
            </a:extLst>
          </p:cNvPr>
          <p:cNvSpPr>
            <a:spLocks/>
          </p:cNvSpPr>
          <p:nvPr/>
        </p:nvSpPr>
        <p:spPr>
          <a:xfrm>
            <a:off x="2594305" y="26009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65B7BDE0-2489-4D58-B3CC-A2909F9916B6}"/>
              </a:ext>
            </a:extLst>
          </p:cNvPr>
          <p:cNvSpPr>
            <a:spLocks/>
          </p:cNvSpPr>
          <p:nvPr/>
        </p:nvSpPr>
        <p:spPr>
          <a:xfrm>
            <a:off x="2417133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FFAF428D-5B75-4318-B57F-976C0AA89B73}"/>
              </a:ext>
            </a:extLst>
          </p:cNvPr>
          <p:cNvSpPr>
            <a:spLocks/>
          </p:cNvSpPr>
          <p:nvPr/>
        </p:nvSpPr>
        <p:spPr>
          <a:xfrm>
            <a:off x="2347334" y="26776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A283F906-FD40-42CC-BB7C-88CD284B3B1C}"/>
              </a:ext>
            </a:extLst>
          </p:cNvPr>
          <p:cNvSpPr>
            <a:spLocks/>
          </p:cNvSpPr>
          <p:nvPr/>
        </p:nvSpPr>
        <p:spPr>
          <a:xfrm>
            <a:off x="2588879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83C0E7D3-542C-4371-9970-D24A23D21DDD}"/>
              </a:ext>
            </a:extLst>
          </p:cNvPr>
          <p:cNvSpPr>
            <a:spLocks/>
          </p:cNvSpPr>
          <p:nvPr/>
        </p:nvSpPr>
        <p:spPr>
          <a:xfrm>
            <a:off x="247299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93FA67B9-9C9B-4383-BED5-206C92F75421}"/>
              </a:ext>
            </a:extLst>
          </p:cNvPr>
          <p:cNvSpPr>
            <a:spLocks/>
          </p:cNvSpPr>
          <p:nvPr/>
        </p:nvSpPr>
        <p:spPr>
          <a:xfrm>
            <a:off x="2588711" y="3439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B515BECC-62B8-4502-9DC4-A61A1980EF21}"/>
              </a:ext>
            </a:extLst>
          </p:cNvPr>
          <p:cNvSpPr>
            <a:spLocks/>
          </p:cNvSpPr>
          <p:nvPr/>
        </p:nvSpPr>
        <p:spPr>
          <a:xfrm>
            <a:off x="2352129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013A810-E5B1-4A8D-97B8-E92FBA4334F0}"/>
              </a:ext>
            </a:extLst>
          </p:cNvPr>
          <p:cNvSpPr>
            <a:spLocks/>
          </p:cNvSpPr>
          <p:nvPr/>
        </p:nvSpPr>
        <p:spPr>
          <a:xfrm>
            <a:off x="250503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5FDF4CE7-AC0B-4075-B6E4-4102E9769A3F}"/>
              </a:ext>
            </a:extLst>
          </p:cNvPr>
          <p:cNvSpPr>
            <a:spLocks/>
          </p:cNvSpPr>
          <p:nvPr/>
        </p:nvSpPr>
        <p:spPr>
          <a:xfrm>
            <a:off x="236805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593F0077-578D-4000-B480-D756CB675BBC}"/>
              </a:ext>
            </a:extLst>
          </p:cNvPr>
          <p:cNvSpPr>
            <a:spLocks/>
          </p:cNvSpPr>
          <p:nvPr/>
        </p:nvSpPr>
        <p:spPr>
          <a:xfrm>
            <a:off x="253454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69A58204-9EBD-4917-9447-0EAC9D1DD200}"/>
              </a:ext>
            </a:extLst>
          </p:cNvPr>
          <p:cNvSpPr>
            <a:spLocks/>
          </p:cNvSpPr>
          <p:nvPr/>
        </p:nvSpPr>
        <p:spPr>
          <a:xfrm>
            <a:off x="2520683" y="3298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771C6A13-2C7D-4054-B6D0-11095BEC98F8}"/>
              </a:ext>
            </a:extLst>
          </p:cNvPr>
          <p:cNvSpPr>
            <a:spLocks/>
          </p:cNvSpPr>
          <p:nvPr/>
        </p:nvSpPr>
        <p:spPr>
          <a:xfrm>
            <a:off x="2355530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0A74DF3E-68EB-4B74-89CE-F8F638EA43D3}"/>
              </a:ext>
            </a:extLst>
          </p:cNvPr>
          <p:cNvSpPr>
            <a:spLocks/>
          </p:cNvSpPr>
          <p:nvPr/>
        </p:nvSpPr>
        <p:spPr>
          <a:xfrm>
            <a:off x="2540785" y="3503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B71469EA-0539-4FBA-AB2D-5D8D8F160303}"/>
              </a:ext>
            </a:extLst>
          </p:cNvPr>
          <p:cNvSpPr>
            <a:spLocks/>
          </p:cNvSpPr>
          <p:nvPr/>
        </p:nvSpPr>
        <p:spPr>
          <a:xfrm>
            <a:off x="1097756" y="1722120"/>
            <a:ext cx="191" cy="1928910"/>
          </a:xfrm>
          <a:custGeom>
            <a:avLst/>
            <a:gdLst/>
            <a:ahLst/>
            <a:cxnLst/>
            <a:rect l="0" t="0" r="0" b="0"/>
            <a:pathLst>
              <a:path w="191" h="1928910">
                <a:moveTo>
                  <a:pt x="0" y="1928910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DC35B622-0295-447F-A43B-EFA328BF7FEF}"/>
              </a:ext>
            </a:extLst>
          </p:cNvPr>
          <p:cNvSpPr>
            <a:spLocks/>
          </p:cNvSpPr>
          <p:nvPr/>
        </p:nvSpPr>
        <p:spPr>
          <a:xfrm>
            <a:off x="1097756" y="3651030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578">
            <a:extLst>
              <a:ext uri="{FF2B5EF4-FFF2-40B4-BE49-F238E27FC236}">
                <a16:creationId xmlns:a16="http://schemas.microsoft.com/office/drawing/2014/main" id="{E1F235A4-C018-4DCD-9AEA-4F46AA8E8506}"/>
              </a:ext>
            </a:extLst>
          </p:cNvPr>
          <p:cNvSpPr>
            <a:spLocks/>
          </p:cNvSpPr>
          <p:nvPr/>
        </p:nvSpPr>
        <p:spPr>
          <a:xfrm>
            <a:off x="618927" y="1408719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579">
            <a:extLst>
              <a:ext uri="{FF2B5EF4-FFF2-40B4-BE49-F238E27FC236}">
                <a16:creationId xmlns:a16="http://schemas.microsoft.com/office/drawing/2014/main" id="{1C5C72DC-8583-4CF8-A7F9-A8BFCD69B377}"/>
              </a:ext>
            </a:extLst>
          </p:cNvPr>
          <p:cNvSpPr>
            <a:spLocks/>
          </p:cNvSpPr>
          <p:nvPr/>
        </p:nvSpPr>
        <p:spPr>
          <a:xfrm>
            <a:off x="1097756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EA779681-3FB3-4FFD-9B73-88D9FBE1106D}"/>
              </a:ext>
            </a:extLst>
          </p:cNvPr>
          <p:cNvSpPr>
            <a:spLocks/>
          </p:cNvSpPr>
          <p:nvPr/>
        </p:nvSpPr>
        <p:spPr>
          <a:xfrm>
            <a:off x="1584705" y="3301526"/>
            <a:ext cx="191" cy="140766"/>
          </a:xfrm>
          <a:custGeom>
            <a:avLst/>
            <a:gdLst/>
            <a:ahLst/>
            <a:cxnLst/>
            <a:rect l="0" t="0" r="0" b="0"/>
            <a:pathLst>
              <a:path w="191" h="140766">
                <a:moveTo>
                  <a:pt x="0" y="14076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69725C3F-BDFC-4525-8FD3-F2DECB9A3F84}"/>
              </a:ext>
            </a:extLst>
          </p:cNvPr>
          <p:cNvSpPr>
            <a:spLocks/>
          </p:cNvSpPr>
          <p:nvPr/>
        </p:nvSpPr>
        <p:spPr>
          <a:xfrm>
            <a:off x="1500426" y="3442292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373594FA-42F8-499C-8339-18C71CFCC12D}"/>
              </a:ext>
            </a:extLst>
          </p:cNvPr>
          <p:cNvSpPr>
            <a:spLocks/>
          </p:cNvSpPr>
          <p:nvPr/>
        </p:nvSpPr>
        <p:spPr>
          <a:xfrm>
            <a:off x="1500426" y="3301526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6F1CB0E0-53D4-4190-A9C4-8ACB310A0595}"/>
              </a:ext>
            </a:extLst>
          </p:cNvPr>
          <p:cNvSpPr>
            <a:spLocks/>
          </p:cNvSpPr>
          <p:nvPr/>
        </p:nvSpPr>
        <p:spPr>
          <a:xfrm>
            <a:off x="2034197" y="2741144"/>
            <a:ext cx="191" cy="191969"/>
          </a:xfrm>
          <a:custGeom>
            <a:avLst/>
            <a:gdLst/>
            <a:ahLst/>
            <a:cxnLst/>
            <a:rect l="0" t="0" r="0" b="0"/>
            <a:pathLst>
              <a:path w="191" h="191969">
                <a:moveTo>
                  <a:pt x="0" y="19196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0E671F2B-925F-47D2-8B2E-1BE6BCA45969}"/>
              </a:ext>
            </a:extLst>
          </p:cNvPr>
          <p:cNvSpPr>
            <a:spLocks/>
          </p:cNvSpPr>
          <p:nvPr/>
        </p:nvSpPr>
        <p:spPr>
          <a:xfrm>
            <a:off x="1949917" y="2933112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4859E105-5CB0-4A94-8F4A-82AE5C6DEAF9}"/>
              </a:ext>
            </a:extLst>
          </p:cNvPr>
          <p:cNvSpPr>
            <a:spLocks/>
          </p:cNvSpPr>
          <p:nvPr/>
        </p:nvSpPr>
        <p:spPr>
          <a:xfrm>
            <a:off x="1949917" y="2741144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CD0FF6E9-0B0E-4DB5-A89C-FE38EB9F3B80}"/>
              </a:ext>
            </a:extLst>
          </p:cNvPr>
          <p:cNvSpPr>
            <a:spLocks/>
          </p:cNvSpPr>
          <p:nvPr/>
        </p:nvSpPr>
        <p:spPr>
          <a:xfrm>
            <a:off x="2483688" y="2535011"/>
            <a:ext cx="191" cy="202796"/>
          </a:xfrm>
          <a:custGeom>
            <a:avLst/>
            <a:gdLst/>
            <a:ahLst/>
            <a:cxnLst/>
            <a:rect l="0" t="0" r="0" b="0"/>
            <a:pathLst>
              <a:path w="191" h="202796">
                <a:moveTo>
                  <a:pt x="0" y="20279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B06BBE2A-1C9C-46C7-9E26-DD46E68D24A5}"/>
              </a:ext>
            </a:extLst>
          </p:cNvPr>
          <p:cNvSpPr>
            <a:spLocks/>
          </p:cNvSpPr>
          <p:nvPr/>
        </p:nvSpPr>
        <p:spPr>
          <a:xfrm>
            <a:off x="2399408" y="2737807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B1BA95A2-6206-43BB-83C0-DD4BA1D3CB53}"/>
              </a:ext>
            </a:extLst>
          </p:cNvPr>
          <p:cNvSpPr>
            <a:spLocks/>
          </p:cNvSpPr>
          <p:nvPr/>
        </p:nvSpPr>
        <p:spPr>
          <a:xfrm>
            <a:off x="2399408" y="2535011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2FC1B8D4-3700-46C7-BDF3-66203B3D3AAD}"/>
              </a:ext>
            </a:extLst>
          </p:cNvPr>
          <p:cNvSpPr>
            <a:spLocks/>
          </p:cNvSpPr>
          <p:nvPr/>
        </p:nvSpPr>
        <p:spPr>
          <a:xfrm>
            <a:off x="1425510" y="3374801"/>
            <a:ext cx="318390" cy="191"/>
          </a:xfrm>
          <a:custGeom>
            <a:avLst/>
            <a:gdLst/>
            <a:ahLst/>
            <a:cxnLst/>
            <a:rect l="0" t="0" r="0" b="0"/>
            <a:pathLst>
              <a:path w="318390" h="191">
                <a:moveTo>
                  <a:pt x="0" y="0"/>
                </a:moveTo>
                <a:lnTo>
                  <a:pt x="318390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8A18F6E1-D9CC-46BB-8B86-1C1B8C48B015}"/>
              </a:ext>
            </a:extLst>
          </p:cNvPr>
          <p:cNvSpPr>
            <a:spLocks/>
          </p:cNvSpPr>
          <p:nvPr/>
        </p:nvSpPr>
        <p:spPr>
          <a:xfrm>
            <a:off x="1875002" y="2837589"/>
            <a:ext cx="318390" cy="191"/>
          </a:xfrm>
          <a:custGeom>
            <a:avLst/>
            <a:gdLst/>
            <a:ahLst/>
            <a:cxnLst/>
            <a:rect l="0" t="0" r="0" b="0"/>
            <a:pathLst>
              <a:path w="318390" h="191">
                <a:moveTo>
                  <a:pt x="0" y="0"/>
                </a:moveTo>
                <a:lnTo>
                  <a:pt x="318390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25202A10-A566-4F17-B0AA-F8734DB54E95}"/>
              </a:ext>
            </a:extLst>
          </p:cNvPr>
          <p:cNvSpPr>
            <a:spLocks/>
          </p:cNvSpPr>
          <p:nvPr/>
        </p:nvSpPr>
        <p:spPr>
          <a:xfrm>
            <a:off x="2324493" y="2636403"/>
            <a:ext cx="318390" cy="191"/>
          </a:xfrm>
          <a:custGeom>
            <a:avLst/>
            <a:gdLst/>
            <a:ahLst/>
            <a:cxnLst/>
            <a:rect l="0" t="0" r="0" b="0"/>
            <a:pathLst>
              <a:path w="318390" h="191">
                <a:moveTo>
                  <a:pt x="0" y="0"/>
                </a:moveTo>
                <a:lnTo>
                  <a:pt x="318390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8405568D-42D9-4E83-8093-5AF6409724EF}"/>
              </a:ext>
            </a:extLst>
          </p:cNvPr>
          <p:cNvSpPr>
            <a:spLocks/>
          </p:cNvSpPr>
          <p:nvPr/>
        </p:nvSpPr>
        <p:spPr>
          <a:xfrm>
            <a:off x="4188010" y="1722120"/>
            <a:ext cx="1872881" cy="1928910"/>
          </a:xfrm>
          <a:custGeom>
            <a:avLst/>
            <a:gdLst/>
            <a:ahLst/>
            <a:cxnLst/>
            <a:rect l="0" t="0" r="0" b="0"/>
            <a:pathLst>
              <a:path w="1872881" h="1928910">
                <a:moveTo>
                  <a:pt x="0" y="1928910"/>
                </a:moveTo>
                <a:lnTo>
                  <a:pt x="1872881" y="1928910"/>
                </a:lnTo>
                <a:lnTo>
                  <a:pt x="1872881" y="0"/>
                </a:lnTo>
                <a:lnTo>
                  <a:pt x="0" y="0"/>
                </a:lnTo>
                <a:lnTo>
                  <a:pt x="0" y="192891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565648F4-3B62-47A0-B34A-15B0111866A7}"/>
              </a:ext>
            </a:extLst>
          </p:cNvPr>
          <p:cNvSpPr>
            <a:spLocks/>
          </p:cNvSpPr>
          <p:nvPr/>
        </p:nvSpPr>
        <p:spPr>
          <a:xfrm>
            <a:off x="4605611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594">
            <a:extLst>
              <a:ext uri="{FF2B5EF4-FFF2-40B4-BE49-F238E27FC236}">
                <a16:creationId xmlns:a16="http://schemas.microsoft.com/office/drawing/2014/main" id="{3857EBA2-F537-4F56-AE0B-98E311D8AC73}"/>
              </a:ext>
            </a:extLst>
          </p:cNvPr>
          <p:cNvSpPr>
            <a:spLocks/>
          </p:cNvSpPr>
          <p:nvPr/>
        </p:nvSpPr>
        <p:spPr>
          <a:xfrm>
            <a:off x="4245512" y="37877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96" name="text_595">
            <a:extLst>
              <a:ext uri="{FF2B5EF4-FFF2-40B4-BE49-F238E27FC236}">
                <a16:creationId xmlns:a16="http://schemas.microsoft.com/office/drawing/2014/main" id="{50A0CACD-D51C-4583-8732-AB814E573016}"/>
              </a:ext>
            </a:extLst>
          </p:cNvPr>
          <p:cNvSpPr>
            <a:spLocks/>
          </p:cNvSpPr>
          <p:nvPr/>
        </p:nvSpPr>
        <p:spPr>
          <a:xfrm>
            <a:off x="4369558" y="391466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D3BC4E19-830D-48C6-8DBD-BA1274DBFB2B}"/>
              </a:ext>
            </a:extLst>
          </p:cNvPr>
          <p:cNvSpPr>
            <a:spLocks/>
          </p:cNvSpPr>
          <p:nvPr/>
        </p:nvSpPr>
        <p:spPr>
          <a:xfrm>
            <a:off x="5643289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8" name="text_597">
            <a:extLst>
              <a:ext uri="{FF2B5EF4-FFF2-40B4-BE49-F238E27FC236}">
                <a16:creationId xmlns:a16="http://schemas.microsoft.com/office/drawing/2014/main" id="{7FA36DDE-55AE-4DA6-986C-CAA81116F0C2}"/>
              </a:ext>
            </a:extLst>
          </p:cNvPr>
          <p:cNvSpPr>
            <a:spLocks/>
          </p:cNvSpPr>
          <p:nvPr/>
        </p:nvSpPr>
        <p:spPr>
          <a:xfrm>
            <a:off x="5283189" y="37877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99" name="text_598">
            <a:extLst>
              <a:ext uri="{FF2B5EF4-FFF2-40B4-BE49-F238E27FC236}">
                <a16:creationId xmlns:a16="http://schemas.microsoft.com/office/drawing/2014/main" id="{AB736BDA-7A64-4A27-88FD-B759800296E7}"/>
              </a:ext>
            </a:extLst>
          </p:cNvPr>
          <p:cNvSpPr>
            <a:spLocks/>
          </p:cNvSpPr>
          <p:nvPr/>
        </p:nvSpPr>
        <p:spPr>
          <a:xfrm>
            <a:off x="5502383" y="391466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4EC70A8E-72B5-4B53-97B4-96D65E8B2D3F}"/>
              </a:ext>
            </a:extLst>
          </p:cNvPr>
          <p:cNvSpPr>
            <a:spLocks/>
          </p:cNvSpPr>
          <p:nvPr/>
        </p:nvSpPr>
        <p:spPr>
          <a:xfrm>
            <a:off x="4188010" y="3651030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2DEE4C26-DC2E-46BF-9DFB-658FE5EA2CA1}"/>
              </a:ext>
            </a:extLst>
          </p:cNvPr>
          <p:cNvSpPr>
            <a:spLocks/>
          </p:cNvSpPr>
          <p:nvPr/>
        </p:nvSpPr>
        <p:spPr>
          <a:xfrm>
            <a:off x="4143674" y="36510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02" name="text_601">
            <a:extLst>
              <a:ext uri="{FF2B5EF4-FFF2-40B4-BE49-F238E27FC236}">
                <a16:creationId xmlns:a16="http://schemas.microsoft.com/office/drawing/2014/main" id="{98C7D029-1F10-4318-B77C-486876A48191}"/>
              </a:ext>
            </a:extLst>
          </p:cNvPr>
          <p:cNvSpPr>
            <a:spLocks/>
          </p:cNvSpPr>
          <p:nvPr/>
        </p:nvSpPr>
        <p:spPr>
          <a:xfrm>
            <a:off x="3919950" y="359358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8A1BD658-021F-430A-AF9B-6A05327626FF}"/>
              </a:ext>
            </a:extLst>
          </p:cNvPr>
          <p:cNvSpPr>
            <a:spLocks/>
          </p:cNvSpPr>
          <p:nvPr/>
        </p:nvSpPr>
        <p:spPr>
          <a:xfrm>
            <a:off x="4188010" y="2741167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3B62F509-93E2-4718-8451-5236AA83322D}"/>
              </a:ext>
            </a:extLst>
          </p:cNvPr>
          <p:cNvSpPr>
            <a:spLocks/>
          </p:cNvSpPr>
          <p:nvPr/>
        </p:nvSpPr>
        <p:spPr>
          <a:xfrm>
            <a:off x="4143674" y="27411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05" name="text_604">
            <a:extLst>
              <a:ext uri="{FF2B5EF4-FFF2-40B4-BE49-F238E27FC236}">
                <a16:creationId xmlns:a16="http://schemas.microsoft.com/office/drawing/2014/main" id="{0E1B9B4B-49DE-4911-88C2-907232D42493}"/>
              </a:ext>
            </a:extLst>
          </p:cNvPr>
          <p:cNvSpPr>
            <a:spLocks/>
          </p:cNvSpPr>
          <p:nvPr/>
        </p:nvSpPr>
        <p:spPr>
          <a:xfrm>
            <a:off x="3919950" y="268371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C5DF3F77-C25F-4571-BE13-19DAF2C626C2}"/>
              </a:ext>
            </a:extLst>
          </p:cNvPr>
          <p:cNvSpPr>
            <a:spLocks/>
          </p:cNvSpPr>
          <p:nvPr/>
        </p:nvSpPr>
        <p:spPr>
          <a:xfrm>
            <a:off x="4188010" y="1831304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1C69EDCF-3116-4B21-B7C1-5A7E03A540A6}"/>
              </a:ext>
            </a:extLst>
          </p:cNvPr>
          <p:cNvSpPr>
            <a:spLocks/>
          </p:cNvSpPr>
          <p:nvPr/>
        </p:nvSpPr>
        <p:spPr>
          <a:xfrm>
            <a:off x="4143674" y="183130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08" name="text_607">
            <a:extLst>
              <a:ext uri="{FF2B5EF4-FFF2-40B4-BE49-F238E27FC236}">
                <a16:creationId xmlns:a16="http://schemas.microsoft.com/office/drawing/2014/main" id="{C41346FD-7C41-4448-BFC4-3AEB154B649A}"/>
              </a:ext>
            </a:extLst>
          </p:cNvPr>
          <p:cNvSpPr>
            <a:spLocks/>
          </p:cNvSpPr>
          <p:nvPr/>
        </p:nvSpPr>
        <p:spPr>
          <a:xfrm>
            <a:off x="3919950" y="177385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09" name="text_608">
            <a:extLst>
              <a:ext uri="{FF2B5EF4-FFF2-40B4-BE49-F238E27FC236}">
                <a16:creationId xmlns:a16="http://schemas.microsoft.com/office/drawing/2014/main" id="{BDDD77C2-E04A-41AD-98E5-224F19ECF63F}"/>
              </a:ext>
            </a:extLst>
          </p:cNvPr>
          <p:cNvSpPr>
            <a:spLocks/>
          </p:cNvSpPr>
          <p:nvPr/>
        </p:nvSpPr>
        <p:spPr>
          <a:xfrm rot="-5400000">
            <a:off x="3650742" y="2602337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65C0C688-367A-4526-9A54-83BA8D473E41}"/>
              </a:ext>
            </a:extLst>
          </p:cNvPr>
          <p:cNvSpPr>
            <a:spLocks/>
          </p:cNvSpPr>
          <p:nvPr/>
        </p:nvSpPr>
        <p:spPr>
          <a:xfrm>
            <a:off x="4258875" y="1831304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87288" y="1819727"/>
                </a:moveTo>
                <a:lnTo>
                  <a:pt x="0" y="1819727"/>
                </a:lnTo>
                <a:lnTo>
                  <a:pt x="989" y="1808354"/>
                </a:lnTo>
                <a:lnTo>
                  <a:pt x="3886" y="1796980"/>
                </a:lnTo>
                <a:lnTo>
                  <a:pt x="8492" y="1785607"/>
                </a:lnTo>
                <a:lnTo>
                  <a:pt x="14497" y="1774234"/>
                </a:lnTo>
                <a:lnTo>
                  <a:pt x="21519" y="1762860"/>
                </a:lnTo>
                <a:lnTo>
                  <a:pt x="29138" y="1751487"/>
                </a:lnTo>
                <a:lnTo>
                  <a:pt x="36942" y="1740114"/>
                </a:lnTo>
                <a:lnTo>
                  <a:pt x="44557" y="1728741"/>
                </a:lnTo>
                <a:lnTo>
                  <a:pt x="51678" y="1717367"/>
                </a:lnTo>
                <a:lnTo>
                  <a:pt x="58081" y="1705994"/>
                </a:lnTo>
                <a:lnTo>
                  <a:pt x="63628" y="1694621"/>
                </a:lnTo>
                <a:lnTo>
                  <a:pt x="68265" y="1683247"/>
                </a:lnTo>
                <a:lnTo>
                  <a:pt x="72005" y="1671874"/>
                </a:lnTo>
                <a:lnTo>
                  <a:pt x="74916" y="1660501"/>
                </a:lnTo>
                <a:lnTo>
                  <a:pt x="77099" y="1649127"/>
                </a:lnTo>
                <a:lnTo>
                  <a:pt x="78676" y="1637754"/>
                </a:lnTo>
                <a:lnTo>
                  <a:pt x="79773" y="1626381"/>
                </a:lnTo>
                <a:lnTo>
                  <a:pt x="80511" y="1615008"/>
                </a:lnTo>
                <a:lnTo>
                  <a:pt x="80996" y="1603634"/>
                </a:lnTo>
                <a:lnTo>
                  <a:pt x="81320" y="1592261"/>
                </a:lnTo>
                <a:lnTo>
                  <a:pt x="81557" y="1580888"/>
                </a:lnTo>
                <a:lnTo>
                  <a:pt x="81763" y="1569514"/>
                </a:lnTo>
                <a:lnTo>
                  <a:pt x="81978" y="1558141"/>
                </a:lnTo>
                <a:lnTo>
                  <a:pt x="82227" y="1546768"/>
                </a:lnTo>
                <a:lnTo>
                  <a:pt x="82526" y="1535395"/>
                </a:lnTo>
                <a:lnTo>
                  <a:pt x="82880" y="1524021"/>
                </a:lnTo>
                <a:lnTo>
                  <a:pt x="83285" y="1512648"/>
                </a:lnTo>
                <a:lnTo>
                  <a:pt x="83732" y="1501275"/>
                </a:lnTo>
                <a:lnTo>
                  <a:pt x="84210" y="1489901"/>
                </a:lnTo>
                <a:lnTo>
                  <a:pt x="84704" y="1478528"/>
                </a:lnTo>
                <a:lnTo>
                  <a:pt x="85196" y="1467155"/>
                </a:lnTo>
                <a:lnTo>
                  <a:pt x="85670" y="1455782"/>
                </a:lnTo>
                <a:lnTo>
                  <a:pt x="86111" y="1444408"/>
                </a:lnTo>
                <a:lnTo>
                  <a:pt x="86506" y="1433035"/>
                </a:lnTo>
                <a:lnTo>
                  <a:pt x="86845" y="1421662"/>
                </a:lnTo>
                <a:lnTo>
                  <a:pt x="87121" y="1410288"/>
                </a:lnTo>
                <a:lnTo>
                  <a:pt x="87331" y="1398915"/>
                </a:lnTo>
                <a:lnTo>
                  <a:pt x="87476" y="1387542"/>
                </a:lnTo>
                <a:lnTo>
                  <a:pt x="87559" y="1376168"/>
                </a:lnTo>
                <a:lnTo>
                  <a:pt x="87587" y="1364795"/>
                </a:lnTo>
                <a:lnTo>
                  <a:pt x="87570" y="1353422"/>
                </a:lnTo>
                <a:lnTo>
                  <a:pt x="87517" y="1342049"/>
                </a:lnTo>
                <a:lnTo>
                  <a:pt x="87439" y="1330675"/>
                </a:lnTo>
                <a:lnTo>
                  <a:pt x="87347" y="1319302"/>
                </a:lnTo>
                <a:lnTo>
                  <a:pt x="87252" y="1307929"/>
                </a:lnTo>
                <a:lnTo>
                  <a:pt x="87164" y="1296555"/>
                </a:lnTo>
                <a:lnTo>
                  <a:pt x="87091" y="1285182"/>
                </a:lnTo>
                <a:lnTo>
                  <a:pt x="87042" y="1273809"/>
                </a:lnTo>
                <a:lnTo>
                  <a:pt x="87021" y="1262436"/>
                </a:lnTo>
                <a:lnTo>
                  <a:pt x="87034" y="1251062"/>
                </a:lnTo>
                <a:lnTo>
                  <a:pt x="87082" y="1239689"/>
                </a:lnTo>
                <a:lnTo>
                  <a:pt x="87165" y="1228316"/>
                </a:lnTo>
                <a:lnTo>
                  <a:pt x="87281" y="1216942"/>
                </a:lnTo>
                <a:lnTo>
                  <a:pt x="87426" y="1205569"/>
                </a:lnTo>
                <a:lnTo>
                  <a:pt x="87593" y="1194196"/>
                </a:lnTo>
                <a:lnTo>
                  <a:pt x="87777" y="1182822"/>
                </a:lnTo>
                <a:lnTo>
                  <a:pt x="87971" y="1171449"/>
                </a:lnTo>
                <a:lnTo>
                  <a:pt x="88169" y="1160076"/>
                </a:lnTo>
                <a:lnTo>
                  <a:pt x="88366" y="1148703"/>
                </a:lnTo>
                <a:lnTo>
                  <a:pt x="88559" y="1137329"/>
                </a:lnTo>
                <a:lnTo>
                  <a:pt x="88748" y="1125956"/>
                </a:lnTo>
                <a:lnTo>
                  <a:pt x="88933" y="1114583"/>
                </a:lnTo>
                <a:lnTo>
                  <a:pt x="89116" y="1103209"/>
                </a:lnTo>
                <a:lnTo>
                  <a:pt x="89299" y="1091836"/>
                </a:lnTo>
                <a:lnTo>
                  <a:pt x="89483" y="1080463"/>
                </a:lnTo>
                <a:lnTo>
                  <a:pt x="89669" y="1069090"/>
                </a:lnTo>
                <a:lnTo>
                  <a:pt x="89857" y="1057716"/>
                </a:lnTo>
                <a:lnTo>
                  <a:pt x="90045" y="1046343"/>
                </a:lnTo>
                <a:lnTo>
                  <a:pt x="90230" y="1034970"/>
                </a:lnTo>
                <a:lnTo>
                  <a:pt x="90408" y="1023596"/>
                </a:lnTo>
                <a:lnTo>
                  <a:pt x="90575" y="1012223"/>
                </a:lnTo>
                <a:lnTo>
                  <a:pt x="90729" y="1000850"/>
                </a:lnTo>
                <a:lnTo>
                  <a:pt x="90867" y="989476"/>
                </a:lnTo>
                <a:lnTo>
                  <a:pt x="90988" y="978103"/>
                </a:lnTo>
                <a:lnTo>
                  <a:pt x="91090" y="966730"/>
                </a:lnTo>
                <a:lnTo>
                  <a:pt x="91176" y="955357"/>
                </a:lnTo>
                <a:lnTo>
                  <a:pt x="91246" y="943983"/>
                </a:lnTo>
                <a:lnTo>
                  <a:pt x="91302" y="932610"/>
                </a:lnTo>
                <a:lnTo>
                  <a:pt x="91346" y="921237"/>
                </a:lnTo>
                <a:lnTo>
                  <a:pt x="91380" y="909863"/>
                </a:lnTo>
                <a:lnTo>
                  <a:pt x="91406" y="898490"/>
                </a:lnTo>
                <a:lnTo>
                  <a:pt x="91426" y="887117"/>
                </a:lnTo>
                <a:lnTo>
                  <a:pt x="91442" y="875744"/>
                </a:lnTo>
                <a:lnTo>
                  <a:pt x="91456" y="864370"/>
                </a:lnTo>
                <a:lnTo>
                  <a:pt x="91471" y="852997"/>
                </a:lnTo>
                <a:lnTo>
                  <a:pt x="91488" y="841624"/>
                </a:lnTo>
                <a:lnTo>
                  <a:pt x="91511" y="830250"/>
                </a:lnTo>
                <a:lnTo>
                  <a:pt x="91542" y="818877"/>
                </a:lnTo>
                <a:lnTo>
                  <a:pt x="91582" y="807504"/>
                </a:lnTo>
                <a:lnTo>
                  <a:pt x="91635" y="796131"/>
                </a:lnTo>
                <a:lnTo>
                  <a:pt x="91699" y="784757"/>
                </a:lnTo>
                <a:lnTo>
                  <a:pt x="91775" y="773384"/>
                </a:lnTo>
                <a:lnTo>
                  <a:pt x="91861" y="762011"/>
                </a:lnTo>
                <a:lnTo>
                  <a:pt x="91955" y="750637"/>
                </a:lnTo>
                <a:lnTo>
                  <a:pt x="92052" y="739264"/>
                </a:lnTo>
                <a:lnTo>
                  <a:pt x="92149" y="727891"/>
                </a:lnTo>
                <a:lnTo>
                  <a:pt x="92242" y="716517"/>
                </a:lnTo>
                <a:lnTo>
                  <a:pt x="92325" y="705144"/>
                </a:lnTo>
                <a:lnTo>
                  <a:pt x="92396" y="693771"/>
                </a:lnTo>
                <a:lnTo>
                  <a:pt x="92450" y="682398"/>
                </a:lnTo>
                <a:lnTo>
                  <a:pt x="92486" y="671024"/>
                </a:lnTo>
                <a:lnTo>
                  <a:pt x="92503" y="659651"/>
                </a:lnTo>
                <a:lnTo>
                  <a:pt x="92501" y="648278"/>
                </a:lnTo>
                <a:lnTo>
                  <a:pt x="92482" y="636904"/>
                </a:lnTo>
                <a:lnTo>
                  <a:pt x="92448" y="625531"/>
                </a:lnTo>
                <a:lnTo>
                  <a:pt x="92403" y="614158"/>
                </a:lnTo>
                <a:lnTo>
                  <a:pt x="92351" y="602785"/>
                </a:lnTo>
                <a:lnTo>
                  <a:pt x="92296" y="591411"/>
                </a:lnTo>
                <a:lnTo>
                  <a:pt x="92243" y="580038"/>
                </a:lnTo>
                <a:lnTo>
                  <a:pt x="92195" y="568665"/>
                </a:lnTo>
                <a:lnTo>
                  <a:pt x="92157" y="557291"/>
                </a:lnTo>
                <a:lnTo>
                  <a:pt x="92130" y="545918"/>
                </a:lnTo>
                <a:lnTo>
                  <a:pt x="92116" y="534545"/>
                </a:lnTo>
                <a:lnTo>
                  <a:pt x="92116" y="523171"/>
                </a:lnTo>
                <a:lnTo>
                  <a:pt x="92130" y="511798"/>
                </a:lnTo>
                <a:lnTo>
                  <a:pt x="92157" y="500425"/>
                </a:lnTo>
                <a:lnTo>
                  <a:pt x="92195" y="489052"/>
                </a:lnTo>
                <a:lnTo>
                  <a:pt x="92242" y="477678"/>
                </a:lnTo>
                <a:lnTo>
                  <a:pt x="92296" y="466305"/>
                </a:lnTo>
                <a:lnTo>
                  <a:pt x="92355" y="454932"/>
                </a:lnTo>
                <a:lnTo>
                  <a:pt x="92417" y="443558"/>
                </a:lnTo>
                <a:lnTo>
                  <a:pt x="92481" y="432185"/>
                </a:lnTo>
                <a:lnTo>
                  <a:pt x="92546" y="420812"/>
                </a:lnTo>
                <a:lnTo>
                  <a:pt x="92611" y="409439"/>
                </a:lnTo>
                <a:lnTo>
                  <a:pt x="92677" y="398065"/>
                </a:lnTo>
                <a:lnTo>
                  <a:pt x="92743" y="386692"/>
                </a:lnTo>
                <a:lnTo>
                  <a:pt x="92809" y="375319"/>
                </a:lnTo>
                <a:lnTo>
                  <a:pt x="92877" y="363945"/>
                </a:lnTo>
                <a:lnTo>
                  <a:pt x="92945" y="352572"/>
                </a:lnTo>
                <a:lnTo>
                  <a:pt x="93014" y="341199"/>
                </a:lnTo>
                <a:lnTo>
                  <a:pt x="93083" y="329825"/>
                </a:lnTo>
                <a:lnTo>
                  <a:pt x="93151" y="318452"/>
                </a:lnTo>
                <a:lnTo>
                  <a:pt x="93217" y="307079"/>
                </a:lnTo>
                <a:lnTo>
                  <a:pt x="93280" y="295706"/>
                </a:lnTo>
                <a:lnTo>
                  <a:pt x="93338" y="284332"/>
                </a:lnTo>
                <a:lnTo>
                  <a:pt x="93389" y="272959"/>
                </a:lnTo>
                <a:lnTo>
                  <a:pt x="93433" y="261586"/>
                </a:lnTo>
                <a:lnTo>
                  <a:pt x="93468" y="250212"/>
                </a:lnTo>
                <a:lnTo>
                  <a:pt x="93493" y="238839"/>
                </a:lnTo>
                <a:lnTo>
                  <a:pt x="93506" y="227466"/>
                </a:lnTo>
                <a:lnTo>
                  <a:pt x="93504" y="216093"/>
                </a:lnTo>
                <a:lnTo>
                  <a:pt x="93484" y="204719"/>
                </a:lnTo>
                <a:lnTo>
                  <a:pt x="93444" y="193346"/>
                </a:lnTo>
                <a:lnTo>
                  <a:pt x="93378" y="181973"/>
                </a:lnTo>
                <a:lnTo>
                  <a:pt x="93282" y="170599"/>
                </a:lnTo>
                <a:lnTo>
                  <a:pt x="93150" y="159226"/>
                </a:lnTo>
                <a:lnTo>
                  <a:pt x="92977" y="147853"/>
                </a:lnTo>
                <a:lnTo>
                  <a:pt x="92759" y="136480"/>
                </a:lnTo>
                <a:lnTo>
                  <a:pt x="92492" y="125106"/>
                </a:lnTo>
                <a:lnTo>
                  <a:pt x="92178" y="113733"/>
                </a:lnTo>
                <a:lnTo>
                  <a:pt x="91818" y="102360"/>
                </a:lnTo>
                <a:lnTo>
                  <a:pt x="91422" y="90986"/>
                </a:lnTo>
                <a:lnTo>
                  <a:pt x="91002" y="79613"/>
                </a:lnTo>
                <a:lnTo>
                  <a:pt x="90573" y="68240"/>
                </a:lnTo>
                <a:lnTo>
                  <a:pt x="90157" y="56866"/>
                </a:lnTo>
                <a:lnTo>
                  <a:pt x="89774" y="45493"/>
                </a:lnTo>
                <a:lnTo>
                  <a:pt x="89448" y="34120"/>
                </a:lnTo>
                <a:lnTo>
                  <a:pt x="89198" y="22747"/>
                </a:lnTo>
                <a:lnTo>
                  <a:pt x="89041" y="11373"/>
                </a:lnTo>
                <a:lnTo>
                  <a:pt x="88987" y="0"/>
                </a:lnTo>
                <a:lnTo>
                  <a:pt x="98301" y="0"/>
                </a:lnTo>
                <a:lnTo>
                  <a:pt x="98301" y="0"/>
                </a:lnTo>
                <a:lnTo>
                  <a:pt x="98247" y="11373"/>
                </a:lnTo>
                <a:lnTo>
                  <a:pt x="98090" y="22747"/>
                </a:lnTo>
                <a:lnTo>
                  <a:pt x="97841" y="34120"/>
                </a:lnTo>
                <a:lnTo>
                  <a:pt x="97514" y="45493"/>
                </a:lnTo>
                <a:lnTo>
                  <a:pt x="97132" y="56866"/>
                </a:lnTo>
                <a:lnTo>
                  <a:pt x="96715" y="68240"/>
                </a:lnTo>
                <a:lnTo>
                  <a:pt x="96286" y="79613"/>
                </a:lnTo>
                <a:lnTo>
                  <a:pt x="95866" y="90986"/>
                </a:lnTo>
                <a:lnTo>
                  <a:pt x="95470" y="102360"/>
                </a:lnTo>
                <a:lnTo>
                  <a:pt x="95110" y="113733"/>
                </a:lnTo>
                <a:lnTo>
                  <a:pt x="94796" y="125106"/>
                </a:lnTo>
                <a:lnTo>
                  <a:pt x="94529" y="136480"/>
                </a:lnTo>
                <a:lnTo>
                  <a:pt x="94311" y="147853"/>
                </a:lnTo>
                <a:lnTo>
                  <a:pt x="94138" y="159226"/>
                </a:lnTo>
                <a:lnTo>
                  <a:pt x="94006" y="170599"/>
                </a:lnTo>
                <a:lnTo>
                  <a:pt x="93910" y="181973"/>
                </a:lnTo>
                <a:lnTo>
                  <a:pt x="93844" y="193346"/>
                </a:lnTo>
                <a:lnTo>
                  <a:pt x="93804" y="204719"/>
                </a:lnTo>
                <a:lnTo>
                  <a:pt x="93785" y="216093"/>
                </a:lnTo>
                <a:lnTo>
                  <a:pt x="93782" y="227466"/>
                </a:lnTo>
                <a:lnTo>
                  <a:pt x="93795" y="238839"/>
                </a:lnTo>
                <a:lnTo>
                  <a:pt x="93820" y="250212"/>
                </a:lnTo>
                <a:lnTo>
                  <a:pt x="93855" y="261586"/>
                </a:lnTo>
                <a:lnTo>
                  <a:pt x="93899" y="272959"/>
                </a:lnTo>
                <a:lnTo>
                  <a:pt x="93950" y="284332"/>
                </a:lnTo>
                <a:lnTo>
                  <a:pt x="94008" y="295706"/>
                </a:lnTo>
                <a:lnTo>
                  <a:pt x="94071" y="307079"/>
                </a:lnTo>
                <a:lnTo>
                  <a:pt x="94137" y="318452"/>
                </a:lnTo>
                <a:lnTo>
                  <a:pt x="94205" y="329825"/>
                </a:lnTo>
                <a:lnTo>
                  <a:pt x="94274" y="341199"/>
                </a:lnTo>
                <a:lnTo>
                  <a:pt x="94343" y="352572"/>
                </a:lnTo>
                <a:lnTo>
                  <a:pt x="94411" y="363945"/>
                </a:lnTo>
                <a:lnTo>
                  <a:pt x="94479" y="375319"/>
                </a:lnTo>
                <a:lnTo>
                  <a:pt x="94545" y="386692"/>
                </a:lnTo>
                <a:lnTo>
                  <a:pt x="94611" y="398065"/>
                </a:lnTo>
                <a:lnTo>
                  <a:pt x="94677" y="409439"/>
                </a:lnTo>
                <a:lnTo>
                  <a:pt x="94742" y="420812"/>
                </a:lnTo>
                <a:lnTo>
                  <a:pt x="94807" y="432185"/>
                </a:lnTo>
                <a:lnTo>
                  <a:pt x="94871" y="443558"/>
                </a:lnTo>
                <a:lnTo>
                  <a:pt x="94933" y="454932"/>
                </a:lnTo>
                <a:lnTo>
                  <a:pt x="94992" y="466305"/>
                </a:lnTo>
                <a:lnTo>
                  <a:pt x="95047" y="477678"/>
                </a:lnTo>
                <a:lnTo>
                  <a:pt x="95094" y="489052"/>
                </a:lnTo>
                <a:lnTo>
                  <a:pt x="95131" y="500425"/>
                </a:lnTo>
                <a:lnTo>
                  <a:pt x="95158" y="511798"/>
                </a:lnTo>
                <a:lnTo>
                  <a:pt x="95172" y="523171"/>
                </a:lnTo>
                <a:lnTo>
                  <a:pt x="95172" y="534545"/>
                </a:lnTo>
                <a:lnTo>
                  <a:pt x="95158" y="545918"/>
                </a:lnTo>
                <a:lnTo>
                  <a:pt x="95131" y="557291"/>
                </a:lnTo>
                <a:lnTo>
                  <a:pt x="95093" y="568665"/>
                </a:lnTo>
                <a:lnTo>
                  <a:pt x="95045" y="580038"/>
                </a:lnTo>
                <a:lnTo>
                  <a:pt x="94992" y="591411"/>
                </a:lnTo>
                <a:lnTo>
                  <a:pt x="94938" y="602785"/>
                </a:lnTo>
                <a:lnTo>
                  <a:pt x="94885" y="614158"/>
                </a:lnTo>
                <a:lnTo>
                  <a:pt x="94840" y="625531"/>
                </a:lnTo>
                <a:lnTo>
                  <a:pt x="94806" y="636904"/>
                </a:lnTo>
                <a:lnTo>
                  <a:pt x="94787" y="648278"/>
                </a:lnTo>
                <a:lnTo>
                  <a:pt x="94785" y="659651"/>
                </a:lnTo>
                <a:lnTo>
                  <a:pt x="94802" y="671024"/>
                </a:lnTo>
                <a:lnTo>
                  <a:pt x="94838" y="682398"/>
                </a:lnTo>
                <a:lnTo>
                  <a:pt x="94892" y="693771"/>
                </a:lnTo>
                <a:lnTo>
                  <a:pt x="94963" y="705144"/>
                </a:lnTo>
                <a:lnTo>
                  <a:pt x="95046" y="716517"/>
                </a:lnTo>
                <a:lnTo>
                  <a:pt x="95139" y="727891"/>
                </a:lnTo>
                <a:lnTo>
                  <a:pt x="95236" y="739264"/>
                </a:lnTo>
                <a:lnTo>
                  <a:pt x="95333" y="750637"/>
                </a:lnTo>
                <a:lnTo>
                  <a:pt x="95427" y="762011"/>
                </a:lnTo>
                <a:lnTo>
                  <a:pt x="95513" y="773384"/>
                </a:lnTo>
                <a:lnTo>
                  <a:pt x="95589" y="784757"/>
                </a:lnTo>
                <a:lnTo>
                  <a:pt x="95653" y="796131"/>
                </a:lnTo>
                <a:lnTo>
                  <a:pt x="95706" y="807504"/>
                </a:lnTo>
                <a:lnTo>
                  <a:pt x="95746" y="818877"/>
                </a:lnTo>
                <a:lnTo>
                  <a:pt x="95777" y="830250"/>
                </a:lnTo>
                <a:lnTo>
                  <a:pt x="95800" y="841624"/>
                </a:lnTo>
                <a:lnTo>
                  <a:pt x="95817" y="852997"/>
                </a:lnTo>
                <a:lnTo>
                  <a:pt x="95832" y="864370"/>
                </a:lnTo>
                <a:lnTo>
                  <a:pt x="95846" y="875744"/>
                </a:lnTo>
                <a:lnTo>
                  <a:pt x="95862" y="887117"/>
                </a:lnTo>
                <a:lnTo>
                  <a:pt x="95882" y="898490"/>
                </a:lnTo>
                <a:lnTo>
                  <a:pt x="95908" y="909863"/>
                </a:lnTo>
                <a:lnTo>
                  <a:pt x="95943" y="921237"/>
                </a:lnTo>
                <a:lnTo>
                  <a:pt x="95987" y="932610"/>
                </a:lnTo>
                <a:lnTo>
                  <a:pt x="96043" y="943983"/>
                </a:lnTo>
                <a:lnTo>
                  <a:pt x="96112" y="955357"/>
                </a:lnTo>
                <a:lnTo>
                  <a:pt x="96198" y="966730"/>
                </a:lnTo>
                <a:lnTo>
                  <a:pt x="96301" y="978103"/>
                </a:lnTo>
                <a:lnTo>
                  <a:pt x="96421" y="989476"/>
                </a:lnTo>
                <a:lnTo>
                  <a:pt x="96559" y="1000850"/>
                </a:lnTo>
                <a:lnTo>
                  <a:pt x="96713" y="1012223"/>
                </a:lnTo>
                <a:lnTo>
                  <a:pt x="96880" y="1023596"/>
                </a:lnTo>
                <a:lnTo>
                  <a:pt x="97058" y="1034970"/>
                </a:lnTo>
                <a:lnTo>
                  <a:pt x="97243" y="1046343"/>
                </a:lnTo>
                <a:lnTo>
                  <a:pt x="97431" y="1057716"/>
                </a:lnTo>
                <a:lnTo>
                  <a:pt x="97619" y="1069090"/>
                </a:lnTo>
                <a:lnTo>
                  <a:pt x="97805" y="1080463"/>
                </a:lnTo>
                <a:lnTo>
                  <a:pt x="97989" y="1091836"/>
                </a:lnTo>
                <a:lnTo>
                  <a:pt x="98172" y="1103209"/>
                </a:lnTo>
                <a:lnTo>
                  <a:pt x="98355" y="1114583"/>
                </a:lnTo>
                <a:lnTo>
                  <a:pt x="98540" y="1125956"/>
                </a:lnTo>
                <a:lnTo>
                  <a:pt x="98729" y="1137329"/>
                </a:lnTo>
                <a:lnTo>
                  <a:pt x="98922" y="1148703"/>
                </a:lnTo>
                <a:lnTo>
                  <a:pt x="99119" y="1160076"/>
                </a:lnTo>
                <a:lnTo>
                  <a:pt x="99317" y="1171449"/>
                </a:lnTo>
                <a:lnTo>
                  <a:pt x="99511" y="1182822"/>
                </a:lnTo>
                <a:lnTo>
                  <a:pt x="99695" y="1194196"/>
                </a:lnTo>
                <a:lnTo>
                  <a:pt x="99862" y="1205569"/>
                </a:lnTo>
                <a:lnTo>
                  <a:pt x="100007" y="1216942"/>
                </a:lnTo>
                <a:lnTo>
                  <a:pt x="100123" y="1228316"/>
                </a:lnTo>
                <a:lnTo>
                  <a:pt x="100206" y="1239689"/>
                </a:lnTo>
                <a:lnTo>
                  <a:pt x="100254" y="1251062"/>
                </a:lnTo>
                <a:lnTo>
                  <a:pt x="100267" y="1262436"/>
                </a:lnTo>
                <a:lnTo>
                  <a:pt x="100246" y="1273809"/>
                </a:lnTo>
                <a:lnTo>
                  <a:pt x="100197" y="1285182"/>
                </a:lnTo>
                <a:lnTo>
                  <a:pt x="100124" y="1296555"/>
                </a:lnTo>
                <a:lnTo>
                  <a:pt x="100036" y="1307929"/>
                </a:lnTo>
                <a:lnTo>
                  <a:pt x="99941" y="1319302"/>
                </a:lnTo>
                <a:lnTo>
                  <a:pt x="99849" y="1330675"/>
                </a:lnTo>
                <a:lnTo>
                  <a:pt x="99771" y="1342049"/>
                </a:lnTo>
                <a:lnTo>
                  <a:pt x="99718" y="1353422"/>
                </a:lnTo>
                <a:lnTo>
                  <a:pt x="99701" y="1364795"/>
                </a:lnTo>
                <a:lnTo>
                  <a:pt x="99729" y="1376168"/>
                </a:lnTo>
                <a:lnTo>
                  <a:pt x="99812" y="1387542"/>
                </a:lnTo>
                <a:lnTo>
                  <a:pt x="99957" y="1398915"/>
                </a:lnTo>
                <a:lnTo>
                  <a:pt x="100167" y="1410288"/>
                </a:lnTo>
                <a:lnTo>
                  <a:pt x="100443" y="1421662"/>
                </a:lnTo>
                <a:lnTo>
                  <a:pt x="100782" y="1433035"/>
                </a:lnTo>
                <a:lnTo>
                  <a:pt x="101177" y="1444408"/>
                </a:lnTo>
                <a:lnTo>
                  <a:pt x="101618" y="1455782"/>
                </a:lnTo>
                <a:lnTo>
                  <a:pt x="102093" y="1467155"/>
                </a:lnTo>
                <a:lnTo>
                  <a:pt x="102584" y="1478528"/>
                </a:lnTo>
                <a:lnTo>
                  <a:pt x="103078" y="1489901"/>
                </a:lnTo>
                <a:lnTo>
                  <a:pt x="103556" y="1501275"/>
                </a:lnTo>
                <a:lnTo>
                  <a:pt x="104003" y="1512648"/>
                </a:lnTo>
                <a:lnTo>
                  <a:pt x="104408" y="1524021"/>
                </a:lnTo>
                <a:lnTo>
                  <a:pt x="104762" y="1535395"/>
                </a:lnTo>
                <a:lnTo>
                  <a:pt x="105061" y="1546768"/>
                </a:lnTo>
                <a:lnTo>
                  <a:pt x="105311" y="1558141"/>
                </a:lnTo>
                <a:lnTo>
                  <a:pt x="105525" y="1569514"/>
                </a:lnTo>
                <a:lnTo>
                  <a:pt x="105731" y="1580888"/>
                </a:lnTo>
                <a:lnTo>
                  <a:pt x="105968" y="1592261"/>
                </a:lnTo>
                <a:lnTo>
                  <a:pt x="106292" y="1603634"/>
                </a:lnTo>
                <a:lnTo>
                  <a:pt x="106777" y="1615008"/>
                </a:lnTo>
                <a:lnTo>
                  <a:pt x="107515" y="1626381"/>
                </a:lnTo>
                <a:lnTo>
                  <a:pt x="108612" y="1637754"/>
                </a:lnTo>
                <a:lnTo>
                  <a:pt x="110189" y="1649127"/>
                </a:lnTo>
                <a:lnTo>
                  <a:pt x="112372" y="1660501"/>
                </a:lnTo>
                <a:lnTo>
                  <a:pt x="115283" y="1671874"/>
                </a:lnTo>
                <a:lnTo>
                  <a:pt x="119023" y="1683247"/>
                </a:lnTo>
                <a:lnTo>
                  <a:pt x="123660" y="1694621"/>
                </a:lnTo>
                <a:lnTo>
                  <a:pt x="129207" y="1705994"/>
                </a:lnTo>
                <a:lnTo>
                  <a:pt x="135610" y="1717367"/>
                </a:lnTo>
                <a:lnTo>
                  <a:pt x="142731" y="1728741"/>
                </a:lnTo>
                <a:lnTo>
                  <a:pt x="150346" y="1740114"/>
                </a:lnTo>
                <a:lnTo>
                  <a:pt x="158150" y="1751487"/>
                </a:lnTo>
                <a:lnTo>
                  <a:pt x="165769" y="1762860"/>
                </a:lnTo>
                <a:lnTo>
                  <a:pt x="172791" y="1774234"/>
                </a:lnTo>
                <a:lnTo>
                  <a:pt x="178796" y="1785607"/>
                </a:lnTo>
                <a:lnTo>
                  <a:pt x="183402" y="1796980"/>
                </a:lnTo>
                <a:lnTo>
                  <a:pt x="186299" y="1808354"/>
                </a:lnTo>
                <a:lnTo>
                  <a:pt x="187288" y="1819727"/>
                </a:lnTo>
                <a:lnTo>
                  <a:pt x="187288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1A89EA5D-3114-415A-B135-B8CB03E5887A}"/>
              </a:ext>
            </a:extLst>
          </p:cNvPr>
          <p:cNvSpPr>
            <a:spLocks/>
          </p:cNvSpPr>
          <p:nvPr/>
        </p:nvSpPr>
        <p:spPr>
          <a:xfrm>
            <a:off x="4511967" y="1831304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76314" y="1819727"/>
                </a:moveTo>
                <a:lnTo>
                  <a:pt x="10974" y="1819727"/>
                </a:lnTo>
                <a:lnTo>
                  <a:pt x="11928" y="1808354"/>
                </a:lnTo>
                <a:lnTo>
                  <a:pt x="14722" y="1796980"/>
                </a:lnTo>
                <a:lnTo>
                  <a:pt x="19160" y="1785607"/>
                </a:lnTo>
                <a:lnTo>
                  <a:pt x="24941" y="1774234"/>
                </a:lnTo>
                <a:lnTo>
                  <a:pt x="31691" y="1762860"/>
                </a:lnTo>
                <a:lnTo>
                  <a:pt x="39005" y="1751487"/>
                </a:lnTo>
                <a:lnTo>
                  <a:pt x="46483" y="1740114"/>
                </a:lnTo>
                <a:lnTo>
                  <a:pt x="53764" y="1728741"/>
                </a:lnTo>
                <a:lnTo>
                  <a:pt x="60556" y="1717367"/>
                </a:lnTo>
                <a:lnTo>
                  <a:pt x="66649" y="1705994"/>
                </a:lnTo>
                <a:lnTo>
                  <a:pt x="71914" y="1694621"/>
                </a:lnTo>
                <a:lnTo>
                  <a:pt x="76306" y="1683247"/>
                </a:lnTo>
                <a:lnTo>
                  <a:pt x="79844" y="1671874"/>
                </a:lnTo>
                <a:lnTo>
                  <a:pt x="82596" y="1660501"/>
                </a:lnTo>
                <a:lnTo>
                  <a:pt x="84662" y="1649127"/>
                </a:lnTo>
                <a:lnTo>
                  <a:pt x="86160" y="1637754"/>
                </a:lnTo>
                <a:lnTo>
                  <a:pt x="87204" y="1626381"/>
                </a:lnTo>
                <a:lnTo>
                  <a:pt x="87904" y="1615008"/>
                </a:lnTo>
                <a:lnTo>
                  <a:pt x="88351" y="1603634"/>
                </a:lnTo>
                <a:lnTo>
                  <a:pt x="88619" y="1592261"/>
                </a:lnTo>
                <a:lnTo>
                  <a:pt x="88764" y="1580888"/>
                </a:lnTo>
                <a:lnTo>
                  <a:pt x="88821" y="1569514"/>
                </a:lnTo>
                <a:lnTo>
                  <a:pt x="88813" y="1558141"/>
                </a:lnTo>
                <a:lnTo>
                  <a:pt x="88750" y="1546768"/>
                </a:lnTo>
                <a:lnTo>
                  <a:pt x="88634" y="1535395"/>
                </a:lnTo>
                <a:lnTo>
                  <a:pt x="88458" y="1524021"/>
                </a:lnTo>
                <a:lnTo>
                  <a:pt x="88216" y="1512648"/>
                </a:lnTo>
                <a:lnTo>
                  <a:pt x="87900" y="1501275"/>
                </a:lnTo>
                <a:lnTo>
                  <a:pt x="87505" y="1489901"/>
                </a:lnTo>
                <a:lnTo>
                  <a:pt x="87030" y="1478528"/>
                </a:lnTo>
                <a:lnTo>
                  <a:pt x="86480" y="1467155"/>
                </a:lnTo>
                <a:lnTo>
                  <a:pt x="85866" y="1455782"/>
                </a:lnTo>
                <a:lnTo>
                  <a:pt x="85206" y="1444408"/>
                </a:lnTo>
                <a:lnTo>
                  <a:pt x="84524" y="1433035"/>
                </a:lnTo>
                <a:lnTo>
                  <a:pt x="83845" y="1421662"/>
                </a:lnTo>
                <a:lnTo>
                  <a:pt x="83198" y="1410288"/>
                </a:lnTo>
                <a:lnTo>
                  <a:pt x="82605" y="1398915"/>
                </a:lnTo>
                <a:lnTo>
                  <a:pt x="82084" y="1387542"/>
                </a:lnTo>
                <a:lnTo>
                  <a:pt x="81645" y="1376168"/>
                </a:lnTo>
                <a:lnTo>
                  <a:pt x="81286" y="1364795"/>
                </a:lnTo>
                <a:lnTo>
                  <a:pt x="80997" y="1353422"/>
                </a:lnTo>
                <a:lnTo>
                  <a:pt x="80758" y="1342049"/>
                </a:lnTo>
                <a:lnTo>
                  <a:pt x="80544" y="1330675"/>
                </a:lnTo>
                <a:lnTo>
                  <a:pt x="80332" y="1319302"/>
                </a:lnTo>
                <a:lnTo>
                  <a:pt x="80101" y="1307929"/>
                </a:lnTo>
                <a:lnTo>
                  <a:pt x="79838" y="1296555"/>
                </a:lnTo>
                <a:lnTo>
                  <a:pt x="79543" y="1285182"/>
                </a:lnTo>
                <a:lnTo>
                  <a:pt x="79229" y="1273809"/>
                </a:lnTo>
                <a:lnTo>
                  <a:pt x="78919" y="1262436"/>
                </a:lnTo>
                <a:lnTo>
                  <a:pt x="78644" y="1251062"/>
                </a:lnTo>
                <a:lnTo>
                  <a:pt x="78442" y="1239689"/>
                </a:lnTo>
                <a:lnTo>
                  <a:pt x="78345" y="1228316"/>
                </a:lnTo>
                <a:lnTo>
                  <a:pt x="78380" y="1216942"/>
                </a:lnTo>
                <a:lnTo>
                  <a:pt x="78564" y="1205569"/>
                </a:lnTo>
                <a:lnTo>
                  <a:pt x="78896" y="1194196"/>
                </a:lnTo>
                <a:lnTo>
                  <a:pt x="79365" y="1182822"/>
                </a:lnTo>
                <a:lnTo>
                  <a:pt x="79943" y="1171449"/>
                </a:lnTo>
                <a:lnTo>
                  <a:pt x="80595" y="1160076"/>
                </a:lnTo>
                <a:lnTo>
                  <a:pt x="81278" y="1148703"/>
                </a:lnTo>
                <a:lnTo>
                  <a:pt x="81948" y="1137329"/>
                </a:lnTo>
                <a:lnTo>
                  <a:pt x="82563" y="1125956"/>
                </a:lnTo>
                <a:lnTo>
                  <a:pt x="83083" y="1114583"/>
                </a:lnTo>
                <a:lnTo>
                  <a:pt x="83473" y="1103209"/>
                </a:lnTo>
                <a:lnTo>
                  <a:pt x="83704" y="1091836"/>
                </a:lnTo>
                <a:lnTo>
                  <a:pt x="83750" y="1080463"/>
                </a:lnTo>
                <a:lnTo>
                  <a:pt x="83589" y="1069090"/>
                </a:lnTo>
                <a:lnTo>
                  <a:pt x="83203" y="1057716"/>
                </a:lnTo>
                <a:lnTo>
                  <a:pt x="82579" y="1046343"/>
                </a:lnTo>
                <a:lnTo>
                  <a:pt x="81711" y="1034970"/>
                </a:lnTo>
                <a:lnTo>
                  <a:pt x="80604" y="1023596"/>
                </a:lnTo>
                <a:lnTo>
                  <a:pt x="79280" y="1012223"/>
                </a:lnTo>
                <a:lnTo>
                  <a:pt x="77776" y="1000850"/>
                </a:lnTo>
                <a:lnTo>
                  <a:pt x="76149" y="989476"/>
                </a:lnTo>
                <a:lnTo>
                  <a:pt x="74475" y="978103"/>
                </a:lnTo>
                <a:lnTo>
                  <a:pt x="72844" y="966730"/>
                </a:lnTo>
                <a:lnTo>
                  <a:pt x="71354" y="955357"/>
                </a:lnTo>
                <a:lnTo>
                  <a:pt x="70102" y="943983"/>
                </a:lnTo>
                <a:lnTo>
                  <a:pt x="69174" y="932610"/>
                </a:lnTo>
                <a:lnTo>
                  <a:pt x="68634" y="921237"/>
                </a:lnTo>
                <a:lnTo>
                  <a:pt x="68521" y="909863"/>
                </a:lnTo>
                <a:lnTo>
                  <a:pt x="68837" y="898490"/>
                </a:lnTo>
                <a:lnTo>
                  <a:pt x="69553" y="887117"/>
                </a:lnTo>
                <a:lnTo>
                  <a:pt x="70609" y="875744"/>
                </a:lnTo>
                <a:lnTo>
                  <a:pt x="71923" y="864370"/>
                </a:lnTo>
                <a:lnTo>
                  <a:pt x="73399" y="852997"/>
                </a:lnTo>
                <a:lnTo>
                  <a:pt x="74939" y="841624"/>
                </a:lnTo>
                <a:lnTo>
                  <a:pt x="76453" y="830250"/>
                </a:lnTo>
                <a:lnTo>
                  <a:pt x="77868" y="818877"/>
                </a:lnTo>
                <a:lnTo>
                  <a:pt x="79129" y="807504"/>
                </a:lnTo>
                <a:lnTo>
                  <a:pt x="80205" y="796131"/>
                </a:lnTo>
                <a:lnTo>
                  <a:pt x="81087" y="784757"/>
                </a:lnTo>
                <a:lnTo>
                  <a:pt x="81779" y="773384"/>
                </a:lnTo>
                <a:lnTo>
                  <a:pt x="82299" y="762011"/>
                </a:lnTo>
                <a:lnTo>
                  <a:pt x="82668" y="750637"/>
                </a:lnTo>
                <a:lnTo>
                  <a:pt x="82908" y="739264"/>
                </a:lnTo>
                <a:lnTo>
                  <a:pt x="83037" y="727891"/>
                </a:lnTo>
                <a:lnTo>
                  <a:pt x="83069" y="716517"/>
                </a:lnTo>
                <a:lnTo>
                  <a:pt x="83014" y="705144"/>
                </a:lnTo>
                <a:lnTo>
                  <a:pt x="82879" y="693771"/>
                </a:lnTo>
                <a:lnTo>
                  <a:pt x="82673" y="682398"/>
                </a:lnTo>
                <a:lnTo>
                  <a:pt x="82408" y="671024"/>
                </a:lnTo>
                <a:lnTo>
                  <a:pt x="82098" y="659651"/>
                </a:lnTo>
                <a:lnTo>
                  <a:pt x="81766" y="648278"/>
                </a:lnTo>
                <a:lnTo>
                  <a:pt x="81439" y="636904"/>
                </a:lnTo>
                <a:lnTo>
                  <a:pt x="81143" y="625531"/>
                </a:lnTo>
                <a:lnTo>
                  <a:pt x="80909" y="614158"/>
                </a:lnTo>
                <a:lnTo>
                  <a:pt x="80758" y="602785"/>
                </a:lnTo>
                <a:lnTo>
                  <a:pt x="80710" y="591411"/>
                </a:lnTo>
                <a:lnTo>
                  <a:pt x="80771" y="580038"/>
                </a:lnTo>
                <a:lnTo>
                  <a:pt x="80941" y="568665"/>
                </a:lnTo>
                <a:lnTo>
                  <a:pt x="81211" y="557291"/>
                </a:lnTo>
                <a:lnTo>
                  <a:pt x="81563" y="545918"/>
                </a:lnTo>
                <a:lnTo>
                  <a:pt x="81977" y="534545"/>
                </a:lnTo>
                <a:lnTo>
                  <a:pt x="82430" y="523171"/>
                </a:lnTo>
                <a:lnTo>
                  <a:pt x="82903" y="511798"/>
                </a:lnTo>
                <a:lnTo>
                  <a:pt x="83376" y="500425"/>
                </a:lnTo>
                <a:lnTo>
                  <a:pt x="83835" y="489052"/>
                </a:lnTo>
                <a:lnTo>
                  <a:pt x="84270" y="477678"/>
                </a:lnTo>
                <a:lnTo>
                  <a:pt x="84676" y="466305"/>
                </a:lnTo>
                <a:lnTo>
                  <a:pt x="85046" y="454932"/>
                </a:lnTo>
                <a:lnTo>
                  <a:pt x="85380" y="443558"/>
                </a:lnTo>
                <a:lnTo>
                  <a:pt x="85674" y="432185"/>
                </a:lnTo>
                <a:lnTo>
                  <a:pt x="85928" y="420812"/>
                </a:lnTo>
                <a:lnTo>
                  <a:pt x="86139" y="409439"/>
                </a:lnTo>
                <a:lnTo>
                  <a:pt x="86306" y="398065"/>
                </a:lnTo>
                <a:lnTo>
                  <a:pt x="86430" y="386692"/>
                </a:lnTo>
                <a:lnTo>
                  <a:pt x="86515" y="375319"/>
                </a:lnTo>
                <a:lnTo>
                  <a:pt x="86565" y="363945"/>
                </a:lnTo>
                <a:lnTo>
                  <a:pt x="86588" y="352572"/>
                </a:lnTo>
                <a:lnTo>
                  <a:pt x="86596" y="341199"/>
                </a:lnTo>
                <a:lnTo>
                  <a:pt x="86600" y="329825"/>
                </a:lnTo>
                <a:lnTo>
                  <a:pt x="86613" y="318452"/>
                </a:lnTo>
                <a:lnTo>
                  <a:pt x="86646" y="307079"/>
                </a:lnTo>
                <a:lnTo>
                  <a:pt x="86706" y="295706"/>
                </a:lnTo>
                <a:lnTo>
                  <a:pt x="86795" y="284332"/>
                </a:lnTo>
                <a:lnTo>
                  <a:pt x="86907" y="272959"/>
                </a:lnTo>
                <a:lnTo>
                  <a:pt x="87029" y="261586"/>
                </a:lnTo>
                <a:lnTo>
                  <a:pt x="87138" y="250212"/>
                </a:lnTo>
                <a:lnTo>
                  <a:pt x="87196" y="238839"/>
                </a:lnTo>
                <a:lnTo>
                  <a:pt x="87158" y="227466"/>
                </a:lnTo>
                <a:lnTo>
                  <a:pt x="86960" y="216093"/>
                </a:lnTo>
                <a:lnTo>
                  <a:pt x="86526" y="204719"/>
                </a:lnTo>
                <a:lnTo>
                  <a:pt x="85765" y="193346"/>
                </a:lnTo>
                <a:lnTo>
                  <a:pt x="84570" y="181973"/>
                </a:lnTo>
                <a:lnTo>
                  <a:pt x="82825" y="170599"/>
                </a:lnTo>
                <a:lnTo>
                  <a:pt x="80410" y="159226"/>
                </a:lnTo>
                <a:lnTo>
                  <a:pt x="77208" y="147853"/>
                </a:lnTo>
                <a:lnTo>
                  <a:pt x="73121" y="136480"/>
                </a:lnTo>
                <a:lnTo>
                  <a:pt x="68089" y="125106"/>
                </a:lnTo>
                <a:lnTo>
                  <a:pt x="62100" y="113733"/>
                </a:lnTo>
                <a:lnTo>
                  <a:pt x="55217" y="102360"/>
                </a:lnTo>
                <a:lnTo>
                  <a:pt x="47584" y="90986"/>
                </a:lnTo>
                <a:lnTo>
                  <a:pt x="39438" y="79613"/>
                </a:lnTo>
                <a:lnTo>
                  <a:pt x="31101" y="68240"/>
                </a:lnTo>
                <a:lnTo>
                  <a:pt x="22966" y="56866"/>
                </a:lnTo>
                <a:lnTo>
                  <a:pt x="15472" y="45493"/>
                </a:lnTo>
                <a:lnTo>
                  <a:pt x="9063" y="34120"/>
                </a:lnTo>
                <a:lnTo>
                  <a:pt x="4148" y="22747"/>
                </a:lnTo>
                <a:lnTo>
                  <a:pt x="1056" y="11373"/>
                </a:lnTo>
                <a:lnTo>
                  <a:pt x="0" y="0"/>
                </a:lnTo>
                <a:lnTo>
                  <a:pt x="187288" y="0"/>
                </a:lnTo>
                <a:lnTo>
                  <a:pt x="187288" y="0"/>
                </a:lnTo>
                <a:lnTo>
                  <a:pt x="186233" y="11373"/>
                </a:lnTo>
                <a:lnTo>
                  <a:pt x="183140" y="22747"/>
                </a:lnTo>
                <a:lnTo>
                  <a:pt x="178225" y="34120"/>
                </a:lnTo>
                <a:lnTo>
                  <a:pt x="171816" y="45493"/>
                </a:lnTo>
                <a:lnTo>
                  <a:pt x="164322" y="56866"/>
                </a:lnTo>
                <a:lnTo>
                  <a:pt x="156188" y="68240"/>
                </a:lnTo>
                <a:lnTo>
                  <a:pt x="147850" y="79613"/>
                </a:lnTo>
                <a:lnTo>
                  <a:pt x="139704" y="90986"/>
                </a:lnTo>
                <a:lnTo>
                  <a:pt x="132071" y="102360"/>
                </a:lnTo>
                <a:lnTo>
                  <a:pt x="125188" y="113733"/>
                </a:lnTo>
                <a:lnTo>
                  <a:pt x="119199" y="125106"/>
                </a:lnTo>
                <a:lnTo>
                  <a:pt x="114167" y="136480"/>
                </a:lnTo>
                <a:lnTo>
                  <a:pt x="110080" y="147853"/>
                </a:lnTo>
                <a:lnTo>
                  <a:pt x="106878" y="159226"/>
                </a:lnTo>
                <a:lnTo>
                  <a:pt x="104463" y="170599"/>
                </a:lnTo>
                <a:lnTo>
                  <a:pt x="102718" y="181973"/>
                </a:lnTo>
                <a:lnTo>
                  <a:pt x="101523" y="193346"/>
                </a:lnTo>
                <a:lnTo>
                  <a:pt x="100762" y="204719"/>
                </a:lnTo>
                <a:lnTo>
                  <a:pt x="100328" y="216093"/>
                </a:lnTo>
                <a:lnTo>
                  <a:pt x="100130" y="227466"/>
                </a:lnTo>
                <a:lnTo>
                  <a:pt x="100092" y="238839"/>
                </a:lnTo>
                <a:lnTo>
                  <a:pt x="100151" y="250212"/>
                </a:lnTo>
                <a:lnTo>
                  <a:pt x="100259" y="261586"/>
                </a:lnTo>
                <a:lnTo>
                  <a:pt x="100381" y="272959"/>
                </a:lnTo>
                <a:lnTo>
                  <a:pt x="100493" y="284332"/>
                </a:lnTo>
                <a:lnTo>
                  <a:pt x="100582" y="295706"/>
                </a:lnTo>
                <a:lnTo>
                  <a:pt x="100642" y="307079"/>
                </a:lnTo>
                <a:lnTo>
                  <a:pt x="100675" y="318452"/>
                </a:lnTo>
                <a:lnTo>
                  <a:pt x="100688" y="329825"/>
                </a:lnTo>
                <a:lnTo>
                  <a:pt x="100693" y="341199"/>
                </a:lnTo>
                <a:lnTo>
                  <a:pt x="100700" y="352572"/>
                </a:lnTo>
                <a:lnTo>
                  <a:pt x="100724" y="363945"/>
                </a:lnTo>
                <a:lnTo>
                  <a:pt x="100773" y="375319"/>
                </a:lnTo>
                <a:lnTo>
                  <a:pt x="100858" y="386692"/>
                </a:lnTo>
                <a:lnTo>
                  <a:pt x="100982" y="398065"/>
                </a:lnTo>
                <a:lnTo>
                  <a:pt x="101149" y="409439"/>
                </a:lnTo>
                <a:lnTo>
                  <a:pt x="101360" y="420812"/>
                </a:lnTo>
                <a:lnTo>
                  <a:pt x="101614" y="432185"/>
                </a:lnTo>
                <a:lnTo>
                  <a:pt x="101908" y="443558"/>
                </a:lnTo>
                <a:lnTo>
                  <a:pt x="102242" y="454932"/>
                </a:lnTo>
                <a:lnTo>
                  <a:pt x="102613" y="466305"/>
                </a:lnTo>
                <a:lnTo>
                  <a:pt x="103018" y="477678"/>
                </a:lnTo>
                <a:lnTo>
                  <a:pt x="103453" y="489052"/>
                </a:lnTo>
                <a:lnTo>
                  <a:pt x="103912" y="500425"/>
                </a:lnTo>
                <a:lnTo>
                  <a:pt x="104385" y="511798"/>
                </a:lnTo>
                <a:lnTo>
                  <a:pt x="104858" y="523171"/>
                </a:lnTo>
                <a:lnTo>
                  <a:pt x="105311" y="534545"/>
                </a:lnTo>
                <a:lnTo>
                  <a:pt x="105725" y="545918"/>
                </a:lnTo>
                <a:lnTo>
                  <a:pt x="106077" y="557291"/>
                </a:lnTo>
                <a:lnTo>
                  <a:pt x="106347" y="568665"/>
                </a:lnTo>
                <a:lnTo>
                  <a:pt x="106517" y="580038"/>
                </a:lnTo>
                <a:lnTo>
                  <a:pt x="106578" y="591411"/>
                </a:lnTo>
                <a:lnTo>
                  <a:pt x="106530" y="602785"/>
                </a:lnTo>
                <a:lnTo>
                  <a:pt x="106379" y="614158"/>
                </a:lnTo>
                <a:lnTo>
                  <a:pt x="106145" y="625531"/>
                </a:lnTo>
                <a:lnTo>
                  <a:pt x="105850" y="636904"/>
                </a:lnTo>
                <a:lnTo>
                  <a:pt x="105522" y="648278"/>
                </a:lnTo>
                <a:lnTo>
                  <a:pt x="105190" y="659651"/>
                </a:lnTo>
                <a:lnTo>
                  <a:pt x="104880" y="671024"/>
                </a:lnTo>
                <a:lnTo>
                  <a:pt x="104615" y="682398"/>
                </a:lnTo>
                <a:lnTo>
                  <a:pt x="104409" y="693771"/>
                </a:lnTo>
                <a:lnTo>
                  <a:pt x="104275" y="705144"/>
                </a:lnTo>
                <a:lnTo>
                  <a:pt x="104219" y="716517"/>
                </a:lnTo>
                <a:lnTo>
                  <a:pt x="104251" y="727891"/>
                </a:lnTo>
                <a:lnTo>
                  <a:pt x="104380" y="739264"/>
                </a:lnTo>
                <a:lnTo>
                  <a:pt x="104620" y="750637"/>
                </a:lnTo>
                <a:lnTo>
                  <a:pt x="104989" y="762011"/>
                </a:lnTo>
                <a:lnTo>
                  <a:pt x="105509" y="773384"/>
                </a:lnTo>
                <a:lnTo>
                  <a:pt x="106201" y="784757"/>
                </a:lnTo>
                <a:lnTo>
                  <a:pt x="107083" y="796131"/>
                </a:lnTo>
                <a:lnTo>
                  <a:pt x="108160" y="807504"/>
                </a:lnTo>
                <a:lnTo>
                  <a:pt x="109421" y="818877"/>
                </a:lnTo>
                <a:lnTo>
                  <a:pt x="110835" y="830250"/>
                </a:lnTo>
                <a:lnTo>
                  <a:pt x="112349" y="841624"/>
                </a:lnTo>
                <a:lnTo>
                  <a:pt x="113889" y="852997"/>
                </a:lnTo>
                <a:lnTo>
                  <a:pt x="115365" y="864370"/>
                </a:lnTo>
                <a:lnTo>
                  <a:pt x="116679" y="875744"/>
                </a:lnTo>
                <a:lnTo>
                  <a:pt x="117735" y="887117"/>
                </a:lnTo>
                <a:lnTo>
                  <a:pt x="118451" y="898490"/>
                </a:lnTo>
                <a:lnTo>
                  <a:pt x="118767" y="909863"/>
                </a:lnTo>
                <a:lnTo>
                  <a:pt x="118654" y="921237"/>
                </a:lnTo>
                <a:lnTo>
                  <a:pt x="118114" y="932610"/>
                </a:lnTo>
                <a:lnTo>
                  <a:pt x="117186" y="943983"/>
                </a:lnTo>
                <a:lnTo>
                  <a:pt x="115934" y="955357"/>
                </a:lnTo>
                <a:lnTo>
                  <a:pt x="114444" y="966730"/>
                </a:lnTo>
                <a:lnTo>
                  <a:pt x="112813" y="978103"/>
                </a:lnTo>
                <a:lnTo>
                  <a:pt x="111139" y="989476"/>
                </a:lnTo>
                <a:lnTo>
                  <a:pt x="109512" y="1000850"/>
                </a:lnTo>
                <a:lnTo>
                  <a:pt x="108008" y="1012223"/>
                </a:lnTo>
                <a:lnTo>
                  <a:pt x="106684" y="1023596"/>
                </a:lnTo>
                <a:lnTo>
                  <a:pt x="105577" y="1034970"/>
                </a:lnTo>
                <a:lnTo>
                  <a:pt x="104709" y="1046343"/>
                </a:lnTo>
                <a:lnTo>
                  <a:pt x="104085" y="1057716"/>
                </a:lnTo>
                <a:lnTo>
                  <a:pt x="103699" y="1069090"/>
                </a:lnTo>
                <a:lnTo>
                  <a:pt x="103538" y="1080463"/>
                </a:lnTo>
                <a:lnTo>
                  <a:pt x="103584" y="1091836"/>
                </a:lnTo>
                <a:lnTo>
                  <a:pt x="103815" y="1103209"/>
                </a:lnTo>
                <a:lnTo>
                  <a:pt x="104206" y="1114583"/>
                </a:lnTo>
                <a:lnTo>
                  <a:pt x="104725" y="1125956"/>
                </a:lnTo>
                <a:lnTo>
                  <a:pt x="105340" y="1137329"/>
                </a:lnTo>
                <a:lnTo>
                  <a:pt x="106010" y="1148703"/>
                </a:lnTo>
                <a:lnTo>
                  <a:pt x="106693" y="1160076"/>
                </a:lnTo>
                <a:lnTo>
                  <a:pt x="107345" y="1171449"/>
                </a:lnTo>
                <a:lnTo>
                  <a:pt x="107923" y="1182822"/>
                </a:lnTo>
                <a:lnTo>
                  <a:pt x="108392" y="1194196"/>
                </a:lnTo>
                <a:lnTo>
                  <a:pt x="108724" y="1205569"/>
                </a:lnTo>
                <a:lnTo>
                  <a:pt x="108908" y="1216942"/>
                </a:lnTo>
                <a:lnTo>
                  <a:pt x="108943" y="1228316"/>
                </a:lnTo>
                <a:lnTo>
                  <a:pt x="108846" y="1239689"/>
                </a:lnTo>
                <a:lnTo>
                  <a:pt x="108644" y="1251062"/>
                </a:lnTo>
                <a:lnTo>
                  <a:pt x="108369" y="1262436"/>
                </a:lnTo>
                <a:lnTo>
                  <a:pt x="108059" y="1273809"/>
                </a:lnTo>
                <a:lnTo>
                  <a:pt x="107745" y="1285182"/>
                </a:lnTo>
                <a:lnTo>
                  <a:pt x="107450" y="1296555"/>
                </a:lnTo>
                <a:lnTo>
                  <a:pt x="107187" y="1307929"/>
                </a:lnTo>
                <a:lnTo>
                  <a:pt x="106956" y="1319302"/>
                </a:lnTo>
                <a:lnTo>
                  <a:pt x="106744" y="1330675"/>
                </a:lnTo>
                <a:lnTo>
                  <a:pt x="106530" y="1342049"/>
                </a:lnTo>
                <a:lnTo>
                  <a:pt x="106291" y="1353422"/>
                </a:lnTo>
                <a:lnTo>
                  <a:pt x="106002" y="1364795"/>
                </a:lnTo>
                <a:lnTo>
                  <a:pt x="105643" y="1376168"/>
                </a:lnTo>
                <a:lnTo>
                  <a:pt x="105204" y="1387542"/>
                </a:lnTo>
                <a:lnTo>
                  <a:pt x="104683" y="1398915"/>
                </a:lnTo>
                <a:lnTo>
                  <a:pt x="104090" y="1410288"/>
                </a:lnTo>
                <a:lnTo>
                  <a:pt x="103443" y="1421662"/>
                </a:lnTo>
                <a:lnTo>
                  <a:pt x="102764" y="1433035"/>
                </a:lnTo>
                <a:lnTo>
                  <a:pt x="102082" y="1444408"/>
                </a:lnTo>
                <a:lnTo>
                  <a:pt x="101422" y="1455782"/>
                </a:lnTo>
                <a:lnTo>
                  <a:pt x="100808" y="1467155"/>
                </a:lnTo>
                <a:lnTo>
                  <a:pt x="100258" y="1478528"/>
                </a:lnTo>
                <a:lnTo>
                  <a:pt x="99783" y="1489901"/>
                </a:lnTo>
                <a:lnTo>
                  <a:pt x="99388" y="1501275"/>
                </a:lnTo>
                <a:lnTo>
                  <a:pt x="99072" y="1512648"/>
                </a:lnTo>
                <a:lnTo>
                  <a:pt x="98830" y="1524021"/>
                </a:lnTo>
                <a:lnTo>
                  <a:pt x="98654" y="1535395"/>
                </a:lnTo>
                <a:lnTo>
                  <a:pt x="98538" y="1546768"/>
                </a:lnTo>
                <a:lnTo>
                  <a:pt x="98475" y="1558141"/>
                </a:lnTo>
                <a:lnTo>
                  <a:pt x="98467" y="1569514"/>
                </a:lnTo>
                <a:lnTo>
                  <a:pt x="98524" y="1580888"/>
                </a:lnTo>
                <a:lnTo>
                  <a:pt x="98669" y="1592261"/>
                </a:lnTo>
                <a:lnTo>
                  <a:pt x="98937" y="1603634"/>
                </a:lnTo>
                <a:lnTo>
                  <a:pt x="99384" y="1615008"/>
                </a:lnTo>
                <a:lnTo>
                  <a:pt x="100084" y="1626381"/>
                </a:lnTo>
                <a:lnTo>
                  <a:pt x="101128" y="1637754"/>
                </a:lnTo>
                <a:lnTo>
                  <a:pt x="102626" y="1649127"/>
                </a:lnTo>
                <a:lnTo>
                  <a:pt x="104693" y="1660501"/>
                </a:lnTo>
                <a:lnTo>
                  <a:pt x="107444" y="1671874"/>
                </a:lnTo>
                <a:lnTo>
                  <a:pt x="110982" y="1683247"/>
                </a:lnTo>
                <a:lnTo>
                  <a:pt x="115374" y="1694621"/>
                </a:lnTo>
                <a:lnTo>
                  <a:pt x="120639" y="1705994"/>
                </a:lnTo>
                <a:lnTo>
                  <a:pt x="126732" y="1717367"/>
                </a:lnTo>
                <a:lnTo>
                  <a:pt x="133524" y="1728741"/>
                </a:lnTo>
                <a:lnTo>
                  <a:pt x="140805" y="1740114"/>
                </a:lnTo>
                <a:lnTo>
                  <a:pt x="148283" y="1751487"/>
                </a:lnTo>
                <a:lnTo>
                  <a:pt x="155597" y="1762860"/>
                </a:lnTo>
                <a:lnTo>
                  <a:pt x="162347" y="1774234"/>
                </a:lnTo>
                <a:lnTo>
                  <a:pt x="168128" y="1785607"/>
                </a:lnTo>
                <a:lnTo>
                  <a:pt x="172566" y="1796980"/>
                </a:lnTo>
                <a:lnTo>
                  <a:pt x="175360" y="1808354"/>
                </a:lnTo>
                <a:lnTo>
                  <a:pt x="176314" y="1819727"/>
                </a:lnTo>
                <a:lnTo>
                  <a:pt x="176314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410F9540-48B1-44F5-954A-CACC631074DD}"/>
              </a:ext>
            </a:extLst>
          </p:cNvPr>
          <p:cNvSpPr>
            <a:spLocks/>
          </p:cNvSpPr>
          <p:nvPr/>
        </p:nvSpPr>
        <p:spPr>
          <a:xfrm>
            <a:off x="4765059" y="1831304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33833" y="1819727"/>
                </a:moveTo>
                <a:lnTo>
                  <a:pt x="53456" y="1819727"/>
                </a:lnTo>
                <a:lnTo>
                  <a:pt x="53914" y="1808354"/>
                </a:lnTo>
                <a:lnTo>
                  <a:pt x="55257" y="1796980"/>
                </a:lnTo>
                <a:lnTo>
                  <a:pt x="57390" y="1785607"/>
                </a:lnTo>
                <a:lnTo>
                  <a:pt x="60169" y="1774234"/>
                </a:lnTo>
                <a:lnTo>
                  <a:pt x="63413" y="1762860"/>
                </a:lnTo>
                <a:lnTo>
                  <a:pt x="66926" y="1751487"/>
                </a:lnTo>
                <a:lnTo>
                  <a:pt x="70513" y="1740114"/>
                </a:lnTo>
                <a:lnTo>
                  <a:pt x="73999" y="1728741"/>
                </a:lnTo>
                <a:lnTo>
                  <a:pt x="77239" y="1717367"/>
                </a:lnTo>
                <a:lnTo>
                  <a:pt x="80128" y="1705994"/>
                </a:lnTo>
                <a:lnTo>
                  <a:pt x="82602" y="1694621"/>
                </a:lnTo>
                <a:lnTo>
                  <a:pt x="84635" y="1683247"/>
                </a:lnTo>
                <a:lnTo>
                  <a:pt x="86235" y="1671874"/>
                </a:lnTo>
                <a:lnTo>
                  <a:pt x="87438" y="1660501"/>
                </a:lnTo>
                <a:lnTo>
                  <a:pt x="88295" y="1649127"/>
                </a:lnTo>
                <a:lnTo>
                  <a:pt x="88868" y="1637754"/>
                </a:lnTo>
                <a:lnTo>
                  <a:pt x="89222" y="1626381"/>
                </a:lnTo>
                <a:lnTo>
                  <a:pt x="89417" y="1615008"/>
                </a:lnTo>
                <a:lnTo>
                  <a:pt x="89510" y="1603634"/>
                </a:lnTo>
                <a:lnTo>
                  <a:pt x="89548" y="1592261"/>
                </a:lnTo>
                <a:lnTo>
                  <a:pt x="89565" y="1580888"/>
                </a:lnTo>
                <a:lnTo>
                  <a:pt x="89589" y="1569514"/>
                </a:lnTo>
                <a:lnTo>
                  <a:pt x="89634" y="1558141"/>
                </a:lnTo>
                <a:lnTo>
                  <a:pt x="89709" y="1546768"/>
                </a:lnTo>
                <a:lnTo>
                  <a:pt x="89812" y="1535395"/>
                </a:lnTo>
                <a:lnTo>
                  <a:pt x="89937" y="1524021"/>
                </a:lnTo>
                <a:lnTo>
                  <a:pt x="90074" y="1512648"/>
                </a:lnTo>
                <a:lnTo>
                  <a:pt x="90210" y="1501275"/>
                </a:lnTo>
                <a:lnTo>
                  <a:pt x="90330" y="1489901"/>
                </a:lnTo>
                <a:lnTo>
                  <a:pt x="90423" y="1478528"/>
                </a:lnTo>
                <a:lnTo>
                  <a:pt x="90477" y="1467155"/>
                </a:lnTo>
                <a:lnTo>
                  <a:pt x="90485" y="1455782"/>
                </a:lnTo>
                <a:lnTo>
                  <a:pt x="90443" y="1444408"/>
                </a:lnTo>
                <a:lnTo>
                  <a:pt x="90349" y="1433035"/>
                </a:lnTo>
                <a:lnTo>
                  <a:pt x="90208" y="1421662"/>
                </a:lnTo>
                <a:lnTo>
                  <a:pt x="90025" y="1410288"/>
                </a:lnTo>
                <a:lnTo>
                  <a:pt x="89811" y="1398915"/>
                </a:lnTo>
                <a:lnTo>
                  <a:pt x="89577" y="1387542"/>
                </a:lnTo>
                <a:lnTo>
                  <a:pt x="89334" y="1376168"/>
                </a:lnTo>
                <a:lnTo>
                  <a:pt x="89096" y="1364795"/>
                </a:lnTo>
                <a:lnTo>
                  <a:pt x="88874" y="1353422"/>
                </a:lnTo>
                <a:lnTo>
                  <a:pt x="88678" y="1342049"/>
                </a:lnTo>
                <a:lnTo>
                  <a:pt x="88517" y="1330675"/>
                </a:lnTo>
                <a:lnTo>
                  <a:pt x="88397" y="1319302"/>
                </a:lnTo>
                <a:lnTo>
                  <a:pt x="88320" y="1307929"/>
                </a:lnTo>
                <a:lnTo>
                  <a:pt x="88287" y="1296555"/>
                </a:lnTo>
                <a:lnTo>
                  <a:pt x="88299" y="1285182"/>
                </a:lnTo>
                <a:lnTo>
                  <a:pt x="88353" y="1273809"/>
                </a:lnTo>
                <a:lnTo>
                  <a:pt x="88447" y="1262436"/>
                </a:lnTo>
                <a:lnTo>
                  <a:pt x="88576" y="1251062"/>
                </a:lnTo>
                <a:lnTo>
                  <a:pt x="88737" y="1239689"/>
                </a:lnTo>
                <a:lnTo>
                  <a:pt x="88926" y="1228316"/>
                </a:lnTo>
                <a:lnTo>
                  <a:pt x="89140" y="1216942"/>
                </a:lnTo>
                <a:lnTo>
                  <a:pt x="89372" y="1205569"/>
                </a:lnTo>
                <a:lnTo>
                  <a:pt x="89618" y="1194196"/>
                </a:lnTo>
                <a:lnTo>
                  <a:pt x="89871" y="1182822"/>
                </a:lnTo>
                <a:lnTo>
                  <a:pt x="90123" y="1171449"/>
                </a:lnTo>
                <a:lnTo>
                  <a:pt x="90364" y="1160076"/>
                </a:lnTo>
                <a:lnTo>
                  <a:pt x="90585" y="1148703"/>
                </a:lnTo>
                <a:lnTo>
                  <a:pt x="90775" y="1137329"/>
                </a:lnTo>
                <a:lnTo>
                  <a:pt x="90923" y="1125956"/>
                </a:lnTo>
                <a:lnTo>
                  <a:pt x="91016" y="1114583"/>
                </a:lnTo>
                <a:lnTo>
                  <a:pt x="91043" y="1103209"/>
                </a:lnTo>
                <a:lnTo>
                  <a:pt x="90991" y="1091836"/>
                </a:lnTo>
                <a:lnTo>
                  <a:pt x="90851" y="1080463"/>
                </a:lnTo>
                <a:lnTo>
                  <a:pt x="90611" y="1069090"/>
                </a:lnTo>
                <a:lnTo>
                  <a:pt x="90264" y="1057716"/>
                </a:lnTo>
                <a:lnTo>
                  <a:pt x="89804" y="1046343"/>
                </a:lnTo>
                <a:lnTo>
                  <a:pt x="89230" y="1034970"/>
                </a:lnTo>
                <a:lnTo>
                  <a:pt x="88547" y="1023596"/>
                </a:lnTo>
                <a:lnTo>
                  <a:pt x="87767" y="1012223"/>
                </a:lnTo>
                <a:lnTo>
                  <a:pt x="86909" y="1000850"/>
                </a:lnTo>
                <a:lnTo>
                  <a:pt x="86003" y="989476"/>
                </a:lnTo>
                <a:lnTo>
                  <a:pt x="85082" y="978103"/>
                </a:lnTo>
                <a:lnTo>
                  <a:pt x="84188" y="966730"/>
                </a:lnTo>
                <a:lnTo>
                  <a:pt x="83366" y="955357"/>
                </a:lnTo>
                <a:lnTo>
                  <a:pt x="82658" y="943983"/>
                </a:lnTo>
                <a:lnTo>
                  <a:pt x="82105" y="932610"/>
                </a:lnTo>
                <a:lnTo>
                  <a:pt x="81736" y="921237"/>
                </a:lnTo>
                <a:lnTo>
                  <a:pt x="81570" y="909863"/>
                </a:lnTo>
                <a:lnTo>
                  <a:pt x="81612" y="898490"/>
                </a:lnTo>
                <a:lnTo>
                  <a:pt x="81853" y="887117"/>
                </a:lnTo>
                <a:lnTo>
                  <a:pt x="82271" y="875744"/>
                </a:lnTo>
                <a:lnTo>
                  <a:pt x="82831" y="864370"/>
                </a:lnTo>
                <a:lnTo>
                  <a:pt x="83491" y="852997"/>
                </a:lnTo>
                <a:lnTo>
                  <a:pt x="84208" y="841624"/>
                </a:lnTo>
                <a:lnTo>
                  <a:pt x="84935" y="830250"/>
                </a:lnTo>
                <a:lnTo>
                  <a:pt x="85631" y="818877"/>
                </a:lnTo>
                <a:lnTo>
                  <a:pt x="86260" y="807504"/>
                </a:lnTo>
                <a:lnTo>
                  <a:pt x="86792" y="796131"/>
                </a:lnTo>
                <a:lnTo>
                  <a:pt x="87205" y="784757"/>
                </a:lnTo>
                <a:lnTo>
                  <a:pt x="87483" y="773384"/>
                </a:lnTo>
                <a:lnTo>
                  <a:pt x="87615" y="762011"/>
                </a:lnTo>
                <a:lnTo>
                  <a:pt x="87593" y="750637"/>
                </a:lnTo>
                <a:lnTo>
                  <a:pt x="87416" y="739264"/>
                </a:lnTo>
                <a:lnTo>
                  <a:pt x="87085" y="727891"/>
                </a:lnTo>
                <a:lnTo>
                  <a:pt x="86607" y="716517"/>
                </a:lnTo>
                <a:lnTo>
                  <a:pt x="85996" y="705144"/>
                </a:lnTo>
                <a:lnTo>
                  <a:pt x="85272" y="693771"/>
                </a:lnTo>
                <a:lnTo>
                  <a:pt x="84462" y="682398"/>
                </a:lnTo>
                <a:lnTo>
                  <a:pt x="83603" y="671024"/>
                </a:lnTo>
                <a:lnTo>
                  <a:pt x="82737" y="659651"/>
                </a:lnTo>
                <a:lnTo>
                  <a:pt x="81910" y="648278"/>
                </a:lnTo>
                <a:lnTo>
                  <a:pt x="81170" y="636904"/>
                </a:lnTo>
                <a:lnTo>
                  <a:pt x="80559" y="625531"/>
                </a:lnTo>
                <a:lnTo>
                  <a:pt x="80115" y="614158"/>
                </a:lnTo>
                <a:lnTo>
                  <a:pt x="79861" y="602785"/>
                </a:lnTo>
                <a:lnTo>
                  <a:pt x="79809" y="591411"/>
                </a:lnTo>
                <a:lnTo>
                  <a:pt x="79957" y="580038"/>
                </a:lnTo>
                <a:lnTo>
                  <a:pt x="80288" y="568665"/>
                </a:lnTo>
                <a:lnTo>
                  <a:pt x="80775" y="557291"/>
                </a:lnTo>
                <a:lnTo>
                  <a:pt x="81381" y="545918"/>
                </a:lnTo>
                <a:lnTo>
                  <a:pt x="82066" y="534545"/>
                </a:lnTo>
                <a:lnTo>
                  <a:pt x="82791" y="523171"/>
                </a:lnTo>
                <a:lnTo>
                  <a:pt x="83516" y="511798"/>
                </a:lnTo>
                <a:lnTo>
                  <a:pt x="84210" y="500425"/>
                </a:lnTo>
                <a:lnTo>
                  <a:pt x="84849" y="489052"/>
                </a:lnTo>
                <a:lnTo>
                  <a:pt x="85414" y="477678"/>
                </a:lnTo>
                <a:lnTo>
                  <a:pt x="85896" y="466305"/>
                </a:lnTo>
                <a:lnTo>
                  <a:pt x="86292" y="454932"/>
                </a:lnTo>
                <a:lnTo>
                  <a:pt x="86602" y="443558"/>
                </a:lnTo>
                <a:lnTo>
                  <a:pt x="86833" y="432185"/>
                </a:lnTo>
                <a:lnTo>
                  <a:pt x="86992" y="420812"/>
                </a:lnTo>
                <a:lnTo>
                  <a:pt x="87090" y="409439"/>
                </a:lnTo>
                <a:lnTo>
                  <a:pt x="87139" y="398065"/>
                </a:lnTo>
                <a:lnTo>
                  <a:pt x="87152" y="386692"/>
                </a:lnTo>
                <a:lnTo>
                  <a:pt x="87139" y="375319"/>
                </a:lnTo>
                <a:lnTo>
                  <a:pt x="87115" y="363945"/>
                </a:lnTo>
                <a:lnTo>
                  <a:pt x="87091" y="352572"/>
                </a:lnTo>
                <a:lnTo>
                  <a:pt x="87077" y="341199"/>
                </a:lnTo>
                <a:lnTo>
                  <a:pt x="87085" y="329825"/>
                </a:lnTo>
                <a:lnTo>
                  <a:pt x="87123" y="318452"/>
                </a:lnTo>
                <a:lnTo>
                  <a:pt x="87195" y="307079"/>
                </a:lnTo>
                <a:lnTo>
                  <a:pt x="87305" y="295706"/>
                </a:lnTo>
                <a:lnTo>
                  <a:pt x="87450" y="284332"/>
                </a:lnTo>
                <a:lnTo>
                  <a:pt x="87624" y="272959"/>
                </a:lnTo>
                <a:lnTo>
                  <a:pt x="87813" y="261586"/>
                </a:lnTo>
                <a:lnTo>
                  <a:pt x="87993" y="250212"/>
                </a:lnTo>
                <a:lnTo>
                  <a:pt x="88131" y="238839"/>
                </a:lnTo>
                <a:lnTo>
                  <a:pt x="88180" y="227466"/>
                </a:lnTo>
                <a:lnTo>
                  <a:pt x="88079" y="216093"/>
                </a:lnTo>
                <a:lnTo>
                  <a:pt x="87748" y="204719"/>
                </a:lnTo>
                <a:lnTo>
                  <a:pt x="87091" y="193346"/>
                </a:lnTo>
                <a:lnTo>
                  <a:pt x="85995" y="181973"/>
                </a:lnTo>
                <a:lnTo>
                  <a:pt x="84335" y="170599"/>
                </a:lnTo>
                <a:lnTo>
                  <a:pt x="81981" y="159226"/>
                </a:lnTo>
                <a:lnTo>
                  <a:pt x="78808" y="147853"/>
                </a:lnTo>
                <a:lnTo>
                  <a:pt x="74710" y="136480"/>
                </a:lnTo>
                <a:lnTo>
                  <a:pt x="69622" y="125106"/>
                </a:lnTo>
                <a:lnTo>
                  <a:pt x="63533" y="113733"/>
                </a:lnTo>
                <a:lnTo>
                  <a:pt x="56510" y="102360"/>
                </a:lnTo>
                <a:lnTo>
                  <a:pt x="48706" y="90986"/>
                </a:lnTo>
                <a:lnTo>
                  <a:pt x="40367" y="79613"/>
                </a:lnTo>
                <a:lnTo>
                  <a:pt x="31829" y="68240"/>
                </a:lnTo>
                <a:lnTo>
                  <a:pt x="23500" y="56866"/>
                </a:lnTo>
                <a:lnTo>
                  <a:pt x="15828" y="45493"/>
                </a:lnTo>
                <a:lnTo>
                  <a:pt x="9270" y="34120"/>
                </a:lnTo>
                <a:lnTo>
                  <a:pt x="4242" y="22747"/>
                </a:lnTo>
                <a:lnTo>
                  <a:pt x="1079" y="11373"/>
                </a:lnTo>
                <a:lnTo>
                  <a:pt x="0" y="0"/>
                </a:lnTo>
                <a:lnTo>
                  <a:pt x="187288" y="0"/>
                </a:lnTo>
                <a:lnTo>
                  <a:pt x="187288" y="0"/>
                </a:lnTo>
                <a:lnTo>
                  <a:pt x="186209" y="11373"/>
                </a:lnTo>
                <a:lnTo>
                  <a:pt x="183046" y="22747"/>
                </a:lnTo>
                <a:lnTo>
                  <a:pt x="178018" y="34120"/>
                </a:lnTo>
                <a:lnTo>
                  <a:pt x="171460" y="45493"/>
                </a:lnTo>
                <a:lnTo>
                  <a:pt x="163789" y="56866"/>
                </a:lnTo>
                <a:lnTo>
                  <a:pt x="155459" y="68240"/>
                </a:lnTo>
                <a:lnTo>
                  <a:pt x="146921" y="79613"/>
                </a:lnTo>
                <a:lnTo>
                  <a:pt x="138582" y="90986"/>
                </a:lnTo>
                <a:lnTo>
                  <a:pt x="130778" y="102360"/>
                </a:lnTo>
                <a:lnTo>
                  <a:pt x="123755" y="113733"/>
                </a:lnTo>
                <a:lnTo>
                  <a:pt x="117667" y="125106"/>
                </a:lnTo>
                <a:lnTo>
                  <a:pt x="112578" y="136480"/>
                </a:lnTo>
                <a:lnTo>
                  <a:pt x="108480" y="147853"/>
                </a:lnTo>
                <a:lnTo>
                  <a:pt x="105307" y="159226"/>
                </a:lnTo>
                <a:lnTo>
                  <a:pt x="102953" y="170599"/>
                </a:lnTo>
                <a:lnTo>
                  <a:pt x="101293" y="181973"/>
                </a:lnTo>
                <a:lnTo>
                  <a:pt x="100197" y="193346"/>
                </a:lnTo>
                <a:lnTo>
                  <a:pt x="99540" y="204719"/>
                </a:lnTo>
                <a:lnTo>
                  <a:pt x="99209" y="216093"/>
                </a:lnTo>
                <a:lnTo>
                  <a:pt x="99108" y="227466"/>
                </a:lnTo>
                <a:lnTo>
                  <a:pt x="99157" y="238839"/>
                </a:lnTo>
                <a:lnTo>
                  <a:pt x="99295" y="250212"/>
                </a:lnTo>
                <a:lnTo>
                  <a:pt x="99475" y="261586"/>
                </a:lnTo>
                <a:lnTo>
                  <a:pt x="99664" y="272959"/>
                </a:lnTo>
                <a:lnTo>
                  <a:pt x="99838" y="284332"/>
                </a:lnTo>
                <a:lnTo>
                  <a:pt x="99983" y="295706"/>
                </a:lnTo>
                <a:lnTo>
                  <a:pt x="100093" y="307079"/>
                </a:lnTo>
                <a:lnTo>
                  <a:pt x="100165" y="318452"/>
                </a:lnTo>
                <a:lnTo>
                  <a:pt x="100203" y="329825"/>
                </a:lnTo>
                <a:lnTo>
                  <a:pt x="100211" y="341199"/>
                </a:lnTo>
                <a:lnTo>
                  <a:pt x="100198" y="352572"/>
                </a:lnTo>
                <a:lnTo>
                  <a:pt x="100173" y="363945"/>
                </a:lnTo>
                <a:lnTo>
                  <a:pt x="100149" y="375319"/>
                </a:lnTo>
                <a:lnTo>
                  <a:pt x="100137" y="386692"/>
                </a:lnTo>
                <a:lnTo>
                  <a:pt x="100149" y="398065"/>
                </a:lnTo>
                <a:lnTo>
                  <a:pt x="100198" y="409439"/>
                </a:lnTo>
                <a:lnTo>
                  <a:pt x="100296" y="420812"/>
                </a:lnTo>
                <a:lnTo>
                  <a:pt x="100455" y="432185"/>
                </a:lnTo>
                <a:lnTo>
                  <a:pt x="100686" y="443558"/>
                </a:lnTo>
                <a:lnTo>
                  <a:pt x="100996" y="454932"/>
                </a:lnTo>
                <a:lnTo>
                  <a:pt x="101392" y="466305"/>
                </a:lnTo>
                <a:lnTo>
                  <a:pt x="101874" y="477678"/>
                </a:lnTo>
                <a:lnTo>
                  <a:pt x="102439" y="489052"/>
                </a:lnTo>
                <a:lnTo>
                  <a:pt x="103078" y="500425"/>
                </a:lnTo>
                <a:lnTo>
                  <a:pt x="103772" y="511798"/>
                </a:lnTo>
                <a:lnTo>
                  <a:pt x="104498" y="523171"/>
                </a:lnTo>
                <a:lnTo>
                  <a:pt x="105222" y="534545"/>
                </a:lnTo>
                <a:lnTo>
                  <a:pt x="105907" y="545918"/>
                </a:lnTo>
                <a:lnTo>
                  <a:pt x="106513" y="557291"/>
                </a:lnTo>
                <a:lnTo>
                  <a:pt x="107000" y="568665"/>
                </a:lnTo>
                <a:lnTo>
                  <a:pt x="107331" y="580038"/>
                </a:lnTo>
                <a:lnTo>
                  <a:pt x="107479" y="591411"/>
                </a:lnTo>
                <a:lnTo>
                  <a:pt x="107427" y="602785"/>
                </a:lnTo>
                <a:lnTo>
                  <a:pt x="107173" y="614158"/>
                </a:lnTo>
                <a:lnTo>
                  <a:pt x="106729" y="625531"/>
                </a:lnTo>
                <a:lnTo>
                  <a:pt x="106118" y="636904"/>
                </a:lnTo>
                <a:lnTo>
                  <a:pt x="105378" y="648278"/>
                </a:lnTo>
                <a:lnTo>
                  <a:pt x="104551" y="659651"/>
                </a:lnTo>
                <a:lnTo>
                  <a:pt x="103685" y="671024"/>
                </a:lnTo>
                <a:lnTo>
                  <a:pt x="102826" y="682398"/>
                </a:lnTo>
                <a:lnTo>
                  <a:pt x="102017" y="693771"/>
                </a:lnTo>
                <a:lnTo>
                  <a:pt x="101292" y="705144"/>
                </a:lnTo>
                <a:lnTo>
                  <a:pt x="100681" y="716517"/>
                </a:lnTo>
                <a:lnTo>
                  <a:pt x="100203" y="727891"/>
                </a:lnTo>
                <a:lnTo>
                  <a:pt x="99872" y="739264"/>
                </a:lnTo>
                <a:lnTo>
                  <a:pt x="99695" y="750637"/>
                </a:lnTo>
                <a:lnTo>
                  <a:pt x="99673" y="762011"/>
                </a:lnTo>
                <a:lnTo>
                  <a:pt x="99805" y="773384"/>
                </a:lnTo>
                <a:lnTo>
                  <a:pt x="100083" y="784757"/>
                </a:lnTo>
                <a:lnTo>
                  <a:pt x="100496" y="796131"/>
                </a:lnTo>
                <a:lnTo>
                  <a:pt x="101028" y="807504"/>
                </a:lnTo>
                <a:lnTo>
                  <a:pt x="101657" y="818877"/>
                </a:lnTo>
                <a:lnTo>
                  <a:pt x="102353" y="830250"/>
                </a:lnTo>
                <a:lnTo>
                  <a:pt x="103080" y="841624"/>
                </a:lnTo>
                <a:lnTo>
                  <a:pt x="103797" y="852997"/>
                </a:lnTo>
                <a:lnTo>
                  <a:pt x="104457" y="864370"/>
                </a:lnTo>
                <a:lnTo>
                  <a:pt x="105017" y="875744"/>
                </a:lnTo>
                <a:lnTo>
                  <a:pt x="105435" y="887117"/>
                </a:lnTo>
                <a:lnTo>
                  <a:pt x="105676" y="898490"/>
                </a:lnTo>
                <a:lnTo>
                  <a:pt x="105718" y="909863"/>
                </a:lnTo>
                <a:lnTo>
                  <a:pt x="105553" y="921237"/>
                </a:lnTo>
                <a:lnTo>
                  <a:pt x="105183" y="932610"/>
                </a:lnTo>
                <a:lnTo>
                  <a:pt x="104630" y="943983"/>
                </a:lnTo>
                <a:lnTo>
                  <a:pt x="103922" y="955357"/>
                </a:lnTo>
                <a:lnTo>
                  <a:pt x="103100" y="966730"/>
                </a:lnTo>
                <a:lnTo>
                  <a:pt x="102206" y="978103"/>
                </a:lnTo>
                <a:lnTo>
                  <a:pt x="101285" y="989476"/>
                </a:lnTo>
                <a:lnTo>
                  <a:pt x="100379" y="1000850"/>
                </a:lnTo>
                <a:lnTo>
                  <a:pt x="99521" y="1012223"/>
                </a:lnTo>
                <a:lnTo>
                  <a:pt x="98741" y="1023596"/>
                </a:lnTo>
                <a:lnTo>
                  <a:pt x="98059" y="1034970"/>
                </a:lnTo>
                <a:lnTo>
                  <a:pt x="97485" y="1046343"/>
                </a:lnTo>
                <a:lnTo>
                  <a:pt x="97024" y="1057716"/>
                </a:lnTo>
                <a:lnTo>
                  <a:pt x="96677" y="1069090"/>
                </a:lnTo>
                <a:lnTo>
                  <a:pt x="96437" y="1080463"/>
                </a:lnTo>
                <a:lnTo>
                  <a:pt x="96297" y="1091836"/>
                </a:lnTo>
                <a:lnTo>
                  <a:pt x="96245" y="1103209"/>
                </a:lnTo>
                <a:lnTo>
                  <a:pt x="96272" y="1114583"/>
                </a:lnTo>
                <a:lnTo>
                  <a:pt x="96366" y="1125956"/>
                </a:lnTo>
                <a:lnTo>
                  <a:pt x="96513" y="1137329"/>
                </a:lnTo>
                <a:lnTo>
                  <a:pt x="96703" y="1148703"/>
                </a:lnTo>
                <a:lnTo>
                  <a:pt x="96924" y="1160076"/>
                </a:lnTo>
                <a:lnTo>
                  <a:pt x="97166" y="1171449"/>
                </a:lnTo>
                <a:lnTo>
                  <a:pt x="97417" y="1182822"/>
                </a:lnTo>
                <a:lnTo>
                  <a:pt x="97670" y="1194196"/>
                </a:lnTo>
                <a:lnTo>
                  <a:pt x="97916" y="1205569"/>
                </a:lnTo>
                <a:lnTo>
                  <a:pt x="98148" y="1216942"/>
                </a:lnTo>
                <a:lnTo>
                  <a:pt x="98362" y="1228316"/>
                </a:lnTo>
                <a:lnTo>
                  <a:pt x="98551" y="1239689"/>
                </a:lnTo>
                <a:lnTo>
                  <a:pt x="98712" y="1251062"/>
                </a:lnTo>
                <a:lnTo>
                  <a:pt x="98842" y="1262436"/>
                </a:lnTo>
                <a:lnTo>
                  <a:pt x="98935" y="1273809"/>
                </a:lnTo>
                <a:lnTo>
                  <a:pt x="98989" y="1285182"/>
                </a:lnTo>
                <a:lnTo>
                  <a:pt x="99001" y="1296555"/>
                </a:lnTo>
                <a:lnTo>
                  <a:pt x="98969" y="1307929"/>
                </a:lnTo>
                <a:lnTo>
                  <a:pt x="98892" y="1319302"/>
                </a:lnTo>
                <a:lnTo>
                  <a:pt x="98771" y="1330675"/>
                </a:lnTo>
                <a:lnTo>
                  <a:pt x="98610" y="1342049"/>
                </a:lnTo>
                <a:lnTo>
                  <a:pt x="98414" y="1353422"/>
                </a:lnTo>
                <a:lnTo>
                  <a:pt x="98192" y="1364795"/>
                </a:lnTo>
                <a:lnTo>
                  <a:pt x="97954" y="1376168"/>
                </a:lnTo>
                <a:lnTo>
                  <a:pt x="97711" y="1387542"/>
                </a:lnTo>
                <a:lnTo>
                  <a:pt x="97477" y="1398915"/>
                </a:lnTo>
                <a:lnTo>
                  <a:pt x="97263" y="1410288"/>
                </a:lnTo>
                <a:lnTo>
                  <a:pt x="97080" y="1421662"/>
                </a:lnTo>
                <a:lnTo>
                  <a:pt x="96939" y="1433035"/>
                </a:lnTo>
                <a:lnTo>
                  <a:pt x="96846" y="1444408"/>
                </a:lnTo>
                <a:lnTo>
                  <a:pt x="96803" y="1455782"/>
                </a:lnTo>
                <a:lnTo>
                  <a:pt x="96811" y="1467155"/>
                </a:lnTo>
                <a:lnTo>
                  <a:pt x="96865" y="1478528"/>
                </a:lnTo>
                <a:lnTo>
                  <a:pt x="96958" y="1489901"/>
                </a:lnTo>
                <a:lnTo>
                  <a:pt x="97078" y="1501275"/>
                </a:lnTo>
                <a:lnTo>
                  <a:pt x="97214" y="1512648"/>
                </a:lnTo>
                <a:lnTo>
                  <a:pt x="97351" y="1524021"/>
                </a:lnTo>
                <a:lnTo>
                  <a:pt x="97476" y="1535395"/>
                </a:lnTo>
                <a:lnTo>
                  <a:pt x="97579" y="1546768"/>
                </a:lnTo>
                <a:lnTo>
                  <a:pt x="97654" y="1558141"/>
                </a:lnTo>
                <a:lnTo>
                  <a:pt x="97699" y="1569514"/>
                </a:lnTo>
                <a:lnTo>
                  <a:pt x="97723" y="1580888"/>
                </a:lnTo>
                <a:lnTo>
                  <a:pt x="97741" y="1592261"/>
                </a:lnTo>
                <a:lnTo>
                  <a:pt x="97778" y="1603634"/>
                </a:lnTo>
                <a:lnTo>
                  <a:pt x="97871" y="1615008"/>
                </a:lnTo>
                <a:lnTo>
                  <a:pt x="98067" y="1626381"/>
                </a:lnTo>
                <a:lnTo>
                  <a:pt x="98420" y="1637754"/>
                </a:lnTo>
                <a:lnTo>
                  <a:pt x="98993" y="1649127"/>
                </a:lnTo>
                <a:lnTo>
                  <a:pt x="99850" y="1660501"/>
                </a:lnTo>
                <a:lnTo>
                  <a:pt x="101053" y="1671874"/>
                </a:lnTo>
                <a:lnTo>
                  <a:pt x="102653" y="1683247"/>
                </a:lnTo>
                <a:lnTo>
                  <a:pt x="104686" y="1694621"/>
                </a:lnTo>
                <a:lnTo>
                  <a:pt x="107160" y="1705994"/>
                </a:lnTo>
                <a:lnTo>
                  <a:pt x="110049" y="1717367"/>
                </a:lnTo>
                <a:lnTo>
                  <a:pt x="113289" y="1728741"/>
                </a:lnTo>
                <a:lnTo>
                  <a:pt x="116775" y="1740114"/>
                </a:lnTo>
                <a:lnTo>
                  <a:pt x="120362" y="1751487"/>
                </a:lnTo>
                <a:lnTo>
                  <a:pt x="123875" y="1762860"/>
                </a:lnTo>
                <a:lnTo>
                  <a:pt x="127119" y="1774234"/>
                </a:lnTo>
                <a:lnTo>
                  <a:pt x="129898" y="1785607"/>
                </a:lnTo>
                <a:lnTo>
                  <a:pt x="132031" y="1796980"/>
                </a:lnTo>
                <a:lnTo>
                  <a:pt x="133374" y="1808354"/>
                </a:lnTo>
                <a:lnTo>
                  <a:pt x="133833" y="1819727"/>
                </a:lnTo>
                <a:lnTo>
                  <a:pt x="133833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E793CCAA-0AD4-46FC-95D0-3DF45C3BF8BC}"/>
              </a:ext>
            </a:extLst>
          </p:cNvPr>
          <p:cNvSpPr>
            <a:spLocks/>
          </p:cNvSpPr>
          <p:nvPr/>
        </p:nvSpPr>
        <p:spPr>
          <a:xfrm>
            <a:off x="5296553" y="1831304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87288" y="1819727"/>
                </a:moveTo>
                <a:lnTo>
                  <a:pt x="0" y="1819727"/>
                </a:lnTo>
                <a:lnTo>
                  <a:pt x="1035" y="1808354"/>
                </a:lnTo>
                <a:lnTo>
                  <a:pt x="4068" y="1796980"/>
                </a:lnTo>
                <a:lnTo>
                  <a:pt x="8896" y="1785607"/>
                </a:lnTo>
                <a:lnTo>
                  <a:pt x="15202" y="1774234"/>
                </a:lnTo>
                <a:lnTo>
                  <a:pt x="22593" y="1762860"/>
                </a:lnTo>
                <a:lnTo>
                  <a:pt x="30637" y="1751487"/>
                </a:lnTo>
                <a:lnTo>
                  <a:pt x="38907" y="1740114"/>
                </a:lnTo>
                <a:lnTo>
                  <a:pt x="47011" y="1728741"/>
                </a:lnTo>
                <a:lnTo>
                  <a:pt x="54625" y="1717367"/>
                </a:lnTo>
                <a:lnTo>
                  <a:pt x="61508" y="1705994"/>
                </a:lnTo>
                <a:lnTo>
                  <a:pt x="67506" y="1694621"/>
                </a:lnTo>
                <a:lnTo>
                  <a:pt x="72551" y="1683247"/>
                </a:lnTo>
                <a:lnTo>
                  <a:pt x="76644" y="1671874"/>
                </a:lnTo>
                <a:lnTo>
                  <a:pt x="79846" y="1660501"/>
                </a:lnTo>
                <a:lnTo>
                  <a:pt x="82256" y="1649127"/>
                </a:lnTo>
                <a:lnTo>
                  <a:pt x="83994" y="1637754"/>
                </a:lnTo>
                <a:lnTo>
                  <a:pt x="85189" y="1626381"/>
                </a:lnTo>
                <a:lnTo>
                  <a:pt x="85966" y="1615008"/>
                </a:lnTo>
                <a:lnTo>
                  <a:pt x="86437" y="1603634"/>
                </a:lnTo>
                <a:lnTo>
                  <a:pt x="86701" y="1592261"/>
                </a:lnTo>
                <a:lnTo>
                  <a:pt x="86835" y="1580888"/>
                </a:lnTo>
                <a:lnTo>
                  <a:pt x="86899" y="1569514"/>
                </a:lnTo>
                <a:lnTo>
                  <a:pt x="86936" y="1558141"/>
                </a:lnTo>
                <a:lnTo>
                  <a:pt x="86973" y="1546768"/>
                </a:lnTo>
                <a:lnTo>
                  <a:pt x="87025" y="1535395"/>
                </a:lnTo>
                <a:lnTo>
                  <a:pt x="87095" y="1524021"/>
                </a:lnTo>
                <a:lnTo>
                  <a:pt x="87180" y="1512648"/>
                </a:lnTo>
                <a:lnTo>
                  <a:pt x="87271" y="1501275"/>
                </a:lnTo>
                <a:lnTo>
                  <a:pt x="87357" y="1489901"/>
                </a:lnTo>
                <a:lnTo>
                  <a:pt x="87429" y="1478528"/>
                </a:lnTo>
                <a:lnTo>
                  <a:pt x="87478" y="1467155"/>
                </a:lnTo>
                <a:lnTo>
                  <a:pt x="87499" y="1455782"/>
                </a:lnTo>
                <a:lnTo>
                  <a:pt x="87491" y="1444408"/>
                </a:lnTo>
                <a:lnTo>
                  <a:pt x="87460" y="1433035"/>
                </a:lnTo>
                <a:lnTo>
                  <a:pt x="87412" y="1421662"/>
                </a:lnTo>
                <a:lnTo>
                  <a:pt x="87358" y="1410288"/>
                </a:lnTo>
                <a:lnTo>
                  <a:pt x="87309" y="1398915"/>
                </a:lnTo>
                <a:lnTo>
                  <a:pt x="87276" y="1387542"/>
                </a:lnTo>
                <a:lnTo>
                  <a:pt x="87267" y="1376168"/>
                </a:lnTo>
                <a:lnTo>
                  <a:pt x="87286" y="1364795"/>
                </a:lnTo>
                <a:lnTo>
                  <a:pt x="87332" y="1353422"/>
                </a:lnTo>
                <a:lnTo>
                  <a:pt x="87399" y="1342049"/>
                </a:lnTo>
                <a:lnTo>
                  <a:pt x="87479" y="1330675"/>
                </a:lnTo>
                <a:lnTo>
                  <a:pt x="87559" y="1319302"/>
                </a:lnTo>
                <a:lnTo>
                  <a:pt x="87628" y="1307929"/>
                </a:lnTo>
                <a:lnTo>
                  <a:pt x="87675" y="1296555"/>
                </a:lnTo>
                <a:lnTo>
                  <a:pt x="87692" y="1285182"/>
                </a:lnTo>
                <a:lnTo>
                  <a:pt x="87676" y="1273809"/>
                </a:lnTo>
                <a:lnTo>
                  <a:pt x="87629" y="1262436"/>
                </a:lnTo>
                <a:lnTo>
                  <a:pt x="87559" y="1251062"/>
                </a:lnTo>
                <a:lnTo>
                  <a:pt x="87475" y="1239689"/>
                </a:lnTo>
                <a:lnTo>
                  <a:pt x="87392" y="1228316"/>
                </a:lnTo>
                <a:lnTo>
                  <a:pt x="87323" y="1216942"/>
                </a:lnTo>
                <a:lnTo>
                  <a:pt x="87282" y="1205569"/>
                </a:lnTo>
                <a:lnTo>
                  <a:pt x="87281" y="1194196"/>
                </a:lnTo>
                <a:lnTo>
                  <a:pt x="87326" y="1182822"/>
                </a:lnTo>
                <a:lnTo>
                  <a:pt x="87421" y="1171449"/>
                </a:lnTo>
                <a:lnTo>
                  <a:pt x="87564" y="1160076"/>
                </a:lnTo>
                <a:lnTo>
                  <a:pt x="87749" y="1148703"/>
                </a:lnTo>
                <a:lnTo>
                  <a:pt x="87968" y="1137329"/>
                </a:lnTo>
                <a:lnTo>
                  <a:pt x="88207" y="1125956"/>
                </a:lnTo>
                <a:lnTo>
                  <a:pt x="88453" y="1114583"/>
                </a:lnTo>
                <a:lnTo>
                  <a:pt x="88691" y="1103209"/>
                </a:lnTo>
                <a:lnTo>
                  <a:pt x="88906" y="1091836"/>
                </a:lnTo>
                <a:lnTo>
                  <a:pt x="89084" y="1080463"/>
                </a:lnTo>
                <a:lnTo>
                  <a:pt x="89212" y="1069090"/>
                </a:lnTo>
                <a:lnTo>
                  <a:pt x="89279" y="1057716"/>
                </a:lnTo>
                <a:lnTo>
                  <a:pt x="89278" y="1046343"/>
                </a:lnTo>
                <a:lnTo>
                  <a:pt x="89203" y="1034970"/>
                </a:lnTo>
                <a:lnTo>
                  <a:pt x="89056" y="1023596"/>
                </a:lnTo>
                <a:lnTo>
                  <a:pt x="88840" y="1012223"/>
                </a:lnTo>
                <a:lnTo>
                  <a:pt x="88566" y="1000850"/>
                </a:lnTo>
                <a:lnTo>
                  <a:pt x="88248" y="989476"/>
                </a:lnTo>
                <a:lnTo>
                  <a:pt x="87908" y="978103"/>
                </a:lnTo>
                <a:lnTo>
                  <a:pt x="87567" y="966730"/>
                </a:lnTo>
                <a:lnTo>
                  <a:pt x="87254" y="955357"/>
                </a:lnTo>
                <a:lnTo>
                  <a:pt x="86992" y="943983"/>
                </a:lnTo>
                <a:lnTo>
                  <a:pt x="86805" y="932610"/>
                </a:lnTo>
                <a:lnTo>
                  <a:pt x="86711" y="921237"/>
                </a:lnTo>
                <a:lnTo>
                  <a:pt x="86723" y="909863"/>
                </a:lnTo>
                <a:lnTo>
                  <a:pt x="86843" y="898490"/>
                </a:lnTo>
                <a:lnTo>
                  <a:pt x="87067" y="887117"/>
                </a:lnTo>
                <a:lnTo>
                  <a:pt x="87383" y="875744"/>
                </a:lnTo>
                <a:lnTo>
                  <a:pt x="87771" y="864370"/>
                </a:lnTo>
                <a:lnTo>
                  <a:pt x="88210" y="852997"/>
                </a:lnTo>
                <a:lnTo>
                  <a:pt x="88676" y="841624"/>
                </a:lnTo>
                <a:lnTo>
                  <a:pt x="89145" y="830250"/>
                </a:lnTo>
                <a:lnTo>
                  <a:pt x="89597" y="818877"/>
                </a:lnTo>
                <a:lnTo>
                  <a:pt x="90017" y="807504"/>
                </a:lnTo>
                <a:lnTo>
                  <a:pt x="90394" y="796131"/>
                </a:lnTo>
                <a:lnTo>
                  <a:pt x="90725" y="784757"/>
                </a:lnTo>
                <a:lnTo>
                  <a:pt x="91008" y="773384"/>
                </a:lnTo>
                <a:lnTo>
                  <a:pt x="91249" y="762011"/>
                </a:lnTo>
                <a:lnTo>
                  <a:pt x="91455" y="750637"/>
                </a:lnTo>
                <a:lnTo>
                  <a:pt x="91632" y="739264"/>
                </a:lnTo>
                <a:lnTo>
                  <a:pt x="91789" y="727891"/>
                </a:lnTo>
                <a:lnTo>
                  <a:pt x="91934" y="716517"/>
                </a:lnTo>
                <a:lnTo>
                  <a:pt x="92071" y="705144"/>
                </a:lnTo>
                <a:lnTo>
                  <a:pt x="92206" y="693771"/>
                </a:lnTo>
                <a:lnTo>
                  <a:pt x="92339" y="682398"/>
                </a:lnTo>
                <a:lnTo>
                  <a:pt x="92471" y="671024"/>
                </a:lnTo>
                <a:lnTo>
                  <a:pt x="92601" y="659651"/>
                </a:lnTo>
                <a:lnTo>
                  <a:pt x="92727" y="648278"/>
                </a:lnTo>
                <a:lnTo>
                  <a:pt x="92845" y="636904"/>
                </a:lnTo>
                <a:lnTo>
                  <a:pt x="92955" y="625531"/>
                </a:lnTo>
                <a:lnTo>
                  <a:pt x="93051" y="614158"/>
                </a:lnTo>
                <a:lnTo>
                  <a:pt x="93133" y="602785"/>
                </a:lnTo>
                <a:lnTo>
                  <a:pt x="93199" y="591411"/>
                </a:lnTo>
                <a:lnTo>
                  <a:pt x="93248" y="580038"/>
                </a:lnTo>
                <a:lnTo>
                  <a:pt x="93281" y="568665"/>
                </a:lnTo>
                <a:lnTo>
                  <a:pt x="93298" y="557291"/>
                </a:lnTo>
                <a:lnTo>
                  <a:pt x="93300" y="545918"/>
                </a:lnTo>
                <a:lnTo>
                  <a:pt x="93292" y="534545"/>
                </a:lnTo>
                <a:lnTo>
                  <a:pt x="93274" y="523171"/>
                </a:lnTo>
                <a:lnTo>
                  <a:pt x="93252" y="511798"/>
                </a:lnTo>
                <a:lnTo>
                  <a:pt x="93228" y="500425"/>
                </a:lnTo>
                <a:lnTo>
                  <a:pt x="93205" y="489052"/>
                </a:lnTo>
                <a:lnTo>
                  <a:pt x="93187" y="477678"/>
                </a:lnTo>
                <a:lnTo>
                  <a:pt x="93176" y="466305"/>
                </a:lnTo>
                <a:lnTo>
                  <a:pt x="93174" y="454932"/>
                </a:lnTo>
                <a:lnTo>
                  <a:pt x="93181" y="443558"/>
                </a:lnTo>
                <a:lnTo>
                  <a:pt x="93198" y="432185"/>
                </a:lnTo>
                <a:lnTo>
                  <a:pt x="93224" y="420812"/>
                </a:lnTo>
                <a:lnTo>
                  <a:pt x="93257" y="409439"/>
                </a:lnTo>
                <a:lnTo>
                  <a:pt x="93295" y="398065"/>
                </a:lnTo>
                <a:lnTo>
                  <a:pt x="93337" y="386692"/>
                </a:lnTo>
                <a:lnTo>
                  <a:pt x="93380" y="375319"/>
                </a:lnTo>
                <a:lnTo>
                  <a:pt x="93422" y="363945"/>
                </a:lnTo>
                <a:lnTo>
                  <a:pt x="93461" y="352572"/>
                </a:lnTo>
                <a:lnTo>
                  <a:pt x="93497" y="341199"/>
                </a:lnTo>
                <a:lnTo>
                  <a:pt x="93528" y="329825"/>
                </a:lnTo>
                <a:lnTo>
                  <a:pt x="93554" y="318452"/>
                </a:lnTo>
                <a:lnTo>
                  <a:pt x="93575" y="307079"/>
                </a:lnTo>
                <a:lnTo>
                  <a:pt x="93591" y="295706"/>
                </a:lnTo>
                <a:lnTo>
                  <a:pt x="93601" y="284332"/>
                </a:lnTo>
                <a:lnTo>
                  <a:pt x="93604" y="272959"/>
                </a:lnTo>
                <a:lnTo>
                  <a:pt x="93601" y="261586"/>
                </a:lnTo>
                <a:lnTo>
                  <a:pt x="93588" y="250212"/>
                </a:lnTo>
                <a:lnTo>
                  <a:pt x="93562" y="238839"/>
                </a:lnTo>
                <a:lnTo>
                  <a:pt x="93520" y="227466"/>
                </a:lnTo>
                <a:lnTo>
                  <a:pt x="93454" y="216093"/>
                </a:lnTo>
                <a:lnTo>
                  <a:pt x="93355" y="204719"/>
                </a:lnTo>
                <a:lnTo>
                  <a:pt x="93213" y="193346"/>
                </a:lnTo>
                <a:lnTo>
                  <a:pt x="93014" y="181973"/>
                </a:lnTo>
                <a:lnTo>
                  <a:pt x="92743" y="170599"/>
                </a:lnTo>
                <a:lnTo>
                  <a:pt x="92386" y="159226"/>
                </a:lnTo>
                <a:lnTo>
                  <a:pt x="91926" y="147853"/>
                </a:lnTo>
                <a:lnTo>
                  <a:pt x="91351" y="136480"/>
                </a:lnTo>
                <a:lnTo>
                  <a:pt x="90654" y="125106"/>
                </a:lnTo>
                <a:lnTo>
                  <a:pt x="89834" y="113733"/>
                </a:lnTo>
                <a:lnTo>
                  <a:pt x="88900" y="102360"/>
                </a:lnTo>
                <a:lnTo>
                  <a:pt x="87872" y="90986"/>
                </a:lnTo>
                <a:lnTo>
                  <a:pt x="86782" y="79613"/>
                </a:lnTo>
                <a:lnTo>
                  <a:pt x="85671" y="68240"/>
                </a:lnTo>
                <a:lnTo>
                  <a:pt x="84592" y="56866"/>
                </a:lnTo>
                <a:lnTo>
                  <a:pt x="83601" y="45493"/>
                </a:lnTo>
                <a:lnTo>
                  <a:pt x="82756" y="34120"/>
                </a:lnTo>
                <a:lnTo>
                  <a:pt x="82109" y="22747"/>
                </a:lnTo>
                <a:lnTo>
                  <a:pt x="81703" y="11373"/>
                </a:lnTo>
                <a:lnTo>
                  <a:pt x="81565" y="0"/>
                </a:lnTo>
                <a:lnTo>
                  <a:pt x="105724" y="0"/>
                </a:lnTo>
                <a:lnTo>
                  <a:pt x="105724" y="0"/>
                </a:lnTo>
                <a:lnTo>
                  <a:pt x="105585" y="11373"/>
                </a:lnTo>
                <a:lnTo>
                  <a:pt x="105179" y="22747"/>
                </a:lnTo>
                <a:lnTo>
                  <a:pt x="104532" y="34120"/>
                </a:lnTo>
                <a:lnTo>
                  <a:pt x="103687" y="45493"/>
                </a:lnTo>
                <a:lnTo>
                  <a:pt x="102696" y="56866"/>
                </a:lnTo>
                <a:lnTo>
                  <a:pt x="101617" y="68240"/>
                </a:lnTo>
                <a:lnTo>
                  <a:pt x="100506" y="79613"/>
                </a:lnTo>
                <a:lnTo>
                  <a:pt x="99416" y="90986"/>
                </a:lnTo>
                <a:lnTo>
                  <a:pt x="98388" y="102360"/>
                </a:lnTo>
                <a:lnTo>
                  <a:pt x="97454" y="113733"/>
                </a:lnTo>
                <a:lnTo>
                  <a:pt x="96634" y="125106"/>
                </a:lnTo>
                <a:lnTo>
                  <a:pt x="95937" y="136480"/>
                </a:lnTo>
                <a:lnTo>
                  <a:pt x="95362" y="147853"/>
                </a:lnTo>
                <a:lnTo>
                  <a:pt x="94902" y="159226"/>
                </a:lnTo>
                <a:lnTo>
                  <a:pt x="94545" y="170599"/>
                </a:lnTo>
                <a:lnTo>
                  <a:pt x="94274" y="181973"/>
                </a:lnTo>
                <a:lnTo>
                  <a:pt x="94075" y="193346"/>
                </a:lnTo>
                <a:lnTo>
                  <a:pt x="93933" y="204719"/>
                </a:lnTo>
                <a:lnTo>
                  <a:pt x="93834" y="216093"/>
                </a:lnTo>
                <a:lnTo>
                  <a:pt x="93768" y="227466"/>
                </a:lnTo>
                <a:lnTo>
                  <a:pt x="93726" y="238839"/>
                </a:lnTo>
                <a:lnTo>
                  <a:pt x="93700" y="250212"/>
                </a:lnTo>
                <a:lnTo>
                  <a:pt x="93688" y="261586"/>
                </a:lnTo>
                <a:lnTo>
                  <a:pt x="93684" y="272959"/>
                </a:lnTo>
                <a:lnTo>
                  <a:pt x="93688" y="284332"/>
                </a:lnTo>
                <a:lnTo>
                  <a:pt x="93697" y="295706"/>
                </a:lnTo>
                <a:lnTo>
                  <a:pt x="93713" y="307079"/>
                </a:lnTo>
                <a:lnTo>
                  <a:pt x="93734" y="318452"/>
                </a:lnTo>
                <a:lnTo>
                  <a:pt x="93760" y="329825"/>
                </a:lnTo>
                <a:lnTo>
                  <a:pt x="93791" y="341199"/>
                </a:lnTo>
                <a:lnTo>
                  <a:pt x="93827" y="352572"/>
                </a:lnTo>
                <a:lnTo>
                  <a:pt x="93866" y="363945"/>
                </a:lnTo>
                <a:lnTo>
                  <a:pt x="93908" y="375319"/>
                </a:lnTo>
                <a:lnTo>
                  <a:pt x="93951" y="386692"/>
                </a:lnTo>
                <a:lnTo>
                  <a:pt x="93993" y="398065"/>
                </a:lnTo>
                <a:lnTo>
                  <a:pt x="94031" y="409439"/>
                </a:lnTo>
                <a:lnTo>
                  <a:pt x="94064" y="420812"/>
                </a:lnTo>
                <a:lnTo>
                  <a:pt x="94090" y="432185"/>
                </a:lnTo>
                <a:lnTo>
                  <a:pt x="94107" y="443558"/>
                </a:lnTo>
                <a:lnTo>
                  <a:pt x="94114" y="454932"/>
                </a:lnTo>
                <a:lnTo>
                  <a:pt x="94112" y="466305"/>
                </a:lnTo>
                <a:lnTo>
                  <a:pt x="94101" y="477678"/>
                </a:lnTo>
                <a:lnTo>
                  <a:pt x="94083" y="489052"/>
                </a:lnTo>
                <a:lnTo>
                  <a:pt x="94060" y="500425"/>
                </a:lnTo>
                <a:lnTo>
                  <a:pt x="94036" y="511798"/>
                </a:lnTo>
                <a:lnTo>
                  <a:pt x="94014" y="523171"/>
                </a:lnTo>
                <a:lnTo>
                  <a:pt x="93997" y="534545"/>
                </a:lnTo>
                <a:lnTo>
                  <a:pt x="93988" y="545918"/>
                </a:lnTo>
                <a:lnTo>
                  <a:pt x="93991" y="557291"/>
                </a:lnTo>
                <a:lnTo>
                  <a:pt x="94007" y="568665"/>
                </a:lnTo>
                <a:lnTo>
                  <a:pt x="94040" y="580038"/>
                </a:lnTo>
                <a:lnTo>
                  <a:pt x="94089" y="591411"/>
                </a:lnTo>
                <a:lnTo>
                  <a:pt x="94155" y="602785"/>
                </a:lnTo>
                <a:lnTo>
                  <a:pt x="94237" y="614158"/>
                </a:lnTo>
                <a:lnTo>
                  <a:pt x="94334" y="625531"/>
                </a:lnTo>
                <a:lnTo>
                  <a:pt x="94443" y="636904"/>
                </a:lnTo>
                <a:lnTo>
                  <a:pt x="94562" y="648278"/>
                </a:lnTo>
                <a:lnTo>
                  <a:pt x="94687" y="659651"/>
                </a:lnTo>
                <a:lnTo>
                  <a:pt x="94817" y="671024"/>
                </a:lnTo>
                <a:lnTo>
                  <a:pt x="94949" y="682398"/>
                </a:lnTo>
                <a:lnTo>
                  <a:pt x="95082" y="693771"/>
                </a:lnTo>
                <a:lnTo>
                  <a:pt x="95217" y="705144"/>
                </a:lnTo>
                <a:lnTo>
                  <a:pt x="95354" y="716517"/>
                </a:lnTo>
                <a:lnTo>
                  <a:pt x="95499" y="727891"/>
                </a:lnTo>
                <a:lnTo>
                  <a:pt x="95656" y="739264"/>
                </a:lnTo>
                <a:lnTo>
                  <a:pt x="95833" y="750637"/>
                </a:lnTo>
                <a:lnTo>
                  <a:pt x="96039" y="762011"/>
                </a:lnTo>
                <a:lnTo>
                  <a:pt x="96280" y="773384"/>
                </a:lnTo>
                <a:lnTo>
                  <a:pt x="96564" y="784757"/>
                </a:lnTo>
                <a:lnTo>
                  <a:pt x="96894" y="796131"/>
                </a:lnTo>
                <a:lnTo>
                  <a:pt x="97271" y="807504"/>
                </a:lnTo>
                <a:lnTo>
                  <a:pt x="97691" y="818877"/>
                </a:lnTo>
                <a:lnTo>
                  <a:pt x="98143" y="830250"/>
                </a:lnTo>
                <a:lnTo>
                  <a:pt x="98612" y="841624"/>
                </a:lnTo>
                <a:lnTo>
                  <a:pt x="99078" y="852997"/>
                </a:lnTo>
                <a:lnTo>
                  <a:pt x="99517" y="864370"/>
                </a:lnTo>
                <a:lnTo>
                  <a:pt x="99906" y="875744"/>
                </a:lnTo>
                <a:lnTo>
                  <a:pt x="100221" y="887117"/>
                </a:lnTo>
                <a:lnTo>
                  <a:pt x="100445" y="898490"/>
                </a:lnTo>
                <a:lnTo>
                  <a:pt x="100565" y="909863"/>
                </a:lnTo>
                <a:lnTo>
                  <a:pt x="100577" y="921237"/>
                </a:lnTo>
                <a:lnTo>
                  <a:pt x="100483" y="932610"/>
                </a:lnTo>
                <a:lnTo>
                  <a:pt x="100296" y="943983"/>
                </a:lnTo>
                <a:lnTo>
                  <a:pt x="100034" y="955357"/>
                </a:lnTo>
                <a:lnTo>
                  <a:pt x="99721" y="966730"/>
                </a:lnTo>
                <a:lnTo>
                  <a:pt x="99381" y="978103"/>
                </a:lnTo>
                <a:lnTo>
                  <a:pt x="99040" y="989476"/>
                </a:lnTo>
                <a:lnTo>
                  <a:pt x="98722" y="1000850"/>
                </a:lnTo>
                <a:lnTo>
                  <a:pt x="98448" y="1012223"/>
                </a:lnTo>
                <a:lnTo>
                  <a:pt x="98232" y="1023596"/>
                </a:lnTo>
                <a:lnTo>
                  <a:pt x="98085" y="1034970"/>
                </a:lnTo>
                <a:lnTo>
                  <a:pt x="98010" y="1046343"/>
                </a:lnTo>
                <a:lnTo>
                  <a:pt x="98009" y="1057716"/>
                </a:lnTo>
                <a:lnTo>
                  <a:pt x="98076" y="1069090"/>
                </a:lnTo>
                <a:lnTo>
                  <a:pt x="98204" y="1080463"/>
                </a:lnTo>
                <a:lnTo>
                  <a:pt x="98382" y="1091836"/>
                </a:lnTo>
                <a:lnTo>
                  <a:pt x="98597" y="1103209"/>
                </a:lnTo>
                <a:lnTo>
                  <a:pt x="98835" y="1114583"/>
                </a:lnTo>
                <a:lnTo>
                  <a:pt x="99081" y="1125956"/>
                </a:lnTo>
                <a:lnTo>
                  <a:pt x="99320" y="1137329"/>
                </a:lnTo>
                <a:lnTo>
                  <a:pt x="99539" y="1148703"/>
                </a:lnTo>
                <a:lnTo>
                  <a:pt x="99724" y="1160076"/>
                </a:lnTo>
                <a:lnTo>
                  <a:pt x="99867" y="1171449"/>
                </a:lnTo>
                <a:lnTo>
                  <a:pt x="99962" y="1182822"/>
                </a:lnTo>
                <a:lnTo>
                  <a:pt x="100007" y="1194196"/>
                </a:lnTo>
                <a:lnTo>
                  <a:pt x="100006" y="1205569"/>
                </a:lnTo>
                <a:lnTo>
                  <a:pt x="99965" y="1216942"/>
                </a:lnTo>
                <a:lnTo>
                  <a:pt x="99896" y="1228316"/>
                </a:lnTo>
                <a:lnTo>
                  <a:pt x="99813" y="1239689"/>
                </a:lnTo>
                <a:lnTo>
                  <a:pt x="99729" y="1251062"/>
                </a:lnTo>
                <a:lnTo>
                  <a:pt x="99659" y="1262436"/>
                </a:lnTo>
                <a:lnTo>
                  <a:pt x="99612" y="1273809"/>
                </a:lnTo>
                <a:lnTo>
                  <a:pt x="99596" y="1285182"/>
                </a:lnTo>
                <a:lnTo>
                  <a:pt x="99613" y="1296555"/>
                </a:lnTo>
                <a:lnTo>
                  <a:pt x="99660" y="1307929"/>
                </a:lnTo>
                <a:lnTo>
                  <a:pt x="99729" y="1319302"/>
                </a:lnTo>
                <a:lnTo>
                  <a:pt x="99809" y="1330675"/>
                </a:lnTo>
                <a:lnTo>
                  <a:pt x="99889" y="1342049"/>
                </a:lnTo>
                <a:lnTo>
                  <a:pt x="99956" y="1353422"/>
                </a:lnTo>
                <a:lnTo>
                  <a:pt x="100002" y="1364795"/>
                </a:lnTo>
                <a:lnTo>
                  <a:pt x="100021" y="1376168"/>
                </a:lnTo>
                <a:lnTo>
                  <a:pt x="100012" y="1387542"/>
                </a:lnTo>
                <a:lnTo>
                  <a:pt x="99979" y="1398915"/>
                </a:lnTo>
                <a:lnTo>
                  <a:pt x="99931" y="1410288"/>
                </a:lnTo>
                <a:lnTo>
                  <a:pt x="99876" y="1421662"/>
                </a:lnTo>
                <a:lnTo>
                  <a:pt x="99828" y="1433035"/>
                </a:lnTo>
                <a:lnTo>
                  <a:pt x="99797" y="1444408"/>
                </a:lnTo>
                <a:lnTo>
                  <a:pt x="99789" y="1455782"/>
                </a:lnTo>
                <a:lnTo>
                  <a:pt x="99810" y="1467155"/>
                </a:lnTo>
                <a:lnTo>
                  <a:pt x="99859" y="1478528"/>
                </a:lnTo>
                <a:lnTo>
                  <a:pt x="99931" y="1489901"/>
                </a:lnTo>
                <a:lnTo>
                  <a:pt x="100017" y="1501275"/>
                </a:lnTo>
                <a:lnTo>
                  <a:pt x="100108" y="1512648"/>
                </a:lnTo>
                <a:lnTo>
                  <a:pt x="100193" y="1524021"/>
                </a:lnTo>
                <a:lnTo>
                  <a:pt x="100263" y="1535395"/>
                </a:lnTo>
                <a:lnTo>
                  <a:pt x="100315" y="1546768"/>
                </a:lnTo>
                <a:lnTo>
                  <a:pt x="100352" y="1558141"/>
                </a:lnTo>
                <a:lnTo>
                  <a:pt x="100389" y="1569514"/>
                </a:lnTo>
                <a:lnTo>
                  <a:pt x="100453" y="1580888"/>
                </a:lnTo>
                <a:lnTo>
                  <a:pt x="100587" y="1592261"/>
                </a:lnTo>
                <a:lnTo>
                  <a:pt x="100851" y="1603634"/>
                </a:lnTo>
                <a:lnTo>
                  <a:pt x="101322" y="1615008"/>
                </a:lnTo>
                <a:lnTo>
                  <a:pt x="102099" y="1626381"/>
                </a:lnTo>
                <a:lnTo>
                  <a:pt x="103294" y="1637754"/>
                </a:lnTo>
                <a:lnTo>
                  <a:pt x="105032" y="1649127"/>
                </a:lnTo>
                <a:lnTo>
                  <a:pt x="107442" y="1660501"/>
                </a:lnTo>
                <a:lnTo>
                  <a:pt x="110644" y="1671874"/>
                </a:lnTo>
                <a:lnTo>
                  <a:pt x="114737" y="1683247"/>
                </a:lnTo>
                <a:lnTo>
                  <a:pt x="119782" y="1694621"/>
                </a:lnTo>
                <a:lnTo>
                  <a:pt x="125780" y="1705994"/>
                </a:lnTo>
                <a:lnTo>
                  <a:pt x="132663" y="1717367"/>
                </a:lnTo>
                <a:lnTo>
                  <a:pt x="140278" y="1728741"/>
                </a:lnTo>
                <a:lnTo>
                  <a:pt x="148381" y="1740114"/>
                </a:lnTo>
                <a:lnTo>
                  <a:pt x="156651" y="1751487"/>
                </a:lnTo>
                <a:lnTo>
                  <a:pt x="164695" y="1762860"/>
                </a:lnTo>
                <a:lnTo>
                  <a:pt x="172086" y="1774234"/>
                </a:lnTo>
                <a:lnTo>
                  <a:pt x="178392" y="1785607"/>
                </a:lnTo>
                <a:lnTo>
                  <a:pt x="183220" y="1796980"/>
                </a:lnTo>
                <a:lnTo>
                  <a:pt x="186253" y="1808354"/>
                </a:lnTo>
                <a:lnTo>
                  <a:pt x="187288" y="1819727"/>
                </a:lnTo>
                <a:lnTo>
                  <a:pt x="187288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C3C15B44-4BED-4C48-B15B-B43DD76D009C}"/>
              </a:ext>
            </a:extLst>
          </p:cNvPr>
          <p:cNvSpPr>
            <a:spLocks/>
          </p:cNvSpPr>
          <p:nvPr/>
        </p:nvSpPr>
        <p:spPr>
          <a:xfrm>
            <a:off x="5549645" y="1831304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76246" y="1819727"/>
                </a:moveTo>
                <a:lnTo>
                  <a:pt x="11042" y="1819727"/>
                </a:lnTo>
                <a:lnTo>
                  <a:pt x="11963" y="1808354"/>
                </a:lnTo>
                <a:lnTo>
                  <a:pt x="14662" y="1796980"/>
                </a:lnTo>
                <a:lnTo>
                  <a:pt x="18956" y="1785607"/>
                </a:lnTo>
                <a:lnTo>
                  <a:pt x="24561" y="1774234"/>
                </a:lnTo>
                <a:lnTo>
                  <a:pt x="31127" y="1762860"/>
                </a:lnTo>
                <a:lnTo>
                  <a:pt x="38269" y="1751487"/>
                </a:lnTo>
                <a:lnTo>
                  <a:pt x="45606" y="1740114"/>
                </a:lnTo>
                <a:lnTo>
                  <a:pt x="52792" y="1728741"/>
                </a:lnTo>
                <a:lnTo>
                  <a:pt x="59542" y="1717367"/>
                </a:lnTo>
                <a:lnTo>
                  <a:pt x="65642" y="1705994"/>
                </a:lnTo>
                <a:lnTo>
                  <a:pt x="70956" y="1694621"/>
                </a:lnTo>
                <a:lnTo>
                  <a:pt x="75421" y="1683247"/>
                </a:lnTo>
                <a:lnTo>
                  <a:pt x="79036" y="1671874"/>
                </a:lnTo>
                <a:lnTo>
                  <a:pt x="81848" y="1660501"/>
                </a:lnTo>
                <a:lnTo>
                  <a:pt x="83933" y="1649127"/>
                </a:lnTo>
                <a:lnTo>
                  <a:pt x="85391" y="1637754"/>
                </a:lnTo>
                <a:lnTo>
                  <a:pt x="86327" y="1626381"/>
                </a:lnTo>
                <a:lnTo>
                  <a:pt x="86843" y="1615008"/>
                </a:lnTo>
                <a:lnTo>
                  <a:pt x="87037" y="1603634"/>
                </a:lnTo>
                <a:lnTo>
                  <a:pt x="86998" y="1592261"/>
                </a:lnTo>
                <a:lnTo>
                  <a:pt x="86801" y="1580888"/>
                </a:lnTo>
                <a:lnTo>
                  <a:pt x="86511" y="1569514"/>
                </a:lnTo>
                <a:lnTo>
                  <a:pt x="86184" y="1558141"/>
                </a:lnTo>
                <a:lnTo>
                  <a:pt x="85861" y="1546768"/>
                </a:lnTo>
                <a:lnTo>
                  <a:pt x="85576" y="1535395"/>
                </a:lnTo>
                <a:lnTo>
                  <a:pt x="85349" y="1524021"/>
                </a:lnTo>
                <a:lnTo>
                  <a:pt x="85192" y="1512648"/>
                </a:lnTo>
                <a:lnTo>
                  <a:pt x="85107" y="1501275"/>
                </a:lnTo>
                <a:lnTo>
                  <a:pt x="85089" y="1489901"/>
                </a:lnTo>
                <a:lnTo>
                  <a:pt x="85126" y="1478528"/>
                </a:lnTo>
                <a:lnTo>
                  <a:pt x="85205" y="1467155"/>
                </a:lnTo>
                <a:lnTo>
                  <a:pt x="85310" y="1455782"/>
                </a:lnTo>
                <a:lnTo>
                  <a:pt x="85426" y="1444408"/>
                </a:lnTo>
                <a:lnTo>
                  <a:pt x="85542" y="1433035"/>
                </a:lnTo>
                <a:lnTo>
                  <a:pt x="85649" y="1421662"/>
                </a:lnTo>
                <a:lnTo>
                  <a:pt x="85742" y="1410288"/>
                </a:lnTo>
                <a:lnTo>
                  <a:pt x="85820" y="1398915"/>
                </a:lnTo>
                <a:lnTo>
                  <a:pt x="85880" y="1387542"/>
                </a:lnTo>
                <a:lnTo>
                  <a:pt x="85921" y="1376168"/>
                </a:lnTo>
                <a:lnTo>
                  <a:pt x="85941" y="1364795"/>
                </a:lnTo>
                <a:lnTo>
                  <a:pt x="85934" y="1353422"/>
                </a:lnTo>
                <a:lnTo>
                  <a:pt x="85893" y="1342049"/>
                </a:lnTo>
                <a:lnTo>
                  <a:pt x="85810" y="1330675"/>
                </a:lnTo>
                <a:lnTo>
                  <a:pt x="85677" y="1319302"/>
                </a:lnTo>
                <a:lnTo>
                  <a:pt x="85491" y="1307929"/>
                </a:lnTo>
                <a:lnTo>
                  <a:pt x="85250" y="1296555"/>
                </a:lnTo>
                <a:lnTo>
                  <a:pt x="84964" y="1285182"/>
                </a:lnTo>
                <a:lnTo>
                  <a:pt x="84644" y="1273809"/>
                </a:lnTo>
                <a:lnTo>
                  <a:pt x="84313" y="1262436"/>
                </a:lnTo>
                <a:lnTo>
                  <a:pt x="83994" y="1251062"/>
                </a:lnTo>
                <a:lnTo>
                  <a:pt x="83713" y="1239689"/>
                </a:lnTo>
                <a:lnTo>
                  <a:pt x="83495" y="1228316"/>
                </a:lnTo>
                <a:lnTo>
                  <a:pt x="83359" y="1216942"/>
                </a:lnTo>
                <a:lnTo>
                  <a:pt x="83316" y="1205569"/>
                </a:lnTo>
                <a:lnTo>
                  <a:pt x="83368" y="1194196"/>
                </a:lnTo>
                <a:lnTo>
                  <a:pt x="83509" y="1182822"/>
                </a:lnTo>
                <a:lnTo>
                  <a:pt x="83723" y="1171449"/>
                </a:lnTo>
                <a:lnTo>
                  <a:pt x="83988" y="1160076"/>
                </a:lnTo>
                <a:lnTo>
                  <a:pt x="84278" y="1148703"/>
                </a:lnTo>
                <a:lnTo>
                  <a:pt x="84565" y="1137329"/>
                </a:lnTo>
                <a:lnTo>
                  <a:pt x="84822" y="1125956"/>
                </a:lnTo>
                <a:lnTo>
                  <a:pt x="85023" y="1114583"/>
                </a:lnTo>
                <a:lnTo>
                  <a:pt x="85143" y="1103209"/>
                </a:lnTo>
                <a:lnTo>
                  <a:pt x="85157" y="1091836"/>
                </a:lnTo>
                <a:lnTo>
                  <a:pt x="85043" y="1080463"/>
                </a:lnTo>
                <a:lnTo>
                  <a:pt x="84777" y="1069090"/>
                </a:lnTo>
                <a:lnTo>
                  <a:pt x="84336" y="1057716"/>
                </a:lnTo>
                <a:lnTo>
                  <a:pt x="83700" y="1046343"/>
                </a:lnTo>
                <a:lnTo>
                  <a:pt x="82855" y="1034970"/>
                </a:lnTo>
                <a:lnTo>
                  <a:pt x="81794" y="1023596"/>
                </a:lnTo>
                <a:lnTo>
                  <a:pt x="80528" y="1012223"/>
                </a:lnTo>
                <a:lnTo>
                  <a:pt x="79082" y="1000850"/>
                </a:lnTo>
                <a:lnTo>
                  <a:pt x="77502" y="989476"/>
                </a:lnTo>
                <a:lnTo>
                  <a:pt x="75856" y="978103"/>
                </a:lnTo>
                <a:lnTo>
                  <a:pt x="74223" y="966730"/>
                </a:lnTo>
                <a:lnTo>
                  <a:pt x="72697" y="955357"/>
                </a:lnTo>
                <a:lnTo>
                  <a:pt x="71371" y="943983"/>
                </a:lnTo>
                <a:lnTo>
                  <a:pt x="70333" y="932610"/>
                </a:lnTo>
                <a:lnTo>
                  <a:pt x="69650" y="921237"/>
                </a:lnTo>
                <a:lnTo>
                  <a:pt x="69367" y="909863"/>
                </a:lnTo>
                <a:lnTo>
                  <a:pt x="69498" y="898490"/>
                </a:lnTo>
                <a:lnTo>
                  <a:pt x="70025" y="887117"/>
                </a:lnTo>
                <a:lnTo>
                  <a:pt x="70900" y="875744"/>
                </a:lnTo>
                <a:lnTo>
                  <a:pt x="72052" y="864370"/>
                </a:lnTo>
                <a:lnTo>
                  <a:pt x="73395" y="852997"/>
                </a:lnTo>
                <a:lnTo>
                  <a:pt x="74835" y="841624"/>
                </a:lnTo>
                <a:lnTo>
                  <a:pt x="76280" y="830250"/>
                </a:lnTo>
                <a:lnTo>
                  <a:pt x="77647" y="818877"/>
                </a:lnTo>
                <a:lnTo>
                  <a:pt x="78866" y="807504"/>
                </a:lnTo>
                <a:lnTo>
                  <a:pt x="79888" y="796131"/>
                </a:lnTo>
                <a:lnTo>
                  <a:pt x="80678" y="784757"/>
                </a:lnTo>
                <a:lnTo>
                  <a:pt x="81218" y="773384"/>
                </a:lnTo>
                <a:lnTo>
                  <a:pt x="81506" y="762011"/>
                </a:lnTo>
                <a:lnTo>
                  <a:pt x="81550" y="750637"/>
                </a:lnTo>
                <a:lnTo>
                  <a:pt x="81369" y="739264"/>
                </a:lnTo>
                <a:lnTo>
                  <a:pt x="80990" y="727891"/>
                </a:lnTo>
                <a:lnTo>
                  <a:pt x="80446" y="716517"/>
                </a:lnTo>
                <a:lnTo>
                  <a:pt x="79778" y="705144"/>
                </a:lnTo>
                <a:lnTo>
                  <a:pt x="79030" y="693771"/>
                </a:lnTo>
                <a:lnTo>
                  <a:pt x="78251" y="682398"/>
                </a:lnTo>
                <a:lnTo>
                  <a:pt x="77495" y="671024"/>
                </a:lnTo>
                <a:lnTo>
                  <a:pt x="76814" y="659651"/>
                </a:lnTo>
                <a:lnTo>
                  <a:pt x="76260" y="648278"/>
                </a:lnTo>
                <a:lnTo>
                  <a:pt x="75879" y="636904"/>
                </a:lnTo>
                <a:lnTo>
                  <a:pt x="75705" y="625531"/>
                </a:lnTo>
                <a:lnTo>
                  <a:pt x="75763" y="614158"/>
                </a:lnTo>
                <a:lnTo>
                  <a:pt x="76059" y="602785"/>
                </a:lnTo>
                <a:lnTo>
                  <a:pt x="76585" y="591411"/>
                </a:lnTo>
                <a:lnTo>
                  <a:pt x="77316" y="580038"/>
                </a:lnTo>
                <a:lnTo>
                  <a:pt x="78214" y="568665"/>
                </a:lnTo>
                <a:lnTo>
                  <a:pt x="79231" y="557291"/>
                </a:lnTo>
                <a:lnTo>
                  <a:pt x="80318" y="545918"/>
                </a:lnTo>
                <a:lnTo>
                  <a:pt x="81422" y="534545"/>
                </a:lnTo>
                <a:lnTo>
                  <a:pt x="82500" y="523171"/>
                </a:lnTo>
                <a:lnTo>
                  <a:pt x="83514" y="511798"/>
                </a:lnTo>
                <a:lnTo>
                  <a:pt x="84441" y="500425"/>
                </a:lnTo>
                <a:lnTo>
                  <a:pt x="85267" y="489052"/>
                </a:lnTo>
                <a:lnTo>
                  <a:pt x="85989" y="477678"/>
                </a:lnTo>
                <a:lnTo>
                  <a:pt x="86612" y="466305"/>
                </a:lnTo>
                <a:lnTo>
                  <a:pt x="87146" y="454932"/>
                </a:lnTo>
                <a:lnTo>
                  <a:pt x="87603" y="443558"/>
                </a:lnTo>
                <a:lnTo>
                  <a:pt x="87995" y="432185"/>
                </a:lnTo>
                <a:lnTo>
                  <a:pt x="88330" y="420812"/>
                </a:lnTo>
                <a:lnTo>
                  <a:pt x="88616" y="409439"/>
                </a:lnTo>
                <a:lnTo>
                  <a:pt x="88856" y="398065"/>
                </a:lnTo>
                <a:lnTo>
                  <a:pt x="89052" y="386692"/>
                </a:lnTo>
                <a:lnTo>
                  <a:pt x="89204" y="375319"/>
                </a:lnTo>
                <a:lnTo>
                  <a:pt x="89315" y="363945"/>
                </a:lnTo>
                <a:lnTo>
                  <a:pt x="89387" y="352572"/>
                </a:lnTo>
                <a:lnTo>
                  <a:pt x="89425" y="341199"/>
                </a:lnTo>
                <a:lnTo>
                  <a:pt x="89437" y="329825"/>
                </a:lnTo>
                <a:lnTo>
                  <a:pt x="89432" y="318452"/>
                </a:lnTo>
                <a:lnTo>
                  <a:pt x="89418" y="307079"/>
                </a:lnTo>
                <a:lnTo>
                  <a:pt x="89405" y="295706"/>
                </a:lnTo>
                <a:lnTo>
                  <a:pt x="89397" y="284332"/>
                </a:lnTo>
                <a:lnTo>
                  <a:pt x="89396" y="272959"/>
                </a:lnTo>
                <a:lnTo>
                  <a:pt x="89393" y="261586"/>
                </a:lnTo>
                <a:lnTo>
                  <a:pt x="89375" y="250212"/>
                </a:lnTo>
                <a:lnTo>
                  <a:pt x="89314" y="238839"/>
                </a:lnTo>
                <a:lnTo>
                  <a:pt x="89171" y="227466"/>
                </a:lnTo>
                <a:lnTo>
                  <a:pt x="88888" y="216093"/>
                </a:lnTo>
                <a:lnTo>
                  <a:pt x="88393" y="204719"/>
                </a:lnTo>
                <a:lnTo>
                  <a:pt x="87594" y="193346"/>
                </a:lnTo>
                <a:lnTo>
                  <a:pt x="86382" y="181973"/>
                </a:lnTo>
                <a:lnTo>
                  <a:pt x="84635" y="170599"/>
                </a:lnTo>
                <a:lnTo>
                  <a:pt x="82222" y="159226"/>
                </a:lnTo>
                <a:lnTo>
                  <a:pt x="79016" y="147853"/>
                </a:lnTo>
                <a:lnTo>
                  <a:pt x="74908" y="136480"/>
                </a:lnTo>
                <a:lnTo>
                  <a:pt x="69826" y="125106"/>
                </a:lnTo>
                <a:lnTo>
                  <a:pt x="63751" y="113733"/>
                </a:lnTo>
                <a:lnTo>
                  <a:pt x="56742" y="102360"/>
                </a:lnTo>
                <a:lnTo>
                  <a:pt x="48943" y="90986"/>
                </a:lnTo>
                <a:lnTo>
                  <a:pt x="40598" y="79613"/>
                </a:lnTo>
                <a:lnTo>
                  <a:pt x="32038" y="68240"/>
                </a:lnTo>
                <a:lnTo>
                  <a:pt x="23672" y="56866"/>
                </a:lnTo>
                <a:lnTo>
                  <a:pt x="15955" y="45493"/>
                </a:lnTo>
                <a:lnTo>
                  <a:pt x="9350" y="34120"/>
                </a:lnTo>
                <a:lnTo>
                  <a:pt x="4280" y="22747"/>
                </a:lnTo>
                <a:lnTo>
                  <a:pt x="1089" y="11373"/>
                </a:lnTo>
                <a:lnTo>
                  <a:pt x="0" y="0"/>
                </a:lnTo>
                <a:lnTo>
                  <a:pt x="187288" y="0"/>
                </a:lnTo>
                <a:lnTo>
                  <a:pt x="187288" y="0"/>
                </a:lnTo>
                <a:lnTo>
                  <a:pt x="186199" y="11373"/>
                </a:lnTo>
                <a:lnTo>
                  <a:pt x="183008" y="22747"/>
                </a:lnTo>
                <a:lnTo>
                  <a:pt x="177938" y="34120"/>
                </a:lnTo>
                <a:lnTo>
                  <a:pt x="171333" y="45493"/>
                </a:lnTo>
                <a:lnTo>
                  <a:pt x="163616" y="56866"/>
                </a:lnTo>
                <a:lnTo>
                  <a:pt x="155250" y="68240"/>
                </a:lnTo>
                <a:lnTo>
                  <a:pt x="146690" y="79613"/>
                </a:lnTo>
                <a:lnTo>
                  <a:pt x="138345" y="90986"/>
                </a:lnTo>
                <a:lnTo>
                  <a:pt x="130546" y="102360"/>
                </a:lnTo>
                <a:lnTo>
                  <a:pt x="123537" y="113733"/>
                </a:lnTo>
                <a:lnTo>
                  <a:pt x="117462" y="125106"/>
                </a:lnTo>
                <a:lnTo>
                  <a:pt x="112380" y="136480"/>
                </a:lnTo>
                <a:lnTo>
                  <a:pt x="108272" y="147853"/>
                </a:lnTo>
                <a:lnTo>
                  <a:pt x="105066" y="159226"/>
                </a:lnTo>
                <a:lnTo>
                  <a:pt x="102653" y="170599"/>
                </a:lnTo>
                <a:lnTo>
                  <a:pt x="100906" y="181973"/>
                </a:lnTo>
                <a:lnTo>
                  <a:pt x="99694" y="193346"/>
                </a:lnTo>
                <a:lnTo>
                  <a:pt x="98895" y="204719"/>
                </a:lnTo>
                <a:lnTo>
                  <a:pt x="98400" y="216093"/>
                </a:lnTo>
                <a:lnTo>
                  <a:pt x="98118" y="227466"/>
                </a:lnTo>
                <a:lnTo>
                  <a:pt x="97974" y="238839"/>
                </a:lnTo>
                <a:lnTo>
                  <a:pt x="97913" y="250212"/>
                </a:lnTo>
                <a:lnTo>
                  <a:pt x="97895" y="261586"/>
                </a:lnTo>
                <a:lnTo>
                  <a:pt x="97892" y="272959"/>
                </a:lnTo>
                <a:lnTo>
                  <a:pt x="97891" y="284332"/>
                </a:lnTo>
                <a:lnTo>
                  <a:pt x="97883" y="295706"/>
                </a:lnTo>
                <a:lnTo>
                  <a:pt x="97870" y="307079"/>
                </a:lnTo>
                <a:lnTo>
                  <a:pt x="97856" y="318452"/>
                </a:lnTo>
                <a:lnTo>
                  <a:pt x="97851" y="329825"/>
                </a:lnTo>
                <a:lnTo>
                  <a:pt x="97863" y="341199"/>
                </a:lnTo>
                <a:lnTo>
                  <a:pt x="97901" y="352572"/>
                </a:lnTo>
                <a:lnTo>
                  <a:pt x="97973" y="363945"/>
                </a:lnTo>
                <a:lnTo>
                  <a:pt x="98084" y="375319"/>
                </a:lnTo>
                <a:lnTo>
                  <a:pt x="98236" y="386692"/>
                </a:lnTo>
                <a:lnTo>
                  <a:pt x="98432" y="398065"/>
                </a:lnTo>
                <a:lnTo>
                  <a:pt x="98672" y="409439"/>
                </a:lnTo>
                <a:lnTo>
                  <a:pt x="98958" y="420812"/>
                </a:lnTo>
                <a:lnTo>
                  <a:pt x="99293" y="432185"/>
                </a:lnTo>
                <a:lnTo>
                  <a:pt x="99685" y="443558"/>
                </a:lnTo>
                <a:lnTo>
                  <a:pt x="100142" y="454932"/>
                </a:lnTo>
                <a:lnTo>
                  <a:pt x="100676" y="466305"/>
                </a:lnTo>
                <a:lnTo>
                  <a:pt x="101299" y="477678"/>
                </a:lnTo>
                <a:lnTo>
                  <a:pt x="102021" y="489052"/>
                </a:lnTo>
                <a:lnTo>
                  <a:pt x="102847" y="500425"/>
                </a:lnTo>
                <a:lnTo>
                  <a:pt x="103774" y="511798"/>
                </a:lnTo>
                <a:lnTo>
                  <a:pt x="104788" y="523171"/>
                </a:lnTo>
                <a:lnTo>
                  <a:pt x="105866" y="534545"/>
                </a:lnTo>
                <a:lnTo>
                  <a:pt x="106970" y="545918"/>
                </a:lnTo>
                <a:lnTo>
                  <a:pt x="108057" y="557291"/>
                </a:lnTo>
                <a:lnTo>
                  <a:pt x="109075" y="568665"/>
                </a:lnTo>
                <a:lnTo>
                  <a:pt x="109972" y="580038"/>
                </a:lnTo>
                <a:lnTo>
                  <a:pt x="110703" y="591411"/>
                </a:lnTo>
                <a:lnTo>
                  <a:pt x="111229" y="602785"/>
                </a:lnTo>
                <a:lnTo>
                  <a:pt x="111525" y="614158"/>
                </a:lnTo>
                <a:lnTo>
                  <a:pt x="111583" y="625531"/>
                </a:lnTo>
                <a:lnTo>
                  <a:pt x="111409" y="636904"/>
                </a:lnTo>
                <a:lnTo>
                  <a:pt x="111028" y="648278"/>
                </a:lnTo>
                <a:lnTo>
                  <a:pt x="110474" y="659651"/>
                </a:lnTo>
                <a:lnTo>
                  <a:pt x="109794" y="671024"/>
                </a:lnTo>
                <a:lnTo>
                  <a:pt x="109037" y="682398"/>
                </a:lnTo>
                <a:lnTo>
                  <a:pt x="108258" y="693771"/>
                </a:lnTo>
                <a:lnTo>
                  <a:pt x="107510" y="705144"/>
                </a:lnTo>
                <a:lnTo>
                  <a:pt x="106842" y="716517"/>
                </a:lnTo>
                <a:lnTo>
                  <a:pt x="106298" y="727891"/>
                </a:lnTo>
                <a:lnTo>
                  <a:pt x="105919" y="739264"/>
                </a:lnTo>
                <a:lnTo>
                  <a:pt x="105738" y="750637"/>
                </a:lnTo>
                <a:lnTo>
                  <a:pt x="105782" y="762011"/>
                </a:lnTo>
                <a:lnTo>
                  <a:pt x="106070" y="773384"/>
                </a:lnTo>
                <a:lnTo>
                  <a:pt x="106610" y="784757"/>
                </a:lnTo>
                <a:lnTo>
                  <a:pt x="107400" y="796131"/>
                </a:lnTo>
                <a:lnTo>
                  <a:pt x="108422" y="807504"/>
                </a:lnTo>
                <a:lnTo>
                  <a:pt x="109642" y="818877"/>
                </a:lnTo>
                <a:lnTo>
                  <a:pt x="111008" y="830250"/>
                </a:lnTo>
                <a:lnTo>
                  <a:pt x="112453" y="841624"/>
                </a:lnTo>
                <a:lnTo>
                  <a:pt x="113893" y="852997"/>
                </a:lnTo>
                <a:lnTo>
                  <a:pt x="115236" y="864370"/>
                </a:lnTo>
                <a:lnTo>
                  <a:pt x="116388" y="875744"/>
                </a:lnTo>
                <a:lnTo>
                  <a:pt x="117264" y="887117"/>
                </a:lnTo>
                <a:lnTo>
                  <a:pt x="117790" y="898490"/>
                </a:lnTo>
                <a:lnTo>
                  <a:pt x="117921" y="909863"/>
                </a:lnTo>
                <a:lnTo>
                  <a:pt x="117638" y="921237"/>
                </a:lnTo>
                <a:lnTo>
                  <a:pt x="116955" y="932610"/>
                </a:lnTo>
                <a:lnTo>
                  <a:pt x="115917" y="943983"/>
                </a:lnTo>
                <a:lnTo>
                  <a:pt x="114591" y="955357"/>
                </a:lnTo>
                <a:lnTo>
                  <a:pt x="113065" y="966730"/>
                </a:lnTo>
                <a:lnTo>
                  <a:pt x="111433" y="978103"/>
                </a:lnTo>
                <a:lnTo>
                  <a:pt x="109786" y="989476"/>
                </a:lnTo>
                <a:lnTo>
                  <a:pt x="108207" y="1000850"/>
                </a:lnTo>
                <a:lnTo>
                  <a:pt x="106761" y="1012223"/>
                </a:lnTo>
                <a:lnTo>
                  <a:pt x="105494" y="1023596"/>
                </a:lnTo>
                <a:lnTo>
                  <a:pt x="104433" y="1034970"/>
                </a:lnTo>
                <a:lnTo>
                  <a:pt x="103588" y="1046343"/>
                </a:lnTo>
                <a:lnTo>
                  <a:pt x="102952" y="1057716"/>
                </a:lnTo>
                <a:lnTo>
                  <a:pt x="102511" y="1069090"/>
                </a:lnTo>
                <a:lnTo>
                  <a:pt x="102245" y="1080463"/>
                </a:lnTo>
                <a:lnTo>
                  <a:pt x="102131" y="1091836"/>
                </a:lnTo>
                <a:lnTo>
                  <a:pt x="102145" y="1103209"/>
                </a:lnTo>
                <a:lnTo>
                  <a:pt x="102265" y="1114583"/>
                </a:lnTo>
                <a:lnTo>
                  <a:pt x="102466" y="1125956"/>
                </a:lnTo>
                <a:lnTo>
                  <a:pt x="102723" y="1137329"/>
                </a:lnTo>
                <a:lnTo>
                  <a:pt x="103010" y="1148703"/>
                </a:lnTo>
                <a:lnTo>
                  <a:pt x="103300" y="1160076"/>
                </a:lnTo>
                <a:lnTo>
                  <a:pt x="103565" y="1171449"/>
                </a:lnTo>
                <a:lnTo>
                  <a:pt x="103779" y="1182822"/>
                </a:lnTo>
                <a:lnTo>
                  <a:pt x="103920" y="1194196"/>
                </a:lnTo>
                <a:lnTo>
                  <a:pt x="103972" y="1205569"/>
                </a:lnTo>
                <a:lnTo>
                  <a:pt x="103929" y="1216942"/>
                </a:lnTo>
                <a:lnTo>
                  <a:pt x="103793" y="1228316"/>
                </a:lnTo>
                <a:lnTo>
                  <a:pt x="103575" y="1239689"/>
                </a:lnTo>
                <a:lnTo>
                  <a:pt x="103294" y="1251062"/>
                </a:lnTo>
                <a:lnTo>
                  <a:pt x="102975" y="1262436"/>
                </a:lnTo>
                <a:lnTo>
                  <a:pt x="102644" y="1273809"/>
                </a:lnTo>
                <a:lnTo>
                  <a:pt x="102325" y="1285182"/>
                </a:lnTo>
                <a:lnTo>
                  <a:pt x="102038" y="1296555"/>
                </a:lnTo>
                <a:lnTo>
                  <a:pt x="101798" y="1307929"/>
                </a:lnTo>
                <a:lnTo>
                  <a:pt x="101611" y="1319302"/>
                </a:lnTo>
                <a:lnTo>
                  <a:pt x="101478" y="1330675"/>
                </a:lnTo>
                <a:lnTo>
                  <a:pt x="101395" y="1342049"/>
                </a:lnTo>
                <a:lnTo>
                  <a:pt x="101354" y="1353422"/>
                </a:lnTo>
                <a:lnTo>
                  <a:pt x="101347" y="1364795"/>
                </a:lnTo>
                <a:lnTo>
                  <a:pt x="101367" y="1376168"/>
                </a:lnTo>
                <a:lnTo>
                  <a:pt x="101408" y="1387542"/>
                </a:lnTo>
                <a:lnTo>
                  <a:pt x="101468" y="1398915"/>
                </a:lnTo>
                <a:lnTo>
                  <a:pt x="101546" y="1410288"/>
                </a:lnTo>
                <a:lnTo>
                  <a:pt x="101639" y="1421662"/>
                </a:lnTo>
                <a:lnTo>
                  <a:pt x="101746" y="1433035"/>
                </a:lnTo>
                <a:lnTo>
                  <a:pt x="101862" y="1444408"/>
                </a:lnTo>
                <a:lnTo>
                  <a:pt x="101978" y="1455782"/>
                </a:lnTo>
                <a:lnTo>
                  <a:pt x="102083" y="1467155"/>
                </a:lnTo>
                <a:lnTo>
                  <a:pt x="102162" y="1478528"/>
                </a:lnTo>
                <a:lnTo>
                  <a:pt x="102199" y="1489901"/>
                </a:lnTo>
                <a:lnTo>
                  <a:pt x="102181" y="1501275"/>
                </a:lnTo>
                <a:lnTo>
                  <a:pt x="102096" y="1512648"/>
                </a:lnTo>
                <a:lnTo>
                  <a:pt x="101939" y="1524021"/>
                </a:lnTo>
                <a:lnTo>
                  <a:pt x="101712" y="1535395"/>
                </a:lnTo>
                <a:lnTo>
                  <a:pt x="101427" y="1546768"/>
                </a:lnTo>
                <a:lnTo>
                  <a:pt x="101104" y="1558141"/>
                </a:lnTo>
                <a:lnTo>
                  <a:pt x="100777" y="1569514"/>
                </a:lnTo>
                <a:lnTo>
                  <a:pt x="100487" y="1580888"/>
                </a:lnTo>
                <a:lnTo>
                  <a:pt x="100290" y="1592261"/>
                </a:lnTo>
                <a:lnTo>
                  <a:pt x="100251" y="1603634"/>
                </a:lnTo>
                <a:lnTo>
                  <a:pt x="100445" y="1615008"/>
                </a:lnTo>
                <a:lnTo>
                  <a:pt x="100961" y="1626381"/>
                </a:lnTo>
                <a:lnTo>
                  <a:pt x="101897" y="1637754"/>
                </a:lnTo>
                <a:lnTo>
                  <a:pt x="103355" y="1649127"/>
                </a:lnTo>
                <a:lnTo>
                  <a:pt x="105441" y="1660501"/>
                </a:lnTo>
                <a:lnTo>
                  <a:pt x="108252" y="1671874"/>
                </a:lnTo>
                <a:lnTo>
                  <a:pt x="111867" y="1683247"/>
                </a:lnTo>
                <a:lnTo>
                  <a:pt x="116332" y="1694621"/>
                </a:lnTo>
                <a:lnTo>
                  <a:pt x="121647" y="1705994"/>
                </a:lnTo>
                <a:lnTo>
                  <a:pt x="127746" y="1717367"/>
                </a:lnTo>
                <a:lnTo>
                  <a:pt x="134496" y="1728741"/>
                </a:lnTo>
                <a:lnTo>
                  <a:pt x="141682" y="1740114"/>
                </a:lnTo>
                <a:lnTo>
                  <a:pt x="149019" y="1751487"/>
                </a:lnTo>
                <a:lnTo>
                  <a:pt x="156161" y="1762860"/>
                </a:lnTo>
                <a:lnTo>
                  <a:pt x="162727" y="1774234"/>
                </a:lnTo>
                <a:lnTo>
                  <a:pt x="168332" y="1785607"/>
                </a:lnTo>
                <a:lnTo>
                  <a:pt x="172626" y="1796980"/>
                </a:lnTo>
                <a:lnTo>
                  <a:pt x="175325" y="1808354"/>
                </a:lnTo>
                <a:lnTo>
                  <a:pt x="176246" y="1819727"/>
                </a:lnTo>
                <a:lnTo>
                  <a:pt x="176246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59D76F02-090A-4803-A95A-6F587B47B580}"/>
              </a:ext>
            </a:extLst>
          </p:cNvPr>
          <p:cNvSpPr>
            <a:spLocks/>
          </p:cNvSpPr>
          <p:nvPr/>
        </p:nvSpPr>
        <p:spPr>
          <a:xfrm>
            <a:off x="5802737" y="1831304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38775" y="1819727"/>
                </a:moveTo>
                <a:lnTo>
                  <a:pt x="48513" y="1819727"/>
                </a:lnTo>
                <a:lnTo>
                  <a:pt x="48991" y="1808354"/>
                </a:lnTo>
                <a:lnTo>
                  <a:pt x="50393" y="1796980"/>
                </a:lnTo>
                <a:lnTo>
                  <a:pt x="52624" y="1785607"/>
                </a:lnTo>
                <a:lnTo>
                  <a:pt x="55539" y="1774234"/>
                </a:lnTo>
                <a:lnTo>
                  <a:pt x="58957" y="1762860"/>
                </a:lnTo>
                <a:lnTo>
                  <a:pt x="62682" y="1751487"/>
                </a:lnTo>
                <a:lnTo>
                  <a:pt x="66519" y="1740114"/>
                </a:lnTo>
                <a:lnTo>
                  <a:pt x="70290" y="1728741"/>
                </a:lnTo>
                <a:lnTo>
                  <a:pt x="73849" y="1717367"/>
                </a:lnTo>
                <a:lnTo>
                  <a:pt x="77089" y="1705994"/>
                </a:lnTo>
                <a:lnTo>
                  <a:pt x="79939" y="1694621"/>
                </a:lnTo>
                <a:lnTo>
                  <a:pt x="82368" y="1683247"/>
                </a:lnTo>
                <a:lnTo>
                  <a:pt x="84376" y="1671874"/>
                </a:lnTo>
                <a:lnTo>
                  <a:pt x="85985" y="1660501"/>
                </a:lnTo>
                <a:lnTo>
                  <a:pt x="87238" y="1649127"/>
                </a:lnTo>
                <a:lnTo>
                  <a:pt x="88182" y="1637754"/>
                </a:lnTo>
                <a:lnTo>
                  <a:pt x="88871" y="1626381"/>
                </a:lnTo>
                <a:lnTo>
                  <a:pt x="89357" y="1615008"/>
                </a:lnTo>
                <a:lnTo>
                  <a:pt x="89688" y="1603634"/>
                </a:lnTo>
                <a:lnTo>
                  <a:pt x="89905" y="1592261"/>
                </a:lnTo>
                <a:lnTo>
                  <a:pt x="90044" y="1580888"/>
                </a:lnTo>
                <a:lnTo>
                  <a:pt x="90134" y="1569514"/>
                </a:lnTo>
                <a:lnTo>
                  <a:pt x="90196" y="1558141"/>
                </a:lnTo>
                <a:lnTo>
                  <a:pt x="90245" y="1546768"/>
                </a:lnTo>
                <a:lnTo>
                  <a:pt x="90289" y="1535395"/>
                </a:lnTo>
                <a:lnTo>
                  <a:pt x="90329" y="1524021"/>
                </a:lnTo>
                <a:lnTo>
                  <a:pt x="90362" y="1512648"/>
                </a:lnTo>
                <a:lnTo>
                  <a:pt x="90382" y="1501275"/>
                </a:lnTo>
                <a:lnTo>
                  <a:pt x="90379" y="1489901"/>
                </a:lnTo>
                <a:lnTo>
                  <a:pt x="90342" y="1478528"/>
                </a:lnTo>
                <a:lnTo>
                  <a:pt x="90262" y="1467155"/>
                </a:lnTo>
                <a:lnTo>
                  <a:pt x="90133" y="1455782"/>
                </a:lnTo>
                <a:lnTo>
                  <a:pt x="89952" y="1444408"/>
                </a:lnTo>
                <a:lnTo>
                  <a:pt x="89721" y="1433035"/>
                </a:lnTo>
                <a:lnTo>
                  <a:pt x="89447" y="1421662"/>
                </a:lnTo>
                <a:lnTo>
                  <a:pt x="89142" y="1410288"/>
                </a:lnTo>
                <a:lnTo>
                  <a:pt x="88821" y="1398915"/>
                </a:lnTo>
                <a:lnTo>
                  <a:pt x="88499" y="1387542"/>
                </a:lnTo>
                <a:lnTo>
                  <a:pt x="88191" y="1376168"/>
                </a:lnTo>
                <a:lnTo>
                  <a:pt x="87911" y="1364795"/>
                </a:lnTo>
                <a:lnTo>
                  <a:pt x="87668" y="1353422"/>
                </a:lnTo>
                <a:lnTo>
                  <a:pt x="87467" y="1342049"/>
                </a:lnTo>
                <a:lnTo>
                  <a:pt x="87308" y="1330675"/>
                </a:lnTo>
                <a:lnTo>
                  <a:pt x="87189" y="1319302"/>
                </a:lnTo>
                <a:lnTo>
                  <a:pt x="87102" y="1307929"/>
                </a:lnTo>
                <a:lnTo>
                  <a:pt x="87040" y="1296555"/>
                </a:lnTo>
                <a:lnTo>
                  <a:pt x="86996" y="1285182"/>
                </a:lnTo>
                <a:lnTo>
                  <a:pt x="86963" y="1273809"/>
                </a:lnTo>
                <a:lnTo>
                  <a:pt x="86936" y="1262436"/>
                </a:lnTo>
                <a:lnTo>
                  <a:pt x="86913" y="1251062"/>
                </a:lnTo>
                <a:lnTo>
                  <a:pt x="86893" y="1239689"/>
                </a:lnTo>
                <a:lnTo>
                  <a:pt x="86877" y="1228316"/>
                </a:lnTo>
                <a:lnTo>
                  <a:pt x="86865" y="1216942"/>
                </a:lnTo>
                <a:lnTo>
                  <a:pt x="86857" y="1205569"/>
                </a:lnTo>
                <a:lnTo>
                  <a:pt x="86854" y="1194196"/>
                </a:lnTo>
                <a:lnTo>
                  <a:pt x="86855" y="1182822"/>
                </a:lnTo>
                <a:lnTo>
                  <a:pt x="86858" y="1171449"/>
                </a:lnTo>
                <a:lnTo>
                  <a:pt x="86863" y="1160076"/>
                </a:lnTo>
                <a:lnTo>
                  <a:pt x="86869" y="1148703"/>
                </a:lnTo>
                <a:lnTo>
                  <a:pt x="86876" y="1137329"/>
                </a:lnTo>
                <a:lnTo>
                  <a:pt x="86883" y="1125956"/>
                </a:lnTo>
                <a:lnTo>
                  <a:pt x="86890" y="1114583"/>
                </a:lnTo>
                <a:lnTo>
                  <a:pt x="86896" y="1103209"/>
                </a:lnTo>
                <a:lnTo>
                  <a:pt x="86896" y="1091836"/>
                </a:lnTo>
                <a:lnTo>
                  <a:pt x="86882" y="1080463"/>
                </a:lnTo>
                <a:lnTo>
                  <a:pt x="86842" y="1069090"/>
                </a:lnTo>
                <a:lnTo>
                  <a:pt x="86761" y="1057716"/>
                </a:lnTo>
                <a:lnTo>
                  <a:pt x="86623" y="1046343"/>
                </a:lnTo>
                <a:lnTo>
                  <a:pt x="86409" y="1034970"/>
                </a:lnTo>
                <a:lnTo>
                  <a:pt x="86107" y="1023596"/>
                </a:lnTo>
                <a:lnTo>
                  <a:pt x="85708" y="1012223"/>
                </a:lnTo>
                <a:lnTo>
                  <a:pt x="85214" y="1000850"/>
                </a:lnTo>
                <a:lnTo>
                  <a:pt x="84637" y="989476"/>
                </a:lnTo>
                <a:lnTo>
                  <a:pt x="84000" y="978103"/>
                </a:lnTo>
                <a:lnTo>
                  <a:pt x="83337" y="966730"/>
                </a:lnTo>
                <a:lnTo>
                  <a:pt x="82690" y="955357"/>
                </a:lnTo>
                <a:lnTo>
                  <a:pt x="82103" y="943983"/>
                </a:lnTo>
                <a:lnTo>
                  <a:pt x="81620" y="932610"/>
                </a:lnTo>
                <a:lnTo>
                  <a:pt x="81280" y="921237"/>
                </a:lnTo>
                <a:lnTo>
                  <a:pt x="81109" y="909863"/>
                </a:lnTo>
                <a:lnTo>
                  <a:pt x="81121" y="898490"/>
                </a:lnTo>
                <a:lnTo>
                  <a:pt x="81314" y="887117"/>
                </a:lnTo>
                <a:lnTo>
                  <a:pt x="81674" y="875744"/>
                </a:lnTo>
                <a:lnTo>
                  <a:pt x="82172" y="864370"/>
                </a:lnTo>
                <a:lnTo>
                  <a:pt x="82771" y="852997"/>
                </a:lnTo>
                <a:lnTo>
                  <a:pt x="83430" y="841624"/>
                </a:lnTo>
                <a:lnTo>
                  <a:pt x="84108" y="830250"/>
                </a:lnTo>
                <a:lnTo>
                  <a:pt x="84766" y="818877"/>
                </a:lnTo>
                <a:lnTo>
                  <a:pt x="85370" y="807504"/>
                </a:lnTo>
                <a:lnTo>
                  <a:pt x="85893" y="796131"/>
                </a:lnTo>
                <a:lnTo>
                  <a:pt x="86314" y="784757"/>
                </a:lnTo>
                <a:lnTo>
                  <a:pt x="86619" y="773384"/>
                </a:lnTo>
                <a:lnTo>
                  <a:pt x="86799" y="762011"/>
                </a:lnTo>
                <a:lnTo>
                  <a:pt x="86851" y="750637"/>
                </a:lnTo>
                <a:lnTo>
                  <a:pt x="86774" y="739264"/>
                </a:lnTo>
                <a:lnTo>
                  <a:pt x="86574" y="727891"/>
                </a:lnTo>
                <a:lnTo>
                  <a:pt x="86263" y="716517"/>
                </a:lnTo>
                <a:lnTo>
                  <a:pt x="85856" y="705144"/>
                </a:lnTo>
                <a:lnTo>
                  <a:pt x="85376" y="693771"/>
                </a:lnTo>
                <a:lnTo>
                  <a:pt x="84852" y="682398"/>
                </a:lnTo>
                <a:lnTo>
                  <a:pt x="84318" y="671024"/>
                </a:lnTo>
                <a:lnTo>
                  <a:pt x="83810" y="659651"/>
                </a:lnTo>
                <a:lnTo>
                  <a:pt x="83367" y="648278"/>
                </a:lnTo>
                <a:lnTo>
                  <a:pt x="83023" y="636904"/>
                </a:lnTo>
                <a:lnTo>
                  <a:pt x="82807" y="625531"/>
                </a:lnTo>
                <a:lnTo>
                  <a:pt x="82739" y="614158"/>
                </a:lnTo>
                <a:lnTo>
                  <a:pt x="82828" y="602785"/>
                </a:lnTo>
                <a:lnTo>
                  <a:pt x="83070" y="591411"/>
                </a:lnTo>
                <a:lnTo>
                  <a:pt x="83451" y="580038"/>
                </a:lnTo>
                <a:lnTo>
                  <a:pt x="83943" y="568665"/>
                </a:lnTo>
                <a:lnTo>
                  <a:pt x="84515" y="557291"/>
                </a:lnTo>
                <a:lnTo>
                  <a:pt x="85131" y="545918"/>
                </a:lnTo>
                <a:lnTo>
                  <a:pt x="85755" y="534545"/>
                </a:lnTo>
                <a:lnTo>
                  <a:pt x="86355" y="523171"/>
                </a:lnTo>
                <a:lnTo>
                  <a:pt x="86907" y="511798"/>
                </a:lnTo>
                <a:lnTo>
                  <a:pt x="87392" y="500425"/>
                </a:lnTo>
                <a:lnTo>
                  <a:pt x="87801" y="489052"/>
                </a:lnTo>
                <a:lnTo>
                  <a:pt x="88134" y="477678"/>
                </a:lnTo>
                <a:lnTo>
                  <a:pt x="88395" y="466305"/>
                </a:lnTo>
                <a:lnTo>
                  <a:pt x="88592" y="454932"/>
                </a:lnTo>
                <a:lnTo>
                  <a:pt x="88739" y="443558"/>
                </a:lnTo>
                <a:lnTo>
                  <a:pt x="88847" y="432185"/>
                </a:lnTo>
                <a:lnTo>
                  <a:pt x="88928" y="420812"/>
                </a:lnTo>
                <a:lnTo>
                  <a:pt x="88993" y="409439"/>
                </a:lnTo>
                <a:lnTo>
                  <a:pt x="89051" y="398065"/>
                </a:lnTo>
                <a:lnTo>
                  <a:pt x="89108" y="386692"/>
                </a:lnTo>
                <a:lnTo>
                  <a:pt x="89168" y="375319"/>
                </a:lnTo>
                <a:lnTo>
                  <a:pt x="89236" y="363945"/>
                </a:lnTo>
                <a:lnTo>
                  <a:pt x="89312" y="352572"/>
                </a:lnTo>
                <a:lnTo>
                  <a:pt x="89397" y="341199"/>
                </a:lnTo>
                <a:lnTo>
                  <a:pt x="89490" y="329825"/>
                </a:lnTo>
                <a:lnTo>
                  <a:pt x="89590" y="318452"/>
                </a:lnTo>
                <a:lnTo>
                  <a:pt x="89694" y="307079"/>
                </a:lnTo>
                <a:lnTo>
                  <a:pt x="89799" y="295706"/>
                </a:lnTo>
                <a:lnTo>
                  <a:pt x="89899" y="284332"/>
                </a:lnTo>
                <a:lnTo>
                  <a:pt x="89985" y="272959"/>
                </a:lnTo>
                <a:lnTo>
                  <a:pt x="90044" y="261586"/>
                </a:lnTo>
                <a:lnTo>
                  <a:pt x="90058" y="250212"/>
                </a:lnTo>
                <a:lnTo>
                  <a:pt x="89998" y="238839"/>
                </a:lnTo>
                <a:lnTo>
                  <a:pt x="89827" y="227466"/>
                </a:lnTo>
                <a:lnTo>
                  <a:pt x="89492" y="216093"/>
                </a:lnTo>
                <a:lnTo>
                  <a:pt x="88922" y="204719"/>
                </a:lnTo>
                <a:lnTo>
                  <a:pt x="88031" y="193346"/>
                </a:lnTo>
                <a:lnTo>
                  <a:pt x="86715" y="181973"/>
                </a:lnTo>
                <a:lnTo>
                  <a:pt x="84856" y="170599"/>
                </a:lnTo>
                <a:lnTo>
                  <a:pt x="82327" y="159226"/>
                </a:lnTo>
                <a:lnTo>
                  <a:pt x="79007" y="147853"/>
                </a:lnTo>
                <a:lnTo>
                  <a:pt x="74794" y="136480"/>
                </a:lnTo>
                <a:lnTo>
                  <a:pt x="69620" y="125106"/>
                </a:lnTo>
                <a:lnTo>
                  <a:pt x="63473" y="113733"/>
                </a:lnTo>
                <a:lnTo>
                  <a:pt x="56416" y="102360"/>
                </a:lnTo>
                <a:lnTo>
                  <a:pt x="48598" y="90986"/>
                </a:lnTo>
                <a:lnTo>
                  <a:pt x="40261" y="79613"/>
                </a:lnTo>
                <a:lnTo>
                  <a:pt x="31736" y="68240"/>
                </a:lnTo>
                <a:lnTo>
                  <a:pt x="23425" y="56866"/>
                </a:lnTo>
                <a:lnTo>
                  <a:pt x="15776" y="45493"/>
                </a:lnTo>
                <a:lnTo>
                  <a:pt x="9238" y="34120"/>
                </a:lnTo>
                <a:lnTo>
                  <a:pt x="4227" y="22747"/>
                </a:lnTo>
                <a:lnTo>
                  <a:pt x="1075" y="11373"/>
                </a:lnTo>
                <a:lnTo>
                  <a:pt x="0" y="0"/>
                </a:lnTo>
                <a:lnTo>
                  <a:pt x="187288" y="0"/>
                </a:lnTo>
                <a:lnTo>
                  <a:pt x="187288" y="0"/>
                </a:lnTo>
                <a:lnTo>
                  <a:pt x="186213" y="11373"/>
                </a:lnTo>
                <a:lnTo>
                  <a:pt x="183061" y="22747"/>
                </a:lnTo>
                <a:lnTo>
                  <a:pt x="178050" y="34120"/>
                </a:lnTo>
                <a:lnTo>
                  <a:pt x="171513" y="45493"/>
                </a:lnTo>
                <a:lnTo>
                  <a:pt x="163863" y="56866"/>
                </a:lnTo>
                <a:lnTo>
                  <a:pt x="155552" y="68240"/>
                </a:lnTo>
                <a:lnTo>
                  <a:pt x="147027" y="79613"/>
                </a:lnTo>
                <a:lnTo>
                  <a:pt x="138690" y="90986"/>
                </a:lnTo>
                <a:lnTo>
                  <a:pt x="130872" y="102360"/>
                </a:lnTo>
                <a:lnTo>
                  <a:pt x="123815" y="113733"/>
                </a:lnTo>
                <a:lnTo>
                  <a:pt x="117668" y="125106"/>
                </a:lnTo>
                <a:lnTo>
                  <a:pt x="112494" y="136480"/>
                </a:lnTo>
                <a:lnTo>
                  <a:pt x="108281" y="147853"/>
                </a:lnTo>
                <a:lnTo>
                  <a:pt x="104961" y="159226"/>
                </a:lnTo>
                <a:lnTo>
                  <a:pt x="102433" y="170599"/>
                </a:lnTo>
                <a:lnTo>
                  <a:pt x="100573" y="181973"/>
                </a:lnTo>
                <a:lnTo>
                  <a:pt x="99257" y="193346"/>
                </a:lnTo>
                <a:lnTo>
                  <a:pt x="98366" y="204719"/>
                </a:lnTo>
                <a:lnTo>
                  <a:pt x="97797" y="216093"/>
                </a:lnTo>
                <a:lnTo>
                  <a:pt x="97461" y="227466"/>
                </a:lnTo>
                <a:lnTo>
                  <a:pt x="97290" y="238839"/>
                </a:lnTo>
                <a:lnTo>
                  <a:pt x="97230" y="250212"/>
                </a:lnTo>
                <a:lnTo>
                  <a:pt x="97244" y="261586"/>
                </a:lnTo>
                <a:lnTo>
                  <a:pt x="97303" y="272959"/>
                </a:lnTo>
                <a:lnTo>
                  <a:pt x="97389" y="284332"/>
                </a:lnTo>
                <a:lnTo>
                  <a:pt x="97489" y="295706"/>
                </a:lnTo>
                <a:lnTo>
                  <a:pt x="97594" y="307079"/>
                </a:lnTo>
                <a:lnTo>
                  <a:pt x="97698" y="318452"/>
                </a:lnTo>
                <a:lnTo>
                  <a:pt x="97798" y="329825"/>
                </a:lnTo>
                <a:lnTo>
                  <a:pt x="97891" y="341199"/>
                </a:lnTo>
                <a:lnTo>
                  <a:pt x="97976" y="352572"/>
                </a:lnTo>
                <a:lnTo>
                  <a:pt x="98052" y="363945"/>
                </a:lnTo>
                <a:lnTo>
                  <a:pt x="98120" y="375319"/>
                </a:lnTo>
                <a:lnTo>
                  <a:pt x="98181" y="386692"/>
                </a:lnTo>
                <a:lnTo>
                  <a:pt x="98237" y="398065"/>
                </a:lnTo>
                <a:lnTo>
                  <a:pt x="98295" y="409439"/>
                </a:lnTo>
                <a:lnTo>
                  <a:pt x="98360" y="420812"/>
                </a:lnTo>
                <a:lnTo>
                  <a:pt x="98441" y="432185"/>
                </a:lnTo>
                <a:lnTo>
                  <a:pt x="98549" y="443558"/>
                </a:lnTo>
                <a:lnTo>
                  <a:pt x="98696" y="454932"/>
                </a:lnTo>
                <a:lnTo>
                  <a:pt x="98893" y="466305"/>
                </a:lnTo>
                <a:lnTo>
                  <a:pt x="99154" y="477678"/>
                </a:lnTo>
                <a:lnTo>
                  <a:pt x="99487" y="489052"/>
                </a:lnTo>
                <a:lnTo>
                  <a:pt x="99896" y="500425"/>
                </a:lnTo>
                <a:lnTo>
                  <a:pt x="100381" y="511798"/>
                </a:lnTo>
                <a:lnTo>
                  <a:pt x="100933" y="523171"/>
                </a:lnTo>
                <a:lnTo>
                  <a:pt x="101533" y="534545"/>
                </a:lnTo>
                <a:lnTo>
                  <a:pt x="102157" y="545918"/>
                </a:lnTo>
                <a:lnTo>
                  <a:pt x="102773" y="557291"/>
                </a:lnTo>
                <a:lnTo>
                  <a:pt x="103345" y="568665"/>
                </a:lnTo>
                <a:lnTo>
                  <a:pt x="103837" y="580038"/>
                </a:lnTo>
                <a:lnTo>
                  <a:pt x="104218" y="591411"/>
                </a:lnTo>
                <a:lnTo>
                  <a:pt x="104460" y="602785"/>
                </a:lnTo>
                <a:lnTo>
                  <a:pt x="104549" y="614158"/>
                </a:lnTo>
                <a:lnTo>
                  <a:pt x="104481" y="625531"/>
                </a:lnTo>
                <a:lnTo>
                  <a:pt x="104266" y="636904"/>
                </a:lnTo>
                <a:lnTo>
                  <a:pt x="103921" y="648278"/>
                </a:lnTo>
                <a:lnTo>
                  <a:pt x="103478" y="659651"/>
                </a:lnTo>
                <a:lnTo>
                  <a:pt x="102970" y="671024"/>
                </a:lnTo>
                <a:lnTo>
                  <a:pt x="102436" y="682398"/>
                </a:lnTo>
                <a:lnTo>
                  <a:pt x="101912" y="693771"/>
                </a:lnTo>
                <a:lnTo>
                  <a:pt x="101433" y="705144"/>
                </a:lnTo>
                <a:lnTo>
                  <a:pt x="101026" y="716517"/>
                </a:lnTo>
                <a:lnTo>
                  <a:pt x="100714" y="727891"/>
                </a:lnTo>
                <a:lnTo>
                  <a:pt x="100514" y="739264"/>
                </a:lnTo>
                <a:lnTo>
                  <a:pt x="100437" y="750637"/>
                </a:lnTo>
                <a:lnTo>
                  <a:pt x="100489" y="762011"/>
                </a:lnTo>
                <a:lnTo>
                  <a:pt x="100669" y="773384"/>
                </a:lnTo>
                <a:lnTo>
                  <a:pt x="100974" y="784757"/>
                </a:lnTo>
                <a:lnTo>
                  <a:pt x="101395" y="796131"/>
                </a:lnTo>
                <a:lnTo>
                  <a:pt x="101918" y="807504"/>
                </a:lnTo>
                <a:lnTo>
                  <a:pt x="102522" y="818877"/>
                </a:lnTo>
                <a:lnTo>
                  <a:pt x="103180" y="830250"/>
                </a:lnTo>
                <a:lnTo>
                  <a:pt x="103858" y="841624"/>
                </a:lnTo>
                <a:lnTo>
                  <a:pt x="104518" y="852997"/>
                </a:lnTo>
                <a:lnTo>
                  <a:pt x="105117" y="864370"/>
                </a:lnTo>
                <a:lnTo>
                  <a:pt x="105614" y="875744"/>
                </a:lnTo>
                <a:lnTo>
                  <a:pt x="105974" y="887117"/>
                </a:lnTo>
                <a:lnTo>
                  <a:pt x="106167" y="898490"/>
                </a:lnTo>
                <a:lnTo>
                  <a:pt x="106179" y="909863"/>
                </a:lnTo>
                <a:lnTo>
                  <a:pt x="106008" y="921237"/>
                </a:lnTo>
                <a:lnTo>
                  <a:pt x="105668" y="932610"/>
                </a:lnTo>
                <a:lnTo>
                  <a:pt x="105185" y="943983"/>
                </a:lnTo>
                <a:lnTo>
                  <a:pt x="104598" y="955357"/>
                </a:lnTo>
                <a:lnTo>
                  <a:pt x="103951" y="966730"/>
                </a:lnTo>
                <a:lnTo>
                  <a:pt x="103288" y="978103"/>
                </a:lnTo>
                <a:lnTo>
                  <a:pt x="102651" y="989476"/>
                </a:lnTo>
                <a:lnTo>
                  <a:pt x="102074" y="1000850"/>
                </a:lnTo>
                <a:lnTo>
                  <a:pt x="101580" y="1012223"/>
                </a:lnTo>
                <a:lnTo>
                  <a:pt x="101181" y="1023596"/>
                </a:lnTo>
                <a:lnTo>
                  <a:pt x="100879" y="1034970"/>
                </a:lnTo>
                <a:lnTo>
                  <a:pt x="100666" y="1046343"/>
                </a:lnTo>
                <a:lnTo>
                  <a:pt x="100527" y="1057716"/>
                </a:lnTo>
                <a:lnTo>
                  <a:pt x="100446" y="1069090"/>
                </a:lnTo>
                <a:lnTo>
                  <a:pt x="100406" y="1080463"/>
                </a:lnTo>
                <a:lnTo>
                  <a:pt x="100392" y="1091836"/>
                </a:lnTo>
                <a:lnTo>
                  <a:pt x="100392" y="1103209"/>
                </a:lnTo>
                <a:lnTo>
                  <a:pt x="100398" y="1114583"/>
                </a:lnTo>
                <a:lnTo>
                  <a:pt x="100405" y="1125956"/>
                </a:lnTo>
                <a:lnTo>
                  <a:pt x="100413" y="1137329"/>
                </a:lnTo>
                <a:lnTo>
                  <a:pt x="100419" y="1148703"/>
                </a:lnTo>
                <a:lnTo>
                  <a:pt x="100425" y="1160076"/>
                </a:lnTo>
                <a:lnTo>
                  <a:pt x="100430" y="1171449"/>
                </a:lnTo>
                <a:lnTo>
                  <a:pt x="100433" y="1182822"/>
                </a:lnTo>
                <a:lnTo>
                  <a:pt x="100434" y="1194196"/>
                </a:lnTo>
                <a:lnTo>
                  <a:pt x="100431" y="1205569"/>
                </a:lnTo>
                <a:lnTo>
                  <a:pt x="100423" y="1216942"/>
                </a:lnTo>
                <a:lnTo>
                  <a:pt x="100411" y="1228316"/>
                </a:lnTo>
                <a:lnTo>
                  <a:pt x="100395" y="1239689"/>
                </a:lnTo>
                <a:lnTo>
                  <a:pt x="100375" y="1251062"/>
                </a:lnTo>
                <a:lnTo>
                  <a:pt x="100352" y="1262436"/>
                </a:lnTo>
                <a:lnTo>
                  <a:pt x="100325" y="1273809"/>
                </a:lnTo>
                <a:lnTo>
                  <a:pt x="100292" y="1285182"/>
                </a:lnTo>
                <a:lnTo>
                  <a:pt x="100248" y="1296555"/>
                </a:lnTo>
                <a:lnTo>
                  <a:pt x="100186" y="1307929"/>
                </a:lnTo>
                <a:lnTo>
                  <a:pt x="100100" y="1319302"/>
                </a:lnTo>
                <a:lnTo>
                  <a:pt x="99980" y="1330675"/>
                </a:lnTo>
                <a:lnTo>
                  <a:pt x="99821" y="1342049"/>
                </a:lnTo>
                <a:lnTo>
                  <a:pt x="99620" y="1353422"/>
                </a:lnTo>
                <a:lnTo>
                  <a:pt x="99377" y="1364795"/>
                </a:lnTo>
                <a:lnTo>
                  <a:pt x="99097" y="1376168"/>
                </a:lnTo>
                <a:lnTo>
                  <a:pt x="98789" y="1387542"/>
                </a:lnTo>
                <a:lnTo>
                  <a:pt x="98467" y="1398915"/>
                </a:lnTo>
                <a:lnTo>
                  <a:pt x="98146" y="1410288"/>
                </a:lnTo>
                <a:lnTo>
                  <a:pt x="97841" y="1421662"/>
                </a:lnTo>
                <a:lnTo>
                  <a:pt x="97567" y="1433035"/>
                </a:lnTo>
                <a:lnTo>
                  <a:pt x="97337" y="1444408"/>
                </a:lnTo>
                <a:lnTo>
                  <a:pt x="97155" y="1455782"/>
                </a:lnTo>
                <a:lnTo>
                  <a:pt x="97026" y="1467155"/>
                </a:lnTo>
                <a:lnTo>
                  <a:pt x="96946" y="1478528"/>
                </a:lnTo>
                <a:lnTo>
                  <a:pt x="96909" y="1489901"/>
                </a:lnTo>
                <a:lnTo>
                  <a:pt x="96906" y="1501275"/>
                </a:lnTo>
                <a:lnTo>
                  <a:pt x="96926" y="1512648"/>
                </a:lnTo>
                <a:lnTo>
                  <a:pt x="96959" y="1524021"/>
                </a:lnTo>
                <a:lnTo>
                  <a:pt x="96999" y="1535395"/>
                </a:lnTo>
                <a:lnTo>
                  <a:pt x="97043" y="1546768"/>
                </a:lnTo>
                <a:lnTo>
                  <a:pt x="97092" y="1558141"/>
                </a:lnTo>
                <a:lnTo>
                  <a:pt x="97154" y="1569514"/>
                </a:lnTo>
                <a:lnTo>
                  <a:pt x="97244" y="1580888"/>
                </a:lnTo>
                <a:lnTo>
                  <a:pt x="97383" y="1592261"/>
                </a:lnTo>
                <a:lnTo>
                  <a:pt x="97600" y="1603634"/>
                </a:lnTo>
                <a:lnTo>
                  <a:pt x="97931" y="1615008"/>
                </a:lnTo>
                <a:lnTo>
                  <a:pt x="98417" y="1626381"/>
                </a:lnTo>
                <a:lnTo>
                  <a:pt x="99106" y="1637754"/>
                </a:lnTo>
                <a:lnTo>
                  <a:pt x="100050" y="1649127"/>
                </a:lnTo>
                <a:lnTo>
                  <a:pt x="101303" y="1660501"/>
                </a:lnTo>
                <a:lnTo>
                  <a:pt x="102912" y="1671874"/>
                </a:lnTo>
                <a:lnTo>
                  <a:pt x="104920" y="1683247"/>
                </a:lnTo>
                <a:lnTo>
                  <a:pt x="107349" y="1694621"/>
                </a:lnTo>
                <a:lnTo>
                  <a:pt x="110199" y="1705994"/>
                </a:lnTo>
                <a:lnTo>
                  <a:pt x="113439" y="1717367"/>
                </a:lnTo>
                <a:lnTo>
                  <a:pt x="116998" y="1728741"/>
                </a:lnTo>
                <a:lnTo>
                  <a:pt x="120769" y="1740114"/>
                </a:lnTo>
                <a:lnTo>
                  <a:pt x="124606" y="1751487"/>
                </a:lnTo>
                <a:lnTo>
                  <a:pt x="128331" y="1762860"/>
                </a:lnTo>
                <a:lnTo>
                  <a:pt x="131749" y="1774234"/>
                </a:lnTo>
                <a:lnTo>
                  <a:pt x="134664" y="1785607"/>
                </a:lnTo>
                <a:lnTo>
                  <a:pt x="136895" y="1796980"/>
                </a:lnTo>
                <a:lnTo>
                  <a:pt x="138297" y="1808354"/>
                </a:lnTo>
                <a:lnTo>
                  <a:pt x="138775" y="1819727"/>
                </a:lnTo>
                <a:lnTo>
                  <a:pt x="138775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4398F784-E413-4681-95DA-F7EC58E083CD}"/>
              </a:ext>
            </a:extLst>
          </p:cNvPr>
          <p:cNvSpPr>
            <a:spLocks/>
          </p:cNvSpPr>
          <p:nvPr/>
        </p:nvSpPr>
        <p:spPr>
          <a:xfrm>
            <a:off x="43891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0552A384-875A-4A8D-987C-2B38D8CA9475}"/>
              </a:ext>
            </a:extLst>
          </p:cNvPr>
          <p:cNvSpPr>
            <a:spLocks/>
          </p:cNvSpPr>
          <p:nvPr/>
        </p:nvSpPr>
        <p:spPr>
          <a:xfrm>
            <a:off x="435643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395EB9DB-63F9-4B65-9073-0BF9335E8FBE}"/>
              </a:ext>
            </a:extLst>
          </p:cNvPr>
          <p:cNvSpPr>
            <a:spLocks/>
          </p:cNvSpPr>
          <p:nvPr/>
        </p:nvSpPr>
        <p:spPr>
          <a:xfrm>
            <a:off x="42786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6D17CBAB-0891-41F9-A88A-ADE39AC650A3}"/>
              </a:ext>
            </a:extLst>
          </p:cNvPr>
          <p:cNvSpPr>
            <a:spLocks/>
          </p:cNvSpPr>
          <p:nvPr/>
        </p:nvSpPr>
        <p:spPr>
          <a:xfrm>
            <a:off x="431358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1B36D276-82D5-4CBE-A029-9013D3E03CAD}"/>
              </a:ext>
            </a:extLst>
          </p:cNvPr>
          <p:cNvSpPr>
            <a:spLocks/>
          </p:cNvSpPr>
          <p:nvPr/>
        </p:nvSpPr>
        <p:spPr>
          <a:xfrm>
            <a:off x="4305797" y="27840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EFB616EC-2E04-46DE-B7ED-631E8888EFD8}"/>
              </a:ext>
            </a:extLst>
          </p:cNvPr>
          <p:cNvSpPr>
            <a:spLocks/>
          </p:cNvSpPr>
          <p:nvPr/>
        </p:nvSpPr>
        <p:spPr>
          <a:xfrm>
            <a:off x="429879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45F52AAB-23D6-4868-9C7D-1A65D79BCB38}"/>
              </a:ext>
            </a:extLst>
          </p:cNvPr>
          <p:cNvSpPr>
            <a:spLocks/>
          </p:cNvSpPr>
          <p:nvPr/>
        </p:nvSpPr>
        <p:spPr>
          <a:xfrm>
            <a:off x="43445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73F964B9-9D49-4CFE-8C69-13447BCE2028}"/>
              </a:ext>
            </a:extLst>
          </p:cNvPr>
          <p:cNvSpPr>
            <a:spLocks/>
          </p:cNvSpPr>
          <p:nvPr/>
        </p:nvSpPr>
        <p:spPr>
          <a:xfrm>
            <a:off x="4308214" y="2593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EDE21ADC-E477-441A-A157-DDD7079EE995}"/>
              </a:ext>
            </a:extLst>
          </p:cNvPr>
          <p:cNvSpPr>
            <a:spLocks/>
          </p:cNvSpPr>
          <p:nvPr/>
        </p:nvSpPr>
        <p:spPr>
          <a:xfrm>
            <a:off x="437725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6574E4B9-F4AE-41CF-A422-E19D1DAEF214}"/>
              </a:ext>
            </a:extLst>
          </p:cNvPr>
          <p:cNvSpPr>
            <a:spLocks/>
          </p:cNvSpPr>
          <p:nvPr/>
        </p:nvSpPr>
        <p:spPr>
          <a:xfrm>
            <a:off x="4328666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E7C424CA-2F9C-4323-8609-6298C98F4528}"/>
              </a:ext>
            </a:extLst>
          </p:cNvPr>
          <p:cNvSpPr>
            <a:spLocks/>
          </p:cNvSpPr>
          <p:nvPr/>
        </p:nvSpPr>
        <p:spPr>
          <a:xfrm>
            <a:off x="4307995" y="3059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A745E978-C039-4824-9583-1C52D576165E}"/>
              </a:ext>
            </a:extLst>
          </p:cNvPr>
          <p:cNvSpPr>
            <a:spLocks/>
          </p:cNvSpPr>
          <p:nvPr/>
        </p:nvSpPr>
        <p:spPr>
          <a:xfrm>
            <a:off x="4380976" y="33121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47598895-02B6-4A3D-B639-1CAD8441495F}"/>
              </a:ext>
            </a:extLst>
          </p:cNvPr>
          <p:cNvSpPr>
            <a:spLocks/>
          </p:cNvSpPr>
          <p:nvPr/>
        </p:nvSpPr>
        <p:spPr>
          <a:xfrm>
            <a:off x="4371380" y="28061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E9EE488C-3EF0-471E-8699-564E07FB1FEE}"/>
              </a:ext>
            </a:extLst>
          </p:cNvPr>
          <p:cNvSpPr>
            <a:spLocks/>
          </p:cNvSpPr>
          <p:nvPr/>
        </p:nvSpPr>
        <p:spPr>
          <a:xfrm>
            <a:off x="4387582" y="35119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F9991351-9F4E-49F4-A064-43F907E754BB}"/>
              </a:ext>
            </a:extLst>
          </p:cNvPr>
          <p:cNvSpPr>
            <a:spLocks/>
          </p:cNvSpPr>
          <p:nvPr/>
        </p:nvSpPr>
        <p:spPr>
          <a:xfrm>
            <a:off x="432038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E1F4898D-A9D3-47A4-8AE7-D05AF16493E5}"/>
              </a:ext>
            </a:extLst>
          </p:cNvPr>
          <p:cNvSpPr>
            <a:spLocks/>
          </p:cNvSpPr>
          <p:nvPr/>
        </p:nvSpPr>
        <p:spPr>
          <a:xfrm>
            <a:off x="4358104" y="3269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3FAAD95B-7144-450E-A0F7-48E933A13C06}"/>
              </a:ext>
            </a:extLst>
          </p:cNvPr>
          <p:cNvSpPr>
            <a:spLocks/>
          </p:cNvSpPr>
          <p:nvPr/>
        </p:nvSpPr>
        <p:spPr>
          <a:xfrm>
            <a:off x="43085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CD66769B-3A6F-400C-8368-A387358904BC}"/>
              </a:ext>
            </a:extLst>
          </p:cNvPr>
          <p:cNvSpPr>
            <a:spLocks/>
          </p:cNvSpPr>
          <p:nvPr/>
        </p:nvSpPr>
        <p:spPr>
          <a:xfrm>
            <a:off x="439529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90FE5A4C-8803-4AEA-B720-84E1894931BF}"/>
              </a:ext>
            </a:extLst>
          </p:cNvPr>
          <p:cNvSpPr>
            <a:spLocks/>
          </p:cNvSpPr>
          <p:nvPr/>
        </p:nvSpPr>
        <p:spPr>
          <a:xfrm>
            <a:off x="4362946" y="3200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6903D58B-CB5B-41A8-B1DA-8D583590C653}"/>
              </a:ext>
            </a:extLst>
          </p:cNvPr>
          <p:cNvSpPr>
            <a:spLocks/>
          </p:cNvSpPr>
          <p:nvPr/>
        </p:nvSpPr>
        <p:spPr>
          <a:xfrm>
            <a:off x="4395236" y="31370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B4F1ED3A-F855-49E6-A9D0-4DFAF5E5A426}"/>
              </a:ext>
            </a:extLst>
          </p:cNvPr>
          <p:cNvSpPr>
            <a:spLocks/>
          </p:cNvSpPr>
          <p:nvPr/>
        </p:nvSpPr>
        <p:spPr>
          <a:xfrm>
            <a:off x="42892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8361D444-FBBB-4938-97CA-E6992FB187A4}"/>
              </a:ext>
            </a:extLst>
          </p:cNvPr>
          <p:cNvSpPr>
            <a:spLocks/>
          </p:cNvSpPr>
          <p:nvPr/>
        </p:nvSpPr>
        <p:spPr>
          <a:xfrm>
            <a:off x="43007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7391387F-9164-41CE-9C08-096A978553A5}"/>
              </a:ext>
            </a:extLst>
          </p:cNvPr>
          <p:cNvSpPr>
            <a:spLocks/>
          </p:cNvSpPr>
          <p:nvPr/>
        </p:nvSpPr>
        <p:spPr>
          <a:xfrm>
            <a:off x="4357526" y="31133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88B60DEA-B67D-4C47-AF07-DFF6A014738F}"/>
              </a:ext>
            </a:extLst>
          </p:cNvPr>
          <p:cNvSpPr>
            <a:spLocks/>
          </p:cNvSpPr>
          <p:nvPr/>
        </p:nvSpPr>
        <p:spPr>
          <a:xfrm>
            <a:off x="4317121" y="21775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E3D017C2-A825-4DF1-8772-FC8C868EE066}"/>
              </a:ext>
            </a:extLst>
          </p:cNvPr>
          <p:cNvSpPr>
            <a:spLocks/>
          </p:cNvSpPr>
          <p:nvPr/>
        </p:nvSpPr>
        <p:spPr>
          <a:xfrm>
            <a:off x="43681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F3545A01-739A-4D8C-BD60-144534E22551}"/>
              </a:ext>
            </a:extLst>
          </p:cNvPr>
          <p:cNvSpPr>
            <a:spLocks/>
          </p:cNvSpPr>
          <p:nvPr/>
        </p:nvSpPr>
        <p:spPr>
          <a:xfrm>
            <a:off x="427887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552EC9C2-FB29-41E2-B523-B006AC3801BD}"/>
              </a:ext>
            </a:extLst>
          </p:cNvPr>
          <p:cNvSpPr>
            <a:spLocks/>
          </p:cNvSpPr>
          <p:nvPr/>
        </p:nvSpPr>
        <p:spPr>
          <a:xfrm>
            <a:off x="429077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B05052BB-795B-4E40-8183-EF4BEC07079A}"/>
              </a:ext>
            </a:extLst>
          </p:cNvPr>
          <p:cNvSpPr>
            <a:spLocks/>
          </p:cNvSpPr>
          <p:nvPr/>
        </p:nvSpPr>
        <p:spPr>
          <a:xfrm>
            <a:off x="431648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7E407D74-537E-421C-82D1-0555E1F16F23}"/>
              </a:ext>
            </a:extLst>
          </p:cNvPr>
          <p:cNvSpPr>
            <a:spLocks/>
          </p:cNvSpPr>
          <p:nvPr/>
        </p:nvSpPr>
        <p:spPr>
          <a:xfrm>
            <a:off x="4289753" y="31480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5CE012C7-BCB0-435B-9209-198566F4484B}"/>
              </a:ext>
            </a:extLst>
          </p:cNvPr>
          <p:cNvSpPr>
            <a:spLocks/>
          </p:cNvSpPr>
          <p:nvPr/>
        </p:nvSpPr>
        <p:spPr>
          <a:xfrm>
            <a:off x="4389419" y="2905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5ACCC0EA-4C99-4FF7-8D56-816C05465642}"/>
              </a:ext>
            </a:extLst>
          </p:cNvPr>
          <p:cNvSpPr>
            <a:spLocks/>
          </p:cNvSpPr>
          <p:nvPr/>
        </p:nvSpPr>
        <p:spPr>
          <a:xfrm>
            <a:off x="438512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9419D50F-C4ED-4C25-A732-F35B8C249AC6}"/>
              </a:ext>
            </a:extLst>
          </p:cNvPr>
          <p:cNvSpPr>
            <a:spLocks/>
          </p:cNvSpPr>
          <p:nvPr/>
        </p:nvSpPr>
        <p:spPr>
          <a:xfrm>
            <a:off x="4357707" y="34149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5DA28C5D-DE43-4C32-8F38-A61F05A04D3B}"/>
              </a:ext>
            </a:extLst>
          </p:cNvPr>
          <p:cNvSpPr>
            <a:spLocks/>
          </p:cNvSpPr>
          <p:nvPr/>
        </p:nvSpPr>
        <p:spPr>
          <a:xfrm>
            <a:off x="43650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275209BD-DE28-46E5-8846-154ACA330E0F}"/>
              </a:ext>
            </a:extLst>
          </p:cNvPr>
          <p:cNvSpPr>
            <a:spLocks/>
          </p:cNvSpPr>
          <p:nvPr/>
        </p:nvSpPr>
        <p:spPr>
          <a:xfrm>
            <a:off x="4340858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2015A8AB-4A63-413C-9A12-6D584FFAECBA}"/>
              </a:ext>
            </a:extLst>
          </p:cNvPr>
          <p:cNvSpPr>
            <a:spLocks/>
          </p:cNvSpPr>
          <p:nvPr/>
        </p:nvSpPr>
        <p:spPr>
          <a:xfrm>
            <a:off x="430507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1CDA1D23-7352-4C63-9258-4DA6C4F7A6F7}"/>
              </a:ext>
            </a:extLst>
          </p:cNvPr>
          <p:cNvSpPr>
            <a:spLocks/>
          </p:cNvSpPr>
          <p:nvPr/>
        </p:nvSpPr>
        <p:spPr>
          <a:xfrm>
            <a:off x="428643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63FB1A8D-14CF-427A-B92E-15E6AB21D4FA}"/>
              </a:ext>
            </a:extLst>
          </p:cNvPr>
          <p:cNvSpPr>
            <a:spLocks/>
          </p:cNvSpPr>
          <p:nvPr/>
        </p:nvSpPr>
        <p:spPr>
          <a:xfrm>
            <a:off x="439378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67EB8E07-1CD3-4E3F-BAB7-21C132E229B4}"/>
              </a:ext>
            </a:extLst>
          </p:cNvPr>
          <p:cNvSpPr>
            <a:spLocks/>
          </p:cNvSpPr>
          <p:nvPr/>
        </p:nvSpPr>
        <p:spPr>
          <a:xfrm>
            <a:off x="4303409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C5008469-903C-4262-BE44-E0D934E02C72}"/>
              </a:ext>
            </a:extLst>
          </p:cNvPr>
          <p:cNvSpPr>
            <a:spLocks/>
          </p:cNvSpPr>
          <p:nvPr/>
        </p:nvSpPr>
        <p:spPr>
          <a:xfrm>
            <a:off x="43725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2AB5AB64-BBB0-4853-86C3-7B2E2BF8C4B8}"/>
              </a:ext>
            </a:extLst>
          </p:cNvPr>
          <p:cNvSpPr>
            <a:spLocks/>
          </p:cNvSpPr>
          <p:nvPr/>
        </p:nvSpPr>
        <p:spPr>
          <a:xfrm>
            <a:off x="4298398" y="23334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2439A155-6893-41B2-8E48-AF9FEDBD0F8A}"/>
              </a:ext>
            </a:extLst>
          </p:cNvPr>
          <p:cNvSpPr>
            <a:spLocks/>
          </p:cNvSpPr>
          <p:nvPr/>
        </p:nvSpPr>
        <p:spPr>
          <a:xfrm>
            <a:off x="438572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3AC5D3B6-9762-41E8-A53D-CA9D3994CBCB}"/>
              </a:ext>
            </a:extLst>
          </p:cNvPr>
          <p:cNvSpPr>
            <a:spLocks/>
          </p:cNvSpPr>
          <p:nvPr/>
        </p:nvSpPr>
        <p:spPr>
          <a:xfrm>
            <a:off x="4364756" y="2905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44C5B911-6C4F-4429-B8A8-7198C37C3258}"/>
              </a:ext>
            </a:extLst>
          </p:cNvPr>
          <p:cNvSpPr>
            <a:spLocks/>
          </p:cNvSpPr>
          <p:nvPr/>
        </p:nvSpPr>
        <p:spPr>
          <a:xfrm>
            <a:off x="437069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A2E5140A-BEBE-4E9D-8A7E-6B50C231F9CD}"/>
              </a:ext>
            </a:extLst>
          </p:cNvPr>
          <p:cNvSpPr>
            <a:spLocks/>
          </p:cNvSpPr>
          <p:nvPr/>
        </p:nvSpPr>
        <p:spPr>
          <a:xfrm>
            <a:off x="43517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E0FC6426-0927-4B3D-B5DC-6A859C1F8311}"/>
              </a:ext>
            </a:extLst>
          </p:cNvPr>
          <p:cNvSpPr>
            <a:spLocks/>
          </p:cNvSpPr>
          <p:nvPr/>
        </p:nvSpPr>
        <p:spPr>
          <a:xfrm>
            <a:off x="430919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993937C3-A11B-40C1-B1A1-1F3A6424AEB2}"/>
              </a:ext>
            </a:extLst>
          </p:cNvPr>
          <p:cNvSpPr>
            <a:spLocks/>
          </p:cNvSpPr>
          <p:nvPr/>
        </p:nvSpPr>
        <p:spPr>
          <a:xfrm>
            <a:off x="432304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FA1959C2-FAD9-4B92-A89F-9A9B95947728}"/>
              </a:ext>
            </a:extLst>
          </p:cNvPr>
          <p:cNvSpPr>
            <a:spLocks/>
          </p:cNvSpPr>
          <p:nvPr/>
        </p:nvSpPr>
        <p:spPr>
          <a:xfrm>
            <a:off x="4349266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0F787697-9378-4FC0-B3E6-67B009FD0A66}"/>
              </a:ext>
            </a:extLst>
          </p:cNvPr>
          <p:cNvSpPr>
            <a:spLocks/>
          </p:cNvSpPr>
          <p:nvPr/>
        </p:nvSpPr>
        <p:spPr>
          <a:xfrm>
            <a:off x="431200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1689D58F-2738-4131-AE06-646A26EB56FE}"/>
              </a:ext>
            </a:extLst>
          </p:cNvPr>
          <p:cNvSpPr>
            <a:spLocks/>
          </p:cNvSpPr>
          <p:nvPr/>
        </p:nvSpPr>
        <p:spPr>
          <a:xfrm>
            <a:off x="438122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1AEBC4BB-3B04-4CBC-A0EB-337FA0F08E8B}"/>
              </a:ext>
            </a:extLst>
          </p:cNvPr>
          <p:cNvSpPr>
            <a:spLocks/>
          </p:cNvSpPr>
          <p:nvPr/>
        </p:nvSpPr>
        <p:spPr>
          <a:xfrm>
            <a:off x="4331193" y="24201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6B86F121-37DC-4C9E-B79C-74E647AB50F4}"/>
              </a:ext>
            </a:extLst>
          </p:cNvPr>
          <p:cNvSpPr>
            <a:spLocks/>
          </p:cNvSpPr>
          <p:nvPr/>
        </p:nvSpPr>
        <p:spPr>
          <a:xfrm>
            <a:off x="434231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E2FC2C3B-18B9-477A-989A-DF0EF9164368}"/>
              </a:ext>
            </a:extLst>
          </p:cNvPr>
          <p:cNvSpPr>
            <a:spLocks/>
          </p:cNvSpPr>
          <p:nvPr/>
        </p:nvSpPr>
        <p:spPr>
          <a:xfrm>
            <a:off x="427539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41849322-FAD6-4F0E-8BBA-B7D9B84CDB0A}"/>
              </a:ext>
            </a:extLst>
          </p:cNvPr>
          <p:cNvSpPr>
            <a:spLocks/>
          </p:cNvSpPr>
          <p:nvPr/>
        </p:nvSpPr>
        <p:spPr>
          <a:xfrm>
            <a:off x="431411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B2DE6253-F703-4440-8BD8-AB7D471B6E49}"/>
              </a:ext>
            </a:extLst>
          </p:cNvPr>
          <p:cNvSpPr>
            <a:spLocks/>
          </p:cNvSpPr>
          <p:nvPr/>
        </p:nvSpPr>
        <p:spPr>
          <a:xfrm>
            <a:off x="4323026" y="29093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560363D1-DF13-40AC-9BAC-D1481E0060ED}"/>
              </a:ext>
            </a:extLst>
          </p:cNvPr>
          <p:cNvSpPr>
            <a:spLocks/>
          </p:cNvSpPr>
          <p:nvPr/>
        </p:nvSpPr>
        <p:spPr>
          <a:xfrm>
            <a:off x="42988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949CEB3C-3486-4B61-8018-CBF1DFE48325}"/>
              </a:ext>
            </a:extLst>
          </p:cNvPr>
          <p:cNvSpPr>
            <a:spLocks/>
          </p:cNvSpPr>
          <p:nvPr/>
        </p:nvSpPr>
        <p:spPr>
          <a:xfrm>
            <a:off x="4293268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44C379F9-3F06-4FDC-B352-E289C75224A0}"/>
              </a:ext>
            </a:extLst>
          </p:cNvPr>
          <p:cNvSpPr>
            <a:spLocks/>
          </p:cNvSpPr>
          <p:nvPr/>
        </p:nvSpPr>
        <p:spPr>
          <a:xfrm>
            <a:off x="4392456" y="3503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AF9CC955-E590-4E45-B385-78D24F6811A8}"/>
              </a:ext>
            </a:extLst>
          </p:cNvPr>
          <p:cNvSpPr>
            <a:spLocks/>
          </p:cNvSpPr>
          <p:nvPr/>
        </p:nvSpPr>
        <p:spPr>
          <a:xfrm>
            <a:off x="42836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D25D42AF-B576-4105-B8F2-BD7D44DDEE2A}"/>
              </a:ext>
            </a:extLst>
          </p:cNvPr>
          <p:cNvSpPr>
            <a:spLocks/>
          </p:cNvSpPr>
          <p:nvPr/>
        </p:nvSpPr>
        <p:spPr>
          <a:xfrm>
            <a:off x="4284971" y="33637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9C7BAF2C-8131-4358-9549-058A6A2BBADB}"/>
              </a:ext>
            </a:extLst>
          </p:cNvPr>
          <p:cNvSpPr>
            <a:spLocks/>
          </p:cNvSpPr>
          <p:nvPr/>
        </p:nvSpPr>
        <p:spPr>
          <a:xfrm>
            <a:off x="4367602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508A3270-9901-4B03-A36E-4197E184A609}"/>
              </a:ext>
            </a:extLst>
          </p:cNvPr>
          <p:cNvSpPr>
            <a:spLocks/>
          </p:cNvSpPr>
          <p:nvPr/>
        </p:nvSpPr>
        <p:spPr>
          <a:xfrm>
            <a:off x="428338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32CF1EF8-2AE3-44C2-B03D-A2E22969814B}"/>
              </a:ext>
            </a:extLst>
          </p:cNvPr>
          <p:cNvSpPr>
            <a:spLocks/>
          </p:cNvSpPr>
          <p:nvPr/>
        </p:nvSpPr>
        <p:spPr>
          <a:xfrm>
            <a:off x="435753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A7B5B306-E8EA-4D3A-8ED9-290513492846}"/>
              </a:ext>
            </a:extLst>
          </p:cNvPr>
          <p:cNvSpPr>
            <a:spLocks/>
          </p:cNvSpPr>
          <p:nvPr/>
        </p:nvSpPr>
        <p:spPr>
          <a:xfrm>
            <a:off x="427848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384ABBD7-C428-4148-BF81-3A0479AFC64A}"/>
              </a:ext>
            </a:extLst>
          </p:cNvPr>
          <p:cNvSpPr>
            <a:spLocks/>
          </p:cNvSpPr>
          <p:nvPr/>
        </p:nvSpPr>
        <p:spPr>
          <a:xfrm>
            <a:off x="43510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54B2D32-E539-4BAD-B90B-D237E9A3DD57}"/>
              </a:ext>
            </a:extLst>
          </p:cNvPr>
          <p:cNvSpPr>
            <a:spLocks/>
          </p:cNvSpPr>
          <p:nvPr/>
        </p:nvSpPr>
        <p:spPr>
          <a:xfrm>
            <a:off x="4345693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5A489DBB-A8B1-498B-A18B-4DF281A76248}"/>
              </a:ext>
            </a:extLst>
          </p:cNvPr>
          <p:cNvSpPr>
            <a:spLocks/>
          </p:cNvSpPr>
          <p:nvPr/>
        </p:nvSpPr>
        <p:spPr>
          <a:xfrm>
            <a:off x="4371018" y="34933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B2782778-6124-4B83-AF2E-158EBB4A593D}"/>
              </a:ext>
            </a:extLst>
          </p:cNvPr>
          <p:cNvSpPr>
            <a:spLocks/>
          </p:cNvSpPr>
          <p:nvPr/>
        </p:nvSpPr>
        <p:spPr>
          <a:xfrm>
            <a:off x="433375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A5754D45-5E92-4D88-ACAB-0E7E2E2AF5DE}"/>
              </a:ext>
            </a:extLst>
          </p:cNvPr>
          <p:cNvSpPr>
            <a:spLocks/>
          </p:cNvSpPr>
          <p:nvPr/>
        </p:nvSpPr>
        <p:spPr>
          <a:xfrm>
            <a:off x="42941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B2D6886A-57B2-440C-9B63-2C4205A26F79}"/>
              </a:ext>
            </a:extLst>
          </p:cNvPr>
          <p:cNvSpPr>
            <a:spLocks/>
          </p:cNvSpPr>
          <p:nvPr/>
        </p:nvSpPr>
        <p:spPr>
          <a:xfrm>
            <a:off x="4386627" y="28750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C6F9B8FF-B00E-4B93-8A1A-4E5E01997163}"/>
              </a:ext>
            </a:extLst>
          </p:cNvPr>
          <p:cNvSpPr>
            <a:spLocks/>
          </p:cNvSpPr>
          <p:nvPr/>
        </p:nvSpPr>
        <p:spPr>
          <a:xfrm>
            <a:off x="428110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AFBDEED9-BB57-45D9-9899-8AC79B64A2C7}"/>
              </a:ext>
            </a:extLst>
          </p:cNvPr>
          <p:cNvSpPr>
            <a:spLocks/>
          </p:cNvSpPr>
          <p:nvPr/>
        </p:nvSpPr>
        <p:spPr>
          <a:xfrm>
            <a:off x="4371213" y="2905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27DD5CBA-A52D-4821-AF40-7C6911454CFF}"/>
              </a:ext>
            </a:extLst>
          </p:cNvPr>
          <p:cNvSpPr>
            <a:spLocks/>
          </p:cNvSpPr>
          <p:nvPr/>
        </p:nvSpPr>
        <p:spPr>
          <a:xfrm>
            <a:off x="4277149" y="34311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62C63241-089A-4F7A-BF9C-63F83596E807}"/>
              </a:ext>
            </a:extLst>
          </p:cNvPr>
          <p:cNvSpPr>
            <a:spLocks/>
          </p:cNvSpPr>
          <p:nvPr/>
        </p:nvSpPr>
        <p:spPr>
          <a:xfrm>
            <a:off x="43449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7354C4C6-CF0C-4A8E-BB9A-EE69F271E9EA}"/>
              </a:ext>
            </a:extLst>
          </p:cNvPr>
          <p:cNvSpPr>
            <a:spLocks/>
          </p:cNvSpPr>
          <p:nvPr/>
        </p:nvSpPr>
        <p:spPr>
          <a:xfrm>
            <a:off x="4280074" y="34311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C5FBEB6D-7BC9-4B2A-83B6-D1864C80DDCB}"/>
              </a:ext>
            </a:extLst>
          </p:cNvPr>
          <p:cNvSpPr>
            <a:spLocks/>
          </p:cNvSpPr>
          <p:nvPr/>
        </p:nvSpPr>
        <p:spPr>
          <a:xfrm>
            <a:off x="4371644" y="35195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8350DF0E-7628-4FFB-AEDA-136B36331942}"/>
              </a:ext>
            </a:extLst>
          </p:cNvPr>
          <p:cNvSpPr>
            <a:spLocks/>
          </p:cNvSpPr>
          <p:nvPr/>
        </p:nvSpPr>
        <p:spPr>
          <a:xfrm>
            <a:off x="4377955" y="35797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1C560A64-A9DC-44E3-9A37-0A83A255C013}"/>
              </a:ext>
            </a:extLst>
          </p:cNvPr>
          <p:cNvSpPr>
            <a:spLocks/>
          </p:cNvSpPr>
          <p:nvPr/>
        </p:nvSpPr>
        <p:spPr>
          <a:xfrm>
            <a:off x="435283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EAF5269E-39BD-43B8-8C37-10F54AC5B3E8}"/>
              </a:ext>
            </a:extLst>
          </p:cNvPr>
          <p:cNvSpPr>
            <a:spLocks/>
          </p:cNvSpPr>
          <p:nvPr/>
        </p:nvSpPr>
        <p:spPr>
          <a:xfrm>
            <a:off x="4306160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38F1DF75-A001-4CE6-9E67-21306DD58267}"/>
              </a:ext>
            </a:extLst>
          </p:cNvPr>
          <p:cNvSpPr>
            <a:spLocks/>
          </p:cNvSpPr>
          <p:nvPr/>
        </p:nvSpPr>
        <p:spPr>
          <a:xfrm>
            <a:off x="439162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A94259A4-620B-4E3D-A4C7-3DE2601CF816}"/>
              </a:ext>
            </a:extLst>
          </p:cNvPr>
          <p:cNvSpPr>
            <a:spLocks/>
          </p:cNvSpPr>
          <p:nvPr/>
        </p:nvSpPr>
        <p:spPr>
          <a:xfrm>
            <a:off x="43677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D775988B-5F62-4F0A-ADCA-DFA5F92D4F64}"/>
              </a:ext>
            </a:extLst>
          </p:cNvPr>
          <p:cNvSpPr>
            <a:spLocks/>
          </p:cNvSpPr>
          <p:nvPr/>
        </p:nvSpPr>
        <p:spPr>
          <a:xfrm>
            <a:off x="4333454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3A36D044-5033-414A-B4EF-F7AE38E7ACEC}"/>
              </a:ext>
            </a:extLst>
          </p:cNvPr>
          <p:cNvSpPr>
            <a:spLocks/>
          </p:cNvSpPr>
          <p:nvPr/>
        </p:nvSpPr>
        <p:spPr>
          <a:xfrm>
            <a:off x="4391572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0C257087-7764-441A-82CE-C4DFF2B07A38}"/>
              </a:ext>
            </a:extLst>
          </p:cNvPr>
          <p:cNvSpPr>
            <a:spLocks/>
          </p:cNvSpPr>
          <p:nvPr/>
        </p:nvSpPr>
        <p:spPr>
          <a:xfrm>
            <a:off x="4342231" y="3302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1EF83F8C-9056-45FE-9A31-9882C83DA2FF}"/>
              </a:ext>
            </a:extLst>
          </p:cNvPr>
          <p:cNvSpPr>
            <a:spLocks/>
          </p:cNvSpPr>
          <p:nvPr/>
        </p:nvSpPr>
        <p:spPr>
          <a:xfrm>
            <a:off x="4321233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C18BF83F-01E5-4EBB-8A56-F2BC536629D4}"/>
              </a:ext>
            </a:extLst>
          </p:cNvPr>
          <p:cNvSpPr>
            <a:spLocks/>
          </p:cNvSpPr>
          <p:nvPr/>
        </p:nvSpPr>
        <p:spPr>
          <a:xfrm>
            <a:off x="4345615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95B19799-1F5F-418E-AE5E-80EA00FA5FB7}"/>
              </a:ext>
            </a:extLst>
          </p:cNvPr>
          <p:cNvSpPr>
            <a:spLocks/>
          </p:cNvSpPr>
          <p:nvPr/>
        </p:nvSpPr>
        <p:spPr>
          <a:xfrm>
            <a:off x="428933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49BE5F68-8945-46A6-8E69-A9A398FB4D95}"/>
              </a:ext>
            </a:extLst>
          </p:cNvPr>
          <p:cNvSpPr>
            <a:spLocks/>
          </p:cNvSpPr>
          <p:nvPr/>
        </p:nvSpPr>
        <p:spPr>
          <a:xfrm>
            <a:off x="430498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28F16642-836C-4480-92E9-E6AA3C5AAC3F}"/>
              </a:ext>
            </a:extLst>
          </p:cNvPr>
          <p:cNvSpPr>
            <a:spLocks/>
          </p:cNvSpPr>
          <p:nvPr/>
        </p:nvSpPr>
        <p:spPr>
          <a:xfrm>
            <a:off x="439170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1BC0B58E-D310-44CF-A88A-C1ECCDDC74AF}"/>
              </a:ext>
            </a:extLst>
          </p:cNvPr>
          <p:cNvSpPr>
            <a:spLocks/>
          </p:cNvSpPr>
          <p:nvPr/>
        </p:nvSpPr>
        <p:spPr>
          <a:xfrm>
            <a:off x="43035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D235C606-7D7A-4602-98FE-2B369C54CE81}"/>
              </a:ext>
            </a:extLst>
          </p:cNvPr>
          <p:cNvSpPr>
            <a:spLocks/>
          </p:cNvSpPr>
          <p:nvPr/>
        </p:nvSpPr>
        <p:spPr>
          <a:xfrm>
            <a:off x="4336997" y="29996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1D0EC675-8706-4506-8273-808BBD1C9EDC}"/>
              </a:ext>
            </a:extLst>
          </p:cNvPr>
          <p:cNvSpPr>
            <a:spLocks/>
          </p:cNvSpPr>
          <p:nvPr/>
        </p:nvSpPr>
        <p:spPr>
          <a:xfrm>
            <a:off x="436362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5C763F56-6CE0-4045-9F1A-C19C19B3E7C6}"/>
              </a:ext>
            </a:extLst>
          </p:cNvPr>
          <p:cNvSpPr>
            <a:spLocks/>
          </p:cNvSpPr>
          <p:nvPr/>
        </p:nvSpPr>
        <p:spPr>
          <a:xfrm>
            <a:off x="432291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DB35B7A0-92AE-4782-A964-0E0510A66C63}"/>
              </a:ext>
            </a:extLst>
          </p:cNvPr>
          <p:cNvSpPr>
            <a:spLocks/>
          </p:cNvSpPr>
          <p:nvPr/>
        </p:nvSpPr>
        <p:spPr>
          <a:xfrm>
            <a:off x="43397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1130ABDB-F362-4524-9419-AC939AEF399E}"/>
              </a:ext>
            </a:extLst>
          </p:cNvPr>
          <p:cNvSpPr>
            <a:spLocks/>
          </p:cNvSpPr>
          <p:nvPr/>
        </p:nvSpPr>
        <p:spPr>
          <a:xfrm>
            <a:off x="4350581" y="3302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CC989F40-2EAF-475D-A3C0-48946CC5AC5C}"/>
              </a:ext>
            </a:extLst>
          </p:cNvPr>
          <p:cNvSpPr>
            <a:spLocks/>
          </p:cNvSpPr>
          <p:nvPr/>
        </p:nvSpPr>
        <p:spPr>
          <a:xfrm>
            <a:off x="436376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05C8B4AA-1BA7-4359-A9DE-C43E11B385BE}"/>
              </a:ext>
            </a:extLst>
          </p:cNvPr>
          <p:cNvSpPr>
            <a:spLocks/>
          </p:cNvSpPr>
          <p:nvPr/>
        </p:nvSpPr>
        <p:spPr>
          <a:xfrm>
            <a:off x="4387006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DE6D20B5-8B32-4EC3-9A34-C64953EA9198}"/>
              </a:ext>
            </a:extLst>
          </p:cNvPr>
          <p:cNvSpPr>
            <a:spLocks/>
          </p:cNvSpPr>
          <p:nvPr/>
        </p:nvSpPr>
        <p:spPr>
          <a:xfrm>
            <a:off x="43617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AF263C0E-7AD0-40D4-9E94-7B2B6419327B}"/>
              </a:ext>
            </a:extLst>
          </p:cNvPr>
          <p:cNvSpPr>
            <a:spLocks/>
          </p:cNvSpPr>
          <p:nvPr/>
        </p:nvSpPr>
        <p:spPr>
          <a:xfrm>
            <a:off x="4320450" y="34311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7E9472F8-C208-4A67-9B87-91EDECF0D8DD}"/>
              </a:ext>
            </a:extLst>
          </p:cNvPr>
          <p:cNvSpPr>
            <a:spLocks/>
          </p:cNvSpPr>
          <p:nvPr/>
        </p:nvSpPr>
        <p:spPr>
          <a:xfrm>
            <a:off x="433302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CF672836-2917-49D5-B5B2-FF80E70592B2}"/>
              </a:ext>
            </a:extLst>
          </p:cNvPr>
          <p:cNvSpPr>
            <a:spLocks/>
          </p:cNvSpPr>
          <p:nvPr/>
        </p:nvSpPr>
        <p:spPr>
          <a:xfrm>
            <a:off x="4378324" y="30808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6B2C39E4-AFED-4ADB-B356-DE6606B66DE2}"/>
              </a:ext>
            </a:extLst>
          </p:cNvPr>
          <p:cNvSpPr>
            <a:spLocks/>
          </p:cNvSpPr>
          <p:nvPr/>
        </p:nvSpPr>
        <p:spPr>
          <a:xfrm>
            <a:off x="4290183" y="26223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568E1735-5D5E-4243-A6FE-10CF829B4923}"/>
              </a:ext>
            </a:extLst>
          </p:cNvPr>
          <p:cNvSpPr>
            <a:spLocks/>
          </p:cNvSpPr>
          <p:nvPr/>
        </p:nvSpPr>
        <p:spPr>
          <a:xfrm>
            <a:off x="438759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4A3801F1-4470-4784-B0D0-BD191FD2C26B}"/>
              </a:ext>
            </a:extLst>
          </p:cNvPr>
          <p:cNvSpPr>
            <a:spLocks/>
          </p:cNvSpPr>
          <p:nvPr/>
        </p:nvSpPr>
        <p:spPr>
          <a:xfrm>
            <a:off x="432532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1387CB5E-E9BB-45E4-90F7-D2453815DCA7}"/>
              </a:ext>
            </a:extLst>
          </p:cNvPr>
          <p:cNvSpPr>
            <a:spLocks/>
          </p:cNvSpPr>
          <p:nvPr/>
        </p:nvSpPr>
        <p:spPr>
          <a:xfrm>
            <a:off x="4384235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D6B986C0-BA5B-4793-AC37-83351D0262D1}"/>
              </a:ext>
            </a:extLst>
          </p:cNvPr>
          <p:cNvSpPr>
            <a:spLocks/>
          </p:cNvSpPr>
          <p:nvPr/>
        </p:nvSpPr>
        <p:spPr>
          <a:xfrm>
            <a:off x="4304520" y="3412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F6A8687B-FE43-4F64-8EB3-48DFC428454A}"/>
              </a:ext>
            </a:extLst>
          </p:cNvPr>
          <p:cNvSpPr>
            <a:spLocks/>
          </p:cNvSpPr>
          <p:nvPr/>
        </p:nvSpPr>
        <p:spPr>
          <a:xfrm>
            <a:off x="4344416" y="3302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1B7366B3-A5DE-4728-ACE4-FEF60B437CFB}"/>
              </a:ext>
            </a:extLst>
          </p:cNvPr>
          <p:cNvSpPr>
            <a:spLocks/>
          </p:cNvSpPr>
          <p:nvPr/>
        </p:nvSpPr>
        <p:spPr>
          <a:xfrm>
            <a:off x="4333121" y="2996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B9144116-611A-4597-89C0-FB931E0BF44D}"/>
              </a:ext>
            </a:extLst>
          </p:cNvPr>
          <p:cNvSpPr>
            <a:spLocks/>
          </p:cNvSpPr>
          <p:nvPr/>
        </p:nvSpPr>
        <p:spPr>
          <a:xfrm>
            <a:off x="4316085" y="23594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201C6749-DACC-40BB-B2E0-C1C4B7DD870F}"/>
              </a:ext>
            </a:extLst>
          </p:cNvPr>
          <p:cNvSpPr>
            <a:spLocks/>
          </p:cNvSpPr>
          <p:nvPr/>
        </p:nvSpPr>
        <p:spPr>
          <a:xfrm>
            <a:off x="430859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F8CFF8E5-333F-4CA9-9257-ACE71E1D6DE8}"/>
              </a:ext>
            </a:extLst>
          </p:cNvPr>
          <p:cNvSpPr>
            <a:spLocks/>
          </p:cNvSpPr>
          <p:nvPr/>
        </p:nvSpPr>
        <p:spPr>
          <a:xfrm>
            <a:off x="433388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CF8387F0-9710-4EA6-BA73-BBCCB94C18BA}"/>
              </a:ext>
            </a:extLst>
          </p:cNvPr>
          <p:cNvSpPr>
            <a:spLocks/>
          </p:cNvSpPr>
          <p:nvPr/>
        </p:nvSpPr>
        <p:spPr>
          <a:xfrm>
            <a:off x="4275599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193D49A4-2DA4-4770-8975-AC3867712E55}"/>
              </a:ext>
            </a:extLst>
          </p:cNvPr>
          <p:cNvSpPr>
            <a:spLocks/>
          </p:cNvSpPr>
          <p:nvPr/>
        </p:nvSpPr>
        <p:spPr>
          <a:xfrm>
            <a:off x="43570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301A3938-F729-4AD5-AFA3-4DF142127F4F}"/>
              </a:ext>
            </a:extLst>
          </p:cNvPr>
          <p:cNvSpPr>
            <a:spLocks/>
          </p:cNvSpPr>
          <p:nvPr/>
        </p:nvSpPr>
        <p:spPr>
          <a:xfrm>
            <a:off x="436296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F42D024D-7761-4A6C-9285-2A82A33E1059}"/>
              </a:ext>
            </a:extLst>
          </p:cNvPr>
          <p:cNvSpPr>
            <a:spLocks/>
          </p:cNvSpPr>
          <p:nvPr/>
        </p:nvSpPr>
        <p:spPr>
          <a:xfrm>
            <a:off x="4351219" y="2905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8A53F296-E46F-4DF7-BC38-D95AAAE84F3A}"/>
              </a:ext>
            </a:extLst>
          </p:cNvPr>
          <p:cNvSpPr>
            <a:spLocks/>
          </p:cNvSpPr>
          <p:nvPr/>
        </p:nvSpPr>
        <p:spPr>
          <a:xfrm>
            <a:off x="439222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1B7A32A7-3AE2-4536-9A7C-F372E3889E46}"/>
              </a:ext>
            </a:extLst>
          </p:cNvPr>
          <p:cNvSpPr>
            <a:spLocks/>
          </p:cNvSpPr>
          <p:nvPr/>
        </p:nvSpPr>
        <p:spPr>
          <a:xfrm>
            <a:off x="431342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D2B752A1-F3B5-4835-B774-8DA343E1DADF}"/>
              </a:ext>
            </a:extLst>
          </p:cNvPr>
          <p:cNvSpPr>
            <a:spLocks/>
          </p:cNvSpPr>
          <p:nvPr/>
        </p:nvSpPr>
        <p:spPr>
          <a:xfrm>
            <a:off x="4341986" y="349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70A958E8-F92D-444F-8107-9D8B364E0FB6}"/>
              </a:ext>
            </a:extLst>
          </p:cNvPr>
          <p:cNvSpPr>
            <a:spLocks/>
          </p:cNvSpPr>
          <p:nvPr/>
        </p:nvSpPr>
        <p:spPr>
          <a:xfrm>
            <a:off x="43321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4210F31E-792B-4965-9646-F54D60CA3A91}"/>
              </a:ext>
            </a:extLst>
          </p:cNvPr>
          <p:cNvSpPr>
            <a:spLocks/>
          </p:cNvSpPr>
          <p:nvPr/>
        </p:nvSpPr>
        <p:spPr>
          <a:xfrm>
            <a:off x="43120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A0192D5A-D08D-4E53-9E64-44E7763D2079}"/>
              </a:ext>
            </a:extLst>
          </p:cNvPr>
          <p:cNvSpPr>
            <a:spLocks/>
          </p:cNvSpPr>
          <p:nvPr/>
        </p:nvSpPr>
        <p:spPr>
          <a:xfrm>
            <a:off x="4351060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25C4964B-A2F9-4A9D-B80E-ACEDAABDC2D4}"/>
              </a:ext>
            </a:extLst>
          </p:cNvPr>
          <p:cNvSpPr>
            <a:spLocks/>
          </p:cNvSpPr>
          <p:nvPr/>
        </p:nvSpPr>
        <p:spPr>
          <a:xfrm>
            <a:off x="4276574" y="35195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F1FEAD3E-452A-412C-81EA-9C0A67E80E9F}"/>
              </a:ext>
            </a:extLst>
          </p:cNvPr>
          <p:cNvSpPr>
            <a:spLocks/>
          </p:cNvSpPr>
          <p:nvPr/>
        </p:nvSpPr>
        <p:spPr>
          <a:xfrm>
            <a:off x="42942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8B8FA442-DE4F-4AA4-B628-22CFACF21B9A}"/>
              </a:ext>
            </a:extLst>
          </p:cNvPr>
          <p:cNvSpPr>
            <a:spLocks/>
          </p:cNvSpPr>
          <p:nvPr/>
        </p:nvSpPr>
        <p:spPr>
          <a:xfrm>
            <a:off x="42748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E077F846-3249-4497-BA95-E35E5BCDF813}"/>
              </a:ext>
            </a:extLst>
          </p:cNvPr>
          <p:cNvSpPr>
            <a:spLocks/>
          </p:cNvSpPr>
          <p:nvPr/>
        </p:nvSpPr>
        <p:spPr>
          <a:xfrm>
            <a:off x="4294253" y="33906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8EE24126-9924-4EDA-85DA-9AF4BEA22B66}"/>
              </a:ext>
            </a:extLst>
          </p:cNvPr>
          <p:cNvSpPr>
            <a:spLocks/>
          </p:cNvSpPr>
          <p:nvPr/>
        </p:nvSpPr>
        <p:spPr>
          <a:xfrm>
            <a:off x="434184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FB00750B-44D2-40B2-9019-3679C4F23E5B}"/>
              </a:ext>
            </a:extLst>
          </p:cNvPr>
          <p:cNvSpPr>
            <a:spLocks/>
          </p:cNvSpPr>
          <p:nvPr/>
        </p:nvSpPr>
        <p:spPr>
          <a:xfrm>
            <a:off x="43829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0FE403B2-FA55-43A4-9325-64FC78CD77C5}"/>
              </a:ext>
            </a:extLst>
          </p:cNvPr>
          <p:cNvSpPr>
            <a:spLocks/>
          </p:cNvSpPr>
          <p:nvPr/>
        </p:nvSpPr>
        <p:spPr>
          <a:xfrm>
            <a:off x="42769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D88E276A-28ED-4A80-95B8-A88B4836711D}"/>
              </a:ext>
            </a:extLst>
          </p:cNvPr>
          <p:cNvSpPr>
            <a:spLocks/>
          </p:cNvSpPr>
          <p:nvPr/>
        </p:nvSpPr>
        <p:spPr>
          <a:xfrm>
            <a:off x="434809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CA0BB084-7AF6-4786-BC03-A037499271F0}"/>
              </a:ext>
            </a:extLst>
          </p:cNvPr>
          <p:cNvSpPr>
            <a:spLocks/>
          </p:cNvSpPr>
          <p:nvPr/>
        </p:nvSpPr>
        <p:spPr>
          <a:xfrm>
            <a:off x="429321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42566C1A-A2A1-425B-8ECD-034B76F0905B}"/>
              </a:ext>
            </a:extLst>
          </p:cNvPr>
          <p:cNvSpPr>
            <a:spLocks/>
          </p:cNvSpPr>
          <p:nvPr/>
        </p:nvSpPr>
        <p:spPr>
          <a:xfrm>
            <a:off x="4391015" y="3269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055F59C7-A5FC-42C0-B7E4-B27EB8E5F5CC}"/>
              </a:ext>
            </a:extLst>
          </p:cNvPr>
          <p:cNvSpPr>
            <a:spLocks/>
          </p:cNvSpPr>
          <p:nvPr/>
        </p:nvSpPr>
        <p:spPr>
          <a:xfrm>
            <a:off x="4319091" y="34678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79232ABB-9A3B-45BA-95F1-9F02E6185970}"/>
              </a:ext>
            </a:extLst>
          </p:cNvPr>
          <p:cNvSpPr>
            <a:spLocks/>
          </p:cNvSpPr>
          <p:nvPr/>
        </p:nvSpPr>
        <p:spPr>
          <a:xfrm>
            <a:off x="4309874" y="34513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5A469DDD-82FE-4A48-8A76-D17C6D351C7D}"/>
              </a:ext>
            </a:extLst>
          </p:cNvPr>
          <p:cNvSpPr>
            <a:spLocks/>
          </p:cNvSpPr>
          <p:nvPr/>
        </p:nvSpPr>
        <p:spPr>
          <a:xfrm>
            <a:off x="428193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AEFE39E3-58EF-4247-8DF2-E28EA9EF3D0B}"/>
              </a:ext>
            </a:extLst>
          </p:cNvPr>
          <p:cNvSpPr>
            <a:spLocks/>
          </p:cNvSpPr>
          <p:nvPr/>
        </p:nvSpPr>
        <p:spPr>
          <a:xfrm>
            <a:off x="4385372" y="26407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BA9FB1B3-606C-4AE4-B915-92E107F2338A}"/>
              </a:ext>
            </a:extLst>
          </p:cNvPr>
          <p:cNvSpPr>
            <a:spLocks/>
          </p:cNvSpPr>
          <p:nvPr/>
        </p:nvSpPr>
        <p:spPr>
          <a:xfrm>
            <a:off x="4334004" y="31025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9EAFA0D3-0DB1-40D1-A778-AB9ED8EF38C6}"/>
              </a:ext>
            </a:extLst>
          </p:cNvPr>
          <p:cNvSpPr>
            <a:spLocks/>
          </p:cNvSpPr>
          <p:nvPr/>
        </p:nvSpPr>
        <p:spPr>
          <a:xfrm>
            <a:off x="4309366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050DE438-B1F2-43C3-8A8A-F91142D8BF4B}"/>
              </a:ext>
            </a:extLst>
          </p:cNvPr>
          <p:cNvSpPr>
            <a:spLocks/>
          </p:cNvSpPr>
          <p:nvPr/>
        </p:nvSpPr>
        <p:spPr>
          <a:xfrm>
            <a:off x="435860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DB55CD3B-618F-45F0-BD02-F8CBCC344CD1}"/>
              </a:ext>
            </a:extLst>
          </p:cNvPr>
          <p:cNvSpPr>
            <a:spLocks/>
          </p:cNvSpPr>
          <p:nvPr/>
        </p:nvSpPr>
        <p:spPr>
          <a:xfrm>
            <a:off x="4291670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A4C2E065-16E7-4FE2-95E1-92ED54E83F82}"/>
              </a:ext>
            </a:extLst>
          </p:cNvPr>
          <p:cNvSpPr>
            <a:spLocks/>
          </p:cNvSpPr>
          <p:nvPr/>
        </p:nvSpPr>
        <p:spPr>
          <a:xfrm>
            <a:off x="434425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78C207CD-8BAA-4CC1-9B17-6C345B069241}"/>
              </a:ext>
            </a:extLst>
          </p:cNvPr>
          <p:cNvSpPr>
            <a:spLocks/>
          </p:cNvSpPr>
          <p:nvPr/>
        </p:nvSpPr>
        <p:spPr>
          <a:xfrm>
            <a:off x="434186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97D29B98-7736-4E2C-90A8-2D9CD96B842E}"/>
              </a:ext>
            </a:extLst>
          </p:cNvPr>
          <p:cNvSpPr>
            <a:spLocks/>
          </p:cNvSpPr>
          <p:nvPr/>
        </p:nvSpPr>
        <p:spPr>
          <a:xfrm>
            <a:off x="433739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73AA2775-D6F6-4486-9E3E-37C00E74A909}"/>
              </a:ext>
            </a:extLst>
          </p:cNvPr>
          <p:cNvSpPr>
            <a:spLocks/>
          </p:cNvSpPr>
          <p:nvPr/>
        </p:nvSpPr>
        <p:spPr>
          <a:xfrm>
            <a:off x="43289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9283BBD8-3F06-48CA-8EE7-7F662C4B37DB}"/>
              </a:ext>
            </a:extLst>
          </p:cNvPr>
          <p:cNvSpPr>
            <a:spLocks/>
          </p:cNvSpPr>
          <p:nvPr/>
        </p:nvSpPr>
        <p:spPr>
          <a:xfrm>
            <a:off x="433991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4E7BCDC6-29DA-4E19-9790-FFD3E039DA09}"/>
              </a:ext>
            </a:extLst>
          </p:cNvPr>
          <p:cNvSpPr>
            <a:spLocks/>
          </p:cNvSpPr>
          <p:nvPr/>
        </p:nvSpPr>
        <p:spPr>
          <a:xfrm>
            <a:off x="43605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44C91BB5-F7F9-49A1-A25E-12F173BFBCAE}"/>
              </a:ext>
            </a:extLst>
          </p:cNvPr>
          <p:cNvSpPr>
            <a:spLocks/>
          </p:cNvSpPr>
          <p:nvPr/>
        </p:nvSpPr>
        <p:spPr>
          <a:xfrm>
            <a:off x="4348913" y="35119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EEFE13AD-D96E-4599-BF4D-82BC36DD4845}"/>
              </a:ext>
            </a:extLst>
          </p:cNvPr>
          <p:cNvSpPr>
            <a:spLocks/>
          </p:cNvSpPr>
          <p:nvPr/>
        </p:nvSpPr>
        <p:spPr>
          <a:xfrm>
            <a:off x="4315799" y="34678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34FBFD61-1BDE-420E-A61D-F145D045C882}"/>
              </a:ext>
            </a:extLst>
          </p:cNvPr>
          <p:cNvSpPr>
            <a:spLocks/>
          </p:cNvSpPr>
          <p:nvPr/>
        </p:nvSpPr>
        <p:spPr>
          <a:xfrm>
            <a:off x="4390739" y="3073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392E22D7-5F46-47AC-81DE-E81B8767F1D0}"/>
              </a:ext>
            </a:extLst>
          </p:cNvPr>
          <p:cNvSpPr>
            <a:spLocks/>
          </p:cNvSpPr>
          <p:nvPr/>
        </p:nvSpPr>
        <p:spPr>
          <a:xfrm>
            <a:off x="435973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9949B699-B88C-43B6-A90B-D28C4DF2AC1A}"/>
              </a:ext>
            </a:extLst>
          </p:cNvPr>
          <p:cNvSpPr>
            <a:spLocks/>
          </p:cNvSpPr>
          <p:nvPr/>
        </p:nvSpPr>
        <p:spPr>
          <a:xfrm>
            <a:off x="4295081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E0D72B5D-4C3A-4EC0-948D-5170D3D0F766}"/>
              </a:ext>
            </a:extLst>
          </p:cNvPr>
          <p:cNvSpPr>
            <a:spLocks/>
          </p:cNvSpPr>
          <p:nvPr/>
        </p:nvSpPr>
        <p:spPr>
          <a:xfrm>
            <a:off x="4287749" y="35623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704C887D-C854-4E43-BC3E-7992D2B8C3F4}"/>
              </a:ext>
            </a:extLst>
          </p:cNvPr>
          <p:cNvSpPr>
            <a:spLocks/>
          </p:cNvSpPr>
          <p:nvPr/>
        </p:nvSpPr>
        <p:spPr>
          <a:xfrm>
            <a:off x="4361698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6A402F9C-0222-4114-A32B-CA851A09ADF2}"/>
              </a:ext>
            </a:extLst>
          </p:cNvPr>
          <p:cNvSpPr>
            <a:spLocks/>
          </p:cNvSpPr>
          <p:nvPr/>
        </p:nvSpPr>
        <p:spPr>
          <a:xfrm>
            <a:off x="43876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86CCC93E-63A8-49FA-A2DF-CB3250750D8B}"/>
              </a:ext>
            </a:extLst>
          </p:cNvPr>
          <p:cNvSpPr>
            <a:spLocks/>
          </p:cNvSpPr>
          <p:nvPr/>
        </p:nvSpPr>
        <p:spPr>
          <a:xfrm>
            <a:off x="437777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9BF88C3E-619A-43A2-BB0B-92D61FFD74E3}"/>
              </a:ext>
            </a:extLst>
          </p:cNvPr>
          <p:cNvSpPr>
            <a:spLocks/>
          </p:cNvSpPr>
          <p:nvPr/>
        </p:nvSpPr>
        <p:spPr>
          <a:xfrm>
            <a:off x="43681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9EF25168-B7FB-4659-8892-F674BDE637AC}"/>
              </a:ext>
            </a:extLst>
          </p:cNvPr>
          <p:cNvSpPr>
            <a:spLocks/>
          </p:cNvSpPr>
          <p:nvPr/>
        </p:nvSpPr>
        <p:spPr>
          <a:xfrm>
            <a:off x="435566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0B309E1A-A9CD-41D9-980D-70864C96D11B}"/>
              </a:ext>
            </a:extLst>
          </p:cNvPr>
          <p:cNvSpPr>
            <a:spLocks/>
          </p:cNvSpPr>
          <p:nvPr/>
        </p:nvSpPr>
        <p:spPr>
          <a:xfrm>
            <a:off x="434772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C7F2BFAB-F394-4D98-9881-BA199C28AC40}"/>
              </a:ext>
            </a:extLst>
          </p:cNvPr>
          <p:cNvSpPr>
            <a:spLocks/>
          </p:cNvSpPr>
          <p:nvPr/>
        </p:nvSpPr>
        <p:spPr>
          <a:xfrm>
            <a:off x="4358431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B5AFB7A8-2B17-4B63-9990-3D772D022090}"/>
              </a:ext>
            </a:extLst>
          </p:cNvPr>
          <p:cNvSpPr>
            <a:spLocks/>
          </p:cNvSpPr>
          <p:nvPr/>
        </p:nvSpPr>
        <p:spPr>
          <a:xfrm>
            <a:off x="4322038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BE91342C-83BD-425D-BC48-AAF70D0C66BE}"/>
              </a:ext>
            </a:extLst>
          </p:cNvPr>
          <p:cNvSpPr>
            <a:spLocks/>
          </p:cNvSpPr>
          <p:nvPr/>
        </p:nvSpPr>
        <p:spPr>
          <a:xfrm>
            <a:off x="43171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38ED3D61-026D-4BFA-8389-9262430DE343}"/>
              </a:ext>
            </a:extLst>
          </p:cNvPr>
          <p:cNvSpPr>
            <a:spLocks/>
          </p:cNvSpPr>
          <p:nvPr/>
        </p:nvSpPr>
        <p:spPr>
          <a:xfrm>
            <a:off x="4329624" y="25414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3E136A7E-0E0D-48A6-B17B-2F9E2D93A0E8}"/>
              </a:ext>
            </a:extLst>
          </p:cNvPr>
          <p:cNvSpPr>
            <a:spLocks/>
          </p:cNvSpPr>
          <p:nvPr/>
        </p:nvSpPr>
        <p:spPr>
          <a:xfrm>
            <a:off x="4298973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76B1B2D6-6C6D-40D9-9FC9-B7971A096EDA}"/>
              </a:ext>
            </a:extLst>
          </p:cNvPr>
          <p:cNvSpPr>
            <a:spLocks/>
          </p:cNvSpPr>
          <p:nvPr/>
        </p:nvSpPr>
        <p:spPr>
          <a:xfrm>
            <a:off x="429865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81AE51FA-3906-49BD-9931-664796DCA9C4}"/>
              </a:ext>
            </a:extLst>
          </p:cNvPr>
          <p:cNvSpPr>
            <a:spLocks/>
          </p:cNvSpPr>
          <p:nvPr/>
        </p:nvSpPr>
        <p:spPr>
          <a:xfrm>
            <a:off x="43342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F1446C22-03FF-4A8B-8EA7-3105D1557AF1}"/>
              </a:ext>
            </a:extLst>
          </p:cNvPr>
          <p:cNvSpPr>
            <a:spLocks/>
          </p:cNvSpPr>
          <p:nvPr/>
        </p:nvSpPr>
        <p:spPr>
          <a:xfrm>
            <a:off x="434992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83CEB349-579B-42AF-9F13-6D485E6C347D}"/>
              </a:ext>
            </a:extLst>
          </p:cNvPr>
          <p:cNvSpPr>
            <a:spLocks/>
          </p:cNvSpPr>
          <p:nvPr/>
        </p:nvSpPr>
        <p:spPr>
          <a:xfrm>
            <a:off x="434239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BA8D706C-F8AE-4895-B81A-40A6D647197A}"/>
              </a:ext>
            </a:extLst>
          </p:cNvPr>
          <p:cNvSpPr>
            <a:spLocks/>
          </p:cNvSpPr>
          <p:nvPr/>
        </p:nvSpPr>
        <p:spPr>
          <a:xfrm>
            <a:off x="4365973" y="226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588A02E4-DF4E-448C-BB33-36F5EB97400B}"/>
              </a:ext>
            </a:extLst>
          </p:cNvPr>
          <p:cNvSpPr>
            <a:spLocks/>
          </p:cNvSpPr>
          <p:nvPr/>
        </p:nvSpPr>
        <p:spPr>
          <a:xfrm>
            <a:off x="429434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77DD897B-4AED-4B0D-A374-26BE5AADE07A}"/>
              </a:ext>
            </a:extLst>
          </p:cNvPr>
          <p:cNvSpPr>
            <a:spLocks/>
          </p:cNvSpPr>
          <p:nvPr/>
        </p:nvSpPr>
        <p:spPr>
          <a:xfrm>
            <a:off x="42988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F6A14873-E8AB-4B2F-A50F-7CAA9C32B6D8}"/>
              </a:ext>
            </a:extLst>
          </p:cNvPr>
          <p:cNvSpPr>
            <a:spLocks/>
          </p:cNvSpPr>
          <p:nvPr/>
        </p:nvSpPr>
        <p:spPr>
          <a:xfrm>
            <a:off x="4274938" y="32866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D1639D2B-AED1-4938-9043-55A10B4E3D0B}"/>
              </a:ext>
            </a:extLst>
          </p:cNvPr>
          <p:cNvSpPr>
            <a:spLocks/>
          </p:cNvSpPr>
          <p:nvPr/>
        </p:nvSpPr>
        <p:spPr>
          <a:xfrm>
            <a:off x="4344394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D55CC984-453F-4910-BCB3-85B4FF312E40}"/>
              </a:ext>
            </a:extLst>
          </p:cNvPr>
          <p:cNvSpPr>
            <a:spLocks/>
          </p:cNvSpPr>
          <p:nvPr/>
        </p:nvSpPr>
        <p:spPr>
          <a:xfrm>
            <a:off x="4288618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6AFC37D6-0C22-44EA-88EC-B144D0B97733}"/>
              </a:ext>
            </a:extLst>
          </p:cNvPr>
          <p:cNvSpPr>
            <a:spLocks/>
          </p:cNvSpPr>
          <p:nvPr/>
        </p:nvSpPr>
        <p:spPr>
          <a:xfrm>
            <a:off x="4375059" y="33906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CCBCC300-CE13-49B5-BF9A-DB1CF3DFEC46}"/>
              </a:ext>
            </a:extLst>
          </p:cNvPr>
          <p:cNvSpPr>
            <a:spLocks/>
          </p:cNvSpPr>
          <p:nvPr/>
        </p:nvSpPr>
        <p:spPr>
          <a:xfrm>
            <a:off x="4312864" y="3269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9CE2E196-5253-49CA-80EC-8FB6140B4ED7}"/>
              </a:ext>
            </a:extLst>
          </p:cNvPr>
          <p:cNvSpPr>
            <a:spLocks/>
          </p:cNvSpPr>
          <p:nvPr/>
        </p:nvSpPr>
        <p:spPr>
          <a:xfrm>
            <a:off x="432502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862118DD-EE16-4100-ADC4-9D0A3E95726A}"/>
              </a:ext>
            </a:extLst>
          </p:cNvPr>
          <p:cNvSpPr>
            <a:spLocks/>
          </p:cNvSpPr>
          <p:nvPr/>
        </p:nvSpPr>
        <p:spPr>
          <a:xfrm>
            <a:off x="428833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6445A587-B155-4029-AC23-793FAF35C983}"/>
              </a:ext>
            </a:extLst>
          </p:cNvPr>
          <p:cNvSpPr>
            <a:spLocks/>
          </p:cNvSpPr>
          <p:nvPr/>
        </p:nvSpPr>
        <p:spPr>
          <a:xfrm>
            <a:off x="431909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2FA5F16C-E448-49A9-BFAB-2F14D903BB41}"/>
              </a:ext>
            </a:extLst>
          </p:cNvPr>
          <p:cNvSpPr>
            <a:spLocks/>
          </p:cNvSpPr>
          <p:nvPr/>
        </p:nvSpPr>
        <p:spPr>
          <a:xfrm>
            <a:off x="4369683" y="33695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E06A2C2A-8E00-4B67-BA78-49D2C8202B34}"/>
              </a:ext>
            </a:extLst>
          </p:cNvPr>
          <p:cNvSpPr>
            <a:spLocks/>
          </p:cNvSpPr>
          <p:nvPr/>
        </p:nvSpPr>
        <p:spPr>
          <a:xfrm>
            <a:off x="435834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074E927D-267F-4133-903E-F4A92F57E54B}"/>
              </a:ext>
            </a:extLst>
          </p:cNvPr>
          <p:cNvSpPr>
            <a:spLocks/>
          </p:cNvSpPr>
          <p:nvPr/>
        </p:nvSpPr>
        <p:spPr>
          <a:xfrm>
            <a:off x="4297076" y="31133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C4C3EFBC-9276-4A0F-8BDE-9585FDDA2055}"/>
              </a:ext>
            </a:extLst>
          </p:cNvPr>
          <p:cNvSpPr>
            <a:spLocks/>
          </p:cNvSpPr>
          <p:nvPr/>
        </p:nvSpPr>
        <p:spPr>
          <a:xfrm>
            <a:off x="453946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E64501B0-5E05-45FD-9C1E-EC9853EA203A}"/>
              </a:ext>
            </a:extLst>
          </p:cNvPr>
          <p:cNvSpPr>
            <a:spLocks/>
          </p:cNvSpPr>
          <p:nvPr/>
        </p:nvSpPr>
        <p:spPr>
          <a:xfrm>
            <a:off x="4605285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9CBEFC49-AD9A-48CB-8AEB-AD2BFF4B2BCF}"/>
              </a:ext>
            </a:extLst>
          </p:cNvPr>
          <p:cNvSpPr>
            <a:spLocks/>
          </p:cNvSpPr>
          <p:nvPr/>
        </p:nvSpPr>
        <p:spPr>
          <a:xfrm>
            <a:off x="459607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46692BCC-3AB2-475A-A864-8C85D1A82D69}"/>
              </a:ext>
            </a:extLst>
          </p:cNvPr>
          <p:cNvSpPr>
            <a:spLocks/>
          </p:cNvSpPr>
          <p:nvPr/>
        </p:nvSpPr>
        <p:spPr>
          <a:xfrm>
            <a:off x="4597586" y="34513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E5F1581A-A3B4-4D0F-BFE7-5C33D0C8FCEB}"/>
              </a:ext>
            </a:extLst>
          </p:cNvPr>
          <p:cNvSpPr>
            <a:spLocks/>
          </p:cNvSpPr>
          <p:nvPr/>
        </p:nvSpPr>
        <p:spPr>
          <a:xfrm>
            <a:off x="4575012" y="22035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BF2AA5B7-ACEC-4CD7-B4AC-7B861EFCA61B}"/>
              </a:ext>
            </a:extLst>
          </p:cNvPr>
          <p:cNvSpPr>
            <a:spLocks/>
          </p:cNvSpPr>
          <p:nvPr/>
        </p:nvSpPr>
        <p:spPr>
          <a:xfrm>
            <a:off x="460847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6B6A0780-13AC-486F-9EBA-8B908677C616}"/>
              </a:ext>
            </a:extLst>
          </p:cNvPr>
          <p:cNvSpPr>
            <a:spLocks/>
          </p:cNvSpPr>
          <p:nvPr/>
        </p:nvSpPr>
        <p:spPr>
          <a:xfrm>
            <a:off x="453783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263E0B41-4711-4C54-940C-B169FE414EE4}"/>
              </a:ext>
            </a:extLst>
          </p:cNvPr>
          <p:cNvSpPr>
            <a:spLocks/>
          </p:cNvSpPr>
          <p:nvPr/>
        </p:nvSpPr>
        <p:spPr>
          <a:xfrm>
            <a:off x="457419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99EC1241-C11F-4587-8D1C-7C471E4AC7C7}"/>
              </a:ext>
            </a:extLst>
          </p:cNvPr>
          <p:cNvSpPr>
            <a:spLocks/>
          </p:cNvSpPr>
          <p:nvPr/>
        </p:nvSpPr>
        <p:spPr>
          <a:xfrm>
            <a:off x="4641478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48C78ACD-1BAE-4821-B8EB-CC9B11834D98}"/>
              </a:ext>
            </a:extLst>
          </p:cNvPr>
          <p:cNvSpPr>
            <a:spLocks/>
          </p:cNvSpPr>
          <p:nvPr/>
        </p:nvSpPr>
        <p:spPr>
          <a:xfrm>
            <a:off x="457377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5F38AF11-CED5-412F-BC8C-991AF1538412}"/>
              </a:ext>
            </a:extLst>
          </p:cNvPr>
          <p:cNvSpPr>
            <a:spLocks/>
          </p:cNvSpPr>
          <p:nvPr/>
        </p:nvSpPr>
        <p:spPr>
          <a:xfrm>
            <a:off x="4581828" y="2578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C95C3E89-C575-4349-97D1-AD6FBB52D02F}"/>
              </a:ext>
            </a:extLst>
          </p:cNvPr>
          <p:cNvSpPr>
            <a:spLocks/>
          </p:cNvSpPr>
          <p:nvPr/>
        </p:nvSpPr>
        <p:spPr>
          <a:xfrm>
            <a:off x="453548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6CE5CD8A-0B82-4E7E-AECB-41A407DA8F46}"/>
              </a:ext>
            </a:extLst>
          </p:cNvPr>
          <p:cNvSpPr>
            <a:spLocks/>
          </p:cNvSpPr>
          <p:nvPr/>
        </p:nvSpPr>
        <p:spPr>
          <a:xfrm>
            <a:off x="4551067" y="2875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35479D98-0A7F-4809-BCAF-0AA618E0320B}"/>
              </a:ext>
            </a:extLst>
          </p:cNvPr>
          <p:cNvSpPr>
            <a:spLocks/>
          </p:cNvSpPr>
          <p:nvPr/>
        </p:nvSpPr>
        <p:spPr>
          <a:xfrm>
            <a:off x="460105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5655D708-BF84-48F4-A982-9397A79D6787}"/>
              </a:ext>
            </a:extLst>
          </p:cNvPr>
          <p:cNvSpPr>
            <a:spLocks/>
          </p:cNvSpPr>
          <p:nvPr/>
        </p:nvSpPr>
        <p:spPr>
          <a:xfrm>
            <a:off x="463199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3E826759-5F51-42B5-9686-35192DE520F0}"/>
              </a:ext>
            </a:extLst>
          </p:cNvPr>
          <p:cNvSpPr>
            <a:spLocks/>
          </p:cNvSpPr>
          <p:nvPr/>
        </p:nvSpPr>
        <p:spPr>
          <a:xfrm>
            <a:off x="462119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5E7CDE4F-C462-4DDA-82D1-87D04D4BF87C}"/>
              </a:ext>
            </a:extLst>
          </p:cNvPr>
          <p:cNvSpPr>
            <a:spLocks/>
          </p:cNvSpPr>
          <p:nvPr/>
        </p:nvSpPr>
        <p:spPr>
          <a:xfrm>
            <a:off x="459443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6FFD05CD-E9CD-48B9-AACF-470E7CC352F8}"/>
              </a:ext>
            </a:extLst>
          </p:cNvPr>
          <p:cNvSpPr>
            <a:spLocks/>
          </p:cNvSpPr>
          <p:nvPr/>
        </p:nvSpPr>
        <p:spPr>
          <a:xfrm>
            <a:off x="455404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01EDE504-6E67-40B9-B8C0-95BE5C87831D}"/>
              </a:ext>
            </a:extLst>
          </p:cNvPr>
          <p:cNvSpPr>
            <a:spLocks/>
          </p:cNvSpPr>
          <p:nvPr/>
        </p:nvSpPr>
        <p:spPr>
          <a:xfrm>
            <a:off x="4592524" y="23822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E0549BB1-5F54-4C52-BCC6-95E731CD3C2F}"/>
              </a:ext>
            </a:extLst>
          </p:cNvPr>
          <p:cNvSpPr>
            <a:spLocks/>
          </p:cNvSpPr>
          <p:nvPr/>
        </p:nvSpPr>
        <p:spPr>
          <a:xfrm>
            <a:off x="4601346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83AB427F-EEF4-4ECB-9F27-27567737BDAF}"/>
              </a:ext>
            </a:extLst>
          </p:cNvPr>
          <p:cNvSpPr>
            <a:spLocks/>
          </p:cNvSpPr>
          <p:nvPr/>
        </p:nvSpPr>
        <p:spPr>
          <a:xfrm>
            <a:off x="4555832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21BC9EB2-33B0-4229-AE6B-E0507BAC9959}"/>
              </a:ext>
            </a:extLst>
          </p:cNvPr>
          <p:cNvSpPr>
            <a:spLocks/>
          </p:cNvSpPr>
          <p:nvPr/>
        </p:nvSpPr>
        <p:spPr>
          <a:xfrm>
            <a:off x="458808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B4E2B804-86A6-4C6C-B8EA-118B19547C31}"/>
              </a:ext>
            </a:extLst>
          </p:cNvPr>
          <p:cNvSpPr>
            <a:spLocks/>
          </p:cNvSpPr>
          <p:nvPr/>
        </p:nvSpPr>
        <p:spPr>
          <a:xfrm>
            <a:off x="455036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3B9FEDDC-6FBF-459A-BB1E-CF1FC480BC8E}"/>
              </a:ext>
            </a:extLst>
          </p:cNvPr>
          <p:cNvSpPr>
            <a:spLocks/>
          </p:cNvSpPr>
          <p:nvPr/>
        </p:nvSpPr>
        <p:spPr>
          <a:xfrm>
            <a:off x="459617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D70D5346-AC01-4566-8C47-70F1CCCCBE19}"/>
              </a:ext>
            </a:extLst>
          </p:cNvPr>
          <p:cNvSpPr>
            <a:spLocks/>
          </p:cNvSpPr>
          <p:nvPr/>
        </p:nvSpPr>
        <p:spPr>
          <a:xfrm>
            <a:off x="455686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474AF040-A3AC-40CB-9177-05651FEAF7AF}"/>
              </a:ext>
            </a:extLst>
          </p:cNvPr>
          <p:cNvSpPr>
            <a:spLocks/>
          </p:cNvSpPr>
          <p:nvPr/>
        </p:nvSpPr>
        <p:spPr>
          <a:xfrm>
            <a:off x="453716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9751AE1A-C581-4566-88D1-5F0F3DCAE8F1}"/>
              </a:ext>
            </a:extLst>
          </p:cNvPr>
          <p:cNvSpPr>
            <a:spLocks/>
          </p:cNvSpPr>
          <p:nvPr/>
        </p:nvSpPr>
        <p:spPr>
          <a:xfrm>
            <a:off x="4585753" y="34058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300D7DAA-4705-43D8-B5A1-ECB379C1902A}"/>
              </a:ext>
            </a:extLst>
          </p:cNvPr>
          <p:cNvSpPr>
            <a:spLocks/>
          </p:cNvSpPr>
          <p:nvPr/>
        </p:nvSpPr>
        <p:spPr>
          <a:xfrm>
            <a:off x="4595612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963F2EFC-0596-49B3-AA55-475AE6422E29}"/>
              </a:ext>
            </a:extLst>
          </p:cNvPr>
          <p:cNvSpPr>
            <a:spLocks/>
          </p:cNvSpPr>
          <p:nvPr/>
        </p:nvSpPr>
        <p:spPr>
          <a:xfrm>
            <a:off x="464551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DA728800-250D-4931-ACD1-14CA0AACC781}"/>
              </a:ext>
            </a:extLst>
          </p:cNvPr>
          <p:cNvSpPr>
            <a:spLocks/>
          </p:cNvSpPr>
          <p:nvPr/>
        </p:nvSpPr>
        <p:spPr>
          <a:xfrm>
            <a:off x="463632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359FE373-9997-46D9-ADD3-1CDAE92D61C7}"/>
              </a:ext>
            </a:extLst>
          </p:cNvPr>
          <p:cNvSpPr>
            <a:spLocks/>
          </p:cNvSpPr>
          <p:nvPr/>
        </p:nvSpPr>
        <p:spPr>
          <a:xfrm>
            <a:off x="457438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7A4F84F7-002B-4729-8AB3-E90D220C6A11}"/>
              </a:ext>
            </a:extLst>
          </p:cNvPr>
          <p:cNvSpPr>
            <a:spLocks/>
          </p:cNvSpPr>
          <p:nvPr/>
        </p:nvSpPr>
        <p:spPr>
          <a:xfrm>
            <a:off x="4583269" y="2593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9B7E44D2-9388-485F-B502-230AD990871D}"/>
              </a:ext>
            </a:extLst>
          </p:cNvPr>
          <p:cNvSpPr>
            <a:spLocks/>
          </p:cNvSpPr>
          <p:nvPr/>
        </p:nvSpPr>
        <p:spPr>
          <a:xfrm>
            <a:off x="460140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C721FDCE-3C2D-40DC-A6B5-73F6A2A3EFA7}"/>
              </a:ext>
            </a:extLst>
          </p:cNvPr>
          <p:cNvSpPr>
            <a:spLocks/>
          </p:cNvSpPr>
          <p:nvPr/>
        </p:nvSpPr>
        <p:spPr>
          <a:xfrm>
            <a:off x="4565279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9F38262D-185A-4C42-BC28-726845A4FEA5}"/>
              </a:ext>
            </a:extLst>
          </p:cNvPr>
          <p:cNvSpPr>
            <a:spLocks/>
          </p:cNvSpPr>
          <p:nvPr/>
        </p:nvSpPr>
        <p:spPr>
          <a:xfrm>
            <a:off x="454424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48AE92D2-DB66-411D-8DF8-857C8662A129}"/>
              </a:ext>
            </a:extLst>
          </p:cNvPr>
          <p:cNvSpPr>
            <a:spLocks/>
          </p:cNvSpPr>
          <p:nvPr/>
        </p:nvSpPr>
        <p:spPr>
          <a:xfrm>
            <a:off x="460232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DCED69BF-A620-4DEF-B7B0-04359E3792BB}"/>
              </a:ext>
            </a:extLst>
          </p:cNvPr>
          <p:cNvSpPr>
            <a:spLocks/>
          </p:cNvSpPr>
          <p:nvPr/>
        </p:nvSpPr>
        <p:spPr>
          <a:xfrm>
            <a:off x="461460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EC16B4AC-4BC6-4E3A-B2EC-101807C55B4E}"/>
              </a:ext>
            </a:extLst>
          </p:cNvPr>
          <p:cNvSpPr>
            <a:spLocks/>
          </p:cNvSpPr>
          <p:nvPr/>
        </p:nvSpPr>
        <p:spPr>
          <a:xfrm>
            <a:off x="459603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F6C7E003-060D-46DB-A5CF-5AA82FA2D3F2}"/>
              </a:ext>
            </a:extLst>
          </p:cNvPr>
          <p:cNvSpPr>
            <a:spLocks/>
          </p:cNvSpPr>
          <p:nvPr/>
        </p:nvSpPr>
        <p:spPr>
          <a:xfrm>
            <a:off x="464851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81F19A1F-D50E-4697-A059-73DD42F0AFF9}"/>
              </a:ext>
            </a:extLst>
          </p:cNvPr>
          <p:cNvSpPr>
            <a:spLocks/>
          </p:cNvSpPr>
          <p:nvPr/>
        </p:nvSpPr>
        <p:spPr>
          <a:xfrm>
            <a:off x="455710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42899594-DFD9-4B31-9C4F-B7F0517958DD}"/>
              </a:ext>
            </a:extLst>
          </p:cNvPr>
          <p:cNvSpPr>
            <a:spLocks/>
          </p:cNvSpPr>
          <p:nvPr/>
        </p:nvSpPr>
        <p:spPr>
          <a:xfrm>
            <a:off x="463479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FB2FEC06-BE44-4079-A199-AA422F5538D1}"/>
              </a:ext>
            </a:extLst>
          </p:cNvPr>
          <p:cNvSpPr>
            <a:spLocks/>
          </p:cNvSpPr>
          <p:nvPr/>
        </p:nvSpPr>
        <p:spPr>
          <a:xfrm>
            <a:off x="458408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EA353C76-3845-4FF5-A729-39439E0F4231}"/>
              </a:ext>
            </a:extLst>
          </p:cNvPr>
          <p:cNvSpPr>
            <a:spLocks/>
          </p:cNvSpPr>
          <p:nvPr/>
        </p:nvSpPr>
        <p:spPr>
          <a:xfrm>
            <a:off x="454790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9D7A4D4F-447B-4464-BFE4-338EE823BF2A}"/>
              </a:ext>
            </a:extLst>
          </p:cNvPr>
          <p:cNvSpPr>
            <a:spLocks/>
          </p:cNvSpPr>
          <p:nvPr/>
        </p:nvSpPr>
        <p:spPr>
          <a:xfrm>
            <a:off x="4591219" y="23487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EE41309C-178F-4F85-820B-CF8E1DF593BA}"/>
              </a:ext>
            </a:extLst>
          </p:cNvPr>
          <p:cNvSpPr>
            <a:spLocks/>
          </p:cNvSpPr>
          <p:nvPr/>
        </p:nvSpPr>
        <p:spPr>
          <a:xfrm>
            <a:off x="459564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C8712506-D134-423F-9FB8-D627FFA57E90}"/>
              </a:ext>
            </a:extLst>
          </p:cNvPr>
          <p:cNvSpPr>
            <a:spLocks/>
          </p:cNvSpPr>
          <p:nvPr/>
        </p:nvSpPr>
        <p:spPr>
          <a:xfrm>
            <a:off x="4548332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B79609EC-DBC8-4EA3-A7C7-7C2E14D3191C}"/>
              </a:ext>
            </a:extLst>
          </p:cNvPr>
          <p:cNvSpPr>
            <a:spLocks/>
          </p:cNvSpPr>
          <p:nvPr/>
        </p:nvSpPr>
        <p:spPr>
          <a:xfrm>
            <a:off x="4567322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8A415FC1-4EB7-4F60-9A24-EC9A10D4AB69}"/>
              </a:ext>
            </a:extLst>
          </p:cNvPr>
          <p:cNvSpPr>
            <a:spLocks/>
          </p:cNvSpPr>
          <p:nvPr/>
        </p:nvSpPr>
        <p:spPr>
          <a:xfrm>
            <a:off x="4540169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1661A2B6-53EC-4C81-B3F6-08A589B7D569}"/>
              </a:ext>
            </a:extLst>
          </p:cNvPr>
          <p:cNvSpPr>
            <a:spLocks/>
          </p:cNvSpPr>
          <p:nvPr/>
        </p:nvSpPr>
        <p:spPr>
          <a:xfrm>
            <a:off x="459282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30C74DB7-8418-4B59-AE23-02674DE76485}"/>
              </a:ext>
            </a:extLst>
          </p:cNvPr>
          <p:cNvSpPr>
            <a:spLocks/>
          </p:cNvSpPr>
          <p:nvPr/>
        </p:nvSpPr>
        <p:spPr>
          <a:xfrm>
            <a:off x="458479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C1C18F7A-4615-43E6-9172-FE065FAF94D0}"/>
              </a:ext>
            </a:extLst>
          </p:cNvPr>
          <p:cNvSpPr>
            <a:spLocks/>
          </p:cNvSpPr>
          <p:nvPr/>
        </p:nvSpPr>
        <p:spPr>
          <a:xfrm>
            <a:off x="454034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5B511571-D696-4AF7-A5FC-1966A8757D4D}"/>
              </a:ext>
            </a:extLst>
          </p:cNvPr>
          <p:cNvSpPr>
            <a:spLocks/>
          </p:cNvSpPr>
          <p:nvPr/>
        </p:nvSpPr>
        <p:spPr>
          <a:xfrm>
            <a:off x="461052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6CEDB20-B7BE-4D1B-91D1-56865EE7703F}"/>
              </a:ext>
            </a:extLst>
          </p:cNvPr>
          <p:cNvSpPr>
            <a:spLocks/>
          </p:cNvSpPr>
          <p:nvPr/>
        </p:nvSpPr>
        <p:spPr>
          <a:xfrm>
            <a:off x="4599974" y="2762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B8BC6B57-1A72-4D77-808D-70684B55FE34}"/>
              </a:ext>
            </a:extLst>
          </p:cNvPr>
          <p:cNvSpPr>
            <a:spLocks/>
          </p:cNvSpPr>
          <p:nvPr/>
        </p:nvSpPr>
        <p:spPr>
          <a:xfrm>
            <a:off x="4566586" y="2850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05B1C1CE-7143-4923-B766-FF5AB10D5DA5}"/>
              </a:ext>
            </a:extLst>
          </p:cNvPr>
          <p:cNvSpPr>
            <a:spLocks/>
          </p:cNvSpPr>
          <p:nvPr/>
        </p:nvSpPr>
        <p:spPr>
          <a:xfrm>
            <a:off x="461768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7C005735-708D-4256-B875-451C5BB78406}"/>
              </a:ext>
            </a:extLst>
          </p:cNvPr>
          <p:cNvSpPr>
            <a:spLocks/>
          </p:cNvSpPr>
          <p:nvPr/>
        </p:nvSpPr>
        <p:spPr>
          <a:xfrm>
            <a:off x="4604923" y="32289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EA4CD6DD-7C7C-4380-AC37-45AC9066CAD9}"/>
              </a:ext>
            </a:extLst>
          </p:cNvPr>
          <p:cNvSpPr>
            <a:spLocks/>
          </p:cNvSpPr>
          <p:nvPr/>
        </p:nvSpPr>
        <p:spPr>
          <a:xfrm>
            <a:off x="462947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2601ABEC-0148-45CB-9AD8-434DABBF4322}"/>
              </a:ext>
            </a:extLst>
          </p:cNvPr>
          <p:cNvSpPr>
            <a:spLocks/>
          </p:cNvSpPr>
          <p:nvPr/>
        </p:nvSpPr>
        <p:spPr>
          <a:xfrm>
            <a:off x="458433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1351279D-C7B1-4741-89CF-2DCD2F0C4EA0}"/>
              </a:ext>
            </a:extLst>
          </p:cNvPr>
          <p:cNvSpPr>
            <a:spLocks/>
          </p:cNvSpPr>
          <p:nvPr/>
        </p:nvSpPr>
        <p:spPr>
          <a:xfrm>
            <a:off x="4569883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715ABAF4-D0B2-4133-943B-6626D0615E58}"/>
              </a:ext>
            </a:extLst>
          </p:cNvPr>
          <p:cNvSpPr>
            <a:spLocks/>
          </p:cNvSpPr>
          <p:nvPr/>
        </p:nvSpPr>
        <p:spPr>
          <a:xfrm>
            <a:off x="457283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07C60288-5DC5-4B8B-BAF8-9FD90687356F}"/>
              </a:ext>
            </a:extLst>
          </p:cNvPr>
          <p:cNvSpPr>
            <a:spLocks/>
          </p:cNvSpPr>
          <p:nvPr/>
        </p:nvSpPr>
        <p:spPr>
          <a:xfrm>
            <a:off x="4579310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D5031D45-2EB1-4946-9F8F-8CA95CD6C511}"/>
              </a:ext>
            </a:extLst>
          </p:cNvPr>
          <p:cNvSpPr>
            <a:spLocks/>
          </p:cNvSpPr>
          <p:nvPr/>
        </p:nvSpPr>
        <p:spPr>
          <a:xfrm>
            <a:off x="460225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02D38F02-27CE-4C30-BB06-95CAFBDB9663}"/>
              </a:ext>
            </a:extLst>
          </p:cNvPr>
          <p:cNvSpPr>
            <a:spLocks/>
          </p:cNvSpPr>
          <p:nvPr/>
        </p:nvSpPr>
        <p:spPr>
          <a:xfrm>
            <a:off x="461351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B6D4C205-FC14-451B-A843-6FDD0672C06C}"/>
              </a:ext>
            </a:extLst>
          </p:cNvPr>
          <p:cNvSpPr>
            <a:spLocks/>
          </p:cNvSpPr>
          <p:nvPr/>
        </p:nvSpPr>
        <p:spPr>
          <a:xfrm>
            <a:off x="457750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2E6C81E0-5EBD-4F4A-AEA3-9105B0001E7F}"/>
              </a:ext>
            </a:extLst>
          </p:cNvPr>
          <p:cNvSpPr>
            <a:spLocks/>
          </p:cNvSpPr>
          <p:nvPr/>
        </p:nvSpPr>
        <p:spPr>
          <a:xfrm>
            <a:off x="463198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A8636412-0F67-4775-8B72-C206A5CDB392}"/>
              </a:ext>
            </a:extLst>
          </p:cNvPr>
          <p:cNvSpPr>
            <a:spLocks/>
          </p:cNvSpPr>
          <p:nvPr/>
        </p:nvSpPr>
        <p:spPr>
          <a:xfrm>
            <a:off x="4609530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78C7CE24-9248-4278-89BC-1EB694C6CB3B}"/>
              </a:ext>
            </a:extLst>
          </p:cNvPr>
          <p:cNvSpPr>
            <a:spLocks/>
          </p:cNvSpPr>
          <p:nvPr/>
        </p:nvSpPr>
        <p:spPr>
          <a:xfrm>
            <a:off x="4639647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FFCD81E3-1AAD-4501-B776-89A4BAF4F026}"/>
              </a:ext>
            </a:extLst>
          </p:cNvPr>
          <p:cNvSpPr>
            <a:spLocks/>
          </p:cNvSpPr>
          <p:nvPr/>
        </p:nvSpPr>
        <p:spPr>
          <a:xfrm>
            <a:off x="463320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C2E6112C-1971-49A1-9376-71E0FC9648DF}"/>
              </a:ext>
            </a:extLst>
          </p:cNvPr>
          <p:cNvSpPr>
            <a:spLocks/>
          </p:cNvSpPr>
          <p:nvPr/>
        </p:nvSpPr>
        <p:spPr>
          <a:xfrm>
            <a:off x="4627997" y="23334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D6312ABF-EFAE-4F65-B7B8-851121EAFF74}"/>
              </a:ext>
            </a:extLst>
          </p:cNvPr>
          <p:cNvSpPr>
            <a:spLocks/>
          </p:cNvSpPr>
          <p:nvPr/>
        </p:nvSpPr>
        <p:spPr>
          <a:xfrm>
            <a:off x="4532661" y="32000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4674CFF2-634D-489D-A6A9-DA5E3634BA7F}"/>
              </a:ext>
            </a:extLst>
          </p:cNvPr>
          <p:cNvSpPr>
            <a:spLocks/>
          </p:cNvSpPr>
          <p:nvPr/>
        </p:nvSpPr>
        <p:spPr>
          <a:xfrm>
            <a:off x="464741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81F20D83-867C-4E01-AE58-BB19C1C3FD25}"/>
              </a:ext>
            </a:extLst>
          </p:cNvPr>
          <p:cNvSpPr>
            <a:spLocks/>
          </p:cNvSpPr>
          <p:nvPr/>
        </p:nvSpPr>
        <p:spPr>
          <a:xfrm>
            <a:off x="4591575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BD51001A-628D-42C4-951E-4E589B279298}"/>
              </a:ext>
            </a:extLst>
          </p:cNvPr>
          <p:cNvSpPr>
            <a:spLocks/>
          </p:cNvSpPr>
          <p:nvPr/>
        </p:nvSpPr>
        <p:spPr>
          <a:xfrm>
            <a:off x="462566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D4BC5169-63C9-4FB2-BC4D-2028B508579B}"/>
              </a:ext>
            </a:extLst>
          </p:cNvPr>
          <p:cNvSpPr>
            <a:spLocks/>
          </p:cNvSpPr>
          <p:nvPr/>
        </p:nvSpPr>
        <p:spPr>
          <a:xfrm>
            <a:off x="457864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0CF6CD4E-DADC-4AD8-B513-F115942ED36C}"/>
              </a:ext>
            </a:extLst>
          </p:cNvPr>
          <p:cNvSpPr>
            <a:spLocks/>
          </p:cNvSpPr>
          <p:nvPr/>
        </p:nvSpPr>
        <p:spPr>
          <a:xfrm>
            <a:off x="453468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0FDFE1A4-D0FE-492C-AD9A-BFE3A95B3323}"/>
              </a:ext>
            </a:extLst>
          </p:cNvPr>
          <p:cNvSpPr>
            <a:spLocks/>
          </p:cNvSpPr>
          <p:nvPr/>
        </p:nvSpPr>
        <p:spPr>
          <a:xfrm>
            <a:off x="4582701" y="32433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9779A074-A3B4-405F-99B4-AB497E548EA2}"/>
              </a:ext>
            </a:extLst>
          </p:cNvPr>
          <p:cNvSpPr>
            <a:spLocks/>
          </p:cNvSpPr>
          <p:nvPr/>
        </p:nvSpPr>
        <p:spPr>
          <a:xfrm>
            <a:off x="454433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BA943DF5-FDF4-41EC-BA6D-81683BB5165E}"/>
              </a:ext>
            </a:extLst>
          </p:cNvPr>
          <p:cNvSpPr>
            <a:spLocks/>
          </p:cNvSpPr>
          <p:nvPr/>
        </p:nvSpPr>
        <p:spPr>
          <a:xfrm>
            <a:off x="456471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F5FB6704-FDD8-45BC-A737-210C1F9C94E6}"/>
              </a:ext>
            </a:extLst>
          </p:cNvPr>
          <p:cNvSpPr>
            <a:spLocks/>
          </p:cNvSpPr>
          <p:nvPr/>
        </p:nvSpPr>
        <p:spPr>
          <a:xfrm>
            <a:off x="460632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8C0FFE2B-35AF-4317-9D38-2DFAE9B9CA90}"/>
              </a:ext>
            </a:extLst>
          </p:cNvPr>
          <p:cNvSpPr>
            <a:spLocks/>
          </p:cNvSpPr>
          <p:nvPr/>
        </p:nvSpPr>
        <p:spPr>
          <a:xfrm>
            <a:off x="4568985" y="19348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C645FC4B-1D63-45ED-8943-628ABD14A6C7}"/>
              </a:ext>
            </a:extLst>
          </p:cNvPr>
          <p:cNvSpPr>
            <a:spLocks/>
          </p:cNvSpPr>
          <p:nvPr/>
        </p:nvSpPr>
        <p:spPr>
          <a:xfrm>
            <a:off x="462925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A418D950-949C-4E8F-B266-F655B63C8769}"/>
              </a:ext>
            </a:extLst>
          </p:cNvPr>
          <p:cNvSpPr>
            <a:spLocks/>
          </p:cNvSpPr>
          <p:nvPr/>
        </p:nvSpPr>
        <p:spPr>
          <a:xfrm>
            <a:off x="464402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A197266B-29DD-4F59-B698-95D9A5A40EFA}"/>
              </a:ext>
            </a:extLst>
          </p:cNvPr>
          <p:cNvSpPr>
            <a:spLocks/>
          </p:cNvSpPr>
          <p:nvPr/>
        </p:nvSpPr>
        <p:spPr>
          <a:xfrm>
            <a:off x="4591615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B439BC8C-CBDA-488F-920B-CFFD1FD56124}"/>
              </a:ext>
            </a:extLst>
          </p:cNvPr>
          <p:cNvSpPr>
            <a:spLocks/>
          </p:cNvSpPr>
          <p:nvPr/>
        </p:nvSpPr>
        <p:spPr>
          <a:xfrm>
            <a:off x="457463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9CCE9823-A647-46E1-8A05-4BDB1E6C2F1C}"/>
              </a:ext>
            </a:extLst>
          </p:cNvPr>
          <p:cNvSpPr>
            <a:spLocks/>
          </p:cNvSpPr>
          <p:nvPr/>
        </p:nvSpPr>
        <p:spPr>
          <a:xfrm>
            <a:off x="457766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69A313E1-8F5E-4313-99EB-7E2A606F1858}"/>
              </a:ext>
            </a:extLst>
          </p:cNvPr>
          <p:cNvSpPr>
            <a:spLocks/>
          </p:cNvSpPr>
          <p:nvPr/>
        </p:nvSpPr>
        <p:spPr>
          <a:xfrm>
            <a:off x="457135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F5FED922-1F31-408F-982B-32C3BB0485C4}"/>
              </a:ext>
            </a:extLst>
          </p:cNvPr>
          <p:cNvSpPr>
            <a:spLocks/>
          </p:cNvSpPr>
          <p:nvPr/>
        </p:nvSpPr>
        <p:spPr>
          <a:xfrm>
            <a:off x="464065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C54B1DA3-B80B-4D70-9369-8C1EE15A5AA2}"/>
              </a:ext>
            </a:extLst>
          </p:cNvPr>
          <p:cNvSpPr>
            <a:spLocks/>
          </p:cNvSpPr>
          <p:nvPr/>
        </p:nvSpPr>
        <p:spPr>
          <a:xfrm>
            <a:off x="455079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5499DC2C-305D-416D-AC30-8B60E57E9F50}"/>
              </a:ext>
            </a:extLst>
          </p:cNvPr>
          <p:cNvSpPr>
            <a:spLocks/>
          </p:cNvSpPr>
          <p:nvPr/>
        </p:nvSpPr>
        <p:spPr>
          <a:xfrm>
            <a:off x="4570576" y="34253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F52D3BD1-75C9-48AC-855D-72BCA60A60E5}"/>
              </a:ext>
            </a:extLst>
          </p:cNvPr>
          <p:cNvSpPr>
            <a:spLocks/>
          </p:cNvSpPr>
          <p:nvPr/>
        </p:nvSpPr>
        <p:spPr>
          <a:xfrm>
            <a:off x="4577319" y="18809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0FA3DA9C-026C-4744-AA7D-C94A1AF8C7F4}"/>
              </a:ext>
            </a:extLst>
          </p:cNvPr>
          <p:cNvSpPr>
            <a:spLocks/>
          </p:cNvSpPr>
          <p:nvPr/>
        </p:nvSpPr>
        <p:spPr>
          <a:xfrm>
            <a:off x="4614481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3910F5E9-6E24-4223-866C-A55E1F27234B}"/>
              </a:ext>
            </a:extLst>
          </p:cNvPr>
          <p:cNvSpPr>
            <a:spLocks/>
          </p:cNvSpPr>
          <p:nvPr/>
        </p:nvSpPr>
        <p:spPr>
          <a:xfrm>
            <a:off x="458057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AA81B3C5-238A-4580-ACC6-58EBB85B8045}"/>
              </a:ext>
            </a:extLst>
          </p:cNvPr>
          <p:cNvSpPr>
            <a:spLocks/>
          </p:cNvSpPr>
          <p:nvPr/>
        </p:nvSpPr>
        <p:spPr>
          <a:xfrm>
            <a:off x="461817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50F4363E-7440-4083-A563-71B357DC2AE0}"/>
              </a:ext>
            </a:extLst>
          </p:cNvPr>
          <p:cNvSpPr>
            <a:spLocks/>
          </p:cNvSpPr>
          <p:nvPr/>
        </p:nvSpPr>
        <p:spPr>
          <a:xfrm>
            <a:off x="460224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F911046E-A2A9-411E-A1A5-0264F2B7B80A}"/>
              </a:ext>
            </a:extLst>
          </p:cNvPr>
          <p:cNvSpPr>
            <a:spLocks/>
          </p:cNvSpPr>
          <p:nvPr/>
        </p:nvSpPr>
        <p:spPr>
          <a:xfrm>
            <a:off x="459543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A8266547-4A1B-41DC-A345-1D2170C45AA2}"/>
              </a:ext>
            </a:extLst>
          </p:cNvPr>
          <p:cNvSpPr>
            <a:spLocks/>
          </p:cNvSpPr>
          <p:nvPr/>
        </p:nvSpPr>
        <p:spPr>
          <a:xfrm>
            <a:off x="4568516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E865DA56-69BA-48D1-A0A1-4D0D1B64952A}"/>
              </a:ext>
            </a:extLst>
          </p:cNvPr>
          <p:cNvSpPr>
            <a:spLocks/>
          </p:cNvSpPr>
          <p:nvPr/>
        </p:nvSpPr>
        <p:spPr>
          <a:xfrm>
            <a:off x="4553044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9DF92828-60AE-452C-BE25-DAE2608331F0}"/>
              </a:ext>
            </a:extLst>
          </p:cNvPr>
          <p:cNvSpPr>
            <a:spLocks/>
          </p:cNvSpPr>
          <p:nvPr/>
        </p:nvSpPr>
        <p:spPr>
          <a:xfrm>
            <a:off x="459491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1DAAF76C-A3B6-46B4-91E5-CD9E50DE4D2C}"/>
              </a:ext>
            </a:extLst>
          </p:cNvPr>
          <p:cNvSpPr>
            <a:spLocks/>
          </p:cNvSpPr>
          <p:nvPr/>
        </p:nvSpPr>
        <p:spPr>
          <a:xfrm>
            <a:off x="454929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26A5BD02-5B83-4808-965C-7ACEB43E3B40}"/>
              </a:ext>
            </a:extLst>
          </p:cNvPr>
          <p:cNvSpPr>
            <a:spLocks/>
          </p:cNvSpPr>
          <p:nvPr/>
        </p:nvSpPr>
        <p:spPr>
          <a:xfrm>
            <a:off x="4555850" y="22774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D14AC6B4-13D2-4E01-94EC-A1BD76DF57DE}"/>
              </a:ext>
            </a:extLst>
          </p:cNvPr>
          <p:cNvSpPr>
            <a:spLocks/>
          </p:cNvSpPr>
          <p:nvPr/>
        </p:nvSpPr>
        <p:spPr>
          <a:xfrm>
            <a:off x="4558941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6DD41D84-3647-43C7-9A7B-F26E9C40FC06}"/>
              </a:ext>
            </a:extLst>
          </p:cNvPr>
          <p:cNvSpPr>
            <a:spLocks/>
          </p:cNvSpPr>
          <p:nvPr/>
        </p:nvSpPr>
        <p:spPr>
          <a:xfrm>
            <a:off x="4601696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1CE478E6-B5EA-44FF-BBD9-D6296D9C16E7}"/>
              </a:ext>
            </a:extLst>
          </p:cNvPr>
          <p:cNvSpPr>
            <a:spLocks/>
          </p:cNvSpPr>
          <p:nvPr/>
        </p:nvSpPr>
        <p:spPr>
          <a:xfrm>
            <a:off x="463671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3DB53C0B-EC2F-4CB3-9DA8-8D966B02612B}"/>
              </a:ext>
            </a:extLst>
          </p:cNvPr>
          <p:cNvSpPr>
            <a:spLocks/>
          </p:cNvSpPr>
          <p:nvPr/>
        </p:nvSpPr>
        <p:spPr>
          <a:xfrm>
            <a:off x="461197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B8F7C068-9F05-4763-B175-CCB442C979B8}"/>
              </a:ext>
            </a:extLst>
          </p:cNvPr>
          <p:cNvSpPr>
            <a:spLocks/>
          </p:cNvSpPr>
          <p:nvPr/>
        </p:nvSpPr>
        <p:spPr>
          <a:xfrm>
            <a:off x="4626561" y="35726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F5842C4C-7B1E-4382-A18E-8D2B7A052BE9}"/>
              </a:ext>
            </a:extLst>
          </p:cNvPr>
          <p:cNvSpPr>
            <a:spLocks/>
          </p:cNvSpPr>
          <p:nvPr/>
        </p:nvSpPr>
        <p:spPr>
          <a:xfrm>
            <a:off x="4582504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5BD1B760-B326-45C7-AC11-C4900E262C7B}"/>
              </a:ext>
            </a:extLst>
          </p:cNvPr>
          <p:cNvSpPr>
            <a:spLocks/>
          </p:cNvSpPr>
          <p:nvPr/>
        </p:nvSpPr>
        <p:spPr>
          <a:xfrm>
            <a:off x="462643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2CC9B345-F2CC-4244-96D1-5FC377A8BDBA}"/>
              </a:ext>
            </a:extLst>
          </p:cNvPr>
          <p:cNvSpPr>
            <a:spLocks/>
          </p:cNvSpPr>
          <p:nvPr/>
        </p:nvSpPr>
        <p:spPr>
          <a:xfrm>
            <a:off x="4618897" y="2562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06D6BBC2-28E1-4E01-B6F9-775A60A62F9F}"/>
              </a:ext>
            </a:extLst>
          </p:cNvPr>
          <p:cNvSpPr>
            <a:spLocks/>
          </p:cNvSpPr>
          <p:nvPr/>
        </p:nvSpPr>
        <p:spPr>
          <a:xfrm>
            <a:off x="4568681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CA532E61-4536-4B6E-8193-BA88D23FCADC}"/>
              </a:ext>
            </a:extLst>
          </p:cNvPr>
          <p:cNvSpPr>
            <a:spLocks/>
          </p:cNvSpPr>
          <p:nvPr/>
        </p:nvSpPr>
        <p:spPr>
          <a:xfrm>
            <a:off x="464559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BCC23C67-1F73-45D9-91E9-CDC7A085EE67}"/>
              </a:ext>
            </a:extLst>
          </p:cNvPr>
          <p:cNvSpPr>
            <a:spLocks/>
          </p:cNvSpPr>
          <p:nvPr/>
        </p:nvSpPr>
        <p:spPr>
          <a:xfrm>
            <a:off x="4531035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B78ECC31-F230-477F-BAB3-9F738992F1AC}"/>
              </a:ext>
            </a:extLst>
          </p:cNvPr>
          <p:cNvSpPr>
            <a:spLocks/>
          </p:cNvSpPr>
          <p:nvPr/>
        </p:nvSpPr>
        <p:spPr>
          <a:xfrm>
            <a:off x="458945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EA3ECE1F-63FF-4900-BFB6-72912E668FF7}"/>
              </a:ext>
            </a:extLst>
          </p:cNvPr>
          <p:cNvSpPr>
            <a:spLocks/>
          </p:cNvSpPr>
          <p:nvPr/>
        </p:nvSpPr>
        <p:spPr>
          <a:xfrm>
            <a:off x="4547092" y="2015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8A92E178-F4C2-4BB5-8C40-4783748ABAD6}"/>
              </a:ext>
            </a:extLst>
          </p:cNvPr>
          <p:cNvSpPr>
            <a:spLocks/>
          </p:cNvSpPr>
          <p:nvPr/>
        </p:nvSpPr>
        <p:spPr>
          <a:xfrm>
            <a:off x="463647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49221863-3A1B-462D-884B-69EBAA8E1408}"/>
              </a:ext>
            </a:extLst>
          </p:cNvPr>
          <p:cNvSpPr>
            <a:spLocks/>
          </p:cNvSpPr>
          <p:nvPr/>
        </p:nvSpPr>
        <p:spPr>
          <a:xfrm>
            <a:off x="4563214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91588F2F-9A2F-462C-8F31-996BE33EDD34}"/>
              </a:ext>
            </a:extLst>
          </p:cNvPr>
          <p:cNvSpPr>
            <a:spLocks/>
          </p:cNvSpPr>
          <p:nvPr/>
        </p:nvSpPr>
        <p:spPr>
          <a:xfrm>
            <a:off x="455495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CD17CED9-0709-40B3-80E0-B202FF7D2EB2}"/>
              </a:ext>
            </a:extLst>
          </p:cNvPr>
          <p:cNvSpPr>
            <a:spLocks/>
          </p:cNvSpPr>
          <p:nvPr/>
        </p:nvSpPr>
        <p:spPr>
          <a:xfrm>
            <a:off x="4610135" y="26223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F57C6CF9-16F8-4A61-826E-9CB8B4260D5A}"/>
              </a:ext>
            </a:extLst>
          </p:cNvPr>
          <p:cNvSpPr>
            <a:spLocks/>
          </p:cNvSpPr>
          <p:nvPr/>
        </p:nvSpPr>
        <p:spPr>
          <a:xfrm>
            <a:off x="458285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0898B4F2-B5A7-48C5-8B16-27C39C36091F}"/>
              </a:ext>
            </a:extLst>
          </p:cNvPr>
          <p:cNvSpPr>
            <a:spLocks/>
          </p:cNvSpPr>
          <p:nvPr/>
        </p:nvSpPr>
        <p:spPr>
          <a:xfrm>
            <a:off x="454585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AD570C69-0514-4C2D-A15B-90FB9421A887}"/>
              </a:ext>
            </a:extLst>
          </p:cNvPr>
          <p:cNvSpPr>
            <a:spLocks/>
          </p:cNvSpPr>
          <p:nvPr/>
        </p:nvSpPr>
        <p:spPr>
          <a:xfrm>
            <a:off x="454692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5B143BF1-1272-490F-9A33-ECAF3ADBCE43}"/>
              </a:ext>
            </a:extLst>
          </p:cNvPr>
          <p:cNvSpPr>
            <a:spLocks/>
          </p:cNvSpPr>
          <p:nvPr/>
        </p:nvSpPr>
        <p:spPr>
          <a:xfrm>
            <a:off x="457081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EF3F89CB-F39A-4055-97E3-4330137D56C9}"/>
              </a:ext>
            </a:extLst>
          </p:cNvPr>
          <p:cNvSpPr>
            <a:spLocks/>
          </p:cNvSpPr>
          <p:nvPr/>
        </p:nvSpPr>
        <p:spPr>
          <a:xfrm>
            <a:off x="4594375" y="236589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D4B6D7CB-F4DB-4816-AD61-2BEF7A85E987}"/>
              </a:ext>
            </a:extLst>
          </p:cNvPr>
          <p:cNvSpPr>
            <a:spLocks/>
          </p:cNvSpPr>
          <p:nvPr/>
        </p:nvSpPr>
        <p:spPr>
          <a:xfrm>
            <a:off x="455585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9838E041-AACD-45C9-A5EF-AD60A74C3A0D}"/>
              </a:ext>
            </a:extLst>
          </p:cNvPr>
          <p:cNvSpPr>
            <a:spLocks/>
          </p:cNvSpPr>
          <p:nvPr/>
        </p:nvSpPr>
        <p:spPr>
          <a:xfrm>
            <a:off x="4568113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CA6214C7-C43F-42F7-B18A-FE9F1CB3FF5A}"/>
              </a:ext>
            </a:extLst>
          </p:cNvPr>
          <p:cNvSpPr>
            <a:spLocks/>
          </p:cNvSpPr>
          <p:nvPr/>
        </p:nvSpPr>
        <p:spPr>
          <a:xfrm>
            <a:off x="454448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4800BBEF-2004-4F63-A7CA-A8A39FD67CFB}"/>
              </a:ext>
            </a:extLst>
          </p:cNvPr>
          <p:cNvSpPr>
            <a:spLocks/>
          </p:cNvSpPr>
          <p:nvPr/>
        </p:nvSpPr>
        <p:spPr>
          <a:xfrm>
            <a:off x="459904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3EA861E2-2660-4F53-884A-38E1067E7AD2}"/>
              </a:ext>
            </a:extLst>
          </p:cNvPr>
          <p:cNvSpPr>
            <a:spLocks/>
          </p:cNvSpPr>
          <p:nvPr/>
        </p:nvSpPr>
        <p:spPr>
          <a:xfrm>
            <a:off x="4542988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4956DDD-A281-4409-AAFF-2D2D58402C81}"/>
              </a:ext>
            </a:extLst>
          </p:cNvPr>
          <p:cNvSpPr>
            <a:spLocks/>
          </p:cNvSpPr>
          <p:nvPr/>
        </p:nvSpPr>
        <p:spPr>
          <a:xfrm>
            <a:off x="462870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7FF483C6-6BD2-4E66-B2E4-4C8595C4F884}"/>
              </a:ext>
            </a:extLst>
          </p:cNvPr>
          <p:cNvSpPr>
            <a:spLocks/>
          </p:cNvSpPr>
          <p:nvPr/>
        </p:nvSpPr>
        <p:spPr>
          <a:xfrm>
            <a:off x="4586968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8880C833-27C7-40BA-86E3-8EB22780CB9B}"/>
              </a:ext>
            </a:extLst>
          </p:cNvPr>
          <p:cNvSpPr>
            <a:spLocks/>
          </p:cNvSpPr>
          <p:nvPr/>
        </p:nvSpPr>
        <p:spPr>
          <a:xfrm>
            <a:off x="461591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CAADC58C-491C-4D98-921D-CC0C0E5F4868}"/>
              </a:ext>
            </a:extLst>
          </p:cNvPr>
          <p:cNvSpPr>
            <a:spLocks/>
          </p:cNvSpPr>
          <p:nvPr/>
        </p:nvSpPr>
        <p:spPr>
          <a:xfrm>
            <a:off x="460163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A7365DC6-A3C3-4B2C-B003-BA2F9111AA83}"/>
              </a:ext>
            </a:extLst>
          </p:cNvPr>
          <p:cNvSpPr>
            <a:spLocks/>
          </p:cNvSpPr>
          <p:nvPr/>
        </p:nvSpPr>
        <p:spPr>
          <a:xfrm>
            <a:off x="455650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51E8C834-5AF9-4042-BD0A-150307EECAD6}"/>
              </a:ext>
            </a:extLst>
          </p:cNvPr>
          <p:cNvSpPr>
            <a:spLocks/>
          </p:cNvSpPr>
          <p:nvPr/>
        </p:nvSpPr>
        <p:spPr>
          <a:xfrm>
            <a:off x="453255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6C8992BF-58DF-4FEC-B0F7-07FCEECDC1D4}"/>
              </a:ext>
            </a:extLst>
          </p:cNvPr>
          <p:cNvSpPr>
            <a:spLocks/>
          </p:cNvSpPr>
          <p:nvPr/>
        </p:nvSpPr>
        <p:spPr>
          <a:xfrm>
            <a:off x="457368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97C5C0AA-05E7-47F6-A329-DA8D654B8547}"/>
              </a:ext>
            </a:extLst>
          </p:cNvPr>
          <p:cNvSpPr>
            <a:spLocks/>
          </p:cNvSpPr>
          <p:nvPr/>
        </p:nvSpPr>
        <p:spPr>
          <a:xfrm>
            <a:off x="4631912" y="28061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38D4EF47-7F5E-4C4E-9221-2C16B404FFFD}"/>
              </a:ext>
            </a:extLst>
          </p:cNvPr>
          <p:cNvSpPr>
            <a:spLocks/>
          </p:cNvSpPr>
          <p:nvPr/>
        </p:nvSpPr>
        <p:spPr>
          <a:xfrm>
            <a:off x="453108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FFAF9936-AC13-40CD-B0E8-342A38F4D080}"/>
              </a:ext>
            </a:extLst>
          </p:cNvPr>
          <p:cNvSpPr>
            <a:spLocks/>
          </p:cNvSpPr>
          <p:nvPr/>
        </p:nvSpPr>
        <p:spPr>
          <a:xfrm>
            <a:off x="4639894" y="21775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AD82D3E9-B373-4D0E-AEB1-61DB0E42AC04}"/>
              </a:ext>
            </a:extLst>
          </p:cNvPr>
          <p:cNvSpPr>
            <a:spLocks/>
          </p:cNvSpPr>
          <p:nvPr/>
        </p:nvSpPr>
        <p:spPr>
          <a:xfrm>
            <a:off x="463090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E2C55EA2-76D6-4253-ABBD-D55BC6CE2932}"/>
              </a:ext>
            </a:extLst>
          </p:cNvPr>
          <p:cNvSpPr>
            <a:spLocks/>
          </p:cNvSpPr>
          <p:nvPr/>
        </p:nvSpPr>
        <p:spPr>
          <a:xfrm>
            <a:off x="460363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86913B9B-72A6-48F1-9C68-1C8A9E3E29A6}"/>
              </a:ext>
            </a:extLst>
          </p:cNvPr>
          <p:cNvSpPr>
            <a:spLocks/>
          </p:cNvSpPr>
          <p:nvPr/>
        </p:nvSpPr>
        <p:spPr>
          <a:xfrm>
            <a:off x="462870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6D40E1D1-253B-4079-A167-39B013BD39DB}"/>
              </a:ext>
            </a:extLst>
          </p:cNvPr>
          <p:cNvSpPr>
            <a:spLocks/>
          </p:cNvSpPr>
          <p:nvPr/>
        </p:nvSpPr>
        <p:spPr>
          <a:xfrm>
            <a:off x="462894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259DA582-2B05-48F0-B3BE-D6FD52A38AA7}"/>
              </a:ext>
            </a:extLst>
          </p:cNvPr>
          <p:cNvSpPr>
            <a:spLocks/>
          </p:cNvSpPr>
          <p:nvPr/>
        </p:nvSpPr>
        <p:spPr>
          <a:xfrm>
            <a:off x="457106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759A48EA-6516-4982-8093-9790FE237057}"/>
              </a:ext>
            </a:extLst>
          </p:cNvPr>
          <p:cNvSpPr>
            <a:spLocks/>
          </p:cNvSpPr>
          <p:nvPr/>
        </p:nvSpPr>
        <p:spPr>
          <a:xfrm>
            <a:off x="4581538" y="30873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AF7421C9-ECC0-4D2F-BBC2-C97F4F9D7403}"/>
              </a:ext>
            </a:extLst>
          </p:cNvPr>
          <p:cNvSpPr>
            <a:spLocks/>
          </p:cNvSpPr>
          <p:nvPr/>
        </p:nvSpPr>
        <p:spPr>
          <a:xfrm>
            <a:off x="459062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DC5DA803-E98B-45FD-9145-800DEC0F3ADB}"/>
              </a:ext>
            </a:extLst>
          </p:cNvPr>
          <p:cNvSpPr>
            <a:spLocks/>
          </p:cNvSpPr>
          <p:nvPr/>
        </p:nvSpPr>
        <p:spPr>
          <a:xfrm>
            <a:off x="461528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882B96B0-8B57-44B5-BA90-89FB082C91EB}"/>
              </a:ext>
            </a:extLst>
          </p:cNvPr>
          <p:cNvSpPr>
            <a:spLocks/>
          </p:cNvSpPr>
          <p:nvPr/>
        </p:nvSpPr>
        <p:spPr>
          <a:xfrm>
            <a:off x="464519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E4E11DBB-4880-478D-9617-C68A13255A04}"/>
              </a:ext>
            </a:extLst>
          </p:cNvPr>
          <p:cNvSpPr>
            <a:spLocks/>
          </p:cNvSpPr>
          <p:nvPr/>
        </p:nvSpPr>
        <p:spPr>
          <a:xfrm>
            <a:off x="4600821" y="2762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61E0005F-CC52-4855-B1CD-CA42E24458EE}"/>
              </a:ext>
            </a:extLst>
          </p:cNvPr>
          <p:cNvSpPr>
            <a:spLocks/>
          </p:cNvSpPr>
          <p:nvPr/>
        </p:nvSpPr>
        <p:spPr>
          <a:xfrm>
            <a:off x="459933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C57127BB-3037-4C51-9875-857294E88F20}"/>
              </a:ext>
            </a:extLst>
          </p:cNvPr>
          <p:cNvSpPr>
            <a:spLocks/>
          </p:cNvSpPr>
          <p:nvPr/>
        </p:nvSpPr>
        <p:spPr>
          <a:xfrm>
            <a:off x="4615154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A311BA8F-6601-46EF-92DB-D0E40B3DF24A}"/>
              </a:ext>
            </a:extLst>
          </p:cNvPr>
          <p:cNvSpPr>
            <a:spLocks/>
          </p:cNvSpPr>
          <p:nvPr/>
        </p:nvSpPr>
        <p:spPr>
          <a:xfrm>
            <a:off x="4586226" y="19348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FAA5D1E9-E6FB-4443-930D-10610756873A}"/>
              </a:ext>
            </a:extLst>
          </p:cNvPr>
          <p:cNvSpPr>
            <a:spLocks/>
          </p:cNvSpPr>
          <p:nvPr/>
        </p:nvSpPr>
        <p:spPr>
          <a:xfrm>
            <a:off x="453288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E6B9B8E8-D0AA-4519-B96A-77A3B68DF0A6}"/>
              </a:ext>
            </a:extLst>
          </p:cNvPr>
          <p:cNvSpPr>
            <a:spLocks/>
          </p:cNvSpPr>
          <p:nvPr/>
        </p:nvSpPr>
        <p:spPr>
          <a:xfrm>
            <a:off x="463088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DDF73AC9-D5FB-4279-B5CF-B03983FCCF81}"/>
              </a:ext>
            </a:extLst>
          </p:cNvPr>
          <p:cNvSpPr>
            <a:spLocks/>
          </p:cNvSpPr>
          <p:nvPr/>
        </p:nvSpPr>
        <p:spPr>
          <a:xfrm>
            <a:off x="460110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1D54AD3E-9FD8-45E7-A6C6-69E185183A5A}"/>
              </a:ext>
            </a:extLst>
          </p:cNvPr>
          <p:cNvSpPr>
            <a:spLocks/>
          </p:cNvSpPr>
          <p:nvPr/>
        </p:nvSpPr>
        <p:spPr>
          <a:xfrm>
            <a:off x="4552139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57EBE7F3-7188-4CF5-8CA8-B77907678C3F}"/>
              </a:ext>
            </a:extLst>
          </p:cNvPr>
          <p:cNvSpPr>
            <a:spLocks/>
          </p:cNvSpPr>
          <p:nvPr/>
        </p:nvSpPr>
        <p:spPr>
          <a:xfrm>
            <a:off x="464804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FE40EDAE-7F19-4382-939F-93420257CE84}"/>
              </a:ext>
            </a:extLst>
          </p:cNvPr>
          <p:cNvSpPr>
            <a:spLocks/>
          </p:cNvSpPr>
          <p:nvPr/>
        </p:nvSpPr>
        <p:spPr>
          <a:xfrm>
            <a:off x="4570679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C1F4F3EB-2EEB-448A-BE8D-ABD9F9126F73}"/>
              </a:ext>
            </a:extLst>
          </p:cNvPr>
          <p:cNvSpPr>
            <a:spLocks/>
          </p:cNvSpPr>
          <p:nvPr/>
        </p:nvSpPr>
        <p:spPr>
          <a:xfrm>
            <a:off x="463946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72C5C464-4D3C-4B10-BB57-19E8A6BE82A3}"/>
              </a:ext>
            </a:extLst>
          </p:cNvPr>
          <p:cNvSpPr>
            <a:spLocks/>
          </p:cNvSpPr>
          <p:nvPr/>
        </p:nvSpPr>
        <p:spPr>
          <a:xfrm>
            <a:off x="453965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80BDFF6B-4559-407A-A57C-8DFFA96C84BB}"/>
              </a:ext>
            </a:extLst>
          </p:cNvPr>
          <p:cNvSpPr>
            <a:spLocks/>
          </p:cNvSpPr>
          <p:nvPr/>
        </p:nvSpPr>
        <p:spPr>
          <a:xfrm>
            <a:off x="4648612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14326322-73E1-4975-B706-2BFA68B1B83F}"/>
              </a:ext>
            </a:extLst>
          </p:cNvPr>
          <p:cNvSpPr>
            <a:spLocks/>
          </p:cNvSpPr>
          <p:nvPr/>
        </p:nvSpPr>
        <p:spPr>
          <a:xfrm>
            <a:off x="4646466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12B42543-3E1B-4F86-B862-8E8931CE8AFA}"/>
              </a:ext>
            </a:extLst>
          </p:cNvPr>
          <p:cNvSpPr>
            <a:spLocks/>
          </p:cNvSpPr>
          <p:nvPr/>
        </p:nvSpPr>
        <p:spPr>
          <a:xfrm>
            <a:off x="4619449" y="31133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D3E81790-9DBF-43D0-A3C4-ECA0AA0EA83C}"/>
              </a:ext>
            </a:extLst>
          </p:cNvPr>
          <p:cNvSpPr>
            <a:spLocks/>
          </p:cNvSpPr>
          <p:nvPr/>
        </p:nvSpPr>
        <p:spPr>
          <a:xfrm>
            <a:off x="4590095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AE8324B7-C309-45EC-8FF1-333B538CDDA1}"/>
              </a:ext>
            </a:extLst>
          </p:cNvPr>
          <p:cNvSpPr>
            <a:spLocks/>
          </p:cNvSpPr>
          <p:nvPr/>
        </p:nvSpPr>
        <p:spPr>
          <a:xfrm>
            <a:off x="4555781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826FE87D-0231-4382-95DC-B36076AC5E36}"/>
              </a:ext>
            </a:extLst>
          </p:cNvPr>
          <p:cNvSpPr>
            <a:spLocks/>
          </p:cNvSpPr>
          <p:nvPr/>
        </p:nvSpPr>
        <p:spPr>
          <a:xfrm>
            <a:off x="462509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FCC23115-FB8A-4FF7-B8CF-7E83FCD5F1B2}"/>
              </a:ext>
            </a:extLst>
          </p:cNvPr>
          <p:cNvSpPr>
            <a:spLocks/>
          </p:cNvSpPr>
          <p:nvPr/>
        </p:nvSpPr>
        <p:spPr>
          <a:xfrm>
            <a:off x="464382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3F2A8E8C-460F-403E-AF76-96EA0BEC6C37}"/>
              </a:ext>
            </a:extLst>
          </p:cNvPr>
          <p:cNvSpPr>
            <a:spLocks/>
          </p:cNvSpPr>
          <p:nvPr/>
        </p:nvSpPr>
        <p:spPr>
          <a:xfrm>
            <a:off x="4556099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F26C3767-8825-4D50-B89F-CB94D7CB17A3}"/>
              </a:ext>
            </a:extLst>
          </p:cNvPr>
          <p:cNvSpPr>
            <a:spLocks/>
          </p:cNvSpPr>
          <p:nvPr/>
        </p:nvSpPr>
        <p:spPr>
          <a:xfrm>
            <a:off x="4546325" y="29910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6D27F7DB-3EAC-4C40-BA3D-8E9687619AD8}"/>
              </a:ext>
            </a:extLst>
          </p:cNvPr>
          <p:cNvSpPr>
            <a:spLocks/>
          </p:cNvSpPr>
          <p:nvPr/>
        </p:nvSpPr>
        <p:spPr>
          <a:xfrm>
            <a:off x="461644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9F9B1D60-7A99-4E80-AECE-E34337B1A7B6}"/>
              </a:ext>
            </a:extLst>
          </p:cNvPr>
          <p:cNvSpPr>
            <a:spLocks/>
          </p:cNvSpPr>
          <p:nvPr/>
        </p:nvSpPr>
        <p:spPr>
          <a:xfrm>
            <a:off x="453094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9897311D-FC7C-4DFB-B965-431586D1DC6D}"/>
              </a:ext>
            </a:extLst>
          </p:cNvPr>
          <p:cNvSpPr>
            <a:spLocks/>
          </p:cNvSpPr>
          <p:nvPr/>
        </p:nvSpPr>
        <p:spPr>
          <a:xfrm>
            <a:off x="4569670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4881C6CC-A260-42E6-B862-FBBF7C00D407}"/>
              </a:ext>
            </a:extLst>
          </p:cNvPr>
          <p:cNvSpPr>
            <a:spLocks/>
          </p:cNvSpPr>
          <p:nvPr/>
        </p:nvSpPr>
        <p:spPr>
          <a:xfrm>
            <a:off x="456992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91CEE86E-0EB4-43F7-9AE3-0914E7698E40}"/>
              </a:ext>
            </a:extLst>
          </p:cNvPr>
          <p:cNvSpPr>
            <a:spLocks/>
          </p:cNvSpPr>
          <p:nvPr/>
        </p:nvSpPr>
        <p:spPr>
          <a:xfrm>
            <a:off x="460364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7EDF9A14-61A3-400F-95B9-0AD8FA5AA04D}"/>
              </a:ext>
            </a:extLst>
          </p:cNvPr>
          <p:cNvSpPr>
            <a:spLocks/>
          </p:cNvSpPr>
          <p:nvPr/>
        </p:nvSpPr>
        <p:spPr>
          <a:xfrm>
            <a:off x="462050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1AE7F9A4-77A1-4E3C-BE8E-6F4233489AA4}"/>
              </a:ext>
            </a:extLst>
          </p:cNvPr>
          <p:cNvSpPr>
            <a:spLocks/>
          </p:cNvSpPr>
          <p:nvPr/>
        </p:nvSpPr>
        <p:spPr>
          <a:xfrm>
            <a:off x="4619541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295F3413-A778-45C2-88D3-0FF402F53F6D}"/>
              </a:ext>
            </a:extLst>
          </p:cNvPr>
          <p:cNvSpPr>
            <a:spLocks/>
          </p:cNvSpPr>
          <p:nvPr/>
        </p:nvSpPr>
        <p:spPr>
          <a:xfrm>
            <a:off x="4618276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38E53F66-E823-4DE5-B732-A61A46A675FC}"/>
              </a:ext>
            </a:extLst>
          </p:cNvPr>
          <p:cNvSpPr>
            <a:spLocks/>
          </p:cNvSpPr>
          <p:nvPr/>
        </p:nvSpPr>
        <p:spPr>
          <a:xfrm>
            <a:off x="455159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162881B9-CC46-4C79-BF20-6BF634A9F6B8}"/>
              </a:ext>
            </a:extLst>
          </p:cNvPr>
          <p:cNvSpPr>
            <a:spLocks/>
          </p:cNvSpPr>
          <p:nvPr/>
        </p:nvSpPr>
        <p:spPr>
          <a:xfrm>
            <a:off x="4580605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FA2779F6-EF8D-48E7-A90D-09B0DDD97C1A}"/>
              </a:ext>
            </a:extLst>
          </p:cNvPr>
          <p:cNvSpPr>
            <a:spLocks/>
          </p:cNvSpPr>
          <p:nvPr/>
        </p:nvSpPr>
        <p:spPr>
          <a:xfrm>
            <a:off x="456004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37FC8C05-3748-45FC-BB00-C28A00CF2D24}"/>
              </a:ext>
            </a:extLst>
          </p:cNvPr>
          <p:cNvSpPr>
            <a:spLocks/>
          </p:cNvSpPr>
          <p:nvPr/>
        </p:nvSpPr>
        <p:spPr>
          <a:xfrm>
            <a:off x="457792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200B582A-8796-4234-9607-F6679DCA5CEE}"/>
              </a:ext>
            </a:extLst>
          </p:cNvPr>
          <p:cNvSpPr>
            <a:spLocks/>
          </p:cNvSpPr>
          <p:nvPr/>
        </p:nvSpPr>
        <p:spPr>
          <a:xfrm>
            <a:off x="487430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A979751D-B40B-4883-B2E6-0718B0279444}"/>
              </a:ext>
            </a:extLst>
          </p:cNvPr>
          <p:cNvSpPr>
            <a:spLocks/>
          </p:cNvSpPr>
          <p:nvPr/>
        </p:nvSpPr>
        <p:spPr>
          <a:xfrm>
            <a:off x="487425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B35E1579-46B8-47E5-8C73-479F69A0EE9F}"/>
              </a:ext>
            </a:extLst>
          </p:cNvPr>
          <p:cNvSpPr>
            <a:spLocks/>
          </p:cNvSpPr>
          <p:nvPr/>
        </p:nvSpPr>
        <p:spPr>
          <a:xfrm>
            <a:off x="486781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A8C78A3C-E32D-463C-9756-B320CAE3B544}"/>
              </a:ext>
            </a:extLst>
          </p:cNvPr>
          <p:cNvSpPr>
            <a:spLocks/>
          </p:cNvSpPr>
          <p:nvPr/>
        </p:nvSpPr>
        <p:spPr>
          <a:xfrm>
            <a:off x="4879700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2C472496-F9CC-437C-B9AB-53504E64EEE3}"/>
              </a:ext>
            </a:extLst>
          </p:cNvPr>
          <p:cNvSpPr>
            <a:spLocks/>
          </p:cNvSpPr>
          <p:nvPr/>
        </p:nvSpPr>
        <p:spPr>
          <a:xfrm>
            <a:off x="4828549" y="20935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C7AE77D9-A13D-43EA-B13F-BBFDB87A49B1}"/>
              </a:ext>
            </a:extLst>
          </p:cNvPr>
          <p:cNvSpPr>
            <a:spLocks/>
          </p:cNvSpPr>
          <p:nvPr/>
        </p:nvSpPr>
        <p:spPr>
          <a:xfrm>
            <a:off x="489120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64F3684A-C770-45CA-9020-487E4D8FA559}"/>
              </a:ext>
            </a:extLst>
          </p:cNvPr>
          <p:cNvSpPr>
            <a:spLocks/>
          </p:cNvSpPr>
          <p:nvPr/>
        </p:nvSpPr>
        <p:spPr>
          <a:xfrm>
            <a:off x="484841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2B845CCD-F0BE-4E5C-ADA5-F9D65EE21D2E}"/>
              </a:ext>
            </a:extLst>
          </p:cNvPr>
          <p:cNvSpPr>
            <a:spLocks/>
          </p:cNvSpPr>
          <p:nvPr/>
        </p:nvSpPr>
        <p:spPr>
          <a:xfrm>
            <a:off x="479247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3E7202BE-9023-4399-8EF1-79AA9BF5F832}"/>
              </a:ext>
            </a:extLst>
          </p:cNvPr>
          <p:cNvSpPr>
            <a:spLocks/>
          </p:cNvSpPr>
          <p:nvPr/>
        </p:nvSpPr>
        <p:spPr>
          <a:xfrm>
            <a:off x="4781967" y="3269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1B58511A-9BD1-4105-8403-277EEF6B9049}"/>
              </a:ext>
            </a:extLst>
          </p:cNvPr>
          <p:cNvSpPr>
            <a:spLocks/>
          </p:cNvSpPr>
          <p:nvPr/>
        </p:nvSpPr>
        <p:spPr>
          <a:xfrm>
            <a:off x="4875969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CBC11348-0294-450D-AA09-CDE9028BA4A8}"/>
              </a:ext>
            </a:extLst>
          </p:cNvPr>
          <p:cNvSpPr>
            <a:spLocks/>
          </p:cNvSpPr>
          <p:nvPr/>
        </p:nvSpPr>
        <p:spPr>
          <a:xfrm>
            <a:off x="4847617" y="26838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8964F04E-3CD1-4088-A5BB-8C68C6407C31}"/>
              </a:ext>
            </a:extLst>
          </p:cNvPr>
          <p:cNvSpPr>
            <a:spLocks/>
          </p:cNvSpPr>
          <p:nvPr/>
        </p:nvSpPr>
        <p:spPr>
          <a:xfrm>
            <a:off x="481006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B986C9FD-7030-4272-94B3-C981ECA30676}"/>
              </a:ext>
            </a:extLst>
          </p:cNvPr>
          <p:cNvSpPr>
            <a:spLocks/>
          </p:cNvSpPr>
          <p:nvPr/>
        </p:nvSpPr>
        <p:spPr>
          <a:xfrm>
            <a:off x="4844439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F5491C55-5928-4DBB-A3CE-63797DB79DB4}"/>
              </a:ext>
            </a:extLst>
          </p:cNvPr>
          <p:cNvSpPr>
            <a:spLocks/>
          </p:cNvSpPr>
          <p:nvPr/>
        </p:nvSpPr>
        <p:spPr>
          <a:xfrm>
            <a:off x="4849287" y="2073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4E8613B6-F997-4EE6-B100-8EFCE021CAEE}"/>
              </a:ext>
            </a:extLst>
          </p:cNvPr>
          <p:cNvSpPr>
            <a:spLocks/>
          </p:cNvSpPr>
          <p:nvPr/>
        </p:nvSpPr>
        <p:spPr>
          <a:xfrm>
            <a:off x="478432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EC5D5BB8-2CAD-49A4-A1B6-FE3C04F737E6}"/>
              </a:ext>
            </a:extLst>
          </p:cNvPr>
          <p:cNvSpPr>
            <a:spLocks/>
          </p:cNvSpPr>
          <p:nvPr/>
        </p:nvSpPr>
        <p:spPr>
          <a:xfrm>
            <a:off x="48705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7D923DB4-D58D-44E6-83E5-C3F0A9532521}"/>
              </a:ext>
            </a:extLst>
          </p:cNvPr>
          <p:cNvSpPr>
            <a:spLocks/>
          </p:cNvSpPr>
          <p:nvPr/>
        </p:nvSpPr>
        <p:spPr>
          <a:xfrm>
            <a:off x="4891058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A5608F98-AB4F-445A-9598-9D6FFB7BCA6E}"/>
              </a:ext>
            </a:extLst>
          </p:cNvPr>
          <p:cNvSpPr>
            <a:spLocks/>
          </p:cNvSpPr>
          <p:nvPr/>
        </p:nvSpPr>
        <p:spPr>
          <a:xfrm>
            <a:off x="483199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F4CCA491-69F2-4330-A970-B5CB3FBF043F}"/>
              </a:ext>
            </a:extLst>
          </p:cNvPr>
          <p:cNvSpPr>
            <a:spLocks/>
          </p:cNvSpPr>
          <p:nvPr/>
        </p:nvSpPr>
        <p:spPr>
          <a:xfrm>
            <a:off x="485550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0F190D2F-EBA9-47E9-8001-8428662D1F05}"/>
              </a:ext>
            </a:extLst>
          </p:cNvPr>
          <p:cNvSpPr>
            <a:spLocks/>
          </p:cNvSpPr>
          <p:nvPr/>
        </p:nvSpPr>
        <p:spPr>
          <a:xfrm>
            <a:off x="4875714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E9F625C3-2B27-4B55-8FED-843F96982F45}"/>
              </a:ext>
            </a:extLst>
          </p:cNvPr>
          <p:cNvSpPr>
            <a:spLocks/>
          </p:cNvSpPr>
          <p:nvPr/>
        </p:nvSpPr>
        <p:spPr>
          <a:xfrm>
            <a:off x="4804283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76AF52BB-5A55-4701-8D6F-FFA850E48258}"/>
              </a:ext>
            </a:extLst>
          </p:cNvPr>
          <p:cNvSpPr>
            <a:spLocks/>
          </p:cNvSpPr>
          <p:nvPr/>
        </p:nvSpPr>
        <p:spPr>
          <a:xfrm>
            <a:off x="4850171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25F3DAA9-5303-478F-9F01-5A4F30809763}"/>
              </a:ext>
            </a:extLst>
          </p:cNvPr>
          <p:cNvSpPr>
            <a:spLocks/>
          </p:cNvSpPr>
          <p:nvPr/>
        </p:nvSpPr>
        <p:spPr>
          <a:xfrm>
            <a:off x="489952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B4E475AF-B3FF-4248-8841-0DFBCAA23F3B}"/>
              </a:ext>
            </a:extLst>
          </p:cNvPr>
          <p:cNvSpPr>
            <a:spLocks/>
          </p:cNvSpPr>
          <p:nvPr/>
        </p:nvSpPr>
        <p:spPr>
          <a:xfrm>
            <a:off x="480660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66F1AA41-BAE4-4357-83A1-42583D6E5189}"/>
              </a:ext>
            </a:extLst>
          </p:cNvPr>
          <p:cNvSpPr>
            <a:spLocks/>
          </p:cNvSpPr>
          <p:nvPr/>
        </p:nvSpPr>
        <p:spPr>
          <a:xfrm>
            <a:off x="4838891" y="25414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44D842C8-03FB-4CA9-8E7D-91961A853126}"/>
              </a:ext>
            </a:extLst>
          </p:cNvPr>
          <p:cNvSpPr>
            <a:spLocks/>
          </p:cNvSpPr>
          <p:nvPr/>
        </p:nvSpPr>
        <p:spPr>
          <a:xfrm>
            <a:off x="481529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3EFB2D4B-CF81-478F-B2B9-22D38A367982}"/>
              </a:ext>
            </a:extLst>
          </p:cNvPr>
          <p:cNvSpPr>
            <a:spLocks/>
          </p:cNvSpPr>
          <p:nvPr/>
        </p:nvSpPr>
        <p:spPr>
          <a:xfrm>
            <a:off x="4844819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02EA9C71-2B13-425F-95EA-4C3B3A60968A}"/>
              </a:ext>
            </a:extLst>
          </p:cNvPr>
          <p:cNvSpPr>
            <a:spLocks/>
          </p:cNvSpPr>
          <p:nvPr/>
        </p:nvSpPr>
        <p:spPr>
          <a:xfrm>
            <a:off x="4869719" y="24752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161A2036-81F3-4255-AB2F-F3BF141508A2}"/>
              </a:ext>
            </a:extLst>
          </p:cNvPr>
          <p:cNvSpPr>
            <a:spLocks/>
          </p:cNvSpPr>
          <p:nvPr/>
        </p:nvSpPr>
        <p:spPr>
          <a:xfrm>
            <a:off x="485748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5224E29C-4A8B-4674-BAD0-36B235819C7D}"/>
              </a:ext>
            </a:extLst>
          </p:cNvPr>
          <p:cNvSpPr>
            <a:spLocks/>
          </p:cNvSpPr>
          <p:nvPr/>
        </p:nvSpPr>
        <p:spPr>
          <a:xfrm>
            <a:off x="482769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01979A1E-47EC-4A02-8FF8-A7A1D67957A1}"/>
              </a:ext>
            </a:extLst>
          </p:cNvPr>
          <p:cNvSpPr>
            <a:spLocks/>
          </p:cNvSpPr>
          <p:nvPr/>
        </p:nvSpPr>
        <p:spPr>
          <a:xfrm>
            <a:off x="484063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7702BA17-0D8F-4DF1-80E8-F08B4C770878}"/>
              </a:ext>
            </a:extLst>
          </p:cNvPr>
          <p:cNvSpPr>
            <a:spLocks/>
          </p:cNvSpPr>
          <p:nvPr/>
        </p:nvSpPr>
        <p:spPr>
          <a:xfrm>
            <a:off x="4793893" y="23334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60DA1C22-41A1-4AEF-B31B-2D3068AB4DDB}"/>
              </a:ext>
            </a:extLst>
          </p:cNvPr>
          <p:cNvSpPr>
            <a:spLocks/>
          </p:cNvSpPr>
          <p:nvPr/>
        </p:nvSpPr>
        <p:spPr>
          <a:xfrm>
            <a:off x="488722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C2B2A7F4-4D7B-4C63-9819-B85B66C9D060}"/>
              </a:ext>
            </a:extLst>
          </p:cNvPr>
          <p:cNvSpPr>
            <a:spLocks/>
          </p:cNvSpPr>
          <p:nvPr/>
        </p:nvSpPr>
        <p:spPr>
          <a:xfrm>
            <a:off x="4787672" y="34058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CFDAB50-0DA3-4D62-B26C-82E8065C09BB}"/>
              </a:ext>
            </a:extLst>
          </p:cNvPr>
          <p:cNvSpPr>
            <a:spLocks/>
          </p:cNvSpPr>
          <p:nvPr/>
        </p:nvSpPr>
        <p:spPr>
          <a:xfrm>
            <a:off x="484308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797F1816-DB4A-4705-B61D-5E17BEE524E8}"/>
              </a:ext>
            </a:extLst>
          </p:cNvPr>
          <p:cNvSpPr>
            <a:spLocks/>
          </p:cNvSpPr>
          <p:nvPr/>
        </p:nvSpPr>
        <p:spPr>
          <a:xfrm>
            <a:off x="481630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A8FF2EC1-4B32-4E6F-B515-393968BC5AF6}"/>
              </a:ext>
            </a:extLst>
          </p:cNvPr>
          <p:cNvSpPr>
            <a:spLocks/>
          </p:cNvSpPr>
          <p:nvPr/>
        </p:nvSpPr>
        <p:spPr>
          <a:xfrm>
            <a:off x="4822961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C5B60D86-FCE3-4641-9F2C-A0883F79ECAD}"/>
              </a:ext>
            </a:extLst>
          </p:cNvPr>
          <p:cNvSpPr>
            <a:spLocks/>
          </p:cNvSpPr>
          <p:nvPr/>
        </p:nvSpPr>
        <p:spPr>
          <a:xfrm>
            <a:off x="484688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9E493330-4EC0-4034-A07C-9C758E2530C4}"/>
              </a:ext>
            </a:extLst>
          </p:cNvPr>
          <p:cNvSpPr>
            <a:spLocks/>
          </p:cNvSpPr>
          <p:nvPr/>
        </p:nvSpPr>
        <p:spPr>
          <a:xfrm>
            <a:off x="478702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D9510AC-C1BE-43E5-80F5-AB8BD5308A64}"/>
              </a:ext>
            </a:extLst>
          </p:cNvPr>
          <p:cNvSpPr>
            <a:spLocks/>
          </p:cNvSpPr>
          <p:nvPr/>
        </p:nvSpPr>
        <p:spPr>
          <a:xfrm>
            <a:off x="489921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825AE66B-3E4A-4C82-AC02-A439F5F8D0BA}"/>
              </a:ext>
            </a:extLst>
          </p:cNvPr>
          <p:cNvSpPr>
            <a:spLocks/>
          </p:cNvSpPr>
          <p:nvPr/>
        </p:nvSpPr>
        <p:spPr>
          <a:xfrm>
            <a:off x="4868677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26F0B73E-1C24-489E-AC52-87392CE4D462}"/>
              </a:ext>
            </a:extLst>
          </p:cNvPr>
          <p:cNvSpPr>
            <a:spLocks/>
          </p:cNvSpPr>
          <p:nvPr/>
        </p:nvSpPr>
        <p:spPr>
          <a:xfrm>
            <a:off x="486506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8F64F71F-D397-45C5-9BED-E79C51DA0DEC}"/>
              </a:ext>
            </a:extLst>
          </p:cNvPr>
          <p:cNvSpPr>
            <a:spLocks/>
          </p:cNvSpPr>
          <p:nvPr/>
        </p:nvSpPr>
        <p:spPr>
          <a:xfrm>
            <a:off x="489824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A769D80D-B43A-42B7-8E35-B50348288A81}"/>
              </a:ext>
            </a:extLst>
          </p:cNvPr>
          <p:cNvSpPr>
            <a:spLocks/>
          </p:cNvSpPr>
          <p:nvPr/>
        </p:nvSpPr>
        <p:spPr>
          <a:xfrm>
            <a:off x="485099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C9746DFE-C363-4DA1-81FF-DE998249387C}"/>
              </a:ext>
            </a:extLst>
          </p:cNvPr>
          <p:cNvSpPr>
            <a:spLocks/>
          </p:cNvSpPr>
          <p:nvPr/>
        </p:nvSpPr>
        <p:spPr>
          <a:xfrm>
            <a:off x="487328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32D33422-B787-4B42-87E0-4A34F11B1966}"/>
              </a:ext>
            </a:extLst>
          </p:cNvPr>
          <p:cNvSpPr>
            <a:spLocks/>
          </p:cNvSpPr>
          <p:nvPr/>
        </p:nvSpPr>
        <p:spPr>
          <a:xfrm>
            <a:off x="48206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FAE64E16-ACE9-483B-806E-C11D37A5C7C6}"/>
              </a:ext>
            </a:extLst>
          </p:cNvPr>
          <p:cNvSpPr>
            <a:spLocks/>
          </p:cNvSpPr>
          <p:nvPr/>
        </p:nvSpPr>
        <p:spPr>
          <a:xfrm>
            <a:off x="4802908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EBA6A7B8-9C1A-4482-9AF0-3CA376B915F8}"/>
              </a:ext>
            </a:extLst>
          </p:cNvPr>
          <p:cNvSpPr>
            <a:spLocks/>
          </p:cNvSpPr>
          <p:nvPr/>
        </p:nvSpPr>
        <p:spPr>
          <a:xfrm>
            <a:off x="484912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96564E22-7084-4FC0-AA63-65FEB5C65CB9}"/>
              </a:ext>
            </a:extLst>
          </p:cNvPr>
          <p:cNvSpPr>
            <a:spLocks/>
          </p:cNvSpPr>
          <p:nvPr/>
        </p:nvSpPr>
        <p:spPr>
          <a:xfrm>
            <a:off x="4782319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7E2FAA27-1EDD-41E6-B140-74914ACA9830}"/>
              </a:ext>
            </a:extLst>
          </p:cNvPr>
          <p:cNvSpPr>
            <a:spLocks/>
          </p:cNvSpPr>
          <p:nvPr/>
        </p:nvSpPr>
        <p:spPr>
          <a:xfrm>
            <a:off x="482458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C04AEC32-74CA-4D38-B5F7-99270E9DF5E5}"/>
              </a:ext>
            </a:extLst>
          </p:cNvPr>
          <p:cNvSpPr>
            <a:spLocks/>
          </p:cNvSpPr>
          <p:nvPr/>
        </p:nvSpPr>
        <p:spPr>
          <a:xfrm>
            <a:off x="483143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D225A778-F2BB-4081-9BB0-76A5A7AA9279}"/>
              </a:ext>
            </a:extLst>
          </p:cNvPr>
          <p:cNvSpPr>
            <a:spLocks/>
          </p:cNvSpPr>
          <p:nvPr/>
        </p:nvSpPr>
        <p:spPr>
          <a:xfrm>
            <a:off x="486148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26F8AEEE-29DA-4BE7-933B-6F8D1C5AF6B1}"/>
              </a:ext>
            </a:extLst>
          </p:cNvPr>
          <p:cNvSpPr>
            <a:spLocks/>
          </p:cNvSpPr>
          <p:nvPr/>
        </p:nvSpPr>
        <p:spPr>
          <a:xfrm>
            <a:off x="488428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E161550E-F3D4-45D4-BBC0-423A040A407D}"/>
              </a:ext>
            </a:extLst>
          </p:cNvPr>
          <p:cNvSpPr>
            <a:spLocks/>
          </p:cNvSpPr>
          <p:nvPr/>
        </p:nvSpPr>
        <p:spPr>
          <a:xfrm>
            <a:off x="4845830" y="27358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F41AE69C-82EC-4BB4-8848-C39CF906CCDB}"/>
              </a:ext>
            </a:extLst>
          </p:cNvPr>
          <p:cNvSpPr>
            <a:spLocks/>
          </p:cNvSpPr>
          <p:nvPr/>
        </p:nvSpPr>
        <p:spPr>
          <a:xfrm>
            <a:off x="4880256" y="19955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85F7EC01-386C-457F-986B-18EAE6B15494}"/>
              </a:ext>
            </a:extLst>
          </p:cNvPr>
          <p:cNvSpPr>
            <a:spLocks/>
          </p:cNvSpPr>
          <p:nvPr/>
        </p:nvSpPr>
        <p:spPr>
          <a:xfrm>
            <a:off x="4782797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21F681B2-D8ED-475C-BEB8-AE9F8C8B5F9D}"/>
              </a:ext>
            </a:extLst>
          </p:cNvPr>
          <p:cNvSpPr>
            <a:spLocks/>
          </p:cNvSpPr>
          <p:nvPr/>
        </p:nvSpPr>
        <p:spPr>
          <a:xfrm>
            <a:off x="478479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259EFC02-A813-44FC-B65C-EABC53F8BC2C}"/>
              </a:ext>
            </a:extLst>
          </p:cNvPr>
          <p:cNvSpPr>
            <a:spLocks/>
          </p:cNvSpPr>
          <p:nvPr/>
        </p:nvSpPr>
        <p:spPr>
          <a:xfrm>
            <a:off x="481129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E0AA859-339E-4847-A0D8-B3022CF426D2}"/>
              </a:ext>
            </a:extLst>
          </p:cNvPr>
          <p:cNvSpPr>
            <a:spLocks/>
          </p:cNvSpPr>
          <p:nvPr/>
        </p:nvSpPr>
        <p:spPr>
          <a:xfrm>
            <a:off x="4846535" y="23594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07A20174-6A6D-41A2-B34B-648A166B0666}"/>
              </a:ext>
            </a:extLst>
          </p:cNvPr>
          <p:cNvSpPr>
            <a:spLocks/>
          </p:cNvSpPr>
          <p:nvPr/>
        </p:nvSpPr>
        <p:spPr>
          <a:xfrm>
            <a:off x="480544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DC09822D-E369-40F6-B10D-3FA89E2C21A7}"/>
              </a:ext>
            </a:extLst>
          </p:cNvPr>
          <p:cNvSpPr>
            <a:spLocks/>
          </p:cNvSpPr>
          <p:nvPr/>
        </p:nvSpPr>
        <p:spPr>
          <a:xfrm>
            <a:off x="4836345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ACA687D0-B87A-4E8F-9730-51E5BE6547AE}"/>
              </a:ext>
            </a:extLst>
          </p:cNvPr>
          <p:cNvSpPr>
            <a:spLocks/>
          </p:cNvSpPr>
          <p:nvPr/>
        </p:nvSpPr>
        <p:spPr>
          <a:xfrm>
            <a:off x="485192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54FA3FC0-6D43-405F-946A-ACD413212727}"/>
              </a:ext>
            </a:extLst>
          </p:cNvPr>
          <p:cNvSpPr>
            <a:spLocks/>
          </p:cNvSpPr>
          <p:nvPr/>
        </p:nvSpPr>
        <p:spPr>
          <a:xfrm>
            <a:off x="485280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6EE103E9-E6CA-4E3A-B4A6-62F7DB9EBA94}"/>
              </a:ext>
            </a:extLst>
          </p:cNvPr>
          <p:cNvSpPr>
            <a:spLocks/>
          </p:cNvSpPr>
          <p:nvPr/>
        </p:nvSpPr>
        <p:spPr>
          <a:xfrm>
            <a:off x="481589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77C4AC25-B290-468C-A1CC-D3BEE03EE762}"/>
              </a:ext>
            </a:extLst>
          </p:cNvPr>
          <p:cNvSpPr>
            <a:spLocks/>
          </p:cNvSpPr>
          <p:nvPr/>
        </p:nvSpPr>
        <p:spPr>
          <a:xfrm>
            <a:off x="486889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60B209C9-C4F2-416D-9192-B2249DA649F2}"/>
              </a:ext>
            </a:extLst>
          </p:cNvPr>
          <p:cNvSpPr>
            <a:spLocks/>
          </p:cNvSpPr>
          <p:nvPr/>
        </p:nvSpPr>
        <p:spPr>
          <a:xfrm>
            <a:off x="485694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26669035-18F2-4AC0-A8F4-50C3E96CD6A4}"/>
              </a:ext>
            </a:extLst>
          </p:cNvPr>
          <p:cNvSpPr>
            <a:spLocks/>
          </p:cNvSpPr>
          <p:nvPr/>
        </p:nvSpPr>
        <p:spPr>
          <a:xfrm>
            <a:off x="4872144" y="33906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89B00EBF-AE11-4284-9E57-085048548A48}"/>
              </a:ext>
            </a:extLst>
          </p:cNvPr>
          <p:cNvSpPr>
            <a:spLocks/>
          </p:cNvSpPr>
          <p:nvPr/>
        </p:nvSpPr>
        <p:spPr>
          <a:xfrm>
            <a:off x="482242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01E63C66-D316-4332-B2C3-5F6AE0E57993}"/>
              </a:ext>
            </a:extLst>
          </p:cNvPr>
          <p:cNvSpPr>
            <a:spLocks/>
          </p:cNvSpPr>
          <p:nvPr/>
        </p:nvSpPr>
        <p:spPr>
          <a:xfrm>
            <a:off x="4855865" y="22035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BB43FF78-908D-4EB9-AA44-2EC376998793}"/>
              </a:ext>
            </a:extLst>
          </p:cNvPr>
          <p:cNvSpPr>
            <a:spLocks/>
          </p:cNvSpPr>
          <p:nvPr/>
        </p:nvSpPr>
        <p:spPr>
          <a:xfrm>
            <a:off x="4886562" y="33459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7767A6A1-B9B6-4CC1-92A5-CBB418D5562D}"/>
              </a:ext>
            </a:extLst>
          </p:cNvPr>
          <p:cNvSpPr>
            <a:spLocks/>
          </p:cNvSpPr>
          <p:nvPr/>
        </p:nvSpPr>
        <p:spPr>
          <a:xfrm>
            <a:off x="484027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FCA40D26-8325-48D0-AB0F-371A78C44D56}"/>
              </a:ext>
            </a:extLst>
          </p:cNvPr>
          <p:cNvSpPr>
            <a:spLocks/>
          </p:cNvSpPr>
          <p:nvPr/>
        </p:nvSpPr>
        <p:spPr>
          <a:xfrm>
            <a:off x="4786505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5C3FEC47-2398-475F-AA7B-544E2B9DCA6C}"/>
              </a:ext>
            </a:extLst>
          </p:cNvPr>
          <p:cNvSpPr>
            <a:spLocks/>
          </p:cNvSpPr>
          <p:nvPr/>
        </p:nvSpPr>
        <p:spPr>
          <a:xfrm>
            <a:off x="486627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FBEDC7AD-2985-4703-B142-9072A2E7EAAA}"/>
              </a:ext>
            </a:extLst>
          </p:cNvPr>
          <p:cNvSpPr>
            <a:spLocks/>
          </p:cNvSpPr>
          <p:nvPr/>
        </p:nvSpPr>
        <p:spPr>
          <a:xfrm>
            <a:off x="481052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CA0AFB7F-2754-4FFB-9DB8-7E0F351EE1FB}"/>
              </a:ext>
            </a:extLst>
          </p:cNvPr>
          <p:cNvSpPr>
            <a:spLocks/>
          </p:cNvSpPr>
          <p:nvPr/>
        </p:nvSpPr>
        <p:spPr>
          <a:xfrm>
            <a:off x="4893181" y="34513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712E3B37-4EAE-4888-805B-78157183795F}"/>
              </a:ext>
            </a:extLst>
          </p:cNvPr>
          <p:cNvSpPr>
            <a:spLocks/>
          </p:cNvSpPr>
          <p:nvPr/>
        </p:nvSpPr>
        <p:spPr>
          <a:xfrm>
            <a:off x="4820072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7C50E438-93C9-483F-80FE-83896B0CD921}"/>
              </a:ext>
            </a:extLst>
          </p:cNvPr>
          <p:cNvSpPr>
            <a:spLocks/>
          </p:cNvSpPr>
          <p:nvPr/>
        </p:nvSpPr>
        <p:spPr>
          <a:xfrm>
            <a:off x="478066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6AEAF63D-786C-4B69-9FE4-18A29A13D0FC}"/>
              </a:ext>
            </a:extLst>
          </p:cNvPr>
          <p:cNvSpPr>
            <a:spLocks/>
          </p:cNvSpPr>
          <p:nvPr/>
        </p:nvSpPr>
        <p:spPr>
          <a:xfrm>
            <a:off x="487847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ACFF09B4-A70E-4E62-B9A7-DB078FC15A0F}"/>
              </a:ext>
            </a:extLst>
          </p:cNvPr>
          <p:cNvSpPr>
            <a:spLocks/>
          </p:cNvSpPr>
          <p:nvPr/>
        </p:nvSpPr>
        <p:spPr>
          <a:xfrm>
            <a:off x="484094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607BA9DA-6982-4645-B719-2090B543BC23}"/>
              </a:ext>
            </a:extLst>
          </p:cNvPr>
          <p:cNvSpPr>
            <a:spLocks/>
          </p:cNvSpPr>
          <p:nvPr/>
        </p:nvSpPr>
        <p:spPr>
          <a:xfrm>
            <a:off x="4878332" y="21547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17436928-2334-4399-BCC5-23A608EEB691}"/>
              </a:ext>
            </a:extLst>
          </p:cNvPr>
          <p:cNvSpPr>
            <a:spLocks/>
          </p:cNvSpPr>
          <p:nvPr/>
        </p:nvSpPr>
        <p:spPr>
          <a:xfrm>
            <a:off x="480259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42965AC8-3350-44D9-A7CC-553950B562DD}"/>
              </a:ext>
            </a:extLst>
          </p:cNvPr>
          <p:cNvSpPr>
            <a:spLocks/>
          </p:cNvSpPr>
          <p:nvPr/>
        </p:nvSpPr>
        <p:spPr>
          <a:xfrm>
            <a:off x="4816451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F873D299-DF39-4972-A639-2907BD5C327C}"/>
              </a:ext>
            </a:extLst>
          </p:cNvPr>
          <p:cNvSpPr>
            <a:spLocks/>
          </p:cNvSpPr>
          <p:nvPr/>
        </p:nvSpPr>
        <p:spPr>
          <a:xfrm>
            <a:off x="4789826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B87882C5-32D8-4398-9BE2-295600A4E0A7}"/>
              </a:ext>
            </a:extLst>
          </p:cNvPr>
          <p:cNvSpPr>
            <a:spLocks/>
          </p:cNvSpPr>
          <p:nvPr/>
        </p:nvSpPr>
        <p:spPr>
          <a:xfrm>
            <a:off x="48424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EB3C9398-60B5-4D8E-B2F8-8230A25FA3FE}"/>
              </a:ext>
            </a:extLst>
          </p:cNvPr>
          <p:cNvSpPr>
            <a:spLocks/>
          </p:cNvSpPr>
          <p:nvPr/>
        </p:nvSpPr>
        <p:spPr>
          <a:xfrm>
            <a:off x="488300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A592FA97-728A-4304-A92E-63EAF2CF1386}"/>
              </a:ext>
            </a:extLst>
          </p:cNvPr>
          <p:cNvSpPr>
            <a:spLocks/>
          </p:cNvSpPr>
          <p:nvPr/>
        </p:nvSpPr>
        <p:spPr>
          <a:xfrm>
            <a:off x="485838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7B6E17EA-0475-4129-A7B5-0CCC41EDE790}"/>
              </a:ext>
            </a:extLst>
          </p:cNvPr>
          <p:cNvSpPr>
            <a:spLocks/>
          </p:cNvSpPr>
          <p:nvPr/>
        </p:nvSpPr>
        <p:spPr>
          <a:xfrm>
            <a:off x="479588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46A36520-1245-4019-A264-83D53D79BC18}"/>
              </a:ext>
            </a:extLst>
          </p:cNvPr>
          <p:cNvSpPr>
            <a:spLocks/>
          </p:cNvSpPr>
          <p:nvPr/>
        </p:nvSpPr>
        <p:spPr>
          <a:xfrm>
            <a:off x="478957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C79F0933-18F4-489F-A8BC-4E970558209C}"/>
              </a:ext>
            </a:extLst>
          </p:cNvPr>
          <p:cNvSpPr>
            <a:spLocks/>
          </p:cNvSpPr>
          <p:nvPr/>
        </p:nvSpPr>
        <p:spPr>
          <a:xfrm>
            <a:off x="483707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6579FA72-FCD5-4C54-906E-7D70955EE17F}"/>
              </a:ext>
            </a:extLst>
          </p:cNvPr>
          <p:cNvSpPr>
            <a:spLocks/>
          </p:cNvSpPr>
          <p:nvPr/>
        </p:nvSpPr>
        <p:spPr>
          <a:xfrm>
            <a:off x="481661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92BD5D8B-5F13-4B9E-9351-2E282E90A770}"/>
              </a:ext>
            </a:extLst>
          </p:cNvPr>
          <p:cNvSpPr>
            <a:spLocks/>
          </p:cNvSpPr>
          <p:nvPr/>
        </p:nvSpPr>
        <p:spPr>
          <a:xfrm>
            <a:off x="4828460" y="2640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D23D1246-F6FD-4537-84D9-1CF70D0678D0}"/>
              </a:ext>
            </a:extLst>
          </p:cNvPr>
          <p:cNvSpPr>
            <a:spLocks/>
          </p:cNvSpPr>
          <p:nvPr/>
        </p:nvSpPr>
        <p:spPr>
          <a:xfrm>
            <a:off x="48688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84788345-6370-4678-8098-06C185733A2E}"/>
              </a:ext>
            </a:extLst>
          </p:cNvPr>
          <p:cNvSpPr>
            <a:spLocks/>
          </p:cNvSpPr>
          <p:nvPr/>
        </p:nvSpPr>
        <p:spPr>
          <a:xfrm>
            <a:off x="481787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D9501958-F402-45BD-B866-081BC6DD22BD}"/>
              </a:ext>
            </a:extLst>
          </p:cNvPr>
          <p:cNvSpPr>
            <a:spLocks/>
          </p:cNvSpPr>
          <p:nvPr/>
        </p:nvSpPr>
        <p:spPr>
          <a:xfrm>
            <a:off x="482237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3AAAFDA4-3174-431F-8F87-B0ABFF30257D}"/>
              </a:ext>
            </a:extLst>
          </p:cNvPr>
          <p:cNvSpPr>
            <a:spLocks/>
          </p:cNvSpPr>
          <p:nvPr/>
        </p:nvSpPr>
        <p:spPr>
          <a:xfrm>
            <a:off x="486521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A6C9D156-B3C3-4F47-8157-078B52893514}"/>
              </a:ext>
            </a:extLst>
          </p:cNvPr>
          <p:cNvSpPr>
            <a:spLocks/>
          </p:cNvSpPr>
          <p:nvPr/>
        </p:nvSpPr>
        <p:spPr>
          <a:xfrm>
            <a:off x="480674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5BCDD709-76DF-4F12-AFE5-1B74C1B65499}"/>
              </a:ext>
            </a:extLst>
          </p:cNvPr>
          <p:cNvSpPr>
            <a:spLocks/>
          </p:cNvSpPr>
          <p:nvPr/>
        </p:nvSpPr>
        <p:spPr>
          <a:xfrm>
            <a:off x="4812308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FBDB193B-8790-4DB3-8542-6780B2FDC8D0}"/>
              </a:ext>
            </a:extLst>
          </p:cNvPr>
          <p:cNvSpPr>
            <a:spLocks/>
          </p:cNvSpPr>
          <p:nvPr/>
        </p:nvSpPr>
        <p:spPr>
          <a:xfrm>
            <a:off x="481113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15B84954-916C-4997-A79C-2E82EFEE6015}"/>
              </a:ext>
            </a:extLst>
          </p:cNvPr>
          <p:cNvSpPr>
            <a:spLocks/>
          </p:cNvSpPr>
          <p:nvPr/>
        </p:nvSpPr>
        <p:spPr>
          <a:xfrm>
            <a:off x="487548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BE66E510-A4C0-4E76-8532-D7482AFC0870}"/>
              </a:ext>
            </a:extLst>
          </p:cNvPr>
          <p:cNvSpPr>
            <a:spLocks/>
          </p:cNvSpPr>
          <p:nvPr/>
        </p:nvSpPr>
        <p:spPr>
          <a:xfrm>
            <a:off x="4790530" y="21647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F8FA8B79-A857-4680-8982-B2A712FFA153}"/>
              </a:ext>
            </a:extLst>
          </p:cNvPr>
          <p:cNvSpPr>
            <a:spLocks/>
          </p:cNvSpPr>
          <p:nvPr/>
        </p:nvSpPr>
        <p:spPr>
          <a:xfrm>
            <a:off x="4784802" y="23334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3D8AE6A4-3141-49DF-89F9-91639DD5F6C4}"/>
              </a:ext>
            </a:extLst>
          </p:cNvPr>
          <p:cNvSpPr>
            <a:spLocks/>
          </p:cNvSpPr>
          <p:nvPr/>
        </p:nvSpPr>
        <p:spPr>
          <a:xfrm>
            <a:off x="489882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63AF3C2F-014C-44C3-A8A4-EAFF7A5AF7C0}"/>
              </a:ext>
            </a:extLst>
          </p:cNvPr>
          <p:cNvSpPr>
            <a:spLocks/>
          </p:cNvSpPr>
          <p:nvPr/>
        </p:nvSpPr>
        <p:spPr>
          <a:xfrm>
            <a:off x="488566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3CE42805-8C83-40B4-9BD7-7CE1AF6C898B}"/>
              </a:ext>
            </a:extLst>
          </p:cNvPr>
          <p:cNvSpPr>
            <a:spLocks/>
          </p:cNvSpPr>
          <p:nvPr/>
        </p:nvSpPr>
        <p:spPr>
          <a:xfrm>
            <a:off x="481684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F4D8DD45-3C38-44B7-B595-80C808DA158F}"/>
              </a:ext>
            </a:extLst>
          </p:cNvPr>
          <p:cNvSpPr>
            <a:spLocks/>
          </p:cNvSpPr>
          <p:nvPr/>
        </p:nvSpPr>
        <p:spPr>
          <a:xfrm>
            <a:off x="483556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42E6095C-D0DB-4D6D-8119-7935399FCD49}"/>
              </a:ext>
            </a:extLst>
          </p:cNvPr>
          <p:cNvSpPr>
            <a:spLocks/>
          </p:cNvSpPr>
          <p:nvPr/>
        </p:nvSpPr>
        <p:spPr>
          <a:xfrm>
            <a:off x="485637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47EBD179-FF56-4036-998B-48A225AD187B}"/>
              </a:ext>
            </a:extLst>
          </p:cNvPr>
          <p:cNvSpPr>
            <a:spLocks/>
          </p:cNvSpPr>
          <p:nvPr/>
        </p:nvSpPr>
        <p:spPr>
          <a:xfrm>
            <a:off x="47862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0611F939-A9D1-4795-82E1-B189CFA817E3}"/>
              </a:ext>
            </a:extLst>
          </p:cNvPr>
          <p:cNvSpPr>
            <a:spLocks/>
          </p:cNvSpPr>
          <p:nvPr/>
        </p:nvSpPr>
        <p:spPr>
          <a:xfrm>
            <a:off x="4789019" y="2382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C5D68C0B-5A1D-41A5-9137-F5605103881C}"/>
              </a:ext>
            </a:extLst>
          </p:cNvPr>
          <p:cNvSpPr>
            <a:spLocks/>
          </p:cNvSpPr>
          <p:nvPr/>
        </p:nvSpPr>
        <p:spPr>
          <a:xfrm>
            <a:off x="4888540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F10479A8-1D73-483A-9D51-65B38E935D31}"/>
              </a:ext>
            </a:extLst>
          </p:cNvPr>
          <p:cNvSpPr>
            <a:spLocks/>
          </p:cNvSpPr>
          <p:nvPr/>
        </p:nvSpPr>
        <p:spPr>
          <a:xfrm>
            <a:off x="482592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DD684110-BB06-4729-B475-0163D5AE14B8}"/>
              </a:ext>
            </a:extLst>
          </p:cNvPr>
          <p:cNvSpPr>
            <a:spLocks/>
          </p:cNvSpPr>
          <p:nvPr/>
        </p:nvSpPr>
        <p:spPr>
          <a:xfrm>
            <a:off x="486387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A9A4445A-31E1-46BB-9316-83A8D90BE917}"/>
              </a:ext>
            </a:extLst>
          </p:cNvPr>
          <p:cNvSpPr>
            <a:spLocks/>
          </p:cNvSpPr>
          <p:nvPr/>
        </p:nvSpPr>
        <p:spPr>
          <a:xfrm>
            <a:off x="4839650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9BE1B8E5-9945-4619-B5D4-EF41424E419B}"/>
              </a:ext>
            </a:extLst>
          </p:cNvPr>
          <p:cNvSpPr>
            <a:spLocks/>
          </p:cNvSpPr>
          <p:nvPr/>
        </p:nvSpPr>
        <p:spPr>
          <a:xfrm>
            <a:off x="489537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5572B072-A4E0-4D2D-A0A4-7AF43538DBDD}"/>
              </a:ext>
            </a:extLst>
          </p:cNvPr>
          <p:cNvSpPr>
            <a:spLocks/>
          </p:cNvSpPr>
          <p:nvPr/>
        </p:nvSpPr>
        <p:spPr>
          <a:xfrm>
            <a:off x="479060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F52ABCF1-D983-45DF-BF16-C4E84BCF1586}"/>
              </a:ext>
            </a:extLst>
          </p:cNvPr>
          <p:cNvSpPr>
            <a:spLocks/>
          </p:cNvSpPr>
          <p:nvPr/>
        </p:nvSpPr>
        <p:spPr>
          <a:xfrm>
            <a:off x="4815541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D4E549FC-D40D-4DBC-A20F-77662F25133B}"/>
              </a:ext>
            </a:extLst>
          </p:cNvPr>
          <p:cNvSpPr>
            <a:spLocks/>
          </p:cNvSpPr>
          <p:nvPr/>
        </p:nvSpPr>
        <p:spPr>
          <a:xfrm>
            <a:off x="488284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3C63EA39-08E5-4F7C-BB81-E2828774E0BA}"/>
              </a:ext>
            </a:extLst>
          </p:cNvPr>
          <p:cNvSpPr>
            <a:spLocks/>
          </p:cNvSpPr>
          <p:nvPr/>
        </p:nvSpPr>
        <p:spPr>
          <a:xfrm>
            <a:off x="4869787" y="2593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EEF925E4-B76B-4579-B1B8-44549BC80400}"/>
              </a:ext>
            </a:extLst>
          </p:cNvPr>
          <p:cNvSpPr>
            <a:spLocks/>
          </p:cNvSpPr>
          <p:nvPr/>
        </p:nvSpPr>
        <p:spPr>
          <a:xfrm>
            <a:off x="482200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6B556AEF-2AF8-4474-B663-DD6E6A2A7FBF}"/>
              </a:ext>
            </a:extLst>
          </p:cNvPr>
          <p:cNvSpPr>
            <a:spLocks/>
          </p:cNvSpPr>
          <p:nvPr/>
        </p:nvSpPr>
        <p:spPr>
          <a:xfrm>
            <a:off x="482948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E7F65A14-2079-4242-8467-0B4231074DAB}"/>
              </a:ext>
            </a:extLst>
          </p:cNvPr>
          <p:cNvSpPr>
            <a:spLocks/>
          </p:cNvSpPr>
          <p:nvPr/>
        </p:nvSpPr>
        <p:spPr>
          <a:xfrm>
            <a:off x="484850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72FB4E86-3321-4612-B5B6-912EC30074FA}"/>
              </a:ext>
            </a:extLst>
          </p:cNvPr>
          <p:cNvSpPr>
            <a:spLocks/>
          </p:cNvSpPr>
          <p:nvPr/>
        </p:nvSpPr>
        <p:spPr>
          <a:xfrm>
            <a:off x="485776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CE5ECC0D-2B78-4579-A0BD-7DF331E22C05}"/>
              </a:ext>
            </a:extLst>
          </p:cNvPr>
          <p:cNvSpPr>
            <a:spLocks/>
          </p:cNvSpPr>
          <p:nvPr/>
        </p:nvSpPr>
        <p:spPr>
          <a:xfrm>
            <a:off x="4816332" y="23768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2EA6CBA7-51F1-4B1A-AE30-5165D02D6EF0}"/>
              </a:ext>
            </a:extLst>
          </p:cNvPr>
          <p:cNvSpPr>
            <a:spLocks/>
          </p:cNvSpPr>
          <p:nvPr/>
        </p:nvSpPr>
        <p:spPr>
          <a:xfrm>
            <a:off x="481373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28FE5FAF-EAD2-4D60-A74C-3D47FFB971AF}"/>
              </a:ext>
            </a:extLst>
          </p:cNvPr>
          <p:cNvSpPr>
            <a:spLocks/>
          </p:cNvSpPr>
          <p:nvPr/>
        </p:nvSpPr>
        <p:spPr>
          <a:xfrm>
            <a:off x="4845646" y="2593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699FC241-C339-4560-B59D-AC76C1C67561}"/>
              </a:ext>
            </a:extLst>
          </p:cNvPr>
          <p:cNvSpPr>
            <a:spLocks/>
          </p:cNvSpPr>
          <p:nvPr/>
        </p:nvSpPr>
        <p:spPr>
          <a:xfrm>
            <a:off x="485109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33889DB9-83DC-4FEB-BDC2-15444EBC9350}"/>
              </a:ext>
            </a:extLst>
          </p:cNvPr>
          <p:cNvSpPr>
            <a:spLocks/>
          </p:cNvSpPr>
          <p:nvPr/>
        </p:nvSpPr>
        <p:spPr>
          <a:xfrm>
            <a:off x="478639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9B3BCD3D-A09D-44E0-A223-02A5F43A3CA6}"/>
              </a:ext>
            </a:extLst>
          </p:cNvPr>
          <p:cNvSpPr>
            <a:spLocks/>
          </p:cNvSpPr>
          <p:nvPr/>
        </p:nvSpPr>
        <p:spPr>
          <a:xfrm>
            <a:off x="479035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51A6BA02-9BDD-47D0-B37D-3834B79861E2}"/>
              </a:ext>
            </a:extLst>
          </p:cNvPr>
          <p:cNvSpPr>
            <a:spLocks/>
          </p:cNvSpPr>
          <p:nvPr/>
        </p:nvSpPr>
        <p:spPr>
          <a:xfrm>
            <a:off x="481578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252EADD8-5D24-4585-9BF2-1E44894AB485}"/>
              </a:ext>
            </a:extLst>
          </p:cNvPr>
          <p:cNvSpPr>
            <a:spLocks/>
          </p:cNvSpPr>
          <p:nvPr/>
        </p:nvSpPr>
        <p:spPr>
          <a:xfrm>
            <a:off x="4781007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4D3150C4-B9DC-4A06-831C-4A35F9EAC040}"/>
              </a:ext>
            </a:extLst>
          </p:cNvPr>
          <p:cNvSpPr>
            <a:spLocks/>
          </p:cNvSpPr>
          <p:nvPr/>
        </p:nvSpPr>
        <p:spPr>
          <a:xfrm>
            <a:off x="487842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8632A3D8-6600-4B2E-A44B-7842BAEBE714}"/>
              </a:ext>
            </a:extLst>
          </p:cNvPr>
          <p:cNvSpPr>
            <a:spLocks/>
          </p:cNvSpPr>
          <p:nvPr/>
        </p:nvSpPr>
        <p:spPr>
          <a:xfrm>
            <a:off x="486550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1A3D4EF8-BB6C-44B2-B18F-33C3913E6889}"/>
              </a:ext>
            </a:extLst>
          </p:cNvPr>
          <p:cNvSpPr>
            <a:spLocks/>
          </p:cNvSpPr>
          <p:nvPr/>
        </p:nvSpPr>
        <p:spPr>
          <a:xfrm>
            <a:off x="4810146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DBF561C5-8DF1-4E4E-A4B6-AD32CB374444}"/>
              </a:ext>
            </a:extLst>
          </p:cNvPr>
          <p:cNvSpPr>
            <a:spLocks/>
          </p:cNvSpPr>
          <p:nvPr/>
        </p:nvSpPr>
        <p:spPr>
          <a:xfrm>
            <a:off x="488451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7" name="data_1106">
            <a:extLst>
              <a:ext uri="{FF2B5EF4-FFF2-40B4-BE49-F238E27FC236}">
                <a16:creationId xmlns:a16="http://schemas.microsoft.com/office/drawing/2014/main" id="{BE15BD36-2574-46B1-9DB7-AAC364584BA8}"/>
              </a:ext>
            </a:extLst>
          </p:cNvPr>
          <p:cNvSpPr>
            <a:spLocks/>
          </p:cNvSpPr>
          <p:nvPr/>
        </p:nvSpPr>
        <p:spPr>
          <a:xfrm>
            <a:off x="478192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8" name="data_1107">
            <a:extLst>
              <a:ext uri="{FF2B5EF4-FFF2-40B4-BE49-F238E27FC236}">
                <a16:creationId xmlns:a16="http://schemas.microsoft.com/office/drawing/2014/main" id="{1EC33A14-7B53-48EF-8A6A-0E78ED724A79}"/>
              </a:ext>
            </a:extLst>
          </p:cNvPr>
          <p:cNvSpPr>
            <a:spLocks/>
          </p:cNvSpPr>
          <p:nvPr/>
        </p:nvSpPr>
        <p:spPr>
          <a:xfrm>
            <a:off x="4831549" y="28061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CCC004AA-20E2-419F-A8F5-1419E4195C0A}"/>
              </a:ext>
            </a:extLst>
          </p:cNvPr>
          <p:cNvSpPr>
            <a:spLocks/>
          </p:cNvSpPr>
          <p:nvPr/>
        </p:nvSpPr>
        <p:spPr>
          <a:xfrm>
            <a:off x="48099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5FAE2D37-14B4-428A-9D70-CECBE8B1D45F}"/>
              </a:ext>
            </a:extLst>
          </p:cNvPr>
          <p:cNvSpPr>
            <a:spLocks/>
          </p:cNvSpPr>
          <p:nvPr/>
        </p:nvSpPr>
        <p:spPr>
          <a:xfrm>
            <a:off x="483207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818FF91E-83A8-4BB7-9561-69040BC9CA1D}"/>
              </a:ext>
            </a:extLst>
          </p:cNvPr>
          <p:cNvSpPr>
            <a:spLocks/>
          </p:cNvSpPr>
          <p:nvPr/>
        </p:nvSpPr>
        <p:spPr>
          <a:xfrm>
            <a:off x="482061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A134CD02-A066-4D22-800E-ABFA4E49A74F}"/>
              </a:ext>
            </a:extLst>
          </p:cNvPr>
          <p:cNvSpPr>
            <a:spLocks/>
          </p:cNvSpPr>
          <p:nvPr/>
        </p:nvSpPr>
        <p:spPr>
          <a:xfrm>
            <a:off x="483630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343AF55B-B5B6-4A53-833F-2233F56347F4}"/>
              </a:ext>
            </a:extLst>
          </p:cNvPr>
          <p:cNvSpPr>
            <a:spLocks/>
          </p:cNvSpPr>
          <p:nvPr/>
        </p:nvSpPr>
        <p:spPr>
          <a:xfrm>
            <a:off x="4839306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036858DE-0563-4ED7-81F0-0631766DEBC8}"/>
              </a:ext>
            </a:extLst>
          </p:cNvPr>
          <p:cNvSpPr>
            <a:spLocks/>
          </p:cNvSpPr>
          <p:nvPr/>
        </p:nvSpPr>
        <p:spPr>
          <a:xfrm>
            <a:off x="482956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55FE6E64-FFEA-4C93-9BA1-645BC22360F2}"/>
              </a:ext>
            </a:extLst>
          </p:cNvPr>
          <p:cNvSpPr>
            <a:spLocks/>
          </p:cNvSpPr>
          <p:nvPr/>
        </p:nvSpPr>
        <p:spPr>
          <a:xfrm>
            <a:off x="481044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377EECCA-17EF-455F-817A-3E98000308C4}"/>
              </a:ext>
            </a:extLst>
          </p:cNvPr>
          <p:cNvSpPr>
            <a:spLocks/>
          </p:cNvSpPr>
          <p:nvPr/>
        </p:nvSpPr>
        <p:spPr>
          <a:xfrm>
            <a:off x="489711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76A8F966-F982-498B-9845-D889E6331871}"/>
              </a:ext>
            </a:extLst>
          </p:cNvPr>
          <p:cNvSpPr>
            <a:spLocks/>
          </p:cNvSpPr>
          <p:nvPr/>
        </p:nvSpPr>
        <p:spPr>
          <a:xfrm>
            <a:off x="486766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353DF0EB-8C7D-40EE-B00E-78A843D39EFE}"/>
              </a:ext>
            </a:extLst>
          </p:cNvPr>
          <p:cNvSpPr>
            <a:spLocks/>
          </p:cNvSpPr>
          <p:nvPr/>
        </p:nvSpPr>
        <p:spPr>
          <a:xfrm>
            <a:off x="478239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802DFF78-5913-48B8-80C1-16FA2B3AFBF7}"/>
              </a:ext>
            </a:extLst>
          </p:cNvPr>
          <p:cNvSpPr>
            <a:spLocks/>
          </p:cNvSpPr>
          <p:nvPr/>
        </p:nvSpPr>
        <p:spPr>
          <a:xfrm>
            <a:off x="4813684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592616EA-E2A6-4239-8358-8B967C05F457}"/>
              </a:ext>
            </a:extLst>
          </p:cNvPr>
          <p:cNvSpPr>
            <a:spLocks/>
          </p:cNvSpPr>
          <p:nvPr/>
        </p:nvSpPr>
        <p:spPr>
          <a:xfrm>
            <a:off x="484521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8AAC966C-E757-4C88-AAEE-443C3DBDBDF9}"/>
              </a:ext>
            </a:extLst>
          </p:cNvPr>
          <p:cNvSpPr>
            <a:spLocks/>
          </p:cNvSpPr>
          <p:nvPr/>
        </p:nvSpPr>
        <p:spPr>
          <a:xfrm>
            <a:off x="480119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9AD4A860-6687-479F-A213-EB105F93684C}"/>
              </a:ext>
            </a:extLst>
          </p:cNvPr>
          <p:cNvSpPr>
            <a:spLocks/>
          </p:cNvSpPr>
          <p:nvPr/>
        </p:nvSpPr>
        <p:spPr>
          <a:xfrm>
            <a:off x="4885986" y="20935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D3A4A957-64B8-4158-B001-1F2F9D41D0FA}"/>
              </a:ext>
            </a:extLst>
          </p:cNvPr>
          <p:cNvSpPr>
            <a:spLocks/>
          </p:cNvSpPr>
          <p:nvPr/>
        </p:nvSpPr>
        <p:spPr>
          <a:xfrm>
            <a:off x="4865798" y="22924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395727C4-65F2-481D-B54F-FEBDFCE68C04}"/>
              </a:ext>
            </a:extLst>
          </p:cNvPr>
          <p:cNvSpPr>
            <a:spLocks/>
          </p:cNvSpPr>
          <p:nvPr/>
        </p:nvSpPr>
        <p:spPr>
          <a:xfrm>
            <a:off x="486658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7073F955-5DBC-4F95-A557-DDE61DEC6060}"/>
              </a:ext>
            </a:extLst>
          </p:cNvPr>
          <p:cNvSpPr>
            <a:spLocks/>
          </p:cNvSpPr>
          <p:nvPr/>
        </p:nvSpPr>
        <p:spPr>
          <a:xfrm>
            <a:off x="487837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9D5EA218-DC0D-4D22-84B9-46451EC81079}"/>
              </a:ext>
            </a:extLst>
          </p:cNvPr>
          <p:cNvSpPr>
            <a:spLocks/>
          </p:cNvSpPr>
          <p:nvPr/>
        </p:nvSpPr>
        <p:spPr>
          <a:xfrm>
            <a:off x="481520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31B99C5B-36DE-4C00-B3B2-ACDE488D2EF0}"/>
              </a:ext>
            </a:extLst>
          </p:cNvPr>
          <p:cNvSpPr>
            <a:spLocks/>
          </p:cNvSpPr>
          <p:nvPr/>
        </p:nvSpPr>
        <p:spPr>
          <a:xfrm>
            <a:off x="4827086" y="28061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A06C3D2A-8532-4EE1-BEEA-03FEC70BF9B9}"/>
              </a:ext>
            </a:extLst>
          </p:cNvPr>
          <p:cNvSpPr>
            <a:spLocks/>
          </p:cNvSpPr>
          <p:nvPr/>
        </p:nvSpPr>
        <p:spPr>
          <a:xfrm>
            <a:off x="479110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1A6FDA46-B533-4942-B328-F84D4E26C13D}"/>
              </a:ext>
            </a:extLst>
          </p:cNvPr>
          <p:cNvSpPr>
            <a:spLocks/>
          </p:cNvSpPr>
          <p:nvPr/>
        </p:nvSpPr>
        <p:spPr>
          <a:xfrm>
            <a:off x="4798124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B4A0BB49-E17C-4612-9195-B468D566B778}"/>
              </a:ext>
            </a:extLst>
          </p:cNvPr>
          <p:cNvSpPr>
            <a:spLocks/>
          </p:cNvSpPr>
          <p:nvPr/>
        </p:nvSpPr>
        <p:spPr>
          <a:xfrm>
            <a:off x="4833584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BD9D6EDB-D889-41B5-A93F-AA65AC7F3500}"/>
              </a:ext>
            </a:extLst>
          </p:cNvPr>
          <p:cNvSpPr>
            <a:spLocks/>
          </p:cNvSpPr>
          <p:nvPr/>
        </p:nvSpPr>
        <p:spPr>
          <a:xfrm>
            <a:off x="4839541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73C76D13-51B4-4CEF-89FA-6CB11EA2752A}"/>
              </a:ext>
            </a:extLst>
          </p:cNvPr>
          <p:cNvSpPr>
            <a:spLocks/>
          </p:cNvSpPr>
          <p:nvPr/>
        </p:nvSpPr>
        <p:spPr>
          <a:xfrm>
            <a:off x="4858697" y="25414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4AF1AC6D-CD8F-432D-B961-4D1AC17117CB}"/>
              </a:ext>
            </a:extLst>
          </p:cNvPr>
          <p:cNvSpPr>
            <a:spLocks/>
          </p:cNvSpPr>
          <p:nvPr/>
        </p:nvSpPr>
        <p:spPr>
          <a:xfrm>
            <a:off x="4855831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77155D72-F1DC-4035-8ED7-29FC93E79B12}"/>
              </a:ext>
            </a:extLst>
          </p:cNvPr>
          <p:cNvSpPr>
            <a:spLocks/>
          </p:cNvSpPr>
          <p:nvPr/>
        </p:nvSpPr>
        <p:spPr>
          <a:xfrm>
            <a:off x="4895573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5" name="data_1134">
            <a:extLst>
              <a:ext uri="{FF2B5EF4-FFF2-40B4-BE49-F238E27FC236}">
                <a16:creationId xmlns:a16="http://schemas.microsoft.com/office/drawing/2014/main" id="{872F6BD4-4890-485A-8446-7A3A5EC20B0F}"/>
              </a:ext>
            </a:extLst>
          </p:cNvPr>
          <p:cNvSpPr>
            <a:spLocks/>
          </p:cNvSpPr>
          <p:nvPr/>
        </p:nvSpPr>
        <p:spPr>
          <a:xfrm>
            <a:off x="4827855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24582915-A739-4350-BAEF-D4F6D9D62389}"/>
              </a:ext>
            </a:extLst>
          </p:cNvPr>
          <p:cNvSpPr>
            <a:spLocks/>
          </p:cNvSpPr>
          <p:nvPr/>
        </p:nvSpPr>
        <p:spPr>
          <a:xfrm>
            <a:off x="479688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7" name="data_1136">
            <a:extLst>
              <a:ext uri="{FF2B5EF4-FFF2-40B4-BE49-F238E27FC236}">
                <a16:creationId xmlns:a16="http://schemas.microsoft.com/office/drawing/2014/main" id="{69D32341-04BE-457A-A8DE-41B950DDB0B5}"/>
              </a:ext>
            </a:extLst>
          </p:cNvPr>
          <p:cNvSpPr>
            <a:spLocks/>
          </p:cNvSpPr>
          <p:nvPr/>
        </p:nvSpPr>
        <p:spPr>
          <a:xfrm>
            <a:off x="481829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06D1CA7B-4FA0-4B95-8A28-D42D1071B1DA}"/>
              </a:ext>
            </a:extLst>
          </p:cNvPr>
          <p:cNvSpPr>
            <a:spLocks/>
          </p:cNvSpPr>
          <p:nvPr/>
        </p:nvSpPr>
        <p:spPr>
          <a:xfrm>
            <a:off x="4813002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1138">
            <a:extLst>
              <a:ext uri="{FF2B5EF4-FFF2-40B4-BE49-F238E27FC236}">
                <a16:creationId xmlns:a16="http://schemas.microsoft.com/office/drawing/2014/main" id="{07BD47AB-5DDF-4909-9D91-E6106EE5AAE7}"/>
              </a:ext>
            </a:extLst>
          </p:cNvPr>
          <p:cNvSpPr>
            <a:spLocks/>
          </p:cNvSpPr>
          <p:nvPr/>
        </p:nvSpPr>
        <p:spPr>
          <a:xfrm>
            <a:off x="4800502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1139">
            <a:extLst>
              <a:ext uri="{FF2B5EF4-FFF2-40B4-BE49-F238E27FC236}">
                <a16:creationId xmlns:a16="http://schemas.microsoft.com/office/drawing/2014/main" id="{86A32C33-8A9A-48E2-96E6-3E7711991682}"/>
              </a:ext>
            </a:extLst>
          </p:cNvPr>
          <p:cNvSpPr>
            <a:spLocks/>
          </p:cNvSpPr>
          <p:nvPr/>
        </p:nvSpPr>
        <p:spPr>
          <a:xfrm>
            <a:off x="4837384" y="29963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1140">
            <a:extLst>
              <a:ext uri="{FF2B5EF4-FFF2-40B4-BE49-F238E27FC236}">
                <a16:creationId xmlns:a16="http://schemas.microsoft.com/office/drawing/2014/main" id="{BEF4465A-91BB-404A-98C5-26D274D5C46F}"/>
              </a:ext>
            </a:extLst>
          </p:cNvPr>
          <p:cNvSpPr>
            <a:spLocks/>
          </p:cNvSpPr>
          <p:nvPr/>
        </p:nvSpPr>
        <p:spPr>
          <a:xfrm>
            <a:off x="484062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1141">
            <a:extLst>
              <a:ext uri="{FF2B5EF4-FFF2-40B4-BE49-F238E27FC236}">
                <a16:creationId xmlns:a16="http://schemas.microsoft.com/office/drawing/2014/main" id="{12B12B04-2380-48CB-88B3-25945EA2986C}"/>
              </a:ext>
            </a:extLst>
          </p:cNvPr>
          <p:cNvSpPr>
            <a:spLocks/>
          </p:cNvSpPr>
          <p:nvPr/>
        </p:nvSpPr>
        <p:spPr>
          <a:xfrm>
            <a:off x="4878076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AC5D4DDB-75E6-484B-8A2E-3F15DE6C80B5}"/>
              </a:ext>
            </a:extLst>
          </p:cNvPr>
          <p:cNvSpPr>
            <a:spLocks/>
          </p:cNvSpPr>
          <p:nvPr/>
        </p:nvSpPr>
        <p:spPr>
          <a:xfrm>
            <a:off x="484269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E7481EEA-09A9-4AF4-8F67-32BD5C36733A}"/>
              </a:ext>
            </a:extLst>
          </p:cNvPr>
          <p:cNvSpPr>
            <a:spLocks/>
          </p:cNvSpPr>
          <p:nvPr/>
        </p:nvSpPr>
        <p:spPr>
          <a:xfrm>
            <a:off x="488568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1144">
            <a:extLst>
              <a:ext uri="{FF2B5EF4-FFF2-40B4-BE49-F238E27FC236}">
                <a16:creationId xmlns:a16="http://schemas.microsoft.com/office/drawing/2014/main" id="{4B763DEF-B7B6-4D17-BB05-6B90BB4139B7}"/>
              </a:ext>
            </a:extLst>
          </p:cNvPr>
          <p:cNvSpPr>
            <a:spLocks/>
          </p:cNvSpPr>
          <p:nvPr/>
        </p:nvSpPr>
        <p:spPr>
          <a:xfrm>
            <a:off x="480876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7CBC0522-BE3F-4D8C-B0FC-B822F4710B1C}"/>
              </a:ext>
            </a:extLst>
          </p:cNvPr>
          <p:cNvSpPr>
            <a:spLocks/>
          </p:cNvSpPr>
          <p:nvPr/>
        </p:nvSpPr>
        <p:spPr>
          <a:xfrm>
            <a:off x="48171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1696C347-E3E1-42EF-A172-F47C16CBB97C}"/>
              </a:ext>
            </a:extLst>
          </p:cNvPr>
          <p:cNvSpPr>
            <a:spLocks/>
          </p:cNvSpPr>
          <p:nvPr/>
        </p:nvSpPr>
        <p:spPr>
          <a:xfrm>
            <a:off x="4881908" y="2073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1147">
            <a:extLst>
              <a:ext uri="{FF2B5EF4-FFF2-40B4-BE49-F238E27FC236}">
                <a16:creationId xmlns:a16="http://schemas.microsoft.com/office/drawing/2014/main" id="{6AC73FE9-1A04-46EF-9252-E54BD8D6DA54}"/>
              </a:ext>
            </a:extLst>
          </p:cNvPr>
          <p:cNvSpPr>
            <a:spLocks/>
          </p:cNvSpPr>
          <p:nvPr/>
        </p:nvSpPr>
        <p:spPr>
          <a:xfrm>
            <a:off x="480733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D4319E90-5519-4EA5-9EC6-E54C2A90D544}"/>
              </a:ext>
            </a:extLst>
          </p:cNvPr>
          <p:cNvSpPr>
            <a:spLocks/>
          </p:cNvSpPr>
          <p:nvPr/>
        </p:nvSpPr>
        <p:spPr>
          <a:xfrm>
            <a:off x="4821819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8B8D8568-FAD1-458B-AB24-7C854953F138}"/>
              </a:ext>
            </a:extLst>
          </p:cNvPr>
          <p:cNvSpPr>
            <a:spLocks/>
          </p:cNvSpPr>
          <p:nvPr/>
        </p:nvSpPr>
        <p:spPr>
          <a:xfrm>
            <a:off x="484296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1150">
            <a:extLst>
              <a:ext uri="{FF2B5EF4-FFF2-40B4-BE49-F238E27FC236}">
                <a16:creationId xmlns:a16="http://schemas.microsoft.com/office/drawing/2014/main" id="{B2C4020A-3873-4C31-8FE6-B2190F6DC965}"/>
              </a:ext>
            </a:extLst>
          </p:cNvPr>
          <p:cNvSpPr>
            <a:spLocks/>
          </p:cNvSpPr>
          <p:nvPr/>
        </p:nvSpPr>
        <p:spPr>
          <a:xfrm>
            <a:off x="486666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1151">
            <a:extLst>
              <a:ext uri="{FF2B5EF4-FFF2-40B4-BE49-F238E27FC236}">
                <a16:creationId xmlns:a16="http://schemas.microsoft.com/office/drawing/2014/main" id="{5EB1FC50-50E6-4152-A33E-E34870D98A17}"/>
              </a:ext>
            </a:extLst>
          </p:cNvPr>
          <p:cNvSpPr>
            <a:spLocks/>
          </p:cNvSpPr>
          <p:nvPr/>
        </p:nvSpPr>
        <p:spPr>
          <a:xfrm>
            <a:off x="484447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3707DE4B-0AE7-4DA3-AD52-1840615868C6}"/>
              </a:ext>
            </a:extLst>
          </p:cNvPr>
          <p:cNvSpPr>
            <a:spLocks/>
          </p:cNvSpPr>
          <p:nvPr/>
        </p:nvSpPr>
        <p:spPr>
          <a:xfrm>
            <a:off x="537454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98C7CDD8-C7D0-4F72-9B11-6956DFEB3748}"/>
              </a:ext>
            </a:extLst>
          </p:cNvPr>
          <p:cNvSpPr>
            <a:spLocks/>
          </p:cNvSpPr>
          <p:nvPr/>
        </p:nvSpPr>
        <p:spPr>
          <a:xfrm>
            <a:off x="538323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E32D8AA7-77B8-4819-B4D4-F4FAB8F0F65E}"/>
              </a:ext>
            </a:extLst>
          </p:cNvPr>
          <p:cNvSpPr>
            <a:spLocks/>
          </p:cNvSpPr>
          <p:nvPr/>
        </p:nvSpPr>
        <p:spPr>
          <a:xfrm>
            <a:off x="535823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5747560F-8F1D-400F-99BC-AE97F6CA4C92}"/>
              </a:ext>
            </a:extLst>
          </p:cNvPr>
          <p:cNvSpPr>
            <a:spLocks/>
          </p:cNvSpPr>
          <p:nvPr/>
        </p:nvSpPr>
        <p:spPr>
          <a:xfrm>
            <a:off x="53568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A0DC0ACD-38D4-4938-86B2-EFC0DF5D2B8F}"/>
              </a:ext>
            </a:extLst>
          </p:cNvPr>
          <p:cNvSpPr>
            <a:spLocks/>
          </p:cNvSpPr>
          <p:nvPr/>
        </p:nvSpPr>
        <p:spPr>
          <a:xfrm>
            <a:off x="5357511" y="29628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1A383DCF-4660-4D3B-9275-D79A74817AD2}"/>
              </a:ext>
            </a:extLst>
          </p:cNvPr>
          <p:cNvSpPr>
            <a:spLocks/>
          </p:cNvSpPr>
          <p:nvPr/>
        </p:nvSpPr>
        <p:spPr>
          <a:xfrm>
            <a:off x="54038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6846A365-BCD4-4DCC-BC93-CFEF3A9BEDE3}"/>
              </a:ext>
            </a:extLst>
          </p:cNvPr>
          <p:cNvSpPr>
            <a:spLocks/>
          </p:cNvSpPr>
          <p:nvPr/>
        </p:nvSpPr>
        <p:spPr>
          <a:xfrm>
            <a:off x="536903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CD4EBB4E-C3B9-42B9-A63D-B7DC7F87ED0A}"/>
              </a:ext>
            </a:extLst>
          </p:cNvPr>
          <p:cNvSpPr>
            <a:spLocks/>
          </p:cNvSpPr>
          <p:nvPr/>
        </p:nvSpPr>
        <p:spPr>
          <a:xfrm>
            <a:off x="5379407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9E59048E-05D7-4926-8192-7144602CC819}"/>
              </a:ext>
            </a:extLst>
          </p:cNvPr>
          <p:cNvSpPr>
            <a:spLocks/>
          </p:cNvSpPr>
          <p:nvPr/>
        </p:nvSpPr>
        <p:spPr>
          <a:xfrm>
            <a:off x="531964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63C79D00-7EC2-4ECC-9854-CE57FBD504DF}"/>
              </a:ext>
            </a:extLst>
          </p:cNvPr>
          <p:cNvSpPr>
            <a:spLocks/>
          </p:cNvSpPr>
          <p:nvPr/>
        </p:nvSpPr>
        <p:spPr>
          <a:xfrm>
            <a:off x="5426976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959E194E-1604-4971-B8C5-2BA551E48022}"/>
              </a:ext>
            </a:extLst>
          </p:cNvPr>
          <p:cNvSpPr>
            <a:spLocks/>
          </p:cNvSpPr>
          <p:nvPr/>
        </p:nvSpPr>
        <p:spPr>
          <a:xfrm>
            <a:off x="5411623" y="293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491DE583-CE12-44A3-B269-9483AD92A4EC}"/>
              </a:ext>
            </a:extLst>
          </p:cNvPr>
          <p:cNvSpPr>
            <a:spLocks/>
          </p:cNvSpPr>
          <p:nvPr/>
        </p:nvSpPr>
        <p:spPr>
          <a:xfrm>
            <a:off x="5332540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99FE74A3-C8D8-4136-AD3A-B8225E3B42A7}"/>
              </a:ext>
            </a:extLst>
          </p:cNvPr>
          <p:cNvSpPr>
            <a:spLocks/>
          </p:cNvSpPr>
          <p:nvPr/>
        </p:nvSpPr>
        <p:spPr>
          <a:xfrm>
            <a:off x="5360024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A31A0571-1F06-472D-83CA-87209990A233}"/>
              </a:ext>
            </a:extLst>
          </p:cNvPr>
          <p:cNvSpPr>
            <a:spLocks/>
          </p:cNvSpPr>
          <p:nvPr/>
        </p:nvSpPr>
        <p:spPr>
          <a:xfrm>
            <a:off x="5431060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A5A78DAE-E39E-4E27-AF44-47F16ECDD6CD}"/>
              </a:ext>
            </a:extLst>
          </p:cNvPr>
          <p:cNvSpPr>
            <a:spLocks/>
          </p:cNvSpPr>
          <p:nvPr/>
        </p:nvSpPr>
        <p:spPr>
          <a:xfrm>
            <a:off x="531615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88002FDC-8D43-4391-B7B8-995CFEC682D4}"/>
              </a:ext>
            </a:extLst>
          </p:cNvPr>
          <p:cNvSpPr>
            <a:spLocks/>
          </p:cNvSpPr>
          <p:nvPr/>
        </p:nvSpPr>
        <p:spPr>
          <a:xfrm>
            <a:off x="5373579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4DFC60C9-4D34-4437-893A-42B466C874DA}"/>
              </a:ext>
            </a:extLst>
          </p:cNvPr>
          <p:cNvSpPr>
            <a:spLocks/>
          </p:cNvSpPr>
          <p:nvPr/>
        </p:nvSpPr>
        <p:spPr>
          <a:xfrm>
            <a:off x="537956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0DD181C0-B033-4C53-BB98-9B79D54E5E3D}"/>
              </a:ext>
            </a:extLst>
          </p:cNvPr>
          <p:cNvSpPr>
            <a:spLocks/>
          </p:cNvSpPr>
          <p:nvPr/>
        </p:nvSpPr>
        <p:spPr>
          <a:xfrm>
            <a:off x="537199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C65F189A-A19E-4B4C-B0E5-1C230D9F3AE7}"/>
              </a:ext>
            </a:extLst>
          </p:cNvPr>
          <p:cNvSpPr>
            <a:spLocks/>
          </p:cNvSpPr>
          <p:nvPr/>
        </p:nvSpPr>
        <p:spPr>
          <a:xfrm>
            <a:off x="5431770" y="28061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45471B13-578A-49FC-B5ED-5171F9CAB713}"/>
              </a:ext>
            </a:extLst>
          </p:cNvPr>
          <p:cNvSpPr>
            <a:spLocks/>
          </p:cNvSpPr>
          <p:nvPr/>
        </p:nvSpPr>
        <p:spPr>
          <a:xfrm>
            <a:off x="5414948" y="29508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7A8FCDB8-B596-4292-B41A-FA96E8F5F02D}"/>
              </a:ext>
            </a:extLst>
          </p:cNvPr>
          <p:cNvSpPr>
            <a:spLocks/>
          </p:cNvSpPr>
          <p:nvPr/>
        </p:nvSpPr>
        <p:spPr>
          <a:xfrm>
            <a:off x="532485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5EF15CE4-337B-44E3-847D-43A87D864BA1}"/>
              </a:ext>
            </a:extLst>
          </p:cNvPr>
          <p:cNvSpPr>
            <a:spLocks/>
          </p:cNvSpPr>
          <p:nvPr/>
        </p:nvSpPr>
        <p:spPr>
          <a:xfrm>
            <a:off x="533819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54D09DF4-8D02-4B11-A0AF-E421BF4EB362}"/>
              </a:ext>
            </a:extLst>
          </p:cNvPr>
          <p:cNvSpPr>
            <a:spLocks/>
          </p:cNvSpPr>
          <p:nvPr/>
        </p:nvSpPr>
        <p:spPr>
          <a:xfrm>
            <a:off x="5351719" y="2905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932D064A-8BC0-4B25-B80D-0628743AA0F1}"/>
              </a:ext>
            </a:extLst>
          </p:cNvPr>
          <p:cNvSpPr>
            <a:spLocks/>
          </p:cNvSpPr>
          <p:nvPr/>
        </p:nvSpPr>
        <p:spPr>
          <a:xfrm>
            <a:off x="5373525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0E0F3C8D-15F6-4AD5-A0AE-FB9B7437FAA8}"/>
              </a:ext>
            </a:extLst>
          </p:cNvPr>
          <p:cNvSpPr>
            <a:spLocks/>
          </p:cNvSpPr>
          <p:nvPr/>
        </p:nvSpPr>
        <p:spPr>
          <a:xfrm>
            <a:off x="540953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8C23329E-F3F9-488B-B227-7C8F81F9448F}"/>
              </a:ext>
            </a:extLst>
          </p:cNvPr>
          <p:cNvSpPr>
            <a:spLocks/>
          </p:cNvSpPr>
          <p:nvPr/>
        </p:nvSpPr>
        <p:spPr>
          <a:xfrm>
            <a:off x="538806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03E857F0-BA34-4711-9340-E71C5AD9BBE1}"/>
              </a:ext>
            </a:extLst>
          </p:cNvPr>
          <p:cNvSpPr>
            <a:spLocks/>
          </p:cNvSpPr>
          <p:nvPr/>
        </p:nvSpPr>
        <p:spPr>
          <a:xfrm>
            <a:off x="541620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2591EA9A-5843-4CE7-A570-8EAACB7B8285}"/>
              </a:ext>
            </a:extLst>
          </p:cNvPr>
          <p:cNvSpPr>
            <a:spLocks/>
          </p:cNvSpPr>
          <p:nvPr/>
        </p:nvSpPr>
        <p:spPr>
          <a:xfrm>
            <a:off x="534064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5B081E3A-4971-489D-BD53-01010F20A1AF}"/>
              </a:ext>
            </a:extLst>
          </p:cNvPr>
          <p:cNvSpPr>
            <a:spLocks/>
          </p:cNvSpPr>
          <p:nvPr/>
        </p:nvSpPr>
        <p:spPr>
          <a:xfrm>
            <a:off x="5381621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BCCC3574-3C8C-4FBB-A631-3BFE666706B2}"/>
              </a:ext>
            </a:extLst>
          </p:cNvPr>
          <p:cNvSpPr>
            <a:spLocks/>
          </p:cNvSpPr>
          <p:nvPr/>
        </p:nvSpPr>
        <p:spPr>
          <a:xfrm>
            <a:off x="5382289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D018582D-D2E8-43D0-ADCD-20A892ACAA5D}"/>
              </a:ext>
            </a:extLst>
          </p:cNvPr>
          <p:cNvSpPr>
            <a:spLocks/>
          </p:cNvSpPr>
          <p:nvPr/>
        </p:nvSpPr>
        <p:spPr>
          <a:xfrm>
            <a:off x="531542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E4E0C2A8-DEDE-4C3A-9E03-9A8C44FC2920}"/>
              </a:ext>
            </a:extLst>
          </p:cNvPr>
          <p:cNvSpPr>
            <a:spLocks/>
          </p:cNvSpPr>
          <p:nvPr/>
        </p:nvSpPr>
        <p:spPr>
          <a:xfrm>
            <a:off x="5319001" y="34233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9A4886F4-119A-4948-83F8-2D3CD2B47736}"/>
              </a:ext>
            </a:extLst>
          </p:cNvPr>
          <p:cNvSpPr>
            <a:spLocks/>
          </p:cNvSpPr>
          <p:nvPr/>
        </p:nvSpPr>
        <p:spPr>
          <a:xfrm>
            <a:off x="534986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B5CDF52F-7345-4DC8-A519-31DBAA79A818}"/>
              </a:ext>
            </a:extLst>
          </p:cNvPr>
          <p:cNvSpPr>
            <a:spLocks/>
          </p:cNvSpPr>
          <p:nvPr/>
        </p:nvSpPr>
        <p:spPr>
          <a:xfrm>
            <a:off x="5336541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77971A6F-6A9A-4BE8-BD4F-A6340471FEED}"/>
              </a:ext>
            </a:extLst>
          </p:cNvPr>
          <p:cNvSpPr>
            <a:spLocks/>
          </p:cNvSpPr>
          <p:nvPr/>
        </p:nvSpPr>
        <p:spPr>
          <a:xfrm>
            <a:off x="536569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68EDB731-4AA8-4F2F-A0D0-F1792C476E00}"/>
              </a:ext>
            </a:extLst>
          </p:cNvPr>
          <p:cNvSpPr>
            <a:spLocks/>
          </p:cNvSpPr>
          <p:nvPr/>
        </p:nvSpPr>
        <p:spPr>
          <a:xfrm>
            <a:off x="534973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09726CBB-8165-4CE9-84C4-1FBACA88F6DC}"/>
              </a:ext>
            </a:extLst>
          </p:cNvPr>
          <p:cNvSpPr>
            <a:spLocks/>
          </p:cNvSpPr>
          <p:nvPr/>
        </p:nvSpPr>
        <p:spPr>
          <a:xfrm>
            <a:off x="540267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FBA32CC8-86AA-4A92-8C85-75A7655160A7}"/>
              </a:ext>
            </a:extLst>
          </p:cNvPr>
          <p:cNvSpPr>
            <a:spLocks/>
          </p:cNvSpPr>
          <p:nvPr/>
        </p:nvSpPr>
        <p:spPr>
          <a:xfrm>
            <a:off x="5399530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45ACFF20-3EC9-4E50-AA02-31100253E87F}"/>
              </a:ext>
            </a:extLst>
          </p:cNvPr>
          <p:cNvSpPr>
            <a:spLocks/>
          </p:cNvSpPr>
          <p:nvPr/>
        </p:nvSpPr>
        <p:spPr>
          <a:xfrm>
            <a:off x="53128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D1E7EAE8-0C11-440A-BB62-25D5EE04F05A}"/>
              </a:ext>
            </a:extLst>
          </p:cNvPr>
          <p:cNvSpPr>
            <a:spLocks/>
          </p:cNvSpPr>
          <p:nvPr/>
        </p:nvSpPr>
        <p:spPr>
          <a:xfrm>
            <a:off x="5360520" y="24959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765D9649-EC97-4F32-8961-5EB0CFDFF424}"/>
              </a:ext>
            </a:extLst>
          </p:cNvPr>
          <p:cNvSpPr>
            <a:spLocks/>
          </p:cNvSpPr>
          <p:nvPr/>
        </p:nvSpPr>
        <p:spPr>
          <a:xfrm>
            <a:off x="537332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4927F7E3-6152-4A10-B505-F7387C96B423}"/>
              </a:ext>
            </a:extLst>
          </p:cNvPr>
          <p:cNvSpPr>
            <a:spLocks/>
          </p:cNvSpPr>
          <p:nvPr/>
        </p:nvSpPr>
        <p:spPr>
          <a:xfrm>
            <a:off x="5375836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2099AFE2-F0E6-472D-A8B4-B8C658BFA28E}"/>
              </a:ext>
            </a:extLst>
          </p:cNvPr>
          <p:cNvSpPr>
            <a:spLocks/>
          </p:cNvSpPr>
          <p:nvPr/>
        </p:nvSpPr>
        <p:spPr>
          <a:xfrm>
            <a:off x="537077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1E220A81-AEEB-468B-BA9A-565ABE9D8321}"/>
              </a:ext>
            </a:extLst>
          </p:cNvPr>
          <p:cNvSpPr>
            <a:spLocks/>
          </p:cNvSpPr>
          <p:nvPr/>
        </p:nvSpPr>
        <p:spPr>
          <a:xfrm>
            <a:off x="540932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ECBFBEF4-E712-471D-8178-7C2FEE5B82C5}"/>
              </a:ext>
            </a:extLst>
          </p:cNvPr>
          <p:cNvSpPr>
            <a:spLocks/>
          </p:cNvSpPr>
          <p:nvPr/>
        </p:nvSpPr>
        <p:spPr>
          <a:xfrm>
            <a:off x="53235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7CCF6E9E-9297-4018-8C84-51AD12EE5A4A}"/>
              </a:ext>
            </a:extLst>
          </p:cNvPr>
          <p:cNvSpPr>
            <a:spLocks/>
          </p:cNvSpPr>
          <p:nvPr/>
        </p:nvSpPr>
        <p:spPr>
          <a:xfrm>
            <a:off x="532271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2DEA42FE-C062-4876-807A-878D1E2C2EAB}"/>
              </a:ext>
            </a:extLst>
          </p:cNvPr>
          <p:cNvSpPr>
            <a:spLocks/>
          </p:cNvSpPr>
          <p:nvPr/>
        </p:nvSpPr>
        <p:spPr>
          <a:xfrm>
            <a:off x="5338543" y="226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52B8DE12-DB4D-42F7-8EDA-6862466D0045}"/>
              </a:ext>
            </a:extLst>
          </p:cNvPr>
          <p:cNvSpPr>
            <a:spLocks/>
          </p:cNvSpPr>
          <p:nvPr/>
        </p:nvSpPr>
        <p:spPr>
          <a:xfrm>
            <a:off x="53834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7228B863-3DCC-4F7B-A754-EE48DDFCB12C}"/>
              </a:ext>
            </a:extLst>
          </p:cNvPr>
          <p:cNvSpPr>
            <a:spLocks/>
          </p:cNvSpPr>
          <p:nvPr/>
        </p:nvSpPr>
        <p:spPr>
          <a:xfrm>
            <a:off x="536237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5B3941C6-93B1-4B1A-83B0-0A94645091D4}"/>
              </a:ext>
            </a:extLst>
          </p:cNvPr>
          <p:cNvSpPr>
            <a:spLocks/>
          </p:cNvSpPr>
          <p:nvPr/>
        </p:nvSpPr>
        <p:spPr>
          <a:xfrm>
            <a:off x="5411194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D1E31720-3F36-464F-BE10-B3970119E4E4}"/>
              </a:ext>
            </a:extLst>
          </p:cNvPr>
          <p:cNvSpPr>
            <a:spLocks/>
          </p:cNvSpPr>
          <p:nvPr/>
        </p:nvSpPr>
        <p:spPr>
          <a:xfrm>
            <a:off x="541383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CAEB5928-B424-41D9-8A47-44705B7FE35A}"/>
              </a:ext>
            </a:extLst>
          </p:cNvPr>
          <p:cNvSpPr>
            <a:spLocks/>
          </p:cNvSpPr>
          <p:nvPr/>
        </p:nvSpPr>
        <p:spPr>
          <a:xfrm>
            <a:off x="534775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318647D4-0B8C-41B0-8553-8EF63C39EFAE}"/>
              </a:ext>
            </a:extLst>
          </p:cNvPr>
          <p:cNvSpPr>
            <a:spLocks/>
          </p:cNvSpPr>
          <p:nvPr/>
        </p:nvSpPr>
        <p:spPr>
          <a:xfrm>
            <a:off x="535371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FA54203C-05C1-414F-8D09-924172862619}"/>
              </a:ext>
            </a:extLst>
          </p:cNvPr>
          <p:cNvSpPr>
            <a:spLocks/>
          </p:cNvSpPr>
          <p:nvPr/>
        </p:nvSpPr>
        <p:spPr>
          <a:xfrm>
            <a:off x="5341132" y="29093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A934EBB6-A359-4B28-BDFD-966999C27DCF}"/>
              </a:ext>
            </a:extLst>
          </p:cNvPr>
          <p:cNvSpPr>
            <a:spLocks/>
          </p:cNvSpPr>
          <p:nvPr/>
        </p:nvSpPr>
        <p:spPr>
          <a:xfrm>
            <a:off x="537987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B151AF2B-3A79-45E9-9B90-C086E1956CD5}"/>
              </a:ext>
            </a:extLst>
          </p:cNvPr>
          <p:cNvSpPr>
            <a:spLocks/>
          </p:cNvSpPr>
          <p:nvPr/>
        </p:nvSpPr>
        <p:spPr>
          <a:xfrm>
            <a:off x="5396925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181F39C7-A6A8-4C64-8CF5-F2FE3B15D668}"/>
              </a:ext>
            </a:extLst>
          </p:cNvPr>
          <p:cNvSpPr>
            <a:spLocks/>
          </p:cNvSpPr>
          <p:nvPr/>
        </p:nvSpPr>
        <p:spPr>
          <a:xfrm>
            <a:off x="5374712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B15DA6C5-0719-4675-A3E6-F2CF6EF6E28C}"/>
              </a:ext>
            </a:extLst>
          </p:cNvPr>
          <p:cNvSpPr>
            <a:spLocks/>
          </p:cNvSpPr>
          <p:nvPr/>
        </p:nvSpPr>
        <p:spPr>
          <a:xfrm>
            <a:off x="542452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2287B1EA-AC27-41CD-A949-75819DE6BE43}"/>
              </a:ext>
            </a:extLst>
          </p:cNvPr>
          <p:cNvSpPr>
            <a:spLocks/>
          </p:cNvSpPr>
          <p:nvPr/>
        </p:nvSpPr>
        <p:spPr>
          <a:xfrm>
            <a:off x="5429745" y="36039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8BCB71FC-05B8-4820-B576-EA3073077046}"/>
              </a:ext>
            </a:extLst>
          </p:cNvPr>
          <p:cNvSpPr>
            <a:spLocks/>
          </p:cNvSpPr>
          <p:nvPr/>
        </p:nvSpPr>
        <p:spPr>
          <a:xfrm>
            <a:off x="5382093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476AD4E7-4CBE-4816-A81E-F601FA2EC073}"/>
              </a:ext>
            </a:extLst>
          </p:cNvPr>
          <p:cNvSpPr>
            <a:spLocks/>
          </p:cNvSpPr>
          <p:nvPr/>
        </p:nvSpPr>
        <p:spPr>
          <a:xfrm>
            <a:off x="536979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7B89E8DC-4629-48C4-86BC-AC9A5C072138}"/>
              </a:ext>
            </a:extLst>
          </p:cNvPr>
          <p:cNvSpPr>
            <a:spLocks/>
          </p:cNvSpPr>
          <p:nvPr/>
        </p:nvSpPr>
        <p:spPr>
          <a:xfrm>
            <a:off x="53838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D7C34384-DB11-452E-B3EA-5ABD2A1C3DA0}"/>
              </a:ext>
            </a:extLst>
          </p:cNvPr>
          <p:cNvSpPr>
            <a:spLocks/>
          </p:cNvSpPr>
          <p:nvPr/>
        </p:nvSpPr>
        <p:spPr>
          <a:xfrm>
            <a:off x="538805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6901AE55-BEA7-4EE9-9852-C3FAA0F54B4C}"/>
              </a:ext>
            </a:extLst>
          </p:cNvPr>
          <p:cNvSpPr>
            <a:spLocks/>
          </p:cNvSpPr>
          <p:nvPr/>
        </p:nvSpPr>
        <p:spPr>
          <a:xfrm>
            <a:off x="533733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AAAE76EB-F581-41EF-9336-4B29638AF14B}"/>
              </a:ext>
            </a:extLst>
          </p:cNvPr>
          <p:cNvSpPr>
            <a:spLocks/>
          </p:cNvSpPr>
          <p:nvPr/>
        </p:nvSpPr>
        <p:spPr>
          <a:xfrm>
            <a:off x="5396297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13206353-9BC8-4B7E-8A15-358212B0EAA8}"/>
              </a:ext>
            </a:extLst>
          </p:cNvPr>
          <p:cNvSpPr>
            <a:spLocks/>
          </p:cNvSpPr>
          <p:nvPr/>
        </p:nvSpPr>
        <p:spPr>
          <a:xfrm>
            <a:off x="5418859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0A98FD1F-2908-42B4-BE28-037631406185}"/>
              </a:ext>
            </a:extLst>
          </p:cNvPr>
          <p:cNvSpPr>
            <a:spLocks/>
          </p:cNvSpPr>
          <p:nvPr/>
        </p:nvSpPr>
        <p:spPr>
          <a:xfrm>
            <a:off x="534181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D8F2F368-0220-4C90-9F99-66417497228D}"/>
              </a:ext>
            </a:extLst>
          </p:cNvPr>
          <p:cNvSpPr>
            <a:spLocks/>
          </p:cNvSpPr>
          <p:nvPr/>
        </p:nvSpPr>
        <p:spPr>
          <a:xfrm>
            <a:off x="531382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C33B588F-6695-4759-BC56-1D3B722ACF6A}"/>
              </a:ext>
            </a:extLst>
          </p:cNvPr>
          <p:cNvSpPr>
            <a:spLocks/>
          </p:cNvSpPr>
          <p:nvPr/>
        </p:nvSpPr>
        <p:spPr>
          <a:xfrm>
            <a:off x="5400366" y="29833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A48A2474-4EA8-4725-9BCA-AC6D992BA455}"/>
              </a:ext>
            </a:extLst>
          </p:cNvPr>
          <p:cNvSpPr>
            <a:spLocks/>
          </p:cNvSpPr>
          <p:nvPr/>
        </p:nvSpPr>
        <p:spPr>
          <a:xfrm>
            <a:off x="53367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BB23E558-AD99-4FAD-B459-C38EFFC03A8A}"/>
              </a:ext>
            </a:extLst>
          </p:cNvPr>
          <p:cNvSpPr>
            <a:spLocks/>
          </p:cNvSpPr>
          <p:nvPr/>
        </p:nvSpPr>
        <p:spPr>
          <a:xfrm>
            <a:off x="5356045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840F22E2-06EF-4F44-843B-4D6309C53496}"/>
              </a:ext>
            </a:extLst>
          </p:cNvPr>
          <p:cNvSpPr>
            <a:spLocks/>
          </p:cNvSpPr>
          <p:nvPr/>
        </p:nvSpPr>
        <p:spPr>
          <a:xfrm>
            <a:off x="5340429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F1D18329-18C7-46B0-8C34-5100E766B3AE}"/>
              </a:ext>
            </a:extLst>
          </p:cNvPr>
          <p:cNvSpPr>
            <a:spLocks/>
          </p:cNvSpPr>
          <p:nvPr/>
        </p:nvSpPr>
        <p:spPr>
          <a:xfrm>
            <a:off x="532758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6BA44EC7-B458-49B4-8098-C8A2077D2B2E}"/>
              </a:ext>
            </a:extLst>
          </p:cNvPr>
          <p:cNvSpPr>
            <a:spLocks/>
          </p:cNvSpPr>
          <p:nvPr/>
        </p:nvSpPr>
        <p:spPr>
          <a:xfrm>
            <a:off x="5386864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839EE261-5879-4C51-9C10-694F4765B15C}"/>
              </a:ext>
            </a:extLst>
          </p:cNvPr>
          <p:cNvSpPr>
            <a:spLocks/>
          </p:cNvSpPr>
          <p:nvPr/>
        </p:nvSpPr>
        <p:spPr>
          <a:xfrm>
            <a:off x="5407865" y="34513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A991B8EC-AF77-469A-A047-C87D6F72D462}"/>
              </a:ext>
            </a:extLst>
          </p:cNvPr>
          <p:cNvSpPr>
            <a:spLocks/>
          </p:cNvSpPr>
          <p:nvPr/>
        </p:nvSpPr>
        <p:spPr>
          <a:xfrm>
            <a:off x="5327812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D9ED2BBD-766F-4079-8F34-20903DDE4BCC}"/>
              </a:ext>
            </a:extLst>
          </p:cNvPr>
          <p:cNvSpPr>
            <a:spLocks/>
          </p:cNvSpPr>
          <p:nvPr/>
        </p:nvSpPr>
        <p:spPr>
          <a:xfrm>
            <a:off x="53469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7ECF0640-AA8D-4B35-800D-204D9313825E}"/>
              </a:ext>
            </a:extLst>
          </p:cNvPr>
          <p:cNvSpPr>
            <a:spLocks/>
          </p:cNvSpPr>
          <p:nvPr/>
        </p:nvSpPr>
        <p:spPr>
          <a:xfrm>
            <a:off x="5408982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BD6FACC2-E445-42E7-A7CF-1AB806C2D8CB}"/>
              </a:ext>
            </a:extLst>
          </p:cNvPr>
          <p:cNvSpPr>
            <a:spLocks/>
          </p:cNvSpPr>
          <p:nvPr/>
        </p:nvSpPr>
        <p:spPr>
          <a:xfrm>
            <a:off x="535873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479F158A-A0EA-4CF0-9322-2CF0AF2D41D1}"/>
              </a:ext>
            </a:extLst>
          </p:cNvPr>
          <p:cNvSpPr>
            <a:spLocks/>
          </p:cNvSpPr>
          <p:nvPr/>
        </p:nvSpPr>
        <p:spPr>
          <a:xfrm>
            <a:off x="53560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2BD6305B-21D9-4892-B32A-3E122F1F5A07}"/>
              </a:ext>
            </a:extLst>
          </p:cNvPr>
          <p:cNvSpPr>
            <a:spLocks/>
          </p:cNvSpPr>
          <p:nvPr/>
        </p:nvSpPr>
        <p:spPr>
          <a:xfrm>
            <a:off x="5329152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457AF42C-0595-4D32-B912-0B8284169496}"/>
              </a:ext>
            </a:extLst>
          </p:cNvPr>
          <p:cNvSpPr>
            <a:spLocks/>
          </p:cNvSpPr>
          <p:nvPr/>
        </p:nvSpPr>
        <p:spPr>
          <a:xfrm>
            <a:off x="5430858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F827A6FD-3D35-4EAE-BF02-F6A760F8CE23}"/>
              </a:ext>
            </a:extLst>
          </p:cNvPr>
          <p:cNvSpPr>
            <a:spLocks/>
          </p:cNvSpPr>
          <p:nvPr/>
        </p:nvSpPr>
        <p:spPr>
          <a:xfrm>
            <a:off x="5393866" y="31133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5518B12E-5CF6-4BB2-9785-760E2DEEC774}"/>
              </a:ext>
            </a:extLst>
          </p:cNvPr>
          <p:cNvSpPr>
            <a:spLocks/>
          </p:cNvSpPr>
          <p:nvPr/>
        </p:nvSpPr>
        <p:spPr>
          <a:xfrm>
            <a:off x="5358350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635A5492-85AE-40E7-9897-9FC764F4A576}"/>
              </a:ext>
            </a:extLst>
          </p:cNvPr>
          <p:cNvSpPr>
            <a:spLocks/>
          </p:cNvSpPr>
          <p:nvPr/>
        </p:nvSpPr>
        <p:spPr>
          <a:xfrm>
            <a:off x="5331505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5311A2E0-A62A-4CC0-9B99-E2F705A53C2E}"/>
              </a:ext>
            </a:extLst>
          </p:cNvPr>
          <p:cNvSpPr>
            <a:spLocks/>
          </p:cNvSpPr>
          <p:nvPr/>
        </p:nvSpPr>
        <p:spPr>
          <a:xfrm>
            <a:off x="539221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D1A99C99-D09C-4068-A4B3-5435647184C1}"/>
              </a:ext>
            </a:extLst>
          </p:cNvPr>
          <p:cNvSpPr>
            <a:spLocks/>
          </p:cNvSpPr>
          <p:nvPr/>
        </p:nvSpPr>
        <p:spPr>
          <a:xfrm>
            <a:off x="53630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C81678F7-76A6-4BCB-89E4-34CA28F43874}"/>
              </a:ext>
            </a:extLst>
          </p:cNvPr>
          <p:cNvSpPr>
            <a:spLocks/>
          </p:cNvSpPr>
          <p:nvPr/>
        </p:nvSpPr>
        <p:spPr>
          <a:xfrm>
            <a:off x="536006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D2D0D074-B15B-4E64-9BFA-ADD26E851F18}"/>
              </a:ext>
            </a:extLst>
          </p:cNvPr>
          <p:cNvSpPr>
            <a:spLocks/>
          </p:cNvSpPr>
          <p:nvPr/>
        </p:nvSpPr>
        <p:spPr>
          <a:xfrm>
            <a:off x="534391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B945DCB1-2799-4F4B-9ED1-3263C5F659A4}"/>
              </a:ext>
            </a:extLst>
          </p:cNvPr>
          <p:cNvSpPr>
            <a:spLocks/>
          </p:cNvSpPr>
          <p:nvPr/>
        </p:nvSpPr>
        <p:spPr>
          <a:xfrm>
            <a:off x="5367567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0FC5C68E-76B9-4696-B3FE-B67AA1ED3890}"/>
              </a:ext>
            </a:extLst>
          </p:cNvPr>
          <p:cNvSpPr>
            <a:spLocks/>
          </p:cNvSpPr>
          <p:nvPr/>
        </p:nvSpPr>
        <p:spPr>
          <a:xfrm>
            <a:off x="535652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D34AA144-8DA2-4392-A0EA-80CD02F74834}"/>
              </a:ext>
            </a:extLst>
          </p:cNvPr>
          <p:cNvSpPr>
            <a:spLocks/>
          </p:cNvSpPr>
          <p:nvPr/>
        </p:nvSpPr>
        <p:spPr>
          <a:xfrm>
            <a:off x="53660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1B45AD15-939F-447B-B1DE-B2795A931803}"/>
              </a:ext>
            </a:extLst>
          </p:cNvPr>
          <p:cNvSpPr>
            <a:spLocks/>
          </p:cNvSpPr>
          <p:nvPr/>
        </p:nvSpPr>
        <p:spPr>
          <a:xfrm>
            <a:off x="542596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C3E29833-9FBA-49D9-B6F9-797F750C4178}"/>
              </a:ext>
            </a:extLst>
          </p:cNvPr>
          <p:cNvSpPr>
            <a:spLocks/>
          </p:cNvSpPr>
          <p:nvPr/>
        </p:nvSpPr>
        <p:spPr>
          <a:xfrm>
            <a:off x="5322394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482F836B-51D3-4736-891B-00346278E4FE}"/>
              </a:ext>
            </a:extLst>
          </p:cNvPr>
          <p:cNvSpPr>
            <a:spLocks/>
          </p:cNvSpPr>
          <p:nvPr/>
        </p:nvSpPr>
        <p:spPr>
          <a:xfrm>
            <a:off x="54045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BD386C42-1480-48AA-8940-977242BCB543}"/>
              </a:ext>
            </a:extLst>
          </p:cNvPr>
          <p:cNvSpPr>
            <a:spLocks/>
          </p:cNvSpPr>
          <p:nvPr/>
        </p:nvSpPr>
        <p:spPr>
          <a:xfrm>
            <a:off x="5414732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CF29A1C9-8BBC-4657-9D0E-DC4DCE965D6E}"/>
              </a:ext>
            </a:extLst>
          </p:cNvPr>
          <p:cNvSpPr>
            <a:spLocks/>
          </p:cNvSpPr>
          <p:nvPr/>
        </p:nvSpPr>
        <p:spPr>
          <a:xfrm>
            <a:off x="536712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D0233124-969E-4D8A-8928-4D21BFD7412F}"/>
              </a:ext>
            </a:extLst>
          </p:cNvPr>
          <p:cNvSpPr>
            <a:spLocks/>
          </p:cNvSpPr>
          <p:nvPr/>
        </p:nvSpPr>
        <p:spPr>
          <a:xfrm>
            <a:off x="5421386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EF027CB2-CE2B-4EBF-9D38-A2008B252D33}"/>
              </a:ext>
            </a:extLst>
          </p:cNvPr>
          <p:cNvSpPr>
            <a:spLocks/>
          </p:cNvSpPr>
          <p:nvPr/>
        </p:nvSpPr>
        <p:spPr>
          <a:xfrm>
            <a:off x="532293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2AEAC32A-D277-489E-9870-95455E4FD88F}"/>
              </a:ext>
            </a:extLst>
          </p:cNvPr>
          <p:cNvSpPr>
            <a:spLocks/>
          </p:cNvSpPr>
          <p:nvPr/>
        </p:nvSpPr>
        <p:spPr>
          <a:xfrm>
            <a:off x="5360750" y="3184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5A0D0201-9082-4CDE-9686-E1CDDCA788D0}"/>
              </a:ext>
            </a:extLst>
          </p:cNvPr>
          <p:cNvSpPr>
            <a:spLocks/>
          </p:cNvSpPr>
          <p:nvPr/>
        </p:nvSpPr>
        <p:spPr>
          <a:xfrm>
            <a:off x="5342237" y="26223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D4CD47DF-1602-4A4E-AFC9-958F2B2FEE3A}"/>
              </a:ext>
            </a:extLst>
          </p:cNvPr>
          <p:cNvSpPr>
            <a:spLocks/>
          </p:cNvSpPr>
          <p:nvPr/>
        </p:nvSpPr>
        <p:spPr>
          <a:xfrm>
            <a:off x="540062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F5FCF31D-6FD7-4EF8-9A27-9FAC33269F4B}"/>
              </a:ext>
            </a:extLst>
          </p:cNvPr>
          <p:cNvSpPr>
            <a:spLocks/>
          </p:cNvSpPr>
          <p:nvPr/>
        </p:nvSpPr>
        <p:spPr>
          <a:xfrm>
            <a:off x="538264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525E8632-B359-4366-AE8E-8F17240EA454}"/>
              </a:ext>
            </a:extLst>
          </p:cNvPr>
          <p:cNvSpPr>
            <a:spLocks/>
          </p:cNvSpPr>
          <p:nvPr/>
        </p:nvSpPr>
        <p:spPr>
          <a:xfrm>
            <a:off x="5421437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1F15515C-DEF7-4B66-BC2F-DE73F0712290}"/>
              </a:ext>
            </a:extLst>
          </p:cNvPr>
          <p:cNvSpPr>
            <a:spLocks/>
          </p:cNvSpPr>
          <p:nvPr/>
        </p:nvSpPr>
        <p:spPr>
          <a:xfrm>
            <a:off x="5335624" y="3073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D3EF98B4-353B-419C-98AD-CABB15DD4AC4}"/>
              </a:ext>
            </a:extLst>
          </p:cNvPr>
          <p:cNvSpPr>
            <a:spLocks/>
          </p:cNvSpPr>
          <p:nvPr/>
        </p:nvSpPr>
        <p:spPr>
          <a:xfrm>
            <a:off x="5350600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50594711-AD50-4130-A13B-43B4B7A073CC}"/>
              </a:ext>
            </a:extLst>
          </p:cNvPr>
          <p:cNvSpPr>
            <a:spLocks/>
          </p:cNvSpPr>
          <p:nvPr/>
        </p:nvSpPr>
        <p:spPr>
          <a:xfrm>
            <a:off x="5413932" y="2996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8D35ED4-D2CE-4DF8-A7D8-41D48544695B}"/>
              </a:ext>
            </a:extLst>
          </p:cNvPr>
          <p:cNvSpPr>
            <a:spLocks/>
          </p:cNvSpPr>
          <p:nvPr/>
        </p:nvSpPr>
        <p:spPr>
          <a:xfrm>
            <a:off x="5424000" y="2996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46B96436-7113-491F-A859-EF40AAB63689}"/>
              </a:ext>
            </a:extLst>
          </p:cNvPr>
          <p:cNvSpPr>
            <a:spLocks/>
          </p:cNvSpPr>
          <p:nvPr/>
        </p:nvSpPr>
        <p:spPr>
          <a:xfrm>
            <a:off x="537436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E973CCCE-9B22-405C-86AD-042B83363638}"/>
              </a:ext>
            </a:extLst>
          </p:cNvPr>
          <p:cNvSpPr>
            <a:spLocks/>
          </p:cNvSpPr>
          <p:nvPr/>
        </p:nvSpPr>
        <p:spPr>
          <a:xfrm>
            <a:off x="53225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4F054D39-1265-4D98-A8E5-698BAAB6607F}"/>
              </a:ext>
            </a:extLst>
          </p:cNvPr>
          <p:cNvSpPr>
            <a:spLocks/>
          </p:cNvSpPr>
          <p:nvPr/>
        </p:nvSpPr>
        <p:spPr>
          <a:xfrm>
            <a:off x="5363067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01D5ADF6-DCD3-43D5-887F-3163C30E02FF}"/>
              </a:ext>
            </a:extLst>
          </p:cNvPr>
          <p:cNvSpPr>
            <a:spLocks/>
          </p:cNvSpPr>
          <p:nvPr/>
        </p:nvSpPr>
        <p:spPr>
          <a:xfrm>
            <a:off x="53276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85CEB3FF-C5ED-4FC3-A5D1-526302896998}"/>
              </a:ext>
            </a:extLst>
          </p:cNvPr>
          <p:cNvSpPr>
            <a:spLocks/>
          </p:cNvSpPr>
          <p:nvPr/>
        </p:nvSpPr>
        <p:spPr>
          <a:xfrm>
            <a:off x="542356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C0257750-A4F6-4A28-8A96-BFF3E898459B}"/>
              </a:ext>
            </a:extLst>
          </p:cNvPr>
          <p:cNvSpPr>
            <a:spLocks/>
          </p:cNvSpPr>
          <p:nvPr/>
        </p:nvSpPr>
        <p:spPr>
          <a:xfrm>
            <a:off x="5316817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5881F2C5-B098-48C7-9BDF-0CC4A64940A7}"/>
              </a:ext>
            </a:extLst>
          </p:cNvPr>
          <p:cNvSpPr>
            <a:spLocks/>
          </p:cNvSpPr>
          <p:nvPr/>
        </p:nvSpPr>
        <p:spPr>
          <a:xfrm>
            <a:off x="535008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CF78A17F-AB51-4969-8E21-1A2BBFE96EDA}"/>
              </a:ext>
            </a:extLst>
          </p:cNvPr>
          <p:cNvSpPr>
            <a:spLocks/>
          </p:cNvSpPr>
          <p:nvPr/>
        </p:nvSpPr>
        <p:spPr>
          <a:xfrm>
            <a:off x="53984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3CA9F6B2-DCDE-414B-A960-C6C66A3D56CB}"/>
              </a:ext>
            </a:extLst>
          </p:cNvPr>
          <p:cNvSpPr>
            <a:spLocks/>
          </p:cNvSpPr>
          <p:nvPr/>
        </p:nvSpPr>
        <p:spPr>
          <a:xfrm>
            <a:off x="5337150" y="34816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91DACECB-1A94-4292-995E-6022FA9C2C18}"/>
              </a:ext>
            </a:extLst>
          </p:cNvPr>
          <p:cNvSpPr>
            <a:spLocks/>
          </p:cNvSpPr>
          <p:nvPr/>
        </p:nvSpPr>
        <p:spPr>
          <a:xfrm>
            <a:off x="53141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DFDEDF42-E381-42EB-919C-B285668E8EF2}"/>
              </a:ext>
            </a:extLst>
          </p:cNvPr>
          <p:cNvSpPr>
            <a:spLocks/>
          </p:cNvSpPr>
          <p:nvPr/>
        </p:nvSpPr>
        <p:spPr>
          <a:xfrm>
            <a:off x="538168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C7845981-BF86-4410-A71D-BBB4062C6021}"/>
              </a:ext>
            </a:extLst>
          </p:cNvPr>
          <p:cNvSpPr>
            <a:spLocks/>
          </p:cNvSpPr>
          <p:nvPr/>
        </p:nvSpPr>
        <p:spPr>
          <a:xfrm>
            <a:off x="5403799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ECB99113-C15B-4B10-B387-95DD00A637F2}"/>
              </a:ext>
            </a:extLst>
          </p:cNvPr>
          <p:cNvSpPr>
            <a:spLocks/>
          </p:cNvSpPr>
          <p:nvPr/>
        </p:nvSpPr>
        <p:spPr>
          <a:xfrm>
            <a:off x="5352405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A14AEC2F-D384-4548-8E53-3F4C88D5F9AE}"/>
              </a:ext>
            </a:extLst>
          </p:cNvPr>
          <p:cNvSpPr>
            <a:spLocks/>
          </p:cNvSpPr>
          <p:nvPr/>
        </p:nvSpPr>
        <p:spPr>
          <a:xfrm>
            <a:off x="53664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FA3CF98B-A84F-4C1D-8293-10AE833D02ED}"/>
              </a:ext>
            </a:extLst>
          </p:cNvPr>
          <p:cNvSpPr>
            <a:spLocks/>
          </p:cNvSpPr>
          <p:nvPr/>
        </p:nvSpPr>
        <p:spPr>
          <a:xfrm>
            <a:off x="53249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969E5F50-FE26-4088-80CD-A0DBB235D346}"/>
              </a:ext>
            </a:extLst>
          </p:cNvPr>
          <p:cNvSpPr>
            <a:spLocks/>
          </p:cNvSpPr>
          <p:nvPr/>
        </p:nvSpPr>
        <p:spPr>
          <a:xfrm>
            <a:off x="5431890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0FACE08A-FF14-4A3C-8FCB-CD04E3E2CAC1}"/>
              </a:ext>
            </a:extLst>
          </p:cNvPr>
          <p:cNvSpPr>
            <a:spLocks/>
          </p:cNvSpPr>
          <p:nvPr/>
        </p:nvSpPr>
        <p:spPr>
          <a:xfrm>
            <a:off x="534581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BDE8485A-E337-4CAB-9B67-FCBD2320AB00}"/>
              </a:ext>
            </a:extLst>
          </p:cNvPr>
          <p:cNvSpPr>
            <a:spLocks/>
          </p:cNvSpPr>
          <p:nvPr/>
        </p:nvSpPr>
        <p:spPr>
          <a:xfrm>
            <a:off x="532467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089B079B-7699-4C7D-8CA8-4A713E3DEC6E}"/>
              </a:ext>
            </a:extLst>
          </p:cNvPr>
          <p:cNvSpPr>
            <a:spLocks/>
          </p:cNvSpPr>
          <p:nvPr/>
        </p:nvSpPr>
        <p:spPr>
          <a:xfrm>
            <a:off x="532112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22A802E2-408C-43F4-AE70-4DD85F2DF15A}"/>
              </a:ext>
            </a:extLst>
          </p:cNvPr>
          <p:cNvSpPr>
            <a:spLocks/>
          </p:cNvSpPr>
          <p:nvPr/>
        </p:nvSpPr>
        <p:spPr>
          <a:xfrm>
            <a:off x="539192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1CFB5039-F717-4D5D-8040-E0781FA29172}"/>
              </a:ext>
            </a:extLst>
          </p:cNvPr>
          <p:cNvSpPr>
            <a:spLocks/>
          </p:cNvSpPr>
          <p:nvPr/>
        </p:nvSpPr>
        <p:spPr>
          <a:xfrm>
            <a:off x="54053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78417C1F-A8D0-4620-AC9F-E8FC2F8BEF2E}"/>
              </a:ext>
            </a:extLst>
          </p:cNvPr>
          <p:cNvSpPr>
            <a:spLocks/>
          </p:cNvSpPr>
          <p:nvPr/>
        </p:nvSpPr>
        <p:spPr>
          <a:xfrm>
            <a:off x="5379232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8152CEAD-3694-4EEC-A145-9E45F32DA2CE}"/>
              </a:ext>
            </a:extLst>
          </p:cNvPr>
          <p:cNvSpPr>
            <a:spLocks/>
          </p:cNvSpPr>
          <p:nvPr/>
        </p:nvSpPr>
        <p:spPr>
          <a:xfrm>
            <a:off x="5400184" y="35683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C5A7319D-E05E-4CE0-B212-E56251783895}"/>
              </a:ext>
            </a:extLst>
          </p:cNvPr>
          <p:cNvSpPr>
            <a:spLocks/>
          </p:cNvSpPr>
          <p:nvPr/>
        </p:nvSpPr>
        <p:spPr>
          <a:xfrm>
            <a:off x="5331750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23D26721-2F90-4817-B501-F1C98DCA559A}"/>
              </a:ext>
            </a:extLst>
          </p:cNvPr>
          <p:cNvSpPr>
            <a:spLocks/>
          </p:cNvSpPr>
          <p:nvPr/>
        </p:nvSpPr>
        <p:spPr>
          <a:xfrm>
            <a:off x="536571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C4CCEF4D-D570-4A18-B145-B2FCEB7D235E}"/>
              </a:ext>
            </a:extLst>
          </p:cNvPr>
          <p:cNvSpPr>
            <a:spLocks/>
          </p:cNvSpPr>
          <p:nvPr/>
        </p:nvSpPr>
        <p:spPr>
          <a:xfrm>
            <a:off x="5342266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7C2F3EC6-FCD1-4451-BEE7-E16575FC156C}"/>
              </a:ext>
            </a:extLst>
          </p:cNvPr>
          <p:cNvSpPr>
            <a:spLocks/>
          </p:cNvSpPr>
          <p:nvPr/>
        </p:nvSpPr>
        <p:spPr>
          <a:xfrm>
            <a:off x="5400140" y="25717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93DDF009-A1FE-46E0-820C-6FF712A10131}"/>
              </a:ext>
            </a:extLst>
          </p:cNvPr>
          <p:cNvSpPr>
            <a:spLocks/>
          </p:cNvSpPr>
          <p:nvPr/>
        </p:nvSpPr>
        <p:spPr>
          <a:xfrm>
            <a:off x="5404836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361C04AF-B2E5-41FE-AD9F-B20B0D32A6CD}"/>
              </a:ext>
            </a:extLst>
          </p:cNvPr>
          <p:cNvSpPr>
            <a:spLocks/>
          </p:cNvSpPr>
          <p:nvPr/>
        </p:nvSpPr>
        <p:spPr>
          <a:xfrm>
            <a:off x="534777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DF27A961-19B2-4A0E-88B6-B93A99FA381F}"/>
              </a:ext>
            </a:extLst>
          </p:cNvPr>
          <p:cNvSpPr>
            <a:spLocks/>
          </p:cNvSpPr>
          <p:nvPr/>
        </p:nvSpPr>
        <p:spPr>
          <a:xfrm>
            <a:off x="5311989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82752AB7-D323-4EA3-9346-EE0310528BCC}"/>
              </a:ext>
            </a:extLst>
          </p:cNvPr>
          <p:cNvSpPr>
            <a:spLocks/>
          </p:cNvSpPr>
          <p:nvPr/>
        </p:nvSpPr>
        <p:spPr>
          <a:xfrm>
            <a:off x="536619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B807EFBE-7877-4A24-B3A0-4581245726CE}"/>
              </a:ext>
            </a:extLst>
          </p:cNvPr>
          <p:cNvSpPr>
            <a:spLocks/>
          </p:cNvSpPr>
          <p:nvPr/>
        </p:nvSpPr>
        <p:spPr>
          <a:xfrm>
            <a:off x="53244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9CF2A6F5-23FC-4A6E-897F-77F7F1B41CF1}"/>
              </a:ext>
            </a:extLst>
          </p:cNvPr>
          <p:cNvSpPr>
            <a:spLocks/>
          </p:cNvSpPr>
          <p:nvPr/>
        </p:nvSpPr>
        <p:spPr>
          <a:xfrm>
            <a:off x="53942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B6497037-9BC0-4D86-8C7B-D6D8401038D0}"/>
              </a:ext>
            </a:extLst>
          </p:cNvPr>
          <p:cNvSpPr>
            <a:spLocks/>
          </p:cNvSpPr>
          <p:nvPr/>
        </p:nvSpPr>
        <p:spPr>
          <a:xfrm>
            <a:off x="538733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A3E5AEDC-FEFB-4506-A8DD-5C41FD2211EF}"/>
              </a:ext>
            </a:extLst>
          </p:cNvPr>
          <p:cNvSpPr>
            <a:spLocks/>
          </p:cNvSpPr>
          <p:nvPr/>
        </p:nvSpPr>
        <p:spPr>
          <a:xfrm>
            <a:off x="535734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FD8E85CD-7CC6-4382-A4C5-B0F11A8BEEA4}"/>
              </a:ext>
            </a:extLst>
          </p:cNvPr>
          <p:cNvSpPr>
            <a:spLocks/>
          </p:cNvSpPr>
          <p:nvPr/>
        </p:nvSpPr>
        <p:spPr>
          <a:xfrm>
            <a:off x="540759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B4179341-6E57-4B72-9702-A8F544A693A9}"/>
              </a:ext>
            </a:extLst>
          </p:cNvPr>
          <p:cNvSpPr>
            <a:spLocks/>
          </p:cNvSpPr>
          <p:nvPr/>
        </p:nvSpPr>
        <p:spPr>
          <a:xfrm>
            <a:off x="5316886" y="35423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34958F8F-81C8-4378-B3F6-263F4E2CE144}"/>
              </a:ext>
            </a:extLst>
          </p:cNvPr>
          <p:cNvSpPr>
            <a:spLocks/>
          </p:cNvSpPr>
          <p:nvPr/>
        </p:nvSpPr>
        <p:spPr>
          <a:xfrm>
            <a:off x="5348805" y="35726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39D5E7EE-5595-4B3E-A641-2975D27D62DE}"/>
              </a:ext>
            </a:extLst>
          </p:cNvPr>
          <p:cNvSpPr>
            <a:spLocks/>
          </p:cNvSpPr>
          <p:nvPr/>
        </p:nvSpPr>
        <p:spPr>
          <a:xfrm>
            <a:off x="5378945" y="28245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C5E775F8-0BC7-42AD-A63B-54DE5F5EE903}"/>
              </a:ext>
            </a:extLst>
          </p:cNvPr>
          <p:cNvSpPr>
            <a:spLocks/>
          </p:cNvSpPr>
          <p:nvPr/>
        </p:nvSpPr>
        <p:spPr>
          <a:xfrm>
            <a:off x="535711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4251962A-1265-497F-9AD8-E9F701D7B2CB}"/>
              </a:ext>
            </a:extLst>
          </p:cNvPr>
          <p:cNvSpPr>
            <a:spLocks/>
          </p:cNvSpPr>
          <p:nvPr/>
        </p:nvSpPr>
        <p:spPr>
          <a:xfrm>
            <a:off x="5426182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458054C6-C6F4-4201-8720-39DC633021C2}"/>
              </a:ext>
            </a:extLst>
          </p:cNvPr>
          <p:cNvSpPr>
            <a:spLocks/>
          </p:cNvSpPr>
          <p:nvPr/>
        </p:nvSpPr>
        <p:spPr>
          <a:xfrm>
            <a:off x="5362658" y="32433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A650BD7A-A6B1-4F56-9C17-E86AF8FF5BE4}"/>
              </a:ext>
            </a:extLst>
          </p:cNvPr>
          <p:cNvSpPr>
            <a:spLocks/>
          </p:cNvSpPr>
          <p:nvPr/>
        </p:nvSpPr>
        <p:spPr>
          <a:xfrm>
            <a:off x="5334277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BFD67F41-D20D-4378-A5AF-08370A635B71}"/>
              </a:ext>
            </a:extLst>
          </p:cNvPr>
          <p:cNvSpPr>
            <a:spLocks/>
          </p:cNvSpPr>
          <p:nvPr/>
        </p:nvSpPr>
        <p:spPr>
          <a:xfrm>
            <a:off x="539133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10236D74-7E1F-4B1F-8A7B-E87B8EDD6CFC}"/>
              </a:ext>
            </a:extLst>
          </p:cNvPr>
          <p:cNvSpPr>
            <a:spLocks/>
          </p:cNvSpPr>
          <p:nvPr/>
        </p:nvSpPr>
        <p:spPr>
          <a:xfrm>
            <a:off x="541300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BC9F7B7F-7AD2-49D2-BF71-4D1D99F90298}"/>
              </a:ext>
            </a:extLst>
          </p:cNvPr>
          <p:cNvSpPr>
            <a:spLocks/>
          </p:cNvSpPr>
          <p:nvPr/>
        </p:nvSpPr>
        <p:spPr>
          <a:xfrm>
            <a:off x="53677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12455C59-5CA7-4601-AEAE-88303554D51E}"/>
              </a:ext>
            </a:extLst>
          </p:cNvPr>
          <p:cNvSpPr>
            <a:spLocks/>
          </p:cNvSpPr>
          <p:nvPr/>
        </p:nvSpPr>
        <p:spPr>
          <a:xfrm>
            <a:off x="542421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81CF5247-1A78-4B18-BC99-F2DA9F4EB225}"/>
              </a:ext>
            </a:extLst>
          </p:cNvPr>
          <p:cNvSpPr>
            <a:spLocks/>
          </p:cNvSpPr>
          <p:nvPr/>
        </p:nvSpPr>
        <p:spPr>
          <a:xfrm>
            <a:off x="53644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882C2BD6-FAA1-4880-978D-0D0EFDAE78D8}"/>
              </a:ext>
            </a:extLst>
          </p:cNvPr>
          <p:cNvSpPr>
            <a:spLocks/>
          </p:cNvSpPr>
          <p:nvPr/>
        </p:nvSpPr>
        <p:spPr>
          <a:xfrm>
            <a:off x="5348643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DF83EBA8-D742-4C13-A29E-DEA9041D7E77}"/>
              </a:ext>
            </a:extLst>
          </p:cNvPr>
          <p:cNvSpPr>
            <a:spLocks/>
          </p:cNvSpPr>
          <p:nvPr/>
        </p:nvSpPr>
        <p:spPr>
          <a:xfrm>
            <a:off x="5402846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36AFFDAD-60B4-4C60-AB69-57043CCF7857}"/>
              </a:ext>
            </a:extLst>
          </p:cNvPr>
          <p:cNvSpPr>
            <a:spLocks/>
          </p:cNvSpPr>
          <p:nvPr/>
        </p:nvSpPr>
        <p:spPr>
          <a:xfrm>
            <a:off x="535174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96822BD3-403C-4C8B-AB81-3B6B36F95119}"/>
              </a:ext>
            </a:extLst>
          </p:cNvPr>
          <p:cNvSpPr>
            <a:spLocks/>
          </p:cNvSpPr>
          <p:nvPr/>
        </p:nvSpPr>
        <p:spPr>
          <a:xfrm>
            <a:off x="5339472" y="25414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5B0130A1-ABCC-4CD2-BDDD-06E9AF7EC834}"/>
              </a:ext>
            </a:extLst>
          </p:cNvPr>
          <p:cNvSpPr>
            <a:spLocks/>
          </p:cNvSpPr>
          <p:nvPr/>
        </p:nvSpPr>
        <p:spPr>
          <a:xfrm>
            <a:off x="5394775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7E2B203C-0F55-4FE8-A94A-DC27B7918EB2}"/>
              </a:ext>
            </a:extLst>
          </p:cNvPr>
          <p:cNvSpPr>
            <a:spLocks/>
          </p:cNvSpPr>
          <p:nvPr/>
        </p:nvSpPr>
        <p:spPr>
          <a:xfrm>
            <a:off x="54135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5BB3D41E-D924-44D0-8118-7C51A0CC87DF}"/>
              </a:ext>
            </a:extLst>
          </p:cNvPr>
          <p:cNvSpPr>
            <a:spLocks/>
          </p:cNvSpPr>
          <p:nvPr/>
        </p:nvSpPr>
        <p:spPr>
          <a:xfrm>
            <a:off x="536939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8474B782-93AE-4EA0-9AB0-B584B20C1D26}"/>
              </a:ext>
            </a:extLst>
          </p:cNvPr>
          <p:cNvSpPr>
            <a:spLocks/>
          </p:cNvSpPr>
          <p:nvPr/>
        </p:nvSpPr>
        <p:spPr>
          <a:xfrm>
            <a:off x="53953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3761C3D3-5D20-4CE1-867A-4013ED420C05}"/>
              </a:ext>
            </a:extLst>
          </p:cNvPr>
          <p:cNvSpPr>
            <a:spLocks/>
          </p:cNvSpPr>
          <p:nvPr/>
        </p:nvSpPr>
        <p:spPr>
          <a:xfrm>
            <a:off x="535939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1F1827A6-BB72-44D3-9553-0D7A07F65380}"/>
              </a:ext>
            </a:extLst>
          </p:cNvPr>
          <p:cNvSpPr>
            <a:spLocks/>
          </p:cNvSpPr>
          <p:nvPr/>
        </p:nvSpPr>
        <p:spPr>
          <a:xfrm>
            <a:off x="5341207" y="28534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47D2C7C9-EC83-45B3-807A-1E89438D9DDF}"/>
              </a:ext>
            </a:extLst>
          </p:cNvPr>
          <p:cNvSpPr>
            <a:spLocks/>
          </p:cNvSpPr>
          <p:nvPr/>
        </p:nvSpPr>
        <p:spPr>
          <a:xfrm>
            <a:off x="537374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CAE8D805-809B-4740-A46C-CABD46396CB3}"/>
              </a:ext>
            </a:extLst>
          </p:cNvPr>
          <p:cNvSpPr>
            <a:spLocks/>
          </p:cNvSpPr>
          <p:nvPr/>
        </p:nvSpPr>
        <p:spPr>
          <a:xfrm>
            <a:off x="532309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73BE64AE-D02C-443D-9D94-41649081EBB6}"/>
              </a:ext>
            </a:extLst>
          </p:cNvPr>
          <p:cNvSpPr>
            <a:spLocks/>
          </p:cNvSpPr>
          <p:nvPr/>
        </p:nvSpPr>
        <p:spPr>
          <a:xfrm>
            <a:off x="5410861" y="33822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A1FD6AD7-0F1C-4EB6-AB7C-8D751059EC75}"/>
              </a:ext>
            </a:extLst>
          </p:cNvPr>
          <p:cNvSpPr>
            <a:spLocks/>
          </p:cNvSpPr>
          <p:nvPr/>
        </p:nvSpPr>
        <p:spPr>
          <a:xfrm>
            <a:off x="5379910" y="3269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3B31B3ED-F053-49D9-95CB-2F3BCB056110}"/>
              </a:ext>
            </a:extLst>
          </p:cNvPr>
          <p:cNvSpPr>
            <a:spLocks/>
          </p:cNvSpPr>
          <p:nvPr/>
        </p:nvSpPr>
        <p:spPr>
          <a:xfrm>
            <a:off x="5366456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9FA8D8CF-D270-403A-AD8D-CA171811C4F0}"/>
              </a:ext>
            </a:extLst>
          </p:cNvPr>
          <p:cNvSpPr>
            <a:spLocks/>
          </p:cNvSpPr>
          <p:nvPr/>
        </p:nvSpPr>
        <p:spPr>
          <a:xfrm>
            <a:off x="5408863" y="3573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D9E06D10-86F3-463E-AEE1-1BBBF596B8E7}"/>
              </a:ext>
            </a:extLst>
          </p:cNvPr>
          <p:cNvSpPr>
            <a:spLocks/>
          </p:cNvSpPr>
          <p:nvPr/>
        </p:nvSpPr>
        <p:spPr>
          <a:xfrm>
            <a:off x="5416313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E10E1B97-62CF-479F-BFF6-6281CAADB4AA}"/>
              </a:ext>
            </a:extLst>
          </p:cNvPr>
          <p:cNvSpPr>
            <a:spLocks/>
          </p:cNvSpPr>
          <p:nvPr/>
        </p:nvSpPr>
        <p:spPr>
          <a:xfrm>
            <a:off x="531532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D32CCAAB-A5A7-4DE1-9827-392FCA3AFC85}"/>
              </a:ext>
            </a:extLst>
          </p:cNvPr>
          <p:cNvSpPr>
            <a:spLocks/>
          </p:cNvSpPr>
          <p:nvPr/>
        </p:nvSpPr>
        <p:spPr>
          <a:xfrm>
            <a:off x="541675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77B5F424-CDCF-4D01-8E8C-0EEEC4DB22CE}"/>
              </a:ext>
            </a:extLst>
          </p:cNvPr>
          <p:cNvSpPr>
            <a:spLocks/>
          </p:cNvSpPr>
          <p:nvPr/>
        </p:nvSpPr>
        <p:spPr>
          <a:xfrm>
            <a:off x="537531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15FB2ED4-3BF7-4D0C-9F52-AF2994C2CB99}"/>
              </a:ext>
            </a:extLst>
          </p:cNvPr>
          <p:cNvSpPr>
            <a:spLocks/>
          </p:cNvSpPr>
          <p:nvPr/>
        </p:nvSpPr>
        <p:spPr>
          <a:xfrm>
            <a:off x="5379236" y="32394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7B12C746-3E18-424F-9121-EA741BB87244}"/>
              </a:ext>
            </a:extLst>
          </p:cNvPr>
          <p:cNvSpPr>
            <a:spLocks/>
          </p:cNvSpPr>
          <p:nvPr/>
        </p:nvSpPr>
        <p:spPr>
          <a:xfrm>
            <a:off x="53972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BC442AE6-1DE9-4028-A7DF-86017EE0D4C8}"/>
              </a:ext>
            </a:extLst>
          </p:cNvPr>
          <p:cNvSpPr>
            <a:spLocks/>
          </p:cNvSpPr>
          <p:nvPr/>
        </p:nvSpPr>
        <p:spPr>
          <a:xfrm>
            <a:off x="5381559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6E041FF1-776B-400A-90D2-C77E6F4A8B60}"/>
              </a:ext>
            </a:extLst>
          </p:cNvPr>
          <p:cNvSpPr>
            <a:spLocks/>
          </p:cNvSpPr>
          <p:nvPr/>
        </p:nvSpPr>
        <p:spPr>
          <a:xfrm>
            <a:off x="558829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097E283A-BC0B-4962-A861-1345FB9EC48B}"/>
              </a:ext>
            </a:extLst>
          </p:cNvPr>
          <p:cNvSpPr>
            <a:spLocks/>
          </p:cNvSpPr>
          <p:nvPr/>
        </p:nvSpPr>
        <p:spPr>
          <a:xfrm>
            <a:off x="563115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415E881E-9DC3-4F57-8C6F-4052D9767F0E}"/>
              </a:ext>
            </a:extLst>
          </p:cNvPr>
          <p:cNvSpPr>
            <a:spLocks/>
          </p:cNvSpPr>
          <p:nvPr/>
        </p:nvSpPr>
        <p:spPr>
          <a:xfrm>
            <a:off x="563385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1334">
            <a:extLst>
              <a:ext uri="{FF2B5EF4-FFF2-40B4-BE49-F238E27FC236}">
                <a16:creationId xmlns:a16="http://schemas.microsoft.com/office/drawing/2014/main" id="{5229D3F1-A135-44D4-81AF-4435F34D5B64}"/>
              </a:ext>
            </a:extLst>
          </p:cNvPr>
          <p:cNvSpPr>
            <a:spLocks/>
          </p:cNvSpPr>
          <p:nvPr/>
        </p:nvSpPr>
        <p:spPr>
          <a:xfrm>
            <a:off x="5614622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1335">
            <a:extLst>
              <a:ext uri="{FF2B5EF4-FFF2-40B4-BE49-F238E27FC236}">
                <a16:creationId xmlns:a16="http://schemas.microsoft.com/office/drawing/2014/main" id="{455FD0E7-A98F-44E4-AE0F-45E9B181BB18}"/>
              </a:ext>
            </a:extLst>
          </p:cNvPr>
          <p:cNvSpPr>
            <a:spLocks/>
          </p:cNvSpPr>
          <p:nvPr/>
        </p:nvSpPr>
        <p:spPr>
          <a:xfrm>
            <a:off x="5595412" y="257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A2EF7A2D-50D9-4954-B804-ED641D25FAC1}"/>
              </a:ext>
            </a:extLst>
          </p:cNvPr>
          <p:cNvSpPr>
            <a:spLocks/>
          </p:cNvSpPr>
          <p:nvPr/>
        </p:nvSpPr>
        <p:spPr>
          <a:xfrm>
            <a:off x="562182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E0391261-70E1-404B-BDCF-E9AD65AB4B37}"/>
              </a:ext>
            </a:extLst>
          </p:cNvPr>
          <p:cNvSpPr>
            <a:spLocks/>
          </p:cNvSpPr>
          <p:nvPr/>
        </p:nvSpPr>
        <p:spPr>
          <a:xfrm>
            <a:off x="559336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45E1F0BC-EE2B-45C6-A86B-27C20D34F77D}"/>
              </a:ext>
            </a:extLst>
          </p:cNvPr>
          <p:cNvSpPr>
            <a:spLocks/>
          </p:cNvSpPr>
          <p:nvPr/>
        </p:nvSpPr>
        <p:spPr>
          <a:xfrm>
            <a:off x="560747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7C23D85B-8BA2-4C36-A29F-4842683C6B31}"/>
              </a:ext>
            </a:extLst>
          </p:cNvPr>
          <p:cNvSpPr>
            <a:spLocks/>
          </p:cNvSpPr>
          <p:nvPr/>
        </p:nvSpPr>
        <p:spPr>
          <a:xfrm>
            <a:off x="5686252" y="351198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5313A7DA-F01F-4F14-8577-66F06488BD07}"/>
              </a:ext>
            </a:extLst>
          </p:cNvPr>
          <p:cNvSpPr>
            <a:spLocks/>
          </p:cNvSpPr>
          <p:nvPr/>
        </p:nvSpPr>
        <p:spPr>
          <a:xfrm>
            <a:off x="567309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25069CF9-DC1E-4A27-9FD0-606A4044FFC8}"/>
              </a:ext>
            </a:extLst>
          </p:cNvPr>
          <p:cNvSpPr>
            <a:spLocks/>
          </p:cNvSpPr>
          <p:nvPr/>
        </p:nvSpPr>
        <p:spPr>
          <a:xfrm>
            <a:off x="564087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EE282BB0-AEFD-45A7-90A2-661F453EB21D}"/>
              </a:ext>
            </a:extLst>
          </p:cNvPr>
          <p:cNvSpPr>
            <a:spLocks/>
          </p:cNvSpPr>
          <p:nvPr/>
        </p:nvSpPr>
        <p:spPr>
          <a:xfrm>
            <a:off x="560080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98E5828A-F5CC-4F92-8C0A-3EB50D7551F7}"/>
              </a:ext>
            </a:extLst>
          </p:cNvPr>
          <p:cNvSpPr>
            <a:spLocks/>
          </p:cNvSpPr>
          <p:nvPr/>
        </p:nvSpPr>
        <p:spPr>
          <a:xfrm>
            <a:off x="558253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FBD878B0-3CCC-4FFE-810B-84E82E8CBF3B}"/>
              </a:ext>
            </a:extLst>
          </p:cNvPr>
          <p:cNvSpPr>
            <a:spLocks/>
          </p:cNvSpPr>
          <p:nvPr/>
        </p:nvSpPr>
        <p:spPr>
          <a:xfrm>
            <a:off x="5593836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2914B1E1-2AB4-49A0-B2F8-31871D8D56BB}"/>
              </a:ext>
            </a:extLst>
          </p:cNvPr>
          <p:cNvSpPr>
            <a:spLocks/>
          </p:cNvSpPr>
          <p:nvPr/>
        </p:nvSpPr>
        <p:spPr>
          <a:xfrm>
            <a:off x="5605617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F7810B79-0FCC-41FE-B97A-381EC40A6647}"/>
              </a:ext>
            </a:extLst>
          </p:cNvPr>
          <p:cNvSpPr>
            <a:spLocks/>
          </p:cNvSpPr>
          <p:nvPr/>
        </p:nvSpPr>
        <p:spPr>
          <a:xfrm>
            <a:off x="5601978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37B6BDB1-A6FC-4101-B4D6-993E422E95D4}"/>
              </a:ext>
            </a:extLst>
          </p:cNvPr>
          <p:cNvSpPr>
            <a:spLocks/>
          </p:cNvSpPr>
          <p:nvPr/>
        </p:nvSpPr>
        <p:spPr>
          <a:xfrm>
            <a:off x="557782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4ADECB27-F775-4027-8F13-843A9D8795F0}"/>
              </a:ext>
            </a:extLst>
          </p:cNvPr>
          <p:cNvSpPr>
            <a:spLocks/>
          </p:cNvSpPr>
          <p:nvPr/>
        </p:nvSpPr>
        <p:spPr>
          <a:xfrm>
            <a:off x="563777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7D864993-9AD6-4C4E-AC7A-E7C0826672F3}"/>
              </a:ext>
            </a:extLst>
          </p:cNvPr>
          <p:cNvSpPr>
            <a:spLocks/>
          </p:cNvSpPr>
          <p:nvPr/>
        </p:nvSpPr>
        <p:spPr>
          <a:xfrm>
            <a:off x="567200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020CFAA4-A009-4D37-8A9E-AB0A29BA24A1}"/>
              </a:ext>
            </a:extLst>
          </p:cNvPr>
          <p:cNvSpPr>
            <a:spLocks/>
          </p:cNvSpPr>
          <p:nvPr/>
        </p:nvSpPr>
        <p:spPr>
          <a:xfrm>
            <a:off x="5583247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865DC6BD-9CCF-42AC-A8DD-0A22FD32BE23}"/>
              </a:ext>
            </a:extLst>
          </p:cNvPr>
          <p:cNvSpPr>
            <a:spLocks/>
          </p:cNvSpPr>
          <p:nvPr/>
        </p:nvSpPr>
        <p:spPr>
          <a:xfrm>
            <a:off x="5649648" y="34311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2A2B9F8A-B9B5-4084-9D69-82D90141785C}"/>
              </a:ext>
            </a:extLst>
          </p:cNvPr>
          <p:cNvSpPr>
            <a:spLocks/>
          </p:cNvSpPr>
          <p:nvPr/>
        </p:nvSpPr>
        <p:spPr>
          <a:xfrm>
            <a:off x="566052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60EAFDB0-3B72-4F0F-A505-A8B4C194C2F4}"/>
              </a:ext>
            </a:extLst>
          </p:cNvPr>
          <p:cNvSpPr>
            <a:spLocks/>
          </p:cNvSpPr>
          <p:nvPr/>
        </p:nvSpPr>
        <p:spPr>
          <a:xfrm>
            <a:off x="5609942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21474487-F45B-48A6-BE56-D276F302B7AF}"/>
              </a:ext>
            </a:extLst>
          </p:cNvPr>
          <p:cNvSpPr>
            <a:spLocks/>
          </p:cNvSpPr>
          <p:nvPr/>
        </p:nvSpPr>
        <p:spPr>
          <a:xfrm>
            <a:off x="5668177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BCFDF405-D2E3-4675-944A-E9BB17C5230E}"/>
              </a:ext>
            </a:extLst>
          </p:cNvPr>
          <p:cNvSpPr>
            <a:spLocks/>
          </p:cNvSpPr>
          <p:nvPr/>
        </p:nvSpPr>
        <p:spPr>
          <a:xfrm>
            <a:off x="5627837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D6C8894D-D0EB-4093-AB87-7CB0D0065E5E}"/>
              </a:ext>
            </a:extLst>
          </p:cNvPr>
          <p:cNvSpPr>
            <a:spLocks/>
          </p:cNvSpPr>
          <p:nvPr/>
        </p:nvSpPr>
        <p:spPr>
          <a:xfrm>
            <a:off x="563059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CC26A86A-F6E2-4AAE-8BC2-3A832B78E772}"/>
              </a:ext>
            </a:extLst>
          </p:cNvPr>
          <p:cNvSpPr>
            <a:spLocks/>
          </p:cNvSpPr>
          <p:nvPr/>
        </p:nvSpPr>
        <p:spPr>
          <a:xfrm>
            <a:off x="5677963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C42E142B-5287-453A-A2AC-288581DCBC54}"/>
              </a:ext>
            </a:extLst>
          </p:cNvPr>
          <p:cNvSpPr>
            <a:spLocks/>
          </p:cNvSpPr>
          <p:nvPr/>
        </p:nvSpPr>
        <p:spPr>
          <a:xfrm>
            <a:off x="5666269" y="32133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EBB3C878-3113-4AF8-9987-A8E4C090F58B}"/>
              </a:ext>
            </a:extLst>
          </p:cNvPr>
          <p:cNvSpPr>
            <a:spLocks/>
          </p:cNvSpPr>
          <p:nvPr/>
        </p:nvSpPr>
        <p:spPr>
          <a:xfrm>
            <a:off x="5652101" y="33733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3EF1E01F-CA33-41F7-BCB5-4081641D78BE}"/>
              </a:ext>
            </a:extLst>
          </p:cNvPr>
          <p:cNvSpPr>
            <a:spLocks/>
          </p:cNvSpPr>
          <p:nvPr/>
        </p:nvSpPr>
        <p:spPr>
          <a:xfrm>
            <a:off x="561398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42ECF9BD-35FA-48A6-9D38-3EB6FA81D5A1}"/>
              </a:ext>
            </a:extLst>
          </p:cNvPr>
          <p:cNvSpPr>
            <a:spLocks/>
          </p:cNvSpPr>
          <p:nvPr/>
        </p:nvSpPr>
        <p:spPr>
          <a:xfrm>
            <a:off x="565973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8CD95065-73BE-4FF1-8CCF-BD80F3E1CE96}"/>
              </a:ext>
            </a:extLst>
          </p:cNvPr>
          <p:cNvSpPr>
            <a:spLocks/>
          </p:cNvSpPr>
          <p:nvPr/>
        </p:nvSpPr>
        <p:spPr>
          <a:xfrm>
            <a:off x="5662766" y="33533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DA5C9E05-9A82-4297-BEC4-CE2F6C44EFD1}"/>
              </a:ext>
            </a:extLst>
          </p:cNvPr>
          <p:cNvSpPr>
            <a:spLocks/>
          </p:cNvSpPr>
          <p:nvPr/>
        </p:nvSpPr>
        <p:spPr>
          <a:xfrm>
            <a:off x="561871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3807CA66-0135-4E5B-9B2B-245489C00678}"/>
              </a:ext>
            </a:extLst>
          </p:cNvPr>
          <p:cNvSpPr>
            <a:spLocks/>
          </p:cNvSpPr>
          <p:nvPr/>
        </p:nvSpPr>
        <p:spPr>
          <a:xfrm>
            <a:off x="557479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897E6A23-6F0F-4D6D-84EE-A7DBC9164EE9}"/>
              </a:ext>
            </a:extLst>
          </p:cNvPr>
          <p:cNvSpPr>
            <a:spLocks/>
          </p:cNvSpPr>
          <p:nvPr/>
        </p:nvSpPr>
        <p:spPr>
          <a:xfrm>
            <a:off x="560496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8F16924D-B60A-4652-A1B4-B64BFA29DF53}"/>
              </a:ext>
            </a:extLst>
          </p:cNvPr>
          <p:cNvSpPr>
            <a:spLocks/>
          </p:cNvSpPr>
          <p:nvPr/>
        </p:nvSpPr>
        <p:spPr>
          <a:xfrm>
            <a:off x="558625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7CC2B327-BC95-469C-8581-3DE177D53F87}"/>
              </a:ext>
            </a:extLst>
          </p:cNvPr>
          <p:cNvSpPr>
            <a:spLocks/>
          </p:cNvSpPr>
          <p:nvPr/>
        </p:nvSpPr>
        <p:spPr>
          <a:xfrm>
            <a:off x="560572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B9C78722-2555-400D-9B45-862C80668305}"/>
              </a:ext>
            </a:extLst>
          </p:cNvPr>
          <p:cNvSpPr>
            <a:spLocks/>
          </p:cNvSpPr>
          <p:nvPr/>
        </p:nvSpPr>
        <p:spPr>
          <a:xfrm>
            <a:off x="557671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5D22D2E2-B3BB-4A81-BA07-F3DA13423146}"/>
              </a:ext>
            </a:extLst>
          </p:cNvPr>
          <p:cNvSpPr>
            <a:spLocks/>
          </p:cNvSpPr>
          <p:nvPr/>
        </p:nvSpPr>
        <p:spPr>
          <a:xfrm>
            <a:off x="567444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E8A9C8E1-2210-4ABA-8606-A90708CCC571}"/>
              </a:ext>
            </a:extLst>
          </p:cNvPr>
          <p:cNvSpPr>
            <a:spLocks/>
          </p:cNvSpPr>
          <p:nvPr/>
        </p:nvSpPr>
        <p:spPr>
          <a:xfrm>
            <a:off x="5651632" y="20410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9D76387D-5E5A-4758-83F8-5DBDFA0C4B44}"/>
              </a:ext>
            </a:extLst>
          </p:cNvPr>
          <p:cNvSpPr>
            <a:spLocks/>
          </p:cNvSpPr>
          <p:nvPr/>
        </p:nvSpPr>
        <p:spPr>
          <a:xfrm>
            <a:off x="567271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ED91541F-4148-4B86-AE8F-3D8556B11822}"/>
              </a:ext>
            </a:extLst>
          </p:cNvPr>
          <p:cNvSpPr>
            <a:spLocks/>
          </p:cNvSpPr>
          <p:nvPr/>
        </p:nvSpPr>
        <p:spPr>
          <a:xfrm>
            <a:off x="557406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A1979591-5A62-4B08-9795-E0F5F3A3E639}"/>
              </a:ext>
            </a:extLst>
          </p:cNvPr>
          <p:cNvSpPr>
            <a:spLocks/>
          </p:cNvSpPr>
          <p:nvPr/>
        </p:nvSpPr>
        <p:spPr>
          <a:xfrm>
            <a:off x="566249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DB4BBAD8-2530-4005-B0C0-27A0CF5B1B0F}"/>
              </a:ext>
            </a:extLst>
          </p:cNvPr>
          <p:cNvSpPr>
            <a:spLocks/>
          </p:cNvSpPr>
          <p:nvPr/>
        </p:nvSpPr>
        <p:spPr>
          <a:xfrm>
            <a:off x="566860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DC6EFCDF-E021-4DA2-BF41-6898290177FA}"/>
              </a:ext>
            </a:extLst>
          </p:cNvPr>
          <p:cNvSpPr>
            <a:spLocks/>
          </p:cNvSpPr>
          <p:nvPr/>
        </p:nvSpPr>
        <p:spPr>
          <a:xfrm>
            <a:off x="557136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ED287E7E-6182-4CA8-8579-0EB1F9115D1C}"/>
              </a:ext>
            </a:extLst>
          </p:cNvPr>
          <p:cNvSpPr>
            <a:spLocks/>
          </p:cNvSpPr>
          <p:nvPr/>
        </p:nvSpPr>
        <p:spPr>
          <a:xfrm>
            <a:off x="562001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790C16F1-1C4A-4A9C-B907-A61A1B47C11F}"/>
              </a:ext>
            </a:extLst>
          </p:cNvPr>
          <p:cNvSpPr>
            <a:spLocks/>
          </p:cNvSpPr>
          <p:nvPr/>
        </p:nvSpPr>
        <p:spPr>
          <a:xfrm>
            <a:off x="565000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1617273D-A4F7-425A-9463-56AB3B1BA41D}"/>
              </a:ext>
            </a:extLst>
          </p:cNvPr>
          <p:cNvSpPr>
            <a:spLocks/>
          </p:cNvSpPr>
          <p:nvPr/>
        </p:nvSpPr>
        <p:spPr>
          <a:xfrm>
            <a:off x="558938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90E74EE2-73FB-452E-BEA8-963A91A645DC}"/>
              </a:ext>
            </a:extLst>
          </p:cNvPr>
          <p:cNvSpPr>
            <a:spLocks/>
          </p:cNvSpPr>
          <p:nvPr/>
        </p:nvSpPr>
        <p:spPr>
          <a:xfrm>
            <a:off x="562769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16FD257F-C086-47BD-93F0-5F48949346BF}"/>
              </a:ext>
            </a:extLst>
          </p:cNvPr>
          <p:cNvSpPr>
            <a:spLocks/>
          </p:cNvSpPr>
          <p:nvPr/>
        </p:nvSpPr>
        <p:spPr>
          <a:xfrm>
            <a:off x="5670467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EB63202D-C2D4-4902-8ABE-D1AADEE2585F}"/>
              </a:ext>
            </a:extLst>
          </p:cNvPr>
          <p:cNvSpPr>
            <a:spLocks/>
          </p:cNvSpPr>
          <p:nvPr/>
        </p:nvSpPr>
        <p:spPr>
          <a:xfrm>
            <a:off x="561470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A3CA6DC0-E3B7-40BE-A879-8F455AE5529A}"/>
              </a:ext>
            </a:extLst>
          </p:cNvPr>
          <p:cNvSpPr>
            <a:spLocks/>
          </p:cNvSpPr>
          <p:nvPr/>
        </p:nvSpPr>
        <p:spPr>
          <a:xfrm>
            <a:off x="557956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8AA2D548-38FD-40A2-BEBB-D40AEC25C3CA}"/>
              </a:ext>
            </a:extLst>
          </p:cNvPr>
          <p:cNvSpPr>
            <a:spLocks/>
          </p:cNvSpPr>
          <p:nvPr/>
        </p:nvSpPr>
        <p:spPr>
          <a:xfrm>
            <a:off x="5664289" y="23822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7F36943E-7C34-4161-A037-0CEB15F11816}"/>
              </a:ext>
            </a:extLst>
          </p:cNvPr>
          <p:cNvSpPr>
            <a:spLocks/>
          </p:cNvSpPr>
          <p:nvPr/>
        </p:nvSpPr>
        <p:spPr>
          <a:xfrm>
            <a:off x="5594623" y="29680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A33C150D-4662-431B-AB97-9F393915DF18}"/>
              </a:ext>
            </a:extLst>
          </p:cNvPr>
          <p:cNvSpPr>
            <a:spLocks/>
          </p:cNvSpPr>
          <p:nvPr/>
        </p:nvSpPr>
        <p:spPr>
          <a:xfrm>
            <a:off x="5617004" y="2766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1015995C-04D7-4FF3-A32D-81436C6F2B10}"/>
              </a:ext>
            </a:extLst>
          </p:cNvPr>
          <p:cNvSpPr>
            <a:spLocks/>
          </p:cNvSpPr>
          <p:nvPr/>
        </p:nvSpPr>
        <p:spPr>
          <a:xfrm>
            <a:off x="5629132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83D16111-FA93-4C95-82FF-48B883C6A0FC}"/>
              </a:ext>
            </a:extLst>
          </p:cNvPr>
          <p:cNvSpPr>
            <a:spLocks/>
          </p:cNvSpPr>
          <p:nvPr/>
        </p:nvSpPr>
        <p:spPr>
          <a:xfrm>
            <a:off x="556640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F435C7EF-5DE1-4244-8AEC-71712DD289A2}"/>
              </a:ext>
            </a:extLst>
          </p:cNvPr>
          <p:cNvSpPr>
            <a:spLocks/>
          </p:cNvSpPr>
          <p:nvPr/>
        </p:nvSpPr>
        <p:spPr>
          <a:xfrm>
            <a:off x="566684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034812D3-2C91-40B9-BEBB-FEB445A0E867}"/>
              </a:ext>
            </a:extLst>
          </p:cNvPr>
          <p:cNvSpPr>
            <a:spLocks/>
          </p:cNvSpPr>
          <p:nvPr/>
        </p:nvSpPr>
        <p:spPr>
          <a:xfrm>
            <a:off x="5679387" y="3589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231B8556-42B7-45D9-B31A-FAFD5E55C89D}"/>
              </a:ext>
            </a:extLst>
          </p:cNvPr>
          <p:cNvSpPr>
            <a:spLocks/>
          </p:cNvSpPr>
          <p:nvPr/>
        </p:nvSpPr>
        <p:spPr>
          <a:xfrm>
            <a:off x="5600028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1B12AAFF-E977-4CC5-B68C-2391FF3550A7}"/>
              </a:ext>
            </a:extLst>
          </p:cNvPr>
          <p:cNvSpPr>
            <a:spLocks/>
          </p:cNvSpPr>
          <p:nvPr/>
        </p:nvSpPr>
        <p:spPr>
          <a:xfrm>
            <a:off x="564288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62C87D0F-DC50-4BD2-8BEA-276D56CF3F5F}"/>
              </a:ext>
            </a:extLst>
          </p:cNvPr>
          <p:cNvSpPr>
            <a:spLocks/>
          </p:cNvSpPr>
          <p:nvPr/>
        </p:nvSpPr>
        <p:spPr>
          <a:xfrm>
            <a:off x="560670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A0709C12-509C-48AB-BAEE-FBD2920A9820}"/>
              </a:ext>
            </a:extLst>
          </p:cNvPr>
          <p:cNvSpPr>
            <a:spLocks/>
          </p:cNvSpPr>
          <p:nvPr/>
        </p:nvSpPr>
        <p:spPr>
          <a:xfrm>
            <a:off x="561909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CE310090-2D3E-488A-A678-D155C359757C}"/>
              </a:ext>
            </a:extLst>
          </p:cNvPr>
          <p:cNvSpPr>
            <a:spLocks/>
          </p:cNvSpPr>
          <p:nvPr/>
        </p:nvSpPr>
        <p:spPr>
          <a:xfrm>
            <a:off x="568078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9781706A-80B5-4C4A-A5AB-4828DBFCC1A8}"/>
              </a:ext>
            </a:extLst>
          </p:cNvPr>
          <p:cNvSpPr>
            <a:spLocks/>
          </p:cNvSpPr>
          <p:nvPr/>
        </p:nvSpPr>
        <p:spPr>
          <a:xfrm>
            <a:off x="562536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891478FE-4B03-487C-BF5D-579251BE0071}"/>
              </a:ext>
            </a:extLst>
          </p:cNvPr>
          <p:cNvSpPr>
            <a:spLocks/>
          </p:cNvSpPr>
          <p:nvPr/>
        </p:nvSpPr>
        <p:spPr>
          <a:xfrm>
            <a:off x="567912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3745E03A-1AE1-44ED-BEE2-6BBCD44343F9}"/>
              </a:ext>
            </a:extLst>
          </p:cNvPr>
          <p:cNvSpPr>
            <a:spLocks/>
          </p:cNvSpPr>
          <p:nvPr/>
        </p:nvSpPr>
        <p:spPr>
          <a:xfrm>
            <a:off x="5617711" y="2593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92B0931D-1B0D-42D4-8ACF-BD1BCDCEA8CF}"/>
              </a:ext>
            </a:extLst>
          </p:cNvPr>
          <p:cNvSpPr>
            <a:spLocks/>
          </p:cNvSpPr>
          <p:nvPr/>
        </p:nvSpPr>
        <p:spPr>
          <a:xfrm>
            <a:off x="565834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C61BB2E9-D616-4C59-A494-84B9AE68191A}"/>
              </a:ext>
            </a:extLst>
          </p:cNvPr>
          <p:cNvSpPr>
            <a:spLocks/>
          </p:cNvSpPr>
          <p:nvPr/>
        </p:nvSpPr>
        <p:spPr>
          <a:xfrm>
            <a:off x="5641795" y="23334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7F64B6BB-1E2C-48E5-ACD8-408885C356F2}"/>
              </a:ext>
            </a:extLst>
          </p:cNvPr>
          <p:cNvSpPr>
            <a:spLocks/>
          </p:cNvSpPr>
          <p:nvPr/>
        </p:nvSpPr>
        <p:spPr>
          <a:xfrm>
            <a:off x="5636974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1845063B-021D-4805-B62A-D147832B1197}"/>
              </a:ext>
            </a:extLst>
          </p:cNvPr>
          <p:cNvSpPr>
            <a:spLocks/>
          </p:cNvSpPr>
          <p:nvPr/>
        </p:nvSpPr>
        <p:spPr>
          <a:xfrm>
            <a:off x="557057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EFFC066F-45E8-4A4B-8466-ECC85A7E03B2}"/>
              </a:ext>
            </a:extLst>
          </p:cNvPr>
          <p:cNvSpPr>
            <a:spLocks/>
          </p:cNvSpPr>
          <p:nvPr/>
        </p:nvSpPr>
        <p:spPr>
          <a:xfrm>
            <a:off x="5592119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3EF5CD62-D127-465C-A53D-6CAD63CD515D}"/>
              </a:ext>
            </a:extLst>
          </p:cNvPr>
          <p:cNvSpPr>
            <a:spLocks/>
          </p:cNvSpPr>
          <p:nvPr/>
        </p:nvSpPr>
        <p:spPr>
          <a:xfrm>
            <a:off x="5685215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716A82E1-DEA3-46D8-9445-61420F524B13}"/>
              </a:ext>
            </a:extLst>
          </p:cNvPr>
          <p:cNvSpPr>
            <a:spLocks/>
          </p:cNvSpPr>
          <p:nvPr/>
        </p:nvSpPr>
        <p:spPr>
          <a:xfrm>
            <a:off x="565582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BBB347A5-B3D2-41A0-A9DB-AE6D07ABCD4A}"/>
              </a:ext>
            </a:extLst>
          </p:cNvPr>
          <p:cNvSpPr>
            <a:spLocks/>
          </p:cNvSpPr>
          <p:nvPr/>
        </p:nvSpPr>
        <p:spPr>
          <a:xfrm>
            <a:off x="565296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E202E95A-173E-42D6-BB9A-9B18380627CD}"/>
              </a:ext>
            </a:extLst>
          </p:cNvPr>
          <p:cNvSpPr>
            <a:spLocks/>
          </p:cNvSpPr>
          <p:nvPr/>
        </p:nvSpPr>
        <p:spPr>
          <a:xfrm>
            <a:off x="5596478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7C616330-903C-44AB-A70F-DF2EBFF00E54}"/>
              </a:ext>
            </a:extLst>
          </p:cNvPr>
          <p:cNvSpPr>
            <a:spLocks/>
          </p:cNvSpPr>
          <p:nvPr/>
        </p:nvSpPr>
        <p:spPr>
          <a:xfrm>
            <a:off x="564568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6277AE1B-A167-4DEA-A554-6A37E1B179BA}"/>
              </a:ext>
            </a:extLst>
          </p:cNvPr>
          <p:cNvSpPr>
            <a:spLocks/>
          </p:cNvSpPr>
          <p:nvPr/>
        </p:nvSpPr>
        <p:spPr>
          <a:xfrm>
            <a:off x="5612224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93B1781D-55DD-4235-93EB-FC33F0B2A3B5}"/>
              </a:ext>
            </a:extLst>
          </p:cNvPr>
          <p:cNvSpPr>
            <a:spLocks/>
          </p:cNvSpPr>
          <p:nvPr/>
        </p:nvSpPr>
        <p:spPr>
          <a:xfrm>
            <a:off x="5570016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11795D01-991D-438A-AD06-EE4D5BDB1BE2}"/>
              </a:ext>
            </a:extLst>
          </p:cNvPr>
          <p:cNvSpPr>
            <a:spLocks/>
          </p:cNvSpPr>
          <p:nvPr/>
        </p:nvSpPr>
        <p:spPr>
          <a:xfrm>
            <a:off x="5582639" y="22179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242D0BBA-F52B-427F-BA8A-EFEEFEABB57F}"/>
              </a:ext>
            </a:extLst>
          </p:cNvPr>
          <p:cNvSpPr>
            <a:spLocks/>
          </p:cNvSpPr>
          <p:nvPr/>
        </p:nvSpPr>
        <p:spPr>
          <a:xfrm>
            <a:off x="5657673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F0A9C541-8EE1-4E7B-9D2E-9651CE5E2211}"/>
              </a:ext>
            </a:extLst>
          </p:cNvPr>
          <p:cNvSpPr>
            <a:spLocks/>
          </p:cNvSpPr>
          <p:nvPr/>
        </p:nvSpPr>
        <p:spPr>
          <a:xfrm>
            <a:off x="567467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D4316BA2-73CC-473B-9B0C-37489752597C}"/>
              </a:ext>
            </a:extLst>
          </p:cNvPr>
          <p:cNvSpPr>
            <a:spLocks/>
          </p:cNvSpPr>
          <p:nvPr/>
        </p:nvSpPr>
        <p:spPr>
          <a:xfrm>
            <a:off x="5626062" y="31133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28E64EF2-4141-4560-ADE5-BC4B6BB56C40}"/>
              </a:ext>
            </a:extLst>
          </p:cNvPr>
          <p:cNvSpPr>
            <a:spLocks/>
          </p:cNvSpPr>
          <p:nvPr/>
        </p:nvSpPr>
        <p:spPr>
          <a:xfrm>
            <a:off x="563822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1A1DB243-DEFC-470B-9CA4-7BA1D763E994}"/>
              </a:ext>
            </a:extLst>
          </p:cNvPr>
          <p:cNvSpPr>
            <a:spLocks/>
          </p:cNvSpPr>
          <p:nvPr/>
        </p:nvSpPr>
        <p:spPr>
          <a:xfrm>
            <a:off x="560619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DCED87DC-E8AE-4922-A0AA-51D830830CEC}"/>
              </a:ext>
            </a:extLst>
          </p:cNvPr>
          <p:cNvSpPr>
            <a:spLocks/>
          </p:cNvSpPr>
          <p:nvPr/>
        </p:nvSpPr>
        <p:spPr>
          <a:xfrm>
            <a:off x="557944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21180888-1C7C-463A-B450-32B4DBB8E7C1}"/>
              </a:ext>
            </a:extLst>
          </p:cNvPr>
          <p:cNvSpPr>
            <a:spLocks/>
          </p:cNvSpPr>
          <p:nvPr/>
        </p:nvSpPr>
        <p:spPr>
          <a:xfrm>
            <a:off x="5591895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5E0F5476-924F-47C3-9E1B-074D6B247FDA}"/>
              </a:ext>
            </a:extLst>
          </p:cNvPr>
          <p:cNvSpPr>
            <a:spLocks/>
          </p:cNvSpPr>
          <p:nvPr/>
        </p:nvSpPr>
        <p:spPr>
          <a:xfrm>
            <a:off x="557627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BF187FB5-E7C5-41B0-AC4B-D85C2478AD7F}"/>
              </a:ext>
            </a:extLst>
          </p:cNvPr>
          <p:cNvSpPr>
            <a:spLocks/>
          </p:cNvSpPr>
          <p:nvPr/>
        </p:nvSpPr>
        <p:spPr>
          <a:xfrm>
            <a:off x="5600209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D5503F6C-EA66-481C-BCB4-043A2B82C997}"/>
              </a:ext>
            </a:extLst>
          </p:cNvPr>
          <p:cNvSpPr>
            <a:spLocks/>
          </p:cNvSpPr>
          <p:nvPr/>
        </p:nvSpPr>
        <p:spPr>
          <a:xfrm>
            <a:off x="558888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954199C4-A0D0-4EE9-9C54-D3D4A0EC2EAF}"/>
              </a:ext>
            </a:extLst>
          </p:cNvPr>
          <p:cNvSpPr>
            <a:spLocks/>
          </p:cNvSpPr>
          <p:nvPr/>
        </p:nvSpPr>
        <p:spPr>
          <a:xfrm>
            <a:off x="561089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D898E979-89AC-443A-8288-B2C1F0E9C5D4}"/>
              </a:ext>
            </a:extLst>
          </p:cNvPr>
          <p:cNvSpPr>
            <a:spLocks/>
          </p:cNvSpPr>
          <p:nvPr/>
        </p:nvSpPr>
        <p:spPr>
          <a:xfrm>
            <a:off x="5656015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2C9742A4-4FD4-4F62-8B6D-978CB550CBFA}"/>
              </a:ext>
            </a:extLst>
          </p:cNvPr>
          <p:cNvSpPr>
            <a:spLocks/>
          </p:cNvSpPr>
          <p:nvPr/>
        </p:nvSpPr>
        <p:spPr>
          <a:xfrm>
            <a:off x="561094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BA02BADC-2C6E-4ACC-A09E-2E286139A13F}"/>
              </a:ext>
            </a:extLst>
          </p:cNvPr>
          <p:cNvSpPr>
            <a:spLocks/>
          </p:cNvSpPr>
          <p:nvPr/>
        </p:nvSpPr>
        <p:spPr>
          <a:xfrm>
            <a:off x="5665229" y="19652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9AAD55A0-675F-4191-A7F6-877E2024BEE2}"/>
              </a:ext>
            </a:extLst>
          </p:cNvPr>
          <p:cNvSpPr>
            <a:spLocks/>
          </p:cNvSpPr>
          <p:nvPr/>
        </p:nvSpPr>
        <p:spPr>
          <a:xfrm>
            <a:off x="562047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49DA2B62-828F-4D27-8967-2D5C52997A8D}"/>
              </a:ext>
            </a:extLst>
          </p:cNvPr>
          <p:cNvSpPr>
            <a:spLocks/>
          </p:cNvSpPr>
          <p:nvPr/>
        </p:nvSpPr>
        <p:spPr>
          <a:xfrm>
            <a:off x="563076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DAC26BAA-63EE-48D0-AF3D-76212721508B}"/>
              </a:ext>
            </a:extLst>
          </p:cNvPr>
          <p:cNvSpPr>
            <a:spLocks/>
          </p:cNvSpPr>
          <p:nvPr/>
        </p:nvSpPr>
        <p:spPr>
          <a:xfrm>
            <a:off x="563006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5E194EF3-DF94-4F0E-ADD3-9306A3EB5013}"/>
              </a:ext>
            </a:extLst>
          </p:cNvPr>
          <p:cNvSpPr>
            <a:spLocks/>
          </p:cNvSpPr>
          <p:nvPr/>
        </p:nvSpPr>
        <p:spPr>
          <a:xfrm>
            <a:off x="5665146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16E0BC94-CF75-410B-B88C-A22E94EB65A0}"/>
              </a:ext>
            </a:extLst>
          </p:cNvPr>
          <p:cNvSpPr>
            <a:spLocks/>
          </p:cNvSpPr>
          <p:nvPr/>
        </p:nvSpPr>
        <p:spPr>
          <a:xfrm>
            <a:off x="566806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7850C12E-911F-46A0-A2EB-B9E628B525CF}"/>
              </a:ext>
            </a:extLst>
          </p:cNvPr>
          <p:cNvSpPr>
            <a:spLocks/>
          </p:cNvSpPr>
          <p:nvPr/>
        </p:nvSpPr>
        <p:spPr>
          <a:xfrm>
            <a:off x="5659699" y="26311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D3C0927A-F2D8-4B2E-80A9-C4F1E5E16552}"/>
              </a:ext>
            </a:extLst>
          </p:cNvPr>
          <p:cNvSpPr>
            <a:spLocks/>
          </p:cNvSpPr>
          <p:nvPr/>
        </p:nvSpPr>
        <p:spPr>
          <a:xfrm>
            <a:off x="5593362" y="26223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27B09857-FA44-4DF0-8043-3916068D68F5}"/>
              </a:ext>
            </a:extLst>
          </p:cNvPr>
          <p:cNvSpPr>
            <a:spLocks/>
          </p:cNvSpPr>
          <p:nvPr/>
        </p:nvSpPr>
        <p:spPr>
          <a:xfrm>
            <a:off x="5577558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4208BEAD-CBCF-4287-94FE-988EA512B333}"/>
              </a:ext>
            </a:extLst>
          </p:cNvPr>
          <p:cNvSpPr>
            <a:spLocks/>
          </p:cNvSpPr>
          <p:nvPr/>
        </p:nvSpPr>
        <p:spPr>
          <a:xfrm>
            <a:off x="558564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6557F2EE-E410-42D1-8FFA-A0FDA3C62092}"/>
              </a:ext>
            </a:extLst>
          </p:cNvPr>
          <p:cNvSpPr>
            <a:spLocks/>
          </p:cNvSpPr>
          <p:nvPr/>
        </p:nvSpPr>
        <p:spPr>
          <a:xfrm>
            <a:off x="566706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DCCB77CF-6221-4AB1-B017-B8410151C7B0}"/>
              </a:ext>
            </a:extLst>
          </p:cNvPr>
          <p:cNvSpPr>
            <a:spLocks/>
          </p:cNvSpPr>
          <p:nvPr/>
        </p:nvSpPr>
        <p:spPr>
          <a:xfrm>
            <a:off x="5621773" y="3563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0F80D291-79A5-4808-BAD4-FA208D4204EB}"/>
              </a:ext>
            </a:extLst>
          </p:cNvPr>
          <p:cNvSpPr>
            <a:spLocks/>
          </p:cNvSpPr>
          <p:nvPr/>
        </p:nvSpPr>
        <p:spPr>
          <a:xfrm>
            <a:off x="557056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149012D1-4AB2-4A6D-8B31-A90459E93EF9}"/>
              </a:ext>
            </a:extLst>
          </p:cNvPr>
          <p:cNvSpPr>
            <a:spLocks/>
          </p:cNvSpPr>
          <p:nvPr/>
        </p:nvSpPr>
        <p:spPr>
          <a:xfrm>
            <a:off x="561112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35DFB66F-1355-4967-AFE1-52C28E0FC5FD}"/>
              </a:ext>
            </a:extLst>
          </p:cNvPr>
          <p:cNvSpPr>
            <a:spLocks/>
          </p:cNvSpPr>
          <p:nvPr/>
        </p:nvSpPr>
        <p:spPr>
          <a:xfrm>
            <a:off x="5566621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5B457C44-F421-40D9-B433-E29138578FBC}"/>
              </a:ext>
            </a:extLst>
          </p:cNvPr>
          <p:cNvSpPr>
            <a:spLocks/>
          </p:cNvSpPr>
          <p:nvPr/>
        </p:nvSpPr>
        <p:spPr>
          <a:xfrm>
            <a:off x="562082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5F0E45CD-9775-4574-8041-862AF6217B07}"/>
              </a:ext>
            </a:extLst>
          </p:cNvPr>
          <p:cNvSpPr>
            <a:spLocks/>
          </p:cNvSpPr>
          <p:nvPr/>
        </p:nvSpPr>
        <p:spPr>
          <a:xfrm>
            <a:off x="562180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EC08CE04-506D-400E-A0F9-2B5979336ABD}"/>
              </a:ext>
            </a:extLst>
          </p:cNvPr>
          <p:cNvSpPr>
            <a:spLocks/>
          </p:cNvSpPr>
          <p:nvPr/>
        </p:nvSpPr>
        <p:spPr>
          <a:xfrm>
            <a:off x="558513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E814EAA4-C5C8-4B79-8730-247F7895B001}"/>
              </a:ext>
            </a:extLst>
          </p:cNvPr>
          <p:cNvSpPr>
            <a:spLocks/>
          </p:cNvSpPr>
          <p:nvPr/>
        </p:nvSpPr>
        <p:spPr>
          <a:xfrm>
            <a:off x="564514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4A100ADC-4402-425F-AFF6-E1ED306DCA70}"/>
              </a:ext>
            </a:extLst>
          </p:cNvPr>
          <p:cNvSpPr>
            <a:spLocks/>
          </p:cNvSpPr>
          <p:nvPr/>
        </p:nvSpPr>
        <p:spPr>
          <a:xfrm>
            <a:off x="5681054" y="25134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343E94A6-6A94-4B00-BFE8-114C4ADBE357}"/>
              </a:ext>
            </a:extLst>
          </p:cNvPr>
          <p:cNvSpPr>
            <a:spLocks/>
          </p:cNvSpPr>
          <p:nvPr/>
        </p:nvSpPr>
        <p:spPr>
          <a:xfrm>
            <a:off x="5671046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255E1DDE-D45C-4E82-85F3-FD5C09B2016F}"/>
              </a:ext>
            </a:extLst>
          </p:cNvPr>
          <p:cNvSpPr>
            <a:spLocks/>
          </p:cNvSpPr>
          <p:nvPr/>
        </p:nvSpPr>
        <p:spPr>
          <a:xfrm>
            <a:off x="5622893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1752AD8C-AB5B-442E-929A-223A6AA89EE3}"/>
              </a:ext>
            </a:extLst>
          </p:cNvPr>
          <p:cNvSpPr>
            <a:spLocks/>
          </p:cNvSpPr>
          <p:nvPr/>
        </p:nvSpPr>
        <p:spPr>
          <a:xfrm>
            <a:off x="562832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0D89FB1F-303B-4452-BADE-66CA6A02B86B}"/>
              </a:ext>
            </a:extLst>
          </p:cNvPr>
          <p:cNvSpPr>
            <a:spLocks/>
          </p:cNvSpPr>
          <p:nvPr/>
        </p:nvSpPr>
        <p:spPr>
          <a:xfrm>
            <a:off x="5674874" y="2875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CD00B37C-224B-4676-BFB4-8B3E1BE6BD2D}"/>
              </a:ext>
            </a:extLst>
          </p:cNvPr>
          <p:cNvSpPr>
            <a:spLocks/>
          </p:cNvSpPr>
          <p:nvPr/>
        </p:nvSpPr>
        <p:spPr>
          <a:xfrm>
            <a:off x="564975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C7592246-6935-4E13-AE44-EF7A549B6FEC}"/>
              </a:ext>
            </a:extLst>
          </p:cNvPr>
          <p:cNvSpPr>
            <a:spLocks/>
          </p:cNvSpPr>
          <p:nvPr/>
        </p:nvSpPr>
        <p:spPr>
          <a:xfrm>
            <a:off x="562498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0C5FA138-A019-4864-8C6F-F361A93B23A4}"/>
              </a:ext>
            </a:extLst>
          </p:cNvPr>
          <p:cNvSpPr>
            <a:spLocks/>
          </p:cNvSpPr>
          <p:nvPr/>
        </p:nvSpPr>
        <p:spPr>
          <a:xfrm>
            <a:off x="568606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23F2C4F5-F688-42DE-B7F1-A979297BA795}"/>
              </a:ext>
            </a:extLst>
          </p:cNvPr>
          <p:cNvSpPr>
            <a:spLocks/>
          </p:cNvSpPr>
          <p:nvPr/>
        </p:nvSpPr>
        <p:spPr>
          <a:xfrm>
            <a:off x="556674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AFDC78F1-3B5F-4AE4-BC25-38A8325C6E07}"/>
              </a:ext>
            </a:extLst>
          </p:cNvPr>
          <p:cNvSpPr>
            <a:spLocks/>
          </p:cNvSpPr>
          <p:nvPr/>
        </p:nvSpPr>
        <p:spPr>
          <a:xfrm>
            <a:off x="5637575" y="26166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417D3804-099F-4B65-BB91-57F080831FE2}"/>
              </a:ext>
            </a:extLst>
          </p:cNvPr>
          <p:cNvSpPr>
            <a:spLocks/>
          </p:cNvSpPr>
          <p:nvPr/>
        </p:nvSpPr>
        <p:spPr>
          <a:xfrm>
            <a:off x="557354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9D7196F2-4FB1-4C87-9447-D9C2289273E3}"/>
              </a:ext>
            </a:extLst>
          </p:cNvPr>
          <p:cNvSpPr>
            <a:spLocks/>
          </p:cNvSpPr>
          <p:nvPr/>
        </p:nvSpPr>
        <p:spPr>
          <a:xfrm>
            <a:off x="5672975" y="32920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A26E4630-7B05-444E-A1A7-42CE459F697A}"/>
              </a:ext>
            </a:extLst>
          </p:cNvPr>
          <p:cNvSpPr>
            <a:spLocks/>
          </p:cNvSpPr>
          <p:nvPr/>
        </p:nvSpPr>
        <p:spPr>
          <a:xfrm>
            <a:off x="564052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3EF7539A-1BB3-497B-AF08-7B9508A90F57}"/>
              </a:ext>
            </a:extLst>
          </p:cNvPr>
          <p:cNvSpPr>
            <a:spLocks/>
          </p:cNvSpPr>
          <p:nvPr/>
        </p:nvSpPr>
        <p:spPr>
          <a:xfrm>
            <a:off x="563905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647746AD-8116-4215-8F8D-29EB8EF8CAA9}"/>
              </a:ext>
            </a:extLst>
          </p:cNvPr>
          <p:cNvSpPr>
            <a:spLocks/>
          </p:cNvSpPr>
          <p:nvPr/>
        </p:nvSpPr>
        <p:spPr>
          <a:xfrm>
            <a:off x="559621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B4C3B851-6FD2-4C46-90A2-F545721D7E59}"/>
              </a:ext>
            </a:extLst>
          </p:cNvPr>
          <p:cNvSpPr>
            <a:spLocks/>
          </p:cNvSpPr>
          <p:nvPr/>
        </p:nvSpPr>
        <p:spPr>
          <a:xfrm>
            <a:off x="568203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69DC5CE0-BBC8-45DA-8B27-ADD17A3CE15B}"/>
              </a:ext>
            </a:extLst>
          </p:cNvPr>
          <p:cNvSpPr>
            <a:spLocks/>
          </p:cNvSpPr>
          <p:nvPr/>
        </p:nvSpPr>
        <p:spPr>
          <a:xfrm>
            <a:off x="558556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14D6E5E2-AFF0-4E22-B012-71B618032D70}"/>
              </a:ext>
            </a:extLst>
          </p:cNvPr>
          <p:cNvSpPr>
            <a:spLocks/>
          </p:cNvSpPr>
          <p:nvPr/>
        </p:nvSpPr>
        <p:spPr>
          <a:xfrm>
            <a:off x="560775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370BBE2C-CB1E-4D62-93DC-5D469A51D137}"/>
              </a:ext>
            </a:extLst>
          </p:cNvPr>
          <p:cNvSpPr>
            <a:spLocks/>
          </p:cNvSpPr>
          <p:nvPr/>
        </p:nvSpPr>
        <p:spPr>
          <a:xfrm>
            <a:off x="561725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CCBEDE44-6329-4FDD-9242-D78320B0889A}"/>
              </a:ext>
            </a:extLst>
          </p:cNvPr>
          <p:cNvSpPr>
            <a:spLocks/>
          </p:cNvSpPr>
          <p:nvPr/>
        </p:nvSpPr>
        <p:spPr>
          <a:xfrm>
            <a:off x="5608283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B50DDD75-4812-40C1-8291-250BC147A12C}"/>
              </a:ext>
            </a:extLst>
          </p:cNvPr>
          <p:cNvSpPr>
            <a:spLocks/>
          </p:cNvSpPr>
          <p:nvPr/>
        </p:nvSpPr>
        <p:spPr>
          <a:xfrm>
            <a:off x="563220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F6DEE0E5-3E74-4FD5-B3EF-1447949A0FBD}"/>
              </a:ext>
            </a:extLst>
          </p:cNvPr>
          <p:cNvSpPr>
            <a:spLocks/>
          </p:cNvSpPr>
          <p:nvPr/>
        </p:nvSpPr>
        <p:spPr>
          <a:xfrm>
            <a:off x="561411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CDB36070-9CCD-4C0F-A8B3-E4C6AD8C7C9E}"/>
              </a:ext>
            </a:extLst>
          </p:cNvPr>
          <p:cNvSpPr>
            <a:spLocks/>
          </p:cNvSpPr>
          <p:nvPr/>
        </p:nvSpPr>
        <p:spPr>
          <a:xfrm>
            <a:off x="5594176" y="2875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7D57C41F-01E4-4BBE-BE75-32957B601DF5}"/>
              </a:ext>
            </a:extLst>
          </p:cNvPr>
          <p:cNvSpPr>
            <a:spLocks/>
          </p:cNvSpPr>
          <p:nvPr/>
        </p:nvSpPr>
        <p:spPr>
          <a:xfrm>
            <a:off x="564606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E3C1FA06-006E-4B4F-B91B-D9846A383BC3}"/>
              </a:ext>
            </a:extLst>
          </p:cNvPr>
          <p:cNvSpPr>
            <a:spLocks/>
          </p:cNvSpPr>
          <p:nvPr/>
        </p:nvSpPr>
        <p:spPr>
          <a:xfrm>
            <a:off x="563451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0A142013-1206-44B0-B8D5-0D0E4405CE5B}"/>
              </a:ext>
            </a:extLst>
          </p:cNvPr>
          <p:cNvSpPr>
            <a:spLocks/>
          </p:cNvSpPr>
          <p:nvPr/>
        </p:nvSpPr>
        <p:spPr>
          <a:xfrm>
            <a:off x="5576932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079F4C7B-EE07-45EB-A532-DC37FD2BFC80}"/>
              </a:ext>
            </a:extLst>
          </p:cNvPr>
          <p:cNvSpPr>
            <a:spLocks/>
          </p:cNvSpPr>
          <p:nvPr/>
        </p:nvSpPr>
        <p:spPr>
          <a:xfrm>
            <a:off x="564906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4C15721F-572E-42F2-82E3-0FA61E5BE024}"/>
              </a:ext>
            </a:extLst>
          </p:cNvPr>
          <p:cNvSpPr>
            <a:spLocks/>
          </p:cNvSpPr>
          <p:nvPr/>
        </p:nvSpPr>
        <p:spPr>
          <a:xfrm>
            <a:off x="557776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D115D1FB-2ADC-4CB4-B677-A4C9652E3FF7}"/>
              </a:ext>
            </a:extLst>
          </p:cNvPr>
          <p:cNvSpPr>
            <a:spLocks/>
          </p:cNvSpPr>
          <p:nvPr/>
        </p:nvSpPr>
        <p:spPr>
          <a:xfrm>
            <a:off x="5683636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3FC4E225-901A-499B-A8DE-C7F5E8E37F45}"/>
              </a:ext>
            </a:extLst>
          </p:cNvPr>
          <p:cNvSpPr>
            <a:spLocks/>
          </p:cNvSpPr>
          <p:nvPr/>
        </p:nvSpPr>
        <p:spPr>
          <a:xfrm>
            <a:off x="561898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2E3201F7-B376-4BA5-A226-8B733553557D}"/>
              </a:ext>
            </a:extLst>
          </p:cNvPr>
          <p:cNvSpPr>
            <a:spLocks/>
          </p:cNvSpPr>
          <p:nvPr/>
        </p:nvSpPr>
        <p:spPr>
          <a:xfrm>
            <a:off x="5579212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0A4D2A0D-29A3-45A7-B69A-DF9DB45DA65F}"/>
              </a:ext>
            </a:extLst>
          </p:cNvPr>
          <p:cNvSpPr>
            <a:spLocks/>
          </p:cNvSpPr>
          <p:nvPr/>
        </p:nvSpPr>
        <p:spPr>
          <a:xfrm>
            <a:off x="565664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CEDD7A77-1AD4-4386-985C-04DC3DD85CE6}"/>
              </a:ext>
            </a:extLst>
          </p:cNvPr>
          <p:cNvSpPr>
            <a:spLocks/>
          </p:cNvSpPr>
          <p:nvPr/>
        </p:nvSpPr>
        <p:spPr>
          <a:xfrm>
            <a:off x="562417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0FCEB7E6-56D4-40D3-B9CC-C0EE1AC5C924}"/>
              </a:ext>
            </a:extLst>
          </p:cNvPr>
          <p:cNvSpPr>
            <a:spLocks/>
          </p:cNvSpPr>
          <p:nvPr/>
        </p:nvSpPr>
        <p:spPr>
          <a:xfrm>
            <a:off x="560846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D5D9C82F-A014-4AED-AC9A-49079EE306AB}"/>
              </a:ext>
            </a:extLst>
          </p:cNvPr>
          <p:cNvSpPr>
            <a:spLocks/>
          </p:cNvSpPr>
          <p:nvPr/>
        </p:nvSpPr>
        <p:spPr>
          <a:xfrm>
            <a:off x="5646460" y="25212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C3DD4F8-9814-4E10-A4E9-34B35CD4DF88}"/>
              </a:ext>
            </a:extLst>
          </p:cNvPr>
          <p:cNvSpPr>
            <a:spLocks/>
          </p:cNvSpPr>
          <p:nvPr/>
        </p:nvSpPr>
        <p:spPr>
          <a:xfrm>
            <a:off x="559220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1ECBAEA1-4746-456F-8234-24353BB27058}"/>
              </a:ext>
            </a:extLst>
          </p:cNvPr>
          <p:cNvSpPr>
            <a:spLocks/>
          </p:cNvSpPr>
          <p:nvPr/>
        </p:nvSpPr>
        <p:spPr>
          <a:xfrm>
            <a:off x="5671328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4605C9D7-2C4D-4191-A5A9-06D8DF20C23E}"/>
              </a:ext>
            </a:extLst>
          </p:cNvPr>
          <p:cNvSpPr>
            <a:spLocks/>
          </p:cNvSpPr>
          <p:nvPr/>
        </p:nvSpPr>
        <p:spPr>
          <a:xfrm>
            <a:off x="561930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C16B96F1-46EE-43D7-9924-F6305A1CB16F}"/>
              </a:ext>
            </a:extLst>
          </p:cNvPr>
          <p:cNvSpPr>
            <a:spLocks/>
          </p:cNvSpPr>
          <p:nvPr/>
        </p:nvSpPr>
        <p:spPr>
          <a:xfrm>
            <a:off x="5596862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98813802-DCC0-44EB-B215-447BE5DD8B31}"/>
              </a:ext>
            </a:extLst>
          </p:cNvPr>
          <p:cNvSpPr>
            <a:spLocks/>
          </p:cNvSpPr>
          <p:nvPr/>
        </p:nvSpPr>
        <p:spPr>
          <a:xfrm>
            <a:off x="564374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74878537-4D05-4742-AE2D-BB3FB1099646}"/>
              </a:ext>
            </a:extLst>
          </p:cNvPr>
          <p:cNvSpPr>
            <a:spLocks/>
          </p:cNvSpPr>
          <p:nvPr/>
        </p:nvSpPr>
        <p:spPr>
          <a:xfrm>
            <a:off x="5577639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E211532E-DBBC-44C6-8E3C-C11E9754E9DA}"/>
              </a:ext>
            </a:extLst>
          </p:cNvPr>
          <p:cNvSpPr>
            <a:spLocks/>
          </p:cNvSpPr>
          <p:nvPr/>
        </p:nvSpPr>
        <p:spPr>
          <a:xfrm>
            <a:off x="5674326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F1B07BE2-B6F7-447D-B1E3-7FD05B811DD3}"/>
              </a:ext>
            </a:extLst>
          </p:cNvPr>
          <p:cNvSpPr>
            <a:spLocks/>
          </p:cNvSpPr>
          <p:nvPr/>
        </p:nvSpPr>
        <p:spPr>
          <a:xfrm>
            <a:off x="567328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9161C996-5520-4E31-A6DF-B738D74F24B1}"/>
              </a:ext>
            </a:extLst>
          </p:cNvPr>
          <p:cNvSpPr>
            <a:spLocks/>
          </p:cNvSpPr>
          <p:nvPr/>
        </p:nvSpPr>
        <p:spPr>
          <a:xfrm>
            <a:off x="567084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861D67BB-0C8F-41D0-BF68-479F6C70D854}"/>
              </a:ext>
            </a:extLst>
          </p:cNvPr>
          <p:cNvSpPr>
            <a:spLocks/>
          </p:cNvSpPr>
          <p:nvPr/>
        </p:nvSpPr>
        <p:spPr>
          <a:xfrm>
            <a:off x="565921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38F1D8F1-2E6D-4BDC-B68F-1BFD864DE448}"/>
              </a:ext>
            </a:extLst>
          </p:cNvPr>
          <p:cNvSpPr>
            <a:spLocks/>
          </p:cNvSpPr>
          <p:nvPr/>
        </p:nvSpPr>
        <p:spPr>
          <a:xfrm>
            <a:off x="5637895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82C5C444-9E0B-48E7-A712-EE2C81D94828}"/>
              </a:ext>
            </a:extLst>
          </p:cNvPr>
          <p:cNvSpPr>
            <a:spLocks/>
          </p:cNvSpPr>
          <p:nvPr/>
        </p:nvSpPr>
        <p:spPr>
          <a:xfrm>
            <a:off x="5584772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E6F3C702-D625-4E62-A987-4552BF0DCA75}"/>
              </a:ext>
            </a:extLst>
          </p:cNvPr>
          <p:cNvSpPr>
            <a:spLocks/>
          </p:cNvSpPr>
          <p:nvPr/>
        </p:nvSpPr>
        <p:spPr>
          <a:xfrm>
            <a:off x="5589194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942C88B8-DD12-4F91-9030-0AA21D5AE285}"/>
              </a:ext>
            </a:extLst>
          </p:cNvPr>
          <p:cNvSpPr>
            <a:spLocks/>
          </p:cNvSpPr>
          <p:nvPr/>
        </p:nvSpPr>
        <p:spPr>
          <a:xfrm>
            <a:off x="567215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BA23E150-7294-4142-A48A-EFF1B4B18133}"/>
              </a:ext>
            </a:extLst>
          </p:cNvPr>
          <p:cNvSpPr>
            <a:spLocks/>
          </p:cNvSpPr>
          <p:nvPr/>
        </p:nvSpPr>
        <p:spPr>
          <a:xfrm>
            <a:off x="560789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CECCB3F4-7964-4284-9532-AD50913FD133}"/>
              </a:ext>
            </a:extLst>
          </p:cNvPr>
          <p:cNvSpPr>
            <a:spLocks/>
          </p:cNvSpPr>
          <p:nvPr/>
        </p:nvSpPr>
        <p:spPr>
          <a:xfrm>
            <a:off x="5665691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117978DA-DD59-4DEF-AC10-FF213D91B163}"/>
              </a:ext>
            </a:extLst>
          </p:cNvPr>
          <p:cNvSpPr>
            <a:spLocks/>
          </p:cNvSpPr>
          <p:nvPr/>
        </p:nvSpPr>
        <p:spPr>
          <a:xfrm>
            <a:off x="559834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F0A9F082-6C2C-4788-A59A-A577292179E2}"/>
              </a:ext>
            </a:extLst>
          </p:cNvPr>
          <p:cNvSpPr>
            <a:spLocks/>
          </p:cNvSpPr>
          <p:nvPr/>
        </p:nvSpPr>
        <p:spPr>
          <a:xfrm>
            <a:off x="557039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2E3E59EC-00B7-4CCD-97F4-0B33CECD4BA2}"/>
              </a:ext>
            </a:extLst>
          </p:cNvPr>
          <p:cNvSpPr>
            <a:spLocks/>
          </p:cNvSpPr>
          <p:nvPr/>
        </p:nvSpPr>
        <p:spPr>
          <a:xfrm>
            <a:off x="5595442" y="2853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616F1FCA-9214-4D76-8E09-1749AC5F5D1B}"/>
              </a:ext>
            </a:extLst>
          </p:cNvPr>
          <p:cNvSpPr>
            <a:spLocks/>
          </p:cNvSpPr>
          <p:nvPr/>
        </p:nvSpPr>
        <p:spPr>
          <a:xfrm>
            <a:off x="5656571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261C22CF-492D-42A4-8F3C-B7537CEC68D8}"/>
              </a:ext>
            </a:extLst>
          </p:cNvPr>
          <p:cNvSpPr>
            <a:spLocks/>
          </p:cNvSpPr>
          <p:nvPr/>
        </p:nvSpPr>
        <p:spPr>
          <a:xfrm>
            <a:off x="563649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0A56F2B9-DD71-40D5-8C8E-90700D413DC5}"/>
              </a:ext>
            </a:extLst>
          </p:cNvPr>
          <p:cNvSpPr>
            <a:spLocks/>
          </p:cNvSpPr>
          <p:nvPr/>
        </p:nvSpPr>
        <p:spPr>
          <a:xfrm>
            <a:off x="5639359" y="27548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DCDE5E5D-3333-4FE4-B50A-35EED0C01DB5}"/>
              </a:ext>
            </a:extLst>
          </p:cNvPr>
          <p:cNvSpPr>
            <a:spLocks/>
          </p:cNvSpPr>
          <p:nvPr/>
        </p:nvSpPr>
        <p:spPr>
          <a:xfrm>
            <a:off x="5641496" y="3269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E7FD764D-A31D-41C5-9626-269F3573EAFB}"/>
              </a:ext>
            </a:extLst>
          </p:cNvPr>
          <p:cNvSpPr>
            <a:spLocks/>
          </p:cNvSpPr>
          <p:nvPr/>
        </p:nvSpPr>
        <p:spPr>
          <a:xfrm>
            <a:off x="565572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12F11E1A-4B31-4A6D-8E10-DD3BD7C089B3}"/>
              </a:ext>
            </a:extLst>
          </p:cNvPr>
          <p:cNvSpPr>
            <a:spLocks/>
          </p:cNvSpPr>
          <p:nvPr/>
        </p:nvSpPr>
        <p:spPr>
          <a:xfrm>
            <a:off x="557485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FCD593F0-F61E-4229-BBAA-8C2BDE916B55}"/>
              </a:ext>
            </a:extLst>
          </p:cNvPr>
          <p:cNvSpPr>
            <a:spLocks/>
          </p:cNvSpPr>
          <p:nvPr/>
        </p:nvSpPr>
        <p:spPr>
          <a:xfrm>
            <a:off x="5575054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A904C659-5BD6-475C-8A72-C2C30B1A7671}"/>
              </a:ext>
            </a:extLst>
          </p:cNvPr>
          <p:cNvSpPr>
            <a:spLocks/>
          </p:cNvSpPr>
          <p:nvPr/>
        </p:nvSpPr>
        <p:spPr>
          <a:xfrm>
            <a:off x="564379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4149F4D2-F2B4-483F-8416-7F4581922FD8}"/>
              </a:ext>
            </a:extLst>
          </p:cNvPr>
          <p:cNvSpPr>
            <a:spLocks/>
          </p:cNvSpPr>
          <p:nvPr/>
        </p:nvSpPr>
        <p:spPr>
          <a:xfrm>
            <a:off x="557593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8D105DD6-B8EB-4AB9-BBAB-C0BCDDDE84E4}"/>
              </a:ext>
            </a:extLst>
          </p:cNvPr>
          <p:cNvSpPr>
            <a:spLocks/>
          </p:cNvSpPr>
          <p:nvPr/>
        </p:nvSpPr>
        <p:spPr>
          <a:xfrm>
            <a:off x="558930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00786EE6-F267-4D00-A03D-A06489AF6B19}"/>
              </a:ext>
            </a:extLst>
          </p:cNvPr>
          <p:cNvSpPr>
            <a:spLocks/>
          </p:cNvSpPr>
          <p:nvPr/>
        </p:nvSpPr>
        <p:spPr>
          <a:xfrm>
            <a:off x="5624655" y="3570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2781A79B-6716-400D-ABAF-FB8194FE8923}"/>
              </a:ext>
            </a:extLst>
          </p:cNvPr>
          <p:cNvSpPr>
            <a:spLocks/>
          </p:cNvSpPr>
          <p:nvPr/>
        </p:nvSpPr>
        <p:spPr>
          <a:xfrm>
            <a:off x="557014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D0C27348-2ACA-4FCC-85D2-17FB45E421F0}"/>
              </a:ext>
            </a:extLst>
          </p:cNvPr>
          <p:cNvSpPr>
            <a:spLocks/>
          </p:cNvSpPr>
          <p:nvPr/>
        </p:nvSpPr>
        <p:spPr>
          <a:xfrm>
            <a:off x="562170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FAB9A784-9DD0-487E-99F9-F2919A995858}"/>
              </a:ext>
            </a:extLst>
          </p:cNvPr>
          <p:cNvSpPr>
            <a:spLocks/>
          </p:cNvSpPr>
          <p:nvPr/>
        </p:nvSpPr>
        <p:spPr>
          <a:xfrm>
            <a:off x="58481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47318C7D-4640-4307-ABB8-9AA550AC4CC3}"/>
              </a:ext>
            </a:extLst>
          </p:cNvPr>
          <p:cNvSpPr>
            <a:spLocks/>
          </p:cNvSpPr>
          <p:nvPr/>
        </p:nvSpPr>
        <p:spPr>
          <a:xfrm>
            <a:off x="581924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56BE2B42-D404-49D4-AB18-C463BB5DFC7E}"/>
              </a:ext>
            </a:extLst>
          </p:cNvPr>
          <p:cNvSpPr>
            <a:spLocks/>
          </p:cNvSpPr>
          <p:nvPr/>
        </p:nvSpPr>
        <p:spPr>
          <a:xfrm>
            <a:off x="584986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6C6DC085-3988-44A7-A2D7-D7C136B3948F}"/>
              </a:ext>
            </a:extLst>
          </p:cNvPr>
          <p:cNvSpPr>
            <a:spLocks/>
          </p:cNvSpPr>
          <p:nvPr/>
        </p:nvSpPr>
        <p:spPr>
          <a:xfrm>
            <a:off x="5835494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AAFDBF9A-6741-4A29-9ADB-BC95B200FC27}"/>
              </a:ext>
            </a:extLst>
          </p:cNvPr>
          <p:cNvSpPr>
            <a:spLocks/>
          </p:cNvSpPr>
          <p:nvPr/>
        </p:nvSpPr>
        <p:spPr>
          <a:xfrm>
            <a:off x="5853424" y="25797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96FF5A21-AE25-4DA4-8EDB-7712A30A576C}"/>
              </a:ext>
            </a:extLst>
          </p:cNvPr>
          <p:cNvSpPr>
            <a:spLocks/>
          </p:cNvSpPr>
          <p:nvPr/>
        </p:nvSpPr>
        <p:spPr>
          <a:xfrm>
            <a:off x="591028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65B7DFEE-5ECC-4D97-BD14-3378160F4F70}"/>
              </a:ext>
            </a:extLst>
          </p:cNvPr>
          <p:cNvSpPr>
            <a:spLocks/>
          </p:cNvSpPr>
          <p:nvPr/>
        </p:nvSpPr>
        <p:spPr>
          <a:xfrm>
            <a:off x="587839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D131753F-CE22-4590-A710-7F02B1BACEB8}"/>
              </a:ext>
            </a:extLst>
          </p:cNvPr>
          <p:cNvSpPr>
            <a:spLocks/>
          </p:cNvSpPr>
          <p:nvPr/>
        </p:nvSpPr>
        <p:spPr>
          <a:xfrm>
            <a:off x="582169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7A49B06E-4D59-40D7-A134-7859738A8F0B}"/>
              </a:ext>
            </a:extLst>
          </p:cNvPr>
          <p:cNvSpPr>
            <a:spLocks/>
          </p:cNvSpPr>
          <p:nvPr/>
        </p:nvSpPr>
        <p:spPr>
          <a:xfrm>
            <a:off x="5873442" y="35119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44DC29A2-A757-4460-92F6-D63A2536DB98}"/>
              </a:ext>
            </a:extLst>
          </p:cNvPr>
          <p:cNvSpPr>
            <a:spLocks/>
          </p:cNvSpPr>
          <p:nvPr/>
        </p:nvSpPr>
        <p:spPr>
          <a:xfrm>
            <a:off x="583242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8BFD6046-D12B-4F5E-9795-925DE026E9DB}"/>
              </a:ext>
            </a:extLst>
          </p:cNvPr>
          <p:cNvSpPr>
            <a:spLocks/>
          </p:cNvSpPr>
          <p:nvPr/>
        </p:nvSpPr>
        <p:spPr>
          <a:xfrm>
            <a:off x="5854488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D63B317D-378A-4783-964E-D508BC6D10F7}"/>
              </a:ext>
            </a:extLst>
          </p:cNvPr>
          <p:cNvSpPr>
            <a:spLocks/>
          </p:cNvSpPr>
          <p:nvPr/>
        </p:nvSpPr>
        <p:spPr>
          <a:xfrm>
            <a:off x="582913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61E5AA9D-7B7A-4D61-A75F-609792792252}"/>
              </a:ext>
            </a:extLst>
          </p:cNvPr>
          <p:cNvSpPr>
            <a:spLocks/>
          </p:cNvSpPr>
          <p:nvPr/>
        </p:nvSpPr>
        <p:spPr>
          <a:xfrm>
            <a:off x="5920390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81BF3CD0-CDEB-4805-86BE-DE906CDCA997}"/>
              </a:ext>
            </a:extLst>
          </p:cNvPr>
          <p:cNvSpPr>
            <a:spLocks/>
          </p:cNvSpPr>
          <p:nvPr/>
        </p:nvSpPr>
        <p:spPr>
          <a:xfrm>
            <a:off x="5835582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246A148D-AAB5-48C9-B4E9-A9ABB47818C7}"/>
              </a:ext>
            </a:extLst>
          </p:cNvPr>
          <p:cNvSpPr>
            <a:spLocks/>
          </p:cNvSpPr>
          <p:nvPr/>
        </p:nvSpPr>
        <p:spPr>
          <a:xfrm>
            <a:off x="5838675" y="33300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F3CFE9F6-0AC5-4BCC-8C20-8A3FF50A000E}"/>
              </a:ext>
            </a:extLst>
          </p:cNvPr>
          <p:cNvSpPr>
            <a:spLocks/>
          </p:cNvSpPr>
          <p:nvPr/>
        </p:nvSpPr>
        <p:spPr>
          <a:xfrm>
            <a:off x="5870587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0E4EF67B-9227-4B70-9063-7EB0F236FB4E}"/>
              </a:ext>
            </a:extLst>
          </p:cNvPr>
          <p:cNvSpPr>
            <a:spLocks/>
          </p:cNvSpPr>
          <p:nvPr/>
        </p:nvSpPr>
        <p:spPr>
          <a:xfrm>
            <a:off x="590153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F5B41747-5B8E-45EE-8773-800F59A2A9A0}"/>
              </a:ext>
            </a:extLst>
          </p:cNvPr>
          <p:cNvSpPr>
            <a:spLocks/>
          </p:cNvSpPr>
          <p:nvPr/>
        </p:nvSpPr>
        <p:spPr>
          <a:xfrm>
            <a:off x="590587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813C25EB-079B-4DB0-9E8C-1314D93F4A26}"/>
              </a:ext>
            </a:extLst>
          </p:cNvPr>
          <p:cNvSpPr>
            <a:spLocks/>
          </p:cNvSpPr>
          <p:nvPr/>
        </p:nvSpPr>
        <p:spPr>
          <a:xfrm>
            <a:off x="583977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24C50138-6BE5-43D6-AD24-F89A81E6FC01}"/>
              </a:ext>
            </a:extLst>
          </p:cNvPr>
          <p:cNvSpPr>
            <a:spLocks/>
          </p:cNvSpPr>
          <p:nvPr/>
        </p:nvSpPr>
        <p:spPr>
          <a:xfrm>
            <a:off x="5821557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06BB161A-3791-4173-B2A7-2E5883483C8E}"/>
              </a:ext>
            </a:extLst>
          </p:cNvPr>
          <p:cNvSpPr>
            <a:spLocks/>
          </p:cNvSpPr>
          <p:nvPr/>
        </p:nvSpPr>
        <p:spPr>
          <a:xfrm>
            <a:off x="5887005" y="33300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FC509782-9E82-4A2A-88F6-35E4316A527F}"/>
              </a:ext>
            </a:extLst>
          </p:cNvPr>
          <p:cNvSpPr>
            <a:spLocks/>
          </p:cNvSpPr>
          <p:nvPr/>
        </p:nvSpPr>
        <p:spPr>
          <a:xfrm>
            <a:off x="587842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146A4B94-483A-474F-A828-2F1817A434B8}"/>
              </a:ext>
            </a:extLst>
          </p:cNvPr>
          <p:cNvSpPr>
            <a:spLocks/>
          </p:cNvSpPr>
          <p:nvPr/>
        </p:nvSpPr>
        <p:spPr>
          <a:xfrm>
            <a:off x="5923259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FE10435E-CDC9-45E9-9E0C-CB319CA0749E}"/>
              </a:ext>
            </a:extLst>
          </p:cNvPr>
          <p:cNvSpPr>
            <a:spLocks/>
          </p:cNvSpPr>
          <p:nvPr/>
        </p:nvSpPr>
        <p:spPr>
          <a:xfrm>
            <a:off x="5868844" y="24959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6548FEB8-EAE2-48C0-B0E0-9BA8EE535A7C}"/>
              </a:ext>
            </a:extLst>
          </p:cNvPr>
          <p:cNvSpPr>
            <a:spLocks/>
          </p:cNvSpPr>
          <p:nvPr/>
        </p:nvSpPr>
        <p:spPr>
          <a:xfrm>
            <a:off x="5939150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0EC0CD58-254B-492D-8120-2645B6FA8834}"/>
              </a:ext>
            </a:extLst>
          </p:cNvPr>
          <p:cNvSpPr>
            <a:spLocks/>
          </p:cNvSpPr>
          <p:nvPr/>
        </p:nvSpPr>
        <p:spPr>
          <a:xfrm>
            <a:off x="587404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75A10A3D-A967-4565-B7ED-6CFF0DD064C0}"/>
              </a:ext>
            </a:extLst>
          </p:cNvPr>
          <p:cNvSpPr>
            <a:spLocks/>
          </p:cNvSpPr>
          <p:nvPr/>
        </p:nvSpPr>
        <p:spPr>
          <a:xfrm>
            <a:off x="5857982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EAB1F96B-8682-4A72-8C46-D372300B5585}"/>
              </a:ext>
            </a:extLst>
          </p:cNvPr>
          <p:cNvSpPr>
            <a:spLocks/>
          </p:cNvSpPr>
          <p:nvPr/>
        </p:nvSpPr>
        <p:spPr>
          <a:xfrm>
            <a:off x="5901658" y="31433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2EFCA852-EA5D-4DF0-99AE-7738F883147A}"/>
              </a:ext>
            </a:extLst>
          </p:cNvPr>
          <p:cNvSpPr>
            <a:spLocks/>
          </p:cNvSpPr>
          <p:nvPr/>
        </p:nvSpPr>
        <p:spPr>
          <a:xfrm>
            <a:off x="5837372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E9243562-00CF-4BEA-B2DB-DFF07125AE7C}"/>
              </a:ext>
            </a:extLst>
          </p:cNvPr>
          <p:cNvSpPr>
            <a:spLocks/>
          </p:cNvSpPr>
          <p:nvPr/>
        </p:nvSpPr>
        <p:spPr>
          <a:xfrm>
            <a:off x="591376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3782A28F-2D0E-4377-8E56-08E0103869A9}"/>
              </a:ext>
            </a:extLst>
          </p:cNvPr>
          <p:cNvSpPr>
            <a:spLocks/>
          </p:cNvSpPr>
          <p:nvPr/>
        </p:nvSpPr>
        <p:spPr>
          <a:xfrm>
            <a:off x="588627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E43C2F50-4B1C-4733-B1D6-25419B14536D}"/>
              </a:ext>
            </a:extLst>
          </p:cNvPr>
          <p:cNvSpPr>
            <a:spLocks/>
          </p:cNvSpPr>
          <p:nvPr/>
        </p:nvSpPr>
        <p:spPr>
          <a:xfrm>
            <a:off x="5879061" y="29334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FFA55C6D-6375-4F9D-977A-D9CAD8F6D3B0}"/>
              </a:ext>
            </a:extLst>
          </p:cNvPr>
          <p:cNvSpPr>
            <a:spLocks/>
          </p:cNvSpPr>
          <p:nvPr/>
        </p:nvSpPr>
        <p:spPr>
          <a:xfrm>
            <a:off x="589320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8E7818BE-E8CC-4491-BDD5-61AD1F9AB892}"/>
              </a:ext>
            </a:extLst>
          </p:cNvPr>
          <p:cNvSpPr>
            <a:spLocks/>
          </p:cNvSpPr>
          <p:nvPr/>
        </p:nvSpPr>
        <p:spPr>
          <a:xfrm>
            <a:off x="592013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9EB96A8E-46EC-49FD-9CE5-D41563AABC71}"/>
              </a:ext>
            </a:extLst>
          </p:cNvPr>
          <p:cNvSpPr>
            <a:spLocks/>
          </p:cNvSpPr>
          <p:nvPr/>
        </p:nvSpPr>
        <p:spPr>
          <a:xfrm>
            <a:off x="58592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D4859AE9-A2D9-460E-BF02-08BA86E26762}"/>
              </a:ext>
            </a:extLst>
          </p:cNvPr>
          <p:cNvSpPr>
            <a:spLocks/>
          </p:cNvSpPr>
          <p:nvPr/>
        </p:nvSpPr>
        <p:spPr>
          <a:xfrm>
            <a:off x="584651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7DC81C97-D69B-4D9B-BD24-16230C532525}"/>
              </a:ext>
            </a:extLst>
          </p:cNvPr>
          <p:cNvSpPr>
            <a:spLocks/>
          </p:cNvSpPr>
          <p:nvPr/>
        </p:nvSpPr>
        <p:spPr>
          <a:xfrm>
            <a:off x="590965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7992B728-4190-41B9-BAF8-D9F712C01937}"/>
              </a:ext>
            </a:extLst>
          </p:cNvPr>
          <p:cNvSpPr>
            <a:spLocks/>
          </p:cNvSpPr>
          <p:nvPr/>
        </p:nvSpPr>
        <p:spPr>
          <a:xfrm>
            <a:off x="588291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20CC1A79-BC0D-493C-AB7F-E5DFBB6C0274}"/>
              </a:ext>
            </a:extLst>
          </p:cNvPr>
          <p:cNvSpPr>
            <a:spLocks/>
          </p:cNvSpPr>
          <p:nvPr/>
        </p:nvSpPr>
        <p:spPr>
          <a:xfrm>
            <a:off x="58916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A9FC2EF1-BC94-408C-8354-951DF479AF4A}"/>
              </a:ext>
            </a:extLst>
          </p:cNvPr>
          <p:cNvSpPr>
            <a:spLocks/>
          </p:cNvSpPr>
          <p:nvPr/>
        </p:nvSpPr>
        <p:spPr>
          <a:xfrm>
            <a:off x="5818197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B810C383-044D-4934-A06E-35EF6AAC73AF}"/>
              </a:ext>
            </a:extLst>
          </p:cNvPr>
          <p:cNvSpPr>
            <a:spLocks/>
          </p:cNvSpPr>
          <p:nvPr/>
        </p:nvSpPr>
        <p:spPr>
          <a:xfrm>
            <a:off x="5898102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297B3E49-4C87-432D-9CAD-3D2455D460F0}"/>
              </a:ext>
            </a:extLst>
          </p:cNvPr>
          <p:cNvSpPr>
            <a:spLocks/>
          </p:cNvSpPr>
          <p:nvPr/>
        </p:nvSpPr>
        <p:spPr>
          <a:xfrm>
            <a:off x="591668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26F83DFE-B3A5-44EE-9D5C-7A5CBDD27FBB}"/>
              </a:ext>
            </a:extLst>
          </p:cNvPr>
          <p:cNvSpPr>
            <a:spLocks/>
          </p:cNvSpPr>
          <p:nvPr/>
        </p:nvSpPr>
        <p:spPr>
          <a:xfrm>
            <a:off x="582536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83DE2AD2-2FCF-47D3-AD71-96E312D248A8}"/>
              </a:ext>
            </a:extLst>
          </p:cNvPr>
          <p:cNvSpPr>
            <a:spLocks/>
          </p:cNvSpPr>
          <p:nvPr/>
        </p:nvSpPr>
        <p:spPr>
          <a:xfrm>
            <a:off x="585939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EE9C1AAC-4E94-42E4-8764-43638661786C}"/>
              </a:ext>
            </a:extLst>
          </p:cNvPr>
          <p:cNvSpPr>
            <a:spLocks/>
          </p:cNvSpPr>
          <p:nvPr/>
        </p:nvSpPr>
        <p:spPr>
          <a:xfrm>
            <a:off x="592432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B6DFA42F-B225-4C79-A276-7CAFF35789F8}"/>
              </a:ext>
            </a:extLst>
          </p:cNvPr>
          <p:cNvSpPr>
            <a:spLocks/>
          </p:cNvSpPr>
          <p:nvPr/>
        </p:nvSpPr>
        <p:spPr>
          <a:xfrm>
            <a:off x="583079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77DCC60F-2F90-4157-AD22-9191E29F62CF}"/>
              </a:ext>
            </a:extLst>
          </p:cNvPr>
          <p:cNvSpPr>
            <a:spLocks/>
          </p:cNvSpPr>
          <p:nvPr/>
        </p:nvSpPr>
        <p:spPr>
          <a:xfrm>
            <a:off x="586435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04FEBEA2-5F3D-417D-9D11-6B410B96E1ED}"/>
              </a:ext>
            </a:extLst>
          </p:cNvPr>
          <p:cNvSpPr>
            <a:spLocks/>
          </p:cNvSpPr>
          <p:nvPr/>
        </p:nvSpPr>
        <p:spPr>
          <a:xfrm>
            <a:off x="587101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E5DCC657-1EA8-4858-9D32-FA304086CE14}"/>
              </a:ext>
            </a:extLst>
          </p:cNvPr>
          <p:cNvSpPr>
            <a:spLocks/>
          </p:cNvSpPr>
          <p:nvPr/>
        </p:nvSpPr>
        <p:spPr>
          <a:xfrm>
            <a:off x="588613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7E5B0959-E63E-4387-9E61-17367EBE4F0E}"/>
              </a:ext>
            </a:extLst>
          </p:cNvPr>
          <p:cNvSpPr>
            <a:spLocks/>
          </p:cNvSpPr>
          <p:nvPr/>
        </p:nvSpPr>
        <p:spPr>
          <a:xfrm>
            <a:off x="5884307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BA72E594-BCC6-4DFE-81A8-112890121680}"/>
              </a:ext>
            </a:extLst>
          </p:cNvPr>
          <p:cNvSpPr>
            <a:spLocks/>
          </p:cNvSpPr>
          <p:nvPr/>
        </p:nvSpPr>
        <p:spPr>
          <a:xfrm>
            <a:off x="589657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FE8C2707-B53C-441F-9228-23917F3A24C5}"/>
              </a:ext>
            </a:extLst>
          </p:cNvPr>
          <p:cNvSpPr>
            <a:spLocks/>
          </p:cNvSpPr>
          <p:nvPr/>
        </p:nvSpPr>
        <p:spPr>
          <a:xfrm>
            <a:off x="592929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82BFAFE6-DF07-45E9-86F0-049B857B0521}"/>
              </a:ext>
            </a:extLst>
          </p:cNvPr>
          <p:cNvSpPr>
            <a:spLocks/>
          </p:cNvSpPr>
          <p:nvPr/>
        </p:nvSpPr>
        <p:spPr>
          <a:xfrm>
            <a:off x="588728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75E0F9BA-1A91-4E38-BF7E-8ACF7FE547DF}"/>
              </a:ext>
            </a:extLst>
          </p:cNvPr>
          <p:cNvSpPr>
            <a:spLocks/>
          </p:cNvSpPr>
          <p:nvPr/>
        </p:nvSpPr>
        <p:spPr>
          <a:xfrm>
            <a:off x="5847203" y="29288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F37C9B57-4405-4B1B-94B0-5BE0C1EA3E5F}"/>
              </a:ext>
            </a:extLst>
          </p:cNvPr>
          <p:cNvSpPr>
            <a:spLocks/>
          </p:cNvSpPr>
          <p:nvPr/>
        </p:nvSpPr>
        <p:spPr>
          <a:xfrm>
            <a:off x="5932013" y="28534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362C1B92-81DC-4234-AF9D-7C5B3DDFCEA7}"/>
              </a:ext>
            </a:extLst>
          </p:cNvPr>
          <p:cNvSpPr>
            <a:spLocks/>
          </p:cNvSpPr>
          <p:nvPr/>
        </p:nvSpPr>
        <p:spPr>
          <a:xfrm>
            <a:off x="5875120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505CD54C-C1A7-4F43-B9DB-12C977D12F8A}"/>
              </a:ext>
            </a:extLst>
          </p:cNvPr>
          <p:cNvSpPr>
            <a:spLocks/>
          </p:cNvSpPr>
          <p:nvPr/>
        </p:nvSpPr>
        <p:spPr>
          <a:xfrm>
            <a:off x="5908131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A471DF5E-AE4A-4F84-B2FB-F2EDB3C956A7}"/>
              </a:ext>
            </a:extLst>
          </p:cNvPr>
          <p:cNvSpPr>
            <a:spLocks/>
          </p:cNvSpPr>
          <p:nvPr/>
        </p:nvSpPr>
        <p:spPr>
          <a:xfrm>
            <a:off x="585276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E2A93A8A-2D66-4CED-B944-A30E02A04660}"/>
              </a:ext>
            </a:extLst>
          </p:cNvPr>
          <p:cNvSpPr>
            <a:spLocks/>
          </p:cNvSpPr>
          <p:nvPr/>
        </p:nvSpPr>
        <p:spPr>
          <a:xfrm>
            <a:off x="5868088" y="3581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CB9B8C45-76C4-43C3-AC64-EAD3A821F781}"/>
              </a:ext>
            </a:extLst>
          </p:cNvPr>
          <p:cNvSpPr>
            <a:spLocks/>
          </p:cNvSpPr>
          <p:nvPr/>
        </p:nvSpPr>
        <p:spPr>
          <a:xfrm>
            <a:off x="5897234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27B174EE-3F90-4C29-803D-5D37AC182B4E}"/>
              </a:ext>
            </a:extLst>
          </p:cNvPr>
          <p:cNvSpPr>
            <a:spLocks/>
          </p:cNvSpPr>
          <p:nvPr/>
        </p:nvSpPr>
        <p:spPr>
          <a:xfrm>
            <a:off x="5891049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B09FFD9C-00ED-43BB-939B-858A97C163E8}"/>
              </a:ext>
            </a:extLst>
          </p:cNvPr>
          <p:cNvSpPr>
            <a:spLocks/>
          </p:cNvSpPr>
          <p:nvPr/>
        </p:nvSpPr>
        <p:spPr>
          <a:xfrm>
            <a:off x="586934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2D029B40-C563-404A-90BD-3FB7EC6456A3}"/>
              </a:ext>
            </a:extLst>
          </p:cNvPr>
          <p:cNvSpPr>
            <a:spLocks/>
          </p:cNvSpPr>
          <p:nvPr/>
        </p:nvSpPr>
        <p:spPr>
          <a:xfrm>
            <a:off x="585832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74FF2E4E-1301-4A13-AFD4-14EB74B35C27}"/>
              </a:ext>
            </a:extLst>
          </p:cNvPr>
          <p:cNvSpPr>
            <a:spLocks/>
          </p:cNvSpPr>
          <p:nvPr/>
        </p:nvSpPr>
        <p:spPr>
          <a:xfrm>
            <a:off x="590674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C374C20C-39BB-457E-945E-55E1E1459089}"/>
              </a:ext>
            </a:extLst>
          </p:cNvPr>
          <p:cNvSpPr>
            <a:spLocks/>
          </p:cNvSpPr>
          <p:nvPr/>
        </p:nvSpPr>
        <p:spPr>
          <a:xfrm>
            <a:off x="582698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89F6DAE0-604E-4281-8991-903F3AF4B5AA}"/>
              </a:ext>
            </a:extLst>
          </p:cNvPr>
          <p:cNvSpPr>
            <a:spLocks/>
          </p:cNvSpPr>
          <p:nvPr/>
        </p:nvSpPr>
        <p:spPr>
          <a:xfrm>
            <a:off x="5897139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2D831526-20CA-4F53-BF32-4177D971AE40}"/>
              </a:ext>
            </a:extLst>
          </p:cNvPr>
          <p:cNvSpPr>
            <a:spLocks/>
          </p:cNvSpPr>
          <p:nvPr/>
        </p:nvSpPr>
        <p:spPr>
          <a:xfrm>
            <a:off x="5844775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991090B4-A900-41BC-A4EE-DCD1BC82A20E}"/>
              </a:ext>
            </a:extLst>
          </p:cNvPr>
          <p:cNvSpPr>
            <a:spLocks/>
          </p:cNvSpPr>
          <p:nvPr/>
        </p:nvSpPr>
        <p:spPr>
          <a:xfrm>
            <a:off x="591638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38559B41-D4D1-458F-8C58-54A350E86B64}"/>
              </a:ext>
            </a:extLst>
          </p:cNvPr>
          <p:cNvSpPr>
            <a:spLocks/>
          </p:cNvSpPr>
          <p:nvPr/>
        </p:nvSpPr>
        <p:spPr>
          <a:xfrm>
            <a:off x="5910063" y="22035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A1CAB63C-A969-4AB3-94D6-C4862E0FC433}"/>
              </a:ext>
            </a:extLst>
          </p:cNvPr>
          <p:cNvSpPr>
            <a:spLocks/>
          </p:cNvSpPr>
          <p:nvPr/>
        </p:nvSpPr>
        <p:spPr>
          <a:xfrm>
            <a:off x="593403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7C02A1F6-7F2E-4168-A740-ECBB2CBCB9D3}"/>
              </a:ext>
            </a:extLst>
          </p:cNvPr>
          <p:cNvSpPr>
            <a:spLocks/>
          </p:cNvSpPr>
          <p:nvPr/>
        </p:nvSpPr>
        <p:spPr>
          <a:xfrm>
            <a:off x="5867524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2915617C-13C4-4F5A-BA5C-007CE4E776E6}"/>
              </a:ext>
            </a:extLst>
          </p:cNvPr>
          <p:cNvSpPr>
            <a:spLocks/>
          </p:cNvSpPr>
          <p:nvPr/>
        </p:nvSpPr>
        <p:spPr>
          <a:xfrm>
            <a:off x="58834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DE8941D5-4EB0-48B5-A865-AD5E85DC0D1C}"/>
              </a:ext>
            </a:extLst>
          </p:cNvPr>
          <p:cNvSpPr>
            <a:spLocks/>
          </p:cNvSpPr>
          <p:nvPr/>
        </p:nvSpPr>
        <p:spPr>
          <a:xfrm>
            <a:off x="590188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1F0B45F6-FD90-4BA8-B2FC-45EF1B99648A}"/>
              </a:ext>
            </a:extLst>
          </p:cNvPr>
          <p:cNvSpPr>
            <a:spLocks/>
          </p:cNvSpPr>
          <p:nvPr/>
        </p:nvSpPr>
        <p:spPr>
          <a:xfrm>
            <a:off x="5909619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2B9EA421-67B8-4F34-9C8F-CEA3BD4A5022}"/>
              </a:ext>
            </a:extLst>
          </p:cNvPr>
          <p:cNvSpPr>
            <a:spLocks/>
          </p:cNvSpPr>
          <p:nvPr/>
        </p:nvSpPr>
        <p:spPr>
          <a:xfrm>
            <a:off x="5846079" y="34513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5EE863D9-2728-4187-8084-A11F9AA44ACB}"/>
              </a:ext>
            </a:extLst>
          </p:cNvPr>
          <p:cNvSpPr>
            <a:spLocks/>
          </p:cNvSpPr>
          <p:nvPr/>
        </p:nvSpPr>
        <p:spPr>
          <a:xfrm>
            <a:off x="587287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DFB8CD04-6F52-4A72-9B1E-C83DBEF02153}"/>
              </a:ext>
            </a:extLst>
          </p:cNvPr>
          <p:cNvSpPr>
            <a:spLocks/>
          </p:cNvSpPr>
          <p:nvPr/>
        </p:nvSpPr>
        <p:spPr>
          <a:xfrm>
            <a:off x="586363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41C6E748-878C-435B-85A9-DE671B42D4CF}"/>
              </a:ext>
            </a:extLst>
          </p:cNvPr>
          <p:cNvSpPr>
            <a:spLocks/>
          </p:cNvSpPr>
          <p:nvPr/>
        </p:nvSpPr>
        <p:spPr>
          <a:xfrm>
            <a:off x="5830297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B8D7C3B4-6194-4FC7-9D66-B94E5A8D0C39}"/>
              </a:ext>
            </a:extLst>
          </p:cNvPr>
          <p:cNvSpPr>
            <a:spLocks/>
          </p:cNvSpPr>
          <p:nvPr/>
        </p:nvSpPr>
        <p:spPr>
          <a:xfrm>
            <a:off x="583134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8AA34CE1-8C6C-422E-9660-2A0ACA89C353}"/>
              </a:ext>
            </a:extLst>
          </p:cNvPr>
          <p:cNvSpPr>
            <a:spLocks/>
          </p:cNvSpPr>
          <p:nvPr/>
        </p:nvSpPr>
        <p:spPr>
          <a:xfrm>
            <a:off x="5861055" y="23190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8E6D2A4D-5FB6-4037-918E-DA837C82F89C}"/>
              </a:ext>
            </a:extLst>
          </p:cNvPr>
          <p:cNvSpPr>
            <a:spLocks/>
          </p:cNvSpPr>
          <p:nvPr/>
        </p:nvSpPr>
        <p:spPr>
          <a:xfrm>
            <a:off x="5930031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9914D6DA-5483-4180-AEC4-7CA926FEC855}"/>
              </a:ext>
            </a:extLst>
          </p:cNvPr>
          <p:cNvSpPr>
            <a:spLocks/>
          </p:cNvSpPr>
          <p:nvPr/>
        </p:nvSpPr>
        <p:spPr>
          <a:xfrm>
            <a:off x="5849499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475C8D94-F23A-4D62-B74A-44C7D1C055D2}"/>
              </a:ext>
            </a:extLst>
          </p:cNvPr>
          <p:cNvSpPr>
            <a:spLocks/>
          </p:cNvSpPr>
          <p:nvPr/>
        </p:nvSpPr>
        <p:spPr>
          <a:xfrm>
            <a:off x="5929431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92B95325-3F69-4186-9AD7-6D2E4D220131}"/>
              </a:ext>
            </a:extLst>
          </p:cNvPr>
          <p:cNvSpPr>
            <a:spLocks/>
          </p:cNvSpPr>
          <p:nvPr/>
        </p:nvSpPr>
        <p:spPr>
          <a:xfrm>
            <a:off x="583516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1594">
            <a:extLst>
              <a:ext uri="{FF2B5EF4-FFF2-40B4-BE49-F238E27FC236}">
                <a16:creationId xmlns:a16="http://schemas.microsoft.com/office/drawing/2014/main" id="{3EAF6895-2476-448F-9F24-E730DD5D89BA}"/>
              </a:ext>
            </a:extLst>
          </p:cNvPr>
          <p:cNvSpPr>
            <a:spLocks/>
          </p:cNvSpPr>
          <p:nvPr/>
        </p:nvSpPr>
        <p:spPr>
          <a:xfrm>
            <a:off x="591953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6516E83D-C140-4908-8C6D-C535B33F883C}"/>
              </a:ext>
            </a:extLst>
          </p:cNvPr>
          <p:cNvSpPr>
            <a:spLocks/>
          </p:cNvSpPr>
          <p:nvPr/>
        </p:nvSpPr>
        <p:spPr>
          <a:xfrm>
            <a:off x="586094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1596">
            <a:extLst>
              <a:ext uri="{FF2B5EF4-FFF2-40B4-BE49-F238E27FC236}">
                <a16:creationId xmlns:a16="http://schemas.microsoft.com/office/drawing/2014/main" id="{E6DBCB13-1E11-4DE2-9B7F-9A912702BA67}"/>
              </a:ext>
            </a:extLst>
          </p:cNvPr>
          <p:cNvSpPr>
            <a:spLocks/>
          </p:cNvSpPr>
          <p:nvPr/>
        </p:nvSpPr>
        <p:spPr>
          <a:xfrm>
            <a:off x="5864977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DA74033E-95EC-4D8A-8C4D-7F08278C4094}"/>
              </a:ext>
            </a:extLst>
          </p:cNvPr>
          <p:cNvSpPr>
            <a:spLocks/>
          </p:cNvSpPr>
          <p:nvPr/>
        </p:nvSpPr>
        <p:spPr>
          <a:xfrm>
            <a:off x="582782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1598">
            <a:extLst>
              <a:ext uri="{FF2B5EF4-FFF2-40B4-BE49-F238E27FC236}">
                <a16:creationId xmlns:a16="http://schemas.microsoft.com/office/drawing/2014/main" id="{D3575E76-5103-4544-91E3-DE58AD1F4D0A}"/>
              </a:ext>
            </a:extLst>
          </p:cNvPr>
          <p:cNvSpPr>
            <a:spLocks/>
          </p:cNvSpPr>
          <p:nvPr/>
        </p:nvSpPr>
        <p:spPr>
          <a:xfrm>
            <a:off x="588213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F7ECF55B-C389-4F87-AF85-C4E309834799}"/>
              </a:ext>
            </a:extLst>
          </p:cNvPr>
          <p:cNvSpPr>
            <a:spLocks/>
          </p:cNvSpPr>
          <p:nvPr/>
        </p:nvSpPr>
        <p:spPr>
          <a:xfrm>
            <a:off x="588712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1600">
            <a:extLst>
              <a:ext uri="{FF2B5EF4-FFF2-40B4-BE49-F238E27FC236}">
                <a16:creationId xmlns:a16="http://schemas.microsoft.com/office/drawing/2014/main" id="{23FF5F5F-736E-481D-A505-934662F5969E}"/>
              </a:ext>
            </a:extLst>
          </p:cNvPr>
          <p:cNvSpPr>
            <a:spLocks/>
          </p:cNvSpPr>
          <p:nvPr/>
        </p:nvSpPr>
        <p:spPr>
          <a:xfrm>
            <a:off x="5903402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1601">
            <a:extLst>
              <a:ext uri="{FF2B5EF4-FFF2-40B4-BE49-F238E27FC236}">
                <a16:creationId xmlns:a16="http://schemas.microsoft.com/office/drawing/2014/main" id="{13E4CFA8-B739-4C1D-9217-D14CF326C4A8}"/>
              </a:ext>
            </a:extLst>
          </p:cNvPr>
          <p:cNvSpPr>
            <a:spLocks/>
          </p:cNvSpPr>
          <p:nvPr/>
        </p:nvSpPr>
        <p:spPr>
          <a:xfrm>
            <a:off x="5881810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E4FE94F9-176D-4631-A1EC-69A3FDB3503C}"/>
              </a:ext>
            </a:extLst>
          </p:cNvPr>
          <p:cNvSpPr>
            <a:spLocks/>
          </p:cNvSpPr>
          <p:nvPr/>
        </p:nvSpPr>
        <p:spPr>
          <a:xfrm>
            <a:off x="591656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D5F4282A-3B15-4223-89E1-BCCBAD2D0ADC}"/>
              </a:ext>
            </a:extLst>
          </p:cNvPr>
          <p:cNvSpPr>
            <a:spLocks/>
          </p:cNvSpPr>
          <p:nvPr/>
        </p:nvSpPr>
        <p:spPr>
          <a:xfrm>
            <a:off x="58969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1604">
            <a:extLst>
              <a:ext uri="{FF2B5EF4-FFF2-40B4-BE49-F238E27FC236}">
                <a16:creationId xmlns:a16="http://schemas.microsoft.com/office/drawing/2014/main" id="{C6C423D1-BD5A-4C8F-A7D8-84F45D3406C0}"/>
              </a:ext>
            </a:extLst>
          </p:cNvPr>
          <p:cNvSpPr>
            <a:spLocks/>
          </p:cNvSpPr>
          <p:nvPr/>
        </p:nvSpPr>
        <p:spPr>
          <a:xfrm>
            <a:off x="586279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1605">
            <a:extLst>
              <a:ext uri="{FF2B5EF4-FFF2-40B4-BE49-F238E27FC236}">
                <a16:creationId xmlns:a16="http://schemas.microsoft.com/office/drawing/2014/main" id="{E048D2BD-FB6A-449E-844C-A7F4EE7D86F9}"/>
              </a:ext>
            </a:extLst>
          </p:cNvPr>
          <p:cNvSpPr>
            <a:spLocks/>
          </p:cNvSpPr>
          <p:nvPr/>
        </p:nvSpPr>
        <p:spPr>
          <a:xfrm>
            <a:off x="586230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93C26BB0-90BE-408A-B04A-FA851E942E07}"/>
              </a:ext>
            </a:extLst>
          </p:cNvPr>
          <p:cNvSpPr>
            <a:spLocks/>
          </p:cNvSpPr>
          <p:nvPr/>
        </p:nvSpPr>
        <p:spPr>
          <a:xfrm>
            <a:off x="587955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1607">
            <a:extLst>
              <a:ext uri="{FF2B5EF4-FFF2-40B4-BE49-F238E27FC236}">
                <a16:creationId xmlns:a16="http://schemas.microsoft.com/office/drawing/2014/main" id="{726B506F-1E53-49A6-8D7B-4ABF13CF4150}"/>
              </a:ext>
            </a:extLst>
          </p:cNvPr>
          <p:cNvSpPr>
            <a:spLocks/>
          </p:cNvSpPr>
          <p:nvPr/>
        </p:nvSpPr>
        <p:spPr>
          <a:xfrm>
            <a:off x="5894144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1608">
            <a:extLst>
              <a:ext uri="{FF2B5EF4-FFF2-40B4-BE49-F238E27FC236}">
                <a16:creationId xmlns:a16="http://schemas.microsoft.com/office/drawing/2014/main" id="{9F8344FE-4A22-471C-8AD1-9A4A71533B0B}"/>
              </a:ext>
            </a:extLst>
          </p:cNvPr>
          <p:cNvSpPr>
            <a:spLocks/>
          </p:cNvSpPr>
          <p:nvPr/>
        </p:nvSpPr>
        <p:spPr>
          <a:xfrm>
            <a:off x="584386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616F20A8-81C2-44FD-A367-78E46C653E18}"/>
              </a:ext>
            </a:extLst>
          </p:cNvPr>
          <p:cNvSpPr>
            <a:spLocks/>
          </p:cNvSpPr>
          <p:nvPr/>
        </p:nvSpPr>
        <p:spPr>
          <a:xfrm>
            <a:off x="5888438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07B30089-4A2A-4135-B35F-C25AA5134B9E}"/>
              </a:ext>
            </a:extLst>
          </p:cNvPr>
          <p:cNvSpPr>
            <a:spLocks/>
          </p:cNvSpPr>
          <p:nvPr/>
        </p:nvSpPr>
        <p:spPr>
          <a:xfrm>
            <a:off x="5907271" y="26223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1611">
            <a:extLst>
              <a:ext uri="{FF2B5EF4-FFF2-40B4-BE49-F238E27FC236}">
                <a16:creationId xmlns:a16="http://schemas.microsoft.com/office/drawing/2014/main" id="{4A942B04-56EE-475C-BF15-7B64A9948D41}"/>
              </a:ext>
            </a:extLst>
          </p:cNvPr>
          <p:cNvSpPr>
            <a:spLocks/>
          </p:cNvSpPr>
          <p:nvPr/>
        </p:nvSpPr>
        <p:spPr>
          <a:xfrm>
            <a:off x="583576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7532D518-7EA1-40C5-9EF0-8936A5A56962}"/>
              </a:ext>
            </a:extLst>
          </p:cNvPr>
          <p:cNvSpPr>
            <a:spLocks/>
          </p:cNvSpPr>
          <p:nvPr/>
        </p:nvSpPr>
        <p:spPr>
          <a:xfrm>
            <a:off x="592788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204AFC56-95B7-4386-8C43-D05748C90312}"/>
              </a:ext>
            </a:extLst>
          </p:cNvPr>
          <p:cNvSpPr>
            <a:spLocks/>
          </p:cNvSpPr>
          <p:nvPr/>
        </p:nvSpPr>
        <p:spPr>
          <a:xfrm>
            <a:off x="588334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1614">
            <a:extLst>
              <a:ext uri="{FF2B5EF4-FFF2-40B4-BE49-F238E27FC236}">
                <a16:creationId xmlns:a16="http://schemas.microsoft.com/office/drawing/2014/main" id="{A1ADC946-6491-4892-B605-CEECCAC26AF5}"/>
              </a:ext>
            </a:extLst>
          </p:cNvPr>
          <p:cNvSpPr>
            <a:spLocks/>
          </p:cNvSpPr>
          <p:nvPr/>
        </p:nvSpPr>
        <p:spPr>
          <a:xfrm>
            <a:off x="591387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4AA00A72-626D-4A36-B8B1-3455A21FEAA1}"/>
              </a:ext>
            </a:extLst>
          </p:cNvPr>
          <p:cNvSpPr>
            <a:spLocks/>
          </p:cNvSpPr>
          <p:nvPr/>
        </p:nvSpPr>
        <p:spPr>
          <a:xfrm>
            <a:off x="586307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122544C0-99EB-4D81-850A-96C11F6E9000}"/>
              </a:ext>
            </a:extLst>
          </p:cNvPr>
          <p:cNvSpPr>
            <a:spLocks/>
          </p:cNvSpPr>
          <p:nvPr/>
        </p:nvSpPr>
        <p:spPr>
          <a:xfrm>
            <a:off x="5908790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1617">
            <a:extLst>
              <a:ext uri="{FF2B5EF4-FFF2-40B4-BE49-F238E27FC236}">
                <a16:creationId xmlns:a16="http://schemas.microsoft.com/office/drawing/2014/main" id="{B3339A09-5F0C-430F-A281-E75B415FA31C}"/>
              </a:ext>
            </a:extLst>
          </p:cNvPr>
          <p:cNvSpPr>
            <a:spLocks/>
          </p:cNvSpPr>
          <p:nvPr/>
        </p:nvSpPr>
        <p:spPr>
          <a:xfrm>
            <a:off x="5829650" y="26324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1618">
            <a:extLst>
              <a:ext uri="{FF2B5EF4-FFF2-40B4-BE49-F238E27FC236}">
                <a16:creationId xmlns:a16="http://schemas.microsoft.com/office/drawing/2014/main" id="{19B9DBB8-5617-403D-B702-684B4EED4727}"/>
              </a:ext>
            </a:extLst>
          </p:cNvPr>
          <p:cNvSpPr>
            <a:spLocks/>
          </p:cNvSpPr>
          <p:nvPr/>
        </p:nvSpPr>
        <p:spPr>
          <a:xfrm>
            <a:off x="581979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DD7EF3DC-9C6F-47FA-BD86-33CF319FF456}"/>
              </a:ext>
            </a:extLst>
          </p:cNvPr>
          <p:cNvSpPr>
            <a:spLocks/>
          </p:cNvSpPr>
          <p:nvPr/>
        </p:nvSpPr>
        <p:spPr>
          <a:xfrm>
            <a:off x="591966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649B179F-FB00-4E8C-B754-E0105F2BA981}"/>
              </a:ext>
            </a:extLst>
          </p:cNvPr>
          <p:cNvSpPr>
            <a:spLocks/>
          </p:cNvSpPr>
          <p:nvPr/>
        </p:nvSpPr>
        <p:spPr>
          <a:xfrm>
            <a:off x="582600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EB6450AA-8FEC-429B-AA3A-5A60FF7BFE97}"/>
              </a:ext>
            </a:extLst>
          </p:cNvPr>
          <p:cNvSpPr>
            <a:spLocks/>
          </p:cNvSpPr>
          <p:nvPr/>
        </p:nvSpPr>
        <p:spPr>
          <a:xfrm>
            <a:off x="587570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6BEF97D3-8E1B-4903-BC53-E2200EFFAEB3}"/>
              </a:ext>
            </a:extLst>
          </p:cNvPr>
          <p:cNvSpPr>
            <a:spLocks/>
          </p:cNvSpPr>
          <p:nvPr/>
        </p:nvSpPr>
        <p:spPr>
          <a:xfrm>
            <a:off x="5906644" y="25834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E5B259CE-78D2-4D5E-BAEA-99464EE6A9D2}"/>
              </a:ext>
            </a:extLst>
          </p:cNvPr>
          <p:cNvSpPr>
            <a:spLocks/>
          </p:cNvSpPr>
          <p:nvPr/>
        </p:nvSpPr>
        <p:spPr>
          <a:xfrm>
            <a:off x="5861810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0D18694D-3EC3-4A49-AFBE-3D252F513647}"/>
              </a:ext>
            </a:extLst>
          </p:cNvPr>
          <p:cNvSpPr>
            <a:spLocks/>
          </p:cNvSpPr>
          <p:nvPr/>
        </p:nvSpPr>
        <p:spPr>
          <a:xfrm>
            <a:off x="5916894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34A88D8D-EA1C-45AA-B506-048738F7DACD}"/>
              </a:ext>
            </a:extLst>
          </p:cNvPr>
          <p:cNvSpPr>
            <a:spLocks/>
          </p:cNvSpPr>
          <p:nvPr/>
        </p:nvSpPr>
        <p:spPr>
          <a:xfrm>
            <a:off x="5843401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2AEE3461-E45B-49F9-A3DC-E18E35B25A1F}"/>
              </a:ext>
            </a:extLst>
          </p:cNvPr>
          <p:cNvSpPr>
            <a:spLocks/>
          </p:cNvSpPr>
          <p:nvPr/>
        </p:nvSpPr>
        <p:spPr>
          <a:xfrm>
            <a:off x="5885192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FEB30D4B-820C-4C80-B6F1-56E2F81CB310}"/>
              </a:ext>
            </a:extLst>
          </p:cNvPr>
          <p:cNvSpPr>
            <a:spLocks/>
          </p:cNvSpPr>
          <p:nvPr/>
        </p:nvSpPr>
        <p:spPr>
          <a:xfrm>
            <a:off x="581864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B269509C-5725-46F8-BC8E-0409B1D3A525}"/>
              </a:ext>
            </a:extLst>
          </p:cNvPr>
          <p:cNvSpPr>
            <a:spLocks/>
          </p:cNvSpPr>
          <p:nvPr/>
        </p:nvSpPr>
        <p:spPr>
          <a:xfrm>
            <a:off x="593886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9D52AC73-65E1-462E-B325-4225694C15F5}"/>
              </a:ext>
            </a:extLst>
          </p:cNvPr>
          <p:cNvSpPr>
            <a:spLocks/>
          </p:cNvSpPr>
          <p:nvPr/>
        </p:nvSpPr>
        <p:spPr>
          <a:xfrm>
            <a:off x="5916124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57A99D0D-2041-484B-ABBE-4E33AC27A0D5}"/>
              </a:ext>
            </a:extLst>
          </p:cNvPr>
          <p:cNvSpPr>
            <a:spLocks/>
          </p:cNvSpPr>
          <p:nvPr/>
        </p:nvSpPr>
        <p:spPr>
          <a:xfrm>
            <a:off x="591188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D24B7F8D-25AD-4492-8282-2FC5A0E92F93}"/>
              </a:ext>
            </a:extLst>
          </p:cNvPr>
          <p:cNvSpPr>
            <a:spLocks/>
          </p:cNvSpPr>
          <p:nvPr/>
        </p:nvSpPr>
        <p:spPr>
          <a:xfrm>
            <a:off x="5829426" y="26007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7EFFFA57-6715-462F-BEA6-696DD5C5B5B2}"/>
              </a:ext>
            </a:extLst>
          </p:cNvPr>
          <p:cNvSpPr>
            <a:spLocks/>
          </p:cNvSpPr>
          <p:nvPr/>
        </p:nvSpPr>
        <p:spPr>
          <a:xfrm>
            <a:off x="593161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9E4D4BAB-59E6-449F-9E88-F486C21AA171}"/>
              </a:ext>
            </a:extLst>
          </p:cNvPr>
          <p:cNvSpPr>
            <a:spLocks/>
          </p:cNvSpPr>
          <p:nvPr/>
        </p:nvSpPr>
        <p:spPr>
          <a:xfrm>
            <a:off x="5915534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01687264-05A7-4F0E-861C-4B9C08435083}"/>
              </a:ext>
            </a:extLst>
          </p:cNvPr>
          <p:cNvSpPr>
            <a:spLocks/>
          </p:cNvSpPr>
          <p:nvPr/>
        </p:nvSpPr>
        <p:spPr>
          <a:xfrm>
            <a:off x="588239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73C9DD61-141F-49E7-9D1E-BF56B3916A28}"/>
              </a:ext>
            </a:extLst>
          </p:cNvPr>
          <p:cNvSpPr>
            <a:spLocks/>
          </p:cNvSpPr>
          <p:nvPr/>
        </p:nvSpPr>
        <p:spPr>
          <a:xfrm>
            <a:off x="588795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B69CDB94-60FA-4D3C-A079-C1B95912BABB}"/>
              </a:ext>
            </a:extLst>
          </p:cNvPr>
          <p:cNvSpPr>
            <a:spLocks/>
          </p:cNvSpPr>
          <p:nvPr/>
        </p:nvSpPr>
        <p:spPr>
          <a:xfrm>
            <a:off x="586490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E8CE7F91-6D27-455F-BFC4-97D9EE567E0A}"/>
              </a:ext>
            </a:extLst>
          </p:cNvPr>
          <p:cNvSpPr>
            <a:spLocks/>
          </p:cNvSpPr>
          <p:nvPr/>
        </p:nvSpPr>
        <p:spPr>
          <a:xfrm>
            <a:off x="589830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8D4EA14A-7416-45C7-AD74-9BBFF749F0F3}"/>
              </a:ext>
            </a:extLst>
          </p:cNvPr>
          <p:cNvSpPr>
            <a:spLocks/>
          </p:cNvSpPr>
          <p:nvPr/>
        </p:nvSpPr>
        <p:spPr>
          <a:xfrm>
            <a:off x="582472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9069C53C-EC26-434A-909C-94035446525E}"/>
              </a:ext>
            </a:extLst>
          </p:cNvPr>
          <p:cNvSpPr>
            <a:spLocks/>
          </p:cNvSpPr>
          <p:nvPr/>
        </p:nvSpPr>
        <p:spPr>
          <a:xfrm>
            <a:off x="586187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ED98FB64-4B2E-45EB-B938-DB48F185A677}"/>
              </a:ext>
            </a:extLst>
          </p:cNvPr>
          <p:cNvSpPr>
            <a:spLocks/>
          </p:cNvSpPr>
          <p:nvPr/>
        </p:nvSpPr>
        <p:spPr>
          <a:xfrm>
            <a:off x="586045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157E7904-A505-4AE1-B507-DC9AFBD0544C}"/>
              </a:ext>
            </a:extLst>
          </p:cNvPr>
          <p:cNvSpPr>
            <a:spLocks/>
          </p:cNvSpPr>
          <p:nvPr/>
        </p:nvSpPr>
        <p:spPr>
          <a:xfrm>
            <a:off x="5936509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67658956-B339-40CB-9BA5-AC35B1478A37}"/>
              </a:ext>
            </a:extLst>
          </p:cNvPr>
          <p:cNvSpPr>
            <a:spLocks/>
          </p:cNvSpPr>
          <p:nvPr/>
        </p:nvSpPr>
        <p:spPr>
          <a:xfrm>
            <a:off x="593182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9C85C0A2-DFE2-4A49-B2ED-D4BC4393116A}"/>
              </a:ext>
            </a:extLst>
          </p:cNvPr>
          <p:cNvSpPr>
            <a:spLocks/>
          </p:cNvSpPr>
          <p:nvPr/>
        </p:nvSpPr>
        <p:spPr>
          <a:xfrm>
            <a:off x="5872210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704E53F1-F108-4183-8B83-7B7E6AD05E24}"/>
              </a:ext>
            </a:extLst>
          </p:cNvPr>
          <p:cNvSpPr>
            <a:spLocks/>
          </p:cNvSpPr>
          <p:nvPr/>
        </p:nvSpPr>
        <p:spPr>
          <a:xfrm>
            <a:off x="5853350" y="28750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6EE5639A-5CB6-4AFA-BA8F-027B59310010}"/>
              </a:ext>
            </a:extLst>
          </p:cNvPr>
          <p:cNvSpPr>
            <a:spLocks/>
          </p:cNvSpPr>
          <p:nvPr/>
        </p:nvSpPr>
        <p:spPr>
          <a:xfrm>
            <a:off x="590638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2583F52B-7E9F-4AD4-8A8E-76E1DBE520B5}"/>
              </a:ext>
            </a:extLst>
          </p:cNvPr>
          <p:cNvSpPr>
            <a:spLocks/>
          </p:cNvSpPr>
          <p:nvPr/>
        </p:nvSpPr>
        <p:spPr>
          <a:xfrm>
            <a:off x="5913521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1425734B-452B-4948-97B9-CFB584862134}"/>
              </a:ext>
            </a:extLst>
          </p:cNvPr>
          <p:cNvSpPr>
            <a:spLocks/>
          </p:cNvSpPr>
          <p:nvPr/>
        </p:nvSpPr>
        <p:spPr>
          <a:xfrm>
            <a:off x="5827736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D63F4A0D-3AC3-4A0F-B258-E4D08674234A}"/>
              </a:ext>
            </a:extLst>
          </p:cNvPr>
          <p:cNvSpPr>
            <a:spLocks/>
          </p:cNvSpPr>
          <p:nvPr/>
        </p:nvSpPr>
        <p:spPr>
          <a:xfrm>
            <a:off x="588791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5A558EB2-8E79-4263-B728-84D9C43394F0}"/>
              </a:ext>
            </a:extLst>
          </p:cNvPr>
          <p:cNvSpPr>
            <a:spLocks/>
          </p:cNvSpPr>
          <p:nvPr/>
        </p:nvSpPr>
        <p:spPr>
          <a:xfrm>
            <a:off x="591836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1B777BBE-D609-4BD1-BE31-7F6B2C08CD1D}"/>
              </a:ext>
            </a:extLst>
          </p:cNvPr>
          <p:cNvSpPr>
            <a:spLocks/>
          </p:cNvSpPr>
          <p:nvPr/>
        </p:nvSpPr>
        <p:spPr>
          <a:xfrm>
            <a:off x="585510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EFE3908F-D695-4973-8AFE-569D890B12BC}"/>
              </a:ext>
            </a:extLst>
          </p:cNvPr>
          <p:cNvSpPr>
            <a:spLocks/>
          </p:cNvSpPr>
          <p:nvPr/>
        </p:nvSpPr>
        <p:spPr>
          <a:xfrm>
            <a:off x="585680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2DCD3606-4A5D-4BF2-AACC-BFB42ACFE9C0}"/>
              </a:ext>
            </a:extLst>
          </p:cNvPr>
          <p:cNvSpPr>
            <a:spLocks/>
          </p:cNvSpPr>
          <p:nvPr/>
        </p:nvSpPr>
        <p:spPr>
          <a:xfrm>
            <a:off x="590361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873A0454-AB24-423D-96BD-41260BC4D731}"/>
              </a:ext>
            </a:extLst>
          </p:cNvPr>
          <p:cNvSpPr>
            <a:spLocks/>
          </p:cNvSpPr>
          <p:nvPr/>
        </p:nvSpPr>
        <p:spPr>
          <a:xfrm>
            <a:off x="585693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9FC96B0F-1BEF-414F-82E5-9B31738B8C26}"/>
              </a:ext>
            </a:extLst>
          </p:cNvPr>
          <p:cNvSpPr>
            <a:spLocks/>
          </p:cNvSpPr>
          <p:nvPr/>
        </p:nvSpPr>
        <p:spPr>
          <a:xfrm>
            <a:off x="5818020" y="35423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0AE025C0-147C-4FB3-93CB-A8FE27725E16}"/>
              </a:ext>
            </a:extLst>
          </p:cNvPr>
          <p:cNvSpPr>
            <a:spLocks/>
          </p:cNvSpPr>
          <p:nvPr/>
        </p:nvSpPr>
        <p:spPr>
          <a:xfrm>
            <a:off x="5820234" y="35119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9AE6C00F-44A7-4B25-BB94-595E2F926099}"/>
              </a:ext>
            </a:extLst>
          </p:cNvPr>
          <p:cNvSpPr>
            <a:spLocks/>
          </p:cNvSpPr>
          <p:nvPr/>
        </p:nvSpPr>
        <p:spPr>
          <a:xfrm>
            <a:off x="5883114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73B8A3B2-DB3A-4F96-8782-2E5001893B2E}"/>
              </a:ext>
            </a:extLst>
          </p:cNvPr>
          <p:cNvSpPr>
            <a:spLocks/>
          </p:cNvSpPr>
          <p:nvPr/>
        </p:nvSpPr>
        <p:spPr>
          <a:xfrm>
            <a:off x="587071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B49DE2FE-A244-4682-85C7-A78C2D3846D4}"/>
              </a:ext>
            </a:extLst>
          </p:cNvPr>
          <p:cNvSpPr>
            <a:spLocks/>
          </p:cNvSpPr>
          <p:nvPr/>
        </p:nvSpPr>
        <p:spPr>
          <a:xfrm>
            <a:off x="5895057" y="19652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B2FCA2F0-305F-4E10-BC5E-F4A7FE299737}"/>
              </a:ext>
            </a:extLst>
          </p:cNvPr>
          <p:cNvSpPr>
            <a:spLocks/>
          </p:cNvSpPr>
          <p:nvPr/>
        </p:nvSpPr>
        <p:spPr>
          <a:xfrm>
            <a:off x="589959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19FDE2C4-F544-4E96-AD48-BDE78026567A}"/>
              </a:ext>
            </a:extLst>
          </p:cNvPr>
          <p:cNvSpPr>
            <a:spLocks/>
          </p:cNvSpPr>
          <p:nvPr/>
        </p:nvSpPr>
        <p:spPr>
          <a:xfrm>
            <a:off x="583191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450F8455-81EB-42A5-BBB3-5B602EA8E822}"/>
              </a:ext>
            </a:extLst>
          </p:cNvPr>
          <p:cNvSpPr>
            <a:spLocks/>
          </p:cNvSpPr>
          <p:nvPr/>
        </p:nvSpPr>
        <p:spPr>
          <a:xfrm>
            <a:off x="591786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9ED87877-6B83-4D29-919E-BF07A5405394}"/>
              </a:ext>
            </a:extLst>
          </p:cNvPr>
          <p:cNvSpPr>
            <a:spLocks/>
          </p:cNvSpPr>
          <p:nvPr/>
        </p:nvSpPr>
        <p:spPr>
          <a:xfrm>
            <a:off x="5843149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420C3902-A837-4ACE-A91B-19956FABC301}"/>
              </a:ext>
            </a:extLst>
          </p:cNvPr>
          <p:cNvSpPr>
            <a:spLocks/>
          </p:cNvSpPr>
          <p:nvPr/>
        </p:nvSpPr>
        <p:spPr>
          <a:xfrm>
            <a:off x="5886145" y="24959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D06B8EEB-5A83-4682-BFF7-381B496DFC87}"/>
              </a:ext>
            </a:extLst>
          </p:cNvPr>
          <p:cNvSpPr>
            <a:spLocks/>
          </p:cNvSpPr>
          <p:nvPr/>
        </p:nvSpPr>
        <p:spPr>
          <a:xfrm>
            <a:off x="591158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9AB313DD-997C-4AC1-BBA8-D87FFCE7CBAD}"/>
              </a:ext>
            </a:extLst>
          </p:cNvPr>
          <p:cNvSpPr>
            <a:spLocks/>
          </p:cNvSpPr>
          <p:nvPr/>
        </p:nvSpPr>
        <p:spPr>
          <a:xfrm>
            <a:off x="585464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B172E53A-19D9-4D00-B6EA-C85CC113204C}"/>
              </a:ext>
            </a:extLst>
          </p:cNvPr>
          <p:cNvSpPr>
            <a:spLocks/>
          </p:cNvSpPr>
          <p:nvPr/>
        </p:nvSpPr>
        <p:spPr>
          <a:xfrm>
            <a:off x="592478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6F49519A-811D-4D95-B8E1-EC0300E96815}"/>
              </a:ext>
            </a:extLst>
          </p:cNvPr>
          <p:cNvSpPr>
            <a:spLocks/>
          </p:cNvSpPr>
          <p:nvPr/>
        </p:nvSpPr>
        <p:spPr>
          <a:xfrm>
            <a:off x="5897983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77099C76-66D9-4C86-803A-14732361C773}"/>
              </a:ext>
            </a:extLst>
          </p:cNvPr>
          <p:cNvSpPr>
            <a:spLocks/>
          </p:cNvSpPr>
          <p:nvPr/>
        </p:nvSpPr>
        <p:spPr>
          <a:xfrm>
            <a:off x="582736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757A2644-C37A-4AE3-9856-D60FB9E8F4F9}"/>
              </a:ext>
            </a:extLst>
          </p:cNvPr>
          <p:cNvSpPr>
            <a:spLocks/>
          </p:cNvSpPr>
          <p:nvPr/>
        </p:nvSpPr>
        <p:spPr>
          <a:xfrm>
            <a:off x="5874688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D020793C-9265-446A-A684-9AEF58476282}"/>
              </a:ext>
            </a:extLst>
          </p:cNvPr>
          <p:cNvSpPr>
            <a:spLocks/>
          </p:cNvSpPr>
          <p:nvPr/>
        </p:nvSpPr>
        <p:spPr>
          <a:xfrm>
            <a:off x="589989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136378C9-9D64-433D-9485-BC7A122BB43C}"/>
              </a:ext>
            </a:extLst>
          </p:cNvPr>
          <p:cNvSpPr>
            <a:spLocks/>
          </p:cNvSpPr>
          <p:nvPr/>
        </p:nvSpPr>
        <p:spPr>
          <a:xfrm>
            <a:off x="59359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52D192C5-48D7-48C6-967E-50DF2C677F7C}"/>
              </a:ext>
            </a:extLst>
          </p:cNvPr>
          <p:cNvSpPr>
            <a:spLocks/>
          </p:cNvSpPr>
          <p:nvPr/>
        </p:nvSpPr>
        <p:spPr>
          <a:xfrm>
            <a:off x="5922813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6A6804AF-2308-499B-B3CD-E420D8FE6C28}"/>
              </a:ext>
            </a:extLst>
          </p:cNvPr>
          <p:cNvSpPr>
            <a:spLocks/>
          </p:cNvSpPr>
          <p:nvPr/>
        </p:nvSpPr>
        <p:spPr>
          <a:xfrm>
            <a:off x="585804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4D29CCA2-13F1-4F86-B19C-63B39334DD1D}"/>
              </a:ext>
            </a:extLst>
          </p:cNvPr>
          <p:cNvSpPr>
            <a:spLocks/>
          </p:cNvSpPr>
          <p:nvPr/>
        </p:nvSpPr>
        <p:spPr>
          <a:xfrm>
            <a:off x="583793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3414AFB2-2961-4EDD-AD94-78283ED04155}"/>
              </a:ext>
            </a:extLst>
          </p:cNvPr>
          <p:cNvSpPr>
            <a:spLocks/>
          </p:cNvSpPr>
          <p:nvPr/>
        </p:nvSpPr>
        <p:spPr>
          <a:xfrm>
            <a:off x="5934150" y="28534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BCC87E28-A190-4C4F-AC3A-C32C40BA809D}"/>
              </a:ext>
            </a:extLst>
          </p:cNvPr>
          <p:cNvSpPr>
            <a:spLocks/>
          </p:cNvSpPr>
          <p:nvPr/>
        </p:nvSpPr>
        <p:spPr>
          <a:xfrm>
            <a:off x="592601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8A820C58-5071-476A-9380-537F490A3D5A}"/>
              </a:ext>
            </a:extLst>
          </p:cNvPr>
          <p:cNvSpPr>
            <a:spLocks/>
          </p:cNvSpPr>
          <p:nvPr/>
        </p:nvSpPr>
        <p:spPr>
          <a:xfrm>
            <a:off x="584838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603E87ED-B40B-4782-80D8-6EA5059E9CF1}"/>
              </a:ext>
            </a:extLst>
          </p:cNvPr>
          <p:cNvSpPr>
            <a:spLocks/>
          </p:cNvSpPr>
          <p:nvPr/>
        </p:nvSpPr>
        <p:spPr>
          <a:xfrm>
            <a:off x="5898068" y="25038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B249918E-060F-4D3D-8CB0-636F6E6B84D5}"/>
              </a:ext>
            </a:extLst>
          </p:cNvPr>
          <p:cNvSpPr>
            <a:spLocks/>
          </p:cNvSpPr>
          <p:nvPr/>
        </p:nvSpPr>
        <p:spPr>
          <a:xfrm>
            <a:off x="5939115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AC1D9C48-5050-4FF2-9D4A-E19AC5A134EE}"/>
              </a:ext>
            </a:extLst>
          </p:cNvPr>
          <p:cNvSpPr>
            <a:spLocks/>
          </p:cNvSpPr>
          <p:nvPr/>
        </p:nvSpPr>
        <p:spPr>
          <a:xfrm>
            <a:off x="586229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233531C9-AD2A-4781-A8CA-B85372A21558}"/>
              </a:ext>
            </a:extLst>
          </p:cNvPr>
          <p:cNvSpPr>
            <a:spLocks/>
          </p:cNvSpPr>
          <p:nvPr/>
        </p:nvSpPr>
        <p:spPr>
          <a:xfrm>
            <a:off x="587336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4BDB5B88-2A87-4DA4-8AA7-2347FA75493C}"/>
              </a:ext>
            </a:extLst>
          </p:cNvPr>
          <p:cNvSpPr>
            <a:spLocks/>
          </p:cNvSpPr>
          <p:nvPr/>
        </p:nvSpPr>
        <p:spPr>
          <a:xfrm>
            <a:off x="5833221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A9C95B26-9122-4713-BBE4-3307219DD851}"/>
              </a:ext>
            </a:extLst>
          </p:cNvPr>
          <p:cNvSpPr>
            <a:spLocks/>
          </p:cNvSpPr>
          <p:nvPr/>
        </p:nvSpPr>
        <p:spPr>
          <a:xfrm>
            <a:off x="586660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C96FA8D7-FC66-4FBC-B2DA-47D5E27AFC81}"/>
              </a:ext>
            </a:extLst>
          </p:cNvPr>
          <p:cNvSpPr>
            <a:spLocks/>
          </p:cNvSpPr>
          <p:nvPr/>
        </p:nvSpPr>
        <p:spPr>
          <a:xfrm>
            <a:off x="58388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644F457D-74B2-42DE-B484-AAE2CA05221C}"/>
              </a:ext>
            </a:extLst>
          </p:cNvPr>
          <p:cNvSpPr>
            <a:spLocks/>
          </p:cNvSpPr>
          <p:nvPr/>
        </p:nvSpPr>
        <p:spPr>
          <a:xfrm>
            <a:off x="584128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5D3C6223-2FFD-4EDD-A472-C60F46F7781D}"/>
              </a:ext>
            </a:extLst>
          </p:cNvPr>
          <p:cNvSpPr>
            <a:spLocks/>
          </p:cNvSpPr>
          <p:nvPr/>
        </p:nvSpPr>
        <p:spPr>
          <a:xfrm>
            <a:off x="5832609" y="36254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B50B9C8B-4D32-451C-AC83-5FBAD1663439}"/>
              </a:ext>
            </a:extLst>
          </p:cNvPr>
          <p:cNvSpPr>
            <a:spLocks/>
          </p:cNvSpPr>
          <p:nvPr/>
        </p:nvSpPr>
        <p:spPr>
          <a:xfrm>
            <a:off x="582677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82958B9A-65AF-4060-A0BE-43CA8138D9BB}"/>
              </a:ext>
            </a:extLst>
          </p:cNvPr>
          <p:cNvSpPr>
            <a:spLocks/>
          </p:cNvSpPr>
          <p:nvPr/>
        </p:nvSpPr>
        <p:spPr>
          <a:xfrm>
            <a:off x="588246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7ACF5176-993F-41C9-A6E3-16EBB9A82B8D}"/>
              </a:ext>
            </a:extLst>
          </p:cNvPr>
          <p:cNvSpPr>
            <a:spLocks/>
          </p:cNvSpPr>
          <p:nvPr/>
        </p:nvSpPr>
        <p:spPr>
          <a:xfrm>
            <a:off x="4188010" y="1722120"/>
            <a:ext cx="191" cy="1928910"/>
          </a:xfrm>
          <a:custGeom>
            <a:avLst/>
            <a:gdLst/>
            <a:ahLst/>
            <a:cxnLst/>
            <a:rect l="0" t="0" r="0" b="0"/>
            <a:pathLst>
              <a:path w="191" h="1928910">
                <a:moveTo>
                  <a:pt x="0" y="1928910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BED86D87-8696-46E4-9F8E-268720CC7FF5}"/>
              </a:ext>
            </a:extLst>
          </p:cNvPr>
          <p:cNvSpPr>
            <a:spLocks/>
          </p:cNvSpPr>
          <p:nvPr/>
        </p:nvSpPr>
        <p:spPr>
          <a:xfrm>
            <a:off x="4188010" y="3651030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692" name="text_1691">
            <a:extLst>
              <a:ext uri="{FF2B5EF4-FFF2-40B4-BE49-F238E27FC236}">
                <a16:creationId xmlns:a16="http://schemas.microsoft.com/office/drawing/2014/main" id="{21045BE0-B0F9-4F98-BD21-2380629B71BD}"/>
              </a:ext>
            </a:extLst>
          </p:cNvPr>
          <p:cNvSpPr>
            <a:spLocks/>
          </p:cNvSpPr>
          <p:nvPr/>
        </p:nvSpPr>
        <p:spPr>
          <a:xfrm>
            <a:off x="3709180" y="140871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693" name="text_1692">
            <a:extLst>
              <a:ext uri="{FF2B5EF4-FFF2-40B4-BE49-F238E27FC236}">
                <a16:creationId xmlns:a16="http://schemas.microsoft.com/office/drawing/2014/main" id="{9669F00D-D40F-408B-AA7B-991F8842BEF3}"/>
              </a:ext>
            </a:extLst>
          </p:cNvPr>
          <p:cNvSpPr>
            <a:spLocks/>
          </p:cNvSpPr>
          <p:nvPr/>
        </p:nvSpPr>
        <p:spPr>
          <a:xfrm>
            <a:off x="4188010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2E3600F7-6A36-401F-8F0B-7F886518734E}"/>
              </a:ext>
            </a:extLst>
          </p:cNvPr>
          <p:cNvSpPr>
            <a:spLocks/>
          </p:cNvSpPr>
          <p:nvPr/>
        </p:nvSpPr>
        <p:spPr>
          <a:xfrm>
            <a:off x="4352519" y="3287085"/>
            <a:ext cx="191" cy="363945"/>
          </a:xfrm>
          <a:custGeom>
            <a:avLst/>
            <a:gdLst/>
            <a:ahLst/>
            <a:cxnLst/>
            <a:rect l="0" t="0" r="0" b="0"/>
            <a:pathLst>
              <a:path w="191" h="363945">
                <a:moveTo>
                  <a:pt x="0" y="3639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718C4D1D-0D78-46BA-90BA-241F5851B058}"/>
              </a:ext>
            </a:extLst>
          </p:cNvPr>
          <p:cNvSpPr>
            <a:spLocks/>
          </p:cNvSpPr>
          <p:nvPr/>
        </p:nvSpPr>
        <p:spPr>
          <a:xfrm>
            <a:off x="4605611" y="1865002"/>
            <a:ext cx="191" cy="1482740"/>
          </a:xfrm>
          <a:custGeom>
            <a:avLst/>
            <a:gdLst/>
            <a:ahLst/>
            <a:cxnLst/>
            <a:rect l="0" t="0" r="0" b="0"/>
            <a:pathLst>
              <a:path w="191" h="1482740">
                <a:moveTo>
                  <a:pt x="0" y="148274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366A7D79-FBCA-4A86-A056-0673DED29337}"/>
              </a:ext>
            </a:extLst>
          </p:cNvPr>
          <p:cNvSpPr>
            <a:spLocks/>
          </p:cNvSpPr>
          <p:nvPr/>
        </p:nvSpPr>
        <p:spPr>
          <a:xfrm>
            <a:off x="4858703" y="1831304"/>
            <a:ext cx="191" cy="1213151"/>
          </a:xfrm>
          <a:custGeom>
            <a:avLst/>
            <a:gdLst/>
            <a:ahLst/>
            <a:cxnLst/>
            <a:rect l="0" t="0" r="0" b="0"/>
            <a:pathLst>
              <a:path w="191" h="1213151">
                <a:moveTo>
                  <a:pt x="0" y="12131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F41A12EC-CA62-4F77-98A9-D03634D561A3}"/>
              </a:ext>
            </a:extLst>
          </p:cNvPr>
          <p:cNvSpPr>
            <a:spLocks/>
          </p:cNvSpPr>
          <p:nvPr/>
        </p:nvSpPr>
        <p:spPr>
          <a:xfrm>
            <a:off x="5390197" y="3044455"/>
            <a:ext cx="191" cy="606576"/>
          </a:xfrm>
          <a:custGeom>
            <a:avLst/>
            <a:gdLst/>
            <a:ahLst/>
            <a:cxnLst/>
            <a:rect l="0" t="0" r="0" b="0"/>
            <a:pathLst>
              <a:path w="191" h="606576">
                <a:moveTo>
                  <a:pt x="0" y="6065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184D3413-4643-4ED1-BE95-BECBC7AB75BB}"/>
              </a:ext>
            </a:extLst>
          </p:cNvPr>
          <p:cNvSpPr>
            <a:spLocks/>
          </p:cNvSpPr>
          <p:nvPr/>
        </p:nvSpPr>
        <p:spPr>
          <a:xfrm>
            <a:off x="5643289" y="1831304"/>
            <a:ext cx="191" cy="1588650"/>
          </a:xfrm>
          <a:custGeom>
            <a:avLst/>
            <a:gdLst/>
            <a:ahLst/>
            <a:cxnLst/>
            <a:rect l="0" t="0" r="0" b="0"/>
            <a:pathLst>
              <a:path w="191" h="1588650">
                <a:moveTo>
                  <a:pt x="0" y="158865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1E399F18-1F1D-440D-B235-E7D3CD1CB61D}"/>
              </a:ext>
            </a:extLst>
          </p:cNvPr>
          <p:cNvSpPr>
            <a:spLocks/>
          </p:cNvSpPr>
          <p:nvPr/>
        </p:nvSpPr>
        <p:spPr>
          <a:xfrm>
            <a:off x="5896381" y="1831304"/>
            <a:ext cx="191" cy="1347298"/>
          </a:xfrm>
          <a:custGeom>
            <a:avLst/>
            <a:gdLst/>
            <a:ahLst/>
            <a:cxnLst/>
            <a:rect l="0" t="0" r="0" b="0"/>
            <a:pathLst>
              <a:path w="191" h="1347298">
                <a:moveTo>
                  <a:pt x="0" y="134729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2FC0447F-05F5-4BB7-8DA1-2C7A1AEF47AA}"/>
              </a:ext>
            </a:extLst>
          </p:cNvPr>
          <p:cNvSpPr>
            <a:spLocks/>
          </p:cNvSpPr>
          <p:nvPr/>
        </p:nvSpPr>
        <p:spPr>
          <a:xfrm>
            <a:off x="4317051" y="361556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71748A39-29E8-43C0-BB3C-D30771F6D601}"/>
              </a:ext>
            </a:extLst>
          </p:cNvPr>
          <p:cNvSpPr>
            <a:spLocks/>
          </p:cNvSpPr>
          <p:nvPr/>
        </p:nvSpPr>
        <p:spPr>
          <a:xfrm>
            <a:off x="4570143" y="270569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2199C2F3-6D6A-4347-A555-62EA4F0DD2B4}"/>
              </a:ext>
            </a:extLst>
          </p:cNvPr>
          <p:cNvSpPr>
            <a:spLocks/>
          </p:cNvSpPr>
          <p:nvPr/>
        </p:nvSpPr>
        <p:spPr>
          <a:xfrm>
            <a:off x="4823235" y="23590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FEC3F4D3-1C11-4ADF-8969-05C6C0B27E36}"/>
              </a:ext>
            </a:extLst>
          </p:cNvPr>
          <p:cNvSpPr>
            <a:spLocks/>
          </p:cNvSpPr>
          <p:nvPr/>
        </p:nvSpPr>
        <p:spPr>
          <a:xfrm>
            <a:off x="5354728" y="361556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8B9CA900-DDF1-4E80-8A6E-F493AC35BE9D}"/>
              </a:ext>
            </a:extLst>
          </p:cNvPr>
          <p:cNvSpPr>
            <a:spLocks/>
          </p:cNvSpPr>
          <p:nvPr/>
        </p:nvSpPr>
        <p:spPr>
          <a:xfrm>
            <a:off x="5607820" y="270569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D91AE502-7A0D-46EA-A0AA-0ECD4F5F7655}"/>
              </a:ext>
            </a:extLst>
          </p:cNvPr>
          <p:cNvSpPr>
            <a:spLocks/>
          </p:cNvSpPr>
          <p:nvPr/>
        </p:nvSpPr>
        <p:spPr>
          <a:xfrm>
            <a:off x="5860912" y="240241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67808E0F-CDC7-40E1-8C29-CEEA06EB660B}"/>
              </a:ext>
            </a:extLst>
          </p:cNvPr>
          <p:cNvSpPr>
            <a:spLocks/>
          </p:cNvSpPr>
          <p:nvPr/>
        </p:nvSpPr>
        <p:spPr>
          <a:xfrm>
            <a:off x="7278263" y="1722120"/>
            <a:ext cx="1872881" cy="1928910"/>
          </a:xfrm>
          <a:custGeom>
            <a:avLst/>
            <a:gdLst/>
            <a:ahLst/>
            <a:cxnLst/>
            <a:rect l="0" t="0" r="0" b="0"/>
            <a:pathLst>
              <a:path w="1872881" h="1928910">
                <a:moveTo>
                  <a:pt x="0" y="1928910"/>
                </a:moveTo>
                <a:lnTo>
                  <a:pt x="1872881" y="1928910"/>
                </a:lnTo>
                <a:lnTo>
                  <a:pt x="1872881" y="0"/>
                </a:lnTo>
                <a:lnTo>
                  <a:pt x="0" y="0"/>
                </a:lnTo>
                <a:lnTo>
                  <a:pt x="0" y="192891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2C137F49-A7F8-4D0D-BE02-44053E49E1A5}"/>
              </a:ext>
            </a:extLst>
          </p:cNvPr>
          <p:cNvSpPr>
            <a:spLocks/>
          </p:cNvSpPr>
          <p:nvPr/>
        </p:nvSpPr>
        <p:spPr>
          <a:xfrm>
            <a:off x="7760121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08" name="text_1707">
            <a:extLst>
              <a:ext uri="{FF2B5EF4-FFF2-40B4-BE49-F238E27FC236}">
                <a16:creationId xmlns:a16="http://schemas.microsoft.com/office/drawing/2014/main" id="{1C42D81D-2D4C-45BB-84F9-99F4634D1D5A}"/>
              </a:ext>
            </a:extLst>
          </p:cNvPr>
          <p:cNvSpPr>
            <a:spLocks/>
          </p:cNvSpPr>
          <p:nvPr/>
        </p:nvSpPr>
        <p:spPr>
          <a:xfrm>
            <a:off x="7663014" y="3743411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1629D34E-FDD1-407C-8363-6EDE62D471C0}"/>
              </a:ext>
            </a:extLst>
          </p:cNvPr>
          <p:cNvSpPr>
            <a:spLocks/>
          </p:cNvSpPr>
          <p:nvPr/>
        </p:nvSpPr>
        <p:spPr>
          <a:xfrm>
            <a:off x="8669286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0" name="text_1709">
            <a:extLst>
              <a:ext uri="{FF2B5EF4-FFF2-40B4-BE49-F238E27FC236}">
                <a16:creationId xmlns:a16="http://schemas.microsoft.com/office/drawing/2014/main" id="{79011763-DE56-4C25-94CF-6EF0B53F86A9}"/>
              </a:ext>
            </a:extLst>
          </p:cNvPr>
          <p:cNvSpPr>
            <a:spLocks/>
          </p:cNvSpPr>
          <p:nvPr/>
        </p:nvSpPr>
        <p:spPr>
          <a:xfrm>
            <a:off x="8572179" y="3743411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11" name="text_1710">
            <a:extLst>
              <a:ext uri="{FF2B5EF4-FFF2-40B4-BE49-F238E27FC236}">
                <a16:creationId xmlns:a16="http://schemas.microsoft.com/office/drawing/2014/main" id="{630BC21D-1149-468F-B132-D6BF89D5B02C}"/>
              </a:ext>
            </a:extLst>
          </p:cNvPr>
          <p:cNvSpPr>
            <a:spLocks/>
          </p:cNvSpPr>
          <p:nvPr/>
        </p:nvSpPr>
        <p:spPr>
          <a:xfrm>
            <a:off x="7431757" y="3923564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E63A7560-2953-45EF-9FF6-2CAF190130FF}"/>
              </a:ext>
            </a:extLst>
          </p:cNvPr>
          <p:cNvSpPr>
            <a:spLocks/>
          </p:cNvSpPr>
          <p:nvPr/>
        </p:nvSpPr>
        <p:spPr>
          <a:xfrm>
            <a:off x="7233927" y="36510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3" name="text_1712">
            <a:extLst>
              <a:ext uri="{FF2B5EF4-FFF2-40B4-BE49-F238E27FC236}">
                <a16:creationId xmlns:a16="http://schemas.microsoft.com/office/drawing/2014/main" id="{59434F3E-D66C-4762-A52A-020289C11585}"/>
              </a:ext>
            </a:extLst>
          </p:cNvPr>
          <p:cNvSpPr>
            <a:spLocks/>
          </p:cNvSpPr>
          <p:nvPr/>
        </p:nvSpPr>
        <p:spPr>
          <a:xfrm>
            <a:off x="7107119" y="3593581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C6C68088-4721-4F73-BAC6-B722A3925D7E}"/>
              </a:ext>
            </a:extLst>
          </p:cNvPr>
          <p:cNvSpPr>
            <a:spLocks/>
          </p:cNvSpPr>
          <p:nvPr/>
        </p:nvSpPr>
        <p:spPr>
          <a:xfrm>
            <a:off x="7233927" y="31688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5" name="text_1714">
            <a:extLst>
              <a:ext uri="{FF2B5EF4-FFF2-40B4-BE49-F238E27FC236}">
                <a16:creationId xmlns:a16="http://schemas.microsoft.com/office/drawing/2014/main" id="{D38D1B25-9571-48E9-936E-F336BE222694}"/>
              </a:ext>
            </a:extLst>
          </p:cNvPr>
          <p:cNvSpPr>
            <a:spLocks/>
          </p:cNvSpPr>
          <p:nvPr/>
        </p:nvSpPr>
        <p:spPr>
          <a:xfrm>
            <a:off x="7042381" y="3111353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C716A7A5-0D7B-416D-9989-03005246E349}"/>
              </a:ext>
            </a:extLst>
          </p:cNvPr>
          <p:cNvSpPr>
            <a:spLocks/>
          </p:cNvSpPr>
          <p:nvPr/>
        </p:nvSpPr>
        <p:spPr>
          <a:xfrm>
            <a:off x="7233927" y="2686575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7" name="text_1716">
            <a:extLst>
              <a:ext uri="{FF2B5EF4-FFF2-40B4-BE49-F238E27FC236}">
                <a16:creationId xmlns:a16="http://schemas.microsoft.com/office/drawing/2014/main" id="{86F4C9A1-8D3F-4CE1-A76E-1C26AE0CA8A5}"/>
              </a:ext>
            </a:extLst>
          </p:cNvPr>
          <p:cNvSpPr>
            <a:spLocks/>
          </p:cNvSpPr>
          <p:nvPr/>
        </p:nvSpPr>
        <p:spPr>
          <a:xfrm>
            <a:off x="7042381" y="2629126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3F73F98C-BAE0-467A-BF92-CF8BC236BB8E}"/>
              </a:ext>
            </a:extLst>
          </p:cNvPr>
          <p:cNvSpPr>
            <a:spLocks/>
          </p:cNvSpPr>
          <p:nvPr/>
        </p:nvSpPr>
        <p:spPr>
          <a:xfrm>
            <a:off x="7233927" y="220434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9" name="text_1718">
            <a:extLst>
              <a:ext uri="{FF2B5EF4-FFF2-40B4-BE49-F238E27FC236}">
                <a16:creationId xmlns:a16="http://schemas.microsoft.com/office/drawing/2014/main" id="{CBCA48BA-12C2-4A52-84C6-9B839735D647}"/>
              </a:ext>
            </a:extLst>
          </p:cNvPr>
          <p:cNvSpPr>
            <a:spLocks/>
          </p:cNvSpPr>
          <p:nvPr/>
        </p:nvSpPr>
        <p:spPr>
          <a:xfrm>
            <a:off x="7042381" y="2146898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5F3F16CF-6970-449A-B38A-64579C31AB5D}"/>
              </a:ext>
            </a:extLst>
          </p:cNvPr>
          <p:cNvSpPr>
            <a:spLocks/>
          </p:cNvSpPr>
          <p:nvPr/>
        </p:nvSpPr>
        <p:spPr>
          <a:xfrm>
            <a:off x="7233927" y="172212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1" name="text_1720">
            <a:extLst>
              <a:ext uri="{FF2B5EF4-FFF2-40B4-BE49-F238E27FC236}">
                <a16:creationId xmlns:a16="http://schemas.microsoft.com/office/drawing/2014/main" id="{B58444C3-A5B9-4235-9D77-62586D475920}"/>
              </a:ext>
            </a:extLst>
          </p:cNvPr>
          <p:cNvSpPr>
            <a:spLocks/>
          </p:cNvSpPr>
          <p:nvPr/>
        </p:nvSpPr>
        <p:spPr>
          <a:xfrm>
            <a:off x="6977643" y="166467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2" name="text_1721">
            <a:extLst>
              <a:ext uri="{FF2B5EF4-FFF2-40B4-BE49-F238E27FC236}">
                <a16:creationId xmlns:a16="http://schemas.microsoft.com/office/drawing/2014/main" id="{89BCC2A4-6C6B-4207-8F17-1D00EBC03A2A}"/>
              </a:ext>
            </a:extLst>
          </p:cNvPr>
          <p:cNvSpPr>
            <a:spLocks/>
          </p:cNvSpPr>
          <p:nvPr/>
        </p:nvSpPr>
        <p:spPr>
          <a:xfrm rot="-5400000">
            <a:off x="5993161" y="2602337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2539787A-2AE5-49C2-9754-EA35BFDF650F}"/>
              </a:ext>
            </a:extLst>
          </p:cNvPr>
          <p:cNvSpPr>
            <a:spLocks/>
          </p:cNvSpPr>
          <p:nvPr/>
        </p:nvSpPr>
        <p:spPr>
          <a:xfrm>
            <a:off x="7453277" y="3100356"/>
            <a:ext cx="186379" cy="550675"/>
          </a:xfrm>
          <a:custGeom>
            <a:avLst/>
            <a:gdLst/>
            <a:ahLst/>
            <a:cxnLst/>
            <a:rect l="0" t="0" r="0" b="0"/>
            <a:pathLst>
              <a:path w="186379" h="550675">
                <a:moveTo>
                  <a:pt x="0" y="550675"/>
                </a:moveTo>
                <a:lnTo>
                  <a:pt x="186379" y="550675"/>
                </a:lnTo>
                <a:lnTo>
                  <a:pt x="186379" y="0"/>
                </a:lnTo>
                <a:lnTo>
                  <a:pt x="0" y="0"/>
                </a:lnTo>
                <a:lnTo>
                  <a:pt x="0" y="550675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6EAC25DC-FEA0-4139-844F-9AB7E35E103C}"/>
              </a:ext>
            </a:extLst>
          </p:cNvPr>
          <p:cNvSpPr>
            <a:spLocks/>
          </p:cNvSpPr>
          <p:nvPr/>
        </p:nvSpPr>
        <p:spPr>
          <a:xfrm>
            <a:off x="7666931" y="2579411"/>
            <a:ext cx="186379" cy="1071620"/>
          </a:xfrm>
          <a:custGeom>
            <a:avLst/>
            <a:gdLst/>
            <a:ahLst/>
            <a:cxnLst/>
            <a:rect l="0" t="0" r="0" b="0"/>
            <a:pathLst>
              <a:path w="186379" h="1071620">
                <a:moveTo>
                  <a:pt x="0" y="1071620"/>
                </a:moveTo>
                <a:lnTo>
                  <a:pt x="186379" y="1071620"/>
                </a:lnTo>
                <a:lnTo>
                  <a:pt x="186379" y="0"/>
                </a:lnTo>
                <a:lnTo>
                  <a:pt x="0" y="0"/>
                </a:lnTo>
                <a:lnTo>
                  <a:pt x="0" y="107162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5BE424C5-4633-487F-AFE9-91380C721E0C}"/>
              </a:ext>
            </a:extLst>
          </p:cNvPr>
          <p:cNvSpPr>
            <a:spLocks/>
          </p:cNvSpPr>
          <p:nvPr/>
        </p:nvSpPr>
        <p:spPr>
          <a:xfrm>
            <a:off x="7880585" y="2370218"/>
            <a:ext cx="186379" cy="1280813"/>
          </a:xfrm>
          <a:custGeom>
            <a:avLst/>
            <a:gdLst/>
            <a:ahLst/>
            <a:cxnLst/>
            <a:rect l="0" t="0" r="0" b="0"/>
            <a:pathLst>
              <a:path w="186379" h="1280813">
                <a:moveTo>
                  <a:pt x="0" y="1280813"/>
                </a:moveTo>
                <a:lnTo>
                  <a:pt x="186379" y="1280813"/>
                </a:lnTo>
                <a:lnTo>
                  <a:pt x="186379" y="0"/>
                </a:lnTo>
                <a:lnTo>
                  <a:pt x="0" y="0"/>
                </a:lnTo>
                <a:lnTo>
                  <a:pt x="0" y="128081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667A30F7-54E3-4C68-97D6-C72799B28EC0}"/>
              </a:ext>
            </a:extLst>
          </p:cNvPr>
          <p:cNvSpPr>
            <a:spLocks/>
          </p:cNvSpPr>
          <p:nvPr/>
        </p:nvSpPr>
        <p:spPr>
          <a:xfrm>
            <a:off x="8362443" y="3045336"/>
            <a:ext cx="186379" cy="605694"/>
          </a:xfrm>
          <a:custGeom>
            <a:avLst/>
            <a:gdLst/>
            <a:ahLst/>
            <a:cxnLst/>
            <a:rect l="0" t="0" r="0" b="0"/>
            <a:pathLst>
              <a:path w="186379" h="605694">
                <a:moveTo>
                  <a:pt x="0" y="605694"/>
                </a:moveTo>
                <a:lnTo>
                  <a:pt x="186379" y="605694"/>
                </a:lnTo>
                <a:lnTo>
                  <a:pt x="186379" y="0"/>
                </a:lnTo>
                <a:lnTo>
                  <a:pt x="0" y="0"/>
                </a:lnTo>
                <a:lnTo>
                  <a:pt x="0" y="605694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7672C55A-01A5-4DA0-B8B3-6903085AA561}"/>
              </a:ext>
            </a:extLst>
          </p:cNvPr>
          <p:cNvSpPr>
            <a:spLocks/>
          </p:cNvSpPr>
          <p:nvPr/>
        </p:nvSpPr>
        <p:spPr>
          <a:xfrm>
            <a:off x="8576097" y="2430183"/>
            <a:ext cx="186379" cy="1220847"/>
          </a:xfrm>
          <a:custGeom>
            <a:avLst/>
            <a:gdLst/>
            <a:ahLst/>
            <a:cxnLst/>
            <a:rect l="0" t="0" r="0" b="0"/>
            <a:pathLst>
              <a:path w="186379" h="1220847">
                <a:moveTo>
                  <a:pt x="0" y="1220847"/>
                </a:moveTo>
                <a:lnTo>
                  <a:pt x="186379" y="1220847"/>
                </a:lnTo>
                <a:lnTo>
                  <a:pt x="186379" y="0"/>
                </a:lnTo>
                <a:lnTo>
                  <a:pt x="0" y="0"/>
                </a:lnTo>
                <a:lnTo>
                  <a:pt x="0" y="12208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0B4388CF-8B74-48CE-A37F-656F56C24E98}"/>
              </a:ext>
            </a:extLst>
          </p:cNvPr>
          <p:cNvSpPr>
            <a:spLocks/>
          </p:cNvSpPr>
          <p:nvPr/>
        </p:nvSpPr>
        <p:spPr>
          <a:xfrm>
            <a:off x="8789750" y="2267686"/>
            <a:ext cx="186379" cy="1383345"/>
          </a:xfrm>
          <a:custGeom>
            <a:avLst/>
            <a:gdLst/>
            <a:ahLst/>
            <a:cxnLst/>
            <a:rect l="0" t="0" r="0" b="0"/>
            <a:pathLst>
              <a:path w="186379" h="1383345">
                <a:moveTo>
                  <a:pt x="0" y="1383345"/>
                </a:moveTo>
                <a:lnTo>
                  <a:pt x="186379" y="1383345"/>
                </a:lnTo>
                <a:lnTo>
                  <a:pt x="186379" y="0"/>
                </a:lnTo>
                <a:lnTo>
                  <a:pt x="0" y="0"/>
                </a:lnTo>
                <a:lnTo>
                  <a:pt x="0" y="1383345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BCBDBB85-7EAA-4463-8591-3987744FE110}"/>
              </a:ext>
            </a:extLst>
          </p:cNvPr>
          <p:cNvSpPr>
            <a:spLocks/>
          </p:cNvSpPr>
          <p:nvPr/>
        </p:nvSpPr>
        <p:spPr>
          <a:xfrm>
            <a:off x="7278263" y="1722120"/>
            <a:ext cx="191" cy="1928910"/>
          </a:xfrm>
          <a:custGeom>
            <a:avLst/>
            <a:gdLst/>
            <a:ahLst/>
            <a:cxnLst/>
            <a:rect l="0" t="0" r="0" b="0"/>
            <a:pathLst>
              <a:path w="191" h="1928910">
                <a:moveTo>
                  <a:pt x="0" y="1928910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859724D4-5BB3-4803-BF19-2A5F2CA94D91}"/>
              </a:ext>
            </a:extLst>
          </p:cNvPr>
          <p:cNvSpPr>
            <a:spLocks/>
          </p:cNvSpPr>
          <p:nvPr/>
        </p:nvSpPr>
        <p:spPr>
          <a:xfrm>
            <a:off x="7278263" y="3651030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F1274B53-47C3-4A83-9CC4-37954446865D}"/>
              </a:ext>
            </a:extLst>
          </p:cNvPr>
          <p:cNvSpPr>
            <a:spLocks/>
          </p:cNvSpPr>
          <p:nvPr/>
        </p:nvSpPr>
        <p:spPr>
          <a:xfrm>
            <a:off x="7546467" y="3004653"/>
            <a:ext cx="191" cy="189424"/>
          </a:xfrm>
          <a:custGeom>
            <a:avLst/>
            <a:gdLst/>
            <a:ahLst/>
            <a:cxnLst/>
            <a:rect l="0" t="0" r="0" b="0"/>
            <a:pathLst>
              <a:path w="191" h="189424">
                <a:moveTo>
                  <a:pt x="0" y="18942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A90E379C-BF07-4380-9E56-973609631583}"/>
              </a:ext>
            </a:extLst>
          </p:cNvPr>
          <p:cNvSpPr>
            <a:spLocks/>
          </p:cNvSpPr>
          <p:nvPr/>
        </p:nvSpPr>
        <p:spPr>
          <a:xfrm>
            <a:off x="7514646" y="3194077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8A37DACE-D175-435B-961F-2EFB4E95F0AA}"/>
              </a:ext>
            </a:extLst>
          </p:cNvPr>
          <p:cNvSpPr>
            <a:spLocks/>
          </p:cNvSpPr>
          <p:nvPr/>
        </p:nvSpPr>
        <p:spPr>
          <a:xfrm>
            <a:off x="7514646" y="3004653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4" name="text_1733">
            <a:extLst>
              <a:ext uri="{FF2B5EF4-FFF2-40B4-BE49-F238E27FC236}">
                <a16:creationId xmlns:a16="http://schemas.microsoft.com/office/drawing/2014/main" id="{CEE02665-2CE5-4346-B751-BF3DD27E1762}"/>
              </a:ext>
            </a:extLst>
          </p:cNvPr>
          <p:cNvSpPr>
            <a:spLocks/>
          </p:cNvSpPr>
          <p:nvPr/>
        </p:nvSpPr>
        <p:spPr>
          <a:xfrm>
            <a:off x="7400390" y="2109809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28.5</a:t>
            </a:r>
          </a:p>
        </p:txBody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189F9BF6-A02C-4E34-9CB2-8FB67E19B21D}"/>
              </a:ext>
            </a:extLst>
          </p:cNvPr>
          <p:cNvSpPr>
            <a:spLocks/>
          </p:cNvSpPr>
          <p:nvPr/>
        </p:nvSpPr>
        <p:spPr>
          <a:xfrm>
            <a:off x="7760121" y="2485842"/>
            <a:ext cx="191" cy="189689"/>
          </a:xfrm>
          <a:custGeom>
            <a:avLst/>
            <a:gdLst/>
            <a:ahLst/>
            <a:cxnLst/>
            <a:rect l="0" t="0" r="0" b="0"/>
            <a:pathLst>
              <a:path w="191" h="189689">
                <a:moveTo>
                  <a:pt x="0" y="189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A47B91F1-8BC2-40E3-8A70-2A91BA863F39}"/>
              </a:ext>
            </a:extLst>
          </p:cNvPr>
          <p:cNvSpPr>
            <a:spLocks/>
          </p:cNvSpPr>
          <p:nvPr/>
        </p:nvSpPr>
        <p:spPr>
          <a:xfrm>
            <a:off x="7728300" y="2675531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2DE4382A-FEAB-477F-A481-6988B06F210A}"/>
              </a:ext>
            </a:extLst>
          </p:cNvPr>
          <p:cNvSpPr>
            <a:spLocks/>
          </p:cNvSpPr>
          <p:nvPr/>
        </p:nvSpPr>
        <p:spPr>
          <a:xfrm>
            <a:off x="7728300" y="2485842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38" name="text_1737">
            <a:extLst>
              <a:ext uri="{FF2B5EF4-FFF2-40B4-BE49-F238E27FC236}">
                <a16:creationId xmlns:a16="http://schemas.microsoft.com/office/drawing/2014/main" id="{A50A10FA-7CDF-4CDF-BB7B-E6E2EA339E7C}"/>
              </a:ext>
            </a:extLst>
          </p:cNvPr>
          <p:cNvSpPr>
            <a:spLocks/>
          </p:cNvSpPr>
          <p:nvPr/>
        </p:nvSpPr>
        <p:spPr>
          <a:xfrm>
            <a:off x="7659503" y="2109809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D83C4882-3087-46AC-89FE-F936F267167B}"/>
              </a:ext>
            </a:extLst>
          </p:cNvPr>
          <p:cNvSpPr>
            <a:spLocks/>
          </p:cNvSpPr>
          <p:nvPr/>
        </p:nvSpPr>
        <p:spPr>
          <a:xfrm>
            <a:off x="7973775" y="2281381"/>
            <a:ext cx="191" cy="181817"/>
          </a:xfrm>
          <a:custGeom>
            <a:avLst/>
            <a:gdLst/>
            <a:ahLst/>
            <a:cxnLst/>
            <a:rect l="0" t="0" r="0" b="0"/>
            <a:pathLst>
              <a:path w="191" h="181817">
                <a:moveTo>
                  <a:pt x="0" y="18181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4D78B57D-96AE-4103-84A8-266828241E4A}"/>
              </a:ext>
            </a:extLst>
          </p:cNvPr>
          <p:cNvSpPr>
            <a:spLocks/>
          </p:cNvSpPr>
          <p:nvPr/>
        </p:nvSpPr>
        <p:spPr>
          <a:xfrm>
            <a:off x="7941954" y="2463199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3F44641D-7903-4310-B7FC-C13E6B822AA1}"/>
              </a:ext>
            </a:extLst>
          </p:cNvPr>
          <p:cNvSpPr>
            <a:spLocks/>
          </p:cNvSpPr>
          <p:nvPr/>
        </p:nvSpPr>
        <p:spPr>
          <a:xfrm>
            <a:off x="7941954" y="2281381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2" name="text_1741">
            <a:extLst>
              <a:ext uri="{FF2B5EF4-FFF2-40B4-BE49-F238E27FC236}">
                <a16:creationId xmlns:a16="http://schemas.microsoft.com/office/drawing/2014/main" id="{F472449D-5A60-4921-8D4E-BB26183227B2}"/>
              </a:ext>
            </a:extLst>
          </p:cNvPr>
          <p:cNvSpPr>
            <a:spLocks/>
          </p:cNvSpPr>
          <p:nvPr/>
        </p:nvSpPr>
        <p:spPr>
          <a:xfrm>
            <a:off x="7918615" y="2109809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3889A519-26C0-4239-9B8C-9AE7D6AF43C7}"/>
              </a:ext>
            </a:extLst>
          </p:cNvPr>
          <p:cNvSpPr>
            <a:spLocks/>
          </p:cNvSpPr>
          <p:nvPr/>
        </p:nvSpPr>
        <p:spPr>
          <a:xfrm>
            <a:off x="8455632" y="2942581"/>
            <a:ext cx="191" cy="200241"/>
          </a:xfrm>
          <a:custGeom>
            <a:avLst/>
            <a:gdLst/>
            <a:ahLst/>
            <a:cxnLst/>
            <a:rect l="0" t="0" r="0" b="0"/>
            <a:pathLst>
              <a:path w="191" h="200241">
                <a:moveTo>
                  <a:pt x="0" y="20024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CDCE0A4A-E11E-4449-9830-CE58C5CC0852}"/>
              </a:ext>
            </a:extLst>
          </p:cNvPr>
          <p:cNvSpPr>
            <a:spLocks/>
          </p:cNvSpPr>
          <p:nvPr/>
        </p:nvSpPr>
        <p:spPr>
          <a:xfrm>
            <a:off x="8423811" y="3142822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3A0B0197-B2A4-451A-84AF-B4D25F60F7A2}"/>
              </a:ext>
            </a:extLst>
          </p:cNvPr>
          <p:cNvSpPr>
            <a:spLocks/>
          </p:cNvSpPr>
          <p:nvPr/>
        </p:nvSpPr>
        <p:spPr>
          <a:xfrm>
            <a:off x="8423811" y="2942581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1745">
            <a:extLst>
              <a:ext uri="{FF2B5EF4-FFF2-40B4-BE49-F238E27FC236}">
                <a16:creationId xmlns:a16="http://schemas.microsoft.com/office/drawing/2014/main" id="{E60C3762-CFB6-4F8B-9CBA-8BC84E991B63}"/>
              </a:ext>
            </a:extLst>
          </p:cNvPr>
          <p:cNvSpPr>
            <a:spLocks/>
          </p:cNvSpPr>
          <p:nvPr/>
        </p:nvSpPr>
        <p:spPr>
          <a:xfrm>
            <a:off x="8309556" y="2006730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31.4</a:t>
            </a:r>
          </a:p>
        </p:txBody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A4E682C9-2BEE-4F24-9A85-091EAAE6927E}"/>
              </a:ext>
            </a:extLst>
          </p:cNvPr>
          <p:cNvSpPr>
            <a:spLocks/>
          </p:cNvSpPr>
          <p:nvPr/>
        </p:nvSpPr>
        <p:spPr>
          <a:xfrm>
            <a:off x="8669286" y="2332414"/>
            <a:ext cx="191" cy="196713"/>
          </a:xfrm>
          <a:custGeom>
            <a:avLst/>
            <a:gdLst/>
            <a:ahLst/>
            <a:cxnLst/>
            <a:rect l="0" t="0" r="0" b="0"/>
            <a:pathLst>
              <a:path w="191" h="196713">
                <a:moveTo>
                  <a:pt x="0" y="19671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6753314D-5425-4FC7-85D6-6D35AC58C68B}"/>
              </a:ext>
            </a:extLst>
          </p:cNvPr>
          <p:cNvSpPr>
            <a:spLocks/>
          </p:cNvSpPr>
          <p:nvPr/>
        </p:nvSpPr>
        <p:spPr>
          <a:xfrm>
            <a:off x="8637465" y="2529127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23C14A76-E0F4-4C91-8C0B-F427EC25AD72}"/>
              </a:ext>
            </a:extLst>
          </p:cNvPr>
          <p:cNvSpPr>
            <a:spLocks/>
          </p:cNvSpPr>
          <p:nvPr/>
        </p:nvSpPr>
        <p:spPr>
          <a:xfrm>
            <a:off x="8637465" y="2332414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1749">
            <a:extLst>
              <a:ext uri="{FF2B5EF4-FFF2-40B4-BE49-F238E27FC236}">
                <a16:creationId xmlns:a16="http://schemas.microsoft.com/office/drawing/2014/main" id="{D7FE6B50-2831-40C2-985D-AC0006560753}"/>
              </a:ext>
            </a:extLst>
          </p:cNvPr>
          <p:cNvSpPr>
            <a:spLocks/>
          </p:cNvSpPr>
          <p:nvPr/>
        </p:nvSpPr>
        <p:spPr>
          <a:xfrm>
            <a:off x="8568668" y="2006730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0401A94C-89E2-4316-981D-ACB07F1CFB26}"/>
              </a:ext>
            </a:extLst>
          </p:cNvPr>
          <p:cNvSpPr>
            <a:spLocks/>
          </p:cNvSpPr>
          <p:nvPr/>
        </p:nvSpPr>
        <p:spPr>
          <a:xfrm>
            <a:off x="8882940" y="2178302"/>
            <a:ext cx="191" cy="182520"/>
          </a:xfrm>
          <a:custGeom>
            <a:avLst/>
            <a:gdLst/>
            <a:ahLst/>
            <a:cxnLst/>
            <a:rect l="0" t="0" r="0" b="0"/>
            <a:pathLst>
              <a:path w="191" h="182520">
                <a:moveTo>
                  <a:pt x="0" y="18252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368CEBE4-51C1-4406-93D6-96B0663CC71A}"/>
              </a:ext>
            </a:extLst>
          </p:cNvPr>
          <p:cNvSpPr>
            <a:spLocks/>
          </p:cNvSpPr>
          <p:nvPr/>
        </p:nvSpPr>
        <p:spPr>
          <a:xfrm>
            <a:off x="8851119" y="2360822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45F68A98-BE87-48C1-A279-D75613F53104}"/>
              </a:ext>
            </a:extLst>
          </p:cNvPr>
          <p:cNvSpPr>
            <a:spLocks/>
          </p:cNvSpPr>
          <p:nvPr/>
        </p:nvSpPr>
        <p:spPr>
          <a:xfrm>
            <a:off x="8851119" y="2178302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1753">
            <a:extLst>
              <a:ext uri="{FF2B5EF4-FFF2-40B4-BE49-F238E27FC236}">
                <a16:creationId xmlns:a16="http://schemas.microsoft.com/office/drawing/2014/main" id="{DF5F586A-0EB0-4264-AAC8-E8BB62204A41}"/>
              </a:ext>
            </a:extLst>
          </p:cNvPr>
          <p:cNvSpPr>
            <a:spLocks/>
          </p:cNvSpPr>
          <p:nvPr/>
        </p:nvSpPr>
        <p:spPr>
          <a:xfrm>
            <a:off x="8827780" y="2006730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55" name="text_1754">
            <a:extLst>
              <a:ext uri="{FF2B5EF4-FFF2-40B4-BE49-F238E27FC236}">
                <a16:creationId xmlns:a16="http://schemas.microsoft.com/office/drawing/2014/main" id="{30B6654B-D1C8-4642-A245-315C60B6B14E}"/>
              </a:ext>
            </a:extLst>
          </p:cNvPr>
          <p:cNvSpPr>
            <a:spLocks/>
          </p:cNvSpPr>
          <p:nvPr/>
        </p:nvSpPr>
        <p:spPr>
          <a:xfrm>
            <a:off x="6799433" y="140871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56" name="text_1755">
            <a:extLst>
              <a:ext uri="{FF2B5EF4-FFF2-40B4-BE49-F238E27FC236}">
                <a16:creationId xmlns:a16="http://schemas.microsoft.com/office/drawing/2014/main" id="{5CF54C3B-016E-48C1-8343-08592F755D3E}"/>
              </a:ext>
            </a:extLst>
          </p:cNvPr>
          <p:cNvSpPr>
            <a:spLocks/>
          </p:cNvSpPr>
          <p:nvPr/>
        </p:nvSpPr>
        <p:spPr>
          <a:xfrm>
            <a:off x="7278263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054F6463-22A5-4AE6-9536-9F02A528BE0D}"/>
              </a:ext>
            </a:extLst>
          </p:cNvPr>
          <p:cNvSpPr>
            <a:spLocks/>
          </p:cNvSpPr>
          <p:nvPr/>
        </p:nvSpPr>
        <p:spPr>
          <a:xfrm>
            <a:off x="1097756" y="5001268"/>
            <a:ext cx="1872881" cy="1928911"/>
          </a:xfrm>
          <a:custGeom>
            <a:avLst/>
            <a:gdLst/>
            <a:ahLst/>
            <a:cxnLst/>
            <a:rect l="0" t="0" r="0" b="0"/>
            <a:pathLst>
              <a:path w="1872881" h="1928911">
                <a:moveTo>
                  <a:pt x="0" y="1928911"/>
                </a:moveTo>
                <a:lnTo>
                  <a:pt x="1872881" y="1928911"/>
                </a:lnTo>
                <a:lnTo>
                  <a:pt x="1872881" y="0"/>
                </a:lnTo>
                <a:lnTo>
                  <a:pt x="0" y="0"/>
                </a:lnTo>
                <a:lnTo>
                  <a:pt x="0" y="192891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10B77CF0-67FD-46A7-A8A7-97F248ED1E8D}"/>
              </a:ext>
            </a:extLst>
          </p:cNvPr>
          <p:cNvSpPr>
            <a:spLocks/>
          </p:cNvSpPr>
          <p:nvPr/>
        </p:nvSpPr>
        <p:spPr>
          <a:xfrm>
            <a:off x="2034197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59" name="text_1758">
            <a:extLst>
              <a:ext uri="{FF2B5EF4-FFF2-40B4-BE49-F238E27FC236}">
                <a16:creationId xmlns:a16="http://schemas.microsoft.com/office/drawing/2014/main" id="{A5FEA6D8-A121-4F04-8C30-83072055BD4C}"/>
              </a:ext>
            </a:extLst>
          </p:cNvPr>
          <p:cNvSpPr>
            <a:spLocks/>
          </p:cNvSpPr>
          <p:nvPr/>
        </p:nvSpPr>
        <p:spPr>
          <a:xfrm>
            <a:off x="1368304" y="7063898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760" name="text_1759">
            <a:extLst>
              <a:ext uri="{FF2B5EF4-FFF2-40B4-BE49-F238E27FC236}">
                <a16:creationId xmlns:a16="http://schemas.microsoft.com/office/drawing/2014/main" id="{2D01B3F1-37B6-47E0-B77E-713C847D7845}"/>
              </a:ext>
            </a:extLst>
          </p:cNvPr>
          <p:cNvSpPr>
            <a:spLocks/>
          </p:cNvSpPr>
          <p:nvPr/>
        </p:nvSpPr>
        <p:spPr>
          <a:xfrm>
            <a:off x="1400420" y="7063898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761" name="text_1760">
            <a:extLst>
              <a:ext uri="{FF2B5EF4-FFF2-40B4-BE49-F238E27FC236}">
                <a16:creationId xmlns:a16="http://schemas.microsoft.com/office/drawing/2014/main" id="{06D08BB1-641B-4F0E-8849-6D706ECA1957}"/>
              </a:ext>
            </a:extLst>
          </p:cNvPr>
          <p:cNvSpPr>
            <a:spLocks/>
          </p:cNvSpPr>
          <p:nvPr/>
        </p:nvSpPr>
        <p:spPr>
          <a:xfrm>
            <a:off x="1467389" y="7063898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762" name="text_1761">
            <a:extLst>
              <a:ext uri="{FF2B5EF4-FFF2-40B4-BE49-F238E27FC236}">
                <a16:creationId xmlns:a16="http://schemas.microsoft.com/office/drawing/2014/main" id="{D920C36E-3BF8-4D21-B2CD-3779EA8B5315}"/>
              </a:ext>
            </a:extLst>
          </p:cNvPr>
          <p:cNvSpPr>
            <a:spLocks/>
          </p:cNvSpPr>
          <p:nvPr/>
        </p:nvSpPr>
        <p:spPr>
          <a:xfrm>
            <a:off x="1517243" y="7063898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1763" name="text_1762">
            <a:extLst>
              <a:ext uri="{FF2B5EF4-FFF2-40B4-BE49-F238E27FC236}">
                <a16:creationId xmlns:a16="http://schemas.microsoft.com/office/drawing/2014/main" id="{FBA1875B-32E2-4B51-9579-5CB2E0E15B7E}"/>
              </a:ext>
            </a:extLst>
          </p:cNvPr>
          <p:cNvSpPr>
            <a:spLocks/>
          </p:cNvSpPr>
          <p:nvPr/>
        </p:nvSpPr>
        <p:spPr>
          <a:xfrm>
            <a:off x="1559939" y="7063898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764" name="text_1763">
            <a:extLst>
              <a:ext uri="{FF2B5EF4-FFF2-40B4-BE49-F238E27FC236}">
                <a16:creationId xmlns:a16="http://schemas.microsoft.com/office/drawing/2014/main" id="{563C62E8-E6D6-41DC-9749-559E114DCE8E}"/>
              </a:ext>
            </a:extLst>
          </p:cNvPr>
          <p:cNvSpPr>
            <a:spLocks/>
          </p:cNvSpPr>
          <p:nvPr/>
        </p:nvSpPr>
        <p:spPr>
          <a:xfrm>
            <a:off x="1620996" y="7063898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765" name="text_1764">
            <a:extLst>
              <a:ext uri="{FF2B5EF4-FFF2-40B4-BE49-F238E27FC236}">
                <a16:creationId xmlns:a16="http://schemas.microsoft.com/office/drawing/2014/main" id="{82EFADD9-4F54-49E9-B88B-6F5AEF71E5B0}"/>
              </a:ext>
            </a:extLst>
          </p:cNvPr>
          <p:cNvSpPr>
            <a:spLocks/>
          </p:cNvSpPr>
          <p:nvPr/>
        </p:nvSpPr>
        <p:spPr>
          <a:xfrm>
            <a:off x="1687966" y="7063898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6" name="text_1765">
            <a:extLst>
              <a:ext uri="{FF2B5EF4-FFF2-40B4-BE49-F238E27FC236}">
                <a16:creationId xmlns:a16="http://schemas.microsoft.com/office/drawing/2014/main" id="{476E85B2-57AD-458D-93B3-E8426122966E}"/>
              </a:ext>
            </a:extLst>
          </p:cNvPr>
          <p:cNvSpPr>
            <a:spLocks/>
          </p:cNvSpPr>
          <p:nvPr/>
        </p:nvSpPr>
        <p:spPr>
          <a:xfrm>
            <a:off x="1741865" y="7063898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67" name="text_1766">
            <a:extLst>
              <a:ext uri="{FF2B5EF4-FFF2-40B4-BE49-F238E27FC236}">
                <a16:creationId xmlns:a16="http://schemas.microsoft.com/office/drawing/2014/main" id="{CC62B23F-DAE6-4BAA-9166-ADEDF45C753D}"/>
              </a:ext>
            </a:extLst>
          </p:cNvPr>
          <p:cNvSpPr>
            <a:spLocks/>
          </p:cNvSpPr>
          <p:nvPr/>
        </p:nvSpPr>
        <p:spPr>
          <a:xfrm>
            <a:off x="1805287" y="7063898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768" name="text_1767">
            <a:extLst>
              <a:ext uri="{FF2B5EF4-FFF2-40B4-BE49-F238E27FC236}">
                <a16:creationId xmlns:a16="http://schemas.microsoft.com/office/drawing/2014/main" id="{03D9E4B8-88B9-498D-9535-FDB0609CDDE2}"/>
              </a:ext>
            </a:extLst>
          </p:cNvPr>
          <p:cNvSpPr>
            <a:spLocks/>
          </p:cNvSpPr>
          <p:nvPr/>
        </p:nvSpPr>
        <p:spPr>
          <a:xfrm>
            <a:off x="1844311" y="7063898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769" name="text_1768">
            <a:extLst>
              <a:ext uri="{FF2B5EF4-FFF2-40B4-BE49-F238E27FC236}">
                <a16:creationId xmlns:a16="http://schemas.microsoft.com/office/drawing/2014/main" id="{74FD7D40-AD17-40D8-BB45-96A2F98EB2DA}"/>
              </a:ext>
            </a:extLst>
          </p:cNvPr>
          <p:cNvSpPr>
            <a:spLocks/>
          </p:cNvSpPr>
          <p:nvPr/>
        </p:nvSpPr>
        <p:spPr>
          <a:xfrm>
            <a:off x="1873563" y="7063898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70" name="text_1769">
            <a:extLst>
              <a:ext uri="{FF2B5EF4-FFF2-40B4-BE49-F238E27FC236}">
                <a16:creationId xmlns:a16="http://schemas.microsoft.com/office/drawing/2014/main" id="{C39DD812-A7A4-4AFD-99AC-E0EA1BFA7A01}"/>
              </a:ext>
            </a:extLst>
          </p:cNvPr>
          <p:cNvSpPr>
            <a:spLocks/>
          </p:cNvSpPr>
          <p:nvPr/>
        </p:nvSpPr>
        <p:spPr>
          <a:xfrm>
            <a:off x="1936985" y="7063898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771" name="text_1770">
            <a:extLst>
              <a:ext uri="{FF2B5EF4-FFF2-40B4-BE49-F238E27FC236}">
                <a16:creationId xmlns:a16="http://schemas.microsoft.com/office/drawing/2014/main" id="{2F0A62B4-1F5A-494E-B0BD-EE54DE4889E3}"/>
              </a:ext>
            </a:extLst>
          </p:cNvPr>
          <p:cNvSpPr>
            <a:spLocks/>
          </p:cNvSpPr>
          <p:nvPr/>
        </p:nvSpPr>
        <p:spPr>
          <a:xfrm>
            <a:off x="1994557" y="7063898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72" name="text_1771">
            <a:extLst>
              <a:ext uri="{FF2B5EF4-FFF2-40B4-BE49-F238E27FC236}">
                <a16:creationId xmlns:a16="http://schemas.microsoft.com/office/drawing/2014/main" id="{FE925D20-0F94-4D63-BD46-A88F5BED60C3}"/>
              </a:ext>
            </a:extLst>
          </p:cNvPr>
          <p:cNvSpPr>
            <a:spLocks/>
          </p:cNvSpPr>
          <p:nvPr/>
        </p:nvSpPr>
        <p:spPr>
          <a:xfrm>
            <a:off x="2057979" y="7063898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773" name="text_1772">
            <a:extLst>
              <a:ext uri="{FF2B5EF4-FFF2-40B4-BE49-F238E27FC236}">
                <a16:creationId xmlns:a16="http://schemas.microsoft.com/office/drawing/2014/main" id="{0675698C-8BB8-47CC-B092-3E0883067A9D}"/>
              </a:ext>
            </a:extLst>
          </p:cNvPr>
          <p:cNvSpPr>
            <a:spLocks/>
          </p:cNvSpPr>
          <p:nvPr/>
        </p:nvSpPr>
        <p:spPr>
          <a:xfrm>
            <a:off x="2087231" y="7063898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774" name="text_1773">
            <a:extLst>
              <a:ext uri="{FF2B5EF4-FFF2-40B4-BE49-F238E27FC236}">
                <a16:creationId xmlns:a16="http://schemas.microsoft.com/office/drawing/2014/main" id="{767F7F13-594A-4F23-8DD6-5D36E0A5E580}"/>
              </a:ext>
            </a:extLst>
          </p:cNvPr>
          <p:cNvSpPr>
            <a:spLocks/>
          </p:cNvSpPr>
          <p:nvPr/>
        </p:nvSpPr>
        <p:spPr>
          <a:xfrm>
            <a:off x="2116048" y="7063898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775" name="text_1774">
            <a:extLst>
              <a:ext uri="{FF2B5EF4-FFF2-40B4-BE49-F238E27FC236}">
                <a16:creationId xmlns:a16="http://schemas.microsoft.com/office/drawing/2014/main" id="{44283B87-5122-431D-93E7-54018417F62F}"/>
              </a:ext>
            </a:extLst>
          </p:cNvPr>
          <p:cNvSpPr>
            <a:spLocks/>
          </p:cNvSpPr>
          <p:nvPr/>
        </p:nvSpPr>
        <p:spPr>
          <a:xfrm>
            <a:off x="2192914" y="7063898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1776" name="text_1775">
            <a:extLst>
              <a:ext uri="{FF2B5EF4-FFF2-40B4-BE49-F238E27FC236}">
                <a16:creationId xmlns:a16="http://schemas.microsoft.com/office/drawing/2014/main" id="{0CAB0A5C-1F25-4BBC-8616-C988C5FEE802}"/>
              </a:ext>
            </a:extLst>
          </p:cNvPr>
          <p:cNvSpPr>
            <a:spLocks/>
          </p:cNvSpPr>
          <p:nvPr/>
        </p:nvSpPr>
        <p:spPr>
          <a:xfrm>
            <a:off x="2281480" y="7063898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77" name="text_1776">
            <a:extLst>
              <a:ext uri="{FF2B5EF4-FFF2-40B4-BE49-F238E27FC236}">
                <a16:creationId xmlns:a16="http://schemas.microsoft.com/office/drawing/2014/main" id="{92D484AF-B5EC-4CC1-94AA-B8A28060714E}"/>
              </a:ext>
            </a:extLst>
          </p:cNvPr>
          <p:cNvSpPr>
            <a:spLocks/>
          </p:cNvSpPr>
          <p:nvPr/>
        </p:nvSpPr>
        <p:spPr>
          <a:xfrm>
            <a:off x="2368678" y="7063898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1778" name="text_1777">
            <a:extLst>
              <a:ext uri="{FF2B5EF4-FFF2-40B4-BE49-F238E27FC236}">
                <a16:creationId xmlns:a16="http://schemas.microsoft.com/office/drawing/2014/main" id="{07EDF9C4-FE15-4BAA-B36C-86B3EA8ED747}"/>
              </a:ext>
            </a:extLst>
          </p:cNvPr>
          <p:cNvSpPr>
            <a:spLocks/>
          </p:cNvSpPr>
          <p:nvPr/>
        </p:nvSpPr>
        <p:spPr>
          <a:xfrm>
            <a:off x="2461974" y="7063898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779" name="text_1778">
            <a:extLst>
              <a:ext uri="{FF2B5EF4-FFF2-40B4-BE49-F238E27FC236}">
                <a16:creationId xmlns:a16="http://schemas.microsoft.com/office/drawing/2014/main" id="{D4419207-B88D-4FAD-A0C1-3E8A73156619}"/>
              </a:ext>
            </a:extLst>
          </p:cNvPr>
          <p:cNvSpPr>
            <a:spLocks/>
          </p:cNvSpPr>
          <p:nvPr/>
        </p:nvSpPr>
        <p:spPr>
          <a:xfrm>
            <a:off x="2552199" y="7115109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80" name="text_1779">
            <a:extLst>
              <a:ext uri="{FF2B5EF4-FFF2-40B4-BE49-F238E27FC236}">
                <a16:creationId xmlns:a16="http://schemas.microsoft.com/office/drawing/2014/main" id="{842B50DB-1168-4FED-89FE-0AD8431103BF}"/>
              </a:ext>
            </a:extLst>
          </p:cNvPr>
          <p:cNvSpPr>
            <a:spLocks/>
          </p:cNvSpPr>
          <p:nvPr/>
        </p:nvSpPr>
        <p:spPr>
          <a:xfrm>
            <a:off x="2608967" y="7115109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81" name="text_1780">
            <a:extLst>
              <a:ext uri="{FF2B5EF4-FFF2-40B4-BE49-F238E27FC236}">
                <a16:creationId xmlns:a16="http://schemas.microsoft.com/office/drawing/2014/main" id="{7237E3E9-8745-4913-AAA7-924A06A9671B}"/>
              </a:ext>
            </a:extLst>
          </p:cNvPr>
          <p:cNvSpPr>
            <a:spLocks/>
          </p:cNvSpPr>
          <p:nvPr/>
        </p:nvSpPr>
        <p:spPr>
          <a:xfrm>
            <a:off x="2637330" y="7115109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282498D9-A08A-496B-8A26-45DF75502304}"/>
              </a:ext>
            </a:extLst>
          </p:cNvPr>
          <p:cNvSpPr>
            <a:spLocks/>
          </p:cNvSpPr>
          <p:nvPr/>
        </p:nvSpPr>
        <p:spPr>
          <a:xfrm>
            <a:off x="1097756" y="6930178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66BC2919-83FC-4601-A3EB-457606EF323E}"/>
              </a:ext>
            </a:extLst>
          </p:cNvPr>
          <p:cNvSpPr>
            <a:spLocks/>
          </p:cNvSpPr>
          <p:nvPr/>
        </p:nvSpPr>
        <p:spPr>
          <a:xfrm>
            <a:off x="1053420" y="69301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1783">
            <a:extLst>
              <a:ext uri="{FF2B5EF4-FFF2-40B4-BE49-F238E27FC236}">
                <a16:creationId xmlns:a16="http://schemas.microsoft.com/office/drawing/2014/main" id="{BFD491D6-EC60-4E0C-B2A3-103F429BCFFD}"/>
              </a:ext>
            </a:extLst>
          </p:cNvPr>
          <p:cNvSpPr>
            <a:spLocks/>
          </p:cNvSpPr>
          <p:nvPr/>
        </p:nvSpPr>
        <p:spPr>
          <a:xfrm>
            <a:off x="829697" y="687272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1498E9C1-6409-4673-8EE1-2178AF8F6A59}"/>
              </a:ext>
            </a:extLst>
          </p:cNvPr>
          <p:cNvSpPr>
            <a:spLocks/>
          </p:cNvSpPr>
          <p:nvPr/>
        </p:nvSpPr>
        <p:spPr>
          <a:xfrm>
            <a:off x="1097756" y="6020315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59F48A17-E0A5-4879-80C6-5BFC842F402A}"/>
              </a:ext>
            </a:extLst>
          </p:cNvPr>
          <p:cNvSpPr>
            <a:spLocks/>
          </p:cNvSpPr>
          <p:nvPr/>
        </p:nvSpPr>
        <p:spPr>
          <a:xfrm>
            <a:off x="1053420" y="6020315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7" name="text_1786">
            <a:extLst>
              <a:ext uri="{FF2B5EF4-FFF2-40B4-BE49-F238E27FC236}">
                <a16:creationId xmlns:a16="http://schemas.microsoft.com/office/drawing/2014/main" id="{AF0B5D51-2ACF-48D7-9A0D-576978DAB282}"/>
              </a:ext>
            </a:extLst>
          </p:cNvPr>
          <p:cNvSpPr>
            <a:spLocks/>
          </p:cNvSpPr>
          <p:nvPr/>
        </p:nvSpPr>
        <p:spPr>
          <a:xfrm>
            <a:off x="829697" y="596286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9C66434F-0150-4441-B85F-0553579390AD}"/>
              </a:ext>
            </a:extLst>
          </p:cNvPr>
          <p:cNvSpPr>
            <a:spLocks/>
          </p:cNvSpPr>
          <p:nvPr/>
        </p:nvSpPr>
        <p:spPr>
          <a:xfrm>
            <a:off x="1097756" y="5110451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9C4B1F73-6BA8-4022-8A82-65B3CD15CB3D}"/>
              </a:ext>
            </a:extLst>
          </p:cNvPr>
          <p:cNvSpPr>
            <a:spLocks/>
          </p:cNvSpPr>
          <p:nvPr/>
        </p:nvSpPr>
        <p:spPr>
          <a:xfrm>
            <a:off x="1053420" y="511045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90" name="text_1789">
            <a:extLst>
              <a:ext uri="{FF2B5EF4-FFF2-40B4-BE49-F238E27FC236}">
                <a16:creationId xmlns:a16="http://schemas.microsoft.com/office/drawing/2014/main" id="{13F20638-D013-42F2-A693-BD695235F5AD}"/>
              </a:ext>
            </a:extLst>
          </p:cNvPr>
          <p:cNvSpPr>
            <a:spLocks/>
          </p:cNvSpPr>
          <p:nvPr/>
        </p:nvSpPr>
        <p:spPr>
          <a:xfrm>
            <a:off x="829697" y="505300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91" name="text_1790">
            <a:extLst>
              <a:ext uri="{FF2B5EF4-FFF2-40B4-BE49-F238E27FC236}">
                <a16:creationId xmlns:a16="http://schemas.microsoft.com/office/drawing/2014/main" id="{26043E67-5AEF-49A6-8274-574C0F8EE903}"/>
              </a:ext>
            </a:extLst>
          </p:cNvPr>
          <p:cNvSpPr>
            <a:spLocks/>
          </p:cNvSpPr>
          <p:nvPr/>
        </p:nvSpPr>
        <p:spPr>
          <a:xfrm rot="-5400000">
            <a:off x="560489" y="5881485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228E2822-4145-4951-A5DE-031C15C4BF77}"/>
              </a:ext>
            </a:extLst>
          </p:cNvPr>
          <p:cNvSpPr>
            <a:spLocks/>
          </p:cNvSpPr>
          <p:nvPr/>
        </p:nvSpPr>
        <p:spPr>
          <a:xfrm>
            <a:off x="1392735" y="6317337"/>
            <a:ext cx="383941" cy="612842"/>
          </a:xfrm>
          <a:custGeom>
            <a:avLst/>
            <a:gdLst/>
            <a:ahLst/>
            <a:cxnLst/>
            <a:rect l="0" t="0" r="0" b="0"/>
            <a:pathLst>
              <a:path w="383941" h="612842">
                <a:moveTo>
                  <a:pt x="0" y="612842"/>
                </a:moveTo>
                <a:lnTo>
                  <a:pt x="383941" y="612842"/>
                </a:lnTo>
                <a:lnTo>
                  <a:pt x="383941" y="0"/>
                </a:lnTo>
                <a:lnTo>
                  <a:pt x="0" y="0"/>
                </a:lnTo>
                <a:lnTo>
                  <a:pt x="0" y="612842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73430CD0-46AB-46B9-837C-C15D8B5CB6E2}"/>
              </a:ext>
            </a:extLst>
          </p:cNvPr>
          <p:cNvSpPr>
            <a:spLocks/>
          </p:cNvSpPr>
          <p:nvPr/>
        </p:nvSpPr>
        <p:spPr>
          <a:xfrm>
            <a:off x="1842226" y="6021600"/>
            <a:ext cx="383941" cy="908578"/>
          </a:xfrm>
          <a:custGeom>
            <a:avLst/>
            <a:gdLst/>
            <a:ahLst/>
            <a:cxnLst/>
            <a:rect l="0" t="0" r="0" b="0"/>
            <a:pathLst>
              <a:path w="383941" h="908578">
                <a:moveTo>
                  <a:pt x="0" y="908578"/>
                </a:moveTo>
                <a:lnTo>
                  <a:pt x="383941" y="908578"/>
                </a:lnTo>
                <a:lnTo>
                  <a:pt x="383941" y="0"/>
                </a:lnTo>
                <a:lnTo>
                  <a:pt x="0" y="0"/>
                </a:lnTo>
                <a:lnTo>
                  <a:pt x="0" y="90857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E1C1FCF8-C29E-4466-9C35-E0AB27063791}"/>
              </a:ext>
            </a:extLst>
          </p:cNvPr>
          <p:cNvSpPr>
            <a:spLocks/>
          </p:cNvSpPr>
          <p:nvPr/>
        </p:nvSpPr>
        <p:spPr>
          <a:xfrm>
            <a:off x="2291718" y="5829502"/>
            <a:ext cx="383941" cy="1100676"/>
          </a:xfrm>
          <a:custGeom>
            <a:avLst/>
            <a:gdLst/>
            <a:ahLst/>
            <a:cxnLst/>
            <a:rect l="0" t="0" r="0" b="0"/>
            <a:pathLst>
              <a:path w="383941" h="1100676">
                <a:moveTo>
                  <a:pt x="0" y="1100676"/>
                </a:moveTo>
                <a:lnTo>
                  <a:pt x="383941" y="1100676"/>
                </a:lnTo>
                <a:lnTo>
                  <a:pt x="383941" y="0"/>
                </a:lnTo>
                <a:lnTo>
                  <a:pt x="0" y="0"/>
                </a:lnTo>
                <a:lnTo>
                  <a:pt x="0" y="1100676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5B4C09AC-2168-4F61-8F11-DD0F07140032}"/>
              </a:ext>
            </a:extLst>
          </p:cNvPr>
          <p:cNvSpPr>
            <a:spLocks/>
          </p:cNvSpPr>
          <p:nvPr/>
        </p:nvSpPr>
        <p:spPr>
          <a:xfrm>
            <a:off x="149241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41B9C053-CB95-44C8-BFB6-C0500C4E179C}"/>
              </a:ext>
            </a:extLst>
          </p:cNvPr>
          <p:cNvSpPr>
            <a:spLocks/>
          </p:cNvSpPr>
          <p:nvPr/>
        </p:nvSpPr>
        <p:spPr>
          <a:xfrm>
            <a:off x="1616031" y="57751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8BDF42CD-9D7B-4BF1-BDCC-C46E488001C8}"/>
              </a:ext>
            </a:extLst>
          </p:cNvPr>
          <p:cNvSpPr>
            <a:spLocks/>
          </p:cNvSpPr>
          <p:nvPr/>
        </p:nvSpPr>
        <p:spPr>
          <a:xfrm>
            <a:off x="144444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82F43FF0-A303-4A65-BB8A-E2F6E016F0E9}"/>
              </a:ext>
            </a:extLst>
          </p:cNvPr>
          <p:cNvSpPr>
            <a:spLocks/>
          </p:cNvSpPr>
          <p:nvPr/>
        </p:nvSpPr>
        <p:spPr>
          <a:xfrm>
            <a:off x="1548596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4727A57A-817E-49EE-B199-F7FDDF39A30C}"/>
              </a:ext>
            </a:extLst>
          </p:cNvPr>
          <p:cNvSpPr>
            <a:spLocks/>
          </p:cNvSpPr>
          <p:nvPr/>
        </p:nvSpPr>
        <p:spPr>
          <a:xfrm>
            <a:off x="1467856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2EDAEF33-D521-4C96-8391-5D0057092454}"/>
              </a:ext>
            </a:extLst>
          </p:cNvPr>
          <p:cNvSpPr>
            <a:spLocks/>
          </p:cNvSpPr>
          <p:nvPr/>
        </p:nvSpPr>
        <p:spPr>
          <a:xfrm>
            <a:off x="1652411" y="64707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866B75E1-1E77-4A85-AE14-51FEDA643ECB}"/>
              </a:ext>
            </a:extLst>
          </p:cNvPr>
          <p:cNvSpPr>
            <a:spLocks/>
          </p:cNvSpPr>
          <p:nvPr/>
        </p:nvSpPr>
        <p:spPr>
          <a:xfrm>
            <a:off x="1585046" y="63968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B7FAE376-202F-4BBE-ADA0-7875505349BE}"/>
              </a:ext>
            </a:extLst>
          </p:cNvPr>
          <p:cNvSpPr>
            <a:spLocks/>
          </p:cNvSpPr>
          <p:nvPr/>
        </p:nvSpPr>
        <p:spPr>
          <a:xfrm>
            <a:off x="1553760" y="5466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E970B6E7-2233-4C3F-9C15-950BC1BAD2D8}"/>
              </a:ext>
            </a:extLst>
          </p:cNvPr>
          <p:cNvSpPr>
            <a:spLocks/>
          </p:cNvSpPr>
          <p:nvPr/>
        </p:nvSpPr>
        <p:spPr>
          <a:xfrm>
            <a:off x="145967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3F121FD-FD29-40B1-857F-90A94952D137}"/>
              </a:ext>
            </a:extLst>
          </p:cNvPr>
          <p:cNvSpPr>
            <a:spLocks/>
          </p:cNvSpPr>
          <p:nvPr/>
        </p:nvSpPr>
        <p:spPr>
          <a:xfrm>
            <a:off x="1518587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FF683EB1-7164-4443-BDE0-7263E3DB73A7}"/>
              </a:ext>
            </a:extLst>
          </p:cNvPr>
          <p:cNvSpPr>
            <a:spLocks/>
          </p:cNvSpPr>
          <p:nvPr/>
        </p:nvSpPr>
        <p:spPr>
          <a:xfrm>
            <a:off x="152458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0246F0B4-6BBC-4B84-958D-A1FB565055F7}"/>
              </a:ext>
            </a:extLst>
          </p:cNvPr>
          <p:cNvSpPr>
            <a:spLocks/>
          </p:cNvSpPr>
          <p:nvPr/>
        </p:nvSpPr>
        <p:spPr>
          <a:xfrm>
            <a:off x="1563387" y="65947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0FF41197-4B75-4E34-8A18-3793851640CF}"/>
              </a:ext>
            </a:extLst>
          </p:cNvPr>
          <p:cNvSpPr>
            <a:spLocks/>
          </p:cNvSpPr>
          <p:nvPr/>
        </p:nvSpPr>
        <p:spPr>
          <a:xfrm>
            <a:off x="164007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36C285E4-AC4A-4BD4-BA00-27451B153C8C}"/>
              </a:ext>
            </a:extLst>
          </p:cNvPr>
          <p:cNvSpPr>
            <a:spLocks/>
          </p:cNvSpPr>
          <p:nvPr/>
        </p:nvSpPr>
        <p:spPr>
          <a:xfrm>
            <a:off x="157474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2D1912CA-F36A-4BAD-BABC-C2CAAB8E062E}"/>
              </a:ext>
            </a:extLst>
          </p:cNvPr>
          <p:cNvSpPr>
            <a:spLocks/>
          </p:cNvSpPr>
          <p:nvPr/>
        </p:nvSpPr>
        <p:spPr>
          <a:xfrm>
            <a:off x="1675330" y="5923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AF147D2D-5C5C-49A8-BC32-03135FE368A9}"/>
              </a:ext>
            </a:extLst>
          </p:cNvPr>
          <p:cNvSpPr>
            <a:spLocks/>
          </p:cNvSpPr>
          <p:nvPr/>
        </p:nvSpPr>
        <p:spPr>
          <a:xfrm>
            <a:off x="147026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74F2533C-7D94-488F-840E-FF7CCB643AC8}"/>
              </a:ext>
            </a:extLst>
          </p:cNvPr>
          <p:cNvSpPr>
            <a:spLocks/>
          </p:cNvSpPr>
          <p:nvPr/>
        </p:nvSpPr>
        <p:spPr>
          <a:xfrm>
            <a:off x="1450274" y="63058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B739CFC1-E72E-4C28-8CB9-4A07943F2F0C}"/>
              </a:ext>
            </a:extLst>
          </p:cNvPr>
          <p:cNvSpPr>
            <a:spLocks/>
          </p:cNvSpPr>
          <p:nvPr/>
        </p:nvSpPr>
        <p:spPr>
          <a:xfrm>
            <a:off x="1619846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2A9C07B6-2723-40C0-BF29-DA4D3C6C9C60}"/>
              </a:ext>
            </a:extLst>
          </p:cNvPr>
          <p:cNvSpPr>
            <a:spLocks/>
          </p:cNvSpPr>
          <p:nvPr/>
        </p:nvSpPr>
        <p:spPr>
          <a:xfrm>
            <a:off x="1658842" y="6684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F6D9466B-E98D-455B-BBB2-12672951CBB4}"/>
              </a:ext>
            </a:extLst>
          </p:cNvPr>
          <p:cNvSpPr>
            <a:spLocks/>
          </p:cNvSpPr>
          <p:nvPr/>
        </p:nvSpPr>
        <p:spPr>
          <a:xfrm>
            <a:off x="168671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79EBF4D2-3579-4EDB-A9FC-C926C8EB71F0}"/>
              </a:ext>
            </a:extLst>
          </p:cNvPr>
          <p:cNvSpPr>
            <a:spLocks/>
          </p:cNvSpPr>
          <p:nvPr/>
        </p:nvSpPr>
        <p:spPr>
          <a:xfrm>
            <a:off x="1668382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AB71C6AC-C991-45EC-9B81-EE35531E5FAB}"/>
              </a:ext>
            </a:extLst>
          </p:cNvPr>
          <p:cNvSpPr>
            <a:spLocks/>
          </p:cNvSpPr>
          <p:nvPr/>
        </p:nvSpPr>
        <p:spPr>
          <a:xfrm>
            <a:off x="156862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39923099-727F-456C-9374-B2DD2EBD02F6}"/>
              </a:ext>
            </a:extLst>
          </p:cNvPr>
          <p:cNvSpPr>
            <a:spLocks/>
          </p:cNvSpPr>
          <p:nvPr/>
        </p:nvSpPr>
        <p:spPr>
          <a:xfrm>
            <a:off x="1643791" y="6048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3590AC63-C655-4DF5-AC19-10335810EC8E}"/>
              </a:ext>
            </a:extLst>
          </p:cNvPr>
          <p:cNvSpPr>
            <a:spLocks/>
          </p:cNvSpPr>
          <p:nvPr/>
        </p:nvSpPr>
        <p:spPr>
          <a:xfrm>
            <a:off x="1430575" y="63816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92BC2347-58A6-43B5-85B1-C3D4167A3BAA}"/>
              </a:ext>
            </a:extLst>
          </p:cNvPr>
          <p:cNvSpPr>
            <a:spLocks/>
          </p:cNvSpPr>
          <p:nvPr/>
        </p:nvSpPr>
        <p:spPr>
          <a:xfrm>
            <a:off x="142719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8C65FDDA-FE8D-4D34-8940-696AB03211B4}"/>
              </a:ext>
            </a:extLst>
          </p:cNvPr>
          <p:cNvSpPr>
            <a:spLocks/>
          </p:cNvSpPr>
          <p:nvPr/>
        </p:nvSpPr>
        <p:spPr>
          <a:xfrm>
            <a:off x="1632118" y="64227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179618B3-871E-4C1C-826D-7BE06B8D9790}"/>
              </a:ext>
            </a:extLst>
          </p:cNvPr>
          <p:cNvSpPr>
            <a:spLocks/>
          </p:cNvSpPr>
          <p:nvPr/>
        </p:nvSpPr>
        <p:spPr>
          <a:xfrm>
            <a:off x="165960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C1DBECA4-96C5-441A-9E64-414C1D0E3021}"/>
              </a:ext>
            </a:extLst>
          </p:cNvPr>
          <p:cNvSpPr>
            <a:spLocks/>
          </p:cNvSpPr>
          <p:nvPr/>
        </p:nvSpPr>
        <p:spPr>
          <a:xfrm>
            <a:off x="163199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964A734F-221D-4165-A06B-9D13F6B1BE36}"/>
              </a:ext>
            </a:extLst>
          </p:cNvPr>
          <p:cNvSpPr>
            <a:spLocks/>
          </p:cNvSpPr>
          <p:nvPr/>
        </p:nvSpPr>
        <p:spPr>
          <a:xfrm>
            <a:off x="159319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053E9A6B-B1E2-4AB6-A728-B4E85EF2CA40}"/>
              </a:ext>
            </a:extLst>
          </p:cNvPr>
          <p:cNvSpPr>
            <a:spLocks/>
          </p:cNvSpPr>
          <p:nvPr/>
        </p:nvSpPr>
        <p:spPr>
          <a:xfrm>
            <a:off x="148831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F6DADE27-305E-496D-A41E-25FBE3AFE483}"/>
              </a:ext>
            </a:extLst>
          </p:cNvPr>
          <p:cNvSpPr>
            <a:spLocks/>
          </p:cNvSpPr>
          <p:nvPr/>
        </p:nvSpPr>
        <p:spPr>
          <a:xfrm>
            <a:off x="1655344" y="68113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68046024-25F8-4459-8836-90D3C965839E}"/>
              </a:ext>
            </a:extLst>
          </p:cNvPr>
          <p:cNvSpPr>
            <a:spLocks/>
          </p:cNvSpPr>
          <p:nvPr/>
        </p:nvSpPr>
        <p:spPr>
          <a:xfrm>
            <a:off x="159367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0E0F2811-05FB-4F80-8EFC-705A325BDC19}"/>
              </a:ext>
            </a:extLst>
          </p:cNvPr>
          <p:cNvSpPr>
            <a:spLocks/>
          </p:cNvSpPr>
          <p:nvPr/>
        </p:nvSpPr>
        <p:spPr>
          <a:xfrm>
            <a:off x="1482811" y="68826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FDD17752-40AE-4791-8904-9A2304F885A3}"/>
              </a:ext>
            </a:extLst>
          </p:cNvPr>
          <p:cNvSpPr>
            <a:spLocks/>
          </p:cNvSpPr>
          <p:nvPr/>
        </p:nvSpPr>
        <p:spPr>
          <a:xfrm>
            <a:off x="1623744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DA74550F-6238-4DBF-B855-BDE34DBF0277}"/>
              </a:ext>
            </a:extLst>
          </p:cNvPr>
          <p:cNvSpPr>
            <a:spLocks/>
          </p:cNvSpPr>
          <p:nvPr/>
        </p:nvSpPr>
        <p:spPr>
          <a:xfrm>
            <a:off x="1511402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281BCEAB-C869-4A19-97FD-9A63FCA5CDA0}"/>
              </a:ext>
            </a:extLst>
          </p:cNvPr>
          <p:cNvSpPr>
            <a:spLocks/>
          </p:cNvSpPr>
          <p:nvPr/>
        </p:nvSpPr>
        <p:spPr>
          <a:xfrm>
            <a:off x="144943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B9707969-23CF-4407-8021-2972325FE2D9}"/>
              </a:ext>
            </a:extLst>
          </p:cNvPr>
          <p:cNvSpPr>
            <a:spLocks/>
          </p:cNvSpPr>
          <p:nvPr/>
        </p:nvSpPr>
        <p:spPr>
          <a:xfrm>
            <a:off x="1640934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92130353-B1A1-4A77-B3B8-552AFC41CF9F}"/>
              </a:ext>
            </a:extLst>
          </p:cNvPr>
          <p:cNvSpPr>
            <a:spLocks/>
          </p:cNvSpPr>
          <p:nvPr/>
        </p:nvSpPr>
        <p:spPr>
          <a:xfrm>
            <a:off x="1559583" y="63058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E247A349-C4BB-496A-930F-5D794623BDBB}"/>
              </a:ext>
            </a:extLst>
          </p:cNvPr>
          <p:cNvSpPr>
            <a:spLocks/>
          </p:cNvSpPr>
          <p:nvPr/>
        </p:nvSpPr>
        <p:spPr>
          <a:xfrm>
            <a:off x="150921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1FA04CA3-9F52-46D0-81E5-1D30E60472BD}"/>
              </a:ext>
            </a:extLst>
          </p:cNvPr>
          <p:cNvSpPr>
            <a:spLocks/>
          </p:cNvSpPr>
          <p:nvPr/>
        </p:nvSpPr>
        <p:spPr>
          <a:xfrm>
            <a:off x="1442181" y="6684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9199E978-CFC5-4455-B609-EC581C96D93E}"/>
              </a:ext>
            </a:extLst>
          </p:cNvPr>
          <p:cNvSpPr>
            <a:spLocks/>
          </p:cNvSpPr>
          <p:nvPr/>
        </p:nvSpPr>
        <p:spPr>
          <a:xfrm>
            <a:off x="1677207" y="68992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19CCE600-FF68-4271-BC24-ACDC388A6802}"/>
              </a:ext>
            </a:extLst>
          </p:cNvPr>
          <p:cNvSpPr>
            <a:spLocks/>
          </p:cNvSpPr>
          <p:nvPr/>
        </p:nvSpPr>
        <p:spPr>
          <a:xfrm>
            <a:off x="1513322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ECCB561C-40B2-42E9-AB1A-21F1307D0B0A}"/>
              </a:ext>
            </a:extLst>
          </p:cNvPr>
          <p:cNvSpPr>
            <a:spLocks/>
          </p:cNvSpPr>
          <p:nvPr/>
        </p:nvSpPr>
        <p:spPr>
          <a:xfrm>
            <a:off x="1641819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AC0546A7-759E-458D-90D5-F9569132C3E8}"/>
              </a:ext>
            </a:extLst>
          </p:cNvPr>
          <p:cNvSpPr>
            <a:spLocks/>
          </p:cNvSpPr>
          <p:nvPr/>
        </p:nvSpPr>
        <p:spPr>
          <a:xfrm>
            <a:off x="1566109" y="64575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FE7F8F5C-682B-46F0-8C77-760C84E6CF3A}"/>
              </a:ext>
            </a:extLst>
          </p:cNvPr>
          <p:cNvSpPr>
            <a:spLocks/>
          </p:cNvSpPr>
          <p:nvPr/>
        </p:nvSpPr>
        <p:spPr>
          <a:xfrm>
            <a:off x="1429973" y="66091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8DB29B49-811B-4218-B367-589BFE33E0F5}"/>
              </a:ext>
            </a:extLst>
          </p:cNvPr>
          <p:cNvSpPr>
            <a:spLocks/>
          </p:cNvSpPr>
          <p:nvPr/>
        </p:nvSpPr>
        <p:spPr>
          <a:xfrm>
            <a:off x="1490697" y="6684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15384B1A-AB30-4D27-BBA0-A48D027912AD}"/>
              </a:ext>
            </a:extLst>
          </p:cNvPr>
          <p:cNvSpPr>
            <a:spLocks/>
          </p:cNvSpPr>
          <p:nvPr/>
        </p:nvSpPr>
        <p:spPr>
          <a:xfrm>
            <a:off x="144455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7A6D2B99-2019-4E48-9AC0-DEE43F381213}"/>
              </a:ext>
            </a:extLst>
          </p:cNvPr>
          <p:cNvSpPr>
            <a:spLocks/>
          </p:cNvSpPr>
          <p:nvPr/>
        </p:nvSpPr>
        <p:spPr>
          <a:xfrm>
            <a:off x="153959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5EF68DEF-D276-4E5E-8E6F-DD4A87F928B0}"/>
              </a:ext>
            </a:extLst>
          </p:cNvPr>
          <p:cNvSpPr>
            <a:spLocks/>
          </p:cNvSpPr>
          <p:nvPr/>
        </p:nvSpPr>
        <p:spPr>
          <a:xfrm>
            <a:off x="1624155" y="51566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79817FF9-CBB6-443D-85F5-06132EA7078B}"/>
              </a:ext>
            </a:extLst>
          </p:cNvPr>
          <p:cNvSpPr>
            <a:spLocks/>
          </p:cNvSpPr>
          <p:nvPr/>
        </p:nvSpPr>
        <p:spPr>
          <a:xfrm>
            <a:off x="170091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C1CA35A0-2BC3-476C-BF40-37517040171A}"/>
              </a:ext>
            </a:extLst>
          </p:cNvPr>
          <p:cNvSpPr>
            <a:spLocks/>
          </p:cNvSpPr>
          <p:nvPr/>
        </p:nvSpPr>
        <p:spPr>
          <a:xfrm>
            <a:off x="155572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76829362-247C-450C-8BB1-E6CF1FFA16E3}"/>
              </a:ext>
            </a:extLst>
          </p:cNvPr>
          <p:cNvSpPr>
            <a:spLocks/>
          </p:cNvSpPr>
          <p:nvPr/>
        </p:nvSpPr>
        <p:spPr>
          <a:xfrm>
            <a:off x="1496956" y="66091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E6EE90EC-8A1F-4FA9-BB7B-A38F4EE8E1D3}"/>
              </a:ext>
            </a:extLst>
          </p:cNvPr>
          <p:cNvSpPr>
            <a:spLocks/>
          </p:cNvSpPr>
          <p:nvPr/>
        </p:nvSpPr>
        <p:spPr>
          <a:xfrm>
            <a:off x="1522317" y="64575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C7AAC641-4971-4F27-BBCA-AAA0C47968A4}"/>
              </a:ext>
            </a:extLst>
          </p:cNvPr>
          <p:cNvSpPr>
            <a:spLocks/>
          </p:cNvSpPr>
          <p:nvPr/>
        </p:nvSpPr>
        <p:spPr>
          <a:xfrm>
            <a:off x="147110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C4D43174-1BCC-4BDB-BAC2-0E869EE95B53}"/>
              </a:ext>
            </a:extLst>
          </p:cNvPr>
          <p:cNvSpPr>
            <a:spLocks/>
          </p:cNvSpPr>
          <p:nvPr/>
        </p:nvSpPr>
        <p:spPr>
          <a:xfrm>
            <a:off x="1465665" y="59153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8A070B69-3A08-43CE-90AA-EF3ECF4D91B0}"/>
              </a:ext>
            </a:extLst>
          </p:cNvPr>
          <p:cNvSpPr>
            <a:spLocks/>
          </p:cNvSpPr>
          <p:nvPr/>
        </p:nvSpPr>
        <p:spPr>
          <a:xfrm>
            <a:off x="1631919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77D34DDC-C980-47CD-A47F-4D8330D78E44}"/>
              </a:ext>
            </a:extLst>
          </p:cNvPr>
          <p:cNvSpPr>
            <a:spLocks/>
          </p:cNvSpPr>
          <p:nvPr/>
        </p:nvSpPr>
        <p:spPr>
          <a:xfrm>
            <a:off x="168826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0324A907-C0DC-48E4-BE08-3DA68376D13D}"/>
              </a:ext>
            </a:extLst>
          </p:cNvPr>
          <p:cNvSpPr>
            <a:spLocks/>
          </p:cNvSpPr>
          <p:nvPr/>
        </p:nvSpPr>
        <p:spPr>
          <a:xfrm>
            <a:off x="1594029" y="5923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4CC0E5CA-A444-4FB0-AB22-F13117B4AA9D}"/>
              </a:ext>
            </a:extLst>
          </p:cNvPr>
          <p:cNvSpPr>
            <a:spLocks/>
          </p:cNvSpPr>
          <p:nvPr/>
        </p:nvSpPr>
        <p:spPr>
          <a:xfrm>
            <a:off x="1488533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45C6DFA-CDAA-42D8-AD4E-B4F743EA95DB}"/>
              </a:ext>
            </a:extLst>
          </p:cNvPr>
          <p:cNvSpPr>
            <a:spLocks/>
          </p:cNvSpPr>
          <p:nvPr/>
        </p:nvSpPr>
        <p:spPr>
          <a:xfrm>
            <a:off x="153400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2D297BF7-D10C-4C0A-A4E2-96AE353618E3}"/>
              </a:ext>
            </a:extLst>
          </p:cNvPr>
          <p:cNvSpPr>
            <a:spLocks/>
          </p:cNvSpPr>
          <p:nvPr/>
        </p:nvSpPr>
        <p:spPr>
          <a:xfrm>
            <a:off x="1583455" y="61542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7E3EAE9C-5044-40DC-9370-F745B7FFCA19}"/>
              </a:ext>
            </a:extLst>
          </p:cNvPr>
          <p:cNvSpPr>
            <a:spLocks/>
          </p:cNvSpPr>
          <p:nvPr/>
        </p:nvSpPr>
        <p:spPr>
          <a:xfrm>
            <a:off x="169909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F9553F7D-742F-4E10-B9A9-EF0E802E6056}"/>
              </a:ext>
            </a:extLst>
          </p:cNvPr>
          <p:cNvSpPr>
            <a:spLocks/>
          </p:cNvSpPr>
          <p:nvPr/>
        </p:nvSpPr>
        <p:spPr>
          <a:xfrm>
            <a:off x="1451986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04E2825F-3B71-4AFB-AD72-5281E0D458BC}"/>
              </a:ext>
            </a:extLst>
          </p:cNvPr>
          <p:cNvSpPr>
            <a:spLocks/>
          </p:cNvSpPr>
          <p:nvPr/>
        </p:nvSpPr>
        <p:spPr>
          <a:xfrm>
            <a:off x="1505590" y="68669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17A6E91D-ED67-4A98-90DA-46C75F39FA65}"/>
              </a:ext>
            </a:extLst>
          </p:cNvPr>
          <p:cNvSpPr>
            <a:spLocks/>
          </p:cNvSpPr>
          <p:nvPr/>
        </p:nvSpPr>
        <p:spPr>
          <a:xfrm>
            <a:off x="149145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63F1FD95-F376-4984-9657-E5970A3EB23C}"/>
              </a:ext>
            </a:extLst>
          </p:cNvPr>
          <p:cNvSpPr>
            <a:spLocks/>
          </p:cNvSpPr>
          <p:nvPr/>
        </p:nvSpPr>
        <p:spPr>
          <a:xfrm>
            <a:off x="165249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3D201871-8358-42D6-B9E5-3A252C488B4F}"/>
              </a:ext>
            </a:extLst>
          </p:cNvPr>
          <p:cNvSpPr>
            <a:spLocks/>
          </p:cNvSpPr>
          <p:nvPr/>
        </p:nvSpPr>
        <p:spPr>
          <a:xfrm>
            <a:off x="148831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18BCB00A-6B9F-4A4F-8282-4F7FCDBAADB9}"/>
              </a:ext>
            </a:extLst>
          </p:cNvPr>
          <p:cNvSpPr>
            <a:spLocks/>
          </p:cNvSpPr>
          <p:nvPr/>
        </p:nvSpPr>
        <p:spPr>
          <a:xfrm>
            <a:off x="1439836" y="68799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86AE0122-4BF8-412B-8ED1-150D665032BF}"/>
              </a:ext>
            </a:extLst>
          </p:cNvPr>
          <p:cNvSpPr>
            <a:spLocks/>
          </p:cNvSpPr>
          <p:nvPr/>
        </p:nvSpPr>
        <p:spPr>
          <a:xfrm>
            <a:off x="1566431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5D7A2720-E8DD-460E-8BFC-9EC6002A9D8F}"/>
              </a:ext>
            </a:extLst>
          </p:cNvPr>
          <p:cNvSpPr>
            <a:spLocks/>
          </p:cNvSpPr>
          <p:nvPr/>
        </p:nvSpPr>
        <p:spPr>
          <a:xfrm>
            <a:off x="162244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FCC40E9F-64F7-4925-A80D-74A1CF37CD79}"/>
              </a:ext>
            </a:extLst>
          </p:cNvPr>
          <p:cNvSpPr>
            <a:spLocks/>
          </p:cNvSpPr>
          <p:nvPr/>
        </p:nvSpPr>
        <p:spPr>
          <a:xfrm>
            <a:off x="1702999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BABDAEB9-5A92-4472-8B23-343651BC82E0}"/>
              </a:ext>
            </a:extLst>
          </p:cNvPr>
          <p:cNvSpPr>
            <a:spLocks/>
          </p:cNvSpPr>
          <p:nvPr/>
        </p:nvSpPr>
        <p:spPr>
          <a:xfrm>
            <a:off x="170436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851D261D-4526-4217-B593-B9964E31D397}"/>
              </a:ext>
            </a:extLst>
          </p:cNvPr>
          <p:cNvSpPr>
            <a:spLocks/>
          </p:cNvSpPr>
          <p:nvPr/>
        </p:nvSpPr>
        <p:spPr>
          <a:xfrm>
            <a:off x="170488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FAD611BA-58C4-47B8-88C9-D8CBD7628066}"/>
              </a:ext>
            </a:extLst>
          </p:cNvPr>
          <p:cNvSpPr>
            <a:spLocks/>
          </p:cNvSpPr>
          <p:nvPr/>
        </p:nvSpPr>
        <p:spPr>
          <a:xfrm>
            <a:off x="169411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FA8DD246-13C5-41A8-9FFE-FE3CAB248DB4}"/>
              </a:ext>
            </a:extLst>
          </p:cNvPr>
          <p:cNvSpPr>
            <a:spLocks/>
          </p:cNvSpPr>
          <p:nvPr/>
        </p:nvSpPr>
        <p:spPr>
          <a:xfrm>
            <a:off x="153252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762353CB-071D-451A-B55C-A9DBC3BB76AD}"/>
              </a:ext>
            </a:extLst>
          </p:cNvPr>
          <p:cNvSpPr>
            <a:spLocks/>
          </p:cNvSpPr>
          <p:nvPr/>
        </p:nvSpPr>
        <p:spPr>
          <a:xfrm>
            <a:off x="1685374" y="68113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AC95FEB1-CD21-43BF-9B65-F21FB49F9F68}"/>
              </a:ext>
            </a:extLst>
          </p:cNvPr>
          <p:cNvSpPr>
            <a:spLocks/>
          </p:cNvSpPr>
          <p:nvPr/>
        </p:nvSpPr>
        <p:spPr>
          <a:xfrm>
            <a:off x="1521086" y="6903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EC2EFE0A-BD5C-47D9-9743-824D56F85E4F}"/>
              </a:ext>
            </a:extLst>
          </p:cNvPr>
          <p:cNvSpPr>
            <a:spLocks/>
          </p:cNvSpPr>
          <p:nvPr/>
        </p:nvSpPr>
        <p:spPr>
          <a:xfrm>
            <a:off x="161608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B700EBB4-6A32-41E5-9537-9D374567AD16}"/>
              </a:ext>
            </a:extLst>
          </p:cNvPr>
          <p:cNvSpPr>
            <a:spLocks/>
          </p:cNvSpPr>
          <p:nvPr/>
        </p:nvSpPr>
        <p:spPr>
          <a:xfrm>
            <a:off x="144884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6827E758-798F-406A-AC7A-446687F5CBF9}"/>
              </a:ext>
            </a:extLst>
          </p:cNvPr>
          <p:cNvSpPr>
            <a:spLocks/>
          </p:cNvSpPr>
          <p:nvPr/>
        </p:nvSpPr>
        <p:spPr>
          <a:xfrm>
            <a:off x="1573565" y="65549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333DD28D-EFB5-4C55-8A24-C7050BF50762}"/>
              </a:ext>
            </a:extLst>
          </p:cNvPr>
          <p:cNvSpPr>
            <a:spLocks/>
          </p:cNvSpPr>
          <p:nvPr/>
        </p:nvSpPr>
        <p:spPr>
          <a:xfrm>
            <a:off x="170424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639DF62E-46C3-4DB4-A48E-6E1D97860A75}"/>
              </a:ext>
            </a:extLst>
          </p:cNvPr>
          <p:cNvSpPr>
            <a:spLocks/>
          </p:cNvSpPr>
          <p:nvPr/>
        </p:nvSpPr>
        <p:spPr>
          <a:xfrm>
            <a:off x="148719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039113B3-C415-48A0-B37C-727F93C4A52E}"/>
              </a:ext>
            </a:extLst>
          </p:cNvPr>
          <p:cNvSpPr>
            <a:spLocks/>
          </p:cNvSpPr>
          <p:nvPr/>
        </p:nvSpPr>
        <p:spPr>
          <a:xfrm>
            <a:off x="144194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D062FB8A-37E8-4B23-88C4-ED0D22E978EB}"/>
              </a:ext>
            </a:extLst>
          </p:cNvPr>
          <p:cNvSpPr>
            <a:spLocks/>
          </p:cNvSpPr>
          <p:nvPr/>
        </p:nvSpPr>
        <p:spPr>
          <a:xfrm>
            <a:off x="159659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570B07CF-6B8F-4E52-BDD7-0695BA453760}"/>
              </a:ext>
            </a:extLst>
          </p:cNvPr>
          <p:cNvSpPr>
            <a:spLocks/>
          </p:cNvSpPr>
          <p:nvPr/>
        </p:nvSpPr>
        <p:spPr>
          <a:xfrm>
            <a:off x="1660673" y="66091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06049C1B-DF8B-4454-B387-5C8DACF4AD64}"/>
              </a:ext>
            </a:extLst>
          </p:cNvPr>
          <p:cNvSpPr>
            <a:spLocks/>
          </p:cNvSpPr>
          <p:nvPr/>
        </p:nvSpPr>
        <p:spPr>
          <a:xfrm>
            <a:off x="1526448" y="63058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75AAB4C8-7063-4080-91D3-FEF453EAE105}"/>
              </a:ext>
            </a:extLst>
          </p:cNvPr>
          <p:cNvSpPr>
            <a:spLocks/>
          </p:cNvSpPr>
          <p:nvPr/>
        </p:nvSpPr>
        <p:spPr>
          <a:xfrm>
            <a:off x="1461506" y="62148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E51BCCBC-80E6-4A34-B52C-8D72E7FF2ABA}"/>
              </a:ext>
            </a:extLst>
          </p:cNvPr>
          <p:cNvSpPr>
            <a:spLocks/>
          </p:cNvSpPr>
          <p:nvPr/>
        </p:nvSpPr>
        <p:spPr>
          <a:xfrm>
            <a:off x="159793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321B6FD2-2136-474E-A289-EE8EC18423EA}"/>
              </a:ext>
            </a:extLst>
          </p:cNvPr>
          <p:cNvSpPr>
            <a:spLocks/>
          </p:cNvSpPr>
          <p:nvPr/>
        </p:nvSpPr>
        <p:spPr>
          <a:xfrm>
            <a:off x="166089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D8ECFC5E-FB00-45B0-A435-76352E3A8FBC}"/>
              </a:ext>
            </a:extLst>
          </p:cNvPr>
          <p:cNvSpPr>
            <a:spLocks/>
          </p:cNvSpPr>
          <p:nvPr/>
        </p:nvSpPr>
        <p:spPr>
          <a:xfrm>
            <a:off x="1702207" y="54321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E7A10BE7-5FA0-4C4B-B252-DD4F5BF10750}"/>
              </a:ext>
            </a:extLst>
          </p:cNvPr>
          <p:cNvSpPr>
            <a:spLocks/>
          </p:cNvSpPr>
          <p:nvPr/>
        </p:nvSpPr>
        <p:spPr>
          <a:xfrm>
            <a:off x="1683413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279F4A1A-6774-435F-82C8-82E02C1B4A09}"/>
              </a:ext>
            </a:extLst>
          </p:cNvPr>
          <p:cNvSpPr>
            <a:spLocks/>
          </p:cNvSpPr>
          <p:nvPr/>
        </p:nvSpPr>
        <p:spPr>
          <a:xfrm>
            <a:off x="1593490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7D2FA3C7-B61F-402D-831B-CEB64992433E}"/>
              </a:ext>
            </a:extLst>
          </p:cNvPr>
          <p:cNvSpPr>
            <a:spLocks/>
          </p:cNvSpPr>
          <p:nvPr/>
        </p:nvSpPr>
        <p:spPr>
          <a:xfrm>
            <a:off x="149966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0551DF4C-CBDB-4A30-A6A4-BC27BE42871F}"/>
              </a:ext>
            </a:extLst>
          </p:cNvPr>
          <p:cNvSpPr>
            <a:spLocks/>
          </p:cNvSpPr>
          <p:nvPr/>
        </p:nvSpPr>
        <p:spPr>
          <a:xfrm>
            <a:off x="1524030" y="68493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2D586F06-0EC8-4862-88C6-5930D2A39D23}"/>
              </a:ext>
            </a:extLst>
          </p:cNvPr>
          <p:cNvSpPr>
            <a:spLocks/>
          </p:cNvSpPr>
          <p:nvPr/>
        </p:nvSpPr>
        <p:spPr>
          <a:xfrm>
            <a:off x="198246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87F58CED-C368-496B-B429-C46D2008000A}"/>
              </a:ext>
            </a:extLst>
          </p:cNvPr>
          <p:cNvSpPr>
            <a:spLocks/>
          </p:cNvSpPr>
          <p:nvPr/>
        </p:nvSpPr>
        <p:spPr>
          <a:xfrm>
            <a:off x="2156507" y="5121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A0937AD0-6D83-4E27-98CE-AC0BEA06CE8E}"/>
              </a:ext>
            </a:extLst>
          </p:cNvPr>
          <p:cNvSpPr>
            <a:spLocks/>
          </p:cNvSpPr>
          <p:nvPr/>
        </p:nvSpPr>
        <p:spPr>
          <a:xfrm>
            <a:off x="214875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F18DF275-F195-4910-B68E-7E9E84D65BCB}"/>
              </a:ext>
            </a:extLst>
          </p:cNvPr>
          <p:cNvSpPr>
            <a:spLocks/>
          </p:cNvSpPr>
          <p:nvPr/>
        </p:nvSpPr>
        <p:spPr>
          <a:xfrm>
            <a:off x="205060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E9E5E149-64FE-4D0A-A1BA-6230E94C0697}"/>
              </a:ext>
            </a:extLst>
          </p:cNvPr>
          <p:cNvSpPr>
            <a:spLocks/>
          </p:cNvSpPr>
          <p:nvPr/>
        </p:nvSpPr>
        <p:spPr>
          <a:xfrm>
            <a:off x="2099553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616F7323-707C-48F3-8A87-E6DC7D2D5E3B}"/>
              </a:ext>
            </a:extLst>
          </p:cNvPr>
          <p:cNvSpPr>
            <a:spLocks/>
          </p:cNvSpPr>
          <p:nvPr/>
        </p:nvSpPr>
        <p:spPr>
          <a:xfrm>
            <a:off x="1889210" y="6035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A4129FA2-57A2-4E9E-8869-2D92184AB43B}"/>
              </a:ext>
            </a:extLst>
          </p:cNvPr>
          <p:cNvSpPr>
            <a:spLocks/>
          </p:cNvSpPr>
          <p:nvPr/>
        </p:nvSpPr>
        <p:spPr>
          <a:xfrm>
            <a:off x="1960907" y="58124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895BE7FF-F388-4CED-91BF-D1C4D7DB6A68}"/>
              </a:ext>
            </a:extLst>
          </p:cNvPr>
          <p:cNvSpPr>
            <a:spLocks/>
          </p:cNvSpPr>
          <p:nvPr/>
        </p:nvSpPr>
        <p:spPr>
          <a:xfrm>
            <a:off x="1939196" y="6079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E89D29E3-A7F9-45DA-9479-544779A46A83}"/>
              </a:ext>
            </a:extLst>
          </p:cNvPr>
          <p:cNvSpPr>
            <a:spLocks/>
          </p:cNvSpPr>
          <p:nvPr/>
        </p:nvSpPr>
        <p:spPr>
          <a:xfrm>
            <a:off x="1972210" y="63058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B7465939-43F1-4115-877C-9C32B98A9124}"/>
              </a:ext>
            </a:extLst>
          </p:cNvPr>
          <p:cNvSpPr>
            <a:spLocks/>
          </p:cNvSpPr>
          <p:nvPr/>
        </p:nvSpPr>
        <p:spPr>
          <a:xfrm>
            <a:off x="1891928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0E66D048-5684-4189-82BE-CAB7B148B176}"/>
              </a:ext>
            </a:extLst>
          </p:cNvPr>
          <p:cNvSpPr>
            <a:spLocks/>
          </p:cNvSpPr>
          <p:nvPr/>
        </p:nvSpPr>
        <p:spPr>
          <a:xfrm>
            <a:off x="212124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C11052B9-5EBA-4F87-8069-0B2557982E24}"/>
              </a:ext>
            </a:extLst>
          </p:cNvPr>
          <p:cNvSpPr>
            <a:spLocks/>
          </p:cNvSpPr>
          <p:nvPr/>
        </p:nvSpPr>
        <p:spPr>
          <a:xfrm>
            <a:off x="2000277" y="516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81D2B95E-79CE-4940-8D98-381F0EF3AF91}"/>
              </a:ext>
            </a:extLst>
          </p:cNvPr>
          <p:cNvSpPr>
            <a:spLocks/>
          </p:cNvSpPr>
          <p:nvPr/>
        </p:nvSpPr>
        <p:spPr>
          <a:xfrm>
            <a:off x="2065618" y="66147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61009DCB-C279-41B6-9202-4F474F1A75EA}"/>
              </a:ext>
            </a:extLst>
          </p:cNvPr>
          <p:cNvSpPr>
            <a:spLocks/>
          </p:cNvSpPr>
          <p:nvPr/>
        </p:nvSpPr>
        <p:spPr>
          <a:xfrm>
            <a:off x="193112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27E03C7E-A76A-436E-B7F0-50DAF873BFC8}"/>
              </a:ext>
            </a:extLst>
          </p:cNvPr>
          <p:cNvSpPr>
            <a:spLocks/>
          </p:cNvSpPr>
          <p:nvPr/>
        </p:nvSpPr>
        <p:spPr>
          <a:xfrm>
            <a:off x="200696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4C2B399B-85BC-413E-BD45-A1433E1725D5}"/>
              </a:ext>
            </a:extLst>
          </p:cNvPr>
          <p:cNvSpPr>
            <a:spLocks/>
          </p:cNvSpPr>
          <p:nvPr/>
        </p:nvSpPr>
        <p:spPr>
          <a:xfrm>
            <a:off x="1965857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6866172E-5545-43F6-AF5E-F4A2F53BA2DE}"/>
              </a:ext>
            </a:extLst>
          </p:cNvPr>
          <p:cNvSpPr>
            <a:spLocks/>
          </p:cNvSpPr>
          <p:nvPr/>
        </p:nvSpPr>
        <p:spPr>
          <a:xfrm>
            <a:off x="1917714" y="66907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1DD72AAE-162F-48E1-BB03-47435F56FB6E}"/>
              </a:ext>
            </a:extLst>
          </p:cNvPr>
          <p:cNvSpPr>
            <a:spLocks/>
          </p:cNvSpPr>
          <p:nvPr/>
        </p:nvSpPr>
        <p:spPr>
          <a:xfrm>
            <a:off x="190971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627D1E98-CECF-49F9-8682-FADE3670D51E}"/>
              </a:ext>
            </a:extLst>
          </p:cNvPr>
          <p:cNvSpPr>
            <a:spLocks/>
          </p:cNvSpPr>
          <p:nvPr/>
        </p:nvSpPr>
        <p:spPr>
          <a:xfrm>
            <a:off x="2120781" y="64856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C9BDD478-CAB4-4968-808D-AA9A79655F14}"/>
              </a:ext>
            </a:extLst>
          </p:cNvPr>
          <p:cNvSpPr>
            <a:spLocks/>
          </p:cNvSpPr>
          <p:nvPr/>
        </p:nvSpPr>
        <p:spPr>
          <a:xfrm>
            <a:off x="202875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7B937703-4F28-44F1-A0EF-2432B63E31ED}"/>
              </a:ext>
            </a:extLst>
          </p:cNvPr>
          <p:cNvSpPr>
            <a:spLocks/>
          </p:cNvSpPr>
          <p:nvPr/>
        </p:nvSpPr>
        <p:spPr>
          <a:xfrm>
            <a:off x="1974949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F91A4D19-90FA-40C9-B40D-A1209DC0D673}"/>
              </a:ext>
            </a:extLst>
          </p:cNvPr>
          <p:cNvSpPr>
            <a:spLocks/>
          </p:cNvSpPr>
          <p:nvPr/>
        </p:nvSpPr>
        <p:spPr>
          <a:xfrm>
            <a:off x="211999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23BA249D-F91F-4D9D-9F98-54E452B08D32}"/>
              </a:ext>
            </a:extLst>
          </p:cNvPr>
          <p:cNvSpPr>
            <a:spLocks/>
          </p:cNvSpPr>
          <p:nvPr/>
        </p:nvSpPr>
        <p:spPr>
          <a:xfrm>
            <a:off x="1926750" y="53201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7083CB8B-0970-4DCF-8E8A-DECA0CEA9BB0}"/>
              </a:ext>
            </a:extLst>
          </p:cNvPr>
          <p:cNvSpPr>
            <a:spLocks/>
          </p:cNvSpPr>
          <p:nvPr/>
        </p:nvSpPr>
        <p:spPr>
          <a:xfrm>
            <a:off x="1901803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66401E20-4EA4-4D8A-9BD8-F64C2F308C6A}"/>
              </a:ext>
            </a:extLst>
          </p:cNvPr>
          <p:cNvSpPr>
            <a:spLocks/>
          </p:cNvSpPr>
          <p:nvPr/>
        </p:nvSpPr>
        <p:spPr>
          <a:xfrm>
            <a:off x="197940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8565ADE2-48EB-43A4-B7FA-ED44EE74A692}"/>
              </a:ext>
            </a:extLst>
          </p:cNvPr>
          <p:cNvSpPr>
            <a:spLocks/>
          </p:cNvSpPr>
          <p:nvPr/>
        </p:nvSpPr>
        <p:spPr>
          <a:xfrm>
            <a:off x="1917138" y="6545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82252F17-4917-4306-8A8F-20F481993BA5}"/>
              </a:ext>
            </a:extLst>
          </p:cNvPr>
          <p:cNvSpPr>
            <a:spLocks/>
          </p:cNvSpPr>
          <p:nvPr/>
        </p:nvSpPr>
        <p:spPr>
          <a:xfrm>
            <a:off x="2068062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79068ED2-B5B4-41D1-B9ED-A9C691D131B4}"/>
              </a:ext>
            </a:extLst>
          </p:cNvPr>
          <p:cNvSpPr>
            <a:spLocks/>
          </p:cNvSpPr>
          <p:nvPr/>
        </p:nvSpPr>
        <p:spPr>
          <a:xfrm>
            <a:off x="190073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2A2071F9-DC3C-4196-B197-3A689A138C5E}"/>
              </a:ext>
            </a:extLst>
          </p:cNvPr>
          <p:cNvSpPr>
            <a:spLocks/>
          </p:cNvSpPr>
          <p:nvPr/>
        </p:nvSpPr>
        <p:spPr>
          <a:xfrm>
            <a:off x="199257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BDCAA62C-CF8B-4223-8C21-DC3A41D6FB53}"/>
              </a:ext>
            </a:extLst>
          </p:cNvPr>
          <p:cNvSpPr>
            <a:spLocks/>
          </p:cNvSpPr>
          <p:nvPr/>
        </p:nvSpPr>
        <p:spPr>
          <a:xfrm>
            <a:off x="200525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4812966B-4D56-4585-8D39-FD316BCC2564}"/>
              </a:ext>
            </a:extLst>
          </p:cNvPr>
          <p:cNvSpPr>
            <a:spLocks/>
          </p:cNvSpPr>
          <p:nvPr/>
        </p:nvSpPr>
        <p:spPr>
          <a:xfrm>
            <a:off x="2108482" y="67608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A33189F4-DC87-420B-8C26-38C5E83F3F08}"/>
              </a:ext>
            </a:extLst>
          </p:cNvPr>
          <p:cNvSpPr>
            <a:spLocks/>
          </p:cNvSpPr>
          <p:nvPr/>
        </p:nvSpPr>
        <p:spPr>
          <a:xfrm>
            <a:off x="204344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E981A82C-8D5A-4677-AF6B-A03FA4C87EAB}"/>
              </a:ext>
            </a:extLst>
          </p:cNvPr>
          <p:cNvSpPr>
            <a:spLocks/>
          </p:cNvSpPr>
          <p:nvPr/>
        </p:nvSpPr>
        <p:spPr>
          <a:xfrm>
            <a:off x="1960818" y="68896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C09310AF-6407-4EAF-A6B1-92B7267E3740}"/>
              </a:ext>
            </a:extLst>
          </p:cNvPr>
          <p:cNvSpPr>
            <a:spLocks/>
          </p:cNvSpPr>
          <p:nvPr/>
        </p:nvSpPr>
        <p:spPr>
          <a:xfrm>
            <a:off x="189008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50A2C9E7-9D34-476D-8665-984392F05678}"/>
              </a:ext>
            </a:extLst>
          </p:cNvPr>
          <p:cNvSpPr>
            <a:spLocks/>
          </p:cNvSpPr>
          <p:nvPr/>
        </p:nvSpPr>
        <p:spPr>
          <a:xfrm>
            <a:off x="188100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71CB57A6-D4B5-4CCA-8FB0-0BEAB610D899}"/>
              </a:ext>
            </a:extLst>
          </p:cNvPr>
          <p:cNvSpPr>
            <a:spLocks/>
          </p:cNvSpPr>
          <p:nvPr/>
        </p:nvSpPr>
        <p:spPr>
          <a:xfrm>
            <a:off x="192155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CAF7ADE5-BB9F-4EDD-8828-9D1430660DB1}"/>
              </a:ext>
            </a:extLst>
          </p:cNvPr>
          <p:cNvSpPr>
            <a:spLocks/>
          </p:cNvSpPr>
          <p:nvPr/>
        </p:nvSpPr>
        <p:spPr>
          <a:xfrm>
            <a:off x="195276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E75B6772-2A1D-4BDF-AD54-8C0E03BA373A}"/>
              </a:ext>
            </a:extLst>
          </p:cNvPr>
          <p:cNvSpPr>
            <a:spLocks/>
          </p:cNvSpPr>
          <p:nvPr/>
        </p:nvSpPr>
        <p:spPr>
          <a:xfrm>
            <a:off x="2123975" y="52443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087A3D3D-A889-4340-9D93-4192878AC868}"/>
              </a:ext>
            </a:extLst>
          </p:cNvPr>
          <p:cNvSpPr>
            <a:spLocks/>
          </p:cNvSpPr>
          <p:nvPr/>
        </p:nvSpPr>
        <p:spPr>
          <a:xfrm>
            <a:off x="192370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1FF3E1D-6127-4C7A-9D26-4CA2AB3B3863}"/>
              </a:ext>
            </a:extLst>
          </p:cNvPr>
          <p:cNvSpPr>
            <a:spLocks/>
          </p:cNvSpPr>
          <p:nvPr/>
        </p:nvSpPr>
        <p:spPr>
          <a:xfrm>
            <a:off x="2057520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F08CE45-F99D-4C2E-BDC3-13677CACAF3E}"/>
              </a:ext>
            </a:extLst>
          </p:cNvPr>
          <p:cNvSpPr>
            <a:spLocks/>
          </p:cNvSpPr>
          <p:nvPr/>
        </p:nvSpPr>
        <p:spPr>
          <a:xfrm>
            <a:off x="2076709" y="66015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F103EA67-360F-4EBD-AED9-8238C9365768}"/>
              </a:ext>
            </a:extLst>
          </p:cNvPr>
          <p:cNvSpPr>
            <a:spLocks/>
          </p:cNvSpPr>
          <p:nvPr/>
        </p:nvSpPr>
        <p:spPr>
          <a:xfrm>
            <a:off x="2031027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4592D058-49DB-4FF0-84E5-E11C1A601E05}"/>
              </a:ext>
            </a:extLst>
          </p:cNvPr>
          <p:cNvSpPr>
            <a:spLocks/>
          </p:cNvSpPr>
          <p:nvPr/>
        </p:nvSpPr>
        <p:spPr>
          <a:xfrm>
            <a:off x="1982704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8768F6D6-71CD-4102-B9D8-5C6AAD441898}"/>
              </a:ext>
            </a:extLst>
          </p:cNvPr>
          <p:cNvSpPr>
            <a:spLocks/>
          </p:cNvSpPr>
          <p:nvPr/>
        </p:nvSpPr>
        <p:spPr>
          <a:xfrm>
            <a:off x="2074342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C7E17440-6E3A-4C71-84A8-F0A6BD8CE7DD}"/>
              </a:ext>
            </a:extLst>
          </p:cNvPr>
          <p:cNvSpPr>
            <a:spLocks/>
          </p:cNvSpPr>
          <p:nvPr/>
        </p:nvSpPr>
        <p:spPr>
          <a:xfrm>
            <a:off x="1935182" y="6652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7A389D1B-880D-4C1B-A007-CF91ADBE4451}"/>
              </a:ext>
            </a:extLst>
          </p:cNvPr>
          <p:cNvSpPr>
            <a:spLocks/>
          </p:cNvSpPr>
          <p:nvPr/>
        </p:nvSpPr>
        <p:spPr>
          <a:xfrm>
            <a:off x="1885813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3161D00C-2760-41EC-ADC7-F271F9D89F24}"/>
              </a:ext>
            </a:extLst>
          </p:cNvPr>
          <p:cNvSpPr>
            <a:spLocks/>
          </p:cNvSpPr>
          <p:nvPr/>
        </p:nvSpPr>
        <p:spPr>
          <a:xfrm>
            <a:off x="215019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D4092416-DCFC-4D7C-9BC1-9D1078D5DA6C}"/>
              </a:ext>
            </a:extLst>
          </p:cNvPr>
          <p:cNvSpPr>
            <a:spLocks/>
          </p:cNvSpPr>
          <p:nvPr/>
        </p:nvSpPr>
        <p:spPr>
          <a:xfrm>
            <a:off x="2073411" y="6722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70CB3035-DDBA-4272-BF41-6967F66085EB}"/>
              </a:ext>
            </a:extLst>
          </p:cNvPr>
          <p:cNvSpPr>
            <a:spLocks/>
          </p:cNvSpPr>
          <p:nvPr/>
        </p:nvSpPr>
        <p:spPr>
          <a:xfrm>
            <a:off x="1959400" y="51849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6591B760-379A-4047-A536-6C084D4E3B4A}"/>
              </a:ext>
            </a:extLst>
          </p:cNvPr>
          <p:cNvSpPr>
            <a:spLocks/>
          </p:cNvSpPr>
          <p:nvPr/>
        </p:nvSpPr>
        <p:spPr>
          <a:xfrm>
            <a:off x="191975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9F9BAF6A-8D0D-40CE-9E33-685E87B9E12C}"/>
              </a:ext>
            </a:extLst>
          </p:cNvPr>
          <p:cNvSpPr>
            <a:spLocks/>
          </p:cNvSpPr>
          <p:nvPr/>
        </p:nvSpPr>
        <p:spPr>
          <a:xfrm>
            <a:off x="2126313" y="64575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0E3602C-D4B3-4921-A686-ABDE703BC517}"/>
              </a:ext>
            </a:extLst>
          </p:cNvPr>
          <p:cNvSpPr>
            <a:spLocks/>
          </p:cNvSpPr>
          <p:nvPr/>
        </p:nvSpPr>
        <p:spPr>
          <a:xfrm>
            <a:off x="1932421" y="64069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F2B39EA1-53A5-4A14-8C0F-BF5482C1DE99}"/>
              </a:ext>
            </a:extLst>
          </p:cNvPr>
          <p:cNvSpPr>
            <a:spLocks/>
          </p:cNvSpPr>
          <p:nvPr/>
        </p:nvSpPr>
        <p:spPr>
          <a:xfrm>
            <a:off x="2064128" y="64575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84712DE6-40F0-41ED-8D9C-389B19B40846}"/>
              </a:ext>
            </a:extLst>
          </p:cNvPr>
          <p:cNvSpPr>
            <a:spLocks/>
          </p:cNvSpPr>
          <p:nvPr/>
        </p:nvSpPr>
        <p:spPr>
          <a:xfrm>
            <a:off x="1919858" y="6652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D3FBE34E-7D28-4BC1-8B22-4E26ED0AF0D8}"/>
              </a:ext>
            </a:extLst>
          </p:cNvPr>
          <p:cNvSpPr>
            <a:spLocks/>
          </p:cNvSpPr>
          <p:nvPr/>
        </p:nvSpPr>
        <p:spPr>
          <a:xfrm>
            <a:off x="2030079" y="61049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207DA8B1-6BF1-4AFB-854D-ABF8BD31F624}"/>
              </a:ext>
            </a:extLst>
          </p:cNvPr>
          <p:cNvSpPr>
            <a:spLocks/>
          </p:cNvSpPr>
          <p:nvPr/>
        </p:nvSpPr>
        <p:spPr>
          <a:xfrm>
            <a:off x="2141112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9C40442D-BD47-421F-B140-31F5533A85E7}"/>
              </a:ext>
            </a:extLst>
          </p:cNvPr>
          <p:cNvSpPr>
            <a:spLocks/>
          </p:cNvSpPr>
          <p:nvPr/>
        </p:nvSpPr>
        <p:spPr>
          <a:xfrm>
            <a:off x="1978523" y="5676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10B6400A-7F15-424B-9A8A-6D03EC4C4E4D}"/>
              </a:ext>
            </a:extLst>
          </p:cNvPr>
          <p:cNvSpPr>
            <a:spLocks/>
          </p:cNvSpPr>
          <p:nvPr/>
        </p:nvSpPr>
        <p:spPr>
          <a:xfrm>
            <a:off x="192336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BE84CD5A-2319-466D-9F8E-EFF9663D61CE}"/>
              </a:ext>
            </a:extLst>
          </p:cNvPr>
          <p:cNvSpPr>
            <a:spLocks/>
          </p:cNvSpPr>
          <p:nvPr/>
        </p:nvSpPr>
        <p:spPr>
          <a:xfrm>
            <a:off x="2031358" y="60535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DB82AF60-4E44-47FC-847C-192AF08BBDA1}"/>
              </a:ext>
            </a:extLst>
          </p:cNvPr>
          <p:cNvSpPr>
            <a:spLocks/>
          </p:cNvSpPr>
          <p:nvPr/>
        </p:nvSpPr>
        <p:spPr>
          <a:xfrm>
            <a:off x="1979481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6337423A-1A6F-4A08-B046-60560028D0EE}"/>
              </a:ext>
            </a:extLst>
          </p:cNvPr>
          <p:cNvSpPr>
            <a:spLocks/>
          </p:cNvSpPr>
          <p:nvPr/>
        </p:nvSpPr>
        <p:spPr>
          <a:xfrm>
            <a:off x="1987193" y="5547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CA5AF34D-BB74-4293-A721-97C4D8D00C78}"/>
              </a:ext>
            </a:extLst>
          </p:cNvPr>
          <p:cNvSpPr>
            <a:spLocks/>
          </p:cNvSpPr>
          <p:nvPr/>
        </p:nvSpPr>
        <p:spPr>
          <a:xfrm>
            <a:off x="197648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BF7A17BC-9413-43FC-8EAA-55304575466E}"/>
              </a:ext>
            </a:extLst>
          </p:cNvPr>
          <p:cNvSpPr>
            <a:spLocks/>
          </p:cNvSpPr>
          <p:nvPr/>
        </p:nvSpPr>
        <p:spPr>
          <a:xfrm>
            <a:off x="2124992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7EB188F5-383F-414B-8993-92E273257CED}"/>
              </a:ext>
            </a:extLst>
          </p:cNvPr>
          <p:cNvSpPr>
            <a:spLocks/>
          </p:cNvSpPr>
          <p:nvPr/>
        </p:nvSpPr>
        <p:spPr>
          <a:xfrm>
            <a:off x="195682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A9192911-2554-4A6E-AFC5-7ECF0D75509C}"/>
              </a:ext>
            </a:extLst>
          </p:cNvPr>
          <p:cNvSpPr>
            <a:spLocks/>
          </p:cNvSpPr>
          <p:nvPr/>
        </p:nvSpPr>
        <p:spPr>
          <a:xfrm>
            <a:off x="1952399" y="68821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1EFD0612-FBAF-4231-9481-E61945EAE80A}"/>
              </a:ext>
            </a:extLst>
          </p:cNvPr>
          <p:cNvSpPr>
            <a:spLocks/>
          </p:cNvSpPr>
          <p:nvPr/>
        </p:nvSpPr>
        <p:spPr>
          <a:xfrm>
            <a:off x="203892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857ADB8F-4067-49C3-B6E6-117611DFEEA2}"/>
              </a:ext>
            </a:extLst>
          </p:cNvPr>
          <p:cNvSpPr>
            <a:spLocks/>
          </p:cNvSpPr>
          <p:nvPr/>
        </p:nvSpPr>
        <p:spPr>
          <a:xfrm>
            <a:off x="193131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FFA41A40-B2D4-4508-8FC0-2F352087D15B}"/>
              </a:ext>
            </a:extLst>
          </p:cNvPr>
          <p:cNvSpPr>
            <a:spLocks/>
          </p:cNvSpPr>
          <p:nvPr/>
        </p:nvSpPr>
        <p:spPr>
          <a:xfrm>
            <a:off x="1996314" y="69016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F9FD9E0F-9DBA-4D1D-9F96-2DD8C13CCC56}"/>
              </a:ext>
            </a:extLst>
          </p:cNvPr>
          <p:cNvSpPr>
            <a:spLocks/>
          </p:cNvSpPr>
          <p:nvPr/>
        </p:nvSpPr>
        <p:spPr>
          <a:xfrm>
            <a:off x="1952529" y="63058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382C2076-B0F3-4B70-A449-05A0D98FA7A1}"/>
              </a:ext>
            </a:extLst>
          </p:cNvPr>
          <p:cNvSpPr>
            <a:spLocks/>
          </p:cNvSpPr>
          <p:nvPr/>
        </p:nvSpPr>
        <p:spPr>
          <a:xfrm>
            <a:off x="205706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5E0954ED-7FDF-4A9F-8DE4-B4933FB1E6E3}"/>
              </a:ext>
            </a:extLst>
          </p:cNvPr>
          <p:cNvSpPr>
            <a:spLocks/>
          </p:cNvSpPr>
          <p:nvPr/>
        </p:nvSpPr>
        <p:spPr>
          <a:xfrm>
            <a:off x="190153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4E89DF3A-1F8C-4740-84E7-6F2AF52E78DD}"/>
              </a:ext>
            </a:extLst>
          </p:cNvPr>
          <p:cNvSpPr>
            <a:spLocks/>
          </p:cNvSpPr>
          <p:nvPr/>
        </p:nvSpPr>
        <p:spPr>
          <a:xfrm>
            <a:off x="1968927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C870C876-EC4B-45C4-90D7-20B3258EA9C7}"/>
              </a:ext>
            </a:extLst>
          </p:cNvPr>
          <p:cNvSpPr>
            <a:spLocks/>
          </p:cNvSpPr>
          <p:nvPr/>
        </p:nvSpPr>
        <p:spPr>
          <a:xfrm>
            <a:off x="207793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FC128D77-DB7B-4C3E-A6BD-5DD5610BAD8A}"/>
              </a:ext>
            </a:extLst>
          </p:cNvPr>
          <p:cNvSpPr>
            <a:spLocks/>
          </p:cNvSpPr>
          <p:nvPr/>
        </p:nvSpPr>
        <p:spPr>
          <a:xfrm>
            <a:off x="1903357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0319C41F-1256-4205-9A8A-08EA25562EB4}"/>
              </a:ext>
            </a:extLst>
          </p:cNvPr>
          <p:cNvSpPr>
            <a:spLocks/>
          </p:cNvSpPr>
          <p:nvPr/>
        </p:nvSpPr>
        <p:spPr>
          <a:xfrm>
            <a:off x="2064266" y="6895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B250CA49-355B-4DE7-872A-AC62751C91AD}"/>
              </a:ext>
            </a:extLst>
          </p:cNvPr>
          <p:cNvSpPr>
            <a:spLocks/>
          </p:cNvSpPr>
          <p:nvPr/>
        </p:nvSpPr>
        <p:spPr>
          <a:xfrm>
            <a:off x="1921250" y="64448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AFD1AF62-E502-4179-8873-6C6BB81A7ADA}"/>
              </a:ext>
            </a:extLst>
          </p:cNvPr>
          <p:cNvSpPr>
            <a:spLocks/>
          </p:cNvSpPr>
          <p:nvPr/>
        </p:nvSpPr>
        <p:spPr>
          <a:xfrm>
            <a:off x="2112859" y="68800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18C9FE86-44B2-48A0-8D63-066A6EB96E79}"/>
              </a:ext>
            </a:extLst>
          </p:cNvPr>
          <p:cNvSpPr>
            <a:spLocks/>
          </p:cNvSpPr>
          <p:nvPr/>
        </p:nvSpPr>
        <p:spPr>
          <a:xfrm>
            <a:off x="200881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E4BE7085-9DF8-4C57-8A5F-3E270097C623}"/>
              </a:ext>
            </a:extLst>
          </p:cNvPr>
          <p:cNvSpPr>
            <a:spLocks/>
          </p:cNvSpPr>
          <p:nvPr/>
        </p:nvSpPr>
        <p:spPr>
          <a:xfrm>
            <a:off x="200348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CE70A776-2BF4-45CF-B02B-554B79FB487B}"/>
              </a:ext>
            </a:extLst>
          </p:cNvPr>
          <p:cNvSpPr>
            <a:spLocks/>
          </p:cNvSpPr>
          <p:nvPr/>
        </p:nvSpPr>
        <p:spPr>
          <a:xfrm>
            <a:off x="199043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65D9C25B-BF20-4C19-AC17-0FECAF3207D1}"/>
              </a:ext>
            </a:extLst>
          </p:cNvPr>
          <p:cNvSpPr>
            <a:spLocks/>
          </p:cNvSpPr>
          <p:nvPr/>
        </p:nvSpPr>
        <p:spPr>
          <a:xfrm>
            <a:off x="214894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75B75B1E-2F54-4A2E-8F00-05A4538C53DF}"/>
              </a:ext>
            </a:extLst>
          </p:cNvPr>
          <p:cNvSpPr>
            <a:spLocks/>
          </p:cNvSpPr>
          <p:nvPr/>
        </p:nvSpPr>
        <p:spPr>
          <a:xfrm>
            <a:off x="195650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8DF523CE-A3B4-4D6D-8785-CADA25F70342}"/>
              </a:ext>
            </a:extLst>
          </p:cNvPr>
          <p:cNvSpPr>
            <a:spLocks/>
          </p:cNvSpPr>
          <p:nvPr/>
        </p:nvSpPr>
        <p:spPr>
          <a:xfrm>
            <a:off x="2115116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8211C0AF-7D5F-44A7-9862-494EA36DB34E}"/>
              </a:ext>
            </a:extLst>
          </p:cNvPr>
          <p:cNvSpPr>
            <a:spLocks/>
          </p:cNvSpPr>
          <p:nvPr/>
        </p:nvSpPr>
        <p:spPr>
          <a:xfrm>
            <a:off x="1975217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8380AD6A-BBED-41F3-A3BB-8C78A8762973}"/>
              </a:ext>
            </a:extLst>
          </p:cNvPr>
          <p:cNvSpPr>
            <a:spLocks/>
          </p:cNvSpPr>
          <p:nvPr/>
        </p:nvSpPr>
        <p:spPr>
          <a:xfrm>
            <a:off x="1948564" y="6154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25EE3578-9600-4303-A2FB-8B62D9107C04}"/>
              </a:ext>
            </a:extLst>
          </p:cNvPr>
          <p:cNvSpPr>
            <a:spLocks/>
          </p:cNvSpPr>
          <p:nvPr/>
        </p:nvSpPr>
        <p:spPr>
          <a:xfrm>
            <a:off x="2156066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0E3C3CF0-D036-45FA-B575-AB0C6361AE97}"/>
              </a:ext>
            </a:extLst>
          </p:cNvPr>
          <p:cNvSpPr>
            <a:spLocks/>
          </p:cNvSpPr>
          <p:nvPr/>
        </p:nvSpPr>
        <p:spPr>
          <a:xfrm>
            <a:off x="2005692" y="64878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D6D1D421-D5BA-47C1-8D00-88363DDFC0D2}"/>
              </a:ext>
            </a:extLst>
          </p:cNvPr>
          <p:cNvSpPr>
            <a:spLocks/>
          </p:cNvSpPr>
          <p:nvPr/>
        </p:nvSpPr>
        <p:spPr>
          <a:xfrm>
            <a:off x="201108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7A246AF3-8806-468D-BF08-DF309B9AE63E}"/>
              </a:ext>
            </a:extLst>
          </p:cNvPr>
          <p:cNvSpPr>
            <a:spLocks/>
          </p:cNvSpPr>
          <p:nvPr/>
        </p:nvSpPr>
        <p:spPr>
          <a:xfrm>
            <a:off x="1985783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426DA4C1-1FA6-496F-9956-4683AAA9643C}"/>
              </a:ext>
            </a:extLst>
          </p:cNvPr>
          <p:cNvSpPr>
            <a:spLocks/>
          </p:cNvSpPr>
          <p:nvPr/>
        </p:nvSpPr>
        <p:spPr>
          <a:xfrm>
            <a:off x="2081387" y="5831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14241A51-7A14-4195-9403-D3169F397CD4}"/>
              </a:ext>
            </a:extLst>
          </p:cNvPr>
          <p:cNvSpPr>
            <a:spLocks/>
          </p:cNvSpPr>
          <p:nvPr/>
        </p:nvSpPr>
        <p:spPr>
          <a:xfrm>
            <a:off x="203944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440AC809-D5C9-4AF8-9CEB-F8B1866EFB8B}"/>
              </a:ext>
            </a:extLst>
          </p:cNvPr>
          <p:cNvSpPr>
            <a:spLocks/>
          </p:cNvSpPr>
          <p:nvPr/>
        </p:nvSpPr>
        <p:spPr>
          <a:xfrm>
            <a:off x="2118046" y="64575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F3FF5770-0794-4BCF-BC95-FAB1A3C5D8CF}"/>
              </a:ext>
            </a:extLst>
          </p:cNvPr>
          <p:cNvSpPr>
            <a:spLocks/>
          </p:cNvSpPr>
          <p:nvPr/>
        </p:nvSpPr>
        <p:spPr>
          <a:xfrm>
            <a:off x="2029708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5C266444-09BC-419F-920A-490333828C6D}"/>
              </a:ext>
            </a:extLst>
          </p:cNvPr>
          <p:cNvSpPr>
            <a:spLocks/>
          </p:cNvSpPr>
          <p:nvPr/>
        </p:nvSpPr>
        <p:spPr>
          <a:xfrm>
            <a:off x="1983429" y="67824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DCD3A16A-8D58-47A6-B30A-BF464CE9F18F}"/>
              </a:ext>
            </a:extLst>
          </p:cNvPr>
          <p:cNvSpPr>
            <a:spLocks/>
          </p:cNvSpPr>
          <p:nvPr/>
        </p:nvSpPr>
        <p:spPr>
          <a:xfrm>
            <a:off x="251125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4990F884-1414-4A52-9267-83C11CF9C2A1}"/>
              </a:ext>
            </a:extLst>
          </p:cNvPr>
          <p:cNvSpPr>
            <a:spLocks/>
          </p:cNvSpPr>
          <p:nvPr/>
        </p:nvSpPr>
        <p:spPr>
          <a:xfrm>
            <a:off x="2358745" y="51065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B1888409-3E21-4E16-94BD-242062F19051}"/>
              </a:ext>
            </a:extLst>
          </p:cNvPr>
          <p:cNvSpPr>
            <a:spLocks/>
          </p:cNvSpPr>
          <p:nvPr/>
        </p:nvSpPr>
        <p:spPr>
          <a:xfrm>
            <a:off x="257241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B8430B1D-9FD8-40EA-B43E-20AFEEF8A341}"/>
              </a:ext>
            </a:extLst>
          </p:cNvPr>
          <p:cNvSpPr>
            <a:spLocks/>
          </p:cNvSpPr>
          <p:nvPr/>
        </p:nvSpPr>
        <p:spPr>
          <a:xfrm>
            <a:off x="236099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8EA30735-19E0-4D2B-8CC0-E1547ABD0F7B}"/>
              </a:ext>
            </a:extLst>
          </p:cNvPr>
          <p:cNvSpPr>
            <a:spLocks/>
          </p:cNvSpPr>
          <p:nvPr/>
        </p:nvSpPr>
        <p:spPr>
          <a:xfrm>
            <a:off x="249339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623DDFDE-2BFA-44C2-BBFC-0D3A72C498D3}"/>
              </a:ext>
            </a:extLst>
          </p:cNvPr>
          <p:cNvSpPr>
            <a:spLocks/>
          </p:cNvSpPr>
          <p:nvPr/>
        </p:nvSpPr>
        <p:spPr>
          <a:xfrm>
            <a:off x="2496314" y="59079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B85A066E-EFF6-4F0F-81CC-5E43F637BBCD}"/>
              </a:ext>
            </a:extLst>
          </p:cNvPr>
          <p:cNvSpPr>
            <a:spLocks/>
          </p:cNvSpPr>
          <p:nvPr/>
        </p:nvSpPr>
        <p:spPr>
          <a:xfrm>
            <a:off x="260521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EB1B3D79-8619-4641-823C-EFAE98DFBAA2}"/>
              </a:ext>
            </a:extLst>
          </p:cNvPr>
          <p:cNvSpPr>
            <a:spLocks/>
          </p:cNvSpPr>
          <p:nvPr/>
        </p:nvSpPr>
        <p:spPr>
          <a:xfrm>
            <a:off x="2487508" y="5741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7AEED4A4-88CB-457C-A7A9-DD37894A78DD}"/>
              </a:ext>
            </a:extLst>
          </p:cNvPr>
          <p:cNvSpPr>
            <a:spLocks/>
          </p:cNvSpPr>
          <p:nvPr/>
        </p:nvSpPr>
        <p:spPr>
          <a:xfrm>
            <a:off x="2485757" y="6609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27BD7034-808D-463D-B4E6-C2A7FDA74A2B}"/>
              </a:ext>
            </a:extLst>
          </p:cNvPr>
          <p:cNvSpPr>
            <a:spLocks/>
          </p:cNvSpPr>
          <p:nvPr/>
        </p:nvSpPr>
        <p:spPr>
          <a:xfrm>
            <a:off x="248566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3ADD8C83-EC2A-46B3-8ACB-2D856CD39219}"/>
              </a:ext>
            </a:extLst>
          </p:cNvPr>
          <p:cNvSpPr>
            <a:spLocks/>
          </p:cNvSpPr>
          <p:nvPr/>
        </p:nvSpPr>
        <p:spPr>
          <a:xfrm>
            <a:off x="242254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8355346C-F22E-4DC7-A06B-DBAFB1571423}"/>
              </a:ext>
            </a:extLst>
          </p:cNvPr>
          <p:cNvSpPr>
            <a:spLocks/>
          </p:cNvSpPr>
          <p:nvPr/>
        </p:nvSpPr>
        <p:spPr>
          <a:xfrm>
            <a:off x="234261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FFD30AF8-C63F-4D42-8733-0D349C498806}"/>
              </a:ext>
            </a:extLst>
          </p:cNvPr>
          <p:cNvSpPr>
            <a:spLocks/>
          </p:cNvSpPr>
          <p:nvPr/>
        </p:nvSpPr>
        <p:spPr>
          <a:xfrm>
            <a:off x="2567306" y="6609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7813BFF2-8D59-4476-9BB9-29CC220ADEF5}"/>
              </a:ext>
            </a:extLst>
          </p:cNvPr>
          <p:cNvSpPr>
            <a:spLocks/>
          </p:cNvSpPr>
          <p:nvPr/>
        </p:nvSpPr>
        <p:spPr>
          <a:xfrm>
            <a:off x="232720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AD7C2A2A-5FEA-41A3-B424-824851AA7CF6}"/>
              </a:ext>
            </a:extLst>
          </p:cNvPr>
          <p:cNvSpPr>
            <a:spLocks/>
          </p:cNvSpPr>
          <p:nvPr/>
        </p:nvSpPr>
        <p:spPr>
          <a:xfrm>
            <a:off x="260325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336CDC68-E281-421D-AE56-18AE9CC85FD8}"/>
              </a:ext>
            </a:extLst>
          </p:cNvPr>
          <p:cNvSpPr>
            <a:spLocks/>
          </p:cNvSpPr>
          <p:nvPr/>
        </p:nvSpPr>
        <p:spPr>
          <a:xfrm>
            <a:off x="257424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FF4C48F7-47D6-403F-9294-E46658818B4F}"/>
              </a:ext>
            </a:extLst>
          </p:cNvPr>
          <p:cNvSpPr>
            <a:spLocks/>
          </p:cNvSpPr>
          <p:nvPr/>
        </p:nvSpPr>
        <p:spPr>
          <a:xfrm>
            <a:off x="2427890" y="66907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520965D1-B78B-437A-8847-6A12EDEB049E}"/>
              </a:ext>
            </a:extLst>
          </p:cNvPr>
          <p:cNvSpPr>
            <a:spLocks/>
          </p:cNvSpPr>
          <p:nvPr/>
        </p:nvSpPr>
        <p:spPr>
          <a:xfrm>
            <a:off x="253537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ACFB55C6-542B-4312-B2C3-22F3A2FAEC84}"/>
              </a:ext>
            </a:extLst>
          </p:cNvPr>
          <p:cNvSpPr>
            <a:spLocks/>
          </p:cNvSpPr>
          <p:nvPr/>
        </p:nvSpPr>
        <p:spPr>
          <a:xfrm>
            <a:off x="2402255" y="64378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F4832796-67C8-42D1-B5D7-993FFCD172C2}"/>
              </a:ext>
            </a:extLst>
          </p:cNvPr>
          <p:cNvSpPr>
            <a:spLocks/>
          </p:cNvSpPr>
          <p:nvPr/>
        </p:nvSpPr>
        <p:spPr>
          <a:xfrm>
            <a:off x="233750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FCE87BE3-3CFA-4741-96EF-F497177E17A0}"/>
              </a:ext>
            </a:extLst>
          </p:cNvPr>
          <p:cNvSpPr>
            <a:spLocks/>
          </p:cNvSpPr>
          <p:nvPr/>
        </p:nvSpPr>
        <p:spPr>
          <a:xfrm>
            <a:off x="2562950" y="6457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F6954DEC-B5BF-48AF-9ED0-ECA3C63BC3E1}"/>
              </a:ext>
            </a:extLst>
          </p:cNvPr>
          <p:cNvSpPr>
            <a:spLocks/>
          </p:cNvSpPr>
          <p:nvPr/>
        </p:nvSpPr>
        <p:spPr>
          <a:xfrm>
            <a:off x="235799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5AAA5D89-FB23-4606-B1FA-3BF0CED7971A}"/>
              </a:ext>
            </a:extLst>
          </p:cNvPr>
          <p:cNvSpPr>
            <a:spLocks/>
          </p:cNvSpPr>
          <p:nvPr/>
        </p:nvSpPr>
        <p:spPr>
          <a:xfrm>
            <a:off x="2381401" y="53201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76BB19A2-41B6-46ED-AC81-3E133A540640}"/>
              </a:ext>
            </a:extLst>
          </p:cNvPr>
          <p:cNvSpPr>
            <a:spLocks/>
          </p:cNvSpPr>
          <p:nvPr/>
        </p:nvSpPr>
        <p:spPr>
          <a:xfrm>
            <a:off x="238693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C8AEA0DB-EBEF-4813-A5DF-EC292108B5C5}"/>
              </a:ext>
            </a:extLst>
          </p:cNvPr>
          <p:cNvSpPr>
            <a:spLocks/>
          </p:cNvSpPr>
          <p:nvPr/>
        </p:nvSpPr>
        <p:spPr>
          <a:xfrm>
            <a:off x="253508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C3C87118-B47D-4FD2-87D5-07D48FD867FF}"/>
              </a:ext>
            </a:extLst>
          </p:cNvPr>
          <p:cNvSpPr>
            <a:spLocks/>
          </p:cNvSpPr>
          <p:nvPr/>
        </p:nvSpPr>
        <p:spPr>
          <a:xfrm>
            <a:off x="2460953" y="5729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4D962A46-55B7-4DA2-8C53-8E8467B23697}"/>
              </a:ext>
            </a:extLst>
          </p:cNvPr>
          <p:cNvSpPr>
            <a:spLocks/>
          </p:cNvSpPr>
          <p:nvPr/>
        </p:nvSpPr>
        <p:spPr>
          <a:xfrm>
            <a:off x="232665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CC6342F8-D9D1-4A7B-B44E-44C01FC1E6A4}"/>
              </a:ext>
            </a:extLst>
          </p:cNvPr>
          <p:cNvSpPr>
            <a:spLocks/>
          </p:cNvSpPr>
          <p:nvPr/>
        </p:nvSpPr>
        <p:spPr>
          <a:xfrm>
            <a:off x="236374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DC9E0EBC-6CC7-4983-83A9-B9D7E8553A4B}"/>
              </a:ext>
            </a:extLst>
          </p:cNvPr>
          <p:cNvSpPr>
            <a:spLocks/>
          </p:cNvSpPr>
          <p:nvPr/>
        </p:nvSpPr>
        <p:spPr>
          <a:xfrm>
            <a:off x="246313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6F54E64A-FE9A-49AF-AC88-10DFB10F11CA}"/>
              </a:ext>
            </a:extLst>
          </p:cNvPr>
          <p:cNvSpPr>
            <a:spLocks/>
          </p:cNvSpPr>
          <p:nvPr/>
        </p:nvSpPr>
        <p:spPr>
          <a:xfrm>
            <a:off x="2563605" y="61108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C2FF3670-91FC-4145-B7CB-CB87108BA7FB}"/>
              </a:ext>
            </a:extLst>
          </p:cNvPr>
          <p:cNvSpPr>
            <a:spLocks/>
          </p:cNvSpPr>
          <p:nvPr/>
        </p:nvSpPr>
        <p:spPr>
          <a:xfrm>
            <a:off x="2435296" y="6609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E8E55825-B6AE-4EE2-B196-2E20405E5792}"/>
              </a:ext>
            </a:extLst>
          </p:cNvPr>
          <p:cNvSpPr>
            <a:spLocks/>
          </p:cNvSpPr>
          <p:nvPr/>
        </p:nvSpPr>
        <p:spPr>
          <a:xfrm>
            <a:off x="243836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0234F727-D70B-4F7E-B9E3-6710664A7883}"/>
              </a:ext>
            </a:extLst>
          </p:cNvPr>
          <p:cNvSpPr>
            <a:spLocks/>
          </p:cNvSpPr>
          <p:nvPr/>
        </p:nvSpPr>
        <p:spPr>
          <a:xfrm>
            <a:off x="2352891" y="6889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639E7B7E-8163-44B3-B36F-338797B981F0}"/>
              </a:ext>
            </a:extLst>
          </p:cNvPr>
          <p:cNvSpPr>
            <a:spLocks/>
          </p:cNvSpPr>
          <p:nvPr/>
        </p:nvSpPr>
        <p:spPr>
          <a:xfrm>
            <a:off x="252625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417EA69C-D7B8-4535-BDF3-016941C2E355}"/>
              </a:ext>
            </a:extLst>
          </p:cNvPr>
          <p:cNvSpPr>
            <a:spLocks/>
          </p:cNvSpPr>
          <p:nvPr/>
        </p:nvSpPr>
        <p:spPr>
          <a:xfrm>
            <a:off x="247000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47176974-605F-4426-B4EF-3F993061181F}"/>
              </a:ext>
            </a:extLst>
          </p:cNvPr>
          <p:cNvSpPr>
            <a:spLocks/>
          </p:cNvSpPr>
          <p:nvPr/>
        </p:nvSpPr>
        <p:spPr>
          <a:xfrm>
            <a:off x="237395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17B04F45-EAB0-44CF-AAB0-6851A43258CF}"/>
              </a:ext>
            </a:extLst>
          </p:cNvPr>
          <p:cNvSpPr>
            <a:spLocks/>
          </p:cNvSpPr>
          <p:nvPr/>
        </p:nvSpPr>
        <p:spPr>
          <a:xfrm>
            <a:off x="258998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AD73215D-BE29-450E-AE62-3C1674F67120}"/>
              </a:ext>
            </a:extLst>
          </p:cNvPr>
          <p:cNvSpPr>
            <a:spLocks/>
          </p:cNvSpPr>
          <p:nvPr/>
        </p:nvSpPr>
        <p:spPr>
          <a:xfrm>
            <a:off x="2474485" y="54465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9D8EAAD9-319A-42B1-A24F-2CC1B6911A29}"/>
              </a:ext>
            </a:extLst>
          </p:cNvPr>
          <p:cNvSpPr>
            <a:spLocks/>
          </p:cNvSpPr>
          <p:nvPr/>
        </p:nvSpPr>
        <p:spPr>
          <a:xfrm>
            <a:off x="239091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1F34B77E-DD31-4D72-80DC-3656BE9B9B3D}"/>
              </a:ext>
            </a:extLst>
          </p:cNvPr>
          <p:cNvSpPr>
            <a:spLocks/>
          </p:cNvSpPr>
          <p:nvPr/>
        </p:nvSpPr>
        <p:spPr>
          <a:xfrm>
            <a:off x="258896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B4D26ED7-8F3C-4886-A42E-38F7B6109192}"/>
              </a:ext>
            </a:extLst>
          </p:cNvPr>
          <p:cNvSpPr>
            <a:spLocks/>
          </p:cNvSpPr>
          <p:nvPr/>
        </p:nvSpPr>
        <p:spPr>
          <a:xfrm>
            <a:off x="235408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F721BF40-B66E-4E00-8FBD-F805256C9D8B}"/>
              </a:ext>
            </a:extLst>
          </p:cNvPr>
          <p:cNvSpPr>
            <a:spLocks/>
          </p:cNvSpPr>
          <p:nvPr/>
        </p:nvSpPr>
        <p:spPr>
          <a:xfrm>
            <a:off x="232609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05774ABD-EF44-4FAF-BAA7-D21D7EA5487E}"/>
              </a:ext>
            </a:extLst>
          </p:cNvPr>
          <p:cNvSpPr>
            <a:spLocks/>
          </p:cNvSpPr>
          <p:nvPr/>
        </p:nvSpPr>
        <p:spPr>
          <a:xfrm>
            <a:off x="253610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067D670B-68FC-41E0-AFF4-D4204086BE6D}"/>
              </a:ext>
            </a:extLst>
          </p:cNvPr>
          <p:cNvSpPr>
            <a:spLocks/>
          </p:cNvSpPr>
          <p:nvPr/>
        </p:nvSpPr>
        <p:spPr>
          <a:xfrm>
            <a:off x="2581863" y="6457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CE11BF2B-1C68-4834-85D3-08D47D394F42}"/>
              </a:ext>
            </a:extLst>
          </p:cNvPr>
          <p:cNvSpPr>
            <a:spLocks/>
          </p:cNvSpPr>
          <p:nvPr/>
        </p:nvSpPr>
        <p:spPr>
          <a:xfrm>
            <a:off x="2519548" y="66958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F1DB1B6A-984F-4AC6-9626-C288039D8DA2}"/>
              </a:ext>
            </a:extLst>
          </p:cNvPr>
          <p:cNvSpPr>
            <a:spLocks/>
          </p:cNvSpPr>
          <p:nvPr/>
        </p:nvSpPr>
        <p:spPr>
          <a:xfrm>
            <a:off x="257248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538F95F1-F217-4474-91A5-907669FB4438}"/>
              </a:ext>
            </a:extLst>
          </p:cNvPr>
          <p:cNvSpPr>
            <a:spLocks/>
          </p:cNvSpPr>
          <p:nvPr/>
        </p:nvSpPr>
        <p:spPr>
          <a:xfrm>
            <a:off x="234354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09F3A498-0CB6-40E5-A31A-AC4E4582CE91}"/>
              </a:ext>
            </a:extLst>
          </p:cNvPr>
          <p:cNvSpPr>
            <a:spLocks/>
          </p:cNvSpPr>
          <p:nvPr/>
        </p:nvSpPr>
        <p:spPr>
          <a:xfrm>
            <a:off x="2547104" y="66966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09E31A67-F63C-40AF-A68B-CC46FC34C489}"/>
              </a:ext>
            </a:extLst>
          </p:cNvPr>
          <p:cNvSpPr>
            <a:spLocks/>
          </p:cNvSpPr>
          <p:nvPr/>
        </p:nvSpPr>
        <p:spPr>
          <a:xfrm>
            <a:off x="234949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A1EED45C-CD98-4B12-B8CB-FB6C91077418}"/>
              </a:ext>
            </a:extLst>
          </p:cNvPr>
          <p:cNvSpPr>
            <a:spLocks/>
          </p:cNvSpPr>
          <p:nvPr/>
        </p:nvSpPr>
        <p:spPr>
          <a:xfrm>
            <a:off x="2336574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44D56F13-76BC-46FA-8F3A-617A7433F8F3}"/>
              </a:ext>
            </a:extLst>
          </p:cNvPr>
          <p:cNvSpPr>
            <a:spLocks/>
          </p:cNvSpPr>
          <p:nvPr/>
        </p:nvSpPr>
        <p:spPr>
          <a:xfrm>
            <a:off x="2450648" y="6457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42630D2E-F41D-4764-A5A1-A3301D299A53}"/>
              </a:ext>
            </a:extLst>
          </p:cNvPr>
          <p:cNvSpPr>
            <a:spLocks/>
          </p:cNvSpPr>
          <p:nvPr/>
        </p:nvSpPr>
        <p:spPr>
          <a:xfrm>
            <a:off x="2593862" y="67102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19B0A549-F04B-46EC-B08D-B3FBF073C49A}"/>
              </a:ext>
            </a:extLst>
          </p:cNvPr>
          <p:cNvSpPr>
            <a:spLocks/>
          </p:cNvSpPr>
          <p:nvPr/>
        </p:nvSpPr>
        <p:spPr>
          <a:xfrm>
            <a:off x="2389152" y="6002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2478CC12-E0FA-4E40-9DF9-B934F830126C}"/>
              </a:ext>
            </a:extLst>
          </p:cNvPr>
          <p:cNvSpPr>
            <a:spLocks/>
          </p:cNvSpPr>
          <p:nvPr/>
        </p:nvSpPr>
        <p:spPr>
          <a:xfrm>
            <a:off x="242424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E0639692-21C7-4FC6-BD51-3B2081C59C03}"/>
              </a:ext>
            </a:extLst>
          </p:cNvPr>
          <p:cNvSpPr>
            <a:spLocks/>
          </p:cNvSpPr>
          <p:nvPr/>
        </p:nvSpPr>
        <p:spPr>
          <a:xfrm>
            <a:off x="2560240" y="61049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AE6D224C-FAD7-4654-895C-A9B1C891F705}"/>
              </a:ext>
            </a:extLst>
          </p:cNvPr>
          <p:cNvSpPr>
            <a:spLocks/>
          </p:cNvSpPr>
          <p:nvPr/>
        </p:nvSpPr>
        <p:spPr>
          <a:xfrm>
            <a:off x="2345462" y="53960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8C563E1B-03EA-46A1-8D1A-32D00B1BD864}"/>
              </a:ext>
            </a:extLst>
          </p:cNvPr>
          <p:cNvSpPr>
            <a:spLocks/>
          </p:cNvSpPr>
          <p:nvPr/>
        </p:nvSpPr>
        <p:spPr>
          <a:xfrm>
            <a:off x="2493351" y="56765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10CC06E4-F8E0-4CFA-B0BF-DD76872A5679}"/>
              </a:ext>
            </a:extLst>
          </p:cNvPr>
          <p:cNvSpPr>
            <a:spLocks/>
          </p:cNvSpPr>
          <p:nvPr/>
        </p:nvSpPr>
        <p:spPr>
          <a:xfrm>
            <a:off x="249906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821DC37F-73D4-4B1A-B409-ADE2C4DA9C7B}"/>
              </a:ext>
            </a:extLst>
          </p:cNvPr>
          <p:cNvSpPr>
            <a:spLocks/>
          </p:cNvSpPr>
          <p:nvPr/>
        </p:nvSpPr>
        <p:spPr>
          <a:xfrm>
            <a:off x="249608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53874CE6-A2D3-47E7-9B21-82EA1CACD683}"/>
              </a:ext>
            </a:extLst>
          </p:cNvPr>
          <p:cNvSpPr>
            <a:spLocks/>
          </p:cNvSpPr>
          <p:nvPr/>
        </p:nvSpPr>
        <p:spPr>
          <a:xfrm>
            <a:off x="251806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DECD4C65-8ABA-460D-9B81-243B4293F40F}"/>
              </a:ext>
            </a:extLst>
          </p:cNvPr>
          <p:cNvSpPr>
            <a:spLocks/>
          </p:cNvSpPr>
          <p:nvPr/>
        </p:nvSpPr>
        <p:spPr>
          <a:xfrm>
            <a:off x="2518437" y="55476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30F0A2A1-BF24-41BA-BCE0-EFE573C91811}"/>
              </a:ext>
            </a:extLst>
          </p:cNvPr>
          <p:cNvSpPr>
            <a:spLocks/>
          </p:cNvSpPr>
          <p:nvPr/>
        </p:nvSpPr>
        <p:spPr>
          <a:xfrm>
            <a:off x="238673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B44F3B08-2397-4116-87DD-06E0D1D77DAC}"/>
              </a:ext>
            </a:extLst>
          </p:cNvPr>
          <p:cNvSpPr>
            <a:spLocks/>
          </p:cNvSpPr>
          <p:nvPr/>
        </p:nvSpPr>
        <p:spPr>
          <a:xfrm>
            <a:off x="258825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F02F9DB1-78AD-43DE-BD49-A2D212DD045B}"/>
              </a:ext>
            </a:extLst>
          </p:cNvPr>
          <p:cNvSpPr>
            <a:spLocks/>
          </p:cNvSpPr>
          <p:nvPr/>
        </p:nvSpPr>
        <p:spPr>
          <a:xfrm>
            <a:off x="253497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02323419-060C-4DD8-8583-B4B6F013A563}"/>
              </a:ext>
            </a:extLst>
          </p:cNvPr>
          <p:cNvSpPr>
            <a:spLocks/>
          </p:cNvSpPr>
          <p:nvPr/>
        </p:nvSpPr>
        <p:spPr>
          <a:xfrm>
            <a:off x="2412050" y="68821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6EDEF81C-F635-4F6B-8568-F2A965B7AE40}"/>
              </a:ext>
            </a:extLst>
          </p:cNvPr>
          <p:cNvSpPr>
            <a:spLocks/>
          </p:cNvSpPr>
          <p:nvPr/>
        </p:nvSpPr>
        <p:spPr>
          <a:xfrm>
            <a:off x="244345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F9C8A5D7-42E0-43C8-8D0F-9EBC6EE12FD5}"/>
              </a:ext>
            </a:extLst>
          </p:cNvPr>
          <p:cNvSpPr>
            <a:spLocks/>
          </p:cNvSpPr>
          <p:nvPr/>
        </p:nvSpPr>
        <p:spPr>
          <a:xfrm>
            <a:off x="234985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8298D7C4-4862-4F99-97F4-C45450F67A4D}"/>
              </a:ext>
            </a:extLst>
          </p:cNvPr>
          <p:cNvSpPr>
            <a:spLocks/>
          </p:cNvSpPr>
          <p:nvPr/>
        </p:nvSpPr>
        <p:spPr>
          <a:xfrm>
            <a:off x="242001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79DE2E48-FF48-4B73-9770-6FC7B16ED0FB}"/>
              </a:ext>
            </a:extLst>
          </p:cNvPr>
          <p:cNvSpPr>
            <a:spLocks/>
          </p:cNvSpPr>
          <p:nvPr/>
        </p:nvSpPr>
        <p:spPr>
          <a:xfrm>
            <a:off x="234149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6F61F677-D951-47E2-B455-F3D58879B22B}"/>
              </a:ext>
            </a:extLst>
          </p:cNvPr>
          <p:cNvSpPr>
            <a:spLocks/>
          </p:cNvSpPr>
          <p:nvPr/>
        </p:nvSpPr>
        <p:spPr>
          <a:xfrm>
            <a:off x="255088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3454335B-50B0-477C-AF70-276CE893D0B5}"/>
              </a:ext>
            </a:extLst>
          </p:cNvPr>
          <p:cNvSpPr>
            <a:spLocks/>
          </p:cNvSpPr>
          <p:nvPr/>
        </p:nvSpPr>
        <p:spPr>
          <a:xfrm>
            <a:off x="249684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E0FD4720-EE00-44B9-A7BE-6D4D8BBAC1BD}"/>
              </a:ext>
            </a:extLst>
          </p:cNvPr>
          <p:cNvSpPr>
            <a:spLocks/>
          </p:cNvSpPr>
          <p:nvPr/>
        </p:nvSpPr>
        <p:spPr>
          <a:xfrm>
            <a:off x="255320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DCAA0445-9CC2-4BDA-9DE7-60DC3A43E8CB}"/>
              </a:ext>
            </a:extLst>
          </p:cNvPr>
          <p:cNvSpPr>
            <a:spLocks/>
          </p:cNvSpPr>
          <p:nvPr/>
        </p:nvSpPr>
        <p:spPr>
          <a:xfrm>
            <a:off x="2476498" y="6902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2044FA48-ACC9-456E-AF47-08737690D816}"/>
              </a:ext>
            </a:extLst>
          </p:cNvPr>
          <p:cNvSpPr>
            <a:spLocks/>
          </p:cNvSpPr>
          <p:nvPr/>
        </p:nvSpPr>
        <p:spPr>
          <a:xfrm>
            <a:off x="234617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1CF91337-558B-4626-9E5F-20AECDF5CA09}"/>
              </a:ext>
            </a:extLst>
          </p:cNvPr>
          <p:cNvSpPr>
            <a:spLocks/>
          </p:cNvSpPr>
          <p:nvPr/>
        </p:nvSpPr>
        <p:spPr>
          <a:xfrm>
            <a:off x="2560620" y="68972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1CCEEAEE-E15F-4746-B0B4-2EFA150B8980}"/>
              </a:ext>
            </a:extLst>
          </p:cNvPr>
          <p:cNvSpPr>
            <a:spLocks/>
          </p:cNvSpPr>
          <p:nvPr/>
        </p:nvSpPr>
        <p:spPr>
          <a:xfrm>
            <a:off x="2363486" y="6567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5F0B8359-FF34-43EB-B208-678BDE961F01}"/>
              </a:ext>
            </a:extLst>
          </p:cNvPr>
          <p:cNvSpPr>
            <a:spLocks/>
          </p:cNvSpPr>
          <p:nvPr/>
        </p:nvSpPr>
        <p:spPr>
          <a:xfrm>
            <a:off x="2489652" y="68251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938BBB83-6D0C-4BEA-A6D1-037E9F556FD8}"/>
              </a:ext>
            </a:extLst>
          </p:cNvPr>
          <p:cNvSpPr>
            <a:spLocks/>
          </p:cNvSpPr>
          <p:nvPr/>
        </p:nvSpPr>
        <p:spPr>
          <a:xfrm>
            <a:off x="2438706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F84983FF-3E61-4388-A16A-4E0E6F31910B}"/>
              </a:ext>
            </a:extLst>
          </p:cNvPr>
          <p:cNvSpPr>
            <a:spLocks/>
          </p:cNvSpPr>
          <p:nvPr/>
        </p:nvSpPr>
        <p:spPr>
          <a:xfrm>
            <a:off x="2377331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EC0CC978-C6A6-402A-9CC3-1F9C2D267097}"/>
              </a:ext>
            </a:extLst>
          </p:cNvPr>
          <p:cNvSpPr>
            <a:spLocks/>
          </p:cNvSpPr>
          <p:nvPr/>
        </p:nvSpPr>
        <p:spPr>
          <a:xfrm>
            <a:off x="255190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061CA921-FFEB-4BA2-8DC5-963C40F32325}"/>
              </a:ext>
            </a:extLst>
          </p:cNvPr>
          <p:cNvSpPr>
            <a:spLocks/>
          </p:cNvSpPr>
          <p:nvPr/>
        </p:nvSpPr>
        <p:spPr>
          <a:xfrm>
            <a:off x="239233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C740889B-3E75-4B5E-9D06-3EE831D23882}"/>
              </a:ext>
            </a:extLst>
          </p:cNvPr>
          <p:cNvSpPr>
            <a:spLocks/>
          </p:cNvSpPr>
          <p:nvPr/>
        </p:nvSpPr>
        <p:spPr>
          <a:xfrm>
            <a:off x="255345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B6393BEA-D36D-4854-8651-297962C34765}"/>
              </a:ext>
            </a:extLst>
          </p:cNvPr>
          <p:cNvSpPr>
            <a:spLocks/>
          </p:cNvSpPr>
          <p:nvPr/>
        </p:nvSpPr>
        <p:spPr>
          <a:xfrm>
            <a:off x="243749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F7770C05-80DB-4FFC-803E-E7F07837FFA4}"/>
              </a:ext>
            </a:extLst>
          </p:cNvPr>
          <p:cNvSpPr>
            <a:spLocks/>
          </p:cNvSpPr>
          <p:nvPr/>
        </p:nvSpPr>
        <p:spPr>
          <a:xfrm>
            <a:off x="254216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2583A72B-41D7-46FA-A364-F6AD891CE704}"/>
              </a:ext>
            </a:extLst>
          </p:cNvPr>
          <p:cNvSpPr>
            <a:spLocks/>
          </p:cNvSpPr>
          <p:nvPr/>
        </p:nvSpPr>
        <p:spPr>
          <a:xfrm>
            <a:off x="236392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8C0996DF-9CC5-4ADB-8EEA-86192A2A2605}"/>
              </a:ext>
            </a:extLst>
          </p:cNvPr>
          <p:cNvSpPr>
            <a:spLocks/>
          </p:cNvSpPr>
          <p:nvPr/>
        </p:nvSpPr>
        <p:spPr>
          <a:xfrm>
            <a:off x="2512579" y="6609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8AC9754E-CBFF-4DB0-899E-3349CA8129DA}"/>
              </a:ext>
            </a:extLst>
          </p:cNvPr>
          <p:cNvSpPr>
            <a:spLocks/>
          </p:cNvSpPr>
          <p:nvPr/>
        </p:nvSpPr>
        <p:spPr>
          <a:xfrm>
            <a:off x="2368671" y="6487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3621E89A-9360-423C-82B3-B5D79A6D889E}"/>
              </a:ext>
            </a:extLst>
          </p:cNvPr>
          <p:cNvSpPr>
            <a:spLocks/>
          </p:cNvSpPr>
          <p:nvPr/>
        </p:nvSpPr>
        <p:spPr>
          <a:xfrm>
            <a:off x="234944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FEDAD397-9FC1-4BC7-8DCD-81072F080436}"/>
              </a:ext>
            </a:extLst>
          </p:cNvPr>
          <p:cNvSpPr>
            <a:spLocks/>
          </p:cNvSpPr>
          <p:nvPr/>
        </p:nvSpPr>
        <p:spPr>
          <a:xfrm>
            <a:off x="239031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97DF62C6-6DAA-49BB-AD4A-D53110B5A22D}"/>
              </a:ext>
            </a:extLst>
          </p:cNvPr>
          <p:cNvSpPr>
            <a:spLocks/>
          </p:cNvSpPr>
          <p:nvPr/>
        </p:nvSpPr>
        <p:spPr>
          <a:xfrm>
            <a:off x="2413285" y="51685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128FADF9-13C4-4D8B-9BCB-DFD0462B9E24}"/>
              </a:ext>
            </a:extLst>
          </p:cNvPr>
          <p:cNvSpPr>
            <a:spLocks/>
          </p:cNvSpPr>
          <p:nvPr/>
        </p:nvSpPr>
        <p:spPr>
          <a:xfrm>
            <a:off x="252157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10D2D2B7-B880-4F66-8673-ABBEB2C7B8C4}"/>
              </a:ext>
            </a:extLst>
          </p:cNvPr>
          <p:cNvSpPr>
            <a:spLocks/>
          </p:cNvSpPr>
          <p:nvPr/>
        </p:nvSpPr>
        <p:spPr>
          <a:xfrm>
            <a:off x="244018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4E5BCDB1-1507-45ED-AD03-A93C0CC9A489}"/>
              </a:ext>
            </a:extLst>
          </p:cNvPr>
          <p:cNvSpPr>
            <a:spLocks/>
          </p:cNvSpPr>
          <p:nvPr/>
        </p:nvSpPr>
        <p:spPr>
          <a:xfrm>
            <a:off x="257110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D72F1317-9BE8-4182-B1FB-1E46B5AC45C9}"/>
              </a:ext>
            </a:extLst>
          </p:cNvPr>
          <p:cNvSpPr>
            <a:spLocks/>
          </p:cNvSpPr>
          <p:nvPr/>
        </p:nvSpPr>
        <p:spPr>
          <a:xfrm>
            <a:off x="2456066" y="67824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557B9554-0B2D-4E70-B82C-A94022FEC64E}"/>
              </a:ext>
            </a:extLst>
          </p:cNvPr>
          <p:cNvSpPr>
            <a:spLocks/>
          </p:cNvSpPr>
          <p:nvPr/>
        </p:nvSpPr>
        <p:spPr>
          <a:xfrm>
            <a:off x="1097756" y="5001268"/>
            <a:ext cx="191" cy="1928911"/>
          </a:xfrm>
          <a:custGeom>
            <a:avLst/>
            <a:gdLst/>
            <a:ahLst/>
            <a:cxnLst/>
            <a:rect l="0" t="0" r="0" b="0"/>
            <a:pathLst>
              <a:path w="191" h="1928911">
                <a:moveTo>
                  <a:pt x="0" y="1928911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BE3D34C5-701A-40A0-AD42-0E580E11F381}"/>
              </a:ext>
            </a:extLst>
          </p:cNvPr>
          <p:cNvSpPr>
            <a:spLocks/>
          </p:cNvSpPr>
          <p:nvPr/>
        </p:nvSpPr>
        <p:spPr>
          <a:xfrm>
            <a:off x="1097756" y="6930178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079" name="text_2078">
            <a:extLst>
              <a:ext uri="{FF2B5EF4-FFF2-40B4-BE49-F238E27FC236}">
                <a16:creationId xmlns:a16="http://schemas.microsoft.com/office/drawing/2014/main" id="{6A34B292-7C2D-42B6-91F3-A3F3CF90E44A}"/>
              </a:ext>
            </a:extLst>
          </p:cNvPr>
          <p:cNvSpPr>
            <a:spLocks/>
          </p:cNvSpPr>
          <p:nvPr/>
        </p:nvSpPr>
        <p:spPr>
          <a:xfrm>
            <a:off x="618927" y="468786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080" name="text_2079">
            <a:extLst>
              <a:ext uri="{FF2B5EF4-FFF2-40B4-BE49-F238E27FC236}">
                <a16:creationId xmlns:a16="http://schemas.microsoft.com/office/drawing/2014/main" id="{F85E8D4A-100B-4583-806A-DC21527B3B6F}"/>
              </a:ext>
            </a:extLst>
          </p:cNvPr>
          <p:cNvSpPr>
            <a:spLocks/>
          </p:cNvSpPr>
          <p:nvPr/>
        </p:nvSpPr>
        <p:spPr>
          <a:xfrm>
            <a:off x="1097756" y="471044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380B8F9B-BA05-44BC-8502-5B11169838F5}"/>
              </a:ext>
            </a:extLst>
          </p:cNvPr>
          <p:cNvSpPr>
            <a:spLocks/>
          </p:cNvSpPr>
          <p:nvPr/>
        </p:nvSpPr>
        <p:spPr>
          <a:xfrm>
            <a:off x="1584705" y="6168988"/>
            <a:ext cx="191" cy="289206"/>
          </a:xfrm>
          <a:custGeom>
            <a:avLst/>
            <a:gdLst/>
            <a:ahLst/>
            <a:cxnLst/>
            <a:rect l="0" t="0" r="0" b="0"/>
            <a:pathLst>
              <a:path w="191" h="289206">
                <a:moveTo>
                  <a:pt x="0" y="28920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B219FC03-622C-469B-AD73-9E6E9EBC5164}"/>
              </a:ext>
            </a:extLst>
          </p:cNvPr>
          <p:cNvSpPr>
            <a:spLocks/>
          </p:cNvSpPr>
          <p:nvPr/>
        </p:nvSpPr>
        <p:spPr>
          <a:xfrm>
            <a:off x="1500426" y="6458194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ECD1788E-4C20-4DCC-BD77-A2C3A81F779A}"/>
              </a:ext>
            </a:extLst>
          </p:cNvPr>
          <p:cNvSpPr>
            <a:spLocks/>
          </p:cNvSpPr>
          <p:nvPr/>
        </p:nvSpPr>
        <p:spPr>
          <a:xfrm>
            <a:off x="1500426" y="6168988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0C7C93A5-9653-4934-B29A-9EC01E4CED60}"/>
              </a:ext>
            </a:extLst>
          </p:cNvPr>
          <p:cNvSpPr>
            <a:spLocks/>
          </p:cNvSpPr>
          <p:nvPr/>
        </p:nvSpPr>
        <p:spPr>
          <a:xfrm>
            <a:off x="2034197" y="5865312"/>
            <a:ext cx="191" cy="307479"/>
          </a:xfrm>
          <a:custGeom>
            <a:avLst/>
            <a:gdLst/>
            <a:ahLst/>
            <a:cxnLst/>
            <a:rect l="0" t="0" r="0" b="0"/>
            <a:pathLst>
              <a:path w="191" h="307479">
                <a:moveTo>
                  <a:pt x="0" y="30747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9FFDFCA8-E578-4186-9C18-4569666B735C}"/>
              </a:ext>
            </a:extLst>
          </p:cNvPr>
          <p:cNvSpPr>
            <a:spLocks/>
          </p:cNvSpPr>
          <p:nvPr/>
        </p:nvSpPr>
        <p:spPr>
          <a:xfrm>
            <a:off x="1949917" y="6172791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B3B8AED7-2F9D-4C41-9072-448C55DB0968}"/>
              </a:ext>
            </a:extLst>
          </p:cNvPr>
          <p:cNvSpPr>
            <a:spLocks/>
          </p:cNvSpPr>
          <p:nvPr/>
        </p:nvSpPr>
        <p:spPr>
          <a:xfrm>
            <a:off x="1949917" y="5865312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0BAED27F-BD1A-4E81-BC50-47290DE3B66E}"/>
              </a:ext>
            </a:extLst>
          </p:cNvPr>
          <p:cNvSpPr>
            <a:spLocks/>
          </p:cNvSpPr>
          <p:nvPr/>
        </p:nvSpPr>
        <p:spPr>
          <a:xfrm>
            <a:off x="2483688" y="5671133"/>
            <a:ext cx="191" cy="319247"/>
          </a:xfrm>
          <a:custGeom>
            <a:avLst/>
            <a:gdLst/>
            <a:ahLst/>
            <a:cxnLst/>
            <a:rect l="0" t="0" r="0" b="0"/>
            <a:pathLst>
              <a:path w="191" h="319247">
                <a:moveTo>
                  <a:pt x="0" y="3192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F8566305-9C7D-47DE-A72B-2E0314C6C5DB}"/>
              </a:ext>
            </a:extLst>
          </p:cNvPr>
          <p:cNvSpPr>
            <a:spLocks/>
          </p:cNvSpPr>
          <p:nvPr/>
        </p:nvSpPr>
        <p:spPr>
          <a:xfrm>
            <a:off x="2399408" y="5990380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A79566F8-A5B9-43B9-A6A7-34F0914AA5B7}"/>
              </a:ext>
            </a:extLst>
          </p:cNvPr>
          <p:cNvSpPr>
            <a:spLocks/>
          </p:cNvSpPr>
          <p:nvPr/>
        </p:nvSpPr>
        <p:spPr>
          <a:xfrm>
            <a:off x="2399408" y="5671133"/>
            <a:ext cx="168559" cy="191"/>
          </a:xfrm>
          <a:custGeom>
            <a:avLst/>
            <a:gdLst/>
            <a:ahLst/>
            <a:cxnLst/>
            <a:rect l="0" t="0" r="0" b="0"/>
            <a:pathLst>
              <a:path w="168559" h="191">
                <a:moveTo>
                  <a:pt x="0" y="0"/>
                </a:moveTo>
                <a:lnTo>
                  <a:pt x="16855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6199A305-3B26-422C-B972-E00D0E7CC387}"/>
              </a:ext>
            </a:extLst>
          </p:cNvPr>
          <p:cNvSpPr>
            <a:spLocks/>
          </p:cNvSpPr>
          <p:nvPr/>
        </p:nvSpPr>
        <p:spPr>
          <a:xfrm>
            <a:off x="1425510" y="6317337"/>
            <a:ext cx="318390" cy="191"/>
          </a:xfrm>
          <a:custGeom>
            <a:avLst/>
            <a:gdLst/>
            <a:ahLst/>
            <a:cxnLst/>
            <a:rect l="0" t="0" r="0" b="0"/>
            <a:pathLst>
              <a:path w="318390" h="191">
                <a:moveTo>
                  <a:pt x="0" y="0"/>
                </a:moveTo>
                <a:lnTo>
                  <a:pt x="318390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D0893161-B3A1-4CDE-8EC2-ED4CB0FE2FD0}"/>
              </a:ext>
            </a:extLst>
          </p:cNvPr>
          <p:cNvSpPr>
            <a:spLocks/>
          </p:cNvSpPr>
          <p:nvPr/>
        </p:nvSpPr>
        <p:spPr>
          <a:xfrm>
            <a:off x="1875002" y="6021600"/>
            <a:ext cx="318390" cy="191"/>
          </a:xfrm>
          <a:custGeom>
            <a:avLst/>
            <a:gdLst/>
            <a:ahLst/>
            <a:cxnLst/>
            <a:rect l="0" t="0" r="0" b="0"/>
            <a:pathLst>
              <a:path w="318390" h="191">
                <a:moveTo>
                  <a:pt x="0" y="0"/>
                </a:moveTo>
                <a:lnTo>
                  <a:pt x="318390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926325BF-05B6-4475-AD14-08B639966FA7}"/>
              </a:ext>
            </a:extLst>
          </p:cNvPr>
          <p:cNvSpPr>
            <a:spLocks/>
          </p:cNvSpPr>
          <p:nvPr/>
        </p:nvSpPr>
        <p:spPr>
          <a:xfrm>
            <a:off x="2324493" y="5829502"/>
            <a:ext cx="318390" cy="191"/>
          </a:xfrm>
          <a:custGeom>
            <a:avLst/>
            <a:gdLst/>
            <a:ahLst/>
            <a:cxnLst/>
            <a:rect l="0" t="0" r="0" b="0"/>
            <a:pathLst>
              <a:path w="318390" h="191">
                <a:moveTo>
                  <a:pt x="0" y="0"/>
                </a:moveTo>
                <a:lnTo>
                  <a:pt x="318390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8E725DF9-C030-47C6-AA47-909923099EDC}"/>
              </a:ext>
            </a:extLst>
          </p:cNvPr>
          <p:cNvSpPr>
            <a:spLocks/>
          </p:cNvSpPr>
          <p:nvPr/>
        </p:nvSpPr>
        <p:spPr>
          <a:xfrm>
            <a:off x="4188010" y="5001268"/>
            <a:ext cx="1872881" cy="1928911"/>
          </a:xfrm>
          <a:custGeom>
            <a:avLst/>
            <a:gdLst/>
            <a:ahLst/>
            <a:cxnLst/>
            <a:rect l="0" t="0" r="0" b="0"/>
            <a:pathLst>
              <a:path w="1872881" h="1928911">
                <a:moveTo>
                  <a:pt x="0" y="1928911"/>
                </a:moveTo>
                <a:lnTo>
                  <a:pt x="1872881" y="1928911"/>
                </a:lnTo>
                <a:lnTo>
                  <a:pt x="1872881" y="0"/>
                </a:lnTo>
                <a:lnTo>
                  <a:pt x="0" y="0"/>
                </a:lnTo>
                <a:lnTo>
                  <a:pt x="0" y="192891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24179813-C7F8-4B89-9CB2-FAE028581C1C}"/>
              </a:ext>
            </a:extLst>
          </p:cNvPr>
          <p:cNvSpPr>
            <a:spLocks/>
          </p:cNvSpPr>
          <p:nvPr/>
        </p:nvSpPr>
        <p:spPr>
          <a:xfrm>
            <a:off x="4605611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95" name="text_2094">
            <a:extLst>
              <a:ext uri="{FF2B5EF4-FFF2-40B4-BE49-F238E27FC236}">
                <a16:creationId xmlns:a16="http://schemas.microsoft.com/office/drawing/2014/main" id="{3C3E9BBF-D27B-49F6-9242-2CA814BAA403}"/>
              </a:ext>
            </a:extLst>
          </p:cNvPr>
          <p:cNvSpPr>
            <a:spLocks/>
          </p:cNvSpPr>
          <p:nvPr/>
        </p:nvSpPr>
        <p:spPr>
          <a:xfrm>
            <a:off x="4245512" y="7066895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096" name="text_2095">
            <a:extLst>
              <a:ext uri="{FF2B5EF4-FFF2-40B4-BE49-F238E27FC236}">
                <a16:creationId xmlns:a16="http://schemas.microsoft.com/office/drawing/2014/main" id="{A7E851B1-90DD-4143-A5F8-B5C4570A6C92}"/>
              </a:ext>
            </a:extLst>
          </p:cNvPr>
          <p:cNvSpPr>
            <a:spLocks/>
          </p:cNvSpPr>
          <p:nvPr/>
        </p:nvSpPr>
        <p:spPr>
          <a:xfrm>
            <a:off x="4369558" y="7193817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C8CA8559-573C-4C06-A7D5-D6BC80DE8B0C}"/>
              </a:ext>
            </a:extLst>
          </p:cNvPr>
          <p:cNvSpPr>
            <a:spLocks/>
          </p:cNvSpPr>
          <p:nvPr/>
        </p:nvSpPr>
        <p:spPr>
          <a:xfrm>
            <a:off x="5643289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98" name="text_2097">
            <a:extLst>
              <a:ext uri="{FF2B5EF4-FFF2-40B4-BE49-F238E27FC236}">
                <a16:creationId xmlns:a16="http://schemas.microsoft.com/office/drawing/2014/main" id="{EF78BCC6-E90C-4C11-A95F-1BF9B525AA49}"/>
              </a:ext>
            </a:extLst>
          </p:cNvPr>
          <p:cNvSpPr>
            <a:spLocks/>
          </p:cNvSpPr>
          <p:nvPr/>
        </p:nvSpPr>
        <p:spPr>
          <a:xfrm>
            <a:off x="5283189" y="7066895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099" name="text_2098">
            <a:extLst>
              <a:ext uri="{FF2B5EF4-FFF2-40B4-BE49-F238E27FC236}">
                <a16:creationId xmlns:a16="http://schemas.microsoft.com/office/drawing/2014/main" id="{32D3ED01-F57F-45B4-B102-5C57EF56240D}"/>
              </a:ext>
            </a:extLst>
          </p:cNvPr>
          <p:cNvSpPr>
            <a:spLocks/>
          </p:cNvSpPr>
          <p:nvPr/>
        </p:nvSpPr>
        <p:spPr>
          <a:xfrm>
            <a:off x="5502383" y="7193817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88204723-E97B-41FB-917C-16D7DCC6ABC7}"/>
              </a:ext>
            </a:extLst>
          </p:cNvPr>
          <p:cNvSpPr>
            <a:spLocks/>
          </p:cNvSpPr>
          <p:nvPr/>
        </p:nvSpPr>
        <p:spPr>
          <a:xfrm>
            <a:off x="4188010" y="6930178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7A14C6F8-9A70-4F1F-9A4B-5F17220B5F30}"/>
              </a:ext>
            </a:extLst>
          </p:cNvPr>
          <p:cNvSpPr>
            <a:spLocks/>
          </p:cNvSpPr>
          <p:nvPr/>
        </p:nvSpPr>
        <p:spPr>
          <a:xfrm>
            <a:off x="4143674" y="69301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102" name="text_2101">
            <a:extLst>
              <a:ext uri="{FF2B5EF4-FFF2-40B4-BE49-F238E27FC236}">
                <a16:creationId xmlns:a16="http://schemas.microsoft.com/office/drawing/2014/main" id="{DE33ED8D-40B9-42F9-B0AC-2A1E2F8F3A4D}"/>
              </a:ext>
            </a:extLst>
          </p:cNvPr>
          <p:cNvSpPr>
            <a:spLocks/>
          </p:cNvSpPr>
          <p:nvPr/>
        </p:nvSpPr>
        <p:spPr>
          <a:xfrm>
            <a:off x="3919950" y="687272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7BA0AB80-9FA4-4566-B37C-BEB8899B3FA9}"/>
              </a:ext>
            </a:extLst>
          </p:cNvPr>
          <p:cNvSpPr>
            <a:spLocks/>
          </p:cNvSpPr>
          <p:nvPr/>
        </p:nvSpPr>
        <p:spPr>
          <a:xfrm>
            <a:off x="4188010" y="6020315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B4720101-7442-4575-A58D-2114ECB8139A}"/>
              </a:ext>
            </a:extLst>
          </p:cNvPr>
          <p:cNvSpPr>
            <a:spLocks/>
          </p:cNvSpPr>
          <p:nvPr/>
        </p:nvSpPr>
        <p:spPr>
          <a:xfrm>
            <a:off x="4143674" y="6020315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105" name="text_2104">
            <a:extLst>
              <a:ext uri="{FF2B5EF4-FFF2-40B4-BE49-F238E27FC236}">
                <a16:creationId xmlns:a16="http://schemas.microsoft.com/office/drawing/2014/main" id="{488E3189-B59C-4C7E-B89B-D8828246E9BE}"/>
              </a:ext>
            </a:extLst>
          </p:cNvPr>
          <p:cNvSpPr>
            <a:spLocks/>
          </p:cNvSpPr>
          <p:nvPr/>
        </p:nvSpPr>
        <p:spPr>
          <a:xfrm>
            <a:off x="3919950" y="596286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F2017A53-6396-4D3B-BF29-414B7E10DF46}"/>
              </a:ext>
            </a:extLst>
          </p:cNvPr>
          <p:cNvSpPr>
            <a:spLocks/>
          </p:cNvSpPr>
          <p:nvPr/>
        </p:nvSpPr>
        <p:spPr>
          <a:xfrm>
            <a:off x="4188010" y="5110451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7351F595-760E-49B1-871D-428D527297DF}"/>
              </a:ext>
            </a:extLst>
          </p:cNvPr>
          <p:cNvSpPr>
            <a:spLocks/>
          </p:cNvSpPr>
          <p:nvPr/>
        </p:nvSpPr>
        <p:spPr>
          <a:xfrm>
            <a:off x="4143674" y="511045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108" name="text_2107">
            <a:extLst>
              <a:ext uri="{FF2B5EF4-FFF2-40B4-BE49-F238E27FC236}">
                <a16:creationId xmlns:a16="http://schemas.microsoft.com/office/drawing/2014/main" id="{C96ADFA9-21D7-4BD2-BB45-96504ED74CD6}"/>
              </a:ext>
            </a:extLst>
          </p:cNvPr>
          <p:cNvSpPr>
            <a:spLocks/>
          </p:cNvSpPr>
          <p:nvPr/>
        </p:nvSpPr>
        <p:spPr>
          <a:xfrm>
            <a:off x="3919950" y="505300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109" name="text_2108">
            <a:extLst>
              <a:ext uri="{FF2B5EF4-FFF2-40B4-BE49-F238E27FC236}">
                <a16:creationId xmlns:a16="http://schemas.microsoft.com/office/drawing/2014/main" id="{581F5553-4C26-4123-BFF5-88BA34885C1C}"/>
              </a:ext>
            </a:extLst>
          </p:cNvPr>
          <p:cNvSpPr>
            <a:spLocks/>
          </p:cNvSpPr>
          <p:nvPr/>
        </p:nvSpPr>
        <p:spPr>
          <a:xfrm rot="-5400000">
            <a:off x="3650742" y="5881485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1026D17E-A845-42E4-A9E5-8160753C05A0}"/>
              </a:ext>
            </a:extLst>
          </p:cNvPr>
          <p:cNvSpPr>
            <a:spLocks/>
          </p:cNvSpPr>
          <p:nvPr/>
        </p:nvSpPr>
        <p:spPr>
          <a:xfrm>
            <a:off x="4258875" y="5110451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87288" y="1819727"/>
                </a:moveTo>
                <a:lnTo>
                  <a:pt x="0" y="1819727"/>
                </a:lnTo>
                <a:lnTo>
                  <a:pt x="954" y="1808354"/>
                </a:lnTo>
                <a:lnTo>
                  <a:pt x="3746" y="1796980"/>
                </a:lnTo>
                <a:lnTo>
                  <a:pt x="8173" y="1785607"/>
                </a:lnTo>
                <a:lnTo>
                  <a:pt x="13925" y="1774234"/>
                </a:lnTo>
                <a:lnTo>
                  <a:pt x="20617" y="1762860"/>
                </a:lnTo>
                <a:lnTo>
                  <a:pt x="27832" y="1751487"/>
                </a:lnTo>
                <a:lnTo>
                  <a:pt x="35163" y="1740114"/>
                </a:lnTo>
                <a:lnTo>
                  <a:pt x="42244" y="1728741"/>
                </a:lnTo>
                <a:lnTo>
                  <a:pt x="48784" y="1717367"/>
                </a:lnTo>
                <a:lnTo>
                  <a:pt x="54578" y="1705994"/>
                </a:lnTo>
                <a:lnTo>
                  <a:pt x="59507" y="1694621"/>
                </a:lnTo>
                <a:lnTo>
                  <a:pt x="63540" y="1683247"/>
                </a:lnTo>
                <a:lnTo>
                  <a:pt x="66714" y="1671874"/>
                </a:lnTo>
                <a:lnTo>
                  <a:pt x="69114" y="1660501"/>
                </a:lnTo>
                <a:lnTo>
                  <a:pt x="70860" y="1649127"/>
                </a:lnTo>
                <a:lnTo>
                  <a:pt x="72084" y="1637754"/>
                </a:lnTo>
                <a:lnTo>
                  <a:pt x="72917" y="1626381"/>
                </a:lnTo>
                <a:lnTo>
                  <a:pt x="73479" y="1615008"/>
                </a:lnTo>
                <a:lnTo>
                  <a:pt x="73870" y="1603634"/>
                </a:lnTo>
                <a:lnTo>
                  <a:pt x="74171" y="1592261"/>
                </a:lnTo>
                <a:lnTo>
                  <a:pt x="74442" y="1580888"/>
                </a:lnTo>
                <a:lnTo>
                  <a:pt x="74723" y="1569514"/>
                </a:lnTo>
                <a:lnTo>
                  <a:pt x="75043" y="1558141"/>
                </a:lnTo>
                <a:lnTo>
                  <a:pt x="75416" y="1546768"/>
                </a:lnTo>
                <a:lnTo>
                  <a:pt x="75849" y="1535395"/>
                </a:lnTo>
                <a:lnTo>
                  <a:pt x="76346" y="1524021"/>
                </a:lnTo>
                <a:lnTo>
                  <a:pt x="76904" y="1512648"/>
                </a:lnTo>
                <a:lnTo>
                  <a:pt x="77520" y="1501275"/>
                </a:lnTo>
                <a:lnTo>
                  <a:pt x="78187" y="1489901"/>
                </a:lnTo>
                <a:lnTo>
                  <a:pt x="78896" y="1478528"/>
                </a:lnTo>
                <a:lnTo>
                  <a:pt x="79635" y="1467155"/>
                </a:lnTo>
                <a:lnTo>
                  <a:pt x="80389" y="1455782"/>
                </a:lnTo>
                <a:lnTo>
                  <a:pt x="81143" y="1444408"/>
                </a:lnTo>
                <a:lnTo>
                  <a:pt x="81876" y="1433035"/>
                </a:lnTo>
                <a:lnTo>
                  <a:pt x="82572" y="1421662"/>
                </a:lnTo>
                <a:lnTo>
                  <a:pt x="83211" y="1410288"/>
                </a:lnTo>
                <a:lnTo>
                  <a:pt x="83776" y="1398915"/>
                </a:lnTo>
                <a:lnTo>
                  <a:pt x="84253" y="1387542"/>
                </a:lnTo>
                <a:lnTo>
                  <a:pt x="84631" y="1376168"/>
                </a:lnTo>
                <a:lnTo>
                  <a:pt x="84899" y="1364795"/>
                </a:lnTo>
                <a:lnTo>
                  <a:pt x="85054" y="1353422"/>
                </a:lnTo>
                <a:lnTo>
                  <a:pt x="85092" y="1342049"/>
                </a:lnTo>
                <a:lnTo>
                  <a:pt x="85016" y="1330675"/>
                </a:lnTo>
                <a:lnTo>
                  <a:pt x="84831" y="1319302"/>
                </a:lnTo>
                <a:lnTo>
                  <a:pt x="84548" y="1307929"/>
                </a:lnTo>
                <a:lnTo>
                  <a:pt x="84183" y="1296555"/>
                </a:lnTo>
                <a:lnTo>
                  <a:pt x="83758" y="1285182"/>
                </a:lnTo>
                <a:lnTo>
                  <a:pt x="83296" y="1273809"/>
                </a:lnTo>
                <a:lnTo>
                  <a:pt x="82829" y="1262436"/>
                </a:lnTo>
                <a:lnTo>
                  <a:pt x="82386" y="1251062"/>
                </a:lnTo>
                <a:lnTo>
                  <a:pt x="81997" y="1239689"/>
                </a:lnTo>
                <a:lnTo>
                  <a:pt x="81689" y="1228316"/>
                </a:lnTo>
                <a:lnTo>
                  <a:pt x="81480" y="1216942"/>
                </a:lnTo>
                <a:lnTo>
                  <a:pt x="81385" y="1205569"/>
                </a:lnTo>
                <a:lnTo>
                  <a:pt x="81406" y="1194196"/>
                </a:lnTo>
                <a:lnTo>
                  <a:pt x="81539" y="1182822"/>
                </a:lnTo>
                <a:lnTo>
                  <a:pt x="81772" y="1171449"/>
                </a:lnTo>
                <a:lnTo>
                  <a:pt x="82090" y="1160076"/>
                </a:lnTo>
                <a:lnTo>
                  <a:pt x="82474" y="1148703"/>
                </a:lnTo>
                <a:lnTo>
                  <a:pt x="82903" y="1137329"/>
                </a:lnTo>
                <a:lnTo>
                  <a:pt x="83361" y="1125956"/>
                </a:lnTo>
                <a:lnTo>
                  <a:pt x="83832" y="1114583"/>
                </a:lnTo>
                <a:lnTo>
                  <a:pt x="84303" y="1103209"/>
                </a:lnTo>
                <a:lnTo>
                  <a:pt x="84765" y="1091836"/>
                </a:lnTo>
                <a:lnTo>
                  <a:pt x="85210" y="1080463"/>
                </a:lnTo>
                <a:lnTo>
                  <a:pt x="85632" y="1069090"/>
                </a:lnTo>
                <a:lnTo>
                  <a:pt x="86023" y="1057716"/>
                </a:lnTo>
                <a:lnTo>
                  <a:pt x="86380" y="1046343"/>
                </a:lnTo>
                <a:lnTo>
                  <a:pt x="86698" y="1034970"/>
                </a:lnTo>
                <a:lnTo>
                  <a:pt x="86972" y="1023596"/>
                </a:lnTo>
                <a:lnTo>
                  <a:pt x="87203" y="1012223"/>
                </a:lnTo>
                <a:lnTo>
                  <a:pt x="87390" y="1000850"/>
                </a:lnTo>
                <a:lnTo>
                  <a:pt x="87536" y="989476"/>
                </a:lnTo>
                <a:lnTo>
                  <a:pt x="87645" y="978103"/>
                </a:lnTo>
                <a:lnTo>
                  <a:pt x="87724" y="966730"/>
                </a:lnTo>
                <a:lnTo>
                  <a:pt x="87778" y="955357"/>
                </a:lnTo>
                <a:lnTo>
                  <a:pt x="87814" y="943983"/>
                </a:lnTo>
                <a:lnTo>
                  <a:pt x="87837" y="932610"/>
                </a:lnTo>
                <a:lnTo>
                  <a:pt x="87852" y="921237"/>
                </a:lnTo>
                <a:lnTo>
                  <a:pt x="87862" y="909863"/>
                </a:lnTo>
                <a:lnTo>
                  <a:pt x="87869" y="898490"/>
                </a:lnTo>
                <a:lnTo>
                  <a:pt x="87875" y="887117"/>
                </a:lnTo>
                <a:lnTo>
                  <a:pt x="87882" y="875744"/>
                </a:lnTo>
                <a:lnTo>
                  <a:pt x="87893" y="864370"/>
                </a:lnTo>
                <a:lnTo>
                  <a:pt x="87912" y="852997"/>
                </a:lnTo>
                <a:lnTo>
                  <a:pt x="87944" y="841624"/>
                </a:lnTo>
                <a:lnTo>
                  <a:pt x="87994" y="830250"/>
                </a:lnTo>
                <a:lnTo>
                  <a:pt x="88068" y="818877"/>
                </a:lnTo>
                <a:lnTo>
                  <a:pt x="88171" y="807504"/>
                </a:lnTo>
                <a:lnTo>
                  <a:pt x="88306" y="796131"/>
                </a:lnTo>
                <a:lnTo>
                  <a:pt x="88476" y="784757"/>
                </a:lnTo>
                <a:lnTo>
                  <a:pt x="88679" y="773384"/>
                </a:lnTo>
                <a:lnTo>
                  <a:pt x="88911" y="762011"/>
                </a:lnTo>
                <a:lnTo>
                  <a:pt x="89163" y="750637"/>
                </a:lnTo>
                <a:lnTo>
                  <a:pt x="89428" y="739264"/>
                </a:lnTo>
                <a:lnTo>
                  <a:pt x="89691" y="727891"/>
                </a:lnTo>
                <a:lnTo>
                  <a:pt x="89943" y="716517"/>
                </a:lnTo>
                <a:lnTo>
                  <a:pt x="90170" y="705144"/>
                </a:lnTo>
                <a:lnTo>
                  <a:pt x="90361" y="693771"/>
                </a:lnTo>
                <a:lnTo>
                  <a:pt x="90508" y="682398"/>
                </a:lnTo>
                <a:lnTo>
                  <a:pt x="90604" y="671024"/>
                </a:lnTo>
                <a:lnTo>
                  <a:pt x="90648" y="659651"/>
                </a:lnTo>
                <a:lnTo>
                  <a:pt x="90641" y="648278"/>
                </a:lnTo>
                <a:lnTo>
                  <a:pt x="90586" y="636904"/>
                </a:lnTo>
                <a:lnTo>
                  <a:pt x="90491" y="625531"/>
                </a:lnTo>
                <a:lnTo>
                  <a:pt x="90365" y="614158"/>
                </a:lnTo>
                <a:lnTo>
                  <a:pt x="90221" y="602785"/>
                </a:lnTo>
                <a:lnTo>
                  <a:pt x="90070" y="591411"/>
                </a:lnTo>
                <a:lnTo>
                  <a:pt x="89924" y="580038"/>
                </a:lnTo>
                <a:lnTo>
                  <a:pt x="89793" y="568665"/>
                </a:lnTo>
                <a:lnTo>
                  <a:pt x="89688" y="557291"/>
                </a:lnTo>
                <a:lnTo>
                  <a:pt x="89614" y="545918"/>
                </a:lnTo>
                <a:lnTo>
                  <a:pt x="89577" y="534545"/>
                </a:lnTo>
                <a:lnTo>
                  <a:pt x="89577" y="523171"/>
                </a:lnTo>
                <a:lnTo>
                  <a:pt x="89616" y="511798"/>
                </a:lnTo>
                <a:lnTo>
                  <a:pt x="89689" y="500425"/>
                </a:lnTo>
                <a:lnTo>
                  <a:pt x="89792" y="489052"/>
                </a:lnTo>
                <a:lnTo>
                  <a:pt x="89919" y="477678"/>
                </a:lnTo>
                <a:lnTo>
                  <a:pt x="90066" y="466305"/>
                </a:lnTo>
                <a:lnTo>
                  <a:pt x="90225" y="454932"/>
                </a:lnTo>
                <a:lnTo>
                  <a:pt x="90391" y="443558"/>
                </a:lnTo>
                <a:lnTo>
                  <a:pt x="90562" y="432185"/>
                </a:lnTo>
                <a:lnTo>
                  <a:pt x="90735" y="420812"/>
                </a:lnTo>
                <a:lnTo>
                  <a:pt x="90908" y="409439"/>
                </a:lnTo>
                <a:lnTo>
                  <a:pt x="91081" y="398065"/>
                </a:lnTo>
                <a:lnTo>
                  <a:pt x="91255" y="386692"/>
                </a:lnTo>
                <a:lnTo>
                  <a:pt x="91432" y="375319"/>
                </a:lnTo>
                <a:lnTo>
                  <a:pt x="91610" y="363945"/>
                </a:lnTo>
                <a:lnTo>
                  <a:pt x="91792" y="352572"/>
                </a:lnTo>
                <a:lnTo>
                  <a:pt x="91976" y="341199"/>
                </a:lnTo>
                <a:lnTo>
                  <a:pt x="92160" y="329825"/>
                </a:lnTo>
                <a:lnTo>
                  <a:pt x="92342" y="318452"/>
                </a:lnTo>
                <a:lnTo>
                  <a:pt x="92518" y="307079"/>
                </a:lnTo>
                <a:lnTo>
                  <a:pt x="92686" y="295706"/>
                </a:lnTo>
                <a:lnTo>
                  <a:pt x="92841" y="284332"/>
                </a:lnTo>
                <a:lnTo>
                  <a:pt x="92980" y="272959"/>
                </a:lnTo>
                <a:lnTo>
                  <a:pt x="93098" y="261586"/>
                </a:lnTo>
                <a:lnTo>
                  <a:pt x="93193" y="250212"/>
                </a:lnTo>
                <a:lnTo>
                  <a:pt x="93261" y="238839"/>
                </a:lnTo>
                <a:lnTo>
                  <a:pt x="93297" y="227466"/>
                </a:lnTo>
                <a:lnTo>
                  <a:pt x="93296" y="216093"/>
                </a:lnTo>
                <a:lnTo>
                  <a:pt x="93249" y="204719"/>
                </a:lnTo>
                <a:lnTo>
                  <a:pt x="93149" y="193346"/>
                </a:lnTo>
                <a:lnTo>
                  <a:pt x="92982" y="181973"/>
                </a:lnTo>
                <a:lnTo>
                  <a:pt x="92735" y="170599"/>
                </a:lnTo>
                <a:lnTo>
                  <a:pt x="92394" y="159226"/>
                </a:lnTo>
                <a:lnTo>
                  <a:pt x="91942" y="147853"/>
                </a:lnTo>
                <a:lnTo>
                  <a:pt x="91367" y="136480"/>
                </a:lnTo>
                <a:lnTo>
                  <a:pt x="90662" y="125106"/>
                </a:lnTo>
                <a:lnTo>
                  <a:pt x="89823" y="113733"/>
                </a:lnTo>
                <a:lnTo>
                  <a:pt x="88861" y="102360"/>
                </a:lnTo>
                <a:lnTo>
                  <a:pt x="87795" y="90986"/>
                </a:lnTo>
                <a:lnTo>
                  <a:pt x="86657" y="79613"/>
                </a:lnTo>
                <a:lnTo>
                  <a:pt x="85494" y="68240"/>
                </a:lnTo>
                <a:lnTo>
                  <a:pt x="84359" y="56866"/>
                </a:lnTo>
                <a:lnTo>
                  <a:pt x="83314" y="45493"/>
                </a:lnTo>
                <a:lnTo>
                  <a:pt x="82420" y="34120"/>
                </a:lnTo>
                <a:lnTo>
                  <a:pt x="81735" y="22747"/>
                </a:lnTo>
                <a:lnTo>
                  <a:pt x="81304" y="11373"/>
                </a:lnTo>
                <a:lnTo>
                  <a:pt x="81157" y="0"/>
                </a:lnTo>
                <a:lnTo>
                  <a:pt x="106131" y="0"/>
                </a:lnTo>
                <a:lnTo>
                  <a:pt x="106131" y="0"/>
                </a:lnTo>
                <a:lnTo>
                  <a:pt x="105984" y="11373"/>
                </a:lnTo>
                <a:lnTo>
                  <a:pt x="105553" y="22747"/>
                </a:lnTo>
                <a:lnTo>
                  <a:pt x="104868" y="34120"/>
                </a:lnTo>
                <a:lnTo>
                  <a:pt x="103974" y="45493"/>
                </a:lnTo>
                <a:lnTo>
                  <a:pt x="102929" y="56866"/>
                </a:lnTo>
                <a:lnTo>
                  <a:pt x="101794" y="68240"/>
                </a:lnTo>
                <a:lnTo>
                  <a:pt x="100631" y="79613"/>
                </a:lnTo>
                <a:lnTo>
                  <a:pt x="99493" y="90986"/>
                </a:lnTo>
                <a:lnTo>
                  <a:pt x="98427" y="102360"/>
                </a:lnTo>
                <a:lnTo>
                  <a:pt x="97465" y="113733"/>
                </a:lnTo>
                <a:lnTo>
                  <a:pt x="96626" y="125106"/>
                </a:lnTo>
                <a:lnTo>
                  <a:pt x="95921" y="136480"/>
                </a:lnTo>
                <a:lnTo>
                  <a:pt x="95346" y="147853"/>
                </a:lnTo>
                <a:lnTo>
                  <a:pt x="94895" y="159226"/>
                </a:lnTo>
                <a:lnTo>
                  <a:pt x="94553" y="170599"/>
                </a:lnTo>
                <a:lnTo>
                  <a:pt x="94306" y="181973"/>
                </a:lnTo>
                <a:lnTo>
                  <a:pt x="94139" y="193346"/>
                </a:lnTo>
                <a:lnTo>
                  <a:pt x="94039" y="204719"/>
                </a:lnTo>
                <a:lnTo>
                  <a:pt x="93993" y="216093"/>
                </a:lnTo>
                <a:lnTo>
                  <a:pt x="93991" y="227466"/>
                </a:lnTo>
                <a:lnTo>
                  <a:pt x="94027" y="238839"/>
                </a:lnTo>
                <a:lnTo>
                  <a:pt x="94095" y="250212"/>
                </a:lnTo>
                <a:lnTo>
                  <a:pt x="94190" y="261586"/>
                </a:lnTo>
                <a:lnTo>
                  <a:pt x="94309" y="272959"/>
                </a:lnTo>
                <a:lnTo>
                  <a:pt x="94447" y="284332"/>
                </a:lnTo>
                <a:lnTo>
                  <a:pt x="94602" y="295706"/>
                </a:lnTo>
                <a:lnTo>
                  <a:pt x="94770" y="307079"/>
                </a:lnTo>
                <a:lnTo>
                  <a:pt x="94947" y="318452"/>
                </a:lnTo>
                <a:lnTo>
                  <a:pt x="95129" y="329825"/>
                </a:lnTo>
                <a:lnTo>
                  <a:pt x="95313" y="341199"/>
                </a:lnTo>
                <a:lnTo>
                  <a:pt x="95496" y="352572"/>
                </a:lnTo>
                <a:lnTo>
                  <a:pt x="95678" y="363945"/>
                </a:lnTo>
                <a:lnTo>
                  <a:pt x="95856" y="375319"/>
                </a:lnTo>
                <a:lnTo>
                  <a:pt x="96033" y="386692"/>
                </a:lnTo>
                <a:lnTo>
                  <a:pt x="96207" y="398065"/>
                </a:lnTo>
                <a:lnTo>
                  <a:pt x="96380" y="409439"/>
                </a:lnTo>
                <a:lnTo>
                  <a:pt x="96553" y="420812"/>
                </a:lnTo>
                <a:lnTo>
                  <a:pt x="96726" y="432185"/>
                </a:lnTo>
                <a:lnTo>
                  <a:pt x="96897" y="443558"/>
                </a:lnTo>
                <a:lnTo>
                  <a:pt x="97064" y="454932"/>
                </a:lnTo>
                <a:lnTo>
                  <a:pt x="97223" y="466305"/>
                </a:lnTo>
                <a:lnTo>
                  <a:pt x="97369" y="477678"/>
                </a:lnTo>
                <a:lnTo>
                  <a:pt x="97496" y="489052"/>
                </a:lnTo>
                <a:lnTo>
                  <a:pt x="97599" y="500425"/>
                </a:lnTo>
                <a:lnTo>
                  <a:pt x="97672" y="511798"/>
                </a:lnTo>
                <a:lnTo>
                  <a:pt x="97711" y="523171"/>
                </a:lnTo>
                <a:lnTo>
                  <a:pt x="97711" y="534545"/>
                </a:lnTo>
                <a:lnTo>
                  <a:pt x="97674" y="545918"/>
                </a:lnTo>
                <a:lnTo>
                  <a:pt x="97600" y="557291"/>
                </a:lnTo>
                <a:lnTo>
                  <a:pt x="97495" y="568665"/>
                </a:lnTo>
                <a:lnTo>
                  <a:pt x="97364" y="580038"/>
                </a:lnTo>
                <a:lnTo>
                  <a:pt x="97218" y="591411"/>
                </a:lnTo>
                <a:lnTo>
                  <a:pt x="97067" y="602785"/>
                </a:lnTo>
                <a:lnTo>
                  <a:pt x="96923" y="614158"/>
                </a:lnTo>
                <a:lnTo>
                  <a:pt x="96797" y="625531"/>
                </a:lnTo>
                <a:lnTo>
                  <a:pt x="96702" y="636904"/>
                </a:lnTo>
                <a:lnTo>
                  <a:pt x="96647" y="648278"/>
                </a:lnTo>
                <a:lnTo>
                  <a:pt x="96640" y="659651"/>
                </a:lnTo>
                <a:lnTo>
                  <a:pt x="96684" y="671024"/>
                </a:lnTo>
                <a:lnTo>
                  <a:pt x="96781" y="682398"/>
                </a:lnTo>
                <a:lnTo>
                  <a:pt x="96927" y="693771"/>
                </a:lnTo>
                <a:lnTo>
                  <a:pt x="97119" y="705144"/>
                </a:lnTo>
                <a:lnTo>
                  <a:pt x="97345" y="716517"/>
                </a:lnTo>
                <a:lnTo>
                  <a:pt x="97597" y="727891"/>
                </a:lnTo>
                <a:lnTo>
                  <a:pt x="97861" y="739264"/>
                </a:lnTo>
                <a:lnTo>
                  <a:pt x="98125" y="750637"/>
                </a:lnTo>
                <a:lnTo>
                  <a:pt x="98377" y="762011"/>
                </a:lnTo>
                <a:lnTo>
                  <a:pt x="98609" y="773384"/>
                </a:lnTo>
                <a:lnTo>
                  <a:pt x="98812" y="784757"/>
                </a:lnTo>
                <a:lnTo>
                  <a:pt x="98982" y="796131"/>
                </a:lnTo>
                <a:lnTo>
                  <a:pt x="99117" y="807504"/>
                </a:lnTo>
                <a:lnTo>
                  <a:pt x="99220" y="818877"/>
                </a:lnTo>
                <a:lnTo>
                  <a:pt x="99294" y="830250"/>
                </a:lnTo>
                <a:lnTo>
                  <a:pt x="99344" y="841624"/>
                </a:lnTo>
                <a:lnTo>
                  <a:pt x="99376" y="852997"/>
                </a:lnTo>
                <a:lnTo>
                  <a:pt x="99395" y="864370"/>
                </a:lnTo>
                <a:lnTo>
                  <a:pt x="99406" y="875744"/>
                </a:lnTo>
                <a:lnTo>
                  <a:pt x="99413" y="887117"/>
                </a:lnTo>
                <a:lnTo>
                  <a:pt x="99419" y="898490"/>
                </a:lnTo>
                <a:lnTo>
                  <a:pt x="99426" y="909863"/>
                </a:lnTo>
                <a:lnTo>
                  <a:pt x="99436" y="921237"/>
                </a:lnTo>
                <a:lnTo>
                  <a:pt x="99451" y="932610"/>
                </a:lnTo>
                <a:lnTo>
                  <a:pt x="99474" y="943983"/>
                </a:lnTo>
                <a:lnTo>
                  <a:pt x="99510" y="955357"/>
                </a:lnTo>
                <a:lnTo>
                  <a:pt x="99564" y="966730"/>
                </a:lnTo>
                <a:lnTo>
                  <a:pt x="99643" y="978103"/>
                </a:lnTo>
                <a:lnTo>
                  <a:pt x="99752" y="989476"/>
                </a:lnTo>
                <a:lnTo>
                  <a:pt x="99898" y="1000850"/>
                </a:lnTo>
                <a:lnTo>
                  <a:pt x="100085" y="1012223"/>
                </a:lnTo>
                <a:lnTo>
                  <a:pt x="100316" y="1023596"/>
                </a:lnTo>
                <a:lnTo>
                  <a:pt x="100591" y="1034970"/>
                </a:lnTo>
                <a:lnTo>
                  <a:pt x="100908" y="1046343"/>
                </a:lnTo>
                <a:lnTo>
                  <a:pt x="101265" y="1057716"/>
                </a:lnTo>
                <a:lnTo>
                  <a:pt x="101656" y="1069090"/>
                </a:lnTo>
                <a:lnTo>
                  <a:pt x="102078" y="1080463"/>
                </a:lnTo>
                <a:lnTo>
                  <a:pt x="102523" y="1091836"/>
                </a:lnTo>
                <a:lnTo>
                  <a:pt x="102985" y="1103209"/>
                </a:lnTo>
                <a:lnTo>
                  <a:pt x="103456" y="1114583"/>
                </a:lnTo>
                <a:lnTo>
                  <a:pt x="103927" y="1125956"/>
                </a:lnTo>
                <a:lnTo>
                  <a:pt x="104385" y="1137329"/>
                </a:lnTo>
                <a:lnTo>
                  <a:pt x="104814" y="1148703"/>
                </a:lnTo>
                <a:lnTo>
                  <a:pt x="105198" y="1160076"/>
                </a:lnTo>
                <a:lnTo>
                  <a:pt x="105516" y="1171449"/>
                </a:lnTo>
                <a:lnTo>
                  <a:pt x="105750" y="1182822"/>
                </a:lnTo>
                <a:lnTo>
                  <a:pt x="105883" y="1194196"/>
                </a:lnTo>
                <a:lnTo>
                  <a:pt x="105903" y="1205569"/>
                </a:lnTo>
                <a:lnTo>
                  <a:pt x="105808" y="1216942"/>
                </a:lnTo>
                <a:lnTo>
                  <a:pt x="105599" y="1228316"/>
                </a:lnTo>
                <a:lnTo>
                  <a:pt x="105291" y="1239689"/>
                </a:lnTo>
                <a:lnTo>
                  <a:pt x="104902" y="1251062"/>
                </a:lnTo>
                <a:lnTo>
                  <a:pt x="104459" y="1262436"/>
                </a:lnTo>
                <a:lnTo>
                  <a:pt x="103992" y="1273809"/>
                </a:lnTo>
                <a:lnTo>
                  <a:pt x="103530" y="1285182"/>
                </a:lnTo>
                <a:lnTo>
                  <a:pt x="103105" y="1296555"/>
                </a:lnTo>
                <a:lnTo>
                  <a:pt x="102740" y="1307929"/>
                </a:lnTo>
                <a:lnTo>
                  <a:pt x="102457" y="1319302"/>
                </a:lnTo>
                <a:lnTo>
                  <a:pt x="102272" y="1330675"/>
                </a:lnTo>
                <a:lnTo>
                  <a:pt x="102196" y="1342049"/>
                </a:lnTo>
                <a:lnTo>
                  <a:pt x="102234" y="1353422"/>
                </a:lnTo>
                <a:lnTo>
                  <a:pt x="102389" y="1364795"/>
                </a:lnTo>
                <a:lnTo>
                  <a:pt x="102657" y="1376168"/>
                </a:lnTo>
                <a:lnTo>
                  <a:pt x="103035" y="1387542"/>
                </a:lnTo>
                <a:lnTo>
                  <a:pt x="103512" y="1398915"/>
                </a:lnTo>
                <a:lnTo>
                  <a:pt x="104078" y="1410288"/>
                </a:lnTo>
                <a:lnTo>
                  <a:pt x="104716" y="1421662"/>
                </a:lnTo>
                <a:lnTo>
                  <a:pt x="105412" y="1433035"/>
                </a:lnTo>
                <a:lnTo>
                  <a:pt x="106146" y="1444408"/>
                </a:lnTo>
                <a:lnTo>
                  <a:pt x="106899" y="1455782"/>
                </a:lnTo>
                <a:lnTo>
                  <a:pt x="107653" y="1467155"/>
                </a:lnTo>
                <a:lnTo>
                  <a:pt x="108392" y="1478528"/>
                </a:lnTo>
                <a:lnTo>
                  <a:pt x="109101" y="1489901"/>
                </a:lnTo>
                <a:lnTo>
                  <a:pt x="109768" y="1501275"/>
                </a:lnTo>
                <a:lnTo>
                  <a:pt x="110384" y="1512648"/>
                </a:lnTo>
                <a:lnTo>
                  <a:pt x="110943" y="1524021"/>
                </a:lnTo>
                <a:lnTo>
                  <a:pt x="111439" y="1535395"/>
                </a:lnTo>
                <a:lnTo>
                  <a:pt x="111872" y="1546768"/>
                </a:lnTo>
                <a:lnTo>
                  <a:pt x="112245" y="1558141"/>
                </a:lnTo>
                <a:lnTo>
                  <a:pt x="112565" y="1569514"/>
                </a:lnTo>
                <a:lnTo>
                  <a:pt x="112846" y="1580888"/>
                </a:lnTo>
                <a:lnTo>
                  <a:pt x="113117" y="1592261"/>
                </a:lnTo>
                <a:lnTo>
                  <a:pt x="113418" y="1603634"/>
                </a:lnTo>
                <a:lnTo>
                  <a:pt x="113809" y="1615008"/>
                </a:lnTo>
                <a:lnTo>
                  <a:pt x="114371" y="1626381"/>
                </a:lnTo>
                <a:lnTo>
                  <a:pt x="115204" y="1637754"/>
                </a:lnTo>
                <a:lnTo>
                  <a:pt x="116428" y="1649127"/>
                </a:lnTo>
                <a:lnTo>
                  <a:pt x="118174" y="1660501"/>
                </a:lnTo>
                <a:lnTo>
                  <a:pt x="120574" y="1671874"/>
                </a:lnTo>
                <a:lnTo>
                  <a:pt x="123748" y="1683247"/>
                </a:lnTo>
                <a:lnTo>
                  <a:pt x="127781" y="1694621"/>
                </a:lnTo>
                <a:lnTo>
                  <a:pt x="132711" y="1705994"/>
                </a:lnTo>
                <a:lnTo>
                  <a:pt x="138504" y="1717367"/>
                </a:lnTo>
                <a:lnTo>
                  <a:pt x="145044" y="1728741"/>
                </a:lnTo>
                <a:lnTo>
                  <a:pt x="152125" y="1740114"/>
                </a:lnTo>
                <a:lnTo>
                  <a:pt x="159456" y="1751487"/>
                </a:lnTo>
                <a:lnTo>
                  <a:pt x="166671" y="1762860"/>
                </a:lnTo>
                <a:lnTo>
                  <a:pt x="173364" y="1774234"/>
                </a:lnTo>
                <a:lnTo>
                  <a:pt x="179115" y="1785607"/>
                </a:lnTo>
                <a:lnTo>
                  <a:pt x="183543" y="1796980"/>
                </a:lnTo>
                <a:lnTo>
                  <a:pt x="186334" y="1808354"/>
                </a:lnTo>
                <a:lnTo>
                  <a:pt x="187288" y="1819727"/>
                </a:lnTo>
                <a:lnTo>
                  <a:pt x="187288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42E5233C-72FF-4D88-9D0B-1E1C43B9369F}"/>
              </a:ext>
            </a:extLst>
          </p:cNvPr>
          <p:cNvSpPr>
            <a:spLocks/>
          </p:cNvSpPr>
          <p:nvPr/>
        </p:nvSpPr>
        <p:spPr>
          <a:xfrm>
            <a:off x="4511967" y="5110451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87288" y="1819727"/>
                </a:moveTo>
                <a:lnTo>
                  <a:pt x="0" y="1819727"/>
                </a:lnTo>
                <a:lnTo>
                  <a:pt x="1067" y="1808354"/>
                </a:lnTo>
                <a:lnTo>
                  <a:pt x="4194" y="1796980"/>
                </a:lnTo>
                <a:lnTo>
                  <a:pt x="9168" y="1785607"/>
                </a:lnTo>
                <a:lnTo>
                  <a:pt x="15662" y="1774234"/>
                </a:lnTo>
                <a:lnTo>
                  <a:pt x="23269" y="1762860"/>
                </a:lnTo>
                <a:lnTo>
                  <a:pt x="31542" y="1751487"/>
                </a:lnTo>
                <a:lnTo>
                  <a:pt x="40041" y="1740114"/>
                </a:lnTo>
                <a:lnTo>
                  <a:pt x="48365" y="1728741"/>
                </a:lnTo>
                <a:lnTo>
                  <a:pt x="56184" y="1717367"/>
                </a:lnTo>
                <a:lnTo>
                  <a:pt x="63256" y="1705994"/>
                </a:lnTo>
                <a:lnTo>
                  <a:pt x="69429" y="1694621"/>
                </a:lnTo>
                <a:lnTo>
                  <a:pt x="74638" y="1683247"/>
                </a:lnTo>
                <a:lnTo>
                  <a:pt x="78892" y="1671874"/>
                </a:lnTo>
                <a:lnTo>
                  <a:pt x="82255" y="1660501"/>
                </a:lnTo>
                <a:lnTo>
                  <a:pt x="84829" y="1649127"/>
                </a:lnTo>
                <a:lnTo>
                  <a:pt x="86735" y="1637754"/>
                </a:lnTo>
                <a:lnTo>
                  <a:pt x="88099" y="1626381"/>
                </a:lnTo>
                <a:lnTo>
                  <a:pt x="89038" y="1615008"/>
                </a:lnTo>
                <a:lnTo>
                  <a:pt x="89657" y="1603634"/>
                </a:lnTo>
                <a:lnTo>
                  <a:pt x="90042" y="1592261"/>
                </a:lnTo>
                <a:lnTo>
                  <a:pt x="90261" y="1580888"/>
                </a:lnTo>
                <a:lnTo>
                  <a:pt x="90365" y="1569514"/>
                </a:lnTo>
                <a:lnTo>
                  <a:pt x="90389" y="1558141"/>
                </a:lnTo>
                <a:lnTo>
                  <a:pt x="90360" y="1546768"/>
                </a:lnTo>
                <a:lnTo>
                  <a:pt x="90291" y="1535395"/>
                </a:lnTo>
                <a:lnTo>
                  <a:pt x="90193" y="1524021"/>
                </a:lnTo>
                <a:lnTo>
                  <a:pt x="90072" y="1512648"/>
                </a:lnTo>
                <a:lnTo>
                  <a:pt x="89931" y="1501275"/>
                </a:lnTo>
                <a:lnTo>
                  <a:pt x="89773" y="1489901"/>
                </a:lnTo>
                <a:lnTo>
                  <a:pt x="89602" y="1478528"/>
                </a:lnTo>
                <a:lnTo>
                  <a:pt x="89422" y="1467155"/>
                </a:lnTo>
                <a:lnTo>
                  <a:pt x="89239" y="1455782"/>
                </a:lnTo>
                <a:lnTo>
                  <a:pt x="89060" y="1444408"/>
                </a:lnTo>
                <a:lnTo>
                  <a:pt x="88893" y="1433035"/>
                </a:lnTo>
                <a:lnTo>
                  <a:pt x="88745" y="1421662"/>
                </a:lnTo>
                <a:lnTo>
                  <a:pt x="88625" y="1410288"/>
                </a:lnTo>
                <a:lnTo>
                  <a:pt x="88537" y="1398915"/>
                </a:lnTo>
                <a:lnTo>
                  <a:pt x="88484" y="1387542"/>
                </a:lnTo>
                <a:lnTo>
                  <a:pt x="88464" y="1376168"/>
                </a:lnTo>
                <a:lnTo>
                  <a:pt x="88471" y="1364795"/>
                </a:lnTo>
                <a:lnTo>
                  <a:pt x="88497" y="1353422"/>
                </a:lnTo>
                <a:lnTo>
                  <a:pt x="88529" y="1342049"/>
                </a:lnTo>
                <a:lnTo>
                  <a:pt x="88555" y="1330675"/>
                </a:lnTo>
                <a:lnTo>
                  <a:pt x="88560" y="1319302"/>
                </a:lnTo>
                <a:lnTo>
                  <a:pt x="88534" y="1307929"/>
                </a:lnTo>
                <a:lnTo>
                  <a:pt x="88470" y="1296555"/>
                </a:lnTo>
                <a:lnTo>
                  <a:pt x="88367" y="1285182"/>
                </a:lnTo>
                <a:lnTo>
                  <a:pt x="88226" y="1273809"/>
                </a:lnTo>
                <a:lnTo>
                  <a:pt x="88057" y="1262436"/>
                </a:lnTo>
                <a:lnTo>
                  <a:pt x="87870" y="1251062"/>
                </a:lnTo>
                <a:lnTo>
                  <a:pt x="87679" y="1239689"/>
                </a:lnTo>
                <a:lnTo>
                  <a:pt x="87496" y="1228316"/>
                </a:lnTo>
                <a:lnTo>
                  <a:pt x="87332" y="1216942"/>
                </a:lnTo>
                <a:lnTo>
                  <a:pt x="87195" y="1205569"/>
                </a:lnTo>
                <a:lnTo>
                  <a:pt x="87087" y="1194196"/>
                </a:lnTo>
                <a:lnTo>
                  <a:pt x="87007" y="1182822"/>
                </a:lnTo>
                <a:lnTo>
                  <a:pt x="86952" y="1171449"/>
                </a:lnTo>
                <a:lnTo>
                  <a:pt x="86914" y="1160076"/>
                </a:lnTo>
                <a:lnTo>
                  <a:pt x="86885" y="1148703"/>
                </a:lnTo>
                <a:lnTo>
                  <a:pt x="86856" y="1137329"/>
                </a:lnTo>
                <a:lnTo>
                  <a:pt x="86819" y="1125956"/>
                </a:lnTo>
                <a:lnTo>
                  <a:pt x="86760" y="1114583"/>
                </a:lnTo>
                <a:lnTo>
                  <a:pt x="86668" y="1103209"/>
                </a:lnTo>
                <a:lnTo>
                  <a:pt x="86525" y="1091836"/>
                </a:lnTo>
                <a:lnTo>
                  <a:pt x="86309" y="1080463"/>
                </a:lnTo>
                <a:lnTo>
                  <a:pt x="85995" y="1069090"/>
                </a:lnTo>
                <a:lnTo>
                  <a:pt x="85553" y="1057716"/>
                </a:lnTo>
                <a:lnTo>
                  <a:pt x="84954" y="1046343"/>
                </a:lnTo>
                <a:lnTo>
                  <a:pt x="84172" y="1034970"/>
                </a:lnTo>
                <a:lnTo>
                  <a:pt x="83191" y="1023596"/>
                </a:lnTo>
                <a:lnTo>
                  <a:pt x="82008" y="1012223"/>
                </a:lnTo>
                <a:lnTo>
                  <a:pt x="80639" y="1000850"/>
                </a:lnTo>
                <a:lnTo>
                  <a:pt x="79121" y="989476"/>
                </a:lnTo>
                <a:lnTo>
                  <a:pt x="77511" y="978103"/>
                </a:lnTo>
                <a:lnTo>
                  <a:pt x="75885" y="966730"/>
                </a:lnTo>
                <a:lnTo>
                  <a:pt x="74334" y="955357"/>
                </a:lnTo>
                <a:lnTo>
                  <a:pt x="72953" y="943983"/>
                </a:lnTo>
                <a:lnTo>
                  <a:pt x="71830" y="932610"/>
                </a:lnTo>
                <a:lnTo>
                  <a:pt x="71044" y="921237"/>
                </a:lnTo>
                <a:lnTo>
                  <a:pt x="70648" y="909863"/>
                </a:lnTo>
                <a:lnTo>
                  <a:pt x="70669" y="898490"/>
                </a:lnTo>
                <a:lnTo>
                  <a:pt x="71104" y="887117"/>
                </a:lnTo>
                <a:lnTo>
                  <a:pt x="71920" y="875744"/>
                </a:lnTo>
                <a:lnTo>
                  <a:pt x="73059" y="864370"/>
                </a:lnTo>
                <a:lnTo>
                  <a:pt x="74448" y="852997"/>
                </a:lnTo>
                <a:lnTo>
                  <a:pt x="76004" y="841624"/>
                </a:lnTo>
                <a:lnTo>
                  <a:pt x="77642" y="830250"/>
                </a:lnTo>
                <a:lnTo>
                  <a:pt x="79285" y="818877"/>
                </a:lnTo>
                <a:lnTo>
                  <a:pt x="80866" y="807504"/>
                </a:lnTo>
                <a:lnTo>
                  <a:pt x="82332" y="796131"/>
                </a:lnTo>
                <a:lnTo>
                  <a:pt x="83647" y="784757"/>
                </a:lnTo>
                <a:lnTo>
                  <a:pt x="84785" y="773384"/>
                </a:lnTo>
                <a:lnTo>
                  <a:pt x="85734" y="762011"/>
                </a:lnTo>
                <a:lnTo>
                  <a:pt x="86487" y="750637"/>
                </a:lnTo>
                <a:lnTo>
                  <a:pt x="87048" y="739264"/>
                </a:lnTo>
                <a:lnTo>
                  <a:pt x="87420" y="727891"/>
                </a:lnTo>
                <a:lnTo>
                  <a:pt x="87615" y="716517"/>
                </a:lnTo>
                <a:lnTo>
                  <a:pt x="87645" y="705144"/>
                </a:lnTo>
                <a:lnTo>
                  <a:pt x="87532" y="693771"/>
                </a:lnTo>
                <a:lnTo>
                  <a:pt x="87298" y="682398"/>
                </a:lnTo>
                <a:lnTo>
                  <a:pt x="86976" y="671024"/>
                </a:lnTo>
                <a:lnTo>
                  <a:pt x="86599" y="659651"/>
                </a:lnTo>
                <a:lnTo>
                  <a:pt x="86208" y="648278"/>
                </a:lnTo>
                <a:lnTo>
                  <a:pt x="85840" y="636904"/>
                </a:lnTo>
                <a:lnTo>
                  <a:pt x="85533" y="625531"/>
                </a:lnTo>
                <a:lnTo>
                  <a:pt x="85319" y="614158"/>
                </a:lnTo>
                <a:lnTo>
                  <a:pt x="85219" y="602785"/>
                </a:lnTo>
                <a:lnTo>
                  <a:pt x="85244" y="591411"/>
                </a:lnTo>
                <a:lnTo>
                  <a:pt x="85397" y="580038"/>
                </a:lnTo>
                <a:lnTo>
                  <a:pt x="85664" y="568665"/>
                </a:lnTo>
                <a:lnTo>
                  <a:pt x="86027" y="557291"/>
                </a:lnTo>
                <a:lnTo>
                  <a:pt x="86457" y="545918"/>
                </a:lnTo>
                <a:lnTo>
                  <a:pt x="86925" y="534545"/>
                </a:lnTo>
                <a:lnTo>
                  <a:pt x="87402" y="523171"/>
                </a:lnTo>
                <a:lnTo>
                  <a:pt x="87860" y="511798"/>
                </a:lnTo>
                <a:lnTo>
                  <a:pt x="88278" y="500425"/>
                </a:lnTo>
                <a:lnTo>
                  <a:pt x="88642" y="489052"/>
                </a:lnTo>
                <a:lnTo>
                  <a:pt x="88946" y="477678"/>
                </a:lnTo>
                <a:lnTo>
                  <a:pt x="89189" y="466305"/>
                </a:lnTo>
                <a:lnTo>
                  <a:pt x="89377" y="454932"/>
                </a:lnTo>
                <a:lnTo>
                  <a:pt x="89519" y="443558"/>
                </a:lnTo>
                <a:lnTo>
                  <a:pt x="89626" y="432185"/>
                </a:lnTo>
                <a:lnTo>
                  <a:pt x="89710" y="420812"/>
                </a:lnTo>
                <a:lnTo>
                  <a:pt x="89782" y="409439"/>
                </a:lnTo>
                <a:lnTo>
                  <a:pt x="89852" y="398065"/>
                </a:lnTo>
                <a:lnTo>
                  <a:pt x="89926" y="386692"/>
                </a:lnTo>
                <a:lnTo>
                  <a:pt x="90011" y="375319"/>
                </a:lnTo>
                <a:lnTo>
                  <a:pt x="90111" y="363945"/>
                </a:lnTo>
                <a:lnTo>
                  <a:pt x="90226" y="352572"/>
                </a:lnTo>
                <a:lnTo>
                  <a:pt x="90357" y="341199"/>
                </a:lnTo>
                <a:lnTo>
                  <a:pt x="90502" y="329825"/>
                </a:lnTo>
                <a:lnTo>
                  <a:pt x="90658" y="318452"/>
                </a:lnTo>
                <a:lnTo>
                  <a:pt x="90819" y="307079"/>
                </a:lnTo>
                <a:lnTo>
                  <a:pt x="90978" y="295706"/>
                </a:lnTo>
                <a:lnTo>
                  <a:pt x="91121" y="284332"/>
                </a:lnTo>
                <a:lnTo>
                  <a:pt x="91235" y="272959"/>
                </a:lnTo>
                <a:lnTo>
                  <a:pt x="91297" y="261586"/>
                </a:lnTo>
                <a:lnTo>
                  <a:pt x="91280" y="250212"/>
                </a:lnTo>
                <a:lnTo>
                  <a:pt x="91149" y="238839"/>
                </a:lnTo>
                <a:lnTo>
                  <a:pt x="90858" y="227466"/>
                </a:lnTo>
                <a:lnTo>
                  <a:pt x="90353" y="216093"/>
                </a:lnTo>
                <a:lnTo>
                  <a:pt x="89564" y="204719"/>
                </a:lnTo>
                <a:lnTo>
                  <a:pt x="88408" y="193346"/>
                </a:lnTo>
                <a:lnTo>
                  <a:pt x="86792" y="181973"/>
                </a:lnTo>
                <a:lnTo>
                  <a:pt x="84612" y="170599"/>
                </a:lnTo>
                <a:lnTo>
                  <a:pt x="81762" y="159226"/>
                </a:lnTo>
                <a:lnTo>
                  <a:pt x="78142" y="147853"/>
                </a:lnTo>
                <a:lnTo>
                  <a:pt x="73670" y="136480"/>
                </a:lnTo>
                <a:lnTo>
                  <a:pt x="68302" y="125106"/>
                </a:lnTo>
                <a:lnTo>
                  <a:pt x="62042" y="113733"/>
                </a:lnTo>
                <a:lnTo>
                  <a:pt x="54964" y="102360"/>
                </a:lnTo>
                <a:lnTo>
                  <a:pt x="47220" y="90986"/>
                </a:lnTo>
                <a:lnTo>
                  <a:pt x="39045" y="79613"/>
                </a:lnTo>
                <a:lnTo>
                  <a:pt x="30754" y="68240"/>
                </a:lnTo>
                <a:lnTo>
                  <a:pt x="22723" y="56866"/>
                </a:lnTo>
                <a:lnTo>
                  <a:pt x="15368" y="45493"/>
                </a:lnTo>
                <a:lnTo>
                  <a:pt x="9106" y="34120"/>
                </a:lnTo>
                <a:lnTo>
                  <a:pt x="4320" y="22747"/>
                </a:lnTo>
                <a:lnTo>
                  <a:pt x="1315" y="11373"/>
                </a:lnTo>
                <a:lnTo>
                  <a:pt x="291" y="0"/>
                </a:lnTo>
                <a:lnTo>
                  <a:pt x="186998" y="0"/>
                </a:lnTo>
                <a:lnTo>
                  <a:pt x="186998" y="0"/>
                </a:lnTo>
                <a:lnTo>
                  <a:pt x="185973" y="11373"/>
                </a:lnTo>
                <a:lnTo>
                  <a:pt x="182968" y="22747"/>
                </a:lnTo>
                <a:lnTo>
                  <a:pt x="178182" y="34120"/>
                </a:lnTo>
                <a:lnTo>
                  <a:pt x="171920" y="45493"/>
                </a:lnTo>
                <a:lnTo>
                  <a:pt x="164565" y="56866"/>
                </a:lnTo>
                <a:lnTo>
                  <a:pt x="156534" y="68240"/>
                </a:lnTo>
                <a:lnTo>
                  <a:pt x="148243" y="79613"/>
                </a:lnTo>
                <a:lnTo>
                  <a:pt x="140068" y="90986"/>
                </a:lnTo>
                <a:lnTo>
                  <a:pt x="132324" y="102360"/>
                </a:lnTo>
                <a:lnTo>
                  <a:pt x="125246" y="113733"/>
                </a:lnTo>
                <a:lnTo>
                  <a:pt x="118986" y="125106"/>
                </a:lnTo>
                <a:lnTo>
                  <a:pt x="113618" y="136480"/>
                </a:lnTo>
                <a:lnTo>
                  <a:pt x="109146" y="147853"/>
                </a:lnTo>
                <a:lnTo>
                  <a:pt x="105526" y="159226"/>
                </a:lnTo>
                <a:lnTo>
                  <a:pt x="102676" y="170599"/>
                </a:lnTo>
                <a:lnTo>
                  <a:pt x="100496" y="181973"/>
                </a:lnTo>
                <a:lnTo>
                  <a:pt x="98880" y="193346"/>
                </a:lnTo>
                <a:lnTo>
                  <a:pt x="97725" y="204719"/>
                </a:lnTo>
                <a:lnTo>
                  <a:pt x="96935" y="216093"/>
                </a:lnTo>
                <a:lnTo>
                  <a:pt x="96430" y="227466"/>
                </a:lnTo>
                <a:lnTo>
                  <a:pt x="96140" y="238839"/>
                </a:lnTo>
                <a:lnTo>
                  <a:pt x="96008" y="250212"/>
                </a:lnTo>
                <a:lnTo>
                  <a:pt x="95992" y="261586"/>
                </a:lnTo>
                <a:lnTo>
                  <a:pt x="96054" y="272959"/>
                </a:lnTo>
                <a:lnTo>
                  <a:pt x="96167" y="284332"/>
                </a:lnTo>
                <a:lnTo>
                  <a:pt x="96311" y="295706"/>
                </a:lnTo>
                <a:lnTo>
                  <a:pt x="96469" y="307079"/>
                </a:lnTo>
                <a:lnTo>
                  <a:pt x="96630" y="318452"/>
                </a:lnTo>
                <a:lnTo>
                  <a:pt x="96786" y="329825"/>
                </a:lnTo>
                <a:lnTo>
                  <a:pt x="96932" y="341199"/>
                </a:lnTo>
                <a:lnTo>
                  <a:pt x="97063" y="352572"/>
                </a:lnTo>
                <a:lnTo>
                  <a:pt x="97178" y="363945"/>
                </a:lnTo>
                <a:lnTo>
                  <a:pt x="97277" y="375319"/>
                </a:lnTo>
                <a:lnTo>
                  <a:pt x="97362" y="386692"/>
                </a:lnTo>
                <a:lnTo>
                  <a:pt x="97436" y="398065"/>
                </a:lnTo>
                <a:lnTo>
                  <a:pt x="97506" y="409439"/>
                </a:lnTo>
                <a:lnTo>
                  <a:pt x="97578" y="420812"/>
                </a:lnTo>
                <a:lnTo>
                  <a:pt x="97662" y="432185"/>
                </a:lnTo>
                <a:lnTo>
                  <a:pt x="97769" y="443558"/>
                </a:lnTo>
                <a:lnTo>
                  <a:pt x="97911" y="454932"/>
                </a:lnTo>
                <a:lnTo>
                  <a:pt x="98099" y="466305"/>
                </a:lnTo>
                <a:lnTo>
                  <a:pt x="98342" y="477678"/>
                </a:lnTo>
                <a:lnTo>
                  <a:pt x="98646" y="489052"/>
                </a:lnTo>
                <a:lnTo>
                  <a:pt x="99010" y="500425"/>
                </a:lnTo>
                <a:lnTo>
                  <a:pt x="99429" y="511798"/>
                </a:lnTo>
                <a:lnTo>
                  <a:pt x="99886" y="523171"/>
                </a:lnTo>
                <a:lnTo>
                  <a:pt x="100363" y="534545"/>
                </a:lnTo>
                <a:lnTo>
                  <a:pt x="100831" y="545918"/>
                </a:lnTo>
                <a:lnTo>
                  <a:pt x="101261" y="557291"/>
                </a:lnTo>
                <a:lnTo>
                  <a:pt x="101624" y="568665"/>
                </a:lnTo>
                <a:lnTo>
                  <a:pt x="101891" y="580038"/>
                </a:lnTo>
                <a:lnTo>
                  <a:pt x="102044" y="591411"/>
                </a:lnTo>
                <a:lnTo>
                  <a:pt x="102070" y="602785"/>
                </a:lnTo>
                <a:lnTo>
                  <a:pt x="101969" y="614158"/>
                </a:lnTo>
                <a:lnTo>
                  <a:pt x="101755" y="625531"/>
                </a:lnTo>
                <a:lnTo>
                  <a:pt x="101448" y="636904"/>
                </a:lnTo>
                <a:lnTo>
                  <a:pt x="101080" y="648278"/>
                </a:lnTo>
                <a:lnTo>
                  <a:pt x="100689" y="659651"/>
                </a:lnTo>
                <a:lnTo>
                  <a:pt x="100312" y="671024"/>
                </a:lnTo>
                <a:lnTo>
                  <a:pt x="99990" y="682398"/>
                </a:lnTo>
                <a:lnTo>
                  <a:pt x="99756" y="693771"/>
                </a:lnTo>
                <a:lnTo>
                  <a:pt x="99643" y="705144"/>
                </a:lnTo>
                <a:lnTo>
                  <a:pt x="99674" y="716517"/>
                </a:lnTo>
                <a:lnTo>
                  <a:pt x="99868" y="727891"/>
                </a:lnTo>
                <a:lnTo>
                  <a:pt x="100241" y="739264"/>
                </a:lnTo>
                <a:lnTo>
                  <a:pt x="100801" y="750637"/>
                </a:lnTo>
                <a:lnTo>
                  <a:pt x="101555" y="762011"/>
                </a:lnTo>
                <a:lnTo>
                  <a:pt x="102503" y="773384"/>
                </a:lnTo>
                <a:lnTo>
                  <a:pt x="103641" y="784757"/>
                </a:lnTo>
                <a:lnTo>
                  <a:pt x="104956" y="796131"/>
                </a:lnTo>
                <a:lnTo>
                  <a:pt x="106422" y="807504"/>
                </a:lnTo>
                <a:lnTo>
                  <a:pt x="108003" y="818877"/>
                </a:lnTo>
                <a:lnTo>
                  <a:pt x="109646" y="830250"/>
                </a:lnTo>
                <a:lnTo>
                  <a:pt x="111284" y="841624"/>
                </a:lnTo>
                <a:lnTo>
                  <a:pt x="112840" y="852997"/>
                </a:lnTo>
                <a:lnTo>
                  <a:pt x="114229" y="864370"/>
                </a:lnTo>
                <a:lnTo>
                  <a:pt x="115369" y="875744"/>
                </a:lnTo>
                <a:lnTo>
                  <a:pt x="116184" y="887117"/>
                </a:lnTo>
                <a:lnTo>
                  <a:pt x="116619" y="898490"/>
                </a:lnTo>
                <a:lnTo>
                  <a:pt x="116640" y="909863"/>
                </a:lnTo>
                <a:lnTo>
                  <a:pt x="116244" y="921237"/>
                </a:lnTo>
                <a:lnTo>
                  <a:pt x="115458" y="932610"/>
                </a:lnTo>
                <a:lnTo>
                  <a:pt x="114336" y="943983"/>
                </a:lnTo>
                <a:lnTo>
                  <a:pt x="112954" y="955357"/>
                </a:lnTo>
                <a:lnTo>
                  <a:pt x="111403" y="966730"/>
                </a:lnTo>
                <a:lnTo>
                  <a:pt x="109778" y="978103"/>
                </a:lnTo>
                <a:lnTo>
                  <a:pt x="108167" y="989476"/>
                </a:lnTo>
                <a:lnTo>
                  <a:pt x="106649" y="1000850"/>
                </a:lnTo>
                <a:lnTo>
                  <a:pt x="105280" y="1012223"/>
                </a:lnTo>
                <a:lnTo>
                  <a:pt x="104097" y="1023596"/>
                </a:lnTo>
                <a:lnTo>
                  <a:pt x="103116" y="1034970"/>
                </a:lnTo>
                <a:lnTo>
                  <a:pt x="102335" y="1046343"/>
                </a:lnTo>
                <a:lnTo>
                  <a:pt x="101735" y="1057716"/>
                </a:lnTo>
                <a:lnTo>
                  <a:pt x="101293" y="1069090"/>
                </a:lnTo>
                <a:lnTo>
                  <a:pt x="100979" y="1080463"/>
                </a:lnTo>
                <a:lnTo>
                  <a:pt x="100763" y="1091836"/>
                </a:lnTo>
                <a:lnTo>
                  <a:pt x="100620" y="1103209"/>
                </a:lnTo>
                <a:lnTo>
                  <a:pt x="100528" y="1114583"/>
                </a:lnTo>
                <a:lnTo>
                  <a:pt x="100469" y="1125956"/>
                </a:lnTo>
                <a:lnTo>
                  <a:pt x="100432" y="1137329"/>
                </a:lnTo>
                <a:lnTo>
                  <a:pt x="100403" y="1148703"/>
                </a:lnTo>
                <a:lnTo>
                  <a:pt x="100374" y="1160076"/>
                </a:lnTo>
                <a:lnTo>
                  <a:pt x="100336" y="1171449"/>
                </a:lnTo>
                <a:lnTo>
                  <a:pt x="100281" y="1182822"/>
                </a:lnTo>
                <a:lnTo>
                  <a:pt x="100201" y="1194196"/>
                </a:lnTo>
                <a:lnTo>
                  <a:pt x="100093" y="1205569"/>
                </a:lnTo>
                <a:lnTo>
                  <a:pt x="99956" y="1216942"/>
                </a:lnTo>
                <a:lnTo>
                  <a:pt x="99792" y="1228316"/>
                </a:lnTo>
                <a:lnTo>
                  <a:pt x="99609" y="1239689"/>
                </a:lnTo>
                <a:lnTo>
                  <a:pt x="99418" y="1251062"/>
                </a:lnTo>
                <a:lnTo>
                  <a:pt x="99231" y="1262436"/>
                </a:lnTo>
                <a:lnTo>
                  <a:pt x="99062" y="1273809"/>
                </a:lnTo>
                <a:lnTo>
                  <a:pt x="98921" y="1285182"/>
                </a:lnTo>
                <a:lnTo>
                  <a:pt x="98818" y="1296555"/>
                </a:lnTo>
                <a:lnTo>
                  <a:pt x="98754" y="1307929"/>
                </a:lnTo>
                <a:lnTo>
                  <a:pt x="98728" y="1319302"/>
                </a:lnTo>
                <a:lnTo>
                  <a:pt x="98734" y="1330675"/>
                </a:lnTo>
                <a:lnTo>
                  <a:pt x="98759" y="1342049"/>
                </a:lnTo>
                <a:lnTo>
                  <a:pt x="98791" y="1353422"/>
                </a:lnTo>
                <a:lnTo>
                  <a:pt x="98817" y="1364795"/>
                </a:lnTo>
                <a:lnTo>
                  <a:pt x="98824" y="1376168"/>
                </a:lnTo>
                <a:lnTo>
                  <a:pt x="98804" y="1387542"/>
                </a:lnTo>
                <a:lnTo>
                  <a:pt x="98751" y="1398915"/>
                </a:lnTo>
                <a:lnTo>
                  <a:pt x="98663" y="1410288"/>
                </a:lnTo>
                <a:lnTo>
                  <a:pt x="98543" y="1421662"/>
                </a:lnTo>
                <a:lnTo>
                  <a:pt x="98395" y="1433035"/>
                </a:lnTo>
                <a:lnTo>
                  <a:pt x="98228" y="1444408"/>
                </a:lnTo>
                <a:lnTo>
                  <a:pt x="98049" y="1455782"/>
                </a:lnTo>
                <a:lnTo>
                  <a:pt x="97866" y="1467155"/>
                </a:lnTo>
                <a:lnTo>
                  <a:pt x="97686" y="1478528"/>
                </a:lnTo>
                <a:lnTo>
                  <a:pt x="97515" y="1489901"/>
                </a:lnTo>
                <a:lnTo>
                  <a:pt x="97357" y="1501275"/>
                </a:lnTo>
                <a:lnTo>
                  <a:pt x="97216" y="1512648"/>
                </a:lnTo>
                <a:lnTo>
                  <a:pt x="97095" y="1524021"/>
                </a:lnTo>
                <a:lnTo>
                  <a:pt x="96997" y="1535395"/>
                </a:lnTo>
                <a:lnTo>
                  <a:pt x="96928" y="1546768"/>
                </a:lnTo>
                <a:lnTo>
                  <a:pt x="96899" y="1558141"/>
                </a:lnTo>
                <a:lnTo>
                  <a:pt x="96923" y="1569514"/>
                </a:lnTo>
                <a:lnTo>
                  <a:pt x="97027" y="1580888"/>
                </a:lnTo>
                <a:lnTo>
                  <a:pt x="97246" y="1592261"/>
                </a:lnTo>
                <a:lnTo>
                  <a:pt x="97631" y="1603634"/>
                </a:lnTo>
                <a:lnTo>
                  <a:pt x="98250" y="1615008"/>
                </a:lnTo>
                <a:lnTo>
                  <a:pt x="99189" y="1626381"/>
                </a:lnTo>
                <a:lnTo>
                  <a:pt x="100553" y="1637754"/>
                </a:lnTo>
                <a:lnTo>
                  <a:pt x="102459" y="1649127"/>
                </a:lnTo>
                <a:lnTo>
                  <a:pt x="105033" y="1660501"/>
                </a:lnTo>
                <a:lnTo>
                  <a:pt x="108396" y="1671874"/>
                </a:lnTo>
                <a:lnTo>
                  <a:pt x="112650" y="1683247"/>
                </a:lnTo>
                <a:lnTo>
                  <a:pt x="117859" y="1694621"/>
                </a:lnTo>
                <a:lnTo>
                  <a:pt x="124032" y="1705994"/>
                </a:lnTo>
                <a:lnTo>
                  <a:pt x="131104" y="1717367"/>
                </a:lnTo>
                <a:lnTo>
                  <a:pt x="138924" y="1728741"/>
                </a:lnTo>
                <a:lnTo>
                  <a:pt x="147248" y="1740114"/>
                </a:lnTo>
                <a:lnTo>
                  <a:pt x="155746" y="1751487"/>
                </a:lnTo>
                <a:lnTo>
                  <a:pt x="164019" y="1762860"/>
                </a:lnTo>
                <a:lnTo>
                  <a:pt x="171626" y="1774234"/>
                </a:lnTo>
                <a:lnTo>
                  <a:pt x="178120" y="1785607"/>
                </a:lnTo>
                <a:lnTo>
                  <a:pt x="183094" y="1796980"/>
                </a:lnTo>
                <a:lnTo>
                  <a:pt x="186221" y="1808354"/>
                </a:lnTo>
                <a:lnTo>
                  <a:pt x="187288" y="1819727"/>
                </a:lnTo>
                <a:lnTo>
                  <a:pt x="187288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749104C5-B11D-4322-ABFE-482939FA98CE}"/>
              </a:ext>
            </a:extLst>
          </p:cNvPr>
          <p:cNvSpPr>
            <a:spLocks/>
          </p:cNvSpPr>
          <p:nvPr/>
        </p:nvSpPr>
        <p:spPr>
          <a:xfrm>
            <a:off x="4765059" y="5110451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44948" y="1819727"/>
                </a:moveTo>
                <a:lnTo>
                  <a:pt x="42340" y="1819727"/>
                </a:lnTo>
                <a:lnTo>
                  <a:pt x="42914" y="1808354"/>
                </a:lnTo>
                <a:lnTo>
                  <a:pt x="44599" y="1796980"/>
                </a:lnTo>
                <a:lnTo>
                  <a:pt x="47282" y="1785607"/>
                </a:lnTo>
                <a:lnTo>
                  <a:pt x="50789" y="1774234"/>
                </a:lnTo>
                <a:lnTo>
                  <a:pt x="54905" y="1762860"/>
                </a:lnTo>
                <a:lnTo>
                  <a:pt x="59392" y="1751487"/>
                </a:lnTo>
                <a:lnTo>
                  <a:pt x="64015" y="1740114"/>
                </a:lnTo>
                <a:lnTo>
                  <a:pt x="68558" y="1728741"/>
                </a:lnTo>
                <a:lnTo>
                  <a:pt x="72841" y="1717367"/>
                </a:lnTo>
                <a:lnTo>
                  <a:pt x="76730" y="1705994"/>
                </a:lnTo>
                <a:lnTo>
                  <a:pt x="80140" y="1694621"/>
                </a:lnTo>
                <a:lnTo>
                  <a:pt x="83030" y="1683247"/>
                </a:lnTo>
                <a:lnTo>
                  <a:pt x="85401" y="1671874"/>
                </a:lnTo>
                <a:lnTo>
                  <a:pt x="87285" y="1660501"/>
                </a:lnTo>
                <a:lnTo>
                  <a:pt x="88735" y="1649127"/>
                </a:lnTo>
                <a:lnTo>
                  <a:pt x="89816" y="1637754"/>
                </a:lnTo>
                <a:lnTo>
                  <a:pt x="90595" y="1626381"/>
                </a:lnTo>
                <a:lnTo>
                  <a:pt x="91138" y="1615008"/>
                </a:lnTo>
                <a:lnTo>
                  <a:pt x="91504" y="1603634"/>
                </a:lnTo>
                <a:lnTo>
                  <a:pt x="91742" y="1592261"/>
                </a:lnTo>
                <a:lnTo>
                  <a:pt x="91888" y="1580888"/>
                </a:lnTo>
                <a:lnTo>
                  <a:pt x="91973" y="1569514"/>
                </a:lnTo>
                <a:lnTo>
                  <a:pt x="92016" y="1558141"/>
                </a:lnTo>
                <a:lnTo>
                  <a:pt x="92030" y="1546768"/>
                </a:lnTo>
                <a:lnTo>
                  <a:pt x="92023" y="1535395"/>
                </a:lnTo>
                <a:lnTo>
                  <a:pt x="92000" y="1524021"/>
                </a:lnTo>
                <a:lnTo>
                  <a:pt x="91963" y="1512648"/>
                </a:lnTo>
                <a:lnTo>
                  <a:pt x="91914" y="1501275"/>
                </a:lnTo>
                <a:lnTo>
                  <a:pt x="91854" y="1489901"/>
                </a:lnTo>
                <a:lnTo>
                  <a:pt x="91784" y="1478528"/>
                </a:lnTo>
                <a:lnTo>
                  <a:pt x="91707" y="1467155"/>
                </a:lnTo>
                <a:lnTo>
                  <a:pt x="91624" y="1455782"/>
                </a:lnTo>
                <a:lnTo>
                  <a:pt x="91536" y="1444408"/>
                </a:lnTo>
                <a:lnTo>
                  <a:pt x="91446" y="1433035"/>
                </a:lnTo>
                <a:lnTo>
                  <a:pt x="91355" y="1421662"/>
                </a:lnTo>
                <a:lnTo>
                  <a:pt x="91264" y="1410288"/>
                </a:lnTo>
                <a:lnTo>
                  <a:pt x="91173" y="1398915"/>
                </a:lnTo>
                <a:lnTo>
                  <a:pt x="91083" y="1387542"/>
                </a:lnTo>
                <a:lnTo>
                  <a:pt x="90994" y="1376168"/>
                </a:lnTo>
                <a:lnTo>
                  <a:pt x="90906" y="1364795"/>
                </a:lnTo>
                <a:lnTo>
                  <a:pt x="90819" y="1353422"/>
                </a:lnTo>
                <a:lnTo>
                  <a:pt x="90734" y="1342049"/>
                </a:lnTo>
                <a:lnTo>
                  <a:pt x="90651" y="1330675"/>
                </a:lnTo>
                <a:lnTo>
                  <a:pt x="90571" y="1319302"/>
                </a:lnTo>
                <a:lnTo>
                  <a:pt x="90494" y="1307929"/>
                </a:lnTo>
                <a:lnTo>
                  <a:pt x="90424" y="1296555"/>
                </a:lnTo>
                <a:lnTo>
                  <a:pt x="90363" y="1285182"/>
                </a:lnTo>
                <a:lnTo>
                  <a:pt x="90313" y="1273809"/>
                </a:lnTo>
                <a:lnTo>
                  <a:pt x="90278" y="1262436"/>
                </a:lnTo>
                <a:lnTo>
                  <a:pt x="90262" y="1251062"/>
                </a:lnTo>
                <a:lnTo>
                  <a:pt x="90267" y="1239689"/>
                </a:lnTo>
                <a:lnTo>
                  <a:pt x="90295" y="1228316"/>
                </a:lnTo>
                <a:lnTo>
                  <a:pt x="90348" y="1216942"/>
                </a:lnTo>
                <a:lnTo>
                  <a:pt x="90424" y="1205569"/>
                </a:lnTo>
                <a:lnTo>
                  <a:pt x="90521" y="1194196"/>
                </a:lnTo>
                <a:lnTo>
                  <a:pt x="90636" y="1182822"/>
                </a:lnTo>
                <a:lnTo>
                  <a:pt x="90764" y="1171449"/>
                </a:lnTo>
                <a:lnTo>
                  <a:pt x="90899" y="1160076"/>
                </a:lnTo>
                <a:lnTo>
                  <a:pt x="91036" y="1148703"/>
                </a:lnTo>
                <a:lnTo>
                  <a:pt x="91167" y="1137329"/>
                </a:lnTo>
                <a:lnTo>
                  <a:pt x="91287" y="1125956"/>
                </a:lnTo>
                <a:lnTo>
                  <a:pt x="91387" y="1114583"/>
                </a:lnTo>
                <a:lnTo>
                  <a:pt x="91462" y="1103209"/>
                </a:lnTo>
                <a:lnTo>
                  <a:pt x="91501" y="1091836"/>
                </a:lnTo>
                <a:lnTo>
                  <a:pt x="91497" y="1080463"/>
                </a:lnTo>
                <a:lnTo>
                  <a:pt x="91439" y="1069090"/>
                </a:lnTo>
                <a:lnTo>
                  <a:pt x="91318" y="1057716"/>
                </a:lnTo>
                <a:lnTo>
                  <a:pt x="91124" y="1046343"/>
                </a:lnTo>
                <a:lnTo>
                  <a:pt x="90851" y="1034970"/>
                </a:lnTo>
                <a:lnTo>
                  <a:pt x="90494" y="1023596"/>
                </a:lnTo>
                <a:lnTo>
                  <a:pt x="90056" y="1012223"/>
                </a:lnTo>
                <a:lnTo>
                  <a:pt x="89543" y="1000850"/>
                </a:lnTo>
                <a:lnTo>
                  <a:pt x="88970" y="989476"/>
                </a:lnTo>
                <a:lnTo>
                  <a:pt x="88359" y="978103"/>
                </a:lnTo>
                <a:lnTo>
                  <a:pt x="87736" y="966730"/>
                </a:lnTo>
                <a:lnTo>
                  <a:pt x="87132" y="955357"/>
                </a:lnTo>
                <a:lnTo>
                  <a:pt x="86580" y="943983"/>
                </a:lnTo>
                <a:lnTo>
                  <a:pt x="86110" y="932610"/>
                </a:lnTo>
                <a:lnTo>
                  <a:pt x="85749" y="921237"/>
                </a:lnTo>
                <a:lnTo>
                  <a:pt x="85515" y="909863"/>
                </a:lnTo>
                <a:lnTo>
                  <a:pt x="85419" y="898490"/>
                </a:lnTo>
                <a:lnTo>
                  <a:pt x="85460" y="887117"/>
                </a:lnTo>
                <a:lnTo>
                  <a:pt x="85630" y="875744"/>
                </a:lnTo>
                <a:lnTo>
                  <a:pt x="85909" y="864370"/>
                </a:lnTo>
                <a:lnTo>
                  <a:pt x="86275" y="852997"/>
                </a:lnTo>
                <a:lnTo>
                  <a:pt x="86700" y="841624"/>
                </a:lnTo>
                <a:lnTo>
                  <a:pt x="87158" y="830250"/>
                </a:lnTo>
                <a:lnTo>
                  <a:pt x="87621" y="818877"/>
                </a:lnTo>
                <a:lnTo>
                  <a:pt x="88069" y="807504"/>
                </a:lnTo>
                <a:lnTo>
                  <a:pt x="88480" y="796131"/>
                </a:lnTo>
                <a:lnTo>
                  <a:pt x="88842" y="784757"/>
                </a:lnTo>
                <a:lnTo>
                  <a:pt x="89142" y="773384"/>
                </a:lnTo>
                <a:lnTo>
                  <a:pt x="89373" y="762011"/>
                </a:lnTo>
                <a:lnTo>
                  <a:pt x="89527" y="750637"/>
                </a:lnTo>
                <a:lnTo>
                  <a:pt x="89601" y="739264"/>
                </a:lnTo>
                <a:lnTo>
                  <a:pt x="89591" y="727891"/>
                </a:lnTo>
                <a:lnTo>
                  <a:pt x="89498" y="716517"/>
                </a:lnTo>
                <a:lnTo>
                  <a:pt x="89324" y="705144"/>
                </a:lnTo>
                <a:lnTo>
                  <a:pt x="89074" y="693771"/>
                </a:lnTo>
                <a:lnTo>
                  <a:pt x="88758" y="682398"/>
                </a:lnTo>
                <a:lnTo>
                  <a:pt x="88389" y="671024"/>
                </a:lnTo>
                <a:lnTo>
                  <a:pt x="87984" y="659651"/>
                </a:lnTo>
                <a:lnTo>
                  <a:pt x="87561" y="648278"/>
                </a:lnTo>
                <a:lnTo>
                  <a:pt x="87140" y="636904"/>
                </a:lnTo>
                <a:lnTo>
                  <a:pt x="86738" y="625531"/>
                </a:lnTo>
                <a:lnTo>
                  <a:pt x="86371" y="614158"/>
                </a:lnTo>
                <a:lnTo>
                  <a:pt x="86048" y="602785"/>
                </a:lnTo>
                <a:lnTo>
                  <a:pt x="85776" y="591411"/>
                </a:lnTo>
                <a:lnTo>
                  <a:pt x="85556" y="580038"/>
                </a:lnTo>
                <a:lnTo>
                  <a:pt x="85387" y="568665"/>
                </a:lnTo>
                <a:lnTo>
                  <a:pt x="85264" y="557291"/>
                </a:lnTo>
                <a:lnTo>
                  <a:pt x="85185" y="545918"/>
                </a:lnTo>
                <a:lnTo>
                  <a:pt x="85145" y="534545"/>
                </a:lnTo>
                <a:lnTo>
                  <a:pt x="85145" y="523171"/>
                </a:lnTo>
                <a:lnTo>
                  <a:pt x="85185" y="511798"/>
                </a:lnTo>
                <a:lnTo>
                  <a:pt x="85271" y="500425"/>
                </a:lnTo>
                <a:lnTo>
                  <a:pt x="85406" y="489052"/>
                </a:lnTo>
                <a:lnTo>
                  <a:pt x="85596" y="477678"/>
                </a:lnTo>
                <a:lnTo>
                  <a:pt x="85842" y="466305"/>
                </a:lnTo>
                <a:lnTo>
                  <a:pt x="86145" y="454932"/>
                </a:lnTo>
                <a:lnTo>
                  <a:pt x="86500" y="443558"/>
                </a:lnTo>
                <a:lnTo>
                  <a:pt x="86900" y="432185"/>
                </a:lnTo>
                <a:lnTo>
                  <a:pt x="87334" y="420812"/>
                </a:lnTo>
                <a:lnTo>
                  <a:pt x="87788" y="409439"/>
                </a:lnTo>
                <a:lnTo>
                  <a:pt x="88249" y="398065"/>
                </a:lnTo>
                <a:lnTo>
                  <a:pt x="88703" y="386692"/>
                </a:lnTo>
                <a:lnTo>
                  <a:pt x="89139" y="375319"/>
                </a:lnTo>
                <a:lnTo>
                  <a:pt x="89547" y="363945"/>
                </a:lnTo>
                <a:lnTo>
                  <a:pt x="89923" y="352572"/>
                </a:lnTo>
                <a:lnTo>
                  <a:pt x="90264" y="341199"/>
                </a:lnTo>
                <a:lnTo>
                  <a:pt x="90569" y="329825"/>
                </a:lnTo>
                <a:lnTo>
                  <a:pt x="90841" y="318452"/>
                </a:lnTo>
                <a:lnTo>
                  <a:pt x="91083" y="307079"/>
                </a:lnTo>
                <a:lnTo>
                  <a:pt x="91295" y="295706"/>
                </a:lnTo>
                <a:lnTo>
                  <a:pt x="91476" y="284332"/>
                </a:lnTo>
                <a:lnTo>
                  <a:pt x="91623" y="272959"/>
                </a:lnTo>
                <a:lnTo>
                  <a:pt x="91722" y="261586"/>
                </a:lnTo>
                <a:lnTo>
                  <a:pt x="91755" y="250212"/>
                </a:lnTo>
                <a:lnTo>
                  <a:pt x="91692" y="238839"/>
                </a:lnTo>
                <a:lnTo>
                  <a:pt x="91490" y="227466"/>
                </a:lnTo>
                <a:lnTo>
                  <a:pt x="91093" y="216093"/>
                </a:lnTo>
                <a:lnTo>
                  <a:pt x="90427" y="204719"/>
                </a:lnTo>
                <a:lnTo>
                  <a:pt x="89404" y="193346"/>
                </a:lnTo>
                <a:lnTo>
                  <a:pt x="87918" y="181973"/>
                </a:lnTo>
                <a:lnTo>
                  <a:pt x="85856" y="170599"/>
                </a:lnTo>
                <a:lnTo>
                  <a:pt x="83098" y="159226"/>
                </a:lnTo>
                <a:lnTo>
                  <a:pt x="79534" y="147853"/>
                </a:lnTo>
                <a:lnTo>
                  <a:pt x="75074" y="136480"/>
                </a:lnTo>
                <a:lnTo>
                  <a:pt x="69668" y="125106"/>
                </a:lnTo>
                <a:lnTo>
                  <a:pt x="63320" y="113733"/>
                </a:lnTo>
                <a:lnTo>
                  <a:pt x="56106" y="102360"/>
                </a:lnTo>
                <a:lnTo>
                  <a:pt x="48187" y="90986"/>
                </a:lnTo>
                <a:lnTo>
                  <a:pt x="39808" y="79613"/>
                </a:lnTo>
                <a:lnTo>
                  <a:pt x="31299" y="68240"/>
                </a:lnTo>
                <a:lnTo>
                  <a:pt x="23050" y="56866"/>
                </a:lnTo>
                <a:lnTo>
                  <a:pt x="15493" y="45493"/>
                </a:lnTo>
                <a:lnTo>
                  <a:pt x="9059" y="34120"/>
                </a:lnTo>
                <a:lnTo>
                  <a:pt x="4140" y="22747"/>
                </a:lnTo>
                <a:lnTo>
                  <a:pt x="1053" y="11373"/>
                </a:lnTo>
                <a:lnTo>
                  <a:pt x="0" y="0"/>
                </a:lnTo>
                <a:lnTo>
                  <a:pt x="187288" y="0"/>
                </a:lnTo>
                <a:lnTo>
                  <a:pt x="187288" y="0"/>
                </a:lnTo>
                <a:lnTo>
                  <a:pt x="186235" y="11373"/>
                </a:lnTo>
                <a:lnTo>
                  <a:pt x="183148" y="22747"/>
                </a:lnTo>
                <a:lnTo>
                  <a:pt x="178229" y="34120"/>
                </a:lnTo>
                <a:lnTo>
                  <a:pt x="171795" y="45493"/>
                </a:lnTo>
                <a:lnTo>
                  <a:pt x="164238" y="56866"/>
                </a:lnTo>
                <a:lnTo>
                  <a:pt x="155990" y="68240"/>
                </a:lnTo>
                <a:lnTo>
                  <a:pt x="147480" y="79613"/>
                </a:lnTo>
                <a:lnTo>
                  <a:pt x="139101" y="90986"/>
                </a:lnTo>
                <a:lnTo>
                  <a:pt x="131182" y="102360"/>
                </a:lnTo>
                <a:lnTo>
                  <a:pt x="123969" y="113733"/>
                </a:lnTo>
                <a:lnTo>
                  <a:pt x="117620" y="125106"/>
                </a:lnTo>
                <a:lnTo>
                  <a:pt x="112214" y="136480"/>
                </a:lnTo>
                <a:lnTo>
                  <a:pt x="107754" y="147853"/>
                </a:lnTo>
                <a:lnTo>
                  <a:pt x="104190" y="159226"/>
                </a:lnTo>
                <a:lnTo>
                  <a:pt x="101432" y="170599"/>
                </a:lnTo>
                <a:lnTo>
                  <a:pt x="99370" y="181973"/>
                </a:lnTo>
                <a:lnTo>
                  <a:pt x="97884" y="193346"/>
                </a:lnTo>
                <a:lnTo>
                  <a:pt x="96861" y="204719"/>
                </a:lnTo>
                <a:lnTo>
                  <a:pt x="96195" y="216093"/>
                </a:lnTo>
                <a:lnTo>
                  <a:pt x="95798" y="227466"/>
                </a:lnTo>
                <a:lnTo>
                  <a:pt x="95596" y="238839"/>
                </a:lnTo>
                <a:lnTo>
                  <a:pt x="95533" y="250212"/>
                </a:lnTo>
                <a:lnTo>
                  <a:pt x="95566" y="261586"/>
                </a:lnTo>
                <a:lnTo>
                  <a:pt x="95666" y="272959"/>
                </a:lnTo>
                <a:lnTo>
                  <a:pt x="95812" y="284332"/>
                </a:lnTo>
                <a:lnTo>
                  <a:pt x="95993" y="295706"/>
                </a:lnTo>
                <a:lnTo>
                  <a:pt x="96205" y="307079"/>
                </a:lnTo>
                <a:lnTo>
                  <a:pt x="96447" y="318452"/>
                </a:lnTo>
                <a:lnTo>
                  <a:pt x="96719" y="329825"/>
                </a:lnTo>
                <a:lnTo>
                  <a:pt x="97024" y="341199"/>
                </a:lnTo>
                <a:lnTo>
                  <a:pt x="97365" y="352572"/>
                </a:lnTo>
                <a:lnTo>
                  <a:pt x="97741" y="363945"/>
                </a:lnTo>
                <a:lnTo>
                  <a:pt x="98149" y="375319"/>
                </a:lnTo>
                <a:lnTo>
                  <a:pt x="98585" y="386692"/>
                </a:lnTo>
                <a:lnTo>
                  <a:pt x="99039" y="398065"/>
                </a:lnTo>
                <a:lnTo>
                  <a:pt x="99500" y="409439"/>
                </a:lnTo>
                <a:lnTo>
                  <a:pt x="99954" y="420812"/>
                </a:lnTo>
                <a:lnTo>
                  <a:pt x="100388" y="432185"/>
                </a:lnTo>
                <a:lnTo>
                  <a:pt x="100788" y="443558"/>
                </a:lnTo>
                <a:lnTo>
                  <a:pt x="101143" y="454932"/>
                </a:lnTo>
                <a:lnTo>
                  <a:pt x="101446" y="466305"/>
                </a:lnTo>
                <a:lnTo>
                  <a:pt x="101692" y="477678"/>
                </a:lnTo>
                <a:lnTo>
                  <a:pt x="101882" y="489052"/>
                </a:lnTo>
                <a:lnTo>
                  <a:pt x="102017" y="500425"/>
                </a:lnTo>
                <a:lnTo>
                  <a:pt x="102103" y="511798"/>
                </a:lnTo>
                <a:lnTo>
                  <a:pt x="102143" y="523171"/>
                </a:lnTo>
                <a:lnTo>
                  <a:pt x="102143" y="534545"/>
                </a:lnTo>
                <a:lnTo>
                  <a:pt x="102104" y="545918"/>
                </a:lnTo>
                <a:lnTo>
                  <a:pt x="102024" y="557291"/>
                </a:lnTo>
                <a:lnTo>
                  <a:pt x="101901" y="568665"/>
                </a:lnTo>
                <a:lnTo>
                  <a:pt x="101732" y="580038"/>
                </a:lnTo>
                <a:lnTo>
                  <a:pt x="101512" y="591411"/>
                </a:lnTo>
                <a:lnTo>
                  <a:pt x="101240" y="602785"/>
                </a:lnTo>
                <a:lnTo>
                  <a:pt x="100917" y="614158"/>
                </a:lnTo>
                <a:lnTo>
                  <a:pt x="100550" y="625531"/>
                </a:lnTo>
                <a:lnTo>
                  <a:pt x="100148" y="636904"/>
                </a:lnTo>
                <a:lnTo>
                  <a:pt x="99727" y="648278"/>
                </a:lnTo>
                <a:lnTo>
                  <a:pt x="99304" y="659651"/>
                </a:lnTo>
                <a:lnTo>
                  <a:pt x="98899" y="671024"/>
                </a:lnTo>
                <a:lnTo>
                  <a:pt x="98530" y="682398"/>
                </a:lnTo>
                <a:lnTo>
                  <a:pt x="98214" y="693771"/>
                </a:lnTo>
                <a:lnTo>
                  <a:pt x="97964" y="705144"/>
                </a:lnTo>
                <a:lnTo>
                  <a:pt x="97790" y="716517"/>
                </a:lnTo>
                <a:lnTo>
                  <a:pt x="97697" y="727891"/>
                </a:lnTo>
                <a:lnTo>
                  <a:pt x="97687" y="739264"/>
                </a:lnTo>
                <a:lnTo>
                  <a:pt x="97761" y="750637"/>
                </a:lnTo>
                <a:lnTo>
                  <a:pt x="97916" y="762011"/>
                </a:lnTo>
                <a:lnTo>
                  <a:pt x="98146" y="773384"/>
                </a:lnTo>
                <a:lnTo>
                  <a:pt x="98446" y="784757"/>
                </a:lnTo>
                <a:lnTo>
                  <a:pt x="98808" y="796131"/>
                </a:lnTo>
                <a:lnTo>
                  <a:pt x="99220" y="807504"/>
                </a:lnTo>
                <a:lnTo>
                  <a:pt x="99667" y="818877"/>
                </a:lnTo>
                <a:lnTo>
                  <a:pt x="100131" y="830250"/>
                </a:lnTo>
                <a:lnTo>
                  <a:pt x="100588" y="841624"/>
                </a:lnTo>
                <a:lnTo>
                  <a:pt x="101013" y="852997"/>
                </a:lnTo>
                <a:lnTo>
                  <a:pt x="101379" y="864370"/>
                </a:lnTo>
                <a:lnTo>
                  <a:pt x="101659" y="875744"/>
                </a:lnTo>
                <a:lnTo>
                  <a:pt x="101828" y="887117"/>
                </a:lnTo>
                <a:lnTo>
                  <a:pt x="101869" y="898490"/>
                </a:lnTo>
                <a:lnTo>
                  <a:pt x="101773" y="909863"/>
                </a:lnTo>
                <a:lnTo>
                  <a:pt x="101539" y="921237"/>
                </a:lnTo>
                <a:lnTo>
                  <a:pt x="101178" y="932610"/>
                </a:lnTo>
                <a:lnTo>
                  <a:pt x="100708" y="943983"/>
                </a:lnTo>
                <a:lnTo>
                  <a:pt x="100156" y="955357"/>
                </a:lnTo>
                <a:lnTo>
                  <a:pt x="99552" y="966730"/>
                </a:lnTo>
                <a:lnTo>
                  <a:pt x="98929" y="978103"/>
                </a:lnTo>
                <a:lnTo>
                  <a:pt x="98318" y="989476"/>
                </a:lnTo>
                <a:lnTo>
                  <a:pt x="97745" y="1000850"/>
                </a:lnTo>
                <a:lnTo>
                  <a:pt x="97232" y="1012223"/>
                </a:lnTo>
                <a:lnTo>
                  <a:pt x="96794" y="1023596"/>
                </a:lnTo>
                <a:lnTo>
                  <a:pt x="96437" y="1034970"/>
                </a:lnTo>
                <a:lnTo>
                  <a:pt x="96164" y="1046343"/>
                </a:lnTo>
                <a:lnTo>
                  <a:pt x="95970" y="1057716"/>
                </a:lnTo>
                <a:lnTo>
                  <a:pt x="95849" y="1069090"/>
                </a:lnTo>
                <a:lnTo>
                  <a:pt x="95791" y="1080463"/>
                </a:lnTo>
                <a:lnTo>
                  <a:pt x="95787" y="1091836"/>
                </a:lnTo>
                <a:lnTo>
                  <a:pt x="95826" y="1103209"/>
                </a:lnTo>
                <a:lnTo>
                  <a:pt x="95901" y="1114583"/>
                </a:lnTo>
                <a:lnTo>
                  <a:pt x="96001" y="1125956"/>
                </a:lnTo>
                <a:lnTo>
                  <a:pt x="96121" y="1137329"/>
                </a:lnTo>
                <a:lnTo>
                  <a:pt x="96252" y="1148703"/>
                </a:lnTo>
                <a:lnTo>
                  <a:pt x="96389" y="1160076"/>
                </a:lnTo>
                <a:lnTo>
                  <a:pt x="96524" y="1171449"/>
                </a:lnTo>
                <a:lnTo>
                  <a:pt x="96652" y="1182822"/>
                </a:lnTo>
                <a:lnTo>
                  <a:pt x="96767" y="1194196"/>
                </a:lnTo>
                <a:lnTo>
                  <a:pt x="96864" y="1205569"/>
                </a:lnTo>
                <a:lnTo>
                  <a:pt x="96940" y="1216942"/>
                </a:lnTo>
                <a:lnTo>
                  <a:pt x="96993" y="1228316"/>
                </a:lnTo>
                <a:lnTo>
                  <a:pt x="97021" y="1239689"/>
                </a:lnTo>
                <a:lnTo>
                  <a:pt x="97026" y="1251062"/>
                </a:lnTo>
                <a:lnTo>
                  <a:pt x="97010" y="1262436"/>
                </a:lnTo>
                <a:lnTo>
                  <a:pt x="96975" y="1273809"/>
                </a:lnTo>
                <a:lnTo>
                  <a:pt x="96925" y="1285182"/>
                </a:lnTo>
                <a:lnTo>
                  <a:pt x="96864" y="1296555"/>
                </a:lnTo>
                <a:lnTo>
                  <a:pt x="96794" y="1307929"/>
                </a:lnTo>
                <a:lnTo>
                  <a:pt x="96718" y="1319302"/>
                </a:lnTo>
                <a:lnTo>
                  <a:pt x="96637" y="1330675"/>
                </a:lnTo>
                <a:lnTo>
                  <a:pt x="96554" y="1342049"/>
                </a:lnTo>
                <a:lnTo>
                  <a:pt x="96469" y="1353422"/>
                </a:lnTo>
                <a:lnTo>
                  <a:pt x="96382" y="1364795"/>
                </a:lnTo>
                <a:lnTo>
                  <a:pt x="96294" y="1376168"/>
                </a:lnTo>
                <a:lnTo>
                  <a:pt x="96205" y="1387542"/>
                </a:lnTo>
                <a:lnTo>
                  <a:pt x="96115" y="1398915"/>
                </a:lnTo>
                <a:lnTo>
                  <a:pt x="96024" y="1410288"/>
                </a:lnTo>
                <a:lnTo>
                  <a:pt x="95933" y="1421662"/>
                </a:lnTo>
                <a:lnTo>
                  <a:pt x="95842" y="1433035"/>
                </a:lnTo>
                <a:lnTo>
                  <a:pt x="95752" y="1444408"/>
                </a:lnTo>
                <a:lnTo>
                  <a:pt x="95664" y="1455782"/>
                </a:lnTo>
                <a:lnTo>
                  <a:pt x="95581" y="1467155"/>
                </a:lnTo>
                <a:lnTo>
                  <a:pt x="95504" y="1478528"/>
                </a:lnTo>
                <a:lnTo>
                  <a:pt x="95435" y="1489901"/>
                </a:lnTo>
                <a:lnTo>
                  <a:pt x="95374" y="1501275"/>
                </a:lnTo>
                <a:lnTo>
                  <a:pt x="95325" y="1512648"/>
                </a:lnTo>
                <a:lnTo>
                  <a:pt x="95288" y="1524021"/>
                </a:lnTo>
                <a:lnTo>
                  <a:pt x="95265" y="1535395"/>
                </a:lnTo>
                <a:lnTo>
                  <a:pt x="95258" y="1546768"/>
                </a:lnTo>
                <a:lnTo>
                  <a:pt x="95272" y="1558141"/>
                </a:lnTo>
                <a:lnTo>
                  <a:pt x="95315" y="1569514"/>
                </a:lnTo>
                <a:lnTo>
                  <a:pt x="95400" y="1580888"/>
                </a:lnTo>
                <a:lnTo>
                  <a:pt x="95547" y="1592261"/>
                </a:lnTo>
                <a:lnTo>
                  <a:pt x="95784" y="1603634"/>
                </a:lnTo>
                <a:lnTo>
                  <a:pt x="96150" y="1615008"/>
                </a:lnTo>
                <a:lnTo>
                  <a:pt x="96693" y="1626381"/>
                </a:lnTo>
                <a:lnTo>
                  <a:pt x="97473" y="1637754"/>
                </a:lnTo>
                <a:lnTo>
                  <a:pt x="98553" y="1649127"/>
                </a:lnTo>
                <a:lnTo>
                  <a:pt x="100003" y="1660501"/>
                </a:lnTo>
                <a:lnTo>
                  <a:pt x="101887" y="1671874"/>
                </a:lnTo>
                <a:lnTo>
                  <a:pt x="104258" y="1683247"/>
                </a:lnTo>
                <a:lnTo>
                  <a:pt x="107148" y="1694621"/>
                </a:lnTo>
                <a:lnTo>
                  <a:pt x="110558" y="1705994"/>
                </a:lnTo>
                <a:lnTo>
                  <a:pt x="114447" y="1717367"/>
                </a:lnTo>
                <a:lnTo>
                  <a:pt x="118730" y="1728741"/>
                </a:lnTo>
                <a:lnTo>
                  <a:pt x="123273" y="1740114"/>
                </a:lnTo>
                <a:lnTo>
                  <a:pt x="127896" y="1751487"/>
                </a:lnTo>
                <a:lnTo>
                  <a:pt x="132383" y="1762860"/>
                </a:lnTo>
                <a:lnTo>
                  <a:pt x="136499" y="1774234"/>
                </a:lnTo>
                <a:lnTo>
                  <a:pt x="140007" y="1785607"/>
                </a:lnTo>
                <a:lnTo>
                  <a:pt x="142689" y="1796980"/>
                </a:lnTo>
                <a:lnTo>
                  <a:pt x="144374" y="1808354"/>
                </a:lnTo>
                <a:lnTo>
                  <a:pt x="144948" y="1819727"/>
                </a:lnTo>
                <a:lnTo>
                  <a:pt x="144948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5970EAD6-EC7F-4A4A-B795-E7C9E6DE23B8}"/>
              </a:ext>
            </a:extLst>
          </p:cNvPr>
          <p:cNvSpPr>
            <a:spLocks/>
          </p:cNvSpPr>
          <p:nvPr/>
        </p:nvSpPr>
        <p:spPr>
          <a:xfrm>
            <a:off x="5296553" y="5110451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87288" y="1819727"/>
                </a:moveTo>
                <a:lnTo>
                  <a:pt x="0" y="1819727"/>
                </a:lnTo>
                <a:lnTo>
                  <a:pt x="1003" y="1808354"/>
                </a:lnTo>
                <a:lnTo>
                  <a:pt x="3946" y="1796980"/>
                </a:lnTo>
                <a:lnTo>
                  <a:pt x="8637" y="1785607"/>
                </a:lnTo>
                <a:lnTo>
                  <a:pt x="14781" y="1774234"/>
                </a:lnTo>
                <a:lnTo>
                  <a:pt x="22008" y="1762860"/>
                </a:lnTo>
                <a:lnTo>
                  <a:pt x="29911" y="1751487"/>
                </a:lnTo>
                <a:lnTo>
                  <a:pt x="38081" y="1740114"/>
                </a:lnTo>
                <a:lnTo>
                  <a:pt x="46142" y="1728741"/>
                </a:lnTo>
                <a:lnTo>
                  <a:pt x="53777" y="1717367"/>
                </a:lnTo>
                <a:lnTo>
                  <a:pt x="60742" y="1705994"/>
                </a:lnTo>
                <a:lnTo>
                  <a:pt x="66876" y="1694621"/>
                </a:lnTo>
                <a:lnTo>
                  <a:pt x="72094" y="1683247"/>
                </a:lnTo>
                <a:lnTo>
                  <a:pt x="76380" y="1671874"/>
                </a:lnTo>
                <a:lnTo>
                  <a:pt x="79777" y="1660501"/>
                </a:lnTo>
                <a:lnTo>
                  <a:pt x="82364" y="1649127"/>
                </a:lnTo>
                <a:lnTo>
                  <a:pt x="84249" y="1637754"/>
                </a:lnTo>
                <a:lnTo>
                  <a:pt x="85549" y="1626381"/>
                </a:lnTo>
                <a:lnTo>
                  <a:pt x="86386" y="1615008"/>
                </a:lnTo>
                <a:lnTo>
                  <a:pt x="86873" y="1603634"/>
                </a:lnTo>
                <a:lnTo>
                  <a:pt x="87113" y="1592261"/>
                </a:lnTo>
                <a:lnTo>
                  <a:pt x="87195" y="1580888"/>
                </a:lnTo>
                <a:lnTo>
                  <a:pt x="87191" y="1569514"/>
                </a:lnTo>
                <a:lnTo>
                  <a:pt x="87159" y="1558141"/>
                </a:lnTo>
                <a:lnTo>
                  <a:pt x="87140" y="1546768"/>
                </a:lnTo>
                <a:lnTo>
                  <a:pt x="87160" y="1535395"/>
                </a:lnTo>
                <a:lnTo>
                  <a:pt x="87234" y="1524021"/>
                </a:lnTo>
                <a:lnTo>
                  <a:pt x="87366" y="1512648"/>
                </a:lnTo>
                <a:lnTo>
                  <a:pt x="87553" y="1501275"/>
                </a:lnTo>
                <a:lnTo>
                  <a:pt x="87782" y="1489901"/>
                </a:lnTo>
                <a:lnTo>
                  <a:pt x="88041" y="1478528"/>
                </a:lnTo>
                <a:lnTo>
                  <a:pt x="88314" y="1467155"/>
                </a:lnTo>
                <a:lnTo>
                  <a:pt x="88585" y="1455782"/>
                </a:lnTo>
                <a:lnTo>
                  <a:pt x="88842" y="1444408"/>
                </a:lnTo>
                <a:lnTo>
                  <a:pt x="89072" y="1433035"/>
                </a:lnTo>
                <a:lnTo>
                  <a:pt x="89267" y="1421662"/>
                </a:lnTo>
                <a:lnTo>
                  <a:pt x="89421" y="1410288"/>
                </a:lnTo>
                <a:lnTo>
                  <a:pt x="89531" y="1398915"/>
                </a:lnTo>
                <a:lnTo>
                  <a:pt x="89594" y="1387542"/>
                </a:lnTo>
                <a:lnTo>
                  <a:pt x="89610" y="1376168"/>
                </a:lnTo>
                <a:lnTo>
                  <a:pt x="89578" y="1364795"/>
                </a:lnTo>
                <a:lnTo>
                  <a:pt x="89500" y="1353422"/>
                </a:lnTo>
                <a:lnTo>
                  <a:pt x="89375" y="1342049"/>
                </a:lnTo>
                <a:lnTo>
                  <a:pt x="89208" y="1330675"/>
                </a:lnTo>
                <a:lnTo>
                  <a:pt x="89002" y="1319302"/>
                </a:lnTo>
                <a:lnTo>
                  <a:pt x="88764" y="1307929"/>
                </a:lnTo>
                <a:lnTo>
                  <a:pt x="88502" y="1296555"/>
                </a:lnTo>
                <a:lnTo>
                  <a:pt x="88229" y="1285182"/>
                </a:lnTo>
                <a:lnTo>
                  <a:pt x="87960" y="1273809"/>
                </a:lnTo>
                <a:lnTo>
                  <a:pt x="87710" y="1262436"/>
                </a:lnTo>
                <a:lnTo>
                  <a:pt x="87496" y="1251062"/>
                </a:lnTo>
                <a:lnTo>
                  <a:pt x="87336" y="1239689"/>
                </a:lnTo>
                <a:lnTo>
                  <a:pt x="87242" y="1228316"/>
                </a:lnTo>
                <a:lnTo>
                  <a:pt x="87225" y="1216942"/>
                </a:lnTo>
                <a:lnTo>
                  <a:pt x="87290" y="1205569"/>
                </a:lnTo>
                <a:lnTo>
                  <a:pt x="87436" y="1194196"/>
                </a:lnTo>
                <a:lnTo>
                  <a:pt x="87657" y="1182822"/>
                </a:lnTo>
                <a:lnTo>
                  <a:pt x="87940" y="1171449"/>
                </a:lnTo>
                <a:lnTo>
                  <a:pt x="88268" y="1160076"/>
                </a:lnTo>
                <a:lnTo>
                  <a:pt x="88621" y="1148703"/>
                </a:lnTo>
                <a:lnTo>
                  <a:pt x="88975" y="1137329"/>
                </a:lnTo>
                <a:lnTo>
                  <a:pt x="89306" y="1125956"/>
                </a:lnTo>
                <a:lnTo>
                  <a:pt x="89589" y="1114583"/>
                </a:lnTo>
                <a:lnTo>
                  <a:pt x="89801" y="1103209"/>
                </a:lnTo>
                <a:lnTo>
                  <a:pt x="89918" y="1091836"/>
                </a:lnTo>
                <a:lnTo>
                  <a:pt x="89921" y="1080463"/>
                </a:lnTo>
                <a:lnTo>
                  <a:pt x="89792" y="1069090"/>
                </a:lnTo>
                <a:lnTo>
                  <a:pt x="89519" y="1057716"/>
                </a:lnTo>
                <a:lnTo>
                  <a:pt x="89093" y="1046343"/>
                </a:lnTo>
                <a:lnTo>
                  <a:pt x="88515" y="1034970"/>
                </a:lnTo>
                <a:lnTo>
                  <a:pt x="87791" y="1023596"/>
                </a:lnTo>
                <a:lnTo>
                  <a:pt x="86940" y="1012223"/>
                </a:lnTo>
                <a:lnTo>
                  <a:pt x="85989" y="1000850"/>
                </a:lnTo>
                <a:lnTo>
                  <a:pt x="84976" y="989476"/>
                </a:lnTo>
                <a:lnTo>
                  <a:pt x="83948" y="978103"/>
                </a:lnTo>
                <a:lnTo>
                  <a:pt x="82960" y="966730"/>
                </a:lnTo>
                <a:lnTo>
                  <a:pt x="82068" y="955357"/>
                </a:lnTo>
                <a:lnTo>
                  <a:pt x="81328" y="943983"/>
                </a:lnTo>
                <a:lnTo>
                  <a:pt x="80787" y="932610"/>
                </a:lnTo>
                <a:lnTo>
                  <a:pt x="80483" y="921237"/>
                </a:lnTo>
                <a:lnTo>
                  <a:pt x="80436" y="909863"/>
                </a:lnTo>
                <a:lnTo>
                  <a:pt x="80649" y="898490"/>
                </a:lnTo>
                <a:lnTo>
                  <a:pt x="81106" y="887117"/>
                </a:lnTo>
                <a:lnTo>
                  <a:pt x="81773" y="875744"/>
                </a:lnTo>
                <a:lnTo>
                  <a:pt x="82601" y="864370"/>
                </a:lnTo>
                <a:lnTo>
                  <a:pt x="83532" y="852997"/>
                </a:lnTo>
                <a:lnTo>
                  <a:pt x="84506" y="841624"/>
                </a:lnTo>
                <a:lnTo>
                  <a:pt x="85462" y="830250"/>
                </a:lnTo>
                <a:lnTo>
                  <a:pt x="86347" y="818877"/>
                </a:lnTo>
                <a:lnTo>
                  <a:pt x="87120" y="807504"/>
                </a:lnTo>
                <a:lnTo>
                  <a:pt x="87753" y="796131"/>
                </a:lnTo>
                <a:lnTo>
                  <a:pt x="88232" y="784757"/>
                </a:lnTo>
                <a:lnTo>
                  <a:pt x="88560" y="773384"/>
                </a:lnTo>
                <a:lnTo>
                  <a:pt x="88749" y="762011"/>
                </a:lnTo>
                <a:lnTo>
                  <a:pt x="88823" y="750637"/>
                </a:lnTo>
                <a:lnTo>
                  <a:pt x="88811" y="739264"/>
                </a:lnTo>
                <a:lnTo>
                  <a:pt x="88748" y="727891"/>
                </a:lnTo>
                <a:lnTo>
                  <a:pt x="88664" y="716517"/>
                </a:lnTo>
                <a:lnTo>
                  <a:pt x="88588" y="705144"/>
                </a:lnTo>
                <a:lnTo>
                  <a:pt x="88545" y="693771"/>
                </a:lnTo>
                <a:lnTo>
                  <a:pt x="88550" y="682398"/>
                </a:lnTo>
                <a:lnTo>
                  <a:pt x="88611" y="671024"/>
                </a:lnTo>
                <a:lnTo>
                  <a:pt x="88731" y="659651"/>
                </a:lnTo>
                <a:lnTo>
                  <a:pt x="88903" y="648278"/>
                </a:lnTo>
                <a:lnTo>
                  <a:pt x="89117" y="636904"/>
                </a:lnTo>
                <a:lnTo>
                  <a:pt x="89360" y="625531"/>
                </a:lnTo>
                <a:lnTo>
                  <a:pt x="89616" y="614158"/>
                </a:lnTo>
                <a:lnTo>
                  <a:pt x="89872" y="602785"/>
                </a:lnTo>
                <a:lnTo>
                  <a:pt x="90114" y="591411"/>
                </a:lnTo>
                <a:lnTo>
                  <a:pt x="90333" y="580038"/>
                </a:lnTo>
                <a:lnTo>
                  <a:pt x="90523" y="568665"/>
                </a:lnTo>
                <a:lnTo>
                  <a:pt x="90681" y="557291"/>
                </a:lnTo>
                <a:lnTo>
                  <a:pt x="90808" y="545918"/>
                </a:lnTo>
                <a:lnTo>
                  <a:pt x="90904" y="534545"/>
                </a:lnTo>
                <a:lnTo>
                  <a:pt x="90976" y="523171"/>
                </a:lnTo>
                <a:lnTo>
                  <a:pt x="91027" y="511798"/>
                </a:lnTo>
                <a:lnTo>
                  <a:pt x="91062" y="500425"/>
                </a:lnTo>
                <a:lnTo>
                  <a:pt x="91088" y="489052"/>
                </a:lnTo>
                <a:lnTo>
                  <a:pt x="91108" y="477678"/>
                </a:lnTo>
                <a:lnTo>
                  <a:pt x="91127" y="466305"/>
                </a:lnTo>
                <a:lnTo>
                  <a:pt x="91150" y="454932"/>
                </a:lnTo>
                <a:lnTo>
                  <a:pt x="91178" y="443558"/>
                </a:lnTo>
                <a:lnTo>
                  <a:pt x="91215" y="432185"/>
                </a:lnTo>
                <a:lnTo>
                  <a:pt x="91265" y="420812"/>
                </a:lnTo>
                <a:lnTo>
                  <a:pt x="91327" y="409439"/>
                </a:lnTo>
                <a:lnTo>
                  <a:pt x="91405" y="398065"/>
                </a:lnTo>
                <a:lnTo>
                  <a:pt x="91499" y="386692"/>
                </a:lnTo>
                <a:lnTo>
                  <a:pt x="91610" y="375319"/>
                </a:lnTo>
                <a:lnTo>
                  <a:pt x="91736" y="363945"/>
                </a:lnTo>
                <a:lnTo>
                  <a:pt x="91877" y="352572"/>
                </a:lnTo>
                <a:lnTo>
                  <a:pt x="92028" y="341199"/>
                </a:lnTo>
                <a:lnTo>
                  <a:pt x="92187" y="329825"/>
                </a:lnTo>
                <a:lnTo>
                  <a:pt x="92348" y="318452"/>
                </a:lnTo>
                <a:lnTo>
                  <a:pt x="92507" y="307079"/>
                </a:lnTo>
                <a:lnTo>
                  <a:pt x="92655" y="295706"/>
                </a:lnTo>
                <a:lnTo>
                  <a:pt x="92787" y="284332"/>
                </a:lnTo>
                <a:lnTo>
                  <a:pt x="92892" y="272959"/>
                </a:lnTo>
                <a:lnTo>
                  <a:pt x="92959" y="261586"/>
                </a:lnTo>
                <a:lnTo>
                  <a:pt x="92974" y="250212"/>
                </a:lnTo>
                <a:lnTo>
                  <a:pt x="92917" y="238839"/>
                </a:lnTo>
                <a:lnTo>
                  <a:pt x="92763" y="227466"/>
                </a:lnTo>
                <a:lnTo>
                  <a:pt x="92477" y="216093"/>
                </a:lnTo>
                <a:lnTo>
                  <a:pt x="92017" y="204719"/>
                </a:lnTo>
                <a:lnTo>
                  <a:pt x="91327" y="193346"/>
                </a:lnTo>
                <a:lnTo>
                  <a:pt x="90346" y="181973"/>
                </a:lnTo>
                <a:lnTo>
                  <a:pt x="89001" y="170599"/>
                </a:lnTo>
                <a:lnTo>
                  <a:pt x="87219" y="159226"/>
                </a:lnTo>
                <a:lnTo>
                  <a:pt x="84929" y="147853"/>
                </a:lnTo>
                <a:lnTo>
                  <a:pt x="82073" y="136480"/>
                </a:lnTo>
                <a:lnTo>
                  <a:pt x="78619" y="125106"/>
                </a:lnTo>
                <a:lnTo>
                  <a:pt x="74567" y="113733"/>
                </a:lnTo>
                <a:lnTo>
                  <a:pt x="69963" y="102360"/>
                </a:lnTo>
                <a:lnTo>
                  <a:pt x="64908" y="90986"/>
                </a:lnTo>
                <a:lnTo>
                  <a:pt x="59559" y="79613"/>
                </a:lnTo>
                <a:lnTo>
                  <a:pt x="54122" y="68240"/>
                </a:lnTo>
                <a:lnTo>
                  <a:pt x="48850" y="56866"/>
                </a:lnTo>
                <a:lnTo>
                  <a:pt x="44017" y="45493"/>
                </a:lnTo>
                <a:lnTo>
                  <a:pt x="39901" y="34120"/>
                </a:lnTo>
                <a:lnTo>
                  <a:pt x="36753" y="22747"/>
                </a:lnTo>
                <a:lnTo>
                  <a:pt x="34777" y="11373"/>
                </a:lnTo>
                <a:lnTo>
                  <a:pt x="34103" y="0"/>
                </a:lnTo>
                <a:lnTo>
                  <a:pt x="153185" y="0"/>
                </a:lnTo>
                <a:lnTo>
                  <a:pt x="153185" y="0"/>
                </a:lnTo>
                <a:lnTo>
                  <a:pt x="152511" y="11373"/>
                </a:lnTo>
                <a:lnTo>
                  <a:pt x="150535" y="22747"/>
                </a:lnTo>
                <a:lnTo>
                  <a:pt x="147387" y="34120"/>
                </a:lnTo>
                <a:lnTo>
                  <a:pt x="143271" y="45493"/>
                </a:lnTo>
                <a:lnTo>
                  <a:pt x="138438" y="56866"/>
                </a:lnTo>
                <a:lnTo>
                  <a:pt x="133166" y="68240"/>
                </a:lnTo>
                <a:lnTo>
                  <a:pt x="127729" y="79613"/>
                </a:lnTo>
                <a:lnTo>
                  <a:pt x="122380" y="90986"/>
                </a:lnTo>
                <a:lnTo>
                  <a:pt x="117325" y="102360"/>
                </a:lnTo>
                <a:lnTo>
                  <a:pt x="112721" y="113733"/>
                </a:lnTo>
                <a:lnTo>
                  <a:pt x="108669" y="125106"/>
                </a:lnTo>
                <a:lnTo>
                  <a:pt x="105215" y="136480"/>
                </a:lnTo>
                <a:lnTo>
                  <a:pt x="102359" y="147853"/>
                </a:lnTo>
                <a:lnTo>
                  <a:pt x="100070" y="159226"/>
                </a:lnTo>
                <a:lnTo>
                  <a:pt x="98287" y="170599"/>
                </a:lnTo>
                <a:lnTo>
                  <a:pt x="96942" y="181973"/>
                </a:lnTo>
                <a:lnTo>
                  <a:pt x="95961" y="193346"/>
                </a:lnTo>
                <a:lnTo>
                  <a:pt x="95271" y="204719"/>
                </a:lnTo>
                <a:lnTo>
                  <a:pt x="94811" y="216093"/>
                </a:lnTo>
                <a:lnTo>
                  <a:pt x="94525" y="227466"/>
                </a:lnTo>
                <a:lnTo>
                  <a:pt x="94371" y="238839"/>
                </a:lnTo>
                <a:lnTo>
                  <a:pt x="94314" y="250212"/>
                </a:lnTo>
                <a:lnTo>
                  <a:pt x="94329" y="261586"/>
                </a:lnTo>
                <a:lnTo>
                  <a:pt x="94396" y="272959"/>
                </a:lnTo>
                <a:lnTo>
                  <a:pt x="94501" y="284332"/>
                </a:lnTo>
                <a:lnTo>
                  <a:pt x="94633" y="295706"/>
                </a:lnTo>
                <a:lnTo>
                  <a:pt x="94781" y="307079"/>
                </a:lnTo>
                <a:lnTo>
                  <a:pt x="94940" y="318452"/>
                </a:lnTo>
                <a:lnTo>
                  <a:pt x="95101" y="329825"/>
                </a:lnTo>
                <a:lnTo>
                  <a:pt x="95260" y="341199"/>
                </a:lnTo>
                <a:lnTo>
                  <a:pt x="95411" y="352572"/>
                </a:lnTo>
                <a:lnTo>
                  <a:pt x="95552" y="363945"/>
                </a:lnTo>
                <a:lnTo>
                  <a:pt x="95678" y="375319"/>
                </a:lnTo>
                <a:lnTo>
                  <a:pt x="95789" y="386692"/>
                </a:lnTo>
                <a:lnTo>
                  <a:pt x="95883" y="398065"/>
                </a:lnTo>
                <a:lnTo>
                  <a:pt x="95961" y="409439"/>
                </a:lnTo>
                <a:lnTo>
                  <a:pt x="96024" y="420812"/>
                </a:lnTo>
                <a:lnTo>
                  <a:pt x="96073" y="432185"/>
                </a:lnTo>
                <a:lnTo>
                  <a:pt x="96110" y="443558"/>
                </a:lnTo>
                <a:lnTo>
                  <a:pt x="96138" y="454932"/>
                </a:lnTo>
                <a:lnTo>
                  <a:pt x="96161" y="466305"/>
                </a:lnTo>
                <a:lnTo>
                  <a:pt x="96180" y="477678"/>
                </a:lnTo>
                <a:lnTo>
                  <a:pt x="96200" y="489052"/>
                </a:lnTo>
                <a:lnTo>
                  <a:pt x="96226" y="500425"/>
                </a:lnTo>
                <a:lnTo>
                  <a:pt x="96261" y="511798"/>
                </a:lnTo>
                <a:lnTo>
                  <a:pt x="96312" y="523171"/>
                </a:lnTo>
                <a:lnTo>
                  <a:pt x="96384" y="534545"/>
                </a:lnTo>
                <a:lnTo>
                  <a:pt x="96480" y="545918"/>
                </a:lnTo>
                <a:lnTo>
                  <a:pt x="96607" y="557291"/>
                </a:lnTo>
                <a:lnTo>
                  <a:pt x="96765" y="568665"/>
                </a:lnTo>
                <a:lnTo>
                  <a:pt x="96955" y="580038"/>
                </a:lnTo>
                <a:lnTo>
                  <a:pt x="97174" y="591411"/>
                </a:lnTo>
                <a:lnTo>
                  <a:pt x="97416" y="602785"/>
                </a:lnTo>
                <a:lnTo>
                  <a:pt x="97672" y="614158"/>
                </a:lnTo>
                <a:lnTo>
                  <a:pt x="97928" y="625531"/>
                </a:lnTo>
                <a:lnTo>
                  <a:pt x="98171" y="636904"/>
                </a:lnTo>
                <a:lnTo>
                  <a:pt x="98385" y="648278"/>
                </a:lnTo>
                <a:lnTo>
                  <a:pt x="98557" y="659651"/>
                </a:lnTo>
                <a:lnTo>
                  <a:pt x="98677" y="671024"/>
                </a:lnTo>
                <a:lnTo>
                  <a:pt x="98738" y="682398"/>
                </a:lnTo>
                <a:lnTo>
                  <a:pt x="98743" y="693771"/>
                </a:lnTo>
                <a:lnTo>
                  <a:pt x="98700" y="705144"/>
                </a:lnTo>
                <a:lnTo>
                  <a:pt x="98624" y="716517"/>
                </a:lnTo>
                <a:lnTo>
                  <a:pt x="98540" y="727891"/>
                </a:lnTo>
                <a:lnTo>
                  <a:pt x="98477" y="739264"/>
                </a:lnTo>
                <a:lnTo>
                  <a:pt x="98465" y="750637"/>
                </a:lnTo>
                <a:lnTo>
                  <a:pt x="98539" y="762011"/>
                </a:lnTo>
                <a:lnTo>
                  <a:pt x="98728" y="773384"/>
                </a:lnTo>
                <a:lnTo>
                  <a:pt x="99056" y="784757"/>
                </a:lnTo>
                <a:lnTo>
                  <a:pt x="99535" y="796131"/>
                </a:lnTo>
                <a:lnTo>
                  <a:pt x="100168" y="807504"/>
                </a:lnTo>
                <a:lnTo>
                  <a:pt x="100941" y="818877"/>
                </a:lnTo>
                <a:lnTo>
                  <a:pt x="101826" y="830250"/>
                </a:lnTo>
                <a:lnTo>
                  <a:pt x="102782" y="841624"/>
                </a:lnTo>
                <a:lnTo>
                  <a:pt x="103756" y="852997"/>
                </a:lnTo>
                <a:lnTo>
                  <a:pt x="104687" y="864370"/>
                </a:lnTo>
                <a:lnTo>
                  <a:pt x="105515" y="875744"/>
                </a:lnTo>
                <a:lnTo>
                  <a:pt x="106182" y="887117"/>
                </a:lnTo>
                <a:lnTo>
                  <a:pt x="106639" y="898490"/>
                </a:lnTo>
                <a:lnTo>
                  <a:pt x="106852" y="909863"/>
                </a:lnTo>
                <a:lnTo>
                  <a:pt x="106805" y="921237"/>
                </a:lnTo>
                <a:lnTo>
                  <a:pt x="106501" y="932610"/>
                </a:lnTo>
                <a:lnTo>
                  <a:pt x="105960" y="943983"/>
                </a:lnTo>
                <a:lnTo>
                  <a:pt x="105220" y="955357"/>
                </a:lnTo>
                <a:lnTo>
                  <a:pt x="104328" y="966730"/>
                </a:lnTo>
                <a:lnTo>
                  <a:pt x="103340" y="978103"/>
                </a:lnTo>
                <a:lnTo>
                  <a:pt x="102312" y="989476"/>
                </a:lnTo>
                <a:lnTo>
                  <a:pt x="101299" y="1000850"/>
                </a:lnTo>
                <a:lnTo>
                  <a:pt x="100348" y="1012223"/>
                </a:lnTo>
                <a:lnTo>
                  <a:pt x="99497" y="1023596"/>
                </a:lnTo>
                <a:lnTo>
                  <a:pt x="98773" y="1034970"/>
                </a:lnTo>
                <a:lnTo>
                  <a:pt x="98195" y="1046343"/>
                </a:lnTo>
                <a:lnTo>
                  <a:pt x="97769" y="1057716"/>
                </a:lnTo>
                <a:lnTo>
                  <a:pt x="97496" y="1069090"/>
                </a:lnTo>
                <a:lnTo>
                  <a:pt x="97367" y="1080463"/>
                </a:lnTo>
                <a:lnTo>
                  <a:pt x="97370" y="1091836"/>
                </a:lnTo>
                <a:lnTo>
                  <a:pt x="97487" y="1103209"/>
                </a:lnTo>
                <a:lnTo>
                  <a:pt x="97699" y="1114583"/>
                </a:lnTo>
                <a:lnTo>
                  <a:pt x="97982" y="1125956"/>
                </a:lnTo>
                <a:lnTo>
                  <a:pt x="98313" y="1137329"/>
                </a:lnTo>
                <a:lnTo>
                  <a:pt x="98667" y="1148703"/>
                </a:lnTo>
                <a:lnTo>
                  <a:pt x="99020" y="1160076"/>
                </a:lnTo>
                <a:lnTo>
                  <a:pt x="99348" y="1171449"/>
                </a:lnTo>
                <a:lnTo>
                  <a:pt x="99631" y="1182822"/>
                </a:lnTo>
                <a:lnTo>
                  <a:pt x="99852" y="1194196"/>
                </a:lnTo>
                <a:lnTo>
                  <a:pt x="99998" y="1205569"/>
                </a:lnTo>
                <a:lnTo>
                  <a:pt x="100063" y="1216942"/>
                </a:lnTo>
                <a:lnTo>
                  <a:pt x="100046" y="1228316"/>
                </a:lnTo>
                <a:lnTo>
                  <a:pt x="99952" y="1239689"/>
                </a:lnTo>
                <a:lnTo>
                  <a:pt x="99792" y="1251062"/>
                </a:lnTo>
                <a:lnTo>
                  <a:pt x="99578" y="1262436"/>
                </a:lnTo>
                <a:lnTo>
                  <a:pt x="99329" y="1273809"/>
                </a:lnTo>
                <a:lnTo>
                  <a:pt x="99059" y="1285182"/>
                </a:lnTo>
                <a:lnTo>
                  <a:pt x="98786" y="1296555"/>
                </a:lnTo>
                <a:lnTo>
                  <a:pt x="98524" y="1307929"/>
                </a:lnTo>
                <a:lnTo>
                  <a:pt x="98286" y="1319302"/>
                </a:lnTo>
                <a:lnTo>
                  <a:pt x="98080" y="1330675"/>
                </a:lnTo>
                <a:lnTo>
                  <a:pt x="97913" y="1342049"/>
                </a:lnTo>
                <a:lnTo>
                  <a:pt x="97788" y="1353422"/>
                </a:lnTo>
                <a:lnTo>
                  <a:pt x="97710" y="1364795"/>
                </a:lnTo>
                <a:lnTo>
                  <a:pt x="97678" y="1376168"/>
                </a:lnTo>
                <a:lnTo>
                  <a:pt x="97694" y="1387542"/>
                </a:lnTo>
                <a:lnTo>
                  <a:pt x="97757" y="1398915"/>
                </a:lnTo>
                <a:lnTo>
                  <a:pt x="97867" y="1410288"/>
                </a:lnTo>
                <a:lnTo>
                  <a:pt x="98021" y="1421662"/>
                </a:lnTo>
                <a:lnTo>
                  <a:pt x="98216" y="1433035"/>
                </a:lnTo>
                <a:lnTo>
                  <a:pt x="98446" y="1444408"/>
                </a:lnTo>
                <a:lnTo>
                  <a:pt x="98703" y="1455782"/>
                </a:lnTo>
                <a:lnTo>
                  <a:pt x="98974" y="1467155"/>
                </a:lnTo>
                <a:lnTo>
                  <a:pt x="99247" y="1478528"/>
                </a:lnTo>
                <a:lnTo>
                  <a:pt x="99506" y="1489901"/>
                </a:lnTo>
                <a:lnTo>
                  <a:pt x="99736" y="1501275"/>
                </a:lnTo>
                <a:lnTo>
                  <a:pt x="99922" y="1512648"/>
                </a:lnTo>
                <a:lnTo>
                  <a:pt x="100054" y="1524021"/>
                </a:lnTo>
                <a:lnTo>
                  <a:pt x="100128" y="1535395"/>
                </a:lnTo>
                <a:lnTo>
                  <a:pt x="100148" y="1546768"/>
                </a:lnTo>
                <a:lnTo>
                  <a:pt x="100129" y="1558141"/>
                </a:lnTo>
                <a:lnTo>
                  <a:pt x="100097" y="1569514"/>
                </a:lnTo>
                <a:lnTo>
                  <a:pt x="100093" y="1580888"/>
                </a:lnTo>
                <a:lnTo>
                  <a:pt x="100175" y="1592261"/>
                </a:lnTo>
                <a:lnTo>
                  <a:pt x="100415" y="1603634"/>
                </a:lnTo>
                <a:lnTo>
                  <a:pt x="100902" y="1615008"/>
                </a:lnTo>
                <a:lnTo>
                  <a:pt x="101739" y="1626381"/>
                </a:lnTo>
                <a:lnTo>
                  <a:pt x="103039" y="1637754"/>
                </a:lnTo>
                <a:lnTo>
                  <a:pt x="104924" y="1649127"/>
                </a:lnTo>
                <a:lnTo>
                  <a:pt x="107511" y="1660501"/>
                </a:lnTo>
                <a:lnTo>
                  <a:pt x="110908" y="1671874"/>
                </a:lnTo>
                <a:lnTo>
                  <a:pt x="115195" y="1683247"/>
                </a:lnTo>
                <a:lnTo>
                  <a:pt x="120412" y="1694621"/>
                </a:lnTo>
                <a:lnTo>
                  <a:pt x="126546" y="1705994"/>
                </a:lnTo>
                <a:lnTo>
                  <a:pt x="133511" y="1717367"/>
                </a:lnTo>
                <a:lnTo>
                  <a:pt x="141146" y="1728741"/>
                </a:lnTo>
                <a:lnTo>
                  <a:pt x="149207" y="1740114"/>
                </a:lnTo>
                <a:lnTo>
                  <a:pt x="157377" y="1751487"/>
                </a:lnTo>
                <a:lnTo>
                  <a:pt x="165280" y="1762860"/>
                </a:lnTo>
                <a:lnTo>
                  <a:pt x="172507" y="1774234"/>
                </a:lnTo>
                <a:lnTo>
                  <a:pt x="178651" y="1785607"/>
                </a:lnTo>
                <a:lnTo>
                  <a:pt x="183342" y="1796980"/>
                </a:lnTo>
                <a:lnTo>
                  <a:pt x="186285" y="1808354"/>
                </a:lnTo>
                <a:lnTo>
                  <a:pt x="187288" y="1819727"/>
                </a:lnTo>
                <a:lnTo>
                  <a:pt x="187288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847AC670-699B-4754-881B-9B23C426F9F9}"/>
              </a:ext>
            </a:extLst>
          </p:cNvPr>
          <p:cNvSpPr>
            <a:spLocks/>
          </p:cNvSpPr>
          <p:nvPr/>
        </p:nvSpPr>
        <p:spPr>
          <a:xfrm>
            <a:off x="5549645" y="5110451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57225" y="1819727"/>
                </a:moveTo>
                <a:lnTo>
                  <a:pt x="30063" y="1819727"/>
                </a:lnTo>
                <a:lnTo>
                  <a:pt x="30749" y="1808354"/>
                </a:lnTo>
                <a:lnTo>
                  <a:pt x="32762" y="1796980"/>
                </a:lnTo>
                <a:lnTo>
                  <a:pt x="35973" y="1785607"/>
                </a:lnTo>
                <a:lnTo>
                  <a:pt x="40180" y="1774234"/>
                </a:lnTo>
                <a:lnTo>
                  <a:pt x="45132" y="1762860"/>
                </a:lnTo>
                <a:lnTo>
                  <a:pt x="50552" y="1751487"/>
                </a:lnTo>
                <a:lnTo>
                  <a:pt x="56161" y="1740114"/>
                </a:lnTo>
                <a:lnTo>
                  <a:pt x="61705" y="1728741"/>
                </a:lnTo>
                <a:lnTo>
                  <a:pt x="66968" y="1717367"/>
                </a:lnTo>
                <a:lnTo>
                  <a:pt x="71787" y="1705994"/>
                </a:lnTo>
                <a:lnTo>
                  <a:pt x="76054" y="1694621"/>
                </a:lnTo>
                <a:lnTo>
                  <a:pt x="79715" y="1683247"/>
                </a:lnTo>
                <a:lnTo>
                  <a:pt x="82763" y="1671874"/>
                </a:lnTo>
                <a:lnTo>
                  <a:pt x="85230" y="1660501"/>
                </a:lnTo>
                <a:lnTo>
                  <a:pt x="87173" y="1649127"/>
                </a:lnTo>
                <a:lnTo>
                  <a:pt x="88664" y="1637754"/>
                </a:lnTo>
                <a:lnTo>
                  <a:pt x="89780" y="1626381"/>
                </a:lnTo>
                <a:lnTo>
                  <a:pt x="90596" y="1615008"/>
                </a:lnTo>
                <a:lnTo>
                  <a:pt x="91178" y="1603634"/>
                </a:lnTo>
                <a:lnTo>
                  <a:pt x="91583" y="1592261"/>
                </a:lnTo>
                <a:lnTo>
                  <a:pt x="91856" y="1580888"/>
                </a:lnTo>
                <a:lnTo>
                  <a:pt x="92030" y="1569514"/>
                </a:lnTo>
                <a:lnTo>
                  <a:pt x="92130" y="1558141"/>
                </a:lnTo>
                <a:lnTo>
                  <a:pt x="92173" y="1546768"/>
                </a:lnTo>
                <a:lnTo>
                  <a:pt x="92168" y="1535395"/>
                </a:lnTo>
                <a:lnTo>
                  <a:pt x="92123" y="1524021"/>
                </a:lnTo>
                <a:lnTo>
                  <a:pt x="92043" y="1512648"/>
                </a:lnTo>
                <a:lnTo>
                  <a:pt x="91932" y="1501275"/>
                </a:lnTo>
                <a:lnTo>
                  <a:pt x="91794" y="1489901"/>
                </a:lnTo>
                <a:lnTo>
                  <a:pt x="91631" y="1478528"/>
                </a:lnTo>
                <a:lnTo>
                  <a:pt x="91450" y="1467155"/>
                </a:lnTo>
                <a:lnTo>
                  <a:pt x="91253" y="1455782"/>
                </a:lnTo>
                <a:lnTo>
                  <a:pt x="91046" y="1444408"/>
                </a:lnTo>
                <a:lnTo>
                  <a:pt x="90834" y="1433035"/>
                </a:lnTo>
                <a:lnTo>
                  <a:pt x="90621" y="1421662"/>
                </a:lnTo>
                <a:lnTo>
                  <a:pt x="90411" y="1410288"/>
                </a:lnTo>
                <a:lnTo>
                  <a:pt x="90207" y="1398915"/>
                </a:lnTo>
                <a:lnTo>
                  <a:pt x="90011" y="1387542"/>
                </a:lnTo>
                <a:lnTo>
                  <a:pt x="89823" y="1376168"/>
                </a:lnTo>
                <a:lnTo>
                  <a:pt x="89644" y="1364795"/>
                </a:lnTo>
                <a:lnTo>
                  <a:pt x="89471" y="1353422"/>
                </a:lnTo>
                <a:lnTo>
                  <a:pt x="89303" y="1342049"/>
                </a:lnTo>
                <a:lnTo>
                  <a:pt x="89137" y="1330675"/>
                </a:lnTo>
                <a:lnTo>
                  <a:pt x="88972" y="1319302"/>
                </a:lnTo>
                <a:lnTo>
                  <a:pt x="88808" y="1307929"/>
                </a:lnTo>
                <a:lnTo>
                  <a:pt x="88647" y="1296555"/>
                </a:lnTo>
                <a:lnTo>
                  <a:pt x="88493" y="1285182"/>
                </a:lnTo>
                <a:lnTo>
                  <a:pt x="88353" y="1273809"/>
                </a:lnTo>
                <a:lnTo>
                  <a:pt x="88237" y="1262436"/>
                </a:lnTo>
                <a:lnTo>
                  <a:pt x="88152" y="1251062"/>
                </a:lnTo>
                <a:lnTo>
                  <a:pt x="88110" y="1239689"/>
                </a:lnTo>
                <a:lnTo>
                  <a:pt x="88117" y="1228316"/>
                </a:lnTo>
                <a:lnTo>
                  <a:pt x="88182" y="1216942"/>
                </a:lnTo>
                <a:lnTo>
                  <a:pt x="88304" y="1205569"/>
                </a:lnTo>
                <a:lnTo>
                  <a:pt x="88484" y="1194196"/>
                </a:lnTo>
                <a:lnTo>
                  <a:pt x="88716" y="1182822"/>
                </a:lnTo>
                <a:lnTo>
                  <a:pt x="88990" y="1171449"/>
                </a:lnTo>
                <a:lnTo>
                  <a:pt x="89295" y="1160076"/>
                </a:lnTo>
                <a:lnTo>
                  <a:pt x="89617" y="1148703"/>
                </a:lnTo>
                <a:lnTo>
                  <a:pt x="89943" y="1137329"/>
                </a:lnTo>
                <a:lnTo>
                  <a:pt x="90259" y="1125956"/>
                </a:lnTo>
                <a:lnTo>
                  <a:pt x="90551" y="1114583"/>
                </a:lnTo>
                <a:lnTo>
                  <a:pt x="90808" y="1103209"/>
                </a:lnTo>
                <a:lnTo>
                  <a:pt x="91021" y="1091836"/>
                </a:lnTo>
                <a:lnTo>
                  <a:pt x="91179" y="1080463"/>
                </a:lnTo>
                <a:lnTo>
                  <a:pt x="91276" y="1069090"/>
                </a:lnTo>
                <a:lnTo>
                  <a:pt x="91306" y="1057716"/>
                </a:lnTo>
                <a:lnTo>
                  <a:pt x="91264" y="1046343"/>
                </a:lnTo>
                <a:lnTo>
                  <a:pt x="91149" y="1034970"/>
                </a:lnTo>
                <a:lnTo>
                  <a:pt x="90963" y="1023596"/>
                </a:lnTo>
                <a:lnTo>
                  <a:pt x="90710" y="1012223"/>
                </a:lnTo>
                <a:lnTo>
                  <a:pt x="90401" y="1000850"/>
                </a:lnTo>
                <a:lnTo>
                  <a:pt x="90050" y="989476"/>
                </a:lnTo>
                <a:lnTo>
                  <a:pt x="89676" y="978103"/>
                </a:lnTo>
                <a:lnTo>
                  <a:pt x="89301" y="966730"/>
                </a:lnTo>
                <a:lnTo>
                  <a:pt x="88951" y="955357"/>
                </a:lnTo>
                <a:lnTo>
                  <a:pt x="88650" y="943983"/>
                </a:lnTo>
                <a:lnTo>
                  <a:pt x="88421" y="932610"/>
                </a:lnTo>
                <a:lnTo>
                  <a:pt x="88283" y="921237"/>
                </a:lnTo>
                <a:lnTo>
                  <a:pt x="88246" y="909863"/>
                </a:lnTo>
                <a:lnTo>
                  <a:pt x="88317" y="898490"/>
                </a:lnTo>
                <a:lnTo>
                  <a:pt x="88492" y="887117"/>
                </a:lnTo>
                <a:lnTo>
                  <a:pt x="88759" y="875744"/>
                </a:lnTo>
                <a:lnTo>
                  <a:pt x="89102" y="864370"/>
                </a:lnTo>
                <a:lnTo>
                  <a:pt x="89497" y="852997"/>
                </a:lnTo>
                <a:lnTo>
                  <a:pt x="89921" y="841624"/>
                </a:lnTo>
                <a:lnTo>
                  <a:pt x="90348" y="830250"/>
                </a:lnTo>
                <a:lnTo>
                  <a:pt x="90753" y="818877"/>
                </a:lnTo>
                <a:lnTo>
                  <a:pt x="91118" y="807504"/>
                </a:lnTo>
                <a:lnTo>
                  <a:pt x="91426" y="796131"/>
                </a:lnTo>
                <a:lnTo>
                  <a:pt x="91666" y="784757"/>
                </a:lnTo>
                <a:lnTo>
                  <a:pt x="91833" y="773384"/>
                </a:lnTo>
                <a:lnTo>
                  <a:pt x="91928" y="762011"/>
                </a:lnTo>
                <a:lnTo>
                  <a:pt x="91953" y="750637"/>
                </a:lnTo>
                <a:lnTo>
                  <a:pt x="91917" y="739264"/>
                </a:lnTo>
                <a:lnTo>
                  <a:pt x="91828" y="727891"/>
                </a:lnTo>
                <a:lnTo>
                  <a:pt x="91699" y="716517"/>
                </a:lnTo>
                <a:lnTo>
                  <a:pt x="91543" y="705144"/>
                </a:lnTo>
                <a:lnTo>
                  <a:pt x="91372" y="693771"/>
                </a:lnTo>
                <a:lnTo>
                  <a:pt x="91200" y="682398"/>
                </a:lnTo>
                <a:lnTo>
                  <a:pt x="91038" y="671024"/>
                </a:lnTo>
                <a:lnTo>
                  <a:pt x="90897" y="659651"/>
                </a:lnTo>
                <a:lnTo>
                  <a:pt x="90787" y="648278"/>
                </a:lnTo>
                <a:lnTo>
                  <a:pt x="90713" y="636904"/>
                </a:lnTo>
                <a:lnTo>
                  <a:pt x="90679" y="625531"/>
                </a:lnTo>
                <a:lnTo>
                  <a:pt x="90686" y="614158"/>
                </a:lnTo>
                <a:lnTo>
                  <a:pt x="90733" y="602785"/>
                </a:lnTo>
                <a:lnTo>
                  <a:pt x="90814" y="591411"/>
                </a:lnTo>
                <a:lnTo>
                  <a:pt x="90924" y="580038"/>
                </a:lnTo>
                <a:lnTo>
                  <a:pt x="91055" y="568665"/>
                </a:lnTo>
                <a:lnTo>
                  <a:pt x="91199" y="557291"/>
                </a:lnTo>
                <a:lnTo>
                  <a:pt x="91347" y="545918"/>
                </a:lnTo>
                <a:lnTo>
                  <a:pt x="91492" y="534545"/>
                </a:lnTo>
                <a:lnTo>
                  <a:pt x="91630" y="523171"/>
                </a:lnTo>
                <a:lnTo>
                  <a:pt x="91757" y="511798"/>
                </a:lnTo>
                <a:lnTo>
                  <a:pt x="91873" y="500425"/>
                </a:lnTo>
                <a:lnTo>
                  <a:pt x="91978" y="489052"/>
                </a:lnTo>
                <a:lnTo>
                  <a:pt x="92075" y="477678"/>
                </a:lnTo>
                <a:lnTo>
                  <a:pt x="92166" y="466305"/>
                </a:lnTo>
                <a:lnTo>
                  <a:pt x="92255" y="454932"/>
                </a:lnTo>
                <a:lnTo>
                  <a:pt x="92343" y="443558"/>
                </a:lnTo>
                <a:lnTo>
                  <a:pt x="92432" y="432185"/>
                </a:lnTo>
                <a:lnTo>
                  <a:pt x="92521" y="420812"/>
                </a:lnTo>
                <a:lnTo>
                  <a:pt x="92610" y="409439"/>
                </a:lnTo>
                <a:lnTo>
                  <a:pt x="92694" y="398065"/>
                </a:lnTo>
                <a:lnTo>
                  <a:pt x="92771" y="386692"/>
                </a:lnTo>
                <a:lnTo>
                  <a:pt x="92836" y="375319"/>
                </a:lnTo>
                <a:lnTo>
                  <a:pt x="92886" y="363945"/>
                </a:lnTo>
                <a:lnTo>
                  <a:pt x="92917" y="352572"/>
                </a:lnTo>
                <a:lnTo>
                  <a:pt x="92928" y="341199"/>
                </a:lnTo>
                <a:lnTo>
                  <a:pt x="92917" y="329825"/>
                </a:lnTo>
                <a:lnTo>
                  <a:pt x="92883" y="318452"/>
                </a:lnTo>
                <a:lnTo>
                  <a:pt x="92828" y="307079"/>
                </a:lnTo>
                <a:lnTo>
                  <a:pt x="92752" y="295706"/>
                </a:lnTo>
                <a:lnTo>
                  <a:pt x="92652" y="284332"/>
                </a:lnTo>
                <a:lnTo>
                  <a:pt x="92526" y="272959"/>
                </a:lnTo>
                <a:lnTo>
                  <a:pt x="92363" y="261586"/>
                </a:lnTo>
                <a:lnTo>
                  <a:pt x="92146" y="250212"/>
                </a:lnTo>
                <a:lnTo>
                  <a:pt x="91849" y="238839"/>
                </a:lnTo>
                <a:lnTo>
                  <a:pt x="91431" y="227466"/>
                </a:lnTo>
                <a:lnTo>
                  <a:pt x="90837" y="216093"/>
                </a:lnTo>
                <a:lnTo>
                  <a:pt x="89994" y="204719"/>
                </a:lnTo>
                <a:lnTo>
                  <a:pt x="88814" y="193346"/>
                </a:lnTo>
                <a:lnTo>
                  <a:pt x="87190" y="181973"/>
                </a:lnTo>
                <a:lnTo>
                  <a:pt x="85008" y="170599"/>
                </a:lnTo>
                <a:lnTo>
                  <a:pt x="82151" y="159226"/>
                </a:lnTo>
                <a:lnTo>
                  <a:pt x="78508" y="147853"/>
                </a:lnTo>
                <a:lnTo>
                  <a:pt x="73994" y="136480"/>
                </a:lnTo>
                <a:lnTo>
                  <a:pt x="68562" y="125106"/>
                </a:lnTo>
                <a:lnTo>
                  <a:pt x="62220" y="113733"/>
                </a:lnTo>
                <a:lnTo>
                  <a:pt x="55049" y="102360"/>
                </a:lnTo>
                <a:lnTo>
                  <a:pt x="47210" y="90986"/>
                </a:lnTo>
                <a:lnTo>
                  <a:pt x="38947" y="79613"/>
                </a:lnTo>
                <a:lnTo>
                  <a:pt x="30582" y="68240"/>
                </a:lnTo>
                <a:lnTo>
                  <a:pt x="22497" y="56866"/>
                </a:lnTo>
                <a:lnTo>
                  <a:pt x="15106" y="45493"/>
                </a:lnTo>
                <a:lnTo>
                  <a:pt x="8826" y="34120"/>
                </a:lnTo>
                <a:lnTo>
                  <a:pt x="4031" y="22747"/>
                </a:lnTo>
                <a:lnTo>
                  <a:pt x="1025" y="11373"/>
                </a:lnTo>
                <a:lnTo>
                  <a:pt x="0" y="0"/>
                </a:lnTo>
                <a:lnTo>
                  <a:pt x="187288" y="0"/>
                </a:lnTo>
                <a:lnTo>
                  <a:pt x="187288" y="0"/>
                </a:lnTo>
                <a:lnTo>
                  <a:pt x="186263" y="11373"/>
                </a:lnTo>
                <a:lnTo>
                  <a:pt x="183257" y="22747"/>
                </a:lnTo>
                <a:lnTo>
                  <a:pt x="178463" y="34120"/>
                </a:lnTo>
                <a:lnTo>
                  <a:pt x="172182" y="45493"/>
                </a:lnTo>
                <a:lnTo>
                  <a:pt x="164791" y="56866"/>
                </a:lnTo>
                <a:lnTo>
                  <a:pt x="156706" y="68240"/>
                </a:lnTo>
                <a:lnTo>
                  <a:pt x="148341" y="79613"/>
                </a:lnTo>
                <a:lnTo>
                  <a:pt x="140078" y="90986"/>
                </a:lnTo>
                <a:lnTo>
                  <a:pt x="132239" y="102360"/>
                </a:lnTo>
                <a:lnTo>
                  <a:pt x="125068" y="113733"/>
                </a:lnTo>
                <a:lnTo>
                  <a:pt x="118727" y="125106"/>
                </a:lnTo>
                <a:lnTo>
                  <a:pt x="113294" y="136480"/>
                </a:lnTo>
                <a:lnTo>
                  <a:pt x="108780" y="147853"/>
                </a:lnTo>
                <a:lnTo>
                  <a:pt x="105137" y="159226"/>
                </a:lnTo>
                <a:lnTo>
                  <a:pt x="102280" y="170599"/>
                </a:lnTo>
                <a:lnTo>
                  <a:pt x="100098" y="181973"/>
                </a:lnTo>
                <a:lnTo>
                  <a:pt x="98474" y="193346"/>
                </a:lnTo>
                <a:lnTo>
                  <a:pt x="97294" y="204719"/>
                </a:lnTo>
                <a:lnTo>
                  <a:pt x="96451" y="216093"/>
                </a:lnTo>
                <a:lnTo>
                  <a:pt x="95857" y="227466"/>
                </a:lnTo>
                <a:lnTo>
                  <a:pt x="95439" y="238839"/>
                </a:lnTo>
                <a:lnTo>
                  <a:pt x="95142" y="250212"/>
                </a:lnTo>
                <a:lnTo>
                  <a:pt x="94925" y="261586"/>
                </a:lnTo>
                <a:lnTo>
                  <a:pt x="94762" y="272959"/>
                </a:lnTo>
                <a:lnTo>
                  <a:pt x="94636" y="284332"/>
                </a:lnTo>
                <a:lnTo>
                  <a:pt x="94536" y="295706"/>
                </a:lnTo>
                <a:lnTo>
                  <a:pt x="94460" y="307079"/>
                </a:lnTo>
                <a:lnTo>
                  <a:pt x="94405" y="318452"/>
                </a:lnTo>
                <a:lnTo>
                  <a:pt x="94371" y="329825"/>
                </a:lnTo>
                <a:lnTo>
                  <a:pt x="94360" y="341199"/>
                </a:lnTo>
                <a:lnTo>
                  <a:pt x="94371" y="352572"/>
                </a:lnTo>
                <a:lnTo>
                  <a:pt x="94402" y="363945"/>
                </a:lnTo>
                <a:lnTo>
                  <a:pt x="94452" y="375319"/>
                </a:lnTo>
                <a:lnTo>
                  <a:pt x="94517" y="386692"/>
                </a:lnTo>
                <a:lnTo>
                  <a:pt x="94594" y="398065"/>
                </a:lnTo>
                <a:lnTo>
                  <a:pt x="94678" y="409439"/>
                </a:lnTo>
                <a:lnTo>
                  <a:pt x="94767" y="420812"/>
                </a:lnTo>
                <a:lnTo>
                  <a:pt x="94856" y="432185"/>
                </a:lnTo>
                <a:lnTo>
                  <a:pt x="94945" y="443558"/>
                </a:lnTo>
                <a:lnTo>
                  <a:pt x="95033" y="454932"/>
                </a:lnTo>
                <a:lnTo>
                  <a:pt x="95122" y="466305"/>
                </a:lnTo>
                <a:lnTo>
                  <a:pt x="95213" y="477678"/>
                </a:lnTo>
                <a:lnTo>
                  <a:pt x="95310" y="489052"/>
                </a:lnTo>
                <a:lnTo>
                  <a:pt x="95415" y="500425"/>
                </a:lnTo>
                <a:lnTo>
                  <a:pt x="95531" y="511798"/>
                </a:lnTo>
                <a:lnTo>
                  <a:pt x="95658" y="523171"/>
                </a:lnTo>
                <a:lnTo>
                  <a:pt x="95796" y="534545"/>
                </a:lnTo>
                <a:lnTo>
                  <a:pt x="95942" y="545918"/>
                </a:lnTo>
                <a:lnTo>
                  <a:pt x="96089" y="557291"/>
                </a:lnTo>
                <a:lnTo>
                  <a:pt x="96233" y="568665"/>
                </a:lnTo>
                <a:lnTo>
                  <a:pt x="96364" y="580038"/>
                </a:lnTo>
                <a:lnTo>
                  <a:pt x="96474" y="591411"/>
                </a:lnTo>
                <a:lnTo>
                  <a:pt x="96555" y="602785"/>
                </a:lnTo>
                <a:lnTo>
                  <a:pt x="96602" y="614158"/>
                </a:lnTo>
                <a:lnTo>
                  <a:pt x="96609" y="625531"/>
                </a:lnTo>
                <a:lnTo>
                  <a:pt x="96575" y="636904"/>
                </a:lnTo>
                <a:lnTo>
                  <a:pt x="96501" y="648278"/>
                </a:lnTo>
                <a:lnTo>
                  <a:pt x="96391" y="659651"/>
                </a:lnTo>
                <a:lnTo>
                  <a:pt x="96250" y="671024"/>
                </a:lnTo>
                <a:lnTo>
                  <a:pt x="96089" y="682398"/>
                </a:lnTo>
                <a:lnTo>
                  <a:pt x="95916" y="693771"/>
                </a:lnTo>
                <a:lnTo>
                  <a:pt x="95746" y="705144"/>
                </a:lnTo>
                <a:lnTo>
                  <a:pt x="95589" y="716517"/>
                </a:lnTo>
                <a:lnTo>
                  <a:pt x="95460" y="727891"/>
                </a:lnTo>
                <a:lnTo>
                  <a:pt x="95372" y="739264"/>
                </a:lnTo>
                <a:lnTo>
                  <a:pt x="95335" y="750637"/>
                </a:lnTo>
                <a:lnTo>
                  <a:pt x="95360" y="762011"/>
                </a:lnTo>
                <a:lnTo>
                  <a:pt x="95455" y="773384"/>
                </a:lnTo>
                <a:lnTo>
                  <a:pt x="95622" y="784757"/>
                </a:lnTo>
                <a:lnTo>
                  <a:pt x="95863" y="796131"/>
                </a:lnTo>
                <a:lnTo>
                  <a:pt x="96170" y="807504"/>
                </a:lnTo>
                <a:lnTo>
                  <a:pt x="96535" y="818877"/>
                </a:lnTo>
                <a:lnTo>
                  <a:pt x="96940" y="830250"/>
                </a:lnTo>
                <a:lnTo>
                  <a:pt x="97367" y="841624"/>
                </a:lnTo>
                <a:lnTo>
                  <a:pt x="97791" y="852997"/>
                </a:lnTo>
                <a:lnTo>
                  <a:pt x="98186" y="864370"/>
                </a:lnTo>
                <a:lnTo>
                  <a:pt x="98529" y="875744"/>
                </a:lnTo>
                <a:lnTo>
                  <a:pt x="98796" y="887117"/>
                </a:lnTo>
                <a:lnTo>
                  <a:pt x="98971" y="898490"/>
                </a:lnTo>
                <a:lnTo>
                  <a:pt x="99042" y="909863"/>
                </a:lnTo>
                <a:lnTo>
                  <a:pt x="99006" y="921237"/>
                </a:lnTo>
                <a:lnTo>
                  <a:pt x="98867" y="932610"/>
                </a:lnTo>
                <a:lnTo>
                  <a:pt x="98638" y="943983"/>
                </a:lnTo>
                <a:lnTo>
                  <a:pt x="98337" y="955357"/>
                </a:lnTo>
                <a:lnTo>
                  <a:pt x="97987" y="966730"/>
                </a:lnTo>
                <a:lnTo>
                  <a:pt x="97612" y="978103"/>
                </a:lnTo>
                <a:lnTo>
                  <a:pt x="97238" y="989476"/>
                </a:lnTo>
                <a:lnTo>
                  <a:pt x="96887" y="1000850"/>
                </a:lnTo>
                <a:lnTo>
                  <a:pt x="96578" y="1012223"/>
                </a:lnTo>
                <a:lnTo>
                  <a:pt x="96325" y="1023596"/>
                </a:lnTo>
                <a:lnTo>
                  <a:pt x="96139" y="1034970"/>
                </a:lnTo>
                <a:lnTo>
                  <a:pt x="96024" y="1046343"/>
                </a:lnTo>
                <a:lnTo>
                  <a:pt x="95982" y="1057716"/>
                </a:lnTo>
                <a:lnTo>
                  <a:pt x="96012" y="1069090"/>
                </a:lnTo>
                <a:lnTo>
                  <a:pt x="96109" y="1080463"/>
                </a:lnTo>
                <a:lnTo>
                  <a:pt x="96267" y="1091836"/>
                </a:lnTo>
                <a:lnTo>
                  <a:pt x="96480" y="1103209"/>
                </a:lnTo>
                <a:lnTo>
                  <a:pt x="96737" y="1114583"/>
                </a:lnTo>
                <a:lnTo>
                  <a:pt x="97029" y="1125956"/>
                </a:lnTo>
                <a:lnTo>
                  <a:pt x="97345" y="1137329"/>
                </a:lnTo>
                <a:lnTo>
                  <a:pt x="97671" y="1148703"/>
                </a:lnTo>
                <a:lnTo>
                  <a:pt x="97993" y="1160076"/>
                </a:lnTo>
                <a:lnTo>
                  <a:pt x="98298" y="1171449"/>
                </a:lnTo>
                <a:lnTo>
                  <a:pt x="98572" y="1182822"/>
                </a:lnTo>
                <a:lnTo>
                  <a:pt x="98804" y="1194196"/>
                </a:lnTo>
                <a:lnTo>
                  <a:pt x="98984" y="1205569"/>
                </a:lnTo>
                <a:lnTo>
                  <a:pt x="99107" y="1216942"/>
                </a:lnTo>
                <a:lnTo>
                  <a:pt x="99171" y="1228316"/>
                </a:lnTo>
                <a:lnTo>
                  <a:pt x="99179" y="1239689"/>
                </a:lnTo>
                <a:lnTo>
                  <a:pt x="99136" y="1251062"/>
                </a:lnTo>
                <a:lnTo>
                  <a:pt x="99052" y="1262436"/>
                </a:lnTo>
                <a:lnTo>
                  <a:pt x="98935" y="1273809"/>
                </a:lnTo>
                <a:lnTo>
                  <a:pt x="98795" y="1285182"/>
                </a:lnTo>
                <a:lnTo>
                  <a:pt x="98641" y="1296555"/>
                </a:lnTo>
                <a:lnTo>
                  <a:pt x="98480" y="1307929"/>
                </a:lnTo>
                <a:lnTo>
                  <a:pt x="98316" y="1319302"/>
                </a:lnTo>
                <a:lnTo>
                  <a:pt x="98151" y="1330675"/>
                </a:lnTo>
                <a:lnTo>
                  <a:pt x="97985" y="1342049"/>
                </a:lnTo>
                <a:lnTo>
                  <a:pt x="97817" y="1353422"/>
                </a:lnTo>
                <a:lnTo>
                  <a:pt x="97644" y="1364795"/>
                </a:lnTo>
                <a:lnTo>
                  <a:pt x="97465" y="1376168"/>
                </a:lnTo>
                <a:lnTo>
                  <a:pt x="97278" y="1387542"/>
                </a:lnTo>
                <a:lnTo>
                  <a:pt x="97081" y="1398915"/>
                </a:lnTo>
                <a:lnTo>
                  <a:pt x="96877" y="1410288"/>
                </a:lnTo>
                <a:lnTo>
                  <a:pt x="96667" y="1421662"/>
                </a:lnTo>
                <a:lnTo>
                  <a:pt x="96454" y="1433035"/>
                </a:lnTo>
                <a:lnTo>
                  <a:pt x="96242" y="1444408"/>
                </a:lnTo>
                <a:lnTo>
                  <a:pt x="96035" y="1455782"/>
                </a:lnTo>
                <a:lnTo>
                  <a:pt x="95839" y="1467155"/>
                </a:lnTo>
                <a:lnTo>
                  <a:pt x="95657" y="1478528"/>
                </a:lnTo>
                <a:lnTo>
                  <a:pt x="95495" y="1489901"/>
                </a:lnTo>
                <a:lnTo>
                  <a:pt x="95356" y="1501275"/>
                </a:lnTo>
                <a:lnTo>
                  <a:pt x="95245" y="1512648"/>
                </a:lnTo>
                <a:lnTo>
                  <a:pt x="95165" y="1524021"/>
                </a:lnTo>
                <a:lnTo>
                  <a:pt x="95120" y="1535395"/>
                </a:lnTo>
                <a:lnTo>
                  <a:pt x="95115" y="1546768"/>
                </a:lnTo>
                <a:lnTo>
                  <a:pt x="95158" y="1558141"/>
                </a:lnTo>
                <a:lnTo>
                  <a:pt x="95258" y="1569514"/>
                </a:lnTo>
                <a:lnTo>
                  <a:pt x="95432" y="1580888"/>
                </a:lnTo>
                <a:lnTo>
                  <a:pt x="95705" y="1592261"/>
                </a:lnTo>
                <a:lnTo>
                  <a:pt x="96110" y="1603634"/>
                </a:lnTo>
                <a:lnTo>
                  <a:pt x="96692" y="1615008"/>
                </a:lnTo>
                <a:lnTo>
                  <a:pt x="97508" y="1626381"/>
                </a:lnTo>
                <a:lnTo>
                  <a:pt x="98624" y="1637754"/>
                </a:lnTo>
                <a:lnTo>
                  <a:pt x="100115" y="1649127"/>
                </a:lnTo>
                <a:lnTo>
                  <a:pt x="102058" y="1660501"/>
                </a:lnTo>
                <a:lnTo>
                  <a:pt x="104525" y="1671874"/>
                </a:lnTo>
                <a:lnTo>
                  <a:pt x="107574" y="1683247"/>
                </a:lnTo>
                <a:lnTo>
                  <a:pt x="111234" y="1694621"/>
                </a:lnTo>
                <a:lnTo>
                  <a:pt x="115501" y="1705994"/>
                </a:lnTo>
                <a:lnTo>
                  <a:pt x="120320" y="1717367"/>
                </a:lnTo>
                <a:lnTo>
                  <a:pt x="125583" y="1728741"/>
                </a:lnTo>
                <a:lnTo>
                  <a:pt x="131127" y="1740114"/>
                </a:lnTo>
                <a:lnTo>
                  <a:pt x="136737" y="1751487"/>
                </a:lnTo>
                <a:lnTo>
                  <a:pt x="142156" y="1762860"/>
                </a:lnTo>
                <a:lnTo>
                  <a:pt x="147108" y="1774234"/>
                </a:lnTo>
                <a:lnTo>
                  <a:pt x="151315" y="1785607"/>
                </a:lnTo>
                <a:lnTo>
                  <a:pt x="154526" y="1796980"/>
                </a:lnTo>
                <a:lnTo>
                  <a:pt x="156539" y="1808354"/>
                </a:lnTo>
                <a:lnTo>
                  <a:pt x="157225" y="1819727"/>
                </a:lnTo>
                <a:lnTo>
                  <a:pt x="157225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338EB521-B17A-4E68-BD83-D039553BBA83}"/>
              </a:ext>
            </a:extLst>
          </p:cNvPr>
          <p:cNvSpPr>
            <a:spLocks/>
          </p:cNvSpPr>
          <p:nvPr/>
        </p:nvSpPr>
        <p:spPr>
          <a:xfrm>
            <a:off x="5802737" y="5110451"/>
            <a:ext cx="187288" cy="1819727"/>
          </a:xfrm>
          <a:custGeom>
            <a:avLst/>
            <a:gdLst/>
            <a:ahLst/>
            <a:cxnLst/>
            <a:rect l="0" t="0" r="0" b="0"/>
            <a:pathLst>
              <a:path w="187288" h="1819727">
                <a:moveTo>
                  <a:pt x="137871" y="1819727"/>
                </a:moveTo>
                <a:lnTo>
                  <a:pt x="49417" y="1819727"/>
                </a:lnTo>
                <a:lnTo>
                  <a:pt x="49863" y="1808354"/>
                </a:lnTo>
                <a:lnTo>
                  <a:pt x="51175" y="1796980"/>
                </a:lnTo>
                <a:lnTo>
                  <a:pt x="53270" y="1785607"/>
                </a:lnTo>
                <a:lnTo>
                  <a:pt x="56023" y="1774234"/>
                </a:lnTo>
                <a:lnTo>
                  <a:pt x="59275" y="1762860"/>
                </a:lnTo>
                <a:lnTo>
                  <a:pt x="62852" y="1751487"/>
                </a:lnTo>
                <a:lnTo>
                  <a:pt x="66579" y="1740114"/>
                </a:lnTo>
                <a:lnTo>
                  <a:pt x="70291" y="1728741"/>
                </a:lnTo>
                <a:lnTo>
                  <a:pt x="73849" y="1717367"/>
                </a:lnTo>
                <a:lnTo>
                  <a:pt x="77145" y="1705994"/>
                </a:lnTo>
                <a:lnTo>
                  <a:pt x="80103" y="1694621"/>
                </a:lnTo>
                <a:lnTo>
                  <a:pt x="82681" y="1683247"/>
                </a:lnTo>
                <a:lnTo>
                  <a:pt x="84864" y="1671874"/>
                </a:lnTo>
                <a:lnTo>
                  <a:pt x="86663" y="1660501"/>
                </a:lnTo>
                <a:lnTo>
                  <a:pt x="88102" y="1649127"/>
                </a:lnTo>
                <a:lnTo>
                  <a:pt x="89221" y="1637754"/>
                </a:lnTo>
                <a:lnTo>
                  <a:pt x="90061" y="1626381"/>
                </a:lnTo>
                <a:lnTo>
                  <a:pt x="90668" y="1615008"/>
                </a:lnTo>
                <a:lnTo>
                  <a:pt x="91085" y="1603634"/>
                </a:lnTo>
                <a:lnTo>
                  <a:pt x="91352" y="1592261"/>
                </a:lnTo>
                <a:lnTo>
                  <a:pt x="91505" y="1580888"/>
                </a:lnTo>
                <a:lnTo>
                  <a:pt x="91576" y="1569514"/>
                </a:lnTo>
                <a:lnTo>
                  <a:pt x="91591" y="1558141"/>
                </a:lnTo>
                <a:lnTo>
                  <a:pt x="91571" y="1546768"/>
                </a:lnTo>
                <a:lnTo>
                  <a:pt x="91534" y="1535395"/>
                </a:lnTo>
                <a:lnTo>
                  <a:pt x="91491" y="1524021"/>
                </a:lnTo>
                <a:lnTo>
                  <a:pt x="91449" y="1512648"/>
                </a:lnTo>
                <a:lnTo>
                  <a:pt x="91413" y="1501275"/>
                </a:lnTo>
                <a:lnTo>
                  <a:pt x="91381" y="1489901"/>
                </a:lnTo>
                <a:lnTo>
                  <a:pt x="91352" y="1478528"/>
                </a:lnTo>
                <a:lnTo>
                  <a:pt x="91322" y="1467155"/>
                </a:lnTo>
                <a:lnTo>
                  <a:pt x="91285" y="1455782"/>
                </a:lnTo>
                <a:lnTo>
                  <a:pt x="91238" y="1444408"/>
                </a:lnTo>
                <a:lnTo>
                  <a:pt x="91178" y="1433035"/>
                </a:lnTo>
                <a:lnTo>
                  <a:pt x="91102" y="1421662"/>
                </a:lnTo>
                <a:lnTo>
                  <a:pt x="91012" y="1410288"/>
                </a:lnTo>
                <a:lnTo>
                  <a:pt x="90910" y="1398915"/>
                </a:lnTo>
                <a:lnTo>
                  <a:pt x="90799" y="1387542"/>
                </a:lnTo>
                <a:lnTo>
                  <a:pt x="90682" y="1376168"/>
                </a:lnTo>
                <a:lnTo>
                  <a:pt x="90564" y="1364795"/>
                </a:lnTo>
                <a:lnTo>
                  <a:pt x="90447" y="1353422"/>
                </a:lnTo>
                <a:lnTo>
                  <a:pt x="90335" y="1342049"/>
                </a:lnTo>
                <a:lnTo>
                  <a:pt x="90227" y="1330675"/>
                </a:lnTo>
                <a:lnTo>
                  <a:pt x="90127" y="1319302"/>
                </a:lnTo>
                <a:lnTo>
                  <a:pt x="90032" y="1307929"/>
                </a:lnTo>
                <a:lnTo>
                  <a:pt x="89945" y="1296555"/>
                </a:lnTo>
                <a:lnTo>
                  <a:pt x="89866" y="1285182"/>
                </a:lnTo>
                <a:lnTo>
                  <a:pt x="89796" y="1273809"/>
                </a:lnTo>
                <a:lnTo>
                  <a:pt x="89738" y="1262436"/>
                </a:lnTo>
                <a:lnTo>
                  <a:pt x="89695" y="1251062"/>
                </a:lnTo>
                <a:lnTo>
                  <a:pt x="89668" y="1239689"/>
                </a:lnTo>
                <a:lnTo>
                  <a:pt x="89661" y="1228316"/>
                </a:lnTo>
                <a:lnTo>
                  <a:pt x="89676" y="1216942"/>
                </a:lnTo>
                <a:lnTo>
                  <a:pt x="89714" y="1205569"/>
                </a:lnTo>
                <a:lnTo>
                  <a:pt x="89774" y="1194196"/>
                </a:lnTo>
                <a:lnTo>
                  <a:pt x="89855" y="1182822"/>
                </a:lnTo>
                <a:lnTo>
                  <a:pt x="89954" y="1171449"/>
                </a:lnTo>
                <a:lnTo>
                  <a:pt x="90070" y="1160076"/>
                </a:lnTo>
                <a:lnTo>
                  <a:pt x="90198" y="1148703"/>
                </a:lnTo>
                <a:lnTo>
                  <a:pt x="90339" y="1137329"/>
                </a:lnTo>
                <a:lnTo>
                  <a:pt x="90488" y="1125956"/>
                </a:lnTo>
                <a:lnTo>
                  <a:pt x="90646" y="1114583"/>
                </a:lnTo>
                <a:lnTo>
                  <a:pt x="90811" y="1103209"/>
                </a:lnTo>
                <a:lnTo>
                  <a:pt x="90982" y="1091836"/>
                </a:lnTo>
                <a:lnTo>
                  <a:pt x="91158" y="1080463"/>
                </a:lnTo>
                <a:lnTo>
                  <a:pt x="91335" y="1069090"/>
                </a:lnTo>
                <a:lnTo>
                  <a:pt x="91512" y="1057716"/>
                </a:lnTo>
                <a:lnTo>
                  <a:pt x="91683" y="1046343"/>
                </a:lnTo>
                <a:lnTo>
                  <a:pt x="91846" y="1034970"/>
                </a:lnTo>
                <a:lnTo>
                  <a:pt x="91995" y="1023596"/>
                </a:lnTo>
                <a:lnTo>
                  <a:pt x="92127" y="1012223"/>
                </a:lnTo>
                <a:lnTo>
                  <a:pt x="92241" y="1000850"/>
                </a:lnTo>
                <a:lnTo>
                  <a:pt x="92333" y="989476"/>
                </a:lnTo>
                <a:lnTo>
                  <a:pt x="92406" y="978103"/>
                </a:lnTo>
                <a:lnTo>
                  <a:pt x="92461" y="966730"/>
                </a:lnTo>
                <a:lnTo>
                  <a:pt x="92503" y="955357"/>
                </a:lnTo>
                <a:lnTo>
                  <a:pt x="92535" y="943983"/>
                </a:lnTo>
                <a:lnTo>
                  <a:pt x="92562" y="932610"/>
                </a:lnTo>
                <a:lnTo>
                  <a:pt x="92590" y="921237"/>
                </a:lnTo>
                <a:lnTo>
                  <a:pt x="92621" y="909863"/>
                </a:lnTo>
                <a:lnTo>
                  <a:pt x="92659" y="898490"/>
                </a:lnTo>
                <a:lnTo>
                  <a:pt x="92703" y="887117"/>
                </a:lnTo>
                <a:lnTo>
                  <a:pt x="92755" y="875744"/>
                </a:lnTo>
                <a:lnTo>
                  <a:pt x="92810" y="864370"/>
                </a:lnTo>
                <a:lnTo>
                  <a:pt x="92867" y="852997"/>
                </a:lnTo>
                <a:lnTo>
                  <a:pt x="92921" y="841624"/>
                </a:lnTo>
                <a:lnTo>
                  <a:pt x="92969" y="830250"/>
                </a:lnTo>
                <a:lnTo>
                  <a:pt x="93006" y="818877"/>
                </a:lnTo>
                <a:lnTo>
                  <a:pt x="93030" y="807504"/>
                </a:lnTo>
                <a:lnTo>
                  <a:pt x="93039" y="796131"/>
                </a:lnTo>
                <a:lnTo>
                  <a:pt x="93031" y="784757"/>
                </a:lnTo>
                <a:lnTo>
                  <a:pt x="93009" y="773384"/>
                </a:lnTo>
                <a:lnTo>
                  <a:pt x="92974" y="762011"/>
                </a:lnTo>
                <a:lnTo>
                  <a:pt x="92930" y="750637"/>
                </a:lnTo>
                <a:lnTo>
                  <a:pt x="92881" y="739264"/>
                </a:lnTo>
                <a:lnTo>
                  <a:pt x="92831" y="727891"/>
                </a:lnTo>
                <a:lnTo>
                  <a:pt x="92787" y="716517"/>
                </a:lnTo>
                <a:lnTo>
                  <a:pt x="92751" y="705144"/>
                </a:lnTo>
                <a:lnTo>
                  <a:pt x="92729" y="693771"/>
                </a:lnTo>
                <a:lnTo>
                  <a:pt x="92721" y="682398"/>
                </a:lnTo>
                <a:lnTo>
                  <a:pt x="92728" y="671024"/>
                </a:lnTo>
                <a:lnTo>
                  <a:pt x="92750" y="659651"/>
                </a:lnTo>
                <a:lnTo>
                  <a:pt x="92785" y="648278"/>
                </a:lnTo>
                <a:lnTo>
                  <a:pt x="92828" y="636904"/>
                </a:lnTo>
                <a:lnTo>
                  <a:pt x="92875" y="625531"/>
                </a:lnTo>
                <a:lnTo>
                  <a:pt x="92921" y="614158"/>
                </a:lnTo>
                <a:lnTo>
                  <a:pt x="92960" y="602785"/>
                </a:lnTo>
                <a:lnTo>
                  <a:pt x="92987" y="591411"/>
                </a:lnTo>
                <a:lnTo>
                  <a:pt x="92997" y="580038"/>
                </a:lnTo>
                <a:lnTo>
                  <a:pt x="92987" y="568665"/>
                </a:lnTo>
                <a:lnTo>
                  <a:pt x="92955" y="557291"/>
                </a:lnTo>
                <a:lnTo>
                  <a:pt x="92899" y="545918"/>
                </a:lnTo>
                <a:lnTo>
                  <a:pt x="92820" y="534545"/>
                </a:lnTo>
                <a:lnTo>
                  <a:pt x="92718" y="523171"/>
                </a:lnTo>
                <a:lnTo>
                  <a:pt x="92596" y="511798"/>
                </a:lnTo>
                <a:lnTo>
                  <a:pt x="92458" y="500425"/>
                </a:lnTo>
                <a:lnTo>
                  <a:pt x="92307" y="489052"/>
                </a:lnTo>
                <a:lnTo>
                  <a:pt x="92147" y="477678"/>
                </a:lnTo>
                <a:lnTo>
                  <a:pt x="91985" y="466305"/>
                </a:lnTo>
                <a:lnTo>
                  <a:pt x="91826" y="454932"/>
                </a:lnTo>
                <a:lnTo>
                  <a:pt x="91674" y="443558"/>
                </a:lnTo>
                <a:lnTo>
                  <a:pt x="91536" y="432185"/>
                </a:lnTo>
                <a:lnTo>
                  <a:pt x="91417" y="420812"/>
                </a:lnTo>
                <a:lnTo>
                  <a:pt x="91320" y="409439"/>
                </a:lnTo>
                <a:lnTo>
                  <a:pt x="91249" y="398065"/>
                </a:lnTo>
                <a:lnTo>
                  <a:pt x="91206" y="386692"/>
                </a:lnTo>
                <a:lnTo>
                  <a:pt x="91193" y="375319"/>
                </a:lnTo>
                <a:lnTo>
                  <a:pt x="91208" y="363945"/>
                </a:lnTo>
                <a:lnTo>
                  <a:pt x="91249" y="352572"/>
                </a:lnTo>
                <a:lnTo>
                  <a:pt x="91311" y="341199"/>
                </a:lnTo>
                <a:lnTo>
                  <a:pt x="91391" y="329825"/>
                </a:lnTo>
                <a:lnTo>
                  <a:pt x="91480" y="318452"/>
                </a:lnTo>
                <a:lnTo>
                  <a:pt x="91572" y="307079"/>
                </a:lnTo>
                <a:lnTo>
                  <a:pt x="91657" y="295706"/>
                </a:lnTo>
                <a:lnTo>
                  <a:pt x="91725" y="284332"/>
                </a:lnTo>
                <a:lnTo>
                  <a:pt x="91764" y="272959"/>
                </a:lnTo>
                <a:lnTo>
                  <a:pt x="91756" y="261586"/>
                </a:lnTo>
                <a:lnTo>
                  <a:pt x="91677" y="250212"/>
                </a:lnTo>
                <a:lnTo>
                  <a:pt x="91497" y="238839"/>
                </a:lnTo>
                <a:lnTo>
                  <a:pt x="91171" y="227466"/>
                </a:lnTo>
                <a:lnTo>
                  <a:pt x="90644" y="216093"/>
                </a:lnTo>
                <a:lnTo>
                  <a:pt x="89843" y="204719"/>
                </a:lnTo>
                <a:lnTo>
                  <a:pt x="88681" y="193346"/>
                </a:lnTo>
                <a:lnTo>
                  <a:pt x="87056" y="181973"/>
                </a:lnTo>
                <a:lnTo>
                  <a:pt x="84856" y="170599"/>
                </a:lnTo>
                <a:lnTo>
                  <a:pt x="81969" y="159226"/>
                </a:lnTo>
                <a:lnTo>
                  <a:pt x="78291" y="147853"/>
                </a:lnTo>
                <a:lnTo>
                  <a:pt x="73740" y="136480"/>
                </a:lnTo>
                <a:lnTo>
                  <a:pt x="68277" y="125106"/>
                </a:lnTo>
                <a:lnTo>
                  <a:pt x="61914" y="113733"/>
                </a:lnTo>
                <a:lnTo>
                  <a:pt x="54736" y="102360"/>
                </a:lnTo>
                <a:lnTo>
                  <a:pt x="46906" y="90986"/>
                </a:lnTo>
                <a:lnTo>
                  <a:pt x="38669" y="79613"/>
                </a:lnTo>
                <a:lnTo>
                  <a:pt x="30344" y="68240"/>
                </a:lnTo>
                <a:lnTo>
                  <a:pt x="22308" y="56866"/>
                </a:lnTo>
                <a:lnTo>
                  <a:pt x="14972" y="45493"/>
                </a:lnTo>
                <a:lnTo>
                  <a:pt x="8744" y="34120"/>
                </a:lnTo>
                <a:lnTo>
                  <a:pt x="3993" y="22747"/>
                </a:lnTo>
                <a:lnTo>
                  <a:pt x="1015" y="11373"/>
                </a:lnTo>
                <a:lnTo>
                  <a:pt x="0" y="0"/>
                </a:lnTo>
                <a:lnTo>
                  <a:pt x="187288" y="0"/>
                </a:lnTo>
                <a:lnTo>
                  <a:pt x="187288" y="0"/>
                </a:lnTo>
                <a:lnTo>
                  <a:pt x="186273" y="11373"/>
                </a:lnTo>
                <a:lnTo>
                  <a:pt x="183295" y="22747"/>
                </a:lnTo>
                <a:lnTo>
                  <a:pt x="178544" y="34120"/>
                </a:lnTo>
                <a:lnTo>
                  <a:pt x="172316" y="45493"/>
                </a:lnTo>
                <a:lnTo>
                  <a:pt x="164980" y="56866"/>
                </a:lnTo>
                <a:lnTo>
                  <a:pt x="156944" y="68240"/>
                </a:lnTo>
                <a:lnTo>
                  <a:pt x="148619" y="79613"/>
                </a:lnTo>
                <a:lnTo>
                  <a:pt x="140382" y="90986"/>
                </a:lnTo>
                <a:lnTo>
                  <a:pt x="132552" y="102360"/>
                </a:lnTo>
                <a:lnTo>
                  <a:pt x="125374" y="113733"/>
                </a:lnTo>
                <a:lnTo>
                  <a:pt x="119011" y="125106"/>
                </a:lnTo>
                <a:lnTo>
                  <a:pt x="113548" y="136480"/>
                </a:lnTo>
                <a:lnTo>
                  <a:pt x="108998" y="147853"/>
                </a:lnTo>
                <a:lnTo>
                  <a:pt x="105319" y="159226"/>
                </a:lnTo>
                <a:lnTo>
                  <a:pt x="102432" y="170599"/>
                </a:lnTo>
                <a:lnTo>
                  <a:pt x="100232" y="181973"/>
                </a:lnTo>
                <a:lnTo>
                  <a:pt x="98607" y="193346"/>
                </a:lnTo>
                <a:lnTo>
                  <a:pt x="97445" y="204719"/>
                </a:lnTo>
                <a:lnTo>
                  <a:pt x="96644" y="216093"/>
                </a:lnTo>
                <a:lnTo>
                  <a:pt x="96117" y="227466"/>
                </a:lnTo>
                <a:lnTo>
                  <a:pt x="95791" y="238839"/>
                </a:lnTo>
                <a:lnTo>
                  <a:pt x="95611" y="250212"/>
                </a:lnTo>
                <a:lnTo>
                  <a:pt x="95532" y="261586"/>
                </a:lnTo>
                <a:lnTo>
                  <a:pt x="95524" y="272959"/>
                </a:lnTo>
                <a:lnTo>
                  <a:pt x="95563" y="284332"/>
                </a:lnTo>
                <a:lnTo>
                  <a:pt x="95631" y="295706"/>
                </a:lnTo>
                <a:lnTo>
                  <a:pt x="95717" y="307079"/>
                </a:lnTo>
                <a:lnTo>
                  <a:pt x="95808" y="318452"/>
                </a:lnTo>
                <a:lnTo>
                  <a:pt x="95898" y="329825"/>
                </a:lnTo>
                <a:lnTo>
                  <a:pt x="95977" y="341199"/>
                </a:lnTo>
                <a:lnTo>
                  <a:pt x="96040" y="352572"/>
                </a:lnTo>
                <a:lnTo>
                  <a:pt x="96080" y="363945"/>
                </a:lnTo>
                <a:lnTo>
                  <a:pt x="96095" y="375319"/>
                </a:lnTo>
                <a:lnTo>
                  <a:pt x="96082" y="386692"/>
                </a:lnTo>
                <a:lnTo>
                  <a:pt x="96039" y="398065"/>
                </a:lnTo>
                <a:lnTo>
                  <a:pt x="95969" y="409439"/>
                </a:lnTo>
                <a:lnTo>
                  <a:pt x="95872" y="420812"/>
                </a:lnTo>
                <a:lnTo>
                  <a:pt x="95752" y="432185"/>
                </a:lnTo>
                <a:lnTo>
                  <a:pt x="95614" y="443558"/>
                </a:lnTo>
                <a:lnTo>
                  <a:pt x="95462" y="454932"/>
                </a:lnTo>
                <a:lnTo>
                  <a:pt x="95303" y="466305"/>
                </a:lnTo>
                <a:lnTo>
                  <a:pt x="95141" y="477678"/>
                </a:lnTo>
                <a:lnTo>
                  <a:pt x="94982" y="489052"/>
                </a:lnTo>
                <a:lnTo>
                  <a:pt x="94830" y="500425"/>
                </a:lnTo>
                <a:lnTo>
                  <a:pt x="94692" y="511798"/>
                </a:lnTo>
                <a:lnTo>
                  <a:pt x="94570" y="523171"/>
                </a:lnTo>
                <a:lnTo>
                  <a:pt x="94468" y="534545"/>
                </a:lnTo>
                <a:lnTo>
                  <a:pt x="94389" y="545918"/>
                </a:lnTo>
                <a:lnTo>
                  <a:pt x="94333" y="557291"/>
                </a:lnTo>
                <a:lnTo>
                  <a:pt x="94301" y="568665"/>
                </a:lnTo>
                <a:lnTo>
                  <a:pt x="94291" y="580038"/>
                </a:lnTo>
                <a:lnTo>
                  <a:pt x="94301" y="591411"/>
                </a:lnTo>
                <a:lnTo>
                  <a:pt x="94328" y="602785"/>
                </a:lnTo>
                <a:lnTo>
                  <a:pt x="94367" y="614158"/>
                </a:lnTo>
                <a:lnTo>
                  <a:pt x="94413" y="625531"/>
                </a:lnTo>
                <a:lnTo>
                  <a:pt x="94460" y="636904"/>
                </a:lnTo>
                <a:lnTo>
                  <a:pt x="94503" y="648278"/>
                </a:lnTo>
                <a:lnTo>
                  <a:pt x="94538" y="659651"/>
                </a:lnTo>
                <a:lnTo>
                  <a:pt x="94560" y="671024"/>
                </a:lnTo>
                <a:lnTo>
                  <a:pt x="94567" y="682398"/>
                </a:lnTo>
                <a:lnTo>
                  <a:pt x="94559" y="693771"/>
                </a:lnTo>
                <a:lnTo>
                  <a:pt x="94537" y="705144"/>
                </a:lnTo>
                <a:lnTo>
                  <a:pt x="94501" y="716517"/>
                </a:lnTo>
                <a:lnTo>
                  <a:pt x="94457" y="727891"/>
                </a:lnTo>
                <a:lnTo>
                  <a:pt x="94407" y="739264"/>
                </a:lnTo>
                <a:lnTo>
                  <a:pt x="94358" y="750637"/>
                </a:lnTo>
                <a:lnTo>
                  <a:pt x="94314" y="762011"/>
                </a:lnTo>
                <a:lnTo>
                  <a:pt x="94279" y="773384"/>
                </a:lnTo>
                <a:lnTo>
                  <a:pt x="94257" y="784757"/>
                </a:lnTo>
                <a:lnTo>
                  <a:pt x="94249" y="796131"/>
                </a:lnTo>
                <a:lnTo>
                  <a:pt x="94258" y="807504"/>
                </a:lnTo>
                <a:lnTo>
                  <a:pt x="94282" y="818877"/>
                </a:lnTo>
                <a:lnTo>
                  <a:pt x="94319" y="830250"/>
                </a:lnTo>
                <a:lnTo>
                  <a:pt x="94367" y="841624"/>
                </a:lnTo>
                <a:lnTo>
                  <a:pt x="94421" y="852997"/>
                </a:lnTo>
                <a:lnTo>
                  <a:pt x="94478" y="864370"/>
                </a:lnTo>
                <a:lnTo>
                  <a:pt x="94534" y="875744"/>
                </a:lnTo>
                <a:lnTo>
                  <a:pt x="94585" y="887117"/>
                </a:lnTo>
                <a:lnTo>
                  <a:pt x="94629" y="898490"/>
                </a:lnTo>
                <a:lnTo>
                  <a:pt x="94667" y="909863"/>
                </a:lnTo>
                <a:lnTo>
                  <a:pt x="94698" y="921237"/>
                </a:lnTo>
                <a:lnTo>
                  <a:pt x="94726" y="932610"/>
                </a:lnTo>
                <a:lnTo>
                  <a:pt x="94753" y="943983"/>
                </a:lnTo>
                <a:lnTo>
                  <a:pt x="94785" y="955357"/>
                </a:lnTo>
                <a:lnTo>
                  <a:pt x="94827" y="966730"/>
                </a:lnTo>
                <a:lnTo>
                  <a:pt x="94882" y="978103"/>
                </a:lnTo>
                <a:lnTo>
                  <a:pt x="94955" y="989476"/>
                </a:lnTo>
                <a:lnTo>
                  <a:pt x="95048" y="1000850"/>
                </a:lnTo>
                <a:lnTo>
                  <a:pt x="95161" y="1012223"/>
                </a:lnTo>
                <a:lnTo>
                  <a:pt x="95293" y="1023596"/>
                </a:lnTo>
                <a:lnTo>
                  <a:pt x="95442" y="1034970"/>
                </a:lnTo>
                <a:lnTo>
                  <a:pt x="95605" y="1046343"/>
                </a:lnTo>
                <a:lnTo>
                  <a:pt x="95777" y="1057716"/>
                </a:lnTo>
                <a:lnTo>
                  <a:pt x="95953" y="1069090"/>
                </a:lnTo>
                <a:lnTo>
                  <a:pt x="96131" y="1080463"/>
                </a:lnTo>
                <a:lnTo>
                  <a:pt x="96306" y="1091836"/>
                </a:lnTo>
                <a:lnTo>
                  <a:pt x="96477" y="1103209"/>
                </a:lnTo>
                <a:lnTo>
                  <a:pt x="96642" y="1114583"/>
                </a:lnTo>
                <a:lnTo>
                  <a:pt x="96800" y="1125956"/>
                </a:lnTo>
                <a:lnTo>
                  <a:pt x="96949" y="1137329"/>
                </a:lnTo>
                <a:lnTo>
                  <a:pt x="97090" y="1148703"/>
                </a:lnTo>
                <a:lnTo>
                  <a:pt x="97219" y="1160076"/>
                </a:lnTo>
                <a:lnTo>
                  <a:pt x="97334" y="1171449"/>
                </a:lnTo>
                <a:lnTo>
                  <a:pt x="97433" y="1182822"/>
                </a:lnTo>
                <a:lnTo>
                  <a:pt x="97514" y="1194196"/>
                </a:lnTo>
                <a:lnTo>
                  <a:pt x="97574" y="1205569"/>
                </a:lnTo>
                <a:lnTo>
                  <a:pt x="97612" y="1216942"/>
                </a:lnTo>
                <a:lnTo>
                  <a:pt x="97627" y="1228316"/>
                </a:lnTo>
                <a:lnTo>
                  <a:pt x="97620" y="1239689"/>
                </a:lnTo>
                <a:lnTo>
                  <a:pt x="97594" y="1251062"/>
                </a:lnTo>
                <a:lnTo>
                  <a:pt x="97550" y="1262436"/>
                </a:lnTo>
                <a:lnTo>
                  <a:pt x="97492" y="1273809"/>
                </a:lnTo>
                <a:lnTo>
                  <a:pt x="97422" y="1285182"/>
                </a:lnTo>
                <a:lnTo>
                  <a:pt x="97343" y="1296555"/>
                </a:lnTo>
                <a:lnTo>
                  <a:pt x="97256" y="1307929"/>
                </a:lnTo>
                <a:lnTo>
                  <a:pt x="97161" y="1319302"/>
                </a:lnTo>
                <a:lnTo>
                  <a:pt x="97061" y="1330675"/>
                </a:lnTo>
                <a:lnTo>
                  <a:pt x="96954" y="1342049"/>
                </a:lnTo>
                <a:lnTo>
                  <a:pt x="96841" y="1353422"/>
                </a:lnTo>
                <a:lnTo>
                  <a:pt x="96724" y="1364795"/>
                </a:lnTo>
                <a:lnTo>
                  <a:pt x="96606" y="1376168"/>
                </a:lnTo>
                <a:lnTo>
                  <a:pt x="96489" y="1387542"/>
                </a:lnTo>
                <a:lnTo>
                  <a:pt x="96378" y="1398915"/>
                </a:lnTo>
                <a:lnTo>
                  <a:pt x="96276" y="1410288"/>
                </a:lnTo>
                <a:lnTo>
                  <a:pt x="96186" y="1421662"/>
                </a:lnTo>
                <a:lnTo>
                  <a:pt x="96110" y="1433035"/>
                </a:lnTo>
                <a:lnTo>
                  <a:pt x="96050" y="1444408"/>
                </a:lnTo>
                <a:lnTo>
                  <a:pt x="96003" y="1455782"/>
                </a:lnTo>
                <a:lnTo>
                  <a:pt x="95966" y="1467155"/>
                </a:lnTo>
                <a:lnTo>
                  <a:pt x="95936" y="1478528"/>
                </a:lnTo>
                <a:lnTo>
                  <a:pt x="95907" y="1489901"/>
                </a:lnTo>
                <a:lnTo>
                  <a:pt x="95875" y="1501275"/>
                </a:lnTo>
                <a:lnTo>
                  <a:pt x="95839" y="1512648"/>
                </a:lnTo>
                <a:lnTo>
                  <a:pt x="95797" y="1524021"/>
                </a:lnTo>
                <a:lnTo>
                  <a:pt x="95754" y="1535395"/>
                </a:lnTo>
                <a:lnTo>
                  <a:pt x="95717" y="1546768"/>
                </a:lnTo>
                <a:lnTo>
                  <a:pt x="95697" y="1558141"/>
                </a:lnTo>
                <a:lnTo>
                  <a:pt x="95712" y="1569514"/>
                </a:lnTo>
                <a:lnTo>
                  <a:pt x="95783" y="1580888"/>
                </a:lnTo>
                <a:lnTo>
                  <a:pt x="95936" y="1592261"/>
                </a:lnTo>
                <a:lnTo>
                  <a:pt x="96203" y="1603634"/>
                </a:lnTo>
                <a:lnTo>
                  <a:pt x="96620" y="1615008"/>
                </a:lnTo>
                <a:lnTo>
                  <a:pt x="97227" y="1626381"/>
                </a:lnTo>
                <a:lnTo>
                  <a:pt x="98067" y="1637754"/>
                </a:lnTo>
                <a:lnTo>
                  <a:pt x="99186" y="1649127"/>
                </a:lnTo>
                <a:lnTo>
                  <a:pt x="100625" y="1660501"/>
                </a:lnTo>
                <a:lnTo>
                  <a:pt x="102424" y="1671874"/>
                </a:lnTo>
                <a:lnTo>
                  <a:pt x="104607" y="1683247"/>
                </a:lnTo>
                <a:lnTo>
                  <a:pt x="107185" y="1694621"/>
                </a:lnTo>
                <a:lnTo>
                  <a:pt x="110143" y="1705994"/>
                </a:lnTo>
                <a:lnTo>
                  <a:pt x="113439" y="1717367"/>
                </a:lnTo>
                <a:lnTo>
                  <a:pt x="116997" y="1728741"/>
                </a:lnTo>
                <a:lnTo>
                  <a:pt x="120709" y="1740114"/>
                </a:lnTo>
                <a:lnTo>
                  <a:pt x="124436" y="1751487"/>
                </a:lnTo>
                <a:lnTo>
                  <a:pt x="128013" y="1762860"/>
                </a:lnTo>
                <a:lnTo>
                  <a:pt x="131265" y="1774234"/>
                </a:lnTo>
                <a:lnTo>
                  <a:pt x="134018" y="1785607"/>
                </a:lnTo>
                <a:lnTo>
                  <a:pt x="136113" y="1796980"/>
                </a:lnTo>
                <a:lnTo>
                  <a:pt x="137425" y="1808354"/>
                </a:lnTo>
                <a:lnTo>
                  <a:pt x="137871" y="1819727"/>
                </a:lnTo>
                <a:lnTo>
                  <a:pt x="137871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7D80E370-A6D9-45EF-ACE1-3F8653CFB43F}"/>
              </a:ext>
            </a:extLst>
          </p:cNvPr>
          <p:cNvSpPr>
            <a:spLocks/>
          </p:cNvSpPr>
          <p:nvPr/>
        </p:nvSpPr>
        <p:spPr>
          <a:xfrm>
            <a:off x="438917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0EBA75F6-EAAC-4888-9147-3C67D4D25D5B}"/>
              </a:ext>
            </a:extLst>
          </p:cNvPr>
          <p:cNvSpPr>
            <a:spLocks/>
          </p:cNvSpPr>
          <p:nvPr/>
        </p:nvSpPr>
        <p:spPr>
          <a:xfrm>
            <a:off x="4356433" y="60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88CF3548-B1B2-47E0-B883-80C2B87614BF}"/>
              </a:ext>
            </a:extLst>
          </p:cNvPr>
          <p:cNvSpPr>
            <a:spLocks/>
          </p:cNvSpPr>
          <p:nvPr/>
        </p:nvSpPr>
        <p:spPr>
          <a:xfrm>
            <a:off x="427865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E2EB8038-9910-42BC-BDEE-47C1771E309B}"/>
              </a:ext>
            </a:extLst>
          </p:cNvPr>
          <p:cNvSpPr>
            <a:spLocks/>
          </p:cNvSpPr>
          <p:nvPr/>
        </p:nvSpPr>
        <p:spPr>
          <a:xfrm>
            <a:off x="4313587" y="58726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C6717E52-320F-469C-A218-80C193340818}"/>
              </a:ext>
            </a:extLst>
          </p:cNvPr>
          <p:cNvSpPr>
            <a:spLocks/>
          </p:cNvSpPr>
          <p:nvPr/>
        </p:nvSpPr>
        <p:spPr>
          <a:xfrm>
            <a:off x="4305797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58E0540D-17A2-4C04-AD13-3BE7FB1E0A7A}"/>
              </a:ext>
            </a:extLst>
          </p:cNvPr>
          <p:cNvSpPr>
            <a:spLocks/>
          </p:cNvSpPr>
          <p:nvPr/>
        </p:nvSpPr>
        <p:spPr>
          <a:xfrm>
            <a:off x="4298799" y="63391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DD60E244-4F00-449D-86CD-257C03F9C31A}"/>
              </a:ext>
            </a:extLst>
          </p:cNvPr>
          <p:cNvSpPr>
            <a:spLocks/>
          </p:cNvSpPr>
          <p:nvPr/>
        </p:nvSpPr>
        <p:spPr>
          <a:xfrm>
            <a:off x="4344569" y="6591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8C91AB5B-0292-46DF-A59E-618EB82465FB}"/>
              </a:ext>
            </a:extLst>
          </p:cNvPr>
          <p:cNvSpPr>
            <a:spLocks/>
          </p:cNvSpPr>
          <p:nvPr/>
        </p:nvSpPr>
        <p:spPr>
          <a:xfrm>
            <a:off x="4308214" y="60852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C03C73E2-1D09-45E1-BDEF-0E7540013E08}"/>
              </a:ext>
            </a:extLst>
          </p:cNvPr>
          <p:cNvSpPr>
            <a:spLocks/>
          </p:cNvSpPr>
          <p:nvPr/>
        </p:nvSpPr>
        <p:spPr>
          <a:xfrm>
            <a:off x="437725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E37E763D-5668-491D-8A3B-E001337604A2}"/>
              </a:ext>
            </a:extLst>
          </p:cNvPr>
          <p:cNvSpPr>
            <a:spLocks/>
          </p:cNvSpPr>
          <p:nvPr/>
        </p:nvSpPr>
        <p:spPr>
          <a:xfrm>
            <a:off x="4328666" y="6548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79A65251-FEB2-4F22-A972-7FD24B77C2CC}"/>
              </a:ext>
            </a:extLst>
          </p:cNvPr>
          <p:cNvSpPr>
            <a:spLocks/>
          </p:cNvSpPr>
          <p:nvPr/>
        </p:nvSpPr>
        <p:spPr>
          <a:xfrm>
            <a:off x="430799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328FA859-2F34-4579-8C00-56E495D6886C}"/>
              </a:ext>
            </a:extLst>
          </p:cNvPr>
          <p:cNvSpPr>
            <a:spLocks/>
          </p:cNvSpPr>
          <p:nvPr/>
        </p:nvSpPr>
        <p:spPr>
          <a:xfrm>
            <a:off x="4380976" y="64791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4B4C4EAF-8080-4737-9B61-9028719189A8}"/>
              </a:ext>
            </a:extLst>
          </p:cNvPr>
          <p:cNvSpPr>
            <a:spLocks/>
          </p:cNvSpPr>
          <p:nvPr/>
        </p:nvSpPr>
        <p:spPr>
          <a:xfrm>
            <a:off x="437138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D499073B-9EF4-4FA3-B417-68CD5BEA04EA}"/>
              </a:ext>
            </a:extLst>
          </p:cNvPr>
          <p:cNvSpPr>
            <a:spLocks/>
          </p:cNvSpPr>
          <p:nvPr/>
        </p:nvSpPr>
        <p:spPr>
          <a:xfrm>
            <a:off x="438758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CD20F5A4-3C1A-4DA3-A809-2A1BBB4AF96E}"/>
              </a:ext>
            </a:extLst>
          </p:cNvPr>
          <p:cNvSpPr>
            <a:spLocks/>
          </p:cNvSpPr>
          <p:nvPr/>
        </p:nvSpPr>
        <p:spPr>
          <a:xfrm>
            <a:off x="4320381" y="5456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E58D41CC-5E44-4236-ACCD-BB402CCCBA0E}"/>
              </a:ext>
            </a:extLst>
          </p:cNvPr>
          <p:cNvSpPr>
            <a:spLocks/>
          </p:cNvSpPr>
          <p:nvPr/>
        </p:nvSpPr>
        <p:spPr>
          <a:xfrm>
            <a:off x="435810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710227F1-208D-4C90-BAE9-1B06DEF60585}"/>
              </a:ext>
            </a:extLst>
          </p:cNvPr>
          <p:cNvSpPr>
            <a:spLocks/>
          </p:cNvSpPr>
          <p:nvPr/>
        </p:nvSpPr>
        <p:spPr>
          <a:xfrm>
            <a:off x="4308500" y="64271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1CBE1C24-2A6D-4A21-833A-FAAE4695ECA7}"/>
              </a:ext>
            </a:extLst>
          </p:cNvPr>
          <p:cNvSpPr>
            <a:spLocks/>
          </p:cNvSpPr>
          <p:nvPr/>
        </p:nvSpPr>
        <p:spPr>
          <a:xfrm>
            <a:off x="4395299" y="61845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F123C58A-9AE0-49C8-ADB6-74E2E158B661}"/>
              </a:ext>
            </a:extLst>
          </p:cNvPr>
          <p:cNvSpPr>
            <a:spLocks/>
          </p:cNvSpPr>
          <p:nvPr/>
        </p:nvSpPr>
        <p:spPr>
          <a:xfrm>
            <a:off x="4362946" y="66940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82A712E4-3501-4204-A293-0CA884E33B92}"/>
              </a:ext>
            </a:extLst>
          </p:cNvPr>
          <p:cNvSpPr>
            <a:spLocks/>
          </p:cNvSpPr>
          <p:nvPr/>
        </p:nvSpPr>
        <p:spPr>
          <a:xfrm>
            <a:off x="439523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93EDB2A6-4696-468E-8798-78A42A63242E}"/>
              </a:ext>
            </a:extLst>
          </p:cNvPr>
          <p:cNvSpPr>
            <a:spLocks/>
          </p:cNvSpPr>
          <p:nvPr/>
        </p:nvSpPr>
        <p:spPr>
          <a:xfrm>
            <a:off x="4289292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F8ED931E-9011-4D3D-A5B0-C880655E5BAF}"/>
              </a:ext>
            </a:extLst>
          </p:cNvPr>
          <p:cNvSpPr>
            <a:spLocks/>
          </p:cNvSpPr>
          <p:nvPr/>
        </p:nvSpPr>
        <p:spPr>
          <a:xfrm>
            <a:off x="43007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98F86B94-782A-48A5-8A90-C92230C53517}"/>
              </a:ext>
            </a:extLst>
          </p:cNvPr>
          <p:cNvSpPr>
            <a:spLocks/>
          </p:cNvSpPr>
          <p:nvPr/>
        </p:nvSpPr>
        <p:spPr>
          <a:xfrm>
            <a:off x="4357526" y="5612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05F5257D-75BC-43AE-8875-12B27DBAD080}"/>
              </a:ext>
            </a:extLst>
          </p:cNvPr>
          <p:cNvSpPr>
            <a:spLocks/>
          </p:cNvSpPr>
          <p:nvPr/>
        </p:nvSpPr>
        <p:spPr>
          <a:xfrm>
            <a:off x="4317121" y="61845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05F114E2-2E38-485C-A35A-E3BED2225D51}"/>
              </a:ext>
            </a:extLst>
          </p:cNvPr>
          <p:cNvSpPr>
            <a:spLocks/>
          </p:cNvSpPr>
          <p:nvPr/>
        </p:nvSpPr>
        <p:spPr>
          <a:xfrm>
            <a:off x="436815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AEA39C8A-8F8D-4CA9-98B4-56FD5F3C5DD9}"/>
              </a:ext>
            </a:extLst>
          </p:cNvPr>
          <p:cNvSpPr>
            <a:spLocks/>
          </p:cNvSpPr>
          <p:nvPr/>
        </p:nvSpPr>
        <p:spPr>
          <a:xfrm>
            <a:off x="4278878" y="66524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0CE47BD4-F538-4A3C-A7CF-5709A9F5E499}"/>
              </a:ext>
            </a:extLst>
          </p:cNvPr>
          <p:cNvSpPr>
            <a:spLocks/>
          </p:cNvSpPr>
          <p:nvPr/>
        </p:nvSpPr>
        <p:spPr>
          <a:xfrm>
            <a:off x="429077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1AE72138-C08B-46BD-9885-6AD158BDC9B0}"/>
              </a:ext>
            </a:extLst>
          </p:cNvPr>
          <p:cNvSpPr>
            <a:spLocks/>
          </p:cNvSpPr>
          <p:nvPr/>
        </p:nvSpPr>
        <p:spPr>
          <a:xfrm>
            <a:off x="4316486" y="56992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A235B293-29FD-457A-BF81-EEB58AD1D569}"/>
              </a:ext>
            </a:extLst>
          </p:cNvPr>
          <p:cNvSpPr>
            <a:spLocks/>
          </p:cNvSpPr>
          <p:nvPr/>
        </p:nvSpPr>
        <p:spPr>
          <a:xfrm>
            <a:off x="428975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1C70A2B2-F83E-4423-B63E-8A7EFAE67465}"/>
              </a:ext>
            </a:extLst>
          </p:cNvPr>
          <p:cNvSpPr>
            <a:spLocks/>
          </p:cNvSpPr>
          <p:nvPr/>
        </p:nvSpPr>
        <p:spPr>
          <a:xfrm>
            <a:off x="438941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29A5877A-6BD1-48A9-B752-FD27DEBF8AED}"/>
              </a:ext>
            </a:extLst>
          </p:cNvPr>
          <p:cNvSpPr>
            <a:spLocks/>
          </p:cNvSpPr>
          <p:nvPr/>
        </p:nvSpPr>
        <p:spPr>
          <a:xfrm>
            <a:off x="4385120" y="6782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CB623F2D-C6BA-412F-AFA3-ADE67B19DE76}"/>
              </a:ext>
            </a:extLst>
          </p:cNvPr>
          <p:cNvSpPr>
            <a:spLocks/>
          </p:cNvSpPr>
          <p:nvPr/>
        </p:nvSpPr>
        <p:spPr>
          <a:xfrm>
            <a:off x="435770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6C4A20BA-EF2B-419E-8640-1F2C90CD273F}"/>
              </a:ext>
            </a:extLst>
          </p:cNvPr>
          <p:cNvSpPr>
            <a:spLocks/>
          </p:cNvSpPr>
          <p:nvPr/>
        </p:nvSpPr>
        <p:spPr>
          <a:xfrm>
            <a:off x="4365077" y="66849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1EED77E8-DE59-4E90-81AB-0F586DFA9351}"/>
              </a:ext>
            </a:extLst>
          </p:cNvPr>
          <p:cNvSpPr>
            <a:spLocks/>
          </p:cNvSpPr>
          <p:nvPr/>
        </p:nvSpPr>
        <p:spPr>
          <a:xfrm>
            <a:off x="4340858" y="64575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040EEB12-4771-4914-967C-2979D1EA405C}"/>
              </a:ext>
            </a:extLst>
          </p:cNvPr>
          <p:cNvSpPr>
            <a:spLocks/>
          </p:cNvSpPr>
          <p:nvPr/>
        </p:nvSpPr>
        <p:spPr>
          <a:xfrm>
            <a:off x="4305079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9C4C44E0-A232-4C38-93D6-E561184829E8}"/>
              </a:ext>
            </a:extLst>
          </p:cNvPr>
          <p:cNvSpPr>
            <a:spLocks/>
          </p:cNvSpPr>
          <p:nvPr/>
        </p:nvSpPr>
        <p:spPr>
          <a:xfrm>
            <a:off x="428643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B5EAAC84-3CB2-4C1F-A724-92307A3261D2}"/>
              </a:ext>
            </a:extLst>
          </p:cNvPr>
          <p:cNvSpPr>
            <a:spLocks/>
          </p:cNvSpPr>
          <p:nvPr/>
        </p:nvSpPr>
        <p:spPr>
          <a:xfrm>
            <a:off x="4393785" y="61845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F5CCDF2D-0917-478E-8DAC-8DD0AAD22930}"/>
              </a:ext>
            </a:extLst>
          </p:cNvPr>
          <p:cNvSpPr>
            <a:spLocks/>
          </p:cNvSpPr>
          <p:nvPr/>
        </p:nvSpPr>
        <p:spPr>
          <a:xfrm>
            <a:off x="4303409" y="67102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B5CEF40E-CA03-4A9C-86A7-CA31C2F6D5AD}"/>
              </a:ext>
            </a:extLst>
          </p:cNvPr>
          <p:cNvSpPr>
            <a:spLocks/>
          </p:cNvSpPr>
          <p:nvPr/>
        </p:nvSpPr>
        <p:spPr>
          <a:xfrm>
            <a:off x="437257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D9ECA972-C90C-4C40-962A-74F790F2CA55}"/>
              </a:ext>
            </a:extLst>
          </p:cNvPr>
          <p:cNvSpPr>
            <a:spLocks/>
          </p:cNvSpPr>
          <p:nvPr/>
        </p:nvSpPr>
        <p:spPr>
          <a:xfrm>
            <a:off x="4298398" y="67102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0E04656A-3003-41F4-B080-BC23E34DAC6C}"/>
              </a:ext>
            </a:extLst>
          </p:cNvPr>
          <p:cNvSpPr>
            <a:spLocks/>
          </p:cNvSpPr>
          <p:nvPr/>
        </p:nvSpPr>
        <p:spPr>
          <a:xfrm>
            <a:off x="4385723" y="68589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48DB2C30-DC5F-4B82-9339-6ECB02CD1F15}"/>
              </a:ext>
            </a:extLst>
          </p:cNvPr>
          <p:cNvSpPr>
            <a:spLocks/>
          </p:cNvSpPr>
          <p:nvPr/>
        </p:nvSpPr>
        <p:spPr>
          <a:xfrm>
            <a:off x="4364756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98CFDEBF-4788-4855-9154-674073219E9D}"/>
              </a:ext>
            </a:extLst>
          </p:cNvPr>
          <p:cNvSpPr>
            <a:spLocks/>
          </p:cNvSpPr>
          <p:nvPr/>
        </p:nvSpPr>
        <p:spPr>
          <a:xfrm>
            <a:off x="4370694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C8C1F316-621C-49BA-8A50-0CD16879215B}"/>
              </a:ext>
            </a:extLst>
          </p:cNvPr>
          <p:cNvSpPr>
            <a:spLocks/>
          </p:cNvSpPr>
          <p:nvPr/>
        </p:nvSpPr>
        <p:spPr>
          <a:xfrm>
            <a:off x="4351792" y="66091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89A6654C-75CB-4F68-A26F-9840E9FAC609}"/>
              </a:ext>
            </a:extLst>
          </p:cNvPr>
          <p:cNvSpPr>
            <a:spLocks/>
          </p:cNvSpPr>
          <p:nvPr/>
        </p:nvSpPr>
        <p:spPr>
          <a:xfrm>
            <a:off x="4309196" y="65815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EB8539CA-8898-4867-B038-7241BFDB9116}"/>
              </a:ext>
            </a:extLst>
          </p:cNvPr>
          <p:cNvSpPr>
            <a:spLocks/>
          </p:cNvSpPr>
          <p:nvPr/>
        </p:nvSpPr>
        <p:spPr>
          <a:xfrm>
            <a:off x="4323040" y="66849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D624A4B0-1521-44F4-8D01-4BBD32027ABC}"/>
              </a:ext>
            </a:extLst>
          </p:cNvPr>
          <p:cNvSpPr>
            <a:spLocks/>
          </p:cNvSpPr>
          <p:nvPr/>
        </p:nvSpPr>
        <p:spPr>
          <a:xfrm>
            <a:off x="434926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A6F9DDCA-E0CF-41DD-A0F6-B6DC1FACCD00}"/>
              </a:ext>
            </a:extLst>
          </p:cNvPr>
          <p:cNvSpPr>
            <a:spLocks/>
          </p:cNvSpPr>
          <p:nvPr/>
        </p:nvSpPr>
        <p:spPr>
          <a:xfrm>
            <a:off x="431200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7CACBF2F-5C05-42CD-82A2-8F1845220497}"/>
              </a:ext>
            </a:extLst>
          </p:cNvPr>
          <p:cNvSpPr>
            <a:spLocks/>
          </p:cNvSpPr>
          <p:nvPr/>
        </p:nvSpPr>
        <p:spPr>
          <a:xfrm>
            <a:off x="4381222" y="62787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A2D92BFF-471C-4CC8-9F30-BBFD5119CCF0}"/>
              </a:ext>
            </a:extLst>
          </p:cNvPr>
          <p:cNvSpPr>
            <a:spLocks/>
          </p:cNvSpPr>
          <p:nvPr/>
        </p:nvSpPr>
        <p:spPr>
          <a:xfrm>
            <a:off x="433119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015E0E3D-F3B8-44FD-AA56-8B8F6C1E2511}"/>
              </a:ext>
            </a:extLst>
          </p:cNvPr>
          <p:cNvSpPr>
            <a:spLocks/>
          </p:cNvSpPr>
          <p:nvPr/>
        </p:nvSpPr>
        <p:spPr>
          <a:xfrm>
            <a:off x="434231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1BF71466-8254-4F99-8A9B-16076C7A425F}"/>
              </a:ext>
            </a:extLst>
          </p:cNvPr>
          <p:cNvSpPr>
            <a:spLocks/>
          </p:cNvSpPr>
          <p:nvPr/>
        </p:nvSpPr>
        <p:spPr>
          <a:xfrm>
            <a:off x="4275393" y="66524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4B3A5087-A6FD-48AB-8D2D-B3606C7947DE}"/>
              </a:ext>
            </a:extLst>
          </p:cNvPr>
          <p:cNvSpPr>
            <a:spLocks/>
          </p:cNvSpPr>
          <p:nvPr/>
        </p:nvSpPr>
        <p:spPr>
          <a:xfrm>
            <a:off x="4314112" y="67102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762C4D96-BAC4-42C6-B91F-FE0113DA0B69}"/>
              </a:ext>
            </a:extLst>
          </p:cNvPr>
          <p:cNvSpPr>
            <a:spLocks/>
          </p:cNvSpPr>
          <p:nvPr/>
        </p:nvSpPr>
        <p:spPr>
          <a:xfrm>
            <a:off x="432302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61A07BF5-852D-462D-A0AC-9B102478C9E8}"/>
              </a:ext>
            </a:extLst>
          </p:cNvPr>
          <p:cNvSpPr>
            <a:spLocks/>
          </p:cNvSpPr>
          <p:nvPr/>
        </p:nvSpPr>
        <p:spPr>
          <a:xfrm>
            <a:off x="4298872" y="59014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9E8F7DA0-55CA-42EC-AB68-05BD43FB60AE}"/>
              </a:ext>
            </a:extLst>
          </p:cNvPr>
          <p:cNvSpPr>
            <a:spLocks/>
          </p:cNvSpPr>
          <p:nvPr/>
        </p:nvSpPr>
        <p:spPr>
          <a:xfrm>
            <a:off x="4293268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F3BBE168-2CAA-43F6-BC47-57DAF778B5E9}"/>
              </a:ext>
            </a:extLst>
          </p:cNvPr>
          <p:cNvSpPr>
            <a:spLocks/>
          </p:cNvSpPr>
          <p:nvPr/>
        </p:nvSpPr>
        <p:spPr>
          <a:xfrm>
            <a:off x="4392456" y="65815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9A4C0A37-83CC-4F1D-9AC1-B0C98CB55664}"/>
              </a:ext>
            </a:extLst>
          </p:cNvPr>
          <p:cNvSpPr>
            <a:spLocks/>
          </p:cNvSpPr>
          <p:nvPr/>
        </p:nvSpPr>
        <p:spPr>
          <a:xfrm>
            <a:off x="4283672" y="62755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CE0323A2-5714-46D2-9742-1EA0566E9540}"/>
              </a:ext>
            </a:extLst>
          </p:cNvPr>
          <p:cNvSpPr>
            <a:spLocks/>
          </p:cNvSpPr>
          <p:nvPr/>
        </p:nvSpPr>
        <p:spPr>
          <a:xfrm>
            <a:off x="4284971" y="5638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80F16BE1-C396-4A69-9F7B-D1E3077E7AFD}"/>
              </a:ext>
            </a:extLst>
          </p:cNvPr>
          <p:cNvSpPr>
            <a:spLocks/>
          </p:cNvSpPr>
          <p:nvPr/>
        </p:nvSpPr>
        <p:spPr>
          <a:xfrm>
            <a:off x="436760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9F88FB2E-897A-4293-9506-FC6717CC139E}"/>
              </a:ext>
            </a:extLst>
          </p:cNvPr>
          <p:cNvSpPr>
            <a:spLocks/>
          </p:cNvSpPr>
          <p:nvPr/>
        </p:nvSpPr>
        <p:spPr>
          <a:xfrm>
            <a:off x="4283385" y="61845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20FDCE70-120A-4A2E-9FA5-69CF839CC805}"/>
              </a:ext>
            </a:extLst>
          </p:cNvPr>
          <p:cNvSpPr>
            <a:spLocks/>
          </p:cNvSpPr>
          <p:nvPr/>
        </p:nvSpPr>
        <p:spPr>
          <a:xfrm>
            <a:off x="435753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9D0EF85D-7A90-46D6-8A5D-13572127E8B8}"/>
              </a:ext>
            </a:extLst>
          </p:cNvPr>
          <p:cNvSpPr>
            <a:spLocks/>
          </p:cNvSpPr>
          <p:nvPr/>
        </p:nvSpPr>
        <p:spPr>
          <a:xfrm>
            <a:off x="427848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95B59F2C-F347-4A78-9C5C-5ED243AD8525}"/>
              </a:ext>
            </a:extLst>
          </p:cNvPr>
          <p:cNvSpPr>
            <a:spLocks/>
          </p:cNvSpPr>
          <p:nvPr/>
        </p:nvSpPr>
        <p:spPr>
          <a:xfrm>
            <a:off x="4351066" y="67987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93D28D4E-0343-48FE-A474-A7099D412D9F}"/>
              </a:ext>
            </a:extLst>
          </p:cNvPr>
          <p:cNvSpPr>
            <a:spLocks/>
          </p:cNvSpPr>
          <p:nvPr/>
        </p:nvSpPr>
        <p:spPr>
          <a:xfrm>
            <a:off x="434569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2B24DD79-2CF7-488C-A881-747E1171F9C4}"/>
              </a:ext>
            </a:extLst>
          </p:cNvPr>
          <p:cNvSpPr>
            <a:spLocks/>
          </p:cNvSpPr>
          <p:nvPr/>
        </p:nvSpPr>
        <p:spPr>
          <a:xfrm>
            <a:off x="437101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A011210D-346C-4083-BCED-E03DEBD2A141}"/>
              </a:ext>
            </a:extLst>
          </p:cNvPr>
          <p:cNvSpPr>
            <a:spLocks/>
          </p:cNvSpPr>
          <p:nvPr/>
        </p:nvSpPr>
        <p:spPr>
          <a:xfrm>
            <a:off x="4333754" y="6548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280C8BAB-7BB6-4CEA-B43C-A02EEDE0B1E8}"/>
              </a:ext>
            </a:extLst>
          </p:cNvPr>
          <p:cNvSpPr>
            <a:spLocks/>
          </p:cNvSpPr>
          <p:nvPr/>
        </p:nvSpPr>
        <p:spPr>
          <a:xfrm>
            <a:off x="4294177" y="6747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5C1BC8F9-925C-4F82-80A6-E26563495F64}"/>
              </a:ext>
            </a:extLst>
          </p:cNvPr>
          <p:cNvSpPr>
            <a:spLocks/>
          </p:cNvSpPr>
          <p:nvPr/>
        </p:nvSpPr>
        <p:spPr>
          <a:xfrm>
            <a:off x="4386627" y="67304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BD9CD6D1-DB7A-47E4-8F93-22219B161E37}"/>
              </a:ext>
            </a:extLst>
          </p:cNvPr>
          <p:cNvSpPr>
            <a:spLocks/>
          </p:cNvSpPr>
          <p:nvPr/>
        </p:nvSpPr>
        <p:spPr>
          <a:xfrm>
            <a:off x="4281105" y="59198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C331B645-7399-45E9-8467-78F8437655F9}"/>
              </a:ext>
            </a:extLst>
          </p:cNvPr>
          <p:cNvSpPr>
            <a:spLocks/>
          </p:cNvSpPr>
          <p:nvPr/>
        </p:nvSpPr>
        <p:spPr>
          <a:xfrm>
            <a:off x="437121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AE6E3BF6-DFDC-4487-9AF0-564358C8DAA1}"/>
              </a:ext>
            </a:extLst>
          </p:cNvPr>
          <p:cNvSpPr>
            <a:spLocks/>
          </p:cNvSpPr>
          <p:nvPr/>
        </p:nvSpPr>
        <p:spPr>
          <a:xfrm>
            <a:off x="4277149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5B55810D-A07B-4E60-93B5-44B033400ECB}"/>
              </a:ext>
            </a:extLst>
          </p:cNvPr>
          <p:cNvSpPr>
            <a:spLocks/>
          </p:cNvSpPr>
          <p:nvPr/>
        </p:nvSpPr>
        <p:spPr>
          <a:xfrm>
            <a:off x="434496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B117496D-9ABD-4FAD-A12E-7587017D9654}"/>
              </a:ext>
            </a:extLst>
          </p:cNvPr>
          <p:cNvSpPr>
            <a:spLocks/>
          </p:cNvSpPr>
          <p:nvPr/>
        </p:nvSpPr>
        <p:spPr>
          <a:xfrm>
            <a:off x="428007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21EE864E-10F4-4061-8553-9FF4C2067097}"/>
              </a:ext>
            </a:extLst>
          </p:cNvPr>
          <p:cNvSpPr>
            <a:spLocks/>
          </p:cNvSpPr>
          <p:nvPr/>
        </p:nvSpPr>
        <p:spPr>
          <a:xfrm>
            <a:off x="437164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B1046B24-519E-47A3-A024-8CBDD31B07C6}"/>
              </a:ext>
            </a:extLst>
          </p:cNvPr>
          <p:cNvSpPr>
            <a:spLocks/>
          </p:cNvSpPr>
          <p:nvPr/>
        </p:nvSpPr>
        <p:spPr>
          <a:xfrm>
            <a:off x="4377955" y="67911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A8081506-034E-4B6E-9A91-D2F0FDF51C25}"/>
              </a:ext>
            </a:extLst>
          </p:cNvPr>
          <p:cNvSpPr>
            <a:spLocks/>
          </p:cNvSpPr>
          <p:nvPr/>
        </p:nvSpPr>
        <p:spPr>
          <a:xfrm>
            <a:off x="4352835" y="6747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0B583FDC-6CB0-4AA4-9D15-1D3EAE548CB9}"/>
              </a:ext>
            </a:extLst>
          </p:cNvPr>
          <p:cNvSpPr>
            <a:spLocks/>
          </p:cNvSpPr>
          <p:nvPr/>
        </p:nvSpPr>
        <p:spPr>
          <a:xfrm>
            <a:off x="430616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C37D9214-9B61-4F19-8544-2932543374DE}"/>
              </a:ext>
            </a:extLst>
          </p:cNvPr>
          <p:cNvSpPr>
            <a:spLocks/>
          </p:cNvSpPr>
          <p:nvPr/>
        </p:nvSpPr>
        <p:spPr>
          <a:xfrm>
            <a:off x="439162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4BCD6E3D-9C73-4BD0-9DED-99CC83E24E4B}"/>
              </a:ext>
            </a:extLst>
          </p:cNvPr>
          <p:cNvSpPr>
            <a:spLocks/>
          </p:cNvSpPr>
          <p:nvPr/>
        </p:nvSpPr>
        <p:spPr>
          <a:xfrm>
            <a:off x="4367772" y="68415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E69A1534-31DB-45CC-963F-78F9E2CB593B}"/>
              </a:ext>
            </a:extLst>
          </p:cNvPr>
          <p:cNvSpPr>
            <a:spLocks/>
          </p:cNvSpPr>
          <p:nvPr/>
        </p:nvSpPr>
        <p:spPr>
          <a:xfrm>
            <a:off x="433345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6E3E80F1-2950-4FC2-B747-CEE51E3A69A9}"/>
              </a:ext>
            </a:extLst>
          </p:cNvPr>
          <p:cNvSpPr>
            <a:spLocks/>
          </p:cNvSpPr>
          <p:nvPr/>
        </p:nvSpPr>
        <p:spPr>
          <a:xfrm>
            <a:off x="439157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1950C56D-93A4-44C4-8617-8B23DBBA683F}"/>
              </a:ext>
            </a:extLst>
          </p:cNvPr>
          <p:cNvSpPr>
            <a:spLocks/>
          </p:cNvSpPr>
          <p:nvPr/>
        </p:nvSpPr>
        <p:spPr>
          <a:xfrm>
            <a:off x="434223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338EE631-C872-4B7C-B730-41527D5F1007}"/>
              </a:ext>
            </a:extLst>
          </p:cNvPr>
          <p:cNvSpPr>
            <a:spLocks/>
          </p:cNvSpPr>
          <p:nvPr/>
        </p:nvSpPr>
        <p:spPr>
          <a:xfrm>
            <a:off x="432123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FB85F2F6-23F5-4FB6-B055-8F5DB5FB03B4}"/>
              </a:ext>
            </a:extLst>
          </p:cNvPr>
          <p:cNvSpPr>
            <a:spLocks/>
          </p:cNvSpPr>
          <p:nvPr/>
        </p:nvSpPr>
        <p:spPr>
          <a:xfrm>
            <a:off x="4345615" y="66091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F9D15399-787B-48AB-A849-48511F28B704}"/>
              </a:ext>
            </a:extLst>
          </p:cNvPr>
          <p:cNvSpPr>
            <a:spLocks/>
          </p:cNvSpPr>
          <p:nvPr/>
        </p:nvSpPr>
        <p:spPr>
          <a:xfrm>
            <a:off x="4289333" y="66524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0C77F01A-03F5-4FF4-811A-BF0C1A89AB58}"/>
              </a:ext>
            </a:extLst>
          </p:cNvPr>
          <p:cNvSpPr>
            <a:spLocks/>
          </p:cNvSpPr>
          <p:nvPr/>
        </p:nvSpPr>
        <p:spPr>
          <a:xfrm>
            <a:off x="4304980" y="58206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B98ECEBC-D15F-486E-B826-1E7296D86AB3}"/>
              </a:ext>
            </a:extLst>
          </p:cNvPr>
          <p:cNvSpPr>
            <a:spLocks/>
          </p:cNvSpPr>
          <p:nvPr/>
        </p:nvSpPr>
        <p:spPr>
          <a:xfrm>
            <a:off x="439170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DC002E9C-581D-47F9-B50D-15008ECCB04F}"/>
              </a:ext>
            </a:extLst>
          </p:cNvPr>
          <p:cNvSpPr>
            <a:spLocks/>
          </p:cNvSpPr>
          <p:nvPr/>
        </p:nvSpPr>
        <p:spPr>
          <a:xfrm>
            <a:off x="430350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92CF9405-4262-4F66-AC22-2E4C43C5076D}"/>
              </a:ext>
            </a:extLst>
          </p:cNvPr>
          <p:cNvSpPr>
            <a:spLocks/>
          </p:cNvSpPr>
          <p:nvPr/>
        </p:nvSpPr>
        <p:spPr>
          <a:xfrm>
            <a:off x="4336997" y="55476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ED00802D-554B-4D9C-916E-26C3DC22865B}"/>
              </a:ext>
            </a:extLst>
          </p:cNvPr>
          <p:cNvSpPr>
            <a:spLocks/>
          </p:cNvSpPr>
          <p:nvPr/>
        </p:nvSpPr>
        <p:spPr>
          <a:xfrm>
            <a:off x="436362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7B516504-13DA-4A68-A32E-964E52BF6895}"/>
              </a:ext>
            </a:extLst>
          </p:cNvPr>
          <p:cNvSpPr>
            <a:spLocks/>
          </p:cNvSpPr>
          <p:nvPr/>
        </p:nvSpPr>
        <p:spPr>
          <a:xfrm>
            <a:off x="4322913" y="6548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F8ED1228-3575-4560-B218-1706AAD50A59}"/>
              </a:ext>
            </a:extLst>
          </p:cNvPr>
          <p:cNvSpPr>
            <a:spLocks/>
          </p:cNvSpPr>
          <p:nvPr/>
        </p:nvSpPr>
        <p:spPr>
          <a:xfrm>
            <a:off x="433975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AAC516AC-5970-4E6D-A575-D4A085B476F1}"/>
              </a:ext>
            </a:extLst>
          </p:cNvPr>
          <p:cNvSpPr>
            <a:spLocks/>
          </p:cNvSpPr>
          <p:nvPr/>
        </p:nvSpPr>
        <p:spPr>
          <a:xfrm>
            <a:off x="4350581" y="63925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38D9ECAA-33E3-43E6-B560-6AEF2FB0E932}"/>
              </a:ext>
            </a:extLst>
          </p:cNvPr>
          <p:cNvSpPr>
            <a:spLocks/>
          </p:cNvSpPr>
          <p:nvPr/>
        </p:nvSpPr>
        <p:spPr>
          <a:xfrm>
            <a:off x="453946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178C505B-7714-4B71-8A56-9909D43A84EE}"/>
              </a:ext>
            </a:extLst>
          </p:cNvPr>
          <p:cNvSpPr>
            <a:spLocks/>
          </p:cNvSpPr>
          <p:nvPr/>
        </p:nvSpPr>
        <p:spPr>
          <a:xfrm>
            <a:off x="4605285" y="54826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E6D6CF95-8658-423B-9957-52F11EEAB945}"/>
              </a:ext>
            </a:extLst>
          </p:cNvPr>
          <p:cNvSpPr>
            <a:spLocks/>
          </p:cNvSpPr>
          <p:nvPr/>
        </p:nvSpPr>
        <p:spPr>
          <a:xfrm>
            <a:off x="459607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EEE0FBF8-9DFE-476E-A7B8-E620E2F48226}"/>
              </a:ext>
            </a:extLst>
          </p:cNvPr>
          <p:cNvSpPr>
            <a:spLocks/>
          </p:cNvSpPr>
          <p:nvPr/>
        </p:nvSpPr>
        <p:spPr>
          <a:xfrm>
            <a:off x="459758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AA4556CC-CA80-48B5-8B9F-5A92A4F7A102}"/>
              </a:ext>
            </a:extLst>
          </p:cNvPr>
          <p:cNvSpPr>
            <a:spLocks/>
          </p:cNvSpPr>
          <p:nvPr/>
        </p:nvSpPr>
        <p:spPr>
          <a:xfrm>
            <a:off x="457501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20F811B3-49C4-4464-B649-83CDF8181D0F}"/>
              </a:ext>
            </a:extLst>
          </p:cNvPr>
          <p:cNvSpPr>
            <a:spLocks/>
          </p:cNvSpPr>
          <p:nvPr/>
        </p:nvSpPr>
        <p:spPr>
          <a:xfrm>
            <a:off x="4608476" y="5857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376DF695-F1B2-4EB3-963F-5353C01BD915}"/>
              </a:ext>
            </a:extLst>
          </p:cNvPr>
          <p:cNvSpPr>
            <a:spLocks/>
          </p:cNvSpPr>
          <p:nvPr/>
        </p:nvSpPr>
        <p:spPr>
          <a:xfrm>
            <a:off x="4537835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9FFECD9E-39CE-4609-B6A0-4DBBFDEFA034}"/>
              </a:ext>
            </a:extLst>
          </p:cNvPr>
          <p:cNvSpPr>
            <a:spLocks/>
          </p:cNvSpPr>
          <p:nvPr/>
        </p:nvSpPr>
        <p:spPr>
          <a:xfrm>
            <a:off x="4574194" y="61542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26966EA7-7CF6-433C-977C-ABAFB3D00905}"/>
              </a:ext>
            </a:extLst>
          </p:cNvPr>
          <p:cNvSpPr>
            <a:spLocks/>
          </p:cNvSpPr>
          <p:nvPr/>
        </p:nvSpPr>
        <p:spPr>
          <a:xfrm>
            <a:off x="4641478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73BDB5E9-6C6D-4BA6-89A9-0C204C678319}"/>
              </a:ext>
            </a:extLst>
          </p:cNvPr>
          <p:cNvSpPr>
            <a:spLocks/>
          </p:cNvSpPr>
          <p:nvPr/>
        </p:nvSpPr>
        <p:spPr>
          <a:xfrm>
            <a:off x="457377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A3D35EE3-5F4C-46F3-B591-1096EB016129}"/>
              </a:ext>
            </a:extLst>
          </p:cNvPr>
          <p:cNvSpPr>
            <a:spLocks/>
          </p:cNvSpPr>
          <p:nvPr/>
        </p:nvSpPr>
        <p:spPr>
          <a:xfrm>
            <a:off x="4581828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21A9C35C-A425-4A31-9518-526C1A6327CE}"/>
              </a:ext>
            </a:extLst>
          </p:cNvPr>
          <p:cNvSpPr>
            <a:spLocks/>
          </p:cNvSpPr>
          <p:nvPr/>
        </p:nvSpPr>
        <p:spPr>
          <a:xfrm>
            <a:off x="4535480" y="5661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4684CC1C-4BC5-4E70-BBF4-BE29DB100A5F}"/>
              </a:ext>
            </a:extLst>
          </p:cNvPr>
          <p:cNvSpPr>
            <a:spLocks/>
          </p:cNvSpPr>
          <p:nvPr/>
        </p:nvSpPr>
        <p:spPr>
          <a:xfrm>
            <a:off x="4551067" y="6184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3E404376-1A4E-4CCE-9FA8-E18D81950FB3}"/>
              </a:ext>
            </a:extLst>
          </p:cNvPr>
          <p:cNvSpPr>
            <a:spLocks/>
          </p:cNvSpPr>
          <p:nvPr/>
        </p:nvSpPr>
        <p:spPr>
          <a:xfrm>
            <a:off x="460105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AAF1AEC1-1D2D-4C44-BDBB-114CA18CCC6A}"/>
              </a:ext>
            </a:extLst>
          </p:cNvPr>
          <p:cNvSpPr>
            <a:spLocks/>
          </p:cNvSpPr>
          <p:nvPr/>
        </p:nvSpPr>
        <p:spPr>
          <a:xfrm>
            <a:off x="463199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6C857D25-3572-4B45-A9D8-054DBFEE0F6D}"/>
              </a:ext>
            </a:extLst>
          </p:cNvPr>
          <p:cNvSpPr>
            <a:spLocks/>
          </p:cNvSpPr>
          <p:nvPr/>
        </p:nvSpPr>
        <p:spPr>
          <a:xfrm>
            <a:off x="462119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26A45B33-EEB5-41DF-921C-B8EFAF9ED06A}"/>
              </a:ext>
            </a:extLst>
          </p:cNvPr>
          <p:cNvSpPr>
            <a:spLocks/>
          </p:cNvSpPr>
          <p:nvPr/>
        </p:nvSpPr>
        <p:spPr>
          <a:xfrm>
            <a:off x="459443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D98F5618-948A-47B6-B126-4ADF0CF4CCB7}"/>
              </a:ext>
            </a:extLst>
          </p:cNvPr>
          <p:cNvSpPr>
            <a:spLocks/>
          </p:cNvSpPr>
          <p:nvPr/>
        </p:nvSpPr>
        <p:spPr>
          <a:xfrm>
            <a:off x="455404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95867AAD-84F1-45E7-A4EE-053ABC338D9A}"/>
              </a:ext>
            </a:extLst>
          </p:cNvPr>
          <p:cNvSpPr>
            <a:spLocks/>
          </p:cNvSpPr>
          <p:nvPr/>
        </p:nvSpPr>
        <p:spPr>
          <a:xfrm>
            <a:off x="4592524" y="58726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78A1D211-D5DD-4488-BCE1-A652CDF4B36C}"/>
              </a:ext>
            </a:extLst>
          </p:cNvPr>
          <p:cNvSpPr>
            <a:spLocks/>
          </p:cNvSpPr>
          <p:nvPr/>
        </p:nvSpPr>
        <p:spPr>
          <a:xfrm>
            <a:off x="460134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4783CD92-17E1-49D8-806F-CFB02E305C8F}"/>
              </a:ext>
            </a:extLst>
          </p:cNvPr>
          <p:cNvSpPr>
            <a:spLocks/>
          </p:cNvSpPr>
          <p:nvPr/>
        </p:nvSpPr>
        <p:spPr>
          <a:xfrm>
            <a:off x="4555832" y="66091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84F97248-173D-4C54-A64B-40ECFCADEF40}"/>
              </a:ext>
            </a:extLst>
          </p:cNvPr>
          <p:cNvSpPr>
            <a:spLocks/>
          </p:cNvSpPr>
          <p:nvPr/>
        </p:nvSpPr>
        <p:spPr>
          <a:xfrm>
            <a:off x="458808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D27DBBDD-6169-4808-8F32-063605422E19}"/>
              </a:ext>
            </a:extLst>
          </p:cNvPr>
          <p:cNvSpPr>
            <a:spLocks/>
          </p:cNvSpPr>
          <p:nvPr/>
        </p:nvSpPr>
        <p:spPr>
          <a:xfrm>
            <a:off x="455036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01FFD191-A671-4C02-B096-6D3458AAA1B4}"/>
              </a:ext>
            </a:extLst>
          </p:cNvPr>
          <p:cNvSpPr>
            <a:spLocks/>
          </p:cNvSpPr>
          <p:nvPr/>
        </p:nvSpPr>
        <p:spPr>
          <a:xfrm>
            <a:off x="459617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4F2D78FC-5998-4A79-849C-6ECF81E8C09D}"/>
              </a:ext>
            </a:extLst>
          </p:cNvPr>
          <p:cNvSpPr>
            <a:spLocks/>
          </p:cNvSpPr>
          <p:nvPr/>
        </p:nvSpPr>
        <p:spPr>
          <a:xfrm>
            <a:off x="455686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F62A1B86-C592-4646-A569-163CABBC515D}"/>
              </a:ext>
            </a:extLst>
          </p:cNvPr>
          <p:cNvSpPr>
            <a:spLocks/>
          </p:cNvSpPr>
          <p:nvPr/>
        </p:nvSpPr>
        <p:spPr>
          <a:xfrm>
            <a:off x="4537168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1CC106E1-6351-44CD-AF1E-B088C73DD7CA}"/>
              </a:ext>
            </a:extLst>
          </p:cNvPr>
          <p:cNvSpPr>
            <a:spLocks/>
          </p:cNvSpPr>
          <p:nvPr/>
        </p:nvSpPr>
        <p:spPr>
          <a:xfrm>
            <a:off x="4585753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FB01AFCA-2408-4AE6-B0FD-AFDD1239E495}"/>
              </a:ext>
            </a:extLst>
          </p:cNvPr>
          <p:cNvSpPr>
            <a:spLocks/>
          </p:cNvSpPr>
          <p:nvPr/>
        </p:nvSpPr>
        <p:spPr>
          <a:xfrm>
            <a:off x="459561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6815B26C-32AB-483D-B3ED-8C060A6547A2}"/>
              </a:ext>
            </a:extLst>
          </p:cNvPr>
          <p:cNvSpPr>
            <a:spLocks/>
          </p:cNvSpPr>
          <p:nvPr/>
        </p:nvSpPr>
        <p:spPr>
          <a:xfrm>
            <a:off x="464551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F8299A17-4086-4808-8C7F-243861453340}"/>
              </a:ext>
            </a:extLst>
          </p:cNvPr>
          <p:cNvSpPr>
            <a:spLocks/>
          </p:cNvSpPr>
          <p:nvPr/>
        </p:nvSpPr>
        <p:spPr>
          <a:xfrm>
            <a:off x="463632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5542F165-EA39-4000-B92B-26F010C81636}"/>
              </a:ext>
            </a:extLst>
          </p:cNvPr>
          <p:cNvSpPr>
            <a:spLocks/>
          </p:cNvSpPr>
          <p:nvPr/>
        </p:nvSpPr>
        <p:spPr>
          <a:xfrm>
            <a:off x="457438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BE6525E0-9D63-47F3-9E1F-C5BB32C84307}"/>
              </a:ext>
            </a:extLst>
          </p:cNvPr>
          <p:cNvSpPr>
            <a:spLocks/>
          </p:cNvSpPr>
          <p:nvPr/>
        </p:nvSpPr>
        <p:spPr>
          <a:xfrm>
            <a:off x="458326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304BBF6C-D99F-4A74-9D88-9704DC07A64D}"/>
              </a:ext>
            </a:extLst>
          </p:cNvPr>
          <p:cNvSpPr>
            <a:spLocks/>
          </p:cNvSpPr>
          <p:nvPr/>
        </p:nvSpPr>
        <p:spPr>
          <a:xfrm>
            <a:off x="4601407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5D32A2EE-9D3E-45D2-B7FC-29DD16C1685B}"/>
              </a:ext>
            </a:extLst>
          </p:cNvPr>
          <p:cNvSpPr>
            <a:spLocks/>
          </p:cNvSpPr>
          <p:nvPr/>
        </p:nvSpPr>
        <p:spPr>
          <a:xfrm>
            <a:off x="456527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54114679-337E-4BDA-B750-FB7E141845F0}"/>
              </a:ext>
            </a:extLst>
          </p:cNvPr>
          <p:cNvSpPr>
            <a:spLocks/>
          </p:cNvSpPr>
          <p:nvPr/>
        </p:nvSpPr>
        <p:spPr>
          <a:xfrm>
            <a:off x="454424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2A50E1D2-E36D-4703-ADA7-3FCB2A12065B}"/>
              </a:ext>
            </a:extLst>
          </p:cNvPr>
          <p:cNvSpPr>
            <a:spLocks/>
          </p:cNvSpPr>
          <p:nvPr/>
        </p:nvSpPr>
        <p:spPr>
          <a:xfrm>
            <a:off x="460232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50D1C6AD-D42E-49E8-B829-7C34FDED3FCE}"/>
              </a:ext>
            </a:extLst>
          </p:cNvPr>
          <p:cNvSpPr>
            <a:spLocks/>
          </p:cNvSpPr>
          <p:nvPr/>
        </p:nvSpPr>
        <p:spPr>
          <a:xfrm>
            <a:off x="461460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35604BC8-0F7E-4EE9-8A7C-D3A208C2D85F}"/>
              </a:ext>
            </a:extLst>
          </p:cNvPr>
          <p:cNvSpPr>
            <a:spLocks/>
          </p:cNvSpPr>
          <p:nvPr/>
        </p:nvSpPr>
        <p:spPr>
          <a:xfrm>
            <a:off x="4596037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E0A7FA90-267E-405F-A33B-878F4FD6EA89}"/>
              </a:ext>
            </a:extLst>
          </p:cNvPr>
          <p:cNvSpPr>
            <a:spLocks/>
          </p:cNvSpPr>
          <p:nvPr/>
        </p:nvSpPr>
        <p:spPr>
          <a:xfrm>
            <a:off x="464851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89F96EE1-2F55-49B9-A550-6D0BA03BB188}"/>
              </a:ext>
            </a:extLst>
          </p:cNvPr>
          <p:cNvSpPr>
            <a:spLocks/>
          </p:cNvSpPr>
          <p:nvPr/>
        </p:nvSpPr>
        <p:spPr>
          <a:xfrm>
            <a:off x="455710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50F7DC22-94F1-454A-9152-71963E75F60D}"/>
              </a:ext>
            </a:extLst>
          </p:cNvPr>
          <p:cNvSpPr>
            <a:spLocks/>
          </p:cNvSpPr>
          <p:nvPr/>
        </p:nvSpPr>
        <p:spPr>
          <a:xfrm>
            <a:off x="4634798" y="65225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24B33BD2-9070-4172-B7D3-A67B06F8A75C}"/>
              </a:ext>
            </a:extLst>
          </p:cNvPr>
          <p:cNvSpPr>
            <a:spLocks/>
          </p:cNvSpPr>
          <p:nvPr/>
        </p:nvSpPr>
        <p:spPr>
          <a:xfrm>
            <a:off x="4584081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F9657DE3-69A5-4DA4-8802-5BC066C51A19}"/>
              </a:ext>
            </a:extLst>
          </p:cNvPr>
          <p:cNvSpPr>
            <a:spLocks/>
          </p:cNvSpPr>
          <p:nvPr/>
        </p:nvSpPr>
        <p:spPr>
          <a:xfrm>
            <a:off x="454790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50DE9D5C-1987-4080-BAB1-FE8D463C14F3}"/>
              </a:ext>
            </a:extLst>
          </p:cNvPr>
          <p:cNvSpPr>
            <a:spLocks/>
          </p:cNvSpPr>
          <p:nvPr/>
        </p:nvSpPr>
        <p:spPr>
          <a:xfrm>
            <a:off x="459121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5C0F942D-2ECF-4E3E-8E0A-773ABEEC5DA4}"/>
              </a:ext>
            </a:extLst>
          </p:cNvPr>
          <p:cNvSpPr>
            <a:spLocks/>
          </p:cNvSpPr>
          <p:nvPr/>
        </p:nvSpPr>
        <p:spPr>
          <a:xfrm>
            <a:off x="4595646" y="6184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7F1EA63A-E8FC-4DA9-A6DA-666DF12530B5}"/>
              </a:ext>
            </a:extLst>
          </p:cNvPr>
          <p:cNvSpPr>
            <a:spLocks/>
          </p:cNvSpPr>
          <p:nvPr/>
        </p:nvSpPr>
        <p:spPr>
          <a:xfrm>
            <a:off x="454833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F6FA619B-157D-4EC1-B064-3BA16A582FA6}"/>
              </a:ext>
            </a:extLst>
          </p:cNvPr>
          <p:cNvSpPr>
            <a:spLocks/>
          </p:cNvSpPr>
          <p:nvPr/>
        </p:nvSpPr>
        <p:spPr>
          <a:xfrm>
            <a:off x="456732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1822C08E-62E7-4EF8-BBCC-2E607C4B6D8A}"/>
              </a:ext>
            </a:extLst>
          </p:cNvPr>
          <p:cNvSpPr>
            <a:spLocks/>
          </p:cNvSpPr>
          <p:nvPr/>
        </p:nvSpPr>
        <p:spPr>
          <a:xfrm>
            <a:off x="454016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CAFC7B93-B94A-4D4A-A9B1-AA16D7A7BF0F}"/>
              </a:ext>
            </a:extLst>
          </p:cNvPr>
          <p:cNvSpPr>
            <a:spLocks/>
          </p:cNvSpPr>
          <p:nvPr/>
        </p:nvSpPr>
        <p:spPr>
          <a:xfrm>
            <a:off x="4592823" y="51601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6DD8709F-2B86-479B-8685-E80CAB41DDCC}"/>
              </a:ext>
            </a:extLst>
          </p:cNvPr>
          <p:cNvSpPr>
            <a:spLocks/>
          </p:cNvSpPr>
          <p:nvPr/>
        </p:nvSpPr>
        <p:spPr>
          <a:xfrm>
            <a:off x="458479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E6CC786D-B2FC-41F8-97F4-EE40EB079B37}"/>
              </a:ext>
            </a:extLst>
          </p:cNvPr>
          <p:cNvSpPr>
            <a:spLocks/>
          </p:cNvSpPr>
          <p:nvPr/>
        </p:nvSpPr>
        <p:spPr>
          <a:xfrm>
            <a:off x="454034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4B0DD122-2C69-4CA2-B04C-2936983D53C8}"/>
              </a:ext>
            </a:extLst>
          </p:cNvPr>
          <p:cNvSpPr>
            <a:spLocks/>
          </p:cNvSpPr>
          <p:nvPr/>
        </p:nvSpPr>
        <p:spPr>
          <a:xfrm>
            <a:off x="4610523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3B793218-E99F-4879-86FE-0F1A71AB9EB2}"/>
              </a:ext>
            </a:extLst>
          </p:cNvPr>
          <p:cNvSpPr>
            <a:spLocks/>
          </p:cNvSpPr>
          <p:nvPr/>
        </p:nvSpPr>
        <p:spPr>
          <a:xfrm>
            <a:off x="459997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15093450-0A0C-4249-ABB7-C5485964E002}"/>
              </a:ext>
            </a:extLst>
          </p:cNvPr>
          <p:cNvSpPr>
            <a:spLocks/>
          </p:cNvSpPr>
          <p:nvPr/>
        </p:nvSpPr>
        <p:spPr>
          <a:xfrm>
            <a:off x="456658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57157753-97ED-43ED-A91A-D07AF8FE61A3}"/>
              </a:ext>
            </a:extLst>
          </p:cNvPr>
          <p:cNvSpPr>
            <a:spLocks/>
          </p:cNvSpPr>
          <p:nvPr/>
        </p:nvSpPr>
        <p:spPr>
          <a:xfrm>
            <a:off x="4617681" y="53960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C039E62D-45E5-4A4E-8735-6CA0FF75B140}"/>
              </a:ext>
            </a:extLst>
          </p:cNvPr>
          <p:cNvSpPr>
            <a:spLocks/>
          </p:cNvSpPr>
          <p:nvPr/>
        </p:nvSpPr>
        <p:spPr>
          <a:xfrm>
            <a:off x="460492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25BA6205-EDF8-44A8-B668-7C1E93A261DA}"/>
              </a:ext>
            </a:extLst>
          </p:cNvPr>
          <p:cNvSpPr>
            <a:spLocks/>
          </p:cNvSpPr>
          <p:nvPr/>
        </p:nvSpPr>
        <p:spPr>
          <a:xfrm>
            <a:off x="4629472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EB01686B-9495-4670-916A-E310621D563D}"/>
              </a:ext>
            </a:extLst>
          </p:cNvPr>
          <p:cNvSpPr>
            <a:spLocks/>
          </p:cNvSpPr>
          <p:nvPr/>
        </p:nvSpPr>
        <p:spPr>
          <a:xfrm>
            <a:off x="458433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F93AB9B4-A389-4309-B97E-BEBD70C67485}"/>
              </a:ext>
            </a:extLst>
          </p:cNvPr>
          <p:cNvSpPr>
            <a:spLocks/>
          </p:cNvSpPr>
          <p:nvPr/>
        </p:nvSpPr>
        <p:spPr>
          <a:xfrm>
            <a:off x="4569883" y="59325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498D3D99-312D-4527-BEA2-C76D2C5117BF}"/>
              </a:ext>
            </a:extLst>
          </p:cNvPr>
          <p:cNvSpPr>
            <a:spLocks/>
          </p:cNvSpPr>
          <p:nvPr/>
        </p:nvSpPr>
        <p:spPr>
          <a:xfrm>
            <a:off x="457283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1FDAC5A7-9B84-4F33-81AA-88BC986B2D09}"/>
              </a:ext>
            </a:extLst>
          </p:cNvPr>
          <p:cNvSpPr>
            <a:spLocks/>
          </p:cNvSpPr>
          <p:nvPr/>
        </p:nvSpPr>
        <p:spPr>
          <a:xfrm>
            <a:off x="457931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9654C9A4-F46F-40E9-913A-6FF626700AD6}"/>
              </a:ext>
            </a:extLst>
          </p:cNvPr>
          <p:cNvSpPr>
            <a:spLocks/>
          </p:cNvSpPr>
          <p:nvPr/>
        </p:nvSpPr>
        <p:spPr>
          <a:xfrm>
            <a:off x="460225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50D12900-CA53-46D9-B9CE-3D1CD1A085FA}"/>
              </a:ext>
            </a:extLst>
          </p:cNvPr>
          <p:cNvSpPr>
            <a:spLocks/>
          </p:cNvSpPr>
          <p:nvPr/>
        </p:nvSpPr>
        <p:spPr>
          <a:xfrm>
            <a:off x="461351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2A0C575D-9D87-4717-B0D3-3E4679ED2B24}"/>
              </a:ext>
            </a:extLst>
          </p:cNvPr>
          <p:cNvSpPr>
            <a:spLocks/>
          </p:cNvSpPr>
          <p:nvPr/>
        </p:nvSpPr>
        <p:spPr>
          <a:xfrm>
            <a:off x="457750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89268943-0B2F-49B7-A361-5957380B482B}"/>
              </a:ext>
            </a:extLst>
          </p:cNvPr>
          <p:cNvSpPr>
            <a:spLocks/>
          </p:cNvSpPr>
          <p:nvPr/>
        </p:nvSpPr>
        <p:spPr>
          <a:xfrm>
            <a:off x="463198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88C38D1F-C0B3-461E-8D11-5880EEA5B318}"/>
              </a:ext>
            </a:extLst>
          </p:cNvPr>
          <p:cNvSpPr>
            <a:spLocks/>
          </p:cNvSpPr>
          <p:nvPr/>
        </p:nvSpPr>
        <p:spPr>
          <a:xfrm>
            <a:off x="4609530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D1D871E8-EE0C-4050-8411-DD7123A4B25A}"/>
              </a:ext>
            </a:extLst>
          </p:cNvPr>
          <p:cNvSpPr>
            <a:spLocks/>
          </p:cNvSpPr>
          <p:nvPr/>
        </p:nvSpPr>
        <p:spPr>
          <a:xfrm>
            <a:off x="463964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98C428AE-4932-4FEF-B3F6-65AF6598E41D}"/>
              </a:ext>
            </a:extLst>
          </p:cNvPr>
          <p:cNvSpPr>
            <a:spLocks/>
          </p:cNvSpPr>
          <p:nvPr/>
        </p:nvSpPr>
        <p:spPr>
          <a:xfrm>
            <a:off x="463320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83DF1A07-DFA2-470C-A8BD-7215E50817E0}"/>
              </a:ext>
            </a:extLst>
          </p:cNvPr>
          <p:cNvSpPr>
            <a:spLocks/>
          </p:cNvSpPr>
          <p:nvPr/>
        </p:nvSpPr>
        <p:spPr>
          <a:xfrm>
            <a:off x="4627997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F92C5FCB-59F3-4DFE-8808-45835B4907F6}"/>
              </a:ext>
            </a:extLst>
          </p:cNvPr>
          <p:cNvSpPr>
            <a:spLocks/>
          </p:cNvSpPr>
          <p:nvPr/>
        </p:nvSpPr>
        <p:spPr>
          <a:xfrm>
            <a:off x="453266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F213DA39-42BE-4B36-BBF4-3FCA81093AF9}"/>
              </a:ext>
            </a:extLst>
          </p:cNvPr>
          <p:cNvSpPr>
            <a:spLocks/>
          </p:cNvSpPr>
          <p:nvPr/>
        </p:nvSpPr>
        <p:spPr>
          <a:xfrm>
            <a:off x="4647417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0800238B-BC7B-4934-BC8A-462776EA8D3C}"/>
              </a:ext>
            </a:extLst>
          </p:cNvPr>
          <p:cNvSpPr>
            <a:spLocks/>
          </p:cNvSpPr>
          <p:nvPr/>
        </p:nvSpPr>
        <p:spPr>
          <a:xfrm>
            <a:off x="459157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93834C22-D6D9-447F-B296-369535FE64BA}"/>
              </a:ext>
            </a:extLst>
          </p:cNvPr>
          <p:cNvSpPr>
            <a:spLocks/>
          </p:cNvSpPr>
          <p:nvPr/>
        </p:nvSpPr>
        <p:spPr>
          <a:xfrm>
            <a:off x="462566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AAE79617-2D1D-407E-B36D-21A238AC47B2}"/>
              </a:ext>
            </a:extLst>
          </p:cNvPr>
          <p:cNvSpPr>
            <a:spLocks/>
          </p:cNvSpPr>
          <p:nvPr/>
        </p:nvSpPr>
        <p:spPr>
          <a:xfrm>
            <a:off x="457864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E1050C3E-AC90-4492-9F3C-89725F859AF5}"/>
              </a:ext>
            </a:extLst>
          </p:cNvPr>
          <p:cNvSpPr>
            <a:spLocks/>
          </p:cNvSpPr>
          <p:nvPr/>
        </p:nvSpPr>
        <p:spPr>
          <a:xfrm>
            <a:off x="453468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E8EB8A92-0043-4082-BFDC-94A858BAB3A5}"/>
              </a:ext>
            </a:extLst>
          </p:cNvPr>
          <p:cNvSpPr>
            <a:spLocks/>
          </p:cNvSpPr>
          <p:nvPr/>
        </p:nvSpPr>
        <p:spPr>
          <a:xfrm>
            <a:off x="458270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964E714F-A95F-4BFE-BF4C-AB334CC822BA}"/>
              </a:ext>
            </a:extLst>
          </p:cNvPr>
          <p:cNvSpPr>
            <a:spLocks/>
          </p:cNvSpPr>
          <p:nvPr/>
        </p:nvSpPr>
        <p:spPr>
          <a:xfrm>
            <a:off x="454433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E5F32522-CB23-47ED-88D2-FC257A0E01C4}"/>
              </a:ext>
            </a:extLst>
          </p:cNvPr>
          <p:cNvSpPr>
            <a:spLocks/>
          </p:cNvSpPr>
          <p:nvPr/>
        </p:nvSpPr>
        <p:spPr>
          <a:xfrm>
            <a:off x="456471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72B8C5F9-A559-4983-830A-C715D8475C05}"/>
              </a:ext>
            </a:extLst>
          </p:cNvPr>
          <p:cNvSpPr>
            <a:spLocks/>
          </p:cNvSpPr>
          <p:nvPr/>
        </p:nvSpPr>
        <p:spPr>
          <a:xfrm>
            <a:off x="460632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CA17AE1C-AF5F-4958-B3C9-597870628E4A}"/>
              </a:ext>
            </a:extLst>
          </p:cNvPr>
          <p:cNvSpPr>
            <a:spLocks/>
          </p:cNvSpPr>
          <p:nvPr/>
        </p:nvSpPr>
        <p:spPr>
          <a:xfrm>
            <a:off x="4568985" y="52140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FC30382D-6E11-4ED6-A384-21FFABDEEB30}"/>
              </a:ext>
            </a:extLst>
          </p:cNvPr>
          <p:cNvSpPr>
            <a:spLocks/>
          </p:cNvSpPr>
          <p:nvPr/>
        </p:nvSpPr>
        <p:spPr>
          <a:xfrm>
            <a:off x="462925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25CF2C44-1DE0-400A-83A6-F68EDFF86C7E}"/>
              </a:ext>
            </a:extLst>
          </p:cNvPr>
          <p:cNvSpPr>
            <a:spLocks/>
          </p:cNvSpPr>
          <p:nvPr/>
        </p:nvSpPr>
        <p:spPr>
          <a:xfrm>
            <a:off x="464402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189DC413-A1F3-4A47-8133-6AA72122CE05}"/>
              </a:ext>
            </a:extLst>
          </p:cNvPr>
          <p:cNvSpPr>
            <a:spLocks/>
          </p:cNvSpPr>
          <p:nvPr/>
        </p:nvSpPr>
        <p:spPr>
          <a:xfrm>
            <a:off x="4591615" y="6710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0EA23776-496E-4F1C-ADA2-CD47BE568D6F}"/>
              </a:ext>
            </a:extLst>
          </p:cNvPr>
          <p:cNvSpPr>
            <a:spLocks/>
          </p:cNvSpPr>
          <p:nvPr/>
        </p:nvSpPr>
        <p:spPr>
          <a:xfrm>
            <a:off x="457463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AB4E8DDD-EFC2-4CC5-891F-DB3FD9B43502}"/>
              </a:ext>
            </a:extLst>
          </p:cNvPr>
          <p:cNvSpPr>
            <a:spLocks/>
          </p:cNvSpPr>
          <p:nvPr/>
        </p:nvSpPr>
        <p:spPr>
          <a:xfrm>
            <a:off x="4577666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3775EEBD-80B8-46EE-9464-7D8CA0086582}"/>
              </a:ext>
            </a:extLst>
          </p:cNvPr>
          <p:cNvSpPr>
            <a:spLocks/>
          </p:cNvSpPr>
          <p:nvPr/>
        </p:nvSpPr>
        <p:spPr>
          <a:xfrm>
            <a:off x="457135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21264B75-8E75-4B01-9930-E3D3E6BED36A}"/>
              </a:ext>
            </a:extLst>
          </p:cNvPr>
          <p:cNvSpPr>
            <a:spLocks/>
          </p:cNvSpPr>
          <p:nvPr/>
        </p:nvSpPr>
        <p:spPr>
          <a:xfrm>
            <a:off x="4640659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3538E7F6-1BAD-4EF9-ABF0-9CAAA5B76593}"/>
              </a:ext>
            </a:extLst>
          </p:cNvPr>
          <p:cNvSpPr>
            <a:spLocks/>
          </p:cNvSpPr>
          <p:nvPr/>
        </p:nvSpPr>
        <p:spPr>
          <a:xfrm>
            <a:off x="455079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CB6D5A8E-865E-4D6B-B21B-EBF87CFF95F2}"/>
              </a:ext>
            </a:extLst>
          </p:cNvPr>
          <p:cNvSpPr>
            <a:spLocks/>
          </p:cNvSpPr>
          <p:nvPr/>
        </p:nvSpPr>
        <p:spPr>
          <a:xfrm>
            <a:off x="457057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2DC29C2E-A483-4E31-8117-8AE27A5EE0CA}"/>
              </a:ext>
            </a:extLst>
          </p:cNvPr>
          <p:cNvSpPr>
            <a:spLocks/>
          </p:cNvSpPr>
          <p:nvPr/>
        </p:nvSpPr>
        <p:spPr>
          <a:xfrm>
            <a:off x="4577319" y="55476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F25CBA73-F6AA-4369-9471-A0A41010B369}"/>
              </a:ext>
            </a:extLst>
          </p:cNvPr>
          <p:cNvSpPr>
            <a:spLocks/>
          </p:cNvSpPr>
          <p:nvPr/>
        </p:nvSpPr>
        <p:spPr>
          <a:xfrm>
            <a:off x="4614481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229C715B-0024-4CB0-9497-04B9BD150C56}"/>
              </a:ext>
            </a:extLst>
          </p:cNvPr>
          <p:cNvSpPr>
            <a:spLocks/>
          </p:cNvSpPr>
          <p:nvPr/>
        </p:nvSpPr>
        <p:spPr>
          <a:xfrm>
            <a:off x="458057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5365A7C5-2F5E-405F-B3CC-A52CFF1E9D56}"/>
              </a:ext>
            </a:extLst>
          </p:cNvPr>
          <p:cNvSpPr>
            <a:spLocks/>
          </p:cNvSpPr>
          <p:nvPr/>
        </p:nvSpPr>
        <p:spPr>
          <a:xfrm>
            <a:off x="4618172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BB4475CB-BD2A-4D87-9CD3-D9000EB72E1F}"/>
              </a:ext>
            </a:extLst>
          </p:cNvPr>
          <p:cNvSpPr>
            <a:spLocks/>
          </p:cNvSpPr>
          <p:nvPr/>
        </p:nvSpPr>
        <p:spPr>
          <a:xfrm>
            <a:off x="460224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6C692DD6-4C5F-4473-B1C9-4757FD3E6851}"/>
              </a:ext>
            </a:extLst>
          </p:cNvPr>
          <p:cNvSpPr>
            <a:spLocks/>
          </p:cNvSpPr>
          <p:nvPr/>
        </p:nvSpPr>
        <p:spPr>
          <a:xfrm>
            <a:off x="487430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293FCCB8-9D60-461D-B1C0-926C75E52F82}"/>
              </a:ext>
            </a:extLst>
          </p:cNvPr>
          <p:cNvSpPr>
            <a:spLocks/>
          </p:cNvSpPr>
          <p:nvPr/>
        </p:nvSpPr>
        <p:spPr>
          <a:xfrm>
            <a:off x="4874250" y="537267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90B2E107-41C2-4910-B31C-BA6BFCAB23C8}"/>
              </a:ext>
            </a:extLst>
          </p:cNvPr>
          <p:cNvSpPr>
            <a:spLocks/>
          </p:cNvSpPr>
          <p:nvPr/>
        </p:nvSpPr>
        <p:spPr>
          <a:xfrm>
            <a:off x="486781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E9C0712F-015C-49DB-B804-19F5F2FCDAC2}"/>
              </a:ext>
            </a:extLst>
          </p:cNvPr>
          <p:cNvSpPr>
            <a:spLocks/>
          </p:cNvSpPr>
          <p:nvPr/>
        </p:nvSpPr>
        <p:spPr>
          <a:xfrm>
            <a:off x="487970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355257B3-9DA1-428E-BC9E-130651E01240}"/>
              </a:ext>
            </a:extLst>
          </p:cNvPr>
          <p:cNvSpPr>
            <a:spLocks/>
          </p:cNvSpPr>
          <p:nvPr/>
        </p:nvSpPr>
        <p:spPr>
          <a:xfrm>
            <a:off x="4828549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8A5394DB-69CD-4E9A-85C6-C9E550B40D48}"/>
              </a:ext>
            </a:extLst>
          </p:cNvPr>
          <p:cNvSpPr>
            <a:spLocks/>
          </p:cNvSpPr>
          <p:nvPr/>
        </p:nvSpPr>
        <p:spPr>
          <a:xfrm>
            <a:off x="4891204" y="59630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EB5A150D-4005-4810-9BEF-4F382BAAC6CD}"/>
              </a:ext>
            </a:extLst>
          </p:cNvPr>
          <p:cNvSpPr>
            <a:spLocks/>
          </p:cNvSpPr>
          <p:nvPr/>
        </p:nvSpPr>
        <p:spPr>
          <a:xfrm>
            <a:off x="484841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D37FADC9-1865-45C0-ADA2-068121D49353}"/>
              </a:ext>
            </a:extLst>
          </p:cNvPr>
          <p:cNvSpPr>
            <a:spLocks/>
          </p:cNvSpPr>
          <p:nvPr/>
        </p:nvSpPr>
        <p:spPr>
          <a:xfrm>
            <a:off x="4792473" y="5456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B09D5A8E-5084-4BCA-80B3-B00AD4D6270B}"/>
              </a:ext>
            </a:extLst>
          </p:cNvPr>
          <p:cNvSpPr>
            <a:spLocks/>
          </p:cNvSpPr>
          <p:nvPr/>
        </p:nvSpPr>
        <p:spPr>
          <a:xfrm>
            <a:off x="4781967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BAF3E37C-F66E-4C54-A00F-A792DEE50C02}"/>
              </a:ext>
            </a:extLst>
          </p:cNvPr>
          <p:cNvSpPr>
            <a:spLocks/>
          </p:cNvSpPr>
          <p:nvPr/>
        </p:nvSpPr>
        <p:spPr>
          <a:xfrm>
            <a:off x="487596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8DD1A6E5-8048-461B-A062-A6CBB1489601}"/>
              </a:ext>
            </a:extLst>
          </p:cNvPr>
          <p:cNvSpPr>
            <a:spLocks/>
          </p:cNvSpPr>
          <p:nvPr/>
        </p:nvSpPr>
        <p:spPr>
          <a:xfrm>
            <a:off x="484761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1760176-A8BA-4449-8F38-FBFE93116058}"/>
              </a:ext>
            </a:extLst>
          </p:cNvPr>
          <p:cNvSpPr>
            <a:spLocks/>
          </p:cNvSpPr>
          <p:nvPr/>
        </p:nvSpPr>
        <p:spPr>
          <a:xfrm>
            <a:off x="481006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9CD0E3C8-3104-4A9C-A1CE-621143CBE2FB}"/>
              </a:ext>
            </a:extLst>
          </p:cNvPr>
          <p:cNvSpPr>
            <a:spLocks/>
          </p:cNvSpPr>
          <p:nvPr/>
        </p:nvSpPr>
        <p:spPr>
          <a:xfrm>
            <a:off x="4844439" y="64575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E2FA7AC4-B96D-4967-A8E1-9A41442C8ECD}"/>
              </a:ext>
            </a:extLst>
          </p:cNvPr>
          <p:cNvSpPr>
            <a:spLocks/>
          </p:cNvSpPr>
          <p:nvPr/>
        </p:nvSpPr>
        <p:spPr>
          <a:xfrm>
            <a:off x="4849287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AA1D0436-BC91-4C81-8291-C91FE502AE6D}"/>
              </a:ext>
            </a:extLst>
          </p:cNvPr>
          <p:cNvSpPr>
            <a:spLocks/>
          </p:cNvSpPr>
          <p:nvPr/>
        </p:nvSpPr>
        <p:spPr>
          <a:xfrm>
            <a:off x="478432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D515846C-FA62-4273-8545-C21A660B6FC5}"/>
              </a:ext>
            </a:extLst>
          </p:cNvPr>
          <p:cNvSpPr>
            <a:spLocks/>
          </p:cNvSpPr>
          <p:nvPr/>
        </p:nvSpPr>
        <p:spPr>
          <a:xfrm>
            <a:off x="487051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C67FE996-0D49-477B-865F-49DE94EC9B16}"/>
              </a:ext>
            </a:extLst>
          </p:cNvPr>
          <p:cNvSpPr>
            <a:spLocks/>
          </p:cNvSpPr>
          <p:nvPr/>
        </p:nvSpPr>
        <p:spPr>
          <a:xfrm>
            <a:off x="4891058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7FE08E53-FC3E-4089-9182-A794CDD70F7B}"/>
              </a:ext>
            </a:extLst>
          </p:cNvPr>
          <p:cNvSpPr>
            <a:spLocks/>
          </p:cNvSpPr>
          <p:nvPr/>
        </p:nvSpPr>
        <p:spPr>
          <a:xfrm>
            <a:off x="483199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6CB34E7E-3E6B-4197-9EEE-254D1DD8FE4E}"/>
              </a:ext>
            </a:extLst>
          </p:cNvPr>
          <p:cNvSpPr>
            <a:spLocks/>
          </p:cNvSpPr>
          <p:nvPr/>
        </p:nvSpPr>
        <p:spPr>
          <a:xfrm>
            <a:off x="4855504" y="55890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48ADA240-C1C0-4C63-B839-0870F4B45ECB}"/>
              </a:ext>
            </a:extLst>
          </p:cNvPr>
          <p:cNvSpPr>
            <a:spLocks/>
          </p:cNvSpPr>
          <p:nvPr/>
        </p:nvSpPr>
        <p:spPr>
          <a:xfrm>
            <a:off x="487571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AD2A028B-0F8E-4338-8B50-FF4EBFB4DF96}"/>
              </a:ext>
            </a:extLst>
          </p:cNvPr>
          <p:cNvSpPr>
            <a:spLocks/>
          </p:cNvSpPr>
          <p:nvPr/>
        </p:nvSpPr>
        <p:spPr>
          <a:xfrm>
            <a:off x="4804283" y="668497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EC1555C1-C375-49C9-B2D1-7962B93EF2F1}"/>
              </a:ext>
            </a:extLst>
          </p:cNvPr>
          <p:cNvSpPr>
            <a:spLocks/>
          </p:cNvSpPr>
          <p:nvPr/>
        </p:nvSpPr>
        <p:spPr>
          <a:xfrm>
            <a:off x="485017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9EE44571-0C7B-4EB4-98B6-9BCE9B64EC25}"/>
              </a:ext>
            </a:extLst>
          </p:cNvPr>
          <p:cNvSpPr>
            <a:spLocks/>
          </p:cNvSpPr>
          <p:nvPr/>
        </p:nvSpPr>
        <p:spPr>
          <a:xfrm>
            <a:off x="489952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69F960F1-7E32-43FB-970D-A6EDA138D0A0}"/>
              </a:ext>
            </a:extLst>
          </p:cNvPr>
          <p:cNvSpPr>
            <a:spLocks/>
          </p:cNvSpPr>
          <p:nvPr/>
        </p:nvSpPr>
        <p:spPr>
          <a:xfrm>
            <a:off x="480660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18A7A75D-8D68-4C7D-8A4A-EAA3F8B5ACF8}"/>
              </a:ext>
            </a:extLst>
          </p:cNvPr>
          <p:cNvSpPr>
            <a:spLocks/>
          </p:cNvSpPr>
          <p:nvPr/>
        </p:nvSpPr>
        <p:spPr>
          <a:xfrm>
            <a:off x="483889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FE88E1B3-FE85-481D-8926-813DE68D01F4}"/>
              </a:ext>
            </a:extLst>
          </p:cNvPr>
          <p:cNvSpPr>
            <a:spLocks/>
          </p:cNvSpPr>
          <p:nvPr/>
        </p:nvSpPr>
        <p:spPr>
          <a:xfrm>
            <a:off x="4815296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46099D21-1F6A-4472-A873-FA826B29637C}"/>
              </a:ext>
            </a:extLst>
          </p:cNvPr>
          <p:cNvSpPr>
            <a:spLocks/>
          </p:cNvSpPr>
          <p:nvPr/>
        </p:nvSpPr>
        <p:spPr>
          <a:xfrm>
            <a:off x="484481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19224469-014F-4EF3-8B57-EA0406C7008D}"/>
              </a:ext>
            </a:extLst>
          </p:cNvPr>
          <p:cNvSpPr>
            <a:spLocks/>
          </p:cNvSpPr>
          <p:nvPr/>
        </p:nvSpPr>
        <p:spPr>
          <a:xfrm>
            <a:off x="486971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335F5391-D817-4822-B6A1-163770B5A7EA}"/>
              </a:ext>
            </a:extLst>
          </p:cNvPr>
          <p:cNvSpPr>
            <a:spLocks/>
          </p:cNvSpPr>
          <p:nvPr/>
        </p:nvSpPr>
        <p:spPr>
          <a:xfrm>
            <a:off x="485748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AAD37229-C1A0-4A0C-B83B-AC54A335A03D}"/>
              </a:ext>
            </a:extLst>
          </p:cNvPr>
          <p:cNvSpPr>
            <a:spLocks/>
          </p:cNvSpPr>
          <p:nvPr/>
        </p:nvSpPr>
        <p:spPr>
          <a:xfrm>
            <a:off x="4827698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5412F9C0-DAF8-4027-BF32-61B8082FF51D}"/>
              </a:ext>
            </a:extLst>
          </p:cNvPr>
          <p:cNvSpPr>
            <a:spLocks/>
          </p:cNvSpPr>
          <p:nvPr/>
        </p:nvSpPr>
        <p:spPr>
          <a:xfrm>
            <a:off x="484063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2D079350-7D44-4D59-9E8A-3E9BED406AE1}"/>
              </a:ext>
            </a:extLst>
          </p:cNvPr>
          <p:cNvSpPr>
            <a:spLocks/>
          </p:cNvSpPr>
          <p:nvPr/>
        </p:nvSpPr>
        <p:spPr>
          <a:xfrm>
            <a:off x="479389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13DE8BEF-E55B-48DD-A0B4-79773638CFF4}"/>
              </a:ext>
            </a:extLst>
          </p:cNvPr>
          <p:cNvSpPr>
            <a:spLocks/>
          </p:cNvSpPr>
          <p:nvPr/>
        </p:nvSpPr>
        <p:spPr>
          <a:xfrm>
            <a:off x="4887227" y="5872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A18332C6-6511-4997-8331-C2FB535F4C5C}"/>
              </a:ext>
            </a:extLst>
          </p:cNvPr>
          <p:cNvSpPr>
            <a:spLocks/>
          </p:cNvSpPr>
          <p:nvPr/>
        </p:nvSpPr>
        <p:spPr>
          <a:xfrm>
            <a:off x="478767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33FCB9F1-D91B-4619-83F2-9165DF92926E}"/>
              </a:ext>
            </a:extLst>
          </p:cNvPr>
          <p:cNvSpPr>
            <a:spLocks/>
          </p:cNvSpPr>
          <p:nvPr/>
        </p:nvSpPr>
        <p:spPr>
          <a:xfrm>
            <a:off x="484308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5DC39BC0-E0E2-446D-8EA3-40E63835E4D0}"/>
              </a:ext>
            </a:extLst>
          </p:cNvPr>
          <p:cNvSpPr>
            <a:spLocks/>
          </p:cNvSpPr>
          <p:nvPr/>
        </p:nvSpPr>
        <p:spPr>
          <a:xfrm>
            <a:off x="481630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AEBF5D32-1CCE-4E89-9B8B-8C2438F87F8C}"/>
              </a:ext>
            </a:extLst>
          </p:cNvPr>
          <p:cNvSpPr>
            <a:spLocks/>
          </p:cNvSpPr>
          <p:nvPr/>
        </p:nvSpPr>
        <p:spPr>
          <a:xfrm>
            <a:off x="482296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29D350F6-FC72-43A3-8880-9FB40C571A46}"/>
              </a:ext>
            </a:extLst>
          </p:cNvPr>
          <p:cNvSpPr>
            <a:spLocks/>
          </p:cNvSpPr>
          <p:nvPr/>
        </p:nvSpPr>
        <p:spPr>
          <a:xfrm>
            <a:off x="4846885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00D2982B-4F49-42E9-BFF9-F40B35B1CB85}"/>
              </a:ext>
            </a:extLst>
          </p:cNvPr>
          <p:cNvSpPr>
            <a:spLocks/>
          </p:cNvSpPr>
          <p:nvPr/>
        </p:nvSpPr>
        <p:spPr>
          <a:xfrm>
            <a:off x="478702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959ED3D8-D8E8-44BC-A251-EDE45E347D1C}"/>
              </a:ext>
            </a:extLst>
          </p:cNvPr>
          <p:cNvSpPr>
            <a:spLocks/>
          </p:cNvSpPr>
          <p:nvPr/>
        </p:nvSpPr>
        <p:spPr>
          <a:xfrm>
            <a:off x="489921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6EC488F6-A9A5-48E9-9158-2A972952B003}"/>
              </a:ext>
            </a:extLst>
          </p:cNvPr>
          <p:cNvSpPr>
            <a:spLocks/>
          </p:cNvSpPr>
          <p:nvPr/>
        </p:nvSpPr>
        <p:spPr>
          <a:xfrm>
            <a:off x="4868677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62D81632-0E2E-4586-8F01-3868F754FE0A}"/>
              </a:ext>
            </a:extLst>
          </p:cNvPr>
          <p:cNvSpPr>
            <a:spLocks/>
          </p:cNvSpPr>
          <p:nvPr/>
        </p:nvSpPr>
        <p:spPr>
          <a:xfrm>
            <a:off x="486506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1816233F-9499-41AF-BE0B-1FB77949A871}"/>
              </a:ext>
            </a:extLst>
          </p:cNvPr>
          <p:cNvSpPr>
            <a:spLocks/>
          </p:cNvSpPr>
          <p:nvPr/>
        </p:nvSpPr>
        <p:spPr>
          <a:xfrm>
            <a:off x="489824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A10EF4BD-9CD9-4D3C-845C-93BDD9ECF84F}"/>
              </a:ext>
            </a:extLst>
          </p:cNvPr>
          <p:cNvSpPr>
            <a:spLocks/>
          </p:cNvSpPr>
          <p:nvPr/>
        </p:nvSpPr>
        <p:spPr>
          <a:xfrm>
            <a:off x="485099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3C146406-6A5F-4455-A134-34032946DE6D}"/>
              </a:ext>
            </a:extLst>
          </p:cNvPr>
          <p:cNvSpPr>
            <a:spLocks/>
          </p:cNvSpPr>
          <p:nvPr/>
        </p:nvSpPr>
        <p:spPr>
          <a:xfrm>
            <a:off x="4873282" y="61845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62D9973B-C739-4A80-BD62-50AC4334B7C8}"/>
              </a:ext>
            </a:extLst>
          </p:cNvPr>
          <p:cNvSpPr>
            <a:spLocks/>
          </p:cNvSpPr>
          <p:nvPr/>
        </p:nvSpPr>
        <p:spPr>
          <a:xfrm>
            <a:off x="482063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52A6F67C-FEE1-43EF-8B8F-1D4E88647FCC}"/>
              </a:ext>
            </a:extLst>
          </p:cNvPr>
          <p:cNvSpPr>
            <a:spLocks/>
          </p:cNvSpPr>
          <p:nvPr/>
        </p:nvSpPr>
        <p:spPr>
          <a:xfrm>
            <a:off x="480290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1750786B-1B51-486E-8ED6-E8A1B3A41658}"/>
              </a:ext>
            </a:extLst>
          </p:cNvPr>
          <p:cNvSpPr>
            <a:spLocks/>
          </p:cNvSpPr>
          <p:nvPr/>
        </p:nvSpPr>
        <p:spPr>
          <a:xfrm>
            <a:off x="484912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937F3EFF-90B4-4090-8CF6-A03EE32985A2}"/>
              </a:ext>
            </a:extLst>
          </p:cNvPr>
          <p:cNvSpPr>
            <a:spLocks/>
          </p:cNvSpPr>
          <p:nvPr/>
        </p:nvSpPr>
        <p:spPr>
          <a:xfrm>
            <a:off x="478231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CBB6BB91-8B2D-4D2A-AFEE-DFF80B595246}"/>
              </a:ext>
            </a:extLst>
          </p:cNvPr>
          <p:cNvSpPr>
            <a:spLocks/>
          </p:cNvSpPr>
          <p:nvPr/>
        </p:nvSpPr>
        <p:spPr>
          <a:xfrm>
            <a:off x="482458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BF8A813B-689A-41ED-A6E7-3738DF6A6A25}"/>
              </a:ext>
            </a:extLst>
          </p:cNvPr>
          <p:cNvSpPr>
            <a:spLocks/>
          </p:cNvSpPr>
          <p:nvPr/>
        </p:nvSpPr>
        <p:spPr>
          <a:xfrm>
            <a:off x="483143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04BAA9EC-8EB4-4F68-8F23-D7528B475A1D}"/>
              </a:ext>
            </a:extLst>
          </p:cNvPr>
          <p:cNvSpPr>
            <a:spLocks/>
          </p:cNvSpPr>
          <p:nvPr/>
        </p:nvSpPr>
        <p:spPr>
          <a:xfrm>
            <a:off x="486148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5B4FAD89-ED9B-49FC-9F1F-BA66302C67DC}"/>
              </a:ext>
            </a:extLst>
          </p:cNvPr>
          <p:cNvSpPr>
            <a:spLocks/>
          </p:cNvSpPr>
          <p:nvPr/>
        </p:nvSpPr>
        <p:spPr>
          <a:xfrm>
            <a:off x="488428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CBC0B4B4-4ED9-444C-93B3-90BE4EAECAF3}"/>
              </a:ext>
            </a:extLst>
          </p:cNvPr>
          <p:cNvSpPr>
            <a:spLocks/>
          </p:cNvSpPr>
          <p:nvPr/>
        </p:nvSpPr>
        <p:spPr>
          <a:xfrm>
            <a:off x="484583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29B94E4-2F4E-4A13-98B5-D0A13D7508EC}"/>
              </a:ext>
            </a:extLst>
          </p:cNvPr>
          <p:cNvSpPr>
            <a:spLocks/>
          </p:cNvSpPr>
          <p:nvPr/>
        </p:nvSpPr>
        <p:spPr>
          <a:xfrm>
            <a:off x="4880256" y="5612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192E546F-67C9-4AF5-B5C3-6659B9748D6B}"/>
              </a:ext>
            </a:extLst>
          </p:cNvPr>
          <p:cNvSpPr>
            <a:spLocks/>
          </p:cNvSpPr>
          <p:nvPr/>
        </p:nvSpPr>
        <p:spPr>
          <a:xfrm>
            <a:off x="4782797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889F4BC7-2144-4C81-87B6-824E40B50A03}"/>
              </a:ext>
            </a:extLst>
          </p:cNvPr>
          <p:cNvSpPr>
            <a:spLocks/>
          </p:cNvSpPr>
          <p:nvPr/>
        </p:nvSpPr>
        <p:spPr>
          <a:xfrm>
            <a:off x="4784796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47F473F3-C16D-4AF1-91D4-32AFA71C6E67}"/>
              </a:ext>
            </a:extLst>
          </p:cNvPr>
          <p:cNvSpPr>
            <a:spLocks/>
          </p:cNvSpPr>
          <p:nvPr/>
        </p:nvSpPr>
        <p:spPr>
          <a:xfrm>
            <a:off x="481129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D2061E61-F9D0-4223-B567-E29BC127A6E7}"/>
              </a:ext>
            </a:extLst>
          </p:cNvPr>
          <p:cNvSpPr>
            <a:spLocks/>
          </p:cNvSpPr>
          <p:nvPr/>
        </p:nvSpPr>
        <p:spPr>
          <a:xfrm>
            <a:off x="4846535" y="58509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733255D0-7F24-4AB4-BBD8-78695D830F02}"/>
              </a:ext>
            </a:extLst>
          </p:cNvPr>
          <p:cNvSpPr>
            <a:spLocks/>
          </p:cNvSpPr>
          <p:nvPr/>
        </p:nvSpPr>
        <p:spPr>
          <a:xfrm>
            <a:off x="480544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56FCF3AD-297D-4A27-BF8A-D709A07163E4}"/>
              </a:ext>
            </a:extLst>
          </p:cNvPr>
          <p:cNvSpPr>
            <a:spLocks/>
          </p:cNvSpPr>
          <p:nvPr/>
        </p:nvSpPr>
        <p:spPr>
          <a:xfrm>
            <a:off x="483634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1F584AD7-1705-4F0D-AFD4-EC631F69A7AB}"/>
              </a:ext>
            </a:extLst>
          </p:cNvPr>
          <p:cNvSpPr>
            <a:spLocks/>
          </p:cNvSpPr>
          <p:nvPr/>
        </p:nvSpPr>
        <p:spPr>
          <a:xfrm>
            <a:off x="485192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5A58DF5A-5253-4B5A-BF9D-2AFBEBD9D8FA}"/>
              </a:ext>
            </a:extLst>
          </p:cNvPr>
          <p:cNvSpPr>
            <a:spLocks/>
          </p:cNvSpPr>
          <p:nvPr/>
        </p:nvSpPr>
        <p:spPr>
          <a:xfrm>
            <a:off x="485280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A8A2EBB9-5D51-4803-9F17-24E982848BAA}"/>
              </a:ext>
            </a:extLst>
          </p:cNvPr>
          <p:cNvSpPr>
            <a:spLocks/>
          </p:cNvSpPr>
          <p:nvPr/>
        </p:nvSpPr>
        <p:spPr>
          <a:xfrm>
            <a:off x="481589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A8651AE4-8364-405C-B225-FC5F60F5D474}"/>
              </a:ext>
            </a:extLst>
          </p:cNvPr>
          <p:cNvSpPr>
            <a:spLocks/>
          </p:cNvSpPr>
          <p:nvPr/>
        </p:nvSpPr>
        <p:spPr>
          <a:xfrm>
            <a:off x="486889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90A08835-8847-457D-BAAC-A050FF04F987}"/>
              </a:ext>
            </a:extLst>
          </p:cNvPr>
          <p:cNvSpPr>
            <a:spLocks/>
          </p:cNvSpPr>
          <p:nvPr/>
        </p:nvSpPr>
        <p:spPr>
          <a:xfrm>
            <a:off x="4856948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F1D821E9-795E-4669-A622-9B286B7277E3}"/>
              </a:ext>
            </a:extLst>
          </p:cNvPr>
          <p:cNvSpPr>
            <a:spLocks/>
          </p:cNvSpPr>
          <p:nvPr/>
        </p:nvSpPr>
        <p:spPr>
          <a:xfrm>
            <a:off x="487214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BF3C8244-B8A9-4D61-BE11-C9C17F9A5848}"/>
              </a:ext>
            </a:extLst>
          </p:cNvPr>
          <p:cNvSpPr>
            <a:spLocks/>
          </p:cNvSpPr>
          <p:nvPr/>
        </p:nvSpPr>
        <p:spPr>
          <a:xfrm>
            <a:off x="482242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96F655D1-76AB-4545-ACE3-FE29261686EC}"/>
              </a:ext>
            </a:extLst>
          </p:cNvPr>
          <p:cNvSpPr>
            <a:spLocks/>
          </p:cNvSpPr>
          <p:nvPr/>
        </p:nvSpPr>
        <p:spPr>
          <a:xfrm>
            <a:off x="4855865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AD629CAF-70A4-46FC-9C2B-02B4E9F1DFC9}"/>
              </a:ext>
            </a:extLst>
          </p:cNvPr>
          <p:cNvSpPr>
            <a:spLocks/>
          </p:cNvSpPr>
          <p:nvPr/>
        </p:nvSpPr>
        <p:spPr>
          <a:xfrm>
            <a:off x="488656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7CACB60A-6E08-4518-A2B2-7EC57AA8633F}"/>
              </a:ext>
            </a:extLst>
          </p:cNvPr>
          <p:cNvSpPr>
            <a:spLocks/>
          </p:cNvSpPr>
          <p:nvPr/>
        </p:nvSpPr>
        <p:spPr>
          <a:xfrm>
            <a:off x="484027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DCBF55D1-3256-4B3D-BB1D-AF65751C762B}"/>
              </a:ext>
            </a:extLst>
          </p:cNvPr>
          <p:cNvSpPr>
            <a:spLocks/>
          </p:cNvSpPr>
          <p:nvPr/>
        </p:nvSpPr>
        <p:spPr>
          <a:xfrm>
            <a:off x="478650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16933116-E5BD-4891-BAF5-86DB69CC5B5D}"/>
              </a:ext>
            </a:extLst>
          </p:cNvPr>
          <p:cNvSpPr>
            <a:spLocks/>
          </p:cNvSpPr>
          <p:nvPr/>
        </p:nvSpPr>
        <p:spPr>
          <a:xfrm>
            <a:off x="486627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51852B56-FA90-4529-A4FC-20566687F08E}"/>
              </a:ext>
            </a:extLst>
          </p:cNvPr>
          <p:cNvSpPr>
            <a:spLocks/>
          </p:cNvSpPr>
          <p:nvPr/>
        </p:nvSpPr>
        <p:spPr>
          <a:xfrm>
            <a:off x="481052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37DD6BE5-4409-4B0B-A83C-9C52322FA771}"/>
              </a:ext>
            </a:extLst>
          </p:cNvPr>
          <p:cNvSpPr>
            <a:spLocks/>
          </p:cNvSpPr>
          <p:nvPr/>
        </p:nvSpPr>
        <p:spPr>
          <a:xfrm>
            <a:off x="489318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4F605923-C4B3-44DD-94FE-3F92E72FE4CD}"/>
              </a:ext>
            </a:extLst>
          </p:cNvPr>
          <p:cNvSpPr>
            <a:spLocks/>
          </p:cNvSpPr>
          <p:nvPr/>
        </p:nvSpPr>
        <p:spPr>
          <a:xfrm>
            <a:off x="482007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1635D4DF-75F3-484B-9CCD-C4FB40F77D24}"/>
              </a:ext>
            </a:extLst>
          </p:cNvPr>
          <p:cNvSpPr>
            <a:spLocks/>
          </p:cNvSpPr>
          <p:nvPr/>
        </p:nvSpPr>
        <p:spPr>
          <a:xfrm>
            <a:off x="4780660" y="63925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8D3F239B-0E89-4BB2-8BA8-BC38DF51F190}"/>
              </a:ext>
            </a:extLst>
          </p:cNvPr>
          <p:cNvSpPr>
            <a:spLocks/>
          </p:cNvSpPr>
          <p:nvPr/>
        </p:nvSpPr>
        <p:spPr>
          <a:xfrm>
            <a:off x="487847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B1A71A27-AFD3-41AC-A3D4-7EC5ECA47009}"/>
              </a:ext>
            </a:extLst>
          </p:cNvPr>
          <p:cNvSpPr>
            <a:spLocks/>
          </p:cNvSpPr>
          <p:nvPr/>
        </p:nvSpPr>
        <p:spPr>
          <a:xfrm>
            <a:off x="484094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5FE8F8F2-5A08-4238-9650-6EC2CF446174}"/>
              </a:ext>
            </a:extLst>
          </p:cNvPr>
          <p:cNvSpPr>
            <a:spLocks/>
          </p:cNvSpPr>
          <p:nvPr/>
        </p:nvSpPr>
        <p:spPr>
          <a:xfrm>
            <a:off x="4878332" y="55715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1100154A-ED3F-48FD-B17F-0AEDE11500DA}"/>
              </a:ext>
            </a:extLst>
          </p:cNvPr>
          <p:cNvSpPr>
            <a:spLocks/>
          </p:cNvSpPr>
          <p:nvPr/>
        </p:nvSpPr>
        <p:spPr>
          <a:xfrm>
            <a:off x="480259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71AB9C74-9F3C-40E5-A7E6-39E07B0F5ACB}"/>
              </a:ext>
            </a:extLst>
          </p:cNvPr>
          <p:cNvSpPr>
            <a:spLocks/>
          </p:cNvSpPr>
          <p:nvPr/>
        </p:nvSpPr>
        <p:spPr>
          <a:xfrm>
            <a:off x="481645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3AD8714B-E84A-4D8A-BCB0-86312C69207F}"/>
              </a:ext>
            </a:extLst>
          </p:cNvPr>
          <p:cNvSpPr>
            <a:spLocks/>
          </p:cNvSpPr>
          <p:nvPr/>
        </p:nvSpPr>
        <p:spPr>
          <a:xfrm>
            <a:off x="4789826" y="6548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5E54663A-BC9F-43BC-B3A8-47DD53BA6287}"/>
              </a:ext>
            </a:extLst>
          </p:cNvPr>
          <p:cNvSpPr>
            <a:spLocks/>
          </p:cNvSpPr>
          <p:nvPr/>
        </p:nvSpPr>
        <p:spPr>
          <a:xfrm>
            <a:off x="484243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CD5CF56B-7AD0-4B0F-B125-49991FAC4007}"/>
              </a:ext>
            </a:extLst>
          </p:cNvPr>
          <p:cNvSpPr>
            <a:spLocks/>
          </p:cNvSpPr>
          <p:nvPr/>
        </p:nvSpPr>
        <p:spPr>
          <a:xfrm>
            <a:off x="4883007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0CF62A04-DD70-4D4D-A78F-0ED56F91B7C8}"/>
              </a:ext>
            </a:extLst>
          </p:cNvPr>
          <p:cNvSpPr>
            <a:spLocks/>
          </p:cNvSpPr>
          <p:nvPr/>
        </p:nvSpPr>
        <p:spPr>
          <a:xfrm>
            <a:off x="4858380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5C196474-CD38-43ED-9316-27552C2BFF4E}"/>
              </a:ext>
            </a:extLst>
          </p:cNvPr>
          <p:cNvSpPr>
            <a:spLocks/>
          </p:cNvSpPr>
          <p:nvPr/>
        </p:nvSpPr>
        <p:spPr>
          <a:xfrm>
            <a:off x="4795888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A0CCD36C-00B9-4891-90D1-E993E822CCCB}"/>
              </a:ext>
            </a:extLst>
          </p:cNvPr>
          <p:cNvSpPr>
            <a:spLocks/>
          </p:cNvSpPr>
          <p:nvPr/>
        </p:nvSpPr>
        <p:spPr>
          <a:xfrm>
            <a:off x="478957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0A2BE934-95C0-45B8-AC50-0B613A1B849C}"/>
              </a:ext>
            </a:extLst>
          </p:cNvPr>
          <p:cNvSpPr>
            <a:spLocks/>
          </p:cNvSpPr>
          <p:nvPr/>
        </p:nvSpPr>
        <p:spPr>
          <a:xfrm>
            <a:off x="483707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5F589864-7D96-4B24-B024-2EDC438EBDCD}"/>
              </a:ext>
            </a:extLst>
          </p:cNvPr>
          <p:cNvSpPr>
            <a:spLocks/>
          </p:cNvSpPr>
          <p:nvPr/>
        </p:nvSpPr>
        <p:spPr>
          <a:xfrm>
            <a:off x="4816615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6E32F550-2E96-46C8-AA9A-866900E95E8D}"/>
              </a:ext>
            </a:extLst>
          </p:cNvPr>
          <p:cNvSpPr>
            <a:spLocks/>
          </p:cNvSpPr>
          <p:nvPr/>
        </p:nvSpPr>
        <p:spPr>
          <a:xfrm>
            <a:off x="482846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899A84A9-9219-43F4-B33A-A5E2E26B06E5}"/>
              </a:ext>
            </a:extLst>
          </p:cNvPr>
          <p:cNvSpPr>
            <a:spLocks/>
          </p:cNvSpPr>
          <p:nvPr/>
        </p:nvSpPr>
        <p:spPr>
          <a:xfrm>
            <a:off x="486888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AABC62A2-4E8C-4500-9434-DBA3F505377E}"/>
              </a:ext>
            </a:extLst>
          </p:cNvPr>
          <p:cNvSpPr>
            <a:spLocks/>
          </p:cNvSpPr>
          <p:nvPr/>
        </p:nvSpPr>
        <p:spPr>
          <a:xfrm>
            <a:off x="481787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7B179C70-C705-403C-8FCF-93A290CD6FAE}"/>
              </a:ext>
            </a:extLst>
          </p:cNvPr>
          <p:cNvSpPr>
            <a:spLocks/>
          </p:cNvSpPr>
          <p:nvPr/>
        </p:nvSpPr>
        <p:spPr>
          <a:xfrm>
            <a:off x="482237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EA97D7B1-1075-49AF-A9F1-6E914430A5A1}"/>
              </a:ext>
            </a:extLst>
          </p:cNvPr>
          <p:cNvSpPr>
            <a:spLocks/>
          </p:cNvSpPr>
          <p:nvPr/>
        </p:nvSpPr>
        <p:spPr>
          <a:xfrm>
            <a:off x="537454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8F528D18-30BA-4AD4-9A77-DAA54A26F196}"/>
              </a:ext>
            </a:extLst>
          </p:cNvPr>
          <p:cNvSpPr>
            <a:spLocks/>
          </p:cNvSpPr>
          <p:nvPr/>
        </p:nvSpPr>
        <p:spPr>
          <a:xfrm>
            <a:off x="5383235" y="57544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3B56EDB9-3FC6-4351-9CEE-FEF11DBB6460}"/>
              </a:ext>
            </a:extLst>
          </p:cNvPr>
          <p:cNvSpPr>
            <a:spLocks/>
          </p:cNvSpPr>
          <p:nvPr/>
        </p:nvSpPr>
        <p:spPr>
          <a:xfrm>
            <a:off x="535823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1400FF71-AA13-4879-BC5A-FA899AECD78A}"/>
              </a:ext>
            </a:extLst>
          </p:cNvPr>
          <p:cNvSpPr>
            <a:spLocks/>
          </p:cNvSpPr>
          <p:nvPr/>
        </p:nvSpPr>
        <p:spPr>
          <a:xfrm>
            <a:off x="5356869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7DE99B21-6C5D-4EC9-A742-8B9878DB3C6C}"/>
              </a:ext>
            </a:extLst>
          </p:cNvPr>
          <p:cNvSpPr>
            <a:spLocks/>
          </p:cNvSpPr>
          <p:nvPr/>
        </p:nvSpPr>
        <p:spPr>
          <a:xfrm>
            <a:off x="5357511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906C6D36-1878-4FDC-B46E-96EE00B96233}"/>
              </a:ext>
            </a:extLst>
          </p:cNvPr>
          <p:cNvSpPr>
            <a:spLocks/>
          </p:cNvSpPr>
          <p:nvPr/>
        </p:nvSpPr>
        <p:spPr>
          <a:xfrm>
            <a:off x="5403883" y="62148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B088A9AD-40B6-43F0-B15D-18A2F000B638}"/>
              </a:ext>
            </a:extLst>
          </p:cNvPr>
          <p:cNvSpPr>
            <a:spLocks/>
          </p:cNvSpPr>
          <p:nvPr/>
        </p:nvSpPr>
        <p:spPr>
          <a:xfrm>
            <a:off x="5369032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7412050D-34D7-4989-8F05-829DA652DFDA}"/>
              </a:ext>
            </a:extLst>
          </p:cNvPr>
          <p:cNvSpPr>
            <a:spLocks/>
          </p:cNvSpPr>
          <p:nvPr/>
        </p:nvSpPr>
        <p:spPr>
          <a:xfrm>
            <a:off x="537940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F3784645-9C2D-40F4-8368-F22B87E873D2}"/>
              </a:ext>
            </a:extLst>
          </p:cNvPr>
          <p:cNvSpPr>
            <a:spLocks/>
          </p:cNvSpPr>
          <p:nvPr/>
        </p:nvSpPr>
        <p:spPr>
          <a:xfrm>
            <a:off x="531964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DF34DFBE-18FD-420F-8940-EEB570ADFABF}"/>
              </a:ext>
            </a:extLst>
          </p:cNvPr>
          <p:cNvSpPr>
            <a:spLocks/>
          </p:cNvSpPr>
          <p:nvPr/>
        </p:nvSpPr>
        <p:spPr>
          <a:xfrm>
            <a:off x="542697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422E689C-4509-4A74-9BC5-BD207146DF82}"/>
              </a:ext>
            </a:extLst>
          </p:cNvPr>
          <p:cNvSpPr>
            <a:spLocks/>
          </p:cNvSpPr>
          <p:nvPr/>
        </p:nvSpPr>
        <p:spPr>
          <a:xfrm>
            <a:off x="541162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371805CB-E5CA-4DD1-8EAA-56B416816FE2}"/>
              </a:ext>
            </a:extLst>
          </p:cNvPr>
          <p:cNvSpPr>
            <a:spLocks/>
          </p:cNvSpPr>
          <p:nvPr/>
        </p:nvSpPr>
        <p:spPr>
          <a:xfrm>
            <a:off x="5332540" y="60852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A1134673-10D4-4FCE-A6E3-72D971993B57}"/>
              </a:ext>
            </a:extLst>
          </p:cNvPr>
          <p:cNvSpPr>
            <a:spLocks/>
          </p:cNvSpPr>
          <p:nvPr/>
        </p:nvSpPr>
        <p:spPr>
          <a:xfrm>
            <a:off x="536002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077DA16F-562A-41E7-B3FC-2123CE650599}"/>
              </a:ext>
            </a:extLst>
          </p:cNvPr>
          <p:cNvSpPr>
            <a:spLocks/>
          </p:cNvSpPr>
          <p:nvPr/>
        </p:nvSpPr>
        <p:spPr>
          <a:xfrm>
            <a:off x="543106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404D8ADC-A255-4BDC-AD14-3942CD9158BE}"/>
              </a:ext>
            </a:extLst>
          </p:cNvPr>
          <p:cNvSpPr>
            <a:spLocks/>
          </p:cNvSpPr>
          <p:nvPr/>
        </p:nvSpPr>
        <p:spPr>
          <a:xfrm>
            <a:off x="5316156" y="5456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2148E53B-7022-47AD-8216-234AC6A0B5BC}"/>
              </a:ext>
            </a:extLst>
          </p:cNvPr>
          <p:cNvSpPr>
            <a:spLocks/>
          </p:cNvSpPr>
          <p:nvPr/>
        </p:nvSpPr>
        <p:spPr>
          <a:xfrm>
            <a:off x="537357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E8790E0F-C524-40EA-AF1F-352C4100A9C0}"/>
              </a:ext>
            </a:extLst>
          </p:cNvPr>
          <p:cNvSpPr>
            <a:spLocks/>
          </p:cNvSpPr>
          <p:nvPr/>
        </p:nvSpPr>
        <p:spPr>
          <a:xfrm>
            <a:off x="5379562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56F15097-4ED7-4DA9-AD61-C7CB85BB0557}"/>
              </a:ext>
            </a:extLst>
          </p:cNvPr>
          <p:cNvSpPr>
            <a:spLocks/>
          </p:cNvSpPr>
          <p:nvPr/>
        </p:nvSpPr>
        <p:spPr>
          <a:xfrm>
            <a:off x="537199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375A2181-492A-423E-93EE-D6B7F3C882FA}"/>
              </a:ext>
            </a:extLst>
          </p:cNvPr>
          <p:cNvSpPr>
            <a:spLocks/>
          </p:cNvSpPr>
          <p:nvPr/>
        </p:nvSpPr>
        <p:spPr>
          <a:xfrm>
            <a:off x="5431770" y="66394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B454FD2F-1049-4FBF-9849-6A6F5D34525A}"/>
              </a:ext>
            </a:extLst>
          </p:cNvPr>
          <p:cNvSpPr>
            <a:spLocks/>
          </p:cNvSpPr>
          <p:nvPr/>
        </p:nvSpPr>
        <p:spPr>
          <a:xfrm>
            <a:off x="541494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87F6198B-D61B-4383-A8BC-2D315DF439EC}"/>
              </a:ext>
            </a:extLst>
          </p:cNvPr>
          <p:cNvSpPr>
            <a:spLocks/>
          </p:cNvSpPr>
          <p:nvPr/>
        </p:nvSpPr>
        <p:spPr>
          <a:xfrm>
            <a:off x="532485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739CD634-01FD-49B8-8594-0A1C398A316A}"/>
              </a:ext>
            </a:extLst>
          </p:cNvPr>
          <p:cNvSpPr>
            <a:spLocks/>
          </p:cNvSpPr>
          <p:nvPr/>
        </p:nvSpPr>
        <p:spPr>
          <a:xfrm>
            <a:off x="533819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7DAAFFF2-805F-4C26-B109-A3AD79BE051B}"/>
              </a:ext>
            </a:extLst>
          </p:cNvPr>
          <p:cNvSpPr>
            <a:spLocks/>
          </p:cNvSpPr>
          <p:nvPr/>
        </p:nvSpPr>
        <p:spPr>
          <a:xfrm>
            <a:off x="5351719" y="57751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2305B960-A29A-4828-B98A-50A6B7AEAA7A}"/>
              </a:ext>
            </a:extLst>
          </p:cNvPr>
          <p:cNvSpPr>
            <a:spLocks/>
          </p:cNvSpPr>
          <p:nvPr/>
        </p:nvSpPr>
        <p:spPr>
          <a:xfrm>
            <a:off x="5373525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C7DCC29A-07CA-407F-8F4F-69EEDC86FD68}"/>
              </a:ext>
            </a:extLst>
          </p:cNvPr>
          <p:cNvSpPr>
            <a:spLocks/>
          </p:cNvSpPr>
          <p:nvPr/>
        </p:nvSpPr>
        <p:spPr>
          <a:xfrm>
            <a:off x="540953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77D56916-6F59-432E-BA38-6B2D91E51FF3}"/>
              </a:ext>
            </a:extLst>
          </p:cNvPr>
          <p:cNvSpPr>
            <a:spLocks/>
          </p:cNvSpPr>
          <p:nvPr/>
        </p:nvSpPr>
        <p:spPr>
          <a:xfrm>
            <a:off x="5388060" y="55476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E382F0DB-F9DA-4902-AB6E-EB675E08D397}"/>
              </a:ext>
            </a:extLst>
          </p:cNvPr>
          <p:cNvSpPr>
            <a:spLocks/>
          </p:cNvSpPr>
          <p:nvPr/>
        </p:nvSpPr>
        <p:spPr>
          <a:xfrm>
            <a:off x="541620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FAA85E7C-998D-4682-BBA5-2E221D6F2ACF}"/>
              </a:ext>
            </a:extLst>
          </p:cNvPr>
          <p:cNvSpPr>
            <a:spLocks/>
          </p:cNvSpPr>
          <p:nvPr/>
        </p:nvSpPr>
        <p:spPr>
          <a:xfrm>
            <a:off x="534064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815014E8-1EE4-45F6-8A9B-4FE48FE15B1C}"/>
              </a:ext>
            </a:extLst>
          </p:cNvPr>
          <p:cNvSpPr>
            <a:spLocks/>
          </p:cNvSpPr>
          <p:nvPr/>
        </p:nvSpPr>
        <p:spPr>
          <a:xfrm>
            <a:off x="538162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718B6FCB-9404-4270-A66B-43717D2E3186}"/>
              </a:ext>
            </a:extLst>
          </p:cNvPr>
          <p:cNvSpPr>
            <a:spLocks/>
          </p:cNvSpPr>
          <p:nvPr/>
        </p:nvSpPr>
        <p:spPr>
          <a:xfrm>
            <a:off x="538228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26B4997D-A917-4A36-ACB2-6DD03432E0AD}"/>
              </a:ext>
            </a:extLst>
          </p:cNvPr>
          <p:cNvSpPr>
            <a:spLocks/>
          </p:cNvSpPr>
          <p:nvPr/>
        </p:nvSpPr>
        <p:spPr>
          <a:xfrm>
            <a:off x="5315423" y="66091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0E718EA4-40AE-451B-8600-6A5623D672EF}"/>
              </a:ext>
            </a:extLst>
          </p:cNvPr>
          <p:cNvSpPr>
            <a:spLocks/>
          </p:cNvSpPr>
          <p:nvPr/>
        </p:nvSpPr>
        <p:spPr>
          <a:xfrm>
            <a:off x="531900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5D27F859-682D-4707-82A1-F982B43766AF}"/>
              </a:ext>
            </a:extLst>
          </p:cNvPr>
          <p:cNvSpPr>
            <a:spLocks/>
          </p:cNvSpPr>
          <p:nvPr/>
        </p:nvSpPr>
        <p:spPr>
          <a:xfrm>
            <a:off x="5349868" y="68799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46203C7C-951B-403A-9A99-126C6FF9B646}"/>
              </a:ext>
            </a:extLst>
          </p:cNvPr>
          <p:cNvSpPr>
            <a:spLocks/>
          </p:cNvSpPr>
          <p:nvPr/>
        </p:nvSpPr>
        <p:spPr>
          <a:xfrm>
            <a:off x="5336541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65500D4A-892E-445E-8AF9-B2830EC01282}"/>
              </a:ext>
            </a:extLst>
          </p:cNvPr>
          <p:cNvSpPr>
            <a:spLocks/>
          </p:cNvSpPr>
          <p:nvPr/>
        </p:nvSpPr>
        <p:spPr>
          <a:xfrm>
            <a:off x="5365690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0C49F9C9-D731-45FB-A6E3-6158A1505E8C}"/>
              </a:ext>
            </a:extLst>
          </p:cNvPr>
          <p:cNvSpPr>
            <a:spLocks/>
          </p:cNvSpPr>
          <p:nvPr/>
        </p:nvSpPr>
        <p:spPr>
          <a:xfrm>
            <a:off x="534973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BE8EDE68-3C9B-41F5-ADE5-2498EE889319}"/>
              </a:ext>
            </a:extLst>
          </p:cNvPr>
          <p:cNvSpPr>
            <a:spLocks/>
          </p:cNvSpPr>
          <p:nvPr/>
        </p:nvSpPr>
        <p:spPr>
          <a:xfrm>
            <a:off x="5402671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04C4B87F-4B43-4F5C-B163-7971D6CCA029}"/>
              </a:ext>
            </a:extLst>
          </p:cNvPr>
          <p:cNvSpPr>
            <a:spLocks/>
          </p:cNvSpPr>
          <p:nvPr/>
        </p:nvSpPr>
        <p:spPr>
          <a:xfrm>
            <a:off x="5399530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59F9BE6B-9CE4-4F68-ADC0-BEE8A5DA5019}"/>
              </a:ext>
            </a:extLst>
          </p:cNvPr>
          <p:cNvSpPr>
            <a:spLocks/>
          </p:cNvSpPr>
          <p:nvPr/>
        </p:nvSpPr>
        <p:spPr>
          <a:xfrm>
            <a:off x="53128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65C90628-1C3C-4FF4-91EC-645517EAAC6C}"/>
              </a:ext>
            </a:extLst>
          </p:cNvPr>
          <p:cNvSpPr>
            <a:spLocks/>
          </p:cNvSpPr>
          <p:nvPr/>
        </p:nvSpPr>
        <p:spPr>
          <a:xfrm>
            <a:off x="5360520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045BD3D7-3C1B-4AFD-9228-EEE0B2BA51F0}"/>
              </a:ext>
            </a:extLst>
          </p:cNvPr>
          <p:cNvSpPr>
            <a:spLocks/>
          </p:cNvSpPr>
          <p:nvPr/>
        </p:nvSpPr>
        <p:spPr>
          <a:xfrm>
            <a:off x="5373320" y="66091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B58C2EE4-54BB-4A95-8ECC-D101F1384859}"/>
              </a:ext>
            </a:extLst>
          </p:cNvPr>
          <p:cNvSpPr>
            <a:spLocks/>
          </p:cNvSpPr>
          <p:nvPr/>
        </p:nvSpPr>
        <p:spPr>
          <a:xfrm>
            <a:off x="537583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E010970D-5A3B-4F20-9D1D-9AAC10F9E58B}"/>
              </a:ext>
            </a:extLst>
          </p:cNvPr>
          <p:cNvSpPr>
            <a:spLocks/>
          </p:cNvSpPr>
          <p:nvPr/>
        </p:nvSpPr>
        <p:spPr>
          <a:xfrm>
            <a:off x="537077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E951374B-A82A-4880-B4D2-CE7869314068}"/>
              </a:ext>
            </a:extLst>
          </p:cNvPr>
          <p:cNvSpPr>
            <a:spLocks/>
          </p:cNvSpPr>
          <p:nvPr/>
        </p:nvSpPr>
        <p:spPr>
          <a:xfrm>
            <a:off x="5409321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A60D6EBE-D2AD-436C-9424-A9A565F19525}"/>
              </a:ext>
            </a:extLst>
          </p:cNvPr>
          <p:cNvSpPr>
            <a:spLocks/>
          </p:cNvSpPr>
          <p:nvPr/>
        </p:nvSpPr>
        <p:spPr>
          <a:xfrm>
            <a:off x="5323544" y="63925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CBFED574-AB36-4885-88B0-686D408B071A}"/>
              </a:ext>
            </a:extLst>
          </p:cNvPr>
          <p:cNvSpPr>
            <a:spLocks/>
          </p:cNvSpPr>
          <p:nvPr/>
        </p:nvSpPr>
        <p:spPr>
          <a:xfrm>
            <a:off x="5322712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99F80162-C41A-47D7-9FD0-3D37A8693C17}"/>
              </a:ext>
            </a:extLst>
          </p:cNvPr>
          <p:cNvSpPr>
            <a:spLocks/>
          </p:cNvSpPr>
          <p:nvPr/>
        </p:nvSpPr>
        <p:spPr>
          <a:xfrm>
            <a:off x="533854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12CD1537-E6BA-4469-9891-F889FB0028C4}"/>
              </a:ext>
            </a:extLst>
          </p:cNvPr>
          <p:cNvSpPr>
            <a:spLocks/>
          </p:cNvSpPr>
          <p:nvPr/>
        </p:nvSpPr>
        <p:spPr>
          <a:xfrm>
            <a:off x="538346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88CA4289-B898-43BD-9442-7179BAD8349A}"/>
              </a:ext>
            </a:extLst>
          </p:cNvPr>
          <p:cNvSpPr>
            <a:spLocks/>
          </p:cNvSpPr>
          <p:nvPr/>
        </p:nvSpPr>
        <p:spPr>
          <a:xfrm>
            <a:off x="5362370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C5BD8802-5B7F-476A-A263-C855680E8408}"/>
              </a:ext>
            </a:extLst>
          </p:cNvPr>
          <p:cNvSpPr>
            <a:spLocks/>
          </p:cNvSpPr>
          <p:nvPr/>
        </p:nvSpPr>
        <p:spPr>
          <a:xfrm>
            <a:off x="541119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4535E7EB-D012-4C84-8A86-85183269FEB3}"/>
              </a:ext>
            </a:extLst>
          </p:cNvPr>
          <p:cNvSpPr>
            <a:spLocks/>
          </p:cNvSpPr>
          <p:nvPr/>
        </p:nvSpPr>
        <p:spPr>
          <a:xfrm>
            <a:off x="541383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EBDF90A8-31FF-4FEB-B5E3-BBE45C2AC9CB}"/>
              </a:ext>
            </a:extLst>
          </p:cNvPr>
          <p:cNvSpPr>
            <a:spLocks/>
          </p:cNvSpPr>
          <p:nvPr/>
        </p:nvSpPr>
        <p:spPr>
          <a:xfrm>
            <a:off x="5347753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5EF72FC3-424D-48F3-8751-AC10B18AF8AC}"/>
              </a:ext>
            </a:extLst>
          </p:cNvPr>
          <p:cNvSpPr>
            <a:spLocks/>
          </p:cNvSpPr>
          <p:nvPr/>
        </p:nvSpPr>
        <p:spPr>
          <a:xfrm>
            <a:off x="5353711" y="64575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49C7734A-23A2-4194-9ED4-F7680C11F32C}"/>
              </a:ext>
            </a:extLst>
          </p:cNvPr>
          <p:cNvSpPr>
            <a:spLocks/>
          </p:cNvSpPr>
          <p:nvPr/>
        </p:nvSpPr>
        <p:spPr>
          <a:xfrm>
            <a:off x="534113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52F803A4-0902-4323-AED0-D02CA348E14B}"/>
              </a:ext>
            </a:extLst>
          </p:cNvPr>
          <p:cNvSpPr>
            <a:spLocks/>
          </p:cNvSpPr>
          <p:nvPr/>
        </p:nvSpPr>
        <p:spPr>
          <a:xfrm>
            <a:off x="5379873" y="57751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A1F5A8F1-278F-4226-B340-508C2860FACA}"/>
              </a:ext>
            </a:extLst>
          </p:cNvPr>
          <p:cNvSpPr>
            <a:spLocks/>
          </p:cNvSpPr>
          <p:nvPr/>
        </p:nvSpPr>
        <p:spPr>
          <a:xfrm>
            <a:off x="5396925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D8734E88-933A-4EFE-8FD7-3CBE7E6C4FDA}"/>
              </a:ext>
            </a:extLst>
          </p:cNvPr>
          <p:cNvSpPr>
            <a:spLocks/>
          </p:cNvSpPr>
          <p:nvPr/>
        </p:nvSpPr>
        <p:spPr>
          <a:xfrm>
            <a:off x="5374712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5BDDD21A-BBBD-49B7-8B2F-F267792DA764}"/>
              </a:ext>
            </a:extLst>
          </p:cNvPr>
          <p:cNvSpPr>
            <a:spLocks/>
          </p:cNvSpPr>
          <p:nvPr/>
        </p:nvSpPr>
        <p:spPr>
          <a:xfrm>
            <a:off x="5424529" y="5638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98C2BA62-BF86-4B7B-B6B2-0860EA6F190A}"/>
              </a:ext>
            </a:extLst>
          </p:cNvPr>
          <p:cNvSpPr>
            <a:spLocks/>
          </p:cNvSpPr>
          <p:nvPr/>
        </p:nvSpPr>
        <p:spPr>
          <a:xfrm>
            <a:off x="542974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9E67C7CD-D611-45FC-95BE-DED7F7F9870F}"/>
              </a:ext>
            </a:extLst>
          </p:cNvPr>
          <p:cNvSpPr>
            <a:spLocks/>
          </p:cNvSpPr>
          <p:nvPr/>
        </p:nvSpPr>
        <p:spPr>
          <a:xfrm>
            <a:off x="538209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F7A21BE1-D9C7-46DD-B025-E29B869D3610}"/>
              </a:ext>
            </a:extLst>
          </p:cNvPr>
          <p:cNvSpPr>
            <a:spLocks/>
          </p:cNvSpPr>
          <p:nvPr/>
        </p:nvSpPr>
        <p:spPr>
          <a:xfrm>
            <a:off x="5369798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AB9D22E7-962F-441F-8EF7-C0F0DAE94D78}"/>
              </a:ext>
            </a:extLst>
          </p:cNvPr>
          <p:cNvSpPr>
            <a:spLocks/>
          </p:cNvSpPr>
          <p:nvPr/>
        </p:nvSpPr>
        <p:spPr>
          <a:xfrm>
            <a:off x="538380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3D46D82E-852C-4484-B2B3-F8E2F502585B}"/>
              </a:ext>
            </a:extLst>
          </p:cNvPr>
          <p:cNvSpPr>
            <a:spLocks/>
          </p:cNvSpPr>
          <p:nvPr/>
        </p:nvSpPr>
        <p:spPr>
          <a:xfrm>
            <a:off x="538805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33526A1A-E141-41E1-82FB-AEE345BB9CEC}"/>
              </a:ext>
            </a:extLst>
          </p:cNvPr>
          <p:cNvSpPr>
            <a:spLocks/>
          </p:cNvSpPr>
          <p:nvPr/>
        </p:nvSpPr>
        <p:spPr>
          <a:xfrm>
            <a:off x="5337332" y="66849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4B5CE8A5-B253-4DEF-B3CB-173EEA288B3C}"/>
              </a:ext>
            </a:extLst>
          </p:cNvPr>
          <p:cNvSpPr>
            <a:spLocks/>
          </p:cNvSpPr>
          <p:nvPr/>
        </p:nvSpPr>
        <p:spPr>
          <a:xfrm>
            <a:off x="539629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9F7DF9C0-349F-4DBF-9C2E-4265522C22A0}"/>
              </a:ext>
            </a:extLst>
          </p:cNvPr>
          <p:cNvSpPr>
            <a:spLocks/>
          </p:cNvSpPr>
          <p:nvPr/>
        </p:nvSpPr>
        <p:spPr>
          <a:xfrm>
            <a:off x="541885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4ECA51B9-0E4C-4C53-9D21-8674F4419235}"/>
              </a:ext>
            </a:extLst>
          </p:cNvPr>
          <p:cNvSpPr>
            <a:spLocks/>
          </p:cNvSpPr>
          <p:nvPr/>
        </p:nvSpPr>
        <p:spPr>
          <a:xfrm>
            <a:off x="534181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7CA7455E-E169-4B37-B423-D102D928BD2A}"/>
              </a:ext>
            </a:extLst>
          </p:cNvPr>
          <p:cNvSpPr>
            <a:spLocks/>
          </p:cNvSpPr>
          <p:nvPr/>
        </p:nvSpPr>
        <p:spPr>
          <a:xfrm>
            <a:off x="5313826" y="6847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5981B7CC-FFE6-43C6-A2DB-26383BF070C2}"/>
              </a:ext>
            </a:extLst>
          </p:cNvPr>
          <p:cNvSpPr>
            <a:spLocks/>
          </p:cNvSpPr>
          <p:nvPr/>
        </p:nvSpPr>
        <p:spPr>
          <a:xfrm>
            <a:off x="540036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10EBE7FF-45B0-483A-B90E-0E83A57BF20C}"/>
              </a:ext>
            </a:extLst>
          </p:cNvPr>
          <p:cNvSpPr>
            <a:spLocks/>
          </p:cNvSpPr>
          <p:nvPr/>
        </p:nvSpPr>
        <p:spPr>
          <a:xfrm>
            <a:off x="5336759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A7641F8D-3774-4D03-BD89-AD03FEFC8B89}"/>
              </a:ext>
            </a:extLst>
          </p:cNvPr>
          <p:cNvSpPr>
            <a:spLocks/>
          </p:cNvSpPr>
          <p:nvPr/>
        </p:nvSpPr>
        <p:spPr>
          <a:xfrm>
            <a:off x="535604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6A4383BB-CC17-4CBB-8FE0-BC38D3D5F4A8}"/>
              </a:ext>
            </a:extLst>
          </p:cNvPr>
          <p:cNvSpPr>
            <a:spLocks/>
          </p:cNvSpPr>
          <p:nvPr/>
        </p:nvSpPr>
        <p:spPr>
          <a:xfrm>
            <a:off x="5340429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37D0E029-F0F2-4855-89A2-DDA331479C81}"/>
              </a:ext>
            </a:extLst>
          </p:cNvPr>
          <p:cNvSpPr>
            <a:spLocks/>
          </p:cNvSpPr>
          <p:nvPr/>
        </p:nvSpPr>
        <p:spPr>
          <a:xfrm>
            <a:off x="532758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79E09FE4-2EF2-4E69-AA8D-E602835A48DC}"/>
              </a:ext>
            </a:extLst>
          </p:cNvPr>
          <p:cNvSpPr>
            <a:spLocks/>
          </p:cNvSpPr>
          <p:nvPr/>
        </p:nvSpPr>
        <p:spPr>
          <a:xfrm>
            <a:off x="53868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EF16C36E-DBFC-41D6-BB6B-69F54DE9F14B}"/>
              </a:ext>
            </a:extLst>
          </p:cNvPr>
          <p:cNvSpPr>
            <a:spLocks/>
          </p:cNvSpPr>
          <p:nvPr/>
        </p:nvSpPr>
        <p:spPr>
          <a:xfrm>
            <a:off x="540786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53AE9CBE-80DF-4390-A2B1-0ABFB6DC837C}"/>
              </a:ext>
            </a:extLst>
          </p:cNvPr>
          <p:cNvSpPr>
            <a:spLocks/>
          </p:cNvSpPr>
          <p:nvPr/>
        </p:nvSpPr>
        <p:spPr>
          <a:xfrm>
            <a:off x="5327812" y="68113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1B807E8B-72D4-4E18-9BE5-787106208E05}"/>
              </a:ext>
            </a:extLst>
          </p:cNvPr>
          <p:cNvSpPr>
            <a:spLocks/>
          </p:cNvSpPr>
          <p:nvPr/>
        </p:nvSpPr>
        <p:spPr>
          <a:xfrm>
            <a:off x="5346977" y="68517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FCB444CA-17E7-4606-9745-5F9CC40B78FF}"/>
              </a:ext>
            </a:extLst>
          </p:cNvPr>
          <p:cNvSpPr>
            <a:spLocks/>
          </p:cNvSpPr>
          <p:nvPr/>
        </p:nvSpPr>
        <p:spPr>
          <a:xfrm>
            <a:off x="540898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DCBF952E-D032-4054-8F7D-7026C78358E8}"/>
              </a:ext>
            </a:extLst>
          </p:cNvPr>
          <p:cNvSpPr>
            <a:spLocks/>
          </p:cNvSpPr>
          <p:nvPr/>
        </p:nvSpPr>
        <p:spPr>
          <a:xfrm>
            <a:off x="535873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1B2321C0-3488-4B47-A37F-1BD95D31FE1B}"/>
              </a:ext>
            </a:extLst>
          </p:cNvPr>
          <p:cNvSpPr>
            <a:spLocks/>
          </p:cNvSpPr>
          <p:nvPr/>
        </p:nvSpPr>
        <p:spPr>
          <a:xfrm>
            <a:off x="5356077" y="652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89C6A138-70C7-456B-8FF7-C59688AD0F6D}"/>
              </a:ext>
            </a:extLst>
          </p:cNvPr>
          <p:cNvSpPr>
            <a:spLocks/>
          </p:cNvSpPr>
          <p:nvPr/>
        </p:nvSpPr>
        <p:spPr>
          <a:xfrm>
            <a:off x="5329152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DFEC071C-0EEB-48A0-983A-0E4E9BD995DC}"/>
              </a:ext>
            </a:extLst>
          </p:cNvPr>
          <p:cNvSpPr>
            <a:spLocks/>
          </p:cNvSpPr>
          <p:nvPr/>
        </p:nvSpPr>
        <p:spPr>
          <a:xfrm>
            <a:off x="543085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F2C7A65F-7A9B-44BC-BC73-E0C392D91616}"/>
              </a:ext>
            </a:extLst>
          </p:cNvPr>
          <p:cNvSpPr>
            <a:spLocks/>
          </p:cNvSpPr>
          <p:nvPr/>
        </p:nvSpPr>
        <p:spPr>
          <a:xfrm>
            <a:off x="539386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D77C1382-0318-4515-9451-30248BE9CD62}"/>
              </a:ext>
            </a:extLst>
          </p:cNvPr>
          <p:cNvSpPr>
            <a:spLocks/>
          </p:cNvSpPr>
          <p:nvPr/>
        </p:nvSpPr>
        <p:spPr>
          <a:xfrm>
            <a:off x="535835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9C7D7479-DF11-4FC1-8DBE-261F00754ABA}"/>
              </a:ext>
            </a:extLst>
          </p:cNvPr>
          <p:cNvSpPr>
            <a:spLocks/>
          </p:cNvSpPr>
          <p:nvPr/>
        </p:nvSpPr>
        <p:spPr>
          <a:xfrm>
            <a:off x="5331505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9260F8BE-B222-4E72-8C66-51A287753AD2}"/>
              </a:ext>
            </a:extLst>
          </p:cNvPr>
          <p:cNvSpPr>
            <a:spLocks/>
          </p:cNvSpPr>
          <p:nvPr/>
        </p:nvSpPr>
        <p:spPr>
          <a:xfrm>
            <a:off x="5392214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7DEA28EF-EBF6-4951-94EC-9F3CBC1499B0}"/>
              </a:ext>
            </a:extLst>
          </p:cNvPr>
          <p:cNvSpPr>
            <a:spLocks/>
          </p:cNvSpPr>
          <p:nvPr/>
        </p:nvSpPr>
        <p:spPr>
          <a:xfrm>
            <a:off x="5363075" y="58206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8C7D655F-C626-46F0-A6FE-BF163F2AFE81}"/>
              </a:ext>
            </a:extLst>
          </p:cNvPr>
          <p:cNvSpPr>
            <a:spLocks/>
          </p:cNvSpPr>
          <p:nvPr/>
        </p:nvSpPr>
        <p:spPr>
          <a:xfrm>
            <a:off x="536006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0B8A55DC-9AC4-468A-9EA9-CA15B69B8B72}"/>
              </a:ext>
            </a:extLst>
          </p:cNvPr>
          <p:cNvSpPr>
            <a:spLocks/>
          </p:cNvSpPr>
          <p:nvPr/>
        </p:nvSpPr>
        <p:spPr>
          <a:xfrm>
            <a:off x="534391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5ADCD8D4-04E1-4799-A062-ED95ADE9FDD5}"/>
              </a:ext>
            </a:extLst>
          </p:cNvPr>
          <p:cNvSpPr>
            <a:spLocks/>
          </p:cNvSpPr>
          <p:nvPr/>
        </p:nvSpPr>
        <p:spPr>
          <a:xfrm>
            <a:off x="536756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116FFEB2-C776-4CF3-B57C-BA3EBC5D3871}"/>
              </a:ext>
            </a:extLst>
          </p:cNvPr>
          <p:cNvSpPr>
            <a:spLocks/>
          </p:cNvSpPr>
          <p:nvPr/>
        </p:nvSpPr>
        <p:spPr>
          <a:xfrm>
            <a:off x="5356529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5790047C-C01C-43FB-AC65-7BB1D43D9F76}"/>
              </a:ext>
            </a:extLst>
          </p:cNvPr>
          <p:cNvSpPr>
            <a:spLocks/>
          </p:cNvSpPr>
          <p:nvPr/>
        </p:nvSpPr>
        <p:spPr>
          <a:xfrm>
            <a:off x="5366059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F9393E6D-642A-4367-811F-2281FD2EB542}"/>
              </a:ext>
            </a:extLst>
          </p:cNvPr>
          <p:cNvSpPr>
            <a:spLocks/>
          </p:cNvSpPr>
          <p:nvPr/>
        </p:nvSpPr>
        <p:spPr>
          <a:xfrm>
            <a:off x="54259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38E68AEA-9502-4F05-B48D-DC252FEB271A}"/>
              </a:ext>
            </a:extLst>
          </p:cNvPr>
          <p:cNvSpPr>
            <a:spLocks/>
          </p:cNvSpPr>
          <p:nvPr/>
        </p:nvSpPr>
        <p:spPr>
          <a:xfrm>
            <a:off x="5322394" y="66524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80AA992F-22C1-404C-95BC-56C6A83AC208}"/>
              </a:ext>
            </a:extLst>
          </p:cNvPr>
          <p:cNvSpPr>
            <a:spLocks/>
          </p:cNvSpPr>
          <p:nvPr/>
        </p:nvSpPr>
        <p:spPr>
          <a:xfrm>
            <a:off x="558829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76124AFE-5215-4622-A717-26D549C3975C}"/>
              </a:ext>
            </a:extLst>
          </p:cNvPr>
          <p:cNvSpPr>
            <a:spLocks/>
          </p:cNvSpPr>
          <p:nvPr/>
        </p:nvSpPr>
        <p:spPr>
          <a:xfrm>
            <a:off x="563115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BEAF9143-A615-4C25-A9C5-037E53E0B5EE}"/>
              </a:ext>
            </a:extLst>
          </p:cNvPr>
          <p:cNvSpPr>
            <a:spLocks/>
          </p:cNvSpPr>
          <p:nvPr/>
        </p:nvSpPr>
        <p:spPr>
          <a:xfrm>
            <a:off x="563385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68DFE639-1EAA-413F-B711-A54B326048EE}"/>
              </a:ext>
            </a:extLst>
          </p:cNvPr>
          <p:cNvSpPr>
            <a:spLocks/>
          </p:cNvSpPr>
          <p:nvPr/>
        </p:nvSpPr>
        <p:spPr>
          <a:xfrm>
            <a:off x="561462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2D3FCF3C-118A-470B-8ECB-8BD2A872BA13}"/>
              </a:ext>
            </a:extLst>
          </p:cNvPr>
          <p:cNvSpPr>
            <a:spLocks/>
          </p:cNvSpPr>
          <p:nvPr/>
        </p:nvSpPr>
        <p:spPr>
          <a:xfrm>
            <a:off x="559541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54235B3C-48FB-4AC6-BEB1-9FE2E871EB3A}"/>
              </a:ext>
            </a:extLst>
          </p:cNvPr>
          <p:cNvSpPr>
            <a:spLocks/>
          </p:cNvSpPr>
          <p:nvPr/>
        </p:nvSpPr>
        <p:spPr>
          <a:xfrm>
            <a:off x="5621828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5111DB5B-5375-40DD-85B2-6D549E589255}"/>
              </a:ext>
            </a:extLst>
          </p:cNvPr>
          <p:cNvSpPr>
            <a:spLocks/>
          </p:cNvSpPr>
          <p:nvPr/>
        </p:nvSpPr>
        <p:spPr>
          <a:xfrm>
            <a:off x="559336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89310192-EA4F-48C3-824A-6FF02ADA934F}"/>
              </a:ext>
            </a:extLst>
          </p:cNvPr>
          <p:cNvSpPr>
            <a:spLocks/>
          </p:cNvSpPr>
          <p:nvPr/>
        </p:nvSpPr>
        <p:spPr>
          <a:xfrm>
            <a:off x="560747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0E7209E5-8CD7-497A-B6DD-EE9AC0E4F79A}"/>
              </a:ext>
            </a:extLst>
          </p:cNvPr>
          <p:cNvSpPr>
            <a:spLocks/>
          </p:cNvSpPr>
          <p:nvPr/>
        </p:nvSpPr>
        <p:spPr>
          <a:xfrm>
            <a:off x="5686252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4F363DB4-9FF6-4484-916F-A52AB125C045}"/>
              </a:ext>
            </a:extLst>
          </p:cNvPr>
          <p:cNvSpPr>
            <a:spLocks/>
          </p:cNvSpPr>
          <p:nvPr/>
        </p:nvSpPr>
        <p:spPr>
          <a:xfrm>
            <a:off x="567309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E7EC20F3-803E-46AD-8921-8910DD631AC2}"/>
              </a:ext>
            </a:extLst>
          </p:cNvPr>
          <p:cNvSpPr>
            <a:spLocks/>
          </p:cNvSpPr>
          <p:nvPr/>
        </p:nvSpPr>
        <p:spPr>
          <a:xfrm>
            <a:off x="564087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315458F4-2512-4204-8426-D8AD36DBB419}"/>
              </a:ext>
            </a:extLst>
          </p:cNvPr>
          <p:cNvSpPr>
            <a:spLocks/>
          </p:cNvSpPr>
          <p:nvPr/>
        </p:nvSpPr>
        <p:spPr>
          <a:xfrm>
            <a:off x="560080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A36DE95F-0A87-456A-83AA-82ACD768BE31}"/>
              </a:ext>
            </a:extLst>
          </p:cNvPr>
          <p:cNvSpPr>
            <a:spLocks/>
          </p:cNvSpPr>
          <p:nvPr/>
        </p:nvSpPr>
        <p:spPr>
          <a:xfrm>
            <a:off x="5582536" y="6710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0E2DF4B2-EDED-4ED1-B61D-B67EF49672E9}"/>
              </a:ext>
            </a:extLst>
          </p:cNvPr>
          <p:cNvSpPr>
            <a:spLocks/>
          </p:cNvSpPr>
          <p:nvPr/>
        </p:nvSpPr>
        <p:spPr>
          <a:xfrm>
            <a:off x="559383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C210F18B-9390-46F9-9C34-9A26B3BB9CA5}"/>
              </a:ext>
            </a:extLst>
          </p:cNvPr>
          <p:cNvSpPr>
            <a:spLocks/>
          </p:cNvSpPr>
          <p:nvPr/>
        </p:nvSpPr>
        <p:spPr>
          <a:xfrm>
            <a:off x="560561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5BA2A1D0-3C01-4F93-9064-C2B55196A2A2}"/>
              </a:ext>
            </a:extLst>
          </p:cNvPr>
          <p:cNvSpPr>
            <a:spLocks/>
          </p:cNvSpPr>
          <p:nvPr/>
        </p:nvSpPr>
        <p:spPr>
          <a:xfrm>
            <a:off x="560197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9F48A962-E628-4EFE-82D3-EBBD4ACC02B1}"/>
              </a:ext>
            </a:extLst>
          </p:cNvPr>
          <p:cNvSpPr>
            <a:spLocks/>
          </p:cNvSpPr>
          <p:nvPr/>
        </p:nvSpPr>
        <p:spPr>
          <a:xfrm>
            <a:off x="5577827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1503D534-E386-4B55-B864-E8949DD39F2A}"/>
              </a:ext>
            </a:extLst>
          </p:cNvPr>
          <p:cNvSpPr>
            <a:spLocks/>
          </p:cNvSpPr>
          <p:nvPr/>
        </p:nvSpPr>
        <p:spPr>
          <a:xfrm>
            <a:off x="563777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EB755CEB-F85F-4EC9-9CD9-6E47CED2A96F}"/>
              </a:ext>
            </a:extLst>
          </p:cNvPr>
          <p:cNvSpPr>
            <a:spLocks/>
          </p:cNvSpPr>
          <p:nvPr/>
        </p:nvSpPr>
        <p:spPr>
          <a:xfrm>
            <a:off x="5672007" y="6548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96527D13-6916-4F5A-AF8D-827C3C5D6E60}"/>
              </a:ext>
            </a:extLst>
          </p:cNvPr>
          <p:cNvSpPr>
            <a:spLocks/>
          </p:cNvSpPr>
          <p:nvPr/>
        </p:nvSpPr>
        <p:spPr>
          <a:xfrm>
            <a:off x="558324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3B5FBF13-3E02-4CDC-A5BF-98F9CCD44789}"/>
              </a:ext>
            </a:extLst>
          </p:cNvPr>
          <p:cNvSpPr>
            <a:spLocks/>
          </p:cNvSpPr>
          <p:nvPr/>
        </p:nvSpPr>
        <p:spPr>
          <a:xfrm>
            <a:off x="564964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6DAF9F19-D46A-446E-A1B0-53C75449678C}"/>
              </a:ext>
            </a:extLst>
          </p:cNvPr>
          <p:cNvSpPr>
            <a:spLocks/>
          </p:cNvSpPr>
          <p:nvPr/>
        </p:nvSpPr>
        <p:spPr>
          <a:xfrm>
            <a:off x="566052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3CC732C8-20A6-4671-AE82-DFAF44403438}"/>
              </a:ext>
            </a:extLst>
          </p:cNvPr>
          <p:cNvSpPr>
            <a:spLocks/>
          </p:cNvSpPr>
          <p:nvPr/>
        </p:nvSpPr>
        <p:spPr>
          <a:xfrm>
            <a:off x="5609942" y="53201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2797DB0F-6641-43DC-A8B6-1F70EA7E6B18}"/>
              </a:ext>
            </a:extLst>
          </p:cNvPr>
          <p:cNvSpPr>
            <a:spLocks/>
          </p:cNvSpPr>
          <p:nvPr/>
        </p:nvSpPr>
        <p:spPr>
          <a:xfrm>
            <a:off x="566817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2963EFF9-C22E-4C58-AB6A-8D6485DC7052}"/>
              </a:ext>
            </a:extLst>
          </p:cNvPr>
          <p:cNvSpPr>
            <a:spLocks/>
          </p:cNvSpPr>
          <p:nvPr/>
        </p:nvSpPr>
        <p:spPr>
          <a:xfrm>
            <a:off x="562783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4058C1E3-3896-44A6-B514-5BE318EA7E31}"/>
              </a:ext>
            </a:extLst>
          </p:cNvPr>
          <p:cNvSpPr>
            <a:spLocks/>
          </p:cNvSpPr>
          <p:nvPr/>
        </p:nvSpPr>
        <p:spPr>
          <a:xfrm>
            <a:off x="563059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24CF0942-02C0-4F16-B38A-191FEF34B898}"/>
              </a:ext>
            </a:extLst>
          </p:cNvPr>
          <p:cNvSpPr>
            <a:spLocks/>
          </p:cNvSpPr>
          <p:nvPr/>
        </p:nvSpPr>
        <p:spPr>
          <a:xfrm>
            <a:off x="567796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DA183F14-EEE3-4640-A408-A57FED454595}"/>
              </a:ext>
            </a:extLst>
          </p:cNvPr>
          <p:cNvSpPr>
            <a:spLocks/>
          </p:cNvSpPr>
          <p:nvPr/>
        </p:nvSpPr>
        <p:spPr>
          <a:xfrm>
            <a:off x="566626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CC4A77A2-10B4-4793-8E7F-94DBA8204023}"/>
              </a:ext>
            </a:extLst>
          </p:cNvPr>
          <p:cNvSpPr>
            <a:spLocks/>
          </p:cNvSpPr>
          <p:nvPr/>
        </p:nvSpPr>
        <p:spPr>
          <a:xfrm>
            <a:off x="565210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DECB2A5A-0D4A-4011-9D72-635D6C04FB98}"/>
              </a:ext>
            </a:extLst>
          </p:cNvPr>
          <p:cNvSpPr>
            <a:spLocks/>
          </p:cNvSpPr>
          <p:nvPr/>
        </p:nvSpPr>
        <p:spPr>
          <a:xfrm>
            <a:off x="561398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90A99ABC-DE17-4A34-90F5-50E1BA285820}"/>
              </a:ext>
            </a:extLst>
          </p:cNvPr>
          <p:cNvSpPr>
            <a:spLocks/>
          </p:cNvSpPr>
          <p:nvPr/>
        </p:nvSpPr>
        <p:spPr>
          <a:xfrm>
            <a:off x="565973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08FD6D6E-1AB3-42AE-870F-911BC22B3568}"/>
              </a:ext>
            </a:extLst>
          </p:cNvPr>
          <p:cNvSpPr>
            <a:spLocks/>
          </p:cNvSpPr>
          <p:nvPr/>
        </p:nvSpPr>
        <p:spPr>
          <a:xfrm>
            <a:off x="566276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3B807899-BD96-4D65-9B19-30CA2F504E3E}"/>
              </a:ext>
            </a:extLst>
          </p:cNvPr>
          <p:cNvSpPr>
            <a:spLocks/>
          </p:cNvSpPr>
          <p:nvPr/>
        </p:nvSpPr>
        <p:spPr>
          <a:xfrm>
            <a:off x="5618715" y="68691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C7CC6D64-4F0F-425E-9497-741EAA9A6152}"/>
              </a:ext>
            </a:extLst>
          </p:cNvPr>
          <p:cNvSpPr>
            <a:spLocks/>
          </p:cNvSpPr>
          <p:nvPr/>
        </p:nvSpPr>
        <p:spPr>
          <a:xfrm>
            <a:off x="557479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EAC1F31C-CF77-4B8F-8516-667EC745F25B}"/>
              </a:ext>
            </a:extLst>
          </p:cNvPr>
          <p:cNvSpPr>
            <a:spLocks/>
          </p:cNvSpPr>
          <p:nvPr/>
        </p:nvSpPr>
        <p:spPr>
          <a:xfrm>
            <a:off x="560496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3A7CB47A-CFB1-428B-A7CF-BCA75B121FEA}"/>
              </a:ext>
            </a:extLst>
          </p:cNvPr>
          <p:cNvSpPr>
            <a:spLocks/>
          </p:cNvSpPr>
          <p:nvPr/>
        </p:nvSpPr>
        <p:spPr>
          <a:xfrm>
            <a:off x="558625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93E2939D-ACC2-4111-83CD-073C0EDBE5EA}"/>
              </a:ext>
            </a:extLst>
          </p:cNvPr>
          <p:cNvSpPr>
            <a:spLocks/>
          </p:cNvSpPr>
          <p:nvPr/>
        </p:nvSpPr>
        <p:spPr>
          <a:xfrm>
            <a:off x="560572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ECD439E0-17EB-4F72-8D2C-BAD06D4A23EF}"/>
              </a:ext>
            </a:extLst>
          </p:cNvPr>
          <p:cNvSpPr>
            <a:spLocks/>
          </p:cNvSpPr>
          <p:nvPr/>
        </p:nvSpPr>
        <p:spPr>
          <a:xfrm>
            <a:off x="5576717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82A01948-49B6-4C23-946E-B4128B67C6B1}"/>
              </a:ext>
            </a:extLst>
          </p:cNvPr>
          <p:cNvSpPr>
            <a:spLocks/>
          </p:cNvSpPr>
          <p:nvPr/>
        </p:nvSpPr>
        <p:spPr>
          <a:xfrm>
            <a:off x="567444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DC67D1E9-121C-44F0-B18E-A224FC072764}"/>
              </a:ext>
            </a:extLst>
          </p:cNvPr>
          <p:cNvSpPr>
            <a:spLocks/>
          </p:cNvSpPr>
          <p:nvPr/>
        </p:nvSpPr>
        <p:spPr>
          <a:xfrm>
            <a:off x="565163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51789033-588B-4706-8355-4B829C365116}"/>
              </a:ext>
            </a:extLst>
          </p:cNvPr>
          <p:cNvSpPr>
            <a:spLocks/>
          </p:cNvSpPr>
          <p:nvPr/>
        </p:nvSpPr>
        <p:spPr>
          <a:xfrm>
            <a:off x="567271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5809C51F-2222-4FFA-BC9F-30B002CC9B12}"/>
              </a:ext>
            </a:extLst>
          </p:cNvPr>
          <p:cNvSpPr>
            <a:spLocks/>
          </p:cNvSpPr>
          <p:nvPr/>
        </p:nvSpPr>
        <p:spPr>
          <a:xfrm>
            <a:off x="557406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74FC1C57-5729-4E5F-9D51-F3886B6B9F75}"/>
              </a:ext>
            </a:extLst>
          </p:cNvPr>
          <p:cNvSpPr>
            <a:spLocks/>
          </p:cNvSpPr>
          <p:nvPr/>
        </p:nvSpPr>
        <p:spPr>
          <a:xfrm>
            <a:off x="566249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A2E55B9D-1000-45A8-82C6-2F4B7BCCA09B}"/>
              </a:ext>
            </a:extLst>
          </p:cNvPr>
          <p:cNvSpPr>
            <a:spLocks/>
          </p:cNvSpPr>
          <p:nvPr/>
        </p:nvSpPr>
        <p:spPr>
          <a:xfrm>
            <a:off x="566860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F6BF80FD-87C8-42BA-A051-23CABC66221A}"/>
              </a:ext>
            </a:extLst>
          </p:cNvPr>
          <p:cNvSpPr>
            <a:spLocks/>
          </p:cNvSpPr>
          <p:nvPr/>
        </p:nvSpPr>
        <p:spPr>
          <a:xfrm>
            <a:off x="5571368" y="63925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C318F6CB-1FC8-4EFB-B2D6-09F87B3484B8}"/>
              </a:ext>
            </a:extLst>
          </p:cNvPr>
          <p:cNvSpPr>
            <a:spLocks/>
          </p:cNvSpPr>
          <p:nvPr/>
        </p:nvSpPr>
        <p:spPr>
          <a:xfrm>
            <a:off x="562001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293CBF10-AC1A-433B-A375-9968961F9281}"/>
              </a:ext>
            </a:extLst>
          </p:cNvPr>
          <p:cNvSpPr>
            <a:spLocks/>
          </p:cNvSpPr>
          <p:nvPr/>
        </p:nvSpPr>
        <p:spPr>
          <a:xfrm>
            <a:off x="565000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0BEBF4F5-7B2B-48E6-8051-BB48054B98E7}"/>
              </a:ext>
            </a:extLst>
          </p:cNvPr>
          <p:cNvSpPr>
            <a:spLocks/>
          </p:cNvSpPr>
          <p:nvPr/>
        </p:nvSpPr>
        <p:spPr>
          <a:xfrm>
            <a:off x="558938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C6761A97-573A-4BD0-A0CC-DD86CC0EB69E}"/>
              </a:ext>
            </a:extLst>
          </p:cNvPr>
          <p:cNvSpPr>
            <a:spLocks/>
          </p:cNvSpPr>
          <p:nvPr/>
        </p:nvSpPr>
        <p:spPr>
          <a:xfrm>
            <a:off x="562769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31C0657F-BBDA-4CFD-90FE-7820BB497620}"/>
              </a:ext>
            </a:extLst>
          </p:cNvPr>
          <p:cNvSpPr>
            <a:spLocks/>
          </p:cNvSpPr>
          <p:nvPr/>
        </p:nvSpPr>
        <p:spPr>
          <a:xfrm>
            <a:off x="567046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CD95142C-70EF-4B42-84C3-A18938A83F06}"/>
              </a:ext>
            </a:extLst>
          </p:cNvPr>
          <p:cNvSpPr>
            <a:spLocks/>
          </p:cNvSpPr>
          <p:nvPr/>
        </p:nvSpPr>
        <p:spPr>
          <a:xfrm>
            <a:off x="5614708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73228D1D-BB5D-43F5-9016-AA855CDD58F9}"/>
              </a:ext>
            </a:extLst>
          </p:cNvPr>
          <p:cNvSpPr>
            <a:spLocks/>
          </p:cNvSpPr>
          <p:nvPr/>
        </p:nvSpPr>
        <p:spPr>
          <a:xfrm>
            <a:off x="5579566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6C3D7E5B-CED2-45E1-BFFF-41E98E9A8E5A}"/>
              </a:ext>
            </a:extLst>
          </p:cNvPr>
          <p:cNvSpPr>
            <a:spLocks/>
          </p:cNvSpPr>
          <p:nvPr/>
        </p:nvSpPr>
        <p:spPr>
          <a:xfrm>
            <a:off x="5664289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9169650A-5F61-4DE2-8C07-DD462FBA1780}"/>
              </a:ext>
            </a:extLst>
          </p:cNvPr>
          <p:cNvSpPr>
            <a:spLocks/>
          </p:cNvSpPr>
          <p:nvPr/>
        </p:nvSpPr>
        <p:spPr>
          <a:xfrm>
            <a:off x="559462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F6AE132E-D112-4020-A778-94B77AE989AF}"/>
              </a:ext>
            </a:extLst>
          </p:cNvPr>
          <p:cNvSpPr>
            <a:spLocks/>
          </p:cNvSpPr>
          <p:nvPr/>
        </p:nvSpPr>
        <p:spPr>
          <a:xfrm>
            <a:off x="5617004" y="57751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D125D27C-F1AB-43BF-9240-E52E4BB05838}"/>
              </a:ext>
            </a:extLst>
          </p:cNvPr>
          <p:cNvSpPr>
            <a:spLocks/>
          </p:cNvSpPr>
          <p:nvPr/>
        </p:nvSpPr>
        <p:spPr>
          <a:xfrm>
            <a:off x="562913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564EA2C7-C757-446D-8DD4-8A9F621722D1}"/>
              </a:ext>
            </a:extLst>
          </p:cNvPr>
          <p:cNvSpPr>
            <a:spLocks/>
          </p:cNvSpPr>
          <p:nvPr/>
        </p:nvSpPr>
        <p:spPr>
          <a:xfrm>
            <a:off x="556640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B04D1A45-C74D-4EA1-AE80-6AF16608E114}"/>
              </a:ext>
            </a:extLst>
          </p:cNvPr>
          <p:cNvSpPr>
            <a:spLocks/>
          </p:cNvSpPr>
          <p:nvPr/>
        </p:nvSpPr>
        <p:spPr>
          <a:xfrm>
            <a:off x="566684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E4033422-EFD0-4545-BEFD-DB4750C1E03D}"/>
              </a:ext>
            </a:extLst>
          </p:cNvPr>
          <p:cNvSpPr>
            <a:spLocks/>
          </p:cNvSpPr>
          <p:nvPr/>
        </p:nvSpPr>
        <p:spPr>
          <a:xfrm>
            <a:off x="567938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BD9BC8EC-8BB5-4FAE-83D2-7AFF4D992A33}"/>
              </a:ext>
            </a:extLst>
          </p:cNvPr>
          <p:cNvSpPr>
            <a:spLocks/>
          </p:cNvSpPr>
          <p:nvPr/>
        </p:nvSpPr>
        <p:spPr>
          <a:xfrm>
            <a:off x="560002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120097CC-8E5B-47BE-916A-3DEBA96D8DDD}"/>
              </a:ext>
            </a:extLst>
          </p:cNvPr>
          <p:cNvSpPr>
            <a:spLocks/>
          </p:cNvSpPr>
          <p:nvPr/>
        </p:nvSpPr>
        <p:spPr>
          <a:xfrm>
            <a:off x="5642884" y="55476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F9B44540-8CF0-4A16-91E1-5DAB427F15B6}"/>
              </a:ext>
            </a:extLst>
          </p:cNvPr>
          <p:cNvSpPr>
            <a:spLocks/>
          </p:cNvSpPr>
          <p:nvPr/>
        </p:nvSpPr>
        <p:spPr>
          <a:xfrm>
            <a:off x="560670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61B5FA79-6361-4A2C-9718-D7674F6C7665}"/>
              </a:ext>
            </a:extLst>
          </p:cNvPr>
          <p:cNvSpPr>
            <a:spLocks/>
          </p:cNvSpPr>
          <p:nvPr/>
        </p:nvSpPr>
        <p:spPr>
          <a:xfrm>
            <a:off x="561909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9BB7DFBB-E4D1-4F08-BF2B-84055FA863FB}"/>
              </a:ext>
            </a:extLst>
          </p:cNvPr>
          <p:cNvSpPr>
            <a:spLocks/>
          </p:cNvSpPr>
          <p:nvPr/>
        </p:nvSpPr>
        <p:spPr>
          <a:xfrm>
            <a:off x="568078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2BAF1B05-2FD9-4D75-83E2-D5C930BE43DE}"/>
              </a:ext>
            </a:extLst>
          </p:cNvPr>
          <p:cNvSpPr>
            <a:spLocks/>
          </p:cNvSpPr>
          <p:nvPr/>
        </p:nvSpPr>
        <p:spPr>
          <a:xfrm>
            <a:off x="562536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CA2DAD64-A295-4A4C-A933-263B6862B916}"/>
              </a:ext>
            </a:extLst>
          </p:cNvPr>
          <p:cNvSpPr>
            <a:spLocks/>
          </p:cNvSpPr>
          <p:nvPr/>
        </p:nvSpPr>
        <p:spPr>
          <a:xfrm>
            <a:off x="567912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D0BCCEC7-7CBD-41F4-AECD-E381C6268BAF}"/>
              </a:ext>
            </a:extLst>
          </p:cNvPr>
          <p:cNvSpPr>
            <a:spLocks/>
          </p:cNvSpPr>
          <p:nvPr/>
        </p:nvSpPr>
        <p:spPr>
          <a:xfrm>
            <a:off x="561771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E4875182-F91F-4D22-8AED-D4E81B871C69}"/>
              </a:ext>
            </a:extLst>
          </p:cNvPr>
          <p:cNvSpPr>
            <a:spLocks/>
          </p:cNvSpPr>
          <p:nvPr/>
        </p:nvSpPr>
        <p:spPr>
          <a:xfrm>
            <a:off x="565834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A8C4DC50-2814-467C-A9E6-2C9AAC79044F}"/>
              </a:ext>
            </a:extLst>
          </p:cNvPr>
          <p:cNvSpPr>
            <a:spLocks/>
          </p:cNvSpPr>
          <p:nvPr/>
        </p:nvSpPr>
        <p:spPr>
          <a:xfrm>
            <a:off x="564179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3DAE5DD8-8FE4-4D67-93A1-C857D749A82F}"/>
              </a:ext>
            </a:extLst>
          </p:cNvPr>
          <p:cNvSpPr>
            <a:spLocks/>
          </p:cNvSpPr>
          <p:nvPr/>
        </p:nvSpPr>
        <p:spPr>
          <a:xfrm>
            <a:off x="563697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CC0657CA-7CFF-4247-8D9D-7F7444309208}"/>
              </a:ext>
            </a:extLst>
          </p:cNvPr>
          <p:cNvSpPr>
            <a:spLocks/>
          </p:cNvSpPr>
          <p:nvPr/>
        </p:nvSpPr>
        <p:spPr>
          <a:xfrm>
            <a:off x="557057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C73E88B1-C3EC-4024-B5AD-F5EE68170D20}"/>
              </a:ext>
            </a:extLst>
          </p:cNvPr>
          <p:cNvSpPr>
            <a:spLocks/>
          </p:cNvSpPr>
          <p:nvPr/>
        </p:nvSpPr>
        <p:spPr>
          <a:xfrm>
            <a:off x="559211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058DB514-E499-469B-BD68-D139BCCE7DA4}"/>
              </a:ext>
            </a:extLst>
          </p:cNvPr>
          <p:cNvSpPr>
            <a:spLocks/>
          </p:cNvSpPr>
          <p:nvPr/>
        </p:nvSpPr>
        <p:spPr>
          <a:xfrm>
            <a:off x="568521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DBB90000-46E0-4BB3-BB34-D960D9BCAC29}"/>
              </a:ext>
            </a:extLst>
          </p:cNvPr>
          <p:cNvSpPr>
            <a:spLocks/>
          </p:cNvSpPr>
          <p:nvPr/>
        </p:nvSpPr>
        <p:spPr>
          <a:xfrm>
            <a:off x="565582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1A1173D6-426F-467D-977B-7E96F3AFCB61}"/>
              </a:ext>
            </a:extLst>
          </p:cNvPr>
          <p:cNvSpPr>
            <a:spLocks/>
          </p:cNvSpPr>
          <p:nvPr/>
        </p:nvSpPr>
        <p:spPr>
          <a:xfrm>
            <a:off x="565296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944CEFF4-B110-4CC0-BD8C-8BC57EEA256E}"/>
              </a:ext>
            </a:extLst>
          </p:cNvPr>
          <p:cNvSpPr>
            <a:spLocks/>
          </p:cNvSpPr>
          <p:nvPr/>
        </p:nvSpPr>
        <p:spPr>
          <a:xfrm>
            <a:off x="559647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13DD7DE9-F430-49A9-8DCF-5D39B202BE94}"/>
              </a:ext>
            </a:extLst>
          </p:cNvPr>
          <p:cNvSpPr>
            <a:spLocks/>
          </p:cNvSpPr>
          <p:nvPr/>
        </p:nvSpPr>
        <p:spPr>
          <a:xfrm>
            <a:off x="564568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41D86545-7C9C-4A11-9667-9102FCD9CD23}"/>
              </a:ext>
            </a:extLst>
          </p:cNvPr>
          <p:cNvSpPr>
            <a:spLocks/>
          </p:cNvSpPr>
          <p:nvPr/>
        </p:nvSpPr>
        <p:spPr>
          <a:xfrm>
            <a:off x="561222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BAE2D4E6-E4E7-46B2-AC59-EE5A1A91BCEA}"/>
              </a:ext>
            </a:extLst>
          </p:cNvPr>
          <p:cNvSpPr>
            <a:spLocks/>
          </p:cNvSpPr>
          <p:nvPr/>
        </p:nvSpPr>
        <p:spPr>
          <a:xfrm>
            <a:off x="557001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58E96B56-3D93-4834-8148-8260E196794B}"/>
              </a:ext>
            </a:extLst>
          </p:cNvPr>
          <p:cNvSpPr>
            <a:spLocks/>
          </p:cNvSpPr>
          <p:nvPr/>
        </p:nvSpPr>
        <p:spPr>
          <a:xfrm>
            <a:off x="558263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141569E0-7283-4AB7-869D-ECC82EAB2DA7}"/>
              </a:ext>
            </a:extLst>
          </p:cNvPr>
          <p:cNvSpPr>
            <a:spLocks/>
          </p:cNvSpPr>
          <p:nvPr/>
        </p:nvSpPr>
        <p:spPr>
          <a:xfrm>
            <a:off x="565767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CD0F25F1-4836-43AA-B603-95A848C2D392}"/>
              </a:ext>
            </a:extLst>
          </p:cNvPr>
          <p:cNvSpPr>
            <a:spLocks/>
          </p:cNvSpPr>
          <p:nvPr/>
        </p:nvSpPr>
        <p:spPr>
          <a:xfrm>
            <a:off x="567467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E051C43B-AB1D-4714-B5A2-6C421AB7B06F}"/>
              </a:ext>
            </a:extLst>
          </p:cNvPr>
          <p:cNvSpPr>
            <a:spLocks/>
          </p:cNvSpPr>
          <p:nvPr/>
        </p:nvSpPr>
        <p:spPr>
          <a:xfrm>
            <a:off x="562606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1CB5E586-73C2-4F3D-B354-3A8638953371}"/>
              </a:ext>
            </a:extLst>
          </p:cNvPr>
          <p:cNvSpPr>
            <a:spLocks/>
          </p:cNvSpPr>
          <p:nvPr/>
        </p:nvSpPr>
        <p:spPr>
          <a:xfrm>
            <a:off x="563822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B872FAF9-2BB4-48BD-8F13-E46E7894BEB5}"/>
              </a:ext>
            </a:extLst>
          </p:cNvPr>
          <p:cNvSpPr>
            <a:spLocks/>
          </p:cNvSpPr>
          <p:nvPr/>
        </p:nvSpPr>
        <p:spPr>
          <a:xfrm>
            <a:off x="560619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A3C55E4C-7D6D-440C-BFCE-6243EF80592C}"/>
              </a:ext>
            </a:extLst>
          </p:cNvPr>
          <p:cNvSpPr>
            <a:spLocks/>
          </p:cNvSpPr>
          <p:nvPr/>
        </p:nvSpPr>
        <p:spPr>
          <a:xfrm>
            <a:off x="5579442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D538689D-3419-41FC-B02A-8F50C82F8182}"/>
              </a:ext>
            </a:extLst>
          </p:cNvPr>
          <p:cNvSpPr>
            <a:spLocks/>
          </p:cNvSpPr>
          <p:nvPr/>
        </p:nvSpPr>
        <p:spPr>
          <a:xfrm>
            <a:off x="5591895" y="6184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9E319AFB-BC41-4F02-B454-3B237860FE13}"/>
              </a:ext>
            </a:extLst>
          </p:cNvPr>
          <p:cNvSpPr>
            <a:spLocks/>
          </p:cNvSpPr>
          <p:nvPr/>
        </p:nvSpPr>
        <p:spPr>
          <a:xfrm>
            <a:off x="557627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3E7B3EB5-2D3D-459D-9A6A-CA17DD6DEA9E}"/>
              </a:ext>
            </a:extLst>
          </p:cNvPr>
          <p:cNvSpPr>
            <a:spLocks/>
          </p:cNvSpPr>
          <p:nvPr/>
        </p:nvSpPr>
        <p:spPr>
          <a:xfrm>
            <a:off x="560020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F1BBB110-6490-4177-8802-5C65B0228875}"/>
              </a:ext>
            </a:extLst>
          </p:cNvPr>
          <p:cNvSpPr>
            <a:spLocks/>
          </p:cNvSpPr>
          <p:nvPr/>
        </p:nvSpPr>
        <p:spPr>
          <a:xfrm>
            <a:off x="558888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3CF16983-1F45-4C67-9CCC-FC8F70463DFF}"/>
              </a:ext>
            </a:extLst>
          </p:cNvPr>
          <p:cNvSpPr>
            <a:spLocks/>
          </p:cNvSpPr>
          <p:nvPr/>
        </p:nvSpPr>
        <p:spPr>
          <a:xfrm>
            <a:off x="561089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951A75B1-F483-4BB9-8F38-404ED990F241}"/>
              </a:ext>
            </a:extLst>
          </p:cNvPr>
          <p:cNvSpPr>
            <a:spLocks/>
          </p:cNvSpPr>
          <p:nvPr/>
        </p:nvSpPr>
        <p:spPr>
          <a:xfrm>
            <a:off x="5656015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EBAA76C4-E01E-4B6C-9AF7-D2FE9E4F3D57}"/>
              </a:ext>
            </a:extLst>
          </p:cNvPr>
          <p:cNvSpPr>
            <a:spLocks/>
          </p:cNvSpPr>
          <p:nvPr/>
        </p:nvSpPr>
        <p:spPr>
          <a:xfrm>
            <a:off x="561094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E7F37143-0251-49C4-92CB-B4B37BEEE645}"/>
              </a:ext>
            </a:extLst>
          </p:cNvPr>
          <p:cNvSpPr>
            <a:spLocks/>
          </p:cNvSpPr>
          <p:nvPr/>
        </p:nvSpPr>
        <p:spPr>
          <a:xfrm>
            <a:off x="566522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3A09DF28-5C75-4DCD-942C-6674C8A72BED}"/>
              </a:ext>
            </a:extLst>
          </p:cNvPr>
          <p:cNvSpPr>
            <a:spLocks/>
          </p:cNvSpPr>
          <p:nvPr/>
        </p:nvSpPr>
        <p:spPr>
          <a:xfrm>
            <a:off x="584818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B8BC36FD-DCCE-4D42-AD60-EAFF3DACD61C}"/>
              </a:ext>
            </a:extLst>
          </p:cNvPr>
          <p:cNvSpPr>
            <a:spLocks/>
          </p:cNvSpPr>
          <p:nvPr/>
        </p:nvSpPr>
        <p:spPr>
          <a:xfrm>
            <a:off x="581924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E8545B0B-A49E-477E-9970-C1CC99D23089}"/>
              </a:ext>
            </a:extLst>
          </p:cNvPr>
          <p:cNvSpPr>
            <a:spLocks/>
          </p:cNvSpPr>
          <p:nvPr/>
        </p:nvSpPr>
        <p:spPr>
          <a:xfrm>
            <a:off x="584986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5D439D77-01CF-48AB-9DFE-D4625F41FD23}"/>
              </a:ext>
            </a:extLst>
          </p:cNvPr>
          <p:cNvSpPr>
            <a:spLocks/>
          </p:cNvSpPr>
          <p:nvPr/>
        </p:nvSpPr>
        <p:spPr>
          <a:xfrm>
            <a:off x="583549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252D071E-5223-401E-846C-882E44E5CE0A}"/>
              </a:ext>
            </a:extLst>
          </p:cNvPr>
          <p:cNvSpPr>
            <a:spLocks/>
          </p:cNvSpPr>
          <p:nvPr/>
        </p:nvSpPr>
        <p:spPr>
          <a:xfrm>
            <a:off x="585342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7C6EA94D-7C7F-4B08-9B1B-A69755D3E2FA}"/>
              </a:ext>
            </a:extLst>
          </p:cNvPr>
          <p:cNvSpPr>
            <a:spLocks/>
          </p:cNvSpPr>
          <p:nvPr/>
        </p:nvSpPr>
        <p:spPr>
          <a:xfrm>
            <a:off x="5910285" y="5456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A287D658-B874-4D1E-BCFF-F227DA2F6254}"/>
              </a:ext>
            </a:extLst>
          </p:cNvPr>
          <p:cNvSpPr>
            <a:spLocks/>
          </p:cNvSpPr>
          <p:nvPr/>
        </p:nvSpPr>
        <p:spPr>
          <a:xfrm>
            <a:off x="587839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034D3CCD-FB97-4B0F-BF43-CD851367DB51}"/>
              </a:ext>
            </a:extLst>
          </p:cNvPr>
          <p:cNvSpPr>
            <a:spLocks/>
          </p:cNvSpPr>
          <p:nvPr/>
        </p:nvSpPr>
        <p:spPr>
          <a:xfrm>
            <a:off x="5821699" y="5456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9F0E31E6-DA34-4511-9783-734EAE95C352}"/>
              </a:ext>
            </a:extLst>
          </p:cNvPr>
          <p:cNvSpPr>
            <a:spLocks/>
          </p:cNvSpPr>
          <p:nvPr/>
        </p:nvSpPr>
        <p:spPr>
          <a:xfrm>
            <a:off x="5873442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9C779A05-C8F9-4031-A7C3-DB4E54A36AE0}"/>
              </a:ext>
            </a:extLst>
          </p:cNvPr>
          <p:cNvSpPr>
            <a:spLocks/>
          </p:cNvSpPr>
          <p:nvPr/>
        </p:nvSpPr>
        <p:spPr>
          <a:xfrm>
            <a:off x="583242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4630994D-A8F1-49EF-8244-5E52D5C42E53}"/>
              </a:ext>
            </a:extLst>
          </p:cNvPr>
          <p:cNvSpPr>
            <a:spLocks/>
          </p:cNvSpPr>
          <p:nvPr/>
        </p:nvSpPr>
        <p:spPr>
          <a:xfrm>
            <a:off x="585448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B219469A-8741-4624-A2F4-366734A20F1A}"/>
              </a:ext>
            </a:extLst>
          </p:cNvPr>
          <p:cNvSpPr>
            <a:spLocks/>
          </p:cNvSpPr>
          <p:nvPr/>
        </p:nvSpPr>
        <p:spPr>
          <a:xfrm>
            <a:off x="582913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3A7C7E00-D133-43D0-9DB5-183902273993}"/>
              </a:ext>
            </a:extLst>
          </p:cNvPr>
          <p:cNvSpPr>
            <a:spLocks/>
          </p:cNvSpPr>
          <p:nvPr/>
        </p:nvSpPr>
        <p:spPr>
          <a:xfrm>
            <a:off x="5920390" y="66091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FCD4C832-792A-4B10-B936-8BDFD94D0DD2}"/>
              </a:ext>
            </a:extLst>
          </p:cNvPr>
          <p:cNvSpPr>
            <a:spLocks/>
          </p:cNvSpPr>
          <p:nvPr/>
        </p:nvSpPr>
        <p:spPr>
          <a:xfrm>
            <a:off x="583558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3C8BA4E5-01BC-485F-B555-02457DDAA38B}"/>
              </a:ext>
            </a:extLst>
          </p:cNvPr>
          <p:cNvSpPr>
            <a:spLocks/>
          </p:cNvSpPr>
          <p:nvPr/>
        </p:nvSpPr>
        <p:spPr>
          <a:xfrm>
            <a:off x="583867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9AF7C216-B976-4349-99E6-3E5654CEC3F9}"/>
              </a:ext>
            </a:extLst>
          </p:cNvPr>
          <p:cNvSpPr>
            <a:spLocks/>
          </p:cNvSpPr>
          <p:nvPr/>
        </p:nvSpPr>
        <p:spPr>
          <a:xfrm>
            <a:off x="587058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6AE55449-A656-4F01-9E50-91D753AC39FC}"/>
              </a:ext>
            </a:extLst>
          </p:cNvPr>
          <p:cNvSpPr>
            <a:spLocks/>
          </p:cNvSpPr>
          <p:nvPr/>
        </p:nvSpPr>
        <p:spPr>
          <a:xfrm>
            <a:off x="5901536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6A8AC80A-F54C-48ED-AA2D-8B0894324C8B}"/>
              </a:ext>
            </a:extLst>
          </p:cNvPr>
          <p:cNvSpPr>
            <a:spLocks/>
          </p:cNvSpPr>
          <p:nvPr/>
        </p:nvSpPr>
        <p:spPr>
          <a:xfrm>
            <a:off x="590587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D6C58A9A-AABC-4884-9F4C-A3722A5136A2}"/>
              </a:ext>
            </a:extLst>
          </p:cNvPr>
          <p:cNvSpPr>
            <a:spLocks/>
          </p:cNvSpPr>
          <p:nvPr/>
        </p:nvSpPr>
        <p:spPr>
          <a:xfrm>
            <a:off x="5839777" y="61845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75FDFAFE-F89D-46F1-8935-C6FD39C6FA74}"/>
              </a:ext>
            </a:extLst>
          </p:cNvPr>
          <p:cNvSpPr>
            <a:spLocks/>
          </p:cNvSpPr>
          <p:nvPr/>
        </p:nvSpPr>
        <p:spPr>
          <a:xfrm>
            <a:off x="582155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D80A2186-9FAA-432E-989C-372E0E630238}"/>
              </a:ext>
            </a:extLst>
          </p:cNvPr>
          <p:cNvSpPr>
            <a:spLocks/>
          </p:cNvSpPr>
          <p:nvPr/>
        </p:nvSpPr>
        <p:spPr>
          <a:xfrm>
            <a:off x="588700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3518A2D6-D27D-4E4F-8CD6-7C541E771694}"/>
              </a:ext>
            </a:extLst>
          </p:cNvPr>
          <p:cNvSpPr>
            <a:spLocks/>
          </p:cNvSpPr>
          <p:nvPr/>
        </p:nvSpPr>
        <p:spPr>
          <a:xfrm>
            <a:off x="587842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BC1F7F3F-8EBE-4ABC-82FD-086FA0C6FBCA}"/>
              </a:ext>
            </a:extLst>
          </p:cNvPr>
          <p:cNvSpPr>
            <a:spLocks/>
          </p:cNvSpPr>
          <p:nvPr/>
        </p:nvSpPr>
        <p:spPr>
          <a:xfrm>
            <a:off x="5923259" y="532018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2C4A7923-2783-4BF2-AD35-D140B78AB107}"/>
              </a:ext>
            </a:extLst>
          </p:cNvPr>
          <p:cNvSpPr>
            <a:spLocks/>
          </p:cNvSpPr>
          <p:nvPr/>
        </p:nvSpPr>
        <p:spPr>
          <a:xfrm>
            <a:off x="586884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877EF13A-4783-44C6-8BE5-77BB74DC86F0}"/>
              </a:ext>
            </a:extLst>
          </p:cNvPr>
          <p:cNvSpPr>
            <a:spLocks/>
          </p:cNvSpPr>
          <p:nvPr/>
        </p:nvSpPr>
        <p:spPr>
          <a:xfrm>
            <a:off x="593915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8A14207C-0779-45CC-8C39-7A4537F860FB}"/>
              </a:ext>
            </a:extLst>
          </p:cNvPr>
          <p:cNvSpPr>
            <a:spLocks/>
          </p:cNvSpPr>
          <p:nvPr/>
        </p:nvSpPr>
        <p:spPr>
          <a:xfrm>
            <a:off x="5874041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616BC63F-F827-4F8F-B7FF-38DBC2E37956}"/>
              </a:ext>
            </a:extLst>
          </p:cNvPr>
          <p:cNvSpPr>
            <a:spLocks/>
          </p:cNvSpPr>
          <p:nvPr/>
        </p:nvSpPr>
        <p:spPr>
          <a:xfrm>
            <a:off x="585798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37FC44E5-221F-4EBE-9976-FBB2F1D91ABD}"/>
              </a:ext>
            </a:extLst>
          </p:cNvPr>
          <p:cNvSpPr>
            <a:spLocks/>
          </p:cNvSpPr>
          <p:nvPr/>
        </p:nvSpPr>
        <p:spPr>
          <a:xfrm>
            <a:off x="590165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F308C9BE-4D3A-4D48-B67F-E2AB83BF4121}"/>
              </a:ext>
            </a:extLst>
          </p:cNvPr>
          <p:cNvSpPr>
            <a:spLocks/>
          </p:cNvSpPr>
          <p:nvPr/>
        </p:nvSpPr>
        <p:spPr>
          <a:xfrm>
            <a:off x="583737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973AC8D7-AC6E-45CE-B179-943AF887C6C6}"/>
              </a:ext>
            </a:extLst>
          </p:cNvPr>
          <p:cNvSpPr>
            <a:spLocks/>
          </p:cNvSpPr>
          <p:nvPr/>
        </p:nvSpPr>
        <p:spPr>
          <a:xfrm>
            <a:off x="591376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225DE7C1-CFFA-477B-BD66-58E90EE406A3}"/>
              </a:ext>
            </a:extLst>
          </p:cNvPr>
          <p:cNvSpPr>
            <a:spLocks/>
          </p:cNvSpPr>
          <p:nvPr/>
        </p:nvSpPr>
        <p:spPr>
          <a:xfrm>
            <a:off x="5886273" y="66091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E904CDBB-71B5-4983-A889-93B0BCE61D01}"/>
              </a:ext>
            </a:extLst>
          </p:cNvPr>
          <p:cNvSpPr>
            <a:spLocks/>
          </p:cNvSpPr>
          <p:nvPr/>
        </p:nvSpPr>
        <p:spPr>
          <a:xfrm>
            <a:off x="587906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4508D549-C4CF-4C5C-8A5A-C413FDDE3227}"/>
              </a:ext>
            </a:extLst>
          </p:cNvPr>
          <p:cNvSpPr>
            <a:spLocks/>
          </p:cNvSpPr>
          <p:nvPr/>
        </p:nvSpPr>
        <p:spPr>
          <a:xfrm>
            <a:off x="5893201" y="68691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A0C305CA-4EEF-4A43-994D-13A75055D1CF}"/>
              </a:ext>
            </a:extLst>
          </p:cNvPr>
          <p:cNvSpPr>
            <a:spLocks/>
          </p:cNvSpPr>
          <p:nvPr/>
        </p:nvSpPr>
        <p:spPr>
          <a:xfrm>
            <a:off x="592013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2B06B44F-EADC-429D-BB90-061F85B2B902}"/>
              </a:ext>
            </a:extLst>
          </p:cNvPr>
          <p:cNvSpPr>
            <a:spLocks/>
          </p:cNvSpPr>
          <p:nvPr/>
        </p:nvSpPr>
        <p:spPr>
          <a:xfrm>
            <a:off x="585923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CD622A62-2795-495F-8D37-FAC133EF28D5}"/>
              </a:ext>
            </a:extLst>
          </p:cNvPr>
          <p:cNvSpPr>
            <a:spLocks/>
          </p:cNvSpPr>
          <p:nvPr/>
        </p:nvSpPr>
        <p:spPr>
          <a:xfrm>
            <a:off x="584651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B629709E-05D1-4566-9AC2-550334A8A776}"/>
              </a:ext>
            </a:extLst>
          </p:cNvPr>
          <p:cNvSpPr>
            <a:spLocks/>
          </p:cNvSpPr>
          <p:nvPr/>
        </p:nvSpPr>
        <p:spPr>
          <a:xfrm>
            <a:off x="590965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53FB6E84-5710-4BF7-914E-5A7A5A2A92A8}"/>
              </a:ext>
            </a:extLst>
          </p:cNvPr>
          <p:cNvSpPr>
            <a:spLocks/>
          </p:cNvSpPr>
          <p:nvPr/>
        </p:nvSpPr>
        <p:spPr>
          <a:xfrm>
            <a:off x="588291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C1700868-E7AD-40AB-9309-D97F5A65FFAF}"/>
              </a:ext>
            </a:extLst>
          </p:cNvPr>
          <p:cNvSpPr>
            <a:spLocks/>
          </p:cNvSpPr>
          <p:nvPr/>
        </p:nvSpPr>
        <p:spPr>
          <a:xfrm>
            <a:off x="589168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81A28D92-D9B0-49BF-9801-858328A13F52}"/>
              </a:ext>
            </a:extLst>
          </p:cNvPr>
          <p:cNvSpPr>
            <a:spLocks/>
          </p:cNvSpPr>
          <p:nvPr/>
        </p:nvSpPr>
        <p:spPr>
          <a:xfrm>
            <a:off x="581819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4077D025-D00B-4FDF-9E88-E2A19615776F}"/>
              </a:ext>
            </a:extLst>
          </p:cNvPr>
          <p:cNvSpPr>
            <a:spLocks/>
          </p:cNvSpPr>
          <p:nvPr/>
        </p:nvSpPr>
        <p:spPr>
          <a:xfrm>
            <a:off x="589810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69C9000E-D5F6-455E-BFDB-2EB0F029DEC1}"/>
              </a:ext>
            </a:extLst>
          </p:cNvPr>
          <p:cNvSpPr>
            <a:spLocks/>
          </p:cNvSpPr>
          <p:nvPr/>
        </p:nvSpPr>
        <p:spPr>
          <a:xfrm>
            <a:off x="591668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A80DE067-DFD0-457D-BA29-8FEED33FBFE5}"/>
              </a:ext>
            </a:extLst>
          </p:cNvPr>
          <p:cNvSpPr>
            <a:spLocks/>
          </p:cNvSpPr>
          <p:nvPr/>
        </p:nvSpPr>
        <p:spPr>
          <a:xfrm>
            <a:off x="582536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983C8116-B9A1-4F80-B28E-76A2BBAA52D8}"/>
              </a:ext>
            </a:extLst>
          </p:cNvPr>
          <p:cNvSpPr>
            <a:spLocks/>
          </p:cNvSpPr>
          <p:nvPr/>
        </p:nvSpPr>
        <p:spPr>
          <a:xfrm>
            <a:off x="585939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F37D05AC-FD04-4AC5-A8AD-97951CFB9C21}"/>
              </a:ext>
            </a:extLst>
          </p:cNvPr>
          <p:cNvSpPr>
            <a:spLocks/>
          </p:cNvSpPr>
          <p:nvPr/>
        </p:nvSpPr>
        <p:spPr>
          <a:xfrm>
            <a:off x="5924324" y="63925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72187A28-0371-478F-A647-DA221CE43263}"/>
              </a:ext>
            </a:extLst>
          </p:cNvPr>
          <p:cNvSpPr>
            <a:spLocks/>
          </p:cNvSpPr>
          <p:nvPr/>
        </p:nvSpPr>
        <p:spPr>
          <a:xfrm>
            <a:off x="583079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EF79EB62-5B9A-487B-B323-838F73FDC5A2}"/>
              </a:ext>
            </a:extLst>
          </p:cNvPr>
          <p:cNvSpPr>
            <a:spLocks/>
          </p:cNvSpPr>
          <p:nvPr/>
        </p:nvSpPr>
        <p:spPr>
          <a:xfrm>
            <a:off x="586435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4B23D74F-F4ED-40F6-AC8A-1D566E4E6CC2}"/>
              </a:ext>
            </a:extLst>
          </p:cNvPr>
          <p:cNvSpPr>
            <a:spLocks/>
          </p:cNvSpPr>
          <p:nvPr/>
        </p:nvSpPr>
        <p:spPr>
          <a:xfrm>
            <a:off x="587101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0A12B34A-8638-4A28-8397-3D7CD4892B71}"/>
              </a:ext>
            </a:extLst>
          </p:cNvPr>
          <p:cNvSpPr>
            <a:spLocks/>
          </p:cNvSpPr>
          <p:nvPr/>
        </p:nvSpPr>
        <p:spPr>
          <a:xfrm>
            <a:off x="588613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A2A6DE4F-2680-4DC1-90DF-FA602E90C24A}"/>
              </a:ext>
            </a:extLst>
          </p:cNvPr>
          <p:cNvSpPr>
            <a:spLocks/>
          </p:cNvSpPr>
          <p:nvPr/>
        </p:nvSpPr>
        <p:spPr>
          <a:xfrm>
            <a:off x="588430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C9E70A98-CC2C-4716-A38D-B634A7CE2750}"/>
              </a:ext>
            </a:extLst>
          </p:cNvPr>
          <p:cNvSpPr>
            <a:spLocks/>
          </p:cNvSpPr>
          <p:nvPr/>
        </p:nvSpPr>
        <p:spPr>
          <a:xfrm>
            <a:off x="5896572" y="64575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593B9616-5AEA-4EA8-9741-BAC7D943E1D5}"/>
              </a:ext>
            </a:extLst>
          </p:cNvPr>
          <p:cNvSpPr>
            <a:spLocks/>
          </p:cNvSpPr>
          <p:nvPr/>
        </p:nvSpPr>
        <p:spPr>
          <a:xfrm>
            <a:off x="592929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8F84E265-C676-48AF-97F6-3F4976671677}"/>
              </a:ext>
            </a:extLst>
          </p:cNvPr>
          <p:cNvSpPr>
            <a:spLocks/>
          </p:cNvSpPr>
          <p:nvPr/>
        </p:nvSpPr>
        <p:spPr>
          <a:xfrm>
            <a:off x="5887286" y="64575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C91BA07D-3CDE-4161-932F-BE90D9F0ADA8}"/>
              </a:ext>
            </a:extLst>
          </p:cNvPr>
          <p:cNvSpPr>
            <a:spLocks/>
          </p:cNvSpPr>
          <p:nvPr/>
        </p:nvSpPr>
        <p:spPr>
          <a:xfrm>
            <a:off x="584720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7F53FE4A-E1CA-4D28-8B7D-98D064720535}"/>
              </a:ext>
            </a:extLst>
          </p:cNvPr>
          <p:cNvSpPr>
            <a:spLocks/>
          </p:cNvSpPr>
          <p:nvPr/>
        </p:nvSpPr>
        <p:spPr>
          <a:xfrm>
            <a:off x="5932013" y="57751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01908406-A493-4CF3-B661-B894ACC47954}"/>
              </a:ext>
            </a:extLst>
          </p:cNvPr>
          <p:cNvSpPr>
            <a:spLocks/>
          </p:cNvSpPr>
          <p:nvPr/>
        </p:nvSpPr>
        <p:spPr>
          <a:xfrm>
            <a:off x="587512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FA16F1BD-D602-4ADA-8298-1FFDD2553745}"/>
              </a:ext>
            </a:extLst>
          </p:cNvPr>
          <p:cNvSpPr>
            <a:spLocks/>
          </p:cNvSpPr>
          <p:nvPr/>
        </p:nvSpPr>
        <p:spPr>
          <a:xfrm>
            <a:off x="590813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9CBAFDB2-EFF5-4CC4-8EDB-CC8ACAC1B588}"/>
              </a:ext>
            </a:extLst>
          </p:cNvPr>
          <p:cNvSpPr>
            <a:spLocks/>
          </p:cNvSpPr>
          <p:nvPr/>
        </p:nvSpPr>
        <p:spPr>
          <a:xfrm>
            <a:off x="585276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24D844A5-DF6C-49F6-B668-78E14B3FB515}"/>
              </a:ext>
            </a:extLst>
          </p:cNvPr>
          <p:cNvSpPr>
            <a:spLocks/>
          </p:cNvSpPr>
          <p:nvPr/>
        </p:nvSpPr>
        <p:spPr>
          <a:xfrm>
            <a:off x="586808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42DF837D-354E-41E3-9D0E-8C897B268E97}"/>
              </a:ext>
            </a:extLst>
          </p:cNvPr>
          <p:cNvSpPr>
            <a:spLocks/>
          </p:cNvSpPr>
          <p:nvPr/>
        </p:nvSpPr>
        <p:spPr>
          <a:xfrm>
            <a:off x="589723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B308F7DB-9D84-49EA-8A8F-E5A5FBA544FA}"/>
              </a:ext>
            </a:extLst>
          </p:cNvPr>
          <p:cNvSpPr>
            <a:spLocks/>
          </p:cNvSpPr>
          <p:nvPr/>
        </p:nvSpPr>
        <p:spPr>
          <a:xfrm>
            <a:off x="5891049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8A5610EC-33BC-40D4-B797-F6D002BE065E}"/>
              </a:ext>
            </a:extLst>
          </p:cNvPr>
          <p:cNvSpPr>
            <a:spLocks/>
          </p:cNvSpPr>
          <p:nvPr/>
        </p:nvSpPr>
        <p:spPr>
          <a:xfrm>
            <a:off x="586934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C8E4209D-A835-4688-8512-4627A53EDE6A}"/>
              </a:ext>
            </a:extLst>
          </p:cNvPr>
          <p:cNvSpPr>
            <a:spLocks/>
          </p:cNvSpPr>
          <p:nvPr/>
        </p:nvSpPr>
        <p:spPr>
          <a:xfrm>
            <a:off x="585832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F36A99F6-522E-4320-ACB9-00969FAAD2D2}"/>
              </a:ext>
            </a:extLst>
          </p:cNvPr>
          <p:cNvSpPr>
            <a:spLocks/>
          </p:cNvSpPr>
          <p:nvPr/>
        </p:nvSpPr>
        <p:spPr>
          <a:xfrm>
            <a:off x="590674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9657681E-0E52-44D8-A9CE-F355E56AE354}"/>
              </a:ext>
            </a:extLst>
          </p:cNvPr>
          <p:cNvSpPr>
            <a:spLocks/>
          </p:cNvSpPr>
          <p:nvPr/>
        </p:nvSpPr>
        <p:spPr>
          <a:xfrm>
            <a:off x="582698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1C86A380-6E8E-48F3-97E5-E8F40B410714}"/>
              </a:ext>
            </a:extLst>
          </p:cNvPr>
          <p:cNvSpPr>
            <a:spLocks/>
          </p:cNvSpPr>
          <p:nvPr/>
        </p:nvSpPr>
        <p:spPr>
          <a:xfrm>
            <a:off x="589713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4D1E8524-8996-4D3F-A20E-A61EB374F37C}"/>
              </a:ext>
            </a:extLst>
          </p:cNvPr>
          <p:cNvSpPr>
            <a:spLocks/>
          </p:cNvSpPr>
          <p:nvPr/>
        </p:nvSpPr>
        <p:spPr>
          <a:xfrm>
            <a:off x="584477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FB52CF2-72E9-4E14-AC72-056781E2FE66}"/>
              </a:ext>
            </a:extLst>
          </p:cNvPr>
          <p:cNvSpPr>
            <a:spLocks/>
          </p:cNvSpPr>
          <p:nvPr/>
        </p:nvSpPr>
        <p:spPr>
          <a:xfrm>
            <a:off x="591638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46BCD44C-84C1-40F8-83CD-667751701D7F}"/>
              </a:ext>
            </a:extLst>
          </p:cNvPr>
          <p:cNvSpPr>
            <a:spLocks/>
          </p:cNvSpPr>
          <p:nvPr/>
        </p:nvSpPr>
        <p:spPr>
          <a:xfrm>
            <a:off x="591006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9C610A46-9354-4A62-8A9D-C6FC05CBD053}"/>
              </a:ext>
            </a:extLst>
          </p:cNvPr>
          <p:cNvSpPr>
            <a:spLocks/>
          </p:cNvSpPr>
          <p:nvPr/>
        </p:nvSpPr>
        <p:spPr>
          <a:xfrm>
            <a:off x="593403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3D8F1F45-0D2D-4E66-8B18-0C419A458B17}"/>
              </a:ext>
            </a:extLst>
          </p:cNvPr>
          <p:cNvSpPr>
            <a:spLocks/>
          </p:cNvSpPr>
          <p:nvPr/>
        </p:nvSpPr>
        <p:spPr>
          <a:xfrm>
            <a:off x="586752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6B3C2DDE-C74C-458D-AAA8-F98EA7822FD3}"/>
              </a:ext>
            </a:extLst>
          </p:cNvPr>
          <p:cNvSpPr>
            <a:spLocks/>
          </p:cNvSpPr>
          <p:nvPr/>
        </p:nvSpPr>
        <p:spPr>
          <a:xfrm>
            <a:off x="588341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11874353-6A65-4E53-843F-F165EB63EAE4}"/>
              </a:ext>
            </a:extLst>
          </p:cNvPr>
          <p:cNvSpPr>
            <a:spLocks/>
          </p:cNvSpPr>
          <p:nvPr/>
        </p:nvSpPr>
        <p:spPr>
          <a:xfrm>
            <a:off x="590188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66F13D4B-FB53-4DA9-94E4-B5C572CD4A5E}"/>
              </a:ext>
            </a:extLst>
          </p:cNvPr>
          <p:cNvSpPr>
            <a:spLocks/>
          </p:cNvSpPr>
          <p:nvPr/>
        </p:nvSpPr>
        <p:spPr>
          <a:xfrm>
            <a:off x="590961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F63F6A14-4C9D-401D-8E2D-0B51325F6A33}"/>
              </a:ext>
            </a:extLst>
          </p:cNvPr>
          <p:cNvSpPr>
            <a:spLocks/>
          </p:cNvSpPr>
          <p:nvPr/>
        </p:nvSpPr>
        <p:spPr>
          <a:xfrm>
            <a:off x="584607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0A0EC254-A2C6-444D-8546-78CF78BCCE9D}"/>
              </a:ext>
            </a:extLst>
          </p:cNvPr>
          <p:cNvSpPr>
            <a:spLocks/>
          </p:cNvSpPr>
          <p:nvPr/>
        </p:nvSpPr>
        <p:spPr>
          <a:xfrm>
            <a:off x="5872873" y="68113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9FB0620D-0CD9-492E-A180-1FEB0FE2A1BD}"/>
              </a:ext>
            </a:extLst>
          </p:cNvPr>
          <p:cNvSpPr>
            <a:spLocks/>
          </p:cNvSpPr>
          <p:nvPr/>
        </p:nvSpPr>
        <p:spPr>
          <a:xfrm>
            <a:off x="5863637" y="67911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707D0202-C6F2-44D4-9946-5714ED8025F8}"/>
              </a:ext>
            </a:extLst>
          </p:cNvPr>
          <p:cNvSpPr>
            <a:spLocks/>
          </p:cNvSpPr>
          <p:nvPr/>
        </p:nvSpPr>
        <p:spPr>
          <a:xfrm>
            <a:off x="583029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70090536-300B-4D34-AFD0-5FFC79AB7CDD}"/>
              </a:ext>
            </a:extLst>
          </p:cNvPr>
          <p:cNvSpPr>
            <a:spLocks/>
          </p:cNvSpPr>
          <p:nvPr/>
        </p:nvSpPr>
        <p:spPr>
          <a:xfrm>
            <a:off x="583134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627F9C8A-B575-4CDA-BD14-11DC81FBC7D2}"/>
              </a:ext>
            </a:extLst>
          </p:cNvPr>
          <p:cNvSpPr>
            <a:spLocks/>
          </p:cNvSpPr>
          <p:nvPr/>
        </p:nvSpPr>
        <p:spPr>
          <a:xfrm>
            <a:off x="586105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8905232A-F065-4475-BA32-3B929EDE1E1F}"/>
              </a:ext>
            </a:extLst>
          </p:cNvPr>
          <p:cNvSpPr>
            <a:spLocks/>
          </p:cNvSpPr>
          <p:nvPr/>
        </p:nvSpPr>
        <p:spPr>
          <a:xfrm>
            <a:off x="593003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7F47B359-6AC1-4B2E-B76D-6B7A05087763}"/>
              </a:ext>
            </a:extLst>
          </p:cNvPr>
          <p:cNvSpPr>
            <a:spLocks/>
          </p:cNvSpPr>
          <p:nvPr/>
        </p:nvSpPr>
        <p:spPr>
          <a:xfrm>
            <a:off x="584949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05B91BE4-B3E3-4D70-9E9D-9B21DE6A2C18}"/>
              </a:ext>
            </a:extLst>
          </p:cNvPr>
          <p:cNvSpPr>
            <a:spLocks/>
          </p:cNvSpPr>
          <p:nvPr/>
        </p:nvSpPr>
        <p:spPr>
          <a:xfrm>
            <a:off x="592943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02201199-4B1B-4E21-B542-46CBF3DB816E}"/>
              </a:ext>
            </a:extLst>
          </p:cNvPr>
          <p:cNvSpPr>
            <a:spLocks/>
          </p:cNvSpPr>
          <p:nvPr/>
        </p:nvSpPr>
        <p:spPr>
          <a:xfrm>
            <a:off x="583516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A1B2C15A-0175-409C-8E67-958B9096BF7F}"/>
              </a:ext>
            </a:extLst>
          </p:cNvPr>
          <p:cNvSpPr>
            <a:spLocks/>
          </p:cNvSpPr>
          <p:nvPr/>
        </p:nvSpPr>
        <p:spPr>
          <a:xfrm>
            <a:off x="591953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C702DC7D-E530-4F55-9E5B-715D5B1FA522}"/>
              </a:ext>
            </a:extLst>
          </p:cNvPr>
          <p:cNvSpPr>
            <a:spLocks/>
          </p:cNvSpPr>
          <p:nvPr/>
        </p:nvSpPr>
        <p:spPr>
          <a:xfrm>
            <a:off x="5860947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62D53555-AD89-496E-B010-48E6DA9D1824}"/>
              </a:ext>
            </a:extLst>
          </p:cNvPr>
          <p:cNvSpPr>
            <a:spLocks/>
          </p:cNvSpPr>
          <p:nvPr/>
        </p:nvSpPr>
        <p:spPr>
          <a:xfrm>
            <a:off x="5864977" y="61845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2A43652C-C200-4565-94CD-CA1C1A64193E}"/>
              </a:ext>
            </a:extLst>
          </p:cNvPr>
          <p:cNvSpPr>
            <a:spLocks/>
          </p:cNvSpPr>
          <p:nvPr/>
        </p:nvSpPr>
        <p:spPr>
          <a:xfrm>
            <a:off x="582782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BE1EAFC5-410B-4A29-A044-1960F312003F}"/>
              </a:ext>
            </a:extLst>
          </p:cNvPr>
          <p:cNvSpPr>
            <a:spLocks/>
          </p:cNvSpPr>
          <p:nvPr/>
        </p:nvSpPr>
        <p:spPr>
          <a:xfrm>
            <a:off x="588213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A32C8328-D3F3-4444-BF58-069A92A4E0B1}"/>
              </a:ext>
            </a:extLst>
          </p:cNvPr>
          <p:cNvSpPr>
            <a:spLocks/>
          </p:cNvSpPr>
          <p:nvPr/>
        </p:nvSpPr>
        <p:spPr>
          <a:xfrm>
            <a:off x="588712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3DBB5335-70E9-4CD9-88C7-854A9AB5F91D}"/>
              </a:ext>
            </a:extLst>
          </p:cNvPr>
          <p:cNvSpPr>
            <a:spLocks/>
          </p:cNvSpPr>
          <p:nvPr/>
        </p:nvSpPr>
        <p:spPr>
          <a:xfrm>
            <a:off x="590340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3F74A42B-5CCD-46C3-8FD8-0EF7C47F6BF2}"/>
              </a:ext>
            </a:extLst>
          </p:cNvPr>
          <p:cNvSpPr>
            <a:spLocks/>
          </p:cNvSpPr>
          <p:nvPr/>
        </p:nvSpPr>
        <p:spPr>
          <a:xfrm>
            <a:off x="588181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111EBB0A-D332-432C-98F5-CD6C77AFCB85}"/>
              </a:ext>
            </a:extLst>
          </p:cNvPr>
          <p:cNvSpPr>
            <a:spLocks/>
          </p:cNvSpPr>
          <p:nvPr/>
        </p:nvSpPr>
        <p:spPr>
          <a:xfrm>
            <a:off x="591656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889250CA-C218-4149-A3D6-4835372EA0A0}"/>
              </a:ext>
            </a:extLst>
          </p:cNvPr>
          <p:cNvSpPr>
            <a:spLocks/>
          </p:cNvSpPr>
          <p:nvPr/>
        </p:nvSpPr>
        <p:spPr>
          <a:xfrm>
            <a:off x="589693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C0788B3C-62DC-4646-BB2B-898999010001}"/>
              </a:ext>
            </a:extLst>
          </p:cNvPr>
          <p:cNvSpPr>
            <a:spLocks/>
          </p:cNvSpPr>
          <p:nvPr/>
        </p:nvSpPr>
        <p:spPr>
          <a:xfrm>
            <a:off x="4188010" y="5001268"/>
            <a:ext cx="191" cy="1928911"/>
          </a:xfrm>
          <a:custGeom>
            <a:avLst/>
            <a:gdLst/>
            <a:ahLst/>
            <a:cxnLst/>
            <a:rect l="0" t="0" r="0" b="0"/>
            <a:pathLst>
              <a:path w="191" h="1928911">
                <a:moveTo>
                  <a:pt x="0" y="1928911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25F8A64E-7684-4D83-AE87-B3EE1D46ED01}"/>
              </a:ext>
            </a:extLst>
          </p:cNvPr>
          <p:cNvSpPr>
            <a:spLocks/>
          </p:cNvSpPr>
          <p:nvPr/>
        </p:nvSpPr>
        <p:spPr>
          <a:xfrm>
            <a:off x="4188010" y="6930178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82" name="text_2681">
            <a:extLst>
              <a:ext uri="{FF2B5EF4-FFF2-40B4-BE49-F238E27FC236}">
                <a16:creationId xmlns:a16="http://schemas.microsoft.com/office/drawing/2014/main" id="{AC07B650-3671-4713-8AAC-E413C758AD33}"/>
              </a:ext>
            </a:extLst>
          </p:cNvPr>
          <p:cNvSpPr>
            <a:spLocks/>
          </p:cNvSpPr>
          <p:nvPr/>
        </p:nvSpPr>
        <p:spPr>
          <a:xfrm>
            <a:off x="3709180" y="4687867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683" name="text_2682">
            <a:extLst>
              <a:ext uri="{FF2B5EF4-FFF2-40B4-BE49-F238E27FC236}">
                <a16:creationId xmlns:a16="http://schemas.microsoft.com/office/drawing/2014/main" id="{354C0999-3565-4FB2-AA33-C02929289862}"/>
              </a:ext>
            </a:extLst>
          </p:cNvPr>
          <p:cNvSpPr>
            <a:spLocks/>
          </p:cNvSpPr>
          <p:nvPr/>
        </p:nvSpPr>
        <p:spPr>
          <a:xfrm>
            <a:off x="4188010" y="471044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AC723706-C7B2-426A-988C-EFB8E9FF4BE6}"/>
              </a:ext>
            </a:extLst>
          </p:cNvPr>
          <p:cNvSpPr>
            <a:spLocks/>
          </p:cNvSpPr>
          <p:nvPr/>
        </p:nvSpPr>
        <p:spPr>
          <a:xfrm>
            <a:off x="4352519" y="6303293"/>
            <a:ext cx="191" cy="626885"/>
          </a:xfrm>
          <a:custGeom>
            <a:avLst/>
            <a:gdLst/>
            <a:ahLst/>
            <a:cxnLst/>
            <a:rect l="0" t="0" r="0" b="0"/>
            <a:pathLst>
              <a:path w="191" h="626885">
                <a:moveTo>
                  <a:pt x="0" y="62688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0B94CDA3-1882-4A29-A5A0-7738E0891E78}"/>
              </a:ext>
            </a:extLst>
          </p:cNvPr>
          <p:cNvSpPr>
            <a:spLocks/>
          </p:cNvSpPr>
          <p:nvPr/>
        </p:nvSpPr>
        <p:spPr>
          <a:xfrm>
            <a:off x="4605611" y="5110451"/>
            <a:ext cx="191" cy="1819727"/>
          </a:xfrm>
          <a:custGeom>
            <a:avLst/>
            <a:gdLst/>
            <a:ahLst/>
            <a:cxnLst/>
            <a:rect l="0" t="0" r="0" b="0"/>
            <a:pathLst>
              <a:path w="191" h="1819727">
                <a:moveTo>
                  <a:pt x="0" y="181972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99DE27DB-B696-488C-B1C0-996A7F484E22}"/>
              </a:ext>
            </a:extLst>
          </p:cNvPr>
          <p:cNvSpPr>
            <a:spLocks/>
          </p:cNvSpPr>
          <p:nvPr/>
        </p:nvSpPr>
        <p:spPr>
          <a:xfrm>
            <a:off x="4858703" y="5110451"/>
            <a:ext cx="191" cy="1558141"/>
          </a:xfrm>
          <a:custGeom>
            <a:avLst/>
            <a:gdLst/>
            <a:ahLst/>
            <a:cxnLst/>
            <a:rect l="0" t="0" r="0" b="0"/>
            <a:pathLst>
              <a:path w="191" h="1558141">
                <a:moveTo>
                  <a:pt x="0" y="155814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9BD424C0-7D6A-4CDE-84C8-5BEAF1801E0B}"/>
              </a:ext>
            </a:extLst>
          </p:cNvPr>
          <p:cNvSpPr>
            <a:spLocks/>
          </p:cNvSpPr>
          <p:nvPr/>
        </p:nvSpPr>
        <p:spPr>
          <a:xfrm>
            <a:off x="5390197" y="5201438"/>
            <a:ext cx="191" cy="1728741"/>
          </a:xfrm>
          <a:custGeom>
            <a:avLst/>
            <a:gdLst/>
            <a:ahLst/>
            <a:cxnLst/>
            <a:rect l="0" t="0" r="0" b="0"/>
            <a:pathLst>
              <a:path w="191" h="1728741">
                <a:moveTo>
                  <a:pt x="0" y="172874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FD5D0150-531A-4D58-9587-BBC0FA3F2494}"/>
              </a:ext>
            </a:extLst>
          </p:cNvPr>
          <p:cNvSpPr>
            <a:spLocks/>
          </p:cNvSpPr>
          <p:nvPr/>
        </p:nvSpPr>
        <p:spPr>
          <a:xfrm>
            <a:off x="5643289" y="5110451"/>
            <a:ext cx="191" cy="1819727"/>
          </a:xfrm>
          <a:custGeom>
            <a:avLst/>
            <a:gdLst/>
            <a:ahLst/>
            <a:cxnLst/>
            <a:rect l="0" t="0" r="0" b="0"/>
            <a:pathLst>
              <a:path w="191" h="1819727">
                <a:moveTo>
                  <a:pt x="0" y="181972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43E265EF-C797-4951-BDC0-36A32FAAB21E}"/>
              </a:ext>
            </a:extLst>
          </p:cNvPr>
          <p:cNvSpPr>
            <a:spLocks/>
          </p:cNvSpPr>
          <p:nvPr/>
        </p:nvSpPr>
        <p:spPr>
          <a:xfrm>
            <a:off x="5896381" y="5110451"/>
            <a:ext cx="191" cy="1761958"/>
          </a:xfrm>
          <a:custGeom>
            <a:avLst/>
            <a:gdLst/>
            <a:ahLst/>
            <a:cxnLst/>
            <a:rect l="0" t="0" r="0" b="0"/>
            <a:pathLst>
              <a:path w="191" h="1761958">
                <a:moveTo>
                  <a:pt x="0" y="17619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266D3E9A-B389-4943-95CF-78BA16B56EDE}"/>
              </a:ext>
            </a:extLst>
          </p:cNvPr>
          <p:cNvSpPr>
            <a:spLocks/>
          </p:cNvSpPr>
          <p:nvPr/>
        </p:nvSpPr>
        <p:spPr>
          <a:xfrm>
            <a:off x="4317051" y="667179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21452176-27C3-4B52-858A-918BD1528AD0}"/>
              </a:ext>
            </a:extLst>
          </p:cNvPr>
          <p:cNvSpPr>
            <a:spLocks/>
          </p:cNvSpPr>
          <p:nvPr/>
        </p:nvSpPr>
        <p:spPr>
          <a:xfrm>
            <a:off x="4570143" y="598484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8D3AA154-1FE3-4CF3-80E0-9AD655B6048D}"/>
              </a:ext>
            </a:extLst>
          </p:cNvPr>
          <p:cNvSpPr>
            <a:spLocks/>
          </p:cNvSpPr>
          <p:nvPr/>
        </p:nvSpPr>
        <p:spPr>
          <a:xfrm>
            <a:off x="4823235" y="554188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167AA98F-D303-4194-A0C1-2CB78654DC44}"/>
              </a:ext>
            </a:extLst>
          </p:cNvPr>
          <p:cNvSpPr>
            <a:spLocks/>
          </p:cNvSpPr>
          <p:nvPr/>
        </p:nvSpPr>
        <p:spPr>
          <a:xfrm>
            <a:off x="5354728" y="6331461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81EC5E65-F173-4945-A1A2-1D870CA0649F}"/>
              </a:ext>
            </a:extLst>
          </p:cNvPr>
          <p:cNvSpPr>
            <a:spLocks/>
          </p:cNvSpPr>
          <p:nvPr/>
        </p:nvSpPr>
        <p:spPr>
          <a:xfrm>
            <a:off x="5607820" y="56815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ACF43F77-BE98-402D-9423-B93851229B51}"/>
              </a:ext>
            </a:extLst>
          </p:cNvPr>
          <p:cNvSpPr>
            <a:spLocks/>
          </p:cNvSpPr>
          <p:nvPr/>
        </p:nvSpPr>
        <p:spPr>
          <a:xfrm>
            <a:off x="5860912" y="507498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CF27AE7E-6476-432C-9807-AD3FA354DFE7}"/>
              </a:ext>
            </a:extLst>
          </p:cNvPr>
          <p:cNvSpPr>
            <a:spLocks/>
          </p:cNvSpPr>
          <p:nvPr/>
        </p:nvSpPr>
        <p:spPr>
          <a:xfrm>
            <a:off x="7278263" y="5001268"/>
            <a:ext cx="1872881" cy="1928911"/>
          </a:xfrm>
          <a:custGeom>
            <a:avLst/>
            <a:gdLst/>
            <a:ahLst/>
            <a:cxnLst/>
            <a:rect l="0" t="0" r="0" b="0"/>
            <a:pathLst>
              <a:path w="1872881" h="1928911">
                <a:moveTo>
                  <a:pt x="0" y="1928911"/>
                </a:moveTo>
                <a:lnTo>
                  <a:pt x="1872881" y="1928911"/>
                </a:lnTo>
                <a:lnTo>
                  <a:pt x="1872881" y="0"/>
                </a:lnTo>
                <a:lnTo>
                  <a:pt x="0" y="0"/>
                </a:lnTo>
                <a:lnTo>
                  <a:pt x="0" y="192891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75A3CF54-98D0-4CE0-962D-97185BE8C33C}"/>
              </a:ext>
            </a:extLst>
          </p:cNvPr>
          <p:cNvSpPr>
            <a:spLocks/>
          </p:cNvSpPr>
          <p:nvPr/>
        </p:nvSpPr>
        <p:spPr>
          <a:xfrm>
            <a:off x="7760121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698" name="text_2697">
            <a:extLst>
              <a:ext uri="{FF2B5EF4-FFF2-40B4-BE49-F238E27FC236}">
                <a16:creationId xmlns:a16="http://schemas.microsoft.com/office/drawing/2014/main" id="{69A74F0C-06C8-4F21-93E6-109469CFF29F}"/>
              </a:ext>
            </a:extLst>
          </p:cNvPr>
          <p:cNvSpPr>
            <a:spLocks/>
          </p:cNvSpPr>
          <p:nvPr/>
        </p:nvSpPr>
        <p:spPr>
          <a:xfrm>
            <a:off x="7663014" y="7022559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26A16524-C265-4BAF-B502-A6922F414628}"/>
              </a:ext>
            </a:extLst>
          </p:cNvPr>
          <p:cNvSpPr>
            <a:spLocks/>
          </p:cNvSpPr>
          <p:nvPr/>
        </p:nvSpPr>
        <p:spPr>
          <a:xfrm>
            <a:off x="8669286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0" name="text_2699">
            <a:extLst>
              <a:ext uri="{FF2B5EF4-FFF2-40B4-BE49-F238E27FC236}">
                <a16:creationId xmlns:a16="http://schemas.microsoft.com/office/drawing/2014/main" id="{C8EDDCBC-5274-4F06-8087-40504F253D00}"/>
              </a:ext>
            </a:extLst>
          </p:cNvPr>
          <p:cNvSpPr>
            <a:spLocks/>
          </p:cNvSpPr>
          <p:nvPr/>
        </p:nvSpPr>
        <p:spPr>
          <a:xfrm>
            <a:off x="8572179" y="7022559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701" name="text_2700">
            <a:extLst>
              <a:ext uri="{FF2B5EF4-FFF2-40B4-BE49-F238E27FC236}">
                <a16:creationId xmlns:a16="http://schemas.microsoft.com/office/drawing/2014/main" id="{15EFB389-4455-4696-94D3-179DA0D439F2}"/>
              </a:ext>
            </a:extLst>
          </p:cNvPr>
          <p:cNvSpPr>
            <a:spLocks/>
          </p:cNvSpPr>
          <p:nvPr/>
        </p:nvSpPr>
        <p:spPr>
          <a:xfrm>
            <a:off x="7431757" y="7202712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702" name="data_2701">
            <a:extLst>
              <a:ext uri="{FF2B5EF4-FFF2-40B4-BE49-F238E27FC236}">
                <a16:creationId xmlns:a16="http://schemas.microsoft.com/office/drawing/2014/main" id="{A7E9CB03-346A-4018-8B51-735D1FF26819}"/>
              </a:ext>
            </a:extLst>
          </p:cNvPr>
          <p:cNvSpPr>
            <a:spLocks/>
          </p:cNvSpPr>
          <p:nvPr/>
        </p:nvSpPr>
        <p:spPr>
          <a:xfrm>
            <a:off x="7233927" y="69301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8B551EE5-B5C2-40DD-9F5C-4CF6B9E3E119}"/>
              </a:ext>
            </a:extLst>
          </p:cNvPr>
          <p:cNvSpPr>
            <a:spLocks/>
          </p:cNvSpPr>
          <p:nvPr/>
        </p:nvSpPr>
        <p:spPr>
          <a:xfrm>
            <a:off x="7107119" y="6872729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8D28AC69-2C4C-4D88-9388-7C65726E6A9B}"/>
              </a:ext>
            </a:extLst>
          </p:cNvPr>
          <p:cNvSpPr>
            <a:spLocks/>
          </p:cNvSpPr>
          <p:nvPr/>
        </p:nvSpPr>
        <p:spPr>
          <a:xfrm>
            <a:off x="7233927" y="644795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5" name="text_2704">
            <a:extLst>
              <a:ext uri="{FF2B5EF4-FFF2-40B4-BE49-F238E27FC236}">
                <a16:creationId xmlns:a16="http://schemas.microsoft.com/office/drawing/2014/main" id="{778BA477-D6FE-4B7A-8B60-EAEB34157BB2}"/>
              </a:ext>
            </a:extLst>
          </p:cNvPr>
          <p:cNvSpPr>
            <a:spLocks/>
          </p:cNvSpPr>
          <p:nvPr/>
        </p:nvSpPr>
        <p:spPr>
          <a:xfrm>
            <a:off x="7042381" y="639050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F0CEDD12-9A5F-4F16-A105-E3E645485A64}"/>
              </a:ext>
            </a:extLst>
          </p:cNvPr>
          <p:cNvSpPr>
            <a:spLocks/>
          </p:cNvSpPr>
          <p:nvPr/>
        </p:nvSpPr>
        <p:spPr>
          <a:xfrm>
            <a:off x="7233927" y="596572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7" name="text_2706">
            <a:extLst>
              <a:ext uri="{FF2B5EF4-FFF2-40B4-BE49-F238E27FC236}">
                <a16:creationId xmlns:a16="http://schemas.microsoft.com/office/drawing/2014/main" id="{BF8018C8-4652-42F3-A109-E22BE57B6A30}"/>
              </a:ext>
            </a:extLst>
          </p:cNvPr>
          <p:cNvSpPr>
            <a:spLocks/>
          </p:cNvSpPr>
          <p:nvPr/>
        </p:nvSpPr>
        <p:spPr>
          <a:xfrm>
            <a:off x="7042381" y="5908273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FEE6C09A-7499-41B6-9FF6-394918E7AF5A}"/>
              </a:ext>
            </a:extLst>
          </p:cNvPr>
          <p:cNvSpPr>
            <a:spLocks/>
          </p:cNvSpPr>
          <p:nvPr/>
        </p:nvSpPr>
        <p:spPr>
          <a:xfrm>
            <a:off x="7233927" y="5483495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09" name="text_2708">
            <a:extLst>
              <a:ext uri="{FF2B5EF4-FFF2-40B4-BE49-F238E27FC236}">
                <a16:creationId xmlns:a16="http://schemas.microsoft.com/office/drawing/2014/main" id="{C2017243-BB99-451D-8990-6A7330CE36EA}"/>
              </a:ext>
            </a:extLst>
          </p:cNvPr>
          <p:cNvSpPr>
            <a:spLocks/>
          </p:cNvSpPr>
          <p:nvPr/>
        </p:nvSpPr>
        <p:spPr>
          <a:xfrm>
            <a:off x="7042381" y="5426046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E91E7B78-98EF-40B6-8303-396AA29C3456}"/>
              </a:ext>
            </a:extLst>
          </p:cNvPr>
          <p:cNvSpPr>
            <a:spLocks/>
          </p:cNvSpPr>
          <p:nvPr/>
        </p:nvSpPr>
        <p:spPr>
          <a:xfrm>
            <a:off x="7233927" y="500126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1" name="text_2710">
            <a:extLst>
              <a:ext uri="{FF2B5EF4-FFF2-40B4-BE49-F238E27FC236}">
                <a16:creationId xmlns:a16="http://schemas.microsoft.com/office/drawing/2014/main" id="{6FB1CB6A-CCE9-436F-8620-C47ABC68B3D5}"/>
              </a:ext>
            </a:extLst>
          </p:cNvPr>
          <p:cNvSpPr>
            <a:spLocks/>
          </p:cNvSpPr>
          <p:nvPr/>
        </p:nvSpPr>
        <p:spPr>
          <a:xfrm>
            <a:off x="6977643" y="494381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712" name="text_2711">
            <a:extLst>
              <a:ext uri="{FF2B5EF4-FFF2-40B4-BE49-F238E27FC236}">
                <a16:creationId xmlns:a16="http://schemas.microsoft.com/office/drawing/2014/main" id="{E746907D-C954-47E0-9B38-C8C9D246727E}"/>
              </a:ext>
            </a:extLst>
          </p:cNvPr>
          <p:cNvSpPr>
            <a:spLocks/>
          </p:cNvSpPr>
          <p:nvPr/>
        </p:nvSpPr>
        <p:spPr>
          <a:xfrm rot="-5400000">
            <a:off x="5993161" y="588148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F1556292-16DE-4BE2-B38D-E767CBFF2034}"/>
              </a:ext>
            </a:extLst>
          </p:cNvPr>
          <p:cNvSpPr>
            <a:spLocks/>
          </p:cNvSpPr>
          <p:nvPr/>
        </p:nvSpPr>
        <p:spPr>
          <a:xfrm>
            <a:off x="7453277" y="6031040"/>
            <a:ext cx="186379" cy="899138"/>
          </a:xfrm>
          <a:custGeom>
            <a:avLst/>
            <a:gdLst/>
            <a:ahLst/>
            <a:cxnLst/>
            <a:rect l="0" t="0" r="0" b="0"/>
            <a:pathLst>
              <a:path w="186379" h="899138">
                <a:moveTo>
                  <a:pt x="0" y="899138"/>
                </a:moveTo>
                <a:lnTo>
                  <a:pt x="186379" y="899138"/>
                </a:lnTo>
                <a:lnTo>
                  <a:pt x="186379" y="0"/>
                </a:lnTo>
                <a:lnTo>
                  <a:pt x="0" y="0"/>
                </a:lnTo>
                <a:lnTo>
                  <a:pt x="0" y="89913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AA513EB7-6411-4E09-983B-552560D57134}"/>
              </a:ext>
            </a:extLst>
          </p:cNvPr>
          <p:cNvSpPr>
            <a:spLocks/>
          </p:cNvSpPr>
          <p:nvPr/>
        </p:nvSpPr>
        <p:spPr>
          <a:xfrm>
            <a:off x="7666931" y="5776309"/>
            <a:ext cx="186379" cy="1153870"/>
          </a:xfrm>
          <a:custGeom>
            <a:avLst/>
            <a:gdLst/>
            <a:ahLst/>
            <a:cxnLst/>
            <a:rect l="0" t="0" r="0" b="0"/>
            <a:pathLst>
              <a:path w="186379" h="1153870">
                <a:moveTo>
                  <a:pt x="0" y="1153870"/>
                </a:moveTo>
                <a:lnTo>
                  <a:pt x="186379" y="1153870"/>
                </a:lnTo>
                <a:lnTo>
                  <a:pt x="186379" y="0"/>
                </a:lnTo>
                <a:lnTo>
                  <a:pt x="0" y="0"/>
                </a:lnTo>
                <a:lnTo>
                  <a:pt x="0" y="115387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11BC12B7-C29A-4DF5-B32D-63D712D98484}"/>
              </a:ext>
            </a:extLst>
          </p:cNvPr>
          <p:cNvSpPr>
            <a:spLocks/>
          </p:cNvSpPr>
          <p:nvPr/>
        </p:nvSpPr>
        <p:spPr>
          <a:xfrm>
            <a:off x="7880585" y="5569797"/>
            <a:ext cx="186379" cy="1360382"/>
          </a:xfrm>
          <a:custGeom>
            <a:avLst/>
            <a:gdLst/>
            <a:ahLst/>
            <a:cxnLst/>
            <a:rect l="0" t="0" r="0" b="0"/>
            <a:pathLst>
              <a:path w="186379" h="1360382">
                <a:moveTo>
                  <a:pt x="0" y="1360382"/>
                </a:moveTo>
                <a:lnTo>
                  <a:pt x="186379" y="1360382"/>
                </a:lnTo>
                <a:lnTo>
                  <a:pt x="186379" y="0"/>
                </a:lnTo>
                <a:lnTo>
                  <a:pt x="0" y="0"/>
                </a:lnTo>
                <a:lnTo>
                  <a:pt x="0" y="1360382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9FA97B3D-C63C-416D-ABAC-1C544AA2BAE0}"/>
              </a:ext>
            </a:extLst>
          </p:cNvPr>
          <p:cNvSpPr>
            <a:spLocks/>
          </p:cNvSpPr>
          <p:nvPr/>
        </p:nvSpPr>
        <p:spPr>
          <a:xfrm>
            <a:off x="8362443" y="5871470"/>
            <a:ext cx="186379" cy="1058708"/>
          </a:xfrm>
          <a:custGeom>
            <a:avLst/>
            <a:gdLst/>
            <a:ahLst/>
            <a:cxnLst/>
            <a:rect l="0" t="0" r="0" b="0"/>
            <a:pathLst>
              <a:path w="186379" h="1058708">
                <a:moveTo>
                  <a:pt x="0" y="1058708"/>
                </a:moveTo>
                <a:lnTo>
                  <a:pt x="186379" y="1058708"/>
                </a:lnTo>
                <a:lnTo>
                  <a:pt x="186379" y="0"/>
                </a:lnTo>
                <a:lnTo>
                  <a:pt x="0" y="0"/>
                </a:lnTo>
                <a:lnTo>
                  <a:pt x="0" y="105870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74F5D38D-86EA-4CE3-9E02-E5CBE8FE4BBE}"/>
              </a:ext>
            </a:extLst>
          </p:cNvPr>
          <p:cNvSpPr>
            <a:spLocks/>
          </p:cNvSpPr>
          <p:nvPr/>
        </p:nvSpPr>
        <p:spPr>
          <a:xfrm>
            <a:off x="8576097" y="5608708"/>
            <a:ext cx="186379" cy="1321470"/>
          </a:xfrm>
          <a:custGeom>
            <a:avLst/>
            <a:gdLst/>
            <a:ahLst/>
            <a:cxnLst/>
            <a:rect l="0" t="0" r="0" b="0"/>
            <a:pathLst>
              <a:path w="186379" h="1321470">
                <a:moveTo>
                  <a:pt x="0" y="1321470"/>
                </a:moveTo>
                <a:lnTo>
                  <a:pt x="186379" y="1321470"/>
                </a:lnTo>
                <a:lnTo>
                  <a:pt x="186379" y="0"/>
                </a:lnTo>
                <a:lnTo>
                  <a:pt x="0" y="0"/>
                </a:lnTo>
                <a:lnTo>
                  <a:pt x="0" y="132147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718" name="data_2717">
            <a:extLst>
              <a:ext uri="{FF2B5EF4-FFF2-40B4-BE49-F238E27FC236}">
                <a16:creationId xmlns:a16="http://schemas.microsoft.com/office/drawing/2014/main" id="{4E9FC6DC-C261-4202-B672-95E8A2FB0D80}"/>
              </a:ext>
            </a:extLst>
          </p:cNvPr>
          <p:cNvSpPr>
            <a:spLocks/>
          </p:cNvSpPr>
          <p:nvPr/>
        </p:nvSpPr>
        <p:spPr>
          <a:xfrm>
            <a:off x="8789750" y="5516273"/>
            <a:ext cx="186379" cy="1413905"/>
          </a:xfrm>
          <a:custGeom>
            <a:avLst/>
            <a:gdLst/>
            <a:ahLst/>
            <a:cxnLst/>
            <a:rect l="0" t="0" r="0" b="0"/>
            <a:pathLst>
              <a:path w="186379" h="1413905">
                <a:moveTo>
                  <a:pt x="0" y="1413905"/>
                </a:moveTo>
                <a:lnTo>
                  <a:pt x="186379" y="1413905"/>
                </a:lnTo>
                <a:lnTo>
                  <a:pt x="186379" y="0"/>
                </a:lnTo>
                <a:lnTo>
                  <a:pt x="0" y="0"/>
                </a:lnTo>
                <a:lnTo>
                  <a:pt x="0" y="1413905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516F104B-88DF-4D13-ABB6-C54AAF01360A}"/>
              </a:ext>
            </a:extLst>
          </p:cNvPr>
          <p:cNvSpPr>
            <a:spLocks/>
          </p:cNvSpPr>
          <p:nvPr/>
        </p:nvSpPr>
        <p:spPr>
          <a:xfrm>
            <a:off x="7278263" y="5001268"/>
            <a:ext cx="191" cy="1928911"/>
          </a:xfrm>
          <a:custGeom>
            <a:avLst/>
            <a:gdLst/>
            <a:ahLst/>
            <a:cxnLst/>
            <a:rect l="0" t="0" r="0" b="0"/>
            <a:pathLst>
              <a:path w="191" h="1928911">
                <a:moveTo>
                  <a:pt x="0" y="1928911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20" name="data_2719">
            <a:extLst>
              <a:ext uri="{FF2B5EF4-FFF2-40B4-BE49-F238E27FC236}">
                <a16:creationId xmlns:a16="http://schemas.microsoft.com/office/drawing/2014/main" id="{32C59637-E0FC-4A52-928D-9D5D694C47E5}"/>
              </a:ext>
            </a:extLst>
          </p:cNvPr>
          <p:cNvSpPr>
            <a:spLocks/>
          </p:cNvSpPr>
          <p:nvPr/>
        </p:nvSpPr>
        <p:spPr>
          <a:xfrm>
            <a:off x="7278263" y="6930178"/>
            <a:ext cx="1872881" cy="191"/>
          </a:xfrm>
          <a:custGeom>
            <a:avLst/>
            <a:gdLst/>
            <a:ahLst/>
            <a:cxnLst/>
            <a:rect l="0" t="0" r="0" b="0"/>
            <a:pathLst>
              <a:path w="1872881" h="191">
                <a:moveTo>
                  <a:pt x="0" y="0"/>
                </a:moveTo>
                <a:lnTo>
                  <a:pt x="1872881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21" name="data_2720">
            <a:extLst>
              <a:ext uri="{FF2B5EF4-FFF2-40B4-BE49-F238E27FC236}">
                <a16:creationId xmlns:a16="http://schemas.microsoft.com/office/drawing/2014/main" id="{CBD5C1FA-CC4A-4CE4-A68A-6E873A1EFF57}"/>
              </a:ext>
            </a:extLst>
          </p:cNvPr>
          <p:cNvSpPr>
            <a:spLocks/>
          </p:cNvSpPr>
          <p:nvPr/>
        </p:nvSpPr>
        <p:spPr>
          <a:xfrm>
            <a:off x="7546467" y="5867745"/>
            <a:ext cx="191" cy="322077"/>
          </a:xfrm>
          <a:custGeom>
            <a:avLst/>
            <a:gdLst/>
            <a:ahLst/>
            <a:cxnLst/>
            <a:rect l="0" t="0" r="0" b="0"/>
            <a:pathLst>
              <a:path w="191" h="322077">
                <a:moveTo>
                  <a:pt x="0" y="32207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2" name="data_2721">
            <a:extLst>
              <a:ext uri="{FF2B5EF4-FFF2-40B4-BE49-F238E27FC236}">
                <a16:creationId xmlns:a16="http://schemas.microsoft.com/office/drawing/2014/main" id="{B0488450-3479-4A47-B9AB-B3F0160FEAF8}"/>
              </a:ext>
            </a:extLst>
          </p:cNvPr>
          <p:cNvSpPr>
            <a:spLocks/>
          </p:cNvSpPr>
          <p:nvPr/>
        </p:nvSpPr>
        <p:spPr>
          <a:xfrm>
            <a:off x="7514646" y="6189822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3" name="data_2722">
            <a:extLst>
              <a:ext uri="{FF2B5EF4-FFF2-40B4-BE49-F238E27FC236}">
                <a16:creationId xmlns:a16="http://schemas.microsoft.com/office/drawing/2014/main" id="{FB94FA3A-9622-4DAE-9B88-6E966E044242}"/>
              </a:ext>
            </a:extLst>
          </p:cNvPr>
          <p:cNvSpPr>
            <a:spLocks/>
          </p:cNvSpPr>
          <p:nvPr/>
        </p:nvSpPr>
        <p:spPr>
          <a:xfrm>
            <a:off x="7514646" y="5867745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6FCF2001-DB84-49E2-A97A-E08408332A47}"/>
              </a:ext>
            </a:extLst>
          </p:cNvPr>
          <p:cNvSpPr>
            <a:spLocks/>
          </p:cNvSpPr>
          <p:nvPr/>
        </p:nvSpPr>
        <p:spPr>
          <a:xfrm>
            <a:off x="7400390" y="5248300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46.6</a:t>
            </a:r>
          </a:p>
        </p:txBody>
      </p:sp>
      <p:sp>
        <p:nvSpPr>
          <p:cNvPr id="2725" name="data_2724">
            <a:extLst>
              <a:ext uri="{FF2B5EF4-FFF2-40B4-BE49-F238E27FC236}">
                <a16:creationId xmlns:a16="http://schemas.microsoft.com/office/drawing/2014/main" id="{71AB07A2-0DC8-4D77-A33B-043E962442C4}"/>
              </a:ext>
            </a:extLst>
          </p:cNvPr>
          <p:cNvSpPr>
            <a:spLocks/>
          </p:cNvSpPr>
          <p:nvPr/>
        </p:nvSpPr>
        <p:spPr>
          <a:xfrm>
            <a:off x="7760121" y="5622735"/>
            <a:ext cx="191" cy="305898"/>
          </a:xfrm>
          <a:custGeom>
            <a:avLst/>
            <a:gdLst/>
            <a:ahLst/>
            <a:cxnLst/>
            <a:rect l="0" t="0" r="0" b="0"/>
            <a:pathLst>
              <a:path w="191" h="305898">
                <a:moveTo>
                  <a:pt x="0" y="3058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6" name="data_2725">
            <a:extLst>
              <a:ext uri="{FF2B5EF4-FFF2-40B4-BE49-F238E27FC236}">
                <a16:creationId xmlns:a16="http://schemas.microsoft.com/office/drawing/2014/main" id="{DEDD840D-8ACF-4E61-B51C-C1EB8659343F}"/>
              </a:ext>
            </a:extLst>
          </p:cNvPr>
          <p:cNvSpPr>
            <a:spLocks/>
          </p:cNvSpPr>
          <p:nvPr/>
        </p:nvSpPr>
        <p:spPr>
          <a:xfrm>
            <a:off x="7728300" y="5928633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7" name="data_2726">
            <a:extLst>
              <a:ext uri="{FF2B5EF4-FFF2-40B4-BE49-F238E27FC236}">
                <a16:creationId xmlns:a16="http://schemas.microsoft.com/office/drawing/2014/main" id="{3872D98B-9881-4FB3-87DC-E192E048F155}"/>
              </a:ext>
            </a:extLst>
          </p:cNvPr>
          <p:cNvSpPr>
            <a:spLocks/>
          </p:cNvSpPr>
          <p:nvPr/>
        </p:nvSpPr>
        <p:spPr>
          <a:xfrm>
            <a:off x="7728300" y="5622735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772D03C9-05C3-47EE-B6D3-0E390BB11B30}"/>
              </a:ext>
            </a:extLst>
          </p:cNvPr>
          <p:cNvSpPr>
            <a:spLocks/>
          </p:cNvSpPr>
          <p:nvPr/>
        </p:nvSpPr>
        <p:spPr>
          <a:xfrm>
            <a:off x="7659503" y="5248300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E61182DB-3134-4299-83F0-EF56F5D68235}"/>
              </a:ext>
            </a:extLst>
          </p:cNvPr>
          <p:cNvSpPr>
            <a:spLocks/>
          </p:cNvSpPr>
          <p:nvPr/>
        </p:nvSpPr>
        <p:spPr>
          <a:xfrm>
            <a:off x="7973775" y="5419872"/>
            <a:ext cx="191" cy="299120"/>
          </a:xfrm>
          <a:custGeom>
            <a:avLst/>
            <a:gdLst/>
            <a:ahLst/>
            <a:cxnLst/>
            <a:rect l="0" t="0" r="0" b="0"/>
            <a:pathLst>
              <a:path w="191" h="299120">
                <a:moveTo>
                  <a:pt x="0" y="29912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5FC91EFF-F87E-4624-8ED1-CEE9B1A93CB8}"/>
              </a:ext>
            </a:extLst>
          </p:cNvPr>
          <p:cNvSpPr>
            <a:spLocks/>
          </p:cNvSpPr>
          <p:nvPr/>
        </p:nvSpPr>
        <p:spPr>
          <a:xfrm>
            <a:off x="7941954" y="5718993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1" name="data_2730">
            <a:extLst>
              <a:ext uri="{FF2B5EF4-FFF2-40B4-BE49-F238E27FC236}">
                <a16:creationId xmlns:a16="http://schemas.microsoft.com/office/drawing/2014/main" id="{3E79320F-99BA-41EE-BE5C-72F08747F826}"/>
              </a:ext>
            </a:extLst>
          </p:cNvPr>
          <p:cNvSpPr>
            <a:spLocks/>
          </p:cNvSpPr>
          <p:nvPr/>
        </p:nvSpPr>
        <p:spPr>
          <a:xfrm>
            <a:off x="7941954" y="5419872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2" name="text_2731">
            <a:extLst>
              <a:ext uri="{FF2B5EF4-FFF2-40B4-BE49-F238E27FC236}">
                <a16:creationId xmlns:a16="http://schemas.microsoft.com/office/drawing/2014/main" id="{82DA8B6C-FAB7-443B-B5A1-629BA86A8556}"/>
              </a:ext>
            </a:extLst>
          </p:cNvPr>
          <p:cNvSpPr>
            <a:spLocks/>
          </p:cNvSpPr>
          <p:nvPr/>
        </p:nvSpPr>
        <p:spPr>
          <a:xfrm>
            <a:off x="7918615" y="5248300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6DCC73E1-BCD4-4943-8FBD-74FA8580F4B8}"/>
              </a:ext>
            </a:extLst>
          </p:cNvPr>
          <p:cNvSpPr>
            <a:spLocks/>
          </p:cNvSpPr>
          <p:nvPr/>
        </p:nvSpPr>
        <p:spPr>
          <a:xfrm>
            <a:off x="8455632" y="5706540"/>
            <a:ext cx="191" cy="332319"/>
          </a:xfrm>
          <a:custGeom>
            <a:avLst/>
            <a:gdLst/>
            <a:ahLst/>
            <a:cxnLst/>
            <a:rect l="0" t="0" r="0" b="0"/>
            <a:pathLst>
              <a:path w="191" h="332319">
                <a:moveTo>
                  <a:pt x="0" y="33231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4" name="data_2733">
            <a:extLst>
              <a:ext uri="{FF2B5EF4-FFF2-40B4-BE49-F238E27FC236}">
                <a16:creationId xmlns:a16="http://schemas.microsoft.com/office/drawing/2014/main" id="{09BD2145-8819-4D78-AEEF-887DA58A2E33}"/>
              </a:ext>
            </a:extLst>
          </p:cNvPr>
          <p:cNvSpPr>
            <a:spLocks/>
          </p:cNvSpPr>
          <p:nvPr/>
        </p:nvSpPr>
        <p:spPr>
          <a:xfrm>
            <a:off x="8423811" y="6038858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8D719E4B-6924-4355-8343-F51A094AB826}"/>
              </a:ext>
            </a:extLst>
          </p:cNvPr>
          <p:cNvSpPr>
            <a:spLocks/>
          </p:cNvSpPr>
          <p:nvPr/>
        </p:nvSpPr>
        <p:spPr>
          <a:xfrm>
            <a:off x="8423811" y="5706540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6" name="text_2735">
            <a:extLst>
              <a:ext uri="{FF2B5EF4-FFF2-40B4-BE49-F238E27FC236}">
                <a16:creationId xmlns:a16="http://schemas.microsoft.com/office/drawing/2014/main" id="{995FC0FC-7F00-49E0-834A-F9B1851CA044}"/>
              </a:ext>
            </a:extLst>
          </p:cNvPr>
          <p:cNvSpPr>
            <a:spLocks/>
          </p:cNvSpPr>
          <p:nvPr/>
        </p:nvSpPr>
        <p:spPr>
          <a:xfrm>
            <a:off x="8309556" y="5200396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54.9</a:t>
            </a:r>
          </a:p>
        </p:txBody>
      </p:sp>
      <p:sp>
        <p:nvSpPr>
          <p:cNvPr id="2737" name="data_2736">
            <a:extLst>
              <a:ext uri="{FF2B5EF4-FFF2-40B4-BE49-F238E27FC236}">
                <a16:creationId xmlns:a16="http://schemas.microsoft.com/office/drawing/2014/main" id="{367359D3-7A00-408B-BC62-1781407DAC01}"/>
              </a:ext>
            </a:extLst>
          </p:cNvPr>
          <p:cNvSpPr>
            <a:spLocks/>
          </p:cNvSpPr>
          <p:nvPr/>
        </p:nvSpPr>
        <p:spPr>
          <a:xfrm>
            <a:off x="8669286" y="5461458"/>
            <a:ext cx="191" cy="298813"/>
          </a:xfrm>
          <a:custGeom>
            <a:avLst/>
            <a:gdLst/>
            <a:ahLst/>
            <a:cxnLst/>
            <a:rect l="0" t="0" r="0" b="0"/>
            <a:pathLst>
              <a:path w="191" h="298813">
                <a:moveTo>
                  <a:pt x="0" y="29881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8" name="data_2737">
            <a:extLst>
              <a:ext uri="{FF2B5EF4-FFF2-40B4-BE49-F238E27FC236}">
                <a16:creationId xmlns:a16="http://schemas.microsoft.com/office/drawing/2014/main" id="{64766184-9A8E-41C7-9833-8D455259DB8F}"/>
              </a:ext>
            </a:extLst>
          </p:cNvPr>
          <p:cNvSpPr>
            <a:spLocks/>
          </p:cNvSpPr>
          <p:nvPr/>
        </p:nvSpPr>
        <p:spPr>
          <a:xfrm>
            <a:off x="8637465" y="5760271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80A2D821-5324-41F2-98C4-E93EC26AF08A}"/>
              </a:ext>
            </a:extLst>
          </p:cNvPr>
          <p:cNvSpPr>
            <a:spLocks/>
          </p:cNvSpPr>
          <p:nvPr/>
        </p:nvSpPr>
        <p:spPr>
          <a:xfrm>
            <a:off x="8637465" y="5461458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40" name="text_2739">
            <a:extLst>
              <a:ext uri="{FF2B5EF4-FFF2-40B4-BE49-F238E27FC236}">
                <a16:creationId xmlns:a16="http://schemas.microsoft.com/office/drawing/2014/main" id="{C74D4E42-A8F7-41E3-BADC-D4230BF91396}"/>
              </a:ext>
            </a:extLst>
          </p:cNvPr>
          <p:cNvSpPr>
            <a:spLocks/>
          </p:cNvSpPr>
          <p:nvPr/>
        </p:nvSpPr>
        <p:spPr>
          <a:xfrm>
            <a:off x="8568668" y="5200396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FD062C54-4D7B-4DE6-86DD-BC86E73F47B2}"/>
              </a:ext>
            </a:extLst>
          </p:cNvPr>
          <p:cNvSpPr>
            <a:spLocks/>
          </p:cNvSpPr>
          <p:nvPr/>
        </p:nvSpPr>
        <p:spPr>
          <a:xfrm>
            <a:off x="8882940" y="5371968"/>
            <a:ext cx="191" cy="291378"/>
          </a:xfrm>
          <a:custGeom>
            <a:avLst/>
            <a:gdLst/>
            <a:ahLst/>
            <a:cxnLst/>
            <a:rect l="0" t="0" r="0" b="0"/>
            <a:pathLst>
              <a:path w="191" h="291378">
                <a:moveTo>
                  <a:pt x="0" y="29137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220227F5-0FAC-48BE-98E7-5AB035E2D099}"/>
              </a:ext>
            </a:extLst>
          </p:cNvPr>
          <p:cNvSpPr>
            <a:spLocks/>
          </p:cNvSpPr>
          <p:nvPr/>
        </p:nvSpPr>
        <p:spPr>
          <a:xfrm>
            <a:off x="8851119" y="5663345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A69C70C0-61CB-4E1D-8B4D-490698663EF0}"/>
              </a:ext>
            </a:extLst>
          </p:cNvPr>
          <p:cNvSpPr>
            <a:spLocks/>
          </p:cNvSpPr>
          <p:nvPr/>
        </p:nvSpPr>
        <p:spPr>
          <a:xfrm>
            <a:off x="8851119" y="5371968"/>
            <a:ext cx="63642" cy="191"/>
          </a:xfrm>
          <a:custGeom>
            <a:avLst/>
            <a:gdLst/>
            <a:ahLst/>
            <a:cxnLst/>
            <a:rect l="0" t="0" r="0" b="0"/>
            <a:pathLst>
              <a:path w="63642" h="191">
                <a:moveTo>
                  <a:pt x="0" y="0"/>
                </a:moveTo>
                <a:lnTo>
                  <a:pt x="63642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2744" name="text_2743">
            <a:extLst>
              <a:ext uri="{FF2B5EF4-FFF2-40B4-BE49-F238E27FC236}">
                <a16:creationId xmlns:a16="http://schemas.microsoft.com/office/drawing/2014/main" id="{1FE73365-7485-4509-B8D5-1091353848AA}"/>
              </a:ext>
            </a:extLst>
          </p:cNvPr>
          <p:cNvSpPr>
            <a:spLocks/>
          </p:cNvSpPr>
          <p:nvPr/>
        </p:nvSpPr>
        <p:spPr>
          <a:xfrm>
            <a:off x="8827780" y="5200396"/>
            <a:ext cx="210103" cy="141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89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89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2745" name="text_2744">
            <a:extLst>
              <a:ext uri="{FF2B5EF4-FFF2-40B4-BE49-F238E27FC236}">
                <a16:creationId xmlns:a16="http://schemas.microsoft.com/office/drawing/2014/main" id="{1D962049-6006-482E-B502-418501369454}"/>
              </a:ext>
            </a:extLst>
          </p:cNvPr>
          <p:cNvSpPr>
            <a:spLocks/>
          </p:cNvSpPr>
          <p:nvPr/>
        </p:nvSpPr>
        <p:spPr>
          <a:xfrm>
            <a:off x="6799433" y="4687867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2746" name="text_2745">
            <a:extLst>
              <a:ext uri="{FF2B5EF4-FFF2-40B4-BE49-F238E27FC236}">
                <a16:creationId xmlns:a16="http://schemas.microsoft.com/office/drawing/2014/main" id="{955528FF-967F-4CA1-8432-AC4B32210969}"/>
              </a:ext>
            </a:extLst>
          </p:cNvPr>
          <p:cNvSpPr>
            <a:spLocks/>
          </p:cNvSpPr>
          <p:nvPr/>
        </p:nvSpPr>
        <p:spPr>
          <a:xfrm>
            <a:off x="7278263" y="471044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64611526-55BC-41B7-9BA2-93D9E7454183}"/>
              </a:ext>
            </a:extLst>
          </p:cNvPr>
          <p:cNvSpPr>
            <a:spLocks/>
          </p:cNvSpPr>
          <p:nvPr/>
        </p:nvSpPr>
        <p:spPr>
          <a:xfrm>
            <a:off x="2982516" y="95061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748" name="text_2747">
            <a:extLst>
              <a:ext uri="{FF2B5EF4-FFF2-40B4-BE49-F238E27FC236}">
                <a16:creationId xmlns:a16="http://schemas.microsoft.com/office/drawing/2014/main" id="{F422DD06-AF9F-4404-AD8F-2259AAA7E5FB}"/>
              </a:ext>
            </a:extLst>
          </p:cNvPr>
          <p:cNvSpPr>
            <a:spLocks/>
          </p:cNvSpPr>
          <p:nvPr/>
        </p:nvSpPr>
        <p:spPr>
          <a:xfrm>
            <a:off x="3252080" y="93848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A82B3391-0073-44E1-92A3-E7C809063CAC}"/>
              </a:ext>
            </a:extLst>
          </p:cNvPr>
          <p:cNvSpPr>
            <a:spLocks/>
          </p:cNvSpPr>
          <p:nvPr/>
        </p:nvSpPr>
        <p:spPr>
          <a:xfrm>
            <a:off x="4192119" y="95061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750" name="text_2749">
            <a:extLst>
              <a:ext uri="{FF2B5EF4-FFF2-40B4-BE49-F238E27FC236}">
                <a16:creationId xmlns:a16="http://schemas.microsoft.com/office/drawing/2014/main" id="{141ABE0D-CFED-468C-9987-F58C724B4428}"/>
              </a:ext>
            </a:extLst>
          </p:cNvPr>
          <p:cNvSpPr>
            <a:spLocks/>
          </p:cNvSpPr>
          <p:nvPr/>
        </p:nvSpPr>
        <p:spPr>
          <a:xfrm>
            <a:off x="4461682" y="9384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2A9F9B68-0D67-432F-A5F7-F622B8D12A16}"/>
              </a:ext>
            </a:extLst>
          </p:cNvPr>
          <p:cNvSpPr>
            <a:spLocks/>
          </p:cNvSpPr>
          <p:nvPr/>
        </p:nvSpPr>
        <p:spPr>
          <a:xfrm>
            <a:off x="5844184" y="95061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752" name="text_2751">
            <a:extLst>
              <a:ext uri="{FF2B5EF4-FFF2-40B4-BE49-F238E27FC236}">
                <a16:creationId xmlns:a16="http://schemas.microsoft.com/office/drawing/2014/main" id="{381B64B5-C260-412C-B4DF-B9197DFBB5DB}"/>
              </a:ext>
            </a:extLst>
          </p:cNvPr>
          <p:cNvSpPr>
            <a:spLocks/>
          </p:cNvSpPr>
          <p:nvPr/>
        </p:nvSpPr>
        <p:spPr>
          <a:xfrm>
            <a:off x="6113748" y="93848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143575589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5" name="data_2752">
            <a:extLst>
              <a:ext uri="{FF2B5EF4-FFF2-40B4-BE49-F238E27FC236}">
                <a16:creationId xmlns:a16="http://schemas.microsoft.com/office/drawing/2014/main" id="{7F15F806-3FE7-4FE0-A3AB-5283E9D8FEAA}"/>
              </a:ext>
            </a:extLst>
          </p:cNvPr>
          <p:cNvSpPr>
            <a:spLocks/>
          </p:cNvSpPr>
          <p:nvPr/>
        </p:nvSpPr>
        <p:spPr>
          <a:xfrm>
            <a:off x="238125" y="680508"/>
            <a:ext cx="9048750" cy="7440083"/>
          </a:xfrm>
          <a:custGeom>
            <a:avLst/>
            <a:gdLst/>
            <a:ahLst/>
            <a:cxnLst/>
            <a:rect l="0" t="0" r="0" b="0"/>
            <a:pathLst>
              <a:path w="9048750" h="7440083">
                <a:moveTo>
                  <a:pt x="0" y="7440083"/>
                </a:moveTo>
                <a:lnTo>
                  <a:pt x="9048750" y="7440083"/>
                </a:lnTo>
                <a:lnTo>
                  <a:pt x="9048750" y="0"/>
                </a:lnTo>
                <a:lnTo>
                  <a:pt x="0" y="0"/>
                </a:lnTo>
                <a:lnTo>
                  <a:pt x="0" y="744008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2753">
            <a:extLst>
              <a:ext uri="{FF2B5EF4-FFF2-40B4-BE49-F238E27FC236}">
                <a16:creationId xmlns:a16="http://schemas.microsoft.com/office/drawing/2014/main" id="{89F3BFD6-6838-4EF3-B082-BAF6B1E1AF7C}"/>
              </a:ext>
            </a:extLst>
          </p:cNvPr>
          <p:cNvSpPr>
            <a:spLocks/>
          </p:cNvSpPr>
          <p:nvPr/>
        </p:nvSpPr>
        <p:spPr>
          <a:xfrm>
            <a:off x="1097756" y="1722120"/>
            <a:ext cx="3426973" cy="1928910"/>
          </a:xfrm>
          <a:custGeom>
            <a:avLst/>
            <a:gdLst/>
            <a:ahLst/>
            <a:cxnLst/>
            <a:rect l="0" t="0" r="0" b="0"/>
            <a:pathLst>
              <a:path w="3426973" h="1928910">
                <a:moveTo>
                  <a:pt x="0" y="1928910"/>
                </a:moveTo>
                <a:lnTo>
                  <a:pt x="3426973" y="1928910"/>
                </a:lnTo>
                <a:lnTo>
                  <a:pt x="3426973" y="0"/>
                </a:lnTo>
                <a:lnTo>
                  <a:pt x="0" y="0"/>
                </a:lnTo>
                <a:lnTo>
                  <a:pt x="0" y="192891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754">
            <a:extLst>
              <a:ext uri="{FF2B5EF4-FFF2-40B4-BE49-F238E27FC236}">
                <a16:creationId xmlns:a16="http://schemas.microsoft.com/office/drawing/2014/main" id="{8962F2DF-330C-4DC2-A570-80262D758013}"/>
              </a:ext>
            </a:extLst>
          </p:cNvPr>
          <p:cNvSpPr>
            <a:spLocks/>
          </p:cNvSpPr>
          <p:nvPr/>
        </p:nvSpPr>
        <p:spPr>
          <a:xfrm>
            <a:off x="1668918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2755">
            <a:extLst>
              <a:ext uri="{FF2B5EF4-FFF2-40B4-BE49-F238E27FC236}">
                <a16:creationId xmlns:a16="http://schemas.microsoft.com/office/drawing/2014/main" id="{E7317F0A-8E96-4C9A-B130-734D3B34144C}"/>
              </a:ext>
            </a:extLst>
          </p:cNvPr>
          <p:cNvSpPr>
            <a:spLocks/>
          </p:cNvSpPr>
          <p:nvPr/>
        </p:nvSpPr>
        <p:spPr>
          <a:xfrm>
            <a:off x="1429643" y="3787747"/>
            <a:ext cx="48744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</a:t>
            </a:r>
          </a:p>
        </p:txBody>
      </p:sp>
      <p:sp>
        <p:nvSpPr>
          <p:cNvPr id="5" name="text_2756">
            <a:extLst>
              <a:ext uri="{FF2B5EF4-FFF2-40B4-BE49-F238E27FC236}">
                <a16:creationId xmlns:a16="http://schemas.microsoft.com/office/drawing/2014/main" id="{39023233-765D-47F6-950B-C5C90BEE3E74}"/>
              </a:ext>
            </a:extLst>
          </p:cNvPr>
          <p:cNvSpPr>
            <a:spLocks/>
          </p:cNvSpPr>
          <p:nvPr/>
        </p:nvSpPr>
        <p:spPr>
          <a:xfrm>
            <a:off x="1556224" y="3914669"/>
            <a:ext cx="23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Dice</a:t>
            </a:r>
          </a:p>
        </p:txBody>
      </p:sp>
      <p:sp>
        <p:nvSpPr>
          <p:cNvPr id="6" name="data_2757">
            <a:extLst>
              <a:ext uri="{FF2B5EF4-FFF2-40B4-BE49-F238E27FC236}">
                <a16:creationId xmlns:a16="http://schemas.microsoft.com/office/drawing/2014/main" id="{2E42E438-B5DB-4125-8CF9-7FA77A589EE0}"/>
              </a:ext>
            </a:extLst>
          </p:cNvPr>
          <p:cNvSpPr>
            <a:spLocks/>
          </p:cNvSpPr>
          <p:nvPr/>
        </p:nvSpPr>
        <p:spPr>
          <a:xfrm>
            <a:off x="2811243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2758">
            <a:extLst>
              <a:ext uri="{FF2B5EF4-FFF2-40B4-BE49-F238E27FC236}">
                <a16:creationId xmlns:a16="http://schemas.microsoft.com/office/drawing/2014/main" id="{39A46178-CA72-46F2-BA51-31ED8C5EEDDF}"/>
              </a:ext>
            </a:extLst>
          </p:cNvPr>
          <p:cNvSpPr>
            <a:spLocks/>
          </p:cNvSpPr>
          <p:nvPr/>
        </p:nvSpPr>
        <p:spPr>
          <a:xfrm>
            <a:off x="2451143" y="37877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2759">
            <a:extLst>
              <a:ext uri="{FF2B5EF4-FFF2-40B4-BE49-F238E27FC236}">
                <a16:creationId xmlns:a16="http://schemas.microsoft.com/office/drawing/2014/main" id="{B4F474C1-6A47-4984-9D3E-50CFB1B9DC67}"/>
              </a:ext>
            </a:extLst>
          </p:cNvPr>
          <p:cNvSpPr>
            <a:spLocks/>
          </p:cNvSpPr>
          <p:nvPr/>
        </p:nvSpPr>
        <p:spPr>
          <a:xfrm>
            <a:off x="2519476" y="3913456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9" name="text_2760">
            <a:extLst>
              <a:ext uri="{FF2B5EF4-FFF2-40B4-BE49-F238E27FC236}">
                <a16:creationId xmlns:a16="http://schemas.microsoft.com/office/drawing/2014/main" id="{523D6883-2295-4020-B01B-34349963F754}"/>
              </a:ext>
            </a:extLst>
          </p:cNvPr>
          <p:cNvSpPr>
            <a:spLocks/>
          </p:cNvSpPr>
          <p:nvPr/>
        </p:nvSpPr>
        <p:spPr>
          <a:xfrm>
            <a:off x="2596342" y="391345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10" name="text_2761">
            <a:extLst>
              <a:ext uri="{FF2B5EF4-FFF2-40B4-BE49-F238E27FC236}">
                <a16:creationId xmlns:a16="http://schemas.microsoft.com/office/drawing/2014/main" id="{B8936FD9-68CA-4341-8F09-7EF1D72A76DD}"/>
              </a:ext>
            </a:extLst>
          </p:cNvPr>
          <p:cNvSpPr>
            <a:spLocks/>
          </p:cNvSpPr>
          <p:nvPr/>
        </p:nvSpPr>
        <p:spPr>
          <a:xfrm>
            <a:off x="2684908" y="3913456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1" name="text_2762">
            <a:extLst>
              <a:ext uri="{FF2B5EF4-FFF2-40B4-BE49-F238E27FC236}">
                <a16:creationId xmlns:a16="http://schemas.microsoft.com/office/drawing/2014/main" id="{30BAD510-2FB8-49E8-92AD-7F0472619A4D}"/>
              </a:ext>
            </a:extLst>
          </p:cNvPr>
          <p:cNvSpPr>
            <a:spLocks/>
          </p:cNvSpPr>
          <p:nvPr/>
        </p:nvSpPr>
        <p:spPr>
          <a:xfrm>
            <a:off x="2772106" y="391345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12" name="text_2763">
            <a:extLst>
              <a:ext uri="{FF2B5EF4-FFF2-40B4-BE49-F238E27FC236}">
                <a16:creationId xmlns:a16="http://schemas.microsoft.com/office/drawing/2014/main" id="{5D2C0D31-CF94-4BC2-BE16-6FD9D96CDD7C}"/>
              </a:ext>
            </a:extLst>
          </p:cNvPr>
          <p:cNvSpPr>
            <a:spLocks/>
          </p:cNvSpPr>
          <p:nvPr/>
        </p:nvSpPr>
        <p:spPr>
          <a:xfrm>
            <a:off x="2865402" y="391345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3" name="text_2764">
            <a:extLst>
              <a:ext uri="{FF2B5EF4-FFF2-40B4-BE49-F238E27FC236}">
                <a16:creationId xmlns:a16="http://schemas.microsoft.com/office/drawing/2014/main" id="{3EEB4316-FE8E-4686-880D-5E123BA093B7}"/>
              </a:ext>
            </a:extLst>
          </p:cNvPr>
          <p:cNvSpPr>
            <a:spLocks/>
          </p:cNvSpPr>
          <p:nvPr/>
        </p:nvSpPr>
        <p:spPr>
          <a:xfrm>
            <a:off x="2955627" y="3964667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" name="text_2765">
            <a:extLst>
              <a:ext uri="{FF2B5EF4-FFF2-40B4-BE49-F238E27FC236}">
                <a16:creationId xmlns:a16="http://schemas.microsoft.com/office/drawing/2014/main" id="{118DA7CB-9E84-4ADF-B363-68251360698E}"/>
              </a:ext>
            </a:extLst>
          </p:cNvPr>
          <p:cNvSpPr>
            <a:spLocks/>
          </p:cNvSpPr>
          <p:nvPr/>
        </p:nvSpPr>
        <p:spPr>
          <a:xfrm>
            <a:off x="3012395" y="3964667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5" name="text_2766">
            <a:extLst>
              <a:ext uri="{FF2B5EF4-FFF2-40B4-BE49-F238E27FC236}">
                <a16:creationId xmlns:a16="http://schemas.microsoft.com/office/drawing/2014/main" id="{36F22ECE-C567-4649-98DC-791DE82BA9B6}"/>
              </a:ext>
            </a:extLst>
          </p:cNvPr>
          <p:cNvSpPr>
            <a:spLocks/>
          </p:cNvSpPr>
          <p:nvPr/>
        </p:nvSpPr>
        <p:spPr>
          <a:xfrm>
            <a:off x="3040758" y="3964667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data_2767">
            <a:extLst>
              <a:ext uri="{FF2B5EF4-FFF2-40B4-BE49-F238E27FC236}">
                <a16:creationId xmlns:a16="http://schemas.microsoft.com/office/drawing/2014/main" id="{8906094F-5BB0-4E81-A396-6D1A73E5881E}"/>
              </a:ext>
            </a:extLst>
          </p:cNvPr>
          <p:cNvSpPr>
            <a:spLocks/>
          </p:cNvSpPr>
          <p:nvPr/>
        </p:nvSpPr>
        <p:spPr>
          <a:xfrm>
            <a:off x="3953567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2768">
            <a:extLst>
              <a:ext uri="{FF2B5EF4-FFF2-40B4-BE49-F238E27FC236}">
                <a16:creationId xmlns:a16="http://schemas.microsoft.com/office/drawing/2014/main" id="{14D7F17A-DB76-4D2B-AAC0-13C876C591EB}"/>
              </a:ext>
            </a:extLst>
          </p:cNvPr>
          <p:cNvSpPr>
            <a:spLocks/>
          </p:cNvSpPr>
          <p:nvPr/>
        </p:nvSpPr>
        <p:spPr>
          <a:xfrm>
            <a:off x="3593468" y="37877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8" name="text_2769">
            <a:extLst>
              <a:ext uri="{FF2B5EF4-FFF2-40B4-BE49-F238E27FC236}">
                <a16:creationId xmlns:a16="http://schemas.microsoft.com/office/drawing/2014/main" id="{87037313-0D43-4A35-B739-133DB84F0631}"/>
              </a:ext>
            </a:extLst>
          </p:cNvPr>
          <p:cNvSpPr>
            <a:spLocks/>
          </p:cNvSpPr>
          <p:nvPr/>
        </p:nvSpPr>
        <p:spPr>
          <a:xfrm>
            <a:off x="3661801" y="3913456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9" name="text_2770">
            <a:extLst>
              <a:ext uri="{FF2B5EF4-FFF2-40B4-BE49-F238E27FC236}">
                <a16:creationId xmlns:a16="http://schemas.microsoft.com/office/drawing/2014/main" id="{8461F515-7FC4-4B01-B82C-94D5D0014743}"/>
              </a:ext>
            </a:extLst>
          </p:cNvPr>
          <p:cNvSpPr>
            <a:spLocks/>
          </p:cNvSpPr>
          <p:nvPr/>
        </p:nvSpPr>
        <p:spPr>
          <a:xfrm>
            <a:off x="3738666" y="391345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20" name="text_2771">
            <a:extLst>
              <a:ext uri="{FF2B5EF4-FFF2-40B4-BE49-F238E27FC236}">
                <a16:creationId xmlns:a16="http://schemas.microsoft.com/office/drawing/2014/main" id="{98774DF0-9240-4299-9561-09A44589711D}"/>
              </a:ext>
            </a:extLst>
          </p:cNvPr>
          <p:cNvSpPr>
            <a:spLocks/>
          </p:cNvSpPr>
          <p:nvPr/>
        </p:nvSpPr>
        <p:spPr>
          <a:xfrm>
            <a:off x="3827233" y="3913456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21" name="text_2772">
            <a:extLst>
              <a:ext uri="{FF2B5EF4-FFF2-40B4-BE49-F238E27FC236}">
                <a16:creationId xmlns:a16="http://schemas.microsoft.com/office/drawing/2014/main" id="{2A575E3D-C221-43E5-8FCC-A744AEC05217}"/>
              </a:ext>
            </a:extLst>
          </p:cNvPr>
          <p:cNvSpPr>
            <a:spLocks/>
          </p:cNvSpPr>
          <p:nvPr/>
        </p:nvSpPr>
        <p:spPr>
          <a:xfrm>
            <a:off x="3914430" y="391345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22" name="text_2773">
            <a:extLst>
              <a:ext uri="{FF2B5EF4-FFF2-40B4-BE49-F238E27FC236}">
                <a16:creationId xmlns:a16="http://schemas.microsoft.com/office/drawing/2014/main" id="{6B74154D-D458-45EB-8412-B4D8BA625211}"/>
              </a:ext>
            </a:extLst>
          </p:cNvPr>
          <p:cNvSpPr>
            <a:spLocks/>
          </p:cNvSpPr>
          <p:nvPr/>
        </p:nvSpPr>
        <p:spPr>
          <a:xfrm>
            <a:off x="4007727" y="3913456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text_2774">
            <a:extLst>
              <a:ext uri="{FF2B5EF4-FFF2-40B4-BE49-F238E27FC236}">
                <a16:creationId xmlns:a16="http://schemas.microsoft.com/office/drawing/2014/main" id="{EBE6339F-FB72-4F7D-B2FA-F0E5BA97FCEA}"/>
              </a:ext>
            </a:extLst>
          </p:cNvPr>
          <p:cNvSpPr>
            <a:spLocks/>
          </p:cNvSpPr>
          <p:nvPr/>
        </p:nvSpPr>
        <p:spPr>
          <a:xfrm>
            <a:off x="4097951" y="3964667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text_2775">
            <a:extLst>
              <a:ext uri="{FF2B5EF4-FFF2-40B4-BE49-F238E27FC236}">
                <a16:creationId xmlns:a16="http://schemas.microsoft.com/office/drawing/2014/main" id="{8EC4E751-CB6E-4C3B-9B8A-6C05C947B0E2}"/>
              </a:ext>
            </a:extLst>
          </p:cNvPr>
          <p:cNvSpPr>
            <a:spLocks/>
          </p:cNvSpPr>
          <p:nvPr/>
        </p:nvSpPr>
        <p:spPr>
          <a:xfrm>
            <a:off x="4154720" y="3964667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5" name="text_2776">
            <a:extLst>
              <a:ext uri="{FF2B5EF4-FFF2-40B4-BE49-F238E27FC236}">
                <a16:creationId xmlns:a16="http://schemas.microsoft.com/office/drawing/2014/main" id="{1AA3E58D-3A57-40D8-A2CE-4E5287F0AAD8}"/>
              </a:ext>
            </a:extLst>
          </p:cNvPr>
          <p:cNvSpPr>
            <a:spLocks/>
          </p:cNvSpPr>
          <p:nvPr/>
        </p:nvSpPr>
        <p:spPr>
          <a:xfrm>
            <a:off x="4183082" y="3964667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data_2777">
            <a:extLst>
              <a:ext uri="{FF2B5EF4-FFF2-40B4-BE49-F238E27FC236}">
                <a16:creationId xmlns:a16="http://schemas.microsoft.com/office/drawing/2014/main" id="{E5C79254-A4DA-4BDA-80BE-29D0DEA4C38B}"/>
              </a:ext>
            </a:extLst>
          </p:cNvPr>
          <p:cNvSpPr>
            <a:spLocks/>
          </p:cNvSpPr>
          <p:nvPr/>
        </p:nvSpPr>
        <p:spPr>
          <a:xfrm>
            <a:off x="1097756" y="3651030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" name="data_2778">
            <a:extLst>
              <a:ext uri="{FF2B5EF4-FFF2-40B4-BE49-F238E27FC236}">
                <a16:creationId xmlns:a16="http://schemas.microsoft.com/office/drawing/2014/main" id="{7A1F7509-FA82-4DBD-B436-C0118CB2771E}"/>
              </a:ext>
            </a:extLst>
          </p:cNvPr>
          <p:cNvSpPr>
            <a:spLocks/>
          </p:cNvSpPr>
          <p:nvPr/>
        </p:nvSpPr>
        <p:spPr>
          <a:xfrm>
            <a:off x="1053420" y="36510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8" name="text_2779">
            <a:extLst>
              <a:ext uri="{FF2B5EF4-FFF2-40B4-BE49-F238E27FC236}">
                <a16:creationId xmlns:a16="http://schemas.microsoft.com/office/drawing/2014/main" id="{A787BEC9-B555-4513-AC19-5B453BB1DFC6}"/>
              </a:ext>
            </a:extLst>
          </p:cNvPr>
          <p:cNvSpPr>
            <a:spLocks/>
          </p:cNvSpPr>
          <p:nvPr/>
        </p:nvSpPr>
        <p:spPr>
          <a:xfrm>
            <a:off x="829697" y="359358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9" name="data_2780">
            <a:extLst>
              <a:ext uri="{FF2B5EF4-FFF2-40B4-BE49-F238E27FC236}">
                <a16:creationId xmlns:a16="http://schemas.microsoft.com/office/drawing/2014/main" id="{EB8AE09C-1795-4966-A064-9FC1B9D1C9C4}"/>
              </a:ext>
            </a:extLst>
          </p:cNvPr>
          <p:cNvSpPr>
            <a:spLocks/>
          </p:cNvSpPr>
          <p:nvPr/>
        </p:nvSpPr>
        <p:spPr>
          <a:xfrm>
            <a:off x="1097756" y="2741167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0" name="data_2781">
            <a:extLst>
              <a:ext uri="{FF2B5EF4-FFF2-40B4-BE49-F238E27FC236}">
                <a16:creationId xmlns:a16="http://schemas.microsoft.com/office/drawing/2014/main" id="{189CDBF4-295A-4872-A131-F00E1388BB08}"/>
              </a:ext>
            </a:extLst>
          </p:cNvPr>
          <p:cNvSpPr>
            <a:spLocks/>
          </p:cNvSpPr>
          <p:nvPr/>
        </p:nvSpPr>
        <p:spPr>
          <a:xfrm>
            <a:off x="1053420" y="27411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1" name="text_2782">
            <a:extLst>
              <a:ext uri="{FF2B5EF4-FFF2-40B4-BE49-F238E27FC236}">
                <a16:creationId xmlns:a16="http://schemas.microsoft.com/office/drawing/2014/main" id="{5B245D5A-A34F-4415-9511-3B8A78EBA858}"/>
              </a:ext>
            </a:extLst>
          </p:cNvPr>
          <p:cNvSpPr>
            <a:spLocks/>
          </p:cNvSpPr>
          <p:nvPr/>
        </p:nvSpPr>
        <p:spPr>
          <a:xfrm>
            <a:off x="829697" y="268371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2" name="data_2783">
            <a:extLst>
              <a:ext uri="{FF2B5EF4-FFF2-40B4-BE49-F238E27FC236}">
                <a16:creationId xmlns:a16="http://schemas.microsoft.com/office/drawing/2014/main" id="{11923F00-BC04-4334-80A6-AD8B470C8ABF}"/>
              </a:ext>
            </a:extLst>
          </p:cNvPr>
          <p:cNvSpPr>
            <a:spLocks/>
          </p:cNvSpPr>
          <p:nvPr/>
        </p:nvSpPr>
        <p:spPr>
          <a:xfrm>
            <a:off x="1097756" y="1831304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" name="data_2784">
            <a:extLst>
              <a:ext uri="{FF2B5EF4-FFF2-40B4-BE49-F238E27FC236}">
                <a16:creationId xmlns:a16="http://schemas.microsoft.com/office/drawing/2014/main" id="{AD43D13F-4444-4AA0-97C5-E2D0344E440F}"/>
              </a:ext>
            </a:extLst>
          </p:cNvPr>
          <p:cNvSpPr>
            <a:spLocks/>
          </p:cNvSpPr>
          <p:nvPr/>
        </p:nvSpPr>
        <p:spPr>
          <a:xfrm>
            <a:off x="1053420" y="183130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4" name="text_2785">
            <a:extLst>
              <a:ext uri="{FF2B5EF4-FFF2-40B4-BE49-F238E27FC236}">
                <a16:creationId xmlns:a16="http://schemas.microsoft.com/office/drawing/2014/main" id="{92B1AFD0-083D-46C4-A31A-7A0E2C79C074}"/>
              </a:ext>
            </a:extLst>
          </p:cNvPr>
          <p:cNvSpPr>
            <a:spLocks/>
          </p:cNvSpPr>
          <p:nvPr/>
        </p:nvSpPr>
        <p:spPr>
          <a:xfrm>
            <a:off x="829697" y="177385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5" name="text_2786">
            <a:extLst>
              <a:ext uri="{FF2B5EF4-FFF2-40B4-BE49-F238E27FC236}">
                <a16:creationId xmlns:a16="http://schemas.microsoft.com/office/drawing/2014/main" id="{BD6F4BD2-77AF-47EB-AFFB-8544CFFF7248}"/>
              </a:ext>
            </a:extLst>
          </p:cNvPr>
          <p:cNvSpPr>
            <a:spLocks/>
          </p:cNvSpPr>
          <p:nvPr/>
        </p:nvSpPr>
        <p:spPr>
          <a:xfrm rot="-5400000">
            <a:off x="560489" y="2602337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6" name="data_2787">
            <a:extLst>
              <a:ext uri="{FF2B5EF4-FFF2-40B4-BE49-F238E27FC236}">
                <a16:creationId xmlns:a16="http://schemas.microsoft.com/office/drawing/2014/main" id="{CDB639BA-0087-4BD0-A443-A68275825B28}"/>
              </a:ext>
            </a:extLst>
          </p:cNvPr>
          <p:cNvSpPr>
            <a:spLocks/>
          </p:cNvSpPr>
          <p:nvPr/>
        </p:nvSpPr>
        <p:spPr>
          <a:xfrm>
            <a:off x="1277672" y="3560307"/>
            <a:ext cx="234177" cy="90723"/>
          </a:xfrm>
          <a:custGeom>
            <a:avLst/>
            <a:gdLst/>
            <a:ahLst/>
            <a:cxnLst/>
            <a:rect l="0" t="0" r="0" b="0"/>
            <a:pathLst>
              <a:path w="234177" h="90723">
                <a:moveTo>
                  <a:pt x="0" y="90723"/>
                </a:moveTo>
                <a:lnTo>
                  <a:pt x="234177" y="90723"/>
                </a:lnTo>
                <a:lnTo>
                  <a:pt x="234177" y="0"/>
                </a:lnTo>
                <a:lnTo>
                  <a:pt x="0" y="0"/>
                </a:lnTo>
                <a:lnTo>
                  <a:pt x="0" y="907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7" name="data_2788">
            <a:extLst>
              <a:ext uri="{FF2B5EF4-FFF2-40B4-BE49-F238E27FC236}">
                <a16:creationId xmlns:a16="http://schemas.microsoft.com/office/drawing/2014/main" id="{AA47B769-087E-43C4-B502-BA54EE484DCF}"/>
              </a:ext>
            </a:extLst>
          </p:cNvPr>
          <p:cNvSpPr>
            <a:spLocks/>
          </p:cNvSpPr>
          <p:nvPr/>
        </p:nvSpPr>
        <p:spPr>
          <a:xfrm>
            <a:off x="1551830" y="2783245"/>
            <a:ext cx="234177" cy="867786"/>
          </a:xfrm>
          <a:custGeom>
            <a:avLst/>
            <a:gdLst/>
            <a:ahLst/>
            <a:cxnLst/>
            <a:rect l="0" t="0" r="0" b="0"/>
            <a:pathLst>
              <a:path w="234177" h="867786">
                <a:moveTo>
                  <a:pt x="0" y="867786"/>
                </a:moveTo>
                <a:lnTo>
                  <a:pt x="234177" y="867786"/>
                </a:lnTo>
                <a:lnTo>
                  <a:pt x="234177" y="0"/>
                </a:lnTo>
                <a:lnTo>
                  <a:pt x="0" y="0"/>
                </a:lnTo>
                <a:lnTo>
                  <a:pt x="0" y="86778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8" name="data_2789">
            <a:extLst>
              <a:ext uri="{FF2B5EF4-FFF2-40B4-BE49-F238E27FC236}">
                <a16:creationId xmlns:a16="http://schemas.microsoft.com/office/drawing/2014/main" id="{AA260CCE-955D-41E7-B94D-B724DE7E89AA}"/>
              </a:ext>
            </a:extLst>
          </p:cNvPr>
          <p:cNvSpPr>
            <a:spLocks/>
          </p:cNvSpPr>
          <p:nvPr/>
        </p:nvSpPr>
        <p:spPr>
          <a:xfrm>
            <a:off x="1825988" y="2587403"/>
            <a:ext cx="234177" cy="1063627"/>
          </a:xfrm>
          <a:custGeom>
            <a:avLst/>
            <a:gdLst/>
            <a:ahLst/>
            <a:cxnLst/>
            <a:rect l="0" t="0" r="0" b="0"/>
            <a:pathLst>
              <a:path w="234177" h="1063627">
                <a:moveTo>
                  <a:pt x="0" y="1063627"/>
                </a:moveTo>
                <a:lnTo>
                  <a:pt x="234177" y="1063627"/>
                </a:lnTo>
                <a:lnTo>
                  <a:pt x="234177" y="0"/>
                </a:lnTo>
                <a:lnTo>
                  <a:pt x="0" y="0"/>
                </a:lnTo>
                <a:lnTo>
                  <a:pt x="0" y="1063627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9" name="data_2790">
            <a:extLst>
              <a:ext uri="{FF2B5EF4-FFF2-40B4-BE49-F238E27FC236}">
                <a16:creationId xmlns:a16="http://schemas.microsoft.com/office/drawing/2014/main" id="{A44092DF-EAA2-4DD2-A9DF-842457CCB94B}"/>
              </a:ext>
            </a:extLst>
          </p:cNvPr>
          <p:cNvSpPr>
            <a:spLocks/>
          </p:cNvSpPr>
          <p:nvPr/>
        </p:nvSpPr>
        <p:spPr>
          <a:xfrm>
            <a:off x="2419997" y="3186607"/>
            <a:ext cx="234177" cy="464424"/>
          </a:xfrm>
          <a:custGeom>
            <a:avLst/>
            <a:gdLst/>
            <a:ahLst/>
            <a:cxnLst/>
            <a:rect l="0" t="0" r="0" b="0"/>
            <a:pathLst>
              <a:path w="234177" h="464424">
                <a:moveTo>
                  <a:pt x="0" y="464424"/>
                </a:moveTo>
                <a:lnTo>
                  <a:pt x="234177" y="464424"/>
                </a:lnTo>
                <a:lnTo>
                  <a:pt x="234177" y="0"/>
                </a:lnTo>
                <a:lnTo>
                  <a:pt x="0" y="0"/>
                </a:lnTo>
                <a:lnTo>
                  <a:pt x="0" y="464424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40" name="data_2791">
            <a:extLst>
              <a:ext uri="{FF2B5EF4-FFF2-40B4-BE49-F238E27FC236}">
                <a16:creationId xmlns:a16="http://schemas.microsoft.com/office/drawing/2014/main" id="{01687380-92ED-4E8E-9987-9D8C0A105EB8}"/>
              </a:ext>
            </a:extLst>
          </p:cNvPr>
          <p:cNvSpPr>
            <a:spLocks/>
          </p:cNvSpPr>
          <p:nvPr/>
        </p:nvSpPr>
        <p:spPr>
          <a:xfrm>
            <a:off x="2694155" y="2666771"/>
            <a:ext cx="234177" cy="984260"/>
          </a:xfrm>
          <a:custGeom>
            <a:avLst/>
            <a:gdLst/>
            <a:ahLst/>
            <a:cxnLst/>
            <a:rect l="0" t="0" r="0" b="0"/>
            <a:pathLst>
              <a:path w="234177" h="984260">
                <a:moveTo>
                  <a:pt x="0" y="984260"/>
                </a:moveTo>
                <a:lnTo>
                  <a:pt x="234177" y="984260"/>
                </a:lnTo>
                <a:lnTo>
                  <a:pt x="234177" y="0"/>
                </a:lnTo>
                <a:lnTo>
                  <a:pt x="0" y="0"/>
                </a:lnTo>
                <a:lnTo>
                  <a:pt x="0" y="984260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41" name="data_2792">
            <a:extLst>
              <a:ext uri="{FF2B5EF4-FFF2-40B4-BE49-F238E27FC236}">
                <a16:creationId xmlns:a16="http://schemas.microsoft.com/office/drawing/2014/main" id="{E3027CEB-B694-4479-ACAE-59F5F1CBEDD4}"/>
              </a:ext>
            </a:extLst>
          </p:cNvPr>
          <p:cNvSpPr>
            <a:spLocks/>
          </p:cNvSpPr>
          <p:nvPr/>
        </p:nvSpPr>
        <p:spPr>
          <a:xfrm>
            <a:off x="2968313" y="2444254"/>
            <a:ext cx="234177" cy="1206776"/>
          </a:xfrm>
          <a:custGeom>
            <a:avLst/>
            <a:gdLst/>
            <a:ahLst/>
            <a:cxnLst/>
            <a:rect l="0" t="0" r="0" b="0"/>
            <a:pathLst>
              <a:path w="234177" h="1206776">
                <a:moveTo>
                  <a:pt x="0" y="1206776"/>
                </a:moveTo>
                <a:lnTo>
                  <a:pt x="234177" y="1206776"/>
                </a:lnTo>
                <a:lnTo>
                  <a:pt x="234177" y="0"/>
                </a:lnTo>
                <a:lnTo>
                  <a:pt x="0" y="0"/>
                </a:lnTo>
                <a:lnTo>
                  <a:pt x="0" y="1206776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2" name="data_2793">
            <a:extLst>
              <a:ext uri="{FF2B5EF4-FFF2-40B4-BE49-F238E27FC236}">
                <a16:creationId xmlns:a16="http://schemas.microsoft.com/office/drawing/2014/main" id="{58E94866-4231-49E0-82CD-00D75F6A9F07}"/>
              </a:ext>
            </a:extLst>
          </p:cNvPr>
          <p:cNvSpPr>
            <a:spLocks/>
          </p:cNvSpPr>
          <p:nvPr/>
        </p:nvSpPr>
        <p:spPr>
          <a:xfrm>
            <a:off x="3562321" y="3421431"/>
            <a:ext cx="234177" cy="229599"/>
          </a:xfrm>
          <a:custGeom>
            <a:avLst/>
            <a:gdLst/>
            <a:ahLst/>
            <a:cxnLst/>
            <a:rect l="0" t="0" r="0" b="0"/>
            <a:pathLst>
              <a:path w="234177" h="229599">
                <a:moveTo>
                  <a:pt x="0" y="229599"/>
                </a:moveTo>
                <a:lnTo>
                  <a:pt x="234177" y="229599"/>
                </a:lnTo>
                <a:lnTo>
                  <a:pt x="234177" y="0"/>
                </a:lnTo>
                <a:lnTo>
                  <a:pt x="0" y="0"/>
                </a:lnTo>
                <a:lnTo>
                  <a:pt x="0" y="229599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43" name="data_2794">
            <a:extLst>
              <a:ext uri="{FF2B5EF4-FFF2-40B4-BE49-F238E27FC236}">
                <a16:creationId xmlns:a16="http://schemas.microsoft.com/office/drawing/2014/main" id="{431AB7E8-345E-489F-91FE-E3228A02EDDD}"/>
              </a:ext>
            </a:extLst>
          </p:cNvPr>
          <p:cNvSpPr>
            <a:spLocks/>
          </p:cNvSpPr>
          <p:nvPr/>
        </p:nvSpPr>
        <p:spPr>
          <a:xfrm>
            <a:off x="3836479" y="2837589"/>
            <a:ext cx="234177" cy="813441"/>
          </a:xfrm>
          <a:custGeom>
            <a:avLst/>
            <a:gdLst/>
            <a:ahLst/>
            <a:cxnLst/>
            <a:rect l="0" t="0" r="0" b="0"/>
            <a:pathLst>
              <a:path w="234177" h="813441">
                <a:moveTo>
                  <a:pt x="0" y="813441"/>
                </a:moveTo>
                <a:lnTo>
                  <a:pt x="234177" y="813441"/>
                </a:lnTo>
                <a:lnTo>
                  <a:pt x="234177" y="0"/>
                </a:lnTo>
                <a:lnTo>
                  <a:pt x="0" y="0"/>
                </a:lnTo>
                <a:lnTo>
                  <a:pt x="0" y="813441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44" name="data_2795">
            <a:extLst>
              <a:ext uri="{FF2B5EF4-FFF2-40B4-BE49-F238E27FC236}">
                <a16:creationId xmlns:a16="http://schemas.microsoft.com/office/drawing/2014/main" id="{62B04B90-82EF-48F1-A022-E63083D252FD}"/>
              </a:ext>
            </a:extLst>
          </p:cNvPr>
          <p:cNvSpPr>
            <a:spLocks/>
          </p:cNvSpPr>
          <p:nvPr/>
        </p:nvSpPr>
        <p:spPr>
          <a:xfrm>
            <a:off x="4110637" y="2636403"/>
            <a:ext cx="234177" cy="1014627"/>
          </a:xfrm>
          <a:custGeom>
            <a:avLst/>
            <a:gdLst/>
            <a:ahLst/>
            <a:cxnLst/>
            <a:rect l="0" t="0" r="0" b="0"/>
            <a:pathLst>
              <a:path w="234177" h="1014627">
                <a:moveTo>
                  <a:pt x="0" y="1014627"/>
                </a:moveTo>
                <a:lnTo>
                  <a:pt x="234177" y="1014627"/>
                </a:lnTo>
                <a:lnTo>
                  <a:pt x="234177" y="0"/>
                </a:lnTo>
                <a:lnTo>
                  <a:pt x="0" y="0"/>
                </a:lnTo>
                <a:lnTo>
                  <a:pt x="0" y="1014627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5" name="data_2796">
            <a:extLst>
              <a:ext uri="{FF2B5EF4-FFF2-40B4-BE49-F238E27FC236}">
                <a16:creationId xmlns:a16="http://schemas.microsoft.com/office/drawing/2014/main" id="{55CFE86A-8552-4E45-A620-CD6D3BB1A300}"/>
              </a:ext>
            </a:extLst>
          </p:cNvPr>
          <p:cNvSpPr>
            <a:spLocks/>
          </p:cNvSpPr>
          <p:nvPr/>
        </p:nvSpPr>
        <p:spPr>
          <a:xfrm>
            <a:off x="133155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2797">
            <a:extLst>
              <a:ext uri="{FF2B5EF4-FFF2-40B4-BE49-F238E27FC236}">
                <a16:creationId xmlns:a16="http://schemas.microsoft.com/office/drawing/2014/main" id="{46B0021F-5741-45A2-9ECF-74175FA20449}"/>
              </a:ext>
            </a:extLst>
          </p:cNvPr>
          <p:cNvSpPr>
            <a:spLocks/>
          </p:cNvSpPr>
          <p:nvPr/>
        </p:nvSpPr>
        <p:spPr>
          <a:xfrm>
            <a:off x="140694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2798">
            <a:extLst>
              <a:ext uri="{FF2B5EF4-FFF2-40B4-BE49-F238E27FC236}">
                <a16:creationId xmlns:a16="http://schemas.microsoft.com/office/drawing/2014/main" id="{C50C2C6B-258B-4389-97CB-2A81D7FA2E10}"/>
              </a:ext>
            </a:extLst>
          </p:cNvPr>
          <p:cNvSpPr>
            <a:spLocks/>
          </p:cNvSpPr>
          <p:nvPr/>
        </p:nvSpPr>
        <p:spPr>
          <a:xfrm>
            <a:off x="1302296" y="3623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2799">
            <a:extLst>
              <a:ext uri="{FF2B5EF4-FFF2-40B4-BE49-F238E27FC236}">
                <a16:creationId xmlns:a16="http://schemas.microsoft.com/office/drawing/2014/main" id="{1C5F870A-D4BC-40A2-8533-C7D495FD4E6B}"/>
              </a:ext>
            </a:extLst>
          </p:cNvPr>
          <p:cNvSpPr>
            <a:spLocks/>
          </p:cNvSpPr>
          <p:nvPr/>
        </p:nvSpPr>
        <p:spPr>
          <a:xfrm>
            <a:off x="136581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2800">
            <a:extLst>
              <a:ext uri="{FF2B5EF4-FFF2-40B4-BE49-F238E27FC236}">
                <a16:creationId xmlns:a16="http://schemas.microsoft.com/office/drawing/2014/main" id="{A0ED7AB0-BE5D-44CB-8768-0501184BA814}"/>
              </a:ext>
            </a:extLst>
          </p:cNvPr>
          <p:cNvSpPr>
            <a:spLocks/>
          </p:cNvSpPr>
          <p:nvPr/>
        </p:nvSpPr>
        <p:spPr>
          <a:xfrm>
            <a:off x="1316573" y="35821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2801">
            <a:extLst>
              <a:ext uri="{FF2B5EF4-FFF2-40B4-BE49-F238E27FC236}">
                <a16:creationId xmlns:a16="http://schemas.microsoft.com/office/drawing/2014/main" id="{89E319B5-E2EF-4166-B774-2D2F03D8C123}"/>
              </a:ext>
            </a:extLst>
          </p:cNvPr>
          <p:cNvSpPr>
            <a:spLocks/>
          </p:cNvSpPr>
          <p:nvPr/>
        </p:nvSpPr>
        <p:spPr>
          <a:xfrm>
            <a:off x="142913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2802">
            <a:extLst>
              <a:ext uri="{FF2B5EF4-FFF2-40B4-BE49-F238E27FC236}">
                <a16:creationId xmlns:a16="http://schemas.microsoft.com/office/drawing/2014/main" id="{AABCAB2C-D9DE-4F87-A626-50D3ABD6373E}"/>
              </a:ext>
            </a:extLst>
          </p:cNvPr>
          <p:cNvSpPr>
            <a:spLocks/>
          </p:cNvSpPr>
          <p:nvPr/>
        </p:nvSpPr>
        <p:spPr>
          <a:xfrm>
            <a:off x="138805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2803">
            <a:extLst>
              <a:ext uri="{FF2B5EF4-FFF2-40B4-BE49-F238E27FC236}">
                <a16:creationId xmlns:a16="http://schemas.microsoft.com/office/drawing/2014/main" id="{1CC53E3D-D770-4546-9385-FB2630F996D5}"/>
              </a:ext>
            </a:extLst>
          </p:cNvPr>
          <p:cNvSpPr>
            <a:spLocks/>
          </p:cNvSpPr>
          <p:nvPr/>
        </p:nvSpPr>
        <p:spPr>
          <a:xfrm>
            <a:off x="1368969" y="36028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2804">
            <a:extLst>
              <a:ext uri="{FF2B5EF4-FFF2-40B4-BE49-F238E27FC236}">
                <a16:creationId xmlns:a16="http://schemas.microsoft.com/office/drawing/2014/main" id="{B2DBE1E9-AAB9-433C-9BA7-E46547E32EDF}"/>
              </a:ext>
            </a:extLst>
          </p:cNvPr>
          <p:cNvSpPr>
            <a:spLocks/>
          </p:cNvSpPr>
          <p:nvPr/>
        </p:nvSpPr>
        <p:spPr>
          <a:xfrm>
            <a:off x="131158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2805">
            <a:extLst>
              <a:ext uri="{FF2B5EF4-FFF2-40B4-BE49-F238E27FC236}">
                <a16:creationId xmlns:a16="http://schemas.microsoft.com/office/drawing/2014/main" id="{D29C3988-F65F-4697-8CA2-D28812CE120E}"/>
              </a:ext>
            </a:extLst>
          </p:cNvPr>
          <p:cNvSpPr>
            <a:spLocks/>
          </p:cNvSpPr>
          <p:nvPr/>
        </p:nvSpPr>
        <p:spPr>
          <a:xfrm>
            <a:off x="1347515" y="36235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2806">
            <a:extLst>
              <a:ext uri="{FF2B5EF4-FFF2-40B4-BE49-F238E27FC236}">
                <a16:creationId xmlns:a16="http://schemas.microsoft.com/office/drawing/2014/main" id="{46302B67-5741-47E3-9CBE-98BEEBAE60C6}"/>
              </a:ext>
            </a:extLst>
          </p:cNvPr>
          <p:cNvSpPr>
            <a:spLocks/>
          </p:cNvSpPr>
          <p:nvPr/>
        </p:nvSpPr>
        <p:spPr>
          <a:xfrm>
            <a:off x="1351173" y="30319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2807">
            <a:extLst>
              <a:ext uri="{FF2B5EF4-FFF2-40B4-BE49-F238E27FC236}">
                <a16:creationId xmlns:a16="http://schemas.microsoft.com/office/drawing/2014/main" id="{BD74A5E8-4D03-46FA-BB71-B08FBC35C543}"/>
              </a:ext>
            </a:extLst>
          </p:cNvPr>
          <p:cNvSpPr>
            <a:spLocks/>
          </p:cNvSpPr>
          <p:nvPr/>
        </p:nvSpPr>
        <p:spPr>
          <a:xfrm>
            <a:off x="1374840" y="34031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2808">
            <a:extLst>
              <a:ext uri="{FF2B5EF4-FFF2-40B4-BE49-F238E27FC236}">
                <a16:creationId xmlns:a16="http://schemas.microsoft.com/office/drawing/2014/main" id="{0F6F8570-4DCD-4126-8158-E509A88DECAB}"/>
              </a:ext>
            </a:extLst>
          </p:cNvPr>
          <p:cNvSpPr>
            <a:spLocks/>
          </p:cNvSpPr>
          <p:nvPr/>
        </p:nvSpPr>
        <p:spPr>
          <a:xfrm>
            <a:off x="1421616" y="36226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2809">
            <a:extLst>
              <a:ext uri="{FF2B5EF4-FFF2-40B4-BE49-F238E27FC236}">
                <a16:creationId xmlns:a16="http://schemas.microsoft.com/office/drawing/2014/main" id="{89E202FE-8BF2-4F59-AE7C-EFC52A31B26A}"/>
              </a:ext>
            </a:extLst>
          </p:cNvPr>
          <p:cNvSpPr>
            <a:spLocks/>
          </p:cNvSpPr>
          <p:nvPr/>
        </p:nvSpPr>
        <p:spPr>
          <a:xfrm>
            <a:off x="138176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2810">
            <a:extLst>
              <a:ext uri="{FF2B5EF4-FFF2-40B4-BE49-F238E27FC236}">
                <a16:creationId xmlns:a16="http://schemas.microsoft.com/office/drawing/2014/main" id="{14B39B5B-3767-4065-ACBC-F84117E331DD}"/>
              </a:ext>
            </a:extLst>
          </p:cNvPr>
          <p:cNvSpPr>
            <a:spLocks/>
          </p:cNvSpPr>
          <p:nvPr/>
        </p:nvSpPr>
        <p:spPr>
          <a:xfrm>
            <a:off x="1443117" y="32534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2811">
            <a:extLst>
              <a:ext uri="{FF2B5EF4-FFF2-40B4-BE49-F238E27FC236}">
                <a16:creationId xmlns:a16="http://schemas.microsoft.com/office/drawing/2014/main" id="{49F7970B-3770-49E5-89BB-A318FCB90D12}"/>
              </a:ext>
            </a:extLst>
          </p:cNvPr>
          <p:cNvSpPr>
            <a:spLocks/>
          </p:cNvSpPr>
          <p:nvPr/>
        </p:nvSpPr>
        <p:spPr>
          <a:xfrm>
            <a:off x="1318041" y="36147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2812">
            <a:extLst>
              <a:ext uri="{FF2B5EF4-FFF2-40B4-BE49-F238E27FC236}">
                <a16:creationId xmlns:a16="http://schemas.microsoft.com/office/drawing/2014/main" id="{31A920EC-8372-47C2-879B-C79E3D376802}"/>
              </a:ext>
            </a:extLst>
          </p:cNvPr>
          <p:cNvSpPr>
            <a:spLocks/>
          </p:cNvSpPr>
          <p:nvPr/>
        </p:nvSpPr>
        <p:spPr>
          <a:xfrm>
            <a:off x="130584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2813">
            <a:extLst>
              <a:ext uri="{FF2B5EF4-FFF2-40B4-BE49-F238E27FC236}">
                <a16:creationId xmlns:a16="http://schemas.microsoft.com/office/drawing/2014/main" id="{DE766F9F-1374-40BE-815A-428EFD630D04}"/>
              </a:ext>
            </a:extLst>
          </p:cNvPr>
          <p:cNvSpPr>
            <a:spLocks/>
          </p:cNvSpPr>
          <p:nvPr/>
        </p:nvSpPr>
        <p:spPr>
          <a:xfrm>
            <a:off x="1409276" y="32707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2814">
            <a:extLst>
              <a:ext uri="{FF2B5EF4-FFF2-40B4-BE49-F238E27FC236}">
                <a16:creationId xmlns:a16="http://schemas.microsoft.com/office/drawing/2014/main" id="{F9BF6B31-0D34-4B33-B6B8-2F727DD1D278}"/>
              </a:ext>
            </a:extLst>
          </p:cNvPr>
          <p:cNvSpPr>
            <a:spLocks/>
          </p:cNvSpPr>
          <p:nvPr/>
        </p:nvSpPr>
        <p:spPr>
          <a:xfrm>
            <a:off x="1433061" y="35422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2815">
            <a:extLst>
              <a:ext uri="{FF2B5EF4-FFF2-40B4-BE49-F238E27FC236}">
                <a16:creationId xmlns:a16="http://schemas.microsoft.com/office/drawing/2014/main" id="{1FAD720F-D18F-46DC-88CB-21150B1AC26C}"/>
              </a:ext>
            </a:extLst>
          </p:cNvPr>
          <p:cNvSpPr>
            <a:spLocks/>
          </p:cNvSpPr>
          <p:nvPr/>
        </p:nvSpPr>
        <p:spPr>
          <a:xfrm>
            <a:off x="1450060" y="36071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2816">
            <a:extLst>
              <a:ext uri="{FF2B5EF4-FFF2-40B4-BE49-F238E27FC236}">
                <a16:creationId xmlns:a16="http://schemas.microsoft.com/office/drawing/2014/main" id="{135860BD-267D-4C7D-9424-152C4DD50F13}"/>
              </a:ext>
            </a:extLst>
          </p:cNvPr>
          <p:cNvSpPr>
            <a:spLocks/>
          </p:cNvSpPr>
          <p:nvPr/>
        </p:nvSpPr>
        <p:spPr>
          <a:xfrm>
            <a:off x="1438880" y="3566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2817">
            <a:extLst>
              <a:ext uri="{FF2B5EF4-FFF2-40B4-BE49-F238E27FC236}">
                <a16:creationId xmlns:a16="http://schemas.microsoft.com/office/drawing/2014/main" id="{A384C8B8-8AF7-460C-A155-C5C1D0F0EC3F}"/>
              </a:ext>
            </a:extLst>
          </p:cNvPr>
          <p:cNvSpPr>
            <a:spLocks/>
          </p:cNvSpPr>
          <p:nvPr/>
        </p:nvSpPr>
        <p:spPr>
          <a:xfrm>
            <a:off x="137803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2818">
            <a:extLst>
              <a:ext uri="{FF2B5EF4-FFF2-40B4-BE49-F238E27FC236}">
                <a16:creationId xmlns:a16="http://schemas.microsoft.com/office/drawing/2014/main" id="{256804AF-3752-4012-AFA0-B16AB6DB02C6}"/>
              </a:ext>
            </a:extLst>
          </p:cNvPr>
          <p:cNvSpPr>
            <a:spLocks/>
          </p:cNvSpPr>
          <p:nvPr/>
        </p:nvSpPr>
        <p:spPr>
          <a:xfrm>
            <a:off x="1423881" y="3284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2819">
            <a:extLst>
              <a:ext uri="{FF2B5EF4-FFF2-40B4-BE49-F238E27FC236}">
                <a16:creationId xmlns:a16="http://schemas.microsoft.com/office/drawing/2014/main" id="{3D376678-D645-4545-9261-6594914C3885}"/>
              </a:ext>
            </a:extLst>
          </p:cNvPr>
          <p:cNvSpPr>
            <a:spLocks/>
          </p:cNvSpPr>
          <p:nvPr/>
        </p:nvSpPr>
        <p:spPr>
          <a:xfrm>
            <a:off x="1293835" y="3020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2820">
            <a:extLst>
              <a:ext uri="{FF2B5EF4-FFF2-40B4-BE49-F238E27FC236}">
                <a16:creationId xmlns:a16="http://schemas.microsoft.com/office/drawing/2014/main" id="{FE033A3C-9D56-408D-82D1-D76489F306E0}"/>
              </a:ext>
            </a:extLst>
          </p:cNvPr>
          <p:cNvSpPr>
            <a:spLocks/>
          </p:cNvSpPr>
          <p:nvPr/>
        </p:nvSpPr>
        <p:spPr>
          <a:xfrm>
            <a:off x="129177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2821">
            <a:extLst>
              <a:ext uri="{FF2B5EF4-FFF2-40B4-BE49-F238E27FC236}">
                <a16:creationId xmlns:a16="http://schemas.microsoft.com/office/drawing/2014/main" id="{33A89A50-5318-45AC-8202-37EA3150E1E5}"/>
              </a:ext>
            </a:extLst>
          </p:cNvPr>
          <p:cNvSpPr>
            <a:spLocks/>
          </p:cNvSpPr>
          <p:nvPr/>
        </p:nvSpPr>
        <p:spPr>
          <a:xfrm>
            <a:off x="141676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2822">
            <a:extLst>
              <a:ext uri="{FF2B5EF4-FFF2-40B4-BE49-F238E27FC236}">
                <a16:creationId xmlns:a16="http://schemas.microsoft.com/office/drawing/2014/main" id="{189838F2-166F-4E3D-AF69-520B8B389050}"/>
              </a:ext>
            </a:extLst>
          </p:cNvPr>
          <p:cNvSpPr>
            <a:spLocks/>
          </p:cNvSpPr>
          <p:nvPr/>
        </p:nvSpPr>
        <p:spPr>
          <a:xfrm>
            <a:off x="1433524" y="36236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2823">
            <a:extLst>
              <a:ext uri="{FF2B5EF4-FFF2-40B4-BE49-F238E27FC236}">
                <a16:creationId xmlns:a16="http://schemas.microsoft.com/office/drawing/2014/main" id="{CB8C6211-4AA5-4BC9-9B18-1F5AF9635C49}"/>
              </a:ext>
            </a:extLst>
          </p:cNvPr>
          <p:cNvSpPr>
            <a:spLocks/>
          </p:cNvSpPr>
          <p:nvPr/>
        </p:nvSpPr>
        <p:spPr>
          <a:xfrm>
            <a:off x="141668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2824">
            <a:extLst>
              <a:ext uri="{FF2B5EF4-FFF2-40B4-BE49-F238E27FC236}">
                <a16:creationId xmlns:a16="http://schemas.microsoft.com/office/drawing/2014/main" id="{943B937C-7AD8-4071-BDAD-1CE344A14665}"/>
              </a:ext>
            </a:extLst>
          </p:cNvPr>
          <p:cNvSpPr>
            <a:spLocks/>
          </p:cNvSpPr>
          <p:nvPr/>
        </p:nvSpPr>
        <p:spPr>
          <a:xfrm>
            <a:off x="1393023" y="3583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2825">
            <a:extLst>
              <a:ext uri="{FF2B5EF4-FFF2-40B4-BE49-F238E27FC236}">
                <a16:creationId xmlns:a16="http://schemas.microsoft.com/office/drawing/2014/main" id="{39BA0782-E808-4190-BEBB-A30B1A22F15F}"/>
              </a:ext>
            </a:extLst>
          </p:cNvPr>
          <p:cNvSpPr>
            <a:spLocks/>
          </p:cNvSpPr>
          <p:nvPr/>
        </p:nvSpPr>
        <p:spPr>
          <a:xfrm>
            <a:off x="1329051" y="33828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2826">
            <a:extLst>
              <a:ext uri="{FF2B5EF4-FFF2-40B4-BE49-F238E27FC236}">
                <a16:creationId xmlns:a16="http://schemas.microsoft.com/office/drawing/2014/main" id="{9B3D435F-9F4E-4A07-9CD4-4E218BD2529F}"/>
              </a:ext>
            </a:extLst>
          </p:cNvPr>
          <p:cNvSpPr>
            <a:spLocks/>
          </p:cNvSpPr>
          <p:nvPr/>
        </p:nvSpPr>
        <p:spPr>
          <a:xfrm>
            <a:off x="143092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2827">
            <a:extLst>
              <a:ext uri="{FF2B5EF4-FFF2-40B4-BE49-F238E27FC236}">
                <a16:creationId xmlns:a16="http://schemas.microsoft.com/office/drawing/2014/main" id="{E50A3356-4F3B-4C38-9304-0DDA89B2AA2C}"/>
              </a:ext>
            </a:extLst>
          </p:cNvPr>
          <p:cNvSpPr>
            <a:spLocks/>
          </p:cNvSpPr>
          <p:nvPr/>
        </p:nvSpPr>
        <p:spPr>
          <a:xfrm>
            <a:off x="1393315" y="31424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2828">
            <a:extLst>
              <a:ext uri="{FF2B5EF4-FFF2-40B4-BE49-F238E27FC236}">
                <a16:creationId xmlns:a16="http://schemas.microsoft.com/office/drawing/2014/main" id="{AA551CD8-D732-4D26-B6EC-25EAE4254796}"/>
              </a:ext>
            </a:extLst>
          </p:cNvPr>
          <p:cNvSpPr>
            <a:spLocks/>
          </p:cNvSpPr>
          <p:nvPr/>
        </p:nvSpPr>
        <p:spPr>
          <a:xfrm>
            <a:off x="132569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2829">
            <a:extLst>
              <a:ext uri="{FF2B5EF4-FFF2-40B4-BE49-F238E27FC236}">
                <a16:creationId xmlns:a16="http://schemas.microsoft.com/office/drawing/2014/main" id="{46EADFD6-86F9-49CD-AAAB-67A2EBC93FC3}"/>
              </a:ext>
            </a:extLst>
          </p:cNvPr>
          <p:cNvSpPr>
            <a:spLocks/>
          </p:cNvSpPr>
          <p:nvPr/>
        </p:nvSpPr>
        <p:spPr>
          <a:xfrm>
            <a:off x="1411654" y="36320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2830">
            <a:extLst>
              <a:ext uri="{FF2B5EF4-FFF2-40B4-BE49-F238E27FC236}">
                <a16:creationId xmlns:a16="http://schemas.microsoft.com/office/drawing/2014/main" id="{F4D999FE-A24A-49DF-8729-56AA0BD06E31}"/>
              </a:ext>
            </a:extLst>
          </p:cNvPr>
          <p:cNvSpPr>
            <a:spLocks/>
          </p:cNvSpPr>
          <p:nvPr/>
        </p:nvSpPr>
        <p:spPr>
          <a:xfrm>
            <a:off x="134313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2831">
            <a:extLst>
              <a:ext uri="{FF2B5EF4-FFF2-40B4-BE49-F238E27FC236}">
                <a16:creationId xmlns:a16="http://schemas.microsoft.com/office/drawing/2014/main" id="{482D2809-DB7C-4771-B8C9-46517A95ED0D}"/>
              </a:ext>
            </a:extLst>
          </p:cNvPr>
          <p:cNvSpPr>
            <a:spLocks/>
          </p:cNvSpPr>
          <p:nvPr/>
        </p:nvSpPr>
        <p:spPr>
          <a:xfrm>
            <a:off x="130533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2832">
            <a:extLst>
              <a:ext uri="{FF2B5EF4-FFF2-40B4-BE49-F238E27FC236}">
                <a16:creationId xmlns:a16="http://schemas.microsoft.com/office/drawing/2014/main" id="{87AD2C46-03AB-454F-8EDE-8082522C1A4B}"/>
              </a:ext>
            </a:extLst>
          </p:cNvPr>
          <p:cNvSpPr>
            <a:spLocks/>
          </p:cNvSpPr>
          <p:nvPr/>
        </p:nvSpPr>
        <p:spPr>
          <a:xfrm>
            <a:off x="142213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2833">
            <a:extLst>
              <a:ext uri="{FF2B5EF4-FFF2-40B4-BE49-F238E27FC236}">
                <a16:creationId xmlns:a16="http://schemas.microsoft.com/office/drawing/2014/main" id="{ED294230-D680-49FB-BC37-9E13F598ADB7}"/>
              </a:ext>
            </a:extLst>
          </p:cNvPr>
          <p:cNvSpPr>
            <a:spLocks/>
          </p:cNvSpPr>
          <p:nvPr/>
        </p:nvSpPr>
        <p:spPr>
          <a:xfrm>
            <a:off x="1372520" y="3630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2834">
            <a:extLst>
              <a:ext uri="{FF2B5EF4-FFF2-40B4-BE49-F238E27FC236}">
                <a16:creationId xmlns:a16="http://schemas.microsoft.com/office/drawing/2014/main" id="{F57ECC4E-D68F-45DC-B6E9-DF92BF7BB1EB}"/>
              </a:ext>
            </a:extLst>
          </p:cNvPr>
          <p:cNvSpPr>
            <a:spLocks/>
          </p:cNvSpPr>
          <p:nvPr/>
        </p:nvSpPr>
        <p:spPr>
          <a:xfrm>
            <a:off x="134179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2835">
            <a:extLst>
              <a:ext uri="{FF2B5EF4-FFF2-40B4-BE49-F238E27FC236}">
                <a16:creationId xmlns:a16="http://schemas.microsoft.com/office/drawing/2014/main" id="{7EB74FE9-E9C6-4EBE-B62C-6753C33E8919}"/>
              </a:ext>
            </a:extLst>
          </p:cNvPr>
          <p:cNvSpPr>
            <a:spLocks/>
          </p:cNvSpPr>
          <p:nvPr/>
        </p:nvSpPr>
        <p:spPr>
          <a:xfrm>
            <a:off x="1300913" y="34857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2836">
            <a:extLst>
              <a:ext uri="{FF2B5EF4-FFF2-40B4-BE49-F238E27FC236}">
                <a16:creationId xmlns:a16="http://schemas.microsoft.com/office/drawing/2014/main" id="{BB8A0FB6-2E40-46DE-8A46-886B9BBECE11}"/>
              </a:ext>
            </a:extLst>
          </p:cNvPr>
          <p:cNvSpPr>
            <a:spLocks/>
          </p:cNvSpPr>
          <p:nvPr/>
        </p:nvSpPr>
        <p:spPr>
          <a:xfrm>
            <a:off x="144426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2837">
            <a:extLst>
              <a:ext uri="{FF2B5EF4-FFF2-40B4-BE49-F238E27FC236}">
                <a16:creationId xmlns:a16="http://schemas.microsoft.com/office/drawing/2014/main" id="{78C21A30-6613-43FE-BB13-5B6356F70958}"/>
              </a:ext>
            </a:extLst>
          </p:cNvPr>
          <p:cNvSpPr>
            <a:spLocks/>
          </p:cNvSpPr>
          <p:nvPr/>
        </p:nvSpPr>
        <p:spPr>
          <a:xfrm>
            <a:off x="1344304" y="24861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2838">
            <a:extLst>
              <a:ext uri="{FF2B5EF4-FFF2-40B4-BE49-F238E27FC236}">
                <a16:creationId xmlns:a16="http://schemas.microsoft.com/office/drawing/2014/main" id="{91F5B581-D108-4CB6-B1B0-2E3EB21DDE1F}"/>
              </a:ext>
            </a:extLst>
          </p:cNvPr>
          <p:cNvSpPr>
            <a:spLocks/>
          </p:cNvSpPr>
          <p:nvPr/>
        </p:nvSpPr>
        <p:spPr>
          <a:xfrm>
            <a:off x="142267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2839">
            <a:extLst>
              <a:ext uri="{FF2B5EF4-FFF2-40B4-BE49-F238E27FC236}">
                <a16:creationId xmlns:a16="http://schemas.microsoft.com/office/drawing/2014/main" id="{AF53AA47-18D3-44AB-AB6B-3F55078A7EB3}"/>
              </a:ext>
            </a:extLst>
          </p:cNvPr>
          <p:cNvSpPr>
            <a:spLocks/>
          </p:cNvSpPr>
          <p:nvPr/>
        </p:nvSpPr>
        <p:spPr>
          <a:xfrm>
            <a:off x="137650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2840">
            <a:extLst>
              <a:ext uri="{FF2B5EF4-FFF2-40B4-BE49-F238E27FC236}">
                <a16:creationId xmlns:a16="http://schemas.microsoft.com/office/drawing/2014/main" id="{FDA12A77-2375-44AC-BEF9-D3C8E5C3FB60}"/>
              </a:ext>
            </a:extLst>
          </p:cNvPr>
          <p:cNvSpPr>
            <a:spLocks/>
          </p:cNvSpPr>
          <p:nvPr/>
        </p:nvSpPr>
        <p:spPr>
          <a:xfrm>
            <a:off x="129346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2841">
            <a:extLst>
              <a:ext uri="{FF2B5EF4-FFF2-40B4-BE49-F238E27FC236}">
                <a16:creationId xmlns:a16="http://schemas.microsoft.com/office/drawing/2014/main" id="{EAA1581B-72F2-4279-B797-09981388C623}"/>
              </a:ext>
            </a:extLst>
          </p:cNvPr>
          <p:cNvSpPr>
            <a:spLocks/>
          </p:cNvSpPr>
          <p:nvPr/>
        </p:nvSpPr>
        <p:spPr>
          <a:xfrm>
            <a:off x="133050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2842">
            <a:extLst>
              <a:ext uri="{FF2B5EF4-FFF2-40B4-BE49-F238E27FC236}">
                <a16:creationId xmlns:a16="http://schemas.microsoft.com/office/drawing/2014/main" id="{662A57AA-7A2B-4BE9-BDA2-E37F627A0C7F}"/>
              </a:ext>
            </a:extLst>
          </p:cNvPr>
          <p:cNvSpPr>
            <a:spLocks/>
          </p:cNvSpPr>
          <p:nvPr/>
        </p:nvSpPr>
        <p:spPr>
          <a:xfrm>
            <a:off x="1302361" y="36189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2843">
            <a:extLst>
              <a:ext uri="{FF2B5EF4-FFF2-40B4-BE49-F238E27FC236}">
                <a16:creationId xmlns:a16="http://schemas.microsoft.com/office/drawing/2014/main" id="{C4934091-74DD-4753-9B28-6E780107CBC1}"/>
              </a:ext>
            </a:extLst>
          </p:cNvPr>
          <p:cNvSpPr>
            <a:spLocks/>
          </p:cNvSpPr>
          <p:nvPr/>
        </p:nvSpPr>
        <p:spPr>
          <a:xfrm>
            <a:off x="136032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2844">
            <a:extLst>
              <a:ext uri="{FF2B5EF4-FFF2-40B4-BE49-F238E27FC236}">
                <a16:creationId xmlns:a16="http://schemas.microsoft.com/office/drawing/2014/main" id="{4FBCFBD4-BC38-4F1F-BC59-E6C82FA49F79}"/>
              </a:ext>
            </a:extLst>
          </p:cNvPr>
          <p:cNvSpPr>
            <a:spLocks/>
          </p:cNvSpPr>
          <p:nvPr/>
        </p:nvSpPr>
        <p:spPr>
          <a:xfrm>
            <a:off x="1411904" y="3622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2845">
            <a:extLst>
              <a:ext uri="{FF2B5EF4-FFF2-40B4-BE49-F238E27FC236}">
                <a16:creationId xmlns:a16="http://schemas.microsoft.com/office/drawing/2014/main" id="{CF75B18D-D50E-44E4-99EE-2A73E50A1BD7}"/>
              </a:ext>
            </a:extLst>
          </p:cNvPr>
          <p:cNvSpPr>
            <a:spLocks/>
          </p:cNvSpPr>
          <p:nvPr/>
        </p:nvSpPr>
        <p:spPr>
          <a:xfrm>
            <a:off x="1458723" y="26280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2846">
            <a:extLst>
              <a:ext uri="{FF2B5EF4-FFF2-40B4-BE49-F238E27FC236}">
                <a16:creationId xmlns:a16="http://schemas.microsoft.com/office/drawing/2014/main" id="{72BC02BC-3BFE-4985-BE9B-1C65EBB0D782}"/>
              </a:ext>
            </a:extLst>
          </p:cNvPr>
          <p:cNvSpPr>
            <a:spLocks/>
          </p:cNvSpPr>
          <p:nvPr/>
        </p:nvSpPr>
        <p:spPr>
          <a:xfrm>
            <a:off x="1370164" y="36303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2847">
            <a:extLst>
              <a:ext uri="{FF2B5EF4-FFF2-40B4-BE49-F238E27FC236}">
                <a16:creationId xmlns:a16="http://schemas.microsoft.com/office/drawing/2014/main" id="{03DAD1FA-8BB4-49A7-8E60-C927CD743F10}"/>
              </a:ext>
            </a:extLst>
          </p:cNvPr>
          <p:cNvSpPr>
            <a:spLocks/>
          </p:cNvSpPr>
          <p:nvPr/>
        </p:nvSpPr>
        <p:spPr>
          <a:xfrm>
            <a:off x="133432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2848">
            <a:extLst>
              <a:ext uri="{FF2B5EF4-FFF2-40B4-BE49-F238E27FC236}">
                <a16:creationId xmlns:a16="http://schemas.microsoft.com/office/drawing/2014/main" id="{EFF53B01-FC64-491F-BBED-4091764AEC5B}"/>
              </a:ext>
            </a:extLst>
          </p:cNvPr>
          <p:cNvSpPr>
            <a:spLocks/>
          </p:cNvSpPr>
          <p:nvPr/>
        </p:nvSpPr>
        <p:spPr>
          <a:xfrm>
            <a:off x="1349790" y="35267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2849">
            <a:extLst>
              <a:ext uri="{FF2B5EF4-FFF2-40B4-BE49-F238E27FC236}">
                <a16:creationId xmlns:a16="http://schemas.microsoft.com/office/drawing/2014/main" id="{F7CA65C6-27AA-4EDF-93E4-1D280A737FE4}"/>
              </a:ext>
            </a:extLst>
          </p:cNvPr>
          <p:cNvSpPr>
            <a:spLocks/>
          </p:cNvSpPr>
          <p:nvPr/>
        </p:nvSpPr>
        <p:spPr>
          <a:xfrm>
            <a:off x="1318556" y="26789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2850">
            <a:extLst>
              <a:ext uri="{FF2B5EF4-FFF2-40B4-BE49-F238E27FC236}">
                <a16:creationId xmlns:a16="http://schemas.microsoft.com/office/drawing/2014/main" id="{45C7BB1D-E692-477F-9E91-187399867C1E}"/>
              </a:ext>
            </a:extLst>
          </p:cNvPr>
          <p:cNvSpPr>
            <a:spLocks/>
          </p:cNvSpPr>
          <p:nvPr/>
        </p:nvSpPr>
        <p:spPr>
          <a:xfrm>
            <a:off x="131523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2851">
            <a:extLst>
              <a:ext uri="{FF2B5EF4-FFF2-40B4-BE49-F238E27FC236}">
                <a16:creationId xmlns:a16="http://schemas.microsoft.com/office/drawing/2014/main" id="{A2C1376E-7881-4114-AB26-080C875EE265}"/>
              </a:ext>
            </a:extLst>
          </p:cNvPr>
          <p:cNvSpPr>
            <a:spLocks/>
          </p:cNvSpPr>
          <p:nvPr/>
        </p:nvSpPr>
        <p:spPr>
          <a:xfrm>
            <a:off x="1416640" y="36206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2852">
            <a:extLst>
              <a:ext uri="{FF2B5EF4-FFF2-40B4-BE49-F238E27FC236}">
                <a16:creationId xmlns:a16="http://schemas.microsoft.com/office/drawing/2014/main" id="{BC48D3ED-A5B6-4D1D-A0F4-B3C2E6248DD5}"/>
              </a:ext>
            </a:extLst>
          </p:cNvPr>
          <p:cNvSpPr>
            <a:spLocks/>
          </p:cNvSpPr>
          <p:nvPr/>
        </p:nvSpPr>
        <p:spPr>
          <a:xfrm>
            <a:off x="1451005" y="3490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2853">
            <a:extLst>
              <a:ext uri="{FF2B5EF4-FFF2-40B4-BE49-F238E27FC236}">
                <a16:creationId xmlns:a16="http://schemas.microsoft.com/office/drawing/2014/main" id="{742BF66A-41EC-43D6-A1EF-AE05C73BACF5}"/>
              </a:ext>
            </a:extLst>
          </p:cNvPr>
          <p:cNvSpPr>
            <a:spLocks/>
          </p:cNvSpPr>
          <p:nvPr/>
        </p:nvSpPr>
        <p:spPr>
          <a:xfrm>
            <a:off x="1393530" y="33627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2854">
            <a:extLst>
              <a:ext uri="{FF2B5EF4-FFF2-40B4-BE49-F238E27FC236}">
                <a16:creationId xmlns:a16="http://schemas.microsoft.com/office/drawing/2014/main" id="{D5A703B2-C6D1-4DC5-AB0E-BC97D584CA17}"/>
              </a:ext>
            </a:extLst>
          </p:cNvPr>
          <p:cNvSpPr>
            <a:spLocks/>
          </p:cNvSpPr>
          <p:nvPr/>
        </p:nvSpPr>
        <p:spPr>
          <a:xfrm>
            <a:off x="1329185" y="24849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2855">
            <a:extLst>
              <a:ext uri="{FF2B5EF4-FFF2-40B4-BE49-F238E27FC236}">
                <a16:creationId xmlns:a16="http://schemas.microsoft.com/office/drawing/2014/main" id="{36CFE9BB-0761-4531-93AC-C5A2F5EDD9F3}"/>
              </a:ext>
            </a:extLst>
          </p:cNvPr>
          <p:cNvSpPr>
            <a:spLocks/>
          </p:cNvSpPr>
          <p:nvPr/>
        </p:nvSpPr>
        <p:spPr>
          <a:xfrm>
            <a:off x="1356921" y="36250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2856">
            <a:extLst>
              <a:ext uri="{FF2B5EF4-FFF2-40B4-BE49-F238E27FC236}">
                <a16:creationId xmlns:a16="http://schemas.microsoft.com/office/drawing/2014/main" id="{BB16D0C9-44F0-40C0-9128-971298B3ED1F}"/>
              </a:ext>
            </a:extLst>
          </p:cNvPr>
          <p:cNvSpPr>
            <a:spLocks/>
          </p:cNvSpPr>
          <p:nvPr/>
        </p:nvSpPr>
        <p:spPr>
          <a:xfrm>
            <a:off x="1387080" y="35832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2857">
            <a:extLst>
              <a:ext uri="{FF2B5EF4-FFF2-40B4-BE49-F238E27FC236}">
                <a16:creationId xmlns:a16="http://schemas.microsoft.com/office/drawing/2014/main" id="{C1444DCF-4983-4D2A-AB05-D0CD889CA8F4}"/>
              </a:ext>
            </a:extLst>
          </p:cNvPr>
          <p:cNvSpPr>
            <a:spLocks/>
          </p:cNvSpPr>
          <p:nvPr/>
        </p:nvSpPr>
        <p:spPr>
          <a:xfrm>
            <a:off x="145761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2858">
            <a:extLst>
              <a:ext uri="{FF2B5EF4-FFF2-40B4-BE49-F238E27FC236}">
                <a16:creationId xmlns:a16="http://schemas.microsoft.com/office/drawing/2014/main" id="{3B384B23-15B5-44C4-A06B-9EDD0B34AA8B}"/>
              </a:ext>
            </a:extLst>
          </p:cNvPr>
          <p:cNvSpPr>
            <a:spLocks/>
          </p:cNvSpPr>
          <p:nvPr/>
        </p:nvSpPr>
        <p:spPr>
          <a:xfrm>
            <a:off x="130689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2859">
            <a:extLst>
              <a:ext uri="{FF2B5EF4-FFF2-40B4-BE49-F238E27FC236}">
                <a16:creationId xmlns:a16="http://schemas.microsoft.com/office/drawing/2014/main" id="{2DCCCEBB-AD92-44CC-BE70-B98853B8A4CD}"/>
              </a:ext>
            </a:extLst>
          </p:cNvPr>
          <p:cNvSpPr>
            <a:spLocks/>
          </p:cNvSpPr>
          <p:nvPr/>
        </p:nvSpPr>
        <p:spPr>
          <a:xfrm>
            <a:off x="133958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2860">
            <a:extLst>
              <a:ext uri="{FF2B5EF4-FFF2-40B4-BE49-F238E27FC236}">
                <a16:creationId xmlns:a16="http://schemas.microsoft.com/office/drawing/2014/main" id="{AF7CAF31-9680-43A3-B93F-15259362F108}"/>
              </a:ext>
            </a:extLst>
          </p:cNvPr>
          <p:cNvSpPr>
            <a:spLocks/>
          </p:cNvSpPr>
          <p:nvPr/>
        </p:nvSpPr>
        <p:spPr>
          <a:xfrm>
            <a:off x="1330969" y="36303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2861">
            <a:extLst>
              <a:ext uri="{FF2B5EF4-FFF2-40B4-BE49-F238E27FC236}">
                <a16:creationId xmlns:a16="http://schemas.microsoft.com/office/drawing/2014/main" id="{28991B01-9C23-4FB5-BB48-E5A4D26E7213}"/>
              </a:ext>
            </a:extLst>
          </p:cNvPr>
          <p:cNvSpPr>
            <a:spLocks/>
          </p:cNvSpPr>
          <p:nvPr/>
        </p:nvSpPr>
        <p:spPr>
          <a:xfrm>
            <a:off x="142918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2862">
            <a:extLst>
              <a:ext uri="{FF2B5EF4-FFF2-40B4-BE49-F238E27FC236}">
                <a16:creationId xmlns:a16="http://schemas.microsoft.com/office/drawing/2014/main" id="{073ECFEA-029D-4217-8E2F-667333A17DA3}"/>
              </a:ext>
            </a:extLst>
          </p:cNvPr>
          <p:cNvSpPr>
            <a:spLocks/>
          </p:cNvSpPr>
          <p:nvPr/>
        </p:nvSpPr>
        <p:spPr>
          <a:xfrm>
            <a:off x="132905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2863">
            <a:extLst>
              <a:ext uri="{FF2B5EF4-FFF2-40B4-BE49-F238E27FC236}">
                <a16:creationId xmlns:a16="http://schemas.microsoft.com/office/drawing/2014/main" id="{678F128C-EB79-471C-B872-A3E0A9AE4DCC}"/>
              </a:ext>
            </a:extLst>
          </p:cNvPr>
          <p:cNvSpPr>
            <a:spLocks/>
          </p:cNvSpPr>
          <p:nvPr/>
        </p:nvSpPr>
        <p:spPr>
          <a:xfrm>
            <a:off x="129948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2864">
            <a:extLst>
              <a:ext uri="{FF2B5EF4-FFF2-40B4-BE49-F238E27FC236}">
                <a16:creationId xmlns:a16="http://schemas.microsoft.com/office/drawing/2014/main" id="{8263C8F4-7464-42D6-A3FC-4A6D4E077B0C}"/>
              </a:ext>
            </a:extLst>
          </p:cNvPr>
          <p:cNvSpPr>
            <a:spLocks/>
          </p:cNvSpPr>
          <p:nvPr/>
        </p:nvSpPr>
        <p:spPr>
          <a:xfrm>
            <a:off x="1376697" y="3545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2865">
            <a:extLst>
              <a:ext uri="{FF2B5EF4-FFF2-40B4-BE49-F238E27FC236}">
                <a16:creationId xmlns:a16="http://schemas.microsoft.com/office/drawing/2014/main" id="{FF7BE263-E1F1-4481-80E3-AB8B92D3A7B6}"/>
              </a:ext>
            </a:extLst>
          </p:cNvPr>
          <p:cNvSpPr>
            <a:spLocks/>
          </p:cNvSpPr>
          <p:nvPr/>
        </p:nvSpPr>
        <p:spPr>
          <a:xfrm>
            <a:off x="141086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2866">
            <a:extLst>
              <a:ext uri="{FF2B5EF4-FFF2-40B4-BE49-F238E27FC236}">
                <a16:creationId xmlns:a16="http://schemas.microsoft.com/office/drawing/2014/main" id="{F1FE20E8-4D89-47EE-A77C-50A9AD9F9812}"/>
              </a:ext>
            </a:extLst>
          </p:cNvPr>
          <p:cNvSpPr>
            <a:spLocks/>
          </p:cNvSpPr>
          <p:nvPr/>
        </p:nvSpPr>
        <p:spPr>
          <a:xfrm>
            <a:off x="1459994" y="36293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2867">
            <a:extLst>
              <a:ext uri="{FF2B5EF4-FFF2-40B4-BE49-F238E27FC236}">
                <a16:creationId xmlns:a16="http://schemas.microsoft.com/office/drawing/2014/main" id="{F6B8F57D-E188-4D8C-A866-5AABF722F8EE}"/>
              </a:ext>
            </a:extLst>
          </p:cNvPr>
          <p:cNvSpPr>
            <a:spLocks/>
          </p:cNvSpPr>
          <p:nvPr/>
        </p:nvSpPr>
        <p:spPr>
          <a:xfrm>
            <a:off x="1460829" y="3612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2868">
            <a:extLst>
              <a:ext uri="{FF2B5EF4-FFF2-40B4-BE49-F238E27FC236}">
                <a16:creationId xmlns:a16="http://schemas.microsoft.com/office/drawing/2014/main" id="{A839B940-E8C0-4FFC-A749-1FF6B9D80356}"/>
              </a:ext>
            </a:extLst>
          </p:cNvPr>
          <p:cNvSpPr>
            <a:spLocks/>
          </p:cNvSpPr>
          <p:nvPr/>
        </p:nvSpPr>
        <p:spPr>
          <a:xfrm>
            <a:off x="1461142" y="36264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2869">
            <a:extLst>
              <a:ext uri="{FF2B5EF4-FFF2-40B4-BE49-F238E27FC236}">
                <a16:creationId xmlns:a16="http://schemas.microsoft.com/office/drawing/2014/main" id="{B11D5033-5C0C-4FE1-8F1E-1D422C8E08E0}"/>
              </a:ext>
            </a:extLst>
          </p:cNvPr>
          <p:cNvSpPr>
            <a:spLocks/>
          </p:cNvSpPr>
          <p:nvPr/>
        </p:nvSpPr>
        <p:spPr>
          <a:xfrm>
            <a:off x="1454574" y="36293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2870">
            <a:extLst>
              <a:ext uri="{FF2B5EF4-FFF2-40B4-BE49-F238E27FC236}">
                <a16:creationId xmlns:a16="http://schemas.microsoft.com/office/drawing/2014/main" id="{9C260ADF-A042-4C56-914A-89F4333A6B94}"/>
              </a:ext>
            </a:extLst>
          </p:cNvPr>
          <p:cNvSpPr>
            <a:spLocks/>
          </p:cNvSpPr>
          <p:nvPr/>
        </p:nvSpPr>
        <p:spPr>
          <a:xfrm>
            <a:off x="1356017" y="36228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2871">
            <a:extLst>
              <a:ext uri="{FF2B5EF4-FFF2-40B4-BE49-F238E27FC236}">
                <a16:creationId xmlns:a16="http://schemas.microsoft.com/office/drawing/2014/main" id="{F5FF7C25-7930-44DC-B2C9-DE9395CD2B65}"/>
              </a:ext>
            </a:extLst>
          </p:cNvPr>
          <p:cNvSpPr>
            <a:spLocks/>
          </p:cNvSpPr>
          <p:nvPr/>
        </p:nvSpPr>
        <p:spPr>
          <a:xfrm>
            <a:off x="1449244" y="3630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2872">
            <a:extLst>
              <a:ext uri="{FF2B5EF4-FFF2-40B4-BE49-F238E27FC236}">
                <a16:creationId xmlns:a16="http://schemas.microsoft.com/office/drawing/2014/main" id="{F0052427-89B6-407F-A082-863D8C28636B}"/>
              </a:ext>
            </a:extLst>
          </p:cNvPr>
          <p:cNvSpPr>
            <a:spLocks/>
          </p:cNvSpPr>
          <p:nvPr/>
        </p:nvSpPr>
        <p:spPr>
          <a:xfrm>
            <a:off x="134904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2873">
            <a:extLst>
              <a:ext uri="{FF2B5EF4-FFF2-40B4-BE49-F238E27FC236}">
                <a16:creationId xmlns:a16="http://schemas.microsoft.com/office/drawing/2014/main" id="{98257DA6-521B-41C0-B426-EBE9F2083E1D}"/>
              </a:ext>
            </a:extLst>
          </p:cNvPr>
          <p:cNvSpPr>
            <a:spLocks/>
          </p:cNvSpPr>
          <p:nvPr/>
        </p:nvSpPr>
        <p:spPr>
          <a:xfrm>
            <a:off x="1406985" y="35808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2874">
            <a:extLst>
              <a:ext uri="{FF2B5EF4-FFF2-40B4-BE49-F238E27FC236}">
                <a16:creationId xmlns:a16="http://schemas.microsoft.com/office/drawing/2014/main" id="{6B600DF7-A856-47AC-BDCB-642FDA516375}"/>
              </a:ext>
            </a:extLst>
          </p:cNvPr>
          <p:cNvSpPr>
            <a:spLocks/>
          </p:cNvSpPr>
          <p:nvPr/>
        </p:nvSpPr>
        <p:spPr>
          <a:xfrm>
            <a:off x="1304980" y="36329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2875">
            <a:extLst>
              <a:ext uri="{FF2B5EF4-FFF2-40B4-BE49-F238E27FC236}">
                <a16:creationId xmlns:a16="http://schemas.microsoft.com/office/drawing/2014/main" id="{8AFA0E5D-5E5A-4CCD-A74A-6B1860A60461}"/>
              </a:ext>
            </a:extLst>
          </p:cNvPr>
          <p:cNvSpPr>
            <a:spLocks/>
          </p:cNvSpPr>
          <p:nvPr/>
        </p:nvSpPr>
        <p:spPr>
          <a:xfrm>
            <a:off x="1381048" y="36321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2876">
            <a:extLst>
              <a:ext uri="{FF2B5EF4-FFF2-40B4-BE49-F238E27FC236}">
                <a16:creationId xmlns:a16="http://schemas.microsoft.com/office/drawing/2014/main" id="{29B54F14-BF8B-4AC5-9B97-E18B7E63A20F}"/>
              </a:ext>
            </a:extLst>
          </p:cNvPr>
          <p:cNvSpPr>
            <a:spLocks/>
          </p:cNvSpPr>
          <p:nvPr/>
        </p:nvSpPr>
        <p:spPr>
          <a:xfrm>
            <a:off x="1460754" y="3552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2877">
            <a:extLst>
              <a:ext uri="{FF2B5EF4-FFF2-40B4-BE49-F238E27FC236}">
                <a16:creationId xmlns:a16="http://schemas.microsoft.com/office/drawing/2014/main" id="{B3B6642F-AB55-4E77-902C-727CF33CE19D}"/>
              </a:ext>
            </a:extLst>
          </p:cNvPr>
          <p:cNvSpPr>
            <a:spLocks/>
          </p:cNvSpPr>
          <p:nvPr/>
        </p:nvSpPr>
        <p:spPr>
          <a:xfrm>
            <a:off x="1328368" y="36167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2878">
            <a:extLst>
              <a:ext uri="{FF2B5EF4-FFF2-40B4-BE49-F238E27FC236}">
                <a16:creationId xmlns:a16="http://schemas.microsoft.com/office/drawing/2014/main" id="{0BA7DCC7-C3C3-456A-9757-586DAF2994F9}"/>
              </a:ext>
            </a:extLst>
          </p:cNvPr>
          <p:cNvSpPr>
            <a:spLocks/>
          </p:cNvSpPr>
          <p:nvPr/>
        </p:nvSpPr>
        <p:spPr>
          <a:xfrm>
            <a:off x="1300770" y="27656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2879">
            <a:extLst>
              <a:ext uri="{FF2B5EF4-FFF2-40B4-BE49-F238E27FC236}">
                <a16:creationId xmlns:a16="http://schemas.microsoft.com/office/drawing/2014/main" id="{C5E67432-F64C-4387-93C4-6D8CC87417CB}"/>
              </a:ext>
            </a:extLst>
          </p:cNvPr>
          <p:cNvSpPr>
            <a:spLocks/>
          </p:cNvSpPr>
          <p:nvPr/>
        </p:nvSpPr>
        <p:spPr>
          <a:xfrm>
            <a:off x="139509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2880">
            <a:extLst>
              <a:ext uri="{FF2B5EF4-FFF2-40B4-BE49-F238E27FC236}">
                <a16:creationId xmlns:a16="http://schemas.microsoft.com/office/drawing/2014/main" id="{184EAE05-DDEB-4273-863E-40D67E3F1499}"/>
              </a:ext>
            </a:extLst>
          </p:cNvPr>
          <p:cNvSpPr>
            <a:spLocks/>
          </p:cNvSpPr>
          <p:nvPr/>
        </p:nvSpPr>
        <p:spPr>
          <a:xfrm>
            <a:off x="1434178" y="35761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2881">
            <a:extLst>
              <a:ext uri="{FF2B5EF4-FFF2-40B4-BE49-F238E27FC236}">
                <a16:creationId xmlns:a16="http://schemas.microsoft.com/office/drawing/2014/main" id="{6CD2A7F0-7B2A-4CA4-B5D0-741AF05D5D7F}"/>
              </a:ext>
            </a:extLst>
          </p:cNvPr>
          <p:cNvSpPr>
            <a:spLocks/>
          </p:cNvSpPr>
          <p:nvPr/>
        </p:nvSpPr>
        <p:spPr>
          <a:xfrm>
            <a:off x="1352310" y="36091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2882">
            <a:extLst>
              <a:ext uri="{FF2B5EF4-FFF2-40B4-BE49-F238E27FC236}">
                <a16:creationId xmlns:a16="http://schemas.microsoft.com/office/drawing/2014/main" id="{C7458254-6FEC-4450-9623-028DC9154A50}"/>
              </a:ext>
            </a:extLst>
          </p:cNvPr>
          <p:cNvSpPr>
            <a:spLocks/>
          </p:cNvSpPr>
          <p:nvPr/>
        </p:nvSpPr>
        <p:spPr>
          <a:xfrm>
            <a:off x="1312700" y="36216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2883">
            <a:extLst>
              <a:ext uri="{FF2B5EF4-FFF2-40B4-BE49-F238E27FC236}">
                <a16:creationId xmlns:a16="http://schemas.microsoft.com/office/drawing/2014/main" id="{41A5A483-FF34-4CC5-8C63-9A120471C6CF}"/>
              </a:ext>
            </a:extLst>
          </p:cNvPr>
          <p:cNvSpPr>
            <a:spLocks/>
          </p:cNvSpPr>
          <p:nvPr/>
        </p:nvSpPr>
        <p:spPr>
          <a:xfrm>
            <a:off x="139591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2884">
            <a:extLst>
              <a:ext uri="{FF2B5EF4-FFF2-40B4-BE49-F238E27FC236}">
                <a16:creationId xmlns:a16="http://schemas.microsoft.com/office/drawing/2014/main" id="{7115E1CB-F23B-42C9-B655-276A937D58AF}"/>
              </a:ext>
            </a:extLst>
          </p:cNvPr>
          <p:cNvSpPr>
            <a:spLocks/>
          </p:cNvSpPr>
          <p:nvPr/>
        </p:nvSpPr>
        <p:spPr>
          <a:xfrm>
            <a:off x="143431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2885">
            <a:extLst>
              <a:ext uri="{FF2B5EF4-FFF2-40B4-BE49-F238E27FC236}">
                <a16:creationId xmlns:a16="http://schemas.microsoft.com/office/drawing/2014/main" id="{1FD921F9-9BD7-49D1-9287-BB14687C28C5}"/>
              </a:ext>
            </a:extLst>
          </p:cNvPr>
          <p:cNvSpPr>
            <a:spLocks/>
          </p:cNvSpPr>
          <p:nvPr/>
        </p:nvSpPr>
        <p:spPr>
          <a:xfrm>
            <a:off x="1459511" y="35344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2886">
            <a:extLst>
              <a:ext uri="{FF2B5EF4-FFF2-40B4-BE49-F238E27FC236}">
                <a16:creationId xmlns:a16="http://schemas.microsoft.com/office/drawing/2014/main" id="{97A17319-4051-4B28-A1AD-E708C16FF58D}"/>
              </a:ext>
            </a:extLst>
          </p:cNvPr>
          <p:cNvSpPr>
            <a:spLocks/>
          </p:cNvSpPr>
          <p:nvPr/>
        </p:nvSpPr>
        <p:spPr>
          <a:xfrm>
            <a:off x="144804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2887">
            <a:extLst>
              <a:ext uri="{FF2B5EF4-FFF2-40B4-BE49-F238E27FC236}">
                <a16:creationId xmlns:a16="http://schemas.microsoft.com/office/drawing/2014/main" id="{7E1DECB1-B8E8-4784-AF1A-7C6B2FE37833}"/>
              </a:ext>
            </a:extLst>
          </p:cNvPr>
          <p:cNvSpPr>
            <a:spLocks/>
          </p:cNvSpPr>
          <p:nvPr/>
        </p:nvSpPr>
        <p:spPr>
          <a:xfrm>
            <a:off x="1393201" y="3619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2888">
            <a:extLst>
              <a:ext uri="{FF2B5EF4-FFF2-40B4-BE49-F238E27FC236}">
                <a16:creationId xmlns:a16="http://schemas.microsoft.com/office/drawing/2014/main" id="{9EC6018E-155D-4420-9029-EF41194A79A7}"/>
              </a:ext>
            </a:extLst>
          </p:cNvPr>
          <p:cNvSpPr>
            <a:spLocks/>
          </p:cNvSpPr>
          <p:nvPr/>
        </p:nvSpPr>
        <p:spPr>
          <a:xfrm>
            <a:off x="133597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2889">
            <a:extLst>
              <a:ext uri="{FF2B5EF4-FFF2-40B4-BE49-F238E27FC236}">
                <a16:creationId xmlns:a16="http://schemas.microsoft.com/office/drawing/2014/main" id="{8F48C1C4-D421-4C9D-9F6B-03DB90B41447}"/>
              </a:ext>
            </a:extLst>
          </p:cNvPr>
          <p:cNvSpPr>
            <a:spLocks/>
          </p:cNvSpPr>
          <p:nvPr/>
        </p:nvSpPr>
        <p:spPr>
          <a:xfrm>
            <a:off x="1350835" y="36308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2890">
            <a:extLst>
              <a:ext uri="{FF2B5EF4-FFF2-40B4-BE49-F238E27FC236}">
                <a16:creationId xmlns:a16="http://schemas.microsoft.com/office/drawing/2014/main" id="{5E7DAEDA-C790-4BA0-8607-303BC4036B91}"/>
              </a:ext>
            </a:extLst>
          </p:cNvPr>
          <p:cNvSpPr>
            <a:spLocks/>
          </p:cNvSpPr>
          <p:nvPr/>
        </p:nvSpPr>
        <p:spPr>
          <a:xfrm>
            <a:off x="145535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2891">
            <a:extLst>
              <a:ext uri="{FF2B5EF4-FFF2-40B4-BE49-F238E27FC236}">
                <a16:creationId xmlns:a16="http://schemas.microsoft.com/office/drawing/2014/main" id="{0294B931-46EC-4547-A4E2-7E71D9711283}"/>
              </a:ext>
            </a:extLst>
          </p:cNvPr>
          <p:cNvSpPr>
            <a:spLocks/>
          </p:cNvSpPr>
          <p:nvPr/>
        </p:nvSpPr>
        <p:spPr>
          <a:xfrm>
            <a:off x="1427896" y="35921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2892">
            <a:extLst>
              <a:ext uri="{FF2B5EF4-FFF2-40B4-BE49-F238E27FC236}">
                <a16:creationId xmlns:a16="http://schemas.microsoft.com/office/drawing/2014/main" id="{7C7B09C8-198A-4C54-A598-F35352545AF9}"/>
              </a:ext>
            </a:extLst>
          </p:cNvPr>
          <p:cNvSpPr>
            <a:spLocks/>
          </p:cNvSpPr>
          <p:nvPr/>
        </p:nvSpPr>
        <p:spPr>
          <a:xfrm>
            <a:off x="135385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2893">
            <a:extLst>
              <a:ext uri="{FF2B5EF4-FFF2-40B4-BE49-F238E27FC236}">
                <a16:creationId xmlns:a16="http://schemas.microsoft.com/office/drawing/2014/main" id="{4D28F8C0-E8EB-469A-A68F-526467301CB9}"/>
              </a:ext>
            </a:extLst>
          </p:cNvPr>
          <p:cNvSpPr>
            <a:spLocks/>
          </p:cNvSpPr>
          <p:nvPr/>
        </p:nvSpPr>
        <p:spPr>
          <a:xfrm>
            <a:off x="1361502" y="36218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2894">
            <a:extLst>
              <a:ext uri="{FF2B5EF4-FFF2-40B4-BE49-F238E27FC236}">
                <a16:creationId xmlns:a16="http://schemas.microsoft.com/office/drawing/2014/main" id="{0A3886B7-AC1D-4BF8-B94F-F8B94951A34F}"/>
              </a:ext>
            </a:extLst>
          </p:cNvPr>
          <p:cNvSpPr>
            <a:spLocks/>
          </p:cNvSpPr>
          <p:nvPr/>
        </p:nvSpPr>
        <p:spPr>
          <a:xfrm>
            <a:off x="1325318" y="36088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2895">
            <a:extLst>
              <a:ext uri="{FF2B5EF4-FFF2-40B4-BE49-F238E27FC236}">
                <a16:creationId xmlns:a16="http://schemas.microsoft.com/office/drawing/2014/main" id="{61ACA287-0E61-4F3F-B654-ADF8E2422DE7}"/>
              </a:ext>
            </a:extLst>
          </p:cNvPr>
          <p:cNvSpPr>
            <a:spLocks/>
          </p:cNvSpPr>
          <p:nvPr/>
        </p:nvSpPr>
        <p:spPr>
          <a:xfrm>
            <a:off x="1334904" y="2980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2896">
            <a:extLst>
              <a:ext uri="{FF2B5EF4-FFF2-40B4-BE49-F238E27FC236}">
                <a16:creationId xmlns:a16="http://schemas.microsoft.com/office/drawing/2014/main" id="{BD65B0D3-2017-4163-A947-A728EF0A5F9C}"/>
              </a:ext>
            </a:extLst>
          </p:cNvPr>
          <p:cNvSpPr>
            <a:spLocks/>
          </p:cNvSpPr>
          <p:nvPr/>
        </p:nvSpPr>
        <p:spPr>
          <a:xfrm>
            <a:off x="1347866" y="33486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2897">
            <a:extLst>
              <a:ext uri="{FF2B5EF4-FFF2-40B4-BE49-F238E27FC236}">
                <a16:creationId xmlns:a16="http://schemas.microsoft.com/office/drawing/2014/main" id="{E4502814-914E-4360-9446-F4CD48CFCE9D}"/>
              </a:ext>
            </a:extLst>
          </p:cNvPr>
          <p:cNvSpPr>
            <a:spLocks/>
          </p:cNvSpPr>
          <p:nvPr/>
        </p:nvSpPr>
        <p:spPr>
          <a:xfrm>
            <a:off x="1446395" y="3633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2898">
            <a:extLst>
              <a:ext uri="{FF2B5EF4-FFF2-40B4-BE49-F238E27FC236}">
                <a16:creationId xmlns:a16="http://schemas.microsoft.com/office/drawing/2014/main" id="{8B05AE00-9037-45F6-B851-21406B168FD8}"/>
              </a:ext>
            </a:extLst>
          </p:cNvPr>
          <p:cNvSpPr>
            <a:spLocks/>
          </p:cNvSpPr>
          <p:nvPr/>
        </p:nvSpPr>
        <p:spPr>
          <a:xfrm>
            <a:off x="138873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2899">
            <a:extLst>
              <a:ext uri="{FF2B5EF4-FFF2-40B4-BE49-F238E27FC236}">
                <a16:creationId xmlns:a16="http://schemas.microsoft.com/office/drawing/2014/main" id="{4717CAF0-ADD0-41FB-A013-50857C07ED38}"/>
              </a:ext>
            </a:extLst>
          </p:cNvPr>
          <p:cNvSpPr>
            <a:spLocks/>
          </p:cNvSpPr>
          <p:nvPr/>
        </p:nvSpPr>
        <p:spPr>
          <a:xfrm>
            <a:off x="1411715" y="35966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2900">
            <a:extLst>
              <a:ext uri="{FF2B5EF4-FFF2-40B4-BE49-F238E27FC236}">
                <a16:creationId xmlns:a16="http://schemas.microsoft.com/office/drawing/2014/main" id="{720E7E4C-E628-4364-A22C-A19F4DE15D11}"/>
              </a:ext>
            </a:extLst>
          </p:cNvPr>
          <p:cNvSpPr>
            <a:spLocks/>
          </p:cNvSpPr>
          <p:nvPr/>
        </p:nvSpPr>
        <p:spPr>
          <a:xfrm>
            <a:off x="1357223" y="34988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2901">
            <a:extLst>
              <a:ext uri="{FF2B5EF4-FFF2-40B4-BE49-F238E27FC236}">
                <a16:creationId xmlns:a16="http://schemas.microsoft.com/office/drawing/2014/main" id="{45F701ED-0743-4EE0-A0FB-689C9B62577D}"/>
              </a:ext>
            </a:extLst>
          </p:cNvPr>
          <p:cNvSpPr>
            <a:spLocks/>
          </p:cNvSpPr>
          <p:nvPr/>
        </p:nvSpPr>
        <p:spPr>
          <a:xfrm>
            <a:off x="1338310" y="35947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2902">
            <a:extLst>
              <a:ext uri="{FF2B5EF4-FFF2-40B4-BE49-F238E27FC236}">
                <a16:creationId xmlns:a16="http://schemas.microsoft.com/office/drawing/2014/main" id="{AC48D818-B7CB-45C7-A96D-FA6CC86D9D3C}"/>
              </a:ext>
            </a:extLst>
          </p:cNvPr>
          <p:cNvSpPr>
            <a:spLocks/>
          </p:cNvSpPr>
          <p:nvPr/>
        </p:nvSpPr>
        <p:spPr>
          <a:xfrm>
            <a:off x="1323870" y="35450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2903">
            <a:extLst>
              <a:ext uri="{FF2B5EF4-FFF2-40B4-BE49-F238E27FC236}">
                <a16:creationId xmlns:a16="http://schemas.microsoft.com/office/drawing/2014/main" id="{64B758DA-A86D-4E33-8DC5-C44E2CEB808E}"/>
              </a:ext>
            </a:extLst>
          </p:cNvPr>
          <p:cNvSpPr>
            <a:spLocks/>
          </p:cNvSpPr>
          <p:nvPr/>
        </p:nvSpPr>
        <p:spPr>
          <a:xfrm>
            <a:off x="1343069" y="35061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2904">
            <a:extLst>
              <a:ext uri="{FF2B5EF4-FFF2-40B4-BE49-F238E27FC236}">
                <a16:creationId xmlns:a16="http://schemas.microsoft.com/office/drawing/2014/main" id="{87251D60-AB75-4D03-9880-CEB4A5775C2F}"/>
              </a:ext>
            </a:extLst>
          </p:cNvPr>
          <p:cNvSpPr>
            <a:spLocks/>
          </p:cNvSpPr>
          <p:nvPr/>
        </p:nvSpPr>
        <p:spPr>
          <a:xfrm>
            <a:off x="145891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2905">
            <a:extLst>
              <a:ext uri="{FF2B5EF4-FFF2-40B4-BE49-F238E27FC236}">
                <a16:creationId xmlns:a16="http://schemas.microsoft.com/office/drawing/2014/main" id="{F7EE3E46-7D3A-4FE8-BFD5-3723AD7D4F79}"/>
              </a:ext>
            </a:extLst>
          </p:cNvPr>
          <p:cNvSpPr>
            <a:spLocks/>
          </p:cNvSpPr>
          <p:nvPr/>
        </p:nvSpPr>
        <p:spPr>
          <a:xfrm>
            <a:off x="1304861" y="3610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2906">
            <a:extLst>
              <a:ext uri="{FF2B5EF4-FFF2-40B4-BE49-F238E27FC236}">
                <a16:creationId xmlns:a16="http://schemas.microsoft.com/office/drawing/2014/main" id="{9CDAEE2B-1240-4BB4-B21A-F6230808B433}"/>
              </a:ext>
            </a:extLst>
          </p:cNvPr>
          <p:cNvSpPr>
            <a:spLocks/>
          </p:cNvSpPr>
          <p:nvPr/>
        </p:nvSpPr>
        <p:spPr>
          <a:xfrm>
            <a:off x="1331569" y="36027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2907">
            <a:extLst>
              <a:ext uri="{FF2B5EF4-FFF2-40B4-BE49-F238E27FC236}">
                <a16:creationId xmlns:a16="http://schemas.microsoft.com/office/drawing/2014/main" id="{1DA4CC1A-FC73-4E5D-A777-FBDE903B6510}"/>
              </a:ext>
            </a:extLst>
          </p:cNvPr>
          <p:cNvSpPr>
            <a:spLocks/>
          </p:cNvSpPr>
          <p:nvPr/>
        </p:nvSpPr>
        <p:spPr>
          <a:xfrm>
            <a:off x="131874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2908">
            <a:extLst>
              <a:ext uri="{FF2B5EF4-FFF2-40B4-BE49-F238E27FC236}">
                <a16:creationId xmlns:a16="http://schemas.microsoft.com/office/drawing/2014/main" id="{677E51A5-646F-43B6-AD30-19642C4CAE90}"/>
              </a:ext>
            </a:extLst>
          </p:cNvPr>
          <p:cNvSpPr>
            <a:spLocks/>
          </p:cNvSpPr>
          <p:nvPr/>
        </p:nvSpPr>
        <p:spPr>
          <a:xfrm>
            <a:off x="136054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2909">
            <a:extLst>
              <a:ext uri="{FF2B5EF4-FFF2-40B4-BE49-F238E27FC236}">
                <a16:creationId xmlns:a16="http://schemas.microsoft.com/office/drawing/2014/main" id="{AC091A29-126C-49E9-9955-97EB8B1FF2F1}"/>
              </a:ext>
            </a:extLst>
          </p:cNvPr>
          <p:cNvSpPr>
            <a:spLocks/>
          </p:cNvSpPr>
          <p:nvPr/>
        </p:nvSpPr>
        <p:spPr>
          <a:xfrm>
            <a:off x="1416804" y="34706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2910">
            <a:extLst>
              <a:ext uri="{FF2B5EF4-FFF2-40B4-BE49-F238E27FC236}">
                <a16:creationId xmlns:a16="http://schemas.microsoft.com/office/drawing/2014/main" id="{6F9FE2B4-175B-411E-B1FC-29DA123B7E33}"/>
              </a:ext>
            </a:extLst>
          </p:cNvPr>
          <p:cNvSpPr>
            <a:spLocks/>
          </p:cNvSpPr>
          <p:nvPr/>
        </p:nvSpPr>
        <p:spPr>
          <a:xfrm>
            <a:off x="130116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2911">
            <a:extLst>
              <a:ext uri="{FF2B5EF4-FFF2-40B4-BE49-F238E27FC236}">
                <a16:creationId xmlns:a16="http://schemas.microsoft.com/office/drawing/2014/main" id="{B051E22F-FCDF-468D-AB56-850638CC90F3}"/>
              </a:ext>
            </a:extLst>
          </p:cNvPr>
          <p:cNvSpPr>
            <a:spLocks/>
          </p:cNvSpPr>
          <p:nvPr/>
        </p:nvSpPr>
        <p:spPr>
          <a:xfrm>
            <a:off x="130003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2912">
            <a:extLst>
              <a:ext uri="{FF2B5EF4-FFF2-40B4-BE49-F238E27FC236}">
                <a16:creationId xmlns:a16="http://schemas.microsoft.com/office/drawing/2014/main" id="{CC17B1B3-EEA9-4921-8B7C-887F24682497}"/>
              </a:ext>
            </a:extLst>
          </p:cNvPr>
          <p:cNvSpPr>
            <a:spLocks/>
          </p:cNvSpPr>
          <p:nvPr/>
        </p:nvSpPr>
        <p:spPr>
          <a:xfrm>
            <a:off x="1446745" y="3377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2913">
            <a:extLst>
              <a:ext uri="{FF2B5EF4-FFF2-40B4-BE49-F238E27FC236}">
                <a16:creationId xmlns:a16="http://schemas.microsoft.com/office/drawing/2014/main" id="{8D4E795D-B083-4463-BCA8-706DF900E2A2}"/>
              </a:ext>
            </a:extLst>
          </p:cNvPr>
          <p:cNvSpPr>
            <a:spLocks/>
          </p:cNvSpPr>
          <p:nvPr/>
        </p:nvSpPr>
        <p:spPr>
          <a:xfrm>
            <a:off x="139041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2914">
            <a:extLst>
              <a:ext uri="{FF2B5EF4-FFF2-40B4-BE49-F238E27FC236}">
                <a16:creationId xmlns:a16="http://schemas.microsoft.com/office/drawing/2014/main" id="{D2FEEA62-E450-4EB9-887F-CA6FD7FEB471}"/>
              </a:ext>
            </a:extLst>
          </p:cNvPr>
          <p:cNvSpPr>
            <a:spLocks/>
          </p:cNvSpPr>
          <p:nvPr/>
        </p:nvSpPr>
        <p:spPr>
          <a:xfrm>
            <a:off x="135720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2915">
            <a:extLst>
              <a:ext uri="{FF2B5EF4-FFF2-40B4-BE49-F238E27FC236}">
                <a16:creationId xmlns:a16="http://schemas.microsoft.com/office/drawing/2014/main" id="{0A52025A-0B56-4C1E-86ED-E7722FEFDE7E}"/>
              </a:ext>
            </a:extLst>
          </p:cNvPr>
          <p:cNvSpPr>
            <a:spLocks/>
          </p:cNvSpPr>
          <p:nvPr/>
        </p:nvSpPr>
        <p:spPr>
          <a:xfrm>
            <a:off x="1315945" y="36170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2916">
            <a:extLst>
              <a:ext uri="{FF2B5EF4-FFF2-40B4-BE49-F238E27FC236}">
                <a16:creationId xmlns:a16="http://schemas.microsoft.com/office/drawing/2014/main" id="{842FE694-A81B-4BC2-95C0-399BFEDB5E62}"/>
              </a:ext>
            </a:extLst>
          </p:cNvPr>
          <p:cNvSpPr>
            <a:spLocks/>
          </p:cNvSpPr>
          <p:nvPr/>
        </p:nvSpPr>
        <p:spPr>
          <a:xfrm>
            <a:off x="1376973" y="33126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2917">
            <a:extLst>
              <a:ext uri="{FF2B5EF4-FFF2-40B4-BE49-F238E27FC236}">
                <a16:creationId xmlns:a16="http://schemas.microsoft.com/office/drawing/2014/main" id="{A630F003-C013-495E-9B29-E0D467F3787C}"/>
              </a:ext>
            </a:extLst>
          </p:cNvPr>
          <p:cNvSpPr>
            <a:spLocks/>
          </p:cNvSpPr>
          <p:nvPr/>
        </p:nvSpPr>
        <p:spPr>
          <a:xfrm>
            <a:off x="1420894" y="36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2918">
            <a:extLst>
              <a:ext uri="{FF2B5EF4-FFF2-40B4-BE49-F238E27FC236}">
                <a16:creationId xmlns:a16="http://schemas.microsoft.com/office/drawing/2014/main" id="{877A4A97-3F8C-4594-B5B9-969D5CC563BF}"/>
              </a:ext>
            </a:extLst>
          </p:cNvPr>
          <p:cNvSpPr>
            <a:spLocks/>
          </p:cNvSpPr>
          <p:nvPr/>
        </p:nvSpPr>
        <p:spPr>
          <a:xfrm>
            <a:off x="1462017" y="3630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2919">
            <a:extLst>
              <a:ext uri="{FF2B5EF4-FFF2-40B4-BE49-F238E27FC236}">
                <a16:creationId xmlns:a16="http://schemas.microsoft.com/office/drawing/2014/main" id="{BD07A53B-8540-479C-8D63-E5D7ADF3A4C0}"/>
              </a:ext>
            </a:extLst>
          </p:cNvPr>
          <p:cNvSpPr>
            <a:spLocks/>
          </p:cNvSpPr>
          <p:nvPr/>
        </p:nvSpPr>
        <p:spPr>
          <a:xfrm>
            <a:off x="1386172" y="35250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2920">
            <a:extLst>
              <a:ext uri="{FF2B5EF4-FFF2-40B4-BE49-F238E27FC236}">
                <a16:creationId xmlns:a16="http://schemas.microsoft.com/office/drawing/2014/main" id="{E7748F71-4E43-419C-934A-B2F518A82E81}"/>
              </a:ext>
            </a:extLst>
          </p:cNvPr>
          <p:cNvSpPr>
            <a:spLocks/>
          </p:cNvSpPr>
          <p:nvPr/>
        </p:nvSpPr>
        <p:spPr>
          <a:xfrm>
            <a:off x="1331519" y="3618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2921">
            <a:extLst>
              <a:ext uri="{FF2B5EF4-FFF2-40B4-BE49-F238E27FC236}">
                <a16:creationId xmlns:a16="http://schemas.microsoft.com/office/drawing/2014/main" id="{562F643A-ED14-431B-A2B3-086760F9D7C3}"/>
              </a:ext>
            </a:extLst>
          </p:cNvPr>
          <p:cNvSpPr>
            <a:spLocks/>
          </p:cNvSpPr>
          <p:nvPr/>
        </p:nvSpPr>
        <p:spPr>
          <a:xfrm>
            <a:off x="143761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2922">
            <a:extLst>
              <a:ext uri="{FF2B5EF4-FFF2-40B4-BE49-F238E27FC236}">
                <a16:creationId xmlns:a16="http://schemas.microsoft.com/office/drawing/2014/main" id="{B6CD1084-D135-4216-8A75-CAA097E8EC46}"/>
              </a:ext>
            </a:extLst>
          </p:cNvPr>
          <p:cNvSpPr>
            <a:spLocks/>
          </p:cNvSpPr>
          <p:nvPr/>
        </p:nvSpPr>
        <p:spPr>
          <a:xfrm>
            <a:off x="130467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2923">
            <a:extLst>
              <a:ext uri="{FF2B5EF4-FFF2-40B4-BE49-F238E27FC236}">
                <a16:creationId xmlns:a16="http://schemas.microsoft.com/office/drawing/2014/main" id="{97BEC171-8952-4F1E-8FCD-A9B2CF203BC9}"/>
              </a:ext>
            </a:extLst>
          </p:cNvPr>
          <p:cNvSpPr>
            <a:spLocks/>
          </p:cNvSpPr>
          <p:nvPr/>
        </p:nvSpPr>
        <p:spPr>
          <a:xfrm>
            <a:off x="141068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2924">
            <a:extLst>
              <a:ext uri="{FF2B5EF4-FFF2-40B4-BE49-F238E27FC236}">
                <a16:creationId xmlns:a16="http://schemas.microsoft.com/office/drawing/2014/main" id="{623727C1-FAA0-4D10-8248-041E89CEFA61}"/>
              </a:ext>
            </a:extLst>
          </p:cNvPr>
          <p:cNvSpPr>
            <a:spLocks/>
          </p:cNvSpPr>
          <p:nvPr/>
        </p:nvSpPr>
        <p:spPr>
          <a:xfrm>
            <a:off x="1448078" y="31849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2925">
            <a:extLst>
              <a:ext uri="{FF2B5EF4-FFF2-40B4-BE49-F238E27FC236}">
                <a16:creationId xmlns:a16="http://schemas.microsoft.com/office/drawing/2014/main" id="{19E44690-3367-4706-AA80-720120E9D792}"/>
              </a:ext>
            </a:extLst>
          </p:cNvPr>
          <p:cNvSpPr>
            <a:spLocks/>
          </p:cNvSpPr>
          <p:nvPr/>
        </p:nvSpPr>
        <p:spPr>
          <a:xfrm>
            <a:off x="1349613" y="3626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2926">
            <a:extLst>
              <a:ext uri="{FF2B5EF4-FFF2-40B4-BE49-F238E27FC236}">
                <a16:creationId xmlns:a16="http://schemas.microsoft.com/office/drawing/2014/main" id="{27EAE02C-8D8B-4AA0-A646-9908E64E6648}"/>
              </a:ext>
            </a:extLst>
          </p:cNvPr>
          <p:cNvSpPr>
            <a:spLocks/>
          </p:cNvSpPr>
          <p:nvPr/>
        </p:nvSpPr>
        <p:spPr>
          <a:xfrm>
            <a:off x="1304380" y="3468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2927">
            <a:extLst>
              <a:ext uri="{FF2B5EF4-FFF2-40B4-BE49-F238E27FC236}">
                <a16:creationId xmlns:a16="http://schemas.microsoft.com/office/drawing/2014/main" id="{84A4F5E6-A9DE-4040-96C2-C750A3469109}"/>
              </a:ext>
            </a:extLst>
          </p:cNvPr>
          <p:cNvSpPr>
            <a:spLocks/>
          </p:cNvSpPr>
          <p:nvPr/>
        </p:nvSpPr>
        <p:spPr>
          <a:xfrm>
            <a:off x="1395384" y="3622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2928">
            <a:extLst>
              <a:ext uri="{FF2B5EF4-FFF2-40B4-BE49-F238E27FC236}">
                <a16:creationId xmlns:a16="http://schemas.microsoft.com/office/drawing/2014/main" id="{8A89C044-AA10-4434-B2B5-9F5179F1E08C}"/>
              </a:ext>
            </a:extLst>
          </p:cNvPr>
          <p:cNvSpPr>
            <a:spLocks/>
          </p:cNvSpPr>
          <p:nvPr/>
        </p:nvSpPr>
        <p:spPr>
          <a:xfrm>
            <a:off x="133398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2929">
            <a:extLst>
              <a:ext uri="{FF2B5EF4-FFF2-40B4-BE49-F238E27FC236}">
                <a16:creationId xmlns:a16="http://schemas.microsoft.com/office/drawing/2014/main" id="{46227E10-4921-4200-937A-D5351A424077}"/>
              </a:ext>
            </a:extLst>
          </p:cNvPr>
          <p:cNvSpPr>
            <a:spLocks/>
          </p:cNvSpPr>
          <p:nvPr/>
        </p:nvSpPr>
        <p:spPr>
          <a:xfrm>
            <a:off x="1292357" y="3584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2930">
            <a:extLst>
              <a:ext uri="{FF2B5EF4-FFF2-40B4-BE49-F238E27FC236}">
                <a16:creationId xmlns:a16="http://schemas.microsoft.com/office/drawing/2014/main" id="{BB0F43F1-E559-4034-996B-69A1AEBE2FA1}"/>
              </a:ext>
            </a:extLst>
          </p:cNvPr>
          <p:cNvSpPr>
            <a:spLocks/>
          </p:cNvSpPr>
          <p:nvPr/>
        </p:nvSpPr>
        <p:spPr>
          <a:xfrm>
            <a:off x="1457516" y="35211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2931">
            <a:extLst>
              <a:ext uri="{FF2B5EF4-FFF2-40B4-BE49-F238E27FC236}">
                <a16:creationId xmlns:a16="http://schemas.microsoft.com/office/drawing/2014/main" id="{6AE0EED0-4C40-4C34-BBC5-8440F0CA64E8}"/>
              </a:ext>
            </a:extLst>
          </p:cNvPr>
          <p:cNvSpPr>
            <a:spLocks/>
          </p:cNvSpPr>
          <p:nvPr/>
        </p:nvSpPr>
        <p:spPr>
          <a:xfrm>
            <a:off x="1414802" y="33329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2932">
            <a:extLst>
              <a:ext uri="{FF2B5EF4-FFF2-40B4-BE49-F238E27FC236}">
                <a16:creationId xmlns:a16="http://schemas.microsoft.com/office/drawing/2014/main" id="{796F9B8E-EA05-45C3-82F2-B46C69C3DD89}"/>
              </a:ext>
            </a:extLst>
          </p:cNvPr>
          <p:cNvSpPr>
            <a:spLocks/>
          </p:cNvSpPr>
          <p:nvPr/>
        </p:nvSpPr>
        <p:spPr>
          <a:xfrm>
            <a:off x="1454758" y="36235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2933">
            <a:extLst>
              <a:ext uri="{FF2B5EF4-FFF2-40B4-BE49-F238E27FC236}">
                <a16:creationId xmlns:a16="http://schemas.microsoft.com/office/drawing/2014/main" id="{A2397E0D-AD78-4708-98EB-9E4B3F7FE067}"/>
              </a:ext>
            </a:extLst>
          </p:cNvPr>
          <p:cNvSpPr>
            <a:spLocks/>
          </p:cNvSpPr>
          <p:nvPr/>
        </p:nvSpPr>
        <p:spPr>
          <a:xfrm>
            <a:off x="1292176" y="3626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2934">
            <a:extLst>
              <a:ext uri="{FF2B5EF4-FFF2-40B4-BE49-F238E27FC236}">
                <a16:creationId xmlns:a16="http://schemas.microsoft.com/office/drawing/2014/main" id="{8D448A37-0FA0-4030-AAC4-E17AA7CEEB3F}"/>
              </a:ext>
            </a:extLst>
          </p:cNvPr>
          <p:cNvSpPr>
            <a:spLocks/>
          </p:cNvSpPr>
          <p:nvPr/>
        </p:nvSpPr>
        <p:spPr>
          <a:xfrm>
            <a:off x="1425789" y="33841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2935">
            <a:extLst>
              <a:ext uri="{FF2B5EF4-FFF2-40B4-BE49-F238E27FC236}">
                <a16:creationId xmlns:a16="http://schemas.microsoft.com/office/drawing/2014/main" id="{A4CF5026-A4FC-4487-B354-34DD3C0A24CA}"/>
              </a:ext>
            </a:extLst>
          </p:cNvPr>
          <p:cNvSpPr>
            <a:spLocks/>
          </p:cNvSpPr>
          <p:nvPr/>
        </p:nvSpPr>
        <p:spPr>
          <a:xfrm>
            <a:off x="133902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2936">
            <a:extLst>
              <a:ext uri="{FF2B5EF4-FFF2-40B4-BE49-F238E27FC236}">
                <a16:creationId xmlns:a16="http://schemas.microsoft.com/office/drawing/2014/main" id="{E88A6F22-C001-4205-8EC7-90573C7424B4}"/>
              </a:ext>
            </a:extLst>
          </p:cNvPr>
          <p:cNvSpPr>
            <a:spLocks/>
          </p:cNvSpPr>
          <p:nvPr/>
        </p:nvSpPr>
        <p:spPr>
          <a:xfrm>
            <a:off x="1366479" y="3488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2937">
            <a:extLst>
              <a:ext uri="{FF2B5EF4-FFF2-40B4-BE49-F238E27FC236}">
                <a16:creationId xmlns:a16="http://schemas.microsoft.com/office/drawing/2014/main" id="{80E043EC-E073-48C3-A28F-6FEAA067DB0F}"/>
              </a:ext>
            </a:extLst>
          </p:cNvPr>
          <p:cNvSpPr>
            <a:spLocks/>
          </p:cNvSpPr>
          <p:nvPr/>
        </p:nvSpPr>
        <p:spPr>
          <a:xfrm>
            <a:off x="139368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2938">
            <a:extLst>
              <a:ext uri="{FF2B5EF4-FFF2-40B4-BE49-F238E27FC236}">
                <a16:creationId xmlns:a16="http://schemas.microsoft.com/office/drawing/2014/main" id="{F52DF4D6-80BB-47DF-AF44-804F2D08D860}"/>
              </a:ext>
            </a:extLst>
          </p:cNvPr>
          <p:cNvSpPr>
            <a:spLocks/>
          </p:cNvSpPr>
          <p:nvPr/>
        </p:nvSpPr>
        <p:spPr>
          <a:xfrm>
            <a:off x="1453276" y="36069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2939">
            <a:extLst>
              <a:ext uri="{FF2B5EF4-FFF2-40B4-BE49-F238E27FC236}">
                <a16:creationId xmlns:a16="http://schemas.microsoft.com/office/drawing/2014/main" id="{36630275-4979-476F-8C91-CC624E79A973}"/>
              </a:ext>
            </a:extLst>
          </p:cNvPr>
          <p:cNvSpPr>
            <a:spLocks/>
          </p:cNvSpPr>
          <p:nvPr/>
        </p:nvSpPr>
        <p:spPr>
          <a:xfrm>
            <a:off x="131516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2940">
            <a:extLst>
              <a:ext uri="{FF2B5EF4-FFF2-40B4-BE49-F238E27FC236}">
                <a16:creationId xmlns:a16="http://schemas.microsoft.com/office/drawing/2014/main" id="{3F8BA940-83AA-4FBB-B88A-7A30E3F3FD71}"/>
              </a:ext>
            </a:extLst>
          </p:cNvPr>
          <p:cNvSpPr>
            <a:spLocks/>
          </p:cNvSpPr>
          <p:nvPr/>
        </p:nvSpPr>
        <p:spPr>
          <a:xfrm>
            <a:off x="1404191" y="35866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2941">
            <a:extLst>
              <a:ext uri="{FF2B5EF4-FFF2-40B4-BE49-F238E27FC236}">
                <a16:creationId xmlns:a16="http://schemas.microsoft.com/office/drawing/2014/main" id="{70377991-DA55-4F6C-98C4-194C7F44BCE8}"/>
              </a:ext>
            </a:extLst>
          </p:cNvPr>
          <p:cNvSpPr>
            <a:spLocks/>
          </p:cNvSpPr>
          <p:nvPr/>
        </p:nvSpPr>
        <p:spPr>
          <a:xfrm>
            <a:off x="1372585" y="35748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2942">
            <a:extLst>
              <a:ext uri="{FF2B5EF4-FFF2-40B4-BE49-F238E27FC236}">
                <a16:creationId xmlns:a16="http://schemas.microsoft.com/office/drawing/2014/main" id="{FD5B20D6-B03C-452F-8888-8C6BBAAD9711}"/>
              </a:ext>
            </a:extLst>
          </p:cNvPr>
          <p:cNvSpPr>
            <a:spLocks/>
          </p:cNvSpPr>
          <p:nvPr/>
        </p:nvSpPr>
        <p:spPr>
          <a:xfrm>
            <a:off x="1375271" y="3551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2943">
            <a:extLst>
              <a:ext uri="{FF2B5EF4-FFF2-40B4-BE49-F238E27FC236}">
                <a16:creationId xmlns:a16="http://schemas.microsoft.com/office/drawing/2014/main" id="{3394B896-C5C0-460B-A555-AB10294E22FB}"/>
              </a:ext>
            </a:extLst>
          </p:cNvPr>
          <p:cNvSpPr>
            <a:spLocks/>
          </p:cNvSpPr>
          <p:nvPr/>
        </p:nvSpPr>
        <p:spPr>
          <a:xfrm>
            <a:off x="1316014" y="35690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2944">
            <a:extLst>
              <a:ext uri="{FF2B5EF4-FFF2-40B4-BE49-F238E27FC236}">
                <a16:creationId xmlns:a16="http://schemas.microsoft.com/office/drawing/2014/main" id="{D18355F3-9C0B-4E1E-8AC4-3710EF456C9E}"/>
              </a:ext>
            </a:extLst>
          </p:cNvPr>
          <p:cNvSpPr>
            <a:spLocks/>
          </p:cNvSpPr>
          <p:nvPr/>
        </p:nvSpPr>
        <p:spPr>
          <a:xfrm>
            <a:off x="1445995" y="36285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2945">
            <a:extLst>
              <a:ext uri="{FF2B5EF4-FFF2-40B4-BE49-F238E27FC236}">
                <a16:creationId xmlns:a16="http://schemas.microsoft.com/office/drawing/2014/main" id="{0EA12D4E-1C8F-4102-BBF2-F09AFBE2BBA2}"/>
              </a:ext>
            </a:extLst>
          </p:cNvPr>
          <p:cNvSpPr>
            <a:spLocks/>
          </p:cNvSpPr>
          <p:nvPr/>
        </p:nvSpPr>
        <p:spPr>
          <a:xfrm>
            <a:off x="1348714" y="35369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2946">
            <a:extLst>
              <a:ext uri="{FF2B5EF4-FFF2-40B4-BE49-F238E27FC236}">
                <a16:creationId xmlns:a16="http://schemas.microsoft.com/office/drawing/2014/main" id="{98CC42EE-EB0A-491E-BBC3-15AC43BD9D99}"/>
              </a:ext>
            </a:extLst>
          </p:cNvPr>
          <p:cNvSpPr>
            <a:spLocks/>
          </p:cNvSpPr>
          <p:nvPr/>
        </p:nvSpPr>
        <p:spPr>
          <a:xfrm>
            <a:off x="1454439" y="36055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2947">
            <a:extLst>
              <a:ext uri="{FF2B5EF4-FFF2-40B4-BE49-F238E27FC236}">
                <a16:creationId xmlns:a16="http://schemas.microsoft.com/office/drawing/2014/main" id="{EB99D97A-A09B-4FDA-A18E-2298F7D3A434}"/>
              </a:ext>
            </a:extLst>
          </p:cNvPr>
          <p:cNvSpPr>
            <a:spLocks/>
          </p:cNvSpPr>
          <p:nvPr/>
        </p:nvSpPr>
        <p:spPr>
          <a:xfrm>
            <a:off x="136706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2948">
            <a:extLst>
              <a:ext uri="{FF2B5EF4-FFF2-40B4-BE49-F238E27FC236}">
                <a16:creationId xmlns:a16="http://schemas.microsoft.com/office/drawing/2014/main" id="{242A8728-7EF0-40E9-8669-D29DB23ED901}"/>
              </a:ext>
            </a:extLst>
          </p:cNvPr>
          <p:cNvSpPr>
            <a:spLocks/>
          </p:cNvSpPr>
          <p:nvPr/>
        </p:nvSpPr>
        <p:spPr>
          <a:xfrm>
            <a:off x="136675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2949">
            <a:extLst>
              <a:ext uri="{FF2B5EF4-FFF2-40B4-BE49-F238E27FC236}">
                <a16:creationId xmlns:a16="http://schemas.microsoft.com/office/drawing/2014/main" id="{E8BEA62D-B33B-4BD6-8B40-5DEF41CF4C20}"/>
              </a:ext>
            </a:extLst>
          </p:cNvPr>
          <p:cNvSpPr>
            <a:spLocks/>
          </p:cNvSpPr>
          <p:nvPr/>
        </p:nvSpPr>
        <p:spPr>
          <a:xfrm>
            <a:off x="1404896" y="3609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2950">
            <a:extLst>
              <a:ext uri="{FF2B5EF4-FFF2-40B4-BE49-F238E27FC236}">
                <a16:creationId xmlns:a16="http://schemas.microsoft.com/office/drawing/2014/main" id="{4444FB49-5949-4831-B503-6BCE2B0724FC}"/>
              </a:ext>
            </a:extLst>
          </p:cNvPr>
          <p:cNvSpPr>
            <a:spLocks/>
          </p:cNvSpPr>
          <p:nvPr/>
        </p:nvSpPr>
        <p:spPr>
          <a:xfrm>
            <a:off x="1447783" y="28774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2951">
            <a:extLst>
              <a:ext uri="{FF2B5EF4-FFF2-40B4-BE49-F238E27FC236}">
                <a16:creationId xmlns:a16="http://schemas.microsoft.com/office/drawing/2014/main" id="{D3B90474-7B70-43FB-9564-7C8EC4276025}"/>
              </a:ext>
            </a:extLst>
          </p:cNvPr>
          <p:cNvSpPr>
            <a:spLocks/>
          </p:cNvSpPr>
          <p:nvPr/>
        </p:nvSpPr>
        <p:spPr>
          <a:xfrm>
            <a:off x="133134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952">
            <a:extLst>
              <a:ext uri="{FF2B5EF4-FFF2-40B4-BE49-F238E27FC236}">
                <a16:creationId xmlns:a16="http://schemas.microsoft.com/office/drawing/2014/main" id="{EE33C501-2853-4102-94BE-A2A4D81026D8}"/>
              </a:ext>
            </a:extLst>
          </p:cNvPr>
          <p:cNvSpPr>
            <a:spLocks/>
          </p:cNvSpPr>
          <p:nvPr/>
        </p:nvSpPr>
        <p:spPr>
          <a:xfrm>
            <a:off x="1400621" y="3625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953">
            <a:extLst>
              <a:ext uri="{FF2B5EF4-FFF2-40B4-BE49-F238E27FC236}">
                <a16:creationId xmlns:a16="http://schemas.microsoft.com/office/drawing/2014/main" id="{396DC357-F23D-4305-9876-D1561030BFF2}"/>
              </a:ext>
            </a:extLst>
          </p:cNvPr>
          <p:cNvSpPr>
            <a:spLocks/>
          </p:cNvSpPr>
          <p:nvPr/>
        </p:nvSpPr>
        <p:spPr>
          <a:xfrm>
            <a:off x="1359298" y="35961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954">
            <a:extLst>
              <a:ext uri="{FF2B5EF4-FFF2-40B4-BE49-F238E27FC236}">
                <a16:creationId xmlns:a16="http://schemas.microsoft.com/office/drawing/2014/main" id="{2760AED6-4CEB-42BD-91CF-046B22864A1E}"/>
              </a:ext>
            </a:extLst>
          </p:cNvPr>
          <p:cNvSpPr>
            <a:spLocks/>
          </p:cNvSpPr>
          <p:nvPr/>
        </p:nvSpPr>
        <p:spPr>
          <a:xfrm>
            <a:off x="139946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955">
            <a:extLst>
              <a:ext uri="{FF2B5EF4-FFF2-40B4-BE49-F238E27FC236}">
                <a16:creationId xmlns:a16="http://schemas.microsoft.com/office/drawing/2014/main" id="{EC7EC5AD-848C-466D-9067-1FDD19C6F205}"/>
              </a:ext>
            </a:extLst>
          </p:cNvPr>
          <p:cNvSpPr>
            <a:spLocks/>
          </p:cNvSpPr>
          <p:nvPr/>
        </p:nvSpPr>
        <p:spPr>
          <a:xfrm>
            <a:off x="1445455" y="35925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956">
            <a:extLst>
              <a:ext uri="{FF2B5EF4-FFF2-40B4-BE49-F238E27FC236}">
                <a16:creationId xmlns:a16="http://schemas.microsoft.com/office/drawing/2014/main" id="{AF272983-58F9-4AE9-96DE-4F6CDDFCCBA2}"/>
              </a:ext>
            </a:extLst>
          </p:cNvPr>
          <p:cNvSpPr>
            <a:spLocks/>
          </p:cNvSpPr>
          <p:nvPr/>
        </p:nvSpPr>
        <p:spPr>
          <a:xfrm>
            <a:off x="1322216" y="36126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957">
            <a:extLst>
              <a:ext uri="{FF2B5EF4-FFF2-40B4-BE49-F238E27FC236}">
                <a16:creationId xmlns:a16="http://schemas.microsoft.com/office/drawing/2014/main" id="{C2379AD1-0B9E-4558-8F9C-842D3274F1EB}"/>
              </a:ext>
            </a:extLst>
          </p:cNvPr>
          <p:cNvSpPr>
            <a:spLocks/>
          </p:cNvSpPr>
          <p:nvPr/>
        </p:nvSpPr>
        <p:spPr>
          <a:xfrm>
            <a:off x="136865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958">
            <a:extLst>
              <a:ext uri="{FF2B5EF4-FFF2-40B4-BE49-F238E27FC236}">
                <a16:creationId xmlns:a16="http://schemas.microsoft.com/office/drawing/2014/main" id="{78C5CF04-E1BF-4DEE-A050-C4420803D972}"/>
              </a:ext>
            </a:extLst>
          </p:cNvPr>
          <p:cNvSpPr>
            <a:spLocks/>
          </p:cNvSpPr>
          <p:nvPr/>
        </p:nvSpPr>
        <p:spPr>
          <a:xfrm>
            <a:off x="130454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959">
            <a:extLst>
              <a:ext uri="{FF2B5EF4-FFF2-40B4-BE49-F238E27FC236}">
                <a16:creationId xmlns:a16="http://schemas.microsoft.com/office/drawing/2014/main" id="{A5A35FDE-135F-452D-A5FF-C8419E025DDB}"/>
              </a:ext>
            </a:extLst>
          </p:cNvPr>
          <p:cNvSpPr>
            <a:spLocks/>
          </p:cNvSpPr>
          <p:nvPr/>
        </p:nvSpPr>
        <p:spPr>
          <a:xfrm>
            <a:off x="139401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960">
            <a:extLst>
              <a:ext uri="{FF2B5EF4-FFF2-40B4-BE49-F238E27FC236}">
                <a16:creationId xmlns:a16="http://schemas.microsoft.com/office/drawing/2014/main" id="{5159A28F-C38D-4B24-85FB-E5DDA0A4CBD2}"/>
              </a:ext>
            </a:extLst>
          </p:cNvPr>
          <p:cNvSpPr>
            <a:spLocks/>
          </p:cNvSpPr>
          <p:nvPr/>
        </p:nvSpPr>
        <p:spPr>
          <a:xfrm>
            <a:off x="134758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961">
            <a:extLst>
              <a:ext uri="{FF2B5EF4-FFF2-40B4-BE49-F238E27FC236}">
                <a16:creationId xmlns:a16="http://schemas.microsoft.com/office/drawing/2014/main" id="{9B0D2AD1-F724-4B6D-97D9-9AB62DE85FCA}"/>
              </a:ext>
            </a:extLst>
          </p:cNvPr>
          <p:cNvSpPr>
            <a:spLocks/>
          </p:cNvSpPr>
          <p:nvPr/>
        </p:nvSpPr>
        <p:spPr>
          <a:xfrm>
            <a:off x="1362429" y="3591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962">
            <a:extLst>
              <a:ext uri="{FF2B5EF4-FFF2-40B4-BE49-F238E27FC236}">
                <a16:creationId xmlns:a16="http://schemas.microsoft.com/office/drawing/2014/main" id="{2B752DF5-D70C-4477-A06B-79C9D2726CAF}"/>
              </a:ext>
            </a:extLst>
          </p:cNvPr>
          <p:cNvSpPr>
            <a:spLocks/>
          </p:cNvSpPr>
          <p:nvPr/>
        </p:nvSpPr>
        <p:spPr>
          <a:xfrm>
            <a:off x="134759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963">
            <a:extLst>
              <a:ext uri="{FF2B5EF4-FFF2-40B4-BE49-F238E27FC236}">
                <a16:creationId xmlns:a16="http://schemas.microsoft.com/office/drawing/2014/main" id="{7D69BB2A-EFE6-4EEC-A6C9-86FB2C1F7285}"/>
              </a:ext>
            </a:extLst>
          </p:cNvPr>
          <p:cNvSpPr>
            <a:spLocks/>
          </p:cNvSpPr>
          <p:nvPr/>
        </p:nvSpPr>
        <p:spPr>
          <a:xfrm>
            <a:off x="1340081" y="35662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964">
            <a:extLst>
              <a:ext uri="{FF2B5EF4-FFF2-40B4-BE49-F238E27FC236}">
                <a16:creationId xmlns:a16="http://schemas.microsoft.com/office/drawing/2014/main" id="{58A5E258-E34F-44CF-A8ED-8D144FE35DF8}"/>
              </a:ext>
            </a:extLst>
          </p:cNvPr>
          <p:cNvSpPr>
            <a:spLocks/>
          </p:cNvSpPr>
          <p:nvPr/>
        </p:nvSpPr>
        <p:spPr>
          <a:xfrm>
            <a:off x="1421497" y="36118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965">
            <a:extLst>
              <a:ext uri="{FF2B5EF4-FFF2-40B4-BE49-F238E27FC236}">
                <a16:creationId xmlns:a16="http://schemas.microsoft.com/office/drawing/2014/main" id="{8B1D8518-D019-494D-820E-CBDCF8F688C6}"/>
              </a:ext>
            </a:extLst>
          </p:cNvPr>
          <p:cNvSpPr>
            <a:spLocks/>
          </p:cNvSpPr>
          <p:nvPr/>
        </p:nvSpPr>
        <p:spPr>
          <a:xfrm>
            <a:off x="1357488" y="35780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966">
            <a:extLst>
              <a:ext uri="{FF2B5EF4-FFF2-40B4-BE49-F238E27FC236}">
                <a16:creationId xmlns:a16="http://schemas.microsoft.com/office/drawing/2014/main" id="{86929F66-58A3-40CF-9E57-3558E3BD83DE}"/>
              </a:ext>
            </a:extLst>
          </p:cNvPr>
          <p:cNvSpPr>
            <a:spLocks/>
          </p:cNvSpPr>
          <p:nvPr/>
        </p:nvSpPr>
        <p:spPr>
          <a:xfrm>
            <a:off x="1439507" y="35760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967">
            <a:extLst>
              <a:ext uri="{FF2B5EF4-FFF2-40B4-BE49-F238E27FC236}">
                <a16:creationId xmlns:a16="http://schemas.microsoft.com/office/drawing/2014/main" id="{97134493-39F7-4819-B620-EEC00F5C7B0B}"/>
              </a:ext>
            </a:extLst>
          </p:cNvPr>
          <p:cNvSpPr>
            <a:spLocks/>
          </p:cNvSpPr>
          <p:nvPr/>
        </p:nvSpPr>
        <p:spPr>
          <a:xfrm>
            <a:off x="1342870" y="3171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968">
            <a:extLst>
              <a:ext uri="{FF2B5EF4-FFF2-40B4-BE49-F238E27FC236}">
                <a16:creationId xmlns:a16="http://schemas.microsoft.com/office/drawing/2014/main" id="{A7E4BB54-76FF-412F-8CCB-F44B4B2F5BFD}"/>
              </a:ext>
            </a:extLst>
          </p:cNvPr>
          <p:cNvSpPr>
            <a:spLocks/>
          </p:cNvSpPr>
          <p:nvPr/>
        </p:nvSpPr>
        <p:spPr>
          <a:xfrm>
            <a:off x="1308189" y="3617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969">
            <a:extLst>
              <a:ext uri="{FF2B5EF4-FFF2-40B4-BE49-F238E27FC236}">
                <a16:creationId xmlns:a16="http://schemas.microsoft.com/office/drawing/2014/main" id="{DB492620-85C6-423B-94AF-FB4ADD86B8CE}"/>
              </a:ext>
            </a:extLst>
          </p:cNvPr>
          <p:cNvSpPr>
            <a:spLocks/>
          </p:cNvSpPr>
          <p:nvPr/>
        </p:nvSpPr>
        <p:spPr>
          <a:xfrm>
            <a:off x="129796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970">
            <a:extLst>
              <a:ext uri="{FF2B5EF4-FFF2-40B4-BE49-F238E27FC236}">
                <a16:creationId xmlns:a16="http://schemas.microsoft.com/office/drawing/2014/main" id="{3DB1EB7D-2F66-4826-999D-DB9CBB43D24E}"/>
              </a:ext>
            </a:extLst>
          </p:cNvPr>
          <p:cNvSpPr>
            <a:spLocks/>
          </p:cNvSpPr>
          <p:nvPr/>
        </p:nvSpPr>
        <p:spPr>
          <a:xfrm>
            <a:off x="1412327" y="3623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971">
            <a:extLst>
              <a:ext uri="{FF2B5EF4-FFF2-40B4-BE49-F238E27FC236}">
                <a16:creationId xmlns:a16="http://schemas.microsoft.com/office/drawing/2014/main" id="{8AF1C01E-B8BA-48DD-A3C8-DEF604FF5C8F}"/>
              </a:ext>
            </a:extLst>
          </p:cNvPr>
          <p:cNvSpPr>
            <a:spLocks/>
          </p:cNvSpPr>
          <p:nvPr/>
        </p:nvSpPr>
        <p:spPr>
          <a:xfrm>
            <a:off x="1425827" y="3631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972">
            <a:extLst>
              <a:ext uri="{FF2B5EF4-FFF2-40B4-BE49-F238E27FC236}">
                <a16:creationId xmlns:a16="http://schemas.microsoft.com/office/drawing/2014/main" id="{E28DE2ED-AC71-4675-B19A-913B65C7C891}"/>
              </a:ext>
            </a:extLst>
          </p:cNvPr>
          <p:cNvSpPr>
            <a:spLocks/>
          </p:cNvSpPr>
          <p:nvPr/>
        </p:nvSpPr>
        <p:spPr>
          <a:xfrm>
            <a:off x="1440121" y="3437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973">
            <a:extLst>
              <a:ext uri="{FF2B5EF4-FFF2-40B4-BE49-F238E27FC236}">
                <a16:creationId xmlns:a16="http://schemas.microsoft.com/office/drawing/2014/main" id="{641295E7-9981-406A-B8A4-9579D6FCBC7E}"/>
              </a:ext>
            </a:extLst>
          </p:cNvPr>
          <p:cNvSpPr>
            <a:spLocks/>
          </p:cNvSpPr>
          <p:nvPr/>
        </p:nvSpPr>
        <p:spPr>
          <a:xfrm>
            <a:off x="138494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974">
            <a:extLst>
              <a:ext uri="{FF2B5EF4-FFF2-40B4-BE49-F238E27FC236}">
                <a16:creationId xmlns:a16="http://schemas.microsoft.com/office/drawing/2014/main" id="{B67132E8-3170-4A17-8C06-C867CE9526E1}"/>
              </a:ext>
            </a:extLst>
          </p:cNvPr>
          <p:cNvSpPr>
            <a:spLocks/>
          </p:cNvSpPr>
          <p:nvPr/>
        </p:nvSpPr>
        <p:spPr>
          <a:xfrm>
            <a:off x="1380718" y="35356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975">
            <a:extLst>
              <a:ext uri="{FF2B5EF4-FFF2-40B4-BE49-F238E27FC236}">
                <a16:creationId xmlns:a16="http://schemas.microsoft.com/office/drawing/2014/main" id="{8B5F5528-CF3E-46B8-9306-9DF9F4464E28}"/>
              </a:ext>
            </a:extLst>
          </p:cNvPr>
          <p:cNvSpPr>
            <a:spLocks/>
          </p:cNvSpPr>
          <p:nvPr/>
        </p:nvSpPr>
        <p:spPr>
          <a:xfrm>
            <a:off x="1630445" y="23692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976">
            <a:extLst>
              <a:ext uri="{FF2B5EF4-FFF2-40B4-BE49-F238E27FC236}">
                <a16:creationId xmlns:a16="http://schemas.microsoft.com/office/drawing/2014/main" id="{C0634A5B-E85E-42F2-A2F7-8ED931B8DD25}"/>
              </a:ext>
            </a:extLst>
          </p:cNvPr>
          <p:cNvSpPr>
            <a:spLocks/>
          </p:cNvSpPr>
          <p:nvPr/>
        </p:nvSpPr>
        <p:spPr>
          <a:xfrm>
            <a:off x="1736601" y="20750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977">
            <a:extLst>
              <a:ext uri="{FF2B5EF4-FFF2-40B4-BE49-F238E27FC236}">
                <a16:creationId xmlns:a16="http://schemas.microsoft.com/office/drawing/2014/main" id="{54B36127-8714-4E23-A6A2-FEC2CBB6AFBF}"/>
              </a:ext>
            </a:extLst>
          </p:cNvPr>
          <p:cNvSpPr>
            <a:spLocks/>
          </p:cNvSpPr>
          <p:nvPr/>
        </p:nvSpPr>
        <p:spPr>
          <a:xfrm>
            <a:off x="1731870" y="22615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978">
            <a:extLst>
              <a:ext uri="{FF2B5EF4-FFF2-40B4-BE49-F238E27FC236}">
                <a16:creationId xmlns:a16="http://schemas.microsoft.com/office/drawing/2014/main" id="{B714CE87-3AE6-4E44-A851-6DE7C5ECC5E4}"/>
              </a:ext>
            </a:extLst>
          </p:cNvPr>
          <p:cNvSpPr>
            <a:spLocks/>
          </p:cNvSpPr>
          <p:nvPr/>
        </p:nvSpPr>
        <p:spPr>
          <a:xfrm>
            <a:off x="1672006" y="34434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979">
            <a:extLst>
              <a:ext uri="{FF2B5EF4-FFF2-40B4-BE49-F238E27FC236}">
                <a16:creationId xmlns:a16="http://schemas.microsoft.com/office/drawing/2014/main" id="{866BBA7A-1C3E-438A-B320-2ADEC747148E}"/>
              </a:ext>
            </a:extLst>
          </p:cNvPr>
          <p:cNvSpPr>
            <a:spLocks/>
          </p:cNvSpPr>
          <p:nvPr/>
        </p:nvSpPr>
        <p:spPr>
          <a:xfrm>
            <a:off x="1701863" y="23692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980">
            <a:extLst>
              <a:ext uri="{FF2B5EF4-FFF2-40B4-BE49-F238E27FC236}">
                <a16:creationId xmlns:a16="http://schemas.microsoft.com/office/drawing/2014/main" id="{3E4DEB38-8E41-4B7C-AC3C-30537430BBD0}"/>
              </a:ext>
            </a:extLst>
          </p:cNvPr>
          <p:cNvSpPr>
            <a:spLocks/>
          </p:cNvSpPr>
          <p:nvPr/>
        </p:nvSpPr>
        <p:spPr>
          <a:xfrm>
            <a:off x="1573569" y="2593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981">
            <a:extLst>
              <a:ext uri="{FF2B5EF4-FFF2-40B4-BE49-F238E27FC236}">
                <a16:creationId xmlns:a16="http://schemas.microsoft.com/office/drawing/2014/main" id="{C54AEE20-28F3-4CC9-B8CD-A246E07847C6}"/>
              </a:ext>
            </a:extLst>
          </p:cNvPr>
          <p:cNvSpPr>
            <a:spLocks/>
          </p:cNvSpPr>
          <p:nvPr/>
        </p:nvSpPr>
        <p:spPr>
          <a:xfrm>
            <a:off x="1617299" y="21493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982">
            <a:extLst>
              <a:ext uri="{FF2B5EF4-FFF2-40B4-BE49-F238E27FC236}">
                <a16:creationId xmlns:a16="http://schemas.microsoft.com/office/drawing/2014/main" id="{AF6868C4-9FF8-4B06-B74B-A8974940689E}"/>
              </a:ext>
            </a:extLst>
          </p:cNvPr>
          <p:cNvSpPr>
            <a:spLocks/>
          </p:cNvSpPr>
          <p:nvPr/>
        </p:nvSpPr>
        <p:spPr>
          <a:xfrm>
            <a:off x="1604057" y="2183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983">
            <a:extLst>
              <a:ext uri="{FF2B5EF4-FFF2-40B4-BE49-F238E27FC236}">
                <a16:creationId xmlns:a16="http://schemas.microsoft.com/office/drawing/2014/main" id="{ED42D5DF-9464-4379-8440-D02ED06EBED4}"/>
              </a:ext>
            </a:extLst>
          </p:cNvPr>
          <p:cNvSpPr>
            <a:spLocks/>
          </p:cNvSpPr>
          <p:nvPr/>
        </p:nvSpPr>
        <p:spPr>
          <a:xfrm>
            <a:off x="1624194" y="26401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984">
            <a:extLst>
              <a:ext uri="{FF2B5EF4-FFF2-40B4-BE49-F238E27FC236}">
                <a16:creationId xmlns:a16="http://schemas.microsoft.com/office/drawing/2014/main" id="{1E5BC43D-214F-4149-9AB2-DE752D7C4E3D}"/>
              </a:ext>
            </a:extLst>
          </p:cNvPr>
          <p:cNvSpPr>
            <a:spLocks/>
          </p:cNvSpPr>
          <p:nvPr/>
        </p:nvSpPr>
        <p:spPr>
          <a:xfrm>
            <a:off x="1575227" y="209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985">
            <a:extLst>
              <a:ext uri="{FF2B5EF4-FFF2-40B4-BE49-F238E27FC236}">
                <a16:creationId xmlns:a16="http://schemas.microsoft.com/office/drawing/2014/main" id="{3F971E75-8FC1-43FA-A86D-2A8AF1013051}"/>
              </a:ext>
            </a:extLst>
          </p:cNvPr>
          <p:cNvSpPr>
            <a:spLocks/>
          </p:cNvSpPr>
          <p:nvPr/>
        </p:nvSpPr>
        <p:spPr>
          <a:xfrm>
            <a:off x="1715092" y="2844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986">
            <a:extLst>
              <a:ext uri="{FF2B5EF4-FFF2-40B4-BE49-F238E27FC236}">
                <a16:creationId xmlns:a16="http://schemas.microsoft.com/office/drawing/2014/main" id="{2B344FD7-F211-4CCF-86BA-3B283A100FF4}"/>
              </a:ext>
            </a:extLst>
          </p:cNvPr>
          <p:cNvSpPr>
            <a:spLocks/>
          </p:cNvSpPr>
          <p:nvPr/>
        </p:nvSpPr>
        <p:spPr>
          <a:xfrm>
            <a:off x="1641312" y="26088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987">
            <a:extLst>
              <a:ext uri="{FF2B5EF4-FFF2-40B4-BE49-F238E27FC236}">
                <a16:creationId xmlns:a16="http://schemas.microsoft.com/office/drawing/2014/main" id="{DA868B6B-82E8-4BED-A3C3-A1904AA9751B}"/>
              </a:ext>
            </a:extLst>
          </p:cNvPr>
          <p:cNvSpPr>
            <a:spLocks/>
          </p:cNvSpPr>
          <p:nvPr/>
        </p:nvSpPr>
        <p:spPr>
          <a:xfrm>
            <a:off x="1681165" y="27073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988">
            <a:extLst>
              <a:ext uri="{FF2B5EF4-FFF2-40B4-BE49-F238E27FC236}">
                <a16:creationId xmlns:a16="http://schemas.microsoft.com/office/drawing/2014/main" id="{F6F98D09-0DD0-47EB-9BB2-33300C3464A5}"/>
              </a:ext>
            </a:extLst>
          </p:cNvPr>
          <p:cNvSpPr>
            <a:spLocks/>
          </p:cNvSpPr>
          <p:nvPr/>
        </p:nvSpPr>
        <p:spPr>
          <a:xfrm>
            <a:off x="1599133" y="24485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989">
            <a:extLst>
              <a:ext uri="{FF2B5EF4-FFF2-40B4-BE49-F238E27FC236}">
                <a16:creationId xmlns:a16="http://schemas.microsoft.com/office/drawing/2014/main" id="{C25CB1A2-C0E4-4D15-B145-38C5E711AA34}"/>
              </a:ext>
            </a:extLst>
          </p:cNvPr>
          <p:cNvSpPr>
            <a:spLocks/>
          </p:cNvSpPr>
          <p:nvPr/>
        </p:nvSpPr>
        <p:spPr>
          <a:xfrm>
            <a:off x="1645389" y="2176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990">
            <a:extLst>
              <a:ext uri="{FF2B5EF4-FFF2-40B4-BE49-F238E27FC236}">
                <a16:creationId xmlns:a16="http://schemas.microsoft.com/office/drawing/2014/main" id="{5C41CF8E-8CE6-4C0A-984E-E8F869A98035}"/>
              </a:ext>
            </a:extLst>
          </p:cNvPr>
          <p:cNvSpPr>
            <a:spLocks/>
          </p:cNvSpPr>
          <p:nvPr/>
        </p:nvSpPr>
        <p:spPr>
          <a:xfrm>
            <a:off x="1620319" y="22175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991">
            <a:extLst>
              <a:ext uri="{FF2B5EF4-FFF2-40B4-BE49-F238E27FC236}">
                <a16:creationId xmlns:a16="http://schemas.microsoft.com/office/drawing/2014/main" id="{28493125-761A-489B-9497-133999E00917}"/>
              </a:ext>
            </a:extLst>
          </p:cNvPr>
          <p:cNvSpPr>
            <a:spLocks/>
          </p:cNvSpPr>
          <p:nvPr/>
        </p:nvSpPr>
        <p:spPr>
          <a:xfrm>
            <a:off x="1590954" y="271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992">
            <a:extLst>
              <a:ext uri="{FF2B5EF4-FFF2-40B4-BE49-F238E27FC236}">
                <a16:creationId xmlns:a16="http://schemas.microsoft.com/office/drawing/2014/main" id="{AD45665E-D8D1-4D2F-82D7-289EA998CAAE}"/>
              </a:ext>
            </a:extLst>
          </p:cNvPr>
          <p:cNvSpPr>
            <a:spLocks/>
          </p:cNvSpPr>
          <p:nvPr/>
        </p:nvSpPr>
        <p:spPr>
          <a:xfrm>
            <a:off x="1586073" y="2735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993">
            <a:extLst>
              <a:ext uri="{FF2B5EF4-FFF2-40B4-BE49-F238E27FC236}">
                <a16:creationId xmlns:a16="http://schemas.microsoft.com/office/drawing/2014/main" id="{3CACD0B4-A107-45B3-8E73-ED4630F9BEC5}"/>
              </a:ext>
            </a:extLst>
          </p:cNvPr>
          <p:cNvSpPr>
            <a:spLocks/>
          </p:cNvSpPr>
          <p:nvPr/>
        </p:nvSpPr>
        <p:spPr>
          <a:xfrm>
            <a:off x="1714811" y="2624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994">
            <a:extLst>
              <a:ext uri="{FF2B5EF4-FFF2-40B4-BE49-F238E27FC236}">
                <a16:creationId xmlns:a16="http://schemas.microsoft.com/office/drawing/2014/main" id="{D3CADEF6-A8C1-4A1C-8C92-2C3B919AA6F0}"/>
              </a:ext>
            </a:extLst>
          </p:cNvPr>
          <p:cNvSpPr>
            <a:spLocks/>
          </p:cNvSpPr>
          <p:nvPr/>
        </p:nvSpPr>
        <p:spPr>
          <a:xfrm>
            <a:off x="1658684" y="25408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995">
            <a:extLst>
              <a:ext uri="{FF2B5EF4-FFF2-40B4-BE49-F238E27FC236}">
                <a16:creationId xmlns:a16="http://schemas.microsoft.com/office/drawing/2014/main" id="{934720DB-244A-4A4D-A988-A0C65C31BCE8}"/>
              </a:ext>
            </a:extLst>
          </p:cNvPr>
          <p:cNvSpPr>
            <a:spLocks/>
          </p:cNvSpPr>
          <p:nvPr/>
        </p:nvSpPr>
        <p:spPr>
          <a:xfrm>
            <a:off x="1625864" y="3206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996">
            <a:extLst>
              <a:ext uri="{FF2B5EF4-FFF2-40B4-BE49-F238E27FC236}">
                <a16:creationId xmlns:a16="http://schemas.microsoft.com/office/drawing/2014/main" id="{95F75D37-F799-4A1D-BC1D-0C537B302986}"/>
              </a:ext>
            </a:extLst>
          </p:cNvPr>
          <p:cNvSpPr>
            <a:spLocks/>
          </p:cNvSpPr>
          <p:nvPr/>
        </p:nvSpPr>
        <p:spPr>
          <a:xfrm>
            <a:off x="1714334" y="28237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997">
            <a:extLst>
              <a:ext uri="{FF2B5EF4-FFF2-40B4-BE49-F238E27FC236}">
                <a16:creationId xmlns:a16="http://schemas.microsoft.com/office/drawing/2014/main" id="{67258A9D-535B-4640-B9FC-198E81DC0A37}"/>
              </a:ext>
            </a:extLst>
          </p:cNvPr>
          <p:cNvSpPr>
            <a:spLocks/>
          </p:cNvSpPr>
          <p:nvPr/>
        </p:nvSpPr>
        <p:spPr>
          <a:xfrm>
            <a:off x="1596466" y="26275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998">
            <a:extLst>
              <a:ext uri="{FF2B5EF4-FFF2-40B4-BE49-F238E27FC236}">
                <a16:creationId xmlns:a16="http://schemas.microsoft.com/office/drawing/2014/main" id="{01B86D85-2F1D-44EB-A6EE-324EFF3A0D44}"/>
              </a:ext>
            </a:extLst>
          </p:cNvPr>
          <p:cNvSpPr>
            <a:spLocks/>
          </p:cNvSpPr>
          <p:nvPr/>
        </p:nvSpPr>
        <p:spPr>
          <a:xfrm>
            <a:off x="1581250" y="21216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999">
            <a:extLst>
              <a:ext uri="{FF2B5EF4-FFF2-40B4-BE49-F238E27FC236}">
                <a16:creationId xmlns:a16="http://schemas.microsoft.com/office/drawing/2014/main" id="{F1FEEEE3-5CB9-4FC3-8148-27B595DD449D}"/>
              </a:ext>
            </a:extLst>
          </p:cNvPr>
          <p:cNvSpPr>
            <a:spLocks/>
          </p:cNvSpPr>
          <p:nvPr/>
        </p:nvSpPr>
        <p:spPr>
          <a:xfrm>
            <a:off x="1628578" y="33897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3000">
            <a:extLst>
              <a:ext uri="{FF2B5EF4-FFF2-40B4-BE49-F238E27FC236}">
                <a16:creationId xmlns:a16="http://schemas.microsoft.com/office/drawing/2014/main" id="{A58C4928-CEA2-4DB4-BD0E-FAFE03B0971D}"/>
              </a:ext>
            </a:extLst>
          </p:cNvPr>
          <p:cNvSpPr>
            <a:spLocks/>
          </p:cNvSpPr>
          <p:nvPr/>
        </p:nvSpPr>
        <p:spPr>
          <a:xfrm>
            <a:off x="159060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3001">
            <a:extLst>
              <a:ext uri="{FF2B5EF4-FFF2-40B4-BE49-F238E27FC236}">
                <a16:creationId xmlns:a16="http://schemas.microsoft.com/office/drawing/2014/main" id="{E191A54D-0218-4D56-9FF7-A24D0EBAF8BF}"/>
              </a:ext>
            </a:extLst>
          </p:cNvPr>
          <p:cNvSpPr>
            <a:spLocks/>
          </p:cNvSpPr>
          <p:nvPr/>
        </p:nvSpPr>
        <p:spPr>
          <a:xfrm>
            <a:off x="1682657" y="3015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3002">
            <a:extLst>
              <a:ext uri="{FF2B5EF4-FFF2-40B4-BE49-F238E27FC236}">
                <a16:creationId xmlns:a16="http://schemas.microsoft.com/office/drawing/2014/main" id="{55182A5E-8A30-4886-907F-1A9279E220B0}"/>
              </a:ext>
            </a:extLst>
          </p:cNvPr>
          <p:cNvSpPr>
            <a:spLocks/>
          </p:cNvSpPr>
          <p:nvPr/>
        </p:nvSpPr>
        <p:spPr>
          <a:xfrm>
            <a:off x="1580599" y="3130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3003">
            <a:extLst>
              <a:ext uri="{FF2B5EF4-FFF2-40B4-BE49-F238E27FC236}">
                <a16:creationId xmlns:a16="http://schemas.microsoft.com/office/drawing/2014/main" id="{66B4CBDD-10BE-4EF2-8F48-0394BA7ACAC7}"/>
              </a:ext>
            </a:extLst>
          </p:cNvPr>
          <p:cNvSpPr>
            <a:spLocks/>
          </p:cNvSpPr>
          <p:nvPr/>
        </p:nvSpPr>
        <p:spPr>
          <a:xfrm>
            <a:off x="1636615" y="20975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3004">
            <a:extLst>
              <a:ext uri="{FF2B5EF4-FFF2-40B4-BE49-F238E27FC236}">
                <a16:creationId xmlns:a16="http://schemas.microsoft.com/office/drawing/2014/main" id="{19B0D43E-C099-40D6-A6A4-52512C4B5211}"/>
              </a:ext>
            </a:extLst>
          </p:cNvPr>
          <p:cNvSpPr>
            <a:spLocks/>
          </p:cNvSpPr>
          <p:nvPr/>
        </p:nvSpPr>
        <p:spPr>
          <a:xfrm>
            <a:off x="1644350" y="20964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3005">
            <a:extLst>
              <a:ext uri="{FF2B5EF4-FFF2-40B4-BE49-F238E27FC236}">
                <a16:creationId xmlns:a16="http://schemas.microsoft.com/office/drawing/2014/main" id="{3DFE946B-E66C-44C1-B20F-9F22A7D6E288}"/>
              </a:ext>
            </a:extLst>
          </p:cNvPr>
          <p:cNvSpPr>
            <a:spLocks/>
          </p:cNvSpPr>
          <p:nvPr/>
        </p:nvSpPr>
        <p:spPr>
          <a:xfrm>
            <a:off x="170731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3006">
            <a:extLst>
              <a:ext uri="{FF2B5EF4-FFF2-40B4-BE49-F238E27FC236}">
                <a16:creationId xmlns:a16="http://schemas.microsoft.com/office/drawing/2014/main" id="{EA32B088-99CC-42DC-877D-A34BCD6DAEF3}"/>
              </a:ext>
            </a:extLst>
          </p:cNvPr>
          <p:cNvSpPr>
            <a:spLocks/>
          </p:cNvSpPr>
          <p:nvPr/>
        </p:nvSpPr>
        <p:spPr>
          <a:xfrm>
            <a:off x="1667644" y="27326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3007">
            <a:extLst>
              <a:ext uri="{FF2B5EF4-FFF2-40B4-BE49-F238E27FC236}">
                <a16:creationId xmlns:a16="http://schemas.microsoft.com/office/drawing/2014/main" id="{6BA1A386-D5AB-49AC-A92D-552D6AE0C9FF}"/>
              </a:ext>
            </a:extLst>
          </p:cNvPr>
          <p:cNvSpPr>
            <a:spLocks/>
          </p:cNvSpPr>
          <p:nvPr/>
        </p:nvSpPr>
        <p:spPr>
          <a:xfrm>
            <a:off x="161724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3008">
            <a:extLst>
              <a:ext uri="{FF2B5EF4-FFF2-40B4-BE49-F238E27FC236}">
                <a16:creationId xmlns:a16="http://schemas.microsoft.com/office/drawing/2014/main" id="{C7DEABF7-0A3B-4FB8-A58E-7F8BA8770D1D}"/>
              </a:ext>
            </a:extLst>
          </p:cNvPr>
          <p:cNvSpPr>
            <a:spLocks/>
          </p:cNvSpPr>
          <p:nvPr/>
        </p:nvSpPr>
        <p:spPr>
          <a:xfrm>
            <a:off x="1574103" y="28277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3009">
            <a:extLst>
              <a:ext uri="{FF2B5EF4-FFF2-40B4-BE49-F238E27FC236}">
                <a16:creationId xmlns:a16="http://schemas.microsoft.com/office/drawing/2014/main" id="{095651A4-10C8-47B9-B0E4-E4951E552F23}"/>
              </a:ext>
            </a:extLst>
          </p:cNvPr>
          <p:cNvSpPr>
            <a:spLocks/>
          </p:cNvSpPr>
          <p:nvPr/>
        </p:nvSpPr>
        <p:spPr>
          <a:xfrm>
            <a:off x="1568565" y="24650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3010">
            <a:extLst>
              <a:ext uri="{FF2B5EF4-FFF2-40B4-BE49-F238E27FC236}">
                <a16:creationId xmlns:a16="http://schemas.microsoft.com/office/drawing/2014/main" id="{9E4E348B-DD44-4D30-886F-AEDB6C2B9963}"/>
              </a:ext>
            </a:extLst>
          </p:cNvPr>
          <p:cNvSpPr>
            <a:spLocks/>
          </p:cNvSpPr>
          <p:nvPr/>
        </p:nvSpPr>
        <p:spPr>
          <a:xfrm>
            <a:off x="159329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3011">
            <a:extLst>
              <a:ext uri="{FF2B5EF4-FFF2-40B4-BE49-F238E27FC236}">
                <a16:creationId xmlns:a16="http://schemas.microsoft.com/office/drawing/2014/main" id="{2858861A-D952-444C-AD77-2779AC9C1D78}"/>
              </a:ext>
            </a:extLst>
          </p:cNvPr>
          <p:cNvSpPr>
            <a:spLocks/>
          </p:cNvSpPr>
          <p:nvPr/>
        </p:nvSpPr>
        <p:spPr>
          <a:xfrm>
            <a:off x="161233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3012">
            <a:extLst>
              <a:ext uri="{FF2B5EF4-FFF2-40B4-BE49-F238E27FC236}">
                <a16:creationId xmlns:a16="http://schemas.microsoft.com/office/drawing/2014/main" id="{12FD00D8-79D8-4D26-B1DC-7B1F906285B8}"/>
              </a:ext>
            </a:extLst>
          </p:cNvPr>
          <p:cNvSpPr>
            <a:spLocks/>
          </p:cNvSpPr>
          <p:nvPr/>
        </p:nvSpPr>
        <p:spPr>
          <a:xfrm>
            <a:off x="1716760" y="27371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3013">
            <a:extLst>
              <a:ext uri="{FF2B5EF4-FFF2-40B4-BE49-F238E27FC236}">
                <a16:creationId xmlns:a16="http://schemas.microsoft.com/office/drawing/2014/main" id="{5E258EF3-C4E7-4E5E-9B82-27406535D273}"/>
              </a:ext>
            </a:extLst>
          </p:cNvPr>
          <p:cNvSpPr>
            <a:spLocks/>
          </p:cNvSpPr>
          <p:nvPr/>
        </p:nvSpPr>
        <p:spPr>
          <a:xfrm>
            <a:off x="1594611" y="205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3014">
            <a:extLst>
              <a:ext uri="{FF2B5EF4-FFF2-40B4-BE49-F238E27FC236}">
                <a16:creationId xmlns:a16="http://schemas.microsoft.com/office/drawing/2014/main" id="{07546205-0CE7-40F9-ACBA-B263160C1505}"/>
              </a:ext>
            </a:extLst>
          </p:cNvPr>
          <p:cNvSpPr>
            <a:spLocks/>
          </p:cNvSpPr>
          <p:nvPr/>
        </p:nvSpPr>
        <p:spPr>
          <a:xfrm>
            <a:off x="1676226" y="21126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3015">
            <a:extLst>
              <a:ext uri="{FF2B5EF4-FFF2-40B4-BE49-F238E27FC236}">
                <a16:creationId xmlns:a16="http://schemas.microsoft.com/office/drawing/2014/main" id="{A0E485F0-48D1-4492-96B3-89B3AAB8656B}"/>
              </a:ext>
            </a:extLst>
          </p:cNvPr>
          <p:cNvSpPr>
            <a:spLocks/>
          </p:cNvSpPr>
          <p:nvPr/>
        </p:nvSpPr>
        <p:spPr>
          <a:xfrm>
            <a:off x="168793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3016">
            <a:extLst>
              <a:ext uri="{FF2B5EF4-FFF2-40B4-BE49-F238E27FC236}">
                <a16:creationId xmlns:a16="http://schemas.microsoft.com/office/drawing/2014/main" id="{CD43C26B-7A3F-46EC-A00B-731D2F439E4C}"/>
              </a:ext>
            </a:extLst>
          </p:cNvPr>
          <p:cNvSpPr>
            <a:spLocks/>
          </p:cNvSpPr>
          <p:nvPr/>
        </p:nvSpPr>
        <p:spPr>
          <a:xfrm>
            <a:off x="1660068" y="21460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3017">
            <a:extLst>
              <a:ext uri="{FF2B5EF4-FFF2-40B4-BE49-F238E27FC236}">
                <a16:creationId xmlns:a16="http://schemas.microsoft.com/office/drawing/2014/main" id="{07D52C7F-6024-4AD2-9C54-4A1B428711FE}"/>
              </a:ext>
            </a:extLst>
          </p:cNvPr>
          <p:cNvSpPr>
            <a:spLocks/>
          </p:cNvSpPr>
          <p:nvPr/>
        </p:nvSpPr>
        <p:spPr>
          <a:xfrm>
            <a:off x="1630594" y="2909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3018">
            <a:extLst>
              <a:ext uri="{FF2B5EF4-FFF2-40B4-BE49-F238E27FC236}">
                <a16:creationId xmlns:a16="http://schemas.microsoft.com/office/drawing/2014/main" id="{3E971CD6-89D1-42C7-BDF8-B936D8601988}"/>
              </a:ext>
            </a:extLst>
          </p:cNvPr>
          <p:cNvSpPr>
            <a:spLocks/>
          </p:cNvSpPr>
          <p:nvPr/>
        </p:nvSpPr>
        <p:spPr>
          <a:xfrm>
            <a:off x="1686487" y="2311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3019">
            <a:extLst>
              <a:ext uri="{FF2B5EF4-FFF2-40B4-BE49-F238E27FC236}">
                <a16:creationId xmlns:a16="http://schemas.microsoft.com/office/drawing/2014/main" id="{2100CD12-7270-4EC1-9617-866DDBDA7C6D}"/>
              </a:ext>
            </a:extLst>
          </p:cNvPr>
          <p:cNvSpPr>
            <a:spLocks/>
          </p:cNvSpPr>
          <p:nvPr/>
        </p:nvSpPr>
        <p:spPr>
          <a:xfrm>
            <a:off x="1601609" y="2385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3020">
            <a:extLst>
              <a:ext uri="{FF2B5EF4-FFF2-40B4-BE49-F238E27FC236}">
                <a16:creationId xmlns:a16="http://schemas.microsoft.com/office/drawing/2014/main" id="{146CC1E4-A738-4A9B-846A-D56D0613A2CF}"/>
              </a:ext>
            </a:extLst>
          </p:cNvPr>
          <p:cNvSpPr>
            <a:spLocks/>
          </p:cNvSpPr>
          <p:nvPr/>
        </p:nvSpPr>
        <p:spPr>
          <a:xfrm>
            <a:off x="1571498" y="29428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3021">
            <a:extLst>
              <a:ext uri="{FF2B5EF4-FFF2-40B4-BE49-F238E27FC236}">
                <a16:creationId xmlns:a16="http://schemas.microsoft.com/office/drawing/2014/main" id="{365AEC7C-D011-4D3E-AD61-1CB9F6BD228C}"/>
              </a:ext>
            </a:extLst>
          </p:cNvPr>
          <p:cNvSpPr>
            <a:spLocks/>
          </p:cNvSpPr>
          <p:nvPr/>
        </p:nvSpPr>
        <p:spPr>
          <a:xfrm>
            <a:off x="1732748" y="28996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3022">
            <a:extLst>
              <a:ext uri="{FF2B5EF4-FFF2-40B4-BE49-F238E27FC236}">
                <a16:creationId xmlns:a16="http://schemas.microsoft.com/office/drawing/2014/main" id="{2ADAED05-638C-44BE-AD91-D964E71FEFE7}"/>
              </a:ext>
            </a:extLst>
          </p:cNvPr>
          <p:cNvSpPr>
            <a:spLocks/>
          </p:cNvSpPr>
          <p:nvPr/>
        </p:nvSpPr>
        <p:spPr>
          <a:xfrm>
            <a:off x="1685919" y="34968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3023">
            <a:extLst>
              <a:ext uri="{FF2B5EF4-FFF2-40B4-BE49-F238E27FC236}">
                <a16:creationId xmlns:a16="http://schemas.microsoft.com/office/drawing/2014/main" id="{93911FE3-AF47-4F97-907D-2D4EF037C828}"/>
              </a:ext>
            </a:extLst>
          </p:cNvPr>
          <p:cNvSpPr>
            <a:spLocks/>
          </p:cNvSpPr>
          <p:nvPr/>
        </p:nvSpPr>
        <p:spPr>
          <a:xfrm>
            <a:off x="1616380" y="28101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3024">
            <a:extLst>
              <a:ext uri="{FF2B5EF4-FFF2-40B4-BE49-F238E27FC236}">
                <a16:creationId xmlns:a16="http://schemas.microsoft.com/office/drawing/2014/main" id="{9E5B5F2E-F3F1-4292-B4A9-BEEE7E8003CC}"/>
              </a:ext>
            </a:extLst>
          </p:cNvPr>
          <p:cNvSpPr>
            <a:spLocks/>
          </p:cNvSpPr>
          <p:nvPr/>
        </p:nvSpPr>
        <p:spPr>
          <a:xfrm>
            <a:off x="1592199" y="21562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3025">
            <a:extLst>
              <a:ext uri="{FF2B5EF4-FFF2-40B4-BE49-F238E27FC236}">
                <a16:creationId xmlns:a16="http://schemas.microsoft.com/office/drawing/2014/main" id="{26200C48-2450-4EEC-A7B5-EB5805412B17}"/>
              </a:ext>
            </a:extLst>
          </p:cNvPr>
          <p:cNvSpPr>
            <a:spLocks/>
          </p:cNvSpPr>
          <p:nvPr/>
        </p:nvSpPr>
        <p:spPr>
          <a:xfrm>
            <a:off x="1718185" y="25008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3026">
            <a:extLst>
              <a:ext uri="{FF2B5EF4-FFF2-40B4-BE49-F238E27FC236}">
                <a16:creationId xmlns:a16="http://schemas.microsoft.com/office/drawing/2014/main" id="{E367B582-4541-4C12-A6A0-EF3D370EB6BC}"/>
              </a:ext>
            </a:extLst>
          </p:cNvPr>
          <p:cNvSpPr>
            <a:spLocks/>
          </p:cNvSpPr>
          <p:nvPr/>
        </p:nvSpPr>
        <p:spPr>
          <a:xfrm>
            <a:off x="159992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3027">
            <a:extLst>
              <a:ext uri="{FF2B5EF4-FFF2-40B4-BE49-F238E27FC236}">
                <a16:creationId xmlns:a16="http://schemas.microsoft.com/office/drawing/2014/main" id="{FA6F1FA1-CA7D-4921-B8DA-8F6EB6AEC338}"/>
              </a:ext>
            </a:extLst>
          </p:cNvPr>
          <p:cNvSpPr>
            <a:spLocks/>
          </p:cNvSpPr>
          <p:nvPr/>
        </p:nvSpPr>
        <p:spPr>
          <a:xfrm>
            <a:off x="1680257" y="2651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3028">
            <a:extLst>
              <a:ext uri="{FF2B5EF4-FFF2-40B4-BE49-F238E27FC236}">
                <a16:creationId xmlns:a16="http://schemas.microsoft.com/office/drawing/2014/main" id="{87F76293-2F8E-42CF-A0F0-1AE1867BDE7A}"/>
              </a:ext>
            </a:extLst>
          </p:cNvPr>
          <p:cNvSpPr>
            <a:spLocks/>
          </p:cNvSpPr>
          <p:nvPr/>
        </p:nvSpPr>
        <p:spPr>
          <a:xfrm>
            <a:off x="1592262" y="26831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3029">
            <a:extLst>
              <a:ext uri="{FF2B5EF4-FFF2-40B4-BE49-F238E27FC236}">
                <a16:creationId xmlns:a16="http://schemas.microsoft.com/office/drawing/2014/main" id="{E38084E1-B623-4A5E-9328-4A8513CEB598}"/>
              </a:ext>
            </a:extLst>
          </p:cNvPr>
          <p:cNvSpPr>
            <a:spLocks/>
          </p:cNvSpPr>
          <p:nvPr/>
        </p:nvSpPr>
        <p:spPr>
          <a:xfrm>
            <a:off x="1659489" y="25112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3030">
            <a:extLst>
              <a:ext uri="{FF2B5EF4-FFF2-40B4-BE49-F238E27FC236}">
                <a16:creationId xmlns:a16="http://schemas.microsoft.com/office/drawing/2014/main" id="{35CB073F-7911-4AE6-82FF-F9F77757958E}"/>
              </a:ext>
            </a:extLst>
          </p:cNvPr>
          <p:cNvSpPr>
            <a:spLocks/>
          </p:cNvSpPr>
          <p:nvPr/>
        </p:nvSpPr>
        <p:spPr>
          <a:xfrm>
            <a:off x="1727211" y="2605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3031">
            <a:extLst>
              <a:ext uri="{FF2B5EF4-FFF2-40B4-BE49-F238E27FC236}">
                <a16:creationId xmlns:a16="http://schemas.microsoft.com/office/drawing/2014/main" id="{C6C12E5F-5790-456E-97DC-94E1A2543A36}"/>
              </a:ext>
            </a:extLst>
          </p:cNvPr>
          <p:cNvSpPr>
            <a:spLocks/>
          </p:cNvSpPr>
          <p:nvPr/>
        </p:nvSpPr>
        <p:spPr>
          <a:xfrm>
            <a:off x="1628044" y="3524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3032">
            <a:extLst>
              <a:ext uri="{FF2B5EF4-FFF2-40B4-BE49-F238E27FC236}">
                <a16:creationId xmlns:a16="http://schemas.microsoft.com/office/drawing/2014/main" id="{DEFAC36E-171C-466F-B22D-F7540073C53F}"/>
              </a:ext>
            </a:extLst>
          </p:cNvPr>
          <p:cNvSpPr>
            <a:spLocks/>
          </p:cNvSpPr>
          <p:nvPr/>
        </p:nvSpPr>
        <p:spPr>
          <a:xfrm>
            <a:off x="1594404" y="20502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3033">
            <a:extLst>
              <a:ext uri="{FF2B5EF4-FFF2-40B4-BE49-F238E27FC236}">
                <a16:creationId xmlns:a16="http://schemas.microsoft.com/office/drawing/2014/main" id="{9C4CF9C7-70EC-4016-B9C3-E1F1D2F2E010}"/>
              </a:ext>
            </a:extLst>
          </p:cNvPr>
          <p:cNvSpPr>
            <a:spLocks/>
          </p:cNvSpPr>
          <p:nvPr/>
        </p:nvSpPr>
        <p:spPr>
          <a:xfrm>
            <a:off x="1660269" y="23164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3034">
            <a:extLst>
              <a:ext uri="{FF2B5EF4-FFF2-40B4-BE49-F238E27FC236}">
                <a16:creationId xmlns:a16="http://schemas.microsoft.com/office/drawing/2014/main" id="{C02915CC-86D3-43E6-84CE-FA6AFADBC414}"/>
              </a:ext>
            </a:extLst>
          </p:cNvPr>
          <p:cNvSpPr>
            <a:spLocks/>
          </p:cNvSpPr>
          <p:nvPr/>
        </p:nvSpPr>
        <p:spPr>
          <a:xfrm>
            <a:off x="1628628" y="2199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3035">
            <a:extLst>
              <a:ext uri="{FF2B5EF4-FFF2-40B4-BE49-F238E27FC236}">
                <a16:creationId xmlns:a16="http://schemas.microsoft.com/office/drawing/2014/main" id="{6E3900A4-1E3A-4335-99EC-0BBCFB744150}"/>
              </a:ext>
            </a:extLst>
          </p:cNvPr>
          <p:cNvSpPr>
            <a:spLocks/>
          </p:cNvSpPr>
          <p:nvPr/>
        </p:nvSpPr>
        <p:spPr>
          <a:xfrm>
            <a:off x="1633332" y="26023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3036">
            <a:extLst>
              <a:ext uri="{FF2B5EF4-FFF2-40B4-BE49-F238E27FC236}">
                <a16:creationId xmlns:a16="http://schemas.microsoft.com/office/drawing/2014/main" id="{12A8BFEE-DCA0-42F1-B1BB-9D123CDAD63E}"/>
              </a:ext>
            </a:extLst>
          </p:cNvPr>
          <p:cNvSpPr>
            <a:spLocks/>
          </p:cNvSpPr>
          <p:nvPr/>
        </p:nvSpPr>
        <p:spPr>
          <a:xfrm>
            <a:off x="1626798" y="19559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3037">
            <a:extLst>
              <a:ext uri="{FF2B5EF4-FFF2-40B4-BE49-F238E27FC236}">
                <a16:creationId xmlns:a16="http://schemas.microsoft.com/office/drawing/2014/main" id="{9E973E25-586B-4287-BADF-1070C00E321E}"/>
              </a:ext>
            </a:extLst>
          </p:cNvPr>
          <p:cNvSpPr>
            <a:spLocks/>
          </p:cNvSpPr>
          <p:nvPr/>
        </p:nvSpPr>
        <p:spPr>
          <a:xfrm>
            <a:off x="1717379" y="25780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3038">
            <a:extLst>
              <a:ext uri="{FF2B5EF4-FFF2-40B4-BE49-F238E27FC236}">
                <a16:creationId xmlns:a16="http://schemas.microsoft.com/office/drawing/2014/main" id="{70045B9B-59A8-43B8-A9D4-337A9CC2374B}"/>
              </a:ext>
            </a:extLst>
          </p:cNvPr>
          <p:cNvSpPr>
            <a:spLocks/>
          </p:cNvSpPr>
          <p:nvPr/>
        </p:nvSpPr>
        <p:spPr>
          <a:xfrm>
            <a:off x="1614808" y="33006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3039">
            <a:extLst>
              <a:ext uri="{FF2B5EF4-FFF2-40B4-BE49-F238E27FC236}">
                <a16:creationId xmlns:a16="http://schemas.microsoft.com/office/drawing/2014/main" id="{E755C42E-97D0-4861-B7B4-79322B1F726C}"/>
              </a:ext>
            </a:extLst>
          </p:cNvPr>
          <p:cNvSpPr>
            <a:spLocks/>
          </p:cNvSpPr>
          <p:nvPr/>
        </p:nvSpPr>
        <p:spPr>
          <a:xfrm>
            <a:off x="1612110" y="33307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3040">
            <a:extLst>
              <a:ext uri="{FF2B5EF4-FFF2-40B4-BE49-F238E27FC236}">
                <a16:creationId xmlns:a16="http://schemas.microsoft.com/office/drawing/2014/main" id="{9E0A9434-17F5-45C3-B5B9-0DEF9C99E8D1}"/>
              </a:ext>
            </a:extLst>
          </p:cNvPr>
          <p:cNvSpPr>
            <a:spLocks/>
          </p:cNvSpPr>
          <p:nvPr/>
        </p:nvSpPr>
        <p:spPr>
          <a:xfrm>
            <a:off x="1664885" y="28473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3041">
            <a:extLst>
              <a:ext uri="{FF2B5EF4-FFF2-40B4-BE49-F238E27FC236}">
                <a16:creationId xmlns:a16="http://schemas.microsoft.com/office/drawing/2014/main" id="{6CB0A88C-4B7A-413C-9558-1D09A6204C95}"/>
              </a:ext>
            </a:extLst>
          </p:cNvPr>
          <p:cNvSpPr>
            <a:spLocks/>
          </p:cNvSpPr>
          <p:nvPr/>
        </p:nvSpPr>
        <p:spPr>
          <a:xfrm>
            <a:off x="1599248" y="3103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3042">
            <a:extLst>
              <a:ext uri="{FF2B5EF4-FFF2-40B4-BE49-F238E27FC236}">
                <a16:creationId xmlns:a16="http://schemas.microsoft.com/office/drawing/2014/main" id="{1AC4E342-2620-43E6-9578-0B2D31F422A7}"/>
              </a:ext>
            </a:extLst>
          </p:cNvPr>
          <p:cNvSpPr>
            <a:spLocks/>
          </p:cNvSpPr>
          <p:nvPr/>
        </p:nvSpPr>
        <p:spPr>
          <a:xfrm>
            <a:off x="163889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3043">
            <a:extLst>
              <a:ext uri="{FF2B5EF4-FFF2-40B4-BE49-F238E27FC236}">
                <a16:creationId xmlns:a16="http://schemas.microsoft.com/office/drawing/2014/main" id="{9B051102-23E3-4BAD-AFD4-115CA724CD54}"/>
              </a:ext>
            </a:extLst>
          </p:cNvPr>
          <p:cNvSpPr>
            <a:spLocks/>
          </p:cNvSpPr>
          <p:nvPr/>
        </p:nvSpPr>
        <p:spPr>
          <a:xfrm>
            <a:off x="1612189" y="24263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3044">
            <a:extLst>
              <a:ext uri="{FF2B5EF4-FFF2-40B4-BE49-F238E27FC236}">
                <a16:creationId xmlns:a16="http://schemas.microsoft.com/office/drawing/2014/main" id="{BD3E2062-873B-4755-9081-17CB6B4501C2}"/>
              </a:ext>
            </a:extLst>
          </p:cNvPr>
          <p:cNvSpPr>
            <a:spLocks/>
          </p:cNvSpPr>
          <p:nvPr/>
        </p:nvSpPr>
        <p:spPr>
          <a:xfrm>
            <a:off x="1675949" y="30579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3045">
            <a:extLst>
              <a:ext uri="{FF2B5EF4-FFF2-40B4-BE49-F238E27FC236}">
                <a16:creationId xmlns:a16="http://schemas.microsoft.com/office/drawing/2014/main" id="{6E156AEB-9EF3-4D0C-A654-C1E301A1A720}"/>
              </a:ext>
            </a:extLst>
          </p:cNvPr>
          <p:cNvSpPr>
            <a:spLocks/>
          </p:cNvSpPr>
          <p:nvPr/>
        </p:nvSpPr>
        <p:spPr>
          <a:xfrm>
            <a:off x="1581087" y="20565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3046">
            <a:extLst>
              <a:ext uri="{FF2B5EF4-FFF2-40B4-BE49-F238E27FC236}">
                <a16:creationId xmlns:a16="http://schemas.microsoft.com/office/drawing/2014/main" id="{0394B9F7-77A9-4BF5-8EA8-C1F186A0A357}"/>
              </a:ext>
            </a:extLst>
          </p:cNvPr>
          <p:cNvSpPr>
            <a:spLocks/>
          </p:cNvSpPr>
          <p:nvPr/>
        </p:nvSpPr>
        <p:spPr>
          <a:xfrm>
            <a:off x="1622191" y="29246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3047">
            <a:extLst>
              <a:ext uri="{FF2B5EF4-FFF2-40B4-BE49-F238E27FC236}">
                <a16:creationId xmlns:a16="http://schemas.microsoft.com/office/drawing/2014/main" id="{622B83F6-824C-4A12-BFDE-2A2D60C9C196}"/>
              </a:ext>
            </a:extLst>
          </p:cNvPr>
          <p:cNvSpPr>
            <a:spLocks/>
          </p:cNvSpPr>
          <p:nvPr/>
        </p:nvSpPr>
        <p:spPr>
          <a:xfrm>
            <a:off x="1688677" y="2671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3048">
            <a:extLst>
              <a:ext uri="{FF2B5EF4-FFF2-40B4-BE49-F238E27FC236}">
                <a16:creationId xmlns:a16="http://schemas.microsoft.com/office/drawing/2014/main" id="{3AEA899F-36D5-45A7-A85C-66DC417EE4DC}"/>
              </a:ext>
            </a:extLst>
          </p:cNvPr>
          <p:cNvSpPr>
            <a:spLocks/>
          </p:cNvSpPr>
          <p:nvPr/>
        </p:nvSpPr>
        <p:spPr>
          <a:xfrm>
            <a:off x="1582198" y="230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3049">
            <a:extLst>
              <a:ext uri="{FF2B5EF4-FFF2-40B4-BE49-F238E27FC236}">
                <a16:creationId xmlns:a16="http://schemas.microsoft.com/office/drawing/2014/main" id="{23DD3703-F34C-4C7B-BA5D-E9F1975C59CC}"/>
              </a:ext>
            </a:extLst>
          </p:cNvPr>
          <p:cNvSpPr>
            <a:spLocks/>
          </p:cNvSpPr>
          <p:nvPr/>
        </p:nvSpPr>
        <p:spPr>
          <a:xfrm>
            <a:off x="1680341" y="30816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3050">
            <a:extLst>
              <a:ext uri="{FF2B5EF4-FFF2-40B4-BE49-F238E27FC236}">
                <a16:creationId xmlns:a16="http://schemas.microsoft.com/office/drawing/2014/main" id="{209E6973-8359-4146-AC54-F4354929ADAE}"/>
              </a:ext>
            </a:extLst>
          </p:cNvPr>
          <p:cNvSpPr>
            <a:spLocks/>
          </p:cNvSpPr>
          <p:nvPr/>
        </p:nvSpPr>
        <p:spPr>
          <a:xfrm>
            <a:off x="1593112" y="31810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3051">
            <a:extLst>
              <a:ext uri="{FF2B5EF4-FFF2-40B4-BE49-F238E27FC236}">
                <a16:creationId xmlns:a16="http://schemas.microsoft.com/office/drawing/2014/main" id="{6EB2230A-92E7-4553-9E02-1290F843912E}"/>
              </a:ext>
            </a:extLst>
          </p:cNvPr>
          <p:cNvSpPr>
            <a:spLocks/>
          </p:cNvSpPr>
          <p:nvPr/>
        </p:nvSpPr>
        <p:spPr>
          <a:xfrm>
            <a:off x="170997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52">
            <a:extLst>
              <a:ext uri="{FF2B5EF4-FFF2-40B4-BE49-F238E27FC236}">
                <a16:creationId xmlns:a16="http://schemas.microsoft.com/office/drawing/2014/main" id="{1EAECAD6-1F22-4E1E-9638-3C733D2766A5}"/>
              </a:ext>
            </a:extLst>
          </p:cNvPr>
          <p:cNvSpPr>
            <a:spLocks/>
          </p:cNvSpPr>
          <p:nvPr/>
        </p:nvSpPr>
        <p:spPr>
          <a:xfrm>
            <a:off x="1646519" y="21922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53">
            <a:extLst>
              <a:ext uri="{FF2B5EF4-FFF2-40B4-BE49-F238E27FC236}">
                <a16:creationId xmlns:a16="http://schemas.microsoft.com/office/drawing/2014/main" id="{AC37B925-C2F1-4F0E-9E20-A6FF1703BF74}"/>
              </a:ext>
            </a:extLst>
          </p:cNvPr>
          <p:cNvSpPr>
            <a:spLocks/>
          </p:cNvSpPr>
          <p:nvPr/>
        </p:nvSpPr>
        <p:spPr>
          <a:xfrm>
            <a:off x="1643267" y="23892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54">
            <a:extLst>
              <a:ext uri="{FF2B5EF4-FFF2-40B4-BE49-F238E27FC236}">
                <a16:creationId xmlns:a16="http://schemas.microsoft.com/office/drawing/2014/main" id="{0236D611-FA27-4916-B1CC-421BEF1BC9FE}"/>
              </a:ext>
            </a:extLst>
          </p:cNvPr>
          <p:cNvSpPr>
            <a:spLocks/>
          </p:cNvSpPr>
          <p:nvPr/>
        </p:nvSpPr>
        <p:spPr>
          <a:xfrm>
            <a:off x="1635309" y="2252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55">
            <a:extLst>
              <a:ext uri="{FF2B5EF4-FFF2-40B4-BE49-F238E27FC236}">
                <a16:creationId xmlns:a16="http://schemas.microsoft.com/office/drawing/2014/main" id="{8106B97A-8AE4-4954-BCF6-BD85272CE961}"/>
              </a:ext>
            </a:extLst>
          </p:cNvPr>
          <p:cNvSpPr>
            <a:spLocks/>
          </p:cNvSpPr>
          <p:nvPr/>
        </p:nvSpPr>
        <p:spPr>
          <a:xfrm>
            <a:off x="1731990" y="21277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56">
            <a:extLst>
              <a:ext uri="{FF2B5EF4-FFF2-40B4-BE49-F238E27FC236}">
                <a16:creationId xmlns:a16="http://schemas.microsoft.com/office/drawing/2014/main" id="{1311A0CA-2050-4171-B5D8-2DE72AEC878F}"/>
              </a:ext>
            </a:extLst>
          </p:cNvPr>
          <p:cNvSpPr>
            <a:spLocks/>
          </p:cNvSpPr>
          <p:nvPr/>
        </p:nvSpPr>
        <p:spPr>
          <a:xfrm>
            <a:off x="161461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7">
            <a:extLst>
              <a:ext uri="{FF2B5EF4-FFF2-40B4-BE49-F238E27FC236}">
                <a16:creationId xmlns:a16="http://schemas.microsoft.com/office/drawing/2014/main" id="{678FCF12-FA68-4A15-BB4F-97B7C4573F53}"/>
              </a:ext>
            </a:extLst>
          </p:cNvPr>
          <p:cNvSpPr>
            <a:spLocks/>
          </p:cNvSpPr>
          <p:nvPr/>
        </p:nvSpPr>
        <p:spPr>
          <a:xfrm>
            <a:off x="1711356" y="2258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58">
            <a:extLst>
              <a:ext uri="{FF2B5EF4-FFF2-40B4-BE49-F238E27FC236}">
                <a16:creationId xmlns:a16="http://schemas.microsoft.com/office/drawing/2014/main" id="{8C944CC2-73A1-44C0-BDDF-84F1E5335160}"/>
              </a:ext>
            </a:extLst>
          </p:cNvPr>
          <p:cNvSpPr>
            <a:spLocks/>
          </p:cNvSpPr>
          <p:nvPr/>
        </p:nvSpPr>
        <p:spPr>
          <a:xfrm>
            <a:off x="1626027" y="2356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59">
            <a:extLst>
              <a:ext uri="{FF2B5EF4-FFF2-40B4-BE49-F238E27FC236}">
                <a16:creationId xmlns:a16="http://schemas.microsoft.com/office/drawing/2014/main" id="{EA9CDDDC-5E2A-4599-AB62-F60C69C78C60}"/>
              </a:ext>
            </a:extLst>
          </p:cNvPr>
          <p:cNvSpPr>
            <a:spLocks/>
          </p:cNvSpPr>
          <p:nvPr/>
        </p:nvSpPr>
        <p:spPr>
          <a:xfrm>
            <a:off x="1609771" y="2044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60">
            <a:extLst>
              <a:ext uri="{FF2B5EF4-FFF2-40B4-BE49-F238E27FC236}">
                <a16:creationId xmlns:a16="http://schemas.microsoft.com/office/drawing/2014/main" id="{2AF5D9F7-26CE-4B28-96B1-5E919C35905A}"/>
              </a:ext>
            </a:extLst>
          </p:cNvPr>
          <p:cNvSpPr>
            <a:spLocks/>
          </p:cNvSpPr>
          <p:nvPr/>
        </p:nvSpPr>
        <p:spPr>
          <a:xfrm>
            <a:off x="1736332" y="31235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61">
            <a:extLst>
              <a:ext uri="{FF2B5EF4-FFF2-40B4-BE49-F238E27FC236}">
                <a16:creationId xmlns:a16="http://schemas.microsoft.com/office/drawing/2014/main" id="{88A57109-01DE-4913-BB46-03F6262915A3}"/>
              </a:ext>
            </a:extLst>
          </p:cNvPr>
          <p:cNvSpPr>
            <a:spLocks/>
          </p:cNvSpPr>
          <p:nvPr/>
        </p:nvSpPr>
        <p:spPr>
          <a:xfrm>
            <a:off x="1644615" y="274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062">
            <a:extLst>
              <a:ext uri="{FF2B5EF4-FFF2-40B4-BE49-F238E27FC236}">
                <a16:creationId xmlns:a16="http://schemas.microsoft.com/office/drawing/2014/main" id="{538EF251-F046-442F-99C8-344E0FF75E26}"/>
              </a:ext>
            </a:extLst>
          </p:cNvPr>
          <p:cNvSpPr>
            <a:spLocks/>
          </p:cNvSpPr>
          <p:nvPr/>
        </p:nvSpPr>
        <p:spPr>
          <a:xfrm>
            <a:off x="1647904" y="19206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063">
            <a:extLst>
              <a:ext uri="{FF2B5EF4-FFF2-40B4-BE49-F238E27FC236}">
                <a16:creationId xmlns:a16="http://schemas.microsoft.com/office/drawing/2014/main" id="{88912377-EA98-4DC2-A662-7E3C4E47F05D}"/>
              </a:ext>
            </a:extLst>
          </p:cNvPr>
          <p:cNvSpPr>
            <a:spLocks/>
          </p:cNvSpPr>
          <p:nvPr/>
        </p:nvSpPr>
        <p:spPr>
          <a:xfrm>
            <a:off x="1632472" y="33799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064">
            <a:extLst>
              <a:ext uri="{FF2B5EF4-FFF2-40B4-BE49-F238E27FC236}">
                <a16:creationId xmlns:a16="http://schemas.microsoft.com/office/drawing/2014/main" id="{26B06C11-23C9-4BDF-AE9C-02342FC4438A}"/>
              </a:ext>
            </a:extLst>
          </p:cNvPr>
          <p:cNvSpPr>
            <a:spLocks/>
          </p:cNvSpPr>
          <p:nvPr/>
        </p:nvSpPr>
        <p:spPr>
          <a:xfrm>
            <a:off x="1690784" y="2102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065">
            <a:extLst>
              <a:ext uri="{FF2B5EF4-FFF2-40B4-BE49-F238E27FC236}">
                <a16:creationId xmlns:a16="http://schemas.microsoft.com/office/drawing/2014/main" id="{27C0D5F4-8DAA-428C-95B5-AB532EF004C6}"/>
              </a:ext>
            </a:extLst>
          </p:cNvPr>
          <p:cNvSpPr>
            <a:spLocks/>
          </p:cNvSpPr>
          <p:nvPr/>
        </p:nvSpPr>
        <p:spPr>
          <a:xfrm>
            <a:off x="1665203" y="29800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066">
            <a:extLst>
              <a:ext uri="{FF2B5EF4-FFF2-40B4-BE49-F238E27FC236}">
                <a16:creationId xmlns:a16="http://schemas.microsoft.com/office/drawing/2014/main" id="{B5CC43BF-25BA-42DC-8341-1A184A869D6F}"/>
              </a:ext>
            </a:extLst>
          </p:cNvPr>
          <p:cNvSpPr>
            <a:spLocks/>
          </p:cNvSpPr>
          <p:nvPr/>
        </p:nvSpPr>
        <p:spPr>
          <a:xfrm>
            <a:off x="1713143" y="32745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067">
            <a:extLst>
              <a:ext uri="{FF2B5EF4-FFF2-40B4-BE49-F238E27FC236}">
                <a16:creationId xmlns:a16="http://schemas.microsoft.com/office/drawing/2014/main" id="{DBA130CB-DCD0-44DD-8412-5DA2269D957A}"/>
              </a:ext>
            </a:extLst>
          </p:cNvPr>
          <p:cNvSpPr>
            <a:spLocks/>
          </p:cNvSpPr>
          <p:nvPr/>
        </p:nvSpPr>
        <p:spPr>
          <a:xfrm>
            <a:off x="1659263" y="19500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068">
            <a:extLst>
              <a:ext uri="{FF2B5EF4-FFF2-40B4-BE49-F238E27FC236}">
                <a16:creationId xmlns:a16="http://schemas.microsoft.com/office/drawing/2014/main" id="{0743C450-0B53-403B-BF08-90599D08D0D3}"/>
              </a:ext>
            </a:extLst>
          </p:cNvPr>
          <p:cNvSpPr>
            <a:spLocks/>
          </p:cNvSpPr>
          <p:nvPr/>
        </p:nvSpPr>
        <p:spPr>
          <a:xfrm>
            <a:off x="1631036" y="22071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069">
            <a:extLst>
              <a:ext uri="{FF2B5EF4-FFF2-40B4-BE49-F238E27FC236}">
                <a16:creationId xmlns:a16="http://schemas.microsoft.com/office/drawing/2014/main" id="{AE2BFFA7-5E90-4A34-A680-9A839945C480}"/>
              </a:ext>
            </a:extLst>
          </p:cNvPr>
          <p:cNvSpPr>
            <a:spLocks/>
          </p:cNvSpPr>
          <p:nvPr/>
        </p:nvSpPr>
        <p:spPr>
          <a:xfrm>
            <a:off x="1618297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070">
            <a:extLst>
              <a:ext uri="{FF2B5EF4-FFF2-40B4-BE49-F238E27FC236}">
                <a16:creationId xmlns:a16="http://schemas.microsoft.com/office/drawing/2014/main" id="{135DD9EE-C29D-4EB9-8F5B-13B5E2485FB4}"/>
              </a:ext>
            </a:extLst>
          </p:cNvPr>
          <p:cNvSpPr>
            <a:spLocks/>
          </p:cNvSpPr>
          <p:nvPr/>
        </p:nvSpPr>
        <p:spPr>
          <a:xfrm>
            <a:off x="1632607" y="29341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071">
            <a:extLst>
              <a:ext uri="{FF2B5EF4-FFF2-40B4-BE49-F238E27FC236}">
                <a16:creationId xmlns:a16="http://schemas.microsoft.com/office/drawing/2014/main" id="{7B930101-9575-4679-A144-24528BA4DD69}"/>
              </a:ext>
            </a:extLst>
          </p:cNvPr>
          <p:cNvSpPr>
            <a:spLocks/>
          </p:cNvSpPr>
          <p:nvPr/>
        </p:nvSpPr>
        <p:spPr>
          <a:xfrm>
            <a:off x="1651790" y="28475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072">
            <a:extLst>
              <a:ext uri="{FF2B5EF4-FFF2-40B4-BE49-F238E27FC236}">
                <a16:creationId xmlns:a16="http://schemas.microsoft.com/office/drawing/2014/main" id="{AC0A1FB7-554F-4905-8025-6F53D94C78A7}"/>
              </a:ext>
            </a:extLst>
          </p:cNvPr>
          <p:cNvSpPr>
            <a:spLocks/>
          </p:cNvSpPr>
          <p:nvPr/>
        </p:nvSpPr>
        <p:spPr>
          <a:xfrm>
            <a:off x="1657545" y="29634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073">
            <a:extLst>
              <a:ext uri="{FF2B5EF4-FFF2-40B4-BE49-F238E27FC236}">
                <a16:creationId xmlns:a16="http://schemas.microsoft.com/office/drawing/2014/main" id="{714B4C73-8476-44F2-9075-57FC9A8C23D3}"/>
              </a:ext>
            </a:extLst>
          </p:cNvPr>
          <p:cNvSpPr>
            <a:spLocks/>
          </p:cNvSpPr>
          <p:nvPr/>
        </p:nvSpPr>
        <p:spPr>
          <a:xfrm>
            <a:off x="171548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074">
            <a:extLst>
              <a:ext uri="{FF2B5EF4-FFF2-40B4-BE49-F238E27FC236}">
                <a16:creationId xmlns:a16="http://schemas.microsoft.com/office/drawing/2014/main" id="{18B181DE-76AB-4F5C-A841-6E006CD7EF7C}"/>
              </a:ext>
            </a:extLst>
          </p:cNvPr>
          <p:cNvSpPr>
            <a:spLocks/>
          </p:cNvSpPr>
          <p:nvPr/>
        </p:nvSpPr>
        <p:spPr>
          <a:xfrm>
            <a:off x="1726633" y="25958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075">
            <a:extLst>
              <a:ext uri="{FF2B5EF4-FFF2-40B4-BE49-F238E27FC236}">
                <a16:creationId xmlns:a16="http://schemas.microsoft.com/office/drawing/2014/main" id="{772EC06A-D54D-4A5B-B9F6-59ED8598CAEE}"/>
              </a:ext>
            </a:extLst>
          </p:cNvPr>
          <p:cNvSpPr>
            <a:spLocks/>
          </p:cNvSpPr>
          <p:nvPr/>
        </p:nvSpPr>
        <p:spPr>
          <a:xfrm>
            <a:off x="1613798" y="21164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076">
            <a:extLst>
              <a:ext uri="{FF2B5EF4-FFF2-40B4-BE49-F238E27FC236}">
                <a16:creationId xmlns:a16="http://schemas.microsoft.com/office/drawing/2014/main" id="{57EE9ED0-F5C7-4718-99FB-D66D6F346556}"/>
              </a:ext>
            </a:extLst>
          </p:cNvPr>
          <p:cNvSpPr>
            <a:spLocks/>
          </p:cNvSpPr>
          <p:nvPr/>
        </p:nvSpPr>
        <p:spPr>
          <a:xfrm>
            <a:off x="1593086" y="33292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077">
            <a:extLst>
              <a:ext uri="{FF2B5EF4-FFF2-40B4-BE49-F238E27FC236}">
                <a16:creationId xmlns:a16="http://schemas.microsoft.com/office/drawing/2014/main" id="{A65C405B-7F25-4602-90B7-63F10AD14075}"/>
              </a:ext>
            </a:extLst>
          </p:cNvPr>
          <p:cNvSpPr>
            <a:spLocks/>
          </p:cNvSpPr>
          <p:nvPr/>
        </p:nvSpPr>
        <p:spPr>
          <a:xfrm>
            <a:off x="171381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078">
            <a:extLst>
              <a:ext uri="{FF2B5EF4-FFF2-40B4-BE49-F238E27FC236}">
                <a16:creationId xmlns:a16="http://schemas.microsoft.com/office/drawing/2014/main" id="{B7847400-3A56-4D1A-BF3C-CB96223B95A5}"/>
              </a:ext>
            </a:extLst>
          </p:cNvPr>
          <p:cNvSpPr>
            <a:spLocks/>
          </p:cNvSpPr>
          <p:nvPr/>
        </p:nvSpPr>
        <p:spPr>
          <a:xfrm>
            <a:off x="157069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079">
            <a:extLst>
              <a:ext uri="{FF2B5EF4-FFF2-40B4-BE49-F238E27FC236}">
                <a16:creationId xmlns:a16="http://schemas.microsoft.com/office/drawing/2014/main" id="{6566D25B-5615-4C6B-A17D-0F4541144987}"/>
              </a:ext>
            </a:extLst>
          </p:cNvPr>
          <p:cNvSpPr>
            <a:spLocks/>
          </p:cNvSpPr>
          <p:nvPr/>
        </p:nvSpPr>
        <p:spPr>
          <a:xfrm>
            <a:off x="1668037" y="30386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080">
            <a:extLst>
              <a:ext uri="{FF2B5EF4-FFF2-40B4-BE49-F238E27FC236}">
                <a16:creationId xmlns:a16="http://schemas.microsoft.com/office/drawing/2014/main" id="{44ACB23B-96C3-444B-98BE-9F3A3B9EA2B1}"/>
              </a:ext>
            </a:extLst>
          </p:cNvPr>
          <p:cNvSpPr>
            <a:spLocks/>
          </p:cNvSpPr>
          <p:nvPr/>
        </p:nvSpPr>
        <p:spPr>
          <a:xfrm>
            <a:off x="1680325" y="31130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081">
            <a:extLst>
              <a:ext uri="{FF2B5EF4-FFF2-40B4-BE49-F238E27FC236}">
                <a16:creationId xmlns:a16="http://schemas.microsoft.com/office/drawing/2014/main" id="{95B019F6-EAE1-4028-98AA-9DCFA163BBDB}"/>
              </a:ext>
            </a:extLst>
          </p:cNvPr>
          <p:cNvSpPr>
            <a:spLocks/>
          </p:cNvSpPr>
          <p:nvPr/>
        </p:nvSpPr>
        <p:spPr>
          <a:xfrm>
            <a:off x="1696480" y="20487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082">
            <a:extLst>
              <a:ext uri="{FF2B5EF4-FFF2-40B4-BE49-F238E27FC236}">
                <a16:creationId xmlns:a16="http://schemas.microsoft.com/office/drawing/2014/main" id="{96EE3010-AE66-4458-9AE0-04D3BEB0CD80}"/>
              </a:ext>
            </a:extLst>
          </p:cNvPr>
          <p:cNvSpPr>
            <a:spLocks/>
          </p:cNvSpPr>
          <p:nvPr/>
        </p:nvSpPr>
        <p:spPr>
          <a:xfrm>
            <a:off x="1701739" y="24114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083">
            <a:extLst>
              <a:ext uri="{FF2B5EF4-FFF2-40B4-BE49-F238E27FC236}">
                <a16:creationId xmlns:a16="http://schemas.microsoft.com/office/drawing/2014/main" id="{48E23922-2981-402D-9AC4-6E08AE8B5AC8}"/>
              </a:ext>
            </a:extLst>
          </p:cNvPr>
          <p:cNvSpPr>
            <a:spLocks/>
          </p:cNvSpPr>
          <p:nvPr/>
        </p:nvSpPr>
        <p:spPr>
          <a:xfrm>
            <a:off x="1675745" y="29324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084">
            <a:extLst>
              <a:ext uri="{FF2B5EF4-FFF2-40B4-BE49-F238E27FC236}">
                <a16:creationId xmlns:a16="http://schemas.microsoft.com/office/drawing/2014/main" id="{92F862C4-7BB3-4E89-BD0B-FA2BC6D3FC86}"/>
              </a:ext>
            </a:extLst>
          </p:cNvPr>
          <p:cNvSpPr>
            <a:spLocks/>
          </p:cNvSpPr>
          <p:nvPr/>
        </p:nvSpPr>
        <p:spPr>
          <a:xfrm>
            <a:off x="1591520" y="2838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085">
            <a:extLst>
              <a:ext uri="{FF2B5EF4-FFF2-40B4-BE49-F238E27FC236}">
                <a16:creationId xmlns:a16="http://schemas.microsoft.com/office/drawing/2014/main" id="{0921B2E2-F0F4-4074-AE52-4984D85E065A}"/>
              </a:ext>
            </a:extLst>
          </p:cNvPr>
          <p:cNvSpPr>
            <a:spLocks/>
          </p:cNvSpPr>
          <p:nvPr/>
        </p:nvSpPr>
        <p:spPr>
          <a:xfrm>
            <a:off x="1622496" y="30804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086">
            <a:extLst>
              <a:ext uri="{FF2B5EF4-FFF2-40B4-BE49-F238E27FC236}">
                <a16:creationId xmlns:a16="http://schemas.microsoft.com/office/drawing/2014/main" id="{7F623302-D40B-46CC-91F8-FBA0C00434EF}"/>
              </a:ext>
            </a:extLst>
          </p:cNvPr>
          <p:cNvSpPr>
            <a:spLocks/>
          </p:cNvSpPr>
          <p:nvPr/>
        </p:nvSpPr>
        <p:spPr>
          <a:xfrm>
            <a:off x="1567171" y="2680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087">
            <a:extLst>
              <a:ext uri="{FF2B5EF4-FFF2-40B4-BE49-F238E27FC236}">
                <a16:creationId xmlns:a16="http://schemas.microsoft.com/office/drawing/2014/main" id="{E7284FC7-423E-401F-9435-29A4BD950377}"/>
              </a:ext>
            </a:extLst>
          </p:cNvPr>
          <p:cNvSpPr>
            <a:spLocks/>
          </p:cNvSpPr>
          <p:nvPr/>
        </p:nvSpPr>
        <p:spPr>
          <a:xfrm>
            <a:off x="1734784" y="25552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088">
            <a:extLst>
              <a:ext uri="{FF2B5EF4-FFF2-40B4-BE49-F238E27FC236}">
                <a16:creationId xmlns:a16="http://schemas.microsoft.com/office/drawing/2014/main" id="{ECE95BED-B45D-4DD2-AA1B-1C12592C4018}"/>
              </a:ext>
            </a:extLst>
          </p:cNvPr>
          <p:cNvSpPr>
            <a:spLocks/>
          </p:cNvSpPr>
          <p:nvPr/>
        </p:nvSpPr>
        <p:spPr>
          <a:xfrm>
            <a:off x="1624018" y="22758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089">
            <a:extLst>
              <a:ext uri="{FF2B5EF4-FFF2-40B4-BE49-F238E27FC236}">
                <a16:creationId xmlns:a16="http://schemas.microsoft.com/office/drawing/2014/main" id="{F0539241-2791-4D77-A605-CCFA0D37F87E}"/>
              </a:ext>
            </a:extLst>
          </p:cNvPr>
          <p:cNvSpPr>
            <a:spLocks/>
          </p:cNvSpPr>
          <p:nvPr/>
        </p:nvSpPr>
        <p:spPr>
          <a:xfrm>
            <a:off x="1680452" y="2623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090">
            <a:extLst>
              <a:ext uri="{FF2B5EF4-FFF2-40B4-BE49-F238E27FC236}">
                <a16:creationId xmlns:a16="http://schemas.microsoft.com/office/drawing/2014/main" id="{DF81C547-46ED-45E1-A126-E4D405CC09AF}"/>
              </a:ext>
            </a:extLst>
          </p:cNvPr>
          <p:cNvSpPr>
            <a:spLocks/>
          </p:cNvSpPr>
          <p:nvPr/>
        </p:nvSpPr>
        <p:spPr>
          <a:xfrm>
            <a:off x="1582604" y="30637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091">
            <a:extLst>
              <a:ext uri="{FF2B5EF4-FFF2-40B4-BE49-F238E27FC236}">
                <a16:creationId xmlns:a16="http://schemas.microsoft.com/office/drawing/2014/main" id="{5831F5E8-D45D-45A3-852B-99C879BEA7E4}"/>
              </a:ext>
            </a:extLst>
          </p:cNvPr>
          <p:cNvSpPr>
            <a:spLocks/>
          </p:cNvSpPr>
          <p:nvPr/>
        </p:nvSpPr>
        <p:spPr>
          <a:xfrm>
            <a:off x="1595664" y="33140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092">
            <a:extLst>
              <a:ext uri="{FF2B5EF4-FFF2-40B4-BE49-F238E27FC236}">
                <a16:creationId xmlns:a16="http://schemas.microsoft.com/office/drawing/2014/main" id="{B023360D-1983-4A14-943A-11C2BB6F12FA}"/>
              </a:ext>
            </a:extLst>
          </p:cNvPr>
          <p:cNvSpPr>
            <a:spLocks/>
          </p:cNvSpPr>
          <p:nvPr/>
        </p:nvSpPr>
        <p:spPr>
          <a:xfrm>
            <a:off x="1721803" y="2223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093">
            <a:extLst>
              <a:ext uri="{FF2B5EF4-FFF2-40B4-BE49-F238E27FC236}">
                <a16:creationId xmlns:a16="http://schemas.microsoft.com/office/drawing/2014/main" id="{5EB1871F-6E4A-4A23-8822-5D17F56BBB23}"/>
              </a:ext>
            </a:extLst>
          </p:cNvPr>
          <p:cNvSpPr>
            <a:spLocks/>
          </p:cNvSpPr>
          <p:nvPr/>
        </p:nvSpPr>
        <p:spPr>
          <a:xfrm>
            <a:off x="164165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094">
            <a:extLst>
              <a:ext uri="{FF2B5EF4-FFF2-40B4-BE49-F238E27FC236}">
                <a16:creationId xmlns:a16="http://schemas.microsoft.com/office/drawing/2014/main" id="{E5C45087-F905-49E2-8877-012FADF29C20}"/>
              </a:ext>
            </a:extLst>
          </p:cNvPr>
          <p:cNvSpPr>
            <a:spLocks/>
          </p:cNvSpPr>
          <p:nvPr/>
        </p:nvSpPr>
        <p:spPr>
          <a:xfrm>
            <a:off x="1575810" y="2150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095">
            <a:extLst>
              <a:ext uri="{FF2B5EF4-FFF2-40B4-BE49-F238E27FC236}">
                <a16:creationId xmlns:a16="http://schemas.microsoft.com/office/drawing/2014/main" id="{DE74FF99-85EF-48AB-AF0C-21550BCBDAA7}"/>
              </a:ext>
            </a:extLst>
          </p:cNvPr>
          <p:cNvSpPr>
            <a:spLocks/>
          </p:cNvSpPr>
          <p:nvPr/>
        </p:nvSpPr>
        <p:spPr>
          <a:xfrm>
            <a:off x="162461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096">
            <a:extLst>
              <a:ext uri="{FF2B5EF4-FFF2-40B4-BE49-F238E27FC236}">
                <a16:creationId xmlns:a16="http://schemas.microsoft.com/office/drawing/2014/main" id="{74C4F0CF-42C4-4377-BC4C-99F56534773C}"/>
              </a:ext>
            </a:extLst>
          </p:cNvPr>
          <p:cNvSpPr>
            <a:spLocks/>
          </p:cNvSpPr>
          <p:nvPr/>
        </p:nvSpPr>
        <p:spPr>
          <a:xfrm>
            <a:off x="1589372" y="2534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097">
            <a:extLst>
              <a:ext uri="{FF2B5EF4-FFF2-40B4-BE49-F238E27FC236}">
                <a16:creationId xmlns:a16="http://schemas.microsoft.com/office/drawing/2014/main" id="{F14CF174-1DAD-497F-ADFA-8EEE401347D8}"/>
              </a:ext>
            </a:extLst>
          </p:cNvPr>
          <p:cNvSpPr>
            <a:spLocks/>
          </p:cNvSpPr>
          <p:nvPr/>
        </p:nvSpPr>
        <p:spPr>
          <a:xfrm>
            <a:off x="1619576" y="31151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098">
            <a:extLst>
              <a:ext uri="{FF2B5EF4-FFF2-40B4-BE49-F238E27FC236}">
                <a16:creationId xmlns:a16="http://schemas.microsoft.com/office/drawing/2014/main" id="{B6CA06BD-A6E0-49DE-B268-D20EC219974E}"/>
              </a:ext>
            </a:extLst>
          </p:cNvPr>
          <p:cNvSpPr>
            <a:spLocks/>
          </p:cNvSpPr>
          <p:nvPr/>
        </p:nvSpPr>
        <p:spPr>
          <a:xfrm>
            <a:off x="1657501" y="32562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099">
            <a:extLst>
              <a:ext uri="{FF2B5EF4-FFF2-40B4-BE49-F238E27FC236}">
                <a16:creationId xmlns:a16="http://schemas.microsoft.com/office/drawing/2014/main" id="{6C6EB33A-535E-4291-8B59-E8DA83C0BF87}"/>
              </a:ext>
            </a:extLst>
          </p:cNvPr>
          <p:cNvSpPr>
            <a:spLocks/>
          </p:cNvSpPr>
          <p:nvPr/>
        </p:nvSpPr>
        <p:spPr>
          <a:xfrm>
            <a:off x="1608441" y="22015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100">
            <a:extLst>
              <a:ext uri="{FF2B5EF4-FFF2-40B4-BE49-F238E27FC236}">
                <a16:creationId xmlns:a16="http://schemas.microsoft.com/office/drawing/2014/main" id="{CEBCEF53-F323-480F-9D6F-E4A5BAE6122C}"/>
              </a:ext>
            </a:extLst>
          </p:cNvPr>
          <p:cNvSpPr>
            <a:spLocks/>
          </p:cNvSpPr>
          <p:nvPr/>
        </p:nvSpPr>
        <p:spPr>
          <a:xfrm>
            <a:off x="1686540" y="20335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101">
            <a:extLst>
              <a:ext uri="{FF2B5EF4-FFF2-40B4-BE49-F238E27FC236}">
                <a16:creationId xmlns:a16="http://schemas.microsoft.com/office/drawing/2014/main" id="{A98E449E-210F-4385-9D52-A3C87F6ADC9E}"/>
              </a:ext>
            </a:extLst>
          </p:cNvPr>
          <p:cNvSpPr>
            <a:spLocks/>
          </p:cNvSpPr>
          <p:nvPr/>
        </p:nvSpPr>
        <p:spPr>
          <a:xfrm>
            <a:off x="1668643" y="3177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102">
            <a:extLst>
              <a:ext uri="{FF2B5EF4-FFF2-40B4-BE49-F238E27FC236}">
                <a16:creationId xmlns:a16="http://schemas.microsoft.com/office/drawing/2014/main" id="{B18E2DA7-293E-408E-AE3F-B864D2EBDFD1}"/>
              </a:ext>
            </a:extLst>
          </p:cNvPr>
          <p:cNvSpPr>
            <a:spLocks/>
          </p:cNvSpPr>
          <p:nvPr/>
        </p:nvSpPr>
        <p:spPr>
          <a:xfrm>
            <a:off x="164695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103">
            <a:extLst>
              <a:ext uri="{FF2B5EF4-FFF2-40B4-BE49-F238E27FC236}">
                <a16:creationId xmlns:a16="http://schemas.microsoft.com/office/drawing/2014/main" id="{8424C7EA-BAD6-474C-B881-F1138AEE39A1}"/>
              </a:ext>
            </a:extLst>
          </p:cNvPr>
          <p:cNvSpPr>
            <a:spLocks/>
          </p:cNvSpPr>
          <p:nvPr/>
        </p:nvSpPr>
        <p:spPr>
          <a:xfrm>
            <a:off x="1689090" y="26355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104">
            <a:extLst>
              <a:ext uri="{FF2B5EF4-FFF2-40B4-BE49-F238E27FC236}">
                <a16:creationId xmlns:a16="http://schemas.microsoft.com/office/drawing/2014/main" id="{E8B3EF73-C483-4697-A599-509F83DB6872}"/>
              </a:ext>
            </a:extLst>
          </p:cNvPr>
          <p:cNvSpPr>
            <a:spLocks/>
          </p:cNvSpPr>
          <p:nvPr/>
        </p:nvSpPr>
        <p:spPr>
          <a:xfrm>
            <a:off x="1674940" y="21120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105">
            <a:extLst>
              <a:ext uri="{FF2B5EF4-FFF2-40B4-BE49-F238E27FC236}">
                <a16:creationId xmlns:a16="http://schemas.microsoft.com/office/drawing/2014/main" id="{F54691BB-EDE1-407A-AC99-834E0373FD67}"/>
              </a:ext>
            </a:extLst>
          </p:cNvPr>
          <p:cNvSpPr>
            <a:spLocks/>
          </p:cNvSpPr>
          <p:nvPr/>
        </p:nvSpPr>
        <p:spPr>
          <a:xfrm>
            <a:off x="1603464" y="2477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106">
            <a:extLst>
              <a:ext uri="{FF2B5EF4-FFF2-40B4-BE49-F238E27FC236}">
                <a16:creationId xmlns:a16="http://schemas.microsoft.com/office/drawing/2014/main" id="{56F4062A-5A09-45A5-9979-04A9CD57C2B0}"/>
              </a:ext>
            </a:extLst>
          </p:cNvPr>
          <p:cNvSpPr>
            <a:spLocks/>
          </p:cNvSpPr>
          <p:nvPr/>
        </p:nvSpPr>
        <p:spPr>
          <a:xfrm>
            <a:off x="1679816" y="259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107">
            <a:extLst>
              <a:ext uri="{FF2B5EF4-FFF2-40B4-BE49-F238E27FC236}">
                <a16:creationId xmlns:a16="http://schemas.microsoft.com/office/drawing/2014/main" id="{DB48EDCC-2136-476D-9C90-F3D3F7B81EE5}"/>
              </a:ext>
            </a:extLst>
          </p:cNvPr>
          <p:cNvSpPr>
            <a:spLocks/>
          </p:cNvSpPr>
          <p:nvPr/>
        </p:nvSpPr>
        <p:spPr>
          <a:xfrm>
            <a:off x="1622120" y="2164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108">
            <a:extLst>
              <a:ext uri="{FF2B5EF4-FFF2-40B4-BE49-F238E27FC236}">
                <a16:creationId xmlns:a16="http://schemas.microsoft.com/office/drawing/2014/main" id="{F914E754-7004-4027-8B52-3BF474FB8412}"/>
              </a:ext>
            </a:extLst>
          </p:cNvPr>
          <p:cNvSpPr>
            <a:spLocks/>
          </p:cNvSpPr>
          <p:nvPr/>
        </p:nvSpPr>
        <p:spPr>
          <a:xfrm>
            <a:off x="1689579" y="2192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109">
            <a:extLst>
              <a:ext uri="{FF2B5EF4-FFF2-40B4-BE49-F238E27FC236}">
                <a16:creationId xmlns:a16="http://schemas.microsoft.com/office/drawing/2014/main" id="{45771917-B2B1-4FF0-855E-3BD70108C891}"/>
              </a:ext>
            </a:extLst>
          </p:cNvPr>
          <p:cNvSpPr>
            <a:spLocks/>
          </p:cNvSpPr>
          <p:nvPr/>
        </p:nvSpPr>
        <p:spPr>
          <a:xfrm>
            <a:off x="1664697" y="26438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110">
            <a:extLst>
              <a:ext uri="{FF2B5EF4-FFF2-40B4-BE49-F238E27FC236}">
                <a16:creationId xmlns:a16="http://schemas.microsoft.com/office/drawing/2014/main" id="{149FAB53-6817-449D-BC32-36B9BEE700B5}"/>
              </a:ext>
            </a:extLst>
          </p:cNvPr>
          <p:cNvSpPr>
            <a:spLocks/>
          </p:cNvSpPr>
          <p:nvPr/>
        </p:nvSpPr>
        <p:spPr>
          <a:xfrm>
            <a:off x="1578891" y="23986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111">
            <a:extLst>
              <a:ext uri="{FF2B5EF4-FFF2-40B4-BE49-F238E27FC236}">
                <a16:creationId xmlns:a16="http://schemas.microsoft.com/office/drawing/2014/main" id="{36506639-1397-4723-B64B-4F43AAF85181}"/>
              </a:ext>
            </a:extLst>
          </p:cNvPr>
          <p:cNvSpPr>
            <a:spLocks/>
          </p:cNvSpPr>
          <p:nvPr/>
        </p:nvSpPr>
        <p:spPr>
          <a:xfrm>
            <a:off x="1688846" y="2778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112">
            <a:extLst>
              <a:ext uri="{FF2B5EF4-FFF2-40B4-BE49-F238E27FC236}">
                <a16:creationId xmlns:a16="http://schemas.microsoft.com/office/drawing/2014/main" id="{95C70DF5-31D4-46A7-A842-040374F8D72C}"/>
              </a:ext>
            </a:extLst>
          </p:cNvPr>
          <p:cNvSpPr>
            <a:spLocks/>
          </p:cNvSpPr>
          <p:nvPr/>
        </p:nvSpPr>
        <p:spPr>
          <a:xfrm>
            <a:off x="1702191" y="2279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113">
            <a:extLst>
              <a:ext uri="{FF2B5EF4-FFF2-40B4-BE49-F238E27FC236}">
                <a16:creationId xmlns:a16="http://schemas.microsoft.com/office/drawing/2014/main" id="{E8894246-E6FD-49FC-9C47-6AB444F3A34A}"/>
              </a:ext>
            </a:extLst>
          </p:cNvPr>
          <p:cNvSpPr>
            <a:spLocks/>
          </p:cNvSpPr>
          <p:nvPr/>
        </p:nvSpPr>
        <p:spPr>
          <a:xfrm>
            <a:off x="168241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114">
            <a:extLst>
              <a:ext uri="{FF2B5EF4-FFF2-40B4-BE49-F238E27FC236}">
                <a16:creationId xmlns:a16="http://schemas.microsoft.com/office/drawing/2014/main" id="{AFC62021-39E9-4F9E-8697-C41C4E9EE8B7}"/>
              </a:ext>
            </a:extLst>
          </p:cNvPr>
          <p:cNvSpPr>
            <a:spLocks/>
          </p:cNvSpPr>
          <p:nvPr/>
        </p:nvSpPr>
        <p:spPr>
          <a:xfrm>
            <a:off x="1649659" y="26260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115">
            <a:extLst>
              <a:ext uri="{FF2B5EF4-FFF2-40B4-BE49-F238E27FC236}">
                <a16:creationId xmlns:a16="http://schemas.microsoft.com/office/drawing/2014/main" id="{D6C04003-CFDA-44B2-92C7-CB94A2910572}"/>
              </a:ext>
            </a:extLst>
          </p:cNvPr>
          <p:cNvSpPr>
            <a:spLocks/>
          </p:cNvSpPr>
          <p:nvPr/>
        </p:nvSpPr>
        <p:spPr>
          <a:xfrm>
            <a:off x="1610945" y="2199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116">
            <a:extLst>
              <a:ext uri="{FF2B5EF4-FFF2-40B4-BE49-F238E27FC236}">
                <a16:creationId xmlns:a16="http://schemas.microsoft.com/office/drawing/2014/main" id="{897F0A3B-3EA4-448A-B188-9838C50DC7F2}"/>
              </a:ext>
            </a:extLst>
          </p:cNvPr>
          <p:cNvSpPr>
            <a:spLocks/>
          </p:cNvSpPr>
          <p:nvPr/>
        </p:nvSpPr>
        <p:spPr>
          <a:xfrm>
            <a:off x="157662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117">
            <a:extLst>
              <a:ext uri="{FF2B5EF4-FFF2-40B4-BE49-F238E27FC236}">
                <a16:creationId xmlns:a16="http://schemas.microsoft.com/office/drawing/2014/main" id="{1D837DBD-7A61-486E-9468-AD6EF5A3E9C5}"/>
              </a:ext>
            </a:extLst>
          </p:cNvPr>
          <p:cNvSpPr>
            <a:spLocks/>
          </p:cNvSpPr>
          <p:nvPr/>
        </p:nvSpPr>
        <p:spPr>
          <a:xfrm>
            <a:off x="1695458" y="25804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118">
            <a:extLst>
              <a:ext uri="{FF2B5EF4-FFF2-40B4-BE49-F238E27FC236}">
                <a16:creationId xmlns:a16="http://schemas.microsoft.com/office/drawing/2014/main" id="{564782FC-984C-48EE-AA77-1FBA154DD384}"/>
              </a:ext>
            </a:extLst>
          </p:cNvPr>
          <p:cNvSpPr>
            <a:spLocks/>
          </p:cNvSpPr>
          <p:nvPr/>
        </p:nvSpPr>
        <p:spPr>
          <a:xfrm>
            <a:off x="171396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119">
            <a:extLst>
              <a:ext uri="{FF2B5EF4-FFF2-40B4-BE49-F238E27FC236}">
                <a16:creationId xmlns:a16="http://schemas.microsoft.com/office/drawing/2014/main" id="{6F71755F-65CD-4805-9E7C-F653031206F8}"/>
              </a:ext>
            </a:extLst>
          </p:cNvPr>
          <p:cNvSpPr>
            <a:spLocks/>
          </p:cNvSpPr>
          <p:nvPr/>
        </p:nvSpPr>
        <p:spPr>
          <a:xfrm>
            <a:off x="169278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120">
            <a:extLst>
              <a:ext uri="{FF2B5EF4-FFF2-40B4-BE49-F238E27FC236}">
                <a16:creationId xmlns:a16="http://schemas.microsoft.com/office/drawing/2014/main" id="{5AA9C84A-DA5D-4067-A299-2A19E19FC054}"/>
              </a:ext>
            </a:extLst>
          </p:cNvPr>
          <p:cNvSpPr>
            <a:spLocks/>
          </p:cNvSpPr>
          <p:nvPr/>
        </p:nvSpPr>
        <p:spPr>
          <a:xfrm>
            <a:off x="1611516" y="3435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121">
            <a:extLst>
              <a:ext uri="{FF2B5EF4-FFF2-40B4-BE49-F238E27FC236}">
                <a16:creationId xmlns:a16="http://schemas.microsoft.com/office/drawing/2014/main" id="{1C37AE65-EFA4-4C8E-AD5B-180992393344}"/>
              </a:ext>
            </a:extLst>
          </p:cNvPr>
          <p:cNvSpPr>
            <a:spLocks/>
          </p:cNvSpPr>
          <p:nvPr/>
        </p:nvSpPr>
        <p:spPr>
          <a:xfrm>
            <a:off x="1669157" y="26834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122">
            <a:extLst>
              <a:ext uri="{FF2B5EF4-FFF2-40B4-BE49-F238E27FC236}">
                <a16:creationId xmlns:a16="http://schemas.microsoft.com/office/drawing/2014/main" id="{3826B155-B63B-4897-8E29-07AAE8C1F90A}"/>
              </a:ext>
            </a:extLst>
          </p:cNvPr>
          <p:cNvSpPr>
            <a:spLocks/>
          </p:cNvSpPr>
          <p:nvPr/>
        </p:nvSpPr>
        <p:spPr>
          <a:xfrm>
            <a:off x="1587920" y="33970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123">
            <a:extLst>
              <a:ext uri="{FF2B5EF4-FFF2-40B4-BE49-F238E27FC236}">
                <a16:creationId xmlns:a16="http://schemas.microsoft.com/office/drawing/2014/main" id="{9F190993-4B3E-4FFA-B9DA-97E876DBBA0F}"/>
              </a:ext>
            </a:extLst>
          </p:cNvPr>
          <p:cNvSpPr>
            <a:spLocks/>
          </p:cNvSpPr>
          <p:nvPr/>
        </p:nvSpPr>
        <p:spPr>
          <a:xfrm>
            <a:off x="1671144" y="2488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124">
            <a:extLst>
              <a:ext uri="{FF2B5EF4-FFF2-40B4-BE49-F238E27FC236}">
                <a16:creationId xmlns:a16="http://schemas.microsoft.com/office/drawing/2014/main" id="{8DF9F144-DD2C-4BE2-808C-D94A710673ED}"/>
              </a:ext>
            </a:extLst>
          </p:cNvPr>
          <p:cNvSpPr>
            <a:spLocks/>
          </p:cNvSpPr>
          <p:nvPr/>
        </p:nvSpPr>
        <p:spPr>
          <a:xfrm>
            <a:off x="1676929" y="21671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125">
            <a:extLst>
              <a:ext uri="{FF2B5EF4-FFF2-40B4-BE49-F238E27FC236}">
                <a16:creationId xmlns:a16="http://schemas.microsoft.com/office/drawing/2014/main" id="{66ED3277-2C64-4202-A1C6-CC5050FFBD42}"/>
              </a:ext>
            </a:extLst>
          </p:cNvPr>
          <p:cNvSpPr>
            <a:spLocks/>
          </p:cNvSpPr>
          <p:nvPr/>
        </p:nvSpPr>
        <p:spPr>
          <a:xfrm>
            <a:off x="1640087" y="3047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126">
            <a:extLst>
              <a:ext uri="{FF2B5EF4-FFF2-40B4-BE49-F238E27FC236}">
                <a16:creationId xmlns:a16="http://schemas.microsoft.com/office/drawing/2014/main" id="{26C1D664-9F71-4D0E-91F2-407EF5F2228C}"/>
              </a:ext>
            </a:extLst>
          </p:cNvPr>
          <p:cNvSpPr>
            <a:spLocks/>
          </p:cNvSpPr>
          <p:nvPr/>
        </p:nvSpPr>
        <p:spPr>
          <a:xfrm>
            <a:off x="1677051" y="2255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127">
            <a:extLst>
              <a:ext uri="{FF2B5EF4-FFF2-40B4-BE49-F238E27FC236}">
                <a16:creationId xmlns:a16="http://schemas.microsoft.com/office/drawing/2014/main" id="{848224C0-4900-49C8-B3A0-796A3C655A98}"/>
              </a:ext>
            </a:extLst>
          </p:cNvPr>
          <p:cNvSpPr>
            <a:spLocks/>
          </p:cNvSpPr>
          <p:nvPr/>
        </p:nvSpPr>
        <p:spPr>
          <a:xfrm>
            <a:off x="1699447" y="3123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128">
            <a:extLst>
              <a:ext uri="{FF2B5EF4-FFF2-40B4-BE49-F238E27FC236}">
                <a16:creationId xmlns:a16="http://schemas.microsoft.com/office/drawing/2014/main" id="{F295A044-E1C5-435E-BD7B-C63B644727BF}"/>
              </a:ext>
            </a:extLst>
          </p:cNvPr>
          <p:cNvSpPr>
            <a:spLocks/>
          </p:cNvSpPr>
          <p:nvPr/>
        </p:nvSpPr>
        <p:spPr>
          <a:xfrm>
            <a:off x="1713097" y="25946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129">
            <a:extLst>
              <a:ext uri="{FF2B5EF4-FFF2-40B4-BE49-F238E27FC236}">
                <a16:creationId xmlns:a16="http://schemas.microsoft.com/office/drawing/2014/main" id="{4A69B8CF-2FDE-4906-8440-DF0A0CC5D8AE}"/>
              </a:ext>
            </a:extLst>
          </p:cNvPr>
          <p:cNvSpPr>
            <a:spLocks/>
          </p:cNvSpPr>
          <p:nvPr/>
        </p:nvSpPr>
        <p:spPr>
          <a:xfrm>
            <a:off x="1734689" y="32646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130">
            <a:extLst>
              <a:ext uri="{FF2B5EF4-FFF2-40B4-BE49-F238E27FC236}">
                <a16:creationId xmlns:a16="http://schemas.microsoft.com/office/drawing/2014/main" id="{62656B56-E696-441D-B8E1-DCA4B1219E18}"/>
              </a:ext>
            </a:extLst>
          </p:cNvPr>
          <p:cNvSpPr>
            <a:spLocks/>
          </p:cNvSpPr>
          <p:nvPr/>
        </p:nvSpPr>
        <p:spPr>
          <a:xfrm>
            <a:off x="1577289" y="2781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131">
            <a:extLst>
              <a:ext uri="{FF2B5EF4-FFF2-40B4-BE49-F238E27FC236}">
                <a16:creationId xmlns:a16="http://schemas.microsoft.com/office/drawing/2014/main" id="{7E125DE3-D770-4E97-985A-9937B4970B85}"/>
              </a:ext>
            </a:extLst>
          </p:cNvPr>
          <p:cNvSpPr>
            <a:spLocks/>
          </p:cNvSpPr>
          <p:nvPr/>
        </p:nvSpPr>
        <p:spPr>
          <a:xfrm>
            <a:off x="1669326" y="23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132">
            <a:extLst>
              <a:ext uri="{FF2B5EF4-FFF2-40B4-BE49-F238E27FC236}">
                <a16:creationId xmlns:a16="http://schemas.microsoft.com/office/drawing/2014/main" id="{C9DD6853-6752-4D9E-821F-0B2F10059FC3}"/>
              </a:ext>
            </a:extLst>
          </p:cNvPr>
          <p:cNvSpPr>
            <a:spLocks/>
          </p:cNvSpPr>
          <p:nvPr/>
        </p:nvSpPr>
        <p:spPr>
          <a:xfrm>
            <a:off x="1625558" y="2223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133">
            <a:extLst>
              <a:ext uri="{FF2B5EF4-FFF2-40B4-BE49-F238E27FC236}">
                <a16:creationId xmlns:a16="http://schemas.microsoft.com/office/drawing/2014/main" id="{F977CCBC-02C8-4A10-B6A5-83415E4A179B}"/>
              </a:ext>
            </a:extLst>
          </p:cNvPr>
          <p:cNvSpPr>
            <a:spLocks/>
          </p:cNvSpPr>
          <p:nvPr/>
        </p:nvSpPr>
        <p:spPr>
          <a:xfrm>
            <a:off x="1669312" y="30878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134">
            <a:extLst>
              <a:ext uri="{FF2B5EF4-FFF2-40B4-BE49-F238E27FC236}">
                <a16:creationId xmlns:a16="http://schemas.microsoft.com/office/drawing/2014/main" id="{6C1D94B9-6E70-4EA0-A434-A082019ACB15}"/>
              </a:ext>
            </a:extLst>
          </p:cNvPr>
          <p:cNvSpPr>
            <a:spLocks/>
          </p:cNvSpPr>
          <p:nvPr/>
        </p:nvSpPr>
        <p:spPr>
          <a:xfrm>
            <a:off x="1708978" y="2224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135">
            <a:extLst>
              <a:ext uri="{FF2B5EF4-FFF2-40B4-BE49-F238E27FC236}">
                <a16:creationId xmlns:a16="http://schemas.microsoft.com/office/drawing/2014/main" id="{9E6DCA32-C433-42FA-A5C5-65CC27DFED93}"/>
              </a:ext>
            </a:extLst>
          </p:cNvPr>
          <p:cNvSpPr>
            <a:spLocks/>
          </p:cNvSpPr>
          <p:nvPr/>
        </p:nvSpPr>
        <p:spPr>
          <a:xfrm>
            <a:off x="1711856" y="3366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136">
            <a:extLst>
              <a:ext uri="{FF2B5EF4-FFF2-40B4-BE49-F238E27FC236}">
                <a16:creationId xmlns:a16="http://schemas.microsoft.com/office/drawing/2014/main" id="{2418DDD3-DEC2-4F97-94D7-65B6D296CF7F}"/>
              </a:ext>
            </a:extLst>
          </p:cNvPr>
          <p:cNvSpPr>
            <a:spLocks/>
          </p:cNvSpPr>
          <p:nvPr/>
        </p:nvSpPr>
        <p:spPr>
          <a:xfrm>
            <a:off x="1585976" y="2175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137">
            <a:extLst>
              <a:ext uri="{FF2B5EF4-FFF2-40B4-BE49-F238E27FC236}">
                <a16:creationId xmlns:a16="http://schemas.microsoft.com/office/drawing/2014/main" id="{0C675B11-94E0-424C-9582-28CCD997FACA}"/>
              </a:ext>
            </a:extLst>
          </p:cNvPr>
          <p:cNvSpPr>
            <a:spLocks/>
          </p:cNvSpPr>
          <p:nvPr/>
        </p:nvSpPr>
        <p:spPr>
          <a:xfrm>
            <a:off x="1593170" y="25029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138">
            <a:extLst>
              <a:ext uri="{FF2B5EF4-FFF2-40B4-BE49-F238E27FC236}">
                <a16:creationId xmlns:a16="http://schemas.microsoft.com/office/drawing/2014/main" id="{D3C136E8-44DC-425D-9CC9-EB816834ED2E}"/>
              </a:ext>
            </a:extLst>
          </p:cNvPr>
          <p:cNvSpPr>
            <a:spLocks/>
          </p:cNvSpPr>
          <p:nvPr/>
        </p:nvSpPr>
        <p:spPr>
          <a:xfrm>
            <a:off x="1593143" y="21707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139">
            <a:extLst>
              <a:ext uri="{FF2B5EF4-FFF2-40B4-BE49-F238E27FC236}">
                <a16:creationId xmlns:a16="http://schemas.microsoft.com/office/drawing/2014/main" id="{E1CC1CAD-362D-4109-A4C3-B7FCBD69007D}"/>
              </a:ext>
            </a:extLst>
          </p:cNvPr>
          <p:cNvSpPr>
            <a:spLocks/>
          </p:cNvSpPr>
          <p:nvPr/>
        </p:nvSpPr>
        <p:spPr>
          <a:xfrm>
            <a:off x="1683493" y="31901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140">
            <a:extLst>
              <a:ext uri="{FF2B5EF4-FFF2-40B4-BE49-F238E27FC236}">
                <a16:creationId xmlns:a16="http://schemas.microsoft.com/office/drawing/2014/main" id="{82ED80AD-4AF3-4F62-A0E0-45FDCA3236B5}"/>
              </a:ext>
            </a:extLst>
          </p:cNvPr>
          <p:cNvSpPr>
            <a:spLocks/>
          </p:cNvSpPr>
          <p:nvPr/>
        </p:nvSpPr>
        <p:spPr>
          <a:xfrm>
            <a:off x="1584348" y="2401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141">
            <a:extLst>
              <a:ext uri="{FF2B5EF4-FFF2-40B4-BE49-F238E27FC236}">
                <a16:creationId xmlns:a16="http://schemas.microsoft.com/office/drawing/2014/main" id="{1B89BCDA-D22F-4A9C-B911-BAAEE3ADB826}"/>
              </a:ext>
            </a:extLst>
          </p:cNvPr>
          <p:cNvSpPr>
            <a:spLocks/>
          </p:cNvSpPr>
          <p:nvPr/>
        </p:nvSpPr>
        <p:spPr>
          <a:xfrm>
            <a:off x="1685434" y="28150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142">
            <a:extLst>
              <a:ext uri="{FF2B5EF4-FFF2-40B4-BE49-F238E27FC236}">
                <a16:creationId xmlns:a16="http://schemas.microsoft.com/office/drawing/2014/main" id="{A8A66608-DBCD-4609-8AD7-0C7C54DA6CB6}"/>
              </a:ext>
            </a:extLst>
          </p:cNvPr>
          <p:cNvSpPr>
            <a:spLocks/>
          </p:cNvSpPr>
          <p:nvPr/>
        </p:nvSpPr>
        <p:spPr>
          <a:xfrm>
            <a:off x="1643716" y="28192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143">
            <a:extLst>
              <a:ext uri="{FF2B5EF4-FFF2-40B4-BE49-F238E27FC236}">
                <a16:creationId xmlns:a16="http://schemas.microsoft.com/office/drawing/2014/main" id="{BD795E82-AF03-44F7-88B0-F66717638926}"/>
              </a:ext>
            </a:extLst>
          </p:cNvPr>
          <p:cNvSpPr>
            <a:spLocks/>
          </p:cNvSpPr>
          <p:nvPr/>
        </p:nvSpPr>
        <p:spPr>
          <a:xfrm>
            <a:off x="1629109" y="28236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144">
            <a:extLst>
              <a:ext uri="{FF2B5EF4-FFF2-40B4-BE49-F238E27FC236}">
                <a16:creationId xmlns:a16="http://schemas.microsoft.com/office/drawing/2014/main" id="{B235E235-503C-47DB-96D1-856DA4120628}"/>
              </a:ext>
            </a:extLst>
          </p:cNvPr>
          <p:cNvSpPr>
            <a:spLocks/>
          </p:cNvSpPr>
          <p:nvPr/>
        </p:nvSpPr>
        <p:spPr>
          <a:xfrm>
            <a:off x="1591509" y="2785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145">
            <a:extLst>
              <a:ext uri="{FF2B5EF4-FFF2-40B4-BE49-F238E27FC236}">
                <a16:creationId xmlns:a16="http://schemas.microsoft.com/office/drawing/2014/main" id="{8BB72558-6EB4-4132-8F71-1679D6F63EF3}"/>
              </a:ext>
            </a:extLst>
          </p:cNvPr>
          <p:cNvSpPr>
            <a:spLocks/>
          </p:cNvSpPr>
          <p:nvPr/>
        </p:nvSpPr>
        <p:spPr>
          <a:xfrm>
            <a:off x="1644791" y="22809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146">
            <a:extLst>
              <a:ext uri="{FF2B5EF4-FFF2-40B4-BE49-F238E27FC236}">
                <a16:creationId xmlns:a16="http://schemas.microsoft.com/office/drawing/2014/main" id="{02351477-7562-4B3B-B36A-97F4C5DE31D4}"/>
              </a:ext>
            </a:extLst>
          </p:cNvPr>
          <p:cNvSpPr>
            <a:spLocks/>
          </p:cNvSpPr>
          <p:nvPr/>
        </p:nvSpPr>
        <p:spPr>
          <a:xfrm>
            <a:off x="1615518" y="35201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147">
            <a:extLst>
              <a:ext uri="{FF2B5EF4-FFF2-40B4-BE49-F238E27FC236}">
                <a16:creationId xmlns:a16="http://schemas.microsoft.com/office/drawing/2014/main" id="{94F8626E-ECFB-4669-A347-12FD4539A8CD}"/>
              </a:ext>
            </a:extLst>
          </p:cNvPr>
          <p:cNvSpPr>
            <a:spLocks/>
          </p:cNvSpPr>
          <p:nvPr/>
        </p:nvSpPr>
        <p:spPr>
          <a:xfrm>
            <a:off x="1722871" y="28830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148">
            <a:extLst>
              <a:ext uri="{FF2B5EF4-FFF2-40B4-BE49-F238E27FC236}">
                <a16:creationId xmlns:a16="http://schemas.microsoft.com/office/drawing/2014/main" id="{5BEFBB0D-989E-4A7A-8DC8-012A54A4C6E2}"/>
              </a:ext>
            </a:extLst>
          </p:cNvPr>
          <p:cNvSpPr>
            <a:spLocks/>
          </p:cNvSpPr>
          <p:nvPr/>
        </p:nvSpPr>
        <p:spPr>
          <a:xfrm>
            <a:off x="1701957" y="24694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149">
            <a:extLst>
              <a:ext uri="{FF2B5EF4-FFF2-40B4-BE49-F238E27FC236}">
                <a16:creationId xmlns:a16="http://schemas.microsoft.com/office/drawing/2014/main" id="{2DF16DB8-5A24-4497-BDB3-BC95C212EAB4}"/>
              </a:ext>
            </a:extLst>
          </p:cNvPr>
          <p:cNvSpPr>
            <a:spLocks/>
          </p:cNvSpPr>
          <p:nvPr/>
        </p:nvSpPr>
        <p:spPr>
          <a:xfrm>
            <a:off x="1667572" y="29633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150">
            <a:extLst>
              <a:ext uri="{FF2B5EF4-FFF2-40B4-BE49-F238E27FC236}">
                <a16:creationId xmlns:a16="http://schemas.microsoft.com/office/drawing/2014/main" id="{14C8CBA8-E35C-4473-B958-F3A9D297C39D}"/>
              </a:ext>
            </a:extLst>
          </p:cNvPr>
          <p:cNvSpPr>
            <a:spLocks/>
          </p:cNvSpPr>
          <p:nvPr/>
        </p:nvSpPr>
        <p:spPr>
          <a:xfrm>
            <a:off x="159160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151">
            <a:extLst>
              <a:ext uri="{FF2B5EF4-FFF2-40B4-BE49-F238E27FC236}">
                <a16:creationId xmlns:a16="http://schemas.microsoft.com/office/drawing/2014/main" id="{A0AAC0F5-3594-4AB4-A2AC-382050126A02}"/>
              </a:ext>
            </a:extLst>
          </p:cNvPr>
          <p:cNvSpPr>
            <a:spLocks/>
          </p:cNvSpPr>
          <p:nvPr/>
        </p:nvSpPr>
        <p:spPr>
          <a:xfrm>
            <a:off x="1622342" y="3281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3152">
            <a:extLst>
              <a:ext uri="{FF2B5EF4-FFF2-40B4-BE49-F238E27FC236}">
                <a16:creationId xmlns:a16="http://schemas.microsoft.com/office/drawing/2014/main" id="{BAF67A35-1EE6-47B7-BCED-0A17D5A72575}"/>
              </a:ext>
            </a:extLst>
          </p:cNvPr>
          <p:cNvSpPr>
            <a:spLocks/>
          </p:cNvSpPr>
          <p:nvPr/>
        </p:nvSpPr>
        <p:spPr>
          <a:xfrm>
            <a:off x="161250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3153">
            <a:extLst>
              <a:ext uri="{FF2B5EF4-FFF2-40B4-BE49-F238E27FC236}">
                <a16:creationId xmlns:a16="http://schemas.microsoft.com/office/drawing/2014/main" id="{1A1D79DC-B4AA-45B6-8FF6-2DB4834DC84C}"/>
              </a:ext>
            </a:extLst>
          </p:cNvPr>
          <p:cNvSpPr>
            <a:spLocks/>
          </p:cNvSpPr>
          <p:nvPr/>
        </p:nvSpPr>
        <p:spPr>
          <a:xfrm>
            <a:off x="168217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3154">
            <a:extLst>
              <a:ext uri="{FF2B5EF4-FFF2-40B4-BE49-F238E27FC236}">
                <a16:creationId xmlns:a16="http://schemas.microsoft.com/office/drawing/2014/main" id="{430D97D5-BA61-42EE-AADF-0EF794337104}"/>
              </a:ext>
            </a:extLst>
          </p:cNvPr>
          <p:cNvSpPr>
            <a:spLocks/>
          </p:cNvSpPr>
          <p:nvPr/>
        </p:nvSpPr>
        <p:spPr>
          <a:xfrm>
            <a:off x="1952970" y="2105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3155">
            <a:extLst>
              <a:ext uri="{FF2B5EF4-FFF2-40B4-BE49-F238E27FC236}">
                <a16:creationId xmlns:a16="http://schemas.microsoft.com/office/drawing/2014/main" id="{C0873354-42DA-47DA-8243-865C2B687AFB}"/>
              </a:ext>
            </a:extLst>
          </p:cNvPr>
          <p:cNvSpPr>
            <a:spLocks/>
          </p:cNvSpPr>
          <p:nvPr/>
        </p:nvSpPr>
        <p:spPr>
          <a:xfrm>
            <a:off x="1859952" y="19952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3156">
            <a:extLst>
              <a:ext uri="{FF2B5EF4-FFF2-40B4-BE49-F238E27FC236}">
                <a16:creationId xmlns:a16="http://schemas.microsoft.com/office/drawing/2014/main" id="{F757DBBC-640C-4DCD-940A-F5A884870325}"/>
              </a:ext>
            </a:extLst>
          </p:cNvPr>
          <p:cNvSpPr>
            <a:spLocks/>
          </p:cNvSpPr>
          <p:nvPr/>
        </p:nvSpPr>
        <p:spPr>
          <a:xfrm>
            <a:off x="1990276" y="20967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3157">
            <a:extLst>
              <a:ext uri="{FF2B5EF4-FFF2-40B4-BE49-F238E27FC236}">
                <a16:creationId xmlns:a16="http://schemas.microsoft.com/office/drawing/2014/main" id="{EC3339AE-55A0-4130-8BB7-08BCC0F84830}"/>
              </a:ext>
            </a:extLst>
          </p:cNvPr>
          <p:cNvSpPr>
            <a:spLocks/>
          </p:cNvSpPr>
          <p:nvPr/>
        </p:nvSpPr>
        <p:spPr>
          <a:xfrm>
            <a:off x="1861322" y="3394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3158">
            <a:extLst>
              <a:ext uri="{FF2B5EF4-FFF2-40B4-BE49-F238E27FC236}">
                <a16:creationId xmlns:a16="http://schemas.microsoft.com/office/drawing/2014/main" id="{2C30F5E3-E872-4C5E-952F-A4DD052D818F}"/>
              </a:ext>
            </a:extLst>
          </p:cNvPr>
          <p:cNvSpPr>
            <a:spLocks/>
          </p:cNvSpPr>
          <p:nvPr/>
        </p:nvSpPr>
        <p:spPr>
          <a:xfrm>
            <a:off x="1942078" y="22193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3159">
            <a:extLst>
              <a:ext uri="{FF2B5EF4-FFF2-40B4-BE49-F238E27FC236}">
                <a16:creationId xmlns:a16="http://schemas.microsoft.com/office/drawing/2014/main" id="{DCB7F5AF-DA37-4EF3-962E-B7A07E68BD1C}"/>
              </a:ext>
            </a:extLst>
          </p:cNvPr>
          <p:cNvSpPr>
            <a:spLocks/>
          </p:cNvSpPr>
          <p:nvPr/>
        </p:nvSpPr>
        <p:spPr>
          <a:xfrm>
            <a:off x="1943860" y="23000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3160">
            <a:extLst>
              <a:ext uri="{FF2B5EF4-FFF2-40B4-BE49-F238E27FC236}">
                <a16:creationId xmlns:a16="http://schemas.microsoft.com/office/drawing/2014/main" id="{E2522A89-351B-49ED-8728-061E13A7483F}"/>
              </a:ext>
            </a:extLst>
          </p:cNvPr>
          <p:cNvSpPr>
            <a:spLocks/>
          </p:cNvSpPr>
          <p:nvPr/>
        </p:nvSpPr>
        <p:spPr>
          <a:xfrm>
            <a:off x="2010280" y="21259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3161">
            <a:extLst>
              <a:ext uri="{FF2B5EF4-FFF2-40B4-BE49-F238E27FC236}">
                <a16:creationId xmlns:a16="http://schemas.microsoft.com/office/drawing/2014/main" id="{41F63283-D86C-4252-9FD4-A570D2DF1B66}"/>
              </a:ext>
            </a:extLst>
          </p:cNvPr>
          <p:cNvSpPr>
            <a:spLocks/>
          </p:cNvSpPr>
          <p:nvPr/>
        </p:nvSpPr>
        <p:spPr>
          <a:xfrm>
            <a:off x="1938489" y="21801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3162">
            <a:extLst>
              <a:ext uri="{FF2B5EF4-FFF2-40B4-BE49-F238E27FC236}">
                <a16:creationId xmlns:a16="http://schemas.microsoft.com/office/drawing/2014/main" id="{84E89845-19A2-4DE5-8432-84FB9AA88D5B}"/>
              </a:ext>
            </a:extLst>
          </p:cNvPr>
          <p:cNvSpPr>
            <a:spLocks/>
          </p:cNvSpPr>
          <p:nvPr/>
        </p:nvSpPr>
        <p:spPr>
          <a:xfrm>
            <a:off x="1937421" y="29400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3163">
            <a:extLst>
              <a:ext uri="{FF2B5EF4-FFF2-40B4-BE49-F238E27FC236}">
                <a16:creationId xmlns:a16="http://schemas.microsoft.com/office/drawing/2014/main" id="{7EBEA003-CD54-48BE-8204-BDFD18B020DB}"/>
              </a:ext>
            </a:extLst>
          </p:cNvPr>
          <p:cNvSpPr>
            <a:spLocks/>
          </p:cNvSpPr>
          <p:nvPr/>
        </p:nvSpPr>
        <p:spPr>
          <a:xfrm>
            <a:off x="1937361" y="28645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3164">
            <a:extLst>
              <a:ext uri="{FF2B5EF4-FFF2-40B4-BE49-F238E27FC236}">
                <a16:creationId xmlns:a16="http://schemas.microsoft.com/office/drawing/2014/main" id="{73796C7B-101D-4046-A8BD-A80C88C2B4C7}"/>
              </a:ext>
            </a:extLst>
          </p:cNvPr>
          <p:cNvSpPr>
            <a:spLocks/>
          </p:cNvSpPr>
          <p:nvPr/>
        </p:nvSpPr>
        <p:spPr>
          <a:xfrm>
            <a:off x="1898868" y="29018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3165">
            <a:extLst>
              <a:ext uri="{FF2B5EF4-FFF2-40B4-BE49-F238E27FC236}">
                <a16:creationId xmlns:a16="http://schemas.microsoft.com/office/drawing/2014/main" id="{B4CF896A-D312-4440-870B-333044118790}"/>
              </a:ext>
            </a:extLst>
          </p:cNvPr>
          <p:cNvSpPr>
            <a:spLocks/>
          </p:cNvSpPr>
          <p:nvPr/>
        </p:nvSpPr>
        <p:spPr>
          <a:xfrm>
            <a:off x="1850115" y="21394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3166">
            <a:extLst>
              <a:ext uri="{FF2B5EF4-FFF2-40B4-BE49-F238E27FC236}">
                <a16:creationId xmlns:a16="http://schemas.microsoft.com/office/drawing/2014/main" id="{FBE92706-A826-4B05-B871-615A4F0494D9}"/>
              </a:ext>
            </a:extLst>
          </p:cNvPr>
          <p:cNvSpPr>
            <a:spLocks/>
          </p:cNvSpPr>
          <p:nvPr/>
        </p:nvSpPr>
        <p:spPr>
          <a:xfrm>
            <a:off x="1987159" y="23583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3167">
            <a:extLst>
              <a:ext uri="{FF2B5EF4-FFF2-40B4-BE49-F238E27FC236}">
                <a16:creationId xmlns:a16="http://schemas.microsoft.com/office/drawing/2014/main" id="{04C07E51-4D5B-429E-BDE3-ECE5621A4780}"/>
              </a:ext>
            </a:extLst>
          </p:cNvPr>
          <p:cNvSpPr>
            <a:spLocks/>
          </p:cNvSpPr>
          <p:nvPr/>
        </p:nvSpPr>
        <p:spPr>
          <a:xfrm>
            <a:off x="1840716" y="27327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3168">
            <a:extLst>
              <a:ext uri="{FF2B5EF4-FFF2-40B4-BE49-F238E27FC236}">
                <a16:creationId xmlns:a16="http://schemas.microsoft.com/office/drawing/2014/main" id="{F9A34CC5-39B3-4CE8-9232-8F862A4105B8}"/>
              </a:ext>
            </a:extLst>
          </p:cNvPr>
          <p:cNvSpPr>
            <a:spLocks/>
          </p:cNvSpPr>
          <p:nvPr/>
        </p:nvSpPr>
        <p:spPr>
          <a:xfrm>
            <a:off x="2009087" y="21839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3169">
            <a:extLst>
              <a:ext uri="{FF2B5EF4-FFF2-40B4-BE49-F238E27FC236}">
                <a16:creationId xmlns:a16="http://schemas.microsoft.com/office/drawing/2014/main" id="{955258F5-F6D8-4D1C-B3CA-1BD058272E16}"/>
              </a:ext>
            </a:extLst>
          </p:cNvPr>
          <p:cNvSpPr>
            <a:spLocks/>
          </p:cNvSpPr>
          <p:nvPr/>
        </p:nvSpPr>
        <p:spPr>
          <a:xfrm>
            <a:off x="1991395" y="21897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3170">
            <a:extLst>
              <a:ext uri="{FF2B5EF4-FFF2-40B4-BE49-F238E27FC236}">
                <a16:creationId xmlns:a16="http://schemas.microsoft.com/office/drawing/2014/main" id="{06B43A02-02BE-46AC-9795-EEDD4A73D14E}"/>
              </a:ext>
            </a:extLst>
          </p:cNvPr>
          <p:cNvSpPr>
            <a:spLocks/>
          </p:cNvSpPr>
          <p:nvPr/>
        </p:nvSpPr>
        <p:spPr>
          <a:xfrm>
            <a:off x="1902126" y="30325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3171">
            <a:extLst>
              <a:ext uri="{FF2B5EF4-FFF2-40B4-BE49-F238E27FC236}">
                <a16:creationId xmlns:a16="http://schemas.microsoft.com/office/drawing/2014/main" id="{7CFCEC87-44FA-434A-B532-41C3D0CDA4C2}"/>
              </a:ext>
            </a:extLst>
          </p:cNvPr>
          <p:cNvSpPr>
            <a:spLocks/>
          </p:cNvSpPr>
          <p:nvPr/>
        </p:nvSpPr>
        <p:spPr>
          <a:xfrm>
            <a:off x="1967685" y="2269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3172">
            <a:extLst>
              <a:ext uri="{FF2B5EF4-FFF2-40B4-BE49-F238E27FC236}">
                <a16:creationId xmlns:a16="http://schemas.microsoft.com/office/drawing/2014/main" id="{A56AB9AF-553C-408A-A880-D50C7EC0089E}"/>
              </a:ext>
            </a:extLst>
          </p:cNvPr>
          <p:cNvSpPr>
            <a:spLocks/>
          </p:cNvSpPr>
          <p:nvPr/>
        </p:nvSpPr>
        <p:spPr>
          <a:xfrm>
            <a:off x="1886490" y="23221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3173">
            <a:extLst>
              <a:ext uri="{FF2B5EF4-FFF2-40B4-BE49-F238E27FC236}">
                <a16:creationId xmlns:a16="http://schemas.microsoft.com/office/drawing/2014/main" id="{062AB0C5-FAC8-442E-BAA2-733F20BDB6E3}"/>
              </a:ext>
            </a:extLst>
          </p:cNvPr>
          <p:cNvSpPr>
            <a:spLocks/>
          </p:cNvSpPr>
          <p:nvPr/>
        </p:nvSpPr>
        <p:spPr>
          <a:xfrm>
            <a:off x="1846995" y="2376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3174">
            <a:extLst>
              <a:ext uri="{FF2B5EF4-FFF2-40B4-BE49-F238E27FC236}">
                <a16:creationId xmlns:a16="http://schemas.microsoft.com/office/drawing/2014/main" id="{742F62FB-A4B8-4B7B-8D0B-8CD230191818}"/>
              </a:ext>
            </a:extLst>
          </p:cNvPr>
          <p:cNvSpPr>
            <a:spLocks/>
          </p:cNvSpPr>
          <p:nvPr/>
        </p:nvSpPr>
        <p:spPr>
          <a:xfrm>
            <a:off x="1984503" y="2796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3175">
            <a:extLst>
              <a:ext uri="{FF2B5EF4-FFF2-40B4-BE49-F238E27FC236}">
                <a16:creationId xmlns:a16="http://schemas.microsoft.com/office/drawing/2014/main" id="{3F93133A-7B10-4722-B79A-69218940C88A}"/>
              </a:ext>
            </a:extLst>
          </p:cNvPr>
          <p:cNvSpPr>
            <a:spLocks/>
          </p:cNvSpPr>
          <p:nvPr/>
        </p:nvSpPr>
        <p:spPr>
          <a:xfrm>
            <a:off x="1859497" y="2347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3176">
            <a:extLst>
              <a:ext uri="{FF2B5EF4-FFF2-40B4-BE49-F238E27FC236}">
                <a16:creationId xmlns:a16="http://schemas.microsoft.com/office/drawing/2014/main" id="{2F85D59F-5FBF-4274-AC55-478593883441}"/>
              </a:ext>
            </a:extLst>
          </p:cNvPr>
          <p:cNvSpPr>
            <a:spLocks/>
          </p:cNvSpPr>
          <p:nvPr/>
        </p:nvSpPr>
        <p:spPr>
          <a:xfrm>
            <a:off x="1873771" y="25609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3177">
            <a:extLst>
              <a:ext uri="{FF2B5EF4-FFF2-40B4-BE49-F238E27FC236}">
                <a16:creationId xmlns:a16="http://schemas.microsoft.com/office/drawing/2014/main" id="{ED3632A3-90B8-4E02-94E4-D50DF833AEAF}"/>
              </a:ext>
            </a:extLst>
          </p:cNvPr>
          <p:cNvSpPr>
            <a:spLocks/>
          </p:cNvSpPr>
          <p:nvPr/>
        </p:nvSpPr>
        <p:spPr>
          <a:xfrm>
            <a:off x="1877145" y="21154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3178">
            <a:extLst>
              <a:ext uri="{FF2B5EF4-FFF2-40B4-BE49-F238E27FC236}">
                <a16:creationId xmlns:a16="http://schemas.microsoft.com/office/drawing/2014/main" id="{457DA749-5BBC-4916-87E9-87F8E9D3C918}"/>
              </a:ext>
            </a:extLst>
          </p:cNvPr>
          <p:cNvSpPr>
            <a:spLocks/>
          </p:cNvSpPr>
          <p:nvPr/>
        </p:nvSpPr>
        <p:spPr>
          <a:xfrm>
            <a:off x="1967507" y="3202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3179">
            <a:extLst>
              <a:ext uri="{FF2B5EF4-FFF2-40B4-BE49-F238E27FC236}">
                <a16:creationId xmlns:a16="http://schemas.microsoft.com/office/drawing/2014/main" id="{197896CA-8520-4E03-A5D2-29E182F5E822}"/>
              </a:ext>
            </a:extLst>
          </p:cNvPr>
          <p:cNvSpPr>
            <a:spLocks/>
          </p:cNvSpPr>
          <p:nvPr/>
        </p:nvSpPr>
        <p:spPr>
          <a:xfrm>
            <a:off x="1922292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3180">
            <a:extLst>
              <a:ext uri="{FF2B5EF4-FFF2-40B4-BE49-F238E27FC236}">
                <a16:creationId xmlns:a16="http://schemas.microsoft.com/office/drawing/2014/main" id="{06CB6F46-83B3-4A2C-BFB6-A89BF4EF8AD1}"/>
              </a:ext>
            </a:extLst>
          </p:cNvPr>
          <p:cNvSpPr>
            <a:spLocks/>
          </p:cNvSpPr>
          <p:nvPr/>
        </p:nvSpPr>
        <p:spPr>
          <a:xfrm>
            <a:off x="1840377" y="30311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3181">
            <a:extLst>
              <a:ext uri="{FF2B5EF4-FFF2-40B4-BE49-F238E27FC236}">
                <a16:creationId xmlns:a16="http://schemas.microsoft.com/office/drawing/2014/main" id="{8D101571-BE61-4769-902A-4E483394340E}"/>
              </a:ext>
            </a:extLst>
          </p:cNvPr>
          <p:cNvSpPr>
            <a:spLocks/>
          </p:cNvSpPr>
          <p:nvPr/>
        </p:nvSpPr>
        <p:spPr>
          <a:xfrm>
            <a:off x="1863001" y="30563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3182">
            <a:extLst>
              <a:ext uri="{FF2B5EF4-FFF2-40B4-BE49-F238E27FC236}">
                <a16:creationId xmlns:a16="http://schemas.microsoft.com/office/drawing/2014/main" id="{1777CAC8-9BF4-4B77-BA4E-1D69318614BA}"/>
              </a:ext>
            </a:extLst>
          </p:cNvPr>
          <p:cNvSpPr>
            <a:spLocks/>
          </p:cNvSpPr>
          <p:nvPr/>
        </p:nvSpPr>
        <p:spPr>
          <a:xfrm>
            <a:off x="1923622" y="2100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3183">
            <a:extLst>
              <a:ext uri="{FF2B5EF4-FFF2-40B4-BE49-F238E27FC236}">
                <a16:creationId xmlns:a16="http://schemas.microsoft.com/office/drawing/2014/main" id="{DC7B53AD-8DF8-4292-9D9C-2A7478E3CD10}"/>
              </a:ext>
            </a:extLst>
          </p:cNvPr>
          <p:cNvSpPr>
            <a:spLocks/>
          </p:cNvSpPr>
          <p:nvPr/>
        </p:nvSpPr>
        <p:spPr>
          <a:xfrm>
            <a:off x="1984903" y="20904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3184">
            <a:extLst>
              <a:ext uri="{FF2B5EF4-FFF2-40B4-BE49-F238E27FC236}">
                <a16:creationId xmlns:a16="http://schemas.microsoft.com/office/drawing/2014/main" id="{26A349EF-017A-40CC-B58B-FC6F0AB905D0}"/>
              </a:ext>
            </a:extLst>
          </p:cNvPr>
          <p:cNvSpPr>
            <a:spLocks/>
          </p:cNvSpPr>
          <p:nvPr/>
        </p:nvSpPr>
        <p:spPr>
          <a:xfrm>
            <a:off x="1906643" y="2933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3185">
            <a:extLst>
              <a:ext uri="{FF2B5EF4-FFF2-40B4-BE49-F238E27FC236}">
                <a16:creationId xmlns:a16="http://schemas.microsoft.com/office/drawing/2014/main" id="{AE088426-3DA5-4D30-9CFB-A7644870FA27}"/>
              </a:ext>
            </a:extLst>
          </p:cNvPr>
          <p:cNvSpPr>
            <a:spLocks/>
          </p:cNvSpPr>
          <p:nvPr/>
        </p:nvSpPr>
        <p:spPr>
          <a:xfrm>
            <a:off x="1908515" y="25480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3186">
            <a:extLst>
              <a:ext uri="{FF2B5EF4-FFF2-40B4-BE49-F238E27FC236}">
                <a16:creationId xmlns:a16="http://schemas.microsoft.com/office/drawing/2014/main" id="{92F85522-B1BB-44C5-B701-F1E73EED9502}"/>
              </a:ext>
            </a:extLst>
          </p:cNvPr>
          <p:cNvSpPr>
            <a:spLocks/>
          </p:cNvSpPr>
          <p:nvPr/>
        </p:nvSpPr>
        <p:spPr>
          <a:xfrm>
            <a:off x="1856382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3187">
            <a:extLst>
              <a:ext uri="{FF2B5EF4-FFF2-40B4-BE49-F238E27FC236}">
                <a16:creationId xmlns:a16="http://schemas.microsoft.com/office/drawing/2014/main" id="{2363D3CF-B0CC-4248-AB82-17CAB5F1DC89}"/>
              </a:ext>
            </a:extLst>
          </p:cNvPr>
          <p:cNvSpPr>
            <a:spLocks/>
          </p:cNvSpPr>
          <p:nvPr/>
        </p:nvSpPr>
        <p:spPr>
          <a:xfrm>
            <a:off x="1962123" y="304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3188">
            <a:extLst>
              <a:ext uri="{FF2B5EF4-FFF2-40B4-BE49-F238E27FC236}">
                <a16:creationId xmlns:a16="http://schemas.microsoft.com/office/drawing/2014/main" id="{CE4DBC08-374E-4D7A-B508-549DC9E492AC}"/>
              </a:ext>
            </a:extLst>
          </p:cNvPr>
          <p:cNvSpPr>
            <a:spLocks/>
          </p:cNvSpPr>
          <p:nvPr/>
        </p:nvSpPr>
        <p:spPr>
          <a:xfrm>
            <a:off x="1927814" y="19451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3189">
            <a:extLst>
              <a:ext uri="{FF2B5EF4-FFF2-40B4-BE49-F238E27FC236}">
                <a16:creationId xmlns:a16="http://schemas.microsoft.com/office/drawing/2014/main" id="{8E490997-FC34-4303-B72F-876C85EFB732}"/>
              </a:ext>
            </a:extLst>
          </p:cNvPr>
          <p:cNvSpPr>
            <a:spLocks/>
          </p:cNvSpPr>
          <p:nvPr/>
        </p:nvSpPr>
        <p:spPr>
          <a:xfrm>
            <a:off x="1869232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3190">
            <a:extLst>
              <a:ext uri="{FF2B5EF4-FFF2-40B4-BE49-F238E27FC236}">
                <a16:creationId xmlns:a16="http://schemas.microsoft.com/office/drawing/2014/main" id="{54DA9126-502F-4692-A23B-EAD6B1801527}"/>
              </a:ext>
            </a:extLst>
          </p:cNvPr>
          <p:cNvSpPr>
            <a:spLocks/>
          </p:cNvSpPr>
          <p:nvPr/>
        </p:nvSpPr>
        <p:spPr>
          <a:xfrm>
            <a:off x="2000990" y="25269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3191">
            <a:extLst>
              <a:ext uri="{FF2B5EF4-FFF2-40B4-BE49-F238E27FC236}">
                <a16:creationId xmlns:a16="http://schemas.microsoft.com/office/drawing/2014/main" id="{FA67662C-86A1-4FEC-BE02-307EB214ECE5}"/>
              </a:ext>
            </a:extLst>
          </p:cNvPr>
          <p:cNvSpPr>
            <a:spLocks/>
          </p:cNvSpPr>
          <p:nvPr/>
        </p:nvSpPr>
        <p:spPr>
          <a:xfrm>
            <a:off x="1930545" y="26640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3192">
            <a:extLst>
              <a:ext uri="{FF2B5EF4-FFF2-40B4-BE49-F238E27FC236}">
                <a16:creationId xmlns:a16="http://schemas.microsoft.com/office/drawing/2014/main" id="{63BF0F74-F7E3-46A9-B90B-0C540732FE7C}"/>
              </a:ext>
            </a:extLst>
          </p:cNvPr>
          <p:cNvSpPr>
            <a:spLocks/>
          </p:cNvSpPr>
          <p:nvPr/>
        </p:nvSpPr>
        <p:spPr>
          <a:xfrm>
            <a:off x="1879572" y="1998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3193">
            <a:extLst>
              <a:ext uri="{FF2B5EF4-FFF2-40B4-BE49-F238E27FC236}">
                <a16:creationId xmlns:a16="http://schemas.microsoft.com/office/drawing/2014/main" id="{53AFB59C-E52D-487E-8C35-6BD335ACA364}"/>
              </a:ext>
            </a:extLst>
          </p:cNvPr>
          <p:cNvSpPr>
            <a:spLocks/>
          </p:cNvSpPr>
          <p:nvPr/>
        </p:nvSpPr>
        <p:spPr>
          <a:xfrm>
            <a:off x="2000373" y="21126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3194">
            <a:extLst>
              <a:ext uri="{FF2B5EF4-FFF2-40B4-BE49-F238E27FC236}">
                <a16:creationId xmlns:a16="http://schemas.microsoft.com/office/drawing/2014/main" id="{F98FB493-5476-4387-A288-AB62C51B7F75}"/>
              </a:ext>
            </a:extLst>
          </p:cNvPr>
          <p:cNvSpPr>
            <a:spLocks/>
          </p:cNvSpPr>
          <p:nvPr/>
        </p:nvSpPr>
        <p:spPr>
          <a:xfrm>
            <a:off x="1857111" y="25287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3195">
            <a:extLst>
              <a:ext uri="{FF2B5EF4-FFF2-40B4-BE49-F238E27FC236}">
                <a16:creationId xmlns:a16="http://schemas.microsoft.com/office/drawing/2014/main" id="{A9857CA5-86D5-486D-9F44-17B1F1F335D3}"/>
              </a:ext>
            </a:extLst>
          </p:cNvPr>
          <p:cNvSpPr>
            <a:spLocks/>
          </p:cNvSpPr>
          <p:nvPr/>
        </p:nvSpPr>
        <p:spPr>
          <a:xfrm>
            <a:off x="1840037" y="21598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3196">
            <a:extLst>
              <a:ext uri="{FF2B5EF4-FFF2-40B4-BE49-F238E27FC236}">
                <a16:creationId xmlns:a16="http://schemas.microsoft.com/office/drawing/2014/main" id="{2A1B5F53-DC45-418E-B089-F8EFA05235CF}"/>
              </a:ext>
            </a:extLst>
          </p:cNvPr>
          <p:cNvSpPr>
            <a:spLocks/>
          </p:cNvSpPr>
          <p:nvPr/>
        </p:nvSpPr>
        <p:spPr>
          <a:xfrm>
            <a:off x="1968127" y="1943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3197">
            <a:extLst>
              <a:ext uri="{FF2B5EF4-FFF2-40B4-BE49-F238E27FC236}">
                <a16:creationId xmlns:a16="http://schemas.microsoft.com/office/drawing/2014/main" id="{06993F8A-48F7-46E8-8763-6EAF34CF4A82}"/>
              </a:ext>
            </a:extLst>
          </p:cNvPr>
          <p:cNvSpPr>
            <a:spLocks/>
          </p:cNvSpPr>
          <p:nvPr/>
        </p:nvSpPr>
        <p:spPr>
          <a:xfrm>
            <a:off x="1996038" y="20843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3198">
            <a:extLst>
              <a:ext uri="{FF2B5EF4-FFF2-40B4-BE49-F238E27FC236}">
                <a16:creationId xmlns:a16="http://schemas.microsoft.com/office/drawing/2014/main" id="{CC60B42A-35CB-4790-B58B-D7EAEB7568DA}"/>
              </a:ext>
            </a:extLst>
          </p:cNvPr>
          <p:cNvSpPr>
            <a:spLocks/>
          </p:cNvSpPr>
          <p:nvPr/>
        </p:nvSpPr>
        <p:spPr>
          <a:xfrm>
            <a:off x="1958031" y="2303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3199">
            <a:extLst>
              <a:ext uri="{FF2B5EF4-FFF2-40B4-BE49-F238E27FC236}">
                <a16:creationId xmlns:a16="http://schemas.microsoft.com/office/drawing/2014/main" id="{A3E17626-F9F8-481C-B3CA-9B1D6081B55A}"/>
              </a:ext>
            </a:extLst>
          </p:cNvPr>
          <p:cNvSpPr>
            <a:spLocks/>
          </p:cNvSpPr>
          <p:nvPr/>
        </p:nvSpPr>
        <p:spPr>
          <a:xfrm>
            <a:off x="1990319" y="20346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3200">
            <a:extLst>
              <a:ext uri="{FF2B5EF4-FFF2-40B4-BE49-F238E27FC236}">
                <a16:creationId xmlns:a16="http://schemas.microsoft.com/office/drawing/2014/main" id="{BE85AED2-738F-404D-BDC7-73F8FC7A6C3D}"/>
              </a:ext>
            </a:extLst>
          </p:cNvPr>
          <p:cNvSpPr>
            <a:spLocks/>
          </p:cNvSpPr>
          <p:nvPr/>
        </p:nvSpPr>
        <p:spPr>
          <a:xfrm>
            <a:off x="1850681" y="27156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3201">
            <a:extLst>
              <a:ext uri="{FF2B5EF4-FFF2-40B4-BE49-F238E27FC236}">
                <a16:creationId xmlns:a16="http://schemas.microsoft.com/office/drawing/2014/main" id="{2B4516CF-BD2F-4642-B488-581ED4EBE345}"/>
              </a:ext>
            </a:extLst>
          </p:cNvPr>
          <p:cNvSpPr>
            <a:spLocks/>
          </p:cNvSpPr>
          <p:nvPr/>
        </p:nvSpPr>
        <p:spPr>
          <a:xfrm>
            <a:off x="1974838" y="22187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3202">
            <a:extLst>
              <a:ext uri="{FF2B5EF4-FFF2-40B4-BE49-F238E27FC236}">
                <a16:creationId xmlns:a16="http://schemas.microsoft.com/office/drawing/2014/main" id="{6ACB67B3-13E7-4216-912B-45FF689D653F}"/>
              </a:ext>
            </a:extLst>
          </p:cNvPr>
          <p:cNvSpPr>
            <a:spLocks/>
          </p:cNvSpPr>
          <p:nvPr/>
        </p:nvSpPr>
        <p:spPr>
          <a:xfrm>
            <a:off x="1854312" y="2536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3203">
            <a:extLst>
              <a:ext uri="{FF2B5EF4-FFF2-40B4-BE49-F238E27FC236}">
                <a16:creationId xmlns:a16="http://schemas.microsoft.com/office/drawing/2014/main" id="{17439BD8-6D00-4A99-A6FE-7AE67D9F0642}"/>
              </a:ext>
            </a:extLst>
          </p:cNvPr>
          <p:cNvSpPr>
            <a:spLocks/>
          </p:cNvSpPr>
          <p:nvPr/>
        </p:nvSpPr>
        <p:spPr>
          <a:xfrm>
            <a:off x="1846430" y="21529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3204">
            <a:extLst>
              <a:ext uri="{FF2B5EF4-FFF2-40B4-BE49-F238E27FC236}">
                <a16:creationId xmlns:a16="http://schemas.microsoft.com/office/drawing/2014/main" id="{48A4032E-2841-4885-AB64-ABF3DB854600}"/>
              </a:ext>
            </a:extLst>
          </p:cNvPr>
          <p:cNvSpPr>
            <a:spLocks/>
          </p:cNvSpPr>
          <p:nvPr/>
        </p:nvSpPr>
        <p:spPr>
          <a:xfrm>
            <a:off x="1916007" y="22572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3205">
            <a:extLst>
              <a:ext uri="{FF2B5EF4-FFF2-40B4-BE49-F238E27FC236}">
                <a16:creationId xmlns:a16="http://schemas.microsoft.com/office/drawing/2014/main" id="{047D99C2-F4CA-4518-979B-134BC78B7F52}"/>
              </a:ext>
            </a:extLst>
          </p:cNvPr>
          <p:cNvSpPr>
            <a:spLocks/>
          </p:cNvSpPr>
          <p:nvPr/>
        </p:nvSpPr>
        <p:spPr>
          <a:xfrm>
            <a:off x="2003357" y="24499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3206">
            <a:extLst>
              <a:ext uri="{FF2B5EF4-FFF2-40B4-BE49-F238E27FC236}">
                <a16:creationId xmlns:a16="http://schemas.microsoft.com/office/drawing/2014/main" id="{62866AAA-7EEB-4858-A67C-7BE0E0DA8C2A}"/>
              </a:ext>
            </a:extLst>
          </p:cNvPr>
          <p:cNvSpPr>
            <a:spLocks/>
          </p:cNvSpPr>
          <p:nvPr/>
        </p:nvSpPr>
        <p:spPr>
          <a:xfrm>
            <a:off x="1878498" y="2588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3207">
            <a:extLst>
              <a:ext uri="{FF2B5EF4-FFF2-40B4-BE49-F238E27FC236}">
                <a16:creationId xmlns:a16="http://schemas.microsoft.com/office/drawing/2014/main" id="{8E8B6B0F-3382-4443-BF33-04B72E3577D3}"/>
              </a:ext>
            </a:extLst>
          </p:cNvPr>
          <p:cNvSpPr>
            <a:spLocks/>
          </p:cNvSpPr>
          <p:nvPr/>
        </p:nvSpPr>
        <p:spPr>
          <a:xfrm>
            <a:off x="1899905" y="26104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3208">
            <a:extLst>
              <a:ext uri="{FF2B5EF4-FFF2-40B4-BE49-F238E27FC236}">
                <a16:creationId xmlns:a16="http://schemas.microsoft.com/office/drawing/2014/main" id="{1658E32B-F52C-43A2-9C8B-CB3B3DF39435}"/>
              </a:ext>
            </a:extLst>
          </p:cNvPr>
          <p:cNvSpPr>
            <a:spLocks/>
          </p:cNvSpPr>
          <p:nvPr/>
        </p:nvSpPr>
        <p:spPr>
          <a:xfrm>
            <a:off x="1982850" y="26111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3209">
            <a:extLst>
              <a:ext uri="{FF2B5EF4-FFF2-40B4-BE49-F238E27FC236}">
                <a16:creationId xmlns:a16="http://schemas.microsoft.com/office/drawing/2014/main" id="{F4C2D8ED-8B9E-4775-8A95-BC53B24A58FF}"/>
              </a:ext>
            </a:extLst>
          </p:cNvPr>
          <p:cNvSpPr>
            <a:spLocks/>
          </p:cNvSpPr>
          <p:nvPr/>
        </p:nvSpPr>
        <p:spPr>
          <a:xfrm>
            <a:off x="1851850" y="26001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3210">
            <a:extLst>
              <a:ext uri="{FF2B5EF4-FFF2-40B4-BE49-F238E27FC236}">
                <a16:creationId xmlns:a16="http://schemas.microsoft.com/office/drawing/2014/main" id="{B8A2FF95-22EB-44FC-9A10-2C952CB9C894}"/>
              </a:ext>
            </a:extLst>
          </p:cNvPr>
          <p:cNvSpPr>
            <a:spLocks/>
          </p:cNvSpPr>
          <p:nvPr/>
        </p:nvSpPr>
        <p:spPr>
          <a:xfrm>
            <a:off x="1942053" y="30148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3211">
            <a:extLst>
              <a:ext uri="{FF2B5EF4-FFF2-40B4-BE49-F238E27FC236}">
                <a16:creationId xmlns:a16="http://schemas.microsoft.com/office/drawing/2014/main" id="{A627515C-B477-44AC-88A0-01AC7086B0D4}"/>
              </a:ext>
            </a:extLst>
          </p:cNvPr>
          <p:cNvSpPr>
            <a:spLocks/>
          </p:cNvSpPr>
          <p:nvPr/>
        </p:nvSpPr>
        <p:spPr>
          <a:xfrm>
            <a:off x="1945538" y="20499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3212">
            <a:extLst>
              <a:ext uri="{FF2B5EF4-FFF2-40B4-BE49-F238E27FC236}">
                <a16:creationId xmlns:a16="http://schemas.microsoft.com/office/drawing/2014/main" id="{B2AF40BB-BE83-44AA-B38A-76D6E0052242}"/>
              </a:ext>
            </a:extLst>
          </p:cNvPr>
          <p:cNvSpPr>
            <a:spLocks/>
          </p:cNvSpPr>
          <p:nvPr/>
        </p:nvSpPr>
        <p:spPr>
          <a:xfrm>
            <a:off x="1943721" y="22647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3213">
            <a:extLst>
              <a:ext uri="{FF2B5EF4-FFF2-40B4-BE49-F238E27FC236}">
                <a16:creationId xmlns:a16="http://schemas.microsoft.com/office/drawing/2014/main" id="{29E9684F-81FE-43C4-A1B0-073CA72C654C}"/>
              </a:ext>
            </a:extLst>
          </p:cNvPr>
          <p:cNvSpPr>
            <a:spLocks/>
          </p:cNvSpPr>
          <p:nvPr/>
        </p:nvSpPr>
        <p:spPr>
          <a:xfrm>
            <a:off x="1957127" y="215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3214">
            <a:extLst>
              <a:ext uri="{FF2B5EF4-FFF2-40B4-BE49-F238E27FC236}">
                <a16:creationId xmlns:a16="http://schemas.microsoft.com/office/drawing/2014/main" id="{CA033181-4C2A-4500-B953-ED6BDE84EE16}"/>
              </a:ext>
            </a:extLst>
          </p:cNvPr>
          <p:cNvSpPr>
            <a:spLocks/>
          </p:cNvSpPr>
          <p:nvPr/>
        </p:nvSpPr>
        <p:spPr>
          <a:xfrm>
            <a:off x="1957353" y="27291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3215">
            <a:extLst>
              <a:ext uri="{FF2B5EF4-FFF2-40B4-BE49-F238E27FC236}">
                <a16:creationId xmlns:a16="http://schemas.microsoft.com/office/drawing/2014/main" id="{2989860E-9284-46E0-8268-46CBBA2F29EA}"/>
              </a:ext>
            </a:extLst>
          </p:cNvPr>
          <p:cNvSpPr>
            <a:spLocks/>
          </p:cNvSpPr>
          <p:nvPr/>
        </p:nvSpPr>
        <p:spPr>
          <a:xfrm>
            <a:off x="1877025" y="194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3216">
            <a:extLst>
              <a:ext uri="{FF2B5EF4-FFF2-40B4-BE49-F238E27FC236}">
                <a16:creationId xmlns:a16="http://schemas.microsoft.com/office/drawing/2014/main" id="{C8C2F02A-DE0A-4DBA-9068-2B83ABFF337E}"/>
              </a:ext>
            </a:extLst>
          </p:cNvPr>
          <p:cNvSpPr>
            <a:spLocks/>
          </p:cNvSpPr>
          <p:nvPr/>
        </p:nvSpPr>
        <p:spPr>
          <a:xfrm>
            <a:off x="1999935" y="19128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3217">
            <a:extLst>
              <a:ext uri="{FF2B5EF4-FFF2-40B4-BE49-F238E27FC236}">
                <a16:creationId xmlns:a16="http://schemas.microsoft.com/office/drawing/2014/main" id="{7A681281-BDC0-4CA8-8836-25C51DF4FF89}"/>
              </a:ext>
            </a:extLst>
          </p:cNvPr>
          <p:cNvSpPr>
            <a:spLocks/>
          </p:cNvSpPr>
          <p:nvPr/>
        </p:nvSpPr>
        <p:spPr>
          <a:xfrm>
            <a:off x="1967439" y="2036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3218">
            <a:extLst>
              <a:ext uri="{FF2B5EF4-FFF2-40B4-BE49-F238E27FC236}">
                <a16:creationId xmlns:a16="http://schemas.microsoft.com/office/drawing/2014/main" id="{C7CE926C-E0ED-46D1-BF8B-A8A707780AE1}"/>
              </a:ext>
            </a:extLst>
          </p:cNvPr>
          <p:cNvSpPr>
            <a:spLocks/>
          </p:cNvSpPr>
          <p:nvPr/>
        </p:nvSpPr>
        <p:spPr>
          <a:xfrm>
            <a:off x="1892464" y="22024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3219">
            <a:extLst>
              <a:ext uri="{FF2B5EF4-FFF2-40B4-BE49-F238E27FC236}">
                <a16:creationId xmlns:a16="http://schemas.microsoft.com/office/drawing/2014/main" id="{05C23168-DCFF-4AFC-ACC4-959860E11722}"/>
              </a:ext>
            </a:extLst>
          </p:cNvPr>
          <p:cNvSpPr>
            <a:spLocks/>
          </p:cNvSpPr>
          <p:nvPr/>
        </p:nvSpPr>
        <p:spPr>
          <a:xfrm>
            <a:off x="1911620" y="26150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3220">
            <a:extLst>
              <a:ext uri="{FF2B5EF4-FFF2-40B4-BE49-F238E27FC236}">
                <a16:creationId xmlns:a16="http://schemas.microsoft.com/office/drawing/2014/main" id="{3E4591C4-C6EE-4FB4-8CF5-478A8487DF99}"/>
              </a:ext>
            </a:extLst>
          </p:cNvPr>
          <p:cNvSpPr>
            <a:spLocks/>
          </p:cNvSpPr>
          <p:nvPr/>
        </p:nvSpPr>
        <p:spPr>
          <a:xfrm>
            <a:off x="1854527" y="29768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3221">
            <a:extLst>
              <a:ext uri="{FF2B5EF4-FFF2-40B4-BE49-F238E27FC236}">
                <a16:creationId xmlns:a16="http://schemas.microsoft.com/office/drawing/2014/main" id="{E644AE30-AB15-4F31-8C4D-C33525000EE9}"/>
              </a:ext>
            </a:extLst>
          </p:cNvPr>
          <p:cNvSpPr>
            <a:spLocks/>
          </p:cNvSpPr>
          <p:nvPr/>
        </p:nvSpPr>
        <p:spPr>
          <a:xfrm>
            <a:off x="1897324" y="26078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3222">
            <a:extLst>
              <a:ext uri="{FF2B5EF4-FFF2-40B4-BE49-F238E27FC236}">
                <a16:creationId xmlns:a16="http://schemas.microsoft.com/office/drawing/2014/main" id="{71490C54-62BF-4B82-8785-C6F167736C9E}"/>
              </a:ext>
            </a:extLst>
          </p:cNvPr>
          <p:cNvSpPr>
            <a:spLocks/>
          </p:cNvSpPr>
          <p:nvPr/>
        </p:nvSpPr>
        <p:spPr>
          <a:xfrm>
            <a:off x="1849432" y="24081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3223">
            <a:extLst>
              <a:ext uri="{FF2B5EF4-FFF2-40B4-BE49-F238E27FC236}">
                <a16:creationId xmlns:a16="http://schemas.microsoft.com/office/drawing/2014/main" id="{CF9A0FA6-5004-46E3-80EF-04A1358438FB}"/>
              </a:ext>
            </a:extLst>
          </p:cNvPr>
          <p:cNvSpPr>
            <a:spLocks/>
          </p:cNvSpPr>
          <p:nvPr/>
        </p:nvSpPr>
        <p:spPr>
          <a:xfrm>
            <a:off x="1977145" y="294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3224">
            <a:extLst>
              <a:ext uri="{FF2B5EF4-FFF2-40B4-BE49-F238E27FC236}">
                <a16:creationId xmlns:a16="http://schemas.microsoft.com/office/drawing/2014/main" id="{CBC20CA2-DAD6-4DD4-AE74-949D73A02DB2}"/>
              </a:ext>
            </a:extLst>
          </p:cNvPr>
          <p:cNvSpPr>
            <a:spLocks/>
          </p:cNvSpPr>
          <p:nvPr/>
        </p:nvSpPr>
        <p:spPr>
          <a:xfrm>
            <a:off x="1944180" y="2047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3225">
            <a:extLst>
              <a:ext uri="{FF2B5EF4-FFF2-40B4-BE49-F238E27FC236}">
                <a16:creationId xmlns:a16="http://schemas.microsoft.com/office/drawing/2014/main" id="{3847A2F1-A618-4946-8937-E49D7B38658C}"/>
              </a:ext>
            </a:extLst>
          </p:cNvPr>
          <p:cNvSpPr>
            <a:spLocks/>
          </p:cNvSpPr>
          <p:nvPr/>
        </p:nvSpPr>
        <p:spPr>
          <a:xfrm>
            <a:off x="1978560" y="2722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3226">
            <a:extLst>
              <a:ext uri="{FF2B5EF4-FFF2-40B4-BE49-F238E27FC236}">
                <a16:creationId xmlns:a16="http://schemas.microsoft.com/office/drawing/2014/main" id="{1AFD7DDE-5979-4779-857A-4091CACEE43B}"/>
              </a:ext>
            </a:extLst>
          </p:cNvPr>
          <p:cNvSpPr>
            <a:spLocks/>
          </p:cNvSpPr>
          <p:nvPr/>
        </p:nvSpPr>
        <p:spPr>
          <a:xfrm>
            <a:off x="1931773" y="25371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3227">
            <a:extLst>
              <a:ext uri="{FF2B5EF4-FFF2-40B4-BE49-F238E27FC236}">
                <a16:creationId xmlns:a16="http://schemas.microsoft.com/office/drawing/2014/main" id="{B42C506C-A46D-41F2-B89D-24AF40A8DE65}"/>
              </a:ext>
            </a:extLst>
          </p:cNvPr>
          <p:cNvSpPr>
            <a:spLocks/>
          </p:cNvSpPr>
          <p:nvPr/>
        </p:nvSpPr>
        <p:spPr>
          <a:xfrm>
            <a:off x="1852285" y="20356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3228">
            <a:extLst>
              <a:ext uri="{FF2B5EF4-FFF2-40B4-BE49-F238E27FC236}">
                <a16:creationId xmlns:a16="http://schemas.microsoft.com/office/drawing/2014/main" id="{DF4646F3-6EF1-48E7-802D-38F710FDE6A1}"/>
              </a:ext>
            </a:extLst>
          </p:cNvPr>
          <p:cNvSpPr>
            <a:spLocks/>
          </p:cNvSpPr>
          <p:nvPr/>
        </p:nvSpPr>
        <p:spPr>
          <a:xfrm>
            <a:off x="1983082" y="29280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3229">
            <a:extLst>
              <a:ext uri="{FF2B5EF4-FFF2-40B4-BE49-F238E27FC236}">
                <a16:creationId xmlns:a16="http://schemas.microsoft.com/office/drawing/2014/main" id="{F357AD27-6501-40A0-866D-29D5B4C243D9}"/>
              </a:ext>
            </a:extLst>
          </p:cNvPr>
          <p:cNvSpPr>
            <a:spLocks/>
          </p:cNvSpPr>
          <p:nvPr/>
        </p:nvSpPr>
        <p:spPr>
          <a:xfrm>
            <a:off x="1862844" y="25751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3230">
            <a:extLst>
              <a:ext uri="{FF2B5EF4-FFF2-40B4-BE49-F238E27FC236}">
                <a16:creationId xmlns:a16="http://schemas.microsoft.com/office/drawing/2014/main" id="{CB6A43A6-50AE-4798-870E-CD4699E90BFC}"/>
              </a:ext>
            </a:extLst>
          </p:cNvPr>
          <p:cNvSpPr>
            <a:spLocks/>
          </p:cNvSpPr>
          <p:nvPr/>
        </p:nvSpPr>
        <p:spPr>
          <a:xfrm>
            <a:off x="193979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3231">
            <a:extLst>
              <a:ext uri="{FF2B5EF4-FFF2-40B4-BE49-F238E27FC236}">
                <a16:creationId xmlns:a16="http://schemas.microsoft.com/office/drawing/2014/main" id="{0A6AD05B-EB90-4199-B137-5C1F04F67A4B}"/>
              </a:ext>
            </a:extLst>
          </p:cNvPr>
          <p:cNvSpPr>
            <a:spLocks/>
          </p:cNvSpPr>
          <p:nvPr/>
        </p:nvSpPr>
        <p:spPr>
          <a:xfrm>
            <a:off x="1908723" y="20298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3232">
            <a:extLst>
              <a:ext uri="{FF2B5EF4-FFF2-40B4-BE49-F238E27FC236}">
                <a16:creationId xmlns:a16="http://schemas.microsoft.com/office/drawing/2014/main" id="{EFEFF891-1B2B-4D3C-9893-0CAA3588D886}"/>
              </a:ext>
            </a:extLst>
          </p:cNvPr>
          <p:cNvSpPr>
            <a:spLocks/>
          </p:cNvSpPr>
          <p:nvPr/>
        </p:nvSpPr>
        <p:spPr>
          <a:xfrm>
            <a:off x="1871289" y="24069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3233">
            <a:extLst>
              <a:ext uri="{FF2B5EF4-FFF2-40B4-BE49-F238E27FC236}">
                <a16:creationId xmlns:a16="http://schemas.microsoft.com/office/drawing/2014/main" id="{634C71F5-AB5F-4337-B016-24404F18D6FD}"/>
              </a:ext>
            </a:extLst>
          </p:cNvPr>
          <p:cNvSpPr>
            <a:spLocks/>
          </p:cNvSpPr>
          <p:nvPr/>
        </p:nvSpPr>
        <p:spPr>
          <a:xfrm>
            <a:off x="1977769" y="23732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3234">
            <a:extLst>
              <a:ext uri="{FF2B5EF4-FFF2-40B4-BE49-F238E27FC236}">
                <a16:creationId xmlns:a16="http://schemas.microsoft.com/office/drawing/2014/main" id="{02BFA70C-5B58-4CFD-AC9E-5E2F436B8CC6}"/>
              </a:ext>
            </a:extLst>
          </p:cNvPr>
          <p:cNvSpPr>
            <a:spLocks/>
          </p:cNvSpPr>
          <p:nvPr/>
        </p:nvSpPr>
        <p:spPr>
          <a:xfrm>
            <a:off x="1880441" y="21164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3235">
            <a:extLst>
              <a:ext uri="{FF2B5EF4-FFF2-40B4-BE49-F238E27FC236}">
                <a16:creationId xmlns:a16="http://schemas.microsoft.com/office/drawing/2014/main" id="{BDF2377C-200C-4A1B-90A0-C3394C8B45D1}"/>
              </a:ext>
            </a:extLst>
          </p:cNvPr>
          <p:cNvSpPr>
            <a:spLocks/>
          </p:cNvSpPr>
          <p:nvPr/>
        </p:nvSpPr>
        <p:spPr>
          <a:xfrm>
            <a:off x="1978709" y="27455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3236">
            <a:extLst>
              <a:ext uri="{FF2B5EF4-FFF2-40B4-BE49-F238E27FC236}">
                <a16:creationId xmlns:a16="http://schemas.microsoft.com/office/drawing/2014/main" id="{FBED3645-9D13-4F81-A3A3-3D9375A171D0}"/>
              </a:ext>
            </a:extLst>
          </p:cNvPr>
          <p:cNvSpPr>
            <a:spLocks/>
          </p:cNvSpPr>
          <p:nvPr/>
        </p:nvSpPr>
        <p:spPr>
          <a:xfrm>
            <a:off x="1907985" y="22509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3237">
            <a:extLst>
              <a:ext uri="{FF2B5EF4-FFF2-40B4-BE49-F238E27FC236}">
                <a16:creationId xmlns:a16="http://schemas.microsoft.com/office/drawing/2014/main" id="{F93F8528-61DA-4784-88ED-7A51A1169CD5}"/>
              </a:ext>
            </a:extLst>
          </p:cNvPr>
          <p:cNvSpPr>
            <a:spLocks/>
          </p:cNvSpPr>
          <p:nvPr/>
        </p:nvSpPr>
        <p:spPr>
          <a:xfrm>
            <a:off x="1971823" y="2354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3238">
            <a:extLst>
              <a:ext uri="{FF2B5EF4-FFF2-40B4-BE49-F238E27FC236}">
                <a16:creationId xmlns:a16="http://schemas.microsoft.com/office/drawing/2014/main" id="{661A4194-4558-4B7B-B8ED-7FB7991D4F27}"/>
              </a:ext>
            </a:extLst>
          </p:cNvPr>
          <p:cNvSpPr>
            <a:spLocks/>
          </p:cNvSpPr>
          <p:nvPr/>
        </p:nvSpPr>
        <p:spPr>
          <a:xfrm>
            <a:off x="1863110" y="20425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3239">
            <a:extLst>
              <a:ext uri="{FF2B5EF4-FFF2-40B4-BE49-F238E27FC236}">
                <a16:creationId xmlns:a16="http://schemas.microsoft.com/office/drawing/2014/main" id="{58F6A908-789A-4CDB-A2CD-8246365F9DDF}"/>
              </a:ext>
            </a:extLst>
          </p:cNvPr>
          <p:cNvSpPr>
            <a:spLocks/>
          </p:cNvSpPr>
          <p:nvPr/>
        </p:nvSpPr>
        <p:spPr>
          <a:xfrm>
            <a:off x="1953780" y="30738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3240">
            <a:extLst>
              <a:ext uri="{FF2B5EF4-FFF2-40B4-BE49-F238E27FC236}">
                <a16:creationId xmlns:a16="http://schemas.microsoft.com/office/drawing/2014/main" id="{DF8254A7-B5AB-451E-A31D-42A4FA3CE18C}"/>
              </a:ext>
            </a:extLst>
          </p:cNvPr>
          <p:cNvSpPr>
            <a:spLocks/>
          </p:cNvSpPr>
          <p:nvPr/>
        </p:nvSpPr>
        <p:spPr>
          <a:xfrm>
            <a:off x="1866007" y="27204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3241">
            <a:extLst>
              <a:ext uri="{FF2B5EF4-FFF2-40B4-BE49-F238E27FC236}">
                <a16:creationId xmlns:a16="http://schemas.microsoft.com/office/drawing/2014/main" id="{A0FB8D36-0F13-4806-B8F9-9D4155F3B31F}"/>
              </a:ext>
            </a:extLst>
          </p:cNvPr>
          <p:cNvSpPr>
            <a:spLocks/>
          </p:cNvSpPr>
          <p:nvPr/>
        </p:nvSpPr>
        <p:spPr>
          <a:xfrm>
            <a:off x="1854277" y="18568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3242">
            <a:extLst>
              <a:ext uri="{FF2B5EF4-FFF2-40B4-BE49-F238E27FC236}">
                <a16:creationId xmlns:a16="http://schemas.microsoft.com/office/drawing/2014/main" id="{B0FD86D4-EA58-46B9-969C-A5CE506F1ED8}"/>
              </a:ext>
            </a:extLst>
          </p:cNvPr>
          <p:cNvSpPr>
            <a:spLocks/>
          </p:cNvSpPr>
          <p:nvPr/>
        </p:nvSpPr>
        <p:spPr>
          <a:xfrm>
            <a:off x="1879209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3243">
            <a:extLst>
              <a:ext uri="{FF2B5EF4-FFF2-40B4-BE49-F238E27FC236}">
                <a16:creationId xmlns:a16="http://schemas.microsoft.com/office/drawing/2014/main" id="{B8AC341B-14D2-41C8-86F4-CD6C13858114}"/>
              </a:ext>
            </a:extLst>
          </p:cNvPr>
          <p:cNvSpPr>
            <a:spLocks/>
          </p:cNvSpPr>
          <p:nvPr/>
        </p:nvSpPr>
        <p:spPr>
          <a:xfrm>
            <a:off x="1893218" y="2086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3244">
            <a:extLst>
              <a:ext uri="{FF2B5EF4-FFF2-40B4-BE49-F238E27FC236}">
                <a16:creationId xmlns:a16="http://schemas.microsoft.com/office/drawing/2014/main" id="{C7519811-C632-4009-8727-8A700079EE9F}"/>
              </a:ext>
            </a:extLst>
          </p:cNvPr>
          <p:cNvSpPr>
            <a:spLocks/>
          </p:cNvSpPr>
          <p:nvPr/>
        </p:nvSpPr>
        <p:spPr>
          <a:xfrm>
            <a:off x="1959266" y="3098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3245">
            <a:extLst>
              <a:ext uri="{FF2B5EF4-FFF2-40B4-BE49-F238E27FC236}">
                <a16:creationId xmlns:a16="http://schemas.microsoft.com/office/drawing/2014/main" id="{75A6E63D-A7F5-49A4-92EB-EB5EAE2ADC83}"/>
              </a:ext>
            </a:extLst>
          </p:cNvPr>
          <p:cNvSpPr>
            <a:spLocks/>
          </p:cNvSpPr>
          <p:nvPr/>
        </p:nvSpPr>
        <p:spPr>
          <a:xfrm>
            <a:off x="1909623" y="32344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3246">
            <a:extLst>
              <a:ext uri="{FF2B5EF4-FFF2-40B4-BE49-F238E27FC236}">
                <a16:creationId xmlns:a16="http://schemas.microsoft.com/office/drawing/2014/main" id="{184299BF-A768-4886-AA2C-ABD42A98C672}"/>
              </a:ext>
            </a:extLst>
          </p:cNvPr>
          <p:cNvSpPr>
            <a:spLocks/>
          </p:cNvSpPr>
          <p:nvPr/>
        </p:nvSpPr>
        <p:spPr>
          <a:xfrm>
            <a:off x="1989477" y="18793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3247">
            <a:extLst>
              <a:ext uri="{FF2B5EF4-FFF2-40B4-BE49-F238E27FC236}">
                <a16:creationId xmlns:a16="http://schemas.microsoft.com/office/drawing/2014/main" id="{08AA62B4-5172-4C22-B5BD-AED3D49358AA}"/>
              </a:ext>
            </a:extLst>
          </p:cNvPr>
          <p:cNvSpPr>
            <a:spLocks/>
          </p:cNvSpPr>
          <p:nvPr/>
        </p:nvSpPr>
        <p:spPr>
          <a:xfrm>
            <a:off x="1919311" y="20683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3248">
            <a:extLst>
              <a:ext uri="{FF2B5EF4-FFF2-40B4-BE49-F238E27FC236}">
                <a16:creationId xmlns:a16="http://schemas.microsoft.com/office/drawing/2014/main" id="{BCCD8284-4F04-414F-8CFD-6B09C1BD3C89}"/>
              </a:ext>
            </a:extLst>
          </p:cNvPr>
          <p:cNvSpPr>
            <a:spLocks/>
          </p:cNvSpPr>
          <p:nvPr/>
        </p:nvSpPr>
        <p:spPr>
          <a:xfrm>
            <a:off x="1967073" y="19369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3249">
            <a:extLst>
              <a:ext uri="{FF2B5EF4-FFF2-40B4-BE49-F238E27FC236}">
                <a16:creationId xmlns:a16="http://schemas.microsoft.com/office/drawing/2014/main" id="{3689DBB5-2434-4BD7-9B35-DD021AB60F69}"/>
              </a:ext>
            </a:extLst>
          </p:cNvPr>
          <p:cNvSpPr>
            <a:spLocks/>
          </p:cNvSpPr>
          <p:nvPr/>
        </p:nvSpPr>
        <p:spPr>
          <a:xfrm>
            <a:off x="1904527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3250">
            <a:extLst>
              <a:ext uri="{FF2B5EF4-FFF2-40B4-BE49-F238E27FC236}">
                <a16:creationId xmlns:a16="http://schemas.microsoft.com/office/drawing/2014/main" id="{F03C9F57-41C4-474F-B4B7-5B79D6BD87AE}"/>
              </a:ext>
            </a:extLst>
          </p:cNvPr>
          <p:cNvSpPr>
            <a:spLocks/>
          </p:cNvSpPr>
          <p:nvPr/>
        </p:nvSpPr>
        <p:spPr>
          <a:xfrm>
            <a:off x="1994951" y="28377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3251">
            <a:extLst>
              <a:ext uri="{FF2B5EF4-FFF2-40B4-BE49-F238E27FC236}">
                <a16:creationId xmlns:a16="http://schemas.microsoft.com/office/drawing/2014/main" id="{3F8952BE-1DEF-4305-89B7-ED5ECE4E6190}"/>
              </a:ext>
            </a:extLst>
          </p:cNvPr>
          <p:cNvSpPr>
            <a:spLocks/>
          </p:cNvSpPr>
          <p:nvPr/>
        </p:nvSpPr>
        <p:spPr>
          <a:xfrm>
            <a:off x="1897802" y="29499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3252">
            <a:extLst>
              <a:ext uri="{FF2B5EF4-FFF2-40B4-BE49-F238E27FC236}">
                <a16:creationId xmlns:a16="http://schemas.microsoft.com/office/drawing/2014/main" id="{0C4FCC62-6E6D-418B-87A8-4416C5716B2F}"/>
              </a:ext>
            </a:extLst>
          </p:cNvPr>
          <p:cNvSpPr>
            <a:spLocks/>
          </p:cNvSpPr>
          <p:nvPr/>
        </p:nvSpPr>
        <p:spPr>
          <a:xfrm>
            <a:off x="1840673" y="318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3253">
            <a:extLst>
              <a:ext uri="{FF2B5EF4-FFF2-40B4-BE49-F238E27FC236}">
                <a16:creationId xmlns:a16="http://schemas.microsoft.com/office/drawing/2014/main" id="{4DD59263-823E-4AEB-914C-D76F9148DF58}"/>
              </a:ext>
            </a:extLst>
          </p:cNvPr>
          <p:cNvSpPr>
            <a:spLocks/>
          </p:cNvSpPr>
          <p:nvPr/>
        </p:nvSpPr>
        <p:spPr>
          <a:xfrm>
            <a:off x="1888817" y="23957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3254">
            <a:extLst>
              <a:ext uri="{FF2B5EF4-FFF2-40B4-BE49-F238E27FC236}">
                <a16:creationId xmlns:a16="http://schemas.microsoft.com/office/drawing/2014/main" id="{D1701AB6-3C30-47B8-B508-D86CAB5A0A48}"/>
              </a:ext>
            </a:extLst>
          </p:cNvPr>
          <p:cNvSpPr>
            <a:spLocks/>
          </p:cNvSpPr>
          <p:nvPr/>
        </p:nvSpPr>
        <p:spPr>
          <a:xfrm>
            <a:off x="1904915" y="21034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3255">
            <a:extLst>
              <a:ext uri="{FF2B5EF4-FFF2-40B4-BE49-F238E27FC236}">
                <a16:creationId xmlns:a16="http://schemas.microsoft.com/office/drawing/2014/main" id="{6EDD7408-78D9-4B6C-BDA5-0AE6173EC146}"/>
              </a:ext>
            </a:extLst>
          </p:cNvPr>
          <p:cNvSpPr>
            <a:spLocks/>
          </p:cNvSpPr>
          <p:nvPr/>
        </p:nvSpPr>
        <p:spPr>
          <a:xfrm>
            <a:off x="1948564" y="20781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3256">
            <a:extLst>
              <a:ext uri="{FF2B5EF4-FFF2-40B4-BE49-F238E27FC236}">
                <a16:creationId xmlns:a16="http://schemas.microsoft.com/office/drawing/2014/main" id="{BA5BA4AB-DC27-4A23-853F-577E9D31F8E0}"/>
              </a:ext>
            </a:extLst>
          </p:cNvPr>
          <p:cNvSpPr>
            <a:spLocks/>
          </p:cNvSpPr>
          <p:nvPr/>
        </p:nvSpPr>
        <p:spPr>
          <a:xfrm>
            <a:off x="200732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3257">
            <a:extLst>
              <a:ext uri="{FF2B5EF4-FFF2-40B4-BE49-F238E27FC236}">
                <a16:creationId xmlns:a16="http://schemas.microsoft.com/office/drawing/2014/main" id="{F1BA7857-1CA8-4B3B-8923-67A2770CD8E2}"/>
              </a:ext>
            </a:extLst>
          </p:cNvPr>
          <p:cNvSpPr>
            <a:spLocks/>
          </p:cNvSpPr>
          <p:nvPr/>
        </p:nvSpPr>
        <p:spPr>
          <a:xfrm>
            <a:off x="1857134" y="2346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3258">
            <a:extLst>
              <a:ext uri="{FF2B5EF4-FFF2-40B4-BE49-F238E27FC236}">
                <a16:creationId xmlns:a16="http://schemas.microsoft.com/office/drawing/2014/main" id="{573157E4-9B2F-4B5B-99F5-882154773BF4}"/>
              </a:ext>
            </a:extLst>
          </p:cNvPr>
          <p:cNvSpPr>
            <a:spLocks/>
          </p:cNvSpPr>
          <p:nvPr/>
        </p:nvSpPr>
        <p:spPr>
          <a:xfrm>
            <a:off x="1857978" y="3196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3259">
            <a:extLst>
              <a:ext uri="{FF2B5EF4-FFF2-40B4-BE49-F238E27FC236}">
                <a16:creationId xmlns:a16="http://schemas.microsoft.com/office/drawing/2014/main" id="{F604BE14-D9BC-46B1-B4E2-2BAF60B75282}"/>
              </a:ext>
            </a:extLst>
          </p:cNvPr>
          <p:cNvSpPr>
            <a:spLocks/>
          </p:cNvSpPr>
          <p:nvPr/>
        </p:nvSpPr>
        <p:spPr>
          <a:xfrm>
            <a:off x="1997022" y="26073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3260">
            <a:extLst>
              <a:ext uri="{FF2B5EF4-FFF2-40B4-BE49-F238E27FC236}">
                <a16:creationId xmlns:a16="http://schemas.microsoft.com/office/drawing/2014/main" id="{0CB6553D-C14D-4494-A2EE-F5A98E8DB45A}"/>
              </a:ext>
            </a:extLst>
          </p:cNvPr>
          <p:cNvSpPr>
            <a:spLocks/>
          </p:cNvSpPr>
          <p:nvPr/>
        </p:nvSpPr>
        <p:spPr>
          <a:xfrm>
            <a:off x="1858562" y="20380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3261">
            <a:extLst>
              <a:ext uri="{FF2B5EF4-FFF2-40B4-BE49-F238E27FC236}">
                <a16:creationId xmlns:a16="http://schemas.microsoft.com/office/drawing/2014/main" id="{EEC91585-FCDB-40B0-8D93-64DA400D8300}"/>
              </a:ext>
            </a:extLst>
          </p:cNvPr>
          <p:cNvSpPr>
            <a:spLocks/>
          </p:cNvSpPr>
          <p:nvPr/>
        </p:nvSpPr>
        <p:spPr>
          <a:xfrm>
            <a:off x="1978061" y="22202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3262">
            <a:extLst>
              <a:ext uri="{FF2B5EF4-FFF2-40B4-BE49-F238E27FC236}">
                <a16:creationId xmlns:a16="http://schemas.microsoft.com/office/drawing/2014/main" id="{31C210E5-E431-4097-8D70-6EC321C6EEA1}"/>
              </a:ext>
            </a:extLst>
          </p:cNvPr>
          <p:cNvSpPr>
            <a:spLocks/>
          </p:cNvSpPr>
          <p:nvPr/>
        </p:nvSpPr>
        <p:spPr>
          <a:xfrm>
            <a:off x="1852002" y="29885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3263">
            <a:extLst>
              <a:ext uri="{FF2B5EF4-FFF2-40B4-BE49-F238E27FC236}">
                <a16:creationId xmlns:a16="http://schemas.microsoft.com/office/drawing/2014/main" id="{66C51727-B33C-4B44-ABFF-5F6AAEB2AD14}"/>
              </a:ext>
            </a:extLst>
          </p:cNvPr>
          <p:cNvSpPr>
            <a:spLocks/>
          </p:cNvSpPr>
          <p:nvPr/>
        </p:nvSpPr>
        <p:spPr>
          <a:xfrm>
            <a:off x="1968307" y="27394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3264">
            <a:extLst>
              <a:ext uri="{FF2B5EF4-FFF2-40B4-BE49-F238E27FC236}">
                <a16:creationId xmlns:a16="http://schemas.microsoft.com/office/drawing/2014/main" id="{084DF935-0D3D-4BBB-AE63-CCDC2C86C5F7}"/>
              </a:ext>
            </a:extLst>
          </p:cNvPr>
          <p:cNvSpPr>
            <a:spLocks/>
          </p:cNvSpPr>
          <p:nvPr/>
        </p:nvSpPr>
        <p:spPr>
          <a:xfrm>
            <a:off x="1878987" y="24764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3265">
            <a:extLst>
              <a:ext uri="{FF2B5EF4-FFF2-40B4-BE49-F238E27FC236}">
                <a16:creationId xmlns:a16="http://schemas.microsoft.com/office/drawing/2014/main" id="{1F96BA98-09DB-41AC-A998-A66C9F676ABC}"/>
              </a:ext>
            </a:extLst>
          </p:cNvPr>
          <p:cNvSpPr>
            <a:spLocks/>
          </p:cNvSpPr>
          <p:nvPr/>
        </p:nvSpPr>
        <p:spPr>
          <a:xfrm>
            <a:off x="1966740" y="27396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3266">
            <a:extLst>
              <a:ext uri="{FF2B5EF4-FFF2-40B4-BE49-F238E27FC236}">
                <a16:creationId xmlns:a16="http://schemas.microsoft.com/office/drawing/2014/main" id="{307405FB-C53A-4704-B45B-A8A96EC51229}"/>
              </a:ext>
            </a:extLst>
          </p:cNvPr>
          <p:cNvSpPr>
            <a:spLocks/>
          </p:cNvSpPr>
          <p:nvPr/>
        </p:nvSpPr>
        <p:spPr>
          <a:xfrm>
            <a:off x="1885966" y="25014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3267">
            <a:extLst>
              <a:ext uri="{FF2B5EF4-FFF2-40B4-BE49-F238E27FC236}">
                <a16:creationId xmlns:a16="http://schemas.microsoft.com/office/drawing/2014/main" id="{C71B6151-66DD-41B7-926B-F49C331945C4}"/>
              </a:ext>
            </a:extLst>
          </p:cNvPr>
          <p:cNvSpPr>
            <a:spLocks/>
          </p:cNvSpPr>
          <p:nvPr/>
        </p:nvSpPr>
        <p:spPr>
          <a:xfrm>
            <a:off x="1903267" y="2271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3268">
            <a:extLst>
              <a:ext uri="{FF2B5EF4-FFF2-40B4-BE49-F238E27FC236}">
                <a16:creationId xmlns:a16="http://schemas.microsoft.com/office/drawing/2014/main" id="{917285C4-3D49-4EC3-BA0F-A97198DA564F}"/>
              </a:ext>
            </a:extLst>
          </p:cNvPr>
          <p:cNvSpPr>
            <a:spLocks/>
          </p:cNvSpPr>
          <p:nvPr/>
        </p:nvSpPr>
        <p:spPr>
          <a:xfrm>
            <a:off x="2010484" y="26018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3269">
            <a:extLst>
              <a:ext uri="{FF2B5EF4-FFF2-40B4-BE49-F238E27FC236}">
                <a16:creationId xmlns:a16="http://schemas.microsoft.com/office/drawing/2014/main" id="{DA8D7377-E47E-4F24-AFFA-EDC792342F70}"/>
              </a:ext>
            </a:extLst>
          </p:cNvPr>
          <p:cNvSpPr>
            <a:spLocks/>
          </p:cNvSpPr>
          <p:nvPr/>
        </p:nvSpPr>
        <p:spPr>
          <a:xfrm>
            <a:off x="1917926" y="30599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3270">
            <a:extLst>
              <a:ext uri="{FF2B5EF4-FFF2-40B4-BE49-F238E27FC236}">
                <a16:creationId xmlns:a16="http://schemas.microsoft.com/office/drawing/2014/main" id="{76BC0E64-C1F2-4D97-9D4C-5728E4D69403}"/>
              </a:ext>
            </a:extLst>
          </p:cNvPr>
          <p:cNvSpPr>
            <a:spLocks/>
          </p:cNvSpPr>
          <p:nvPr/>
        </p:nvSpPr>
        <p:spPr>
          <a:xfrm>
            <a:off x="1966065" y="32453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3271">
            <a:extLst>
              <a:ext uri="{FF2B5EF4-FFF2-40B4-BE49-F238E27FC236}">
                <a16:creationId xmlns:a16="http://schemas.microsoft.com/office/drawing/2014/main" id="{DB66C198-11DF-4A31-8D31-FC52AE1A7188}"/>
              </a:ext>
            </a:extLst>
          </p:cNvPr>
          <p:cNvSpPr>
            <a:spLocks/>
          </p:cNvSpPr>
          <p:nvPr/>
        </p:nvSpPr>
        <p:spPr>
          <a:xfrm>
            <a:off x="1933677" y="2134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3272">
            <a:extLst>
              <a:ext uri="{FF2B5EF4-FFF2-40B4-BE49-F238E27FC236}">
                <a16:creationId xmlns:a16="http://schemas.microsoft.com/office/drawing/2014/main" id="{5507CE33-35F6-4C28-B55F-91D386BB22FA}"/>
              </a:ext>
            </a:extLst>
          </p:cNvPr>
          <p:cNvSpPr>
            <a:spLocks/>
          </p:cNvSpPr>
          <p:nvPr/>
        </p:nvSpPr>
        <p:spPr>
          <a:xfrm>
            <a:off x="1866801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3273">
            <a:extLst>
              <a:ext uri="{FF2B5EF4-FFF2-40B4-BE49-F238E27FC236}">
                <a16:creationId xmlns:a16="http://schemas.microsoft.com/office/drawing/2014/main" id="{A9E55916-5324-430C-B3A7-6BAC21B4C8A3}"/>
              </a:ext>
            </a:extLst>
          </p:cNvPr>
          <p:cNvSpPr>
            <a:spLocks/>
          </p:cNvSpPr>
          <p:nvPr/>
        </p:nvSpPr>
        <p:spPr>
          <a:xfrm>
            <a:off x="1954820" y="21558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3274">
            <a:extLst>
              <a:ext uri="{FF2B5EF4-FFF2-40B4-BE49-F238E27FC236}">
                <a16:creationId xmlns:a16="http://schemas.microsoft.com/office/drawing/2014/main" id="{3F50C58B-7A48-47F5-8871-BF5F8361F732}"/>
              </a:ext>
            </a:extLst>
          </p:cNvPr>
          <p:cNvSpPr>
            <a:spLocks/>
          </p:cNvSpPr>
          <p:nvPr/>
        </p:nvSpPr>
        <p:spPr>
          <a:xfrm>
            <a:off x="1984013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3275">
            <a:extLst>
              <a:ext uri="{FF2B5EF4-FFF2-40B4-BE49-F238E27FC236}">
                <a16:creationId xmlns:a16="http://schemas.microsoft.com/office/drawing/2014/main" id="{6D7C00F7-66F7-4F05-A033-C678AE4E7B52}"/>
              </a:ext>
            </a:extLst>
          </p:cNvPr>
          <p:cNvSpPr>
            <a:spLocks/>
          </p:cNvSpPr>
          <p:nvPr/>
        </p:nvSpPr>
        <p:spPr>
          <a:xfrm>
            <a:off x="1964529" y="2513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3276">
            <a:extLst>
              <a:ext uri="{FF2B5EF4-FFF2-40B4-BE49-F238E27FC236}">
                <a16:creationId xmlns:a16="http://schemas.microsoft.com/office/drawing/2014/main" id="{58D4AD16-3B9E-43C2-AB69-AE791BAC3EF8}"/>
              </a:ext>
            </a:extLst>
          </p:cNvPr>
          <p:cNvSpPr>
            <a:spLocks/>
          </p:cNvSpPr>
          <p:nvPr/>
        </p:nvSpPr>
        <p:spPr>
          <a:xfrm>
            <a:off x="1952156" y="2864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3277">
            <a:extLst>
              <a:ext uri="{FF2B5EF4-FFF2-40B4-BE49-F238E27FC236}">
                <a16:creationId xmlns:a16="http://schemas.microsoft.com/office/drawing/2014/main" id="{7B2172CD-01FC-4E06-A6F8-D7116C5992D1}"/>
              </a:ext>
            </a:extLst>
          </p:cNvPr>
          <p:cNvSpPr>
            <a:spLocks/>
          </p:cNvSpPr>
          <p:nvPr/>
        </p:nvSpPr>
        <p:spPr>
          <a:xfrm>
            <a:off x="1979307" y="262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3278">
            <a:extLst>
              <a:ext uri="{FF2B5EF4-FFF2-40B4-BE49-F238E27FC236}">
                <a16:creationId xmlns:a16="http://schemas.microsoft.com/office/drawing/2014/main" id="{D8FE813A-9E8D-4514-8890-80B6C0434EBB}"/>
              </a:ext>
            </a:extLst>
          </p:cNvPr>
          <p:cNvSpPr>
            <a:spLocks/>
          </p:cNvSpPr>
          <p:nvPr/>
        </p:nvSpPr>
        <p:spPr>
          <a:xfrm>
            <a:off x="1951634" y="26830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3279">
            <a:extLst>
              <a:ext uri="{FF2B5EF4-FFF2-40B4-BE49-F238E27FC236}">
                <a16:creationId xmlns:a16="http://schemas.microsoft.com/office/drawing/2014/main" id="{DF73520B-CF7E-48B7-9499-852241092F05}"/>
              </a:ext>
            </a:extLst>
          </p:cNvPr>
          <p:cNvSpPr>
            <a:spLocks/>
          </p:cNvSpPr>
          <p:nvPr/>
        </p:nvSpPr>
        <p:spPr>
          <a:xfrm>
            <a:off x="1841599" y="2015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3280">
            <a:extLst>
              <a:ext uri="{FF2B5EF4-FFF2-40B4-BE49-F238E27FC236}">
                <a16:creationId xmlns:a16="http://schemas.microsoft.com/office/drawing/2014/main" id="{9DECEA8D-6EA2-4569-9635-C8A5945CD4CF}"/>
              </a:ext>
            </a:extLst>
          </p:cNvPr>
          <p:cNvSpPr>
            <a:spLocks/>
          </p:cNvSpPr>
          <p:nvPr/>
        </p:nvSpPr>
        <p:spPr>
          <a:xfrm>
            <a:off x="1996747" y="20118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3281">
            <a:extLst>
              <a:ext uri="{FF2B5EF4-FFF2-40B4-BE49-F238E27FC236}">
                <a16:creationId xmlns:a16="http://schemas.microsoft.com/office/drawing/2014/main" id="{C2895678-5A6D-4974-9BE2-BFCDF561248C}"/>
              </a:ext>
            </a:extLst>
          </p:cNvPr>
          <p:cNvSpPr>
            <a:spLocks/>
          </p:cNvSpPr>
          <p:nvPr/>
        </p:nvSpPr>
        <p:spPr>
          <a:xfrm>
            <a:off x="1894663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3282">
            <a:extLst>
              <a:ext uri="{FF2B5EF4-FFF2-40B4-BE49-F238E27FC236}">
                <a16:creationId xmlns:a16="http://schemas.microsoft.com/office/drawing/2014/main" id="{9EFDC6B6-F100-4D38-B574-6B795FA55E30}"/>
              </a:ext>
            </a:extLst>
          </p:cNvPr>
          <p:cNvSpPr>
            <a:spLocks/>
          </p:cNvSpPr>
          <p:nvPr/>
        </p:nvSpPr>
        <p:spPr>
          <a:xfrm>
            <a:off x="1947194" y="23734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3283">
            <a:extLst>
              <a:ext uri="{FF2B5EF4-FFF2-40B4-BE49-F238E27FC236}">
                <a16:creationId xmlns:a16="http://schemas.microsoft.com/office/drawing/2014/main" id="{33C96936-BFD2-425E-A3E5-D975BF8CC5F7}"/>
              </a:ext>
            </a:extLst>
          </p:cNvPr>
          <p:cNvSpPr>
            <a:spLocks/>
          </p:cNvSpPr>
          <p:nvPr/>
        </p:nvSpPr>
        <p:spPr>
          <a:xfrm>
            <a:off x="1921088" y="209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3284">
            <a:extLst>
              <a:ext uri="{FF2B5EF4-FFF2-40B4-BE49-F238E27FC236}">
                <a16:creationId xmlns:a16="http://schemas.microsoft.com/office/drawing/2014/main" id="{576CA3E6-4EBE-4A10-A46F-4B9A5DE9E12B}"/>
              </a:ext>
            </a:extLst>
          </p:cNvPr>
          <p:cNvSpPr>
            <a:spLocks/>
          </p:cNvSpPr>
          <p:nvPr/>
        </p:nvSpPr>
        <p:spPr>
          <a:xfrm>
            <a:off x="1913780" y="25855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3285">
            <a:extLst>
              <a:ext uri="{FF2B5EF4-FFF2-40B4-BE49-F238E27FC236}">
                <a16:creationId xmlns:a16="http://schemas.microsoft.com/office/drawing/2014/main" id="{FB2056EC-4C36-43C9-AA1A-51DD565FB55F}"/>
              </a:ext>
            </a:extLst>
          </p:cNvPr>
          <p:cNvSpPr>
            <a:spLocks/>
          </p:cNvSpPr>
          <p:nvPr/>
        </p:nvSpPr>
        <p:spPr>
          <a:xfrm>
            <a:off x="1971111" y="25285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3286">
            <a:extLst>
              <a:ext uri="{FF2B5EF4-FFF2-40B4-BE49-F238E27FC236}">
                <a16:creationId xmlns:a16="http://schemas.microsoft.com/office/drawing/2014/main" id="{47A30763-4EF9-45FD-B9ED-6077127010E3}"/>
              </a:ext>
            </a:extLst>
          </p:cNvPr>
          <p:cNvSpPr>
            <a:spLocks/>
          </p:cNvSpPr>
          <p:nvPr/>
        </p:nvSpPr>
        <p:spPr>
          <a:xfrm>
            <a:off x="1929500" y="215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3287">
            <a:extLst>
              <a:ext uri="{FF2B5EF4-FFF2-40B4-BE49-F238E27FC236}">
                <a16:creationId xmlns:a16="http://schemas.microsoft.com/office/drawing/2014/main" id="{F4C2E7AB-E14F-444E-92EE-D396B756E4D4}"/>
              </a:ext>
            </a:extLst>
          </p:cNvPr>
          <p:cNvSpPr>
            <a:spLocks/>
          </p:cNvSpPr>
          <p:nvPr/>
        </p:nvSpPr>
        <p:spPr>
          <a:xfrm>
            <a:off x="1858807" y="21981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3288">
            <a:extLst>
              <a:ext uri="{FF2B5EF4-FFF2-40B4-BE49-F238E27FC236}">
                <a16:creationId xmlns:a16="http://schemas.microsoft.com/office/drawing/2014/main" id="{3E8A57D4-B258-4646-9275-9867C0D75B59}"/>
              </a:ext>
            </a:extLst>
          </p:cNvPr>
          <p:cNvSpPr>
            <a:spLocks/>
          </p:cNvSpPr>
          <p:nvPr/>
        </p:nvSpPr>
        <p:spPr>
          <a:xfrm>
            <a:off x="1975120" y="26130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3289">
            <a:extLst>
              <a:ext uri="{FF2B5EF4-FFF2-40B4-BE49-F238E27FC236}">
                <a16:creationId xmlns:a16="http://schemas.microsoft.com/office/drawing/2014/main" id="{388708A4-8107-47BB-987E-A5C0C6DCCE8B}"/>
              </a:ext>
            </a:extLst>
          </p:cNvPr>
          <p:cNvSpPr>
            <a:spLocks/>
          </p:cNvSpPr>
          <p:nvPr/>
        </p:nvSpPr>
        <p:spPr>
          <a:xfrm>
            <a:off x="1899106" y="20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3290">
            <a:extLst>
              <a:ext uri="{FF2B5EF4-FFF2-40B4-BE49-F238E27FC236}">
                <a16:creationId xmlns:a16="http://schemas.microsoft.com/office/drawing/2014/main" id="{693FACB4-84D8-465E-AC7D-673DF1840DA2}"/>
              </a:ext>
            </a:extLst>
          </p:cNvPr>
          <p:cNvSpPr>
            <a:spLocks/>
          </p:cNvSpPr>
          <p:nvPr/>
        </p:nvSpPr>
        <p:spPr>
          <a:xfrm>
            <a:off x="1871194" y="24488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3291">
            <a:extLst>
              <a:ext uri="{FF2B5EF4-FFF2-40B4-BE49-F238E27FC236}">
                <a16:creationId xmlns:a16="http://schemas.microsoft.com/office/drawing/2014/main" id="{A5D81A71-2AE4-49EE-9764-BD748385384E}"/>
              </a:ext>
            </a:extLst>
          </p:cNvPr>
          <p:cNvSpPr>
            <a:spLocks/>
          </p:cNvSpPr>
          <p:nvPr/>
        </p:nvSpPr>
        <p:spPr>
          <a:xfrm>
            <a:off x="1861097" y="22685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3292">
            <a:extLst>
              <a:ext uri="{FF2B5EF4-FFF2-40B4-BE49-F238E27FC236}">
                <a16:creationId xmlns:a16="http://schemas.microsoft.com/office/drawing/2014/main" id="{F2AC6D42-4569-42D7-BE23-6DA7C8B09EF3}"/>
              </a:ext>
            </a:extLst>
          </p:cNvPr>
          <p:cNvSpPr>
            <a:spLocks/>
          </p:cNvSpPr>
          <p:nvPr/>
        </p:nvSpPr>
        <p:spPr>
          <a:xfrm>
            <a:off x="1869393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3293">
            <a:extLst>
              <a:ext uri="{FF2B5EF4-FFF2-40B4-BE49-F238E27FC236}">
                <a16:creationId xmlns:a16="http://schemas.microsoft.com/office/drawing/2014/main" id="{58C11F58-7B62-4BB7-BCC0-B4AE0EFF4C09}"/>
              </a:ext>
            </a:extLst>
          </p:cNvPr>
          <p:cNvSpPr>
            <a:spLocks/>
          </p:cNvSpPr>
          <p:nvPr/>
        </p:nvSpPr>
        <p:spPr>
          <a:xfrm>
            <a:off x="2003052" y="2409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3294">
            <a:extLst>
              <a:ext uri="{FF2B5EF4-FFF2-40B4-BE49-F238E27FC236}">
                <a16:creationId xmlns:a16="http://schemas.microsoft.com/office/drawing/2014/main" id="{B65DE9BC-BA01-467B-9061-592751596433}"/>
              </a:ext>
            </a:extLst>
          </p:cNvPr>
          <p:cNvSpPr>
            <a:spLocks/>
          </p:cNvSpPr>
          <p:nvPr/>
        </p:nvSpPr>
        <p:spPr>
          <a:xfrm>
            <a:off x="1934018" y="21699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3295">
            <a:extLst>
              <a:ext uri="{FF2B5EF4-FFF2-40B4-BE49-F238E27FC236}">
                <a16:creationId xmlns:a16="http://schemas.microsoft.com/office/drawing/2014/main" id="{D7490E9E-37FC-4124-96F1-7432B2DC7A95}"/>
              </a:ext>
            </a:extLst>
          </p:cNvPr>
          <p:cNvSpPr>
            <a:spLocks/>
          </p:cNvSpPr>
          <p:nvPr/>
        </p:nvSpPr>
        <p:spPr>
          <a:xfrm>
            <a:off x="1863557" y="19045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3296">
            <a:extLst>
              <a:ext uri="{FF2B5EF4-FFF2-40B4-BE49-F238E27FC236}">
                <a16:creationId xmlns:a16="http://schemas.microsoft.com/office/drawing/2014/main" id="{3E700E8E-91B7-41D4-BBDF-A5D3D319752F}"/>
              </a:ext>
            </a:extLst>
          </p:cNvPr>
          <p:cNvSpPr>
            <a:spLocks/>
          </p:cNvSpPr>
          <p:nvPr/>
        </p:nvSpPr>
        <p:spPr>
          <a:xfrm>
            <a:off x="1962040" y="26775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3297">
            <a:extLst>
              <a:ext uri="{FF2B5EF4-FFF2-40B4-BE49-F238E27FC236}">
                <a16:creationId xmlns:a16="http://schemas.microsoft.com/office/drawing/2014/main" id="{53DA37C8-BD6F-4DD4-9AE8-A315AF4E5D41}"/>
              </a:ext>
            </a:extLst>
          </p:cNvPr>
          <p:cNvSpPr>
            <a:spLocks/>
          </p:cNvSpPr>
          <p:nvPr/>
        </p:nvSpPr>
        <p:spPr>
          <a:xfrm>
            <a:off x="1965367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3298">
            <a:extLst>
              <a:ext uri="{FF2B5EF4-FFF2-40B4-BE49-F238E27FC236}">
                <a16:creationId xmlns:a16="http://schemas.microsoft.com/office/drawing/2014/main" id="{9D2D438D-8612-4BE7-9E95-43632695F535}"/>
              </a:ext>
            </a:extLst>
          </p:cNvPr>
          <p:cNvSpPr>
            <a:spLocks/>
          </p:cNvSpPr>
          <p:nvPr/>
        </p:nvSpPr>
        <p:spPr>
          <a:xfrm>
            <a:off x="2009024" y="3490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3299">
            <a:extLst>
              <a:ext uri="{FF2B5EF4-FFF2-40B4-BE49-F238E27FC236}">
                <a16:creationId xmlns:a16="http://schemas.microsoft.com/office/drawing/2014/main" id="{B638E8CE-AD73-44BD-BDA9-F22175FFCBAD}"/>
              </a:ext>
            </a:extLst>
          </p:cNvPr>
          <p:cNvSpPr>
            <a:spLocks/>
          </p:cNvSpPr>
          <p:nvPr/>
        </p:nvSpPr>
        <p:spPr>
          <a:xfrm>
            <a:off x="1847371" y="267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3300">
            <a:extLst>
              <a:ext uri="{FF2B5EF4-FFF2-40B4-BE49-F238E27FC236}">
                <a16:creationId xmlns:a16="http://schemas.microsoft.com/office/drawing/2014/main" id="{383FB844-F367-41DF-B658-183DC028A7DF}"/>
              </a:ext>
            </a:extLst>
          </p:cNvPr>
          <p:cNvSpPr>
            <a:spLocks/>
          </p:cNvSpPr>
          <p:nvPr/>
        </p:nvSpPr>
        <p:spPr>
          <a:xfrm>
            <a:off x="1903242" y="2419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3301">
            <a:extLst>
              <a:ext uri="{FF2B5EF4-FFF2-40B4-BE49-F238E27FC236}">
                <a16:creationId xmlns:a16="http://schemas.microsoft.com/office/drawing/2014/main" id="{B8FA9C25-2E62-4D3A-AC9A-AF8E34D728E9}"/>
              </a:ext>
            </a:extLst>
          </p:cNvPr>
          <p:cNvSpPr>
            <a:spLocks/>
          </p:cNvSpPr>
          <p:nvPr/>
        </p:nvSpPr>
        <p:spPr>
          <a:xfrm>
            <a:off x="1909241" y="34119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3302">
            <a:extLst>
              <a:ext uri="{FF2B5EF4-FFF2-40B4-BE49-F238E27FC236}">
                <a16:creationId xmlns:a16="http://schemas.microsoft.com/office/drawing/2014/main" id="{CF9CDE79-848D-434B-886C-7E7E1A6C30B4}"/>
              </a:ext>
            </a:extLst>
          </p:cNvPr>
          <p:cNvSpPr>
            <a:spLocks/>
          </p:cNvSpPr>
          <p:nvPr/>
        </p:nvSpPr>
        <p:spPr>
          <a:xfrm>
            <a:off x="1935879" y="23606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3303">
            <a:extLst>
              <a:ext uri="{FF2B5EF4-FFF2-40B4-BE49-F238E27FC236}">
                <a16:creationId xmlns:a16="http://schemas.microsoft.com/office/drawing/2014/main" id="{C37D2D0C-DF16-4962-9853-2C2DA3E77D0B}"/>
              </a:ext>
            </a:extLst>
          </p:cNvPr>
          <p:cNvSpPr>
            <a:spLocks/>
          </p:cNvSpPr>
          <p:nvPr/>
        </p:nvSpPr>
        <p:spPr>
          <a:xfrm>
            <a:off x="1926117" y="22222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3304">
            <a:extLst>
              <a:ext uri="{FF2B5EF4-FFF2-40B4-BE49-F238E27FC236}">
                <a16:creationId xmlns:a16="http://schemas.microsoft.com/office/drawing/2014/main" id="{C63D4BB8-D867-4DD2-A546-1E654DCAA83C}"/>
              </a:ext>
            </a:extLst>
          </p:cNvPr>
          <p:cNvSpPr>
            <a:spLocks/>
          </p:cNvSpPr>
          <p:nvPr/>
        </p:nvSpPr>
        <p:spPr>
          <a:xfrm>
            <a:off x="1884352" y="201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3305">
            <a:extLst>
              <a:ext uri="{FF2B5EF4-FFF2-40B4-BE49-F238E27FC236}">
                <a16:creationId xmlns:a16="http://schemas.microsoft.com/office/drawing/2014/main" id="{4A9E3728-1206-40BF-AB4D-BDE7768ED7F3}"/>
              </a:ext>
            </a:extLst>
          </p:cNvPr>
          <p:cNvSpPr>
            <a:spLocks/>
          </p:cNvSpPr>
          <p:nvPr/>
        </p:nvSpPr>
        <p:spPr>
          <a:xfrm>
            <a:off x="1974744" y="21569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3306">
            <a:extLst>
              <a:ext uri="{FF2B5EF4-FFF2-40B4-BE49-F238E27FC236}">
                <a16:creationId xmlns:a16="http://schemas.microsoft.com/office/drawing/2014/main" id="{925E7FFE-3C0E-42A6-BF5A-8F46C0DE3761}"/>
              </a:ext>
            </a:extLst>
          </p:cNvPr>
          <p:cNvSpPr>
            <a:spLocks/>
          </p:cNvSpPr>
          <p:nvPr/>
        </p:nvSpPr>
        <p:spPr>
          <a:xfrm>
            <a:off x="1848606" y="30990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3307">
            <a:extLst>
              <a:ext uri="{FF2B5EF4-FFF2-40B4-BE49-F238E27FC236}">
                <a16:creationId xmlns:a16="http://schemas.microsoft.com/office/drawing/2014/main" id="{24855328-AB4C-4F9D-900C-077C377917DD}"/>
              </a:ext>
            </a:extLst>
          </p:cNvPr>
          <p:cNvSpPr>
            <a:spLocks/>
          </p:cNvSpPr>
          <p:nvPr/>
        </p:nvSpPr>
        <p:spPr>
          <a:xfrm>
            <a:off x="1952627" y="2528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3308">
            <a:extLst>
              <a:ext uri="{FF2B5EF4-FFF2-40B4-BE49-F238E27FC236}">
                <a16:creationId xmlns:a16="http://schemas.microsoft.com/office/drawing/2014/main" id="{3236D2DC-3438-4A96-A08B-4C8F4270BF74}"/>
              </a:ext>
            </a:extLst>
          </p:cNvPr>
          <p:cNvSpPr>
            <a:spLocks/>
          </p:cNvSpPr>
          <p:nvPr/>
        </p:nvSpPr>
        <p:spPr>
          <a:xfrm>
            <a:off x="1929897" y="3261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3309">
            <a:extLst>
              <a:ext uri="{FF2B5EF4-FFF2-40B4-BE49-F238E27FC236}">
                <a16:creationId xmlns:a16="http://schemas.microsoft.com/office/drawing/2014/main" id="{1E153279-DE97-4C4A-8E6F-ACAAFCB1823E}"/>
              </a:ext>
            </a:extLst>
          </p:cNvPr>
          <p:cNvSpPr>
            <a:spLocks/>
          </p:cNvSpPr>
          <p:nvPr/>
        </p:nvSpPr>
        <p:spPr>
          <a:xfrm>
            <a:off x="1928353" y="2894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3310">
            <a:extLst>
              <a:ext uri="{FF2B5EF4-FFF2-40B4-BE49-F238E27FC236}">
                <a16:creationId xmlns:a16="http://schemas.microsoft.com/office/drawing/2014/main" id="{305FF974-BC6B-4E87-8BDE-E17177402ECC}"/>
              </a:ext>
            </a:extLst>
          </p:cNvPr>
          <p:cNvSpPr>
            <a:spLocks/>
          </p:cNvSpPr>
          <p:nvPr/>
        </p:nvSpPr>
        <p:spPr>
          <a:xfrm>
            <a:off x="1900518" y="24361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3311">
            <a:extLst>
              <a:ext uri="{FF2B5EF4-FFF2-40B4-BE49-F238E27FC236}">
                <a16:creationId xmlns:a16="http://schemas.microsoft.com/office/drawing/2014/main" id="{A1227A30-A5BD-4A06-A38B-429D4A1DF25D}"/>
              </a:ext>
            </a:extLst>
          </p:cNvPr>
          <p:cNvSpPr>
            <a:spLocks/>
          </p:cNvSpPr>
          <p:nvPr/>
        </p:nvSpPr>
        <p:spPr>
          <a:xfrm>
            <a:off x="1969826" y="2120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3312">
            <a:extLst>
              <a:ext uri="{FF2B5EF4-FFF2-40B4-BE49-F238E27FC236}">
                <a16:creationId xmlns:a16="http://schemas.microsoft.com/office/drawing/2014/main" id="{B8BB2A6B-5D1B-44AF-B6F2-D2570C6D6D06}"/>
              </a:ext>
            </a:extLst>
          </p:cNvPr>
          <p:cNvSpPr>
            <a:spLocks/>
          </p:cNvSpPr>
          <p:nvPr/>
        </p:nvSpPr>
        <p:spPr>
          <a:xfrm>
            <a:off x="1896376" y="2731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3313">
            <a:extLst>
              <a:ext uri="{FF2B5EF4-FFF2-40B4-BE49-F238E27FC236}">
                <a16:creationId xmlns:a16="http://schemas.microsoft.com/office/drawing/2014/main" id="{F0D3102B-7D41-4CD1-8E1E-05DE2D62C9DF}"/>
              </a:ext>
            </a:extLst>
          </p:cNvPr>
          <p:cNvSpPr>
            <a:spLocks/>
          </p:cNvSpPr>
          <p:nvPr/>
        </p:nvSpPr>
        <p:spPr>
          <a:xfrm>
            <a:off x="1897120" y="2226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3314">
            <a:extLst>
              <a:ext uri="{FF2B5EF4-FFF2-40B4-BE49-F238E27FC236}">
                <a16:creationId xmlns:a16="http://schemas.microsoft.com/office/drawing/2014/main" id="{EBF57870-7826-4D6C-BD56-5B73D5780D5C}"/>
              </a:ext>
            </a:extLst>
          </p:cNvPr>
          <p:cNvSpPr>
            <a:spLocks/>
          </p:cNvSpPr>
          <p:nvPr/>
        </p:nvSpPr>
        <p:spPr>
          <a:xfrm>
            <a:off x="1933297" y="33741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3315">
            <a:extLst>
              <a:ext uri="{FF2B5EF4-FFF2-40B4-BE49-F238E27FC236}">
                <a16:creationId xmlns:a16="http://schemas.microsoft.com/office/drawing/2014/main" id="{D6D7DBDE-FE3F-42B0-BE60-30EB07FE0E02}"/>
              </a:ext>
            </a:extLst>
          </p:cNvPr>
          <p:cNvSpPr>
            <a:spLocks/>
          </p:cNvSpPr>
          <p:nvPr/>
        </p:nvSpPr>
        <p:spPr>
          <a:xfrm>
            <a:off x="1947717" y="21355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3316">
            <a:extLst>
              <a:ext uri="{FF2B5EF4-FFF2-40B4-BE49-F238E27FC236}">
                <a16:creationId xmlns:a16="http://schemas.microsoft.com/office/drawing/2014/main" id="{FFE55CDD-E296-4B0C-B15A-8B415C704F74}"/>
              </a:ext>
            </a:extLst>
          </p:cNvPr>
          <p:cNvSpPr>
            <a:spLocks/>
          </p:cNvSpPr>
          <p:nvPr/>
        </p:nvSpPr>
        <p:spPr>
          <a:xfrm>
            <a:off x="1960928" y="2529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3317">
            <a:extLst>
              <a:ext uri="{FF2B5EF4-FFF2-40B4-BE49-F238E27FC236}">
                <a16:creationId xmlns:a16="http://schemas.microsoft.com/office/drawing/2014/main" id="{7846D0DA-5FEC-4152-ACD4-FCA2DCFFCBC9}"/>
              </a:ext>
            </a:extLst>
          </p:cNvPr>
          <p:cNvSpPr>
            <a:spLocks/>
          </p:cNvSpPr>
          <p:nvPr/>
        </p:nvSpPr>
        <p:spPr>
          <a:xfrm>
            <a:off x="1934175" y="21357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3318">
            <a:extLst>
              <a:ext uri="{FF2B5EF4-FFF2-40B4-BE49-F238E27FC236}">
                <a16:creationId xmlns:a16="http://schemas.microsoft.com/office/drawing/2014/main" id="{4F06F1B6-4558-4933-B289-B73066CC5C0D}"/>
              </a:ext>
            </a:extLst>
          </p:cNvPr>
          <p:cNvSpPr>
            <a:spLocks/>
          </p:cNvSpPr>
          <p:nvPr/>
        </p:nvSpPr>
        <p:spPr>
          <a:xfrm>
            <a:off x="1866423" y="25426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3319">
            <a:extLst>
              <a:ext uri="{FF2B5EF4-FFF2-40B4-BE49-F238E27FC236}">
                <a16:creationId xmlns:a16="http://schemas.microsoft.com/office/drawing/2014/main" id="{23EA321A-F9D6-4594-9DF8-B830B1B2FBF2}"/>
              </a:ext>
            </a:extLst>
          </p:cNvPr>
          <p:cNvSpPr>
            <a:spLocks/>
          </p:cNvSpPr>
          <p:nvPr/>
        </p:nvSpPr>
        <p:spPr>
          <a:xfrm>
            <a:off x="1902247" y="23922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3320">
            <a:extLst>
              <a:ext uri="{FF2B5EF4-FFF2-40B4-BE49-F238E27FC236}">
                <a16:creationId xmlns:a16="http://schemas.microsoft.com/office/drawing/2014/main" id="{ABCC0AC8-5534-4096-AD56-2EAD2209D177}"/>
              </a:ext>
            </a:extLst>
          </p:cNvPr>
          <p:cNvSpPr>
            <a:spLocks/>
          </p:cNvSpPr>
          <p:nvPr/>
        </p:nvSpPr>
        <p:spPr>
          <a:xfrm>
            <a:off x="2003627" y="27920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3321">
            <a:extLst>
              <a:ext uri="{FF2B5EF4-FFF2-40B4-BE49-F238E27FC236}">
                <a16:creationId xmlns:a16="http://schemas.microsoft.com/office/drawing/2014/main" id="{850AC6B9-51E7-4DD2-86EF-2348903C6F78}"/>
              </a:ext>
            </a:extLst>
          </p:cNvPr>
          <p:cNvSpPr>
            <a:spLocks/>
          </p:cNvSpPr>
          <p:nvPr/>
        </p:nvSpPr>
        <p:spPr>
          <a:xfrm>
            <a:off x="1895565" y="27293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3322">
            <a:extLst>
              <a:ext uri="{FF2B5EF4-FFF2-40B4-BE49-F238E27FC236}">
                <a16:creationId xmlns:a16="http://schemas.microsoft.com/office/drawing/2014/main" id="{E111D2A8-C007-47E6-81A6-DD9917ED496A}"/>
              </a:ext>
            </a:extLst>
          </p:cNvPr>
          <p:cNvSpPr>
            <a:spLocks/>
          </p:cNvSpPr>
          <p:nvPr/>
        </p:nvSpPr>
        <p:spPr>
          <a:xfrm>
            <a:off x="1852992" y="26541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3323">
            <a:extLst>
              <a:ext uri="{FF2B5EF4-FFF2-40B4-BE49-F238E27FC236}">
                <a16:creationId xmlns:a16="http://schemas.microsoft.com/office/drawing/2014/main" id="{11172F9D-F393-41BE-A786-DAAD029572B7}"/>
              </a:ext>
            </a:extLst>
          </p:cNvPr>
          <p:cNvSpPr>
            <a:spLocks/>
          </p:cNvSpPr>
          <p:nvPr/>
        </p:nvSpPr>
        <p:spPr>
          <a:xfrm>
            <a:off x="2000318" y="23776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3324">
            <a:extLst>
              <a:ext uri="{FF2B5EF4-FFF2-40B4-BE49-F238E27FC236}">
                <a16:creationId xmlns:a16="http://schemas.microsoft.com/office/drawing/2014/main" id="{8EDD68D0-A30A-4A68-BB56-B0E3DA1E2659}"/>
              </a:ext>
            </a:extLst>
          </p:cNvPr>
          <p:cNvSpPr>
            <a:spLocks/>
          </p:cNvSpPr>
          <p:nvPr/>
        </p:nvSpPr>
        <p:spPr>
          <a:xfrm>
            <a:off x="1929639" y="21200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3325">
            <a:extLst>
              <a:ext uri="{FF2B5EF4-FFF2-40B4-BE49-F238E27FC236}">
                <a16:creationId xmlns:a16="http://schemas.microsoft.com/office/drawing/2014/main" id="{95DF3A7C-DAE6-4B24-9F3B-5166D4C502EB}"/>
              </a:ext>
            </a:extLst>
          </p:cNvPr>
          <p:cNvSpPr>
            <a:spLocks/>
          </p:cNvSpPr>
          <p:nvPr/>
        </p:nvSpPr>
        <p:spPr>
          <a:xfrm>
            <a:off x="2000215" y="3435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3326">
            <a:extLst>
              <a:ext uri="{FF2B5EF4-FFF2-40B4-BE49-F238E27FC236}">
                <a16:creationId xmlns:a16="http://schemas.microsoft.com/office/drawing/2014/main" id="{32DF22C1-6B76-41C6-985C-3E94B9CB95D3}"/>
              </a:ext>
            </a:extLst>
          </p:cNvPr>
          <p:cNvSpPr>
            <a:spLocks/>
          </p:cNvSpPr>
          <p:nvPr/>
        </p:nvSpPr>
        <p:spPr>
          <a:xfrm>
            <a:off x="1855917" y="23836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3327">
            <a:extLst>
              <a:ext uri="{FF2B5EF4-FFF2-40B4-BE49-F238E27FC236}">
                <a16:creationId xmlns:a16="http://schemas.microsoft.com/office/drawing/2014/main" id="{27BACF2E-2537-4CB4-AB9B-521E21FB56CE}"/>
              </a:ext>
            </a:extLst>
          </p:cNvPr>
          <p:cNvSpPr>
            <a:spLocks/>
          </p:cNvSpPr>
          <p:nvPr/>
        </p:nvSpPr>
        <p:spPr>
          <a:xfrm>
            <a:off x="1949179" y="23969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3328">
            <a:extLst>
              <a:ext uri="{FF2B5EF4-FFF2-40B4-BE49-F238E27FC236}">
                <a16:creationId xmlns:a16="http://schemas.microsoft.com/office/drawing/2014/main" id="{EC57E4E7-8575-4DA6-BAF9-5D4833D9F12B}"/>
              </a:ext>
            </a:extLst>
          </p:cNvPr>
          <p:cNvSpPr>
            <a:spLocks/>
          </p:cNvSpPr>
          <p:nvPr/>
        </p:nvSpPr>
        <p:spPr>
          <a:xfrm>
            <a:off x="1865631" y="23600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3329">
            <a:extLst>
              <a:ext uri="{FF2B5EF4-FFF2-40B4-BE49-F238E27FC236}">
                <a16:creationId xmlns:a16="http://schemas.microsoft.com/office/drawing/2014/main" id="{1F801D1A-165D-4882-A8D5-D136CFEEBB91}"/>
              </a:ext>
            </a:extLst>
          </p:cNvPr>
          <p:cNvSpPr>
            <a:spLocks/>
          </p:cNvSpPr>
          <p:nvPr/>
        </p:nvSpPr>
        <p:spPr>
          <a:xfrm>
            <a:off x="1967175" y="2458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3330">
            <a:extLst>
              <a:ext uri="{FF2B5EF4-FFF2-40B4-BE49-F238E27FC236}">
                <a16:creationId xmlns:a16="http://schemas.microsoft.com/office/drawing/2014/main" id="{179DC164-14E6-4DDB-A4D7-EEB5621CA32E}"/>
              </a:ext>
            </a:extLst>
          </p:cNvPr>
          <p:cNvSpPr>
            <a:spLocks/>
          </p:cNvSpPr>
          <p:nvPr/>
        </p:nvSpPr>
        <p:spPr>
          <a:xfrm>
            <a:off x="1958723" y="36229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3331">
            <a:extLst>
              <a:ext uri="{FF2B5EF4-FFF2-40B4-BE49-F238E27FC236}">
                <a16:creationId xmlns:a16="http://schemas.microsoft.com/office/drawing/2014/main" id="{D8237DAF-A166-4F83-8EFA-4F5009448D6E}"/>
              </a:ext>
            </a:extLst>
          </p:cNvPr>
          <p:cNvSpPr>
            <a:spLocks/>
          </p:cNvSpPr>
          <p:nvPr/>
        </p:nvSpPr>
        <p:spPr>
          <a:xfrm>
            <a:off x="1857991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3332">
            <a:extLst>
              <a:ext uri="{FF2B5EF4-FFF2-40B4-BE49-F238E27FC236}">
                <a16:creationId xmlns:a16="http://schemas.microsoft.com/office/drawing/2014/main" id="{91B5D64A-7A90-4D9B-8D6D-3D46829998C5}"/>
              </a:ext>
            </a:extLst>
          </p:cNvPr>
          <p:cNvSpPr>
            <a:spLocks/>
          </p:cNvSpPr>
          <p:nvPr/>
        </p:nvSpPr>
        <p:spPr>
          <a:xfrm>
            <a:off x="1970984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3333">
            <a:extLst>
              <a:ext uri="{FF2B5EF4-FFF2-40B4-BE49-F238E27FC236}">
                <a16:creationId xmlns:a16="http://schemas.microsoft.com/office/drawing/2014/main" id="{C7014895-D3F2-4E06-8448-6D8A9E3F719E}"/>
              </a:ext>
            </a:extLst>
          </p:cNvPr>
          <p:cNvSpPr>
            <a:spLocks/>
          </p:cNvSpPr>
          <p:nvPr/>
        </p:nvSpPr>
        <p:spPr>
          <a:xfrm>
            <a:off x="246015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3334">
            <a:extLst>
              <a:ext uri="{FF2B5EF4-FFF2-40B4-BE49-F238E27FC236}">
                <a16:creationId xmlns:a16="http://schemas.microsoft.com/office/drawing/2014/main" id="{9327FFCB-90A4-4D29-824D-3012BD49911C}"/>
              </a:ext>
            </a:extLst>
          </p:cNvPr>
          <p:cNvSpPr>
            <a:spLocks/>
          </p:cNvSpPr>
          <p:nvPr/>
        </p:nvSpPr>
        <p:spPr>
          <a:xfrm>
            <a:off x="243850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3335">
            <a:extLst>
              <a:ext uri="{FF2B5EF4-FFF2-40B4-BE49-F238E27FC236}">
                <a16:creationId xmlns:a16="http://schemas.microsoft.com/office/drawing/2014/main" id="{5144B9C6-7BE5-4638-B4F2-81E11B32EA76}"/>
              </a:ext>
            </a:extLst>
          </p:cNvPr>
          <p:cNvSpPr>
            <a:spLocks/>
          </p:cNvSpPr>
          <p:nvPr/>
        </p:nvSpPr>
        <p:spPr>
          <a:xfrm>
            <a:off x="2459059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3336">
            <a:extLst>
              <a:ext uri="{FF2B5EF4-FFF2-40B4-BE49-F238E27FC236}">
                <a16:creationId xmlns:a16="http://schemas.microsoft.com/office/drawing/2014/main" id="{7535E607-DEEE-4007-8D35-254E50C75C94}"/>
              </a:ext>
            </a:extLst>
          </p:cNvPr>
          <p:cNvSpPr>
            <a:spLocks/>
          </p:cNvSpPr>
          <p:nvPr/>
        </p:nvSpPr>
        <p:spPr>
          <a:xfrm>
            <a:off x="246229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3337">
            <a:extLst>
              <a:ext uri="{FF2B5EF4-FFF2-40B4-BE49-F238E27FC236}">
                <a16:creationId xmlns:a16="http://schemas.microsoft.com/office/drawing/2014/main" id="{6707ED72-9806-482F-A8B0-39C21131ACDE}"/>
              </a:ext>
            </a:extLst>
          </p:cNvPr>
          <p:cNvSpPr>
            <a:spLocks/>
          </p:cNvSpPr>
          <p:nvPr/>
        </p:nvSpPr>
        <p:spPr>
          <a:xfrm>
            <a:off x="2578674" y="27735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3338">
            <a:extLst>
              <a:ext uri="{FF2B5EF4-FFF2-40B4-BE49-F238E27FC236}">
                <a16:creationId xmlns:a16="http://schemas.microsoft.com/office/drawing/2014/main" id="{D535FB19-7EDA-439A-8C99-C1006073CDBF}"/>
              </a:ext>
            </a:extLst>
          </p:cNvPr>
          <p:cNvSpPr>
            <a:spLocks/>
          </p:cNvSpPr>
          <p:nvPr/>
        </p:nvSpPr>
        <p:spPr>
          <a:xfrm>
            <a:off x="256843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3339">
            <a:extLst>
              <a:ext uri="{FF2B5EF4-FFF2-40B4-BE49-F238E27FC236}">
                <a16:creationId xmlns:a16="http://schemas.microsoft.com/office/drawing/2014/main" id="{3332C172-2EFA-4A1E-BAB6-6AC7E2416D77}"/>
              </a:ext>
            </a:extLst>
          </p:cNvPr>
          <p:cNvSpPr>
            <a:spLocks/>
          </p:cNvSpPr>
          <p:nvPr/>
        </p:nvSpPr>
        <p:spPr>
          <a:xfrm>
            <a:off x="244249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3340">
            <a:extLst>
              <a:ext uri="{FF2B5EF4-FFF2-40B4-BE49-F238E27FC236}">
                <a16:creationId xmlns:a16="http://schemas.microsoft.com/office/drawing/2014/main" id="{2B05C714-B130-4918-9CE5-639D43A0F5C1}"/>
              </a:ext>
            </a:extLst>
          </p:cNvPr>
          <p:cNvSpPr>
            <a:spLocks/>
          </p:cNvSpPr>
          <p:nvPr/>
        </p:nvSpPr>
        <p:spPr>
          <a:xfrm>
            <a:off x="2548164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3341">
            <a:extLst>
              <a:ext uri="{FF2B5EF4-FFF2-40B4-BE49-F238E27FC236}">
                <a16:creationId xmlns:a16="http://schemas.microsoft.com/office/drawing/2014/main" id="{7A41B044-8857-42EC-AFCB-9F81E09D9194}"/>
              </a:ext>
            </a:extLst>
          </p:cNvPr>
          <p:cNvSpPr>
            <a:spLocks/>
          </p:cNvSpPr>
          <p:nvPr/>
        </p:nvSpPr>
        <p:spPr>
          <a:xfrm>
            <a:off x="246560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3342">
            <a:extLst>
              <a:ext uri="{FF2B5EF4-FFF2-40B4-BE49-F238E27FC236}">
                <a16:creationId xmlns:a16="http://schemas.microsoft.com/office/drawing/2014/main" id="{70E4F34C-99FD-4F19-AA08-37A4BF9EE44B}"/>
              </a:ext>
            </a:extLst>
          </p:cNvPr>
          <p:cNvSpPr>
            <a:spLocks/>
          </p:cNvSpPr>
          <p:nvPr/>
        </p:nvSpPr>
        <p:spPr>
          <a:xfrm>
            <a:off x="2500411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3343">
            <a:extLst>
              <a:ext uri="{FF2B5EF4-FFF2-40B4-BE49-F238E27FC236}">
                <a16:creationId xmlns:a16="http://schemas.microsoft.com/office/drawing/2014/main" id="{BCE287F8-1EF6-44E9-84E8-8E96105E38C4}"/>
              </a:ext>
            </a:extLst>
          </p:cNvPr>
          <p:cNvSpPr>
            <a:spLocks/>
          </p:cNvSpPr>
          <p:nvPr/>
        </p:nvSpPr>
        <p:spPr>
          <a:xfrm>
            <a:off x="2585168" y="2199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3344">
            <a:extLst>
              <a:ext uri="{FF2B5EF4-FFF2-40B4-BE49-F238E27FC236}">
                <a16:creationId xmlns:a16="http://schemas.microsoft.com/office/drawing/2014/main" id="{654D6FD4-C27F-44F7-9563-E11D8FE52E2B}"/>
              </a:ext>
            </a:extLst>
          </p:cNvPr>
          <p:cNvSpPr>
            <a:spLocks/>
          </p:cNvSpPr>
          <p:nvPr/>
        </p:nvSpPr>
        <p:spPr>
          <a:xfrm>
            <a:off x="2596622" y="24938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3345">
            <a:extLst>
              <a:ext uri="{FF2B5EF4-FFF2-40B4-BE49-F238E27FC236}">
                <a16:creationId xmlns:a16="http://schemas.microsoft.com/office/drawing/2014/main" id="{53ACB2C5-0B7A-4DE4-9F50-13885595DD97}"/>
              </a:ext>
            </a:extLst>
          </p:cNvPr>
          <p:cNvSpPr>
            <a:spLocks/>
          </p:cNvSpPr>
          <p:nvPr/>
        </p:nvSpPr>
        <p:spPr>
          <a:xfrm>
            <a:off x="2496841" y="21876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3346">
            <a:extLst>
              <a:ext uri="{FF2B5EF4-FFF2-40B4-BE49-F238E27FC236}">
                <a16:creationId xmlns:a16="http://schemas.microsoft.com/office/drawing/2014/main" id="{A7440F45-74A1-4909-842F-33B266EB9931}"/>
              </a:ext>
            </a:extLst>
          </p:cNvPr>
          <p:cNvSpPr>
            <a:spLocks/>
          </p:cNvSpPr>
          <p:nvPr/>
        </p:nvSpPr>
        <p:spPr>
          <a:xfrm>
            <a:off x="256212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3347">
            <a:extLst>
              <a:ext uri="{FF2B5EF4-FFF2-40B4-BE49-F238E27FC236}">
                <a16:creationId xmlns:a16="http://schemas.microsoft.com/office/drawing/2014/main" id="{68DF3130-E3F6-4CC6-BD96-C75DA79469D7}"/>
              </a:ext>
            </a:extLst>
          </p:cNvPr>
          <p:cNvSpPr>
            <a:spLocks/>
          </p:cNvSpPr>
          <p:nvPr/>
        </p:nvSpPr>
        <p:spPr>
          <a:xfrm>
            <a:off x="2526263" y="32289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3348">
            <a:extLst>
              <a:ext uri="{FF2B5EF4-FFF2-40B4-BE49-F238E27FC236}">
                <a16:creationId xmlns:a16="http://schemas.microsoft.com/office/drawing/2014/main" id="{3C2336C7-4676-4194-90A0-8DF4388C4A36}"/>
              </a:ext>
            </a:extLst>
          </p:cNvPr>
          <p:cNvSpPr>
            <a:spLocks/>
          </p:cNvSpPr>
          <p:nvPr/>
        </p:nvSpPr>
        <p:spPr>
          <a:xfrm>
            <a:off x="2553731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3349">
            <a:extLst>
              <a:ext uri="{FF2B5EF4-FFF2-40B4-BE49-F238E27FC236}">
                <a16:creationId xmlns:a16="http://schemas.microsoft.com/office/drawing/2014/main" id="{02CCF1EE-9E1D-4EFF-8794-A36ED632BE7B}"/>
              </a:ext>
            </a:extLst>
          </p:cNvPr>
          <p:cNvSpPr>
            <a:spLocks/>
          </p:cNvSpPr>
          <p:nvPr/>
        </p:nvSpPr>
        <p:spPr>
          <a:xfrm>
            <a:off x="245208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3350">
            <a:extLst>
              <a:ext uri="{FF2B5EF4-FFF2-40B4-BE49-F238E27FC236}">
                <a16:creationId xmlns:a16="http://schemas.microsoft.com/office/drawing/2014/main" id="{7BF2AD90-E6C0-4C2A-86D7-C890715B73DC}"/>
              </a:ext>
            </a:extLst>
          </p:cNvPr>
          <p:cNvSpPr>
            <a:spLocks/>
          </p:cNvSpPr>
          <p:nvPr/>
        </p:nvSpPr>
        <p:spPr>
          <a:xfrm>
            <a:off x="2594082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3351">
            <a:extLst>
              <a:ext uri="{FF2B5EF4-FFF2-40B4-BE49-F238E27FC236}">
                <a16:creationId xmlns:a16="http://schemas.microsoft.com/office/drawing/2014/main" id="{42BDC1DD-C608-44AF-998A-E2BEB27C52AB}"/>
              </a:ext>
            </a:extLst>
          </p:cNvPr>
          <p:cNvSpPr>
            <a:spLocks/>
          </p:cNvSpPr>
          <p:nvPr/>
        </p:nvSpPr>
        <p:spPr>
          <a:xfrm>
            <a:off x="2518313" y="22578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3352">
            <a:extLst>
              <a:ext uri="{FF2B5EF4-FFF2-40B4-BE49-F238E27FC236}">
                <a16:creationId xmlns:a16="http://schemas.microsoft.com/office/drawing/2014/main" id="{6471396A-28B6-40FF-923B-19EF3FB8F0DE}"/>
              </a:ext>
            </a:extLst>
          </p:cNvPr>
          <p:cNvSpPr>
            <a:spLocks/>
          </p:cNvSpPr>
          <p:nvPr/>
        </p:nvSpPr>
        <p:spPr>
          <a:xfrm>
            <a:off x="2530005" y="2367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3353">
            <a:extLst>
              <a:ext uri="{FF2B5EF4-FFF2-40B4-BE49-F238E27FC236}">
                <a16:creationId xmlns:a16="http://schemas.microsoft.com/office/drawing/2014/main" id="{EA7F4D8A-5DE1-425A-BC76-B797BA1E8468}"/>
              </a:ext>
            </a:extLst>
          </p:cNvPr>
          <p:cNvSpPr>
            <a:spLocks/>
          </p:cNvSpPr>
          <p:nvPr/>
        </p:nvSpPr>
        <p:spPr>
          <a:xfrm>
            <a:off x="2577396" y="322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3354">
            <a:extLst>
              <a:ext uri="{FF2B5EF4-FFF2-40B4-BE49-F238E27FC236}">
                <a16:creationId xmlns:a16="http://schemas.microsoft.com/office/drawing/2014/main" id="{1CE05A11-E0CD-4813-B18F-36508F07E234}"/>
              </a:ext>
            </a:extLst>
          </p:cNvPr>
          <p:cNvSpPr>
            <a:spLocks/>
          </p:cNvSpPr>
          <p:nvPr/>
        </p:nvSpPr>
        <p:spPr>
          <a:xfrm>
            <a:off x="247487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3355">
            <a:extLst>
              <a:ext uri="{FF2B5EF4-FFF2-40B4-BE49-F238E27FC236}">
                <a16:creationId xmlns:a16="http://schemas.microsoft.com/office/drawing/2014/main" id="{FFA272F7-7B16-4441-98B2-DBF1E241C903}"/>
              </a:ext>
            </a:extLst>
          </p:cNvPr>
          <p:cNvSpPr>
            <a:spLocks/>
          </p:cNvSpPr>
          <p:nvPr/>
        </p:nvSpPr>
        <p:spPr>
          <a:xfrm>
            <a:off x="2490540" y="24444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3356">
            <a:extLst>
              <a:ext uri="{FF2B5EF4-FFF2-40B4-BE49-F238E27FC236}">
                <a16:creationId xmlns:a16="http://schemas.microsoft.com/office/drawing/2014/main" id="{FD324331-35CB-451B-BF7A-0614248D2299}"/>
              </a:ext>
            </a:extLst>
          </p:cNvPr>
          <p:cNvSpPr>
            <a:spLocks/>
          </p:cNvSpPr>
          <p:nvPr/>
        </p:nvSpPr>
        <p:spPr>
          <a:xfrm>
            <a:off x="2545872" y="24959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3357">
            <a:extLst>
              <a:ext uri="{FF2B5EF4-FFF2-40B4-BE49-F238E27FC236}">
                <a16:creationId xmlns:a16="http://schemas.microsoft.com/office/drawing/2014/main" id="{D116D1FE-067E-43C0-B7FE-807CD86B2C2D}"/>
              </a:ext>
            </a:extLst>
          </p:cNvPr>
          <p:cNvSpPr>
            <a:spLocks/>
          </p:cNvSpPr>
          <p:nvPr/>
        </p:nvSpPr>
        <p:spPr>
          <a:xfrm>
            <a:off x="243603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3358">
            <a:extLst>
              <a:ext uri="{FF2B5EF4-FFF2-40B4-BE49-F238E27FC236}">
                <a16:creationId xmlns:a16="http://schemas.microsoft.com/office/drawing/2014/main" id="{60C8DB95-C473-4B4A-86E0-35A2269D4E60}"/>
              </a:ext>
            </a:extLst>
          </p:cNvPr>
          <p:cNvSpPr>
            <a:spLocks/>
          </p:cNvSpPr>
          <p:nvPr/>
        </p:nvSpPr>
        <p:spPr>
          <a:xfrm>
            <a:off x="243575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3359">
            <a:extLst>
              <a:ext uri="{FF2B5EF4-FFF2-40B4-BE49-F238E27FC236}">
                <a16:creationId xmlns:a16="http://schemas.microsoft.com/office/drawing/2014/main" id="{FC296B6C-6A02-4110-AB21-1BB62278062C}"/>
              </a:ext>
            </a:extLst>
          </p:cNvPr>
          <p:cNvSpPr>
            <a:spLocks/>
          </p:cNvSpPr>
          <p:nvPr/>
        </p:nvSpPr>
        <p:spPr>
          <a:xfrm>
            <a:off x="2468946" y="32794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3360">
            <a:extLst>
              <a:ext uri="{FF2B5EF4-FFF2-40B4-BE49-F238E27FC236}">
                <a16:creationId xmlns:a16="http://schemas.microsoft.com/office/drawing/2014/main" id="{7E73B47D-7FF4-4564-A3CB-D1492FA10BE8}"/>
              </a:ext>
            </a:extLst>
          </p:cNvPr>
          <p:cNvSpPr>
            <a:spLocks/>
          </p:cNvSpPr>
          <p:nvPr/>
        </p:nvSpPr>
        <p:spPr>
          <a:xfrm>
            <a:off x="256138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3361">
            <a:extLst>
              <a:ext uri="{FF2B5EF4-FFF2-40B4-BE49-F238E27FC236}">
                <a16:creationId xmlns:a16="http://schemas.microsoft.com/office/drawing/2014/main" id="{436CB0AC-694E-4819-9065-871A13891EAB}"/>
              </a:ext>
            </a:extLst>
          </p:cNvPr>
          <p:cNvSpPr>
            <a:spLocks/>
          </p:cNvSpPr>
          <p:nvPr/>
        </p:nvSpPr>
        <p:spPr>
          <a:xfrm>
            <a:off x="2459020" y="33733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3362">
            <a:extLst>
              <a:ext uri="{FF2B5EF4-FFF2-40B4-BE49-F238E27FC236}">
                <a16:creationId xmlns:a16="http://schemas.microsoft.com/office/drawing/2014/main" id="{66ACCF1C-DF81-4B04-AB95-82FA86B9B3BF}"/>
              </a:ext>
            </a:extLst>
          </p:cNvPr>
          <p:cNvSpPr>
            <a:spLocks/>
          </p:cNvSpPr>
          <p:nvPr/>
        </p:nvSpPr>
        <p:spPr>
          <a:xfrm>
            <a:off x="2467270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3363">
            <a:extLst>
              <a:ext uri="{FF2B5EF4-FFF2-40B4-BE49-F238E27FC236}">
                <a16:creationId xmlns:a16="http://schemas.microsoft.com/office/drawing/2014/main" id="{03EA3D39-34CE-4E0C-9146-55761B6787D6}"/>
              </a:ext>
            </a:extLst>
          </p:cNvPr>
          <p:cNvSpPr>
            <a:spLocks/>
          </p:cNvSpPr>
          <p:nvPr/>
        </p:nvSpPr>
        <p:spPr>
          <a:xfrm>
            <a:off x="245217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3364">
            <a:extLst>
              <a:ext uri="{FF2B5EF4-FFF2-40B4-BE49-F238E27FC236}">
                <a16:creationId xmlns:a16="http://schemas.microsoft.com/office/drawing/2014/main" id="{4FE651CB-45D5-43D0-9E4D-0E7439E1D899}"/>
              </a:ext>
            </a:extLst>
          </p:cNvPr>
          <p:cNvSpPr>
            <a:spLocks/>
          </p:cNvSpPr>
          <p:nvPr/>
        </p:nvSpPr>
        <p:spPr>
          <a:xfrm>
            <a:off x="2571365" y="33766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3365">
            <a:extLst>
              <a:ext uri="{FF2B5EF4-FFF2-40B4-BE49-F238E27FC236}">
                <a16:creationId xmlns:a16="http://schemas.microsoft.com/office/drawing/2014/main" id="{72E9B4E8-E21D-422D-9007-8E22C1FF05F9}"/>
              </a:ext>
            </a:extLst>
          </p:cNvPr>
          <p:cNvSpPr>
            <a:spLocks/>
          </p:cNvSpPr>
          <p:nvPr/>
        </p:nvSpPr>
        <p:spPr>
          <a:xfrm>
            <a:off x="258502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3366">
            <a:extLst>
              <a:ext uri="{FF2B5EF4-FFF2-40B4-BE49-F238E27FC236}">
                <a16:creationId xmlns:a16="http://schemas.microsoft.com/office/drawing/2014/main" id="{CE2E68A3-7E79-4586-A679-0B3E71F33408}"/>
              </a:ext>
            </a:extLst>
          </p:cNvPr>
          <p:cNvSpPr>
            <a:spLocks/>
          </p:cNvSpPr>
          <p:nvPr/>
        </p:nvSpPr>
        <p:spPr>
          <a:xfrm>
            <a:off x="2591267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3367">
            <a:extLst>
              <a:ext uri="{FF2B5EF4-FFF2-40B4-BE49-F238E27FC236}">
                <a16:creationId xmlns:a16="http://schemas.microsoft.com/office/drawing/2014/main" id="{0770269A-E3DB-4AE5-9C8E-294289A49604}"/>
              </a:ext>
            </a:extLst>
          </p:cNvPr>
          <p:cNvSpPr>
            <a:spLocks/>
          </p:cNvSpPr>
          <p:nvPr/>
        </p:nvSpPr>
        <p:spPr>
          <a:xfrm>
            <a:off x="253515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3368">
            <a:extLst>
              <a:ext uri="{FF2B5EF4-FFF2-40B4-BE49-F238E27FC236}">
                <a16:creationId xmlns:a16="http://schemas.microsoft.com/office/drawing/2014/main" id="{E6AE9387-2883-4DCA-81E0-644BD980A8C8}"/>
              </a:ext>
            </a:extLst>
          </p:cNvPr>
          <p:cNvSpPr>
            <a:spLocks/>
          </p:cNvSpPr>
          <p:nvPr/>
        </p:nvSpPr>
        <p:spPr>
          <a:xfrm>
            <a:off x="245605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3369">
            <a:extLst>
              <a:ext uri="{FF2B5EF4-FFF2-40B4-BE49-F238E27FC236}">
                <a16:creationId xmlns:a16="http://schemas.microsoft.com/office/drawing/2014/main" id="{451531C4-4141-4183-99EE-1569EC401C1E}"/>
              </a:ext>
            </a:extLst>
          </p:cNvPr>
          <p:cNvSpPr>
            <a:spLocks/>
          </p:cNvSpPr>
          <p:nvPr/>
        </p:nvSpPr>
        <p:spPr>
          <a:xfrm>
            <a:off x="244949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3370">
            <a:extLst>
              <a:ext uri="{FF2B5EF4-FFF2-40B4-BE49-F238E27FC236}">
                <a16:creationId xmlns:a16="http://schemas.microsoft.com/office/drawing/2014/main" id="{402BD560-9E02-4539-98F5-27B977F99B2D}"/>
              </a:ext>
            </a:extLst>
          </p:cNvPr>
          <p:cNvSpPr>
            <a:spLocks/>
          </p:cNvSpPr>
          <p:nvPr/>
        </p:nvSpPr>
        <p:spPr>
          <a:xfrm>
            <a:off x="2516179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3371">
            <a:extLst>
              <a:ext uri="{FF2B5EF4-FFF2-40B4-BE49-F238E27FC236}">
                <a16:creationId xmlns:a16="http://schemas.microsoft.com/office/drawing/2014/main" id="{723AB1FC-2FD3-4E07-8FA8-6AFD92F236A2}"/>
              </a:ext>
            </a:extLst>
          </p:cNvPr>
          <p:cNvSpPr>
            <a:spLocks/>
          </p:cNvSpPr>
          <p:nvPr/>
        </p:nvSpPr>
        <p:spPr>
          <a:xfrm>
            <a:off x="251725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3372">
            <a:extLst>
              <a:ext uri="{FF2B5EF4-FFF2-40B4-BE49-F238E27FC236}">
                <a16:creationId xmlns:a16="http://schemas.microsoft.com/office/drawing/2014/main" id="{76A76E92-BFF3-462C-9EDB-EF0BD4861D21}"/>
              </a:ext>
            </a:extLst>
          </p:cNvPr>
          <p:cNvSpPr>
            <a:spLocks/>
          </p:cNvSpPr>
          <p:nvPr/>
        </p:nvSpPr>
        <p:spPr>
          <a:xfrm>
            <a:off x="2456252" y="29508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3373">
            <a:extLst>
              <a:ext uri="{FF2B5EF4-FFF2-40B4-BE49-F238E27FC236}">
                <a16:creationId xmlns:a16="http://schemas.microsoft.com/office/drawing/2014/main" id="{F12C5B63-0EE3-4437-BB1D-16900F54DF86}"/>
              </a:ext>
            </a:extLst>
          </p:cNvPr>
          <p:cNvSpPr>
            <a:spLocks/>
          </p:cNvSpPr>
          <p:nvPr/>
        </p:nvSpPr>
        <p:spPr>
          <a:xfrm>
            <a:off x="254742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3374">
            <a:extLst>
              <a:ext uri="{FF2B5EF4-FFF2-40B4-BE49-F238E27FC236}">
                <a16:creationId xmlns:a16="http://schemas.microsoft.com/office/drawing/2014/main" id="{6DF85CC1-892C-4273-B301-ECCBDE59DD01}"/>
              </a:ext>
            </a:extLst>
          </p:cNvPr>
          <p:cNvSpPr>
            <a:spLocks/>
          </p:cNvSpPr>
          <p:nvPr/>
        </p:nvSpPr>
        <p:spPr>
          <a:xfrm>
            <a:off x="2560141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3375">
            <a:extLst>
              <a:ext uri="{FF2B5EF4-FFF2-40B4-BE49-F238E27FC236}">
                <a16:creationId xmlns:a16="http://schemas.microsoft.com/office/drawing/2014/main" id="{F0A52FF4-D29F-41A2-804B-0269720145F7}"/>
              </a:ext>
            </a:extLst>
          </p:cNvPr>
          <p:cNvSpPr>
            <a:spLocks/>
          </p:cNvSpPr>
          <p:nvPr/>
        </p:nvSpPr>
        <p:spPr>
          <a:xfrm>
            <a:off x="256234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3376">
            <a:extLst>
              <a:ext uri="{FF2B5EF4-FFF2-40B4-BE49-F238E27FC236}">
                <a16:creationId xmlns:a16="http://schemas.microsoft.com/office/drawing/2014/main" id="{CCDC6094-70FD-4500-A667-77699A169A39}"/>
              </a:ext>
            </a:extLst>
          </p:cNvPr>
          <p:cNvSpPr>
            <a:spLocks/>
          </p:cNvSpPr>
          <p:nvPr/>
        </p:nvSpPr>
        <p:spPr>
          <a:xfrm>
            <a:off x="255022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3377">
            <a:extLst>
              <a:ext uri="{FF2B5EF4-FFF2-40B4-BE49-F238E27FC236}">
                <a16:creationId xmlns:a16="http://schemas.microsoft.com/office/drawing/2014/main" id="{3EC3B5D6-3F1D-4AA2-BC84-350D39A87CD9}"/>
              </a:ext>
            </a:extLst>
          </p:cNvPr>
          <p:cNvSpPr>
            <a:spLocks/>
          </p:cNvSpPr>
          <p:nvPr/>
        </p:nvSpPr>
        <p:spPr>
          <a:xfrm>
            <a:off x="257167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3378">
            <a:extLst>
              <a:ext uri="{FF2B5EF4-FFF2-40B4-BE49-F238E27FC236}">
                <a16:creationId xmlns:a16="http://schemas.microsoft.com/office/drawing/2014/main" id="{45E0428F-97F5-4274-92FF-CA38A2AB388F}"/>
              </a:ext>
            </a:extLst>
          </p:cNvPr>
          <p:cNvSpPr>
            <a:spLocks/>
          </p:cNvSpPr>
          <p:nvPr/>
        </p:nvSpPr>
        <p:spPr>
          <a:xfrm>
            <a:off x="248676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3379">
            <a:extLst>
              <a:ext uri="{FF2B5EF4-FFF2-40B4-BE49-F238E27FC236}">
                <a16:creationId xmlns:a16="http://schemas.microsoft.com/office/drawing/2014/main" id="{A6F5EF9D-B789-404E-8D1A-2456BDB69AE8}"/>
              </a:ext>
            </a:extLst>
          </p:cNvPr>
          <p:cNvSpPr>
            <a:spLocks/>
          </p:cNvSpPr>
          <p:nvPr/>
        </p:nvSpPr>
        <p:spPr>
          <a:xfrm>
            <a:off x="2493229" y="32496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3380">
            <a:extLst>
              <a:ext uri="{FF2B5EF4-FFF2-40B4-BE49-F238E27FC236}">
                <a16:creationId xmlns:a16="http://schemas.microsoft.com/office/drawing/2014/main" id="{614D6C3E-8F72-4A8D-83D1-070AE247EC2A}"/>
              </a:ext>
            </a:extLst>
          </p:cNvPr>
          <p:cNvSpPr>
            <a:spLocks/>
          </p:cNvSpPr>
          <p:nvPr/>
        </p:nvSpPr>
        <p:spPr>
          <a:xfrm>
            <a:off x="254949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3381">
            <a:extLst>
              <a:ext uri="{FF2B5EF4-FFF2-40B4-BE49-F238E27FC236}">
                <a16:creationId xmlns:a16="http://schemas.microsoft.com/office/drawing/2014/main" id="{75147066-8B93-4F94-A463-CFC80BD11A20}"/>
              </a:ext>
            </a:extLst>
          </p:cNvPr>
          <p:cNvSpPr>
            <a:spLocks/>
          </p:cNvSpPr>
          <p:nvPr/>
        </p:nvSpPr>
        <p:spPr>
          <a:xfrm>
            <a:off x="2433820" y="26021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3382">
            <a:extLst>
              <a:ext uri="{FF2B5EF4-FFF2-40B4-BE49-F238E27FC236}">
                <a16:creationId xmlns:a16="http://schemas.microsoft.com/office/drawing/2014/main" id="{833A548F-85DC-4992-B9EB-9EC17AB8BBA8}"/>
              </a:ext>
            </a:extLst>
          </p:cNvPr>
          <p:cNvSpPr>
            <a:spLocks/>
          </p:cNvSpPr>
          <p:nvPr/>
        </p:nvSpPr>
        <p:spPr>
          <a:xfrm>
            <a:off x="2492964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3383">
            <a:extLst>
              <a:ext uri="{FF2B5EF4-FFF2-40B4-BE49-F238E27FC236}">
                <a16:creationId xmlns:a16="http://schemas.microsoft.com/office/drawing/2014/main" id="{02DCB84E-AEA4-46C6-839D-D68D4D4E9201}"/>
              </a:ext>
            </a:extLst>
          </p:cNvPr>
          <p:cNvSpPr>
            <a:spLocks/>
          </p:cNvSpPr>
          <p:nvPr/>
        </p:nvSpPr>
        <p:spPr>
          <a:xfrm>
            <a:off x="249820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3384">
            <a:extLst>
              <a:ext uri="{FF2B5EF4-FFF2-40B4-BE49-F238E27FC236}">
                <a16:creationId xmlns:a16="http://schemas.microsoft.com/office/drawing/2014/main" id="{DEFA30B2-365B-46D3-BE17-791BAE374B62}"/>
              </a:ext>
            </a:extLst>
          </p:cNvPr>
          <p:cNvSpPr>
            <a:spLocks/>
          </p:cNvSpPr>
          <p:nvPr/>
        </p:nvSpPr>
        <p:spPr>
          <a:xfrm>
            <a:off x="249987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3385">
            <a:extLst>
              <a:ext uri="{FF2B5EF4-FFF2-40B4-BE49-F238E27FC236}">
                <a16:creationId xmlns:a16="http://schemas.microsoft.com/office/drawing/2014/main" id="{460E821F-22CB-4F48-B642-C307F14F3E99}"/>
              </a:ext>
            </a:extLst>
          </p:cNvPr>
          <p:cNvSpPr>
            <a:spLocks/>
          </p:cNvSpPr>
          <p:nvPr/>
        </p:nvSpPr>
        <p:spPr>
          <a:xfrm>
            <a:off x="249372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3386">
            <a:extLst>
              <a:ext uri="{FF2B5EF4-FFF2-40B4-BE49-F238E27FC236}">
                <a16:creationId xmlns:a16="http://schemas.microsoft.com/office/drawing/2014/main" id="{0B56E5C2-29AD-43DF-9AD0-CF42FB8EFA80}"/>
              </a:ext>
            </a:extLst>
          </p:cNvPr>
          <p:cNvSpPr>
            <a:spLocks/>
          </p:cNvSpPr>
          <p:nvPr/>
        </p:nvSpPr>
        <p:spPr>
          <a:xfrm>
            <a:off x="2566204" y="22431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3387">
            <a:extLst>
              <a:ext uri="{FF2B5EF4-FFF2-40B4-BE49-F238E27FC236}">
                <a16:creationId xmlns:a16="http://schemas.microsoft.com/office/drawing/2014/main" id="{4698AF55-FAC5-4169-8BB8-C2B41587796B}"/>
              </a:ext>
            </a:extLst>
          </p:cNvPr>
          <p:cNvSpPr>
            <a:spLocks/>
          </p:cNvSpPr>
          <p:nvPr/>
        </p:nvSpPr>
        <p:spPr>
          <a:xfrm>
            <a:off x="248695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3388">
            <a:extLst>
              <a:ext uri="{FF2B5EF4-FFF2-40B4-BE49-F238E27FC236}">
                <a16:creationId xmlns:a16="http://schemas.microsoft.com/office/drawing/2014/main" id="{69A2ED2E-C6E1-4A6B-A331-9B4F750FA10E}"/>
              </a:ext>
            </a:extLst>
          </p:cNvPr>
          <p:cNvSpPr>
            <a:spLocks/>
          </p:cNvSpPr>
          <p:nvPr/>
        </p:nvSpPr>
        <p:spPr>
          <a:xfrm>
            <a:off x="2568952" y="24201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3389">
            <a:extLst>
              <a:ext uri="{FF2B5EF4-FFF2-40B4-BE49-F238E27FC236}">
                <a16:creationId xmlns:a16="http://schemas.microsoft.com/office/drawing/2014/main" id="{236A36C7-5B15-420B-9E28-23E85E217F27}"/>
              </a:ext>
            </a:extLst>
          </p:cNvPr>
          <p:cNvSpPr>
            <a:spLocks/>
          </p:cNvSpPr>
          <p:nvPr/>
        </p:nvSpPr>
        <p:spPr>
          <a:xfrm>
            <a:off x="253424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3390">
            <a:extLst>
              <a:ext uri="{FF2B5EF4-FFF2-40B4-BE49-F238E27FC236}">
                <a16:creationId xmlns:a16="http://schemas.microsoft.com/office/drawing/2014/main" id="{63824909-6D9B-40C0-B8D1-9F05F904D530}"/>
              </a:ext>
            </a:extLst>
          </p:cNvPr>
          <p:cNvSpPr>
            <a:spLocks/>
          </p:cNvSpPr>
          <p:nvPr/>
        </p:nvSpPr>
        <p:spPr>
          <a:xfrm>
            <a:off x="2553628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3391">
            <a:extLst>
              <a:ext uri="{FF2B5EF4-FFF2-40B4-BE49-F238E27FC236}">
                <a16:creationId xmlns:a16="http://schemas.microsoft.com/office/drawing/2014/main" id="{90BF19BF-BC53-4F92-B2BB-BC5C8083B5E0}"/>
              </a:ext>
            </a:extLst>
          </p:cNvPr>
          <p:cNvSpPr>
            <a:spLocks/>
          </p:cNvSpPr>
          <p:nvPr/>
        </p:nvSpPr>
        <p:spPr>
          <a:xfrm>
            <a:off x="2531863" y="35982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3392">
            <a:extLst>
              <a:ext uri="{FF2B5EF4-FFF2-40B4-BE49-F238E27FC236}">
                <a16:creationId xmlns:a16="http://schemas.microsoft.com/office/drawing/2014/main" id="{E6B6B1F4-08A8-4081-AE94-8186D496DDFF}"/>
              </a:ext>
            </a:extLst>
          </p:cNvPr>
          <p:cNvSpPr>
            <a:spLocks/>
          </p:cNvSpPr>
          <p:nvPr/>
        </p:nvSpPr>
        <p:spPr>
          <a:xfrm>
            <a:off x="2461499" y="24201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3393">
            <a:extLst>
              <a:ext uri="{FF2B5EF4-FFF2-40B4-BE49-F238E27FC236}">
                <a16:creationId xmlns:a16="http://schemas.microsoft.com/office/drawing/2014/main" id="{A515ADFB-AB02-43F3-ABBE-C65D14C692DB}"/>
              </a:ext>
            </a:extLst>
          </p:cNvPr>
          <p:cNvSpPr>
            <a:spLocks/>
          </p:cNvSpPr>
          <p:nvPr/>
        </p:nvSpPr>
        <p:spPr>
          <a:xfrm>
            <a:off x="2536416" y="3102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3394">
            <a:extLst>
              <a:ext uri="{FF2B5EF4-FFF2-40B4-BE49-F238E27FC236}">
                <a16:creationId xmlns:a16="http://schemas.microsoft.com/office/drawing/2014/main" id="{8C2C4BE6-28B3-4474-8E5B-1E7E39934D9B}"/>
              </a:ext>
            </a:extLst>
          </p:cNvPr>
          <p:cNvSpPr>
            <a:spLocks/>
          </p:cNvSpPr>
          <p:nvPr/>
        </p:nvSpPr>
        <p:spPr>
          <a:xfrm>
            <a:off x="248227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3395">
            <a:extLst>
              <a:ext uri="{FF2B5EF4-FFF2-40B4-BE49-F238E27FC236}">
                <a16:creationId xmlns:a16="http://schemas.microsoft.com/office/drawing/2014/main" id="{86EAC85B-498A-4EEC-A937-DD159183B3F3}"/>
              </a:ext>
            </a:extLst>
          </p:cNvPr>
          <p:cNvSpPr>
            <a:spLocks/>
          </p:cNvSpPr>
          <p:nvPr/>
        </p:nvSpPr>
        <p:spPr>
          <a:xfrm>
            <a:off x="252757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3396">
            <a:extLst>
              <a:ext uri="{FF2B5EF4-FFF2-40B4-BE49-F238E27FC236}">
                <a16:creationId xmlns:a16="http://schemas.microsoft.com/office/drawing/2014/main" id="{F1DF9DD8-BDC1-496E-A4BD-35B9F3884903}"/>
              </a:ext>
            </a:extLst>
          </p:cNvPr>
          <p:cNvSpPr>
            <a:spLocks/>
          </p:cNvSpPr>
          <p:nvPr/>
        </p:nvSpPr>
        <p:spPr>
          <a:xfrm>
            <a:off x="248548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3397">
            <a:extLst>
              <a:ext uri="{FF2B5EF4-FFF2-40B4-BE49-F238E27FC236}">
                <a16:creationId xmlns:a16="http://schemas.microsoft.com/office/drawing/2014/main" id="{E86DE9BA-D8FC-4626-A8CD-C9FDD7191E54}"/>
              </a:ext>
            </a:extLst>
          </p:cNvPr>
          <p:cNvSpPr>
            <a:spLocks/>
          </p:cNvSpPr>
          <p:nvPr/>
        </p:nvSpPr>
        <p:spPr>
          <a:xfrm>
            <a:off x="2592992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3398">
            <a:extLst>
              <a:ext uri="{FF2B5EF4-FFF2-40B4-BE49-F238E27FC236}">
                <a16:creationId xmlns:a16="http://schemas.microsoft.com/office/drawing/2014/main" id="{703F8989-E581-4560-B19C-B3F305989386}"/>
              </a:ext>
            </a:extLst>
          </p:cNvPr>
          <p:cNvSpPr>
            <a:spLocks/>
          </p:cNvSpPr>
          <p:nvPr/>
        </p:nvSpPr>
        <p:spPr>
          <a:xfrm>
            <a:off x="253546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3399">
            <a:extLst>
              <a:ext uri="{FF2B5EF4-FFF2-40B4-BE49-F238E27FC236}">
                <a16:creationId xmlns:a16="http://schemas.microsoft.com/office/drawing/2014/main" id="{5905FB5A-5F7E-475D-B913-D9C1CCCC3AE9}"/>
              </a:ext>
            </a:extLst>
          </p:cNvPr>
          <p:cNvSpPr>
            <a:spLocks/>
          </p:cNvSpPr>
          <p:nvPr/>
        </p:nvSpPr>
        <p:spPr>
          <a:xfrm>
            <a:off x="250185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3400">
            <a:extLst>
              <a:ext uri="{FF2B5EF4-FFF2-40B4-BE49-F238E27FC236}">
                <a16:creationId xmlns:a16="http://schemas.microsoft.com/office/drawing/2014/main" id="{2CA1F35B-8B8C-4B37-A5C1-25E5B40B9EB1}"/>
              </a:ext>
            </a:extLst>
          </p:cNvPr>
          <p:cNvSpPr>
            <a:spLocks/>
          </p:cNvSpPr>
          <p:nvPr/>
        </p:nvSpPr>
        <p:spPr>
          <a:xfrm>
            <a:off x="248996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3401">
            <a:extLst>
              <a:ext uri="{FF2B5EF4-FFF2-40B4-BE49-F238E27FC236}">
                <a16:creationId xmlns:a16="http://schemas.microsoft.com/office/drawing/2014/main" id="{126DEBA3-30F4-47B4-BEEE-01A13958441C}"/>
              </a:ext>
            </a:extLst>
          </p:cNvPr>
          <p:cNvSpPr>
            <a:spLocks/>
          </p:cNvSpPr>
          <p:nvPr/>
        </p:nvSpPr>
        <p:spPr>
          <a:xfrm>
            <a:off x="2490031" y="29196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3402">
            <a:extLst>
              <a:ext uri="{FF2B5EF4-FFF2-40B4-BE49-F238E27FC236}">
                <a16:creationId xmlns:a16="http://schemas.microsoft.com/office/drawing/2014/main" id="{FF196A08-9556-4949-ACEC-838776D5DE2F}"/>
              </a:ext>
            </a:extLst>
          </p:cNvPr>
          <p:cNvSpPr>
            <a:spLocks/>
          </p:cNvSpPr>
          <p:nvPr/>
        </p:nvSpPr>
        <p:spPr>
          <a:xfrm>
            <a:off x="257560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3403">
            <a:extLst>
              <a:ext uri="{FF2B5EF4-FFF2-40B4-BE49-F238E27FC236}">
                <a16:creationId xmlns:a16="http://schemas.microsoft.com/office/drawing/2014/main" id="{932A72C3-9480-44D1-A780-A33AF2799591}"/>
              </a:ext>
            </a:extLst>
          </p:cNvPr>
          <p:cNvSpPr>
            <a:spLocks/>
          </p:cNvSpPr>
          <p:nvPr/>
        </p:nvSpPr>
        <p:spPr>
          <a:xfrm>
            <a:off x="2517601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3404">
            <a:extLst>
              <a:ext uri="{FF2B5EF4-FFF2-40B4-BE49-F238E27FC236}">
                <a16:creationId xmlns:a16="http://schemas.microsoft.com/office/drawing/2014/main" id="{8FFDA649-42E7-4ACA-85B7-D59FB4EFBE3D}"/>
              </a:ext>
            </a:extLst>
          </p:cNvPr>
          <p:cNvSpPr>
            <a:spLocks/>
          </p:cNvSpPr>
          <p:nvPr/>
        </p:nvSpPr>
        <p:spPr>
          <a:xfrm>
            <a:off x="2510689" y="25284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3405">
            <a:extLst>
              <a:ext uri="{FF2B5EF4-FFF2-40B4-BE49-F238E27FC236}">
                <a16:creationId xmlns:a16="http://schemas.microsoft.com/office/drawing/2014/main" id="{DE57C44F-6DB7-4C6C-8FB7-7EB54D86323A}"/>
              </a:ext>
            </a:extLst>
          </p:cNvPr>
          <p:cNvSpPr>
            <a:spLocks/>
          </p:cNvSpPr>
          <p:nvPr/>
        </p:nvSpPr>
        <p:spPr>
          <a:xfrm>
            <a:off x="243404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3406">
            <a:extLst>
              <a:ext uri="{FF2B5EF4-FFF2-40B4-BE49-F238E27FC236}">
                <a16:creationId xmlns:a16="http://schemas.microsoft.com/office/drawing/2014/main" id="{9DFA825F-56DB-40B5-B76B-317B9CEEC699}"/>
              </a:ext>
            </a:extLst>
          </p:cNvPr>
          <p:cNvSpPr>
            <a:spLocks/>
          </p:cNvSpPr>
          <p:nvPr/>
        </p:nvSpPr>
        <p:spPr>
          <a:xfrm>
            <a:off x="2580522" y="34184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3407">
            <a:extLst>
              <a:ext uri="{FF2B5EF4-FFF2-40B4-BE49-F238E27FC236}">
                <a16:creationId xmlns:a16="http://schemas.microsoft.com/office/drawing/2014/main" id="{1C013DD4-315A-4718-9B09-B2E58C6DDE6D}"/>
              </a:ext>
            </a:extLst>
          </p:cNvPr>
          <p:cNvSpPr>
            <a:spLocks/>
          </p:cNvSpPr>
          <p:nvPr/>
        </p:nvSpPr>
        <p:spPr>
          <a:xfrm>
            <a:off x="2467095" y="3072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3408">
            <a:extLst>
              <a:ext uri="{FF2B5EF4-FFF2-40B4-BE49-F238E27FC236}">
                <a16:creationId xmlns:a16="http://schemas.microsoft.com/office/drawing/2014/main" id="{DB21652E-5A35-44FA-B684-F0B85AD9702C}"/>
              </a:ext>
            </a:extLst>
          </p:cNvPr>
          <p:cNvSpPr>
            <a:spLocks/>
          </p:cNvSpPr>
          <p:nvPr/>
        </p:nvSpPr>
        <p:spPr>
          <a:xfrm>
            <a:off x="2470880" y="357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3409">
            <a:extLst>
              <a:ext uri="{FF2B5EF4-FFF2-40B4-BE49-F238E27FC236}">
                <a16:creationId xmlns:a16="http://schemas.microsoft.com/office/drawing/2014/main" id="{5EBF95F7-ABAC-4188-844E-E147BCAD5802}"/>
              </a:ext>
            </a:extLst>
          </p:cNvPr>
          <p:cNvSpPr>
            <a:spLocks/>
          </p:cNvSpPr>
          <p:nvPr/>
        </p:nvSpPr>
        <p:spPr>
          <a:xfrm>
            <a:off x="256850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3410">
            <a:extLst>
              <a:ext uri="{FF2B5EF4-FFF2-40B4-BE49-F238E27FC236}">
                <a16:creationId xmlns:a16="http://schemas.microsoft.com/office/drawing/2014/main" id="{D08DA670-664D-478D-AE7B-9E29EF85C066}"/>
              </a:ext>
            </a:extLst>
          </p:cNvPr>
          <p:cNvSpPr>
            <a:spLocks/>
          </p:cNvSpPr>
          <p:nvPr/>
        </p:nvSpPr>
        <p:spPr>
          <a:xfrm>
            <a:off x="2491433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3411">
            <a:extLst>
              <a:ext uri="{FF2B5EF4-FFF2-40B4-BE49-F238E27FC236}">
                <a16:creationId xmlns:a16="http://schemas.microsoft.com/office/drawing/2014/main" id="{D6ABFE4F-4C1B-40AF-A67D-AFD1AD997209}"/>
              </a:ext>
            </a:extLst>
          </p:cNvPr>
          <p:cNvSpPr>
            <a:spLocks/>
          </p:cNvSpPr>
          <p:nvPr/>
        </p:nvSpPr>
        <p:spPr>
          <a:xfrm>
            <a:off x="258330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3412">
            <a:extLst>
              <a:ext uri="{FF2B5EF4-FFF2-40B4-BE49-F238E27FC236}">
                <a16:creationId xmlns:a16="http://schemas.microsoft.com/office/drawing/2014/main" id="{829E9059-3C55-496F-B55A-8995D82E70EB}"/>
              </a:ext>
            </a:extLst>
          </p:cNvPr>
          <p:cNvSpPr>
            <a:spLocks/>
          </p:cNvSpPr>
          <p:nvPr/>
        </p:nvSpPr>
        <p:spPr>
          <a:xfrm>
            <a:off x="257606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3413">
            <a:extLst>
              <a:ext uri="{FF2B5EF4-FFF2-40B4-BE49-F238E27FC236}">
                <a16:creationId xmlns:a16="http://schemas.microsoft.com/office/drawing/2014/main" id="{9B75AF0D-A952-4D5B-ACD6-330341B5EF15}"/>
              </a:ext>
            </a:extLst>
          </p:cNvPr>
          <p:cNvSpPr>
            <a:spLocks/>
          </p:cNvSpPr>
          <p:nvPr/>
        </p:nvSpPr>
        <p:spPr>
          <a:xfrm>
            <a:off x="2474422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3414">
            <a:extLst>
              <a:ext uri="{FF2B5EF4-FFF2-40B4-BE49-F238E27FC236}">
                <a16:creationId xmlns:a16="http://schemas.microsoft.com/office/drawing/2014/main" id="{C0B7490C-AF04-46BC-AFC3-5148A3DEAEA2}"/>
              </a:ext>
            </a:extLst>
          </p:cNvPr>
          <p:cNvSpPr>
            <a:spLocks/>
          </p:cNvSpPr>
          <p:nvPr/>
        </p:nvSpPr>
        <p:spPr>
          <a:xfrm>
            <a:off x="2466159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3415">
            <a:extLst>
              <a:ext uri="{FF2B5EF4-FFF2-40B4-BE49-F238E27FC236}">
                <a16:creationId xmlns:a16="http://schemas.microsoft.com/office/drawing/2014/main" id="{66668DAF-763D-4804-BF9E-59475C1F6AD0}"/>
              </a:ext>
            </a:extLst>
          </p:cNvPr>
          <p:cNvSpPr>
            <a:spLocks/>
          </p:cNvSpPr>
          <p:nvPr/>
        </p:nvSpPr>
        <p:spPr>
          <a:xfrm>
            <a:off x="2541728" y="23334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3416">
            <a:extLst>
              <a:ext uri="{FF2B5EF4-FFF2-40B4-BE49-F238E27FC236}">
                <a16:creationId xmlns:a16="http://schemas.microsoft.com/office/drawing/2014/main" id="{CB1EB8CC-44C7-4752-A39F-3B0CE6947C8A}"/>
              </a:ext>
            </a:extLst>
          </p:cNvPr>
          <p:cNvSpPr>
            <a:spLocks/>
          </p:cNvSpPr>
          <p:nvPr/>
        </p:nvSpPr>
        <p:spPr>
          <a:xfrm>
            <a:off x="249559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3417">
            <a:extLst>
              <a:ext uri="{FF2B5EF4-FFF2-40B4-BE49-F238E27FC236}">
                <a16:creationId xmlns:a16="http://schemas.microsoft.com/office/drawing/2014/main" id="{AB096035-A156-4AE8-9FED-1B7CF3299A2B}"/>
              </a:ext>
            </a:extLst>
          </p:cNvPr>
          <p:cNvSpPr>
            <a:spLocks/>
          </p:cNvSpPr>
          <p:nvPr/>
        </p:nvSpPr>
        <p:spPr>
          <a:xfrm>
            <a:off x="2538384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3418">
            <a:extLst>
              <a:ext uri="{FF2B5EF4-FFF2-40B4-BE49-F238E27FC236}">
                <a16:creationId xmlns:a16="http://schemas.microsoft.com/office/drawing/2014/main" id="{D8559512-7F50-4166-AAFA-A4B4DE54BE22}"/>
              </a:ext>
            </a:extLst>
          </p:cNvPr>
          <p:cNvSpPr>
            <a:spLocks/>
          </p:cNvSpPr>
          <p:nvPr/>
        </p:nvSpPr>
        <p:spPr>
          <a:xfrm>
            <a:off x="2579590" y="33624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3419">
            <a:extLst>
              <a:ext uri="{FF2B5EF4-FFF2-40B4-BE49-F238E27FC236}">
                <a16:creationId xmlns:a16="http://schemas.microsoft.com/office/drawing/2014/main" id="{04489075-161E-4EB2-B73F-A04F87DAC5DB}"/>
              </a:ext>
            </a:extLst>
          </p:cNvPr>
          <p:cNvSpPr>
            <a:spLocks/>
          </p:cNvSpPr>
          <p:nvPr/>
        </p:nvSpPr>
        <p:spPr>
          <a:xfrm>
            <a:off x="2437841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3420">
            <a:extLst>
              <a:ext uri="{FF2B5EF4-FFF2-40B4-BE49-F238E27FC236}">
                <a16:creationId xmlns:a16="http://schemas.microsoft.com/office/drawing/2014/main" id="{20CD74DE-A0A3-4CB5-A318-316281B4D342}"/>
              </a:ext>
            </a:extLst>
          </p:cNvPr>
          <p:cNvSpPr>
            <a:spLocks/>
          </p:cNvSpPr>
          <p:nvPr/>
        </p:nvSpPr>
        <p:spPr>
          <a:xfrm>
            <a:off x="244153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3421">
            <a:extLst>
              <a:ext uri="{FF2B5EF4-FFF2-40B4-BE49-F238E27FC236}">
                <a16:creationId xmlns:a16="http://schemas.microsoft.com/office/drawing/2014/main" id="{6D51634E-F6DC-425D-8560-FD2839F71A20}"/>
              </a:ext>
            </a:extLst>
          </p:cNvPr>
          <p:cNvSpPr>
            <a:spLocks/>
          </p:cNvSpPr>
          <p:nvPr/>
        </p:nvSpPr>
        <p:spPr>
          <a:xfrm>
            <a:off x="247438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3422">
            <a:extLst>
              <a:ext uri="{FF2B5EF4-FFF2-40B4-BE49-F238E27FC236}">
                <a16:creationId xmlns:a16="http://schemas.microsoft.com/office/drawing/2014/main" id="{435ADB2E-5A98-4DFF-BA92-0A0D91D43150}"/>
              </a:ext>
            </a:extLst>
          </p:cNvPr>
          <p:cNvSpPr>
            <a:spLocks/>
          </p:cNvSpPr>
          <p:nvPr/>
        </p:nvSpPr>
        <p:spPr>
          <a:xfrm>
            <a:off x="2569916" y="2522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3423">
            <a:extLst>
              <a:ext uri="{FF2B5EF4-FFF2-40B4-BE49-F238E27FC236}">
                <a16:creationId xmlns:a16="http://schemas.microsoft.com/office/drawing/2014/main" id="{816D3C42-5654-422E-A9D5-A347F7C567F7}"/>
              </a:ext>
            </a:extLst>
          </p:cNvPr>
          <p:cNvSpPr>
            <a:spLocks/>
          </p:cNvSpPr>
          <p:nvPr/>
        </p:nvSpPr>
        <p:spPr>
          <a:xfrm>
            <a:off x="260120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3424">
            <a:extLst>
              <a:ext uri="{FF2B5EF4-FFF2-40B4-BE49-F238E27FC236}">
                <a16:creationId xmlns:a16="http://schemas.microsoft.com/office/drawing/2014/main" id="{5F0CE0A7-9213-447A-9273-8D9226C0976E}"/>
              </a:ext>
            </a:extLst>
          </p:cNvPr>
          <p:cNvSpPr>
            <a:spLocks/>
          </p:cNvSpPr>
          <p:nvPr/>
        </p:nvSpPr>
        <p:spPr>
          <a:xfrm>
            <a:off x="2564041" y="36321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3425">
            <a:extLst>
              <a:ext uri="{FF2B5EF4-FFF2-40B4-BE49-F238E27FC236}">
                <a16:creationId xmlns:a16="http://schemas.microsoft.com/office/drawing/2014/main" id="{0C5BDB15-89FB-4ADF-BF36-93BDFB8E4E60}"/>
              </a:ext>
            </a:extLst>
          </p:cNvPr>
          <p:cNvSpPr>
            <a:spLocks/>
          </p:cNvSpPr>
          <p:nvPr/>
        </p:nvSpPr>
        <p:spPr>
          <a:xfrm>
            <a:off x="248013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3426">
            <a:extLst>
              <a:ext uri="{FF2B5EF4-FFF2-40B4-BE49-F238E27FC236}">
                <a16:creationId xmlns:a16="http://schemas.microsoft.com/office/drawing/2014/main" id="{E9DB8A44-8DAE-44E6-A219-81B1114BC48E}"/>
              </a:ext>
            </a:extLst>
          </p:cNvPr>
          <p:cNvSpPr>
            <a:spLocks/>
          </p:cNvSpPr>
          <p:nvPr/>
        </p:nvSpPr>
        <p:spPr>
          <a:xfrm>
            <a:off x="2480459" y="33964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3427">
            <a:extLst>
              <a:ext uri="{FF2B5EF4-FFF2-40B4-BE49-F238E27FC236}">
                <a16:creationId xmlns:a16="http://schemas.microsoft.com/office/drawing/2014/main" id="{B4DA4D30-6652-48FE-9EF1-F03B23458A20}"/>
              </a:ext>
            </a:extLst>
          </p:cNvPr>
          <p:cNvSpPr>
            <a:spLocks/>
          </p:cNvSpPr>
          <p:nvPr/>
        </p:nvSpPr>
        <p:spPr>
          <a:xfrm>
            <a:off x="249466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3428">
            <a:extLst>
              <a:ext uri="{FF2B5EF4-FFF2-40B4-BE49-F238E27FC236}">
                <a16:creationId xmlns:a16="http://schemas.microsoft.com/office/drawing/2014/main" id="{360DC23B-6763-489A-A307-A3C82169A1F9}"/>
              </a:ext>
            </a:extLst>
          </p:cNvPr>
          <p:cNvSpPr>
            <a:spLocks/>
          </p:cNvSpPr>
          <p:nvPr/>
        </p:nvSpPr>
        <p:spPr>
          <a:xfrm>
            <a:off x="2482063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3429">
            <a:extLst>
              <a:ext uri="{FF2B5EF4-FFF2-40B4-BE49-F238E27FC236}">
                <a16:creationId xmlns:a16="http://schemas.microsoft.com/office/drawing/2014/main" id="{157CC4C0-5579-4C37-A28D-D8297C9B9B10}"/>
              </a:ext>
            </a:extLst>
          </p:cNvPr>
          <p:cNvSpPr>
            <a:spLocks/>
          </p:cNvSpPr>
          <p:nvPr/>
        </p:nvSpPr>
        <p:spPr>
          <a:xfrm>
            <a:off x="253212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3430">
            <a:extLst>
              <a:ext uri="{FF2B5EF4-FFF2-40B4-BE49-F238E27FC236}">
                <a16:creationId xmlns:a16="http://schemas.microsoft.com/office/drawing/2014/main" id="{4A91B0F5-08B7-465B-B8AB-FD24A5F0C1D2}"/>
              </a:ext>
            </a:extLst>
          </p:cNvPr>
          <p:cNvSpPr>
            <a:spLocks/>
          </p:cNvSpPr>
          <p:nvPr/>
        </p:nvSpPr>
        <p:spPr>
          <a:xfrm>
            <a:off x="2524334" y="22685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3431">
            <a:extLst>
              <a:ext uri="{FF2B5EF4-FFF2-40B4-BE49-F238E27FC236}">
                <a16:creationId xmlns:a16="http://schemas.microsoft.com/office/drawing/2014/main" id="{2717327A-10C1-46BA-9991-DF92F72CF58B}"/>
              </a:ext>
            </a:extLst>
          </p:cNvPr>
          <p:cNvSpPr>
            <a:spLocks/>
          </p:cNvSpPr>
          <p:nvPr/>
        </p:nvSpPr>
        <p:spPr>
          <a:xfrm>
            <a:off x="248567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3432">
            <a:extLst>
              <a:ext uri="{FF2B5EF4-FFF2-40B4-BE49-F238E27FC236}">
                <a16:creationId xmlns:a16="http://schemas.microsoft.com/office/drawing/2014/main" id="{977C3F08-CDA7-4241-84CD-A3E4FC03ED9E}"/>
              </a:ext>
            </a:extLst>
          </p:cNvPr>
          <p:cNvSpPr>
            <a:spLocks/>
          </p:cNvSpPr>
          <p:nvPr/>
        </p:nvSpPr>
        <p:spPr>
          <a:xfrm>
            <a:off x="2562985" y="2827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3433">
            <a:extLst>
              <a:ext uri="{FF2B5EF4-FFF2-40B4-BE49-F238E27FC236}">
                <a16:creationId xmlns:a16="http://schemas.microsoft.com/office/drawing/2014/main" id="{EB948DF3-BF0E-47BC-8178-7B51CC768241}"/>
              </a:ext>
            </a:extLst>
          </p:cNvPr>
          <p:cNvSpPr>
            <a:spLocks/>
          </p:cNvSpPr>
          <p:nvPr/>
        </p:nvSpPr>
        <p:spPr>
          <a:xfrm>
            <a:off x="2603217" y="24201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3434">
            <a:extLst>
              <a:ext uri="{FF2B5EF4-FFF2-40B4-BE49-F238E27FC236}">
                <a16:creationId xmlns:a16="http://schemas.microsoft.com/office/drawing/2014/main" id="{27E92E47-0DDF-4C8D-AA70-FDEFBCF6F0F1}"/>
              </a:ext>
            </a:extLst>
          </p:cNvPr>
          <p:cNvSpPr>
            <a:spLocks/>
          </p:cNvSpPr>
          <p:nvPr/>
        </p:nvSpPr>
        <p:spPr>
          <a:xfrm>
            <a:off x="253110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3435">
            <a:extLst>
              <a:ext uri="{FF2B5EF4-FFF2-40B4-BE49-F238E27FC236}">
                <a16:creationId xmlns:a16="http://schemas.microsoft.com/office/drawing/2014/main" id="{C72439C0-A6E4-4FD2-ADB9-11C97347D16F}"/>
              </a:ext>
            </a:extLst>
          </p:cNvPr>
          <p:cNvSpPr>
            <a:spLocks/>
          </p:cNvSpPr>
          <p:nvPr/>
        </p:nvSpPr>
        <p:spPr>
          <a:xfrm>
            <a:off x="248023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3436">
            <a:extLst>
              <a:ext uri="{FF2B5EF4-FFF2-40B4-BE49-F238E27FC236}">
                <a16:creationId xmlns:a16="http://schemas.microsoft.com/office/drawing/2014/main" id="{ABA48784-812C-4B63-8516-B69C8FB884B2}"/>
              </a:ext>
            </a:extLst>
          </p:cNvPr>
          <p:cNvSpPr>
            <a:spLocks/>
          </p:cNvSpPr>
          <p:nvPr/>
        </p:nvSpPr>
        <p:spPr>
          <a:xfrm>
            <a:off x="2526800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3437">
            <a:extLst>
              <a:ext uri="{FF2B5EF4-FFF2-40B4-BE49-F238E27FC236}">
                <a16:creationId xmlns:a16="http://schemas.microsoft.com/office/drawing/2014/main" id="{B8F30FEB-B2DC-4C4E-B5D7-464A0F77F2A5}"/>
              </a:ext>
            </a:extLst>
          </p:cNvPr>
          <p:cNvSpPr>
            <a:spLocks/>
          </p:cNvSpPr>
          <p:nvPr/>
        </p:nvSpPr>
        <p:spPr>
          <a:xfrm>
            <a:off x="2483735" y="2197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3438">
            <a:extLst>
              <a:ext uri="{FF2B5EF4-FFF2-40B4-BE49-F238E27FC236}">
                <a16:creationId xmlns:a16="http://schemas.microsoft.com/office/drawing/2014/main" id="{9ED4187B-52CF-4954-8B5F-0101F02E4940}"/>
              </a:ext>
            </a:extLst>
          </p:cNvPr>
          <p:cNvSpPr>
            <a:spLocks/>
          </p:cNvSpPr>
          <p:nvPr/>
        </p:nvSpPr>
        <p:spPr>
          <a:xfrm>
            <a:off x="2549388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3439">
            <a:extLst>
              <a:ext uri="{FF2B5EF4-FFF2-40B4-BE49-F238E27FC236}">
                <a16:creationId xmlns:a16="http://schemas.microsoft.com/office/drawing/2014/main" id="{01E8EB8D-AF10-4492-848B-87FEE0184618}"/>
              </a:ext>
            </a:extLst>
          </p:cNvPr>
          <p:cNvSpPr>
            <a:spLocks/>
          </p:cNvSpPr>
          <p:nvPr/>
        </p:nvSpPr>
        <p:spPr>
          <a:xfrm>
            <a:off x="2494667" y="27622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3440">
            <a:extLst>
              <a:ext uri="{FF2B5EF4-FFF2-40B4-BE49-F238E27FC236}">
                <a16:creationId xmlns:a16="http://schemas.microsoft.com/office/drawing/2014/main" id="{BDACFEE2-0F63-4587-B55E-DA68A5546BBA}"/>
              </a:ext>
            </a:extLst>
          </p:cNvPr>
          <p:cNvSpPr>
            <a:spLocks/>
          </p:cNvSpPr>
          <p:nvPr/>
        </p:nvSpPr>
        <p:spPr>
          <a:xfrm>
            <a:off x="2534300" y="29963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3441">
            <a:extLst>
              <a:ext uri="{FF2B5EF4-FFF2-40B4-BE49-F238E27FC236}">
                <a16:creationId xmlns:a16="http://schemas.microsoft.com/office/drawing/2014/main" id="{97773719-83EA-4899-B195-6B5E14D0AE9F}"/>
              </a:ext>
            </a:extLst>
          </p:cNvPr>
          <p:cNvSpPr>
            <a:spLocks/>
          </p:cNvSpPr>
          <p:nvPr/>
        </p:nvSpPr>
        <p:spPr>
          <a:xfrm>
            <a:off x="246073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3442">
            <a:extLst>
              <a:ext uri="{FF2B5EF4-FFF2-40B4-BE49-F238E27FC236}">
                <a16:creationId xmlns:a16="http://schemas.microsoft.com/office/drawing/2014/main" id="{910D9207-A319-49EA-902F-704926C3B419}"/>
              </a:ext>
            </a:extLst>
          </p:cNvPr>
          <p:cNvSpPr>
            <a:spLocks/>
          </p:cNvSpPr>
          <p:nvPr/>
        </p:nvSpPr>
        <p:spPr>
          <a:xfrm>
            <a:off x="2548084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3443">
            <a:extLst>
              <a:ext uri="{FF2B5EF4-FFF2-40B4-BE49-F238E27FC236}">
                <a16:creationId xmlns:a16="http://schemas.microsoft.com/office/drawing/2014/main" id="{BF46301D-595B-4FBC-A4EF-4001CC371E28}"/>
              </a:ext>
            </a:extLst>
          </p:cNvPr>
          <p:cNvSpPr>
            <a:spLocks/>
          </p:cNvSpPr>
          <p:nvPr/>
        </p:nvSpPr>
        <p:spPr>
          <a:xfrm>
            <a:off x="2603768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3444">
            <a:extLst>
              <a:ext uri="{FF2B5EF4-FFF2-40B4-BE49-F238E27FC236}">
                <a16:creationId xmlns:a16="http://schemas.microsoft.com/office/drawing/2014/main" id="{2B5D006D-34DC-46E6-BE6E-3720B095E0F1}"/>
              </a:ext>
            </a:extLst>
          </p:cNvPr>
          <p:cNvSpPr>
            <a:spLocks/>
          </p:cNvSpPr>
          <p:nvPr/>
        </p:nvSpPr>
        <p:spPr>
          <a:xfrm>
            <a:off x="251499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3445">
            <a:extLst>
              <a:ext uri="{FF2B5EF4-FFF2-40B4-BE49-F238E27FC236}">
                <a16:creationId xmlns:a16="http://schemas.microsoft.com/office/drawing/2014/main" id="{57926BE2-E357-4AB5-A129-FE1150D3FBF5}"/>
              </a:ext>
            </a:extLst>
          </p:cNvPr>
          <p:cNvSpPr>
            <a:spLocks/>
          </p:cNvSpPr>
          <p:nvPr/>
        </p:nvSpPr>
        <p:spPr>
          <a:xfrm>
            <a:off x="253510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3446">
            <a:extLst>
              <a:ext uri="{FF2B5EF4-FFF2-40B4-BE49-F238E27FC236}">
                <a16:creationId xmlns:a16="http://schemas.microsoft.com/office/drawing/2014/main" id="{35588220-F34C-4A66-BE44-523176CCF654}"/>
              </a:ext>
            </a:extLst>
          </p:cNvPr>
          <p:cNvSpPr>
            <a:spLocks/>
          </p:cNvSpPr>
          <p:nvPr/>
        </p:nvSpPr>
        <p:spPr>
          <a:xfrm>
            <a:off x="2483977" y="29698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3447">
            <a:extLst>
              <a:ext uri="{FF2B5EF4-FFF2-40B4-BE49-F238E27FC236}">
                <a16:creationId xmlns:a16="http://schemas.microsoft.com/office/drawing/2014/main" id="{61FCC034-74EA-4BD6-9201-9C7B458E3A31}"/>
              </a:ext>
            </a:extLst>
          </p:cNvPr>
          <p:cNvSpPr>
            <a:spLocks/>
          </p:cNvSpPr>
          <p:nvPr/>
        </p:nvSpPr>
        <p:spPr>
          <a:xfrm>
            <a:off x="244764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3448">
            <a:extLst>
              <a:ext uri="{FF2B5EF4-FFF2-40B4-BE49-F238E27FC236}">
                <a16:creationId xmlns:a16="http://schemas.microsoft.com/office/drawing/2014/main" id="{C4EF386A-9734-4577-AFCB-242D484C4A51}"/>
              </a:ext>
            </a:extLst>
          </p:cNvPr>
          <p:cNvSpPr>
            <a:spLocks/>
          </p:cNvSpPr>
          <p:nvPr/>
        </p:nvSpPr>
        <p:spPr>
          <a:xfrm>
            <a:off x="246131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3449">
            <a:extLst>
              <a:ext uri="{FF2B5EF4-FFF2-40B4-BE49-F238E27FC236}">
                <a16:creationId xmlns:a16="http://schemas.microsoft.com/office/drawing/2014/main" id="{57EA411D-9891-4CD0-95A1-14AB2776E7A6}"/>
              </a:ext>
            </a:extLst>
          </p:cNvPr>
          <p:cNvSpPr>
            <a:spLocks/>
          </p:cNvSpPr>
          <p:nvPr/>
        </p:nvSpPr>
        <p:spPr>
          <a:xfrm>
            <a:off x="2508050" y="355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3450">
            <a:extLst>
              <a:ext uri="{FF2B5EF4-FFF2-40B4-BE49-F238E27FC236}">
                <a16:creationId xmlns:a16="http://schemas.microsoft.com/office/drawing/2014/main" id="{65854436-73AD-4043-B158-C48FA3D52FE9}"/>
              </a:ext>
            </a:extLst>
          </p:cNvPr>
          <p:cNvSpPr>
            <a:spLocks/>
          </p:cNvSpPr>
          <p:nvPr/>
        </p:nvSpPr>
        <p:spPr>
          <a:xfrm>
            <a:off x="255762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3451">
            <a:extLst>
              <a:ext uri="{FF2B5EF4-FFF2-40B4-BE49-F238E27FC236}">
                <a16:creationId xmlns:a16="http://schemas.microsoft.com/office/drawing/2014/main" id="{118858DB-CBAC-4884-A12C-E7CA5DA9EDEB}"/>
              </a:ext>
            </a:extLst>
          </p:cNvPr>
          <p:cNvSpPr>
            <a:spLocks/>
          </p:cNvSpPr>
          <p:nvPr/>
        </p:nvSpPr>
        <p:spPr>
          <a:xfrm>
            <a:off x="256197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3452">
            <a:extLst>
              <a:ext uri="{FF2B5EF4-FFF2-40B4-BE49-F238E27FC236}">
                <a16:creationId xmlns:a16="http://schemas.microsoft.com/office/drawing/2014/main" id="{68EEDA12-57D8-4CAA-AC10-95C27F849DB1}"/>
              </a:ext>
            </a:extLst>
          </p:cNvPr>
          <p:cNvSpPr>
            <a:spLocks/>
          </p:cNvSpPr>
          <p:nvPr/>
        </p:nvSpPr>
        <p:spPr>
          <a:xfrm>
            <a:off x="2573349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3453">
            <a:extLst>
              <a:ext uri="{FF2B5EF4-FFF2-40B4-BE49-F238E27FC236}">
                <a16:creationId xmlns:a16="http://schemas.microsoft.com/office/drawing/2014/main" id="{D2EC1095-67BE-4DEE-A605-141AEAA0A6E5}"/>
              </a:ext>
            </a:extLst>
          </p:cNvPr>
          <p:cNvSpPr>
            <a:spLocks/>
          </p:cNvSpPr>
          <p:nvPr/>
        </p:nvSpPr>
        <p:spPr>
          <a:xfrm>
            <a:off x="255990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3454">
            <a:extLst>
              <a:ext uri="{FF2B5EF4-FFF2-40B4-BE49-F238E27FC236}">
                <a16:creationId xmlns:a16="http://schemas.microsoft.com/office/drawing/2014/main" id="{0682ACDF-4D3D-48BF-940C-F53EAD0D11C9}"/>
              </a:ext>
            </a:extLst>
          </p:cNvPr>
          <p:cNvSpPr>
            <a:spLocks/>
          </p:cNvSpPr>
          <p:nvPr/>
        </p:nvSpPr>
        <p:spPr>
          <a:xfrm>
            <a:off x="246519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3455">
            <a:extLst>
              <a:ext uri="{FF2B5EF4-FFF2-40B4-BE49-F238E27FC236}">
                <a16:creationId xmlns:a16="http://schemas.microsoft.com/office/drawing/2014/main" id="{F0A1D422-8346-4465-9AC7-4345F86944DC}"/>
              </a:ext>
            </a:extLst>
          </p:cNvPr>
          <p:cNvSpPr>
            <a:spLocks/>
          </p:cNvSpPr>
          <p:nvPr/>
        </p:nvSpPr>
        <p:spPr>
          <a:xfrm>
            <a:off x="259590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3456">
            <a:extLst>
              <a:ext uri="{FF2B5EF4-FFF2-40B4-BE49-F238E27FC236}">
                <a16:creationId xmlns:a16="http://schemas.microsoft.com/office/drawing/2014/main" id="{64AAE54E-EB3D-4F30-ABB1-E6CC9E1615C8}"/>
              </a:ext>
            </a:extLst>
          </p:cNvPr>
          <p:cNvSpPr>
            <a:spLocks/>
          </p:cNvSpPr>
          <p:nvPr/>
        </p:nvSpPr>
        <p:spPr>
          <a:xfrm>
            <a:off x="2559805" y="30369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3457">
            <a:extLst>
              <a:ext uri="{FF2B5EF4-FFF2-40B4-BE49-F238E27FC236}">
                <a16:creationId xmlns:a16="http://schemas.microsoft.com/office/drawing/2014/main" id="{437449AB-346E-4541-9937-2E33463F7CD2}"/>
              </a:ext>
            </a:extLst>
          </p:cNvPr>
          <p:cNvSpPr>
            <a:spLocks/>
          </p:cNvSpPr>
          <p:nvPr/>
        </p:nvSpPr>
        <p:spPr>
          <a:xfrm>
            <a:off x="250483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3458">
            <a:extLst>
              <a:ext uri="{FF2B5EF4-FFF2-40B4-BE49-F238E27FC236}">
                <a16:creationId xmlns:a16="http://schemas.microsoft.com/office/drawing/2014/main" id="{57D6D48A-A907-4361-B818-346341483C66}"/>
              </a:ext>
            </a:extLst>
          </p:cNvPr>
          <p:cNvSpPr>
            <a:spLocks/>
          </p:cNvSpPr>
          <p:nvPr/>
        </p:nvSpPr>
        <p:spPr>
          <a:xfrm>
            <a:off x="249875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3459">
            <a:extLst>
              <a:ext uri="{FF2B5EF4-FFF2-40B4-BE49-F238E27FC236}">
                <a16:creationId xmlns:a16="http://schemas.microsoft.com/office/drawing/2014/main" id="{88DAE604-793A-4EBC-9A66-734EDA13B5A2}"/>
              </a:ext>
            </a:extLst>
          </p:cNvPr>
          <p:cNvSpPr>
            <a:spLocks/>
          </p:cNvSpPr>
          <p:nvPr/>
        </p:nvSpPr>
        <p:spPr>
          <a:xfrm>
            <a:off x="256795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3460">
            <a:extLst>
              <a:ext uri="{FF2B5EF4-FFF2-40B4-BE49-F238E27FC236}">
                <a16:creationId xmlns:a16="http://schemas.microsoft.com/office/drawing/2014/main" id="{63479E90-F3C2-4A5B-A93A-689E73DC4C84}"/>
              </a:ext>
            </a:extLst>
          </p:cNvPr>
          <p:cNvSpPr>
            <a:spLocks/>
          </p:cNvSpPr>
          <p:nvPr/>
        </p:nvSpPr>
        <p:spPr>
          <a:xfrm>
            <a:off x="243938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3461">
            <a:extLst>
              <a:ext uri="{FF2B5EF4-FFF2-40B4-BE49-F238E27FC236}">
                <a16:creationId xmlns:a16="http://schemas.microsoft.com/office/drawing/2014/main" id="{2FAE8728-F67C-43D7-896C-DDEA73FBF790}"/>
              </a:ext>
            </a:extLst>
          </p:cNvPr>
          <p:cNvSpPr>
            <a:spLocks/>
          </p:cNvSpPr>
          <p:nvPr/>
        </p:nvSpPr>
        <p:spPr>
          <a:xfrm>
            <a:off x="256431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3462">
            <a:extLst>
              <a:ext uri="{FF2B5EF4-FFF2-40B4-BE49-F238E27FC236}">
                <a16:creationId xmlns:a16="http://schemas.microsoft.com/office/drawing/2014/main" id="{28A0D0A6-8292-498C-942E-DFCAD8A024E6}"/>
              </a:ext>
            </a:extLst>
          </p:cNvPr>
          <p:cNvSpPr>
            <a:spLocks/>
          </p:cNvSpPr>
          <p:nvPr/>
        </p:nvSpPr>
        <p:spPr>
          <a:xfrm>
            <a:off x="2526161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3463">
            <a:extLst>
              <a:ext uri="{FF2B5EF4-FFF2-40B4-BE49-F238E27FC236}">
                <a16:creationId xmlns:a16="http://schemas.microsoft.com/office/drawing/2014/main" id="{5807F8B2-F2C1-482F-B377-6ED70A99C943}"/>
              </a:ext>
            </a:extLst>
          </p:cNvPr>
          <p:cNvSpPr>
            <a:spLocks/>
          </p:cNvSpPr>
          <p:nvPr/>
        </p:nvSpPr>
        <p:spPr>
          <a:xfrm>
            <a:off x="254643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3464">
            <a:extLst>
              <a:ext uri="{FF2B5EF4-FFF2-40B4-BE49-F238E27FC236}">
                <a16:creationId xmlns:a16="http://schemas.microsoft.com/office/drawing/2014/main" id="{E62AA352-A4ED-4494-9616-8867DCBA6F07}"/>
              </a:ext>
            </a:extLst>
          </p:cNvPr>
          <p:cNvSpPr>
            <a:spLocks/>
          </p:cNvSpPr>
          <p:nvPr/>
        </p:nvSpPr>
        <p:spPr>
          <a:xfrm>
            <a:off x="2552167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3465">
            <a:extLst>
              <a:ext uri="{FF2B5EF4-FFF2-40B4-BE49-F238E27FC236}">
                <a16:creationId xmlns:a16="http://schemas.microsoft.com/office/drawing/2014/main" id="{61FC7516-3954-4BD4-91BD-44ADB6AF7CDF}"/>
              </a:ext>
            </a:extLst>
          </p:cNvPr>
          <p:cNvSpPr>
            <a:spLocks/>
          </p:cNvSpPr>
          <p:nvPr/>
        </p:nvSpPr>
        <p:spPr>
          <a:xfrm>
            <a:off x="254849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3466">
            <a:extLst>
              <a:ext uri="{FF2B5EF4-FFF2-40B4-BE49-F238E27FC236}">
                <a16:creationId xmlns:a16="http://schemas.microsoft.com/office/drawing/2014/main" id="{25A0D24E-517B-4415-A592-5C73E79076A1}"/>
              </a:ext>
            </a:extLst>
          </p:cNvPr>
          <p:cNvSpPr>
            <a:spLocks/>
          </p:cNvSpPr>
          <p:nvPr/>
        </p:nvSpPr>
        <p:spPr>
          <a:xfrm>
            <a:off x="2602264" y="27450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3467">
            <a:extLst>
              <a:ext uri="{FF2B5EF4-FFF2-40B4-BE49-F238E27FC236}">
                <a16:creationId xmlns:a16="http://schemas.microsoft.com/office/drawing/2014/main" id="{E4BDE4B6-D0C8-49A1-B685-618917D195DD}"/>
              </a:ext>
            </a:extLst>
          </p:cNvPr>
          <p:cNvSpPr>
            <a:spLocks/>
          </p:cNvSpPr>
          <p:nvPr/>
        </p:nvSpPr>
        <p:spPr>
          <a:xfrm>
            <a:off x="2457880" y="22685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3468">
            <a:extLst>
              <a:ext uri="{FF2B5EF4-FFF2-40B4-BE49-F238E27FC236}">
                <a16:creationId xmlns:a16="http://schemas.microsoft.com/office/drawing/2014/main" id="{4745A599-6C18-4889-9740-0B661B13DEA7}"/>
              </a:ext>
            </a:extLst>
          </p:cNvPr>
          <p:cNvSpPr>
            <a:spLocks/>
          </p:cNvSpPr>
          <p:nvPr/>
        </p:nvSpPr>
        <p:spPr>
          <a:xfrm>
            <a:off x="2574230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3469">
            <a:extLst>
              <a:ext uri="{FF2B5EF4-FFF2-40B4-BE49-F238E27FC236}">
                <a16:creationId xmlns:a16="http://schemas.microsoft.com/office/drawing/2014/main" id="{3B42DC89-A53B-4CD2-A524-2063D6B29ABD}"/>
              </a:ext>
            </a:extLst>
          </p:cNvPr>
          <p:cNvSpPr>
            <a:spLocks/>
          </p:cNvSpPr>
          <p:nvPr/>
        </p:nvSpPr>
        <p:spPr>
          <a:xfrm>
            <a:off x="2461268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3470">
            <a:extLst>
              <a:ext uri="{FF2B5EF4-FFF2-40B4-BE49-F238E27FC236}">
                <a16:creationId xmlns:a16="http://schemas.microsoft.com/office/drawing/2014/main" id="{4A0CD34C-0469-432A-B182-F85CEC3F2C62}"/>
              </a:ext>
            </a:extLst>
          </p:cNvPr>
          <p:cNvSpPr>
            <a:spLocks/>
          </p:cNvSpPr>
          <p:nvPr/>
        </p:nvSpPr>
        <p:spPr>
          <a:xfrm>
            <a:off x="2503957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3471">
            <a:extLst>
              <a:ext uri="{FF2B5EF4-FFF2-40B4-BE49-F238E27FC236}">
                <a16:creationId xmlns:a16="http://schemas.microsoft.com/office/drawing/2014/main" id="{EBBFAF4E-8F5F-438A-87DD-739AF278F320}"/>
              </a:ext>
            </a:extLst>
          </p:cNvPr>
          <p:cNvSpPr>
            <a:spLocks/>
          </p:cNvSpPr>
          <p:nvPr/>
        </p:nvSpPr>
        <p:spPr>
          <a:xfrm>
            <a:off x="2442879" y="36048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3472">
            <a:extLst>
              <a:ext uri="{FF2B5EF4-FFF2-40B4-BE49-F238E27FC236}">
                <a16:creationId xmlns:a16="http://schemas.microsoft.com/office/drawing/2014/main" id="{692BB494-ED84-4751-BC1F-1F37E16857BF}"/>
              </a:ext>
            </a:extLst>
          </p:cNvPr>
          <p:cNvSpPr>
            <a:spLocks/>
          </p:cNvSpPr>
          <p:nvPr/>
        </p:nvSpPr>
        <p:spPr>
          <a:xfrm>
            <a:off x="251452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3473">
            <a:extLst>
              <a:ext uri="{FF2B5EF4-FFF2-40B4-BE49-F238E27FC236}">
                <a16:creationId xmlns:a16="http://schemas.microsoft.com/office/drawing/2014/main" id="{0ECDEBDF-CAF9-457C-99C0-FAF699F2913E}"/>
              </a:ext>
            </a:extLst>
          </p:cNvPr>
          <p:cNvSpPr>
            <a:spLocks/>
          </p:cNvSpPr>
          <p:nvPr/>
        </p:nvSpPr>
        <p:spPr>
          <a:xfrm>
            <a:off x="2525462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3474">
            <a:extLst>
              <a:ext uri="{FF2B5EF4-FFF2-40B4-BE49-F238E27FC236}">
                <a16:creationId xmlns:a16="http://schemas.microsoft.com/office/drawing/2014/main" id="{CA59556C-D09B-4AC8-A963-B65CF212A781}"/>
              </a:ext>
            </a:extLst>
          </p:cNvPr>
          <p:cNvSpPr>
            <a:spLocks/>
          </p:cNvSpPr>
          <p:nvPr/>
        </p:nvSpPr>
        <p:spPr>
          <a:xfrm>
            <a:off x="249863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3475">
            <a:extLst>
              <a:ext uri="{FF2B5EF4-FFF2-40B4-BE49-F238E27FC236}">
                <a16:creationId xmlns:a16="http://schemas.microsoft.com/office/drawing/2014/main" id="{955B46EC-E73B-4CFC-B445-47FFCF3FD474}"/>
              </a:ext>
            </a:extLst>
          </p:cNvPr>
          <p:cNvSpPr>
            <a:spLocks/>
          </p:cNvSpPr>
          <p:nvPr/>
        </p:nvSpPr>
        <p:spPr>
          <a:xfrm>
            <a:off x="244248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3476">
            <a:extLst>
              <a:ext uri="{FF2B5EF4-FFF2-40B4-BE49-F238E27FC236}">
                <a16:creationId xmlns:a16="http://schemas.microsoft.com/office/drawing/2014/main" id="{ABF0922C-5A06-4CF7-90AA-AAD3DD30C8D2}"/>
              </a:ext>
            </a:extLst>
          </p:cNvPr>
          <p:cNvSpPr>
            <a:spLocks/>
          </p:cNvSpPr>
          <p:nvPr/>
        </p:nvSpPr>
        <p:spPr>
          <a:xfrm>
            <a:off x="247796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3477">
            <a:extLst>
              <a:ext uri="{FF2B5EF4-FFF2-40B4-BE49-F238E27FC236}">
                <a16:creationId xmlns:a16="http://schemas.microsoft.com/office/drawing/2014/main" id="{CBEFBD46-6582-4CCE-838D-D2D1F715F16C}"/>
              </a:ext>
            </a:extLst>
          </p:cNvPr>
          <p:cNvSpPr>
            <a:spLocks/>
          </p:cNvSpPr>
          <p:nvPr/>
        </p:nvSpPr>
        <p:spPr>
          <a:xfrm>
            <a:off x="2564201" y="32453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3478">
            <a:extLst>
              <a:ext uri="{FF2B5EF4-FFF2-40B4-BE49-F238E27FC236}">
                <a16:creationId xmlns:a16="http://schemas.microsoft.com/office/drawing/2014/main" id="{9521BF13-5EE3-4FD4-9842-85A68D5C288E}"/>
              </a:ext>
            </a:extLst>
          </p:cNvPr>
          <p:cNvSpPr>
            <a:spLocks/>
          </p:cNvSpPr>
          <p:nvPr/>
        </p:nvSpPr>
        <p:spPr>
          <a:xfrm>
            <a:off x="243894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3479">
            <a:extLst>
              <a:ext uri="{FF2B5EF4-FFF2-40B4-BE49-F238E27FC236}">
                <a16:creationId xmlns:a16="http://schemas.microsoft.com/office/drawing/2014/main" id="{DB4F35E8-D556-4A7C-8041-FFF279312BBB}"/>
              </a:ext>
            </a:extLst>
          </p:cNvPr>
          <p:cNvSpPr>
            <a:spLocks/>
          </p:cNvSpPr>
          <p:nvPr/>
        </p:nvSpPr>
        <p:spPr>
          <a:xfrm>
            <a:off x="2565242" y="26008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3480">
            <a:extLst>
              <a:ext uri="{FF2B5EF4-FFF2-40B4-BE49-F238E27FC236}">
                <a16:creationId xmlns:a16="http://schemas.microsoft.com/office/drawing/2014/main" id="{85A870FF-9582-45BA-BF71-02C6AA9762FC}"/>
              </a:ext>
            </a:extLst>
          </p:cNvPr>
          <p:cNvSpPr>
            <a:spLocks/>
          </p:cNvSpPr>
          <p:nvPr/>
        </p:nvSpPr>
        <p:spPr>
          <a:xfrm>
            <a:off x="2546286" y="357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3481">
            <a:extLst>
              <a:ext uri="{FF2B5EF4-FFF2-40B4-BE49-F238E27FC236}">
                <a16:creationId xmlns:a16="http://schemas.microsoft.com/office/drawing/2014/main" id="{31718F34-DE62-46FF-9A07-B0FD5B508AF3}"/>
              </a:ext>
            </a:extLst>
          </p:cNvPr>
          <p:cNvSpPr>
            <a:spLocks/>
          </p:cNvSpPr>
          <p:nvPr/>
        </p:nvSpPr>
        <p:spPr>
          <a:xfrm>
            <a:off x="2452974" y="27294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3482">
            <a:extLst>
              <a:ext uri="{FF2B5EF4-FFF2-40B4-BE49-F238E27FC236}">
                <a16:creationId xmlns:a16="http://schemas.microsoft.com/office/drawing/2014/main" id="{9F390BF0-ACC0-497D-B160-E1161725F4FE}"/>
              </a:ext>
            </a:extLst>
          </p:cNvPr>
          <p:cNvSpPr>
            <a:spLocks/>
          </p:cNvSpPr>
          <p:nvPr/>
        </p:nvSpPr>
        <p:spPr>
          <a:xfrm>
            <a:off x="2464541" y="32210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3483">
            <a:extLst>
              <a:ext uri="{FF2B5EF4-FFF2-40B4-BE49-F238E27FC236}">
                <a16:creationId xmlns:a16="http://schemas.microsoft.com/office/drawing/2014/main" id="{DCCEBEAA-6BF7-4E7A-858D-2CBF444D861F}"/>
              </a:ext>
            </a:extLst>
          </p:cNvPr>
          <p:cNvSpPr>
            <a:spLocks/>
          </p:cNvSpPr>
          <p:nvPr/>
        </p:nvSpPr>
        <p:spPr>
          <a:xfrm>
            <a:off x="2582286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3484">
            <a:extLst>
              <a:ext uri="{FF2B5EF4-FFF2-40B4-BE49-F238E27FC236}">
                <a16:creationId xmlns:a16="http://schemas.microsoft.com/office/drawing/2014/main" id="{55186E00-53C9-482C-A225-8D787D2C1216}"/>
              </a:ext>
            </a:extLst>
          </p:cNvPr>
          <p:cNvSpPr>
            <a:spLocks/>
          </p:cNvSpPr>
          <p:nvPr/>
        </p:nvSpPr>
        <p:spPr>
          <a:xfrm>
            <a:off x="254198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3485">
            <a:extLst>
              <a:ext uri="{FF2B5EF4-FFF2-40B4-BE49-F238E27FC236}">
                <a16:creationId xmlns:a16="http://schemas.microsoft.com/office/drawing/2014/main" id="{1D27B5A7-8322-416D-B4B0-D57F7739EB81}"/>
              </a:ext>
            </a:extLst>
          </p:cNvPr>
          <p:cNvSpPr>
            <a:spLocks/>
          </p:cNvSpPr>
          <p:nvPr/>
        </p:nvSpPr>
        <p:spPr>
          <a:xfrm>
            <a:off x="246052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3486">
            <a:extLst>
              <a:ext uri="{FF2B5EF4-FFF2-40B4-BE49-F238E27FC236}">
                <a16:creationId xmlns:a16="http://schemas.microsoft.com/office/drawing/2014/main" id="{80ED5941-DE5A-4634-87CE-63A59B3EA7F9}"/>
              </a:ext>
            </a:extLst>
          </p:cNvPr>
          <p:cNvSpPr>
            <a:spLocks/>
          </p:cNvSpPr>
          <p:nvPr/>
        </p:nvSpPr>
        <p:spPr>
          <a:xfrm>
            <a:off x="2504975" y="28502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3487">
            <a:extLst>
              <a:ext uri="{FF2B5EF4-FFF2-40B4-BE49-F238E27FC236}">
                <a16:creationId xmlns:a16="http://schemas.microsoft.com/office/drawing/2014/main" id="{57C69382-1A55-4723-A482-3F64573BC01F}"/>
              </a:ext>
            </a:extLst>
          </p:cNvPr>
          <p:cNvSpPr>
            <a:spLocks/>
          </p:cNvSpPr>
          <p:nvPr/>
        </p:nvSpPr>
        <p:spPr>
          <a:xfrm>
            <a:off x="254144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3488">
            <a:extLst>
              <a:ext uri="{FF2B5EF4-FFF2-40B4-BE49-F238E27FC236}">
                <a16:creationId xmlns:a16="http://schemas.microsoft.com/office/drawing/2014/main" id="{C4CBBE8E-C85E-41F8-9A3C-BA37B44438DF}"/>
              </a:ext>
            </a:extLst>
          </p:cNvPr>
          <p:cNvSpPr>
            <a:spLocks/>
          </p:cNvSpPr>
          <p:nvPr/>
        </p:nvSpPr>
        <p:spPr>
          <a:xfrm>
            <a:off x="249814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3489">
            <a:extLst>
              <a:ext uri="{FF2B5EF4-FFF2-40B4-BE49-F238E27FC236}">
                <a16:creationId xmlns:a16="http://schemas.microsoft.com/office/drawing/2014/main" id="{6E50478F-A4BC-4128-A083-06EC786C58D5}"/>
              </a:ext>
            </a:extLst>
          </p:cNvPr>
          <p:cNvSpPr>
            <a:spLocks/>
          </p:cNvSpPr>
          <p:nvPr/>
        </p:nvSpPr>
        <p:spPr>
          <a:xfrm>
            <a:off x="2533022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3490">
            <a:extLst>
              <a:ext uri="{FF2B5EF4-FFF2-40B4-BE49-F238E27FC236}">
                <a16:creationId xmlns:a16="http://schemas.microsoft.com/office/drawing/2014/main" id="{555018A2-62AF-4299-95FC-857D2E2897C1}"/>
              </a:ext>
            </a:extLst>
          </p:cNvPr>
          <p:cNvSpPr>
            <a:spLocks/>
          </p:cNvSpPr>
          <p:nvPr/>
        </p:nvSpPr>
        <p:spPr>
          <a:xfrm>
            <a:off x="2478909" y="34058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3491">
            <a:extLst>
              <a:ext uri="{FF2B5EF4-FFF2-40B4-BE49-F238E27FC236}">
                <a16:creationId xmlns:a16="http://schemas.microsoft.com/office/drawing/2014/main" id="{B9C9AEF2-A290-4570-BFBE-52203EE3E733}"/>
              </a:ext>
            </a:extLst>
          </p:cNvPr>
          <p:cNvSpPr>
            <a:spLocks/>
          </p:cNvSpPr>
          <p:nvPr/>
        </p:nvSpPr>
        <p:spPr>
          <a:xfrm>
            <a:off x="251388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3492">
            <a:extLst>
              <a:ext uri="{FF2B5EF4-FFF2-40B4-BE49-F238E27FC236}">
                <a16:creationId xmlns:a16="http://schemas.microsoft.com/office/drawing/2014/main" id="{572AB930-3CDB-4644-9E9D-C50118E6FC47}"/>
              </a:ext>
            </a:extLst>
          </p:cNvPr>
          <p:cNvSpPr>
            <a:spLocks/>
          </p:cNvSpPr>
          <p:nvPr/>
        </p:nvSpPr>
        <p:spPr>
          <a:xfrm>
            <a:off x="2588577" y="2485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3493">
            <a:extLst>
              <a:ext uri="{FF2B5EF4-FFF2-40B4-BE49-F238E27FC236}">
                <a16:creationId xmlns:a16="http://schemas.microsoft.com/office/drawing/2014/main" id="{8870B2D7-36CA-4518-942E-C38D9953BEA3}"/>
              </a:ext>
            </a:extLst>
          </p:cNvPr>
          <p:cNvSpPr>
            <a:spLocks/>
          </p:cNvSpPr>
          <p:nvPr/>
        </p:nvSpPr>
        <p:spPr>
          <a:xfrm>
            <a:off x="2480803" y="2116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3494">
            <a:extLst>
              <a:ext uri="{FF2B5EF4-FFF2-40B4-BE49-F238E27FC236}">
                <a16:creationId xmlns:a16="http://schemas.microsoft.com/office/drawing/2014/main" id="{D4CC168E-92E0-4383-89B8-CC521D6D1ADD}"/>
              </a:ext>
            </a:extLst>
          </p:cNvPr>
          <p:cNvSpPr>
            <a:spLocks/>
          </p:cNvSpPr>
          <p:nvPr/>
        </p:nvSpPr>
        <p:spPr>
          <a:xfrm>
            <a:off x="252232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3495">
            <a:extLst>
              <a:ext uri="{FF2B5EF4-FFF2-40B4-BE49-F238E27FC236}">
                <a16:creationId xmlns:a16="http://schemas.microsoft.com/office/drawing/2014/main" id="{704F45CA-472A-4325-A9E9-6DA331F6C2B5}"/>
              </a:ext>
            </a:extLst>
          </p:cNvPr>
          <p:cNvSpPr>
            <a:spLocks/>
          </p:cNvSpPr>
          <p:nvPr/>
        </p:nvSpPr>
        <p:spPr>
          <a:xfrm>
            <a:off x="257707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3496">
            <a:extLst>
              <a:ext uri="{FF2B5EF4-FFF2-40B4-BE49-F238E27FC236}">
                <a16:creationId xmlns:a16="http://schemas.microsoft.com/office/drawing/2014/main" id="{F0184FEA-BD4A-4169-BB22-54BD4FC81597}"/>
              </a:ext>
            </a:extLst>
          </p:cNvPr>
          <p:cNvSpPr>
            <a:spLocks/>
          </p:cNvSpPr>
          <p:nvPr/>
        </p:nvSpPr>
        <p:spPr>
          <a:xfrm>
            <a:off x="248623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3497">
            <a:extLst>
              <a:ext uri="{FF2B5EF4-FFF2-40B4-BE49-F238E27FC236}">
                <a16:creationId xmlns:a16="http://schemas.microsoft.com/office/drawing/2014/main" id="{7184A2C5-8AFA-48C4-886E-4751C2210584}"/>
              </a:ext>
            </a:extLst>
          </p:cNvPr>
          <p:cNvSpPr>
            <a:spLocks/>
          </p:cNvSpPr>
          <p:nvPr/>
        </p:nvSpPr>
        <p:spPr>
          <a:xfrm>
            <a:off x="248564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3498">
            <a:extLst>
              <a:ext uri="{FF2B5EF4-FFF2-40B4-BE49-F238E27FC236}">
                <a16:creationId xmlns:a16="http://schemas.microsoft.com/office/drawing/2014/main" id="{211B7DCB-6788-4E10-88FF-390C8556D606}"/>
              </a:ext>
            </a:extLst>
          </p:cNvPr>
          <p:cNvSpPr>
            <a:spLocks/>
          </p:cNvSpPr>
          <p:nvPr/>
        </p:nvSpPr>
        <p:spPr>
          <a:xfrm>
            <a:off x="2487111" y="2871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3499">
            <a:extLst>
              <a:ext uri="{FF2B5EF4-FFF2-40B4-BE49-F238E27FC236}">
                <a16:creationId xmlns:a16="http://schemas.microsoft.com/office/drawing/2014/main" id="{31E061EC-7995-43DE-87EA-C38D7FDF66BD}"/>
              </a:ext>
            </a:extLst>
          </p:cNvPr>
          <p:cNvSpPr>
            <a:spLocks/>
          </p:cNvSpPr>
          <p:nvPr/>
        </p:nvSpPr>
        <p:spPr>
          <a:xfrm>
            <a:off x="257139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3500">
            <a:extLst>
              <a:ext uri="{FF2B5EF4-FFF2-40B4-BE49-F238E27FC236}">
                <a16:creationId xmlns:a16="http://schemas.microsoft.com/office/drawing/2014/main" id="{87F47971-2580-4BE7-A838-140EDD1B179F}"/>
              </a:ext>
            </a:extLst>
          </p:cNvPr>
          <p:cNvSpPr>
            <a:spLocks/>
          </p:cNvSpPr>
          <p:nvPr/>
        </p:nvSpPr>
        <p:spPr>
          <a:xfrm>
            <a:off x="2556205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3501">
            <a:extLst>
              <a:ext uri="{FF2B5EF4-FFF2-40B4-BE49-F238E27FC236}">
                <a16:creationId xmlns:a16="http://schemas.microsoft.com/office/drawing/2014/main" id="{C29573B7-8756-4B30-A9AA-7D62335A7B09}"/>
              </a:ext>
            </a:extLst>
          </p:cNvPr>
          <p:cNvSpPr>
            <a:spLocks/>
          </p:cNvSpPr>
          <p:nvPr/>
        </p:nvSpPr>
        <p:spPr>
          <a:xfrm>
            <a:off x="2563865" y="34967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3502">
            <a:extLst>
              <a:ext uri="{FF2B5EF4-FFF2-40B4-BE49-F238E27FC236}">
                <a16:creationId xmlns:a16="http://schemas.microsoft.com/office/drawing/2014/main" id="{018DF79C-1F7C-482E-941E-6416F71A5B8F}"/>
              </a:ext>
            </a:extLst>
          </p:cNvPr>
          <p:cNvSpPr>
            <a:spLocks/>
          </p:cNvSpPr>
          <p:nvPr/>
        </p:nvSpPr>
        <p:spPr>
          <a:xfrm>
            <a:off x="2511466" y="28707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3503">
            <a:extLst>
              <a:ext uri="{FF2B5EF4-FFF2-40B4-BE49-F238E27FC236}">
                <a16:creationId xmlns:a16="http://schemas.microsoft.com/office/drawing/2014/main" id="{63BD1022-04B2-4610-AE20-683EFDDB5ACA}"/>
              </a:ext>
            </a:extLst>
          </p:cNvPr>
          <p:cNvSpPr>
            <a:spLocks/>
          </p:cNvSpPr>
          <p:nvPr/>
        </p:nvSpPr>
        <p:spPr>
          <a:xfrm>
            <a:off x="2442432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3504">
            <a:extLst>
              <a:ext uri="{FF2B5EF4-FFF2-40B4-BE49-F238E27FC236}">
                <a16:creationId xmlns:a16="http://schemas.microsoft.com/office/drawing/2014/main" id="{57FCD86D-FE4C-4E31-B94B-2C25E34EC861}"/>
              </a:ext>
            </a:extLst>
          </p:cNvPr>
          <p:cNvSpPr>
            <a:spLocks/>
          </p:cNvSpPr>
          <p:nvPr/>
        </p:nvSpPr>
        <p:spPr>
          <a:xfrm>
            <a:off x="2440498" y="35922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3505">
            <a:extLst>
              <a:ext uri="{FF2B5EF4-FFF2-40B4-BE49-F238E27FC236}">
                <a16:creationId xmlns:a16="http://schemas.microsoft.com/office/drawing/2014/main" id="{52E166C8-5CC1-45D9-A648-7E95FF9FFA56}"/>
              </a:ext>
            </a:extLst>
          </p:cNvPr>
          <p:cNvSpPr>
            <a:spLocks/>
          </p:cNvSpPr>
          <p:nvPr/>
        </p:nvSpPr>
        <p:spPr>
          <a:xfrm>
            <a:off x="2525956" y="3628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3506">
            <a:extLst>
              <a:ext uri="{FF2B5EF4-FFF2-40B4-BE49-F238E27FC236}">
                <a16:creationId xmlns:a16="http://schemas.microsoft.com/office/drawing/2014/main" id="{6A0E6CEC-1ABF-4E9E-A777-9E00D890A386}"/>
              </a:ext>
            </a:extLst>
          </p:cNvPr>
          <p:cNvSpPr>
            <a:spLocks/>
          </p:cNvSpPr>
          <p:nvPr/>
        </p:nvSpPr>
        <p:spPr>
          <a:xfrm>
            <a:off x="253222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3507">
            <a:extLst>
              <a:ext uri="{FF2B5EF4-FFF2-40B4-BE49-F238E27FC236}">
                <a16:creationId xmlns:a16="http://schemas.microsoft.com/office/drawing/2014/main" id="{24855C5C-7D06-4E33-94B7-058823AAEA41}"/>
              </a:ext>
            </a:extLst>
          </p:cNvPr>
          <p:cNvSpPr>
            <a:spLocks/>
          </p:cNvSpPr>
          <p:nvPr/>
        </p:nvSpPr>
        <p:spPr>
          <a:xfrm>
            <a:off x="2586475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3508">
            <a:extLst>
              <a:ext uri="{FF2B5EF4-FFF2-40B4-BE49-F238E27FC236}">
                <a16:creationId xmlns:a16="http://schemas.microsoft.com/office/drawing/2014/main" id="{4E7D7493-6DF9-4D83-A8C8-286E9202371C}"/>
              </a:ext>
            </a:extLst>
          </p:cNvPr>
          <p:cNvSpPr>
            <a:spLocks/>
          </p:cNvSpPr>
          <p:nvPr/>
        </p:nvSpPr>
        <p:spPr>
          <a:xfrm>
            <a:off x="2467939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3509">
            <a:extLst>
              <a:ext uri="{FF2B5EF4-FFF2-40B4-BE49-F238E27FC236}">
                <a16:creationId xmlns:a16="http://schemas.microsoft.com/office/drawing/2014/main" id="{589E4114-4EF1-4F6A-A7FC-B5DE6E89C02F}"/>
              </a:ext>
            </a:extLst>
          </p:cNvPr>
          <p:cNvSpPr>
            <a:spLocks/>
          </p:cNvSpPr>
          <p:nvPr/>
        </p:nvSpPr>
        <p:spPr>
          <a:xfrm>
            <a:off x="2565687" y="28772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3510">
            <a:extLst>
              <a:ext uri="{FF2B5EF4-FFF2-40B4-BE49-F238E27FC236}">
                <a16:creationId xmlns:a16="http://schemas.microsoft.com/office/drawing/2014/main" id="{96935FE0-B1FA-4639-8D32-166C762217EC}"/>
              </a:ext>
            </a:extLst>
          </p:cNvPr>
          <p:cNvSpPr>
            <a:spLocks/>
          </p:cNvSpPr>
          <p:nvPr/>
        </p:nvSpPr>
        <p:spPr>
          <a:xfrm>
            <a:off x="246580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3511">
            <a:extLst>
              <a:ext uri="{FF2B5EF4-FFF2-40B4-BE49-F238E27FC236}">
                <a16:creationId xmlns:a16="http://schemas.microsoft.com/office/drawing/2014/main" id="{FCA0794B-9C53-4724-8FD9-9E3898DABF16}"/>
              </a:ext>
            </a:extLst>
          </p:cNvPr>
          <p:cNvSpPr>
            <a:spLocks/>
          </p:cNvSpPr>
          <p:nvPr/>
        </p:nvSpPr>
        <p:spPr>
          <a:xfrm>
            <a:off x="2476315" y="34513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3512">
            <a:extLst>
              <a:ext uri="{FF2B5EF4-FFF2-40B4-BE49-F238E27FC236}">
                <a16:creationId xmlns:a16="http://schemas.microsoft.com/office/drawing/2014/main" id="{B18FFEB1-F3FC-4B78-B036-F0B2A76EEF95}"/>
              </a:ext>
            </a:extLst>
          </p:cNvPr>
          <p:cNvSpPr>
            <a:spLocks/>
          </p:cNvSpPr>
          <p:nvPr/>
        </p:nvSpPr>
        <p:spPr>
          <a:xfrm>
            <a:off x="280306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3513">
            <a:extLst>
              <a:ext uri="{FF2B5EF4-FFF2-40B4-BE49-F238E27FC236}">
                <a16:creationId xmlns:a16="http://schemas.microsoft.com/office/drawing/2014/main" id="{A37D5479-E247-44FB-8F6A-CCA4C1337F2D}"/>
              </a:ext>
            </a:extLst>
          </p:cNvPr>
          <p:cNvSpPr>
            <a:spLocks/>
          </p:cNvSpPr>
          <p:nvPr/>
        </p:nvSpPr>
        <p:spPr>
          <a:xfrm>
            <a:off x="2862604" y="2296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3514">
            <a:extLst>
              <a:ext uri="{FF2B5EF4-FFF2-40B4-BE49-F238E27FC236}">
                <a16:creationId xmlns:a16="http://schemas.microsoft.com/office/drawing/2014/main" id="{9FFD38E1-5C37-4E1B-8656-B32FCD50F728}"/>
              </a:ext>
            </a:extLst>
          </p:cNvPr>
          <p:cNvSpPr>
            <a:spLocks/>
          </p:cNvSpPr>
          <p:nvPr/>
        </p:nvSpPr>
        <p:spPr>
          <a:xfrm>
            <a:off x="285470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3515">
            <a:extLst>
              <a:ext uri="{FF2B5EF4-FFF2-40B4-BE49-F238E27FC236}">
                <a16:creationId xmlns:a16="http://schemas.microsoft.com/office/drawing/2014/main" id="{89DCADC8-84C3-4401-9BC9-22C4A2CE34D3}"/>
              </a:ext>
            </a:extLst>
          </p:cNvPr>
          <p:cNvSpPr>
            <a:spLocks/>
          </p:cNvSpPr>
          <p:nvPr/>
        </p:nvSpPr>
        <p:spPr>
          <a:xfrm>
            <a:off x="2774211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3516">
            <a:extLst>
              <a:ext uri="{FF2B5EF4-FFF2-40B4-BE49-F238E27FC236}">
                <a16:creationId xmlns:a16="http://schemas.microsoft.com/office/drawing/2014/main" id="{1FE59A7F-F026-4305-A8FE-4FE70378C764}"/>
              </a:ext>
            </a:extLst>
          </p:cNvPr>
          <p:cNvSpPr>
            <a:spLocks/>
          </p:cNvSpPr>
          <p:nvPr/>
        </p:nvSpPr>
        <p:spPr>
          <a:xfrm>
            <a:off x="2749731" y="25964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3517">
            <a:extLst>
              <a:ext uri="{FF2B5EF4-FFF2-40B4-BE49-F238E27FC236}">
                <a16:creationId xmlns:a16="http://schemas.microsoft.com/office/drawing/2014/main" id="{4CCB061B-DD86-4DFF-AD4A-2AF01F5CBC84}"/>
              </a:ext>
            </a:extLst>
          </p:cNvPr>
          <p:cNvSpPr>
            <a:spLocks/>
          </p:cNvSpPr>
          <p:nvPr/>
        </p:nvSpPr>
        <p:spPr>
          <a:xfrm>
            <a:off x="276047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3518">
            <a:extLst>
              <a:ext uri="{FF2B5EF4-FFF2-40B4-BE49-F238E27FC236}">
                <a16:creationId xmlns:a16="http://schemas.microsoft.com/office/drawing/2014/main" id="{249CCABB-72B7-46C2-8248-45415E0361B9}"/>
              </a:ext>
            </a:extLst>
          </p:cNvPr>
          <p:cNvSpPr>
            <a:spLocks/>
          </p:cNvSpPr>
          <p:nvPr/>
        </p:nvSpPr>
        <p:spPr>
          <a:xfrm>
            <a:off x="279462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3519">
            <a:extLst>
              <a:ext uri="{FF2B5EF4-FFF2-40B4-BE49-F238E27FC236}">
                <a16:creationId xmlns:a16="http://schemas.microsoft.com/office/drawing/2014/main" id="{5C6C4271-FE90-4AAF-843C-728470B22AD0}"/>
              </a:ext>
            </a:extLst>
          </p:cNvPr>
          <p:cNvSpPr>
            <a:spLocks/>
          </p:cNvSpPr>
          <p:nvPr/>
        </p:nvSpPr>
        <p:spPr>
          <a:xfrm>
            <a:off x="283170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3520">
            <a:extLst>
              <a:ext uri="{FF2B5EF4-FFF2-40B4-BE49-F238E27FC236}">
                <a16:creationId xmlns:a16="http://schemas.microsoft.com/office/drawing/2014/main" id="{68E796D3-25A8-41EC-A813-1E7600EE5F72}"/>
              </a:ext>
            </a:extLst>
          </p:cNvPr>
          <p:cNvSpPr>
            <a:spLocks/>
          </p:cNvSpPr>
          <p:nvPr/>
        </p:nvSpPr>
        <p:spPr>
          <a:xfrm>
            <a:off x="2715564" y="31480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3521">
            <a:extLst>
              <a:ext uri="{FF2B5EF4-FFF2-40B4-BE49-F238E27FC236}">
                <a16:creationId xmlns:a16="http://schemas.microsoft.com/office/drawing/2014/main" id="{1B093C78-C6A2-45F3-A6E8-B0C13DB33017}"/>
              </a:ext>
            </a:extLst>
          </p:cNvPr>
          <p:cNvSpPr>
            <a:spLocks/>
          </p:cNvSpPr>
          <p:nvPr/>
        </p:nvSpPr>
        <p:spPr>
          <a:xfrm>
            <a:off x="283075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3522">
            <a:extLst>
              <a:ext uri="{FF2B5EF4-FFF2-40B4-BE49-F238E27FC236}">
                <a16:creationId xmlns:a16="http://schemas.microsoft.com/office/drawing/2014/main" id="{A6993CA9-6F67-4941-AF48-D9A446280429}"/>
              </a:ext>
            </a:extLst>
          </p:cNvPr>
          <p:cNvSpPr>
            <a:spLocks/>
          </p:cNvSpPr>
          <p:nvPr/>
        </p:nvSpPr>
        <p:spPr>
          <a:xfrm>
            <a:off x="2713884" y="2756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3523">
            <a:extLst>
              <a:ext uri="{FF2B5EF4-FFF2-40B4-BE49-F238E27FC236}">
                <a16:creationId xmlns:a16="http://schemas.microsoft.com/office/drawing/2014/main" id="{F99E7738-14E6-4312-B76D-2DE2623D115E}"/>
              </a:ext>
            </a:extLst>
          </p:cNvPr>
          <p:cNvSpPr>
            <a:spLocks/>
          </p:cNvSpPr>
          <p:nvPr/>
        </p:nvSpPr>
        <p:spPr>
          <a:xfrm>
            <a:off x="2824579" y="2533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3524">
            <a:extLst>
              <a:ext uri="{FF2B5EF4-FFF2-40B4-BE49-F238E27FC236}">
                <a16:creationId xmlns:a16="http://schemas.microsoft.com/office/drawing/2014/main" id="{71C42A98-47C3-4131-9A3B-5AB0ACD061C8}"/>
              </a:ext>
            </a:extLst>
          </p:cNvPr>
          <p:cNvSpPr>
            <a:spLocks/>
          </p:cNvSpPr>
          <p:nvPr/>
        </p:nvSpPr>
        <p:spPr>
          <a:xfrm>
            <a:off x="2863565" y="2800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3525">
            <a:extLst>
              <a:ext uri="{FF2B5EF4-FFF2-40B4-BE49-F238E27FC236}">
                <a16:creationId xmlns:a16="http://schemas.microsoft.com/office/drawing/2014/main" id="{D74E7AA8-A165-4BD0-89E3-EF75C5FEE047}"/>
              </a:ext>
            </a:extLst>
          </p:cNvPr>
          <p:cNvSpPr>
            <a:spLocks/>
          </p:cNvSpPr>
          <p:nvPr/>
        </p:nvSpPr>
        <p:spPr>
          <a:xfrm>
            <a:off x="2755860" y="24959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3526">
            <a:extLst>
              <a:ext uri="{FF2B5EF4-FFF2-40B4-BE49-F238E27FC236}">
                <a16:creationId xmlns:a16="http://schemas.microsoft.com/office/drawing/2014/main" id="{5D365BF7-073B-43F1-9680-6440EDECCED1}"/>
              </a:ext>
            </a:extLst>
          </p:cNvPr>
          <p:cNvSpPr>
            <a:spLocks/>
          </p:cNvSpPr>
          <p:nvPr/>
        </p:nvSpPr>
        <p:spPr>
          <a:xfrm>
            <a:off x="2739724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3527">
            <a:extLst>
              <a:ext uri="{FF2B5EF4-FFF2-40B4-BE49-F238E27FC236}">
                <a16:creationId xmlns:a16="http://schemas.microsoft.com/office/drawing/2014/main" id="{2DC31005-FF57-4AA2-9B74-658B0669B467}"/>
              </a:ext>
            </a:extLst>
          </p:cNvPr>
          <p:cNvSpPr>
            <a:spLocks/>
          </p:cNvSpPr>
          <p:nvPr/>
        </p:nvSpPr>
        <p:spPr>
          <a:xfrm>
            <a:off x="271973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3528">
            <a:extLst>
              <a:ext uri="{FF2B5EF4-FFF2-40B4-BE49-F238E27FC236}">
                <a16:creationId xmlns:a16="http://schemas.microsoft.com/office/drawing/2014/main" id="{CDAC3678-84FC-4BF3-AAB7-A5C35E85FE20}"/>
              </a:ext>
            </a:extLst>
          </p:cNvPr>
          <p:cNvSpPr>
            <a:spLocks/>
          </p:cNvSpPr>
          <p:nvPr/>
        </p:nvSpPr>
        <p:spPr>
          <a:xfrm>
            <a:off x="2755475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3529">
            <a:extLst>
              <a:ext uri="{FF2B5EF4-FFF2-40B4-BE49-F238E27FC236}">
                <a16:creationId xmlns:a16="http://schemas.microsoft.com/office/drawing/2014/main" id="{28D686E0-94D5-4B78-BA1F-2AC0CA5E5643}"/>
              </a:ext>
            </a:extLst>
          </p:cNvPr>
          <p:cNvSpPr>
            <a:spLocks/>
          </p:cNvSpPr>
          <p:nvPr/>
        </p:nvSpPr>
        <p:spPr>
          <a:xfrm>
            <a:off x="287102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3530">
            <a:extLst>
              <a:ext uri="{FF2B5EF4-FFF2-40B4-BE49-F238E27FC236}">
                <a16:creationId xmlns:a16="http://schemas.microsoft.com/office/drawing/2014/main" id="{C85DEAF5-20D0-47ED-8EFF-9E76D338ACC0}"/>
              </a:ext>
            </a:extLst>
          </p:cNvPr>
          <p:cNvSpPr>
            <a:spLocks/>
          </p:cNvSpPr>
          <p:nvPr/>
        </p:nvSpPr>
        <p:spPr>
          <a:xfrm>
            <a:off x="2757318" y="18892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3531">
            <a:extLst>
              <a:ext uri="{FF2B5EF4-FFF2-40B4-BE49-F238E27FC236}">
                <a16:creationId xmlns:a16="http://schemas.microsoft.com/office/drawing/2014/main" id="{66623E20-5528-4301-BB35-D33247DEF9A7}"/>
              </a:ext>
            </a:extLst>
          </p:cNvPr>
          <p:cNvSpPr>
            <a:spLocks/>
          </p:cNvSpPr>
          <p:nvPr/>
        </p:nvSpPr>
        <p:spPr>
          <a:xfrm>
            <a:off x="2727378" y="22685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3532">
            <a:extLst>
              <a:ext uri="{FF2B5EF4-FFF2-40B4-BE49-F238E27FC236}">
                <a16:creationId xmlns:a16="http://schemas.microsoft.com/office/drawing/2014/main" id="{08E9696D-D96C-4043-B2B9-1020F399F221}"/>
              </a:ext>
            </a:extLst>
          </p:cNvPr>
          <p:cNvSpPr>
            <a:spLocks/>
          </p:cNvSpPr>
          <p:nvPr/>
        </p:nvSpPr>
        <p:spPr>
          <a:xfrm>
            <a:off x="2763708" y="27987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3533">
            <a:extLst>
              <a:ext uri="{FF2B5EF4-FFF2-40B4-BE49-F238E27FC236}">
                <a16:creationId xmlns:a16="http://schemas.microsoft.com/office/drawing/2014/main" id="{42891371-DBDA-4921-A6E8-AD51CBC9446D}"/>
              </a:ext>
            </a:extLst>
          </p:cNvPr>
          <p:cNvSpPr>
            <a:spLocks/>
          </p:cNvSpPr>
          <p:nvPr/>
        </p:nvSpPr>
        <p:spPr>
          <a:xfrm>
            <a:off x="2769983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3534">
            <a:extLst>
              <a:ext uri="{FF2B5EF4-FFF2-40B4-BE49-F238E27FC236}">
                <a16:creationId xmlns:a16="http://schemas.microsoft.com/office/drawing/2014/main" id="{4A6F6A95-D332-4AAC-9AF4-68CD1247120A}"/>
              </a:ext>
            </a:extLst>
          </p:cNvPr>
          <p:cNvSpPr>
            <a:spLocks/>
          </p:cNvSpPr>
          <p:nvPr/>
        </p:nvSpPr>
        <p:spPr>
          <a:xfrm>
            <a:off x="2849793" y="2177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3535">
            <a:extLst>
              <a:ext uri="{FF2B5EF4-FFF2-40B4-BE49-F238E27FC236}">
                <a16:creationId xmlns:a16="http://schemas.microsoft.com/office/drawing/2014/main" id="{98E88E99-4DFC-4ADE-BBB0-CA58D21C55D6}"/>
              </a:ext>
            </a:extLst>
          </p:cNvPr>
          <p:cNvSpPr>
            <a:spLocks/>
          </p:cNvSpPr>
          <p:nvPr/>
        </p:nvSpPr>
        <p:spPr>
          <a:xfrm>
            <a:off x="2838282" y="24959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3536">
            <a:extLst>
              <a:ext uri="{FF2B5EF4-FFF2-40B4-BE49-F238E27FC236}">
                <a16:creationId xmlns:a16="http://schemas.microsoft.com/office/drawing/2014/main" id="{D9B4FE02-2CCF-4CA8-9892-64560F659704}"/>
              </a:ext>
            </a:extLst>
          </p:cNvPr>
          <p:cNvSpPr>
            <a:spLocks/>
          </p:cNvSpPr>
          <p:nvPr/>
        </p:nvSpPr>
        <p:spPr>
          <a:xfrm>
            <a:off x="2711691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3537">
            <a:extLst>
              <a:ext uri="{FF2B5EF4-FFF2-40B4-BE49-F238E27FC236}">
                <a16:creationId xmlns:a16="http://schemas.microsoft.com/office/drawing/2014/main" id="{50D41189-5656-4752-B773-76D61FEEEFBA}"/>
              </a:ext>
            </a:extLst>
          </p:cNvPr>
          <p:cNvSpPr>
            <a:spLocks/>
          </p:cNvSpPr>
          <p:nvPr/>
        </p:nvSpPr>
        <p:spPr>
          <a:xfrm>
            <a:off x="286145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3538">
            <a:extLst>
              <a:ext uri="{FF2B5EF4-FFF2-40B4-BE49-F238E27FC236}">
                <a16:creationId xmlns:a16="http://schemas.microsoft.com/office/drawing/2014/main" id="{58318D48-90E4-4242-A020-EA8E7BFDD206}"/>
              </a:ext>
            </a:extLst>
          </p:cNvPr>
          <p:cNvSpPr>
            <a:spLocks/>
          </p:cNvSpPr>
          <p:nvPr/>
        </p:nvSpPr>
        <p:spPr>
          <a:xfrm>
            <a:off x="2761811" y="28447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3539">
            <a:extLst>
              <a:ext uri="{FF2B5EF4-FFF2-40B4-BE49-F238E27FC236}">
                <a16:creationId xmlns:a16="http://schemas.microsoft.com/office/drawing/2014/main" id="{D9261E66-B58F-4AA6-BB0A-9B54E3884179}"/>
              </a:ext>
            </a:extLst>
          </p:cNvPr>
          <p:cNvSpPr>
            <a:spLocks/>
          </p:cNvSpPr>
          <p:nvPr/>
        </p:nvSpPr>
        <p:spPr>
          <a:xfrm>
            <a:off x="2753627" y="32511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3540">
            <a:extLst>
              <a:ext uri="{FF2B5EF4-FFF2-40B4-BE49-F238E27FC236}">
                <a16:creationId xmlns:a16="http://schemas.microsoft.com/office/drawing/2014/main" id="{058A4EEC-B3F3-4122-9178-3C8F1835392F}"/>
              </a:ext>
            </a:extLst>
          </p:cNvPr>
          <p:cNvSpPr>
            <a:spLocks/>
          </p:cNvSpPr>
          <p:nvPr/>
        </p:nvSpPr>
        <p:spPr>
          <a:xfrm>
            <a:off x="2797040" y="31133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3541">
            <a:extLst>
              <a:ext uri="{FF2B5EF4-FFF2-40B4-BE49-F238E27FC236}">
                <a16:creationId xmlns:a16="http://schemas.microsoft.com/office/drawing/2014/main" id="{3B8D88AC-73BF-4A3F-A040-E48813C6D947}"/>
              </a:ext>
            </a:extLst>
          </p:cNvPr>
          <p:cNvSpPr>
            <a:spLocks/>
          </p:cNvSpPr>
          <p:nvPr/>
        </p:nvSpPr>
        <p:spPr>
          <a:xfrm>
            <a:off x="285516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3542">
            <a:extLst>
              <a:ext uri="{FF2B5EF4-FFF2-40B4-BE49-F238E27FC236}">
                <a16:creationId xmlns:a16="http://schemas.microsoft.com/office/drawing/2014/main" id="{ECF55CDE-9BDC-40F5-8466-5F0EAC709F05}"/>
              </a:ext>
            </a:extLst>
          </p:cNvPr>
          <p:cNvSpPr>
            <a:spLocks/>
          </p:cNvSpPr>
          <p:nvPr/>
        </p:nvSpPr>
        <p:spPr>
          <a:xfrm>
            <a:off x="285076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3543">
            <a:extLst>
              <a:ext uri="{FF2B5EF4-FFF2-40B4-BE49-F238E27FC236}">
                <a16:creationId xmlns:a16="http://schemas.microsoft.com/office/drawing/2014/main" id="{41D79019-1377-4668-A80C-3A8A1AD2C490}"/>
              </a:ext>
            </a:extLst>
          </p:cNvPr>
          <p:cNvSpPr>
            <a:spLocks/>
          </p:cNvSpPr>
          <p:nvPr/>
        </p:nvSpPr>
        <p:spPr>
          <a:xfrm>
            <a:off x="2787192" y="3179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3544">
            <a:extLst>
              <a:ext uri="{FF2B5EF4-FFF2-40B4-BE49-F238E27FC236}">
                <a16:creationId xmlns:a16="http://schemas.microsoft.com/office/drawing/2014/main" id="{02AF5F77-F3A2-45BC-8827-99A61C572FFA}"/>
              </a:ext>
            </a:extLst>
          </p:cNvPr>
          <p:cNvSpPr>
            <a:spLocks/>
          </p:cNvSpPr>
          <p:nvPr/>
        </p:nvSpPr>
        <p:spPr>
          <a:xfrm>
            <a:off x="283388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3545">
            <a:extLst>
              <a:ext uri="{FF2B5EF4-FFF2-40B4-BE49-F238E27FC236}">
                <a16:creationId xmlns:a16="http://schemas.microsoft.com/office/drawing/2014/main" id="{F42FFFD1-663D-42C7-B29A-269E49FFD52A}"/>
              </a:ext>
            </a:extLst>
          </p:cNvPr>
          <p:cNvSpPr>
            <a:spLocks/>
          </p:cNvSpPr>
          <p:nvPr/>
        </p:nvSpPr>
        <p:spPr>
          <a:xfrm>
            <a:off x="2856712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3546">
            <a:extLst>
              <a:ext uri="{FF2B5EF4-FFF2-40B4-BE49-F238E27FC236}">
                <a16:creationId xmlns:a16="http://schemas.microsoft.com/office/drawing/2014/main" id="{F8C99910-A1F4-4815-81FF-2D3202AD7C60}"/>
              </a:ext>
            </a:extLst>
          </p:cNvPr>
          <p:cNvSpPr>
            <a:spLocks/>
          </p:cNvSpPr>
          <p:nvPr/>
        </p:nvSpPr>
        <p:spPr>
          <a:xfrm>
            <a:off x="279811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3547">
            <a:extLst>
              <a:ext uri="{FF2B5EF4-FFF2-40B4-BE49-F238E27FC236}">
                <a16:creationId xmlns:a16="http://schemas.microsoft.com/office/drawing/2014/main" id="{0D556B2C-3839-450C-8622-715D9790FBED}"/>
              </a:ext>
            </a:extLst>
          </p:cNvPr>
          <p:cNvSpPr>
            <a:spLocks/>
          </p:cNvSpPr>
          <p:nvPr/>
        </p:nvSpPr>
        <p:spPr>
          <a:xfrm>
            <a:off x="282387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3548">
            <a:extLst>
              <a:ext uri="{FF2B5EF4-FFF2-40B4-BE49-F238E27FC236}">
                <a16:creationId xmlns:a16="http://schemas.microsoft.com/office/drawing/2014/main" id="{8AAC6490-E09C-4658-B864-7D766935859E}"/>
              </a:ext>
            </a:extLst>
          </p:cNvPr>
          <p:cNvSpPr>
            <a:spLocks/>
          </p:cNvSpPr>
          <p:nvPr/>
        </p:nvSpPr>
        <p:spPr>
          <a:xfrm>
            <a:off x="280036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3549">
            <a:extLst>
              <a:ext uri="{FF2B5EF4-FFF2-40B4-BE49-F238E27FC236}">
                <a16:creationId xmlns:a16="http://schemas.microsoft.com/office/drawing/2014/main" id="{DC611445-7C09-4049-8ABD-A321AF852822}"/>
              </a:ext>
            </a:extLst>
          </p:cNvPr>
          <p:cNvSpPr>
            <a:spLocks/>
          </p:cNvSpPr>
          <p:nvPr/>
        </p:nvSpPr>
        <p:spPr>
          <a:xfrm>
            <a:off x="282375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3550">
            <a:extLst>
              <a:ext uri="{FF2B5EF4-FFF2-40B4-BE49-F238E27FC236}">
                <a16:creationId xmlns:a16="http://schemas.microsoft.com/office/drawing/2014/main" id="{857DC067-A17C-4ED0-B9E2-45C4B1D551FA}"/>
              </a:ext>
            </a:extLst>
          </p:cNvPr>
          <p:cNvSpPr>
            <a:spLocks/>
          </p:cNvSpPr>
          <p:nvPr/>
        </p:nvSpPr>
        <p:spPr>
          <a:xfrm>
            <a:off x="275423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3551">
            <a:extLst>
              <a:ext uri="{FF2B5EF4-FFF2-40B4-BE49-F238E27FC236}">
                <a16:creationId xmlns:a16="http://schemas.microsoft.com/office/drawing/2014/main" id="{9DF7CA2E-17CC-4AC7-AAA7-7127D566A372}"/>
              </a:ext>
            </a:extLst>
          </p:cNvPr>
          <p:cNvSpPr>
            <a:spLocks/>
          </p:cNvSpPr>
          <p:nvPr/>
        </p:nvSpPr>
        <p:spPr>
          <a:xfrm>
            <a:off x="2846247" y="204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3552">
            <a:extLst>
              <a:ext uri="{FF2B5EF4-FFF2-40B4-BE49-F238E27FC236}">
                <a16:creationId xmlns:a16="http://schemas.microsoft.com/office/drawing/2014/main" id="{03DF58F7-3006-488C-A28D-2868E5EC1678}"/>
              </a:ext>
            </a:extLst>
          </p:cNvPr>
          <p:cNvSpPr>
            <a:spLocks/>
          </p:cNvSpPr>
          <p:nvPr/>
        </p:nvSpPr>
        <p:spPr>
          <a:xfrm>
            <a:off x="2786601" y="3431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3553">
            <a:extLst>
              <a:ext uri="{FF2B5EF4-FFF2-40B4-BE49-F238E27FC236}">
                <a16:creationId xmlns:a16="http://schemas.microsoft.com/office/drawing/2014/main" id="{2EC1F3CA-7A66-4B46-A18A-82F2DD0ED041}"/>
              </a:ext>
            </a:extLst>
          </p:cNvPr>
          <p:cNvSpPr>
            <a:spLocks/>
          </p:cNvSpPr>
          <p:nvPr/>
        </p:nvSpPr>
        <p:spPr>
          <a:xfrm>
            <a:off x="2855205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3554">
            <a:extLst>
              <a:ext uri="{FF2B5EF4-FFF2-40B4-BE49-F238E27FC236}">
                <a16:creationId xmlns:a16="http://schemas.microsoft.com/office/drawing/2014/main" id="{065FF2B7-D9E1-411A-A1F7-694E14BDD84B}"/>
              </a:ext>
            </a:extLst>
          </p:cNvPr>
          <p:cNvSpPr>
            <a:spLocks/>
          </p:cNvSpPr>
          <p:nvPr/>
        </p:nvSpPr>
        <p:spPr>
          <a:xfrm>
            <a:off x="281889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3555">
            <a:extLst>
              <a:ext uri="{FF2B5EF4-FFF2-40B4-BE49-F238E27FC236}">
                <a16:creationId xmlns:a16="http://schemas.microsoft.com/office/drawing/2014/main" id="{0746E2AE-D9DE-4962-844B-609C293AFAA4}"/>
              </a:ext>
            </a:extLst>
          </p:cNvPr>
          <p:cNvSpPr>
            <a:spLocks/>
          </p:cNvSpPr>
          <p:nvPr/>
        </p:nvSpPr>
        <p:spPr>
          <a:xfrm>
            <a:off x="2735899" y="22095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3556">
            <a:extLst>
              <a:ext uri="{FF2B5EF4-FFF2-40B4-BE49-F238E27FC236}">
                <a16:creationId xmlns:a16="http://schemas.microsoft.com/office/drawing/2014/main" id="{C31F8338-2118-499E-90E5-137A5F55F938}"/>
              </a:ext>
            </a:extLst>
          </p:cNvPr>
          <p:cNvSpPr>
            <a:spLocks/>
          </p:cNvSpPr>
          <p:nvPr/>
        </p:nvSpPr>
        <p:spPr>
          <a:xfrm>
            <a:off x="283291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3557">
            <a:extLst>
              <a:ext uri="{FF2B5EF4-FFF2-40B4-BE49-F238E27FC236}">
                <a16:creationId xmlns:a16="http://schemas.microsoft.com/office/drawing/2014/main" id="{CAA92E59-CCB1-456E-BBE4-D77C3FB39A5E}"/>
              </a:ext>
            </a:extLst>
          </p:cNvPr>
          <p:cNvSpPr>
            <a:spLocks/>
          </p:cNvSpPr>
          <p:nvPr/>
        </p:nvSpPr>
        <p:spPr>
          <a:xfrm>
            <a:off x="282973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3558">
            <a:extLst>
              <a:ext uri="{FF2B5EF4-FFF2-40B4-BE49-F238E27FC236}">
                <a16:creationId xmlns:a16="http://schemas.microsoft.com/office/drawing/2014/main" id="{88D705F2-5AA3-4D8C-AE18-386E19D1235C}"/>
              </a:ext>
            </a:extLst>
          </p:cNvPr>
          <p:cNvSpPr>
            <a:spLocks/>
          </p:cNvSpPr>
          <p:nvPr/>
        </p:nvSpPr>
        <p:spPr>
          <a:xfrm>
            <a:off x="2781564" y="3073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3559">
            <a:extLst>
              <a:ext uri="{FF2B5EF4-FFF2-40B4-BE49-F238E27FC236}">
                <a16:creationId xmlns:a16="http://schemas.microsoft.com/office/drawing/2014/main" id="{070E8FC1-5665-41FB-8A01-C1B44BB7F666}"/>
              </a:ext>
            </a:extLst>
          </p:cNvPr>
          <p:cNvSpPr>
            <a:spLocks/>
          </p:cNvSpPr>
          <p:nvPr/>
        </p:nvSpPr>
        <p:spPr>
          <a:xfrm>
            <a:off x="2847919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3560">
            <a:extLst>
              <a:ext uri="{FF2B5EF4-FFF2-40B4-BE49-F238E27FC236}">
                <a16:creationId xmlns:a16="http://schemas.microsoft.com/office/drawing/2014/main" id="{F644C00E-86D3-49E7-932F-868444C76E85}"/>
              </a:ext>
            </a:extLst>
          </p:cNvPr>
          <p:cNvSpPr>
            <a:spLocks/>
          </p:cNvSpPr>
          <p:nvPr/>
        </p:nvSpPr>
        <p:spPr>
          <a:xfrm>
            <a:off x="2820082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3561">
            <a:extLst>
              <a:ext uri="{FF2B5EF4-FFF2-40B4-BE49-F238E27FC236}">
                <a16:creationId xmlns:a16="http://schemas.microsoft.com/office/drawing/2014/main" id="{5FDC9CAE-E096-4FF7-ACBE-3C9341B28E59}"/>
              </a:ext>
            </a:extLst>
          </p:cNvPr>
          <p:cNvSpPr>
            <a:spLocks/>
          </p:cNvSpPr>
          <p:nvPr/>
        </p:nvSpPr>
        <p:spPr>
          <a:xfrm>
            <a:off x="2736360" y="22685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3562">
            <a:extLst>
              <a:ext uri="{FF2B5EF4-FFF2-40B4-BE49-F238E27FC236}">
                <a16:creationId xmlns:a16="http://schemas.microsoft.com/office/drawing/2014/main" id="{72FF9AAD-D395-4873-B84B-E2F3278A295D}"/>
              </a:ext>
            </a:extLst>
          </p:cNvPr>
          <p:cNvSpPr>
            <a:spLocks/>
          </p:cNvSpPr>
          <p:nvPr/>
        </p:nvSpPr>
        <p:spPr>
          <a:xfrm>
            <a:off x="2868956" y="31347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3563">
            <a:extLst>
              <a:ext uri="{FF2B5EF4-FFF2-40B4-BE49-F238E27FC236}">
                <a16:creationId xmlns:a16="http://schemas.microsoft.com/office/drawing/2014/main" id="{D77519ED-22C8-4614-99DC-30DF1D3ED118}"/>
              </a:ext>
            </a:extLst>
          </p:cNvPr>
          <p:cNvSpPr>
            <a:spLocks/>
          </p:cNvSpPr>
          <p:nvPr/>
        </p:nvSpPr>
        <p:spPr>
          <a:xfrm>
            <a:off x="279585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3564">
            <a:extLst>
              <a:ext uri="{FF2B5EF4-FFF2-40B4-BE49-F238E27FC236}">
                <a16:creationId xmlns:a16="http://schemas.microsoft.com/office/drawing/2014/main" id="{8A9B0041-95E5-4B0F-8FC2-B184D58267BE}"/>
              </a:ext>
            </a:extLst>
          </p:cNvPr>
          <p:cNvSpPr>
            <a:spLocks/>
          </p:cNvSpPr>
          <p:nvPr/>
        </p:nvSpPr>
        <p:spPr>
          <a:xfrm>
            <a:off x="2732444" y="23196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3565">
            <a:extLst>
              <a:ext uri="{FF2B5EF4-FFF2-40B4-BE49-F238E27FC236}">
                <a16:creationId xmlns:a16="http://schemas.microsoft.com/office/drawing/2014/main" id="{5613B508-0085-4DC6-BA12-6A7421423E10}"/>
              </a:ext>
            </a:extLst>
          </p:cNvPr>
          <p:cNvSpPr>
            <a:spLocks/>
          </p:cNvSpPr>
          <p:nvPr/>
        </p:nvSpPr>
        <p:spPr>
          <a:xfrm>
            <a:off x="2749848" y="24073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3566">
            <a:extLst>
              <a:ext uri="{FF2B5EF4-FFF2-40B4-BE49-F238E27FC236}">
                <a16:creationId xmlns:a16="http://schemas.microsoft.com/office/drawing/2014/main" id="{90054782-4F0E-45C3-B5B2-B5DA35586EA6}"/>
              </a:ext>
            </a:extLst>
          </p:cNvPr>
          <p:cNvSpPr>
            <a:spLocks/>
          </p:cNvSpPr>
          <p:nvPr/>
        </p:nvSpPr>
        <p:spPr>
          <a:xfrm>
            <a:off x="2839773" y="25196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3567">
            <a:extLst>
              <a:ext uri="{FF2B5EF4-FFF2-40B4-BE49-F238E27FC236}">
                <a16:creationId xmlns:a16="http://schemas.microsoft.com/office/drawing/2014/main" id="{9FC031B8-076B-4833-9A20-F45CFD995E9F}"/>
              </a:ext>
            </a:extLst>
          </p:cNvPr>
          <p:cNvSpPr>
            <a:spLocks/>
          </p:cNvSpPr>
          <p:nvPr/>
        </p:nvSpPr>
        <p:spPr>
          <a:xfrm>
            <a:off x="2878158" y="25522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3568">
            <a:extLst>
              <a:ext uri="{FF2B5EF4-FFF2-40B4-BE49-F238E27FC236}">
                <a16:creationId xmlns:a16="http://schemas.microsoft.com/office/drawing/2014/main" id="{83AAB65E-6BC8-41C8-9A65-1CD5C13AB62A}"/>
              </a:ext>
            </a:extLst>
          </p:cNvPr>
          <p:cNvSpPr>
            <a:spLocks/>
          </p:cNvSpPr>
          <p:nvPr/>
        </p:nvSpPr>
        <p:spPr>
          <a:xfrm>
            <a:off x="2826362" y="28534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3569">
            <a:extLst>
              <a:ext uri="{FF2B5EF4-FFF2-40B4-BE49-F238E27FC236}">
                <a16:creationId xmlns:a16="http://schemas.microsoft.com/office/drawing/2014/main" id="{74B7D9FC-37B2-4B3D-BA31-8071591E4FF0}"/>
              </a:ext>
            </a:extLst>
          </p:cNvPr>
          <p:cNvSpPr>
            <a:spLocks/>
          </p:cNvSpPr>
          <p:nvPr/>
        </p:nvSpPr>
        <p:spPr>
          <a:xfrm>
            <a:off x="2821466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3570">
            <a:extLst>
              <a:ext uri="{FF2B5EF4-FFF2-40B4-BE49-F238E27FC236}">
                <a16:creationId xmlns:a16="http://schemas.microsoft.com/office/drawing/2014/main" id="{6C75FD23-4FAC-417D-8D24-D78885E6EBE0}"/>
              </a:ext>
            </a:extLst>
          </p:cNvPr>
          <p:cNvSpPr>
            <a:spLocks/>
          </p:cNvSpPr>
          <p:nvPr/>
        </p:nvSpPr>
        <p:spPr>
          <a:xfrm>
            <a:off x="2790225" y="35913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3571">
            <a:extLst>
              <a:ext uri="{FF2B5EF4-FFF2-40B4-BE49-F238E27FC236}">
                <a16:creationId xmlns:a16="http://schemas.microsoft.com/office/drawing/2014/main" id="{DFBACF05-0189-4086-9CC4-B32AE3DD34B2}"/>
              </a:ext>
            </a:extLst>
          </p:cNvPr>
          <p:cNvSpPr>
            <a:spLocks/>
          </p:cNvSpPr>
          <p:nvPr/>
        </p:nvSpPr>
        <p:spPr>
          <a:xfrm>
            <a:off x="2804390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3572">
            <a:extLst>
              <a:ext uri="{FF2B5EF4-FFF2-40B4-BE49-F238E27FC236}">
                <a16:creationId xmlns:a16="http://schemas.microsoft.com/office/drawing/2014/main" id="{B9B99E04-49CA-40B0-BCA0-C9172884B261}"/>
              </a:ext>
            </a:extLst>
          </p:cNvPr>
          <p:cNvSpPr>
            <a:spLocks/>
          </p:cNvSpPr>
          <p:nvPr/>
        </p:nvSpPr>
        <p:spPr>
          <a:xfrm>
            <a:off x="2776180" y="23973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3573">
            <a:extLst>
              <a:ext uri="{FF2B5EF4-FFF2-40B4-BE49-F238E27FC236}">
                <a16:creationId xmlns:a16="http://schemas.microsoft.com/office/drawing/2014/main" id="{DC588DE4-588C-4969-9CEF-153EEB360235}"/>
              </a:ext>
            </a:extLst>
          </p:cNvPr>
          <p:cNvSpPr>
            <a:spLocks/>
          </p:cNvSpPr>
          <p:nvPr/>
        </p:nvSpPr>
        <p:spPr>
          <a:xfrm>
            <a:off x="2775214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3574">
            <a:extLst>
              <a:ext uri="{FF2B5EF4-FFF2-40B4-BE49-F238E27FC236}">
                <a16:creationId xmlns:a16="http://schemas.microsoft.com/office/drawing/2014/main" id="{F8656E6F-1368-4F19-A0CE-F554247D02A5}"/>
              </a:ext>
            </a:extLst>
          </p:cNvPr>
          <p:cNvSpPr>
            <a:spLocks/>
          </p:cNvSpPr>
          <p:nvPr/>
        </p:nvSpPr>
        <p:spPr>
          <a:xfrm>
            <a:off x="286205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3575">
            <a:extLst>
              <a:ext uri="{FF2B5EF4-FFF2-40B4-BE49-F238E27FC236}">
                <a16:creationId xmlns:a16="http://schemas.microsoft.com/office/drawing/2014/main" id="{060326E5-9CB1-4D26-B352-62F1072C6F86}"/>
              </a:ext>
            </a:extLst>
          </p:cNvPr>
          <p:cNvSpPr>
            <a:spLocks/>
          </p:cNvSpPr>
          <p:nvPr/>
        </p:nvSpPr>
        <p:spPr>
          <a:xfrm>
            <a:off x="2834144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3576">
            <a:extLst>
              <a:ext uri="{FF2B5EF4-FFF2-40B4-BE49-F238E27FC236}">
                <a16:creationId xmlns:a16="http://schemas.microsoft.com/office/drawing/2014/main" id="{12678F8B-52E9-4FC1-ABB9-EC3F401DE5FB}"/>
              </a:ext>
            </a:extLst>
          </p:cNvPr>
          <p:cNvSpPr>
            <a:spLocks/>
          </p:cNvSpPr>
          <p:nvPr/>
        </p:nvSpPr>
        <p:spPr>
          <a:xfrm>
            <a:off x="279098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3577">
            <a:extLst>
              <a:ext uri="{FF2B5EF4-FFF2-40B4-BE49-F238E27FC236}">
                <a16:creationId xmlns:a16="http://schemas.microsoft.com/office/drawing/2014/main" id="{B088C723-2714-4735-8B88-7AC776C4DD60}"/>
              </a:ext>
            </a:extLst>
          </p:cNvPr>
          <p:cNvSpPr>
            <a:spLocks/>
          </p:cNvSpPr>
          <p:nvPr/>
        </p:nvSpPr>
        <p:spPr>
          <a:xfrm>
            <a:off x="2772108" y="27956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3578">
            <a:extLst>
              <a:ext uri="{FF2B5EF4-FFF2-40B4-BE49-F238E27FC236}">
                <a16:creationId xmlns:a16="http://schemas.microsoft.com/office/drawing/2014/main" id="{911921D9-8A3B-4274-A51C-B55BEECDCB9C}"/>
              </a:ext>
            </a:extLst>
          </p:cNvPr>
          <p:cNvSpPr>
            <a:spLocks/>
          </p:cNvSpPr>
          <p:nvPr/>
        </p:nvSpPr>
        <p:spPr>
          <a:xfrm>
            <a:off x="2774195" y="24077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3579">
            <a:extLst>
              <a:ext uri="{FF2B5EF4-FFF2-40B4-BE49-F238E27FC236}">
                <a16:creationId xmlns:a16="http://schemas.microsoft.com/office/drawing/2014/main" id="{EAF59F68-2805-442E-9208-F53ABEE8348E}"/>
              </a:ext>
            </a:extLst>
          </p:cNvPr>
          <p:cNvSpPr>
            <a:spLocks/>
          </p:cNvSpPr>
          <p:nvPr/>
        </p:nvSpPr>
        <p:spPr>
          <a:xfrm>
            <a:off x="287291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3580">
            <a:extLst>
              <a:ext uri="{FF2B5EF4-FFF2-40B4-BE49-F238E27FC236}">
                <a16:creationId xmlns:a16="http://schemas.microsoft.com/office/drawing/2014/main" id="{B8E720E1-F69B-42D4-A160-5B979F23C0B2}"/>
              </a:ext>
            </a:extLst>
          </p:cNvPr>
          <p:cNvSpPr>
            <a:spLocks/>
          </p:cNvSpPr>
          <p:nvPr/>
        </p:nvSpPr>
        <p:spPr>
          <a:xfrm>
            <a:off x="282260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3581">
            <a:extLst>
              <a:ext uri="{FF2B5EF4-FFF2-40B4-BE49-F238E27FC236}">
                <a16:creationId xmlns:a16="http://schemas.microsoft.com/office/drawing/2014/main" id="{DDC2FF3A-0877-40D7-A8CA-5D9E72CEEAF5}"/>
              </a:ext>
            </a:extLst>
          </p:cNvPr>
          <p:cNvSpPr>
            <a:spLocks/>
          </p:cNvSpPr>
          <p:nvPr/>
        </p:nvSpPr>
        <p:spPr>
          <a:xfrm>
            <a:off x="2755602" y="2581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3582">
            <a:extLst>
              <a:ext uri="{FF2B5EF4-FFF2-40B4-BE49-F238E27FC236}">
                <a16:creationId xmlns:a16="http://schemas.microsoft.com/office/drawing/2014/main" id="{32816C64-3FDF-4370-80D4-95D8D0731A54}"/>
              </a:ext>
            </a:extLst>
          </p:cNvPr>
          <p:cNvSpPr>
            <a:spLocks/>
          </p:cNvSpPr>
          <p:nvPr/>
        </p:nvSpPr>
        <p:spPr>
          <a:xfrm>
            <a:off x="2869891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3583">
            <a:extLst>
              <a:ext uri="{FF2B5EF4-FFF2-40B4-BE49-F238E27FC236}">
                <a16:creationId xmlns:a16="http://schemas.microsoft.com/office/drawing/2014/main" id="{64635FE4-F965-4327-AE2A-BD02C06436C7}"/>
              </a:ext>
            </a:extLst>
          </p:cNvPr>
          <p:cNvSpPr>
            <a:spLocks/>
          </p:cNvSpPr>
          <p:nvPr/>
        </p:nvSpPr>
        <p:spPr>
          <a:xfrm>
            <a:off x="2810236" y="1904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3584">
            <a:extLst>
              <a:ext uri="{FF2B5EF4-FFF2-40B4-BE49-F238E27FC236}">
                <a16:creationId xmlns:a16="http://schemas.microsoft.com/office/drawing/2014/main" id="{0C33CB15-B69F-4B55-8E1F-2DB40F20BB6C}"/>
              </a:ext>
            </a:extLst>
          </p:cNvPr>
          <p:cNvSpPr>
            <a:spLocks/>
          </p:cNvSpPr>
          <p:nvPr/>
        </p:nvSpPr>
        <p:spPr>
          <a:xfrm>
            <a:off x="2746801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3585">
            <a:extLst>
              <a:ext uri="{FF2B5EF4-FFF2-40B4-BE49-F238E27FC236}">
                <a16:creationId xmlns:a16="http://schemas.microsoft.com/office/drawing/2014/main" id="{93907A9D-B020-42BB-A9DB-F37E6057C997}"/>
              </a:ext>
            </a:extLst>
          </p:cNvPr>
          <p:cNvSpPr>
            <a:spLocks/>
          </p:cNvSpPr>
          <p:nvPr/>
        </p:nvSpPr>
        <p:spPr>
          <a:xfrm>
            <a:off x="2823251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3586">
            <a:extLst>
              <a:ext uri="{FF2B5EF4-FFF2-40B4-BE49-F238E27FC236}">
                <a16:creationId xmlns:a16="http://schemas.microsoft.com/office/drawing/2014/main" id="{51C31278-E7DF-42AC-8D62-6CBE2E88476F}"/>
              </a:ext>
            </a:extLst>
          </p:cNvPr>
          <p:cNvSpPr>
            <a:spLocks/>
          </p:cNvSpPr>
          <p:nvPr/>
        </p:nvSpPr>
        <p:spPr>
          <a:xfrm>
            <a:off x="2854610" y="34339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3587">
            <a:extLst>
              <a:ext uri="{FF2B5EF4-FFF2-40B4-BE49-F238E27FC236}">
                <a16:creationId xmlns:a16="http://schemas.microsoft.com/office/drawing/2014/main" id="{26483360-A069-46BE-A041-7B4DB3FAF060}"/>
              </a:ext>
            </a:extLst>
          </p:cNvPr>
          <p:cNvSpPr>
            <a:spLocks/>
          </p:cNvSpPr>
          <p:nvPr/>
        </p:nvSpPr>
        <p:spPr>
          <a:xfrm>
            <a:off x="2757098" y="26046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3588">
            <a:extLst>
              <a:ext uri="{FF2B5EF4-FFF2-40B4-BE49-F238E27FC236}">
                <a16:creationId xmlns:a16="http://schemas.microsoft.com/office/drawing/2014/main" id="{A2EB4E33-89B2-455F-BA6B-F9A23FC5C8BF}"/>
              </a:ext>
            </a:extLst>
          </p:cNvPr>
          <p:cNvSpPr>
            <a:spLocks/>
          </p:cNvSpPr>
          <p:nvPr/>
        </p:nvSpPr>
        <p:spPr>
          <a:xfrm>
            <a:off x="275271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3589">
            <a:extLst>
              <a:ext uri="{FF2B5EF4-FFF2-40B4-BE49-F238E27FC236}">
                <a16:creationId xmlns:a16="http://schemas.microsoft.com/office/drawing/2014/main" id="{F322C635-2B7B-4D9E-9C52-9FEF1063D2FD}"/>
              </a:ext>
            </a:extLst>
          </p:cNvPr>
          <p:cNvSpPr>
            <a:spLocks/>
          </p:cNvSpPr>
          <p:nvPr/>
        </p:nvSpPr>
        <p:spPr>
          <a:xfrm>
            <a:off x="2820497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3590">
            <a:extLst>
              <a:ext uri="{FF2B5EF4-FFF2-40B4-BE49-F238E27FC236}">
                <a16:creationId xmlns:a16="http://schemas.microsoft.com/office/drawing/2014/main" id="{D74DE809-BE6A-4809-8EF4-50832A5C9CDD}"/>
              </a:ext>
            </a:extLst>
          </p:cNvPr>
          <p:cNvSpPr>
            <a:spLocks/>
          </p:cNvSpPr>
          <p:nvPr/>
        </p:nvSpPr>
        <p:spPr>
          <a:xfrm>
            <a:off x="2862412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3591">
            <a:extLst>
              <a:ext uri="{FF2B5EF4-FFF2-40B4-BE49-F238E27FC236}">
                <a16:creationId xmlns:a16="http://schemas.microsoft.com/office/drawing/2014/main" id="{6F57D250-2A06-41AF-B585-39E3432C3E1E}"/>
              </a:ext>
            </a:extLst>
          </p:cNvPr>
          <p:cNvSpPr>
            <a:spLocks/>
          </p:cNvSpPr>
          <p:nvPr/>
        </p:nvSpPr>
        <p:spPr>
          <a:xfrm>
            <a:off x="2718150" y="20528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3592">
            <a:extLst>
              <a:ext uri="{FF2B5EF4-FFF2-40B4-BE49-F238E27FC236}">
                <a16:creationId xmlns:a16="http://schemas.microsoft.com/office/drawing/2014/main" id="{ACF224FB-BC0F-477C-8786-00DF05EF779F}"/>
              </a:ext>
            </a:extLst>
          </p:cNvPr>
          <p:cNvSpPr>
            <a:spLocks/>
          </p:cNvSpPr>
          <p:nvPr/>
        </p:nvSpPr>
        <p:spPr>
          <a:xfrm>
            <a:off x="280621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3593">
            <a:extLst>
              <a:ext uri="{FF2B5EF4-FFF2-40B4-BE49-F238E27FC236}">
                <a16:creationId xmlns:a16="http://schemas.microsoft.com/office/drawing/2014/main" id="{B06BCEF8-4F1E-4678-89D3-318A27FA8D25}"/>
              </a:ext>
            </a:extLst>
          </p:cNvPr>
          <p:cNvSpPr>
            <a:spLocks/>
          </p:cNvSpPr>
          <p:nvPr/>
        </p:nvSpPr>
        <p:spPr>
          <a:xfrm>
            <a:off x="2773776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3594">
            <a:extLst>
              <a:ext uri="{FF2B5EF4-FFF2-40B4-BE49-F238E27FC236}">
                <a16:creationId xmlns:a16="http://schemas.microsoft.com/office/drawing/2014/main" id="{780D7F87-B497-4889-AE4E-82318F0F81D6}"/>
              </a:ext>
            </a:extLst>
          </p:cNvPr>
          <p:cNvSpPr>
            <a:spLocks/>
          </p:cNvSpPr>
          <p:nvPr/>
        </p:nvSpPr>
        <p:spPr>
          <a:xfrm>
            <a:off x="2744932" y="23334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3595">
            <a:extLst>
              <a:ext uri="{FF2B5EF4-FFF2-40B4-BE49-F238E27FC236}">
                <a16:creationId xmlns:a16="http://schemas.microsoft.com/office/drawing/2014/main" id="{50C7A4EC-9495-4886-975B-028FC12B04B2}"/>
              </a:ext>
            </a:extLst>
          </p:cNvPr>
          <p:cNvSpPr>
            <a:spLocks/>
          </p:cNvSpPr>
          <p:nvPr/>
        </p:nvSpPr>
        <p:spPr>
          <a:xfrm>
            <a:off x="280702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3596">
            <a:extLst>
              <a:ext uri="{FF2B5EF4-FFF2-40B4-BE49-F238E27FC236}">
                <a16:creationId xmlns:a16="http://schemas.microsoft.com/office/drawing/2014/main" id="{17EA3E8B-A3E8-421C-BF91-F714C1EFCD74}"/>
              </a:ext>
            </a:extLst>
          </p:cNvPr>
          <p:cNvSpPr>
            <a:spLocks/>
          </p:cNvSpPr>
          <p:nvPr/>
        </p:nvSpPr>
        <p:spPr>
          <a:xfrm>
            <a:off x="279803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3597">
            <a:extLst>
              <a:ext uri="{FF2B5EF4-FFF2-40B4-BE49-F238E27FC236}">
                <a16:creationId xmlns:a16="http://schemas.microsoft.com/office/drawing/2014/main" id="{41917912-0850-4281-8B1A-84CB79035368}"/>
              </a:ext>
            </a:extLst>
          </p:cNvPr>
          <p:cNvSpPr>
            <a:spLocks/>
          </p:cNvSpPr>
          <p:nvPr/>
        </p:nvSpPr>
        <p:spPr>
          <a:xfrm>
            <a:off x="2741968" y="30824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3598">
            <a:extLst>
              <a:ext uri="{FF2B5EF4-FFF2-40B4-BE49-F238E27FC236}">
                <a16:creationId xmlns:a16="http://schemas.microsoft.com/office/drawing/2014/main" id="{B8AC38CC-ACD8-483C-9235-A81A3B3FF2D6}"/>
              </a:ext>
            </a:extLst>
          </p:cNvPr>
          <p:cNvSpPr>
            <a:spLocks/>
          </p:cNvSpPr>
          <p:nvPr/>
        </p:nvSpPr>
        <p:spPr>
          <a:xfrm>
            <a:off x="2776086" y="26223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3599">
            <a:extLst>
              <a:ext uri="{FF2B5EF4-FFF2-40B4-BE49-F238E27FC236}">
                <a16:creationId xmlns:a16="http://schemas.microsoft.com/office/drawing/2014/main" id="{E996E93F-3869-41C1-8C15-711AC800822F}"/>
              </a:ext>
            </a:extLst>
          </p:cNvPr>
          <p:cNvSpPr>
            <a:spLocks/>
          </p:cNvSpPr>
          <p:nvPr/>
        </p:nvSpPr>
        <p:spPr>
          <a:xfrm>
            <a:off x="2711593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3600">
            <a:extLst>
              <a:ext uri="{FF2B5EF4-FFF2-40B4-BE49-F238E27FC236}">
                <a16:creationId xmlns:a16="http://schemas.microsoft.com/office/drawing/2014/main" id="{6CFF6E2E-504A-4AEC-BCDD-D0C8E3074EA3}"/>
              </a:ext>
            </a:extLst>
          </p:cNvPr>
          <p:cNvSpPr>
            <a:spLocks/>
          </p:cNvSpPr>
          <p:nvPr/>
        </p:nvSpPr>
        <p:spPr>
          <a:xfrm>
            <a:off x="2767983" y="2870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3601">
            <a:extLst>
              <a:ext uri="{FF2B5EF4-FFF2-40B4-BE49-F238E27FC236}">
                <a16:creationId xmlns:a16="http://schemas.microsoft.com/office/drawing/2014/main" id="{B6E1E1FA-1317-4F04-87DA-0D5938DF563B}"/>
              </a:ext>
            </a:extLst>
          </p:cNvPr>
          <p:cNvSpPr>
            <a:spLocks/>
          </p:cNvSpPr>
          <p:nvPr/>
        </p:nvSpPr>
        <p:spPr>
          <a:xfrm>
            <a:off x="2809717" y="19057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3602">
            <a:extLst>
              <a:ext uri="{FF2B5EF4-FFF2-40B4-BE49-F238E27FC236}">
                <a16:creationId xmlns:a16="http://schemas.microsoft.com/office/drawing/2014/main" id="{0B0C45D1-381E-4EEF-AD2C-025D8E435C19}"/>
              </a:ext>
            </a:extLst>
          </p:cNvPr>
          <p:cNvSpPr>
            <a:spLocks/>
          </p:cNvSpPr>
          <p:nvPr/>
        </p:nvSpPr>
        <p:spPr>
          <a:xfrm>
            <a:off x="275024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3603">
            <a:extLst>
              <a:ext uri="{FF2B5EF4-FFF2-40B4-BE49-F238E27FC236}">
                <a16:creationId xmlns:a16="http://schemas.microsoft.com/office/drawing/2014/main" id="{576E650B-D9E4-474B-9B79-A4F6926133AD}"/>
              </a:ext>
            </a:extLst>
          </p:cNvPr>
          <p:cNvSpPr>
            <a:spLocks/>
          </p:cNvSpPr>
          <p:nvPr/>
        </p:nvSpPr>
        <p:spPr>
          <a:xfrm>
            <a:off x="2865397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3604">
            <a:extLst>
              <a:ext uri="{FF2B5EF4-FFF2-40B4-BE49-F238E27FC236}">
                <a16:creationId xmlns:a16="http://schemas.microsoft.com/office/drawing/2014/main" id="{247EFE7E-A407-4928-9BE5-8E639771EF91}"/>
              </a:ext>
            </a:extLst>
          </p:cNvPr>
          <p:cNvSpPr>
            <a:spLocks/>
          </p:cNvSpPr>
          <p:nvPr/>
        </p:nvSpPr>
        <p:spPr>
          <a:xfrm>
            <a:off x="2833883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3605">
            <a:extLst>
              <a:ext uri="{FF2B5EF4-FFF2-40B4-BE49-F238E27FC236}">
                <a16:creationId xmlns:a16="http://schemas.microsoft.com/office/drawing/2014/main" id="{3DFAF3EE-B57F-49D8-B880-CB5F5545250A}"/>
              </a:ext>
            </a:extLst>
          </p:cNvPr>
          <p:cNvSpPr>
            <a:spLocks/>
          </p:cNvSpPr>
          <p:nvPr/>
        </p:nvSpPr>
        <p:spPr>
          <a:xfrm>
            <a:off x="2837506" y="19652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3606">
            <a:extLst>
              <a:ext uri="{FF2B5EF4-FFF2-40B4-BE49-F238E27FC236}">
                <a16:creationId xmlns:a16="http://schemas.microsoft.com/office/drawing/2014/main" id="{27A44CFE-0451-40B7-BAEB-6EB7D16CE550}"/>
              </a:ext>
            </a:extLst>
          </p:cNvPr>
          <p:cNvSpPr>
            <a:spLocks/>
          </p:cNvSpPr>
          <p:nvPr/>
        </p:nvSpPr>
        <p:spPr>
          <a:xfrm>
            <a:off x="272014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3607">
            <a:extLst>
              <a:ext uri="{FF2B5EF4-FFF2-40B4-BE49-F238E27FC236}">
                <a16:creationId xmlns:a16="http://schemas.microsoft.com/office/drawing/2014/main" id="{9031C494-134A-4A08-B7E6-7500B28E46AE}"/>
              </a:ext>
            </a:extLst>
          </p:cNvPr>
          <p:cNvSpPr>
            <a:spLocks/>
          </p:cNvSpPr>
          <p:nvPr/>
        </p:nvSpPr>
        <p:spPr>
          <a:xfrm>
            <a:off x="2720166" y="3127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3608">
            <a:extLst>
              <a:ext uri="{FF2B5EF4-FFF2-40B4-BE49-F238E27FC236}">
                <a16:creationId xmlns:a16="http://schemas.microsoft.com/office/drawing/2014/main" id="{309557A5-B194-4F96-82D6-4BFB319DD2F2}"/>
              </a:ext>
            </a:extLst>
          </p:cNvPr>
          <p:cNvSpPr>
            <a:spLocks/>
          </p:cNvSpPr>
          <p:nvPr/>
        </p:nvSpPr>
        <p:spPr>
          <a:xfrm>
            <a:off x="2859087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3609">
            <a:extLst>
              <a:ext uri="{FF2B5EF4-FFF2-40B4-BE49-F238E27FC236}">
                <a16:creationId xmlns:a16="http://schemas.microsoft.com/office/drawing/2014/main" id="{810318A5-2D89-4B2D-ADA0-A2B0D4672C1F}"/>
              </a:ext>
            </a:extLst>
          </p:cNvPr>
          <p:cNvSpPr>
            <a:spLocks/>
          </p:cNvSpPr>
          <p:nvPr/>
        </p:nvSpPr>
        <p:spPr>
          <a:xfrm>
            <a:off x="272519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3610">
            <a:extLst>
              <a:ext uri="{FF2B5EF4-FFF2-40B4-BE49-F238E27FC236}">
                <a16:creationId xmlns:a16="http://schemas.microsoft.com/office/drawing/2014/main" id="{8D3383BD-990A-4A6F-93B3-726075859393}"/>
              </a:ext>
            </a:extLst>
          </p:cNvPr>
          <p:cNvSpPr>
            <a:spLocks/>
          </p:cNvSpPr>
          <p:nvPr/>
        </p:nvSpPr>
        <p:spPr>
          <a:xfrm>
            <a:off x="2777288" y="33733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3611">
            <a:extLst>
              <a:ext uri="{FF2B5EF4-FFF2-40B4-BE49-F238E27FC236}">
                <a16:creationId xmlns:a16="http://schemas.microsoft.com/office/drawing/2014/main" id="{880F0702-6DC4-4278-912D-2D4271E0CADB}"/>
              </a:ext>
            </a:extLst>
          </p:cNvPr>
          <p:cNvSpPr>
            <a:spLocks/>
          </p:cNvSpPr>
          <p:nvPr/>
        </p:nvSpPr>
        <p:spPr>
          <a:xfrm>
            <a:off x="2751428" y="27624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3612">
            <a:extLst>
              <a:ext uri="{FF2B5EF4-FFF2-40B4-BE49-F238E27FC236}">
                <a16:creationId xmlns:a16="http://schemas.microsoft.com/office/drawing/2014/main" id="{F6BE8558-B68B-4825-96CB-B21AA39B97AE}"/>
              </a:ext>
            </a:extLst>
          </p:cNvPr>
          <p:cNvSpPr>
            <a:spLocks/>
          </p:cNvSpPr>
          <p:nvPr/>
        </p:nvSpPr>
        <p:spPr>
          <a:xfrm>
            <a:off x="2769163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3613">
            <a:extLst>
              <a:ext uri="{FF2B5EF4-FFF2-40B4-BE49-F238E27FC236}">
                <a16:creationId xmlns:a16="http://schemas.microsoft.com/office/drawing/2014/main" id="{9C20AA9A-112F-4900-BFFD-D0671BEDB542}"/>
              </a:ext>
            </a:extLst>
          </p:cNvPr>
          <p:cNvSpPr>
            <a:spLocks/>
          </p:cNvSpPr>
          <p:nvPr/>
        </p:nvSpPr>
        <p:spPr>
          <a:xfrm>
            <a:off x="2839704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3614">
            <a:extLst>
              <a:ext uri="{FF2B5EF4-FFF2-40B4-BE49-F238E27FC236}">
                <a16:creationId xmlns:a16="http://schemas.microsoft.com/office/drawing/2014/main" id="{4E5205CF-1B38-46D2-8096-7E8B69DD30A5}"/>
              </a:ext>
            </a:extLst>
          </p:cNvPr>
          <p:cNvSpPr>
            <a:spLocks/>
          </p:cNvSpPr>
          <p:nvPr/>
        </p:nvSpPr>
        <p:spPr>
          <a:xfrm>
            <a:off x="277510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3615">
            <a:extLst>
              <a:ext uri="{FF2B5EF4-FFF2-40B4-BE49-F238E27FC236}">
                <a16:creationId xmlns:a16="http://schemas.microsoft.com/office/drawing/2014/main" id="{85BA507A-8EEA-48EC-8903-8FECBD2A207D}"/>
              </a:ext>
            </a:extLst>
          </p:cNvPr>
          <p:cNvSpPr>
            <a:spLocks/>
          </p:cNvSpPr>
          <p:nvPr/>
        </p:nvSpPr>
        <p:spPr>
          <a:xfrm>
            <a:off x="2770604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3616">
            <a:extLst>
              <a:ext uri="{FF2B5EF4-FFF2-40B4-BE49-F238E27FC236}">
                <a16:creationId xmlns:a16="http://schemas.microsoft.com/office/drawing/2014/main" id="{05456455-C963-4F58-B155-32B4CFCDAD23}"/>
              </a:ext>
            </a:extLst>
          </p:cNvPr>
          <p:cNvSpPr>
            <a:spLocks/>
          </p:cNvSpPr>
          <p:nvPr/>
        </p:nvSpPr>
        <p:spPr>
          <a:xfrm>
            <a:off x="2734407" y="22546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3617">
            <a:extLst>
              <a:ext uri="{FF2B5EF4-FFF2-40B4-BE49-F238E27FC236}">
                <a16:creationId xmlns:a16="http://schemas.microsoft.com/office/drawing/2014/main" id="{9FF7ECC6-9DE6-4432-A12B-924A055548F0}"/>
              </a:ext>
            </a:extLst>
          </p:cNvPr>
          <p:cNvSpPr>
            <a:spLocks/>
          </p:cNvSpPr>
          <p:nvPr/>
        </p:nvSpPr>
        <p:spPr>
          <a:xfrm>
            <a:off x="2782328" y="23973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3618">
            <a:extLst>
              <a:ext uri="{FF2B5EF4-FFF2-40B4-BE49-F238E27FC236}">
                <a16:creationId xmlns:a16="http://schemas.microsoft.com/office/drawing/2014/main" id="{B2DAFCF8-C2AC-4AAC-9EB2-1BAEBD14B4B1}"/>
              </a:ext>
            </a:extLst>
          </p:cNvPr>
          <p:cNvSpPr>
            <a:spLocks/>
          </p:cNvSpPr>
          <p:nvPr/>
        </p:nvSpPr>
        <p:spPr>
          <a:xfrm>
            <a:off x="2865312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3619">
            <a:extLst>
              <a:ext uri="{FF2B5EF4-FFF2-40B4-BE49-F238E27FC236}">
                <a16:creationId xmlns:a16="http://schemas.microsoft.com/office/drawing/2014/main" id="{5C36F580-9EAE-4E33-A6D8-6528DACA964B}"/>
              </a:ext>
            </a:extLst>
          </p:cNvPr>
          <p:cNvSpPr>
            <a:spLocks/>
          </p:cNvSpPr>
          <p:nvPr/>
        </p:nvSpPr>
        <p:spPr>
          <a:xfrm>
            <a:off x="2878005" y="3089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3620">
            <a:extLst>
              <a:ext uri="{FF2B5EF4-FFF2-40B4-BE49-F238E27FC236}">
                <a16:creationId xmlns:a16="http://schemas.microsoft.com/office/drawing/2014/main" id="{790741E0-2B82-416F-8DDB-FF773D1C4F9B}"/>
              </a:ext>
            </a:extLst>
          </p:cNvPr>
          <p:cNvSpPr>
            <a:spLocks/>
          </p:cNvSpPr>
          <p:nvPr/>
        </p:nvSpPr>
        <p:spPr>
          <a:xfrm>
            <a:off x="2755471" y="23594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3621">
            <a:extLst>
              <a:ext uri="{FF2B5EF4-FFF2-40B4-BE49-F238E27FC236}">
                <a16:creationId xmlns:a16="http://schemas.microsoft.com/office/drawing/2014/main" id="{90D7F724-0EDF-4026-B68F-FC4DD1EBC9BA}"/>
              </a:ext>
            </a:extLst>
          </p:cNvPr>
          <p:cNvSpPr>
            <a:spLocks/>
          </p:cNvSpPr>
          <p:nvPr/>
        </p:nvSpPr>
        <p:spPr>
          <a:xfrm>
            <a:off x="285692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3622">
            <a:extLst>
              <a:ext uri="{FF2B5EF4-FFF2-40B4-BE49-F238E27FC236}">
                <a16:creationId xmlns:a16="http://schemas.microsoft.com/office/drawing/2014/main" id="{FE0F10C6-7DB5-436F-8FF2-524DD3EEA7A2}"/>
              </a:ext>
            </a:extLst>
          </p:cNvPr>
          <p:cNvSpPr>
            <a:spLocks/>
          </p:cNvSpPr>
          <p:nvPr/>
        </p:nvSpPr>
        <p:spPr>
          <a:xfrm>
            <a:off x="2830416" y="22685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3623">
            <a:extLst>
              <a:ext uri="{FF2B5EF4-FFF2-40B4-BE49-F238E27FC236}">
                <a16:creationId xmlns:a16="http://schemas.microsoft.com/office/drawing/2014/main" id="{E76BD4BE-588F-40B6-969C-C2FEF3D195A9}"/>
              </a:ext>
            </a:extLst>
          </p:cNvPr>
          <p:cNvSpPr>
            <a:spLocks/>
          </p:cNvSpPr>
          <p:nvPr/>
        </p:nvSpPr>
        <p:spPr>
          <a:xfrm>
            <a:off x="272774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3624">
            <a:extLst>
              <a:ext uri="{FF2B5EF4-FFF2-40B4-BE49-F238E27FC236}">
                <a16:creationId xmlns:a16="http://schemas.microsoft.com/office/drawing/2014/main" id="{E01D06F9-14A7-4048-9D9A-43905F5CE697}"/>
              </a:ext>
            </a:extLst>
          </p:cNvPr>
          <p:cNvSpPr>
            <a:spLocks/>
          </p:cNvSpPr>
          <p:nvPr/>
        </p:nvSpPr>
        <p:spPr>
          <a:xfrm>
            <a:off x="2722409" y="2362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3625">
            <a:extLst>
              <a:ext uri="{FF2B5EF4-FFF2-40B4-BE49-F238E27FC236}">
                <a16:creationId xmlns:a16="http://schemas.microsoft.com/office/drawing/2014/main" id="{176A6971-C820-4E9C-83DC-B46D608B9CB8}"/>
              </a:ext>
            </a:extLst>
          </p:cNvPr>
          <p:cNvSpPr>
            <a:spLocks/>
          </p:cNvSpPr>
          <p:nvPr/>
        </p:nvSpPr>
        <p:spPr>
          <a:xfrm>
            <a:off x="2743894" y="2116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3626">
            <a:extLst>
              <a:ext uri="{FF2B5EF4-FFF2-40B4-BE49-F238E27FC236}">
                <a16:creationId xmlns:a16="http://schemas.microsoft.com/office/drawing/2014/main" id="{21EFFD3A-5F3E-4322-A0DE-B1C675CB8BEF}"/>
              </a:ext>
            </a:extLst>
          </p:cNvPr>
          <p:cNvSpPr>
            <a:spLocks/>
          </p:cNvSpPr>
          <p:nvPr/>
        </p:nvSpPr>
        <p:spPr>
          <a:xfrm>
            <a:off x="2789375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3627">
            <a:extLst>
              <a:ext uri="{FF2B5EF4-FFF2-40B4-BE49-F238E27FC236}">
                <a16:creationId xmlns:a16="http://schemas.microsoft.com/office/drawing/2014/main" id="{96521193-907A-4732-B728-EA8098838493}"/>
              </a:ext>
            </a:extLst>
          </p:cNvPr>
          <p:cNvSpPr>
            <a:spLocks/>
          </p:cNvSpPr>
          <p:nvPr/>
        </p:nvSpPr>
        <p:spPr>
          <a:xfrm>
            <a:off x="2864655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3628">
            <a:extLst>
              <a:ext uri="{FF2B5EF4-FFF2-40B4-BE49-F238E27FC236}">
                <a16:creationId xmlns:a16="http://schemas.microsoft.com/office/drawing/2014/main" id="{27A424CC-F675-4397-A4D6-1160F91DE8AC}"/>
              </a:ext>
            </a:extLst>
          </p:cNvPr>
          <p:cNvSpPr>
            <a:spLocks/>
          </p:cNvSpPr>
          <p:nvPr/>
        </p:nvSpPr>
        <p:spPr>
          <a:xfrm>
            <a:off x="2718401" y="2914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3629">
            <a:extLst>
              <a:ext uri="{FF2B5EF4-FFF2-40B4-BE49-F238E27FC236}">
                <a16:creationId xmlns:a16="http://schemas.microsoft.com/office/drawing/2014/main" id="{AC4B6142-94E5-4555-958C-20B1C0B83EE3}"/>
              </a:ext>
            </a:extLst>
          </p:cNvPr>
          <p:cNvSpPr>
            <a:spLocks/>
          </p:cNvSpPr>
          <p:nvPr/>
        </p:nvSpPr>
        <p:spPr>
          <a:xfrm>
            <a:off x="273303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3630">
            <a:extLst>
              <a:ext uri="{FF2B5EF4-FFF2-40B4-BE49-F238E27FC236}">
                <a16:creationId xmlns:a16="http://schemas.microsoft.com/office/drawing/2014/main" id="{D3DBCF19-F54E-4FBB-BB3F-E4F652ED7B42}"/>
              </a:ext>
            </a:extLst>
          </p:cNvPr>
          <p:cNvSpPr>
            <a:spLocks/>
          </p:cNvSpPr>
          <p:nvPr/>
        </p:nvSpPr>
        <p:spPr>
          <a:xfrm>
            <a:off x="2730967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3631">
            <a:extLst>
              <a:ext uri="{FF2B5EF4-FFF2-40B4-BE49-F238E27FC236}">
                <a16:creationId xmlns:a16="http://schemas.microsoft.com/office/drawing/2014/main" id="{4A6AE94D-2B78-4CA3-97E0-7A8952C44FAC}"/>
              </a:ext>
            </a:extLst>
          </p:cNvPr>
          <p:cNvSpPr>
            <a:spLocks/>
          </p:cNvSpPr>
          <p:nvPr/>
        </p:nvSpPr>
        <p:spPr>
          <a:xfrm>
            <a:off x="2792336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3632">
            <a:extLst>
              <a:ext uri="{FF2B5EF4-FFF2-40B4-BE49-F238E27FC236}">
                <a16:creationId xmlns:a16="http://schemas.microsoft.com/office/drawing/2014/main" id="{31F90554-7F8C-4721-8837-4E6BF88C5FB8}"/>
              </a:ext>
            </a:extLst>
          </p:cNvPr>
          <p:cNvSpPr>
            <a:spLocks/>
          </p:cNvSpPr>
          <p:nvPr/>
        </p:nvSpPr>
        <p:spPr>
          <a:xfrm>
            <a:off x="272313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3633">
            <a:extLst>
              <a:ext uri="{FF2B5EF4-FFF2-40B4-BE49-F238E27FC236}">
                <a16:creationId xmlns:a16="http://schemas.microsoft.com/office/drawing/2014/main" id="{7AD734A5-8888-42B3-99DF-6BDF3E6F3FA3}"/>
              </a:ext>
            </a:extLst>
          </p:cNvPr>
          <p:cNvSpPr>
            <a:spLocks/>
          </p:cNvSpPr>
          <p:nvPr/>
        </p:nvSpPr>
        <p:spPr>
          <a:xfrm>
            <a:off x="2796169" y="2620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3634">
            <a:extLst>
              <a:ext uri="{FF2B5EF4-FFF2-40B4-BE49-F238E27FC236}">
                <a16:creationId xmlns:a16="http://schemas.microsoft.com/office/drawing/2014/main" id="{3B6A6E5C-6CCB-472D-A234-0785DDF7A010}"/>
              </a:ext>
            </a:extLst>
          </p:cNvPr>
          <p:cNvSpPr>
            <a:spLocks/>
          </p:cNvSpPr>
          <p:nvPr/>
        </p:nvSpPr>
        <p:spPr>
          <a:xfrm>
            <a:off x="2775238" y="1907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3635">
            <a:extLst>
              <a:ext uri="{FF2B5EF4-FFF2-40B4-BE49-F238E27FC236}">
                <a16:creationId xmlns:a16="http://schemas.microsoft.com/office/drawing/2014/main" id="{72E3D238-07A1-40F5-B275-4556C2ED659F}"/>
              </a:ext>
            </a:extLst>
          </p:cNvPr>
          <p:cNvSpPr>
            <a:spLocks/>
          </p:cNvSpPr>
          <p:nvPr/>
        </p:nvSpPr>
        <p:spPr>
          <a:xfrm>
            <a:off x="2796125" y="32636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3636">
            <a:extLst>
              <a:ext uri="{FF2B5EF4-FFF2-40B4-BE49-F238E27FC236}">
                <a16:creationId xmlns:a16="http://schemas.microsoft.com/office/drawing/2014/main" id="{6DBF4C9B-BCDA-4295-B8CA-2095B15BE07A}"/>
              </a:ext>
            </a:extLst>
          </p:cNvPr>
          <p:cNvSpPr>
            <a:spLocks/>
          </p:cNvSpPr>
          <p:nvPr/>
        </p:nvSpPr>
        <p:spPr>
          <a:xfrm>
            <a:off x="281792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3637">
            <a:extLst>
              <a:ext uri="{FF2B5EF4-FFF2-40B4-BE49-F238E27FC236}">
                <a16:creationId xmlns:a16="http://schemas.microsoft.com/office/drawing/2014/main" id="{7937939E-66E1-42EA-AF2C-F27D808315B2}"/>
              </a:ext>
            </a:extLst>
          </p:cNvPr>
          <p:cNvSpPr>
            <a:spLocks/>
          </p:cNvSpPr>
          <p:nvPr/>
        </p:nvSpPr>
        <p:spPr>
          <a:xfrm>
            <a:off x="2844233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3638">
            <a:extLst>
              <a:ext uri="{FF2B5EF4-FFF2-40B4-BE49-F238E27FC236}">
                <a16:creationId xmlns:a16="http://schemas.microsoft.com/office/drawing/2014/main" id="{3C3E88E4-A341-453A-9045-2B9254BBC3CA}"/>
              </a:ext>
            </a:extLst>
          </p:cNvPr>
          <p:cNvSpPr>
            <a:spLocks/>
          </p:cNvSpPr>
          <p:nvPr/>
        </p:nvSpPr>
        <p:spPr>
          <a:xfrm>
            <a:off x="2815993" y="2809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3639">
            <a:extLst>
              <a:ext uri="{FF2B5EF4-FFF2-40B4-BE49-F238E27FC236}">
                <a16:creationId xmlns:a16="http://schemas.microsoft.com/office/drawing/2014/main" id="{1CEC5E68-B378-440D-90DE-1965201ABEA9}"/>
              </a:ext>
            </a:extLst>
          </p:cNvPr>
          <p:cNvSpPr>
            <a:spLocks/>
          </p:cNvSpPr>
          <p:nvPr/>
        </p:nvSpPr>
        <p:spPr>
          <a:xfrm>
            <a:off x="272960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3640">
            <a:extLst>
              <a:ext uri="{FF2B5EF4-FFF2-40B4-BE49-F238E27FC236}">
                <a16:creationId xmlns:a16="http://schemas.microsoft.com/office/drawing/2014/main" id="{EDBF0FEC-8F2B-46D8-B12C-C083F5709D0B}"/>
              </a:ext>
            </a:extLst>
          </p:cNvPr>
          <p:cNvSpPr>
            <a:spLocks/>
          </p:cNvSpPr>
          <p:nvPr/>
        </p:nvSpPr>
        <p:spPr>
          <a:xfrm>
            <a:off x="2858447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3641">
            <a:extLst>
              <a:ext uri="{FF2B5EF4-FFF2-40B4-BE49-F238E27FC236}">
                <a16:creationId xmlns:a16="http://schemas.microsoft.com/office/drawing/2014/main" id="{7D1379B4-AC1B-4B3D-9D8F-A99F4FF9D1E8}"/>
              </a:ext>
            </a:extLst>
          </p:cNvPr>
          <p:cNvSpPr>
            <a:spLocks/>
          </p:cNvSpPr>
          <p:nvPr/>
        </p:nvSpPr>
        <p:spPr>
          <a:xfrm>
            <a:off x="287744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3642">
            <a:extLst>
              <a:ext uri="{FF2B5EF4-FFF2-40B4-BE49-F238E27FC236}">
                <a16:creationId xmlns:a16="http://schemas.microsoft.com/office/drawing/2014/main" id="{4EF9C60E-8D08-4483-B407-7B9A56601E10}"/>
              </a:ext>
            </a:extLst>
          </p:cNvPr>
          <p:cNvSpPr>
            <a:spLocks/>
          </p:cNvSpPr>
          <p:nvPr/>
        </p:nvSpPr>
        <p:spPr>
          <a:xfrm>
            <a:off x="2854696" y="36224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3643">
            <a:extLst>
              <a:ext uri="{FF2B5EF4-FFF2-40B4-BE49-F238E27FC236}">
                <a16:creationId xmlns:a16="http://schemas.microsoft.com/office/drawing/2014/main" id="{A5EE9F1D-083C-4EEF-ABC5-2C002B785CF8}"/>
              </a:ext>
            </a:extLst>
          </p:cNvPr>
          <p:cNvSpPr>
            <a:spLocks/>
          </p:cNvSpPr>
          <p:nvPr/>
        </p:nvSpPr>
        <p:spPr>
          <a:xfrm>
            <a:off x="2875697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3644">
            <a:extLst>
              <a:ext uri="{FF2B5EF4-FFF2-40B4-BE49-F238E27FC236}">
                <a16:creationId xmlns:a16="http://schemas.microsoft.com/office/drawing/2014/main" id="{9E075430-A282-4DBA-805C-A99DD14C1A2E}"/>
              </a:ext>
            </a:extLst>
          </p:cNvPr>
          <p:cNvSpPr>
            <a:spLocks/>
          </p:cNvSpPr>
          <p:nvPr/>
        </p:nvSpPr>
        <p:spPr>
          <a:xfrm>
            <a:off x="2820053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3645">
            <a:extLst>
              <a:ext uri="{FF2B5EF4-FFF2-40B4-BE49-F238E27FC236}">
                <a16:creationId xmlns:a16="http://schemas.microsoft.com/office/drawing/2014/main" id="{B90C62A9-3B32-4C74-A048-851D70D66672}"/>
              </a:ext>
            </a:extLst>
          </p:cNvPr>
          <p:cNvSpPr>
            <a:spLocks/>
          </p:cNvSpPr>
          <p:nvPr/>
        </p:nvSpPr>
        <p:spPr>
          <a:xfrm>
            <a:off x="2754199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3646">
            <a:extLst>
              <a:ext uri="{FF2B5EF4-FFF2-40B4-BE49-F238E27FC236}">
                <a16:creationId xmlns:a16="http://schemas.microsoft.com/office/drawing/2014/main" id="{A6F69D5C-3AD2-45B5-9FA4-BF7D5A06C4FA}"/>
              </a:ext>
            </a:extLst>
          </p:cNvPr>
          <p:cNvSpPr>
            <a:spLocks/>
          </p:cNvSpPr>
          <p:nvPr/>
        </p:nvSpPr>
        <p:spPr>
          <a:xfrm>
            <a:off x="2774399" y="28772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3647">
            <a:extLst>
              <a:ext uri="{FF2B5EF4-FFF2-40B4-BE49-F238E27FC236}">
                <a16:creationId xmlns:a16="http://schemas.microsoft.com/office/drawing/2014/main" id="{57DB27F1-FDC1-49D7-8F9D-20259DEFA298}"/>
              </a:ext>
            </a:extLst>
          </p:cNvPr>
          <p:cNvSpPr>
            <a:spLocks/>
          </p:cNvSpPr>
          <p:nvPr/>
        </p:nvSpPr>
        <p:spPr>
          <a:xfrm>
            <a:off x="273366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3648">
            <a:extLst>
              <a:ext uri="{FF2B5EF4-FFF2-40B4-BE49-F238E27FC236}">
                <a16:creationId xmlns:a16="http://schemas.microsoft.com/office/drawing/2014/main" id="{E151821F-DB72-434F-B111-72D6C1E2AADE}"/>
              </a:ext>
            </a:extLst>
          </p:cNvPr>
          <p:cNvSpPr>
            <a:spLocks/>
          </p:cNvSpPr>
          <p:nvPr/>
        </p:nvSpPr>
        <p:spPr>
          <a:xfrm>
            <a:off x="2736316" y="2809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3649">
            <a:extLst>
              <a:ext uri="{FF2B5EF4-FFF2-40B4-BE49-F238E27FC236}">
                <a16:creationId xmlns:a16="http://schemas.microsoft.com/office/drawing/2014/main" id="{91D9FCC3-0C57-4515-A432-BE019F9FF8DC}"/>
              </a:ext>
            </a:extLst>
          </p:cNvPr>
          <p:cNvSpPr>
            <a:spLocks/>
          </p:cNvSpPr>
          <p:nvPr/>
        </p:nvSpPr>
        <p:spPr>
          <a:xfrm>
            <a:off x="2815841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3650">
            <a:extLst>
              <a:ext uri="{FF2B5EF4-FFF2-40B4-BE49-F238E27FC236}">
                <a16:creationId xmlns:a16="http://schemas.microsoft.com/office/drawing/2014/main" id="{DD117E88-D1A8-4551-A12B-936363DFDA7C}"/>
              </a:ext>
            </a:extLst>
          </p:cNvPr>
          <p:cNvSpPr>
            <a:spLocks/>
          </p:cNvSpPr>
          <p:nvPr/>
        </p:nvSpPr>
        <p:spPr>
          <a:xfrm>
            <a:off x="2714997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3651">
            <a:extLst>
              <a:ext uri="{FF2B5EF4-FFF2-40B4-BE49-F238E27FC236}">
                <a16:creationId xmlns:a16="http://schemas.microsoft.com/office/drawing/2014/main" id="{F58486F0-BBEE-41EE-9606-613E442734E2}"/>
              </a:ext>
            </a:extLst>
          </p:cNvPr>
          <p:cNvSpPr>
            <a:spLocks/>
          </p:cNvSpPr>
          <p:nvPr/>
        </p:nvSpPr>
        <p:spPr>
          <a:xfrm>
            <a:off x="2818858" y="2875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3652">
            <a:extLst>
              <a:ext uri="{FF2B5EF4-FFF2-40B4-BE49-F238E27FC236}">
                <a16:creationId xmlns:a16="http://schemas.microsoft.com/office/drawing/2014/main" id="{60A93EF7-96F8-4F4A-AE44-EAB566099E65}"/>
              </a:ext>
            </a:extLst>
          </p:cNvPr>
          <p:cNvSpPr>
            <a:spLocks/>
          </p:cNvSpPr>
          <p:nvPr/>
        </p:nvSpPr>
        <p:spPr>
          <a:xfrm>
            <a:off x="2854649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3653">
            <a:extLst>
              <a:ext uri="{FF2B5EF4-FFF2-40B4-BE49-F238E27FC236}">
                <a16:creationId xmlns:a16="http://schemas.microsoft.com/office/drawing/2014/main" id="{18B50615-96E8-4F13-BE7D-0474AF549139}"/>
              </a:ext>
            </a:extLst>
          </p:cNvPr>
          <p:cNvSpPr>
            <a:spLocks/>
          </p:cNvSpPr>
          <p:nvPr/>
        </p:nvSpPr>
        <p:spPr>
          <a:xfrm>
            <a:off x="2841847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3654">
            <a:extLst>
              <a:ext uri="{FF2B5EF4-FFF2-40B4-BE49-F238E27FC236}">
                <a16:creationId xmlns:a16="http://schemas.microsoft.com/office/drawing/2014/main" id="{204A325C-C5E6-4B87-A108-A100985321CF}"/>
              </a:ext>
            </a:extLst>
          </p:cNvPr>
          <p:cNvSpPr>
            <a:spLocks/>
          </p:cNvSpPr>
          <p:nvPr/>
        </p:nvSpPr>
        <p:spPr>
          <a:xfrm>
            <a:off x="2783869" y="30595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3655">
            <a:extLst>
              <a:ext uri="{FF2B5EF4-FFF2-40B4-BE49-F238E27FC236}">
                <a16:creationId xmlns:a16="http://schemas.microsoft.com/office/drawing/2014/main" id="{6375E1DB-E5FF-439C-8ED2-7DB9DA4FF4E4}"/>
              </a:ext>
            </a:extLst>
          </p:cNvPr>
          <p:cNvSpPr>
            <a:spLocks/>
          </p:cNvSpPr>
          <p:nvPr/>
        </p:nvSpPr>
        <p:spPr>
          <a:xfrm>
            <a:off x="277122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3656">
            <a:extLst>
              <a:ext uri="{FF2B5EF4-FFF2-40B4-BE49-F238E27FC236}">
                <a16:creationId xmlns:a16="http://schemas.microsoft.com/office/drawing/2014/main" id="{53C76DDA-FB81-4495-8594-F00A61AA2463}"/>
              </a:ext>
            </a:extLst>
          </p:cNvPr>
          <p:cNvSpPr>
            <a:spLocks/>
          </p:cNvSpPr>
          <p:nvPr/>
        </p:nvSpPr>
        <p:spPr>
          <a:xfrm>
            <a:off x="2869563" y="30673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3657">
            <a:extLst>
              <a:ext uri="{FF2B5EF4-FFF2-40B4-BE49-F238E27FC236}">
                <a16:creationId xmlns:a16="http://schemas.microsoft.com/office/drawing/2014/main" id="{9521C58F-4DD7-407D-B550-C98B2D631F2D}"/>
              </a:ext>
            </a:extLst>
          </p:cNvPr>
          <p:cNvSpPr>
            <a:spLocks/>
          </p:cNvSpPr>
          <p:nvPr/>
        </p:nvSpPr>
        <p:spPr>
          <a:xfrm>
            <a:off x="2810573" y="3505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3658">
            <a:extLst>
              <a:ext uri="{FF2B5EF4-FFF2-40B4-BE49-F238E27FC236}">
                <a16:creationId xmlns:a16="http://schemas.microsoft.com/office/drawing/2014/main" id="{3D728C38-ECE9-455D-9C62-14A3DA6D4B75}"/>
              </a:ext>
            </a:extLst>
          </p:cNvPr>
          <p:cNvSpPr>
            <a:spLocks/>
          </p:cNvSpPr>
          <p:nvPr/>
        </p:nvSpPr>
        <p:spPr>
          <a:xfrm>
            <a:off x="2829916" y="2429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3659">
            <a:extLst>
              <a:ext uri="{FF2B5EF4-FFF2-40B4-BE49-F238E27FC236}">
                <a16:creationId xmlns:a16="http://schemas.microsoft.com/office/drawing/2014/main" id="{45B3BF9F-2E4B-4616-8280-EF8453717678}"/>
              </a:ext>
            </a:extLst>
          </p:cNvPr>
          <p:cNvSpPr>
            <a:spLocks/>
          </p:cNvSpPr>
          <p:nvPr/>
        </p:nvSpPr>
        <p:spPr>
          <a:xfrm>
            <a:off x="278262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3660">
            <a:extLst>
              <a:ext uri="{FF2B5EF4-FFF2-40B4-BE49-F238E27FC236}">
                <a16:creationId xmlns:a16="http://schemas.microsoft.com/office/drawing/2014/main" id="{773DD960-6ED4-4B1C-BAF5-1139076ED4A9}"/>
              </a:ext>
            </a:extLst>
          </p:cNvPr>
          <p:cNvSpPr>
            <a:spLocks/>
          </p:cNvSpPr>
          <p:nvPr/>
        </p:nvSpPr>
        <p:spPr>
          <a:xfrm>
            <a:off x="283225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3661">
            <a:extLst>
              <a:ext uri="{FF2B5EF4-FFF2-40B4-BE49-F238E27FC236}">
                <a16:creationId xmlns:a16="http://schemas.microsoft.com/office/drawing/2014/main" id="{A2423268-8CA4-4472-A010-71A2E3E79E34}"/>
              </a:ext>
            </a:extLst>
          </p:cNvPr>
          <p:cNvSpPr>
            <a:spLocks/>
          </p:cNvSpPr>
          <p:nvPr/>
        </p:nvSpPr>
        <p:spPr>
          <a:xfrm>
            <a:off x="282735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3662">
            <a:extLst>
              <a:ext uri="{FF2B5EF4-FFF2-40B4-BE49-F238E27FC236}">
                <a16:creationId xmlns:a16="http://schemas.microsoft.com/office/drawing/2014/main" id="{3108A481-7591-4C02-ABBA-A4E8F5BF8DB3}"/>
              </a:ext>
            </a:extLst>
          </p:cNvPr>
          <p:cNvSpPr>
            <a:spLocks/>
          </p:cNvSpPr>
          <p:nvPr/>
        </p:nvSpPr>
        <p:spPr>
          <a:xfrm>
            <a:off x="2798491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3663">
            <a:extLst>
              <a:ext uri="{FF2B5EF4-FFF2-40B4-BE49-F238E27FC236}">
                <a16:creationId xmlns:a16="http://schemas.microsoft.com/office/drawing/2014/main" id="{AADD336E-D31F-400A-87CE-5DB91F283260}"/>
              </a:ext>
            </a:extLst>
          </p:cNvPr>
          <p:cNvSpPr>
            <a:spLocks/>
          </p:cNvSpPr>
          <p:nvPr/>
        </p:nvSpPr>
        <p:spPr>
          <a:xfrm>
            <a:off x="287014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3664">
            <a:extLst>
              <a:ext uri="{FF2B5EF4-FFF2-40B4-BE49-F238E27FC236}">
                <a16:creationId xmlns:a16="http://schemas.microsoft.com/office/drawing/2014/main" id="{FFCA8650-D0F3-469C-949D-6C799F0C8EC2}"/>
              </a:ext>
            </a:extLst>
          </p:cNvPr>
          <p:cNvSpPr>
            <a:spLocks/>
          </p:cNvSpPr>
          <p:nvPr/>
        </p:nvSpPr>
        <p:spPr>
          <a:xfrm>
            <a:off x="2784860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3665">
            <a:extLst>
              <a:ext uri="{FF2B5EF4-FFF2-40B4-BE49-F238E27FC236}">
                <a16:creationId xmlns:a16="http://schemas.microsoft.com/office/drawing/2014/main" id="{97254E95-B453-4423-88E7-8A706D39BD65}"/>
              </a:ext>
            </a:extLst>
          </p:cNvPr>
          <p:cNvSpPr>
            <a:spLocks/>
          </p:cNvSpPr>
          <p:nvPr/>
        </p:nvSpPr>
        <p:spPr>
          <a:xfrm>
            <a:off x="2785549" y="2367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3666">
            <a:extLst>
              <a:ext uri="{FF2B5EF4-FFF2-40B4-BE49-F238E27FC236}">
                <a16:creationId xmlns:a16="http://schemas.microsoft.com/office/drawing/2014/main" id="{9BD43667-2B15-4D1F-913D-DC6B2465731E}"/>
              </a:ext>
            </a:extLst>
          </p:cNvPr>
          <p:cNvSpPr>
            <a:spLocks/>
          </p:cNvSpPr>
          <p:nvPr/>
        </p:nvSpPr>
        <p:spPr>
          <a:xfrm>
            <a:off x="2832472" y="32491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3667">
            <a:extLst>
              <a:ext uri="{FF2B5EF4-FFF2-40B4-BE49-F238E27FC236}">
                <a16:creationId xmlns:a16="http://schemas.microsoft.com/office/drawing/2014/main" id="{48C3E10C-2768-4D0B-85EF-4A67EA72E54C}"/>
              </a:ext>
            </a:extLst>
          </p:cNvPr>
          <p:cNvSpPr>
            <a:spLocks/>
          </p:cNvSpPr>
          <p:nvPr/>
        </p:nvSpPr>
        <p:spPr>
          <a:xfrm>
            <a:off x="2779314" y="240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3668">
            <a:extLst>
              <a:ext uri="{FF2B5EF4-FFF2-40B4-BE49-F238E27FC236}">
                <a16:creationId xmlns:a16="http://schemas.microsoft.com/office/drawing/2014/main" id="{5EED9F0C-37E5-4975-8C82-EB86D59D2360}"/>
              </a:ext>
            </a:extLst>
          </p:cNvPr>
          <p:cNvSpPr>
            <a:spLocks/>
          </p:cNvSpPr>
          <p:nvPr/>
        </p:nvSpPr>
        <p:spPr>
          <a:xfrm>
            <a:off x="2838479" y="2875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3669">
            <a:extLst>
              <a:ext uri="{FF2B5EF4-FFF2-40B4-BE49-F238E27FC236}">
                <a16:creationId xmlns:a16="http://schemas.microsoft.com/office/drawing/2014/main" id="{B77AC502-E381-4140-854F-C8DC5963D639}"/>
              </a:ext>
            </a:extLst>
          </p:cNvPr>
          <p:cNvSpPr>
            <a:spLocks/>
          </p:cNvSpPr>
          <p:nvPr/>
        </p:nvSpPr>
        <p:spPr>
          <a:xfrm>
            <a:off x="2814852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3670">
            <a:extLst>
              <a:ext uri="{FF2B5EF4-FFF2-40B4-BE49-F238E27FC236}">
                <a16:creationId xmlns:a16="http://schemas.microsoft.com/office/drawing/2014/main" id="{5BB0B608-9BD5-4F03-B204-4DE10C1D465B}"/>
              </a:ext>
            </a:extLst>
          </p:cNvPr>
          <p:cNvSpPr>
            <a:spLocks/>
          </p:cNvSpPr>
          <p:nvPr/>
        </p:nvSpPr>
        <p:spPr>
          <a:xfrm>
            <a:off x="2727764" y="30873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3671">
            <a:extLst>
              <a:ext uri="{FF2B5EF4-FFF2-40B4-BE49-F238E27FC236}">
                <a16:creationId xmlns:a16="http://schemas.microsoft.com/office/drawing/2014/main" id="{DD02660E-BF8B-47EE-9EB9-39A8CD4FA6AD}"/>
              </a:ext>
            </a:extLst>
          </p:cNvPr>
          <p:cNvSpPr>
            <a:spLocks/>
          </p:cNvSpPr>
          <p:nvPr/>
        </p:nvSpPr>
        <p:spPr>
          <a:xfrm>
            <a:off x="2737097" y="254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3672">
            <a:extLst>
              <a:ext uri="{FF2B5EF4-FFF2-40B4-BE49-F238E27FC236}">
                <a16:creationId xmlns:a16="http://schemas.microsoft.com/office/drawing/2014/main" id="{521818B3-B708-484B-8E56-ED3D8F7BAC36}"/>
              </a:ext>
            </a:extLst>
          </p:cNvPr>
          <p:cNvSpPr>
            <a:spLocks/>
          </p:cNvSpPr>
          <p:nvPr/>
        </p:nvSpPr>
        <p:spPr>
          <a:xfrm>
            <a:off x="282651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3673">
            <a:extLst>
              <a:ext uri="{FF2B5EF4-FFF2-40B4-BE49-F238E27FC236}">
                <a16:creationId xmlns:a16="http://schemas.microsoft.com/office/drawing/2014/main" id="{F906C50F-2681-496D-88BE-4194656D92DD}"/>
              </a:ext>
            </a:extLst>
          </p:cNvPr>
          <p:cNvSpPr>
            <a:spLocks/>
          </p:cNvSpPr>
          <p:nvPr/>
        </p:nvSpPr>
        <p:spPr>
          <a:xfrm>
            <a:off x="273555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3674">
            <a:extLst>
              <a:ext uri="{FF2B5EF4-FFF2-40B4-BE49-F238E27FC236}">
                <a16:creationId xmlns:a16="http://schemas.microsoft.com/office/drawing/2014/main" id="{D3C59E2F-382A-4511-BB52-4913407947EE}"/>
              </a:ext>
            </a:extLst>
          </p:cNvPr>
          <p:cNvSpPr>
            <a:spLocks/>
          </p:cNvSpPr>
          <p:nvPr/>
        </p:nvSpPr>
        <p:spPr>
          <a:xfrm>
            <a:off x="2720884" y="26223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3675">
            <a:extLst>
              <a:ext uri="{FF2B5EF4-FFF2-40B4-BE49-F238E27FC236}">
                <a16:creationId xmlns:a16="http://schemas.microsoft.com/office/drawing/2014/main" id="{13CBB22C-2DB5-4484-BDD3-D1EEB3CC4BC7}"/>
              </a:ext>
            </a:extLst>
          </p:cNvPr>
          <p:cNvSpPr>
            <a:spLocks/>
          </p:cNvSpPr>
          <p:nvPr/>
        </p:nvSpPr>
        <p:spPr>
          <a:xfrm>
            <a:off x="273510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3676">
            <a:extLst>
              <a:ext uri="{FF2B5EF4-FFF2-40B4-BE49-F238E27FC236}">
                <a16:creationId xmlns:a16="http://schemas.microsoft.com/office/drawing/2014/main" id="{6204C037-0BD4-4F64-AC1E-E4E872412010}"/>
              </a:ext>
            </a:extLst>
          </p:cNvPr>
          <p:cNvSpPr>
            <a:spLocks/>
          </p:cNvSpPr>
          <p:nvPr/>
        </p:nvSpPr>
        <p:spPr>
          <a:xfrm>
            <a:off x="2764188" y="2116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3677">
            <a:extLst>
              <a:ext uri="{FF2B5EF4-FFF2-40B4-BE49-F238E27FC236}">
                <a16:creationId xmlns:a16="http://schemas.microsoft.com/office/drawing/2014/main" id="{3D7F62D3-0950-4803-A92F-57A195F84C31}"/>
              </a:ext>
            </a:extLst>
          </p:cNvPr>
          <p:cNvSpPr>
            <a:spLocks/>
          </p:cNvSpPr>
          <p:nvPr/>
        </p:nvSpPr>
        <p:spPr>
          <a:xfrm>
            <a:off x="2780149" y="317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3678">
            <a:extLst>
              <a:ext uri="{FF2B5EF4-FFF2-40B4-BE49-F238E27FC236}">
                <a16:creationId xmlns:a16="http://schemas.microsoft.com/office/drawing/2014/main" id="{4C906303-5F3E-4F72-99B5-1736CF2FC909}"/>
              </a:ext>
            </a:extLst>
          </p:cNvPr>
          <p:cNvSpPr>
            <a:spLocks/>
          </p:cNvSpPr>
          <p:nvPr/>
        </p:nvSpPr>
        <p:spPr>
          <a:xfrm>
            <a:off x="2732827" y="28549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3679">
            <a:extLst>
              <a:ext uri="{FF2B5EF4-FFF2-40B4-BE49-F238E27FC236}">
                <a16:creationId xmlns:a16="http://schemas.microsoft.com/office/drawing/2014/main" id="{3F22BFD7-A141-4DA6-AD1B-AF3F19223ECB}"/>
              </a:ext>
            </a:extLst>
          </p:cNvPr>
          <p:cNvSpPr>
            <a:spLocks/>
          </p:cNvSpPr>
          <p:nvPr/>
        </p:nvSpPr>
        <p:spPr>
          <a:xfrm>
            <a:off x="274344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3680">
            <a:extLst>
              <a:ext uri="{FF2B5EF4-FFF2-40B4-BE49-F238E27FC236}">
                <a16:creationId xmlns:a16="http://schemas.microsoft.com/office/drawing/2014/main" id="{340D4D2B-717A-4211-9881-CE799D7A75B3}"/>
              </a:ext>
            </a:extLst>
          </p:cNvPr>
          <p:cNvSpPr>
            <a:spLocks/>
          </p:cNvSpPr>
          <p:nvPr/>
        </p:nvSpPr>
        <p:spPr>
          <a:xfrm>
            <a:off x="2876183" y="27945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3681">
            <a:extLst>
              <a:ext uri="{FF2B5EF4-FFF2-40B4-BE49-F238E27FC236}">
                <a16:creationId xmlns:a16="http://schemas.microsoft.com/office/drawing/2014/main" id="{F173139E-A18E-4E36-805F-27BF187714E4}"/>
              </a:ext>
            </a:extLst>
          </p:cNvPr>
          <p:cNvSpPr>
            <a:spLocks/>
          </p:cNvSpPr>
          <p:nvPr/>
        </p:nvSpPr>
        <p:spPr>
          <a:xfrm>
            <a:off x="2799713" y="2905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3682">
            <a:extLst>
              <a:ext uri="{FF2B5EF4-FFF2-40B4-BE49-F238E27FC236}">
                <a16:creationId xmlns:a16="http://schemas.microsoft.com/office/drawing/2014/main" id="{BF280795-E17D-475D-9646-92146E044076}"/>
              </a:ext>
            </a:extLst>
          </p:cNvPr>
          <p:cNvSpPr>
            <a:spLocks/>
          </p:cNvSpPr>
          <p:nvPr/>
        </p:nvSpPr>
        <p:spPr>
          <a:xfrm>
            <a:off x="284501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3683">
            <a:extLst>
              <a:ext uri="{FF2B5EF4-FFF2-40B4-BE49-F238E27FC236}">
                <a16:creationId xmlns:a16="http://schemas.microsoft.com/office/drawing/2014/main" id="{30DC60C4-64D7-483F-99EC-EF18BA426BAB}"/>
              </a:ext>
            </a:extLst>
          </p:cNvPr>
          <p:cNvSpPr>
            <a:spLocks/>
          </p:cNvSpPr>
          <p:nvPr/>
        </p:nvSpPr>
        <p:spPr>
          <a:xfrm>
            <a:off x="2748180" y="32454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3684">
            <a:extLst>
              <a:ext uri="{FF2B5EF4-FFF2-40B4-BE49-F238E27FC236}">
                <a16:creationId xmlns:a16="http://schemas.microsoft.com/office/drawing/2014/main" id="{BF7E274F-CF74-4BBD-9431-378714C7EC90}"/>
              </a:ext>
            </a:extLst>
          </p:cNvPr>
          <p:cNvSpPr>
            <a:spLocks/>
          </p:cNvSpPr>
          <p:nvPr/>
        </p:nvSpPr>
        <p:spPr>
          <a:xfrm>
            <a:off x="2710429" y="3481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3685">
            <a:extLst>
              <a:ext uri="{FF2B5EF4-FFF2-40B4-BE49-F238E27FC236}">
                <a16:creationId xmlns:a16="http://schemas.microsoft.com/office/drawing/2014/main" id="{42031028-FFBF-479A-B7C4-EC3BDF4DA62E}"/>
              </a:ext>
            </a:extLst>
          </p:cNvPr>
          <p:cNvSpPr>
            <a:spLocks/>
          </p:cNvSpPr>
          <p:nvPr/>
        </p:nvSpPr>
        <p:spPr>
          <a:xfrm>
            <a:off x="275496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3686">
            <a:extLst>
              <a:ext uri="{FF2B5EF4-FFF2-40B4-BE49-F238E27FC236}">
                <a16:creationId xmlns:a16="http://schemas.microsoft.com/office/drawing/2014/main" id="{5A1573D0-1881-45C2-81AE-6C6AD71FC144}"/>
              </a:ext>
            </a:extLst>
          </p:cNvPr>
          <p:cNvSpPr>
            <a:spLocks/>
          </p:cNvSpPr>
          <p:nvPr/>
        </p:nvSpPr>
        <p:spPr>
          <a:xfrm>
            <a:off x="2847487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3687">
            <a:extLst>
              <a:ext uri="{FF2B5EF4-FFF2-40B4-BE49-F238E27FC236}">
                <a16:creationId xmlns:a16="http://schemas.microsoft.com/office/drawing/2014/main" id="{F45C6DF5-E77F-4012-BB19-91C1614B0495}"/>
              </a:ext>
            </a:extLst>
          </p:cNvPr>
          <p:cNvSpPr>
            <a:spLocks/>
          </p:cNvSpPr>
          <p:nvPr/>
        </p:nvSpPr>
        <p:spPr>
          <a:xfrm>
            <a:off x="282210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3688">
            <a:extLst>
              <a:ext uri="{FF2B5EF4-FFF2-40B4-BE49-F238E27FC236}">
                <a16:creationId xmlns:a16="http://schemas.microsoft.com/office/drawing/2014/main" id="{C534B30D-8D73-45C9-A1DF-8688360D756F}"/>
              </a:ext>
            </a:extLst>
          </p:cNvPr>
          <p:cNvSpPr>
            <a:spLocks/>
          </p:cNvSpPr>
          <p:nvPr/>
        </p:nvSpPr>
        <p:spPr>
          <a:xfrm>
            <a:off x="2845198" y="29228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3689">
            <a:extLst>
              <a:ext uri="{FF2B5EF4-FFF2-40B4-BE49-F238E27FC236}">
                <a16:creationId xmlns:a16="http://schemas.microsoft.com/office/drawing/2014/main" id="{D9E6EDED-3067-40FD-99C5-B8B713A45AAF}"/>
              </a:ext>
            </a:extLst>
          </p:cNvPr>
          <p:cNvSpPr>
            <a:spLocks/>
          </p:cNvSpPr>
          <p:nvPr/>
        </p:nvSpPr>
        <p:spPr>
          <a:xfrm>
            <a:off x="273782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3690">
            <a:extLst>
              <a:ext uri="{FF2B5EF4-FFF2-40B4-BE49-F238E27FC236}">
                <a16:creationId xmlns:a16="http://schemas.microsoft.com/office/drawing/2014/main" id="{EE19EDDA-5D55-4E77-B631-4729A5B6632D}"/>
              </a:ext>
            </a:extLst>
          </p:cNvPr>
          <p:cNvSpPr>
            <a:spLocks/>
          </p:cNvSpPr>
          <p:nvPr/>
        </p:nvSpPr>
        <p:spPr>
          <a:xfrm>
            <a:off x="2728267" y="3503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3691">
            <a:extLst>
              <a:ext uri="{FF2B5EF4-FFF2-40B4-BE49-F238E27FC236}">
                <a16:creationId xmlns:a16="http://schemas.microsoft.com/office/drawing/2014/main" id="{E6F44D2C-F32C-4BFD-B93B-2480B4739262}"/>
              </a:ext>
            </a:extLst>
          </p:cNvPr>
          <p:cNvSpPr>
            <a:spLocks/>
          </p:cNvSpPr>
          <p:nvPr/>
        </p:nvSpPr>
        <p:spPr>
          <a:xfrm>
            <a:off x="304576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3692">
            <a:extLst>
              <a:ext uri="{FF2B5EF4-FFF2-40B4-BE49-F238E27FC236}">
                <a16:creationId xmlns:a16="http://schemas.microsoft.com/office/drawing/2014/main" id="{B5DBFB3E-886D-4A08-8945-C98B59CB8474}"/>
              </a:ext>
            </a:extLst>
          </p:cNvPr>
          <p:cNvSpPr>
            <a:spLocks/>
          </p:cNvSpPr>
          <p:nvPr/>
        </p:nvSpPr>
        <p:spPr>
          <a:xfrm>
            <a:off x="311917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3693">
            <a:extLst>
              <a:ext uri="{FF2B5EF4-FFF2-40B4-BE49-F238E27FC236}">
                <a16:creationId xmlns:a16="http://schemas.microsoft.com/office/drawing/2014/main" id="{093DDE1E-0591-4567-B6D0-0ECF911AB432}"/>
              </a:ext>
            </a:extLst>
          </p:cNvPr>
          <p:cNvSpPr>
            <a:spLocks/>
          </p:cNvSpPr>
          <p:nvPr/>
        </p:nvSpPr>
        <p:spPr>
          <a:xfrm>
            <a:off x="314597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3694">
            <a:extLst>
              <a:ext uri="{FF2B5EF4-FFF2-40B4-BE49-F238E27FC236}">
                <a16:creationId xmlns:a16="http://schemas.microsoft.com/office/drawing/2014/main" id="{A9F66535-1F29-4AA7-BD9F-DF3C46482189}"/>
              </a:ext>
            </a:extLst>
          </p:cNvPr>
          <p:cNvSpPr>
            <a:spLocks/>
          </p:cNvSpPr>
          <p:nvPr/>
        </p:nvSpPr>
        <p:spPr>
          <a:xfrm>
            <a:off x="3057058" y="34311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3695">
            <a:extLst>
              <a:ext uri="{FF2B5EF4-FFF2-40B4-BE49-F238E27FC236}">
                <a16:creationId xmlns:a16="http://schemas.microsoft.com/office/drawing/2014/main" id="{181A6A58-D1B3-47BE-9474-40750A4506D9}"/>
              </a:ext>
            </a:extLst>
          </p:cNvPr>
          <p:cNvSpPr>
            <a:spLocks/>
          </p:cNvSpPr>
          <p:nvPr/>
        </p:nvSpPr>
        <p:spPr>
          <a:xfrm>
            <a:off x="3145972" y="2587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3696">
            <a:extLst>
              <a:ext uri="{FF2B5EF4-FFF2-40B4-BE49-F238E27FC236}">
                <a16:creationId xmlns:a16="http://schemas.microsoft.com/office/drawing/2014/main" id="{B16C13EB-E25D-46B4-9DEC-930EDDF4A0E7}"/>
              </a:ext>
            </a:extLst>
          </p:cNvPr>
          <p:cNvSpPr>
            <a:spLocks/>
          </p:cNvSpPr>
          <p:nvPr/>
        </p:nvSpPr>
        <p:spPr>
          <a:xfrm>
            <a:off x="314251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3697">
            <a:extLst>
              <a:ext uri="{FF2B5EF4-FFF2-40B4-BE49-F238E27FC236}">
                <a16:creationId xmlns:a16="http://schemas.microsoft.com/office/drawing/2014/main" id="{872E4665-2FC9-4894-BD6E-00737AB7C445}"/>
              </a:ext>
            </a:extLst>
          </p:cNvPr>
          <p:cNvSpPr>
            <a:spLocks/>
          </p:cNvSpPr>
          <p:nvPr/>
        </p:nvSpPr>
        <p:spPr>
          <a:xfrm>
            <a:off x="303290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3698">
            <a:extLst>
              <a:ext uri="{FF2B5EF4-FFF2-40B4-BE49-F238E27FC236}">
                <a16:creationId xmlns:a16="http://schemas.microsoft.com/office/drawing/2014/main" id="{E88F9963-1580-4409-8BCE-693A28E13272}"/>
              </a:ext>
            </a:extLst>
          </p:cNvPr>
          <p:cNvSpPr>
            <a:spLocks/>
          </p:cNvSpPr>
          <p:nvPr/>
        </p:nvSpPr>
        <p:spPr>
          <a:xfrm>
            <a:off x="307801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3699">
            <a:extLst>
              <a:ext uri="{FF2B5EF4-FFF2-40B4-BE49-F238E27FC236}">
                <a16:creationId xmlns:a16="http://schemas.microsoft.com/office/drawing/2014/main" id="{23B34B5D-BEB3-4082-8774-37EDA6CF04FD}"/>
              </a:ext>
            </a:extLst>
          </p:cNvPr>
          <p:cNvSpPr>
            <a:spLocks/>
          </p:cNvSpPr>
          <p:nvPr/>
        </p:nvSpPr>
        <p:spPr>
          <a:xfrm>
            <a:off x="3103205" y="33037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3700">
            <a:extLst>
              <a:ext uri="{FF2B5EF4-FFF2-40B4-BE49-F238E27FC236}">
                <a16:creationId xmlns:a16="http://schemas.microsoft.com/office/drawing/2014/main" id="{D27F4CAE-D9DD-41EE-BB49-BD6F1FFFDA8D}"/>
              </a:ext>
            </a:extLst>
          </p:cNvPr>
          <p:cNvSpPr>
            <a:spLocks/>
          </p:cNvSpPr>
          <p:nvPr/>
        </p:nvSpPr>
        <p:spPr>
          <a:xfrm>
            <a:off x="309821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3701">
            <a:extLst>
              <a:ext uri="{FF2B5EF4-FFF2-40B4-BE49-F238E27FC236}">
                <a16:creationId xmlns:a16="http://schemas.microsoft.com/office/drawing/2014/main" id="{163687DF-F6A6-46F4-B2AF-0D31452DA000}"/>
              </a:ext>
            </a:extLst>
          </p:cNvPr>
          <p:cNvSpPr>
            <a:spLocks/>
          </p:cNvSpPr>
          <p:nvPr/>
        </p:nvSpPr>
        <p:spPr>
          <a:xfrm>
            <a:off x="2987864" y="26141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3702">
            <a:extLst>
              <a:ext uri="{FF2B5EF4-FFF2-40B4-BE49-F238E27FC236}">
                <a16:creationId xmlns:a16="http://schemas.microsoft.com/office/drawing/2014/main" id="{B43FA2B4-BA28-4651-99A0-DA5A1DC3E5D4}"/>
              </a:ext>
            </a:extLst>
          </p:cNvPr>
          <p:cNvSpPr>
            <a:spLocks/>
          </p:cNvSpPr>
          <p:nvPr/>
        </p:nvSpPr>
        <p:spPr>
          <a:xfrm>
            <a:off x="312137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3703">
            <a:extLst>
              <a:ext uri="{FF2B5EF4-FFF2-40B4-BE49-F238E27FC236}">
                <a16:creationId xmlns:a16="http://schemas.microsoft.com/office/drawing/2014/main" id="{627ECF2E-5158-4CBA-873C-51E61CC33255}"/>
              </a:ext>
            </a:extLst>
          </p:cNvPr>
          <p:cNvSpPr>
            <a:spLocks/>
          </p:cNvSpPr>
          <p:nvPr/>
        </p:nvSpPr>
        <p:spPr>
          <a:xfrm>
            <a:off x="307754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3704">
            <a:extLst>
              <a:ext uri="{FF2B5EF4-FFF2-40B4-BE49-F238E27FC236}">
                <a16:creationId xmlns:a16="http://schemas.microsoft.com/office/drawing/2014/main" id="{3298735B-448C-4936-8B48-C0A1ACFA1E0E}"/>
              </a:ext>
            </a:extLst>
          </p:cNvPr>
          <p:cNvSpPr>
            <a:spLocks/>
          </p:cNvSpPr>
          <p:nvPr/>
        </p:nvSpPr>
        <p:spPr>
          <a:xfrm>
            <a:off x="3111802" y="2300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3705">
            <a:extLst>
              <a:ext uri="{FF2B5EF4-FFF2-40B4-BE49-F238E27FC236}">
                <a16:creationId xmlns:a16="http://schemas.microsoft.com/office/drawing/2014/main" id="{8008BC4E-1C54-456E-9ABA-B82AFD1AE6C1}"/>
              </a:ext>
            </a:extLst>
          </p:cNvPr>
          <p:cNvSpPr>
            <a:spLocks/>
          </p:cNvSpPr>
          <p:nvPr/>
        </p:nvSpPr>
        <p:spPr>
          <a:xfrm>
            <a:off x="3138005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3706">
            <a:extLst>
              <a:ext uri="{FF2B5EF4-FFF2-40B4-BE49-F238E27FC236}">
                <a16:creationId xmlns:a16="http://schemas.microsoft.com/office/drawing/2014/main" id="{94B55B2F-0A1E-443E-8431-6FED8EE71D35}"/>
              </a:ext>
            </a:extLst>
          </p:cNvPr>
          <p:cNvSpPr>
            <a:spLocks/>
          </p:cNvSpPr>
          <p:nvPr/>
        </p:nvSpPr>
        <p:spPr>
          <a:xfrm>
            <a:off x="3071735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3707">
            <a:extLst>
              <a:ext uri="{FF2B5EF4-FFF2-40B4-BE49-F238E27FC236}">
                <a16:creationId xmlns:a16="http://schemas.microsoft.com/office/drawing/2014/main" id="{7AB92491-7932-4DF8-9664-A8B07C0A94DA}"/>
              </a:ext>
            </a:extLst>
          </p:cNvPr>
          <p:cNvSpPr>
            <a:spLocks/>
          </p:cNvSpPr>
          <p:nvPr/>
        </p:nvSpPr>
        <p:spPr>
          <a:xfrm>
            <a:off x="3054216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3708">
            <a:extLst>
              <a:ext uri="{FF2B5EF4-FFF2-40B4-BE49-F238E27FC236}">
                <a16:creationId xmlns:a16="http://schemas.microsoft.com/office/drawing/2014/main" id="{71D801F7-D43A-454F-8677-DA3FFA64A9ED}"/>
              </a:ext>
            </a:extLst>
          </p:cNvPr>
          <p:cNvSpPr>
            <a:spLocks/>
          </p:cNvSpPr>
          <p:nvPr/>
        </p:nvSpPr>
        <p:spPr>
          <a:xfrm>
            <a:off x="299907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3709">
            <a:extLst>
              <a:ext uri="{FF2B5EF4-FFF2-40B4-BE49-F238E27FC236}">
                <a16:creationId xmlns:a16="http://schemas.microsoft.com/office/drawing/2014/main" id="{8173EE63-3D77-44E0-A768-46408DBD098B}"/>
              </a:ext>
            </a:extLst>
          </p:cNvPr>
          <p:cNvSpPr>
            <a:spLocks/>
          </p:cNvSpPr>
          <p:nvPr/>
        </p:nvSpPr>
        <p:spPr>
          <a:xfrm>
            <a:off x="307359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3710">
            <a:extLst>
              <a:ext uri="{FF2B5EF4-FFF2-40B4-BE49-F238E27FC236}">
                <a16:creationId xmlns:a16="http://schemas.microsoft.com/office/drawing/2014/main" id="{26BE8401-D2B0-4B90-91CC-AD992EB47842}"/>
              </a:ext>
            </a:extLst>
          </p:cNvPr>
          <p:cNvSpPr>
            <a:spLocks/>
          </p:cNvSpPr>
          <p:nvPr/>
        </p:nvSpPr>
        <p:spPr>
          <a:xfrm>
            <a:off x="308617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3711">
            <a:extLst>
              <a:ext uri="{FF2B5EF4-FFF2-40B4-BE49-F238E27FC236}">
                <a16:creationId xmlns:a16="http://schemas.microsoft.com/office/drawing/2014/main" id="{A9500724-CDCE-4386-A6B6-25DFAC3155FC}"/>
              </a:ext>
            </a:extLst>
          </p:cNvPr>
          <p:cNvSpPr>
            <a:spLocks/>
          </p:cNvSpPr>
          <p:nvPr/>
        </p:nvSpPr>
        <p:spPr>
          <a:xfrm>
            <a:off x="3041666" y="25212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3712">
            <a:extLst>
              <a:ext uri="{FF2B5EF4-FFF2-40B4-BE49-F238E27FC236}">
                <a16:creationId xmlns:a16="http://schemas.microsoft.com/office/drawing/2014/main" id="{3F5AF7C1-CC89-4791-8E0A-F07B52567CE1}"/>
              </a:ext>
            </a:extLst>
          </p:cNvPr>
          <p:cNvSpPr>
            <a:spLocks/>
          </p:cNvSpPr>
          <p:nvPr/>
        </p:nvSpPr>
        <p:spPr>
          <a:xfrm>
            <a:off x="305594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3713">
            <a:extLst>
              <a:ext uri="{FF2B5EF4-FFF2-40B4-BE49-F238E27FC236}">
                <a16:creationId xmlns:a16="http://schemas.microsoft.com/office/drawing/2014/main" id="{C7961A75-E591-428D-BF63-ABE949E785A3}"/>
              </a:ext>
            </a:extLst>
          </p:cNvPr>
          <p:cNvSpPr>
            <a:spLocks/>
          </p:cNvSpPr>
          <p:nvPr/>
        </p:nvSpPr>
        <p:spPr>
          <a:xfrm>
            <a:off x="3138403" y="2177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3714">
            <a:extLst>
              <a:ext uri="{FF2B5EF4-FFF2-40B4-BE49-F238E27FC236}">
                <a16:creationId xmlns:a16="http://schemas.microsoft.com/office/drawing/2014/main" id="{A42DFEC8-0ABC-448A-84F8-72C4C25A6036}"/>
              </a:ext>
            </a:extLst>
          </p:cNvPr>
          <p:cNvSpPr>
            <a:spLocks/>
          </p:cNvSpPr>
          <p:nvPr/>
        </p:nvSpPr>
        <p:spPr>
          <a:xfrm>
            <a:off x="3017727" y="24959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3715">
            <a:extLst>
              <a:ext uri="{FF2B5EF4-FFF2-40B4-BE49-F238E27FC236}">
                <a16:creationId xmlns:a16="http://schemas.microsoft.com/office/drawing/2014/main" id="{6BB9D15F-A99D-48A1-8CE1-786B58DA0222}"/>
              </a:ext>
            </a:extLst>
          </p:cNvPr>
          <p:cNvSpPr>
            <a:spLocks/>
          </p:cNvSpPr>
          <p:nvPr/>
        </p:nvSpPr>
        <p:spPr>
          <a:xfrm>
            <a:off x="2992904" y="2905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3716">
            <a:extLst>
              <a:ext uri="{FF2B5EF4-FFF2-40B4-BE49-F238E27FC236}">
                <a16:creationId xmlns:a16="http://schemas.microsoft.com/office/drawing/2014/main" id="{4685DCC5-3AE8-4C63-8A91-38291E89179D}"/>
              </a:ext>
            </a:extLst>
          </p:cNvPr>
          <p:cNvSpPr>
            <a:spLocks/>
          </p:cNvSpPr>
          <p:nvPr/>
        </p:nvSpPr>
        <p:spPr>
          <a:xfrm>
            <a:off x="3052571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3717">
            <a:extLst>
              <a:ext uri="{FF2B5EF4-FFF2-40B4-BE49-F238E27FC236}">
                <a16:creationId xmlns:a16="http://schemas.microsoft.com/office/drawing/2014/main" id="{44F657CF-0824-4CC0-AFF1-31B2512107C9}"/>
              </a:ext>
            </a:extLst>
          </p:cNvPr>
          <p:cNvSpPr>
            <a:spLocks/>
          </p:cNvSpPr>
          <p:nvPr/>
        </p:nvSpPr>
        <p:spPr>
          <a:xfrm>
            <a:off x="3046806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3718">
            <a:extLst>
              <a:ext uri="{FF2B5EF4-FFF2-40B4-BE49-F238E27FC236}">
                <a16:creationId xmlns:a16="http://schemas.microsoft.com/office/drawing/2014/main" id="{A40A5522-C690-46EA-AA29-2B667B924FFD}"/>
              </a:ext>
            </a:extLst>
          </p:cNvPr>
          <p:cNvSpPr>
            <a:spLocks/>
          </p:cNvSpPr>
          <p:nvPr/>
        </p:nvSpPr>
        <p:spPr>
          <a:xfrm>
            <a:off x="3088776" y="32224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3719">
            <a:extLst>
              <a:ext uri="{FF2B5EF4-FFF2-40B4-BE49-F238E27FC236}">
                <a16:creationId xmlns:a16="http://schemas.microsoft.com/office/drawing/2014/main" id="{FB05AEEB-B627-4486-8B61-62112AFAC25B}"/>
              </a:ext>
            </a:extLst>
          </p:cNvPr>
          <p:cNvSpPr>
            <a:spLocks/>
          </p:cNvSpPr>
          <p:nvPr/>
        </p:nvSpPr>
        <p:spPr>
          <a:xfrm>
            <a:off x="3131572" y="31133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3720">
            <a:extLst>
              <a:ext uri="{FF2B5EF4-FFF2-40B4-BE49-F238E27FC236}">
                <a16:creationId xmlns:a16="http://schemas.microsoft.com/office/drawing/2014/main" id="{CAD8081C-4775-4CC9-BF7F-7E2CEF5633BB}"/>
              </a:ext>
            </a:extLst>
          </p:cNvPr>
          <p:cNvSpPr>
            <a:spLocks/>
          </p:cNvSpPr>
          <p:nvPr/>
        </p:nvSpPr>
        <p:spPr>
          <a:xfrm>
            <a:off x="304309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3721">
            <a:extLst>
              <a:ext uri="{FF2B5EF4-FFF2-40B4-BE49-F238E27FC236}">
                <a16:creationId xmlns:a16="http://schemas.microsoft.com/office/drawing/2014/main" id="{9962ED60-00A3-4968-AFF2-6A45075ABFE7}"/>
              </a:ext>
            </a:extLst>
          </p:cNvPr>
          <p:cNvSpPr>
            <a:spLocks/>
          </p:cNvSpPr>
          <p:nvPr/>
        </p:nvSpPr>
        <p:spPr>
          <a:xfrm>
            <a:off x="300079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3722">
            <a:extLst>
              <a:ext uri="{FF2B5EF4-FFF2-40B4-BE49-F238E27FC236}">
                <a16:creationId xmlns:a16="http://schemas.microsoft.com/office/drawing/2014/main" id="{18307282-D649-4B32-8F28-571111DB8B44}"/>
              </a:ext>
            </a:extLst>
          </p:cNvPr>
          <p:cNvSpPr>
            <a:spLocks/>
          </p:cNvSpPr>
          <p:nvPr/>
        </p:nvSpPr>
        <p:spPr>
          <a:xfrm>
            <a:off x="3107871" y="2981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3723">
            <a:extLst>
              <a:ext uri="{FF2B5EF4-FFF2-40B4-BE49-F238E27FC236}">
                <a16:creationId xmlns:a16="http://schemas.microsoft.com/office/drawing/2014/main" id="{54B8A391-A767-4EBA-A38E-A5D21702A42D}"/>
              </a:ext>
            </a:extLst>
          </p:cNvPr>
          <p:cNvSpPr>
            <a:spLocks/>
          </p:cNvSpPr>
          <p:nvPr/>
        </p:nvSpPr>
        <p:spPr>
          <a:xfrm>
            <a:off x="3080813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3724">
            <a:extLst>
              <a:ext uri="{FF2B5EF4-FFF2-40B4-BE49-F238E27FC236}">
                <a16:creationId xmlns:a16="http://schemas.microsoft.com/office/drawing/2014/main" id="{308CFEA3-F4FF-4AB7-8EFB-E377976E0A1E}"/>
              </a:ext>
            </a:extLst>
          </p:cNvPr>
          <p:cNvSpPr>
            <a:spLocks/>
          </p:cNvSpPr>
          <p:nvPr/>
        </p:nvSpPr>
        <p:spPr>
          <a:xfrm>
            <a:off x="3099469" y="31783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3725">
            <a:extLst>
              <a:ext uri="{FF2B5EF4-FFF2-40B4-BE49-F238E27FC236}">
                <a16:creationId xmlns:a16="http://schemas.microsoft.com/office/drawing/2014/main" id="{BB086BED-71E0-4E30-A854-2CC8103A0A52}"/>
              </a:ext>
            </a:extLst>
          </p:cNvPr>
          <p:cNvSpPr>
            <a:spLocks/>
          </p:cNvSpPr>
          <p:nvPr/>
        </p:nvSpPr>
        <p:spPr>
          <a:xfrm>
            <a:off x="312912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3726">
            <a:extLst>
              <a:ext uri="{FF2B5EF4-FFF2-40B4-BE49-F238E27FC236}">
                <a16:creationId xmlns:a16="http://schemas.microsoft.com/office/drawing/2014/main" id="{4898990C-8D13-4EEB-B2EB-3791B177AF57}"/>
              </a:ext>
            </a:extLst>
          </p:cNvPr>
          <p:cNvSpPr>
            <a:spLocks/>
          </p:cNvSpPr>
          <p:nvPr/>
        </p:nvSpPr>
        <p:spPr>
          <a:xfrm>
            <a:off x="3113777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3727">
            <a:extLst>
              <a:ext uri="{FF2B5EF4-FFF2-40B4-BE49-F238E27FC236}">
                <a16:creationId xmlns:a16="http://schemas.microsoft.com/office/drawing/2014/main" id="{D3FA6BE8-FB4F-4B56-ABAA-DC094E113B44}"/>
              </a:ext>
            </a:extLst>
          </p:cNvPr>
          <p:cNvSpPr>
            <a:spLocks/>
          </p:cNvSpPr>
          <p:nvPr/>
        </p:nvSpPr>
        <p:spPr>
          <a:xfrm>
            <a:off x="311666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3728">
            <a:extLst>
              <a:ext uri="{FF2B5EF4-FFF2-40B4-BE49-F238E27FC236}">
                <a16:creationId xmlns:a16="http://schemas.microsoft.com/office/drawing/2014/main" id="{27BAFD68-2CB8-4168-8DE6-F29E157125BA}"/>
              </a:ext>
            </a:extLst>
          </p:cNvPr>
          <p:cNvSpPr>
            <a:spLocks/>
          </p:cNvSpPr>
          <p:nvPr/>
        </p:nvSpPr>
        <p:spPr>
          <a:xfrm>
            <a:off x="312092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3729">
            <a:extLst>
              <a:ext uri="{FF2B5EF4-FFF2-40B4-BE49-F238E27FC236}">
                <a16:creationId xmlns:a16="http://schemas.microsoft.com/office/drawing/2014/main" id="{63098D90-C343-4032-A409-F66C6D7B747B}"/>
              </a:ext>
            </a:extLst>
          </p:cNvPr>
          <p:cNvSpPr>
            <a:spLocks/>
          </p:cNvSpPr>
          <p:nvPr/>
        </p:nvSpPr>
        <p:spPr>
          <a:xfrm>
            <a:off x="312563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3730">
            <a:extLst>
              <a:ext uri="{FF2B5EF4-FFF2-40B4-BE49-F238E27FC236}">
                <a16:creationId xmlns:a16="http://schemas.microsoft.com/office/drawing/2014/main" id="{8A8027DE-84F9-41DD-B8D5-EB56D23F0B41}"/>
              </a:ext>
            </a:extLst>
          </p:cNvPr>
          <p:cNvSpPr>
            <a:spLocks/>
          </p:cNvSpPr>
          <p:nvPr/>
        </p:nvSpPr>
        <p:spPr>
          <a:xfrm>
            <a:off x="3051930" y="204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3731">
            <a:extLst>
              <a:ext uri="{FF2B5EF4-FFF2-40B4-BE49-F238E27FC236}">
                <a16:creationId xmlns:a16="http://schemas.microsoft.com/office/drawing/2014/main" id="{252D8E8D-FBC0-4DDA-978E-A8579A031038}"/>
              </a:ext>
            </a:extLst>
          </p:cNvPr>
          <p:cNvSpPr>
            <a:spLocks/>
          </p:cNvSpPr>
          <p:nvPr/>
        </p:nvSpPr>
        <p:spPr>
          <a:xfrm>
            <a:off x="3092311" y="26223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3732">
            <a:extLst>
              <a:ext uri="{FF2B5EF4-FFF2-40B4-BE49-F238E27FC236}">
                <a16:creationId xmlns:a16="http://schemas.microsoft.com/office/drawing/2014/main" id="{C4BA3E75-FBA6-4633-9B8E-DBFE2640F7B3}"/>
              </a:ext>
            </a:extLst>
          </p:cNvPr>
          <p:cNvSpPr>
            <a:spLocks/>
          </p:cNvSpPr>
          <p:nvPr/>
        </p:nvSpPr>
        <p:spPr>
          <a:xfrm>
            <a:off x="3048755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3733">
            <a:extLst>
              <a:ext uri="{FF2B5EF4-FFF2-40B4-BE49-F238E27FC236}">
                <a16:creationId xmlns:a16="http://schemas.microsoft.com/office/drawing/2014/main" id="{F0F1AA93-8354-47B4-8567-DEF70B7C4207}"/>
              </a:ext>
            </a:extLst>
          </p:cNvPr>
          <p:cNvSpPr>
            <a:spLocks/>
          </p:cNvSpPr>
          <p:nvPr/>
        </p:nvSpPr>
        <p:spPr>
          <a:xfrm>
            <a:off x="307372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3734">
            <a:extLst>
              <a:ext uri="{FF2B5EF4-FFF2-40B4-BE49-F238E27FC236}">
                <a16:creationId xmlns:a16="http://schemas.microsoft.com/office/drawing/2014/main" id="{B3E2C051-23A6-4825-B73A-4BADCD51B68C}"/>
              </a:ext>
            </a:extLst>
          </p:cNvPr>
          <p:cNvSpPr>
            <a:spLocks/>
          </p:cNvSpPr>
          <p:nvPr/>
        </p:nvSpPr>
        <p:spPr>
          <a:xfrm>
            <a:off x="303032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3735">
            <a:extLst>
              <a:ext uri="{FF2B5EF4-FFF2-40B4-BE49-F238E27FC236}">
                <a16:creationId xmlns:a16="http://schemas.microsoft.com/office/drawing/2014/main" id="{F932E58A-F151-4C46-8E4A-C71B8C637C6F}"/>
              </a:ext>
            </a:extLst>
          </p:cNvPr>
          <p:cNvSpPr>
            <a:spLocks/>
          </p:cNvSpPr>
          <p:nvPr/>
        </p:nvSpPr>
        <p:spPr>
          <a:xfrm>
            <a:off x="309765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3736">
            <a:extLst>
              <a:ext uri="{FF2B5EF4-FFF2-40B4-BE49-F238E27FC236}">
                <a16:creationId xmlns:a16="http://schemas.microsoft.com/office/drawing/2014/main" id="{C364CA8E-8AA3-40FB-A154-BFA2179D4919}"/>
              </a:ext>
            </a:extLst>
          </p:cNvPr>
          <p:cNvSpPr>
            <a:spLocks/>
          </p:cNvSpPr>
          <p:nvPr/>
        </p:nvSpPr>
        <p:spPr>
          <a:xfrm>
            <a:off x="305459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3737">
            <a:extLst>
              <a:ext uri="{FF2B5EF4-FFF2-40B4-BE49-F238E27FC236}">
                <a16:creationId xmlns:a16="http://schemas.microsoft.com/office/drawing/2014/main" id="{1C17A8A0-5C27-4D38-8BE8-E725190C95AF}"/>
              </a:ext>
            </a:extLst>
          </p:cNvPr>
          <p:cNvSpPr>
            <a:spLocks/>
          </p:cNvSpPr>
          <p:nvPr/>
        </p:nvSpPr>
        <p:spPr>
          <a:xfrm>
            <a:off x="3076054" y="21905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3738">
            <a:extLst>
              <a:ext uri="{FF2B5EF4-FFF2-40B4-BE49-F238E27FC236}">
                <a16:creationId xmlns:a16="http://schemas.microsoft.com/office/drawing/2014/main" id="{9C88912A-276C-4AC5-B31E-FD5B39D9B432}"/>
              </a:ext>
            </a:extLst>
          </p:cNvPr>
          <p:cNvSpPr>
            <a:spLocks/>
          </p:cNvSpPr>
          <p:nvPr/>
        </p:nvSpPr>
        <p:spPr>
          <a:xfrm>
            <a:off x="306202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3739">
            <a:extLst>
              <a:ext uri="{FF2B5EF4-FFF2-40B4-BE49-F238E27FC236}">
                <a16:creationId xmlns:a16="http://schemas.microsoft.com/office/drawing/2014/main" id="{1811964B-F0AB-4556-98E1-0BBBEEEFADBD}"/>
              </a:ext>
            </a:extLst>
          </p:cNvPr>
          <p:cNvSpPr>
            <a:spLocks/>
          </p:cNvSpPr>
          <p:nvPr/>
        </p:nvSpPr>
        <p:spPr>
          <a:xfrm>
            <a:off x="312902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3740">
            <a:extLst>
              <a:ext uri="{FF2B5EF4-FFF2-40B4-BE49-F238E27FC236}">
                <a16:creationId xmlns:a16="http://schemas.microsoft.com/office/drawing/2014/main" id="{C3FDB0B1-A58D-4A14-A2B6-22B9D5F49DD5}"/>
              </a:ext>
            </a:extLst>
          </p:cNvPr>
          <p:cNvSpPr>
            <a:spLocks/>
          </p:cNvSpPr>
          <p:nvPr/>
        </p:nvSpPr>
        <p:spPr>
          <a:xfrm>
            <a:off x="3060648" y="22685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3741">
            <a:extLst>
              <a:ext uri="{FF2B5EF4-FFF2-40B4-BE49-F238E27FC236}">
                <a16:creationId xmlns:a16="http://schemas.microsoft.com/office/drawing/2014/main" id="{C1F03CB1-3CA8-4306-95CF-1EDCC1C12E92}"/>
              </a:ext>
            </a:extLst>
          </p:cNvPr>
          <p:cNvSpPr>
            <a:spLocks/>
          </p:cNvSpPr>
          <p:nvPr/>
        </p:nvSpPr>
        <p:spPr>
          <a:xfrm>
            <a:off x="3117201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3742">
            <a:extLst>
              <a:ext uri="{FF2B5EF4-FFF2-40B4-BE49-F238E27FC236}">
                <a16:creationId xmlns:a16="http://schemas.microsoft.com/office/drawing/2014/main" id="{EC0DA563-2318-4FAB-AB3B-5767FB8FBAA5}"/>
              </a:ext>
            </a:extLst>
          </p:cNvPr>
          <p:cNvSpPr>
            <a:spLocks/>
          </p:cNvSpPr>
          <p:nvPr/>
        </p:nvSpPr>
        <p:spPr>
          <a:xfrm>
            <a:off x="309080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3743">
            <a:extLst>
              <a:ext uri="{FF2B5EF4-FFF2-40B4-BE49-F238E27FC236}">
                <a16:creationId xmlns:a16="http://schemas.microsoft.com/office/drawing/2014/main" id="{69AC600E-46CA-4C87-A3EE-5F62F4A2BEEC}"/>
              </a:ext>
            </a:extLst>
          </p:cNvPr>
          <p:cNvSpPr>
            <a:spLocks/>
          </p:cNvSpPr>
          <p:nvPr/>
        </p:nvSpPr>
        <p:spPr>
          <a:xfrm>
            <a:off x="3095171" y="1956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3744">
            <a:extLst>
              <a:ext uri="{FF2B5EF4-FFF2-40B4-BE49-F238E27FC236}">
                <a16:creationId xmlns:a16="http://schemas.microsoft.com/office/drawing/2014/main" id="{2ED0514C-DE2F-45D8-B4FB-2680AC60B189}"/>
              </a:ext>
            </a:extLst>
          </p:cNvPr>
          <p:cNvSpPr>
            <a:spLocks/>
          </p:cNvSpPr>
          <p:nvPr/>
        </p:nvSpPr>
        <p:spPr>
          <a:xfrm>
            <a:off x="3032767" y="23243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3745">
            <a:extLst>
              <a:ext uri="{FF2B5EF4-FFF2-40B4-BE49-F238E27FC236}">
                <a16:creationId xmlns:a16="http://schemas.microsoft.com/office/drawing/2014/main" id="{FF8318E0-EA0E-4895-815C-AB79CF6E2DEC}"/>
              </a:ext>
            </a:extLst>
          </p:cNvPr>
          <p:cNvSpPr>
            <a:spLocks/>
          </p:cNvSpPr>
          <p:nvPr/>
        </p:nvSpPr>
        <p:spPr>
          <a:xfrm>
            <a:off x="3036424" y="2453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3746">
            <a:extLst>
              <a:ext uri="{FF2B5EF4-FFF2-40B4-BE49-F238E27FC236}">
                <a16:creationId xmlns:a16="http://schemas.microsoft.com/office/drawing/2014/main" id="{B6EE531B-0604-45B0-8CC9-1E3C71AA9DB2}"/>
              </a:ext>
            </a:extLst>
          </p:cNvPr>
          <p:cNvSpPr>
            <a:spLocks/>
          </p:cNvSpPr>
          <p:nvPr/>
        </p:nvSpPr>
        <p:spPr>
          <a:xfrm>
            <a:off x="3129811" y="2552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3747">
            <a:extLst>
              <a:ext uri="{FF2B5EF4-FFF2-40B4-BE49-F238E27FC236}">
                <a16:creationId xmlns:a16="http://schemas.microsoft.com/office/drawing/2014/main" id="{70AA9469-70A9-4B01-8FDE-290F36363749}"/>
              </a:ext>
            </a:extLst>
          </p:cNvPr>
          <p:cNvSpPr>
            <a:spLocks/>
          </p:cNvSpPr>
          <p:nvPr/>
        </p:nvSpPr>
        <p:spPr>
          <a:xfrm>
            <a:off x="2996109" y="25934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3748">
            <a:extLst>
              <a:ext uri="{FF2B5EF4-FFF2-40B4-BE49-F238E27FC236}">
                <a16:creationId xmlns:a16="http://schemas.microsoft.com/office/drawing/2014/main" id="{5E0350A9-6E57-42D8-A922-59999ACB5E51}"/>
              </a:ext>
            </a:extLst>
          </p:cNvPr>
          <p:cNvSpPr>
            <a:spLocks/>
          </p:cNvSpPr>
          <p:nvPr/>
        </p:nvSpPr>
        <p:spPr>
          <a:xfrm>
            <a:off x="3094611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3749">
            <a:extLst>
              <a:ext uri="{FF2B5EF4-FFF2-40B4-BE49-F238E27FC236}">
                <a16:creationId xmlns:a16="http://schemas.microsoft.com/office/drawing/2014/main" id="{94AC49EC-FDEE-41A0-8C60-C400AD9D3E33}"/>
              </a:ext>
            </a:extLst>
          </p:cNvPr>
          <p:cNvSpPr>
            <a:spLocks/>
          </p:cNvSpPr>
          <p:nvPr/>
        </p:nvSpPr>
        <p:spPr>
          <a:xfrm>
            <a:off x="3044355" y="3584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3750">
            <a:extLst>
              <a:ext uri="{FF2B5EF4-FFF2-40B4-BE49-F238E27FC236}">
                <a16:creationId xmlns:a16="http://schemas.microsoft.com/office/drawing/2014/main" id="{272B9F71-2CB3-4606-83EA-D4F3035D5991}"/>
              </a:ext>
            </a:extLst>
          </p:cNvPr>
          <p:cNvSpPr>
            <a:spLocks/>
          </p:cNvSpPr>
          <p:nvPr/>
        </p:nvSpPr>
        <p:spPr>
          <a:xfrm>
            <a:off x="3007332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3751">
            <a:extLst>
              <a:ext uri="{FF2B5EF4-FFF2-40B4-BE49-F238E27FC236}">
                <a16:creationId xmlns:a16="http://schemas.microsoft.com/office/drawing/2014/main" id="{2797A460-3C45-4E10-BF93-BC746243EF63}"/>
              </a:ext>
            </a:extLst>
          </p:cNvPr>
          <p:cNvSpPr>
            <a:spLocks/>
          </p:cNvSpPr>
          <p:nvPr/>
        </p:nvSpPr>
        <p:spPr>
          <a:xfrm>
            <a:off x="3046761" y="2458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3752">
            <a:extLst>
              <a:ext uri="{FF2B5EF4-FFF2-40B4-BE49-F238E27FC236}">
                <a16:creationId xmlns:a16="http://schemas.microsoft.com/office/drawing/2014/main" id="{A0A43DB0-79E7-4A80-9464-AF64D282AD87}"/>
              </a:ext>
            </a:extLst>
          </p:cNvPr>
          <p:cNvSpPr>
            <a:spLocks/>
          </p:cNvSpPr>
          <p:nvPr/>
        </p:nvSpPr>
        <p:spPr>
          <a:xfrm>
            <a:off x="303262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3753">
            <a:extLst>
              <a:ext uri="{FF2B5EF4-FFF2-40B4-BE49-F238E27FC236}">
                <a16:creationId xmlns:a16="http://schemas.microsoft.com/office/drawing/2014/main" id="{E696D78C-5888-4D59-9FA1-8F44749A2422}"/>
              </a:ext>
            </a:extLst>
          </p:cNvPr>
          <p:cNvSpPr>
            <a:spLocks/>
          </p:cNvSpPr>
          <p:nvPr/>
        </p:nvSpPr>
        <p:spPr>
          <a:xfrm>
            <a:off x="308320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3754">
            <a:extLst>
              <a:ext uri="{FF2B5EF4-FFF2-40B4-BE49-F238E27FC236}">
                <a16:creationId xmlns:a16="http://schemas.microsoft.com/office/drawing/2014/main" id="{C53F9B34-DC25-49E8-8910-B96543D28073}"/>
              </a:ext>
            </a:extLst>
          </p:cNvPr>
          <p:cNvSpPr>
            <a:spLocks/>
          </p:cNvSpPr>
          <p:nvPr/>
        </p:nvSpPr>
        <p:spPr>
          <a:xfrm>
            <a:off x="300752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3755">
            <a:extLst>
              <a:ext uri="{FF2B5EF4-FFF2-40B4-BE49-F238E27FC236}">
                <a16:creationId xmlns:a16="http://schemas.microsoft.com/office/drawing/2014/main" id="{07DF9C88-0355-4BC3-BDCE-424BFC17AA62}"/>
              </a:ext>
            </a:extLst>
          </p:cNvPr>
          <p:cNvSpPr>
            <a:spLocks/>
          </p:cNvSpPr>
          <p:nvPr/>
        </p:nvSpPr>
        <p:spPr>
          <a:xfrm>
            <a:off x="300004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3756">
            <a:extLst>
              <a:ext uri="{FF2B5EF4-FFF2-40B4-BE49-F238E27FC236}">
                <a16:creationId xmlns:a16="http://schemas.microsoft.com/office/drawing/2014/main" id="{129EB9D2-D77E-493D-8083-3B8824F5A953}"/>
              </a:ext>
            </a:extLst>
          </p:cNvPr>
          <p:cNvSpPr>
            <a:spLocks/>
          </p:cNvSpPr>
          <p:nvPr/>
        </p:nvSpPr>
        <p:spPr>
          <a:xfrm>
            <a:off x="2995656" y="2556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3757">
            <a:extLst>
              <a:ext uri="{FF2B5EF4-FFF2-40B4-BE49-F238E27FC236}">
                <a16:creationId xmlns:a16="http://schemas.microsoft.com/office/drawing/2014/main" id="{4CFCACE7-0305-417D-932F-21BDFB5A5D71}"/>
              </a:ext>
            </a:extLst>
          </p:cNvPr>
          <p:cNvSpPr>
            <a:spLocks/>
          </p:cNvSpPr>
          <p:nvPr/>
        </p:nvSpPr>
        <p:spPr>
          <a:xfrm>
            <a:off x="3067873" y="27104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3758">
            <a:extLst>
              <a:ext uri="{FF2B5EF4-FFF2-40B4-BE49-F238E27FC236}">
                <a16:creationId xmlns:a16="http://schemas.microsoft.com/office/drawing/2014/main" id="{CF3F16EA-FDA3-4660-8F90-374C7A6B22FC}"/>
              </a:ext>
            </a:extLst>
          </p:cNvPr>
          <p:cNvSpPr>
            <a:spLocks/>
          </p:cNvSpPr>
          <p:nvPr/>
        </p:nvSpPr>
        <p:spPr>
          <a:xfrm>
            <a:off x="3060502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3759">
            <a:extLst>
              <a:ext uri="{FF2B5EF4-FFF2-40B4-BE49-F238E27FC236}">
                <a16:creationId xmlns:a16="http://schemas.microsoft.com/office/drawing/2014/main" id="{3D0E4F0C-5805-4117-BF7B-0DF84991B8BA}"/>
              </a:ext>
            </a:extLst>
          </p:cNvPr>
          <p:cNvSpPr>
            <a:spLocks/>
          </p:cNvSpPr>
          <p:nvPr/>
        </p:nvSpPr>
        <p:spPr>
          <a:xfrm>
            <a:off x="311987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3760">
            <a:extLst>
              <a:ext uri="{FF2B5EF4-FFF2-40B4-BE49-F238E27FC236}">
                <a16:creationId xmlns:a16="http://schemas.microsoft.com/office/drawing/2014/main" id="{932A0BDD-76A9-4DAB-B861-0F7EFD50611E}"/>
              </a:ext>
            </a:extLst>
          </p:cNvPr>
          <p:cNvSpPr>
            <a:spLocks/>
          </p:cNvSpPr>
          <p:nvPr/>
        </p:nvSpPr>
        <p:spPr>
          <a:xfrm>
            <a:off x="3067033" y="2167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3761">
            <a:extLst>
              <a:ext uri="{FF2B5EF4-FFF2-40B4-BE49-F238E27FC236}">
                <a16:creationId xmlns:a16="http://schemas.microsoft.com/office/drawing/2014/main" id="{C1B7B89F-6D2C-4A93-A788-33CAEDED10D6}"/>
              </a:ext>
            </a:extLst>
          </p:cNvPr>
          <p:cNvSpPr>
            <a:spLocks/>
          </p:cNvSpPr>
          <p:nvPr/>
        </p:nvSpPr>
        <p:spPr>
          <a:xfrm>
            <a:off x="3025665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3762">
            <a:extLst>
              <a:ext uri="{FF2B5EF4-FFF2-40B4-BE49-F238E27FC236}">
                <a16:creationId xmlns:a16="http://schemas.microsoft.com/office/drawing/2014/main" id="{D6988B77-5C43-4014-9D95-09E2B634235C}"/>
              </a:ext>
            </a:extLst>
          </p:cNvPr>
          <p:cNvSpPr>
            <a:spLocks/>
          </p:cNvSpPr>
          <p:nvPr/>
        </p:nvSpPr>
        <p:spPr>
          <a:xfrm>
            <a:off x="3116932" y="2018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3763">
            <a:extLst>
              <a:ext uri="{FF2B5EF4-FFF2-40B4-BE49-F238E27FC236}">
                <a16:creationId xmlns:a16="http://schemas.microsoft.com/office/drawing/2014/main" id="{DD8D9AB6-7C5A-43C4-B041-BD295F137D49}"/>
              </a:ext>
            </a:extLst>
          </p:cNvPr>
          <p:cNvSpPr>
            <a:spLocks/>
          </p:cNvSpPr>
          <p:nvPr/>
        </p:nvSpPr>
        <p:spPr>
          <a:xfrm>
            <a:off x="3006234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3764">
            <a:extLst>
              <a:ext uri="{FF2B5EF4-FFF2-40B4-BE49-F238E27FC236}">
                <a16:creationId xmlns:a16="http://schemas.microsoft.com/office/drawing/2014/main" id="{52002757-54F5-427A-9097-A1B3A400A84E}"/>
              </a:ext>
            </a:extLst>
          </p:cNvPr>
          <p:cNvSpPr>
            <a:spLocks/>
          </p:cNvSpPr>
          <p:nvPr/>
        </p:nvSpPr>
        <p:spPr>
          <a:xfrm>
            <a:off x="3140660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3765">
            <a:extLst>
              <a:ext uri="{FF2B5EF4-FFF2-40B4-BE49-F238E27FC236}">
                <a16:creationId xmlns:a16="http://schemas.microsoft.com/office/drawing/2014/main" id="{83656B4C-6F96-4283-BBD4-D4BB3A151622}"/>
              </a:ext>
            </a:extLst>
          </p:cNvPr>
          <p:cNvSpPr>
            <a:spLocks/>
          </p:cNvSpPr>
          <p:nvPr/>
        </p:nvSpPr>
        <p:spPr>
          <a:xfrm>
            <a:off x="3152733" y="30251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3766">
            <a:extLst>
              <a:ext uri="{FF2B5EF4-FFF2-40B4-BE49-F238E27FC236}">
                <a16:creationId xmlns:a16="http://schemas.microsoft.com/office/drawing/2014/main" id="{A63CA982-EA47-44FC-80A4-02F8B8097B9E}"/>
              </a:ext>
            </a:extLst>
          </p:cNvPr>
          <p:cNvSpPr>
            <a:spLocks/>
          </p:cNvSpPr>
          <p:nvPr/>
        </p:nvSpPr>
        <p:spPr>
          <a:xfrm>
            <a:off x="309251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3767">
            <a:extLst>
              <a:ext uri="{FF2B5EF4-FFF2-40B4-BE49-F238E27FC236}">
                <a16:creationId xmlns:a16="http://schemas.microsoft.com/office/drawing/2014/main" id="{118BC53A-CABB-4A83-B27B-247586D0AC78}"/>
              </a:ext>
            </a:extLst>
          </p:cNvPr>
          <p:cNvSpPr>
            <a:spLocks/>
          </p:cNvSpPr>
          <p:nvPr/>
        </p:nvSpPr>
        <p:spPr>
          <a:xfrm>
            <a:off x="2983742" y="28750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3768">
            <a:extLst>
              <a:ext uri="{FF2B5EF4-FFF2-40B4-BE49-F238E27FC236}">
                <a16:creationId xmlns:a16="http://schemas.microsoft.com/office/drawing/2014/main" id="{B4E8AEBE-62CD-4D16-B0CE-743B7471D63B}"/>
              </a:ext>
            </a:extLst>
          </p:cNvPr>
          <p:cNvSpPr>
            <a:spLocks/>
          </p:cNvSpPr>
          <p:nvPr/>
        </p:nvSpPr>
        <p:spPr>
          <a:xfrm>
            <a:off x="3026600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3769">
            <a:extLst>
              <a:ext uri="{FF2B5EF4-FFF2-40B4-BE49-F238E27FC236}">
                <a16:creationId xmlns:a16="http://schemas.microsoft.com/office/drawing/2014/main" id="{22515B71-3A97-454A-8B27-DF2E9A3767DE}"/>
              </a:ext>
            </a:extLst>
          </p:cNvPr>
          <p:cNvSpPr>
            <a:spLocks/>
          </p:cNvSpPr>
          <p:nvPr/>
        </p:nvSpPr>
        <p:spPr>
          <a:xfrm>
            <a:off x="3138940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3770">
            <a:extLst>
              <a:ext uri="{FF2B5EF4-FFF2-40B4-BE49-F238E27FC236}">
                <a16:creationId xmlns:a16="http://schemas.microsoft.com/office/drawing/2014/main" id="{2F7B43AB-91B0-43EF-A2C4-7EC21AB7AA6A}"/>
              </a:ext>
            </a:extLst>
          </p:cNvPr>
          <p:cNvSpPr>
            <a:spLocks/>
          </p:cNvSpPr>
          <p:nvPr/>
        </p:nvSpPr>
        <p:spPr>
          <a:xfrm>
            <a:off x="2999117" y="2306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3771">
            <a:extLst>
              <a:ext uri="{FF2B5EF4-FFF2-40B4-BE49-F238E27FC236}">
                <a16:creationId xmlns:a16="http://schemas.microsoft.com/office/drawing/2014/main" id="{D3A635EA-5873-4168-8069-0F9EF65AE5A3}"/>
              </a:ext>
            </a:extLst>
          </p:cNvPr>
          <p:cNvSpPr>
            <a:spLocks/>
          </p:cNvSpPr>
          <p:nvPr/>
        </p:nvSpPr>
        <p:spPr>
          <a:xfrm>
            <a:off x="3056547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3772">
            <a:extLst>
              <a:ext uri="{FF2B5EF4-FFF2-40B4-BE49-F238E27FC236}">
                <a16:creationId xmlns:a16="http://schemas.microsoft.com/office/drawing/2014/main" id="{D425FABC-31F4-4603-AA73-E57152FD0F76}"/>
              </a:ext>
            </a:extLst>
          </p:cNvPr>
          <p:cNvSpPr>
            <a:spLocks/>
          </p:cNvSpPr>
          <p:nvPr/>
        </p:nvSpPr>
        <p:spPr>
          <a:xfrm>
            <a:off x="307576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3773">
            <a:extLst>
              <a:ext uri="{FF2B5EF4-FFF2-40B4-BE49-F238E27FC236}">
                <a16:creationId xmlns:a16="http://schemas.microsoft.com/office/drawing/2014/main" id="{EBAC0037-3646-4B26-BE2B-4204DD131FB4}"/>
              </a:ext>
            </a:extLst>
          </p:cNvPr>
          <p:cNvSpPr>
            <a:spLocks/>
          </p:cNvSpPr>
          <p:nvPr/>
        </p:nvSpPr>
        <p:spPr>
          <a:xfrm>
            <a:off x="3150154" y="23334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3774">
            <a:extLst>
              <a:ext uri="{FF2B5EF4-FFF2-40B4-BE49-F238E27FC236}">
                <a16:creationId xmlns:a16="http://schemas.microsoft.com/office/drawing/2014/main" id="{D6D48E0D-0298-401F-9D26-8835FC327320}"/>
              </a:ext>
            </a:extLst>
          </p:cNvPr>
          <p:cNvSpPr>
            <a:spLocks/>
          </p:cNvSpPr>
          <p:nvPr/>
        </p:nvSpPr>
        <p:spPr>
          <a:xfrm>
            <a:off x="308640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3775">
            <a:extLst>
              <a:ext uri="{FF2B5EF4-FFF2-40B4-BE49-F238E27FC236}">
                <a16:creationId xmlns:a16="http://schemas.microsoft.com/office/drawing/2014/main" id="{F7C48408-25AB-4914-A4D3-61B855322C96}"/>
              </a:ext>
            </a:extLst>
          </p:cNvPr>
          <p:cNvSpPr>
            <a:spLocks/>
          </p:cNvSpPr>
          <p:nvPr/>
        </p:nvSpPr>
        <p:spPr>
          <a:xfrm>
            <a:off x="304542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3776">
            <a:extLst>
              <a:ext uri="{FF2B5EF4-FFF2-40B4-BE49-F238E27FC236}">
                <a16:creationId xmlns:a16="http://schemas.microsoft.com/office/drawing/2014/main" id="{FDEB398B-715E-4F81-B74D-0FB6910068BF}"/>
              </a:ext>
            </a:extLst>
          </p:cNvPr>
          <p:cNvSpPr>
            <a:spLocks/>
          </p:cNvSpPr>
          <p:nvPr/>
        </p:nvSpPr>
        <p:spPr>
          <a:xfrm>
            <a:off x="3109189" y="2721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3777">
            <a:extLst>
              <a:ext uri="{FF2B5EF4-FFF2-40B4-BE49-F238E27FC236}">
                <a16:creationId xmlns:a16="http://schemas.microsoft.com/office/drawing/2014/main" id="{F57CFE8F-C608-4E03-9CEC-03FB97A5B7FA}"/>
              </a:ext>
            </a:extLst>
          </p:cNvPr>
          <p:cNvSpPr>
            <a:spLocks/>
          </p:cNvSpPr>
          <p:nvPr/>
        </p:nvSpPr>
        <p:spPr>
          <a:xfrm>
            <a:off x="2985985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3778">
            <a:extLst>
              <a:ext uri="{FF2B5EF4-FFF2-40B4-BE49-F238E27FC236}">
                <a16:creationId xmlns:a16="http://schemas.microsoft.com/office/drawing/2014/main" id="{16E7EC77-7B7D-48C6-9C44-60A72D7197F2}"/>
              </a:ext>
            </a:extLst>
          </p:cNvPr>
          <p:cNvSpPr>
            <a:spLocks/>
          </p:cNvSpPr>
          <p:nvPr/>
        </p:nvSpPr>
        <p:spPr>
          <a:xfrm>
            <a:off x="299335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3779">
            <a:extLst>
              <a:ext uri="{FF2B5EF4-FFF2-40B4-BE49-F238E27FC236}">
                <a16:creationId xmlns:a16="http://schemas.microsoft.com/office/drawing/2014/main" id="{E758770A-5D9C-414D-8335-3AAE0466E004}"/>
              </a:ext>
            </a:extLst>
          </p:cNvPr>
          <p:cNvSpPr>
            <a:spLocks/>
          </p:cNvSpPr>
          <p:nvPr/>
        </p:nvSpPr>
        <p:spPr>
          <a:xfrm>
            <a:off x="3073843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3780">
            <a:extLst>
              <a:ext uri="{FF2B5EF4-FFF2-40B4-BE49-F238E27FC236}">
                <a16:creationId xmlns:a16="http://schemas.microsoft.com/office/drawing/2014/main" id="{0E03A769-93ED-4036-BF62-DC213FBD220F}"/>
              </a:ext>
            </a:extLst>
          </p:cNvPr>
          <p:cNvSpPr>
            <a:spLocks/>
          </p:cNvSpPr>
          <p:nvPr/>
        </p:nvSpPr>
        <p:spPr>
          <a:xfrm>
            <a:off x="313571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3781">
            <a:extLst>
              <a:ext uri="{FF2B5EF4-FFF2-40B4-BE49-F238E27FC236}">
                <a16:creationId xmlns:a16="http://schemas.microsoft.com/office/drawing/2014/main" id="{4819A029-082C-4433-B8E7-C6B2919D2FDC}"/>
              </a:ext>
            </a:extLst>
          </p:cNvPr>
          <p:cNvSpPr>
            <a:spLocks/>
          </p:cNvSpPr>
          <p:nvPr/>
        </p:nvSpPr>
        <p:spPr>
          <a:xfrm>
            <a:off x="3045045" y="3186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3782">
            <a:extLst>
              <a:ext uri="{FF2B5EF4-FFF2-40B4-BE49-F238E27FC236}">
                <a16:creationId xmlns:a16="http://schemas.microsoft.com/office/drawing/2014/main" id="{B0B94AA4-3843-4A93-9C93-A908A3D8C51E}"/>
              </a:ext>
            </a:extLst>
          </p:cNvPr>
          <p:cNvSpPr>
            <a:spLocks/>
          </p:cNvSpPr>
          <p:nvPr/>
        </p:nvSpPr>
        <p:spPr>
          <a:xfrm>
            <a:off x="3092709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3783">
            <a:extLst>
              <a:ext uri="{FF2B5EF4-FFF2-40B4-BE49-F238E27FC236}">
                <a16:creationId xmlns:a16="http://schemas.microsoft.com/office/drawing/2014/main" id="{56AB8C29-0FF3-48CA-9807-181989D5E9E4}"/>
              </a:ext>
            </a:extLst>
          </p:cNvPr>
          <p:cNvSpPr>
            <a:spLocks/>
          </p:cNvSpPr>
          <p:nvPr/>
        </p:nvSpPr>
        <p:spPr>
          <a:xfrm>
            <a:off x="310567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3784">
            <a:extLst>
              <a:ext uri="{FF2B5EF4-FFF2-40B4-BE49-F238E27FC236}">
                <a16:creationId xmlns:a16="http://schemas.microsoft.com/office/drawing/2014/main" id="{2C606599-0FED-48A4-BB4A-26917DFBEB5B}"/>
              </a:ext>
            </a:extLst>
          </p:cNvPr>
          <p:cNvSpPr>
            <a:spLocks/>
          </p:cNvSpPr>
          <p:nvPr/>
        </p:nvSpPr>
        <p:spPr>
          <a:xfrm>
            <a:off x="302995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3785">
            <a:extLst>
              <a:ext uri="{FF2B5EF4-FFF2-40B4-BE49-F238E27FC236}">
                <a16:creationId xmlns:a16="http://schemas.microsoft.com/office/drawing/2014/main" id="{59F8D596-1C18-49D9-B20F-E9A5254A681E}"/>
              </a:ext>
            </a:extLst>
          </p:cNvPr>
          <p:cNvSpPr>
            <a:spLocks/>
          </p:cNvSpPr>
          <p:nvPr/>
        </p:nvSpPr>
        <p:spPr>
          <a:xfrm>
            <a:off x="301420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3786">
            <a:extLst>
              <a:ext uri="{FF2B5EF4-FFF2-40B4-BE49-F238E27FC236}">
                <a16:creationId xmlns:a16="http://schemas.microsoft.com/office/drawing/2014/main" id="{FE1DC7D9-BF0B-4FF5-B8C7-1019D82C081C}"/>
              </a:ext>
            </a:extLst>
          </p:cNvPr>
          <p:cNvSpPr>
            <a:spLocks/>
          </p:cNvSpPr>
          <p:nvPr/>
        </p:nvSpPr>
        <p:spPr>
          <a:xfrm>
            <a:off x="3005653" y="2925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3787">
            <a:extLst>
              <a:ext uri="{FF2B5EF4-FFF2-40B4-BE49-F238E27FC236}">
                <a16:creationId xmlns:a16="http://schemas.microsoft.com/office/drawing/2014/main" id="{5F9B0155-EDFD-4014-99B7-FCD702CCA070}"/>
              </a:ext>
            </a:extLst>
          </p:cNvPr>
          <p:cNvSpPr>
            <a:spLocks/>
          </p:cNvSpPr>
          <p:nvPr/>
        </p:nvSpPr>
        <p:spPr>
          <a:xfrm>
            <a:off x="3035218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3788">
            <a:extLst>
              <a:ext uri="{FF2B5EF4-FFF2-40B4-BE49-F238E27FC236}">
                <a16:creationId xmlns:a16="http://schemas.microsoft.com/office/drawing/2014/main" id="{9558D1AB-C47D-4D2E-B15E-3273BFA89872}"/>
              </a:ext>
            </a:extLst>
          </p:cNvPr>
          <p:cNvSpPr>
            <a:spLocks/>
          </p:cNvSpPr>
          <p:nvPr/>
        </p:nvSpPr>
        <p:spPr>
          <a:xfrm>
            <a:off x="3046333" y="22685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3789">
            <a:extLst>
              <a:ext uri="{FF2B5EF4-FFF2-40B4-BE49-F238E27FC236}">
                <a16:creationId xmlns:a16="http://schemas.microsoft.com/office/drawing/2014/main" id="{9D40F077-80AF-4FCE-B979-10CE631AF15D}"/>
              </a:ext>
            </a:extLst>
          </p:cNvPr>
          <p:cNvSpPr>
            <a:spLocks/>
          </p:cNvSpPr>
          <p:nvPr/>
        </p:nvSpPr>
        <p:spPr>
          <a:xfrm>
            <a:off x="3053120" y="33733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3790">
            <a:extLst>
              <a:ext uri="{FF2B5EF4-FFF2-40B4-BE49-F238E27FC236}">
                <a16:creationId xmlns:a16="http://schemas.microsoft.com/office/drawing/2014/main" id="{963B0323-0097-4F25-BBA0-AD21DBB837AE}"/>
              </a:ext>
            </a:extLst>
          </p:cNvPr>
          <p:cNvSpPr>
            <a:spLocks/>
          </p:cNvSpPr>
          <p:nvPr/>
        </p:nvSpPr>
        <p:spPr>
          <a:xfrm>
            <a:off x="3143121" y="2430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3791">
            <a:extLst>
              <a:ext uri="{FF2B5EF4-FFF2-40B4-BE49-F238E27FC236}">
                <a16:creationId xmlns:a16="http://schemas.microsoft.com/office/drawing/2014/main" id="{AA67D040-3C8D-4BB7-A2E3-735FFB2B769F}"/>
              </a:ext>
            </a:extLst>
          </p:cNvPr>
          <p:cNvSpPr>
            <a:spLocks/>
          </p:cNvSpPr>
          <p:nvPr/>
        </p:nvSpPr>
        <p:spPr>
          <a:xfrm>
            <a:off x="3124437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3792">
            <a:extLst>
              <a:ext uri="{FF2B5EF4-FFF2-40B4-BE49-F238E27FC236}">
                <a16:creationId xmlns:a16="http://schemas.microsoft.com/office/drawing/2014/main" id="{5AC9AE51-E526-4612-A386-4538B3BE316F}"/>
              </a:ext>
            </a:extLst>
          </p:cNvPr>
          <p:cNvSpPr>
            <a:spLocks/>
          </p:cNvSpPr>
          <p:nvPr/>
        </p:nvSpPr>
        <p:spPr>
          <a:xfrm>
            <a:off x="312344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3793">
            <a:extLst>
              <a:ext uri="{FF2B5EF4-FFF2-40B4-BE49-F238E27FC236}">
                <a16:creationId xmlns:a16="http://schemas.microsoft.com/office/drawing/2014/main" id="{1557FC34-D5AA-40DD-8C5F-CB87678F42D6}"/>
              </a:ext>
            </a:extLst>
          </p:cNvPr>
          <p:cNvSpPr>
            <a:spLocks/>
          </p:cNvSpPr>
          <p:nvPr/>
        </p:nvSpPr>
        <p:spPr>
          <a:xfrm>
            <a:off x="2992870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3794">
            <a:extLst>
              <a:ext uri="{FF2B5EF4-FFF2-40B4-BE49-F238E27FC236}">
                <a16:creationId xmlns:a16="http://schemas.microsoft.com/office/drawing/2014/main" id="{464AD17F-0AD0-409F-9418-F9E9DCB36604}"/>
              </a:ext>
            </a:extLst>
          </p:cNvPr>
          <p:cNvSpPr>
            <a:spLocks/>
          </p:cNvSpPr>
          <p:nvPr/>
        </p:nvSpPr>
        <p:spPr>
          <a:xfrm>
            <a:off x="2982843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3795">
            <a:extLst>
              <a:ext uri="{FF2B5EF4-FFF2-40B4-BE49-F238E27FC236}">
                <a16:creationId xmlns:a16="http://schemas.microsoft.com/office/drawing/2014/main" id="{FE368C7D-45C7-4938-B501-48F282C2E304}"/>
              </a:ext>
            </a:extLst>
          </p:cNvPr>
          <p:cNvSpPr>
            <a:spLocks/>
          </p:cNvSpPr>
          <p:nvPr/>
        </p:nvSpPr>
        <p:spPr>
          <a:xfrm>
            <a:off x="3110757" y="20159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3796">
            <a:extLst>
              <a:ext uri="{FF2B5EF4-FFF2-40B4-BE49-F238E27FC236}">
                <a16:creationId xmlns:a16="http://schemas.microsoft.com/office/drawing/2014/main" id="{5950B775-90A5-4D58-BF1A-F0D33A8C01F9}"/>
              </a:ext>
            </a:extLst>
          </p:cNvPr>
          <p:cNvSpPr>
            <a:spLocks/>
          </p:cNvSpPr>
          <p:nvPr/>
        </p:nvSpPr>
        <p:spPr>
          <a:xfrm>
            <a:off x="3121376" y="23973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3797">
            <a:extLst>
              <a:ext uri="{FF2B5EF4-FFF2-40B4-BE49-F238E27FC236}">
                <a16:creationId xmlns:a16="http://schemas.microsoft.com/office/drawing/2014/main" id="{6F98C766-7400-4065-83BC-3631F4BDE8A0}"/>
              </a:ext>
            </a:extLst>
          </p:cNvPr>
          <p:cNvSpPr>
            <a:spLocks/>
          </p:cNvSpPr>
          <p:nvPr/>
        </p:nvSpPr>
        <p:spPr>
          <a:xfrm>
            <a:off x="3042320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3798">
            <a:extLst>
              <a:ext uri="{FF2B5EF4-FFF2-40B4-BE49-F238E27FC236}">
                <a16:creationId xmlns:a16="http://schemas.microsoft.com/office/drawing/2014/main" id="{7E2F4A6A-8437-4D01-9BB5-C655A3010B15}"/>
              </a:ext>
            </a:extLst>
          </p:cNvPr>
          <p:cNvSpPr>
            <a:spLocks/>
          </p:cNvSpPr>
          <p:nvPr/>
        </p:nvSpPr>
        <p:spPr>
          <a:xfrm>
            <a:off x="3151046" y="26729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3799">
            <a:extLst>
              <a:ext uri="{FF2B5EF4-FFF2-40B4-BE49-F238E27FC236}">
                <a16:creationId xmlns:a16="http://schemas.microsoft.com/office/drawing/2014/main" id="{48723E86-2F1D-451C-B202-2BBE6025733E}"/>
              </a:ext>
            </a:extLst>
          </p:cNvPr>
          <p:cNvSpPr>
            <a:spLocks/>
          </p:cNvSpPr>
          <p:nvPr/>
        </p:nvSpPr>
        <p:spPr>
          <a:xfrm>
            <a:off x="3022869" y="2359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3800">
            <a:extLst>
              <a:ext uri="{FF2B5EF4-FFF2-40B4-BE49-F238E27FC236}">
                <a16:creationId xmlns:a16="http://schemas.microsoft.com/office/drawing/2014/main" id="{A51D67CA-491C-46B4-8880-27F8E5EF7B6B}"/>
              </a:ext>
            </a:extLst>
          </p:cNvPr>
          <p:cNvSpPr>
            <a:spLocks/>
          </p:cNvSpPr>
          <p:nvPr/>
        </p:nvSpPr>
        <p:spPr>
          <a:xfrm>
            <a:off x="313952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3801">
            <a:extLst>
              <a:ext uri="{FF2B5EF4-FFF2-40B4-BE49-F238E27FC236}">
                <a16:creationId xmlns:a16="http://schemas.microsoft.com/office/drawing/2014/main" id="{AD52E214-B519-4D74-B025-E9470418316D}"/>
              </a:ext>
            </a:extLst>
          </p:cNvPr>
          <p:cNvSpPr>
            <a:spLocks/>
          </p:cNvSpPr>
          <p:nvPr/>
        </p:nvSpPr>
        <p:spPr>
          <a:xfrm>
            <a:off x="307859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3802">
            <a:extLst>
              <a:ext uri="{FF2B5EF4-FFF2-40B4-BE49-F238E27FC236}">
                <a16:creationId xmlns:a16="http://schemas.microsoft.com/office/drawing/2014/main" id="{3E7BCF59-54BF-4603-BFB5-673BC65D5940}"/>
              </a:ext>
            </a:extLst>
          </p:cNvPr>
          <p:cNvSpPr>
            <a:spLocks/>
          </p:cNvSpPr>
          <p:nvPr/>
        </p:nvSpPr>
        <p:spPr>
          <a:xfrm>
            <a:off x="307734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3803">
            <a:extLst>
              <a:ext uri="{FF2B5EF4-FFF2-40B4-BE49-F238E27FC236}">
                <a16:creationId xmlns:a16="http://schemas.microsoft.com/office/drawing/2014/main" id="{E501F622-EAB1-4AA0-AB71-F2741AC22CA6}"/>
              </a:ext>
            </a:extLst>
          </p:cNvPr>
          <p:cNvSpPr>
            <a:spLocks/>
          </p:cNvSpPr>
          <p:nvPr/>
        </p:nvSpPr>
        <p:spPr>
          <a:xfrm>
            <a:off x="3020637" y="22723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3804">
            <a:extLst>
              <a:ext uri="{FF2B5EF4-FFF2-40B4-BE49-F238E27FC236}">
                <a16:creationId xmlns:a16="http://schemas.microsoft.com/office/drawing/2014/main" id="{A0599B52-494A-42D9-AE9E-8083DC091727}"/>
              </a:ext>
            </a:extLst>
          </p:cNvPr>
          <p:cNvSpPr>
            <a:spLocks/>
          </p:cNvSpPr>
          <p:nvPr/>
        </p:nvSpPr>
        <p:spPr>
          <a:xfrm>
            <a:off x="3089520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3805">
            <a:extLst>
              <a:ext uri="{FF2B5EF4-FFF2-40B4-BE49-F238E27FC236}">
                <a16:creationId xmlns:a16="http://schemas.microsoft.com/office/drawing/2014/main" id="{C92D3A10-C87B-4516-8341-857F0B7772AE}"/>
              </a:ext>
            </a:extLst>
          </p:cNvPr>
          <p:cNvSpPr>
            <a:spLocks/>
          </p:cNvSpPr>
          <p:nvPr/>
        </p:nvSpPr>
        <p:spPr>
          <a:xfrm>
            <a:off x="3117617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3806">
            <a:extLst>
              <a:ext uri="{FF2B5EF4-FFF2-40B4-BE49-F238E27FC236}">
                <a16:creationId xmlns:a16="http://schemas.microsoft.com/office/drawing/2014/main" id="{4DF56998-02CE-4860-9BD1-A7BE6E2837AB}"/>
              </a:ext>
            </a:extLst>
          </p:cNvPr>
          <p:cNvSpPr>
            <a:spLocks/>
          </p:cNvSpPr>
          <p:nvPr/>
        </p:nvSpPr>
        <p:spPr>
          <a:xfrm>
            <a:off x="3152600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3807">
            <a:extLst>
              <a:ext uri="{FF2B5EF4-FFF2-40B4-BE49-F238E27FC236}">
                <a16:creationId xmlns:a16="http://schemas.microsoft.com/office/drawing/2014/main" id="{188B7533-3B23-4518-9D0A-C15FBF022500}"/>
              </a:ext>
            </a:extLst>
          </p:cNvPr>
          <p:cNvSpPr>
            <a:spLocks/>
          </p:cNvSpPr>
          <p:nvPr/>
        </p:nvSpPr>
        <p:spPr>
          <a:xfrm>
            <a:off x="3132267" y="2417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3808">
            <a:extLst>
              <a:ext uri="{FF2B5EF4-FFF2-40B4-BE49-F238E27FC236}">
                <a16:creationId xmlns:a16="http://schemas.microsoft.com/office/drawing/2014/main" id="{AE308057-7643-4B9A-B494-23144625C6D5}"/>
              </a:ext>
            </a:extLst>
          </p:cNvPr>
          <p:cNvSpPr>
            <a:spLocks/>
          </p:cNvSpPr>
          <p:nvPr/>
        </p:nvSpPr>
        <p:spPr>
          <a:xfrm>
            <a:off x="300075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3809">
            <a:extLst>
              <a:ext uri="{FF2B5EF4-FFF2-40B4-BE49-F238E27FC236}">
                <a16:creationId xmlns:a16="http://schemas.microsoft.com/office/drawing/2014/main" id="{81C05CDF-4B14-4763-8681-385B9CCC5FC0}"/>
              </a:ext>
            </a:extLst>
          </p:cNvPr>
          <p:cNvSpPr>
            <a:spLocks/>
          </p:cNvSpPr>
          <p:nvPr/>
        </p:nvSpPr>
        <p:spPr>
          <a:xfrm>
            <a:off x="3129188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3810">
            <a:extLst>
              <a:ext uri="{FF2B5EF4-FFF2-40B4-BE49-F238E27FC236}">
                <a16:creationId xmlns:a16="http://schemas.microsoft.com/office/drawing/2014/main" id="{9779A21A-FB57-4AAE-8BFF-30356CA5F98F}"/>
              </a:ext>
            </a:extLst>
          </p:cNvPr>
          <p:cNvSpPr>
            <a:spLocks/>
          </p:cNvSpPr>
          <p:nvPr/>
        </p:nvSpPr>
        <p:spPr>
          <a:xfrm>
            <a:off x="3131128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3811">
            <a:extLst>
              <a:ext uri="{FF2B5EF4-FFF2-40B4-BE49-F238E27FC236}">
                <a16:creationId xmlns:a16="http://schemas.microsoft.com/office/drawing/2014/main" id="{394959A6-B898-415B-AA85-98CBA70BD50C}"/>
              </a:ext>
            </a:extLst>
          </p:cNvPr>
          <p:cNvSpPr>
            <a:spLocks/>
          </p:cNvSpPr>
          <p:nvPr/>
        </p:nvSpPr>
        <p:spPr>
          <a:xfrm>
            <a:off x="3066659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3812">
            <a:extLst>
              <a:ext uri="{FF2B5EF4-FFF2-40B4-BE49-F238E27FC236}">
                <a16:creationId xmlns:a16="http://schemas.microsoft.com/office/drawing/2014/main" id="{125132DB-1870-4C92-8746-14981EBA25A3}"/>
              </a:ext>
            </a:extLst>
          </p:cNvPr>
          <p:cNvSpPr>
            <a:spLocks/>
          </p:cNvSpPr>
          <p:nvPr/>
        </p:nvSpPr>
        <p:spPr>
          <a:xfrm>
            <a:off x="3077617" y="2592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3813">
            <a:extLst>
              <a:ext uri="{FF2B5EF4-FFF2-40B4-BE49-F238E27FC236}">
                <a16:creationId xmlns:a16="http://schemas.microsoft.com/office/drawing/2014/main" id="{C96BBFD4-859C-48F5-99DA-91D7B2C730D7}"/>
              </a:ext>
            </a:extLst>
          </p:cNvPr>
          <p:cNvSpPr>
            <a:spLocks/>
          </p:cNvSpPr>
          <p:nvPr/>
        </p:nvSpPr>
        <p:spPr>
          <a:xfrm>
            <a:off x="306146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3814">
            <a:extLst>
              <a:ext uri="{FF2B5EF4-FFF2-40B4-BE49-F238E27FC236}">
                <a16:creationId xmlns:a16="http://schemas.microsoft.com/office/drawing/2014/main" id="{21797E74-7908-4620-BD48-28AECB8E35BA}"/>
              </a:ext>
            </a:extLst>
          </p:cNvPr>
          <p:cNvSpPr>
            <a:spLocks/>
          </p:cNvSpPr>
          <p:nvPr/>
        </p:nvSpPr>
        <p:spPr>
          <a:xfrm>
            <a:off x="3007864" y="33041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3815">
            <a:extLst>
              <a:ext uri="{FF2B5EF4-FFF2-40B4-BE49-F238E27FC236}">
                <a16:creationId xmlns:a16="http://schemas.microsoft.com/office/drawing/2014/main" id="{51C326AA-F8B8-4993-ABA9-96FF5186DB45}"/>
              </a:ext>
            </a:extLst>
          </p:cNvPr>
          <p:cNvSpPr>
            <a:spLocks/>
          </p:cNvSpPr>
          <p:nvPr/>
        </p:nvSpPr>
        <p:spPr>
          <a:xfrm>
            <a:off x="314478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3816">
            <a:extLst>
              <a:ext uri="{FF2B5EF4-FFF2-40B4-BE49-F238E27FC236}">
                <a16:creationId xmlns:a16="http://schemas.microsoft.com/office/drawing/2014/main" id="{E2910638-A329-49C0-AA3D-838E05E2A5FA}"/>
              </a:ext>
            </a:extLst>
          </p:cNvPr>
          <p:cNvSpPr>
            <a:spLocks/>
          </p:cNvSpPr>
          <p:nvPr/>
        </p:nvSpPr>
        <p:spPr>
          <a:xfrm>
            <a:off x="301766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3817">
            <a:extLst>
              <a:ext uri="{FF2B5EF4-FFF2-40B4-BE49-F238E27FC236}">
                <a16:creationId xmlns:a16="http://schemas.microsoft.com/office/drawing/2014/main" id="{39E2BB2F-02A3-4C3C-8AE6-907E7D9AD6ED}"/>
              </a:ext>
            </a:extLst>
          </p:cNvPr>
          <p:cNvSpPr>
            <a:spLocks/>
          </p:cNvSpPr>
          <p:nvPr/>
        </p:nvSpPr>
        <p:spPr>
          <a:xfrm>
            <a:off x="306345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3818">
            <a:extLst>
              <a:ext uri="{FF2B5EF4-FFF2-40B4-BE49-F238E27FC236}">
                <a16:creationId xmlns:a16="http://schemas.microsoft.com/office/drawing/2014/main" id="{FFF2E8C5-F238-4547-BBE8-181E781F91EB}"/>
              </a:ext>
            </a:extLst>
          </p:cNvPr>
          <p:cNvSpPr>
            <a:spLocks/>
          </p:cNvSpPr>
          <p:nvPr/>
        </p:nvSpPr>
        <p:spPr>
          <a:xfrm>
            <a:off x="3121632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3819">
            <a:extLst>
              <a:ext uri="{FF2B5EF4-FFF2-40B4-BE49-F238E27FC236}">
                <a16:creationId xmlns:a16="http://schemas.microsoft.com/office/drawing/2014/main" id="{F2D6F81E-341E-4C98-B58C-5EFB9DEC0A4D}"/>
              </a:ext>
            </a:extLst>
          </p:cNvPr>
          <p:cNvSpPr>
            <a:spLocks/>
          </p:cNvSpPr>
          <p:nvPr/>
        </p:nvSpPr>
        <p:spPr>
          <a:xfrm>
            <a:off x="304089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3820">
            <a:extLst>
              <a:ext uri="{FF2B5EF4-FFF2-40B4-BE49-F238E27FC236}">
                <a16:creationId xmlns:a16="http://schemas.microsoft.com/office/drawing/2014/main" id="{42385DD8-BF41-4C9C-8993-DEE805D2830F}"/>
              </a:ext>
            </a:extLst>
          </p:cNvPr>
          <p:cNvSpPr>
            <a:spLocks/>
          </p:cNvSpPr>
          <p:nvPr/>
        </p:nvSpPr>
        <p:spPr>
          <a:xfrm>
            <a:off x="3148825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3821">
            <a:extLst>
              <a:ext uri="{FF2B5EF4-FFF2-40B4-BE49-F238E27FC236}">
                <a16:creationId xmlns:a16="http://schemas.microsoft.com/office/drawing/2014/main" id="{59CC3BA1-1634-4297-B0E9-29F67EE54778}"/>
              </a:ext>
            </a:extLst>
          </p:cNvPr>
          <p:cNvSpPr>
            <a:spLocks/>
          </p:cNvSpPr>
          <p:nvPr/>
        </p:nvSpPr>
        <p:spPr>
          <a:xfrm>
            <a:off x="3036258" y="3529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3822">
            <a:extLst>
              <a:ext uri="{FF2B5EF4-FFF2-40B4-BE49-F238E27FC236}">
                <a16:creationId xmlns:a16="http://schemas.microsoft.com/office/drawing/2014/main" id="{9F8BA123-1251-4D6A-962B-DCDE0E2D3C1C}"/>
              </a:ext>
            </a:extLst>
          </p:cNvPr>
          <p:cNvSpPr>
            <a:spLocks/>
          </p:cNvSpPr>
          <p:nvPr/>
        </p:nvSpPr>
        <p:spPr>
          <a:xfrm>
            <a:off x="3017639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3823">
            <a:extLst>
              <a:ext uri="{FF2B5EF4-FFF2-40B4-BE49-F238E27FC236}">
                <a16:creationId xmlns:a16="http://schemas.microsoft.com/office/drawing/2014/main" id="{6554239F-F54F-426E-AD95-481FAE229F57}"/>
              </a:ext>
            </a:extLst>
          </p:cNvPr>
          <p:cNvSpPr>
            <a:spLocks/>
          </p:cNvSpPr>
          <p:nvPr/>
        </p:nvSpPr>
        <p:spPr>
          <a:xfrm>
            <a:off x="306464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3824">
            <a:extLst>
              <a:ext uri="{FF2B5EF4-FFF2-40B4-BE49-F238E27FC236}">
                <a16:creationId xmlns:a16="http://schemas.microsoft.com/office/drawing/2014/main" id="{6F69017D-3AA4-467E-ABF5-8F36CED0DFB5}"/>
              </a:ext>
            </a:extLst>
          </p:cNvPr>
          <p:cNvSpPr>
            <a:spLocks/>
          </p:cNvSpPr>
          <p:nvPr/>
        </p:nvSpPr>
        <p:spPr>
          <a:xfrm>
            <a:off x="3006699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3825">
            <a:extLst>
              <a:ext uri="{FF2B5EF4-FFF2-40B4-BE49-F238E27FC236}">
                <a16:creationId xmlns:a16="http://schemas.microsoft.com/office/drawing/2014/main" id="{7DAE50C1-B45A-4103-AAC7-0C8BFD97D1F7}"/>
              </a:ext>
            </a:extLst>
          </p:cNvPr>
          <p:cNvSpPr>
            <a:spLocks/>
          </p:cNvSpPr>
          <p:nvPr/>
        </p:nvSpPr>
        <p:spPr>
          <a:xfrm>
            <a:off x="3071424" y="29068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3826">
            <a:extLst>
              <a:ext uri="{FF2B5EF4-FFF2-40B4-BE49-F238E27FC236}">
                <a16:creationId xmlns:a16="http://schemas.microsoft.com/office/drawing/2014/main" id="{948CA913-1714-413D-857C-266A1D0D41A0}"/>
              </a:ext>
            </a:extLst>
          </p:cNvPr>
          <p:cNvSpPr>
            <a:spLocks/>
          </p:cNvSpPr>
          <p:nvPr/>
        </p:nvSpPr>
        <p:spPr>
          <a:xfrm>
            <a:off x="300495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3827">
            <a:extLst>
              <a:ext uri="{FF2B5EF4-FFF2-40B4-BE49-F238E27FC236}">
                <a16:creationId xmlns:a16="http://schemas.microsoft.com/office/drawing/2014/main" id="{8B9BDA01-B4DA-4769-AA41-F765882D01AE}"/>
              </a:ext>
            </a:extLst>
          </p:cNvPr>
          <p:cNvSpPr>
            <a:spLocks/>
          </p:cNvSpPr>
          <p:nvPr/>
        </p:nvSpPr>
        <p:spPr>
          <a:xfrm>
            <a:off x="3025481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3828">
            <a:extLst>
              <a:ext uri="{FF2B5EF4-FFF2-40B4-BE49-F238E27FC236}">
                <a16:creationId xmlns:a16="http://schemas.microsoft.com/office/drawing/2014/main" id="{A734A309-DFAE-4CD1-9337-5F50734E7AF7}"/>
              </a:ext>
            </a:extLst>
          </p:cNvPr>
          <p:cNvSpPr>
            <a:spLocks/>
          </p:cNvSpPr>
          <p:nvPr/>
        </p:nvSpPr>
        <p:spPr>
          <a:xfrm>
            <a:off x="2996126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3829">
            <a:extLst>
              <a:ext uri="{FF2B5EF4-FFF2-40B4-BE49-F238E27FC236}">
                <a16:creationId xmlns:a16="http://schemas.microsoft.com/office/drawing/2014/main" id="{8FB93ACF-F55F-4EE2-8B9C-E8D021801187}"/>
              </a:ext>
            </a:extLst>
          </p:cNvPr>
          <p:cNvSpPr>
            <a:spLocks/>
          </p:cNvSpPr>
          <p:nvPr/>
        </p:nvSpPr>
        <p:spPr>
          <a:xfrm>
            <a:off x="3147768" y="36238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3830">
            <a:extLst>
              <a:ext uri="{FF2B5EF4-FFF2-40B4-BE49-F238E27FC236}">
                <a16:creationId xmlns:a16="http://schemas.microsoft.com/office/drawing/2014/main" id="{54EA1BAD-D989-4928-8143-C8D9B6A82D7F}"/>
              </a:ext>
            </a:extLst>
          </p:cNvPr>
          <p:cNvSpPr>
            <a:spLocks/>
          </p:cNvSpPr>
          <p:nvPr/>
        </p:nvSpPr>
        <p:spPr>
          <a:xfrm>
            <a:off x="3043187" y="25717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3831">
            <a:extLst>
              <a:ext uri="{FF2B5EF4-FFF2-40B4-BE49-F238E27FC236}">
                <a16:creationId xmlns:a16="http://schemas.microsoft.com/office/drawing/2014/main" id="{A4AF652B-326C-4846-A408-054917891C2A}"/>
              </a:ext>
            </a:extLst>
          </p:cNvPr>
          <p:cNvSpPr>
            <a:spLocks/>
          </p:cNvSpPr>
          <p:nvPr/>
        </p:nvSpPr>
        <p:spPr>
          <a:xfrm>
            <a:off x="2992476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3832">
            <a:extLst>
              <a:ext uri="{FF2B5EF4-FFF2-40B4-BE49-F238E27FC236}">
                <a16:creationId xmlns:a16="http://schemas.microsoft.com/office/drawing/2014/main" id="{FCED6DF0-26EB-44D3-B3F4-FE4D74290D31}"/>
              </a:ext>
            </a:extLst>
          </p:cNvPr>
          <p:cNvSpPr>
            <a:spLocks/>
          </p:cNvSpPr>
          <p:nvPr/>
        </p:nvSpPr>
        <p:spPr>
          <a:xfrm>
            <a:off x="306330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3833">
            <a:extLst>
              <a:ext uri="{FF2B5EF4-FFF2-40B4-BE49-F238E27FC236}">
                <a16:creationId xmlns:a16="http://schemas.microsoft.com/office/drawing/2014/main" id="{89A7BA96-3F5E-4361-8D99-F69D09942D88}"/>
              </a:ext>
            </a:extLst>
          </p:cNvPr>
          <p:cNvSpPr>
            <a:spLocks/>
          </p:cNvSpPr>
          <p:nvPr/>
        </p:nvSpPr>
        <p:spPr>
          <a:xfrm>
            <a:off x="3038890" y="31687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3834">
            <a:extLst>
              <a:ext uri="{FF2B5EF4-FFF2-40B4-BE49-F238E27FC236}">
                <a16:creationId xmlns:a16="http://schemas.microsoft.com/office/drawing/2014/main" id="{CACDCE62-9085-430E-999C-A451BD0E03DE}"/>
              </a:ext>
            </a:extLst>
          </p:cNvPr>
          <p:cNvSpPr>
            <a:spLocks/>
          </p:cNvSpPr>
          <p:nvPr/>
        </p:nvSpPr>
        <p:spPr>
          <a:xfrm>
            <a:off x="3031139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3835">
            <a:extLst>
              <a:ext uri="{FF2B5EF4-FFF2-40B4-BE49-F238E27FC236}">
                <a16:creationId xmlns:a16="http://schemas.microsoft.com/office/drawing/2014/main" id="{E4A02B78-B7E0-44DC-B8FF-56B44E67F94B}"/>
              </a:ext>
            </a:extLst>
          </p:cNvPr>
          <p:cNvSpPr>
            <a:spLocks/>
          </p:cNvSpPr>
          <p:nvPr/>
        </p:nvSpPr>
        <p:spPr>
          <a:xfrm>
            <a:off x="3096707" y="30695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3836">
            <a:extLst>
              <a:ext uri="{FF2B5EF4-FFF2-40B4-BE49-F238E27FC236}">
                <a16:creationId xmlns:a16="http://schemas.microsoft.com/office/drawing/2014/main" id="{F15D814F-D388-43F7-81E0-E2832BB670D8}"/>
              </a:ext>
            </a:extLst>
          </p:cNvPr>
          <p:cNvSpPr>
            <a:spLocks/>
          </p:cNvSpPr>
          <p:nvPr/>
        </p:nvSpPr>
        <p:spPr>
          <a:xfrm>
            <a:off x="3018683" y="30873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3837">
            <a:extLst>
              <a:ext uri="{FF2B5EF4-FFF2-40B4-BE49-F238E27FC236}">
                <a16:creationId xmlns:a16="http://schemas.microsoft.com/office/drawing/2014/main" id="{7AA2D00C-65AB-4A54-AEFE-081FF0DA422F}"/>
              </a:ext>
            </a:extLst>
          </p:cNvPr>
          <p:cNvSpPr>
            <a:spLocks/>
          </p:cNvSpPr>
          <p:nvPr/>
        </p:nvSpPr>
        <p:spPr>
          <a:xfrm>
            <a:off x="3094361" y="2620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3838">
            <a:extLst>
              <a:ext uri="{FF2B5EF4-FFF2-40B4-BE49-F238E27FC236}">
                <a16:creationId xmlns:a16="http://schemas.microsoft.com/office/drawing/2014/main" id="{F029DBC6-F25D-42DD-AACE-6B80B7B7B987}"/>
              </a:ext>
            </a:extLst>
          </p:cNvPr>
          <p:cNvSpPr>
            <a:spLocks/>
          </p:cNvSpPr>
          <p:nvPr/>
        </p:nvSpPr>
        <p:spPr>
          <a:xfrm>
            <a:off x="2994950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3839">
            <a:extLst>
              <a:ext uri="{FF2B5EF4-FFF2-40B4-BE49-F238E27FC236}">
                <a16:creationId xmlns:a16="http://schemas.microsoft.com/office/drawing/2014/main" id="{9D6592F9-7D50-475B-9228-0AFC96ACEA09}"/>
              </a:ext>
            </a:extLst>
          </p:cNvPr>
          <p:cNvSpPr>
            <a:spLocks/>
          </p:cNvSpPr>
          <p:nvPr/>
        </p:nvSpPr>
        <p:spPr>
          <a:xfrm>
            <a:off x="3121575" y="18516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3840">
            <a:extLst>
              <a:ext uri="{FF2B5EF4-FFF2-40B4-BE49-F238E27FC236}">
                <a16:creationId xmlns:a16="http://schemas.microsoft.com/office/drawing/2014/main" id="{9F8ADFFC-37AA-4836-9706-6F8EAF15A3A5}"/>
              </a:ext>
            </a:extLst>
          </p:cNvPr>
          <p:cNvSpPr>
            <a:spLocks/>
          </p:cNvSpPr>
          <p:nvPr/>
        </p:nvSpPr>
        <p:spPr>
          <a:xfrm>
            <a:off x="307602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3841">
            <a:extLst>
              <a:ext uri="{FF2B5EF4-FFF2-40B4-BE49-F238E27FC236}">
                <a16:creationId xmlns:a16="http://schemas.microsoft.com/office/drawing/2014/main" id="{31958F40-0190-4FC8-9F4D-95FCE8CD177C}"/>
              </a:ext>
            </a:extLst>
          </p:cNvPr>
          <p:cNvSpPr>
            <a:spLocks/>
          </p:cNvSpPr>
          <p:nvPr/>
        </p:nvSpPr>
        <p:spPr>
          <a:xfrm>
            <a:off x="3105023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3842">
            <a:extLst>
              <a:ext uri="{FF2B5EF4-FFF2-40B4-BE49-F238E27FC236}">
                <a16:creationId xmlns:a16="http://schemas.microsoft.com/office/drawing/2014/main" id="{CA08DD58-3441-410C-96F2-5C1518D5BDB3}"/>
              </a:ext>
            </a:extLst>
          </p:cNvPr>
          <p:cNvSpPr>
            <a:spLocks/>
          </p:cNvSpPr>
          <p:nvPr/>
        </p:nvSpPr>
        <p:spPr>
          <a:xfrm>
            <a:off x="312182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3843">
            <a:extLst>
              <a:ext uri="{FF2B5EF4-FFF2-40B4-BE49-F238E27FC236}">
                <a16:creationId xmlns:a16="http://schemas.microsoft.com/office/drawing/2014/main" id="{D0623A19-5ABF-434E-BA51-1A035F716A51}"/>
              </a:ext>
            </a:extLst>
          </p:cNvPr>
          <p:cNvSpPr>
            <a:spLocks/>
          </p:cNvSpPr>
          <p:nvPr/>
        </p:nvSpPr>
        <p:spPr>
          <a:xfrm>
            <a:off x="3125422" y="31783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3844">
            <a:extLst>
              <a:ext uri="{FF2B5EF4-FFF2-40B4-BE49-F238E27FC236}">
                <a16:creationId xmlns:a16="http://schemas.microsoft.com/office/drawing/2014/main" id="{74B427D1-214E-4FFA-90DC-76927409E028}"/>
              </a:ext>
            </a:extLst>
          </p:cNvPr>
          <p:cNvSpPr>
            <a:spLocks/>
          </p:cNvSpPr>
          <p:nvPr/>
        </p:nvSpPr>
        <p:spPr>
          <a:xfrm>
            <a:off x="3039127" y="2282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3845">
            <a:extLst>
              <a:ext uri="{FF2B5EF4-FFF2-40B4-BE49-F238E27FC236}">
                <a16:creationId xmlns:a16="http://schemas.microsoft.com/office/drawing/2014/main" id="{52649C16-807F-47FD-BC06-0B6C5C767E22}"/>
              </a:ext>
            </a:extLst>
          </p:cNvPr>
          <p:cNvSpPr>
            <a:spLocks/>
          </p:cNvSpPr>
          <p:nvPr/>
        </p:nvSpPr>
        <p:spPr>
          <a:xfrm>
            <a:off x="3002007" y="32975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3846">
            <a:extLst>
              <a:ext uri="{FF2B5EF4-FFF2-40B4-BE49-F238E27FC236}">
                <a16:creationId xmlns:a16="http://schemas.microsoft.com/office/drawing/2014/main" id="{C0EC3D4D-C5C9-443E-A41F-05F8BEE04495}"/>
              </a:ext>
            </a:extLst>
          </p:cNvPr>
          <p:cNvSpPr>
            <a:spLocks/>
          </p:cNvSpPr>
          <p:nvPr/>
        </p:nvSpPr>
        <p:spPr>
          <a:xfrm>
            <a:off x="3031422" y="24981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3847">
            <a:extLst>
              <a:ext uri="{FF2B5EF4-FFF2-40B4-BE49-F238E27FC236}">
                <a16:creationId xmlns:a16="http://schemas.microsoft.com/office/drawing/2014/main" id="{D3FF9E24-95F1-4911-B7C2-A5F5653CA2B5}"/>
              </a:ext>
            </a:extLst>
          </p:cNvPr>
          <p:cNvSpPr>
            <a:spLocks/>
          </p:cNvSpPr>
          <p:nvPr/>
        </p:nvSpPr>
        <p:spPr>
          <a:xfrm>
            <a:off x="308292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3848">
            <a:extLst>
              <a:ext uri="{FF2B5EF4-FFF2-40B4-BE49-F238E27FC236}">
                <a16:creationId xmlns:a16="http://schemas.microsoft.com/office/drawing/2014/main" id="{6B46FD53-18FB-4BB5-81CA-62BF5C1774E6}"/>
              </a:ext>
            </a:extLst>
          </p:cNvPr>
          <p:cNvSpPr>
            <a:spLocks/>
          </p:cNvSpPr>
          <p:nvPr/>
        </p:nvSpPr>
        <p:spPr>
          <a:xfrm>
            <a:off x="3091696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3849">
            <a:extLst>
              <a:ext uri="{FF2B5EF4-FFF2-40B4-BE49-F238E27FC236}">
                <a16:creationId xmlns:a16="http://schemas.microsoft.com/office/drawing/2014/main" id="{2F3A7C58-5774-4F4F-A47F-476DC59E8888}"/>
              </a:ext>
            </a:extLst>
          </p:cNvPr>
          <p:cNvSpPr>
            <a:spLocks/>
          </p:cNvSpPr>
          <p:nvPr/>
        </p:nvSpPr>
        <p:spPr>
          <a:xfrm>
            <a:off x="301934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3850">
            <a:extLst>
              <a:ext uri="{FF2B5EF4-FFF2-40B4-BE49-F238E27FC236}">
                <a16:creationId xmlns:a16="http://schemas.microsoft.com/office/drawing/2014/main" id="{05813900-58FD-4001-8DCC-4B80D0244C25}"/>
              </a:ext>
            </a:extLst>
          </p:cNvPr>
          <p:cNvSpPr>
            <a:spLocks/>
          </p:cNvSpPr>
          <p:nvPr/>
        </p:nvSpPr>
        <p:spPr>
          <a:xfrm>
            <a:off x="3081260" y="32086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3851">
            <a:extLst>
              <a:ext uri="{FF2B5EF4-FFF2-40B4-BE49-F238E27FC236}">
                <a16:creationId xmlns:a16="http://schemas.microsoft.com/office/drawing/2014/main" id="{59961CC9-B2F3-4C6F-9552-765B80505008}"/>
              </a:ext>
            </a:extLst>
          </p:cNvPr>
          <p:cNvSpPr>
            <a:spLocks/>
          </p:cNvSpPr>
          <p:nvPr/>
        </p:nvSpPr>
        <p:spPr>
          <a:xfrm>
            <a:off x="3087807" y="25717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3852">
            <a:extLst>
              <a:ext uri="{FF2B5EF4-FFF2-40B4-BE49-F238E27FC236}">
                <a16:creationId xmlns:a16="http://schemas.microsoft.com/office/drawing/2014/main" id="{79AFDE1A-D2A5-45D3-A8C1-14542F3CBA5F}"/>
              </a:ext>
            </a:extLst>
          </p:cNvPr>
          <p:cNvSpPr>
            <a:spLocks/>
          </p:cNvSpPr>
          <p:nvPr/>
        </p:nvSpPr>
        <p:spPr>
          <a:xfrm>
            <a:off x="304759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3853">
            <a:extLst>
              <a:ext uri="{FF2B5EF4-FFF2-40B4-BE49-F238E27FC236}">
                <a16:creationId xmlns:a16="http://schemas.microsoft.com/office/drawing/2014/main" id="{276FF8EB-3C3E-4BB0-B14E-0A4F09C7A604}"/>
              </a:ext>
            </a:extLst>
          </p:cNvPr>
          <p:cNvSpPr>
            <a:spLocks/>
          </p:cNvSpPr>
          <p:nvPr/>
        </p:nvSpPr>
        <p:spPr>
          <a:xfrm>
            <a:off x="3108944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3854">
            <a:extLst>
              <a:ext uri="{FF2B5EF4-FFF2-40B4-BE49-F238E27FC236}">
                <a16:creationId xmlns:a16="http://schemas.microsoft.com/office/drawing/2014/main" id="{D1E0E706-34D9-4A78-A7B8-72C59B3EFC93}"/>
              </a:ext>
            </a:extLst>
          </p:cNvPr>
          <p:cNvSpPr>
            <a:spLocks/>
          </p:cNvSpPr>
          <p:nvPr/>
        </p:nvSpPr>
        <p:spPr>
          <a:xfrm>
            <a:off x="308077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3855">
            <a:extLst>
              <a:ext uri="{FF2B5EF4-FFF2-40B4-BE49-F238E27FC236}">
                <a16:creationId xmlns:a16="http://schemas.microsoft.com/office/drawing/2014/main" id="{D070D7B8-9F26-46D1-8A0C-CF6C04BBD430}"/>
              </a:ext>
            </a:extLst>
          </p:cNvPr>
          <p:cNvSpPr>
            <a:spLocks/>
          </p:cNvSpPr>
          <p:nvPr/>
        </p:nvSpPr>
        <p:spPr>
          <a:xfrm>
            <a:off x="301190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3856">
            <a:extLst>
              <a:ext uri="{FF2B5EF4-FFF2-40B4-BE49-F238E27FC236}">
                <a16:creationId xmlns:a16="http://schemas.microsoft.com/office/drawing/2014/main" id="{34F88BE6-1941-476E-82E3-E5E437A7D78F}"/>
              </a:ext>
            </a:extLst>
          </p:cNvPr>
          <p:cNvSpPr>
            <a:spLocks/>
          </p:cNvSpPr>
          <p:nvPr/>
        </p:nvSpPr>
        <p:spPr>
          <a:xfrm>
            <a:off x="3118846" y="28859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6" name="data_3857">
            <a:extLst>
              <a:ext uri="{FF2B5EF4-FFF2-40B4-BE49-F238E27FC236}">
                <a16:creationId xmlns:a16="http://schemas.microsoft.com/office/drawing/2014/main" id="{4A36F5BA-678F-4986-ACC2-4602E5464DFF}"/>
              </a:ext>
            </a:extLst>
          </p:cNvPr>
          <p:cNvSpPr>
            <a:spLocks/>
          </p:cNvSpPr>
          <p:nvPr/>
        </p:nvSpPr>
        <p:spPr>
          <a:xfrm>
            <a:off x="3107451" y="26009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7" name="data_3858">
            <a:extLst>
              <a:ext uri="{FF2B5EF4-FFF2-40B4-BE49-F238E27FC236}">
                <a16:creationId xmlns:a16="http://schemas.microsoft.com/office/drawing/2014/main" id="{F6A41FCC-BF3E-4637-8440-993B673096AE}"/>
              </a:ext>
            </a:extLst>
          </p:cNvPr>
          <p:cNvSpPr>
            <a:spLocks/>
          </p:cNvSpPr>
          <p:nvPr/>
        </p:nvSpPr>
        <p:spPr>
          <a:xfrm>
            <a:off x="315232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8" name="data_3859">
            <a:extLst>
              <a:ext uri="{FF2B5EF4-FFF2-40B4-BE49-F238E27FC236}">
                <a16:creationId xmlns:a16="http://schemas.microsoft.com/office/drawing/2014/main" id="{49FFD1F3-817A-4AB2-AF60-8894CF2891C5}"/>
              </a:ext>
            </a:extLst>
          </p:cNvPr>
          <p:cNvSpPr>
            <a:spLocks/>
          </p:cNvSpPr>
          <p:nvPr/>
        </p:nvSpPr>
        <p:spPr>
          <a:xfrm>
            <a:off x="3078945" y="23695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9" name="data_3860">
            <a:extLst>
              <a:ext uri="{FF2B5EF4-FFF2-40B4-BE49-F238E27FC236}">
                <a16:creationId xmlns:a16="http://schemas.microsoft.com/office/drawing/2014/main" id="{6810112B-37EC-4C0E-9018-92E303D017D5}"/>
              </a:ext>
            </a:extLst>
          </p:cNvPr>
          <p:cNvSpPr>
            <a:spLocks/>
          </p:cNvSpPr>
          <p:nvPr/>
        </p:nvSpPr>
        <p:spPr>
          <a:xfrm>
            <a:off x="3141058" y="254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0" name="data_3861">
            <a:extLst>
              <a:ext uri="{FF2B5EF4-FFF2-40B4-BE49-F238E27FC236}">
                <a16:creationId xmlns:a16="http://schemas.microsoft.com/office/drawing/2014/main" id="{808288E6-AEF0-4B4B-B464-930012D9AE71}"/>
              </a:ext>
            </a:extLst>
          </p:cNvPr>
          <p:cNvSpPr>
            <a:spLocks/>
          </p:cNvSpPr>
          <p:nvPr/>
        </p:nvSpPr>
        <p:spPr>
          <a:xfrm>
            <a:off x="306897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1" name="data_3862">
            <a:extLst>
              <a:ext uri="{FF2B5EF4-FFF2-40B4-BE49-F238E27FC236}">
                <a16:creationId xmlns:a16="http://schemas.microsoft.com/office/drawing/2014/main" id="{CD9D24F1-A327-4DC8-8EC0-D115EDAC0ADF}"/>
              </a:ext>
            </a:extLst>
          </p:cNvPr>
          <p:cNvSpPr>
            <a:spLocks/>
          </p:cNvSpPr>
          <p:nvPr/>
        </p:nvSpPr>
        <p:spPr>
          <a:xfrm>
            <a:off x="3089998" y="32454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2" name="data_3863">
            <a:extLst>
              <a:ext uri="{FF2B5EF4-FFF2-40B4-BE49-F238E27FC236}">
                <a16:creationId xmlns:a16="http://schemas.microsoft.com/office/drawing/2014/main" id="{B37AE3C5-53C9-4757-85A0-F50619AEE79A}"/>
              </a:ext>
            </a:extLst>
          </p:cNvPr>
          <p:cNvSpPr>
            <a:spLocks/>
          </p:cNvSpPr>
          <p:nvPr/>
        </p:nvSpPr>
        <p:spPr>
          <a:xfrm>
            <a:off x="3011305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3" name="data_3864">
            <a:extLst>
              <a:ext uri="{FF2B5EF4-FFF2-40B4-BE49-F238E27FC236}">
                <a16:creationId xmlns:a16="http://schemas.microsoft.com/office/drawing/2014/main" id="{EFA58084-67CC-430F-A2ED-84E53C87EB98}"/>
              </a:ext>
            </a:extLst>
          </p:cNvPr>
          <p:cNvSpPr>
            <a:spLocks/>
          </p:cNvSpPr>
          <p:nvPr/>
        </p:nvSpPr>
        <p:spPr>
          <a:xfrm>
            <a:off x="313582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4" name="data_3865">
            <a:extLst>
              <a:ext uri="{FF2B5EF4-FFF2-40B4-BE49-F238E27FC236}">
                <a16:creationId xmlns:a16="http://schemas.microsoft.com/office/drawing/2014/main" id="{4FA4F532-15CC-40A9-B345-9BD062A9F756}"/>
              </a:ext>
            </a:extLst>
          </p:cNvPr>
          <p:cNvSpPr>
            <a:spLocks/>
          </p:cNvSpPr>
          <p:nvPr/>
        </p:nvSpPr>
        <p:spPr>
          <a:xfrm>
            <a:off x="305281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5" name="data_3866">
            <a:extLst>
              <a:ext uri="{FF2B5EF4-FFF2-40B4-BE49-F238E27FC236}">
                <a16:creationId xmlns:a16="http://schemas.microsoft.com/office/drawing/2014/main" id="{63FAF60C-BC4E-48EA-82D9-C87CCEF78D22}"/>
              </a:ext>
            </a:extLst>
          </p:cNvPr>
          <p:cNvSpPr>
            <a:spLocks/>
          </p:cNvSpPr>
          <p:nvPr/>
        </p:nvSpPr>
        <p:spPr>
          <a:xfrm>
            <a:off x="311631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6" name="data_3867">
            <a:extLst>
              <a:ext uri="{FF2B5EF4-FFF2-40B4-BE49-F238E27FC236}">
                <a16:creationId xmlns:a16="http://schemas.microsoft.com/office/drawing/2014/main" id="{375929A8-CD2C-453E-ABF1-2A63B6189123}"/>
              </a:ext>
            </a:extLst>
          </p:cNvPr>
          <p:cNvSpPr>
            <a:spLocks/>
          </p:cNvSpPr>
          <p:nvPr/>
        </p:nvSpPr>
        <p:spPr>
          <a:xfrm>
            <a:off x="2985540" y="31770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7" name="data_3868">
            <a:extLst>
              <a:ext uri="{FF2B5EF4-FFF2-40B4-BE49-F238E27FC236}">
                <a16:creationId xmlns:a16="http://schemas.microsoft.com/office/drawing/2014/main" id="{542E52ED-7751-4B2C-A66C-0311E725F2D5}"/>
              </a:ext>
            </a:extLst>
          </p:cNvPr>
          <p:cNvSpPr>
            <a:spLocks/>
          </p:cNvSpPr>
          <p:nvPr/>
        </p:nvSpPr>
        <p:spPr>
          <a:xfrm>
            <a:off x="3071737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8" name="data_3869">
            <a:extLst>
              <a:ext uri="{FF2B5EF4-FFF2-40B4-BE49-F238E27FC236}">
                <a16:creationId xmlns:a16="http://schemas.microsoft.com/office/drawing/2014/main" id="{51198BBF-498E-46D2-B5ED-798327C8ACD5}"/>
              </a:ext>
            </a:extLst>
          </p:cNvPr>
          <p:cNvSpPr>
            <a:spLocks/>
          </p:cNvSpPr>
          <p:nvPr/>
        </p:nvSpPr>
        <p:spPr>
          <a:xfrm>
            <a:off x="3070617" y="34166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9" name="data_3870">
            <a:extLst>
              <a:ext uri="{FF2B5EF4-FFF2-40B4-BE49-F238E27FC236}">
                <a16:creationId xmlns:a16="http://schemas.microsoft.com/office/drawing/2014/main" id="{29A385C7-9280-471D-A598-C0265A8EAF7E}"/>
              </a:ext>
            </a:extLst>
          </p:cNvPr>
          <p:cNvSpPr>
            <a:spLocks/>
          </p:cNvSpPr>
          <p:nvPr/>
        </p:nvSpPr>
        <p:spPr>
          <a:xfrm>
            <a:off x="362180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0" name="data_3871">
            <a:extLst>
              <a:ext uri="{FF2B5EF4-FFF2-40B4-BE49-F238E27FC236}">
                <a16:creationId xmlns:a16="http://schemas.microsoft.com/office/drawing/2014/main" id="{FF106FAB-7D57-41F4-91D0-D4C30579B4A1}"/>
              </a:ext>
            </a:extLst>
          </p:cNvPr>
          <p:cNvSpPr>
            <a:spLocks/>
          </p:cNvSpPr>
          <p:nvPr/>
        </p:nvSpPr>
        <p:spPr>
          <a:xfrm>
            <a:off x="362430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1" name="data_3872">
            <a:extLst>
              <a:ext uri="{FF2B5EF4-FFF2-40B4-BE49-F238E27FC236}">
                <a16:creationId xmlns:a16="http://schemas.microsoft.com/office/drawing/2014/main" id="{98A99D70-055F-4C1D-84DA-DB284FCCCD41}"/>
              </a:ext>
            </a:extLst>
          </p:cNvPr>
          <p:cNvSpPr>
            <a:spLocks/>
          </p:cNvSpPr>
          <p:nvPr/>
        </p:nvSpPr>
        <p:spPr>
          <a:xfrm>
            <a:off x="365406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2" name="data_3873">
            <a:extLst>
              <a:ext uri="{FF2B5EF4-FFF2-40B4-BE49-F238E27FC236}">
                <a16:creationId xmlns:a16="http://schemas.microsoft.com/office/drawing/2014/main" id="{F1A1B49D-6207-4B2D-BA68-120C277066AF}"/>
              </a:ext>
            </a:extLst>
          </p:cNvPr>
          <p:cNvSpPr>
            <a:spLocks/>
          </p:cNvSpPr>
          <p:nvPr/>
        </p:nvSpPr>
        <p:spPr>
          <a:xfrm>
            <a:off x="367938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3" name="data_3874">
            <a:extLst>
              <a:ext uri="{FF2B5EF4-FFF2-40B4-BE49-F238E27FC236}">
                <a16:creationId xmlns:a16="http://schemas.microsoft.com/office/drawing/2014/main" id="{57B10609-D06A-4D49-98ED-B051483BF863}"/>
              </a:ext>
            </a:extLst>
          </p:cNvPr>
          <p:cNvSpPr>
            <a:spLocks/>
          </p:cNvSpPr>
          <p:nvPr/>
        </p:nvSpPr>
        <p:spPr>
          <a:xfrm>
            <a:off x="3626231" y="29628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4" name="data_3875">
            <a:extLst>
              <a:ext uri="{FF2B5EF4-FFF2-40B4-BE49-F238E27FC236}">
                <a16:creationId xmlns:a16="http://schemas.microsoft.com/office/drawing/2014/main" id="{0D8720E4-270F-41D4-8384-F1332AC1F118}"/>
              </a:ext>
            </a:extLst>
          </p:cNvPr>
          <p:cNvSpPr>
            <a:spLocks/>
          </p:cNvSpPr>
          <p:nvPr/>
        </p:nvSpPr>
        <p:spPr>
          <a:xfrm>
            <a:off x="373201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5" name="data_3876">
            <a:extLst>
              <a:ext uri="{FF2B5EF4-FFF2-40B4-BE49-F238E27FC236}">
                <a16:creationId xmlns:a16="http://schemas.microsoft.com/office/drawing/2014/main" id="{3BACBB57-4C07-4157-8C5F-0D3049AB5B49}"/>
              </a:ext>
            </a:extLst>
          </p:cNvPr>
          <p:cNvSpPr>
            <a:spLocks/>
          </p:cNvSpPr>
          <p:nvPr/>
        </p:nvSpPr>
        <p:spPr>
          <a:xfrm>
            <a:off x="362550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6" name="data_3877">
            <a:extLst>
              <a:ext uri="{FF2B5EF4-FFF2-40B4-BE49-F238E27FC236}">
                <a16:creationId xmlns:a16="http://schemas.microsoft.com/office/drawing/2014/main" id="{2E8188D7-D384-477A-996C-DC724A515FA4}"/>
              </a:ext>
            </a:extLst>
          </p:cNvPr>
          <p:cNvSpPr>
            <a:spLocks/>
          </p:cNvSpPr>
          <p:nvPr/>
        </p:nvSpPr>
        <p:spPr>
          <a:xfrm>
            <a:off x="3679210" y="22685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7" name="data_3878">
            <a:extLst>
              <a:ext uri="{FF2B5EF4-FFF2-40B4-BE49-F238E27FC236}">
                <a16:creationId xmlns:a16="http://schemas.microsoft.com/office/drawing/2014/main" id="{A507A3FE-9305-49E0-ABFA-1CC497022C04}"/>
              </a:ext>
            </a:extLst>
          </p:cNvPr>
          <p:cNvSpPr>
            <a:spLocks/>
          </p:cNvSpPr>
          <p:nvPr/>
        </p:nvSpPr>
        <p:spPr>
          <a:xfrm>
            <a:off x="369057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8" name="data_3879">
            <a:extLst>
              <a:ext uri="{FF2B5EF4-FFF2-40B4-BE49-F238E27FC236}">
                <a16:creationId xmlns:a16="http://schemas.microsoft.com/office/drawing/2014/main" id="{972ACAC9-3CDD-4BFA-AFF0-C28F2FD07C32}"/>
              </a:ext>
            </a:extLst>
          </p:cNvPr>
          <p:cNvSpPr>
            <a:spLocks/>
          </p:cNvSpPr>
          <p:nvPr/>
        </p:nvSpPr>
        <p:spPr>
          <a:xfrm>
            <a:off x="3692535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9" name="data_3880">
            <a:extLst>
              <a:ext uri="{FF2B5EF4-FFF2-40B4-BE49-F238E27FC236}">
                <a16:creationId xmlns:a16="http://schemas.microsoft.com/office/drawing/2014/main" id="{677CB1B3-CED0-419A-A4A1-9A1B79C4000D}"/>
              </a:ext>
            </a:extLst>
          </p:cNvPr>
          <p:cNvSpPr>
            <a:spLocks/>
          </p:cNvSpPr>
          <p:nvPr/>
        </p:nvSpPr>
        <p:spPr>
          <a:xfrm>
            <a:off x="3723501" y="32965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0" name="data_3881">
            <a:extLst>
              <a:ext uri="{FF2B5EF4-FFF2-40B4-BE49-F238E27FC236}">
                <a16:creationId xmlns:a16="http://schemas.microsoft.com/office/drawing/2014/main" id="{5C7897BD-BAEA-42B7-9B99-A7AED1134509}"/>
              </a:ext>
            </a:extLst>
          </p:cNvPr>
          <p:cNvSpPr>
            <a:spLocks/>
          </p:cNvSpPr>
          <p:nvPr/>
        </p:nvSpPr>
        <p:spPr>
          <a:xfrm>
            <a:off x="3731354" y="28490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1" name="data_3882">
            <a:extLst>
              <a:ext uri="{FF2B5EF4-FFF2-40B4-BE49-F238E27FC236}">
                <a16:creationId xmlns:a16="http://schemas.microsoft.com/office/drawing/2014/main" id="{634611A6-7A72-4220-BFB2-8996D7DD109A}"/>
              </a:ext>
            </a:extLst>
          </p:cNvPr>
          <p:cNvSpPr>
            <a:spLocks/>
          </p:cNvSpPr>
          <p:nvPr/>
        </p:nvSpPr>
        <p:spPr>
          <a:xfrm>
            <a:off x="3707702" y="21876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2" name="data_3883">
            <a:extLst>
              <a:ext uri="{FF2B5EF4-FFF2-40B4-BE49-F238E27FC236}">
                <a16:creationId xmlns:a16="http://schemas.microsoft.com/office/drawing/2014/main" id="{F019DFA0-7391-49A7-8465-DBA1C9406320}"/>
              </a:ext>
            </a:extLst>
          </p:cNvPr>
          <p:cNvSpPr>
            <a:spLocks/>
          </p:cNvSpPr>
          <p:nvPr/>
        </p:nvSpPr>
        <p:spPr>
          <a:xfrm>
            <a:off x="366967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3" name="data_3884">
            <a:extLst>
              <a:ext uri="{FF2B5EF4-FFF2-40B4-BE49-F238E27FC236}">
                <a16:creationId xmlns:a16="http://schemas.microsoft.com/office/drawing/2014/main" id="{5D8E890B-1F5C-44AF-8B75-6C129A2C0E3F}"/>
              </a:ext>
            </a:extLst>
          </p:cNvPr>
          <p:cNvSpPr>
            <a:spLocks/>
          </p:cNvSpPr>
          <p:nvPr/>
        </p:nvSpPr>
        <p:spPr>
          <a:xfrm>
            <a:off x="372607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4" name="data_3885">
            <a:extLst>
              <a:ext uri="{FF2B5EF4-FFF2-40B4-BE49-F238E27FC236}">
                <a16:creationId xmlns:a16="http://schemas.microsoft.com/office/drawing/2014/main" id="{4323A70B-908E-4F85-93C8-134BE40D2D7D}"/>
              </a:ext>
            </a:extLst>
          </p:cNvPr>
          <p:cNvSpPr>
            <a:spLocks/>
          </p:cNvSpPr>
          <p:nvPr/>
        </p:nvSpPr>
        <p:spPr>
          <a:xfrm>
            <a:off x="3676918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5" name="data_3886">
            <a:extLst>
              <a:ext uri="{FF2B5EF4-FFF2-40B4-BE49-F238E27FC236}">
                <a16:creationId xmlns:a16="http://schemas.microsoft.com/office/drawing/2014/main" id="{880EA80E-7113-410F-BCC6-CC2320E7E0EC}"/>
              </a:ext>
            </a:extLst>
          </p:cNvPr>
          <p:cNvSpPr>
            <a:spLocks/>
          </p:cNvSpPr>
          <p:nvPr/>
        </p:nvSpPr>
        <p:spPr>
          <a:xfrm>
            <a:off x="358665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6" name="data_3887">
            <a:extLst>
              <a:ext uri="{FF2B5EF4-FFF2-40B4-BE49-F238E27FC236}">
                <a16:creationId xmlns:a16="http://schemas.microsoft.com/office/drawing/2014/main" id="{65B6D739-3B03-461B-8A59-99DBC6CC2B5B}"/>
              </a:ext>
            </a:extLst>
          </p:cNvPr>
          <p:cNvSpPr>
            <a:spLocks/>
          </p:cNvSpPr>
          <p:nvPr/>
        </p:nvSpPr>
        <p:spPr>
          <a:xfrm>
            <a:off x="363589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7" name="data_3888">
            <a:extLst>
              <a:ext uri="{FF2B5EF4-FFF2-40B4-BE49-F238E27FC236}">
                <a16:creationId xmlns:a16="http://schemas.microsoft.com/office/drawing/2014/main" id="{E4DD1146-1A5F-4805-B376-7EEA857E377D}"/>
              </a:ext>
            </a:extLst>
          </p:cNvPr>
          <p:cNvSpPr>
            <a:spLocks/>
          </p:cNvSpPr>
          <p:nvPr/>
        </p:nvSpPr>
        <p:spPr>
          <a:xfrm>
            <a:off x="3741657" y="3398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8" name="data_3889">
            <a:extLst>
              <a:ext uri="{FF2B5EF4-FFF2-40B4-BE49-F238E27FC236}">
                <a16:creationId xmlns:a16="http://schemas.microsoft.com/office/drawing/2014/main" id="{33EE921C-4E0B-4967-9658-20BCA19C5EA4}"/>
              </a:ext>
            </a:extLst>
          </p:cNvPr>
          <p:cNvSpPr>
            <a:spLocks/>
          </p:cNvSpPr>
          <p:nvPr/>
        </p:nvSpPr>
        <p:spPr>
          <a:xfrm>
            <a:off x="3584323" y="29377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9" name="data_3890">
            <a:extLst>
              <a:ext uri="{FF2B5EF4-FFF2-40B4-BE49-F238E27FC236}">
                <a16:creationId xmlns:a16="http://schemas.microsoft.com/office/drawing/2014/main" id="{66DDE115-9CA3-44B0-B0D6-B7A9DF0C5478}"/>
              </a:ext>
            </a:extLst>
          </p:cNvPr>
          <p:cNvSpPr>
            <a:spLocks/>
          </p:cNvSpPr>
          <p:nvPr/>
        </p:nvSpPr>
        <p:spPr>
          <a:xfrm>
            <a:off x="371544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0" name="data_3891">
            <a:extLst>
              <a:ext uri="{FF2B5EF4-FFF2-40B4-BE49-F238E27FC236}">
                <a16:creationId xmlns:a16="http://schemas.microsoft.com/office/drawing/2014/main" id="{162978B5-1839-4050-AD34-CB86FC362253}"/>
              </a:ext>
            </a:extLst>
          </p:cNvPr>
          <p:cNvSpPr>
            <a:spLocks/>
          </p:cNvSpPr>
          <p:nvPr/>
        </p:nvSpPr>
        <p:spPr>
          <a:xfrm>
            <a:off x="370307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1" name="data_3892">
            <a:extLst>
              <a:ext uri="{FF2B5EF4-FFF2-40B4-BE49-F238E27FC236}">
                <a16:creationId xmlns:a16="http://schemas.microsoft.com/office/drawing/2014/main" id="{EFB49B85-E795-421B-81FB-20A031B23F82}"/>
              </a:ext>
            </a:extLst>
          </p:cNvPr>
          <p:cNvSpPr>
            <a:spLocks/>
          </p:cNvSpPr>
          <p:nvPr/>
        </p:nvSpPr>
        <p:spPr>
          <a:xfrm>
            <a:off x="3690618" y="3269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2" name="data_3893">
            <a:extLst>
              <a:ext uri="{FF2B5EF4-FFF2-40B4-BE49-F238E27FC236}">
                <a16:creationId xmlns:a16="http://schemas.microsoft.com/office/drawing/2014/main" id="{3643E94F-467E-49C0-A479-5D6B1478D538}"/>
              </a:ext>
            </a:extLst>
          </p:cNvPr>
          <p:cNvSpPr>
            <a:spLocks/>
          </p:cNvSpPr>
          <p:nvPr/>
        </p:nvSpPr>
        <p:spPr>
          <a:xfrm>
            <a:off x="3740939" y="24959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3" name="data_3894">
            <a:extLst>
              <a:ext uri="{FF2B5EF4-FFF2-40B4-BE49-F238E27FC236}">
                <a16:creationId xmlns:a16="http://schemas.microsoft.com/office/drawing/2014/main" id="{39CDED71-58BF-4FBA-88FD-2C0B6D5550B5}"/>
              </a:ext>
            </a:extLst>
          </p:cNvPr>
          <p:cNvSpPr>
            <a:spLocks/>
          </p:cNvSpPr>
          <p:nvPr/>
        </p:nvSpPr>
        <p:spPr>
          <a:xfrm>
            <a:off x="373216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4" name="data_3895">
            <a:extLst>
              <a:ext uri="{FF2B5EF4-FFF2-40B4-BE49-F238E27FC236}">
                <a16:creationId xmlns:a16="http://schemas.microsoft.com/office/drawing/2014/main" id="{3E776F63-A48F-4803-A99F-BC2F25C6D6BC}"/>
              </a:ext>
            </a:extLst>
          </p:cNvPr>
          <p:cNvSpPr>
            <a:spLocks/>
          </p:cNvSpPr>
          <p:nvPr/>
        </p:nvSpPr>
        <p:spPr>
          <a:xfrm>
            <a:off x="367796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5" name="data_3896">
            <a:extLst>
              <a:ext uri="{FF2B5EF4-FFF2-40B4-BE49-F238E27FC236}">
                <a16:creationId xmlns:a16="http://schemas.microsoft.com/office/drawing/2014/main" id="{62927C87-1B5E-4B60-8C8A-D094F4168E90}"/>
              </a:ext>
            </a:extLst>
          </p:cNvPr>
          <p:cNvSpPr>
            <a:spLocks/>
          </p:cNvSpPr>
          <p:nvPr/>
        </p:nvSpPr>
        <p:spPr>
          <a:xfrm>
            <a:off x="364832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6" name="data_3897">
            <a:extLst>
              <a:ext uri="{FF2B5EF4-FFF2-40B4-BE49-F238E27FC236}">
                <a16:creationId xmlns:a16="http://schemas.microsoft.com/office/drawing/2014/main" id="{82B5BB3A-E2AA-403D-9881-E61317D6616C}"/>
              </a:ext>
            </a:extLst>
          </p:cNvPr>
          <p:cNvSpPr>
            <a:spLocks/>
          </p:cNvSpPr>
          <p:nvPr/>
        </p:nvSpPr>
        <p:spPr>
          <a:xfrm>
            <a:off x="362960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7" name="data_3898">
            <a:extLst>
              <a:ext uri="{FF2B5EF4-FFF2-40B4-BE49-F238E27FC236}">
                <a16:creationId xmlns:a16="http://schemas.microsoft.com/office/drawing/2014/main" id="{59CD85CB-B15D-43B5-A577-DC4DB91B6CAB}"/>
              </a:ext>
            </a:extLst>
          </p:cNvPr>
          <p:cNvSpPr>
            <a:spLocks/>
          </p:cNvSpPr>
          <p:nvPr/>
        </p:nvSpPr>
        <p:spPr>
          <a:xfrm>
            <a:off x="3628309" y="33733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8" name="data_3899">
            <a:extLst>
              <a:ext uri="{FF2B5EF4-FFF2-40B4-BE49-F238E27FC236}">
                <a16:creationId xmlns:a16="http://schemas.microsoft.com/office/drawing/2014/main" id="{D240F1C4-B38D-4A07-A270-578BBECBFA26}"/>
              </a:ext>
            </a:extLst>
          </p:cNvPr>
          <p:cNvSpPr>
            <a:spLocks/>
          </p:cNvSpPr>
          <p:nvPr/>
        </p:nvSpPr>
        <p:spPr>
          <a:xfrm>
            <a:off x="3600777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9" name="data_3900">
            <a:extLst>
              <a:ext uri="{FF2B5EF4-FFF2-40B4-BE49-F238E27FC236}">
                <a16:creationId xmlns:a16="http://schemas.microsoft.com/office/drawing/2014/main" id="{ACCB32F0-CBFB-4028-BE0E-1D5D0E02B937}"/>
              </a:ext>
            </a:extLst>
          </p:cNvPr>
          <p:cNvSpPr>
            <a:spLocks/>
          </p:cNvSpPr>
          <p:nvPr/>
        </p:nvSpPr>
        <p:spPr>
          <a:xfrm>
            <a:off x="359492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0" name="data_3901">
            <a:extLst>
              <a:ext uri="{FF2B5EF4-FFF2-40B4-BE49-F238E27FC236}">
                <a16:creationId xmlns:a16="http://schemas.microsoft.com/office/drawing/2014/main" id="{F9AE3C5D-5574-4B93-BD9F-A5806B91F229}"/>
              </a:ext>
            </a:extLst>
          </p:cNvPr>
          <p:cNvSpPr>
            <a:spLocks/>
          </p:cNvSpPr>
          <p:nvPr/>
        </p:nvSpPr>
        <p:spPr>
          <a:xfrm>
            <a:off x="3718243" y="35516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1" name="data_3902">
            <a:extLst>
              <a:ext uri="{FF2B5EF4-FFF2-40B4-BE49-F238E27FC236}">
                <a16:creationId xmlns:a16="http://schemas.microsoft.com/office/drawing/2014/main" id="{FF9C7ECB-F68C-4D56-B9DB-1C9EBD99493D}"/>
              </a:ext>
            </a:extLst>
          </p:cNvPr>
          <p:cNvSpPr>
            <a:spLocks/>
          </p:cNvSpPr>
          <p:nvPr/>
        </p:nvSpPr>
        <p:spPr>
          <a:xfrm>
            <a:off x="368872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2" name="data_3903">
            <a:extLst>
              <a:ext uri="{FF2B5EF4-FFF2-40B4-BE49-F238E27FC236}">
                <a16:creationId xmlns:a16="http://schemas.microsoft.com/office/drawing/2014/main" id="{A1451D85-E509-4B4C-8CCD-ADECD6906743}"/>
              </a:ext>
            </a:extLst>
          </p:cNvPr>
          <p:cNvSpPr>
            <a:spLocks/>
          </p:cNvSpPr>
          <p:nvPr/>
        </p:nvSpPr>
        <p:spPr>
          <a:xfrm>
            <a:off x="362803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3" name="data_3904">
            <a:extLst>
              <a:ext uri="{FF2B5EF4-FFF2-40B4-BE49-F238E27FC236}">
                <a16:creationId xmlns:a16="http://schemas.microsoft.com/office/drawing/2014/main" id="{31CAB5A1-0AE3-45DA-896E-0A60F6246F06}"/>
              </a:ext>
            </a:extLst>
          </p:cNvPr>
          <p:cNvSpPr>
            <a:spLocks/>
          </p:cNvSpPr>
          <p:nvPr/>
        </p:nvSpPr>
        <p:spPr>
          <a:xfrm>
            <a:off x="362049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4" name="data_3905">
            <a:extLst>
              <a:ext uri="{FF2B5EF4-FFF2-40B4-BE49-F238E27FC236}">
                <a16:creationId xmlns:a16="http://schemas.microsoft.com/office/drawing/2014/main" id="{EFF1E5CF-E385-45F9-B4E4-58F65A08233C}"/>
              </a:ext>
            </a:extLst>
          </p:cNvPr>
          <p:cNvSpPr>
            <a:spLocks/>
          </p:cNvSpPr>
          <p:nvPr/>
        </p:nvSpPr>
        <p:spPr>
          <a:xfrm>
            <a:off x="372707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5" name="data_3906">
            <a:extLst>
              <a:ext uri="{FF2B5EF4-FFF2-40B4-BE49-F238E27FC236}">
                <a16:creationId xmlns:a16="http://schemas.microsoft.com/office/drawing/2014/main" id="{8E951564-2308-41AB-BAB7-029B35719520}"/>
              </a:ext>
            </a:extLst>
          </p:cNvPr>
          <p:cNvSpPr>
            <a:spLocks/>
          </p:cNvSpPr>
          <p:nvPr/>
        </p:nvSpPr>
        <p:spPr>
          <a:xfrm>
            <a:off x="374263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6" name="data_3907">
            <a:extLst>
              <a:ext uri="{FF2B5EF4-FFF2-40B4-BE49-F238E27FC236}">
                <a16:creationId xmlns:a16="http://schemas.microsoft.com/office/drawing/2014/main" id="{A7DCBD54-CC7C-4E5A-AF0F-3C9EE44C422B}"/>
              </a:ext>
            </a:extLst>
          </p:cNvPr>
          <p:cNvSpPr>
            <a:spLocks/>
          </p:cNvSpPr>
          <p:nvPr/>
        </p:nvSpPr>
        <p:spPr>
          <a:xfrm>
            <a:off x="3710273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7" name="data_3908">
            <a:extLst>
              <a:ext uri="{FF2B5EF4-FFF2-40B4-BE49-F238E27FC236}">
                <a16:creationId xmlns:a16="http://schemas.microsoft.com/office/drawing/2014/main" id="{A5A49D04-F8D3-436F-AECA-ED2BF3E3DEAC}"/>
              </a:ext>
            </a:extLst>
          </p:cNvPr>
          <p:cNvSpPr>
            <a:spLocks/>
          </p:cNvSpPr>
          <p:nvPr/>
        </p:nvSpPr>
        <p:spPr>
          <a:xfrm>
            <a:off x="359878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8" name="data_3909">
            <a:extLst>
              <a:ext uri="{FF2B5EF4-FFF2-40B4-BE49-F238E27FC236}">
                <a16:creationId xmlns:a16="http://schemas.microsoft.com/office/drawing/2014/main" id="{8AA37E2F-CAD2-40C3-ACC2-FEE6D1F33A12}"/>
              </a:ext>
            </a:extLst>
          </p:cNvPr>
          <p:cNvSpPr>
            <a:spLocks/>
          </p:cNvSpPr>
          <p:nvPr/>
        </p:nvSpPr>
        <p:spPr>
          <a:xfrm>
            <a:off x="3711706" y="3557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9" name="data_3910">
            <a:extLst>
              <a:ext uri="{FF2B5EF4-FFF2-40B4-BE49-F238E27FC236}">
                <a16:creationId xmlns:a16="http://schemas.microsoft.com/office/drawing/2014/main" id="{80630E27-E662-460A-850B-FCF11DE549B1}"/>
              </a:ext>
            </a:extLst>
          </p:cNvPr>
          <p:cNvSpPr>
            <a:spLocks/>
          </p:cNvSpPr>
          <p:nvPr/>
        </p:nvSpPr>
        <p:spPr>
          <a:xfrm>
            <a:off x="361872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0" name="data_3911">
            <a:extLst>
              <a:ext uri="{FF2B5EF4-FFF2-40B4-BE49-F238E27FC236}">
                <a16:creationId xmlns:a16="http://schemas.microsoft.com/office/drawing/2014/main" id="{8CA4ACA5-1554-449F-8C5F-5B5F45F83257}"/>
              </a:ext>
            </a:extLst>
          </p:cNvPr>
          <p:cNvSpPr>
            <a:spLocks/>
          </p:cNvSpPr>
          <p:nvPr/>
        </p:nvSpPr>
        <p:spPr>
          <a:xfrm>
            <a:off x="3597858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1" name="data_3912">
            <a:extLst>
              <a:ext uri="{FF2B5EF4-FFF2-40B4-BE49-F238E27FC236}">
                <a16:creationId xmlns:a16="http://schemas.microsoft.com/office/drawing/2014/main" id="{287C105B-271F-4FB7-ADEB-7348EDC58DB9}"/>
              </a:ext>
            </a:extLst>
          </p:cNvPr>
          <p:cNvSpPr>
            <a:spLocks/>
          </p:cNvSpPr>
          <p:nvPr/>
        </p:nvSpPr>
        <p:spPr>
          <a:xfrm>
            <a:off x="371041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2" name="data_3913">
            <a:extLst>
              <a:ext uri="{FF2B5EF4-FFF2-40B4-BE49-F238E27FC236}">
                <a16:creationId xmlns:a16="http://schemas.microsoft.com/office/drawing/2014/main" id="{B1087F40-B34D-4322-9F92-73509B74B890}"/>
              </a:ext>
            </a:extLst>
          </p:cNvPr>
          <p:cNvSpPr>
            <a:spLocks/>
          </p:cNvSpPr>
          <p:nvPr/>
        </p:nvSpPr>
        <p:spPr>
          <a:xfrm>
            <a:off x="359241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3" name="data_3914">
            <a:extLst>
              <a:ext uri="{FF2B5EF4-FFF2-40B4-BE49-F238E27FC236}">
                <a16:creationId xmlns:a16="http://schemas.microsoft.com/office/drawing/2014/main" id="{A767D620-E321-49F6-A2B0-DA9D4FAA08F6}"/>
              </a:ext>
            </a:extLst>
          </p:cNvPr>
          <p:cNvSpPr>
            <a:spLocks/>
          </p:cNvSpPr>
          <p:nvPr/>
        </p:nvSpPr>
        <p:spPr>
          <a:xfrm>
            <a:off x="374188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4" name="data_3915">
            <a:extLst>
              <a:ext uri="{FF2B5EF4-FFF2-40B4-BE49-F238E27FC236}">
                <a16:creationId xmlns:a16="http://schemas.microsoft.com/office/drawing/2014/main" id="{F78D67D0-F433-4549-BB78-35FCD80F0BE5}"/>
              </a:ext>
            </a:extLst>
          </p:cNvPr>
          <p:cNvSpPr>
            <a:spLocks/>
          </p:cNvSpPr>
          <p:nvPr/>
        </p:nvSpPr>
        <p:spPr>
          <a:xfrm>
            <a:off x="364772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5" name="data_3916">
            <a:extLst>
              <a:ext uri="{FF2B5EF4-FFF2-40B4-BE49-F238E27FC236}">
                <a16:creationId xmlns:a16="http://schemas.microsoft.com/office/drawing/2014/main" id="{F521FEEA-B046-44D3-8B8A-3DBC6EFA3880}"/>
              </a:ext>
            </a:extLst>
          </p:cNvPr>
          <p:cNvSpPr>
            <a:spLocks/>
          </p:cNvSpPr>
          <p:nvPr/>
        </p:nvSpPr>
        <p:spPr>
          <a:xfrm>
            <a:off x="3710467" y="32910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6" name="data_3917">
            <a:extLst>
              <a:ext uri="{FF2B5EF4-FFF2-40B4-BE49-F238E27FC236}">
                <a16:creationId xmlns:a16="http://schemas.microsoft.com/office/drawing/2014/main" id="{20F357B4-0717-4394-89EE-66F16EB4B11A}"/>
              </a:ext>
            </a:extLst>
          </p:cNvPr>
          <p:cNvSpPr>
            <a:spLocks/>
          </p:cNvSpPr>
          <p:nvPr/>
        </p:nvSpPr>
        <p:spPr>
          <a:xfrm>
            <a:off x="359342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7" name="data_3918">
            <a:extLst>
              <a:ext uri="{FF2B5EF4-FFF2-40B4-BE49-F238E27FC236}">
                <a16:creationId xmlns:a16="http://schemas.microsoft.com/office/drawing/2014/main" id="{59482DB3-21E2-4E5E-905D-9899274713E5}"/>
              </a:ext>
            </a:extLst>
          </p:cNvPr>
          <p:cNvSpPr>
            <a:spLocks/>
          </p:cNvSpPr>
          <p:nvPr/>
        </p:nvSpPr>
        <p:spPr>
          <a:xfrm>
            <a:off x="3710667" y="357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8" name="data_3919">
            <a:extLst>
              <a:ext uri="{FF2B5EF4-FFF2-40B4-BE49-F238E27FC236}">
                <a16:creationId xmlns:a16="http://schemas.microsoft.com/office/drawing/2014/main" id="{416CE4FA-A822-4CA4-9ECB-6D44E31D6BD8}"/>
              </a:ext>
            </a:extLst>
          </p:cNvPr>
          <p:cNvSpPr>
            <a:spLocks/>
          </p:cNvSpPr>
          <p:nvPr/>
        </p:nvSpPr>
        <p:spPr>
          <a:xfrm>
            <a:off x="3587835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9" name="data_3920">
            <a:extLst>
              <a:ext uri="{FF2B5EF4-FFF2-40B4-BE49-F238E27FC236}">
                <a16:creationId xmlns:a16="http://schemas.microsoft.com/office/drawing/2014/main" id="{EDCE7978-DAF1-4409-9CAE-420ED02180A1}"/>
              </a:ext>
            </a:extLst>
          </p:cNvPr>
          <p:cNvSpPr>
            <a:spLocks/>
          </p:cNvSpPr>
          <p:nvPr/>
        </p:nvSpPr>
        <p:spPr>
          <a:xfrm>
            <a:off x="368273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0" name="data_3921">
            <a:extLst>
              <a:ext uri="{FF2B5EF4-FFF2-40B4-BE49-F238E27FC236}">
                <a16:creationId xmlns:a16="http://schemas.microsoft.com/office/drawing/2014/main" id="{214F20C3-C309-4F9E-A62D-1C38203D7601}"/>
              </a:ext>
            </a:extLst>
          </p:cNvPr>
          <p:cNvSpPr>
            <a:spLocks/>
          </p:cNvSpPr>
          <p:nvPr/>
        </p:nvSpPr>
        <p:spPr>
          <a:xfrm>
            <a:off x="360769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1" name="data_3922">
            <a:extLst>
              <a:ext uri="{FF2B5EF4-FFF2-40B4-BE49-F238E27FC236}">
                <a16:creationId xmlns:a16="http://schemas.microsoft.com/office/drawing/2014/main" id="{F7DF3EBF-1F6B-4D85-BE60-DEAF6C3F446B}"/>
              </a:ext>
            </a:extLst>
          </p:cNvPr>
          <p:cNvSpPr>
            <a:spLocks/>
          </p:cNvSpPr>
          <p:nvPr/>
        </p:nvSpPr>
        <p:spPr>
          <a:xfrm>
            <a:off x="360063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2" name="data_3923">
            <a:extLst>
              <a:ext uri="{FF2B5EF4-FFF2-40B4-BE49-F238E27FC236}">
                <a16:creationId xmlns:a16="http://schemas.microsoft.com/office/drawing/2014/main" id="{2CBE52B8-0F07-4428-A3EF-6F122F6F3DB9}"/>
              </a:ext>
            </a:extLst>
          </p:cNvPr>
          <p:cNvSpPr>
            <a:spLocks/>
          </p:cNvSpPr>
          <p:nvPr/>
        </p:nvSpPr>
        <p:spPr>
          <a:xfrm>
            <a:off x="3618370" y="32043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3" name="data_3924">
            <a:extLst>
              <a:ext uri="{FF2B5EF4-FFF2-40B4-BE49-F238E27FC236}">
                <a16:creationId xmlns:a16="http://schemas.microsoft.com/office/drawing/2014/main" id="{64BF3689-1B6B-4068-B373-8A8C16EBD313}"/>
              </a:ext>
            </a:extLst>
          </p:cNvPr>
          <p:cNvSpPr>
            <a:spLocks/>
          </p:cNvSpPr>
          <p:nvPr/>
        </p:nvSpPr>
        <p:spPr>
          <a:xfrm>
            <a:off x="369620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4" name="data_3925">
            <a:extLst>
              <a:ext uri="{FF2B5EF4-FFF2-40B4-BE49-F238E27FC236}">
                <a16:creationId xmlns:a16="http://schemas.microsoft.com/office/drawing/2014/main" id="{AC49E87E-E9A7-413E-BED3-8854700A106C}"/>
              </a:ext>
            </a:extLst>
          </p:cNvPr>
          <p:cNvSpPr>
            <a:spLocks/>
          </p:cNvSpPr>
          <p:nvPr/>
        </p:nvSpPr>
        <p:spPr>
          <a:xfrm>
            <a:off x="3695646" y="3532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5" name="data_3926">
            <a:extLst>
              <a:ext uri="{FF2B5EF4-FFF2-40B4-BE49-F238E27FC236}">
                <a16:creationId xmlns:a16="http://schemas.microsoft.com/office/drawing/2014/main" id="{C3581885-BF83-446E-B2A9-EACC11AE8778}"/>
              </a:ext>
            </a:extLst>
          </p:cNvPr>
          <p:cNvSpPr>
            <a:spLocks/>
          </p:cNvSpPr>
          <p:nvPr/>
        </p:nvSpPr>
        <p:spPr>
          <a:xfrm>
            <a:off x="366575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6" name="data_3927">
            <a:extLst>
              <a:ext uri="{FF2B5EF4-FFF2-40B4-BE49-F238E27FC236}">
                <a16:creationId xmlns:a16="http://schemas.microsoft.com/office/drawing/2014/main" id="{04E4E6D6-9520-4002-B578-3A35A88DE8F5}"/>
              </a:ext>
            </a:extLst>
          </p:cNvPr>
          <p:cNvSpPr>
            <a:spLocks/>
          </p:cNvSpPr>
          <p:nvPr/>
        </p:nvSpPr>
        <p:spPr>
          <a:xfrm>
            <a:off x="3598422" y="35764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7" name="data_3928">
            <a:extLst>
              <a:ext uri="{FF2B5EF4-FFF2-40B4-BE49-F238E27FC236}">
                <a16:creationId xmlns:a16="http://schemas.microsoft.com/office/drawing/2014/main" id="{C8689253-7306-456E-B74E-8C6B2C33DFD8}"/>
              </a:ext>
            </a:extLst>
          </p:cNvPr>
          <p:cNvSpPr>
            <a:spLocks/>
          </p:cNvSpPr>
          <p:nvPr/>
        </p:nvSpPr>
        <p:spPr>
          <a:xfrm>
            <a:off x="3604993" y="35982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8" name="data_3929">
            <a:extLst>
              <a:ext uri="{FF2B5EF4-FFF2-40B4-BE49-F238E27FC236}">
                <a16:creationId xmlns:a16="http://schemas.microsoft.com/office/drawing/2014/main" id="{09B98649-E2F6-45AF-BFE0-F929AF68E7E2}"/>
              </a:ext>
            </a:extLst>
          </p:cNvPr>
          <p:cNvSpPr>
            <a:spLocks/>
          </p:cNvSpPr>
          <p:nvPr/>
        </p:nvSpPr>
        <p:spPr>
          <a:xfrm>
            <a:off x="3621581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9" name="data_3930">
            <a:extLst>
              <a:ext uri="{FF2B5EF4-FFF2-40B4-BE49-F238E27FC236}">
                <a16:creationId xmlns:a16="http://schemas.microsoft.com/office/drawing/2014/main" id="{1F041E61-9175-4A9E-B7BB-36BC274D46DD}"/>
              </a:ext>
            </a:extLst>
          </p:cNvPr>
          <p:cNvSpPr>
            <a:spLocks/>
          </p:cNvSpPr>
          <p:nvPr/>
        </p:nvSpPr>
        <p:spPr>
          <a:xfrm>
            <a:off x="3608498" y="34058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0" name="data_3931">
            <a:extLst>
              <a:ext uri="{FF2B5EF4-FFF2-40B4-BE49-F238E27FC236}">
                <a16:creationId xmlns:a16="http://schemas.microsoft.com/office/drawing/2014/main" id="{B57A0BCD-BED0-4470-9E20-0A1EC3034052}"/>
              </a:ext>
            </a:extLst>
          </p:cNvPr>
          <p:cNvSpPr>
            <a:spLocks/>
          </p:cNvSpPr>
          <p:nvPr/>
        </p:nvSpPr>
        <p:spPr>
          <a:xfrm>
            <a:off x="372064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1" name="data_3932">
            <a:extLst>
              <a:ext uri="{FF2B5EF4-FFF2-40B4-BE49-F238E27FC236}">
                <a16:creationId xmlns:a16="http://schemas.microsoft.com/office/drawing/2014/main" id="{318DF42A-A4EB-4CFC-BD0B-9A932188F86E}"/>
              </a:ext>
            </a:extLst>
          </p:cNvPr>
          <p:cNvSpPr>
            <a:spLocks/>
          </p:cNvSpPr>
          <p:nvPr/>
        </p:nvSpPr>
        <p:spPr>
          <a:xfrm>
            <a:off x="361131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2" name="data_3933">
            <a:extLst>
              <a:ext uri="{FF2B5EF4-FFF2-40B4-BE49-F238E27FC236}">
                <a16:creationId xmlns:a16="http://schemas.microsoft.com/office/drawing/2014/main" id="{13F32644-3D68-4364-946D-C92E950A9361}"/>
              </a:ext>
            </a:extLst>
          </p:cNvPr>
          <p:cNvSpPr>
            <a:spLocks/>
          </p:cNvSpPr>
          <p:nvPr/>
        </p:nvSpPr>
        <p:spPr>
          <a:xfrm>
            <a:off x="366866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3" name="data_3934">
            <a:extLst>
              <a:ext uri="{FF2B5EF4-FFF2-40B4-BE49-F238E27FC236}">
                <a16:creationId xmlns:a16="http://schemas.microsoft.com/office/drawing/2014/main" id="{940D5637-1CD9-4215-9044-4DF44A261C7D}"/>
              </a:ext>
            </a:extLst>
          </p:cNvPr>
          <p:cNvSpPr>
            <a:spLocks/>
          </p:cNvSpPr>
          <p:nvPr/>
        </p:nvSpPr>
        <p:spPr>
          <a:xfrm>
            <a:off x="3662228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4" name="data_3935">
            <a:extLst>
              <a:ext uri="{FF2B5EF4-FFF2-40B4-BE49-F238E27FC236}">
                <a16:creationId xmlns:a16="http://schemas.microsoft.com/office/drawing/2014/main" id="{FF00ABF9-22F1-4C90-8CD3-048084C804E8}"/>
              </a:ext>
            </a:extLst>
          </p:cNvPr>
          <p:cNvSpPr>
            <a:spLocks/>
          </p:cNvSpPr>
          <p:nvPr/>
        </p:nvSpPr>
        <p:spPr>
          <a:xfrm>
            <a:off x="357994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5" name="data_3936">
            <a:extLst>
              <a:ext uri="{FF2B5EF4-FFF2-40B4-BE49-F238E27FC236}">
                <a16:creationId xmlns:a16="http://schemas.microsoft.com/office/drawing/2014/main" id="{B6863549-1C24-4E08-AA46-A0B322B5C162}"/>
              </a:ext>
            </a:extLst>
          </p:cNvPr>
          <p:cNvSpPr>
            <a:spLocks/>
          </p:cNvSpPr>
          <p:nvPr/>
        </p:nvSpPr>
        <p:spPr>
          <a:xfrm>
            <a:off x="373979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6" name="data_3937">
            <a:extLst>
              <a:ext uri="{FF2B5EF4-FFF2-40B4-BE49-F238E27FC236}">
                <a16:creationId xmlns:a16="http://schemas.microsoft.com/office/drawing/2014/main" id="{669F245E-EBEA-4E18-96D1-3E8ED8FFCD4A}"/>
              </a:ext>
            </a:extLst>
          </p:cNvPr>
          <p:cNvSpPr>
            <a:spLocks/>
          </p:cNvSpPr>
          <p:nvPr/>
        </p:nvSpPr>
        <p:spPr>
          <a:xfrm>
            <a:off x="358742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7" name="data_3938">
            <a:extLst>
              <a:ext uri="{FF2B5EF4-FFF2-40B4-BE49-F238E27FC236}">
                <a16:creationId xmlns:a16="http://schemas.microsoft.com/office/drawing/2014/main" id="{7F02DAAB-053F-4A9D-82FC-F601C5A1E8A8}"/>
              </a:ext>
            </a:extLst>
          </p:cNvPr>
          <p:cNvSpPr>
            <a:spLocks/>
          </p:cNvSpPr>
          <p:nvPr/>
        </p:nvSpPr>
        <p:spPr>
          <a:xfrm>
            <a:off x="3643430" y="34166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8" name="data_3939">
            <a:extLst>
              <a:ext uri="{FF2B5EF4-FFF2-40B4-BE49-F238E27FC236}">
                <a16:creationId xmlns:a16="http://schemas.microsoft.com/office/drawing/2014/main" id="{E2DD0D38-2175-4C6E-9563-C374A0CE7162}"/>
              </a:ext>
            </a:extLst>
          </p:cNvPr>
          <p:cNvSpPr>
            <a:spLocks/>
          </p:cNvSpPr>
          <p:nvPr/>
        </p:nvSpPr>
        <p:spPr>
          <a:xfrm>
            <a:off x="367313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9" name="data_3940">
            <a:extLst>
              <a:ext uri="{FF2B5EF4-FFF2-40B4-BE49-F238E27FC236}">
                <a16:creationId xmlns:a16="http://schemas.microsoft.com/office/drawing/2014/main" id="{6D775644-1E53-4701-B1B2-1C0F072EE5B3}"/>
              </a:ext>
            </a:extLst>
          </p:cNvPr>
          <p:cNvSpPr>
            <a:spLocks/>
          </p:cNvSpPr>
          <p:nvPr/>
        </p:nvSpPr>
        <p:spPr>
          <a:xfrm>
            <a:off x="3688638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0" name="data_3941">
            <a:extLst>
              <a:ext uri="{FF2B5EF4-FFF2-40B4-BE49-F238E27FC236}">
                <a16:creationId xmlns:a16="http://schemas.microsoft.com/office/drawing/2014/main" id="{5CF0A2BF-A961-4722-932D-4979122C9121}"/>
              </a:ext>
            </a:extLst>
          </p:cNvPr>
          <p:cNvSpPr>
            <a:spLocks/>
          </p:cNvSpPr>
          <p:nvPr/>
        </p:nvSpPr>
        <p:spPr>
          <a:xfrm>
            <a:off x="3710258" y="3568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1" name="data_3942">
            <a:extLst>
              <a:ext uri="{FF2B5EF4-FFF2-40B4-BE49-F238E27FC236}">
                <a16:creationId xmlns:a16="http://schemas.microsoft.com/office/drawing/2014/main" id="{05424C8F-94A1-4192-A64F-FA39D93E94F9}"/>
              </a:ext>
            </a:extLst>
          </p:cNvPr>
          <p:cNvSpPr>
            <a:spLocks/>
          </p:cNvSpPr>
          <p:nvPr/>
        </p:nvSpPr>
        <p:spPr>
          <a:xfrm>
            <a:off x="369620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2" name="data_3943">
            <a:extLst>
              <a:ext uri="{FF2B5EF4-FFF2-40B4-BE49-F238E27FC236}">
                <a16:creationId xmlns:a16="http://schemas.microsoft.com/office/drawing/2014/main" id="{C12AD2F4-C57B-4CBE-B5F8-12EA1697F0E2}"/>
              </a:ext>
            </a:extLst>
          </p:cNvPr>
          <p:cNvSpPr>
            <a:spLocks/>
          </p:cNvSpPr>
          <p:nvPr/>
        </p:nvSpPr>
        <p:spPr>
          <a:xfrm>
            <a:off x="3675392" y="35827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3" name="data_3944">
            <a:extLst>
              <a:ext uri="{FF2B5EF4-FFF2-40B4-BE49-F238E27FC236}">
                <a16:creationId xmlns:a16="http://schemas.microsoft.com/office/drawing/2014/main" id="{9A3B843C-7CC8-49E9-9692-62FA4F2257CB}"/>
              </a:ext>
            </a:extLst>
          </p:cNvPr>
          <p:cNvSpPr>
            <a:spLocks/>
          </p:cNvSpPr>
          <p:nvPr/>
        </p:nvSpPr>
        <p:spPr>
          <a:xfrm>
            <a:off x="3629654" y="33906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4" name="data_3945">
            <a:extLst>
              <a:ext uri="{FF2B5EF4-FFF2-40B4-BE49-F238E27FC236}">
                <a16:creationId xmlns:a16="http://schemas.microsoft.com/office/drawing/2014/main" id="{103F5D0C-E30F-4AB0-89F3-90BAC27E628F}"/>
              </a:ext>
            </a:extLst>
          </p:cNvPr>
          <p:cNvSpPr>
            <a:spLocks/>
          </p:cNvSpPr>
          <p:nvPr/>
        </p:nvSpPr>
        <p:spPr>
          <a:xfrm>
            <a:off x="359016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5" name="data_3946">
            <a:extLst>
              <a:ext uri="{FF2B5EF4-FFF2-40B4-BE49-F238E27FC236}">
                <a16:creationId xmlns:a16="http://schemas.microsoft.com/office/drawing/2014/main" id="{89E15678-7089-4660-8079-42F427B6A0D0}"/>
              </a:ext>
            </a:extLst>
          </p:cNvPr>
          <p:cNvSpPr>
            <a:spLocks/>
          </p:cNvSpPr>
          <p:nvPr/>
        </p:nvSpPr>
        <p:spPr>
          <a:xfrm>
            <a:off x="364918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6" name="data_3947">
            <a:extLst>
              <a:ext uri="{FF2B5EF4-FFF2-40B4-BE49-F238E27FC236}">
                <a16:creationId xmlns:a16="http://schemas.microsoft.com/office/drawing/2014/main" id="{38EED381-B479-4281-8004-F7A7D718981D}"/>
              </a:ext>
            </a:extLst>
          </p:cNvPr>
          <p:cNvSpPr>
            <a:spLocks/>
          </p:cNvSpPr>
          <p:nvPr/>
        </p:nvSpPr>
        <p:spPr>
          <a:xfrm>
            <a:off x="3694176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7" name="data_3948">
            <a:extLst>
              <a:ext uri="{FF2B5EF4-FFF2-40B4-BE49-F238E27FC236}">
                <a16:creationId xmlns:a16="http://schemas.microsoft.com/office/drawing/2014/main" id="{D338C411-DD5A-4120-A242-0688A26EC7DB}"/>
              </a:ext>
            </a:extLst>
          </p:cNvPr>
          <p:cNvSpPr>
            <a:spLocks/>
          </p:cNvSpPr>
          <p:nvPr/>
        </p:nvSpPr>
        <p:spPr>
          <a:xfrm>
            <a:off x="360591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8" name="data_3949">
            <a:extLst>
              <a:ext uri="{FF2B5EF4-FFF2-40B4-BE49-F238E27FC236}">
                <a16:creationId xmlns:a16="http://schemas.microsoft.com/office/drawing/2014/main" id="{4BFA89F1-9AB0-4673-BD2D-3481812E75FF}"/>
              </a:ext>
            </a:extLst>
          </p:cNvPr>
          <p:cNvSpPr>
            <a:spLocks/>
          </p:cNvSpPr>
          <p:nvPr/>
        </p:nvSpPr>
        <p:spPr>
          <a:xfrm>
            <a:off x="369660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9" name="data_3950">
            <a:extLst>
              <a:ext uri="{FF2B5EF4-FFF2-40B4-BE49-F238E27FC236}">
                <a16:creationId xmlns:a16="http://schemas.microsoft.com/office/drawing/2014/main" id="{467FC853-0EA9-4D6D-AF5C-22B9FA82C6EE}"/>
              </a:ext>
            </a:extLst>
          </p:cNvPr>
          <p:cNvSpPr>
            <a:spLocks/>
          </p:cNvSpPr>
          <p:nvPr/>
        </p:nvSpPr>
        <p:spPr>
          <a:xfrm>
            <a:off x="3629245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0" name="data_3951">
            <a:extLst>
              <a:ext uri="{FF2B5EF4-FFF2-40B4-BE49-F238E27FC236}">
                <a16:creationId xmlns:a16="http://schemas.microsoft.com/office/drawing/2014/main" id="{4EBCEEBA-849F-44B5-991F-ECDE55188905}"/>
              </a:ext>
            </a:extLst>
          </p:cNvPr>
          <p:cNvSpPr>
            <a:spLocks/>
          </p:cNvSpPr>
          <p:nvPr/>
        </p:nvSpPr>
        <p:spPr>
          <a:xfrm>
            <a:off x="3614229" y="34058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1" name="data_3952">
            <a:extLst>
              <a:ext uri="{FF2B5EF4-FFF2-40B4-BE49-F238E27FC236}">
                <a16:creationId xmlns:a16="http://schemas.microsoft.com/office/drawing/2014/main" id="{7AD6FC8C-C14A-4010-AD4C-5A148A31CB6E}"/>
              </a:ext>
            </a:extLst>
          </p:cNvPr>
          <p:cNvSpPr>
            <a:spLocks/>
          </p:cNvSpPr>
          <p:nvPr/>
        </p:nvSpPr>
        <p:spPr>
          <a:xfrm>
            <a:off x="3688118" y="3503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2" name="data_3953">
            <a:extLst>
              <a:ext uri="{FF2B5EF4-FFF2-40B4-BE49-F238E27FC236}">
                <a16:creationId xmlns:a16="http://schemas.microsoft.com/office/drawing/2014/main" id="{E27030B3-FFA8-4CE4-A024-19E39206966D}"/>
              </a:ext>
            </a:extLst>
          </p:cNvPr>
          <p:cNvSpPr>
            <a:spLocks/>
          </p:cNvSpPr>
          <p:nvPr/>
        </p:nvSpPr>
        <p:spPr>
          <a:xfrm>
            <a:off x="373578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3" name="data_3954">
            <a:extLst>
              <a:ext uri="{FF2B5EF4-FFF2-40B4-BE49-F238E27FC236}">
                <a16:creationId xmlns:a16="http://schemas.microsoft.com/office/drawing/2014/main" id="{0A7FD597-923B-48CF-94C0-C3C4FFFB10EB}"/>
              </a:ext>
            </a:extLst>
          </p:cNvPr>
          <p:cNvSpPr>
            <a:spLocks/>
          </p:cNvSpPr>
          <p:nvPr/>
        </p:nvSpPr>
        <p:spPr>
          <a:xfrm>
            <a:off x="358289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4" name="data_3955">
            <a:extLst>
              <a:ext uri="{FF2B5EF4-FFF2-40B4-BE49-F238E27FC236}">
                <a16:creationId xmlns:a16="http://schemas.microsoft.com/office/drawing/2014/main" id="{62986290-E0EC-4A24-BBA5-F843E325B0D6}"/>
              </a:ext>
            </a:extLst>
          </p:cNvPr>
          <p:cNvSpPr>
            <a:spLocks/>
          </p:cNvSpPr>
          <p:nvPr/>
        </p:nvSpPr>
        <p:spPr>
          <a:xfrm>
            <a:off x="3682879" y="36224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5" name="data_3956">
            <a:extLst>
              <a:ext uri="{FF2B5EF4-FFF2-40B4-BE49-F238E27FC236}">
                <a16:creationId xmlns:a16="http://schemas.microsoft.com/office/drawing/2014/main" id="{6F4F7C87-07D4-4095-8BB9-74122B194D0D}"/>
              </a:ext>
            </a:extLst>
          </p:cNvPr>
          <p:cNvSpPr>
            <a:spLocks/>
          </p:cNvSpPr>
          <p:nvPr/>
        </p:nvSpPr>
        <p:spPr>
          <a:xfrm>
            <a:off x="3706786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6" name="data_3957">
            <a:extLst>
              <a:ext uri="{FF2B5EF4-FFF2-40B4-BE49-F238E27FC236}">
                <a16:creationId xmlns:a16="http://schemas.microsoft.com/office/drawing/2014/main" id="{E8A43063-5F02-4AC5-B6F5-D8A5B093377C}"/>
              </a:ext>
            </a:extLst>
          </p:cNvPr>
          <p:cNvSpPr>
            <a:spLocks/>
          </p:cNvSpPr>
          <p:nvPr/>
        </p:nvSpPr>
        <p:spPr>
          <a:xfrm>
            <a:off x="362636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7" name="data_3958">
            <a:extLst>
              <a:ext uri="{FF2B5EF4-FFF2-40B4-BE49-F238E27FC236}">
                <a16:creationId xmlns:a16="http://schemas.microsoft.com/office/drawing/2014/main" id="{A253DDA6-A5BB-4F2A-A71A-899862827AE5}"/>
              </a:ext>
            </a:extLst>
          </p:cNvPr>
          <p:cNvSpPr>
            <a:spLocks/>
          </p:cNvSpPr>
          <p:nvPr/>
        </p:nvSpPr>
        <p:spPr>
          <a:xfrm>
            <a:off x="371878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8" name="data_3959">
            <a:extLst>
              <a:ext uri="{FF2B5EF4-FFF2-40B4-BE49-F238E27FC236}">
                <a16:creationId xmlns:a16="http://schemas.microsoft.com/office/drawing/2014/main" id="{1181DA19-F635-4650-B135-48F56E0F7902}"/>
              </a:ext>
            </a:extLst>
          </p:cNvPr>
          <p:cNvSpPr>
            <a:spLocks/>
          </p:cNvSpPr>
          <p:nvPr/>
        </p:nvSpPr>
        <p:spPr>
          <a:xfrm>
            <a:off x="3690868" y="2522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9" name="data_3960">
            <a:extLst>
              <a:ext uri="{FF2B5EF4-FFF2-40B4-BE49-F238E27FC236}">
                <a16:creationId xmlns:a16="http://schemas.microsoft.com/office/drawing/2014/main" id="{5D015312-27AA-4F56-B903-15DC2C2B809B}"/>
              </a:ext>
            </a:extLst>
          </p:cNvPr>
          <p:cNvSpPr>
            <a:spLocks/>
          </p:cNvSpPr>
          <p:nvPr/>
        </p:nvSpPr>
        <p:spPr>
          <a:xfrm>
            <a:off x="370072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0" name="data_3961">
            <a:extLst>
              <a:ext uri="{FF2B5EF4-FFF2-40B4-BE49-F238E27FC236}">
                <a16:creationId xmlns:a16="http://schemas.microsoft.com/office/drawing/2014/main" id="{602E6438-0E58-4E3A-BE36-915E73CE4140}"/>
              </a:ext>
            </a:extLst>
          </p:cNvPr>
          <p:cNvSpPr>
            <a:spLocks/>
          </p:cNvSpPr>
          <p:nvPr/>
        </p:nvSpPr>
        <p:spPr>
          <a:xfrm>
            <a:off x="3727582" y="36321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1" name="data_3962">
            <a:extLst>
              <a:ext uri="{FF2B5EF4-FFF2-40B4-BE49-F238E27FC236}">
                <a16:creationId xmlns:a16="http://schemas.microsoft.com/office/drawing/2014/main" id="{3D36FA47-02E1-4AAD-8B99-9F782E5A62A5}"/>
              </a:ext>
            </a:extLst>
          </p:cNvPr>
          <p:cNvSpPr>
            <a:spLocks/>
          </p:cNvSpPr>
          <p:nvPr/>
        </p:nvSpPr>
        <p:spPr>
          <a:xfrm>
            <a:off x="366073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2" name="data_3963">
            <a:extLst>
              <a:ext uri="{FF2B5EF4-FFF2-40B4-BE49-F238E27FC236}">
                <a16:creationId xmlns:a16="http://schemas.microsoft.com/office/drawing/2014/main" id="{E650B2DF-09CD-45F7-92C2-CA3ADD586EE9}"/>
              </a:ext>
            </a:extLst>
          </p:cNvPr>
          <p:cNvSpPr>
            <a:spLocks/>
          </p:cNvSpPr>
          <p:nvPr/>
        </p:nvSpPr>
        <p:spPr>
          <a:xfrm>
            <a:off x="372327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3" name="data_3964">
            <a:extLst>
              <a:ext uri="{FF2B5EF4-FFF2-40B4-BE49-F238E27FC236}">
                <a16:creationId xmlns:a16="http://schemas.microsoft.com/office/drawing/2014/main" id="{2389636F-B11C-4B23-A78D-8D68775E0020}"/>
              </a:ext>
            </a:extLst>
          </p:cNvPr>
          <p:cNvSpPr>
            <a:spLocks/>
          </p:cNvSpPr>
          <p:nvPr/>
        </p:nvSpPr>
        <p:spPr>
          <a:xfrm>
            <a:off x="369325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4" name="data_3965">
            <a:extLst>
              <a:ext uri="{FF2B5EF4-FFF2-40B4-BE49-F238E27FC236}">
                <a16:creationId xmlns:a16="http://schemas.microsoft.com/office/drawing/2014/main" id="{FDB9D0F5-D79F-449F-9F73-31C6E31D6309}"/>
              </a:ext>
            </a:extLst>
          </p:cNvPr>
          <p:cNvSpPr>
            <a:spLocks/>
          </p:cNvSpPr>
          <p:nvPr/>
        </p:nvSpPr>
        <p:spPr>
          <a:xfrm>
            <a:off x="3618830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5" name="data_3966">
            <a:extLst>
              <a:ext uri="{FF2B5EF4-FFF2-40B4-BE49-F238E27FC236}">
                <a16:creationId xmlns:a16="http://schemas.microsoft.com/office/drawing/2014/main" id="{C01241F2-B707-49EC-91F3-587AC5F8A7B1}"/>
              </a:ext>
            </a:extLst>
          </p:cNvPr>
          <p:cNvSpPr>
            <a:spLocks/>
          </p:cNvSpPr>
          <p:nvPr/>
        </p:nvSpPr>
        <p:spPr>
          <a:xfrm>
            <a:off x="372961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6" name="data_3967">
            <a:extLst>
              <a:ext uri="{FF2B5EF4-FFF2-40B4-BE49-F238E27FC236}">
                <a16:creationId xmlns:a16="http://schemas.microsoft.com/office/drawing/2014/main" id="{4CD43C82-641C-4490-9616-EFE979B440D1}"/>
              </a:ext>
            </a:extLst>
          </p:cNvPr>
          <p:cNvSpPr>
            <a:spLocks/>
          </p:cNvSpPr>
          <p:nvPr/>
        </p:nvSpPr>
        <p:spPr>
          <a:xfrm>
            <a:off x="3636503" y="34058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7" name="data_3968">
            <a:extLst>
              <a:ext uri="{FF2B5EF4-FFF2-40B4-BE49-F238E27FC236}">
                <a16:creationId xmlns:a16="http://schemas.microsoft.com/office/drawing/2014/main" id="{CB136104-B0BE-497C-BFE2-A804C10EBEBA}"/>
              </a:ext>
            </a:extLst>
          </p:cNvPr>
          <p:cNvSpPr>
            <a:spLocks/>
          </p:cNvSpPr>
          <p:nvPr/>
        </p:nvSpPr>
        <p:spPr>
          <a:xfrm>
            <a:off x="358473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8" name="data_3969">
            <a:extLst>
              <a:ext uri="{FF2B5EF4-FFF2-40B4-BE49-F238E27FC236}">
                <a16:creationId xmlns:a16="http://schemas.microsoft.com/office/drawing/2014/main" id="{A0A72E53-D4BF-4864-BBF7-DEE4EA0F21AE}"/>
              </a:ext>
            </a:extLst>
          </p:cNvPr>
          <p:cNvSpPr>
            <a:spLocks/>
          </p:cNvSpPr>
          <p:nvPr/>
        </p:nvSpPr>
        <p:spPr>
          <a:xfrm>
            <a:off x="3597180" y="36149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9" name="data_3970">
            <a:extLst>
              <a:ext uri="{FF2B5EF4-FFF2-40B4-BE49-F238E27FC236}">
                <a16:creationId xmlns:a16="http://schemas.microsoft.com/office/drawing/2014/main" id="{81C08ADC-C673-4FF5-B453-B5D10FF3AD71}"/>
              </a:ext>
            </a:extLst>
          </p:cNvPr>
          <p:cNvSpPr>
            <a:spLocks/>
          </p:cNvSpPr>
          <p:nvPr/>
        </p:nvSpPr>
        <p:spPr>
          <a:xfrm>
            <a:off x="3612427" y="2747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0" name="data_3971">
            <a:extLst>
              <a:ext uri="{FF2B5EF4-FFF2-40B4-BE49-F238E27FC236}">
                <a16:creationId xmlns:a16="http://schemas.microsoft.com/office/drawing/2014/main" id="{BAFED126-6706-47BD-AE00-EECFA86A44CE}"/>
              </a:ext>
            </a:extLst>
          </p:cNvPr>
          <p:cNvSpPr>
            <a:spLocks/>
          </p:cNvSpPr>
          <p:nvPr/>
        </p:nvSpPr>
        <p:spPr>
          <a:xfrm>
            <a:off x="363236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1" name="data_3972">
            <a:extLst>
              <a:ext uri="{FF2B5EF4-FFF2-40B4-BE49-F238E27FC236}">
                <a16:creationId xmlns:a16="http://schemas.microsoft.com/office/drawing/2014/main" id="{0A6755BF-0CC8-4EC3-8826-B75E24B120AD}"/>
              </a:ext>
            </a:extLst>
          </p:cNvPr>
          <p:cNvSpPr>
            <a:spLocks/>
          </p:cNvSpPr>
          <p:nvPr/>
        </p:nvSpPr>
        <p:spPr>
          <a:xfrm>
            <a:off x="368652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2" name="data_3973">
            <a:extLst>
              <a:ext uri="{FF2B5EF4-FFF2-40B4-BE49-F238E27FC236}">
                <a16:creationId xmlns:a16="http://schemas.microsoft.com/office/drawing/2014/main" id="{12A55727-7211-4112-920C-12DFA717838C}"/>
              </a:ext>
            </a:extLst>
          </p:cNvPr>
          <p:cNvSpPr>
            <a:spLocks/>
          </p:cNvSpPr>
          <p:nvPr/>
        </p:nvSpPr>
        <p:spPr>
          <a:xfrm>
            <a:off x="3609447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3" name="data_3974">
            <a:extLst>
              <a:ext uri="{FF2B5EF4-FFF2-40B4-BE49-F238E27FC236}">
                <a16:creationId xmlns:a16="http://schemas.microsoft.com/office/drawing/2014/main" id="{2FDFD554-D4C3-4A85-BA9B-052C001CDE41}"/>
              </a:ext>
            </a:extLst>
          </p:cNvPr>
          <p:cNvSpPr>
            <a:spLocks/>
          </p:cNvSpPr>
          <p:nvPr/>
        </p:nvSpPr>
        <p:spPr>
          <a:xfrm>
            <a:off x="3691371" y="34822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4" name="data_3975">
            <a:extLst>
              <a:ext uri="{FF2B5EF4-FFF2-40B4-BE49-F238E27FC236}">
                <a16:creationId xmlns:a16="http://schemas.microsoft.com/office/drawing/2014/main" id="{CAEFB1FC-F40D-46CD-A616-0EE73DF1D2F9}"/>
              </a:ext>
            </a:extLst>
          </p:cNvPr>
          <p:cNvSpPr>
            <a:spLocks/>
          </p:cNvSpPr>
          <p:nvPr/>
        </p:nvSpPr>
        <p:spPr>
          <a:xfrm>
            <a:off x="3745191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5" name="data_3976">
            <a:extLst>
              <a:ext uri="{FF2B5EF4-FFF2-40B4-BE49-F238E27FC236}">
                <a16:creationId xmlns:a16="http://schemas.microsoft.com/office/drawing/2014/main" id="{9D130245-2052-4184-B74B-5B2C88BC2878}"/>
              </a:ext>
            </a:extLst>
          </p:cNvPr>
          <p:cNvSpPr>
            <a:spLocks/>
          </p:cNvSpPr>
          <p:nvPr/>
        </p:nvSpPr>
        <p:spPr>
          <a:xfrm>
            <a:off x="3745245" y="30855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6" name="data_3977">
            <a:extLst>
              <a:ext uri="{FF2B5EF4-FFF2-40B4-BE49-F238E27FC236}">
                <a16:creationId xmlns:a16="http://schemas.microsoft.com/office/drawing/2014/main" id="{B38CDCB6-3833-4CA5-AEA1-2526CD384E78}"/>
              </a:ext>
            </a:extLst>
          </p:cNvPr>
          <p:cNvSpPr>
            <a:spLocks/>
          </p:cNvSpPr>
          <p:nvPr/>
        </p:nvSpPr>
        <p:spPr>
          <a:xfrm>
            <a:off x="3638917" y="29963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7" name="data_3978">
            <a:extLst>
              <a:ext uri="{FF2B5EF4-FFF2-40B4-BE49-F238E27FC236}">
                <a16:creationId xmlns:a16="http://schemas.microsoft.com/office/drawing/2014/main" id="{D1F9A0AC-FE4B-4D5D-B2B9-49F9DCBECF25}"/>
              </a:ext>
            </a:extLst>
          </p:cNvPr>
          <p:cNvSpPr>
            <a:spLocks/>
          </p:cNvSpPr>
          <p:nvPr/>
        </p:nvSpPr>
        <p:spPr>
          <a:xfrm>
            <a:off x="360881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8" name="data_3979">
            <a:extLst>
              <a:ext uri="{FF2B5EF4-FFF2-40B4-BE49-F238E27FC236}">
                <a16:creationId xmlns:a16="http://schemas.microsoft.com/office/drawing/2014/main" id="{987878F0-5BF3-416B-8078-838B8E31C198}"/>
              </a:ext>
            </a:extLst>
          </p:cNvPr>
          <p:cNvSpPr>
            <a:spLocks/>
          </p:cNvSpPr>
          <p:nvPr/>
        </p:nvSpPr>
        <p:spPr>
          <a:xfrm>
            <a:off x="3674845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9" name="data_3980">
            <a:extLst>
              <a:ext uri="{FF2B5EF4-FFF2-40B4-BE49-F238E27FC236}">
                <a16:creationId xmlns:a16="http://schemas.microsoft.com/office/drawing/2014/main" id="{66EE5741-2275-4230-9A4C-07D7C97A7E6B}"/>
              </a:ext>
            </a:extLst>
          </p:cNvPr>
          <p:cNvSpPr>
            <a:spLocks/>
          </p:cNvSpPr>
          <p:nvPr/>
        </p:nvSpPr>
        <p:spPr>
          <a:xfrm>
            <a:off x="3679718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0" name="data_3981">
            <a:extLst>
              <a:ext uri="{FF2B5EF4-FFF2-40B4-BE49-F238E27FC236}">
                <a16:creationId xmlns:a16="http://schemas.microsoft.com/office/drawing/2014/main" id="{12D07C63-8F20-4175-B099-3FF602F8769F}"/>
              </a:ext>
            </a:extLst>
          </p:cNvPr>
          <p:cNvSpPr>
            <a:spLocks/>
          </p:cNvSpPr>
          <p:nvPr/>
        </p:nvSpPr>
        <p:spPr>
          <a:xfrm>
            <a:off x="374406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1" name="data_3982">
            <a:extLst>
              <a:ext uri="{FF2B5EF4-FFF2-40B4-BE49-F238E27FC236}">
                <a16:creationId xmlns:a16="http://schemas.microsoft.com/office/drawing/2014/main" id="{D1CA793F-8B56-48C7-AB9B-5736C1B48BFD}"/>
              </a:ext>
            </a:extLst>
          </p:cNvPr>
          <p:cNvSpPr>
            <a:spLocks/>
          </p:cNvSpPr>
          <p:nvPr/>
        </p:nvSpPr>
        <p:spPr>
          <a:xfrm>
            <a:off x="370187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2" name="data_3983">
            <a:extLst>
              <a:ext uri="{FF2B5EF4-FFF2-40B4-BE49-F238E27FC236}">
                <a16:creationId xmlns:a16="http://schemas.microsoft.com/office/drawing/2014/main" id="{80AB5345-B8ED-48DF-989B-7A474DE0FE21}"/>
              </a:ext>
            </a:extLst>
          </p:cNvPr>
          <p:cNvSpPr>
            <a:spLocks/>
          </p:cNvSpPr>
          <p:nvPr/>
        </p:nvSpPr>
        <p:spPr>
          <a:xfrm>
            <a:off x="3599377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3" name="data_3984">
            <a:extLst>
              <a:ext uri="{FF2B5EF4-FFF2-40B4-BE49-F238E27FC236}">
                <a16:creationId xmlns:a16="http://schemas.microsoft.com/office/drawing/2014/main" id="{DA1D47E3-0998-41E1-B4E3-468EBF810476}"/>
              </a:ext>
            </a:extLst>
          </p:cNvPr>
          <p:cNvSpPr>
            <a:spLocks/>
          </p:cNvSpPr>
          <p:nvPr/>
        </p:nvSpPr>
        <p:spPr>
          <a:xfrm>
            <a:off x="365237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4" name="data_3985">
            <a:extLst>
              <a:ext uri="{FF2B5EF4-FFF2-40B4-BE49-F238E27FC236}">
                <a16:creationId xmlns:a16="http://schemas.microsoft.com/office/drawing/2014/main" id="{CD892BB8-310D-4128-A179-B1CED68BFC28}"/>
              </a:ext>
            </a:extLst>
          </p:cNvPr>
          <p:cNvSpPr>
            <a:spLocks/>
          </p:cNvSpPr>
          <p:nvPr/>
        </p:nvSpPr>
        <p:spPr>
          <a:xfrm>
            <a:off x="365430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5" name="data_3986">
            <a:extLst>
              <a:ext uri="{FF2B5EF4-FFF2-40B4-BE49-F238E27FC236}">
                <a16:creationId xmlns:a16="http://schemas.microsoft.com/office/drawing/2014/main" id="{9B91FA57-B77A-4E65-830A-CAD38F926FD1}"/>
              </a:ext>
            </a:extLst>
          </p:cNvPr>
          <p:cNvSpPr>
            <a:spLocks/>
          </p:cNvSpPr>
          <p:nvPr/>
        </p:nvSpPr>
        <p:spPr>
          <a:xfrm>
            <a:off x="3693303" y="36126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6" name="data_3987">
            <a:extLst>
              <a:ext uri="{FF2B5EF4-FFF2-40B4-BE49-F238E27FC236}">
                <a16:creationId xmlns:a16="http://schemas.microsoft.com/office/drawing/2014/main" id="{8B9F27F8-0572-4850-80CA-C67DA27E0B8E}"/>
              </a:ext>
            </a:extLst>
          </p:cNvPr>
          <p:cNvSpPr>
            <a:spLocks/>
          </p:cNvSpPr>
          <p:nvPr/>
        </p:nvSpPr>
        <p:spPr>
          <a:xfrm>
            <a:off x="368991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7" name="data_3988">
            <a:extLst>
              <a:ext uri="{FF2B5EF4-FFF2-40B4-BE49-F238E27FC236}">
                <a16:creationId xmlns:a16="http://schemas.microsoft.com/office/drawing/2014/main" id="{E283FABE-6807-4439-904E-20A9B56428B0}"/>
              </a:ext>
            </a:extLst>
          </p:cNvPr>
          <p:cNvSpPr>
            <a:spLocks/>
          </p:cNvSpPr>
          <p:nvPr/>
        </p:nvSpPr>
        <p:spPr>
          <a:xfrm>
            <a:off x="371386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8" name="data_3989">
            <a:extLst>
              <a:ext uri="{FF2B5EF4-FFF2-40B4-BE49-F238E27FC236}">
                <a16:creationId xmlns:a16="http://schemas.microsoft.com/office/drawing/2014/main" id="{9DAF2429-A91A-4C21-AED3-FA0A15FD223F}"/>
              </a:ext>
            </a:extLst>
          </p:cNvPr>
          <p:cNvSpPr>
            <a:spLocks/>
          </p:cNvSpPr>
          <p:nvPr/>
        </p:nvSpPr>
        <p:spPr>
          <a:xfrm>
            <a:off x="3661029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9" name="data_3990">
            <a:extLst>
              <a:ext uri="{FF2B5EF4-FFF2-40B4-BE49-F238E27FC236}">
                <a16:creationId xmlns:a16="http://schemas.microsoft.com/office/drawing/2014/main" id="{3E8C6EC4-88F4-4784-A646-1FF299CB0CA7}"/>
              </a:ext>
            </a:extLst>
          </p:cNvPr>
          <p:cNvSpPr>
            <a:spLocks/>
          </p:cNvSpPr>
          <p:nvPr/>
        </p:nvSpPr>
        <p:spPr>
          <a:xfrm>
            <a:off x="373367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0" name="data_3991">
            <a:extLst>
              <a:ext uri="{FF2B5EF4-FFF2-40B4-BE49-F238E27FC236}">
                <a16:creationId xmlns:a16="http://schemas.microsoft.com/office/drawing/2014/main" id="{6D4A9DB6-2CBD-444A-AA6F-1BD7FDA76510}"/>
              </a:ext>
            </a:extLst>
          </p:cNvPr>
          <p:cNvSpPr>
            <a:spLocks/>
          </p:cNvSpPr>
          <p:nvPr/>
        </p:nvSpPr>
        <p:spPr>
          <a:xfrm>
            <a:off x="359175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1" name="data_3992">
            <a:extLst>
              <a:ext uri="{FF2B5EF4-FFF2-40B4-BE49-F238E27FC236}">
                <a16:creationId xmlns:a16="http://schemas.microsoft.com/office/drawing/2014/main" id="{D7964506-76A9-4546-82C2-4DA86331F6E7}"/>
              </a:ext>
            </a:extLst>
          </p:cNvPr>
          <p:cNvSpPr>
            <a:spLocks/>
          </p:cNvSpPr>
          <p:nvPr/>
        </p:nvSpPr>
        <p:spPr>
          <a:xfrm>
            <a:off x="365255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2" name="data_3993">
            <a:extLst>
              <a:ext uri="{FF2B5EF4-FFF2-40B4-BE49-F238E27FC236}">
                <a16:creationId xmlns:a16="http://schemas.microsoft.com/office/drawing/2014/main" id="{AA36D1A4-1347-4AD6-8779-309EC9C443AC}"/>
              </a:ext>
            </a:extLst>
          </p:cNvPr>
          <p:cNvSpPr>
            <a:spLocks/>
          </p:cNvSpPr>
          <p:nvPr/>
        </p:nvSpPr>
        <p:spPr>
          <a:xfrm>
            <a:off x="3657934" y="34010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3" name="data_3994">
            <a:extLst>
              <a:ext uri="{FF2B5EF4-FFF2-40B4-BE49-F238E27FC236}">
                <a16:creationId xmlns:a16="http://schemas.microsoft.com/office/drawing/2014/main" id="{A8ABD6C1-0848-4484-BC42-46F61DD158EE}"/>
              </a:ext>
            </a:extLst>
          </p:cNvPr>
          <p:cNvSpPr>
            <a:spLocks/>
          </p:cNvSpPr>
          <p:nvPr/>
        </p:nvSpPr>
        <p:spPr>
          <a:xfrm>
            <a:off x="372505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4" name="data_3995">
            <a:extLst>
              <a:ext uri="{FF2B5EF4-FFF2-40B4-BE49-F238E27FC236}">
                <a16:creationId xmlns:a16="http://schemas.microsoft.com/office/drawing/2014/main" id="{ADA972FA-831D-458E-B81D-335C596176AF}"/>
              </a:ext>
            </a:extLst>
          </p:cNvPr>
          <p:cNvSpPr>
            <a:spLocks/>
          </p:cNvSpPr>
          <p:nvPr/>
        </p:nvSpPr>
        <p:spPr>
          <a:xfrm>
            <a:off x="367839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5" name="data_3996">
            <a:extLst>
              <a:ext uri="{FF2B5EF4-FFF2-40B4-BE49-F238E27FC236}">
                <a16:creationId xmlns:a16="http://schemas.microsoft.com/office/drawing/2014/main" id="{680570C2-048D-440A-93D7-159D18C42E1D}"/>
              </a:ext>
            </a:extLst>
          </p:cNvPr>
          <p:cNvSpPr>
            <a:spLocks/>
          </p:cNvSpPr>
          <p:nvPr/>
        </p:nvSpPr>
        <p:spPr>
          <a:xfrm>
            <a:off x="358241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6" name="data_3997">
            <a:extLst>
              <a:ext uri="{FF2B5EF4-FFF2-40B4-BE49-F238E27FC236}">
                <a16:creationId xmlns:a16="http://schemas.microsoft.com/office/drawing/2014/main" id="{8F20ACC8-F3D1-4814-BC5E-433419FE32C8}"/>
              </a:ext>
            </a:extLst>
          </p:cNvPr>
          <p:cNvSpPr>
            <a:spLocks/>
          </p:cNvSpPr>
          <p:nvPr/>
        </p:nvSpPr>
        <p:spPr>
          <a:xfrm>
            <a:off x="362899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7" name="data_3998">
            <a:extLst>
              <a:ext uri="{FF2B5EF4-FFF2-40B4-BE49-F238E27FC236}">
                <a16:creationId xmlns:a16="http://schemas.microsoft.com/office/drawing/2014/main" id="{F7CEE1B4-6E4E-4AE9-93DE-275D3DF29FDB}"/>
              </a:ext>
            </a:extLst>
          </p:cNvPr>
          <p:cNvSpPr>
            <a:spLocks/>
          </p:cNvSpPr>
          <p:nvPr/>
        </p:nvSpPr>
        <p:spPr>
          <a:xfrm>
            <a:off x="361878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8" name="data_3999">
            <a:extLst>
              <a:ext uri="{FF2B5EF4-FFF2-40B4-BE49-F238E27FC236}">
                <a16:creationId xmlns:a16="http://schemas.microsoft.com/office/drawing/2014/main" id="{77A7DBB5-0771-4A99-90FF-181E61D7B7DA}"/>
              </a:ext>
            </a:extLst>
          </p:cNvPr>
          <p:cNvSpPr>
            <a:spLocks/>
          </p:cNvSpPr>
          <p:nvPr/>
        </p:nvSpPr>
        <p:spPr>
          <a:xfrm>
            <a:off x="3589628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9" name="data_4000">
            <a:extLst>
              <a:ext uri="{FF2B5EF4-FFF2-40B4-BE49-F238E27FC236}">
                <a16:creationId xmlns:a16="http://schemas.microsoft.com/office/drawing/2014/main" id="{BFD17DBE-452D-4169-B936-83E4FE65917D}"/>
              </a:ext>
            </a:extLst>
          </p:cNvPr>
          <p:cNvSpPr>
            <a:spLocks/>
          </p:cNvSpPr>
          <p:nvPr/>
        </p:nvSpPr>
        <p:spPr>
          <a:xfrm>
            <a:off x="374284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0" name="data_4001">
            <a:extLst>
              <a:ext uri="{FF2B5EF4-FFF2-40B4-BE49-F238E27FC236}">
                <a16:creationId xmlns:a16="http://schemas.microsoft.com/office/drawing/2014/main" id="{C7D35CCB-286F-452C-BAE7-34683F99B725}"/>
              </a:ext>
            </a:extLst>
          </p:cNvPr>
          <p:cNvSpPr>
            <a:spLocks/>
          </p:cNvSpPr>
          <p:nvPr/>
        </p:nvSpPr>
        <p:spPr>
          <a:xfrm>
            <a:off x="3631361" y="27234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1" name="data_4002">
            <a:extLst>
              <a:ext uri="{FF2B5EF4-FFF2-40B4-BE49-F238E27FC236}">
                <a16:creationId xmlns:a16="http://schemas.microsoft.com/office/drawing/2014/main" id="{BC56814E-09D2-41F7-8FE4-1F0191115AD2}"/>
              </a:ext>
            </a:extLst>
          </p:cNvPr>
          <p:cNvSpPr>
            <a:spLocks/>
          </p:cNvSpPr>
          <p:nvPr/>
        </p:nvSpPr>
        <p:spPr>
          <a:xfrm>
            <a:off x="359722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2" name="data_4003">
            <a:extLst>
              <a:ext uri="{FF2B5EF4-FFF2-40B4-BE49-F238E27FC236}">
                <a16:creationId xmlns:a16="http://schemas.microsoft.com/office/drawing/2014/main" id="{2EDA5034-16B2-4CC2-B497-5193DB667F9C}"/>
              </a:ext>
            </a:extLst>
          </p:cNvPr>
          <p:cNvSpPr>
            <a:spLocks/>
          </p:cNvSpPr>
          <p:nvPr/>
        </p:nvSpPr>
        <p:spPr>
          <a:xfrm>
            <a:off x="3609415" y="29866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3" name="data_4004">
            <a:extLst>
              <a:ext uri="{FF2B5EF4-FFF2-40B4-BE49-F238E27FC236}">
                <a16:creationId xmlns:a16="http://schemas.microsoft.com/office/drawing/2014/main" id="{1ECB45BA-41B9-46A7-8428-6F22CA75C03F}"/>
              </a:ext>
            </a:extLst>
          </p:cNvPr>
          <p:cNvSpPr>
            <a:spLocks/>
          </p:cNvSpPr>
          <p:nvPr/>
        </p:nvSpPr>
        <p:spPr>
          <a:xfrm>
            <a:off x="3733618" y="32541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4" name="data_4005">
            <a:extLst>
              <a:ext uri="{FF2B5EF4-FFF2-40B4-BE49-F238E27FC236}">
                <a16:creationId xmlns:a16="http://schemas.microsoft.com/office/drawing/2014/main" id="{6B731239-A857-4CEB-B4D9-7625607E4CA0}"/>
              </a:ext>
            </a:extLst>
          </p:cNvPr>
          <p:cNvSpPr>
            <a:spLocks/>
          </p:cNvSpPr>
          <p:nvPr/>
        </p:nvSpPr>
        <p:spPr>
          <a:xfrm>
            <a:off x="3698394" y="1813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5" name="data_4006">
            <a:extLst>
              <a:ext uri="{FF2B5EF4-FFF2-40B4-BE49-F238E27FC236}">
                <a16:creationId xmlns:a16="http://schemas.microsoft.com/office/drawing/2014/main" id="{95F54461-84B0-470E-A690-8D0268E8856D}"/>
              </a:ext>
            </a:extLst>
          </p:cNvPr>
          <p:cNvSpPr>
            <a:spLocks/>
          </p:cNvSpPr>
          <p:nvPr/>
        </p:nvSpPr>
        <p:spPr>
          <a:xfrm>
            <a:off x="3597884" y="33300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6" name="data_4007">
            <a:extLst>
              <a:ext uri="{FF2B5EF4-FFF2-40B4-BE49-F238E27FC236}">
                <a16:creationId xmlns:a16="http://schemas.microsoft.com/office/drawing/2014/main" id="{636FD717-F579-4F56-BCAE-A59723B7E07E}"/>
              </a:ext>
            </a:extLst>
          </p:cNvPr>
          <p:cNvSpPr>
            <a:spLocks/>
          </p:cNvSpPr>
          <p:nvPr/>
        </p:nvSpPr>
        <p:spPr>
          <a:xfrm>
            <a:off x="3617441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7" name="data_4008">
            <a:extLst>
              <a:ext uri="{FF2B5EF4-FFF2-40B4-BE49-F238E27FC236}">
                <a16:creationId xmlns:a16="http://schemas.microsoft.com/office/drawing/2014/main" id="{55C67A84-9ABF-4293-BACC-191777B33F6B}"/>
              </a:ext>
            </a:extLst>
          </p:cNvPr>
          <p:cNvSpPr>
            <a:spLocks/>
          </p:cNvSpPr>
          <p:nvPr/>
        </p:nvSpPr>
        <p:spPr>
          <a:xfrm>
            <a:off x="367919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8" name="data_4009">
            <a:extLst>
              <a:ext uri="{FF2B5EF4-FFF2-40B4-BE49-F238E27FC236}">
                <a16:creationId xmlns:a16="http://schemas.microsoft.com/office/drawing/2014/main" id="{29CC74D1-90EE-4D3F-B22A-B690C81624FE}"/>
              </a:ext>
            </a:extLst>
          </p:cNvPr>
          <p:cNvSpPr>
            <a:spLocks/>
          </p:cNvSpPr>
          <p:nvPr/>
        </p:nvSpPr>
        <p:spPr>
          <a:xfrm>
            <a:off x="359031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9" name="data_4010">
            <a:extLst>
              <a:ext uri="{FF2B5EF4-FFF2-40B4-BE49-F238E27FC236}">
                <a16:creationId xmlns:a16="http://schemas.microsoft.com/office/drawing/2014/main" id="{DA327D1B-8E0C-4376-95EE-C4E79EE39ADB}"/>
              </a:ext>
            </a:extLst>
          </p:cNvPr>
          <p:cNvSpPr>
            <a:spLocks/>
          </p:cNvSpPr>
          <p:nvPr/>
        </p:nvSpPr>
        <p:spPr>
          <a:xfrm>
            <a:off x="358219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0" name="data_4011">
            <a:extLst>
              <a:ext uri="{FF2B5EF4-FFF2-40B4-BE49-F238E27FC236}">
                <a16:creationId xmlns:a16="http://schemas.microsoft.com/office/drawing/2014/main" id="{CFB82988-7B73-4041-ABA9-99D1E0203DF6}"/>
              </a:ext>
            </a:extLst>
          </p:cNvPr>
          <p:cNvSpPr>
            <a:spLocks/>
          </p:cNvSpPr>
          <p:nvPr/>
        </p:nvSpPr>
        <p:spPr>
          <a:xfrm>
            <a:off x="363738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1" name="data_4012">
            <a:extLst>
              <a:ext uri="{FF2B5EF4-FFF2-40B4-BE49-F238E27FC236}">
                <a16:creationId xmlns:a16="http://schemas.microsoft.com/office/drawing/2014/main" id="{18A56F4C-A1F8-4E5D-92F5-6DD2FBA4682E}"/>
              </a:ext>
            </a:extLst>
          </p:cNvPr>
          <p:cNvSpPr>
            <a:spLocks/>
          </p:cNvSpPr>
          <p:nvPr/>
        </p:nvSpPr>
        <p:spPr>
          <a:xfrm>
            <a:off x="373489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2" name="data_4013">
            <a:extLst>
              <a:ext uri="{FF2B5EF4-FFF2-40B4-BE49-F238E27FC236}">
                <a16:creationId xmlns:a16="http://schemas.microsoft.com/office/drawing/2014/main" id="{BF2AAD3F-E604-44F0-827C-39318BC17147}"/>
              </a:ext>
            </a:extLst>
          </p:cNvPr>
          <p:cNvSpPr>
            <a:spLocks/>
          </p:cNvSpPr>
          <p:nvPr/>
        </p:nvSpPr>
        <p:spPr>
          <a:xfrm>
            <a:off x="360682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3" name="data_4014">
            <a:extLst>
              <a:ext uri="{FF2B5EF4-FFF2-40B4-BE49-F238E27FC236}">
                <a16:creationId xmlns:a16="http://schemas.microsoft.com/office/drawing/2014/main" id="{A871B5C7-3732-4589-B7C0-8D3141F0EE17}"/>
              </a:ext>
            </a:extLst>
          </p:cNvPr>
          <p:cNvSpPr>
            <a:spLocks/>
          </p:cNvSpPr>
          <p:nvPr/>
        </p:nvSpPr>
        <p:spPr>
          <a:xfrm>
            <a:off x="3718720" y="3505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4" name="data_4015">
            <a:extLst>
              <a:ext uri="{FF2B5EF4-FFF2-40B4-BE49-F238E27FC236}">
                <a16:creationId xmlns:a16="http://schemas.microsoft.com/office/drawing/2014/main" id="{17D1DD0B-7426-46E9-8023-21BC3C5FB78F}"/>
              </a:ext>
            </a:extLst>
          </p:cNvPr>
          <p:cNvSpPr>
            <a:spLocks/>
          </p:cNvSpPr>
          <p:nvPr/>
        </p:nvSpPr>
        <p:spPr>
          <a:xfrm>
            <a:off x="363590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5" name="data_4016">
            <a:extLst>
              <a:ext uri="{FF2B5EF4-FFF2-40B4-BE49-F238E27FC236}">
                <a16:creationId xmlns:a16="http://schemas.microsoft.com/office/drawing/2014/main" id="{1F1B85BD-65CC-47D0-AE7E-1F94ED50E3EB}"/>
              </a:ext>
            </a:extLst>
          </p:cNvPr>
          <p:cNvSpPr>
            <a:spLocks/>
          </p:cNvSpPr>
          <p:nvPr/>
        </p:nvSpPr>
        <p:spPr>
          <a:xfrm>
            <a:off x="3644890" y="35061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6" name="data_4017">
            <a:extLst>
              <a:ext uri="{FF2B5EF4-FFF2-40B4-BE49-F238E27FC236}">
                <a16:creationId xmlns:a16="http://schemas.microsoft.com/office/drawing/2014/main" id="{2F9A4BBE-453F-4FFD-9381-F7F747E4F920}"/>
              </a:ext>
            </a:extLst>
          </p:cNvPr>
          <p:cNvSpPr>
            <a:spLocks/>
          </p:cNvSpPr>
          <p:nvPr/>
        </p:nvSpPr>
        <p:spPr>
          <a:xfrm>
            <a:off x="3627933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7" name="data_4018">
            <a:extLst>
              <a:ext uri="{FF2B5EF4-FFF2-40B4-BE49-F238E27FC236}">
                <a16:creationId xmlns:a16="http://schemas.microsoft.com/office/drawing/2014/main" id="{BC4B514F-EC65-4F87-A76B-A29D874C1281}"/>
              </a:ext>
            </a:extLst>
          </p:cNvPr>
          <p:cNvSpPr>
            <a:spLocks/>
          </p:cNvSpPr>
          <p:nvPr/>
        </p:nvSpPr>
        <p:spPr>
          <a:xfrm>
            <a:off x="373570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8" name="data_4019">
            <a:extLst>
              <a:ext uri="{FF2B5EF4-FFF2-40B4-BE49-F238E27FC236}">
                <a16:creationId xmlns:a16="http://schemas.microsoft.com/office/drawing/2014/main" id="{9CE6D1D6-686A-475D-AD50-49000FA185E7}"/>
              </a:ext>
            </a:extLst>
          </p:cNvPr>
          <p:cNvSpPr>
            <a:spLocks/>
          </p:cNvSpPr>
          <p:nvPr/>
        </p:nvSpPr>
        <p:spPr>
          <a:xfrm>
            <a:off x="361748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9" name="data_4020">
            <a:extLst>
              <a:ext uri="{FF2B5EF4-FFF2-40B4-BE49-F238E27FC236}">
                <a16:creationId xmlns:a16="http://schemas.microsoft.com/office/drawing/2014/main" id="{D5F45AF7-CBED-4FA7-8D0E-765A8BF7C858}"/>
              </a:ext>
            </a:extLst>
          </p:cNvPr>
          <p:cNvSpPr>
            <a:spLocks/>
          </p:cNvSpPr>
          <p:nvPr/>
        </p:nvSpPr>
        <p:spPr>
          <a:xfrm>
            <a:off x="3592287" y="3026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0" name="data_4021">
            <a:extLst>
              <a:ext uri="{FF2B5EF4-FFF2-40B4-BE49-F238E27FC236}">
                <a16:creationId xmlns:a16="http://schemas.microsoft.com/office/drawing/2014/main" id="{3C4FAD46-008F-4DE2-A803-0345C979A455}"/>
              </a:ext>
            </a:extLst>
          </p:cNvPr>
          <p:cNvSpPr>
            <a:spLocks/>
          </p:cNvSpPr>
          <p:nvPr/>
        </p:nvSpPr>
        <p:spPr>
          <a:xfrm>
            <a:off x="362968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1" name="data_4022">
            <a:extLst>
              <a:ext uri="{FF2B5EF4-FFF2-40B4-BE49-F238E27FC236}">
                <a16:creationId xmlns:a16="http://schemas.microsoft.com/office/drawing/2014/main" id="{209B0885-4A91-41F8-9B87-E187BAB2B025}"/>
              </a:ext>
            </a:extLst>
          </p:cNvPr>
          <p:cNvSpPr>
            <a:spLocks/>
          </p:cNvSpPr>
          <p:nvPr/>
        </p:nvSpPr>
        <p:spPr>
          <a:xfrm>
            <a:off x="371176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2" name="data_4023">
            <a:extLst>
              <a:ext uri="{FF2B5EF4-FFF2-40B4-BE49-F238E27FC236}">
                <a16:creationId xmlns:a16="http://schemas.microsoft.com/office/drawing/2014/main" id="{FEF1E4FB-7457-4D7B-99B3-CBF86B0AEEDC}"/>
              </a:ext>
            </a:extLst>
          </p:cNvPr>
          <p:cNvSpPr>
            <a:spLocks/>
          </p:cNvSpPr>
          <p:nvPr/>
        </p:nvSpPr>
        <p:spPr>
          <a:xfrm>
            <a:off x="3624001" y="36008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3" name="data_4024">
            <a:extLst>
              <a:ext uri="{FF2B5EF4-FFF2-40B4-BE49-F238E27FC236}">
                <a16:creationId xmlns:a16="http://schemas.microsoft.com/office/drawing/2014/main" id="{E0158E56-3C09-4E84-AF97-C66287DAE641}"/>
              </a:ext>
            </a:extLst>
          </p:cNvPr>
          <p:cNvSpPr>
            <a:spLocks/>
          </p:cNvSpPr>
          <p:nvPr/>
        </p:nvSpPr>
        <p:spPr>
          <a:xfrm>
            <a:off x="372632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4" name="data_4025">
            <a:extLst>
              <a:ext uri="{FF2B5EF4-FFF2-40B4-BE49-F238E27FC236}">
                <a16:creationId xmlns:a16="http://schemas.microsoft.com/office/drawing/2014/main" id="{A51348CD-57BC-4171-8B62-9BCFCCC1EB3C}"/>
              </a:ext>
            </a:extLst>
          </p:cNvPr>
          <p:cNvSpPr>
            <a:spLocks/>
          </p:cNvSpPr>
          <p:nvPr/>
        </p:nvSpPr>
        <p:spPr>
          <a:xfrm>
            <a:off x="3680510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5" name="data_4026">
            <a:extLst>
              <a:ext uri="{FF2B5EF4-FFF2-40B4-BE49-F238E27FC236}">
                <a16:creationId xmlns:a16="http://schemas.microsoft.com/office/drawing/2014/main" id="{4980D99B-41C5-49F7-8229-AD15A225DC45}"/>
              </a:ext>
            </a:extLst>
          </p:cNvPr>
          <p:cNvSpPr>
            <a:spLocks/>
          </p:cNvSpPr>
          <p:nvPr/>
        </p:nvSpPr>
        <p:spPr>
          <a:xfrm>
            <a:off x="3720972" y="31783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6" name="data_4027">
            <a:extLst>
              <a:ext uri="{FF2B5EF4-FFF2-40B4-BE49-F238E27FC236}">
                <a16:creationId xmlns:a16="http://schemas.microsoft.com/office/drawing/2014/main" id="{8FA4173B-8410-44CF-A1B9-1698CE21CF49}"/>
              </a:ext>
            </a:extLst>
          </p:cNvPr>
          <p:cNvSpPr>
            <a:spLocks/>
          </p:cNvSpPr>
          <p:nvPr/>
        </p:nvSpPr>
        <p:spPr>
          <a:xfrm>
            <a:off x="3739211" y="34058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7" name="data_4028">
            <a:extLst>
              <a:ext uri="{FF2B5EF4-FFF2-40B4-BE49-F238E27FC236}">
                <a16:creationId xmlns:a16="http://schemas.microsoft.com/office/drawing/2014/main" id="{2F7558A4-FADB-4526-B556-61AE2FCB3B51}"/>
              </a:ext>
            </a:extLst>
          </p:cNvPr>
          <p:cNvSpPr>
            <a:spLocks/>
          </p:cNvSpPr>
          <p:nvPr/>
        </p:nvSpPr>
        <p:spPr>
          <a:xfrm>
            <a:off x="369938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8" name="data_4029">
            <a:extLst>
              <a:ext uri="{FF2B5EF4-FFF2-40B4-BE49-F238E27FC236}">
                <a16:creationId xmlns:a16="http://schemas.microsoft.com/office/drawing/2014/main" id="{ECB7B216-86A0-44DB-9E39-DE3F1DEE9757}"/>
              </a:ext>
            </a:extLst>
          </p:cNvPr>
          <p:cNvSpPr>
            <a:spLocks/>
          </p:cNvSpPr>
          <p:nvPr/>
        </p:nvSpPr>
        <p:spPr>
          <a:xfrm>
            <a:off x="3645655" y="29847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9" name="data_4030">
            <a:extLst>
              <a:ext uri="{FF2B5EF4-FFF2-40B4-BE49-F238E27FC236}">
                <a16:creationId xmlns:a16="http://schemas.microsoft.com/office/drawing/2014/main" id="{3B2A2A30-91B7-4D1C-A84A-E3D930D96932}"/>
              </a:ext>
            </a:extLst>
          </p:cNvPr>
          <p:cNvSpPr>
            <a:spLocks/>
          </p:cNvSpPr>
          <p:nvPr/>
        </p:nvSpPr>
        <p:spPr>
          <a:xfrm>
            <a:off x="3690967" y="2116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0" name="data_4031">
            <a:extLst>
              <a:ext uri="{FF2B5EF4-FFF2-40B4-BE49-F238E27FC236}">
                <a16:creationId xmlns:a16="http://schemas.microsoft.com/office/drawing/2014/main" id="{E4E36318-E6EC-443A-A44A-055BE312ADBE}"/>
              </a:ext>
            </a:extLst>
          </p:cNvPr>
          <p:cNvSpPr>
            <a:spLocks/>
          </p:cNvSpPr>
          <p:nvPr/>
        </p:nvSpPr>
        <p:spPr>
          <a:xfrm>
            <a:off x="3685596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1" name="data_4032">
            <a:extLst>
              <a:ext uri="{FF2B5EF4-FFF2-40B4-BE49-F238E27FC236}">
                <a16:creationId xmlns:a16="http://schemas.microsoft.com/office/drawing/2014/main" id="{A4E2C9E7-EA9F-4705-907D-95F564012402}"/>
              </a:ext>
            </a:extLst>
          </p:cNvPr>
          <p:cNvSpPr>
            <a:spLocks/>
          </p:cNvSpPr>
          <p:nvPr/>
        </p:nvSpPr>
        <p:spPr>
          <a:xfrm>
            <a:off x="361839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2" name="data_4033">
            <a:extLst>
              <a:ext uri="{FF2B5EF4-FFF2-40B4-BE49-F238E27FC236}">
                <a16:creationId xmlns:a16="http://schemas.microsoft.com/office/drawing/2014/main" id="{AB97B313-4A66-4FB8-8D69-8EA58D34ABAE}"/>
              </a:ext>
            </a:extLst>
          </p:cNvPr>
          <p:cNvSpPr>
            <a:spLocks/>
          </p:cNvSpPr>
          <p:nvPr/>
        </p:nvSpPr>
        <p:spPr>
          <a:xfrm>
            <a:off x="366424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3" name="data_4034">
            <a:extLst>
              <a:ext uri="{FF2B5EF4-FFF2-40B4-BE49-F238E27FC236}">
                <a16:creationId xmlns:a16="http://schemas.microsoft.com/office/drawing/2014/main" id="{8B3E2109-5C82-4CEA-AF6D-39D30BBB5334}"/>
              </a:ext>
            </a:extLst>
          </p:cNvPr>
          <p:cNvSpPr>
            <a:spLocks/>
          </p:cNvSpPr>
          <p:nvPr/>
        </p:nvSpPr>
        <p:spPr>
          <a:xfrm>
            <a:off x="361434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4" name="data_4035">
            <a:extLst>
              <a:ext uri="{FF2B5EF4-FFF2-40B4-BE49-F238E27FC236}">
                <a16:creationId xmlns:a16="http://schemas.microsoft.com/office/drawing/2014/main" id="{D718C77D-DB3B-4E4B-A8A9-61D5870E2EB8}"/>
              </a:ext>
            </a:extLst>
          </p:cNvPr>
          <p:cNvSpPr>
            <a:spLocks/>
          </p:cNvSpPr>
          <p:nvPr/>
        </p:nvSpPr>
        <p:spPr>
          <a:xfrm>
            <a:off x="3645522" y="2871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5" name="data_4036">
            <a:extLst>
              <a:ext uri="{FF2B5EF4-FFF2-40B4-BE49-F238E27FC236}">
                <a16:creationId xmlns:a16="http://schemas.microsoft.com/office/drawing/2014/main" id="{EF2854A3-3A18-44C4-AD5F-2B70859A9541}"/>
              </a:ext>
            </a:extLst>
          </p:cNvPr>
          <p:cNvSpPr>
            <a:spLocks/>
          </p:cNvSpPr>
          <p:nvPr/>
        </p:nvSpPr>
        <p:spPr>
          <a:xfrm>
            <a:off x="3744108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6" name="data_4037">
            <a:extLst>
              <a:ext uri="{FF2B5EF4-FFF2-40B4-BE49-F238E27FC236}">
                <a16:creationId xmlns:a16="http://schemas.microsoft.com/office/drawing/2014/main" id="{091294D9-2020-455A-B107-CF6BAE56224D}"/>
              </a:ext>
            </a:extLst>
          </p:cNvPr>
          <p:cNvSpPr>
            <a:spLocks/>
          </p:cNvSpPr>
          <p:nvPr/>
        </p:nvSpPr>
        <p:spPr>
          <a:xfrm>
            <a:off x="366509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7" name="data_4038">
            <a:extLst>
              <a:ext uri="{FF2B5EF4-FFF2-40B4-BE49-F238E27FC236}">
                <a16:creationId xmlns:a16="http://schemas.microsoft.com/office/drawing/2014/main" id="{4D57E91D-6749-49B4-BF89-F50CBF2556E6}"/>
              </a:ext>
            </a:extLst>
          </p:cNvPr>
          <p:cNvSpPr>
            <a:spLocks/>
          </p:cNvSpPr>
          <p:nvPr/>
        </p:nvSpPr>
        <p:spPr>
          <a:xfrm>
            <a:off x="3690982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8" name="data_4039">
            <a:extLst>
              <a:ext uri="{FF2B5EF4-FFF2-40B4-BE49-F238E27FC236}">
                <a16:creationId xmlns:a16="http://schemas.microsoft.com/office/drawing/2014/main" id="{B2590370-E3E9-4801-B19A-46A1651E69C7}"/>
              </a:ext>
            </a:extLst>
          </p:cNvPr>
          <p:cNvSpPr>
            <a:spLocks/>
          </p:cNvSpPr>
          <p:nvPr/>
        </p:nvSpPr>
        <p:spPr>
          <a:xfrm>
            <a:off x="3665421" y="34079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9" name="data_4040">
            <a:extLst>
              <a:ext uri="{FF2B5EF4-FFF2-40B4-BE49-F238E27FC236}">
                <a16:creationId xmlns:a16="http://schemas.microsoft.com/office/drawing/2014/main" id="{7303D23A-42C9-4B12-B7FA-DA4D1C938555}"/>
              </a:ext>
            </a:extLst>
          </p:cNvPr>
          <p:cNvSpPr>
            <a:spLocks/>
          </p:cNvSpPr>
          <p:nvPr/>
        </p:nvSpPr>
        <p:spPr>
          <a:xfrm>
            <a:off x="3697689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0" name="data_4041">
            <a:extLst>
              <a:ext uri="{FF2B5EF4-FFF2-40B4-BE49-F238E27FC236}">
                <a16:creationId xmlns:a16="http://schemas.microsoft.com/office/drawing/2014/main" id="{13D395E2-C8E9-493A-A4D7-00FE865EF3CF}"/>
              </a:ext>
            </a:extLst>
          </p:cNvPr>
          <p:cNvSpPr>
            <a:spLocks/>
          </p:cNvSpPr>
          <p:nvPr/>
        </p:nvSpPr>
        <p:spPr>
          <a:xfrm>
            <a:off x="3633829" y="3632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1" name="data_4042">
            <a:extLst>
              <a:ext uri="{FF2B5EF4-FFF2-40B4-BE49-F238E27FC236}">
                <a16:creationId xmlns:a16="http://schemas.microsoft.com/office/drawing/2014/main" id="{BF3A55EA-2F74-4FB6-BC87-7B07BD7DF65E}"/>
              </a:ext>
            </a:extLst>
          </p:cNvPr>
          <p:cNvSpPr>
            <a:spLocks/>
          </p:cNvSpPr>
          <p:nvPr/>
        </p:nvSpPr>
        <p:spPr>
          <a:xfrm>
            <a:off x="359089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2" name="data_4043">
            <a:extLst>
              <a:ext uri="{FF2B5EF4-FFF2-40B4-BE49-F238E27FC236}">
                <a16:creationId xmlns:a16="http://schemas.microsoft.com/office/drawing/2014/main" id="{8FB15ED9-29DE-42CC-9047-7DF762BF4E2B}"/>
              </a:ext>
            </a:extLst>
          </p:cNvPr>
          <p:cNvSpPr>
            <a:spLocks/>
          </p:cNvSpPr>
          <p:nvPr/>
        </p:nvSpPr>
        <p:spPr>
          <a:xfrm>
            <a:off x="3611717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3" name="data_4044">
            <a:extLst>
              <a:ext uri="{FF2B5EF4-FFF2-40B4-BE49-F238E27FC236}">
                <a16:creationId xmlns:a16="http://schemas.microsoft.com/office/drawing/2014/main" id="{A3DA254C-91B8-4529-8FB5-90557A0761BF}"/>
              </a:ext>
            </a:extLst>
          </p:cNvPr>
          <p:cNvSpPr>
            <a:spLocks/>
          </p:cNvSpPr>
          <p:nvPr/>
        </p:nvSpPr>
        <p:spPr>
          <a:xfrm>
            <a:off x="3705654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4" name="data_4045">
            <a:extLst>
              <a:ext uri="{FF2B5EF4-FFF2-40B4-BE49-F238E27FC236}">
                <a16:creationId xmlns:a16="http://schemas.microsoft.com/office/drawing/2014/main" id="{FED8FB73-D71D-4E52-8636-AC0F8B3B9EEF}"/>
              </a:ext>
            </a:extLst>
          </p:cNvPr>
          <p:cNvSpPr>
            <a:spLocks/>
          </p:cNvSpPr>
          <p:nvPr/>
        </p:nvSpPr>
        <p:spPr>
          <a:xfrm>
            <a:off x="3686365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5" name="data_4046">
            <a:extLst>
              <a:ext uri="{FF2B5EF4-FFF2-40B4-BE49-F238E27FC236}">
                <a16:creationId xmlns:a16="http://schemas.microsoft.com/office/drawing/2014/main" id="{F0E0780A-D1E3-4B6D-A073-FAA1B8C6F304}"/>
              </a:ext>
            </a:extLst>
          </p:cNvPr>
          <p:cNvSpPr>
            <a:spLocks/>
          </p:cNvSpPr>
          <p:nvPr/>
        </p:nvSpPr>
        <p:spPr>
          <a:xfrm>
            <a:off x="3719082" y="35828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6" name="data_4047">
            <a:extLst>
              <a:ext uri="{FF2B5EF4-FFF2-40B4-BE49-F238E27FC236}">
                <a16:creationId xmlns:a16="http://schemas.microsoft.com/office/drawing/2014/main" id="{3C6B3B5C-6B19-4214-B594-0D3E49C2F91B}"/>
              </a:ext>
            </a:extLst>
          </p:cNvPr>
          <p:cNvSpPr>
            <a:spLocks/>
          </p:cNvSpPr>
          <p:nvPr/>
        </p:nvSpPr>
        <p:spPr>
          <a:xfrm>
            <a:off x="3635161" y="36332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7" name="data_4048">
            <a:extLst>
              <a:ext uri="{FF2B5EF4-FFF2-40B4-BE49-F238E27FC236}">
                <a16:creationId xmlns:a16="http://schemas.microsoft.com/office/drawing/2014/main" id="{39097DC1-77F0-4F6E-BE0B-CFF095F87111}"/>
              </a:ext>
            </a:extLst>
          </p:cNvPr>
          <p:cNvSpPr>
            <a:spLocks/>
          </p:cNvSpPr>
          <p:nvPr/>
        </p:nvSpPr>
        <p:spPr>
          <a:xfrm>
            <a:off x="3730939" y="35033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8" name="data_4049">
            <a:extLst>
              <a:ext uri="{FF2B5EF4-FFF2-40B4-BE49-F238E27FC236}">
                <a16:creationId xmlns:a16="http://schemas.microsoft.com/office/drawing/2014/main" id="{C55D8E67-9668-4E76-8E51-5E082F7215A7}"/>
              </a:ext>
            </a:extLst>
          </p:cNvPr>
          <p:cNvSpPr>
            <a:spLocks/>
          </p:cNvSpPr>
          <p:nvPr/>
        </p:nvSpPr>
        <p:spPr>
          <a:xfrm>
            <a:off x="396954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9" name="data_4050">
            <a:extLst>
              <a:ext uri="{FF2B5EF4-FFF2-40B4-BE49-F238E27FC236}">
                <a16:creationId xmlns:a16="http://schemas.microsoft.com/office/drawing/2014/main" id="{C1EB7F17-6540-497F-964B-FC3165F4C9E8}"/>
              </a:ext>
            </a:extLst>
          </p:cNvPr>
          <p:cNvSpPr>
            <a:spLocks/>
          </p:cNvSpPr>
          <p:nvPr/>
        </p:nvSpPr>
        <p:spPr>
          <a:xfrm>
            <a:off x="3919772" y="2296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0" name="data_4051">
            <a:extLst>
              <a:ext uri="{FF2B5EF4-FFF2-40B4-BE49-F238E27FC236}">
                <a16:creationId xmlns:a16="http://schemas.microsoft.com/office/drawing/2014/main" id="{2CA1B593-06B5-4D6B-9748-5DA258AD8230}"/>
              </a:ext>
            </a:extLst>
          </p:cNvPr>
          <p:cNvSpPr>
            <a:spLocks/>
          </p:cNvSpPr>
          <p:nvPr/>
        </p:nvSpPr>
        <p:spPr>
          <a:xfrm>
            <a:off x="387172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1" name="data_4052">
            <a:extLst>
              <a:ext uri="{FF2B5EF4-FFF2-40B4-BE49-F238E27FC236}">
                <a16:creationId xmlns:a16="http://schemas.microsoft.com/office/drawing/2014/main" id="{A2200615-E4C7-4B01-8D5E-D9F9471CE652}"/>
              </a:ext>
            </a:extLst>
          </p:cNvPr>
          <p:cNvSpPr>
            <a:spLocks/>
          </p:cNvSpPr>
          <p:nvPr/>
        </p:nvSpPr>
        <p:spPr>
          <a:xfrm>
            <a:off x="3953316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2" name="data_4053">
            <a:extLst>
              <a:ext uri="{FF2B5EF4-FFF2-40B4-BE49-F238E27FC236}">
                <a16:creationId xmlns:a16="http://schemas.microsoft.com/office/drawing/2014/main" id="{0BE35FDB-85F8-4B83-BDC2-FB4B4BA992E4}"/>
              </a:ext>
            </a:extLst>
          </p:cNvPr>
          <p:cNvSpPr>
            <a:spLocks/>
          </p:cNvSpPr>
          <p:nvPr/>
        </p:nvSpPr>
        <p:spPr>
          <a:xfrm>
            <a:off x="3948901" y="25964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3" name="data_4054">
            <a:extLst>
              <a:ext uri="{FF2B5EF4-FFF2-40B4-BE49-F238E27FC236}">
                <a16:creationId xmlns:a16="http://schemas.microsoft.com/office/drawing/2014/main" id="{EE9880E4-A798-459E-B7CF-70DBE3A0F08C}"/>
              </a:ext>
            </a:extLst>
          </p:cNvPr>
          <p:cNvSpPr>
            <a:spLocks/>
          </p:cNvSpPr>
          <p:nvPr/>
        </p:nvSpPr>
        <p:spPr>
          <a:xfrm>
            <a:off x="389869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4" name="data_4055">
            <a:extLst>
              <a:ext uri="{FF2B5EF4-FFF2-40B4-BE49-F238E27FC236}">
                <a16:creationId xmlns:a16="http://schemas.microsoft.com/office/drawing/2014/main" id="{3A3176D2-4158-4EF5-AA0B-C69101FA0357}"/>
              </a:ext>
            </a:extLst>
          </p:cNvPr>
          <p:cNvSpPr>
            <a:spLocks/>
          </p:cNvSpPr>
          <p:nvPr/>
        </p:nvSpPr>
        <p:spPr>
          <a:xfrm>
            <a:off x="389362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5" name="data_4056">
            <a:extLst>
              <a:ext uri="{FF2B5EF4-FFF2-40B4-BE49-F238E27FC236}">
                <a16:creationId xmlns:a16="http://schemas.microsoft.com/office/drawing/2014/main" id="{9F22BC70-702B-4E02-830E-DCCC47BBAC99}"/>
              </a:ext>
            </a:extLst>
          </p:cNvPr>
          <p:cNvSpPr>
            <a:spLocks/>
          </p:cNvSpPr>
          <p:nvPr/>
        </p:nvSpPr>
        <p:spPr>
          <a:xfrm>
            <a:off x="397538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6" name="data_4057">
            <a:extLst>
              <a:ext uri="{FF2B5EF4-FFF2-40B4-BE49-F238E27FC236}">
                <a16:creationId xmlns:a16="http://schemas.microsoft.com/office/drawing/2014/main" id="{C6E4F821-1161-4B96-A311-BFA612DAE726}"/>
              </a:ext>
            </a:extLst>
          </p:cNvPr>
          <p:cNvSpPr>
            <a:spLocks/>
          </p:cNvSpPr>
          <p:nvPr/>
        </p:nvSpPr>
        <p:spPr>
          <a:xfrm>
            <a:off x="3867992" y="36029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7" name="data_4058">
            <a:extLst>
              <a:ext uri="{FF2B5EF4-FFF2-40B4-BE49-F238E27FC236}">
                <a16:creationId xmlns:a16="http://schemas.microsoft.com/office/drawing/2014/main" id="{6EF20FC7-4E43-4CB6-996C-0D1F03EB9C31}"/>
              </a:ext>
            </a:extLst>
          </p:cNvPr>
          <p:cNvSpPr>
            <a:spLocks/>
          </p:cNvSpPr>
          <p:nvPr/>
        </p:nvSpPr>
        <p:spPr>
          <a:xfrm>
            <a:off x="396327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8" name="data_4059">
            <a:extLst>
              <a:ext uri="{FF2B5EF4-FFF2-40B4-BE49-F238E27FC236}">
                <a16:creationId xmlns:a16="http://schemas.microsoft.com/office/drawing/2014/main" id="{AE52795E-0631-4099-8639-F718E296EB43}"/>
              </a:ext>
            </a:extLst>
          </p:cNvPr>
          <p:cNvSpPr>
            <a:spLocks/>
          </p:cNvSpPr>
          <p:nvPr/>
        </p:nvSpPr>
        <p:spPr>
          <a:xfrm>
            <a:off x="3911352" y="2756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9" name="data_4060">
            <a:extLst>
              <a:ext uri="{FF2B5EF4-FFF2-40B4-BE49-F238E27FC236}">
                <a16:creationId xmlns:a16="http://schemas.microsoft.com/office/drawing/2014/main" id="{5744BBD5-5BE9-4A75-AC2F-4AD8E59BD967}"/>
              </a:ext>
            </a:extLst>
          </p:cNvPr>
          <p:cNvSpPr>
            <a:spLocks/>
          </p:cNvSpPr>
          <p:nvPr/>
        </p:nvSpPr>
        <p:spPr>
          <a:xfrm>
            <a:off x="3961890" y="2533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0" name="data_4061">
            <a:extLst>
              <a:ext uri="{FF2B5EF4-FFF2-40B4-BE49-F238E27FC236}">
                <a16:creationId xmlns:a16="http://schemas.microsoft.com/office/drawing/2014/main" id="{A825FB54-5215-4456-975A-DDDF8F8B3C63}"/>
              </a:ext>
            </a:extLst>
          </p:cNvPr>
          <p:cNvSpPr>
            <a:spLocks/>
          </p:cNvSpPr>
          <p:nvPr/>
        </p:nvSpPr>
        <p:spPr>
          <a:xfrm>
            <a:off x="3940629" y="28006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1" name="data_4062">
            <a:extLst>
              <a:ext uri="{FF2B5EF4-FFF2-40B4-BE49-F238E27FC236}">
                <a16:creationId xmlns:a16="http://schemas.microsoft.com/office/drawing/2014/main" id="{98D0E4E6-9504-4F0F-9382-71A6B8B0847B}"/>
              </a:ext>
            </a:extLst>
          </p:cNvPr>
          <p:cNvSpPr>
            <a:spLocks/>
          </p:cNvSpPr>
          <p:nvPr/>
        </p:nvSpPr>
        <p:spPr>
          <a:xfrm>
            <a:off x="3930953" y="24959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2" name="data_4063">
            <a:extLst>
              <a:ext uri="{FF2B5EF4-FFF2-40B4-BE49-F238E27FC236}">
                <a16:creationId xmlns:a16="http://schemas.microsoft.com/office/drawing/2014/main" id="{1022F158-D2F5-4C46-950D-604BE4D0DF7A}"/>
              </a:ext>
            </a:extLst>
          </p:cNvPr>
          <p:cNvSpPr>
            <a:spLocks/>
          </p:cNvSpPr>
          <p:nvPr/>
        </p:nvSpPr>
        <p:spPr>
          <a:xfrm>
            <a:off x="3864352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3" name="data_4064">
            <a:extLst>
              <a:ext uri="{FF2B5EF4-FFF2-40B4-BE49-F238E27FC236}">
                <a16:creationId xmlns:a16="http://schemas.microsoft.com/office/drawing/2014/main" id="{031B373B-A096-483B-9BB3-421EE7AE36E0}"/>
              </a:ext>
            </a:extLst>
          </p:cNvPr>
          <p:cNvSpPr>
            <a:spLocks/>
          </p:cNvSpPr>
          <p:nvPr/>
        </p:nvSpPr>
        <p:spPr>
          <a:xfrm>
            <a:off x="3962092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4" name="data_4065">
            <a:extLst>
              <a:ext uri="{FF2B5EF4-FFF2-40B4-BE49-F238E27FC236}">
                <a16:creationId xmlns:a16="http://schemas.microsoft.com/office/drawing/2014/main" id="{16A04594-5326-4BB0-9099-3260648F6825}"/>
              </a:ext>
            </a:extLst>
          </p:cNvPr>
          <p:cNvSpPr>
            <a:spLocks/>
          </p:cNvSpPr>
          <p:nvPr/>
        </p:nvSpPr>
        <p:spPr>
          <a:xfrm>
            <a:off x="3901037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5" name="data_4066">
            <a:extLst>
              <a:ext uri="{FF2B5EF4-FFF2-40B4-BE49-F238E27FC236}">
                <a16:creationId xmlns:a16="http://schemas.microsoft.com/office/drawing/2014/main" id="{1A790858-D8DD-4359-B278-325F1B2C88A0}"/>
              </a:ext>
            </a:extLst>
          </p:cNvPr>
          <p:cNvSpPr>
            <a:spLocks/>
          </p:cNvSpPr>
          <p:nvPr/>
        </p:nvSpPr>
        <p:spPr>
          <a:xfrm>
            <a:off x="386134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6" name="data_4067">
            <a:extLst>
              <a:ext uri="{FF2B5EF4-FFF2-40B4-BE49-F238E27FC236}">
                <a16:creationId xmlns:a16="http://schemas.microsoft.com/office/drawing/2014/main" id="{61E6A304-387D-460F-8A42-49BC2104B76E}"/>
              </a:ext>
            </a:extLst>
          </p:cNvPr>
          <p:cNvSpPr>
            <a:spLocks/>
          </p:cNvSpPr>
          <p:nvPr/>
        </p:nvSpPr>
        <p:spPr>
          <a:xfrm>
            <a:off x="3993826" y="18892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7" name="data_4068">
            <a:extLst>
              <a:ext uri="{FF2B5EF4-FFF2-40B4-BE49-F238E27FC236}">
                <a16:creationId xmlns:a16="http://schemas.microsoft.com/office/drawing/2014/main" id="{1DEF8291-7D66-4D47-A97E-BD33F4C5FFE5}"/>
              </a:ext>
            </a:extLst>
          </p:cNvPr>
          <p:cNvSpPr>
            <a:spLocks/>
          </p:cNvSpPr>
          <p:nvPr/>
        </p:nvSpPr>
        <p:spPr>
          <a:xfrm>
            <a:off x="3916870" y="257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8" name="data_4069">
            <a:extLst>
              <a:ext uri="{FF2B5EF4-FFF2-40B4-BE49-F238E27FC236}">
                <a16:creationId xmlns:a16="http://schemas.microsoft.com/office/drawing/2014/main" id="{18966FF0-9CDA-403F-8504-91CC92D6F0A4}"/>
              </a:ext>
            </a:extLst>
          </p:cNvPr>
          <p:cNvSpPr>
            <a:spLocks/>
          </p:cNvSpPr>
          <p:nvPr/>
        </p:nvSpPr>
        <p:spPr>
          <a:xfrm>
            <a:off x="3963502" y="33356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9" name="data_4070">
            <a:extLst>
              <a:ext uri="{FF2B5EF4-FFF2-40B4-BE49-F238E27FC236}">
                <a16:creationId xmlns:a16="http://schemas.microsoft.com/office/drawing/2014/main" id="{789DE571-6201-4EE7-87E2-27327E3BCCDC}"/>
              </a:ext>
            </a:extLst>
          </p:cNvPr>
          <p:cNvSpPr>
            <a:spLocks/>
          </p:cNvSpPr>
          <p:nvPr/>
        </p:nvSpPr>
        <p:spPr>
          <a:xfrm>
            <a:off x="400232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0" name="data_4071">
            <a:extLst>
              <a:ext uri="{FF2B5EF4-FFF2-40B4-BE49-F238E27FC236}">
                <a16:creationId xmlns:a16="http://schemas.microsoft.com/office/drawing/2014/main" id="{60D380FD-5465-46CF-A462-AD0F250F907B}"/>
              </a:ext>
            </a:extLst>
          </p:cNvPr>
          <p:cNvSpPr>
            <a:spLocks/>
          </p:cNvSpPr>
          <p:nvPr/>
        </p:nvSpPr>
        <p:spPr>
          <a:xfrm>
            <a:off x="4000744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1" name="data_4072">
            <a:extLst>
              <a:ext uri="{FF2B5EF4-FFF2-40B4-BE49-F238E27FC236}">
                <a16:creationId xmlns:a16="http://schemas.microsoft.com/office/drawing/2014/main" id="{F3D3ADB2-02DD-456C-A200-A5E3C11DD107}"/>
              </a:ext>
            </a:extLst>
          </p:cNvPr>
          <p:cNvSpPr>
            <a:spLocks/>
          </p:cNvSpPr>
          <p:nvPr/>
        </p:nvSpPr>
        <p:spPr>
          <a:xfrm>
            <a:off x="3861745" y="24959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2" name="data_4073">
            <a:extLst>
              <a:ext uri="{FF2B5EF4-FFF2-40B4-BE49-F238E27FC236}">
                <a16:creationId xmlns:a16="http://schemas.microsoft.com/office/drawing/2014/main" id="{D8956DF4-33E6-4764-9992-023E922C506F}"/>
              </a:ext>
            </a:extLst>
          </p:cNvPr>
          <p:cNvSpPr>
            <a:spLocks/>
          </p:cNvSpPr>
          <p:nvPr/>
        </p:nvSpPr>
        <p:spPr>
          <a:xfrm>
            <a:off x="3937378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3" name="data_4074">
            <a:extLst>
              <a:ext uri="{FF2B5EF4-FFF2-40B4-BE49-F238E27FC236}">
                <a16:creationId xmlns:a16="http://schemas.microsoft.com/office/drawing/2014/main" id="{A48BF02C-B0A4-40AD-AAA7-D67AE0290267}"/>
              </a:ext>
            </a:extLst>
          </p:cNvPr>
          <p:cNvSpPr>
            <a:spLocks/>
          </p:cNvSpPr>
          <p:nvPr/>
        </p:nvSpPr>
        <p:spPr>
          <a:xfrm>
            <a:off x="4020737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4" name="data_4075">
            <a:extLst>
              <a:ext uri="{FF2B5EF4-FFF2-40B4-BE49-F238E27FC236}">
                <a16:creationId xmlns:a16="http://schemas.microsoft.com/office/drawing/2014/main" id="{E5F6F481-444A-493B-9F29-67C420A7C0BB}"/>
              </a:ext>
            </a:extLst>
          </p:cNvPr>
          <p:cNvSpPr>
            <a:spLocks/>
          </p:cNvSpPr>
          <p:nvPr/>
        </p:nvSpPr>
        <p:spPr>
          <a:xfrm>
            <a:off x="4002755" y="35726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5" name="data_4076">
            <a:extLst>
              <a:ext uri="{FF2B5EF4-FFF2-40B4-BE49-F238E27FC236}">
                <a16:creationId xmlns:a16="http://schemas.microsoft.com/office/drawing/2014/main" id="{98AB27E9-D0D7-4E50-A538-E8247F7D02E1}"/>
              </a:ext>
            </a:extLst>
          </p:cNvPr>
          <p:cNvSpPr>
            <a:spLocks/>
          </p:cNvSpPr>
          <p:nvPr/>
        </p:nvSpPr>
        <p:spPr>
          <a:xfrm>
            <a:off x="3910239" y="32511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6" name="data_4077">
            <a:extLst>
              <a:ext uri="{FF2B5EF4-FFF2-40B4-BE49-F238E27FC236}">
                <a16:creationId xmlns:a16="http://schemas.microsoft.com/office/drawing/2014/main" id="{007DF7C6-C76A-4C8B-A821-F323A4B103A4}"/>
              </a:ext>
            </a:extLst>
          </p:cNvPr>
          <p:cNvSpPr>
            <a:spLocks/>
          </p:cNvSpPr>
          <p:nvPr/>
        </p:nvSpPr>
        <p:spPr>
          <a:xfrm>
            <a:off x="3929085" y="3538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7" name="data_4078">
            <a:extLst>
              <a:ext uri="{FF2B5EF4-FFF2-40B4-BE49-F238E27FC236}">
                <a16:creationId xmlns:a16="http://schemas.microsoft.com/office/drawing/2014/main" id="{EBF2D24D-6E80-416A-9022-6170C7C1C33C}"/>
              </a:ext>
            </a:extLst>
          </p:cNvPr>
          <p:cNvSpPr>
            <a:spLocks/>
          </p:cNvSpPr>
          <p:nvPr/>
        </p:nvSpPr>
        <p:spPr>
          <a:xfrm>
            <a:off x="399399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8" name="data_4079">
            <a:extLst>
              <a:ext uri="{FF2B5EF4-FFF2-40B4-BE49-F238E27FC236}">
                <a16:creationId xmlns:a16="http://schemas.microsoft.com/office/drawing/2014/main" id="{1AA8CD39-8021-43E4-A6E2-57DE9EE084DA}"/>
              </a:ext>
            </a:extLst>
          </p:cNvPr>
          <p:cNvSpPr>
            <a:spLocks/>
          </p:cNvSpPr>
          <p:nvPr/>
        </p:nvSpPr>
        <p:spPr>
          <a:xfrm>
            <a:off x="400853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9" name="data_4080">
            <a:extLst>
              <a:ext uri="{FF2B5EF4-FFF2-40B4-BE49-F238E27FC236}">
                <a16:creationId xmlns:a16="http://schemas.microsoft.com/office/drawing/2014/main" id="{DA4B6C39-7C3B-40D2-A073-BAA9B79AC447}"/>
              </a:ext>
            </a:extLst>
          </p:cNvPr>
          <p:cNvSpPr>
            <a:spLocks/>
          </p:cNvSpPr>
          <p:nvPr/>
        </p:nvSpPr>
        <p:spPr>
          <a:xfrm>
            <a:off x="3953075" y="3304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0" name="data_4081">
            <a:extLst>
              <a:ext uri="{FF2B5EF4-FFF2-40B4-BE49-F238E27FC236}">
                <a16:creationId xmlns:a16="http://schemas.microsoft.com/office/drawing/2014/main" id="{3F07CE0E-81CC-4E4B-880A-83DA0001E37B}"/>
              </a:ext>
            </a:extLst>
          </p:cNvPr>
          <p:cNvSpPr>
            <a:spLocks/>
          </p:cNvSpPr>
          <p:nvPr/>
        </p:nvSpPr>
        <p:spPr>
          <a:xfrm>
            <a:off x="399737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1" name="data_4082">
            <a:extLst>
              <a:ext uri="{FF2B5EF4-FFF2-40B4-BE49-F238E27FC236}">
                <a16:creationId xmlns:a16="http://schemas.microsoft.com/office/drawing/2014/main" id="{07DD3C97-9187-410F-B223-8EADC72C4E41}"/>
              </a:ext>
            </a:extLst>
          </p:cNvPr>
          <p:cNvSpPr>
            <a:spLocks/>
          </p:cNvSpPr>
          <p:nvPr/>
        </p:nvSpPr>
        <p:spPr>
          <a:xfrm>
            <a:off x="3924359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2" name="data_4083">
            <a:extLst>
              <a:ext uri="{FF2B5EF4-FFF2-40B4-BE49-F238E27FC236}">
                <a16:creationId xmlns:a16="http://schemas.microsoft.com/office/drawing/2014/main" id="{5C924EF5-F282-40DC-8920-DE1BB23B46F2}"/>
              </a:ext>
            </a:extLst>
          </p:cNvPr>
          <p:cNvSpPr>
            <a:spLocks/>
          </p:cNvSpPr>
          <p:nvPr/>
        </p:nvSpPr>
        <p:spPr>
          <a:xfrm>
            <a:off x="4010064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3" name="data_4084">
            <a:extLst>
              <a:ext uri="{FF2B5EF4-FFF2-40B4-BE49-F238E27FC236}">
                <a16:creationId xmlns:a16="http://schemas.microsoft.com/office/drawing/2014/main" id="{2252A50B-D116-496B-850B-6A4D48368948}"/>
              </a:ext>
            </a:extLst>
          </p:cNvPr>
          <p:cNvSpPr>
            <a:spLocks/>
          </p:cNvSpPr>
          <p:nvPr/>
        </p:nvSpPr>
        <p:spPr>
          <a:xfrm>
            <a:off x="393345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4" name="data_4085">
            <a:extLst>
              <a:ext uri="{FF2B5EF4-FFF2-40B4-BE49-F238E27FC236}">
                <a16:creationId xmlns:a16="http://schemas.microsoft.com/office/drawing/2014/main" id="{D6CAC864-4101-4D14-B8E3-F1C9EB6CEB3A}"/>
              </a:ext>
            </a:extLst>
          </p:cNvPr>
          <p:cNvSpPr>
            <a:spLocks/>
          </p:cNvSpPr>
          <p:nvPr/>
        </p:nvSpPr>
        <p:spPr>
          <a:xfrm>
            <a:off x="3961087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5" name="data_4086">
            <a:extLst>
              <a:ext uri="{FF2B5EF4-FFF2-40B4-BE49-F238E27FC236}">
                <a16:creationId xmlns:a16="http://schemas.microsoft.com/office/drawing/2014/main" id="{017F0BD8-759F-4A27-A0AF-AAE3ACE5D752}"/>
              </a:ext>
            </a:extLst>
          </p:cNvPr>
          <p:cNvSpPr>
            <a:spLocks/>
          </p:cNvSpPr>
          <p:nvPr/>
        </p:nvSpPr>
        <p:spPr>
          <a:xfrm>
            <a:off x="388995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6" name="data_4087">
            <a:extLst>
              <a:ext uri="{FF2B5EF4-FFF2-40B4-BE49-F238E27FC236}">
                <a16:creationId xmlns:a16="http://schemas.microsoft.com/office/drawing/2014/main" id="{D6790836-A203-4A38-A90A-F70DA0545F50}"/>
              </a:ext>
            </a:extLst>
          </p:cNvPr>
          <p:cNvSpPr>
            <a:spLocks/>
          </p:cNvSpPr>
          <p:nvPr/>
        </p:nvSpPr>
        <p:spPr>
          <a:xfrm>
            <a:off x="3982705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7" name="data_4088">
            <a:extLst>
              <a:ext uri="{FF2B5EF4-FFF2-40B4-BE49-F238E27FC236}">
                <a16:creationId xmlns:a16="http://schemas.microsoft.com/office/drawing/2014/main" id="{369D67E5-C7E8-44FB-B229-62649477B3D2}"/>
              </a:ext>
            </a:extLst>
          </p:cNvPr>
          <p:cNvSpPr>
            <a:spLocks/>
          </p:cNvSpPr>
          <p:nvPr/>
        </p:nvSpPr>
        <p:spPr>
          <a:xfrm>
            <a:off x="4012536" y="204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8" name="data_4089">
            <a:extLst>
              <a:ext uri="{FF2B5EF4-FFF2-40B4-BE49-F238E27FC236}">
                <a16:creationId xmlns:a16="http://schemas.microsoft.com/office/drawing/2014/main" id="{91F4D41C-CEE7-417A-A1C1-88700A633CA7}"/>
              </a:ext>
            </a:extLst>
          </p:cNvPr>
          <p:cNvSpPr>
            <a:spLocks/>
          </p:cNvSpPr>
          <p:nvPr/>
        </p:nvSpPr>
        <p:spPr>
          <a:xfrm>
            <a:off x="3961635" y="3431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9" name="data_4090">
            <a:extLst>
              <a:ext uri="{FF2B5EF4-FFF2-40B4-BE49-F238E27FC236}">
                <a16:creationId xmlns:a16="http://schemas.microsoft.com/office/drawing/2014/main" id="{AB80EBD7-CEE0-4161-B2B6-0C0228AB1F98}"/>
              </a:ext>
            </a:extLst>
          </p:cNvPr>
          <p:cNvSpPr>
            <a:spLocks/>
          </p:cNvSpPr>
          <p:nvPr/>
        </p:nvSpPr>
        <p:spPr>
          <a:xfrm>
            <a:off x="3962014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0" name="data_4091">
            <a:extLst>
              <a:ext uri="{FF2B5EF4-FFF2-40B4-BE49-F238E27FC236}">
                <a16:creationId xmlns:a16="http://schemas.microsoft.com/office/drawing/2014/main" id="{81F99C32-AB63-47E3-B35A-F645054CAE0A}"/>
              </a:ext>
            </a:extLst>
          </p:cNvPr>
          <p:cNvSpPr>
            <a:spLocks/>
          </p:cNvSpPr>
          <p:nvPr/>
        </p:nvSpPr>
        <p:spPr>
          <a:xfrm>
            <a:off x="3880084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1" name="data_4092">
            <a:extLst>
              <a:ext uri="{FF2B5EF4-FFF2-40B4-BE49-F238E27FC236}">
                <a16:creationId xmlns:a16="http://schemas.microsoft.com/office/drawing/2014/main" id="{C736E8A6-0741-4BF5-9D63-97EBC4B5C866}"/>
              </a:ext>
            </a:extLst>
          </p:cNvPr>
          <p:cNvSpPr>
            <a:spLocks/>
          </p:cNvSpPr>
          <p:nvPr/>
        </p:nvSpPr>
        <p:spPr>
          <a:xfrm>
            <a:off x="3907056" y="22095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2" name="data_4093">
            <a:extLst>
              <a:ext uri="{FF2B5EF4-FFF2-40B4-BE49-F238E27FC236}">
                <a16:creationId xmlns:a16="http://schemas.microsoft.com/office/drawing/2014/main" id="{75F03C55-BF20-4D7C-8CF8-8E713DA48B50}"/>
              </a:ext>
            </a:extLst>
          </p:cNvPr>
          <p:cNvSpPr>
            <a:spLocks/>
          </p:cNvSpPr>
          <p:nvPr/>
        </p:nvSpPr>
        <p:spPr>
          <a:xfrm>
            <a:off x="389321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3" name="data_4094">
            <a:extLst>
              <a:ext uri="{FF2B5EF4-FFF2-40B4-BE49-F238E27FC236}">
                <a16:creationId xmlns:a16="http://schemas.microsoft.com/office/drawing/2014/main" id="{2487FF70-30FC-4144-893B-26C932E9E828}"/>
              </a:ext>
            </a:extLst>
          </p:cNvPr>
          <p:cNvSpPr>
            <a:spLocks/>
          </p:cNvSpPr>
          <p:nvPr/>
        </p:nvSpPr>
        <p:spPr>
          <a:xfrm>
            <a:off x="3867437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4" name="data_4095">
            <a:extLst>
              <a:ext uri="{FF2B5EF4-FFF2-40B4-BE49-F238E27FC236}">
                <a16:creationId xmlns:a16="http://schemas.microsoft.com/office/drawing/2014/main" id="{43E97A19-445F-4BDB-B4C1-AF0BC4588C9D}"/>
              </a:ext>
            </a:extLst>
          </p:cNvPr>
          <p:cNvSpPr>
            <a:spLocks/>
          </p:cNvSpPr>
          <p:nvPr/>
        </p:nvSpPr>
        <p:spPr>
          <a:xfrm>
            <a:off x="3986540" y="3266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5" name="data_4096">
            <a:extLst>
              <a:ext uri="{FF2B5EF4-FFF2-40B4-BE49-F238E27FC236}">
                <a16:creationId xmlns:a16="http://schemas.microsoft.com/office/drawing/2014/main" id="{A4EABCD5-401F-49B4-B7A7-F4C8133EDDF7}"/>
              </a:ext>
            </a:extLst>
          </p:cNvPr>
          <p:cNvSpPr>
            <a:spLocks/>
          </p:cNvSpPr>
          <p:nvPr/>
        </p:nvSpPr>
        <p:spPr>
          <a:xfrm>
            <a:off x="3971610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6" name="data_4097">
            <a:extLst>
              <a:ext uri="{FF2B5EF4-FFF2-40B4-BE49-F238E27FC236}">
                <a16:creationId xmlns:a16="http://schemas.microsoft.com/office/drawing/2014/main" id="{E37BA721-4905-484E-B215-5465F1B7FA94}"/>
              </a:ext>
            </a:extLst>
          </p:cNvPr>
          <p:cNvSpPr>
            <a:spLocks/>
          </p:cNvSpPr>
          <p:nvPr/>
        </p:nvSpPr>
        <p:spPr>
          <a:xfrm>
            <a:off x="4002109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7" name="data_4098">
            <a:extLst>
              <a:ext uri="{FF2B5EF4-FFF2-40B4-BE49-F238E27FC236}">
                <a16:creationId xmlns:a16="http://schemas.microsoft.com/office/drawing/2014/main" id="{9A001B2F-7826-421F-8359-EDB8A257BC97}"/>
              </a:ext>
            </a:extLst>
          </p:cNvPr>
          <p:cNvSpPr>
            <a:spLocks/>
          </p:cNvSpPr>
          <p:nvPr/>
        </p:nvSpPr>
        <p:spPr>
          <a:xfrm>
            <a:off x="3997479" y="22685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8" name="data_4099">
            <a:extLst>
              <a:ext uri="{FF2B5EF4-FFF2-40B4-BE49-F238E27FC236}">
                <a16:creationId xmlns:a16="http://schemas.microsoft.com/office/drawing/2014/main" id="{E24A68EC-5C11-4463-9405-28FD6B9B1621}"/>
              </a:ext>
            </a:extLst>
          </p:cNvPr>
          <p:cNvSpPr>
            <a:spLocks/>
          </p:cNvSpPr>
          <p:nvPr/>
        </p:nvSpPr>
        <p:spPr>
          <a:xfrm>
            <a:off x="398978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9" name="data_4100">
            <a:extLst>
              <a:ext uri="{FF2B5EF4-FFF2-40B4-BE49-F238E27FC236}">
                <a16:creationId xmlns:a16="http://schemas.microsoft.com/office/drawing/2014/main" id="{76312524-1A86-4C15-AC11-E2BB0FD685A1}"/>
              </a:ext>
            </a:extLst>
          </p:cNvPr>
          <p:cNvSpPr>
            <a:spLocks/>
          </p:cNvSpPr>
          <p:nvPr/>
        </p:nvSpPr>
        <p:spPr>
          <a:xfrm>
            <a:off x="398822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0" name="data_4101">
            <a:extLst>
              <a:ext uri="{FF2B5EF4-FFF2-40B4-BE49-F238E27FC236}">
                <a16:creationId xmlns:a16="http://schemas.microsoft.com/office/drawing/2014/main" id="{EE1879FA-6AED-44E2-A91B-F69D889695C4}"/>
              </a:ext>
            </a:extLst>
          </p:cNvPr>
          <p:cNvSpPr>
            <a:spLocks/>
          </p:cNvSpPr>
          <p:nvPr/>
        </p:nvSpPr>
        <p:spPr>
          <a:xfrm>
            <a:off x="3990774" y="26048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1" name="data_4102">
            <a:extLst>
              <a:ext uri="{FF2B5EF4-FFF2-40B4-BE49-F238E27FC236}">
                <a16:creationId xmlns:a16="http://schemas.microsoft.com/office/drawing/2014/main" id="{2BF18414-DBAB-429D-A855-5371B90FA401}"/>
              </a:ext>
            </a:extLst>
          </p:cNvPr>
          <p:cNvSpPr>
            <a:spLocks/>
          </p:cNvSpPr>
          <p:nvPr/>
        </p:nvSpPr>
        <p:spPr>
          <a:xfrm>
            <a:off x="3956105" y="3300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2" name="data_4103">
            <a:extLst>
              <a:ext uri="{FF2B5EF4-FFF2-40B4-BE49-F238E27FC236}">
                <a16:creationId xmlns:a16="http://schemas.microsoft.com/office/drawing/2014/main" id="{91407A41-35BE-451D-BF20-1CE0E6A0F82C}"/>
              </a:ext>
            </a:extLst>
          </p:cNvPr>
          <p:cNvSpPr>
            <a:spLocks/>
          </p:cNvSpPr>
          <p:nvPr/>
        </p:nvSpPr>
        <p:spPr>
          <a:xfrm>
            <a:off x="3931828" y="25196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3" name="data_4104">
            <a:extLst>
              <a:ext uri="{FF2B5EF4-FFF2-40B4-BE49-F238E27FC236}">
                <a16:creationId xmlns:a16="http://schemas.microsoft.com/office/drawing/2014/main" id="{2F674E16-7E92-47C9-927B-35F0226BD69D}"/>
              </a:ext>
            </a:extLst>
          </p:cNvPr>
          <p:cNvSpPr>
            <a:spLocks/>
          </p:cNvSpPr>
          <p:nvPr/>
        </p:nvSpPr>
        <p:spPr>
          <a:xfrm>
            <a:off x="3913677" y="3496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4" name="data_4105">
            <a:extLst>
              <a:ext uri="{FF2B5EF4-FFF2-40B4-BE49-F238E27FC236}">
                <a16:creationId xmlns:a16="http://schemas.microsoft.com/office/drawing/2014/main" id="{D041CC0C-CD5D-42E1-8CF6-E77841E0C359}"/>
              </a:ext>
            </a:extLst>
          </p:cNvPr>
          <p:cNvSpPr>
            <a:spLocks/>
          </p:cNvSpPr>
          <p:nvPr/>
        </p:nvSpPr>
        <p:spPr>
          <a:xfrm>
            <a:off x="3996630" y="3503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5" name="data_4106">
            <a:extLst>
              <a:ext uri="{FF2B5EF4-FFF2-40B4-BE49-F238E27FC236}">
                <a16:creationId xmlns:a16="http://schemas.microsoft.com/office/drawing/2014/main" id="{17F7FDC8-E0B8-4A0A-9EF8-50C3D0D39107}"/>
              </a:ext>
            </a:extLst>
          </p:cNvPr>
          <p:cNvSpPr>
            <a:spLocks/>
          </p:cNvSpPr>
          <p:nvPr/>
        </p:nvSpPr>
        <p:spPr>
          <a:xfrm>
            <a:off x="400654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6" name="data_4107">
            <a:extLst>
              <a:ext uri="{FF2B5EF4-FFF2-40B4-BE49-F238E27FC236}">
                <a16:creationId xmlns:a16="http://schemas.microsoft.com/office/drawing/2014/main" id="{9D70456F-73CF-4FB5-8C86-378D70175E0F}"/>
              </a:ext>
            </a:extLst>
          </p:cNvPr>
          <p:cNvSpPr>
            <a:spLocks/>
          </p:cNvSpPr>
          <p:nvPr/>
        </p:nvSpPr>
        <p:spPr>
          <a:xfrm>
            <a:off x="3948989" y="3607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7" name="data_4108">
            <a:extLst>
              <a:ext uri="{FF2B5EF4-FFF2-40B4-BE49-F238E27FC236}">
                <a16:creationId xmlns:a16="http://schemas.microsoft.com/office/drawing/2014/main" id="{C782CC10-162E-4667-AA72-8DC5F6C3CF73}"/>
              </a:ext>
            </a:extLst>
          </p:cNvPr>
          <p:cNvSpPr>
            <a:spLocks/>
          </p:cNvSpPr>
          <p:nvPr/>
        </p:nvSpPr>
        <p:spPr>
          <a:xfrm>
            <a:off x="3966123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8" name="data_4109">
            <a:extLst>
              <a:ext uri="{FF2B5EF4-FFF2-40B4-BE49-F238E27FC236}">
                <a16:creationId xmlns:a16="http://schemas.microsoft.com/office/drawing/2014/main" id="{B9DFEA92-9667-4FAA-A32D-ECE9FD30834D}"/>
              </a:ext>
            </a:extLst>
          </p:cNvPr>
          <p:cNvSpPr>
            <a:spLocks/>
          </p:cNvSpPr>
          <p:nvPr/>
        </p:nvSpPr>
        <p:spPr>
          <a:xfrm>
            <a:off x="3957797" y="3102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9" name="data_4110">
            <a:extLst>
              <a:ext uri="{FF2B5EF4-FFF2-40B4-BE49-F238E27FC236}">
                <a16:creationId xmlns:a16="http://schemas.microsoft.com/office/drawing/2014/main" id="{3993C28A-CF69-4B3F-9143-13F4643441DD}"/>
              </a:ext>
            </a:extLst>
          </p:cNvPr>
          <p:cNvSpPr>
            <a:spLocks/>
          </p:cNvSpPr>
          <p:nvPr/>
        </p:nvSpPr>
        <p:spPr>
          <a:xfrm>
            <a:off x="399131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0" name="data_4111">
            <a:extLst>
              <a:ext uri="{FF2B5EF4-FFF2-40B4-BE49-F238E27FC236}">
                <a16:creationId xmlns:a16="http://schemas.microsoft.com/office/drawing/2014/main" id="{85D50C9A-EA7E-4012-9D80-AB82F985E7FB}"/>
              </a:ext>
            </a:extLst>
          </p:cNvPr>
          <p:cNvSpPr>
            <a:spLocks/>
          </p:cNvSpPr>
          <p:nvPr/>
        </p:nvSpPr>
        <p:spPr>
          <a:xfrm>
            <a:off x="393338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1" name="data_4112">
            <a:extLst>
              <a:ext uri="{FF2B5EF4-FFF2-40B4-BE49-F238E27FC236}">
                <a16:creationId xmlns:a16="http://schemas.microsoft.com/office/drawing/2014/main" id="{D8CFA5CA-7094-449F-BC93-BEA6BD9841B2}"/>
              </a:ext>
            </a:extLst>
          </p:cNvPr>
          <p:cNvSpPr>
            <a:spLocks/>
          </p:cNvSpPr>
          <p:nvPr/>
        </p:nvSpPr>
        <p:spPr>
          <a:xfrm>
            <a:off x="3974851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2" name="data_4113">
            <a:extLst>
              <a:ext uri="{FF2B5EF4-FFF2-40B4-BE49-F238E27FC236}">
                <a16:creationId xmlns:a16="http://schemas.microsoft.com/office/drawing/2014/main" id="{4D227CCF-3803-4A1C-8B13-112D2AEEBC1B}"/>
              </a:ext>
            </a:extLst>
          </p:cNvPr>
          <p:cNvSpPr>
            <a:spLocks/>
          </p:cNvSpPr>
          <p:nvPr/>
        </p:nvSpPr>
        <p:spPr>
          <a:xfrm>
            <a:off x="391047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3" name="data_4114">
            <a:extLst>
              <a:ext uri="{FF2B5EF4-FFF2-40B4-BE49-F238E27FC236}">
                <a16:creationId xmlns:a16="http://schemas.microsoft.com/office/drawing/2014/main" id="{F8C69C02-0A71-44F8-BFF3-2B020CAC2D78}"/>
              </a:ext>
            </a:extLst>
          </p:cNvPr>
          <p:cNvSpPr>
            <a:spLocks/>
          </p:cNvSpPr>
          <p:nvPr/>
        </p:nvSpPr>
        <p:spPr>
          <a:xfrm>
            <a:off x="3902978" y="2947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4" name="data_4115">
            <a:extLst>
              <a:ext uri="{FF2B5EF4-FFF2-40B4-BE49-F238E27FC236}">
                <a16:creationId xmlns:a16="http://schemas.microsoft.com/office/drawing/2014/main" id="{D46D9128-5AA8-4665-89C2-E28BC6256CB0}"/>
              </a:ext>
            </a:extLst>
          </p:cNvPr>
          <p:cNvSpPr>
            <a:spLocks/>
          </p:cNvSpPr>
          <p:nvPr/>
        </p:nvSpPr>
        <p:spPr>
          <a:xfrm>
            <a:off x="3997735" y="29864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5" name="data_4116">
            <a:extLst>
              <a:ext uri="{FF2B5EF4-FFF2-40B4-BE49-F238E27FC236}">
                <a16:creationId xmlns:a16="http://schemas.microsoft.com/office/drawing/2014/main" id="{0F43361E-4977-4337-910B-B6F882BDFBC6}"/>
              </a:ext>
            </a:extLst>
          </p:cNvPr>
          <p:cNvSpPr>
            <a:spLocks/>
          </p:cNvSpPr>
          <p:nvPr/>
        </p:nvSpPr>
        <p:spPr>
          <a:xfrm>
            <a:off x="389508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6" name="data_4117">
            <a:extLst>
              <a:ext uri="{FF2B5EF4-FFF2-40B4-BE49-F238E27FC236}">
                <a16:creationId xmlns:a16="http://schemas.microsoft.com/office/drawing/2014/main" id="{C61AA692-E42A-41CE-8786-1F2FAC297DAF}"/>
              </a:ext>
            </a:extLst>
          </p:cNvPr>
          <p:cNvSpPr>
            <a:spLocks/>
          </p:cNvSpPr>
          <p:nvPr/>
        </p:nvSpPr>
        <p:spPr>
          <a:xfrm>
            <a:off x="3940235" y="24210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7" name="data_4118">
            <a:extLst>
              <a:ext uri="{FF2B5EF4-FFF2-40B4-BE49-F238E27FC236}">
                <a16:creationId xmlns:a16="http://schemas.microsoft.com/office/drawing/2014/main" id="{289001AF-3611-4720-9191-CA3668905DF1}"/>
              </a:ext>
            </a:extLst>
          </p:cNvPr>
          <p:cNvSpPr>
            <a:spLocks/>
          </p:cNvSpPr>
          <p:nvPr/>
        </p:nvSpPr>
        <p:spPr>
          <a:xfrm>
            <a:off x="3966060" y="2581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8" name="data_4119">
            <a:extLst>
              <a:ext uri="{FF2B5EF4-FFF2-40B4-BE49-F238E27FC236}">
                <a16:creationId xmlns:a16="http://schemas.microsoft.com/office/drawing/2014/main" id="{86839BD4-5029-4D92-81C2-76F5BDE48C55}"/>
              </a:ext>
            </a:extLst>
          </p:cNvPr>
          <p:cNvSpPr>
            <a:spLocks/>
          </p:cNvSpPr>
          <p:nvPr/>
        </p:nvSpPr>
        <p:spPr>
          <a:xfrm>
            <a:off x="3964425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9" name="data_4120">
            <a:extLst>
              <a:ext uri="{FF2B5EF4-FFF2-40B4-BE49-F238E27FC236}">
                <a16:creationId xmlns:a16="http://schemas.microsoft.com/office/drawing/2014/main" id="{4BDF7D8A-C5DC-45A3-B240-8FCCFE8A2BE0}"/>
              </a:ext>
            </a:extLst>
          </p:cNvPr>
          <p:cNvSpPr>
            <a:spLocks/>
          </p:cNvSpPr>
          <p:nvPr/>
        </p:nvSpPr>
        <p:spPr>
          <a:xfrm>
            <a:off x="3993205" y="1904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0" name="data_4121">
            <a:extLst>
              <a:ext uri="{FF2B5EF4-FFF2-40B4-BE49-F238E27FC236}">
                <a16:creationId xmlns:a16="http://schemas.microsoft.com/office/drawing/2014/main" id="{6351805B-0482-4754-8D8C-5E6DDD732662}"/>
              </a:ext>
            </a:extLst>
          </p:cNvPr>
          <p:cNvSpPr>
            <a:spLocks/>
          </p:cNvSpPr>
          <p:nvPr/>
        </p:nvSpPr>
        <p:spPr>
          <a:xfrm>
            <a:off x="3922488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1" name="data_4122">
            <a:extLst>
              <a:ext uri="{FF2B5EF4-FFF2-40B4-BE49-F238E27FC236}">
                <a16:creationId xmlns:a16="http://schemas.microsoft.com/office/drawing/2014/main" id="{F4931C56-FEE2-49AA-8B2F-01AD7F87AE2C}"/>
              </a:ext>
            </a:extLst>
          </p:cNvPr>
          <p:cNvSpPr>
            <a:spLocks/>
          </p:cNvSpPr>
          <p:nvPr/>
        </p:nvSpPr>
        <p:spPr>
          <a:xfrm>
            <a:off x="4016405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2" name="data_4123">
            <a:extLst>
              <a:ext uri="{FF2B5EF4-FFF2-40B4-BE49-F238E27FC236}">
                <a16:creationId xmlns:a16="http://schemas.microsoft.com/office/drawing/2014/main" id="{066B25BA-0B1A-454A-91AD-6D58A01D33A8}"/>
              </a:ext>
            </a:extLst>
          </p:cNvPr>
          <p:cNvSpPr>
            <a:spLocks/>
          </p:cNvSpPr>
          <p:nvPr/>
        </p:nvSpPr>
        <p:spPr>
          <a:xfrm>
            <a:off x="4009656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3" name="data_4124">
            <a:extLst>
              <a:ext uri="{FF2B5EF4-FFF2-40B4-BE49-F238E27FC236}">
                <a16:creationId xmlns:a16="http://schemas.microsoft.com/office/drawing/2014/main" id="{7CAA9518-334E-4E25-A8EB-6213523D1B7E}"/>
              </a:ext>
            </a:extLst>
          </p:cNvPr>
          <p:cNvSpPr>
            <a:spLocks/>
          </p:cNvSpPr>
          <p:nvPr/>
        </p:nvSpPr>
        <p:spPr>
          <a:xfrm>
            <a:off x="3966821" y="33224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4" name="data_4125">
            <a:extLst>
              <a:ext uri="{FF2B5EF4-FFF2-40B4-BE49-F238E27FC236}">
                <a16:creationId xmlns:a16="http://schemas.microsoft.com/office/drawing/2014/main" id="{2AE11D49-3D44-4816-BCBD-00AD5B79F2CB}"/>
              </a:ext>
            </a:extLst>
          </p:cNvPr>
          <p:cNvSpPr>
            <a:spLocks/>
          </p:cNvSpPr>
          <p:nvPr/>
        </p:nvSpPr>
        <p:spPr>
          <a:xfrm>
            <a:off x="397957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5" name="data_4126">
            <a:extLst>
              <a:ext uri="{FF2B5EF4-FFF2-40B4-BE49-F238E27FC236}">
                <a16:creationId xmlns:a16="http://schemas.microsoft.com/office/drawing/2014/main" id="{53D6B008-0A6E-4805-BA25-6F5473369792}"/>
              </a:ext>
            </a:extLst>
          </p:cNvPr>
          <p:cNvSpPr>
            <a:spLocks/>
          </p:cNvSpPr>
          <p:nvPr/>
        </p:nvSpPr>
        <p:spPr>
          <a:xfrm>
            <a:off x="3959576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6" name="data_4127">
            <a:extLst>
              <a:ext uri="{FF2B5EF4-FFF2-40B4-BE49-F238E27FC236}">
                <a16:creationId xmlns:a16="http://schemas.microsoft.com/office/drawing/2014/main" id="{15D4A06A-B6E0-4DDA-911C-EA990D0DB84A}"/>
              </a:ext>
            </a:extLst>
          </p:cNvPr>
          <p:cNvSpPr>
            <a:spLocks/>
          </p:cNvSpPr>
          <p:nvPr/>
        </p:nvSpPr>
        <p:spPr>
          <a:xfrm>
            <a:off x="3935128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7" name="data_4128">
            <a:extLst>
              <a:ext uri="{FF2B5EF4-FFF2-40B4-BE49-F238E27FC236}">
                <a16:creationId xmlns:a16="http://schemas.microsoft.com/office/drawing/2014/main" id="{D483E3A5-EEF6-43B9-9FC7-A31737E39CF8}"/>
              </a:ext>
            </a:extLst>
          </p:cNvPr>
          <p:cNvSpPr>
            <a:spLocks/>
          </p:cNvSpPr>
          <p:nvPr/>
        </p:nvSpPr>
        <p:spPr>
          <a:xfrm>
            <a:off x="3860349" y="20528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8" name="data_4129">
            <a:extLst>
              <a:ext uri="{FF2B5EF4-FFF2-40B4-BE49-F238E27FC236}">
                <a16:creationId xmlns:a16="http://schemas.microsoft.com/office/drawing/2014/main" id="{D6C8C2CD-4DDC-4894-89E1-F97058B6EBD3}"/>
              </a:ext>
            </a:extLst>
          </p:cNvPr>
          <p:cNvSpPr>
            <a:spLocks/>
          </p:cNvSpPr>
          <p:nvPr/>
        </p:nvSpPr>
        <p:spPr>
          <a:xfrm>
            <a:off x="3896598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9" name="data_4130">
            <a:extLst>
              <a:ext uri="{FF2B5EF4-FFF2-40B4-BE49-F238E27FC236}">
                <a16:creationId xmlns:a16="http://schemas.microsoft.com/office/drawing/2014/main" id="{93D5482A-3C6A-491C-8B7E-188BFEA9845D}"/>
              </a:ext>
            </a:extLst>
          </p:cNvPr>
          <p:cNvSpPr>
            <a:spLocks/>
          </p:cNvSpPr>
          <p:nvPr/>
        </p:nvSpPr>
        <p:spPr>
          <a:xfrm>
            <a:off x="3904081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0" name="data_4131">
            <a:extLst>
              <a:ext uri="{FF2B5EF4-FFF2-40B4-BE49-F238E27FC236}">
                <a16:creationId xmlns:a16="http://schemas.microsoft.com/office/drawing/2014/main" id="{F70BB8C2-0BE7-446B-B1F0-8AA4B7D41F61}"/>
              </a:ext>
            </a:extLst>
          </p:cNvPr>
          <p:cNvSpPr>
            <a:spLocks/>
          </p:cNvSpPr>
          <p:nvPr/>
        </p:nvSpPr>
        <p:spPr>
          <a:xfrm>
            <a:off x="4001474" y="33733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1" name="data_4132">
            <a:extLst>
              <a:ext uri="{FF2B5EF4-FFF2-40B4-BE49-F238E27FC236}">
                <a16:creationId xmlns:a16="http://schemas.microsoft.com/office/drawing/2014/main" id="{DC91B1B0-0ED6-44B3-86DD-D590DC432921}"/>
              </a:ext>
            </a:extLst>
          </p:cNvPr>
          <p:cNvSpPr>
            <a:spLocks/>
          </p:cNvSpPr>
          <p:nvPr/>
        </p:nvSpPr>
        <p:spPr>
          <a:xfrm>
            <a:off x="3995403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2" name="data_4133">
            <a:extLst>
              <a:ext uri="{FF2B5EF4-FFF2-40B4-BE49-F238E27FC236}">
                <a16:creationId xmlns:a16="http://schemas.microsoft.com/office/drawing/2014/main" id="{F1DADFE4-94A7-4F38-83AF-0AC760BC3FD5}"/>
              </a:ext>
            </a:extLst>
          </p:cNvPr>
          <p:cNvSpPr>
            <a:spLocks/>
          </p:cNvSpPr>
          <p:nvPr/>
        </p:nvSpPr>
        <p:spPr>
          <a:xfrm>
            <a:off x="385878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3" name="data_4134">
            <a:extLst>
              <a:ext uri="{FF2B5EF4-FFF2-40B4-BE49-F238E27FC236}">
                <a16:creationId xmlns:a16="http://schemas.microsoft.com/office/drawing/2014/main" id="{C91834B1-DB33-44AA-8C51-DBB33FC62E26}"/>
              </a:ext>
            </a:extLst>
          </p:cNvPr>
          <p:cNvSpPr>
            <a:spLocks/>
          </p:cNvSpPr>
          <p:nvPr/>
        </p:nvSpPr>
        <p:spPr>
          <a:xfrm>
            <a:off x="3977362" y="34437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4" name="data_4135">
            <a:extLst>
              <a:ext uri="{FF2B5EF4-FFF2-40B4-BE49-F238E27FC236}">
                <a16:creationId xmlns:a16="http://schemas.microsoft.com/office/drawing/2014/main" id="{57B6E437-FE1F-49CD-849F-BBD559032AC1}"/>
              </a:ext>
            </a:extLst>
          </p:cNvPr>
          <p:cNvSpPr>
            <a:spLocks/>
          </p:cNvSpPr>
          <p:nvPr/>
        </p:nvSpPr>
        <p:spPr>
          <a:xfrm>
            <a:off x="3953232" y="26223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5" name="data_4136">
            <a:extLst>
              <a:ext uri="{FF2B5EF4-FFF2-40B4-BE49-F238E27FC236}">
                <a16:creationId xmlns:a16="http://schemas.microsoft.com/office/drawing/2014/main" id="{5A84C987-767C-45CC-B217-10172EF8546B}"/>
              </a:ext>
            </a:extLst>
          </p:cNvPr>
          <p:cNvSpPr>
            <a:spLocks/>
          </p:cNvSpPr>
          <p:nvPr/>
        </p:nvSpPr>
        <p:spPr>
          <a:xfrm>
            <a:off x="395779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6" name="data_4137">
            <a:extLst>
              <a:ext uri="{FF2B5EF4-FFF2-40B4-BE49-F238E27FC236}">
                <a16:creationId xmlns:a16="http://schemas.microsoft.com/office/drawing/2014/main" id="{DC902C5F-7E50-4C5F-A838-212E6EDCBF6E}"/>
              </a:ext>
            </a:extLst>
          </p:cNvPr>
          <p:cNvSpPr>
            <a:spLocks/>
          </p:cNvSpPr>
          <p:nvPr/>
        </p:nvSpPr>
        <p:spPr>
          <a:xfrm>
            <a:off x="3866477" y="32036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7" name="data_4138">
            <a:extLst>
              <a:ext uri="{FF2B5EF4-FFF2-40B4-BE49-F238E27FC236}">
                <a16:creationId xmlns:a16="http://schemas.microsoft.com/office/drawing/2014/main" id="{CEEA187A-5BEE-4585-BEDD-5EFA0D4A95B9}"/>
              </a:ext>
            </a:extLst>
          </p:cNvPr>
          <p:cNvSpPr>
            <a:spLocks/>
          </p:cNvSpPr>
          <p:nvPr/>
        </p:nvSpPr>
        <p:spPr>
          <a:xfrm>
            <a:off x="3930712" y="19057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8" name="data_4139">
            <a:extLst>
              <a:ext uri="{FF2B5EF4-FFF2-40B4-BE49-F238E27FC236}">
                <a16:creationId xmlns:a16="http://schemas.microsoft.com/office/drawing/2014/main" id="{85DB705A-8E07-4276-BFA5-07105C2485CF}"/>
              </a:ext>
            </a:extLst>
          </p:cNvPr>
          <p:cNvSpPr>
            <a:spLocks/>
          </p:cNvSpPr>
          <p:nvPr/>
        </p:nvSpPr>
        <p:spPr>
          <a:xfrm>
            <a:off x="3958047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9" name="data_4140">
            <a:extLst>
              <a:ext uri="{FF2B5EF4-FFF2-40B4-BE49-F238E27FC236}">
                <a16:creationId xmlns:a16="http://schemas.microsoft.com/office/drawing/2014/main" id="{8B793826-869B-44C6-9B58-0A10A18D069C}"/>
              </a:ext>
            </a:extLst>
          </p:cNvPr>
          <p:cNvSpPr>
            <a:spLocks/>
          </p:cNvSpPr>
          <p:nvPr/>
        </p:nvSpPr>
        <p:spPr>
          <a:xfrm>
            <a:off x="3856609" y="3026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0" name="data_4141">
            <a:extLst>
              <a:ext uri="{FF2B5EF4-FFF2-40B4-BE49-F238E27FC236}">
                <a16:creationId xmlns:a16="http://schemas.microsoft.com/office/drawing/2014/main" id="{FC3F972C-4CA4-47F9-A46D-1B49438ACB22}"/>
              </a:ext>
            </a:extLst>
          </p:cNvPr>
          <p:cNvSpPr>
            <a:spLocks/>
          </p:cNvSpPr>
          <p:nvPr/>
        </p:nvSpPr>
        <p:spPr>
          <a:xfrm>
            <a:off x="3946548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1" name="data_4142">
            <a:extLst>
              <a:ext uri="{FF2B5EF4-FFF2-40B4-BE49-F238E27FC236}">
                <a16:creationId xmlns:a16="http://schemas.microsoft.com/office/drawing/2014/main" id="{EDD3FE42-C578-45ED-B360-5606E3064579}"/>
              </a:ext>
            </a:extLst>
          </p:cNvPr>
          <p:cNvSpPr>
            <a:spLocks/>
          </p:cNvSpPr>
          <p:nvPr/>
        </p:nvSpPr>
        <p:spPr>
          <a:xfrm>
            <a:off x="3975870" y="19652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2" name="data_4143">
            <a:extLst>
              <a:ext uri="{FF2B5EF4-FFF2-40B4-BE49-F238E27FC236}">
                <a16:creationId xmlns:a16="http://schemas.microsoft.com/office/drawing/2014/main" id="{05E38657-EAFE-4A41-8BE6-9C0A447F793F}"/>
              </a:ext>
            </a:extLst>
          </p:cNvPr>
          <p:cNvSpPr>
            <a:spLocks/>
          </p:cNvSpPr>
          <p:nvPr/>
        </p:nvSpPr>
        <p:spPr>
          <a:xfrm>
            <a:off x="387777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3" name="data_4144">
            <a:extLst>
              <a:ext uri="{FF2B5EF4-FFF2-40B4-BE49-F238E27FC236}">
                <a16:creationId xmlns:a16="http://schemas.microsoft.com/office/drawing/2014/main" id="{6EA4EE27-BB52-480B-ABA8-CB118C287B02}"/>
              </a:ext>
            </a:extLst>
          </p:cNvPr>
          <p:cNvSpPr>
            <a:spLocks/>
          </p:cNvSpPr>
          <p:nvPr/>
        </p:nvSpPr>
        <p:spPr>
          <a:xfrm>
            <a:off x="3948156" y="3127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4" name="data_4145">
            <a:extLst>
              <a:ext uri="{FF2B5EF4-FFF2-40B4-BE49-F238E27FC236}">
                <a16:creationId xmlns:a16="http://schemas.microsoft.com/office/drawing/2014/main" id="{F25C5666-A624-4BB7-962B-8395FA182A3A}"/>
              </a:ext>
            </a:extLst>
          </p:cNvPr>
          <p:cNvSpPr>
            <a:spLocks/>
          </p:cNvSpPr>
          <p:nvPr/>
        </p:nvSpPr>
        <p:spPr>
          <a:xfrm>
            <a:off x="3871105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5" name="data_4146">
            <a:extLst>
              <a:ext uri="{FF2B5EF4-FFF2-40B4-BE49-F238E27FC236}">
                <a16:creationId xmlns:a16="http://schemas.microsoft.com/office/drawing/2014/main" id="{4EAB16C8-1FD6-4FBB-AAE2-8F8EF853B607}"/>
              </a:ext>
            </a:extLst>
          </p:cNvPr>
          <p:cNvSpPr>
            <a:spLocks/>
          </p:cNvSpPr>
          <p:nvPr/>
        </p:nvSpPr>
        <p:spPr>
          <a:xfrm>
            <a:off x="3914298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6" name="data_4147">
            <a:extLst>
              <a:ext uri="{FF2B5EF4-FFF2-40B4-BE49-F238E27FC236}">
                <a16:creationId xmlns:a16="http://schemas.microsoft.com/office/drawing/2014/main" id="{B5DC0F15-34B9-44D8-8F3C-CE57261959C9}"/>
              </a:ext>
            </a:extLst>
          </p:cNvPr>
          <p:cNvSpPr>
            <a:spLocks/>
          </p:cNvSpPr>
          <p:nvPr/>
        </p:nvSpPr>
        <p:spPr>
          <a:xfrm>
            <a:off x="3934110" y="33733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7" name="data_4148">
            <a:extLst>
              <a:ext uri="{FF2B5EF4-FFF2-40B4-BE49-F238E27FC236}">
                <a16:creationId xmlns:a16="http://schemas.microsoft.com/office/drawing/2014/main" id="{E7178B45-CC8E-4B37-B652-EEDEFC96516E}"/>
              </a:ext>
            </a:extLst>
          </p:cNvPr>
          <p:cNvSpPr>
            <a:spLocks/>
          </p:cNvSpPr>
          <p:nvPr/>
        </p:nvSpPr>
        <p:spPr>
          <a:xfrm>
            <a:off x="3850858" y="30055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8" name="data_4149">
            <a:extLst>
              <a:ext uri="{FF2B5EF4-FFF2-40B4-BE49-F238E27FC236}">
                <a16:creationId xmlns:a16="http://schemas.microsoft.com/office/drawing/2014/main" id="{DAD10510-514C-4FC0-B1AE-F7477AEB423F}"/>
              </a:ext>
            </a:extLst>
          </p:cNvPr>
          <p:cNvSpPr>
            <a:spLocks/>
          </p:cNvSpPr>
          <p:nvPr/>
        </p:nvSpPr>
        <p:spPr>
          <a:xfrm>
            <a:off x="3998843" y="2915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9" name="data_4150">
            <a:extLst>
              <a:ext uri="{FF2B5EF4-FFF2-40B4-BE49-F238E27FC236}">
                <a16:creationId xmlns:a16="http://schemas.microsoft.com/office/drawing/2014/main" id="{45A3B8EA-FFC5-4891-9969-FC095D9C0CDC}"/>
              </a:ext>
            </a:extLst>
          </p:cNvPr>
          <p:cNvSpPr>
            <a:spLocks/>
          </p:cNvSpPr>
          <p:nvPr/>
        </p:nvSpPr>
        <p:spPr>
          <a:xfrm>
            <a:off x="3865353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0" name="data_4151">
            <a:extLst>
              <a:ext uri="{FF2B5EF4-FFF2-40B4-BE49-F238E27FC236}">
                <a16:creationId xmlns:a16="http://schemas.microsoft.com/office/drawing/2014/main" id="{621E6144-E4EE-433C-90F6-F634E90BC2BD}"/>
              </a:ext>
            </a:extLst>
          </p:cNvPr>
          <p:cNvSpPr>
            <a:spLocks/>
          </p:cNvSpPr>
          <p:nvPr/>
        </p:nvSpPr>
        <p:spPr>
          <a:xfrm>
            <a:off x="3856167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1" name="data_4152">
            <a:extLst>
              <a:ext uri="{FF2B5EF4-FFF2-40B4-BE49-F238E27FC236}">
                <a16:creationId xmlns:a16="http://schemas.microsoft.com/office/drawing/2014/main" id="{A7FB9690-3E53-471D-98CD-9DE7B94803D0}"/>
              </a:ext>
            </a:extLst>
          </p:cNvPr>
          <p:cNvSpPr>
            <a:spLocks/>
          </p:cNvSpPr>
          <p:nvPr/>
        </p:nvSpPr>
        <p:spPr>
          <a:xfrm>
            <a:off x="401496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2" name="data_4153">
            <a:extLst>
              <a:ext uri="{FF2B5EF4-FFF2-40B4-BE49-F238E27FC236}">
                <a16:creationId xmlns:a16="http://schemas.microsoft.com/office/drawing/2014/main" id="{92654D12-130D-45CF-87AE-914D58399D42}"/>
              </a:ext>
            </a:extLst>
          </p:cNvPr>
          <p:cNvSpPr>
            <a:spLocks/>
          </p:cNvSpPr>
          <p:nvPr/>
        </p:nvSpPr>
        <p:spPr>
          <a:xfrm>
            <a:off x="3977824" y="362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3" name="data_4154">
            <a:extLst>
              <a:ext uri="{FF2B5EF4-FFF2-40B4-BE49-F238E27FC236}">
                <a16:creationId xmlns:a16="http://schemas.microsoft.com/office/drawing/2014/main" id="{304AD18E-91B9-40D2-9F5A-B615D46F9444}"/>
              </a:ext>
            </a:extLst>
          </p:cNvPr>
          <p:cNvSpPr>
            <a:spLocks/>
          </p:cNvSpPr>
          <p:nvPr/>
        </p:nvSpPr>
        <p:spPr>
          <a:xfrm>
            <a:off x="3860027" y="23973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4" name="data_4155">
            <a:extLst>
              <a:ext uri="{FF2B5EF4-FFF2-40B4-BE49-F238E27FC236}">
                <a16:creationId xmlns:a16="http://schemas.microsoft.com/office/drawing/2014/main" id="{A250D78D-610B-442A-8B23-A38657BAB03B}"/>
              </a:ext>
            </a:extLst>
          </p:cNvPr>
          <p:cNvSpPr>
            <a:spLocks/>
          </p:cNvSpPr>
          <p:nvPr/>
        </p:nvSpPr>
        <p:spPr>
          <a:xfrm>
            <a:off x="3931015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5" name="data_4156">
            <a:extLst>
              <a:ext uri="{FF2B5EF4-FFF2-40B4-BE49-F238E27FC236}">
                <a16:creationId xmlns:a16="http://schemas.microsoft.com/office/drawing/2014/main" id="{AD762FAD-7843-462B-8D6C-BEFF74A1E763}"/>
              </a:ext>
            </a:extLst>
          </p:cNvPr>
          <p:cNvSpPr>
            <a:spLocks/>
          </p:cNvSpPr>
          <p:nvPr/>
        </p:nvSpPr>
        <p:spPr>
          <a:xfrm>
            <a:off x="3931295" y="3155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6" name="data_4157">
            <a:extLst>
              <a:ext uri="{FF2B5EF4-FFF2-40B4-BE49-F238E27FC236}">
                <a16:creationId xmlns:a16="http://schemas.microsoft.com/office/drawing/2014/main" id="{9557A720-539C-483F-BFE3-9AEE37646D06}"/>
              </a:ext>
            </a:extLst>
          </p:cNvPr>
          <p:cNvSpPr>
            <a:spLocks/>
          </p:cNvSpPr>
          <p:nvPr/>
        </p:nvSpPr>
        <p:spPr>
          <a:xfrm>
            <a:off x="3953250" y="23594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7" name="data_4158">
            <a:extLst>
              <a:ext uri="{FF2B5EF4-FFF2-40B4-BE49-F238E27FC236}">
                <a16:creationId xmlns:a16="http://schemas.microsoft.com/office/drawing/2014/main" id="{E2335F80-A8DC-4A42-87C2-96A58B1225C0}"/>
              </a:ext>
            </a:extLst>
          </p:cNvPr>
          <p:cNvSpPr>
            <a:spLocks/>
          </p:cNvSpPr>
          <p:nvPr/>
        </p:nvSpPr>
        <p:spPr>
          <a:xfrm>
            <a:off x="395387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8" name="data_4159">
            <a:extLst>
              <a:ext uri="{FF2B5EF4-FFF2-40B4-BE49-F238E27FC236}">
                <a16:creationId xmlns:a16="http://schemas.microsoft.com/office/drawing/2014/main" id="{8B2AB557-20D2-441F-83CA-24B8AE3B5B72}"/>
              </a:ext>
            </a:extLst>
          </p:cNvPr>
          <p:cNvSpPr>
            <a:spLocks/>
          </p:cNvSpPr>
          <p:nvPr/>
        </p:nvSpPr>
        <p:spPr>
          <a:xfrm>
            <a:off x="3908084" y="34058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9" name="data_4160">
            <a:extLst>
              <a:ext uri="{FF2B5EF4-FFF2-40B4-BE49-F238E27FC236}">
                <a16:creationId xmlns:a16="http://schemas.microsoft.com/office/drawing/2014/main" id="{9BC351B2-4BE4-4F5C-A830-CFE7EB94ABAF}"/>
              </a:ext>
            </a:extLst>
          </p:cNvPr>
          <p:cNvSpPr>
            <a:spLocks/>
          </p:cNvSpPr>
          <p:nvPr/>
        </p:nvSpPr>
        <p:spPr>
          <a:xfrm>
            <a:off x="3993529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0" name="data_4161">
            <a:extLst>
              <a:ext uri="{FF2B5EF4-FFF2-40B4-BE49-F238E27FC236}">
                <a16:creationId xmlns:a16="http://schemas.microsoft.com/office/drawing/2014/main" id="{4897F97C-4FE2-49C9-9BD9-8C0A5D4AC446}"/>
              </a:ext>
            </a:extLst>
          </p:cNvPr>
          <p:cNvSpPr>
            <a:spLocks/>
          </p:cNvSpPr>
          <p:nvPr/>
        </p:nvSpPr>
        <p:spPr>
          <a:xfrm>
            <a:off x="3906926" y="24262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1" name="data_4162">
            <a:extLst>
              <a:ext uri="{FF2B5EF4-FFF2-40B4-BE49-F238E27FC236}">
                <a16:creationId xmlns:a16="http://schemas.microsoft.com/office/drawing/2014/main" id="{A5D769B5-550E-4DA7-8441-C2603EB408B9}"/>
              </a:ext>
            </a:extLst>
          </p:cNvPr>
          <p:cNvSpPr>
            <a:spLocks/>
          </p:cNvSpPr>
          <p:nvPr/>
        </p:nvSpPr>
        <p:spPr>
          <a:xfrm>
            <a:off x="3994761" y="2116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2" name="data_4163">
            <a:extLst>
              <a:ext uri="{FF2B5EF4-FFF2-40B4-BE49-F238E27FC236}">
                <a16:creationId xmlns:a16="http://schemas.microsoft.com/office/drawing/2014/main" id="{8AD0A864-0E8C-4A1C-BB54-B66882552958}"/>
              </a:ext>
            </a:extLst>
          </p:cNvPr>
          <p:cNvSpPr>
            <a:spLocks/>
          </p:cNvSpPr>
          <p:nvPr/>
        </p:nvSpPr>
        <p:spPr>
          <a:xfrm>
            <a:off x="3872291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3" name="data_4164">
            <a:extLst>
              <a:ext uri="{FF2B5EF4-FFF2-40B4-BE49-F238E27FC236}">
                <a16:creationId xmlns:a16="http://schemas.microsoft.com/office/drawing/2014/main" id="{596570D3-E2C2-4180-9A78-1EDB1D2AA78F}"/>
              </a:ext>
            </a:extLst>
          </p:cNvPr>
          <p:cNvSpPr>
            <a:spLocks/>
          </p:cNvSpPr>
          <p:nvPr/>
        </p:nvSpPr>
        <p:spPr>
          <a:xfrm>
            <a:off x="4010879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4" name="data_4165">
            <a:extLst>
              <a:ext uri="{FF2B5EF4-FFF2-40B4-BE49-F238E27FC236}">
                <a16:creationId xmlns:a16="http://schemas.microsoft.com/office/drawing/2014/main" id="{F783FBBC-A2A5-469A-BCE2-3D80F3B04585}"/>
              </a:ext>
            </a:extLst>
          </p:cNvPr>
          <p:cNvSpPr>
            <a:spLocks/>
          </p:cNvSpPr>
          <p:nvPr/>
        </p:nvSpPr>
        <p:spPr>
          <a:xfrm>
            <a:off x="4004723" y="30504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5" name="data_4166">
            <a:extLst>
              <a:ext uri="{FF2B5EF4-FFF2-40B4-BE49-F238E27FC236}">
                <a16:creationId xmlns:a16="http://schemas.microsoft.com/office/drawing/2014/main" id="{923055F8-1E1F-4259-973B-40BA7566CBFC}"/>
              </a:ext>
            </a:extLst>
          </p:cNvPr>
          <p:cNvSpPr>
            <a:spLocks/>
          </p:cNvSpPr>
          <p:nvPr/>
        </p:nvSpPr>
        <p:spPr>
          <a:xfrm>
            <a:off x="3904017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6" name="data_4167">
            <a:extLst>
              <a:ext uri="{FF2B5EF4-FFF2-40B4-BE49-F238E27FC236}">
                <a16:creationId xmlns:a16="http://schemas.microsoft.com/office/drawing/2014/main" id="{1353E5C6-000F-40B4-A3E4-F8A202624D91}"/>
              </a:ext>
            </a:extLst>
          </p:cNvPr>
          <p:cNvSpPr>
            <a:spLocks/>
          </p:cNvSpPr>
          <p:nvPr/>
        </p:nvSpPr>
        <p:spPr>
          <a:xfrm>
            <a:off x="387724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7" name="data_4168">
            <a:extLst>
              <a:ext uri="{FF2B5EF4-FFF2-40B4-BE49-F238E27FC236}">
                <a16:creationId xmlns:a16="http://schemas.microsoft.com/office/drawing/2014/main" id="{50ACED5A-0F49-4DC1-A3FD-22417E702470}"/>
              </a:ext>
            </a:extLst>
          </p:cNvPr>
          <p:cNvSpPr>
            <a:spLocks/>
          </p:cNvSpPr>
          <p:nvPr/>
        </p:nvSpPr>
        <p:spPr>
          <a:xfrm>
            <a:off x="3977023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8" name="data_4169">
            <a:extLst>
              <a:ext uri="{FF2B5EF4-FFF2-40B4-BE49-F238E27FC236}">
                <a16:creationId xmlns:a16="http://schemas.microsoft.com/office/drawing/2014/main" id="{22178F2C-EE3C-4830-B909-73516D38F410}"/>
              </a:ext>
            </a:extLst>
          </p:cNvPr>
          <p:cNvSpPr>
            <a:spLocks/>
          </p:cNvSpPr>
          <p:nvPr/>
        </p:nvSpPr>
        <p:spPr>
          <a:xfrm>
            <a:off x="3925234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9" name="data_4170">
            <a:extLst>
              <a:ext uri="{FF2B5EF4-FFF2-40B4-BE49-F238E27FC236}">
                <a16:creationId xmlns:a16="http://schemas.microsoft.com/office/drawing/2014/main" id="{494C8D2A-CD4F-443A-97DF-BEF5D2E9517F}"/>
              </a:ext>
            </a:extLst>
          </p:cNvPr>
          <p:cNvSpPr>
            <a:spLocks/>
          </p:cNvSpPr>
          <p:nvPr/>
        </p:nvSpPr>
        <p:spPr>
          <a:xfrm>
            <a:off x="3864305" y="2882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0" name="data_4171">
            <a:extLst>
              <a:ext uri="{FF2B5EF4-FFF2-40B4-BE49-F238E27FC236}">
                <a16:creationId xmlns:a16="http://schemas.microsoft.com/office/drawing/2014/main" id="{14722E3A-2DD0-41B2-9AC1-440C7DA09478}"/>
              </a:ext>
            </a:extLst>
          </p:cNvPr>
          <p:cNvSpPr>
            <a:spLocks/>
          </p:cNvSpPr>
          <p:nvPr/>
        </p:nvSpPr>
        <p:spPr>
          <a:xfrm>
            <a:off x="392379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1" name="data_4172">
            <a:extLst>
              <a:ext uri="{FF2B5EF4-FFF2-40B4-BE49-F238E27FC236}">
                <a16:creationId xmlns:a16="http://schemas.microsoft.com/office/drawing/2014/main" id="{169C8E31-85EF-4B0F-B01D-65F6175465DB}"/>
              </a:ext>
            </a:extLst>
          </p:cNvPr>
          <p:cNvSpPr>
            <a:spLocks/>
          </p:cNvSpPr>
          <p:nvPr/>
        </p:nvSpPr>
        <p:spPr>
          <a:xfrm>
            <a:off x="3898584" y="32636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2" name="data_4173">
            <a:extLst>
              <a:ext uri="{FF2B5EF4-FFF2-40B4-BE49-F238E27FC236}">
                <a16:creationId xmlns:a16="http://schemas.microsoft.com/office/drawing/2014/main" id="{0DAEC854-12D0-4193-8BED-9D95A62F8FC5}"/>
              </a:ext>
            </a:extLst>
          </p:cNvPr>
          <p:cNvSpPr>
            <a:spLocks/>
          </p:cNvSpPr>
          <p:nvPr/>
        </p:nvSpPr>
        <p:spPr>
          <a:xfrm>
            <a:off x="3885343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3" name="data_4174">
            <a:extLst>
              <a:ext uri="{FF2B5EF4-FFF2-40B4-BE49-F238E27FC236}">
                <a16:creationId xmlns:a16="http://schemas.microsoft.com/office/drawing/2014/main" id="{70AF0D56-5872-4C77-9A77-A1364480615E}"/>
              </a:ext>
            </a:extLst>
          </p:cNvPr>
          <p:cNvSpPr>
            <a:spLocks/>
          </p:cNvSpPr>
          <p:nvPr/>
        </p:nvSpPr>
        <p:spPr>
          <a:xfrm>
            <a:off x="3913531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4" name="data_4175">
            <a:extLst>
              <a:ext uri="{FF2B5EF4-FFF2-40B4-BE49-F238E27FC236}">
                <a16:creationId xmlns:a16="http://schemas.microsoft.com/office/drawing/2014/main" id="{8BD508D7-16CA-42F1-B0A2-956580DCD88C}"/>
              </a:ext>
            </a:extLst>
          </p:cNvPr>
          <p:cNvSpPr>
            <a:spLocks/>
          </p:cNvSpPr>
          <p:nvPr/>
        </p:nvSpPr>
        <p:spPr>
          <a:xfrm>
            <a:off x="3853775" y="2809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5" name="data_4176">
            <a:extLst>
              <a:ext uri="{FF2B5EF4-FFF2-40B4-BE49-F238E27FC236}">
                <a16:creationId xmlns:a16="http://schemas.microsoft.com/office/drawing/2014/main" id="{31F83C84-532A-4918-9275-D45F5FC4A985}"/>
              </a:ext>
            </a:extLst>
          </p:cNvPr>
          <p:cNvSpPr>
            <a:spLocks/>
          </p:cNvSpPr>
          <p:nvPr/>
        </p:nvSpPr>
        <p:spPr>
          <a:xfrm>
            <a:off x="392817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6" name="data_4177">
            <a:extLst>
              <a:ext uri="{FF2B5EF4-FFF2-40B4-BE49-F238E27FC236}">
                <a16:creationId xmlns:a16="http://schemas.microsoft.com/office/drawing/2014/main" id="{6A7051F6-4A35-49C2-9A4A-C5DEC468AA6B}"/>
              </a:ext>
            </a:extLst>
          </p:cNvPr>
          <p:cNvSpPr>
            <a:spLocks/>
          </p:cNvSpPr>
          <p:nvPr/>
        </p:nvSpPr>
        <p:spPr>
          <a:xfrm>
            <a:off x="401958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7" name="data_4178">
            <a:extLst>
              <a:ext uri="{FF2B5EF4-FFF2-40B4-BE49-F238E27FC236}">
                <a16:creationId xmlns:a16="http://schemas.microsoft.com/office/drawing/2014/main" id="{A7692E2F-62B3-446D-92F2-E78CD70EA1B3}"/>
              </a:ext>
            </a:extLst>
          </p:cNvPr>
          <p:cNvSpPr>
            <a:spLocks/>
          </p:cNvSpPr>
          <p:nvPr/>
        </p:nvSpPr>
        <p:spPr>
          <a:xfrm>
            <a:off x="3895751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8" name="data_4179">
            <a:extLst>
              <a:ext uri="{FF2B5EF4-FFF2-40B4-BE49-F238E27FC236}">
                <a16:creationId xmlns:a16="http://schemas.microsoft.com/office/drawing/2014/main" id="{929AB1CE-26CF-4248-A8C2-4C4CBFAAE61B}"/>
              </a:ext>
            </a:extLst>
          </p:cNvPr>
          <p:cNvSpPr>
            <a:spLocks/>
          </p:cNvSpPr>
          <p:nvPr/>
        </p:nvSpPr>
        <p:spPr>
          <a:xfrm>
            <a:off x="3935919" y="36224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9" name="data_4180">
            <a:extLst>
              <a:ext uri="{FF2B5EF4-FFF2-40B4-BE49-F238E27FC236}">
                <a16:creationId xmlns:a16="http://schemas.microsoft.com/office/drawing/2014/main" id="{EAA2722C-172B-4B17-A4ED-FB133894159C}"/>
              </a:ext>
            </a:extLst>
          </p:cNvPr>
          <p:cNvSpPr>
            <a:spLocks/>
          </p:cNvSpPr>
          <p:nvPr/>
        </p:nvSpPr>
        <p:spPr>
          <a:xfrm>
            <a:off x="3879434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0" name="data_4181">
            <a:extLst>
              <a:ext uri="{FF2B5EF4-FFF2-40B4-BE49-F238E27FC236}">
                <a16:creationId xmlns:a16="http://schemas.microsoft.com/office/drawing/2014/main" id="{9E92E4E1-B478-4E77-93C9-43B342166D69}"/>
              </a:ext>
            </a:extLst>
          </p:cNvPr>
          <p:cNvSpPr>
            <a:spLocks/>
          </p:cNvSpPr>
          <p:nvPr/>
        </p:nvSpPr>
        <p:spPr>
          <a:xfrm>
            <a:off x="395854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1" name="data_4182">
            <a:extLst>
              <a:ext uri="{FF2B5EF4-FFF2-40B4-BE49-F238E27FC236}">
                <a16:creationId xmlns:a16="http://schemas.microsoft.com/office/drawing/2014/main" id="{303E6059-E872-4B34-B826-A4E5B4AA3F8E}"/>
              </a:ext>
            </a:extLst>
          </p:cNvPr>
          <p:cNvSpPr>
            <a:spLocks/>
          </p:cNvSpPr>
          <p:nvPr/>
        </p:nvSpPr>
        <p:spPr>
          <a:xfrm>
            <a:off x="3851212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2" name="data_4183">
            <a:extLst>
              <a:ext uri="{FF2B5EF4-FFF2-40B4-BE49-F238E27FC236}">
                <a16:creationId xmlns:a16="http://schemas.microsoft.com/office/drawing/2014/main" id="{B4008B1B-4213-4C22-9A05-5CF0C4E12EE5}"/>
              </a:ext>
            </a:extLst>
          </p:cNvPr>
          <p:cNvSpPr>
            <a:spLocks/>
          </p:cNvSpPr>
          <p:nvPr/>
        </p:nvSpPr>
        <p:spPr>
          <a:xfrm>
            <a:off x="3894872" y="33545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3" name="data_4184">
            <a:extLst>
              <a:ext uri="{FF2B5EF4-FFF2-40B4-BE49-F238E27FC236}">
                <a16:creationId xmlns:a16="http://schemas.microsoft.com/office/drawing/2014/main" id="{01F34FEE-6E32-40DE-A9DF-F2EFCC7D5352}"/>
              </a:ext>
            </a:extLst>
          </p:cNvPr>
          <p:cNvSpPr>
            <a:spLocks/>
          </p:cNvSpPr>
          <p:nvPr/>
        </p:nvSpPr>
        <p:spPr>
          <a:xfrm>
            <a:off x="3855122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4" name="data_4185">
            <a:extLst>
              <a:ext uri="{FF2B5EF4-FFF2-40B4-BE49-F238E27FC236}">
                <a16:creationId xmlns:a16="http://schemas.microsoft.com/office/drawing/2014/main" id="{0850022F-23FA-4330-A5E7-CB154D61F3F0}"/>
              </a:ext>
            </a:extLst>
          </p:cNvPr>
          <p:cNvSpPr>
            <a:spLocks/>
          </p:cNvSpPr>
          <p:nvPr/>
        </p:nvSpPr>
        <p:spPr>
          <a:xfrm>
            <a:off x="3861287" y="2809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5" name="data_4186">
            <a:extLst>
              <a:ext uri="{FF2B5EF4-FFF2-40B4-BE49-F238E27FC236}">
                <a16:creationId xmlns:a16="http://schemas.microsoft.com/office/drawing/2014/main" id="{45ED24FD-E712-43B2-9BCC-627B8C0A5576}"/>
              </a:ext>
            </a:extLst>
          </p:cNvPr>
          <p:cNvSpPr>
            <a:spLocks/>
          </p:cNvSpPr>
          <p:nvPr/>
        </p:nvSpPr>
        <p:spPr>
          <a:xfrm>
            <a:off x="4018189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6" name="data_4187">
            <a:extLst>
              <a:ext uri="{FF2B5EF4-FFF2-40B4-BE49-F238E27FC236}">
                <a16:creationId xmlns:a16="http://schemas.microsoft.com/office/drawing/2014/main" id="{E5D68340-D239-442C-BFDC-EEAA0A78B74F}"/>
              </a:ext>
            </a:extLst>
          </p:cNvPr>
          <p:cNvSpPr>
            <a:spLocks/>
          </p:cNvSpPr>
          <p:nvPr/>
        </p:nvSpPr>
        <p:spPr>
          <a:xfrm>
            <a:off x="3929342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7" name="data_4188">
            <a:extLst>
              <a:ext uri="{FF2B5EF4-FFF2-40B4-BE49-F238E27FC236}">
                <a16:creationId xmlns:a16="http://schemas.microsoft.com/office/drawing/2014/main" id="{FC59804E-856D-490B-A87F-D69746E2A6A6}"/>
              </a:ext>
            </a:extLst>
          </p:cNvPr>
          <p:cNvSpPr>
            <a:spLocks/>
          </p:cNvSpPr>
          <p:nvPr/>
        </p:nvSpPr>
        <p:spPr>
          <a:xfrm>
            <a:off x="3924206" y="2875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8" name="data_4189">
            <a:extLst>
              <a:ext uri="{FF2B5EF4-FFF2-40B4-BE49-F238E27FC236}">
                <a16:creationId xmlns:a16="http://schemas.microsoft.com/office/drawing/2014/main" id="{9351D0BB-870C-4C9C-A78E-8397553A114B}"/>
              </a:ext>
            </a:extLst>
          </p:cNvPr>
          <p:cNvSpPr>
            <a:spLocks/>
          </p:cNvSpPr>
          <p:nvPr/>
        </p:nvSpPr>
        <p:spPr>
          <a:xfrm>
            <a:off x="3901362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9" name="data_4190">
            <a:extLst>
              <a:ext uri="{FF2B5EF4-FFF2-40B4-BE49-F238E27FC236}">
                <a16:creationId xmlns:a16="http://schemas.microsoft.com/office/drawing/2014/main" id="{2191CBC8-0ED2-43B9-951E-680132C66CE9}"/>
              </a:ext>
            </a:extLst>
          </p:cNvPr>
          <p:cNvSpPr>
            <a:spLocks/>
          </p:cNvSpPr>
          <p:nvPr/>
        </p:nvSpPr>
        <p:spPr>
          <a:xfrm>
            <a:off x="3878009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0" name="data_4191">
            <a:extLst>
              <a:ext uri="{FF2B5EF4-FFF2-40B4-BE49-F238E27FC236}">
                <a16:creationId xmlns:a16="http://schemas.microsoft.com/office/drawing/2014/main" id="{6839D9D7-7290-40EF-9B80-38D9EB757AC5}"/>
              </a:ext>
            </a:extLst>
          </p:cNvPr>
          <p:cNvSpPr>
            <a:spLocks/>
          </p:cNvSpPr>
          <p:nvPr/>
        </p:nvSpPr>
        <p:spPr>
          <a:xfrm>
            <a:off x="3913805" y="35027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1" name="data_4192">
            <a:extLst>
              <a:ext uri="{FF2B5EF4-FFF2-40B4-BE49-F238E27FC236}">
                <a16:creationId xmlns:a16="http://schemas.microsoft.com/office/drawing/2014/main" id="{E0DC9237-BFE8-41CF-8620-6A2EB4A0E2B0}"/>
              </a:ext>
            </a:extLst>
          </p:cNvPr>
          <p:cNvSpPr>
            <a:spLocks/>
          </p:cNvSpPr>
          <p:nvPr/>
        </p:nvSpPr>
        <p:spPr>
          <a:xfrm>
            <a:off x="400244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2" name="data_4193">
            <a:extLst>
              <a:ext uri="{FF2B5EF4-FFF2-40B4-BE49-F238E27FC236}">
                <a16:creationId xmlns:a16="http://schemas.microsoft.com/office/drawing/2014/main" id="{7F07C4C2-C6F1-4B85-8EE5-A388D0094D74}"/>
              </a:ext>
            </a:extLst>
          </p:cNvPr>
          <p:cNvSpPr>
            <a:spLocks/>
          </p:cNvSpPr>
          <p:nvPr/>
        </p:nvSpPr>
        <p:spPr>
          <a:xfrm>
            <a:off x="3928264" y="32124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3" name="data_4194">
            <a:extLst>
              <a:ext uri="{FF2B5EF4-FFF2-40B4-BE49-F238E27FC236}">
                <a16:creationId xmlns:a16="http://schemas.microsoft.com/office/drawing/2014/main" id="{153A6B0F-7970-4686-97B6-22E65DC2F56C}"/>
              </a:ext>
            </a:extLst>
          </p:cNvPr>
          <p:cNvSpPr>
            <a:spLocks/>
          </p:cNvSpPr>
          <p:nvPr/>
        </p:nvSpPr>
        <p:spPr>
          <a:xfrm>
            <a:off x="3999479" y="36009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4" name="data_4195">
            <a:extLst>
              <a:ext uri="{FF2B5EF4-FFF2-40B4-BE49-F238E27FC236}">
                <a16:creationId xmlns:a16="http://schemas.microsoft.com/office/drawing/2014/main" id="{DA0BA5C1-F621-4EC5-80C2-027FA0810F8C}"/>
              </a:ext>
            </a:extLst>
          </p:cNvPr>
          <p:cNvSpPr>
            <a:spLocks/>
          </p:cNvSpPr>
          <p:nvPr/>
        </p:nvSpPr>
        <p:spPr>
          <a:xfrm>
            <a:off x="3942271" y="26101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5" name="data_4196">
            <a:extLst>
              <a:ext uri="{FF2B5EF4-FFF2-40B4-BE49-F238E27FC236}">
                <a16:creationId xmlns:a16="http://schemas.microsoft.com/office/drawing/2014/main" id="{DC27F85C-D276-488C-B773-66E3065638D6}"/>
              </a:ext>
            </a:extLst>
          </p:cNvPr>
          <p:cNvSpPr>
            <a:spLocks/>
          </p:cNvSpPr>
          <p:nvPr/>
        </p:nvSpPr>
        <p:spPr>
          <a:xfrm>
            <a:off x="3900983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6" name="data_4197">
            <a:extLst>
              <a:ext uri="{FF2B5EF4-FFF2-40B4-BE49-F238E27FC236}">
                <a16:creationId xmlns:a16="http://schemas.microsoft.com/office/drawing/2014/main" id="{327CC397-F6F2-4AC9-B633-409D8F4C136F}"/>
              </a:ext>
            </a:extLst>
          </p:cNvPr>
          <p:cNvSpPr>
            <a:spLocks/>
          </p:cNvSpPr>
          <p:nvPr/>
        </p:nvSpPr>
        <p:spPr>
          <a:xfrm>
            <a:off x="3878161" y="25128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7" name="data_4198">
            <a:extLst>
              <a:ext uri="{FF2B5EF4-FFF2-40B4-BE49-F238E27FC236}">
                <a16:creationId xmlns:a16="http://schemas.microsoft.com/office/drawing/2014/main" id="{BDC18029-CF17-4264-ABAE-27F10D914576}"/>
              </a:ext>
            </a:extLst>
          </p:cNvPr>
          <p:cNvSpPr>
            <a:spLocks/>
          </p:cNvSpPr>
          <p:nvPr/>
        </p:nvSpPr>
        <p:spPr>
          <a:xfrm>
            <a:off x="400993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8" name="data_4199">
            <a:extLst>
              <a:ext uri="{FF2B5EF4-FFF2-40B4-BE49-F238E27FC236}">
                <a16:creationId xmlns:a16="http://schemas.microsoft.com/office/drawing/2014/main" id="{3B75C01E-D79B-4D6C-8836-DE37809FCC26}"/>
              </a:ext>
            </a:extLst>
          </p:cNvPr>
          <p:cNvSpPr>
            <a:spLocks/>
          </p:cNvSpPr>
          <p:nvPr/>
        </p:nvSpPr>
        <p:spPr>
          <a:xfrm>
            <a:off x="3945610" y="242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9" name="data_4200">
            <a:extLst>
              <a:ext uri="{FF2B5EF4-FFF2-40B4-BE49-F238E27FC236}">
                <a16:creationId xmlns:a16="http://schemas.microsoft.com/office/drawing/2014/main" id="{C12A8670-ADE6-4DA9-B9E9-6DB31F3FBC98}"/>
              </a:ext>
            </a:extLst>
          </p:cNvPr>
          <p:cNvSpPr>
            <a:spLocks/>
          </p:cNvSpPr>
          <p:nvPr/>
        </p:nvSpPr>
        <p:spPr>
          <a:xfrm>
            <a:off x="399166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0" name="data_4201">
            <a:extLst>
              <a:ext uri="{FF2B5EF4-FFF2-40B4-BE49-F238E27FC236}">
                <a16:creationId xmlns:a16="http://schemas.microsoft.com/office/drawing/2014/main" id="{F0B3AD69-7A56-47E4-B204-96834F3BEA19}"/>
              </a:ext>
            </a:extLst>
          </p:cNvPr>
          <p:cNvSpPr>
            <a:spLocks/>
          </p:cNvSpPr>
          <p:nvPr/>
        </p:nvSpPr>
        <p:spPr>
          <a:xfrm>
            <a:off x="3895063" y="3178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1" name="data_4202">
            <a:extLst>
              <a:ext uri="{FF2B5EF4-FFF2-40B4-BE49-F238E27FC236}">
                <a16:creationId xmlns:a16="http://schemas.microsoft.com/office/drawing/2014/main" id="{3702802E-C203-41C9-96DE-47909FD2F18A}"/>
              </a:ext>
            </a:extLst>
          </p:cNvPr>
          <p:cNvSpPr>
            <a:spLocks/>
          </p:cNvSpPr>
          <p:nvPr/>
        </p:nvSpPr>
        <p:spPr>
          <a:xfrm>
            <a:off x="3958078" y="30467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2" name="data_4203">
            <a:extLst>
              <a:ext uri="{FF2B5EF4-FFF2-40B4-BE49-F238E27FC236}">
                <a16:creationId xmlns:a16="http://schemas.microsoft.com/office/drawing/2014/main" id="{F2AC8888-8ED1-433B-836D-2B8347165271}"/>
              </a:ext>
            </a:extLst>
          </p:cNvPr>
          <p:cNvSpPr>
            <a:spLocks/>
          </p:cNvSpPr>
          <p:nvPr/>
        </p:nvSpPr>
        <p:spPr>
          <a:xfrm>
            <a:off x="3997590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3" name="data_4204">
            <a:extLst>
              <a:ext uri="{FF2B5EF4-FFF2-40B4-BE49-F238E27FC236}">
                <a16:creationId xmlns:a16="http://schemas.microsoft.com/office/drawing/2014/main" id="{F5A7368C-3F83-4B7C-AF1C-5C64E2B7105F}"/>
              </a:ext>
            </a:extLst>
          </p:cNvPr>
          <p:cNvSpPr>
            <a:spLocks/>
          </p:cNvSpPr>
          <p:nvPr/>
        </p:nvSpPr>
        <p:spPr>
          <a:xfrm>
            <a:off x="3878112" y="240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4" name="data_4205">
            <a:extLst>
              <a:ext uri="{FF2B5EF4-FFF2-40B4-BE49-F238E27FC236}">
                <a16:creationId xmlns:a16="http://schemas.microsoft.com/office/drawing/2014/main" id="{04313523-A909-402A-BE2F-20B6AAE340E2}"/>
              </a:ext>
            </a:extLst>
          </p:cNvPr>
          <p:cNvSpPr>
            <a:spLocks/>
          </p:cNvSpPr>
          <p:nvPr/>
        </p:nvSpPr>
        <p:spPr>
          <a:xfrm>
            <a:off x="3882951" y="2875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5" name="data_4206">
            <a:extLst>
              <a:ext uri="{FF2B5EF4-FFF2-40B4-BE49-F238E27FC236}">
                <a16:creationId xmlns:a16="http://schemas.microsoft.com/office/drawing/2014/main" id="{AF8EC61A-306E-47DD-B124-264FA2622F65}"/>
              </a:ext>
            </a:extLst>
          </p:cNvPr>
          <p:cNvSpPr>
            <a:spLocks/>
          </p:cNvSpPr>
          <p:nvPr/>
        </p:nvSpPr>
        <p:spPr>
          <a:xfrm>
            <a:off x="3946054" y="34058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6" name="data_4207">
            <a:extLst>
              <a:ext uri="{FF2B5EF4-FFF2-40B4-BE49-F238E27FC236}">
                <a16:creationId xmlns:a16="http://schemas.microsoft.com/office/drawing/2014/main" id="{FEC6A857-7EBF-4574-BAB3-0E8008D3F228}"/>
              </a:ext>
            </a:extLst>
          </p:cNvPr>
          <p:cNvSpPr>
            <a:spLocks/>
          </p:cNvSpPr>
          <p:nvPr/>
        </p:nvSpPr>
        <p:spPr>
          <a:xfrm>
            <a:off x="3917148" y="333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7" name="data_4208">
            <a:extLst>
              <a:ext uri="{FF2B5EF4-FFF2-40B4-BE49-F238E27FC236}">
                <a16:creationId xmlns:a16="http://schemas.microsoft.com/office/drawing/2014/main" id="{644B192E-3C4D-455C-A704-9E10CADD57A6}"/>
              </a:ext>
            </a:extLst>
          </p:cNvPr>
          <p:cNvSpPr>
            <a:spLocks/>
          </p:cNvSpPr>
          <p:nvPr/>
        </p:nvSpPr>
        <p:spPr>
          <a:xfrm>
            <a:off x="4008478" y="32086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8" name="data_4209">
            <a:extLst>
              <a:ext uri="{FF2B5EF4-FFF2-40B4-BE49-F238E27FC236}">
                <a16:creationId xmlns:a16="http://schemas.microsoft.com/office/drawing/2014/main" id="{D4A3DDC5-E8B8-4BCE-A89F-A055F24AF398}"/>
              </a:ext>
            </a:extLst>
          </p:cNvPr>
          <p:cNvSpPr>
            <a:spLocks/>
          </p:cNvSpPr>
          <p:nvPr/>
        </p:nvSpPr>
        <p:spPr>
          <a:xfrm>
            <a:off x="3889860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9" name="data_4210">
            <a:extLst>
              <a:ext uri="{FF2B5EF4-FFF2-40B4-BE49-F238E27FC236}">
                <a16:creationId xmlns:a16="http://schemas.microsoft.com/office/drawing/2014/main" id="{A3B470D5-0D59-4FA9-8975-0D42A82C6BAF}"/>
              </a:ext>
            </a:extLst>
          </p:cNvPr>
          <p:cNvSpPr>
            <a:spLocks/>
          </p:cNvSpPr>
          <p:nvPr/>
        </p:nvSpPr>
        <p:spPr>
          <a:xfrm>
            <a:off x="3980117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0" name="data_4211">
            <a:extLst>
              <a:ext uri="{FF2B5EF4-FFF2-40B4-BE49-F238E27FC236}">
                <a16:creationId xmlns:a16="http://schemas.microsoft.com/office/drawing/2014/main" id="{05BD4E37-5594-4176-807C-B8F3066EA869}"/>
              </a:ext>
            </a:extLst>
          </p:cNvPr>
          <p:cNvSpPr>
            <a:spLocks/>
          </p:cNvSpPr>
          <p:nvPr/>
        </p:nvSpPr>
        <p:spPr>
          <a:xfrm>
            <a:off x="3913763" y="26223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1" name="data_4212">
            <a:extLst>
              <a:ext uri="{FF2B5EF4-FFF2-40B4-BE49-F238E27FC236}">
                <a16:creationId xmlns:a16="http://schemas.microsoft.com/office/drawing/2014/main" id="{DA6FAD7D-EBD5-43C7-BF44-FED601A5C194}"/>
              </a:ext>
            </a:extLst>
          </p:cNvPr>
          <p:cNvSpPr>
            <a:spLocks/>
          </p:cNvSpPr>
          <p:nvPr/>
        </p:nvSpPr>
        <p:spPr>
          <a:xfrm>
            <a:off x="3970246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2" name="data_4213">
            <a:extLst>
              <a:ext uri="{FF2B5EF4-FFF2-40B4-BE49-F238E27FC236}">
                <a16:creationId xmlns:a16="http://schemas.microsoft.com/office/drawing/2014/main" id="{4D3D7625-FC97-4AEC-82DB-81E28CCB6718}"/>
              </a:ext>
            </a:extLst>
          </p:cNvPr>
          <p:cNvSpPr>
            <a:spLocks/>
          </p:cNvSpPr>
          <p:nvPr/>
        </p:nvSpPr>
        <p:spPr>
          <a:xfrm>
            <a:off x="3941372" y="2116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3" name="data_4214">
            <a:extLst>
              <a:ext uri="{FF2B5EF4-FFF2-40B4-BE49-F238E27FC236}">
                <a16:creationId xmlns:a16="http://schemas.microsoft.com/office/drawing/2014/main" id="{8C544AAA-6E92-4597-8A71-CA22FB84D8B8}"/>
              </a:ext>
            </a:extLst>
          </p:cNvPr>
          <p:cNvSpPr>
            <a:spLocks/>
          </p:cNvSpPr>
          <p:nvPr/>
        </p:nvSpPr>
        <p:spPr>
          <a:xfrm>
            <a:off x="3965309" y="31700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4" name="data_4215">
            <a:extLst>
              <a:ext uri="{FF2B5EF4-FFF2-40B4-BE49-F238E27FC236}">
                <a16:creationId xmlns:a16="http://schemas.microsoft.com/office/drawing/2014/main" id="{D83D39FE-0E5B-41DC-BE86-FB138E6DAEDE}"/>
              </a:ext>
            </a:extLst>
          </p:cNvPr>
          <p:cNvSpPr>
            <a:spLocks/>
          </p:cNvSpPr>
          <p:nvPr/>
        </p:nvSpPr>
        <p:spPr>
          <a:xfrm>
            <a:off x="3865527" y="28549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5" name="data_4216">
            <a:extLst>
              <a:ext uri="{FF2B5EF4-FFF2-40B4-BE49-F238E27FC236}">
                <a16:creationId xmlns:a16="http://schemas.microsoft.com/office/drawing/2014/main" id="{C5AFAB3A-679D-46A0-8156-BC05487C75D6}"/>
              </a:ext>
            </a:extLst>
          </p:cNvPr>
          <p:cNvSpPr>
            <a:spLocks/>
          </p:cNvSpPr>
          <p:nvPr/>
        </p:nvSpPr>
        <p:spPr>
          <a:xfrm>
            <a:off x="3900495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6" name="data_4217">
            <a:extLst>
              <a:ext uri="{FF2B5EF4-FFF2-40B4-BE49-F238E27FC236}">
                <a16:creationId xmlns:a16="http://schemas.microsoft.com/office/drawing/2014/main" id="{4F0C5B75-A4FD-46C2-B095-F6989141DCC9}"/>
              </a:ext>
            </a:extLst>
          </p:cNvPr>
          <p:cNvSpPr>
            <a:spLocks/>
          </p:cNvSpPr>
          <p:nvPr/>
        </p:nvSpPr>
        <p:spPr>
          <a:xfrm>
            <a:off x="3852938" y="29171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7" name="data_4218">
            <a:extLst>
              <a:ext uri="{FF2B5EF4-FFF2-40B4-BE49-F238E27FC236}">
                <a16:creationId xmlns:a16="http://schemas.microsoft.com/office/drawing/2014/main" id="{2010A494-F5F8-4A0A-901E-6B681A98C498}"/>
              </a:ext>
            </a:extLst>
          </p:cNvPr>
          <p:cNvSpPr>
            <a:spLocks/>
          </p:cNvSpPr>
          <p:nvPr/>
        </p:nvSpPr>
        <p:spPr>
          <a:xfrm>
            <a:off x="4011320" y="3269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8" name="data_4219">
            <a:extLst>
              <a:ext uri="{FF2B5EF4-FFF2-40B4-BE49-F238E27FC236}">
                <a16:creationId xmlns:a16="http://schemas.microsoft.com/office/drawing/2014/main" id="{26B54487-C1AF-4204-81E1-8A32043BF4B7}"/>
              </a:ext>
            </a:extLst>
          </p:cNvPr>
          <p:cNvSpPr>
            <a:spLocks/>
          </p:cNvSpPr>
          <p:nvPr/>
        </p:nvSpPr>
        <p:spPr>
          <a:xfrm>
            <a:off x="3855704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9" name="data_4220">
            <a:extLst>
              <a:ext uri="{FF2B5EF4-FFF2-40B4-BE49-F238E27FC236}">
                <a16:creationId xmlns:a16="http://schemas.microsoft.com/office/drawing/2014/main" id="{458215AB-F829-49E2-9F6B-CACF139607D9}"/>
              </a:ext>
            </a:extLst>
          </p:cNvPr>
          <p:cNvSpPr>
            <a:spLocks/>
          </p:cNvSpPr>
          <p:nvPr/>
        </p:nvSpPr>
        <p:spPr>
          <a:xfrm>
            <a:off x="3867145" y="34275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0" name="data_4221">
            <a:extLst>
              <a:ext uri="{FF2B5EF4-FFF2-40B4-BE49-F238E27FC236}">
                <a16:creationId xmlns:a16="http://schemas.microsoft.com/office/drawing/2014/main" id="{3BEA8972-A080-474F-A969-F28CB6ADEF9F}"/>
              </a:ext>
            </a:extLst>
          </p:cNvPr>
          <p:cNvSpPr>
            <a:spLocks/>
          </p:cNvSpPr>
          <p:nvPr/>
        </p:nvSpPr>
        <p:spPr>
          <a:xfrm>
            <a:off x="3882973" y="3481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1" name="data_4222">
            <a:extLst>
              <a:ext uri="{FF2B5EF4-FFF2-40B4-BE49-F238E27FC236}">
                <a16:creationId xmlns:a16="http://schemas.microsoft.com/office/drawing/2014/main" id="{28EA443D-8700-4801-BC52-06DD16B258E8}"/>
              </a:ext>
            </a:extLst>
          </p:cNvPr>
          <p:cNvSpPr>
            <a:spLocks/>
          </p:cNvSpPr>
          <p:nvPr/>
        </p:nvSpPr>
        <p:spPr>
          <a:xfrm>
            <a:off x="3888874" y="18135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2" name="data_4223">
            <a:extLst>
              <a:ext uri="{FF2B5EF4-FFF2-40B4-BE49-F238E27FC236}">
                <a16:creationId xmlns:a16="http://schemas.microsoft.com/office/drawing/2014/main" id="{6D2B7257-F89C-4004-AB04-490265679F3B}"/>
              </a:ext>
            </a:extLst>
          </p:cNvPr>
          <p:cNvSpPr>
            <a:spLocks/>
          </p:cNvSpPr>
          <p:nvPr/>
        </p:nvSpPr>
        <p:spPr>
          <a:xfrm>
            <a:off x="3912294" y="27234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3" name="data_4224">
            <a:extLst>
              <a:ext uri="{FF2B5EF4-FFF2-40B4-BE49-F238E27FC236}">
                <a16:creationId xmlns:a16="http://schemas.microsoft.com/office/drawing/2014/main" id="{99BC38DA-FE6C-4B15-9BBA-56F7AC65D7B6}"/>
              </a:ext>
            </a:extLst>
          </p:cNvPr>
          <p:cNvSpPr>
            <a:spLocks/>
          </p:cNvSpPr>
          <p:nvPr/>
        </p:nvSpPr>
        <p:spPr>
          <a:xfrm>
            <a:off x="401106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4" name="data_4225">
            <a:extLst>
              <a:ext uri="{FF2B5EF4-FFF2-40B4-BE49-F238E27FC236}">
                <a16:creationId xmlns:a16="http://schemas.microsoft.com/office/drawing/2014/main" id="{90A3CF08-0BE8-49A0-B5C6-DB3F8A454A34}"/>
              </a:ext>
            </a:extLst>
          </p:cNvPr>
          <p:cNvSpPr>
            <a:spLocks/>
          </p:cNvSpPr>
          <p:nvPr/>
        </p:nvSpPr>
        <p:spPr>
          <a:xfrm>
            <a:off x="3944501" y="32941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5" name="data_4226">
            <a:extLst>
              <a:ext uri="{FF2B5EF4-FFF2-40B4-BE49-F238E27FC236}">
                <a16:creationId xmlns:a16="http://schemas.microsoft.com/office/drawing/2014/main" id="{0AF76551-4FD2-43B1-AFC9-9ECBA3D48A99}"/>
              </a:ext>
            </a:extLst>
          </p:cNvPr>
          <p:cNvSpPr>
            <a:spLocks/>
          </p:cNvSpPr>
          <p:nvPr/>
        </p:nvSpPr>
        <p:spPr>
          <a:xfrm>
            <a:off x="3946898" y="3633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6" name="data_4227">
            <a:extLst>
              <a:ext uri="{FF2B5EF4-FFF2-40B4-BE49-F238E27FC236}">
                <a16:creationId xmlns:a16="http://schemas.microsoft.com/office/drawing/2014/main" id="{E6D2C416-4E9E-4957-9019-E14BCA301B47}"/>
              </a:ext>
            </a:extLst>
          </p:cNvPr>
          <p:cNvSpPr>
            <a:spLocks/>
          </p:cNvSpPr>
          <p:nvPr/>
        </p:nvSpPr>
        <p:spPr>
          <a:xfrm>
            <a:off x="3931512" y="35033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7" name="data_4228">
            <a:extLst>
              <a:ext uri="{FF2B5EF4-FFF2-40B4-BE49-F238E27FC236}">
                <a16:creationId xmlns:a16="http://schemas.microsoft.com/office/drawing/2014/main" id="{FD0922FE-9810-4739-9EAB-711AB2F1E0EC}"/>
              </a:ext>
            </a:extLst>
          </p:cNvPr>
          <p:cNvSpPr>
            <a:spLocks/>
          </p:cNvSpPr>
          <p:nvPr/>
        </p:nvSpPr>
        <p:spPr>
          <a:xfrm>
            <a:off x="427978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8" name="data_4229">
            <a:extLst>
              <a:ext uri="{FF2B5EF4-FFF2-40B4-BE49-F238E27FC236}">
                <a16:creationId xmlns:a16="http://schemas.microsoft.com/office/drawing/2014/main" id="{6C386524-F7A6-4795-B9E2-DD40B710B6F9}"/>
              </a:ext>
            </a:extLst>
          </p:cNvPr>
          <p:cNvSpPr>
            <a:spLocks/>
          </p:cNvSpPr>
          <p:nvPr/>
        </p:nvSpPr>
        <p:spPr>
          <a:xfrm>
            <a:off x="419154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9" name="data_4230">
            <a:extLst>
              <a:ext uri="{FF2B5EF4-FFF2-40B4-BE49-F238E27FC236}">
                <a16:creationId xmlns:a16="http://schemas.microsoft.com/office/drawing/2014/main" id="{86D0FD94-B930-4587-B50E-E41F91F7B1C4}"/>
              </a:ext>
            </a:extLst>
          </p:cNvPr>
          <p:cNvSpPr>
            <a:spLocks/>
          </p:cNvSpPr>
          <p:nvPr/>
        </p:nvSpPr>
        <p:spPr>
          <a:xfrm>
            <a:off x="425115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0" name="data_4231">
            <a:extLst>
              <a:ext uri="{FF2B5EF4-FFF2-40B4-BE49-F238E27FC236}">
                <a16:creationId xmlns:a16="http://schemas.microsoft.com/office/drawing/2014/main" id="{BFF02D0F-D4C4-4137-BF26-A1FB351E41BD}"/>
              </a:ext>
            </a:extLst>
          </p:cNvPr>
          <p:cNvSpPr>
            <a:spLocks/>
          </p:cNvSpPr>
          <p:nvPr/>
        </p:nvSpPr>
        <p:spPr>
          <a:xfrm>
            <a:off x="4225394" y="34311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1" name="data_4232">
            <a:extLst>
              <a:ext uri="{FF2B5EF4-FFF2-40B4-BE49-F238E27FC236}">
                <a16:creationId xmlns:a16="http://schemas.microsoft.com/office/drawing/2014/main" id="{A91C12A3-2814-4511-AF91-1C40EA0B9AE8}"/>
              </a:ext>
            </a:extLst>
          </p:cNvPr>
          <p:cNvSpPr>
            <a:spLocks/>
          </p:cNvSpPr>
          <p:nvPr/>
        </p:nvSpPr>
        <p:spPr>
          <a:xfrm>
            <a:off x="4149247" y="2587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2" name="data_4233">
            <a:extLst>
              <a:ext uri="{FF2B5EF4-FFF2-40B4-BE49-F238E27FC236}">
                <a16:creationId xmlns:a16="http://schemas.microsoft.com/office/drawing/2014/main" id="{BC48E916-4C7D-4467-B4CA-BCC7BF17AFF3}"/>
              </a:ext>
            </a:extLst>
          </p:cNvPr>
          <p:cNvSpPr>
            <a:spLocks/>
          </p:cNvSpPr>
          <p:nvPr/>
        </p:nvSpPr>
        <p:spPr>
          <a:xfrm>
            <a:off x="424531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3" name="data_4234">
            <a:extLst>
              <a:ext uri="{FF2B5EF4-FFF2-40B4-BE49-F238E27FC236}">
                <a16:creationId xmlns:a16="http://schemas.microsoft.com/office/drawing/2014/main" id="{D4F3396F-6812-4C82-989C-AF5A9326D212}"/>
              </a:ext>
            </a:extLst>
          </p:cNvPr>
          <p:cNvSpPr>
            <a:spLocks/>
          </p:cNvSpPr>
          <p:nvPr/>
        </p:nvSpPr>
        <p:spPr>
          <a:xfrm>
            <a:off x="429109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4" name="data_4235">
            <a:extLst>
              <a:ext uri="{FF2B5EF4-FFF2-40B4-BE49-F238E27FC236}">
                <a16:creationId xmlns:a16="http://schemas.microsoft.com/office/drawing/2014/main" id="{33C035DF-1AB5-4C31-B777-BFEE0B351E37}"/>
              </a:ext>
            </a:extLst>
          </p:cNvPr>
          <p:cNvSpPr>
            <a:spLocks/>
          </p:cNvSpPr>
          <p:nvPr/>
        </p:nvSpPr>
        <p:spPr>
          <a:xfrm>
            <a:off x="417603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5" name="data_4236">
            <a:extLst>
              <a:ext uri="{FF2B5EF4-FFF2-40B4-BE49-F238E27FC236}">
                <a16:creationId xmlns:a16="http://schemas.microsoft.com/office/drawing/2014/main" id="{3D70D747-9CDA-40EC-BEE0-FCE0A3882354}"/>
              </a:ext>
            </a:extLst>
          </p:cNvPr>
          <p:cNvSpPr>
            <a:spLocks/>
          </p:cNvSpPr>
          <p:nvPr/>
        </p:nvSpPr>
        <p:spPr>
          <a:xfrm>
            <a:off x="4242771" y="3609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6" name="data_4237">
            <a:extLst>
              <a:ext uri="{FF2B5EF4-FFF2-40B4-BE49-F238E27FC236}">
                <a16:creationId xmlns:a16="http://schemas.microsoft.com/office/drawing/2014/main" id="{642661FB-5FD1-4E3E-948A-5FA1B1D0B113}"/>
              </a:ext>
            </a:extLst>
          </p:cNvPr>
          <p:cNvSpPr>
            <a:spLocks/>
          </p:cNvSpPr>
          <p:nvPr/>
        </p:nvSpPr>
        <p:spPr>
          <a:xfrm>
            <a:off x="425534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7" name="data_4238">
            <a:extLst>
              <a:ext uri="{FF2B5EF4-FFF2-40B4-BE49-F238E27FC236}">
                <a16:creationId xmlns:a16="http://schemas.microsoft.com/office/drawing/2014/main" id="{88376C9F-33ED-4F75-805F-5A16CA08DDA5}"/>
              </a:ext>
            </a:extLst>
          </p:cNvPr>
          <p:cNvSpPr>
            <a:spLocks/>
          </p:cNvSpPr>
          <p:nvPr/>
        </p:nvSpPr>
        <p:spPr>
          <a:xfrm>
            <a:off x="4139737" y="26287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8" name="data_4239">
            <a:extLst>
              <a:ext uri="{FF2B5EF4-FFF2-40B4-BE49-F238E27FC236}">
                <a16:creationId xmlns:a16="http://schemas.microsoft.com/office/drawing/2014/main" id="{DEDD1272-C325-4128-AD0C-8076195E24BC}"/>
              </a:ext>
            </a:extLst>
          </p:cNvPr>
          <p:cNvSpPr>
            <a:spLocks/>
          </p:cNvSpPr>
          <p:nvPr/>
        </p:nvSpPr>
        <p:spPr>
          <a:xfrm>
            <a:off x="425157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9" name="data_4240">
            <a:extLst>
              <a:ext uri="{FF2B5EF4-FFF2-40B4-BE49-F238E27FC236}">
                <a16:creationId xmlns:a16="http://schemas.microsoft.com/office/drawing/2014/main" id="{F9B0683B-B30B-45F7-9AB0-27D0601170CE}"/>
              </a:ext>
            </a:extLst>
          </p:cNvPr>
          <p:cNvSpPr>
            <a:spLocks/>
          </p:cNvSpPr>
          <p:nvPr/>
        </p:nvSpPr>
        <p:spPr>
          <a:xfrm>
            <a:off x="4281244" y="24626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0" name="data_4241">
            <a:extLst>
              <a:ext uri="{FF2B5EF4-FFF2-40B4-BE49-F238E27FC236}">
                <a16:creationId xmlns:a16="http://schemas.microsoft.com/office/drawing/2014/main" id="{CD406020-4615-411D-BB0D-0FEB34E62EA6}"/>
              </a:ext>
            </a:extLst>
          </p:cNvPr>
          <p:cNvSpPr>
            <a:spLocks/>
          </p:cNvSpPr>
          <p:nvPr/>
        </p:nvSpPr>
        <p:spPr>
          <a:xfrm>
            <a:off x="4155665" y="2300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1" name="data_4242">
            <a:extLst>
              <a:ext uri="{FF2B5EF4-FFF2-40B4-BE49-F238E27FC236}">
                <a16:creationId xmlns:a16="http://schemas.microsoft.com/office/drawing/2014/main" id="{DD73CD44-B443-4E90-9A32-8C2EA2F7A028}"/>
              </a:ext>
            </a:extLst>
          </p:cNvPr>
          <p:cNvSpPr>
            <a:spLocks/>
          </p:cNvSpPr>
          <p:nvPr/>
        </p:nvSpPr>
        <p:spPr>
          <a:xfrm>
            <a:off x="4156832" y="3481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2" name="data_4243">
            <a:extLst>
              <a:ext uri="{FF2B5EF4-FFF2-40B4-BE49-F238E27FC236}">
                <a16:creationId xmlns:a16="http://schemas.microsoft.com/office/drawing/2014/main" id="{B7D1EB90-CD3C-4522-9954-D03CCA2CC5D7}"/>
              </a:ext>
            </a:extLst>
          </p:cNvPr>
          <p:cNvSpPr>
            <a:spLocks/>
          </p:cNvSpPr>
          <p:nvPr/>
        </p:nvSpPr>
        <p:spPr>
          <a:xfrm>
            <a:off x="4290643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3" name="data_4244">
            <a:extLst>
              <a:ext uri="{FF2B5EF4-FFF2-40B4-BE49-F238E27FC236}">
                <a16:creationId xmlns:a16="http://schemas.microsoft.com/office/drawing/2014/main" id="{8C552BBE-51F7-4C6C-B543-993BADD2CAA0}"/>
              </a:ext>
            </a:extLst>
          </p:cNvPr>
          <p:cNvSpPr>
            <a:spLocks/>
          </p:cNvSpPr>
          <p:nvPr/>
        </p:nvSpPr>
        <p:spPr>
          <a:xfrm>
            <a:off x="4185784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4" name="data_4245">
            <a:extLst>
              <a:ext uri="{FF2B5EF4-FFF2-40B4-BE49-F238E27FC236}">
                <a16:creationId xmlns:a16="http://schemas.microsoft.com/office/drawing/2014/main" id="{44A89E78-8CA1-4303-9EEE-BF3183A5E0C9}"/>
              </a:ext>
            </a:extLst>
          </p:cNvPr>
          <p:cNvSpPr>
            <a:spLocks/>
          </p:cNvSpPr>
          <p:nvPr/>
        </p:nvSpPr>
        <p:spPr>
          <a:xfrm>
            <a:off x="416302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5" name="data_4246">
            <a:extLst>
              <a:ext uri="{FF2B5EF4-FFF2-40B4-BE49-F238E27FC236}">
                <a16:creationId xmlns:a16="http://schemas.microsoft.com/office/drawing/2014/main" id="{CE847E4A-05AC-4034-B8E6-9A177B0604B0}"/>
              </a:ext>
            </a:extLst>
          </p:cNvPr>
          <p:cNvSpPr>
            <a:spLocks/>
          </p:cNvSpPr>
          <p:nvPr/>
        </p:nvSpPr>
        <p:spPr>
          <a:xfrm>
            <a:off x="428238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6" name="data_4247">
            <a:extLst>
              <a:ext uri="{FF2B5EF4-FFF2-40B4-BE49-F238E27FC236}">
                <a16:creationId xmlns:a16="http://schemas.microsoft.com/office/drawing/2014/main" id="{133F65D9-A8EE-437B-96E7-E9EABCE1E47F}"/>
              </a:ext>
            </a:extLst>
          </p:cNvPr>
          <p:cNvSpPr>
            <a:spLocks/>
          </p:cNvSpPr>
          <p:nvPr/>
        </p:nvSpPr>
        <p:spPr>
          <a:xfrm>
            <a:off x="4124505" y="22422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7" name="data_4248">
            <a:extLst>
              <a:ext uri="{FF2B5EF4-FFF2-40B4-BE49-F238E27FC236}">
                <a16:creationId xmlns:a16="http://schemas.microsoft.com/office/drawing/2014/main" id="{4A188ECC-B360-4A46-812D-CC57D6B4BF6B}"/>
              </a:ext>
            </a:extLst>
          </p:cNvPr>
          <p:cNvSpPr>
            <a:spLocks/>
          </p:cNvSpPr>
          <p:nvPr/>
        </p:nvSpPr>
        <p:spPr>
          <a:xfrm>
            <a:off x="4294566" y="33300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8" name="data_4249">
            <a:extLst>
              <a:ext uri="{FF2B5EF4-FFF2-40B4-BE49-F238E27FC236}">
                <a16:creationId xmlns:a16="http://schemas.microsoft.com/office/drawing/2014/main" id="{DC15C9E3-12B6-4903-A5C9-A3DB463DF5D1}"/>
              </a:ext>
            </a:extLst>
          </p:cNvPr>
          <p:cNvSpPr>
            <a:spLocks/>
          </p:cNvSpPr>
          <p:nvPr/>
        </p:nvSpPr>
        <p:spPr>
          <a:xfrm>
            <a:off x="415408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9" name="data_4250">
            <a:extLst>
              <a:ext uri="{FF2B5EF4-FFF2-40B4-BE49-F238E27FC236}">
                <a16:creationId xmlns:a16="http://schemas.microsoft.com/office/drawing/2014/main" id="{679E8718-01F4-4859-BABF-774E8A4582A0}"/>
              </a:ext>
            </a:extLst>
          </p:cNvPr>
          <p:cNvSpPr>
            <a:spLocks/>
          </p:cNvSpPr>
          <p:nvPr/>
        </p:nvSpPr>
        <p:spPr>
          <a:xfrm>
            <a:off x="4169115" y="2905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0" name="data_4251">
            <a:extLst>
              <a:ext uri="{FF2B5EF4-FFF2-40B4-BE49-F238E27FC236}">
                <a16:creationId xmlns:a16="http://schemas.microsoft.com/office/drawing/2014/main" id="{3436E1F9-C722-44C7-8314-520F5F574AC4}"/>
              </a:ext>
            </a:extLst>
          </p:cNvPr>
          <p:cNvSpPr>
            <a:spLocks/>
          </p:cNvSpPr>
          <p:nvPr/>
        </p:nvSpPr>
        <p:spPr>
          <a:xfrm>
            <a:off x="4294712" y="24959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1" name="data_4252">
            <a:extLst>
              <a:ext uri="{FF2B5EF4-FFF2-40B4-BE49-F238E27FC236}">
                <a16:creationId xmlns:a16="http://schemas.microsoft.com/office/drawing/2014/main" id="{8D0AAA9B-776D-48BD-ADDC-70DF31A52E20}"/>
              </a:ext>
            </a:extLst>
          </p:cNvPr>
          <p:cNvSpPr>
            <a:spLocks/>
          </p:cNvSpPr>
          <p:nvPr/>
        </p:nvSpPr>
        <p:spPr>
          <a:xfrm>
            <a:off x="4255715" y="2905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2" name="data_4253">
            <a:extLst>
              <a:ext uri="{FF2B5EF4-FFF2-40B4-BE49-F238E27FC236}">
                <a16:creationId xmlns:a16="http://schemas.microsoft.com/office/drawing/2014/main" id="{9BD75F08-4AF9-4BA3-AFF2-2E52AF7D532F}"/>
              </a:ext>
            </a:extLst>
          </p:cNvPr>
          <p:cNvSpPr>
            <a:spLocks/>
          </p:cNvSpPr>
          <p:nvPr/>
        </p:nvSpPr>
        <p:spPr>
          <a:xfrm>
            <a:off x="4145680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3" name="data_4254">
            <a:extLst>
              <a:ext uri="{FF2B5EF4-FFF2-40B4-BE49-F238E27FC236}">
                <a16:creationId xmlns:a16="http://schemas.microsoft.com/office/drawing/2014/main" id="{96642245-A666-40C7-B7C8-A4C77745F246}"/>
              </a:ext>
            </a:extLst>
          </p:cNvPr>
          <p:cNvSpPr>
            <a:spLocks/>
          </p:cNvSpPr>
          <p:nvPr/>
        </p:nvSpPr>
        <p:spPr>
          <a:xfrm>
            <a:off x="4280564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4" name="data_4255">
            <a:extLst>
              <a:ext uri="{FF2B5EF4-FFF2-40B4-BE49-F238E27FC236}">
                <a16:creationId xmlns:a16="http://schemas.microsoft.com/office/drawing/2014/main" id="{7FE6A017-ECBA-4317-A72C-E7ED4EDBF546}"/>
              </a:ext>
            </a:extLst>
          </p:cNvPr>
          <p:cNvSpPr>
            <a:spLocks/>
          </p:cNvSpPr>
          <p:nvPr/>
        </p:nvSpPr>
        <p:spPr>
          <a:xfrm>
            <a:off x="4246390" y="32224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5" name="data_4256">
            <a:extLst>
              <a:ext uri="{FF2B5EF4-FFF2-40B4-BE49-F238E27FC236}">
                <a16:creationId xmlns:a16="http://schemas.microsoft.com/office/drawing/2014/main" id="{D53D736D-CC22-4253-BCE0-940E439B2D6C}"/>
              </a:ext>
            </a:extLst>
          </p:cNvPr>
          <p:cNvSpPr>
            <a:spLocks/>
          </p:cNvSpPr>
          <p:nvPr/>
        </p:nvSpPr>
        <p:spPr>
          <a:xfrm>
            <a:off x="4250964" y="35382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6" name="data_4257">
            <a:extLst>
              <a:ext uri="{FF2B5EF4-FFF2-40B4-BE49-F238E27FC236}">
                <a16:creationId xmlns:a16="http://schemas.microsoft.com/office/drawing/2014/main" id="{DCEAACEC-191F-44F6-8FF6-4EBD8D682152}"/>
              </a:ext>
            </a:extLst>
          </p:cNvPr>
          <p:cNvSpPr>
            <a:spLocks/>
          </p:cNvSpPr>
          <p:nvPr/>
        </p:nvSpPr>
        <p:spPr>
          <a:xfrm>
            <a:off x="417946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7" name="data_4258">
            <a:extLst>
              <a:ext uri="{FF2B5EF4-FFF2-40B4-BE49-F238E27FC236}">
                <a16:creationId xmlns:a16="http://schemas.microsoft.com/office/drawing/2014/main" id="{750D42B2-3BAC-43EA-BE11-448B68515AFB}"/>
              </a:ext>
            </a:extLst>
          </p:cNvPr>
          <p:cNvSpPr>
            <a:spLocks/>
          </p:cNvSpPr>
          <p:nvPr/>
        </p:nvSpPr>
        <p:spPr>
          <a:xfrm>
            <a:off x="4246365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8" name="data_4259">
            <a:extLst>
              <a:ext uri="{FF2B5EF4-FFF2-40B4-BE49-F238E27FC236}">
                <a16:creationId xmlns:a16="http://schemas.microsoft.com/office/drawing/2014/main" id="{1B6D876C-E5C9-42FB-9C63-57B118E9F100}"/>
              </a:ext>
            </a:extLst>
          </p:cNvPr>
          <p:cNvSpPr>
            <a:spLocks/>
          </p:cNvSpPr>
          <p:nvPr/>
        </p:nvSpPr>
        <p:spPr>
          <a:xfrm>
            <a:off x="4231611" y="31793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9" name="data_4260">
            <a:extLst>
              <a:ext uri="{FF2B5EF4-FFF2-40B4-BE49-F238E27FC236}">
                <a16:creationId xmlns:a16="http://schemas.microsoft.com/office/drawing/2014/main" id="{5D8B8A8A-2894-4144-9D80-CC9BFE60CE29}"/>
              </a:ext>
            </a:extLst>
          </p:cNvPr>
          <p:cNvSpPr>
            <a:spLocks/>
          </p:cNvSpPr>
          <p:nvPr/>
        </p:nvSpPr>
        <p:spPr>
          <a:xfrm>
            <a:off x="422989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0" name="data_4261">
            <a:extLst>
              <a:ext uri="{FF2B5EF4-FFF2-40B4-BE49-F238E27FC236}">
                <a16:creationId xmlns:a16="http://schemas.microsoft.com/office/drawing/2014/main" id="{5E4D43EB-B7C6-4E95-A642-0C63BE86941C}"/>
              </a:ext>
            </a:extLst>
          </p:cNvPr>
          <p:cNvSpPr>
            <a:spLocks/>
          </p:cNvSpPr>
          <p:nvPr/>
        </p:nvSpPr>
        <p:spPr>
          <a:xfrm>
            <a:off x="4180906" y="31783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1" name="data_4262">
            <a:extLst>
              <a:ext uri="{FF2B5EF4-FFF2-40B4-BE49-F238E27FC236}">
                <a16:creationId xmlns:a16="http://schemas.microsoft.com/office/drawing/2014/main" id="{859ED7C1-0694-448F-9731-00E7FCF93A1E}"/>
              </a:ext>
            </a:extLst>
          </p:cNvPr>
          <p:cNvSpPr>
            <a:spLocks/>
          </p:cNvSpPr>
          <p:nvPr/>
        </p:nvSpPr>
        <p:spPr>
          <a:xfrm>
            <a:off x="419756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2" name="data_4263">
            <a:extLst>
              <a:ext uri="{FF2B5EF4-FFF2-40B4-BE49-F238E27FC236}">
                <a16:creationId xmlns:a16="http://schemas.microsoft.com/office/drawing/2014/main" id="{8169AD76-1A85-422D-B158-DEAD24481E02}"/>
              </a:ext>
            </a:extLst>
          </p:cNvPr>
          <p:cNvSpPr>
            <a:spLocks/>
          </p:cNvSpPr>
          <p:nvPr/>
        </p:nvSpPr>
        <p:spPr>
          <a:xfrm>
            <a:off x="4176140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3" name="data_4264">
            <a:extLst>
              <a:ext uri="{FF2B5EF4-FFF2-40B4-BE49-F238E27FC236}">
                <a16:creationId xmlns:a16="http://schemas.microsoft.com/office/drawing/2014/main" id="{2AC224FE-E9B0-4D4E-9798-327D73F5FF41}"/>
              </a:ext>
            </a:extLst>
          </p:cNvPr>
          <p:cNvSpPr>
            <a:spLocks/>
          </p:cNvSpPr>
          <p:nvPr/>
        </p:nvSpPr>
        <p:spPr>
          <a:xfrm>
            <a:off x="4158761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4" name="data_4265">
            <a:extLst>
              <a:ext uri="{FF2B5EF4-FFF2-40B4-BE49-F238E27FC236}">
                <a16:creationId xmlns:a16="http://schemas.microsoft.com/office/drawing/2014/main" id="{6BAE2974-F2ED-4126-9CC5-5E3B0032B43F}"/>
              </a:ext>
            </a:extLst>
          </p:cNvPr>
          <p:cNvSpPr>
            <a:spLocks/>
          </p:cNvSpPr>
          <p:nvPr/>
        </p:nvSpPr>
        <p:spPr>
          <a:xfrm>
            <a:off x="422977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5" name="data_4266">
            <a:extLst>
              <a:ext uri="{FF2B5EF4-FFF2-40B4-BE49-F238E27FC236}">
                <a16:creationId xmlns:a16="http://schemas.microsoft.com/office/drawing/2014/main" id="{99FFB2A7-15C0-405D-9A52-66F4226E1C18}"/>
              </a:ext>
            </a:extLst>
          </p:cNvPr>
          <p:cNvSpPr>
            <a:spLocks/>
          </p:cNvSpPr>
          <p:nvPr/>
        </p:nvSpPr>
        <p:spPr>
          <a:xfrm>
            <a:off x="415631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6" name="data_4267">
            <a:extLst>
              <a:ext uri="{FF2B5EF4-FFF2-40B4-BE49-F238E27FC236}">
                <a16:creationId xmlns:a16="http://schemas.microsoft.com/office/drawing/2014/main" id="{10ACDF4C-ED97-433F-B7C5-7C2A38BD9206}"/>
              </a:ext>
            </a:extLst>
          </p:cNvPr>
          <p:cNvSpPr>
            <a:spLocks/>
          </p:cNvSpPr>
          <p:nvPr/>
        </p:nvSpPr>
        <p:spPr>
          <a:xfrm>
            <a:off x="4207918" y="204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7" name="data_4268">
            <a:extLst>
              <a:ext uri="{FF2B5EF4-FFF2-40B4-BE49-F238E27FC236}">
                <a16:creationId xmlns:a16="http://schemas.microsoft.com/office/drawing/2014/main" id="{9FD83BE3-A6D2-4CA7-B71A-719B61FE220F}"/>
              </a:ext>
            </a:extLst>
          </p:cNvPr>
          <p:cNvSpPr>
            <a:spLocks/>
          </p:cNvSpPr>
          <p:nvPr/>
        </p:nvSpPr>
        <p:spPr>
          <a:xfrm>
            <a:off x="4170125" y="26223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8" name="data_4269">
            <a:extLst>
              <a:ext uri="{FF2B5EF4-FFF2-40B4-BE49-F238E27FC236}">
                <a16:creationId xmlns:a16="http://schemas.microsoft.com/office/drawing/2014/main" id="{024A62BC-EA75-4B66-BAFC-F6F4E1339787}"/>
              </a:ext>
            </a:extLst>
          </p:cNvPr>
          <p:cNvSpPr>
            <a:spLocks/>
          </p:cNvSpPr>
          <p:nvPr/>
        </p:nvSpPr>
        <p:spPr>
          <a:xfrm>
            <a:off x="4172928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9" name="data_4270">
            <a:extLst>
              <a:ext uri="{FF2B5EF4-FFF2-40B4-BE49-F238E27FC236}">
                <a16:creationId xmlns:a16="http://schemas.microsoft.com/office/drawing/2014/main" id="{4DC206D0-80BC-48A6-A4D6-66CECABCF693}"/>
              </a:ext>
            </a:extLst>
          </p:cNvPr>
          <p:cNvSpPr>
            <a:spLocks/>
          </p:cNvSpPr>
          <p:nvPr/>
        </p:nvSpPr>
        <p:spPr>
          <a:xfrm>
            <a:off x="412454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0" name="data_4271">
            <a:extLst>
              <a:ext uri="{FF2B5EF4-FFF2-40B4-BE49-F238E27FC236}">
                <a16:creationId xmlns:a16="http://schemas.microsoft.com/office/drawing/2014/main" id="{5A1EE2E4-BC32-4E84-B89A-D8E8714A5D9C}"/>
              </a:ext>
            </a:extLst>
          </p:cNvPr>
          <p:cNvSpPr>
            <a:spLocks/>
          </p:cNvSpPr>
          <p:nvPr/>
        </p:nvSpPr>
        <p:spPr>
          <a:xfrm>
            <a:off x="4182255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1" name="data_4272">
            <a:extLst>
              <a:ext uri="{FF2B5EF4-FFF2-40B4-BE49-F238E27FC236}">
                <a16:creationId xmlns:a16="http://schemas.microsoft.com/office/drawing/2014/main" id="{7CCA383C-5A4B-4FEB-B7D5-F684E0C67667}"/>
              </a:ext>
            </a:extLst>
          </p:cNvPr>
          <p:cNvSpPr>
            <a:spLocks/>
          </p:cNvSpPr>
          <p:nvPr/>
        </p:nvSpPr>
        <p:spPr>
          <a:xfrm>
            <a:off x="429523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2" name="data_4273">
            <a:extLst>
              <a:ext uri="{FF2B5EF4-FFF2-40B4-BE49-F238E27FC236}">
                <a16:creationId xmlns:a16="http://schemas.microsoft.com/office/drawing/2014/main" id="{AA352684-DF99-4C3E-A755-D5B28A6CD30A}"/>
              </a:ext>
            </a:extLst>
          </p:cNvPr>
          <p:cNvSpPr>
            <a:spLocks/>
          </p:cNvSpPr>
          <p:nvPr/>
        </p:nvSpPr>
        <p:spPr>
          <a:xfrm>
            <a:off x="419415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3" name="data_4274">
            <a:extLst>
              <a:ext uri="{FF2B5EF4-FFF2-40B4-BE49-F238E27FC236}">
                <a16:creationId xmlns:a16="http://schemas.microsoft.com/office/drawing/2014/main" id="{C4FC1678-7D31-4AE7-B9F1-B5409738EA9F}"/>
              </a:ext>
            </a:extLst>
          </p:cNvPr>
          <p:cNvSpPr>
            <a:spLocks/>
          </p:cNvSpPr>
          <p:nvPr/>
        </p:nvSpPr>
        <p:spPr>
          <a:xfrm>
            <a:off x="4252090" y="24504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4" name="data_4275">
            <a:extLst>
              <a:ext uri="{FF2B5EF4-FFF2-40B4-BE49-F238E27FC236}">
                <a16:creationId xmlns:a16="http://schemas.microsoft.com/office/drawing/2014/main" id="{1077EAA6-B792-4544-876B-74F3F8B88EE1}"/>
              </a:ext>
            </a:extLst>
          </p:cNvPr>
          <p:cNvSpPr>
            <a:spLocks/>
          </p:cNvSpPr>
          <p:nvPr/>
        </p:nvSpPr>
        <p:spPr>
          <a:xfrm>
            <a:off x="423071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5" name="data_4276">
            <a:extLst>
              <a:ext uri="{FF2B5EF4-FFF2-40B4-BE49-F238E27FC236}">
                <a16:creationId xmlns:a16="http://schemas.microsoft.com/office/drawing/2014/main" id="{D9F38776-0ABB-45C0-8633-580356A5F6A7}"/>
              </a:ext>
            </a:extLst>
          </p:cNvPr>
          <p:cNvSpPr>
            <a:spLocks/>
          </p:cNvSpPr>
          <p:nvPr/>
        </p:nvSpPr>
        <p:spPr>
          <a:xfrm>
            <a:off x="421804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6" name="data_4277">
            <a:extLst>
              <a:ext uri="{FF2B5EF4-FFF2-40B4-BE49-F238E27FC236}">
                <a16:creationId xmlns:a16="http://schemas.microsoft.com/office/drawing/2014/main" id="{554ABCD3-7B8C-4B44-8CB2-66A4BB774977}"/>
              </a:ext>
            </a:extLst>
          </p:cNvPr>
          <p:cNvSpPr>
            <a:spLocks/>
          </p:cNvSpPr>
          <p:nvPr/>
        </p:nvSpPr>
        <p:spPr>
          <a:xfrm>
            <a:off x="4133005" y="22685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7" name="data_4278">
            <a:extLst>
              <a:ext uri="{FF2B5EF4-FFF2-40B4-BE49-F238E27FC236}">
                <a16:creationId xmlns:a16="http://schemas.microsoft.com/office/drawing/2014/main" id="{4BD09B64-5BE2-4A79-A094-44C3795D29E1}"/>
              </a:ext>
            </a:extLst>
          </p:cNvPr>
          <p:cNvSpPr>
            <a:spLocks/>
          </p:cNvSpPr>
          <p:nvPr/>
        </p:nvSpPr>
        <p:spPr>
          <a:xfrm>
            <a:off x="4277267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8" name="data_4279">
            <a:extLst>
              <a:ext uri="{FF2B5EF4-FFF2-40B4-BE49-F238E27FC236}">
                <a16:creationId xmlns:a16="http://schemas.microsoft.com/office/drawing/2014/main" id="{611B1909-53CB-4D8C-A1FF-4BC3BAF62BC4}"/>
              </a:ext>
            </a:extLst>
          </p:cNvPr>
          <p:cNvSpPr>
            <a:spLocks/>
          </p:cNvSpPr>
          <p:nvPr/>
        </p:nvSpPr>
        <p:spPr>
          <a:xfrm>
            <a:off x="426213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9" name="data_4280">
            <a:extLst>
              <a:ext uri="{FF2B5EF4-FFF2-40B4-BE49-F238E27FC236}">
                <a16:creationId xmlns:a16="http://schemas.microsoft.com/office/drawing/2014/main" id="{C814A29E-5342-42FC-B0FB-EBE578863B29}"/>
              </a:ext>
            </a:extLst>
          </p:cNvPr>
          <p:cNvSpPr>
            <a:spLocks/>
          </p:cNvSpPr>
          <p:nvPr/>
        </p:nvSpPr>
        <p:spPr>
          <a:xfrm>
            <a:off x="4150365" y="1956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0" name="data_4281">
            <a:extLst>
              <a:ext uri="{FF2B5EF4-FFF2-40B4-BE49-F238E27FC236}">
                <a16:creationId xmlns:a16="http://schemas.microsoft.com/office/drawing/2014/main" id="{00E73F00-B4ED-4D2C-8A67-306D8DADCFC6}"/>
              </a:ext>
            </a:extLst>
          </p:cNvPr>
          <p:cNvSpPr>
            <a:spLocks/>
          </p:cNvSpPr>
          <p:nvPr/>
        </p:nvSpPr>
        <p:spPr>
          <a:xfrm>
            <a:off x="4252112" y="32197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1" name="data_4282">
            <a:extLst>
              <a:ext uri="{FF2B5EF4-FFF2-40B4-BE49-F238E27FC236}">
                <a16:creationId xmlns:a16="http://schemas.microsoft.com/office/drawing/2014/main" id="{0F498FC9-DF8F-4A76-A609-C0956B652819}"/>
              </a:ext>
            </a:extLst>
          </p:cNvPr>
          <p:cNvSpPr>
            <a:spLocks/>
          </p:cNvSpPr>
          <p:nvPr/>
        </p:nvSpPr>
        <p:spPr>
          <a:xfrm>
            <a:off x="4214594" y="2453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2" name="data_4283">
            <a:extLst>
              <a:ext uri="{FF2B5EF4-FFF2-40B4-BE49-F238E27FC236}">
                <a16:creationId xmlns:a16="http://schemas.microsoft.com/office/drawing/2014/main" id="{7504724C-8382-4813-9697-289752B24503}"/>
              </a:ext>
            </a:extLst>
          </p:cNvPr>
          <p:cNvSpPr>
            <a:spLocks/>
          </p:cNvSpPr>
          <p:nvPr/>
        </p:nvSpPr>
        <p:spPr>
          <a:xfrm>
            <a:off x="4186043" y="35141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3" name="data_4284">
            <a:extLst>
              <a:ext uri="{FF2B5EF4-FFF2-40B4-BE49-F238E27FC236}">
                <a16:creationId xmlns:a16="http://schemas.microsoft.com/office/drawing/2014/main" id="{A821E26B-EBB8-42D2-83D2-98C6477DD6E0}"/>
              </a:ext>
            </a:extLst>
          </p:cNvPr>
          <p:cNvSpPr>
            <a:spLocks/>
          </p:cNvSpPr>
          <p:nvPr/>
        </p:nvSpPr>
        <p:spPr>
          <a:xfrm>
            <a:off x="4284373" y="3503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4" name="data_4285">
            <a:extLst>
              <a:ext uri="{FF2B5EF4-FFF2-40B4-BE49-F238E27FC236}">
                <a16:creationId xmlns:a16="http://schemas.microsoft.com/office/drawing/2014/main" id="{9CA5EF65-1B63-4154-865C-637734B7F956}"/>
              </a:ext>
            </a:extLst>
          </p:cNvPr>
          <p:cNvSpPr>
            <a:spLocks/>
          </p:cNvSpPr>
          <p:nvPr/>
        </p:nvSpPr>
        <p:spPr>
          <a:xfrm>
            <a:off x="4221866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5" name="data_4286">
            <a:extLst>
              <a:ext uri="{FF2B5EF4-FFF2-40B4-BE49-F238E27FC236}">
                <a16:creationId xmlns:a16="http://schemas.microsoft.com/office/drawing/2014/main" id="{86A82C8F-CC50-4EC1-AE99-568EB5617489}"/>
              </a:ext>
            </a:extLst>
          </p:cNvPr>
          <p:cNvSpPr>
            <a:spLocks/>
          </p:cNvSpPr>
          <p:nvPr/>
        </p:nvSpPr>
        <p:spPr>
          <a:xfrm>
            <a:off x="4160255" y="36014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6" name="data_4287">
            <a:extLst>
              <a:ext uri="{FF2B5EF4-FFF2-40B4-BE49-F238E27FC236}">
                <a16:creationId xmlns:a16="http://schemas.microsoft.com/office/drawing/2014/main" id="{B853FC25-534C-4D67-86CD-0312FB7DC146}"/>
              </a:ext>
            </a:extLst>
          </p:cNvPr>
          <p:cNvSpPr>
            <a:spLocks/>
          </p:cNvSpPr>
          <p:nvPr/>
        </p:nvSpPr>
        <p:spPr>
          <a:xfrm>
            <a:off x="4288827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7" name="data_4288">
            <a:extLst>
              <a:ext uri="{FF2B5EF4-FFF2-40B4-BE49-F238E27FC236}">
                <a16:creationId xmlns:a16="http://schemas.microsoft.com/office/drawing/2014/main" id="{82E0E774-E61E-441A-888B-52FC283C1919}"/>
              </a:ext>
            </a:extLst>
          </p:cNvPr>
          <p:cNvSpPr>
            <a:spLocks/>
          </p:cNvSpPr>
          <p:nvPr/>
        </p:nvSpPr>
        <p:spPr>
          <a:xfrm>
            <a:off x="4143201" y="3405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8" name="data_4289">
            <a:extLst>
              <a:ext uri="{FF2B5EF4-FFF2-40B4-BE49-F238E27FC236}">
                <a16:creationId xmlns:a16="http://schemas.microsoft.com/office/drawing/2014/main" id="{41E883FA-E0BE-46D0-A654-93EFC847EAEE}"/>
              </a:ext>
            </a:extLst>
          </p:cNvPr>
          <p:cNvSpPr>
            <a:spLocks/>
          </p:cNvSpPr>
          <p:nvPr/>
        </p:nvSpPr>
        <p:spPr>
          <a:xfrm>
            <a:off x="412515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9" name="data_4290">
            <a:extLst>
              <a:ext uri="{FF2B5EF4-FFF2-40B4-BE49-F238E27FC236}">
                <a16:creationId xmlns:a16="http://schemas.microsoft.com/office/drawing/2014/main" id="{0E0273B9-E676-4ADD-B83E-3D55727E59E0}"/>
              </a:ext>
            </a:extLst>
          </p:cNvPr>
          <p:cNvSpPr>
            <a:spLocks/>
          </p:cNvSpPr>
          <p:nvPr/>
        </p:nvSpPr>
        <p:spPr>
          <a:xfrm>
            <a:off x="421223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0" name="data_4291">
            <a:extLst>
              <a:ext uri="{FF2B5EF4-FFF2-40B4-BE49-F238E27FC236}">
                <a16:creationId xmlns:a16="http://schemas.microsoft.com/office/drawing/2014/main" id="{C3E47302-ACA6-4338-996F-564A45D981B0}"/>
              </a:ext>
            </a:extLst>
          </p:cNvPr>
          <p:cNvSpPr>
            <a:spLocks/>
          </p:cNvSpPr>
          <p:nvPr/>
        </p:nvSpPr>
        <p:spPr>
          <a:xfrm>
            <a:off x="418346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1" name="data_4292">
            <a:extLst>
              <a:ext uri="{FF2B5EF4-FFF2-40B4-BE49-F238E27FC236}">
                <a16:creationId xmlns:a16="http://schemas.microsoft.com/office/drawing/2014/main" id="{E6F7E4BB-A917-43EA-80E8-4A6F91E22196}"/>
              </a:ext>
            </a:extLst>
          </p:cNvPr>
          <p:cNvSpPr>
            <a:spLocks/>
          </p:cNvSpPr>
          <p:nvPr/>
        </p:nvSpPr>
        <p:spPr>
          <a:xfrm>
            <a:off x="420135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2" name="data_4293">
            <a:extLst>
              <a:ext uri="{FF2B5EF4-FFF2-40B4-BE49-F238E27FC236}">
                <a16:creationId xmlns:a16="http://schemas.microsoft.com/office/drawing/2014/main" id="{128484BF-18A1-41DF-B215-CCAA00A87A0F}"/>
              </a:ext>
            </a:extLst>
          </p:cNvPr>
          <p:cNvSpPr>
            <a:spLocks/>
          </p:cNvSpPr>
          <p:nvPr/>
        </p:nvSpPr>
        <p:spPr>
          <a:xfrm>
            <a:off x="4169097" y="2895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3" name="data_4294">
            <a:extLst>
              <a:ext uri="{FF2B5EF4-FFF2-40B4-BE49-F238E27FC236}">
                <a16:creationId xmlns:a16="http://schemas.microsoft.com/office/drawing/2014/main" id="{28F1737F-1E02-4771-96F9-81C95AD52C4A}"/>
              </a:ext>
            </a:extLst>
          </p:cNvPr>
          <p:cNvSpPr>
            <a:spLocks/>
          </p:cNvSpPr>
          <p:nvPr/>
        </p:nvSpPr>
        <p:spPr>
          <a:xfrm>
            <a:off x="4202075" y="34643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4" name="data_4295">
            <a:extLst>
              <a:ext uri="{FF2B5EF4-FFF2-40B4-BE49-F238E27FC236}">
                <a16:creationId xmlns:a16="http://schemas.microsoft.com/office/drawing/2014/main" id="{12A53958-5970-4D89-B73F-6F666CDF4DE3}"/>
              </a:ext>
            </a:extLst>
          </p:cNvPr>
          <p:cNvSpPr>
            <a:spLocks/>
          </p:cNvSpPr>
          <p:nvPr/>
        </p:nvSpPr>
        <p:spPr>
          <a:xfrm>
            <a:off x="4199598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5" name="data_4296">
            <a:extLst>
              <a:ext uri="{FF2B5EF4-FFF2-40B4-BE49-F238E27FC236}">
                <a16:creationId xmlns:a16="http://schemas.microsoft.com/office/drawing/2014/main" id="{4AC49AEB-4CA0-4BD0-8AA1-084D213392FA}"/>
              </a:ext>
            </a:extLst>
          </p:cNvPr>
          <p:cNvSpPr>
            <a:spLocks/>
          </p:cNvSpPr>
          <p:nvPr/>
        </p:nvSpPr>
        <p:spPr>
          <a:xfrm>
            <a:off x="4268201" y="22391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6" name="data_4297">
            <a:extLst>
              <a:ext uri="{FF2B5EF4-FFF2-40B4-BE49-F238E27FC236}">
                <a16:creationId xmlns:a16="http://schemas.microsoft.com/office/drawing/2014/main" id="{4F234F39-62E2-42C3-B1C9-2999166EA25B}"/>
              </a:ext>
            </a:extLst>
          </p:cNvPr>
          <p:cNvSpPr>
            <a:spLocks/>
          </p:cNvSpPr>
          <p:nvPr/>
        </p:nvSpPr>
        <p:spPr>
          <a:xfrm>
            <a:off x="4256116" y="30519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7" name="data_4298">
            <a:extLst>
              <a:ext uri="{FF2B5EF4-FFF2-40B4-BE49-F238E27FC236}">
                <a16:creationId xmlns:a16="http://schemas.microsoft.com/office/drawing/2014/main" id="{715232E8-BA66-4066-9D60-B0A05743288B}"/>
              </a:ext>
            </a:extLst>
          </p:cNvPr>
          <p:cNvSpPr>
            <a:spLocks/>
          </p:cNvSpPr>
          <p:nvPr/>
        </p:nvSpPr>
        <p:spPr>
          <a:xfrm>
            <a:off x="4225862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8" name="data_4299">
            <a:extLst>
              <a:ext uri="{FF2B5EF4-FFF2-40B4-BE49-F238E27FC236}">
                <a16:creationId xmlns:a16="http://schemas.microsoft.com/office/drawing/2014/main" id="{B5D700FC-675C-4157-84D8-76C14BD2B961}"/>
              </a:ext>
            </a:extLst>
          </p:cNvPr>
          <p:cNvSpPr>
            <a:spLocks/>
          </p:cNvSpPr>
          <p:nvPr/>
        </p:nvSpPr>
        <p:spPr>
          <a:xfrm>
            <a:off x="4265795" y="2018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9" name="data_4300">
            <a:extLst>
              <a:ext uri="{FF2B5EF4-FFF2-40B4-BE49-F238E27FC236}">
                <a16:creationId xmlns:a16="http://schemas.microsoft.com/office/drawing/2014/main" id="{0DAB683B-A1A3-459A-92C8-E27641683171}"/>
              </a:ext>
            </a:extLst>
          </p:cNvPr>
          <p:cNvSpPr>
            <a:spLocks/>
          </p:cNvSpPr>
          <p:nvPr/>
        </p:nvSpPr>
        <p:spPr>
          <a:xfrm>
            <a:off x="4177359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0" name="data_4301">
            <a:extLst>
              <a:ext uri="{FF2B5EF4-FFF2-40B4-BE49-F238E27FC236}">
                <a16:creationId xmlns:a16="http://schemas.microsoft.com/office/drawing/2014/main" id="{4F36E184-27D9-4C02-8F3E-774BDA4C7D72}"/>
              </a:ext>
            </a:extLst>
          </p:cNvPr>
          <p:cNvSpPr>
            <a:spLocks/>
          </p:cNvSpPr>
          <p:nvPr/>
        </p:nvSpPr>
        <p:spPr>
          <a:xfrm>
            <a:off x="4139576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1" name="data_4302">
            <a:extLst>
              <a:ext uri="{FF2B5EF4-FFF2-40B4-BE49-F238E27FC236}">
                <a16:creationId xmlns:a16="http://schemas.microsoft.com/office/drawing/2014/main" id="{31FD4156-C8B8-45C5-9390-6363F1C51EF0}"/>
              </a:ext>
            </a:extLst>
          </p:cNvPr>
          <p:cNvSpPr>
            <a:spLocks/>
          </p:cNvSpPr>
          <p:nvPr/>
        </p:nvSpPr>
        <p:spPr>
          <a:xfrm>
            <a:off x="4245413" y="36073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2" name="data_4303">
            <a:extLst>
              <a:ext uri="{FF2B5EF4-FFF2-40B4-BE49-F238E27FC236}">
                <a16:creationId xmlns:a16="http://schemas.microsoft.com/office/drawing/2014/main" id="{2DA2526C-8EE2-40B5-BAAD-7518B9E41618}"/>
              </a:ext>
            </a:extLst>
          </p:cNvPr>
          <p:cNvSpPr>
            <a:spLocks/>
          </p:cNvSpPr>
          <p:nvPr/>
        </p:nvSpPr>
        <p:spPr>
          <a:xfrm>
            <a:off x="421022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3" name="data_4304">
            <a:extLst>
              <a:ext uri="{FF2B5EF4-FFF2-40B4-BE49-F238E27FC236}">
                <a16:creationId xmlns:a16="http://schemas.microsoft.com/office/drawing/2014/main" id="{C09C9BA9-0315-40BF-8A0C-EA7009874368}"/>
              </a:ext>
            </a:extLst>
          </p:cNvPr>
          <p:cNvSpPr>
            <a:spLocks/>
          </p:cNvSpPr>
          <p:nvPr/>
        </p:nvSpPr>
        <p:spPr>
          <a:xfrm>
            <a:off x="4224282" y="28750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4" name="data_4305">
            <a:extLst>
              <a:ext uri="{FF2B5EF4-FFF2-40B4-BE49-F238E27FC236}">
                <a16:creationId xmlns:a16="http://schemas.microsoft.com/office/drawing/2014/main" id="{1C534F47-A5CB-4C80-A43E-4D91BA671168}"/>
              </a:ext>
            </a:extLst>
          </p:cNvPr>
          <p:cNvSpPr>
            <a:spLocks/>
          </p:cNvSpPr>
          <p:nvPr/>
        </p:nvSpPr>
        <p:spPr>
          <a:xfrm>
            <a:off x="4188501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5" name="data_4306">
            <a:extLst>
              <a:ext uri="{FF2B5EF4-FFF2-40B4-BE49-F238E27FC236}">
                <a16:creationId xmlns:a16="http://schemas.microsoft.com/office/drawing/2014/main" id="{0D95E7C5-2AF6-4305-A91A-2EAC966CC55B}"/>
              </a:ext>
            </a:extLst>
          </p:cNvPr>
          <p:cNvSpPr>
            <a:spLocks/>
          </p:cNvSpPr>
          <p:nvPr/>
        </p:nvSpPr>
        <p:spPr>
          <a:xfrm>
            <a:off x="4188227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6" name="data_4307">
            <a:extLst>
              <a:ext uri="{FF2B5EF4-FFF2-40B4-BE49-F238E27FC236}">
                <a16:creationId xmlns:a16="http://schemas.microsoft.com/office/drawing/2014/main" id="{E362C0D2-FDF4-42B1-A549-16E70EDCC243}"/>
              </a:ext>
            </a:extLst>
          </p:cNvPr>
          <p:cNvSpPr>
            <a:spLocks/>
          </p:cNvSpPr>
          <p:nvPr/>
        </p:nvSpPr>
        <p:spPr>
          <a:xfrm>
            <a:off x="4231145" y="24880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7" name="data_4308">
            <a:extLst>
              <a:ext uri="{FF2B5EF4-FFF2-40B4-BE49-F238E27FC236}">
                <a16:creationId xmlns:a16="http://schemas.microsoft.com/office/drawing/2014/main" id="{9A33F147-3FDB-42D2-9228-8AAD66C2FEA3}"/>
              </a:ext>
            </a:extLst>
          </p:cNvPr>
          <p:cNvSpPr>
            <a:spLocks/>
          </p:cNvSpPr>
          <p:nvPr/>
        </p:nvSpPr>
        <p:spPr>
          <a:xfrm>
            <a:off x="4137321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8" name="data_4309">
            <a:extLst>
              <a:ext uri="{FF2B5EF4-FFF2-40B4-BE49-F238E27FC236}">
                <a16:creationId xmlns:a16="http://schemas.microsoft.com/office/drawing/2014/main" id="{934BFA19-9F11-436C-B979-A473E0FE747D}"/>
              </a:ext>
            </a:extLst>
          </p:cNvPr>
          <p:cNvSpPr>
            <a:spLocks/>
          </p:cNvSpPr>
          <p:nvPr/>
        </p:nvSpPr>
        <p:spPr>
          <a:xfrm>
            <a:off x="4201849" y="23822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9" name="data_4310">
            <a:extLst>
              <a:ext uri="{FF2B5EF4-FFF2-40B4-BE49-F238E27FC236}">
                <a16:creationId xmlns:a16="http://schemas.microsoft.com/office/drawing/2014/main" id="{2089043B-B4BB-4B0C-8281-488DBFE08921}"/>
              </a:ext>
            </a:extLst>
          </p:cNvPr>
          <p:cNvSpPr>
            <a:spLocks/>
          </p:cNvSpPr>
          <p:nvPr/>
        </p:nvSpPr>
        <p:spPr>
          <a:xfrm>
            <a:off x="4289215" y="34166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0" name="data_4311">
            <a:extLst>
              <a:ext uri="{FF2B5EF4-FFF2-40B4-BE49-F238E27FC236}">
                <a16:creationId xmlns:a16="http://schemas.microsoft.com/office/drawing/2014/main" id="{6FCC469C-B2FD-46F0-B1B8-B873E678F749}"/>
              </a:ext>
            </a:extLst>
          </p:cNvPr>
          <p:cNvSpPr>
            <a:spLocks/>
          </p:cNvSpPr>
          <p:nvPr/>
        </p:nvSpPr>
        <p:spPr>
          <a:xfrm>
            <a:off x="4139164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1" name="data_4312">
            <a:extLst>
              <a:ext uri="{FF2B5EF4-FFF2-40B4-BE49-F238E27FC236}">
                <a16:creationId xmlns:a16="http://schemas.microsoft.com/office/drawing/2014/main" id="{DCB20063-F336-4A65-AC80-4F81B860849F}"/>
              </a:ext>
            </a:extLst>
          </p:cNvPr>
          <p:cNvSpPr>
            <a:spLocks/>
          </p:cNvSpPr>
          <p:nvPr/>
        </p:nvSpPr>
        <p:spPr>
          <a:xfrm>
            <a:off x="426586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2" name="data_4313">
            <a:extLst>
              <a:ext uri="{FF2B5EF4-FFF2-40B4-BE49-F238E27FC236}">
                <a16:creationId xmlns:a16="http://schemas.microsoft.com/office/drawing/2014/main" id="{CA1DD822-EEBE-4F0F-AEF0-A45F0F3FF23D}"/>
              </a:ext>
            </a:extLst>
          </p:cNvPr>
          <p:cNvSpPr>
            <a:spLocks/>
          </p:cNvSpPr>
          <p:nvPr/>
        </p:nvSpPr>
        <p:spPr>
          <a:xfrm>
            <a:off x="4128734" y="34175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3" name="data_4314">
            <a:extLst>
              <a:ext uri="{FF2B5EF4-FFF2-40B4-BE49-F238E27FC236}">
                <a16:creationId xmlns:a16="http://schemas.microsoft.com/office/drawing/2014/main" id="{C752CF2D-B936-4D45-BE7D-C8B1A674A827}"/>
              </a:ext>
            </a:extLst>
          </p:cNvPr>
          <p:cNvSpPr>
            <a:spLocks/>
          </p:cNvSpPr>
          <p:nvPr/>
        </p:nvSpPr>
        <p:spPr>
          <a:xfrm>
            <a:off x="4149517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4" name="data_4315">
            <a:extLst>
              <a:ext uri="{FF2B5EF4-FFF2-40B4-BE49-F238E27FC236}">
                <a16:creationId xmlns:a16="http://schemas.microsoft.com/office/drawing/2014/main" id="{774708D3-D0F8-49A0-B904-E2B8EA632297}"/>
              </a:ext>
            </a:extLst>
          </p:cNvPr>
          <p:cNvSpPr>
            <a:spLocks/>
          </p:cNvSpPr>
          <p:nvPr/>
        </p:nvSpPr>
        <p:spPr>
          <a:xfrm>
            <a:off x="418104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5" name="data_4316">
            <a:extLst>
              <a:ext uri="{FF2B5EF4-FFF2-40B4-BE49-F238E27FC236}">
                <a16:creationId xmlns:a16="http://schemas.microsoft.com/office/drawing/2014/main" id="{C119B673-F61F-43BC-95EC-BA262641E1AF}"/>
              </a:ext>
            </a:extLst>
          </p:cNvPr>
          <p:cNvSpPr>
            <a:spLocks/>
          </p:cNvSpPr>
          <p:nvPr/>
        </p:nvSpPr>
        <p:spPr>
          <a:xfrm>
            <a:off x="4196930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6" name="data_4317">
            <a:extLst>
              <a:ext uri="{FF2B5EF4-FFF2-40B4-BE49-F238E27FC236}">
                <a16:creationId xmlns:a16="http://schemas.microsoft.com/office/drawing/2014/main" id="{C2071ABE-65B2-4F87-AEF0-4AD753CCA538}"/>
              </a:ext>
            </a:extLst>
          </p:cNvPr>
          <p:cNvSpPr>
            <a:spLocks/>
          </p:cNvSpPr>
          <p:nvPr/>
        </p:nvSpPr>
        <p:spPr>
          <a:xfrm>
            <a:off x="416485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7" name="data_4318">
            <a:extLst>
              <a:ext uri="{FF2B5EF4-FFF2-40B4-BE49-F238E27FC236}">
                <a16:creationId xmlns:a16="http://schemas.microsoft.com/office/drawing/2014/main" id="{E0C645B2-1384-47A5-93E5-72519063E26F}"/>
              </a:ext>
            </a:extLst>
          </p:cNvPr>
          <p:cNvSpPr>
            <a:spLocks/>
          </p:cNvSpPr>
          <p:nvPr/>
        </p:nvSpPr>
        <p:spPr>
          <a:xfrm>
            <a:off x="4181412" y="3186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8" name="data_4319">
            <a:extLst>
              <a:ext uri="{FF2B5EF4-FFF2-40B4-BE49-F238E27FC236}">
                <a16:creationId xmlns:a16="http://schemas.microsoft.com/office/drawing/2014/main" id="{9770436C-CDD9-424D-A05B-D16B64D2AA1C}"/>
              </a:ext>
            </a:extLst>
          </p:cNvPr>
          <p:cNvSpPr>
            <a:spLocks/>
          </p:cNvSpPr>
          <p:nvPr/>
        </p:nvSpPr>
        <p:spPr>
          <a:xfrm>
            <a:off x="4222453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9" name="data_4320">
            <a:extLst>
              <a:ext uri="{FF2B5EF4-FFF2-40B4-BE49-F238E27FC236}">
                <a16:creationId xmlns:a16="http://schemas.microsoft.com/office/drawing/2014/main" id="{EF608AD6-F02D-4FB7-B412-49D13510EC71}"/>
              </a:ext>
            </a:extLst>
          </p:cNvPr>
          <p:cNvSpPr>
            <a:spLocks/>
          </p:cNvSpPr>
          <p:nvPr/>
        </p:nvSpPr>
        <p:spPr>
          <a:xfrm>
            <a:off x="4146962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0" name="data_4321">
            <a:extLst>
              <a:ext uri="{FF2B5EF4-FFF2-40B4-BE49-F238E27FC236}">
                <a16:creationId xmlns:a16="http://schemas.microsoft.com/office/drawing/2014/main" id="{80025403-B7ED-40FE-9602-514DF2E0CC83}"/>
              </a:ext>
            </a:extLst>
          </p:cNvPr>
          <p:cNvSpPr>
            <a:spLocks/>
          </p:cNvSpPr>
          <p:nvPr/>
        </p:nvSpPr>
        <p:spPr>
          <a:xfrm>
            <a:off x="424128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1" name="data_4322">
            <a:extLst>
              <a:ext uri="{FF2B5EF4-FFF2-40B4-BE49-F238E27FC236}">
                <a16:creationId xmlns:a16="http://schemas.microsoft.com/office/drawing/2014/main" id="{09C190A0-0655-4B2C-9E21-86D9E3082E3F}"/>
              </a:ext>
            </a:extLst>
          </p:cNvPr>
          <p:cNvSpPr>
            <a:spLocks/>
          </p:cNvSpPr>
          <p:nvPr/>
        </p:nvSpPr>
        <p:spPr>
          <a:xfrm>
            <a:off x="416289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2" name="data_4323">
            <a:extLst>
              <a:ext uri="{FF2B5EF4-FFF2-40B4-BE49-F238E27FC236}">
                <a16:creationId xmlns:a16="http://schemas.microsoft.com/office/drawing/2014/main" id="{0097FB14-17D8-4ECD-9332-540FD99ABCE4}"/>
              </a:ext>
            </a:extLst>
          </p:cNvPr>
          <p:cNvSpPr>
            <a:spLocks/>
          </p:cNvSpPr>
          <p:nvPr/>
        </p:nvSpPr>
        <p:spPr>
          <a:xfrm>
            <a:off x="4154909" y="34311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3" name="data_4324">
            <a:extLst>
              <a:ext uri="{FF2B5EF4-FFF2-40B4-BE49-F238E27FC236}">
                <a16:creationId xmlns:a16="http://schemas.microsoft.com/office/drawing/2014/main" id="{332E6C42-828B-4801-8E80-5620850707B0}"/>
              </a:ext>
            </a:extLst>
          </p:cNvPr>
          <p:cNvSpPr>
            <a:spLocks/>
          </p:cNvSpPr>
          <p:nvPr/>
        </p:nvSpPr>
        <p:spPr>
          <a:xfrm>
            <a:off x="4282611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4" name="data_4325">
            <a:extLst>
              <a:ext uri="{FF2B5EF4-FFF2-40B4-BE49-F238E27FC236}">
                <a16:creationId xmlns:a16="http://schemas.microsoft.com/office/drawing/2014/main" id="{A121623C-7012-4132-BA81-CCF5E0635683}"/>
              </a:ext>
            </a:extLst>
          </p:cNvPr>
          <p:cNvSpPr>
            <a:spLocks/>
          </p:cNvSpPr>
          <p:nvPr/>
        </p:nvSpPr>
        <p:spPr>
          <a:xfrm>
            <a:off x="4237099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5" name="data_4326">
            <a:extLst>
              <a:ext uri="{FF2B5EF4-FFF2-40B4-BE49-F238E27FC236}">
                <a16:creationId xmlns:a16="http://schemas.microsoft.com/office/drawing/2014/main" id="{222ABB13-69AB-4CBF-93BF-6F2DC356ABF2}"/>
              </a:ext>
            </a:extLst>
          </p:cNvPr>
          <p:cNvSpPr>
            <a:spLocks/>
          </p:cNvSpPr>
          <p:nvPr/>
        </p:nvSpPr>
        <p:spPr>
          <a:xfrm>
            <a:off x="4202868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6" name="data_4327">
            <a:extLst>
              <a:ext uri="{FF2B5EF4-FFF2-40B4-BE49-F238E27FC236}">
                <a16:creationId xmlns:a16="http://schemas.microsoft.com/office/drawing/2014/main" id="{B88768B9-7D60-46A2-8A54-36201B949B1B}"/>
              </a:ext>
            </a:extLst>
          </p:cNvPr>
          <p:cNvSpPr>
            <a:spLocks/>
          </p:cNvSpPr>
          <p:nvPr/>
        </p:nvSpPr>
        <p:spPr>
          <a:xfrm>
            <a:off x="4261689" y="27765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7" name="data_4328">
            <a:extLst>
              <a:ext uri="{FF2B5EF4-FFF2-40B4-BE49-F238E27FC236}">
                <a16:creationId xmlns:a16="http://schemas.microsoft.com/office/drawing/2014/main" id="{A54C02CB-ECA2-49B1-866A-14FA0FE4CE09}"/>
              </a:ext>
            </a:extLst>
          </p:cNvPr>
          <p:cNvSpPr>
            <a:spLocks/>
          </p:cNvSpPr>
          <p:nvPr/>
        </p:nvSpPr>
        <p:spPr>
          <a:xfrm>
            <a:off x="4164179" y="2915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8" name="data_4329">
            <a:extLst>
              <a:ext uri="{FF2B5EF4-FFF2-40B4-BE49-F238E27FC236}">
                <a16:creationId xmlns:a16="http://schemas.microsoft.com/office/drawing/2014/main" id="{766862CC-D9FA-4EA8-A72A-6465BA098E77}"/>
              </a:ext>
            </a:extLst>
          </p:cNvPr>
          <p:cNvSpPr>
            <a:spLocks/>
          </p:cNvSpPr>
          <p:nvPr/>
        </p:nvSpPr>
        <p:spPr>
          <a:xfrm>
            <a:off x="420434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9" name="data_4330">
            <a:extLst>
              <a:ext uri="{FF2B5EF4-FFF2-40B4-BE49-F238E27FC236}">
                <a16:creationId xmlns:a16="http://schemas.microsoft.com/office/drawing/2014/main" id="{3A8C9511-BE4F-44FC-84C0-A3AF5A344A5D}"/>
              </a:ext>
            </a:extLst>
          </p:cNvPr>
          <p:cNvSpPr>
            <a:spLocks/>
          </p:cNvSpPr>
          <p:nvPr/>
        </p:nvSpPr>
        <p:spPr>
          <a:xfrm>
            <a:off x="4253181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0" name="data_4331">
            <a:extLst>
              <a:ext uri="{FF2B5EF4-FFF2-40B4-BE49-F238E27FC236}">
                <a16:creationId xmlns:a16="http://schemas.microsoft.com/office/drawing/2014/main" id="{4539D407-992E-46CD-8CF3-633295D5001E}"/>
              </a:ext>
            </a:extLst>
          </p:cNvPr>
          <p:cNvSpPr>
            <a:spLocks/>
          </p:cNvSpPr>
          <p:nvPr/>
        </p:nvSpPr>
        <p:spPr>
          <a:xfrm>
            <a:off x="4226481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1" name="data_4332">
            <a:extLst>
              <a:ext uri="{FF2B5EF4-FFF2-40B4-BE49-F238E27FC236}">
                <a16:creationId xmlns:a16="http://schemas.microsoft.com/office/drawing/2014/main" id="{E72E3DA7-03B9-475B-9554-DF85FB32834F}"/>
              </a:ext>
            </a:extLst>
          </p:cNvPr>
          <p:cNvSpPr>
            <a:spLocks/>
          </p:cNvSpPr>
          <p:nvPr/>
        </p:nvSpPr>
        <p:spPr>
          <a:xfrm>
            <a:off x="4164347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2" name="data_4333">
            <a:extLst>
              <a:ext uri="{FF2B5EF4-FFF2-40B4-BE49-F238E27FC236}">
                <a16:creationId xmlns:a16="http://schemas.microsoft.com/office/drawing/2014/main" id="{A70704C0-F1C6-4C3F-B3DB-C3D12733F171}"/>
              </a:ext>
            </a:extLst>
          </p:cNvPr>
          <p:cNvSpPr>
            <a:spLocks/>
          </p:cNvSpPr>
          <p:nvPr/>
        </p:nvSpPr>
        <p:spPr>
          <a:xfrm>
            <a:off x="4219977" y="23973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3" name="data_4334">
            <a:extLst>
              <a:ext uri="{FF2B5EF4-FFF2-40B4-BE49-F238E27FC236}">
                <a16:creationId xmlns:a16="http://schemas.microsoft.com/office/drawing/2014/main" id="{6C18763F-0531-4C13-B13E-B232E33B2BD5}"/>
              </a:ext>
            </a:extLst>
          </p:cNvPr>
          <p:cNvSpPr>
            <a:spLocks/>
          </p:cNvSpPr>
          <p:nvPr/>
        </p:nvSpPr>
        <p:spPr>
          <a:xfrm>
            <a:off x="4188880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4" name="data_4335">
            <a:extLst>
              <a:ext uri="{FF2B5EF4-FFF2-40B4-BE49-F238E27FC236}">
                <a16:creationId xmlns:a16="http://schemas.microsoft.com/office/drawing/2014/main" id="{C3D0E56E-370D-43F4-967F-D51F5D1FCD22}"/>
              </a:ext>
            </a:extLst>
          </p:cNvPr>
          <p:cNvSpPr>
            <a:spLocks/>
          </p:cNvSpPr>
          <p:nvPr/>
        </p:nvSpPr>
        <p:spPr>
          <a:xfrm>
            <a:off x="4181488" y="26729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5" name="data_4336">
            <a:extLst>
              <a:ext uri="{FF2B5EF4-FFF2-40B4-BE49-F238E27FC236}">
                <a16:creationId xmlns:a16="http://schemas.microsoft.com/office/drawing/2014/main" id="{DD9692D1-AA1F-4625-85EA-5ADB7B09987D}"/>
              </a:ext>
            </a:extLst>
          </p:cNvPr>
          <p:cNvSpPr>
            <a:spLocks/>
          </p:cNvSpPr>
          <p:nvPr/>
        </p:nvSpPr>
        <p:spPr>
          <a:xfrm>
            <a:off x="4153136" y="2359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6" name="data_4337">
            <a:extLst>
              <a:ext uri="{FF2B5EF4-FFF2-40B4-BE49-F238E27FC236}">
                <a16:creationId xmlns:a16="http://schemas.microsoft.com/office/drawing/2014/main" id="{BF1DF2CF-EC90-49D5-B63A-52284BEF6EC0}"/>
              </a:ext>
            </a:extLst>
          </p:cNvPr>
          <p:cNvSpPr>
            <a:spLocks/>
          </p:cNvSpPr>
          <p:nvPr/>
        </p:nvSpPr>
        <p:spPr>
          <a:xfrm>
            <a:off x="4288020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7" name="data_4338">
            <a:extLst>
              <a:ext uri="{FF2B5EF4-FFF2-40B4-BE49-F238E27FC236}">
                <a16:creationId xmlns:a16="http://schemas.microsoft.com/office/drawing/2014/main" id="{FABAC634-69F6-47CF-A5A2-95E212621015}"/>
              </a:ext>
            </a:extLst>
          </p:cNvPr>
          <p:cNvSpPr>
            <a:spLocks/>
          </p:cNvSpPr>
          <p:nvPr/>
        </p:nvSpPr>
        <p:spPr>
          <a:xfrm>
            <a:off x="420745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8" name="data_4339">
            <a:extLst>
              <a:ext uri="{FF2B5EF4-FFF2-40B4-BE49-F238E27FC236}">
                <a16:creationId xmlns:a16="http://schemas.microsoft.com/office/drawing/2014/main" id="{4175733E-0DBE-4C27-B8B9-A6912BA6628D}"/>
              </a:ext>
            </a:extLst>
          </p:cNvPr>
          <p:cNvSpPr>
            <a:spLocks/>
          </p:cNvSpPr>
          <p:nvPr/>
        </p:nvSpPr>
        <p:spPr>
          <a:xfrm>
            <a:off x="427559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9" name="data_4340">
            <a:extLst>
              <a:ext uri="{FF2B5EF4-FFF2-40B4-BE49-F238E27FC236}">
                <a16:creationId xmlns:a16="http://schemas.microsoft.com/office/drawing/2014/main" id="{B566B1FC-2355-4C62-816D-2FC164391D5A}"/>
              </a:ext>
            </a:extLst>
          </p:cNvPr>
          <p:cNvSpPr>
            <a:spLocks/>
          </p:cNvSpPr>
          <p:nvPr/>
        </p:nvSpPr>
        <p:spPr>
          <a:xfrm>
            <a:off x="4206945" y="23330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0" name="data_4341">
            <a:extLst>
              <a:ext uri="{FF2B5EF4-FFF2-40B4-BE49-F238E27FC236}">
                <a16:creationId xmlns:a16="http://schemas.microsoft.com/office/drawing/2014/main" id="{2259D24E-0E89-4EDE-8151-8FE5B268EBEB}"/>
              </a:ext>
            </a:extLst>
          </p:cNvPr>
          <p:cNvSpPr>
            <a:spLocks/>
          </p:cNvSpPr>
          <p:nvPr/>
        </p:nvSpPr>
        <p:spPr>
          <a:xfrm>
            <a:off x="4267612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1" name="data_4342">
            <a:extLst>
              <a:ext uri="{FF2B5EF4-FFF2-40B4-BE49-F238E27FC236}">
                <a16:creationId xmlns:a16="http://schemas.microsoft.com/office/drawing/2014/main" id="{2399067C-2321-4537-BAF0-650A92EB938B}"/>
              </a:ext>
            </a:extLst>
          </p:cNvPr>
          <p:cNvSpPr>
            <a:spLocks/>
          </p:cNvSpPr>
          <p:nvPr/>
        </p:nvSpPr>
        <p:spPr>
          <a:xfrm>
            <a:off x="4184878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2" name="data_4343">
            <a:extLst>
              <a:ext uri="{FF2B5EF4-FFF2-40B4-BE49-F238E27FC236}">
                <a16:creationId xmlns:a16="http://schemas.microsoft.com/office/drawing/2014/main" id="{FC46868B-F18A-4CC5-8648-BBEE372477EB}"/>
              </a:ext>
            </a:extLst>
          </p:cNvPr>
          <p:cNvSpPr>
            <a:spLocks/>
          </p:cNvSpPr>
          <p:nvPr/>
        </p:nvSpPr>
        <p:spPr>
          <a:xfrm>
            <a:off x="4223714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3" name="data_4344">
            <a:extLst>
              <a:ext uri="{FF2B5EF4-FFF2-40B4-BE49-F238E27FC236}">
                <a16:creationId xmlns:a16="http://schemas.microsoft.com/office/drawing/2014/main" id="{F9F0D655-D698-4BA8-9389-4EC7C538ACFD}"/>
              </a:ext>
            </a:extLst>
          </p:cNvPr>
          <p:cNvSpPr>
            <a:spLocks/>
          </p:cNvSpPr>
          <p:nvPr/>
        </p:nvSpPr>
        <p:spPr>
          <a:xfrm>
            <a:off x="4258228" y="261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4" name="data_4345">
            <a:extLst>
              <a:ext uri="{FF2B5EF4-FFF2-40B4-BE49-F238E27FC236}">
                <a16:creationId xmlns:a16="http://schemas.microsoft.com/office/drawing/2014/main" id="{AB48F775-66E1-453E-A7E1-449CC062BCD7}"/>
              </a:ext>
            </a:extLst>
          </p:cNvPr>
          <p:cNvSpPr>
            <a:spLocks/>
          </p:cNvSpPr>
          <p:nvPr/>
        </p:nvSpPr>
        <p:spPr>
          <a:xfrm>
            <a:off x="415445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5" name="data_4346">
            <a:extLst>
              <a:ext uri="{FF2B5EF4-FFF2-40B4-BE49-F238E27FC236}">
                <a16:creationId xmlns:a16="http://schemas.microsoft.com/office/drawing/2014/main" id="{41099A67-9087-466F-9E9F-83BA06EA61B9}"/>
              </a:ext>
            </a:extLst>
          </p:cNvPr>
          <p:cNvSpPr>
            <a:spLocks/>
          </p:cNvSpPr>
          <p:nvPr/>
        </p:nvSpPr>
        <p:spPr>
          <a:xfrm>
            <a:off x="4250929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6" name="data_4347">
            <a:extLst>
              <a:ext uri="{FF2B5EF4-FFF2-40B4-BE49-F238E27FC236}">
                <a16:creationId xmlns:a16="http://schemas.microsoft.com/office/drawing/2014/main" id="{BE4911EC-FAE6-4506-ACFF-967D7C117D7F}"/>
              </a:ext>
            </a:extLst>
          </p:cNvPr>
          <p:cNvSpPr>
            <a:spLocks/>
          </p:cNvSpPr>
          <p:nvPr/>
        </p:nvSpPr>
        <p:spPr>
          <a:xfrm>
            <a:off x="4226918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7" name="data_4348">
            <a:extLst>
              <a:ext uri="{FF2B5EF4-FFF2-40B4-BE49-F238E27FC236}">
                <a16:creationId xmlns:a16="http://schemas.microsoft.com/office/drawing/2014/main" id="{756EEAB5-169B-497C-8958-037215D0395C}"/>
              </a:ext>
            </a:extLst>
          </p:cNvPr>
          <p:cNvSpPr>
            <a:spLocks/>
          </p:cNvSpPr>
          <p:nvPr/>
        </p:nvSpPr>
        <p:spPr>
          <a:xfrm>
            <a:off x="4247221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8" name="data_4349">
            <a:extLst>
              <a:ext uri="{FF2B5EF4-FFF2-40B4-BE49-F238E27FC236}">
                <a16:creationId xmlns:a16="http://schemas.microsoft.com/office/drawing/2014/main" id="{68227D8C-6F13-49A0-86C8-AFC2D7046289}"/>
              </a:ext>
            </a:extLst>
          </p:cNvPr>
          <p:cNvSpPr>
            <a:spLocks/>
          </p:cNvSpPr>
          <p:nvPr/>
        </p:nvSpPr>
        <p:spPr>
          <a:xfrm>
            <a:off x="4127860" y="2875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9" name="data_4350">
            <a:extLst>
              <a:ext uri="{FF2B5EF4-FFF2-40B4-BE49-F238E27FC236}">
                <a16:creationId xmlns:a16="http://schemas.microsoft.com/office/drawing/2014/main" id="{67E0AD1F-2880-46FF-939C-A239BE745CCD}"/>
              </a:ext>
            </a:extLst>
          </p:cNvPr>
          <p:cNvSpPr>
            <a:spLocks/>
          </p:cNvSpPr>
          <p:nvPr/>
        </p:nvSpPr>
        <p:spPr>
          <a:xfrm>
            <a:off x="4244021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0" name="data_4351">
            <a:extLst>
              <a:ext uri="{FF2B5EF4-FFF2-40B4-BE49-F238E27FC236}">
                <a16:creationId xmlns:a16="http://schemas.microsoft.com/office/drawing/2014/main" id="{013A81D9-04C0-4543-A594-EFF71D5425BB}"/>
              </a:ext>
            </a:extLst>
          </p:cNvPr>
          <p:cNvSpPr>
            <a:spLocks/>
          </p:cNvSpPr>
          <p:nvPr/>
        </p:nvSpPr>
        <p:spPr>
          <a:xfrm>
            <a:off x="4294990" y="33041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1" name="data_4352">
            <a:extLst>
              <a:ext uri="{FF2B5EF4-FFF2-40B4-BE49-F238E27FC236}">
                <a16:creationId xmlns:a16="http://schemas.microsoft.com/office/drawing/2014/main" id="{DDCC4B1D-AC9C-4D72-B14F-3ABB31C9A2EC}"/>
              </a:ext>
            </a:extLst>
          </p:cNvPr>
          <p:cNvSpPr>
            <a:spLocks/>
          </p:cNvSpPr>
          <p:nvPr/>
        </p:nvSpPr>
        <p:spPr>
          <a:xfrm>
            <a:off x="4197055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2" name="data_4353">
            <a:extLst>
              <a:ext uri="{FF2B5EF4-FFF2-40B4-BE49-F238E27FC236}">
                <a16:creationId xmlns:a16="http://schemas.microsoft.com/office/drawing/2014/main" id="{C241471E-B8D6-4E47-B7F3-D306AD9608B6}"/>
              </a:ext>
            </a:extLst>
          </p:cNvPr>
          <p:cNvSpPr>
            <a:spLocks/>
          </p:cNvSpPr>
          <p:nvPr/>
        </p:nvSpPr>
        <p:spPr>
          <a:xfrm>
            <a:off x="418473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3" name="data_4354">
            <a:extLst>
              <a:ext uri="{FF2B5EF4-FFF2-40B4-BE49-F238E27FC236}">
                <a16:creationId xmlns:a16="http://schemas.microsoft.com/office/drawing/2014/main" id="{4D7F771C-D472-4762-B112-50E5C7D335B1}"/>
              </a:ext>
            </a:extLst>
          </p:cNvPr>
          <p:cNvSpPr>
            <a:spLocks/>
          </p:cNvSpPr>
          <p:nvPr/>
        </p:nvSpPr>
        <p:spPr>
          <a:xfrm>
            <a:off x="417933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4" name="data_4355">
            <a:extLst>
              <a:ext uri="{FF2B5EF4-FFF2-40B4-BE49-F238E27FC236}">
                <a16:creationId xmlns:a16="http://schemas.microsoft.com/office/drawing/2014/main" id="{4FF93B63-28B0-4519-BF33-E3B20BC337A9}"/>
              </a:ext>
            </a:extLst>
          </p:cNvPr>
          <p:cNvSpPr>
            <a:spLocks/>
          </p:cNvSpPr>
          <p:nvPr/>
        </p:nvSpPr>
        <p:spPr>
          <a:xfrm>
            <a:off x="4220244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5" name="data_4356">
            <a:extLst>
              <a:ext uri="{FF2B5EF4-FFF2-40B4-BE49-F238E27FC236}">
                <a16:creationId xmlns:a16="http://schemas.microsoft.com/office/drawing/2014/main" id="{FC061A87-7255-458C-B788-CAF1B386ED11}"/>
              </a:ext>
            </a:extLst>
          </p:cNvPr>
          <p:cNvSpPr>
            <a:spLocks/>
          </p:cNvSpPr>
          <p:nvPr/>
        </p:nvSpPr>
        <p:spPr>
          <a:xfrm>
            <a:off x="4275823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6" name="data_4357">
            <a:extLst>
              <a:ext uri="{FF2B5EF4-FFF2-40B4-BE49-F238E27FC236}">
                <a16:creationId xmlns:a16="http://schemas.microsoft.com/office/drawing/2014/main" id="{5EF72491-F47D-49EA-9A06-EFE09644477D}"/>
              </a:ext>
            </a:extLst>
          </p:cNvPr>
          <p:cNvSpPr>
            <a:spLocks/>
          </p:cNvSpPr>
          <p:nvPr/>
        </p:nvSpPr>
        <p:spPr>
          <a:xfrm>
            <a:off x="4256258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7" name="data_4358">
            <a:extLst>
              <a:ext uri="{FF2B5EF4-FFF2-40B4-BE49-F238E27FC236}">
                <a16:creationId xmlns:a16="http://schemas.microsoft.com/office/drawing/2014/main" id="{3A9C1991-150F-4F2D-B757-F63584F228BE}"/>
              </a:ext>
            </a:extLst>
          </p:cNvPr>
          <p:cNvSpPr>
            <a:spLocks/>
          </p:cNvSpPr>
          <p:nvPr/>
        </p:nvSpPr>
        <p:spPr>
          <a:xfrm>
            <a:off x="4125705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8" name="data_4359">
            <a:extLst>
              <a:ext uri="{FF2B5EF4-FFF2-40B4-BE49-F238E27FC236}">
                <a16:creationId xmlns:a16="http://schemas.microsoft.com/office/drawing/2014/main" id="{16BBFE74-2759-4FD0-B911-F0B34874CEE5}"/>
              </a:ext>
            </a:extLst>
          </p:cNvPr>
          <p:cNvSpPr>
            <a:spLocks/>
          </p:cNvSpPr>
          <p:nvPr/>
        </p:nvSpPr>
        <p:spPr>
          <a:xfrm>
            <a:off x="4203509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9" name="data_4360">
            <a:extLst>
              <a:ext uri="{FF2B5EF4-FFF2-40B4-BE49-F238E27FC236}">
                <a16:creationId xmlns:a16="http://schemas.microsoft.com/office/drawing/2014/main" id="{CA05FCDD-55FD-408C-996F-CBD6AAD60606}"/>
              </a:ext>
            </a:extLst>
          </p:cNvPr>
          <p:cNvSpPr>
            <a:spLocks/>
          </p:cNvSpPr>
          <p:nvPr/>
        </p:nvSpPr>
        <p:spPr>
          <a:xfrm>
            <a:off x="419142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0" name="data_4361">
            <a:extLst>
              <a:ext uri="{FF2B5EF4-FFF2-40B4-BE49-F238E27FC236}">
                <a16:creationId xmlns:a16="http://schemas.microsoft.com/office/drawing/2014/main" id="{E8E423F3-6B8B-4290-AB16-5139C42C9DBB}"/>
              </a:ext>
            </a:extLst>
          </p:cNvPr>
          <p:cNvSpPr>
            <a:spLocks/>
          </p:cNvSpPr>
          <p:nvPr/>
        </p:nvSpPr>
        <p:spPr>
          <a:xfrm>
            <a:off x="4148044" y="27234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1" name="data_4362">
            <a:extLst>
              <a:ext uri="{FF2B5EF4-FFF2-40B4-BE49-F238E27FC236}">
                <a16:creationId xmlns:a16="http://schemas.microsoft.com/office/drawing/2014/main" id="{DEA836A5-8B10-4F84-A474-216ED590927A}"/>
              </a:ext>
            </a:extLst>
          </p:cNvPr>
          <p:cNvSpPr>
            <a:spLocks/>
          </p:cNvSpPr>
          <p:nvPr/>
        </p:nvSpPr>
        <p:spPr>
          <a:xfrm>
            <a:off x="4263071" y="33656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2" name="data_4363">
            <a:extLst>
              <a:ext uri="{FF2B5EF4-FFF2-40B4-BE49-F238E27FC236}">
                <a16:creationId xmlns:a16="http://schemas.microsoft.com/office/drawing/2014/main" id="{23934280-3308-4133-B4B0-F49FEF6A2BB3}"/>
              </a:ext>
            </a:extLst>
          </p:cNvPr>
          <p:cNvSpPr>
            <a:spLocks/>
          </p:cNvSpPr>
          <p:nvPr/>
        </p:nvSpPr>
        <p:spPr>
          <a:xfrm>
            <a:off x="421641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3" name="data_4364">
            <a:extLst>
              <a:ext uri="{FF2B5EF4-FFF2-40B4-BE49-F238E27FC236}">
                <a16:creationId xmlns:a16="http://schemas.microsoft.com/office/drawing/2014/main" id="{0C861622-9526-4270-B82B-827FA64D8501}"/>
              </a:ext>
            </a:extLst>
          </p:cNvPr>
          <p:cNvSpPr>
            <a:spLocks/>
          </p:cNvSpPr>
          <p:nvPr/>
        </p:nvSpPr>
        <p:spPr>
          <a:xfrm>
            <a:off x="4150242" y="2116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4" name="data_4365">
            <a:extLst>
              <a:ext uri="{FF2B5EF4-FFF2-40B4-BE49-F238E27FC236}">
                <a16:creationId xmlns:a16="http://schemas.microsoft.com/office/drawing/2014/main" id="{F9172324-8253-4D76-856E-EF56C2996437}"/>
              </a:ext>
            </a:extLst>
          </p:cNvPr>
          <p:cNvSpPr>
            <a:spLocks/>
          </p:cNvSpPr>
          <p:nvPr/>
        </p:nvSpPr>
        <p:spPr>
          <a:xfrm>
            <a:off x="4126882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5" name="data_4366">
            <a:extLst>
              <a:ext uri="{FF2B5EF4-FFF2-40B4-BE49-F238E27FC236}">
                <a16:creationId xmlns:a16="http://schemas.microsoft.com/office/drawing/2014/main" id="{CB277BA2-5148-4602-A7BC-0F649785A6E2}"/>
              </a:ext>
            </a:extLst>
          </p:cNvPr>
          <p:cNvSpPr>
            <a:spLocks/>
          </p:cNvSpPr>
          <p:nvPr/>
        </p:nvSpPr>
        <p:spPr>
          <a:xfrm>
            <a:off x="4136600" y="36238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6" name="data_4367">
            <a:extLst>
              <a:ext uri="{FF2B5EF4-FFF2-40B4-BE49-F238E27FC236}">
                <a16:creationId xmlns:a16="http://schemas.microsoft.com/office/drawing/2014/main" id="{ED70C25B-D5E2-4F37-A555-0164297F5E47}"/>
              </a:ext>
            </a:extLst>
          </p:cNvPr>
          <p:cNvSpPr>
            <a:spLocks/>
          </p:cNvSpPr>
          <p:nvPr/>
        </p:nvSpPr>
        <p:spPr>
          <a:xfrm>
            <a:off x="4202454" y="25717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7" name="data_4368">
            <a:extLst>
              <a:ext uri="{FF2B5EF4-FFF2-40B4-BE49-F238E27FC236}">
                <a16:creationId xmlns:a16="http://schemas.microsoft.com/office/drawing/2014/main" id="{38C658DE-DE0C-47A2-8B0C-7BA8C7AECFBA}"/>
              </a:ext>
            </a:extLst>
          </p:cNvPr>
          <p:cNvSpPr>
            <a:spLocks/>
          </p:cNvSpPr>
          <p:nvPr/>
        </p:nvSpPr>
        <p:spPr>
          <a:xfrm>
            <a:off x="4215602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8" name="data_4369">
            <a:extLst>
              <a:ext uri="{FF2B5EF4-FFF2-40B4-BE49-F238E27FC236}">
                <a16:creationId xmlns:a16="http://schemas.microsoft.com/office/drawing/2014/main" id="{4A2FAFA9-30D4-4200-9209-6D7523A64241}"/>
              </a:ext>
            </a:extLst>
          </p:cNvPr>
          <p:cNvSpPr>
            <a:spLocks/>
          </p:cNvSpPr>
          <p:nvPr/>
        </p:nvSpPr>
        <p:spPr>
          <a:xfrm>
            <a:off x="414810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9" name="data_4370">
            <a:extLst>
              <a:ext uri="{FF2B5EF4-FFF2-40B4-BE49-F238E27FC236}">
                <a16:creationId xmlns:a16="http://schemas.microsoft.com/office/drawing/2014/main" id="{579F869E-8C74-4636-938B-33EFC86018FB}"/>
              </a:ext>
            </a:extLst>
          </p:cNvPr>
          <p:cNvSpPr>
            <a:spLocks/>
          </p:cNvSpPr>
          <p:nvPr/>
        </p:nvSpPr>
        <p:spPr>
          <a:xfrm>
            <a:off x="4242353" y="35525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0" name="data_4371">
            <a:extLst>
              <a:ext uri="{FF2B5EF4-FFF2-40B4-BE49-F238E27FC236}">
                <a16:creationId xmlns:a16="http://schemas.microsoft.com/office/drawing/2014/main" id="{84C8E06D-F4AC-4FE1-8505-1E4E39A5DC90}"/>
              </a:ext>
            </a:extLst>
          </p:cNvPr>
          <p:cNvSpPr>
            <a:spLocks/>
          </p:cNvSpPr>
          <p:nvPr/>
        </p:nvSpPr>
        <p:spPr>
          <a:xfrm>
            <a:off x="4250965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1" name="data_4372">
            <a:extLst>
              <a:ext uri="{FF2B5EF4-FFF2-40B4-BE49-F238E27FC236}">
                <a16:creationId xmlns:a16="http://schemas.microsoft.com/office/drawing/2014/main" id="{8B2EF9D8-A507-4CC3-A496-C3BD3F74656F}"/>
              </a:ext>
            </a:extLst>
          </p:cNvPr>
          <p:cNvSpPr>
            <a:spLocks/>
          </p:cNvSpPr>
          <p:nvPr/>
        </p:nvSpPr>
        <p:spPr>
          <a:xfrm>
            <a:off x="4152733" y="33224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2" name="data_4373">
            <a:extLst>
              <a:ext uri="{FF2B5EF4-FFF2-40B4-BE49-F238E27FC236}">
                <a16:creationId xmlns:a16="http://schemas.microsoft.com/office/drawing/2014/main" id="{6FF239C1-54E4-4DBE-8E52-DB3901F79E14}"/>
              </a:ext>
            </a:extLst>
          </p:cNvPr>
          <p:cNvSpPr>
            <a:spLocks/>
          </p:cNvSpPr>
          <p:nvPr/>
        </p:nvSpPr>
        <p:spPr>
          <a:xfrm>
            <a:off x="4264899" y="3546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3" name="data_4374">
            <a:extLst>
              <a:ext uri="{FF2B5EF4-FFF2-40B4-BE49-F238E27FC236}">
                <a16:creationId xmlns:a16="http://schemas.microsoft.com/office/drawing/2014/main" id="{A3CC2451-F0EE-4E55-BF38-9A014F205262}"/>
              </a:ext>
            </a:extLst>
          </p:cNvPr>
          <p:cNvSpPr>
            <a:spLocks/>
          </p:cNvSpPr>
          <p:nvPr/>
        </p:nvSpPr>
        <p:spPr>
          <a:xfrm>
            <a:off x="4179478" y="2934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4" name="data_4375">
            <a:extLst>
              <a:ext uri="{FF2B5EF4-FFF2-40B4-BE49-F238E27FC236}">
                <a16:creationId xmlns:a16="http://schemas.microsoft.com/office/drawing/2014/main" id="{3A191042-0F8F-4FF5-BA54-EA884FED041C}"/>
              </a:ext>
            </a:extLst>
          </p:cNvPr>
          <p:cNvSpPr>
            <a:spLocks/>
          </p:cNvSpPr>
          <p:nvPr/>
        </p:nvSpPr>
        <p:spPr>
          <a:xfrm>
            <a:off x="4253265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5" name="data_4376">
            <a:extLst>
              <a:ext uri="{FF2B5EF4-FFF2-40B4-BE49-F238E27FC236}">
                <a16:creationId xmlns:a16="http://schemas.microsoft.com/office/drawing/2014/main" id="{869DDFF5-7425-4D1C-B9D9-79438884C324}"/>
              </a:ext>
            </a:extLst>
          </p:cNvPr>
          <p:cNvSpPr>
            <a:spLocks/>
          </p:cNvSpPr>
          <p:nvPr/>
        </p:nvSpPr>
        <p:spPr>
          <a:xfrm>
            <a:off x="4159852" y="20138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6" name="data_4377">
            <a:extLst>
              <a:ext uri="{FF2B5EF4-FFF2-40B4-BE49-F238E27FC236}">
                <a16:creationId xmlns:a16="http://schemas.microsoft.com/office/drawing/2014/main" id="{3D9D7AE6-5FC7-4732-8EB8-8DFCC6D0F1C2}"/>
              </a:ext>
            </a:extLst>
          </p:cNvPr>
          <p:cNvSpPr>
            <a:spLocks/>
          </p:cNvSpPr>
          <p:nvPr/>
        </p:nvSpPr>
        <p:spPr>
          <a:xfrm>
            <a:off x="420789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7" name="data_4378">
            <a:extLst>
              <a:ext uri="{FF2B5EF4-FFF2-40B4-BE49-F238E27FC236}">
                <a16:creationId xmlns:a16="http://schemas.microsoft.com/office/drawing/2014/main" id="{80256DB7-7041-48F6-B1EE-2C31975D5CD8}"/>
              </a:ext>
            </a:extLst>
          </p:cNvPr>
          <p:cNvSpPr>
            <a:spLocks/>
          </p:cNvSpPr>
          <p:nvPr/>
        </p:nvSpPr>
        <p:spPr>
          <a:xfrm>
            <a:off x="4152807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8" name="data_4379">
            <a:extLst>
              <a:ext uri="{FF2B5EF4-FFF2-40B4-BE49-F238E27FC236}">
                <a16:creationId xmlns:a16="http://schemas.microsoft.com/office/drawing/2014/main" id="{380D88EB-10F8-4142-B13F-45C5F07979F8}"/>
              </a:ext>
            </a:extLst>
          </p:cNvPr>
          <p:cNvSpPr>
            <a:spLocks/>
          </p:cNvSpPr>
          <p:nvPr/>
        </p:nvSpPr>
        <p:spPr>
          <a:xfrm>
            <a:off x="4173397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9" name="data_4380">
            <a:extLst>
              <a:ext uri="{FF2B5EF4-FFF2-40B4-BE49-F238E27FC236}">
                <a16:creationId xmlns:a16="http://schemas.microsoft.com/office/drawing/2014/main" id="{F9EECBAB-07A9-4B4E-B3C7-7D7D6C13340F}"/>
              </a:ext>
            </a:extLst>
          </p:cNvPr>
          <p:cNvSpPr>
            <a:spLocks/>
          </p:cNvSpPr>
          <p:nvPr/>
        </p:nvSpPr>
        <p:spPr>
          <a:xfrm>
            <a:off x="4250570" y="31783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0" name="data_4381">
            <a:extLst>
              <a:ext uri="{FF2B5EF4-FFF2-40B4-BE49-F238E27FC236}">
                <a16:creationId xmlns:a16="http://schemas.microsoft.com/office/drawing/2014/main" id="{2FCBCC1D-F288-4F57-AA09-CEA6439134BF}"/>
              </a:ext>
            </a:extLst>
          </p:cNvPr>
          <p:cNvSpPr>
            <a:spLocks/>
          </p:cNvSpPr>
          <p:nvPr/>
        </p:nvSpPr>
        <p:spPr>
          <a:xfrm>
            <a:off x="4137355" y="27640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1" name="data_4382">
            <a:extLst>
              <a:ext uri="{FF2B5EF4-FFF2-40B4-BE49-F238E27FC236}">
                <a16:creationId xmlns:a16="http://schemas.microsoft.com/office/drawing/2014/main" id="{82311ACE-3996-4EBC-8D18-E90E57856556}"/>
              </a:ext>
            </a:extLst>
          </p:cNvPr>
          <p:cNvSpPr>
            <a:spLocks/>
          </p:cNvSpPr>
          <p:nvPr/>
        </p:nvSpPr>
        <p:spPr>
          <a:xfrm>
            <a:off x="4241454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2" name="data_4383">
            <a:extLst>
              <a:ext uri="{FF2B5EF4-FFF2-40B4-BE49-F238E27FC236}">
                <a16:creationId xmlns:a16="http://schemas.microsoft.com/office/drawing/2014/main" id="{23A3499A-6DF6-4D8F-B727-1C37C44A1B91}"/>
              </a:ext>
            </a:extLst>
          </p:cNvPr>
          <p:cNvSpPr>
            <a:spLocks/>
          </p:cNvSpPr>
          <p:nvPr/>
        </p:nvSpPr>
        <p:spPr>
          <a:xfrm>
            <a:off x="4148088" y="24981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3" name="data_4384">
            <a:extLst>
              <a:ext uri="{FF2B5EF4-FFF2-40B4-BE49-F238E27FC236}">
                <a16:creationId xmlns:a16="http://schemas.microsoft.com/office/drawing/2014/main" id="{60587390-DE7A-422C-91B0-ADE8DF7D6B6F}"/>
              </a:ext>
            </a:extLst>
          </p:cNvPr>
          <p:cNvSpPr>
            <a:spLocks/>
          </p:cNvSpPr>
          <p:nvPr/>
        </p:nvSpPr>
        <p:spPr>
          <a:xfrm>
            <a:off x="428507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4" name="data_4385">
            <a:extLst>
              <a:ext uri="{FF2B5EF4-FFF2-40B4-BE49-F238E27FC236}">
                <a16:creationId xmlns:a16="http://schemas.microsoft.com/office/drawing/2014/main" id="{61A422D6-9450-4C39-80A4-E5C5093ABD06}"/>
              </a:ext>
            </a:extLst>
          </p:cNvPr>
          <p:cNvSpPr>
            <a:spLocks/>
          </p:cNvSpPr>
          <p:nvPr/>
        </p:nvSpPr>
        <p:spPr>
          <a:xfrm>
            <a:off x="4161803" y="3405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5" name="data_4386">
            <a:extLst>
              <a:ext uri="{FF2B5EF4-FFF2-40B4-BE49-F238E27FC236}">
                <a16:creationId xmlns:a16="http://schemas.microsoft.com/office/drawing/2014/main" id="{9A6FDEBE-80E0-4BF6-A7D6-5173A8DE5F8A}"/>
              </a:ext>
            </a:extLst>
          </p:cNvPr>
          <p:cNvSpPr>
            <a:spLocks/>
          </p:cNvSpPr>
          <p:nvPr/>
        </p:nvSpPr>
        <p:spPr>
          <a:xfrm>
            <a:off x="414622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6" name="data_4387">
            <a:extLst>
              <a:ext uri="{FF2B5EF4-FFF2-40B4-BE49-F238E27FC236}">
                <a16:creationId xmlns:a16="http://schemas.microsoft.com/office/drawing/2014/main" id="{3378EA34-96BA-4B6D-AD19-5B6233BB79C3}"/>
              </a:ext>
            </a:extLst>
          </p:cNvPr>
          <p:cNvSpPr>
            <a:spLocks/>
          </p:cNvSpPr>
          <p:nvPr/>
        </p:nvSpPr>
        <p:spPr>
          <a:xfrm>
            <a:off x="4249127" y="32086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7" name="data_4388">
            <a:extLst>
              <a:ext uri="{FF2B5EF4-FFF2-40B4-BE49-F238E27FC236}">
                <a16:creationId xmlns:a16="http://schemas.microsoft.com/office/drawing/2014/main" id="{50AC0C9E-E46D-4CE5-AD27-31465F671D55}"/>
              </a:ext>
            </a:extLst>
          </p:cNvPr>
          <p:cNvSpPr>
            <a:spLocks/>
          </p:cNvSpPr>
          <p:nvPr/>
        </p:nvSpPr>
        <p:spPr>
          <a:xfrm>
            <a:off x="4188397" y="25717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8" name="data_4389">
            <a:extLst>
              <a:ext uri="{FF2B5EF4-FFF2-40B4-BE49-F238E27FC236}">
                <a16:creationId xmlns:a16="http://schemas.microsoft.com/office/drawing/2014/main" id="{0734361B-E3B4-4D13-857D-F827B4153580}"/>
              </a:ext>
            </a:extLst>
          </p:cNvPr>
          <p:cNvSpPr>
            <a:spLocks/>
          </p:cNvSpPr>
          <p:nvPr/>
        </p:nvSpPr>
        <p:spPr>
          <a:xfrm>
            <a:off x="4242428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9" name="data_4390">
            <a:extLst>
              <a:ext uri="{FF2B5EF4-FFF2-40B4-BE49-F238E27FC236}">
                <a16:creationId xmlns:a16="http://schemas.microsoft.com/office/drawing/2014/main" id="{37D84061-9446-4FBE-BE40-5B41F63D0B50}"/>
              </a:ext>
            </a:extLst>
          </p:cNvPr>
          <p:cNvSpPr>
            <a:spLocks/>
          </p:cNvSpPr>
          <p:nvPr/>
        </p:nvSpPr>
        <p:spPr>
          <a:xfrm>
            <a:off x="4290018" y="24201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0" name="data_4391">
            <a:extLst>
              <a:ext uri="{FF2B5EF4-FFF2-40B4-BE49-F238E27FC236}">
                <a16:creationId xmlns:a16="http://schemas.microsoft.com/office/drawing/2014/main" id="{B47FD88A-9BE3-42F2-98A6-110AB49A9B46}"/>
              </a:ext>
            </a:extLst>
          </p:cNvPr>
          <p:cNvSpPr>
            <a:spLocks/>
          </p:cNvSpPr>
          <p:nvPr/>
        </p:nvSpPr>
        <p:spPr>
          <a:xfrm>
            <a:off x="4164070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1" name="data_4392">
            <a:extLst>
              <a:ext uri="{FF2B5EF4-FFF2-40B4-BE49-F238E27FC236}">
                <a16:creationId xmlns:a16="http://schemas.microsoft.com/office/drawing/2014/main" id="{2DB88C26-3C4F-45A7-B95C-BAF5B14173D0}"/>
              </a:ext>
            </a:extLst>
          </p:cNvPr>
          <p:cNvSpPr>
            <a:spLocks/>
          </p:cNvSpPr>
          <p:nvPr/>
        </p:nvSpPr>
        <p:spPr>
          <a:xfrm>
            <a:off x="4272246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2" name="data_4393">
            <a:extLst>
              <a:ext uri="{FF2B5EF4-FFF2-40B4-BE49-F238E27FC236}">
                <a16:creationId xmlns:a16="http://schemas.microsoft.com/office/drawing/2014/main" id="{6E4099EF-9E0C-48C6-88A5-C4BD9E947AAD}"/>
              </a:ext>
            </a:extLst>
          </p:cNvPr>
          <p:cNvSpPr>
            <a:spLocks/>
          </p:cNvSpPr>
          <p:nvPr/>
        </p:nvSpPr>
        <p:spPr>
          <a:xfrm>
            <a:off x="4180312" y="28859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3" name="data_4394">
            <a:extLst>
              <a:ext uri="{FF2B5EF4-FFF2-40B4-BE49-F238E27FC236}">
                <a16:creationId xmlns:a16="http://schemas.microsoft.com/office/drawing/2014/main" id="{1DE7A25A-B8D8-4A64-8AA9-BF904EB0D4FE}"/>
              </a:ext>
            </a:extLst>
          </p:cNvPr>
          <p:cNvSpPr>
            <a:spLocks/>
          </p:cNvSpPr>
          <p:nvPr/>
        </p:nvSpPr>
        <p:spPr>
          <a:xfrm>
            <a:off x="4269958" y="26009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4" name="data_4395">
            <a:extLst>
              <a:ext uri="{FF2B5EF4-FFF2-40B4-BE49-F238E27FC236}">
                <a16:creationId xmlns:a16="http://schemas.microsoft.com/office/drawing/2014/main" id="{9FC14EAE-04E9-418C-9515-DEA368EDA151}"/>
              </a:ext>
            </a:extLst>
          </p:cNvPr>
          <p:cNvSpPr>
            <a:spLocks/>
          </p:cNvSpPr>
          <p:nvPr/>
        </p:nvSpPr>
        <p:spPr>
          <a:xfrm>
            <a:off x="4155082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5" name="data_4396">
            <a:extLst>
              <a:ext uri="{FF2B5EF4-FFF2-40B4-BE49-F238E27FC236}">
                <a16:creationId xmlns:a16="http://schemas.microsoft.com/office/drawing/2014/main" id="{0C652033-358A-4963-B4C9-48FB1FAB99F6}"/>
              </a:ext>
            </a:extLst>
          </p:cNvPr>
          <p:cNvSpPr>
            <a:spLocks/>
          </p:cNvSpPr>
          <p:nvPr/>
        </p:nvSpPr>
        <p:spPr>
          <a:xfrm>
            <a:off x="4218949" y="26776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6" name="data_4397">
            <a:extLst>
              <a:ext uri="{FF2B5EF4-FFF2-40B4-BE49-F238E27FC236}">
                <a16:creationId xmlns:a16="http://schemas.microsoft.com/office/drawing/2014/main" id="{82163D1B-FF5A-4A45-AFFA-DB6818C08E8A}"/>
              </a:ext>
            </a:extLst>
          </p:cNvPr>
          <p:cNvSpPr>
            <a:spLocks/>
          </p:cNvSpPr>
          <p:nvPr/>
        </p:nvSpPr>
        <p:spPr>
          <a:xfrm>
            <a:off x="4216697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7" name="data_4398">
            <a:extLst>
              <a:ext uri="{FF2B5EF4-FFF2-40B4-BE49-F238E27FC236}">
                <a16:creationId xmlns:a16="http://schemas.microsoft.com/office/drawing/2014/main" id="{163D0A0D-EF39-4A94-8E17-0DCE3887FF4B}"/>
              </a:ext>
            </a:extLst>
          </p:cNvPr>
          <p:cNvSpPr>
            <a:spLocks/>
          </p:cNvSpPr>
          <p:nvPr/>
        </p:nvSpPr>
        <p:spPr>
          <a:xfrm>
            <a:off x="414899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8" name="data_4399">
            <a:extLst>
              <a:ext uri="{FF2B5EF4-FFF2-40B4-BE49-F238E27FC236}">
                <a16:creationId xmlns:a16="http://schemas.microsoft.com/office/drawing/2014/main" id="{C6DED131-B420-4DBF-BE03-CE4FD843BBC4}"/>
              </a:ext>
            </a:extLst>
          </p:cNvPr>
          <p:cNvSpPr>
            <a:spLocks/>
          </p:cNvSpPr>
          <p:nvPr/>
        </p:nvSpPr>
        <p:spPr>
          <a:xfrm>
            <a:off x="4294766" y="3439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9" name="data_4400">
            <a:extLst>
              <a:ext uri="{FF2B5EF4-FFF2-40B4-BE49-F238E27FC236}">
                <a16:creationId xmlns:a16="http://schemas.microsoft.com/office/drawing/2014/main" id="{CAD81211-AD23-4C7A-9A34-CAE32EA40842}"/>
              </a:ext>
            </a:extLst>
          </p:cNvPr>
          <p:cNvSpPr>
            <a:spLocks/>
          </p:cNvSpPr>
          <p:nvPr/>
        </p:nvSpPr>
        <p:spPr>
          <a:xfrm>
            <a:off x="4293245" y="3026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0" name="data_4401">
            <a:extLst>
              <a:ext uri="{FF2B5EF4-FFF2-40B4-BE49-F238E27FC236}">
                <a16:creationId xmlns:a16="http://schemas.microsoft.com/office/drawing/2014/main" id="{6F5E055A-3943-4ECD-8811-31D9F29CCDAA}"/>
              </a:ext>
            </a:extLst>
          </p:cNvPr>
          <p:cNvSpPr>
            <a:spLocks/>
          </p:cNvSpPr>
          <p:nvPr/>
        </p:nvSpPr>
        <p:spPr>
          <a:xfrm>
            <a:off x="414427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1" name="data_4402">
            <a:extLst>
              <a:ext uri="{FF2B5EF4-FFF2-40B4-BE49-F238E27FC236}">
                <a16:creationId xmlns:a16="http://schemas.microsoft.com/office/drawing/2014/main" id="{27263821-321A-4C5F-A225-5F29F355811E}"/>
              </a:ext>
            </a:extLst>
          </p:cNvPr>
          <p:cNvSpPr>
            <a:spLocks/>
          </p:cNvSpPr>
          <p:nvPr/>
        </p:nvSpPr>
        <p:spPr>
          <a:xfrm>
            <a:off x="418842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2" name="data_4403">
            <a:extLst>
              <a:ext uri="{FF2B5EF4-FFF2-40B4-BE49-F238E27FC236}">
                <a16:creationId xmlns:a16="http://schemas.microsoft.com/office/drawing/2014/main" id="{19DE4A26-D6C0-4E56-840F-EB421791F4B4}"/>
              </a:ext>
            </a:extLst>
          </p:cNvPr>
          <p:cNvSpPr>
            <a:spLocks/>
          </p:cNvSpPr>
          <p:nvPr/>
        </p:nvSpPr>
        <p:spPr>
          <a:xfrm>
            <a:off x="4238399" y="1813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3" name="data_4404">
            <a:extLst>
              <a:ext uri="{FF2B5EF4-FFF2-40B4-BE49-F238E27FC236}">
                <a16:creationId xmlns:a16="http://schemas.microsoft.com/office/drawing/2014/main" id="{B0C8D157-1C80-436B-B636-765D0D1F4305}"/>
              </a:ext>
            </a:extLst>
          </p:cNvPr>
          <p:cNvSpPr>
            <a:spLocks/>
          </p:cNvSpPr>
          <p:nvPr/>
        </p:nvSpPr>
        <p:spPr>
          <a:xfrm>
            <a:off x="4276189" y="3298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4" name="data_4405">
            <a:extLst>
              <a:ext uri="{FF2B5EF4-FFF2-40B4-BE49-F238E27FC236}">
                <a16:creationId xmlns:a16="http://schemas.microsoft.com/office/drawing/2014/main" id="{D2085F85-787C-4D91-BF4E-A36971BB9989}"/>
              </a:ext>
            </a:extLst>
          </p:cNvPr>
          <p:cNvSpPr>
            <a:spLocks/>
          </p:cNvSpPr>
          <p:nvPr/>
        </p:nvSpPr>
        <p:spPr>
          <a:xfrm>
            <a:off x="4268873" y="3633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5" name="data_4406">
            <a:extLst>
              <a:ext uri="{FF2B5EF4-FFF2-40B4-BE49-F238E27FC236}">
                <a16:creationId xmlns:a16="http://schemas.microsoft.com/office/drawing/2014/main" id="{9E957FD1-99A6-4D43-9FD6-581EDDE342F5}"/>
              </a:ext>
            </a:extLst>
          </p:cNvPr>
          <p:cNvSpPr>
            <a:spLocks/>
          </p:cNvSpPr>
          <p:nvPr/>
        </p:nvSpPr>
        <p:spPr>
          <a:xfrm>
            <a:off x="4249813" y="3503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6" name="data_4407">
            <a:extLst>
              <a:ext uri="{FF2B5EF4-FFF2-40B4-BE49-F238E27FC236}">
                <a16:creationId xmlns:a16="http://schemas.microsoft.com/office/drawing/2014/main" id="{54084FA6-EF18-42FC-BEB1-1D1F8554E003}"/>
              </a:ext>
            </a:extLst>
          </p:cNvPr>
          <p:cNvSpPr>
            <a:spLocks/>
          </p:cNvSpPr>
          <p:nvPr/>
        </p:nvSpPr>
        <p:spPr>
          <a:xfrm>
            <a:off x="1097756" y="1722120"/>
            <a:ext cx="191" cy="1928910"/>
          </a:xfrm>
          <a:custGeom>
            <a:avLst/>
            <a:gdLst/>
            <a:ahLst/>
            <a:cxnLst/>
            <a:rect l="0" t="0" r="0" b="0"/>
            <a:pathLst>
              <a:path w="191" h="1928910">
                <a:moveTo>
                  <a:pt x="0" y="1928910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657" name="data_4408">
            <a:extLst>
              <a:ext uri="{FF2B5EF4-FFF2-40B4-BE49-F238E27FC236}">
                <a16:creationId xmlns:a16="http://schemas.microsoft.com/office/drawing/2014/main" id="{A8BF4E96-D2A3-4D6D-8D9D-92B914218808}"/>
              </a:ext>
            </a:extLst>
          </p:cNvPr>
          <p:cNvSpPr>
            <a:spLocks/>
          </p:cNvSpPr>
          <p:nvPr/>
        </p:nvSpPr>
        <p:spPr>
          <a:xfrm>
            <a:off x="1097756" y="3651030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658" name="text_4409">
            <a:extLst>
              <a:ext uri="{FF2B5EF4-FFF2-40B4-BE49-F238E27FC236}">
                <a16:creationId xmlns:a16="http://schemas.microsoft.com/office/drawing/2014/main" id="{96A77B83-A120-4E1D-8C2B-1E725373D3C2}"/>
              </a:ext>
            </a:extLst>
          </p:cNvPr>
          <p:cNvSpPr>
            <a:spLocks/>
          </p:cNvSpPr>
          <p:nvPr/>
        </p:nvSpPr>
        <p:spPr>
          <a:xfrm>
            <a:off x="618927" y="1408719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659" name="text_4410">
            <a:extLst>
              <a:ext uri="{FF2B5EF4-FFF2-40B4-BE49-F238E27FC236}">
                <a16:creationId xmlns:a16="http://schemas.microsoft.com/office/drawing/2014/main" id="{7092AC66-D95E-42B3-8709-8C1CC35F5D4A}"/>
              </a:ext>
            </a:extLst>
          </p:cNvPr>
          <p:cNvSpPr>
            <a:spLocks/>
          </p:cNvSpPr>
          <p:nvPr/>
        </p:nvSpPr>
        <p:spPr>
          <a:xfrm>
            <a:off x="1097756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660" name="data_4411">
            <a:extLst>
              <a:ext uri="{FF2B5EF4-FFF2-40B4-BE49-F238E27FC236}">
                <a16:creationId xmlns:a16="http://schemas.microsoft.com/office/drawing/2014/main" id="{28ED9B9B-64A3-4FCA-96AA-FDC6FD98CF1D}"/>
              </a:ext>
            </a:extLst>
          </p:cNvPr>
          <p:cNvSpPr>
            <a:spLocks/>
          </p:cNvSpPr>
          <p:nvPr/>
        </p:nvSpPr>
        <p:spPr>
          <a:xfrm>
            <a:off x="1394761" y="3528706"/>
            <a:ext cx="191" cy="59479"/>
          </a:xfrm>
          <a:custGeom>
            <a:avLst/>
            <a:gdLst/>
            <a:ahLst/>
            <a:cxnLst/>
            <a:rect l="0" t="0" r="0" b="0"/>
            <a:pathLst>
              <a:path w="191" h="59479">
                <a:moveTo>
                  <a:pt x="0" y="5947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61" name="data_4412">
            <a:extLst>
              <a:ext uri="{FF2B5EF4-FFF2-40B4-BE49-F238E27FC236}">
                <a16:creationId xmlns:a16="http://schemas.microsoft.com/office/drawing/2014/main" id="{1260FBCF-EB7D-40CD-A771-014FED9D9B7D}"/>
              </a:ext>
            </a:extLst>
          </p:cNvPr>
          <p:cNvSpPr>
            <a:spLocks/>
          </p:cNvSpPr>
          <p:nvPr/>
        </p:nvSpPr>
        <p:spPr>
          <a:xfrm>
            <a:off x="1343356" y="3588185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62" name="data_4413">
            <a:extLst>
              <a:ext uri="{FF2B5EF4-FFF2-40B4-BE49-F238E27FC236}">
                <a16:creationId xmlns:a16="http://schemas.microsoft.com/office/drawing/2014/main" id="{51BD8217-EAE5-4B22-8E7D-D678290540B9}"/>
              </a:ext>
            </a:extLst>
          </p:cNvPr>
          <p:cNvSpPr>
            <a:spLocks/>
          </p:cNvSpPr>
          <p:nvPr/>
        </p:nvSpPr>
        <p:spPr>
          <a:xfrm>
            <a:off x="1343356" y="3528706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63" name="data_4414">
            <a:extLst>
              <a:ext uri="{FF2B5EF4-FFF2-40B4-BE49-F238E27FC236}">
                <a16:creationId xmlns:a16="http://schemas.microsoft.com/office/drawing/2014/main" id="{162169ED-ABB0-4B9F-BF5F-15B69A5DB62E}"/>
              </a:ext>
            </a:extLst>
          </p:cNvPr>
          <p:cNvSpPr>
            <a:spLocks/>
          </p:cNvSpPr>
          <p:nvPr/>
        </p:nvSpPr>
        <p:spPr>
          <a:xfrm>
            <a:off x="1668918" y="2708961"/>
            <a:ext cx="191" cy="150675"/>
          </a:xfrm>
          <a:custGeom>
            <a:avLst/>
            <a:gdLst/>
            <a:ahLst/>
            <a:cxnLst/>
            <a:rect l="0" t="0" r="0" b="0"/>
            <a:pathLst>
              <a:path w="191" h="150675">
                <a:moveTo>
                  <a:pt x="0" y="15067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64" name="data_4415">
            <a:extLst>
              <a:ext uri="{FF2B5EF4-FFF2-40B4-BE49-F238E27FC236}">
                <a16:creationId xmlns:a16="http://schemas.microsoft.com/office/drawing/2014/main" id="{E0C81E61-0599-4D5D-8C42-383F365BC93B}"/>
              </a:ext>
            </a:extLst>
          </p:cNvPr>
          <p:cNvSpPr>
            <a:spLocks/>
          </p:cNvSpPr>
          <p:nvPr/>
        </p:nvSpPr>
        <p:spPr>
          <a:xfrm>
            <a:off x="1617514" y="2859635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65" name="data_4416">
            <a:extLst>
              <a:ext uri="{FF2B5EF4-FFF2-40B4-BE49-F238E27FC236}">
                <a16:creationId xmlns:a16="http://schemas.microsoft.com/office/drawing/2014/main" id="{EE370BA1-0BCF-4ADD-85AE-1285C7A6A071}"/>
              </a:ext>
            </a:extLst>
          </p:cNvPr>
          <p:cNvSpPr>
            <a:spLocks/>
          </p:cNvSpPr>
          <p:nvPr/>
        </p:nvSpPr>
        <p:spPr>
          <a:xfrm>
            <a:off x="1617514" y="2708961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66" name="data_4417">
            <a:extLst>
              <a:ext uri="{FF2B5EF4-FFF2-40B4-BE49-F238E27FC236}">
                <a16:creationId xmlns:a16="http://schemas.microsoft.com/office/drawing/2014/main" id="{F5254440-D193-41A0-8411-1A1A5559420A}"/>
              </a:ext>
            </a:extLst>
          </p:cNvPr>
          <p:cNvSpPr>
            <a:spLocks/>
          </p:cNvSpPr>
          <p:nvPr/>
        </p:nvSpPr>
        <p:spPr>
          <a:xfrm>
            <a:off x="1943076" y="2516449"/>
            <a:ext cx="191" cy="143277"/>
          </a:xfrm>
          <a:custGeom>
            <a:avLst/>
            <a:gdLst/>
            <a:ahLst/>
            <a:cxnLst/>
            <a:rect l="0" t="0" r="0" b="0"/>
            <a:pathLst>
              <a:path w="191" h="143277">
                <a:moveTo>
                  <a:pt x="0" y="14327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67" name="data_4418">
            <a:extLst>
              <a:ext uri="{FF2B5EF4-FFF2-40B4-BE49-F238E27FC236}">
                <a16:creationId xmlns:a16="http://schemas.microsoft.com/office/drawing/2014/main" id="{B1D9DA4C-C468-4CC7-8952-D4F241F7654D}"/>
              </a:ext>
            </a:extLst>
          </p:cNvPr>
          <p:cNvSpPr>
            <a:spLocks/>
          </p:cNvSpPr>
          <p:nvPr/>
        </p:nvSpPr>
        <p:spPr>
          <a:xfrm>
            <a:off x="1891672" y="2659725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68" name="data_4419">
            <a:extLst>
              <a:ext uri="{FF2B5EF4-FFF2-40B4-BE49-F238E27FC236}">
                <a16:creationId xmlns:a16="http://schemas.microsoft.com/office/drawing/2014/main" id="{EB0C21CE-EA90-4106-80A9-B5B2BFA53D7B}"/>
              </a:ext>
            </a:extLst>
          </p:cNvPr>
          <p:cNvSpPr>
            <a:spLocks/>
          </p:cNvSpPr>
          <p:nvPr/>
        </p:nvSpPr>
        <p:spPr>
          <a:xfrm>
            <a:off x="1891672" y="2516449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69" name="data_4420">
            <a:extLst>
              <a:ext uri="{FF2B5EF4-FFF2-40B4-BE49-F238E27FC236}">
                <a16:creationId xmlns:a16="http://schemas.microsoft.com/office/drawing/2014/main" id="{26E9B2EC-7A8D-4F65-B21D-6A4E95A36ABD}"/>
              </a:ext>
            </a:extLst>
          </p:cNvPr>
          <p:cNvSpPr>
            <a:spLocks/>
          </p:cNvSpPr>
          <p:nvPr/>
        </p:nvSpPr>
        <p:spPr>
          <a:xfrm>
            <a:off x="2537085" y="3098139"/>
            <a:ext cx="191" cy="173017"/>
          </a:xfrm>
          <a:custGeom>
            <a:avLst/>
            <a:gdLst/>
            <a:ahLst/>
            <a:cxnLst/>
            <a:rect l="0" t="0" r="0" b="0"/>
            <a:pathLst>
              <a:path w="191" h="173017">
                <a:moveTo>
                  <a:pt x="0" y="1730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70" name="data_4421">
            <a:extLst>
              <a:ext uri="{FF2B5EF4-FFF2-40B4-BE49-F238E27FC236}">
                <a16:creationId xmlns:a16="http://schemas.microsoft.com/office/drawing/2014/main" id="{CBE324D8-5FA3-47E5-B117-2ADAEFB289A1}"/>
              </a:ext>
            </a:extLst>
          </p:cNvPr>
          <p:cNvSpPr>
            <a:spLocks/>
          </p:cNvSpPr>
          <p:nvPr/>
        </p:nvSpPr>
        <p:spPr>
          <a:xfrm>
            <a:off x="2485680" y="3271155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71" name="data_4422">
            <a:extLst>
              <a:ext uri="{FF2B5EF4-FFF2-40B4-BE49-F238E27FC236}">
                <a16:creationId xmlns:a16="http://schemas.microsoft.com/office/drawing/2014/main" id="{C650BF40-335D-4A7B-81A8-0AEA344D53B7}"/>
              </a:ext>
            </a:extLst>
          </p:cNvPr>
          <p:cNvSpPr>
            <a:spLocks/>
          </p:cNvSpPr>
          <p:nvPr/>
        </p:nvSpPr>
        <p:spPr>
          <a:xfrm>
            <a:off x="2485680" y="3098139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72" name="data_4423">
            <a:extLst>
              <a:ext uri="{FF2B5EF4-FFF2-40B4-BE49-F238E27FC236}">
                <a16:creationId xmlns:a16="http://schemas.microsoft.com/office/drawing/2014/main" id="{E0509D1B-49D6-4F9C-AF87-5111E4B789B5}"/>
              </a:ext>
            </a:extLst>
          </p:cNvPr>
          <p:cNvSpPr>
            <a:spLocks/>
          </p:cNvSpPr>
          <p:nvPr/>
        </p:nvSpPr>
        <p:spPr>
          <a:xfrm>
            <a:off x="2811243" y="2579161"/>
            <a:ext cx="191" cy="176553"/>
          </a:xfrm>
          <a:custGeom>
            <a:avLst/>
            <a:gdLst/>
            <a:ahLst/>
            <a:cxnLst/>
            <a:rect l="0" t="0" r="0" b="0"/>
            <a:pathLst>
              <a:path w="191" h="176553">
                <a:moveTo>
                  <a:pt x="0" y="176553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73" name="data_4424">
            <a:extLst>
              <a:ext uri="{FF2B5EF4-FFF2-40B4-BE49-F238E27FC236}">
                <a16:creationId xmlns:a16="http://schemas.microsoft.com/office/drawing/2014/main" id="{1994C4E0-97C0-4913-BA75-42D9F2CD5D46}"/>
              </a:ext>
            </a:extLst>
          </p:cNvPr>
          <p:cNvSpPr>
            <a:spLocks/>
          </p:cNvSpPr>
          <p:nvPr/>
        </p:nvSpPr>
        <p:spPr>
          <a:xfrm>
            <a:off x="2759838" y="2755714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74" name="data_4425">
            <a:extLst>
              <a:ext uri="{FF2B5EF4-FFF2-40B4-BE49-F238E27FC236}">
                <a16:creationId xmlns:a16="http://schemas.microsoft.com/office/drawing/2014/main" id="{9DD0A91D-B07F-4573-9529-2DF45970481F}"/>
              </a:ext>
            </a:extLst>
          </p:cNvPr>
          <p:cNvSpPr>
            <a:spLocks/>
          </p:cNvSpPr>
          <p:nvPr/>
        </p:nvSpPr>
        <p:spPr>
          <a:xfrm>
            <a:off x="2759838" y="2579161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75" name="data_4426">
            <a:extLst>
              <a:ext uri="{FF2B5EF4-FFF2-40B4-BE49-F238E27FC236}">
                <a16:creationId xmlns:a16="http://schemas.microsoft.com/office/drawing/2014/main" id="{FE87D804-5005-40F3-86AE-CB39CB9051D2}"/>
              </a:ext>
            </a:extLst>
          </p:cNvPr>
          <p:cNvSpPr>
            <a:spLocks/>
          </p:cNvSpPr>
          <p:nvPr/>
        </p:nvSpPr>
        <p:spPr>
          <a:xfrm>
            <a:off x="3085401" y="2359070"/>
            <a:ext cx="191" cy="172802"/>
          </a:xfrm>
          <a:custGeom>
            <a:avLst/>
            <a:gdLst/>
            <a:ahLst/>
            <a:cxnLst/>
            <a:rect l="0" t="0" r="0" b="0"/>
            <a:pathLst>
              <a:path w="191" h="172802">
                <a:moveTo>
                  <a:pt x="0" y="17280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76" name="data_4427">
            <a:extLst>
              <a:ext uri="{FF2B5EF4-FFF2-40B4-BE49-F238E27FC236}">
                <a16:creationId xmlns:a16="http://schemas.microsoft.com/office/drawing/2014/main" id="{97CF0111-D7EF-4850-9F2C-4DE21BAE95AC}"/>
              </a:ext>
            </a:extLst>
          </p:cNvPr>
          <p:cNvSpPr>
            <a:spLocks/>
          </p:cNvSpPr>
          <p:nvPr/>
        </p:nvSpPr>
        <p:spPr>
          <a:xfrm>
            <a:off x="3033996" y="2531872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77" name="data_4428">
            <a:extLst>
              <a:ext uri="{FF2B5EF4-FFF2-40B4-BE49-F238E27FC236}">
                <a16:creationId xmlns:a16="http://schemas.microsoft.com/office/drawing/2014/main" id="{2A5721D3-7DF2-4213-9F5A-E5F2A58C0D5C}"/>
              </a:ext>
            </a:extLst>
          </p:cNvPr>
          <p:cNvSpPr>
            <a:spLocks/>
          </p:cNvSpPr>
          <p:nvPr/>
        </p:nvSpPr>
        <p:spPr>
          <a:xfrm>
            <a:off x="3033996" y="2359070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78" name="data_4429">
            <a:extLst>
              <a:ext uri="{FF2B5EF4-FFF2-40B4-BE49-F238E27FC236}">
                <a16:creationId xmlns:a16="http://schemas.microsoft.com/office/drawing/2014/main" id="{04BE97D8-F679-4C8C-81FC-2045EBD67ADD}"/>
              </a:ext>
            </a:extLst>
          </p:cNvPr>
          <p:cNvSpPr>
            <a:spLocks/>
          </p:cNvSpPr>
          <p:nvPr/>
        </p:nvSpPr>
        <p:spPr>
          <a:xfrm>
            <a:off x="3679410" y="3357885"/>
            <a:ext cx="191" cy="122423"/>
          </a:xfrm>
          <a:custGeom>
            <a:avLst/>
            <a:gdLst/>
            <a:ahLst/>
            <a:cxnLst/>
            <a:rect l="0" t="0" r="0" b="0"/>
            <a:pathLst>
              <a:path w="191" h="122423">
                <a:moveTo>
                  <a:pt x="0" y="122423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79" name="data_4430">
            <a:extLst>
              <a:ext uri="{FF2B5EF4-FFF2-40B4-BE49-F238E27FC236}">
                <a16:creationId xmlns:a16="http://schemas.microsoft.com/office/drawing/2014/main" id="{909E1DA8-2644-4189-948A-3836FBA33E3E}"/>
              </a:ext>
            </a:extLst>
          </p:cNvPr>
          <p:cNvSpPr>
            <a:spLocks/>
          </p:cNvSpPr>
          <p:nvPr/>
        </p:nvSpPr>
        <p:spPr>
          <a:xfrm>
            <a:off x="3628005" y="3480308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80" name="data_4431">
            <a:extLst>
              <a:ext uri="{FF2B5EF4-FFF2-40B4-BE49-F238E27FC236}">
                <a16:creationId xmlns:a16="http://schemas.microsoft.com/office/drawing/2014/main" id="{E7E84585-1370-4287-AC02-C447D86DA17B}"/>
              </a:ext>
            </a:extLst>
          </p:cNvPr>
          <p:cNvSpPr>
            <a:spLocks/>
          </p:cNvSpPr>
          <p:nvPr/>
        </p:nvSpPr>
        <p:spPr>
          <a:xfrm>
            <a:off x="3628005" y="3357885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681" name="data_4432">
            <a:extLst>
              <a:ext uri="{FF2B5EF4-FFF2-40B4-BE49-F238E27FC236}">
                <a16:creationId xmlns:a16="http://schemas.microsoft.com/office/drawing/2014/main" id="{F87E56CE-3F12-4935-9F7F-410900C83A29}"/>
              </a:ext>
            </a:extLst>
          </p:cNvPr>
          <p:cNvSpPr>
            <a:spLocks/>
          </p:cNvSpPr>
          <p:nvPr/>
        </p:nvSpPr>
        <p:spPr>
          <a:xfrm>
            <a:off x="3953567" y="2741144"/>
            <a:ext cx="191" cy="191969"/>
          </a:xfrm>
          <a:custGeom>
            <a:avLst/>
            <a:gdLst/>
            <a:ahLst/>
            <a:cxnLst/>
            <a:rect l="0" t="0" r="0" b="0"/>
            <a:pathLst>
              <a:path w="191" h="191969">
                <a:moveTo>
                  <a:pt x="0" y="19196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82" name="data_4433">
            <a:extLst>
              <a:ext uri="{FF2B5EF4-FFF2-40B4-BE49-F238E27FC236}">
                <a16:creationId xmlns:a16="http://schemas.microsoft.com/office/drawing/2014/main" id="{FEC8CF45-063D-48A9-BD68-E1FC79A9CBE3}"/>
              </a:ext>
            </a:extLst>
          </p:cNvPr>
          <p:cNvSpPr>
            <a:spLocks/>
          </p:cNvSpPr>
          <p:nvPr/>
        </p:nvSpPr>
        <p:spPr>
          <a:xfrm>
            <a:off x="3902163" y="2933112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83" name="data_4434">
            <a:extLst>
              <a:ext uri="{FF2B5EF4-FFF2-40B4-BE49-F238E27FC236}">
                <a16:creationId xmlns:a16="http://schemas.microsoft.com/office/drawing/2014/main" id="{2EE833F5-53F2-41B4-93DF-F465B92FB9A1}"/>
              </a:ext>
            </a:extLst>
          </p:cNvPr>
          <p:cNvSpPr>
            <a:spLocks/>
          </p:cNvSpPr>
          <p:nvPr/>
        </p:nvSpPr>
        <p:spPr>
          <a:xfrm>
            <a:off x="3902163" y="2741144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684" name="data_4435">
            <a:extLst>
              <a:ext uri="{FF2B5EF4-FFF2-40B4-BE49-F238E27FC236}">
                <a16:creationId xmlns:a16="http://schemas.microsoft.com/office/drawing/2014/main" id="{DC21CADA-2151-4AFE-994B-70A3EDE30C43}"/>
              </a:ext>
            </a:extLst>
          </p:cNvPr>
          <p:cNvSpPr>
            <a:spLocks/>
          </p:cNvSpPr>
          <p:nvPr/>
        </p:nvSpPr>
        <p:spPr>
          <a:xfrm>
            <a:off x="4227725" y="2535011"/>
            <a:ext cx="191" cy="202796"/>
          </a:xfrm>
          <a:custGeom>
            <a:avLst/>
            <a:gdLst/>
            <a:ahLst/>
            <a:cxnLst/>
            <a:rect l="0" t="0" r="0" b="0"/>
            <a:pathLst>
              <a:path w="191" h="202796">
                <a:moveTo>
                  <a:pt x="0" y="20279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85" name="data_4436">
            <a:extLst>
              <a:ext uri="{FF2B5EF4-FFF2-40B4-BE49-F238E27FC236}">
                <a16:creationId xmlns:a16="http://schemas.microsoft.com/office/drawing/2014/main" id="{71D02DC0-3AE8-40B1-9222-BC3604B950F5}"/>
              </a:ext>
            </a:extLst>
          </p:cNvPr>
          <p:cNvSpPr>
            <a:spLocks/>
          </p:cNvSpPr>
          <p:nvPr/>
        </p:nvSpPr>
        <p:spPr>
          <a:xfrm>
            <a:off x="4176321" y="2737807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86" name="data_4437">
            <a:extLst>
              <a:ext uri="{FF2B5EF4-FFF2-40B4-BE49-F238E27FC236}">
                <a16:creationId xmlns:a16="http://schemas.microsoft.com/office/drawing/2014/main" id="{1C35CFB6-B2D6-4E69-A618-6EA32C10D942}"/>
              </a:ext>
            </a:extLst>
          </p:cNvPr>
          <p:cNvSpPr>
            <a:spLocks/>
          </p:cNvSpPr>
          <p:nvPr/>
        </p:nvSpPr>
        <p:spPr>
          <a:xfrm>
            <a:off x="4176321" y="2535011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687" name="data_4438">
            <a:extLst>
              <a:ext uri="{FF2B5EF4-FFF2-40B4-BE49-F238E27FC236}">
                <a16:creationId xmlns:a16="http://schemas.microsoft.com/office/drawing/2014/main" id="{AE0BACDF-BC76-40DB-A41E-F526FB7B7F92}"/>
              </a:ext>
            </a:extLst>
          </p:cNvPr>
          <p:cNvSpPr>
            <a:spLocks/>
          </p:cNvSpPr>
          <p:nvPr/>
        </p:nvSpPr>
        <p:spPr>
          <a:xfrm>
            <a:off x="1297663" y="3560307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688" name="data_4439">
            <a:extLst>
              <a:ext uri="{FF2B5EF4-FFF2-40B4-BE49-F238E27FC236}">
                <a16:creationId xmlns:a16="http://schemas.microsoft.com/office/drawing/2014/main" id="{7690364F-3A6C-4C90-8D83-A94E5EE89D58}"/>
              </a:ext>
            </a:extLst>
          </p:cNvPr>
          <p:cNvSpPr>
            <a:spLocks/>
          </p:cNvSpPr>
          <p:nvPr/>
        </p:nvSpPr>
        <p:spPr>
          <a:xfrm>
            <a:off x="1571821" y="2783245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689" name="data_4440">
            <a:extLst>
              <a:ext uri="{FF2B5EF4-FFF2-40B4-BE49-F238E27FC236}">
                <a16:creationId xmlns:a16="http://schemas.microsoft.com/office/drawing/2014/main" id="{FD978C03-E999-4F55-B368-028151CD228E}"/>
              </a:ext>
            </a:extLst>
          </p:cNvPr>
          <p:cNvSpPr>
            <a:spLocks/>
          </p:cNvSpPr>
          <p:nvPr/>
        </p:nvSpPr>
        <p:spPr>
          <a:xfrm>
            <a:off x="1845979" y="2587403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690" name="data_4441">
            <a:extLst>
              <a:ext uri="{FF2B5EF4-FFF2-40B4-BE49-F238E27FC236}">
                <a16:creationId xmlns:a16="http://schemas.microsoft.com/office/drawing/2014/main" id="{F4EFF976-CF74-4EDA-BAEA-8144EF504565}"/>
              </a:ext>
            </a:extLst>
          </p:cNvPr>
          <p:cNvSpPr>
            <a:spLocks/>
          </p:cNvSpPr>
          <p:nvPr/>
        </p:nvSpPr>
        <p:spPr>
          <a:xfrm>
            <a:off x="2439987" y="3186607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691" name="data_4442">
            <a:extLst>
              <a:ext uri="{FF2B5EF4-FFF2-40B4-BE49-F238E27FC236}">
                <a16:creationId xmlns:a16="http://schemas.microsoft.com/office/drawing/2014/main" id="{4CC6ACEC-85FF-4ACE-9F8C-C7FC39C012B8}"/>
              </a:ext>
            </a:extLst>
          </p:cNvPr>
          <p:cNvSpPr>
            <a:spLocks/>
          </p:cNvSpPr>
          <p:nvPr/>
        </p:nvSpPr>
        <p:spPr>
          <a:xfrm>
            <a:off x="2714145" y="2666771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692" name="data_4443">
            <a:extLst>
              <a:ext uri="{FF2B5EF4-FFF2-40B4-BE49-F238E27FC236}">
                <a16:creationId xmlns:a16="http://schemas.microsoft.com/office/drawing/2014/main" id="{2724FD2F-0E7D-45E1-AD86-B5DBEE0787EE}"/>
              </a:ext>
            </a:extLst>
          </p:cNvPr>
          <p:cNvSpPr>
            <a:spLocks/>
          </p:cNvSpPr>
          <p:nvPr/>
        </p:nvSpPr>
        <p:spPr>
          <a:xfrm>
            <a:off x="2988303" y="2444254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693" name="data_4444">
            <a:extLst>
              <a:ext uri="{FF2B5EF4-FFF2-40B4-BE49-F238E27FC236}">
                <a16:creationId xmlns:a16="http://schemas.microsoft.com/office/drawing/2014/main" id="{400C0DCF-55B0-4499-A884-A012E3CC6590}"/>
              </a:ext>
            </a:extLst>
          </p:cNvPr>
          <p:cNvSpPr>
            <a:spLocks/>
          </p:cNvSpPr>
          <p:nvPr/>
        </p:nvSpPr>
        <p:spPr>
          <a:xfrm>
            <a:off x="3582312" y="3421431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694" name="data_4445">
            <a:extLst>
              <a:ext uri="{FF2B5EF4-FFF2-40B4-BE49-F238E27FC236}">
                <a16:creationId xmlns:a16="http://schemas.microsoft.com/office/drawing/2014/main" id="{B4BCAC36-B645-4D69-886C-F0B77D281F5A}"/>
              </a:ext>
            </a:extLst>
          </p:cNvPr>
          <p:cNvSpPr>
            <a:spLocks/>
          </p:cNvSpPr>
          <p:nvPr/>
        </p:nvSpPr>
        <p:spPr>
          <a:xfrm>
            <a:off x="3856470" y="2837589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695" name="data_4446">
            <a:extLst>
              <a:ext uri="{FF2B5EF4-FFF2-40B4-BE49-F238E27FC236}">
                <a16:creationId xmlns:a16="http://schemas.microsoft.com/office/drawing/2014/main" id="{248AEB52-2373-4479-A5C7-6E5633E833A2}"/>
              </a:ext>
            </a:extLst>
          </p:cNvPr>
          <p:cNvSpPr>
            <a:spLocks/>
          </p:cNvSpPr>
          <p:nvPr/>
        </p:nvSpPr>
        <p:spPr>
          <a:xfrm>
            <a:off x="4130628" y="2636403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696" name="data_4447">
            <a:extLst>
              <a:ext uri="{FF2B5EF4-FFF2-40B4-BE49-F238E27FC236}">
                <a16:creationId xmlns:a16="http://schemas.microsoft.com/office/drawing/2014/main" id="{123F80BE-D619-42BD-96A6-66D54C94725B}"/>
              </a:ext>
            </a:extLst>
          </p:cNvPr>
          <p:cNvSpPr>
            <a:spLocks/>
          </p:cNvSpPr>
          <p:nvPr/>
        </p:nvSpPr>
        <p:spPr>
          <a:xfrm>
            <a:off x="5724170" y="1722120"/>
            <a:ext cx="3426973" cy="1928910"/>
          </a:xfrm>
          <a:custGeom>
            <a:avLst/>
            <a:gdLst/>
            <a:ahLst/>
            <a:cxnLst/>
            <a:rect l="0" t="0" r="0" b="0"/>
            <a:pathLst>
              <a:path w="3426973" h="1928910">
                <a:moveTo>
                  <a:pt x="0" y="1928910"/>
                </a:moveTo>
                <a:lnTo>
                  <a:pt x="3426973" y="1928910"/>
                </a:lnTo>
                <a:lnTo>
                  <a:pt x="3426973" y="0"/>
                </a:lnTo>
                <a:lnTo>
                  <a:pt x="0" y="0"/>
                </a:lnTo>
                <a:lnTo>
                  <a:pt x="0" y="192891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97" name="data_4448">
            <a:extLst>
              <a:ext uri="{FF2B5EF4-FFF2-40B4-BE49-F238E27FC236}">
                <a16:creationId xmlns:a16="http://schemas.microsoft.com/office/drawing/2014/main" id="{F5B4EEB5-B4F9-4A54-9AB8-586C5C2A3D31}"/>
              </a:ext>
            </a:extLst>
          </p:cNvPr>
          <p:cNvSpPr>
            <a:spLocks/>
          </p:cNvSpPr>
          <p:nvPr/>
        </p:nvSpPr>
        <p:spPr>
          <a:xfrm>
            <a:off x="6086639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98" name="text_4449">
            <a:extLst>
              <a:ext uri="{FF2B5EF4-FFF2-40B4-BE49-F238E27FC236}">
                <a16:creationId xmlns:a16="http://schemas.microsoft.com/office/drawing/2014/main" id="{8C0DAD39-0F22-4852-BB5D-B5EC2C35A365}"/>
              </a:ext>
            </a:extLst>
          </p:cNvPr>
          <p:cNvSpPr>
            <a:spLocks/>
          </p:cNvSpPr>
          <p:nvPr/>
        </p:nvSpPr>
        <p:spPr>
          <a:xfrm>
            <a:off x="5851154" y="3787747"/>
            <a:ext cx="48003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99" name="text_4450">
            <a:extLst>
              <a:ext uri="{FF2B5EF4-FFF2-40B4-BE49-F238E27FC236}">
                <a16:creationId xmlns:a16="http://schemas.microsoft.com/office/drawing/2014/main" id="{F406FD56-B25D-45D2-8961-39ADBEC03399}"/>
              </a:ext>
            </a:extLst>
          </p:cNvPr>
          <p:cNvSpPr>
            <a:spLocks/>
          </p:cNvSpPr>
          <p:nvPr/>
        </p:nvSpPr>
        <p:spPr>
          <a:xfrm>
            <a:off x="5868292" y="3902754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1700" name="text_4451">
            <a:extLst>
              <a:ext uri="{FF2B5EF4-FFF2-40B4-BE49-F238E27FC236}">
                <a16:creationId xmlns:a16="http://schemas.microsoft.com/office/drawing/2014/main" id="{B953BD56-7F4F-4734-92DE-216E3533212A}"/>
              </a:ext>
            </a:extLst>
          </p:cNvPr>
          <p:cNvSpPr>
            <a:spLocks/>
          </p:cNvSpPr>
          <p:nvPr/>
        </p:nvSpPr>
        <p:spPr>
          <a:xfrm>
            <a:off x="5969867" y="3902754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01" name="text_4452">
            <a:extLst>
              <a:ext uri="{FF2B5EF4-FFF2-40B4-BE49-F238E27FC236}">
                <a16:creationId xmlns:a16="http://schemas.microsoft.com/office/drawing/2014/main" id="{AABD1D5C-BB67-4672-A895-CB3BA5A4E01A}"/>
              </a:ext>
            </a:extLst>
          </p:cNvPr>
          <p:cNvSpPr>
            <a:spLocks/>
          </p:cNvSpPr>
          <p:nvPr/>
        </p:nvSpPr>
        <p:spPr>
          <a:xfrm>
            <a:off x="6101503" y="3902754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02" name="text_4453">
            <a:extLst>
              <a:ext uri="{FF2B5EF4-FFF2-40B4-BE49-F238E27FC236}">
                <a16:creationId xmlns:a16="http://schemas.microsoft.com/office/drawing/2014/main" id="{3C0966F1-3DFF-485C-A7AE-5C67482A8C17}"/>
              </a:ext>
            </a:extLst>
          </p:cNvPr>
          <p:cNvSpPr>
            <a:spLocks/>
          </p:cNvSpPr>
          <p:nvPr/>
        </p:nvSpPr>
        <p:spPr>
          <a:xfrm>
            <a:off x="6182601" y="3902754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03" name="text_4454">
            <a:extLst>
              <a:ext uri="{FF2B5EF4-FFF2-40B4-BE49-F238E27FC236}">
                <a16:creationId xmlns:a16="http://schemas.microsoft.com/office/drawing/2014/main" id="{540B97C2-8E84-4EB0-BB16-5042CD0D74EF}"/>
              </a:ext>
            </a:extLst>
          </p:cNvPr>
          <p:cNvSpPr>
            <a:spLocks/>
          </p:cNvSpPr>
          <p:nvPr/>
        </p:nvSpPr>
        <p:spPr>
          <a:xfrm>
            <a:off x="6223119" y="3902754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04" name="data_4455">
            <a:extLst>
              <a:ext uri="{FF2B5EF4-FFF2-40B4-BE49-F238E27FC236}">
                <a16:creationId xmlns:a16="http://schemas.microsoft.com/office/drawing/2014/main" id="{A348BC5F-4BC2-4AE5-878B-DC793D040388}"/>
              </a:ext>
            </a:extLst>
          </p:cNvPr>
          <p:cNvSpPr>
            <a:spLocks/>
          </p:cNvSpPr>
          <p:nvPr/>
        </p:nvSpPr>
        <p:spPr>
          <a:xfrm>
            <a:off x="6987318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05" name="text_4456">
            <a:extLst>
              <a:ext uri="{FF2B5EF4-FFF2-40B4-BE49-F238E27FC236}">
                <a16:creationId xmlns:a16="http://schemas.microsoft.com/office/drawing/2014/main" id="{CF47034F-C93E-43F0-9643-0449A440646A}"/>
              </a:ext>
            </a:extLst>
          </p:cNvPr>
          <p:cNvSpPr>
            <a:spLocks/>
          </p:cNvSpPr>
          <p:nvPr/>
        </p:nvSpPr>
        <p:spPr>
          <a:xfrm>
            <a:off x="6834002" y="3787747"/>
            <a:ext cx="31570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706" name="text_4457">
            <a:extLst>
              <a:ext uri="{FF2B5EF4-FFF2-40B4-BE49-F238E27FC236}">
                <a16:creationId xmlns:a16="http://schemas.microsoft.com/office/drawing/2014/main" id="{90D61C06-7ED7-495A-AF8B-8E1839A13266}"/>
              </a:ext>
            </a:extLst>
          </p:cNvPr>
          <p:cNvSpPr>
            <a:spLocks/>
          </p:cNvSpPr>
          <p:nvPr/>
        </p:nvSpPr>
        <p:spPr>
          <a:xfrm>
            <a:off x="6768971" y="3902754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1707" name="text_4458">
            <a:extLst>
              <a:ext uri="{FF2B5EF4-FFF2-40B4-BE49-F238E27FC236}">
                <a16:creationId xmlns:a16="http://schemas.microsoft.com/office/drawing/2014/main" id="{695292A8-9674-470C-9062-D67D3D2696D8}"/>
              </a:ext>
            </a:extLst>
          </p:cNvPr>
          <p:cNvSpPr>
            <a:spLocks/>
          </p:cNvSpPr>
          <p:nvPr/>
        </p:nvSpPr>
        <p:spPr>
          <a:xfrm>
            <a:off x="6870546" y="3902754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08" name="text_4459">
            <a:extLst>
              <a:ext uri="{FF2B5EF4-FFF2-40B4-BE49-F238E27FC236}">
                <a16:creationId xmlns:a16="http://schemas.microsoft.com/office/drawing/2014/main" id="{715B7855-1444-45D5-B5DD-C06AC0189760}"/>
              </a:ext>
            </a:extLst>
          </p:cNvPr>
          <p:cNvSpPr>
            <a:spLocks/>
          </p:cNvSpPr>
          <p:nvPr/>
        </p:nvSpPr>
        <p:spPr>
          <a:xfrm>
            <a:off x="7002182" y="3902754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09" name="text_4460">
            <a:extLst>
              <a:ext uri="{FF2B5EF4-FFF2-40B4-BE49-F238E27FC236}">
                <a16:creationId xmlns:a16="http://schemas.microsoft.com/office/drawing/2014/main" id="{5072844E-2498-4EC1-901C-7BC7BDD1DEAB}"/>
              </a:ext>
            </a:extLst>
          </p:cNvPr>
          <p:cNvSpPr>
            <a:spLocks/>
          </p:cNvSpPr>
          <p:nvPr/>
        </p:nvSpPr>
        <p:spPr>
          <a:xfrm>
            <a:off x="7083280" y="3902754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10" name="text_4461">
            <a:extLst>
              <a:ext uri="{FF2B5EF4-FFF2-40B4-BE49-F238E27FC236}">
                <a16:creationId xmlns:a16="http://schemas.microsoft.com/office/drawing/2014/main" id="{DDDA1B77-86AD-4D1C-930A-476F18AA775B}"/>
              </a:ext>
            </a:extLst>
          </p:cNvPr>
          <p:cNvSpPr>
            <a:spLocks/>
          </p:cNvSpPr>
          <p:nvPr/>
        </p:nvSpPr>
        <p:spPr>
          <a:xfrm>
            <a:off x="7123798" y="3902754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11" name="data_4462">
            <a:extLst>
              <a:ext uri="{FF2B5EF4-FFF2-40B4-BE49-F238E27FC236}">
                <a16:creationId xmlns:a16="http://schemas.microsoft.com/office/drawing/2014/main" id="{A77CD7C6-1C86-4FEE-9C41-7C2174B06CBB}"/>
              </a:ext>
            </a:extLst>
          </p:cNvPr>
          <p:cNvSpPr>
            <a:spLocks/>
          </p:cNvSpPr>
          <p:nvPr/>
        </p:nvSpPr>
        <p:spPr>
          <a:xfrm>
            <a:off x="7887996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2" name="text_4463">
            <a:extLst>
              <a:ext uri="{FF2B5EF4-FFF2-40B4-BE49-F238E27FC236}">
                <a16:creationId xmlns:a16="http://schemas.microsoft.com/office/drawing/2014/main" id="{1A68D6E4-BB13-42CF-84E4-C572723F0D7E}"/>
              </a:ext>
            </a:extLst>
          </p:cNvPr>
          <p:cNvSpPr>
            <a:spLocks/>
          </p:cNvSpPr>
          <p:nvPr/>
        </p:nvSpPr>
        <p:spPr>
          <a:xfrm>
            <a:off x="7652512" y="3787747"/>
            <a:ext cx="48003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713" name="text_4464">
            <a:extLst>
              <a:ext uri="{FF2B5EF4-FFF2-40B4-BE49-F238E27FC236}">
                <a16:creationId xmlns:a16="http://schemas.microsoft.com/office/drawing/2014/main" id="{6F4B8D1D-329D-4E5E-8F48-24F1520FB0CC}"/>
              </a:ext>
            </a:extLst>
          </p:cNvPr>
          <p:cNvSpPr>
            <a:spLocks/>
          </p:cNvSpPr>
          <p:nvPr/>
        </p:nvSpPr>
        <p:spPr>
          <a:xfrm>
            <a:off x="7669650" y="3902754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1714" name="text_4465">
            <a:extLst>
              <a:ext uri="{FF2B5EF4-FFF2-40B4-BE49-F238E27FC236}">
                <a16:creationId xmlns:a16="http://schemas.microsoft.com/office/drawing/2014/main" id="{9B3925E1-8A0E-4192-974E-A10377E9DDBF}"/>
              </a:ext>
            </a:extLst>
          </p:cNvPr>
          <p:cNvSpPr>
            <a:spLocks/>
          </p:cNvSpPr>
          <p:nvPr/>
        </p:nvSpPr>
        <p:spPr>
          <a:xfrm>
            <a:off x="7771225" y="3902754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15" name="text_4466">
            <a:extLst>
              <a:ext uri="{FF2B5EF4-FFF2-40B4-BE49-F238E27FC236}">
                <a16:creationId xmlns:a16="http://schemas.microsoft.com/office/drawing/2014/main" id="{5BC89C44-711F-4F4C-A0A4-1FEB421D3855}"/>
              </a:ext>
            </a:extLst>
          </p:cNvPr>
          <p:cNvSpPr>
            <a:spLocks/>
          </p:cNvSpPr>
          <p:nvPr/>
        </p:nvSpPr>
        <p:spPr>
          <a:xfrm>
            <a:off x="7902861" y="3902754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16" name="text_4467">
            <a:extLst>
              <a:ext uri="{FF2B5EF4-FFF2-40B4-BE49-F238E27FC236}">
                <a16:creationId xmlns:a16="http://schemas.microsoft.com/office/drawing/2014/main" id="{9408428A-0AAE-4D0B-9710-778C4EBB2BA0}"/>
              </a:ext>
            </a:extLst>
          </p:cNvPr>
          <p:cNvSpPr>
            <a:spLocks/>
          </p:cNvSpPr>
          <p:nvPr/>
        </p:nvSpPr>
        <p:spPr>
          <a:xfrm>
            <a:off x="7983959" y="3902754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17" name="text_4468">
            <a:extLst>
              <a:ext uri="{FF2B5EF4-FFF2-40B4-BE49-F238E27FC236}">
                <a16:creationId xmlns:a16="http://schemas.microsoft.com/office/drawing/2014/main" id="{DAD1DE31-36A4-4A3C-B04C-6007AF0F9187}"/>
              </a:ext>
            </a:extLst>
          </p:cNvPr>
          <p:cNvSpPr>
            <a:spLocks/>
          </p:cNvSpPr>
          <p:nvPr/>
        </p:nvSpPr>
        <p:spPr>
          <a:xfrm>
            <a:off x="8024477" y="3902754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18" name="data_4469">
            <a:extLst>
              <a:ext uri="{FF2B5EF4-FFF2-40B4-BE49-F238E27FC236}">
                <a16:creationId xmlns:a16="http://schemas.microsoft.com/office/drawing/2014/main" id="{A6C62913-6A12-491B-A30B-ACC61B986ACD}"/>
              </a:ext>
            </a:extLst>
          </p:cNvPr>
          <p:cNvSpPr>
            <a:spLocks/>
          </p:cNvSpPr>
          <p:nvPr/>
        </p:nvSpPr>
        <p:spPr>
          <a:xfrm>
            <a:off x="8788675" y="36510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19" name="text_4470">
            <a:extLst>
              <a:ext uri="{FF2B5EF4-FFF2-40B4-BE49-F238E27FC236}">
                <a16:creationId xmlns:a16="http://schemas.microsoft.com/office/drawing/2014/main" id="{68E8D754-1E73-43EE-9745-A846BCF5CCA8}"/>
              </a:ext>
            </a:extLst>
          </p:cNvPr>
          <p:cNvSpPr>
            <a:spLocks/>
          </p:cNvSpPr>
          <p:nvPr/>
        </p:nvSpPr>
        <p:spPr>
          <a:xfrm>
            <a:off x="8635360" y="3787747"/>
            <a:ext cx="31570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720" name="text_4471">
            <a:extLst>
              <a:ext uri="{FF2B5EF4-FFF2-40B4-BE49-F238E27FC236}">
                <a16:creationId xmlns:a16="http://schemas.microsoft.com/office/drawing/2014/main" id="{5DA60151-ADD8-4C43-A63A-06F8EB789F19}"/>
              </a:ext>
            </a:extLst>
          </p:cNvPr>
          <p:cNvSpPr>
            <a:spLocks/>
          </p:cNvSpPr>
          <p:nvPr/>
        </p:nvSpPr>
        <p:spPr>
          <a:xfrm>
            <a:off x="8570329" y="3902754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1721" name="text_4472">
            <a:extLst>
              <a:ext uri="{FF2B5EF4-FFF2-40B4-BE49-F238E27FC236}">
                <a16:creationId xmlns:a16="http://schemas.microsoft.com/office/drawing/2014/main" id="{EDDC947F-419B-47D3-830F-B86FE205EEE7}"/>
              </a:ext>
            </a:extLst>
          </p:cNvPr>
          <p:cNvSpPr>
            <a:spLocks/>
          </p:cNvSpPr>
          <p:nvPr/>
        </p:nvSpPr>
        <p:spPr>
          <a:xfrm>
            <a:off x="8671904" y="3902754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722" name="text_4473">
            <a:extLst>
              <a:ext uri="{FF2B5EF4-FFF2-40B4-BE49-F238E27FC236}">
                <a16:creationId xmlns:a16="http://schemas.microsoft.com/office/drawing/2014/main" id="{5053EA39-3C6A-4548-AA74-AA61CFD670B6}"/>
              </a:ext>
            </a:extLst>
          </p:cNvPr>
          <p:cNvSpPr>
            <a:spLocks/>
          </p:cNvSpPr>
          <p:nvPr/>
        </p:nvSpPr>
        <p:spPr>
          <a:xfrm>
            <a:off x="8803540" y="3902754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23" name="text_4474">
            <a:extLst>
              <a:ext uri="{FF2B5EF4-FFF2-40B4-BE49-F238E27FC236}">
                <a16:creationId xmlns:a16="http://schemas.microsoft.com/office/drawing/2014/main" id="{53F18182-7C23-4AC9-8493-502CC44040D7}"/>
              </a:ext>
            </a:extLst>
          </p:cNvPr>
          <p:cNvSpPr>
            <a:spLocks/>
          </p:cNvSpPr>
          <p:nvPr/>
        </p:nvSpPr>
        <p:spPr>
          <a:xfrm>
            <a:off x="8884638" y="3902754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724" name="text_4475">
            <a:extLst>
              <a:ext uri="{FF2B5EF4-FFF2-40B4-BE49-F238E27FC236}">
                <a16:creationId xmlns:a16="http://schemas.microsoft.com/office/drawing/2014/main" id="{9F8D1ABC-6308-400B-BC03-5736E2C545FE}"/>
              </a:ext>
            </a:extLst>
          </p:cNvPr>
          <p:cNvSpPr>
            <a:spLocks/>
          </p:cNvSpPr>
          <p:nvPr/>
        </p:nvSpPr>
        <p:spPr>
          <a:xfrm>
            <a:off x="8925156" y="3902754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25" name="data_4476">
            <a:extLst>
              <a:ext uri="{FF2B5EF4-FFF2-40B4-BE49-F238E27FC236}">
                <a16:creationId xmlns:a16="http://schemas.microsoft.com/office/drawing/2014/main" id="{4A84E821-753B-42F3-AE43-F88718FF7A3A}"/>
              </a:ext>
            </a:extLst>
          </p:cNvPr>
          <p:cNvSpPr>
            <a:spLocks/>
          </p:cNvSpPr>
          <p:nvPr/>
        </p:nvSpPr>
        <p:spPr>
          <a:xfrm>
            <a:off x="5724170" y="3651030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26" name="data_4477">
            <a:extLst>
              <a:ext uri="{FF2B5EF4-FFF2-40B4-BE49-F238E27FC236}">
                <a16:creationId xmlns:a16="http://schemas.microsoft.com/office/drawing/2014/main" id="{516D30FB-346D-449C-8AD8-4A492AE97839}"/>
              </a:ext>
            </a:extLst>
          </p:cNvPr>
          <p:cNvSpPr>
            <a:spLocks/>
          </p:cNvSpPr>
          <p:nvPr/>
        </p:nvSpPr>
        <p:spPr>
          <a:xfrm>
            <a:off x="5679834" y="36510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4478">
            <a:extLst>
              <a:ext uri="{FF2B5EF4-FFF2-40B4-BE49-F238E27FC236}">
                <a16:creationId xmlns:a16="http://schemas.microsoft.com/office/drawing/2014/main" id="{9A997094-6E7C-480D-913C-8BC033016066}"/>
              </a:ext>
            </a:extLst>
          </p:cNvPr>
          <p:cNvSpPr>
            <a:spLocks/>
          </p:cNvSpPr>
          <p:nvPr/>
        </p:nvSpPr>
        <p:spPr>
          <a:xfrm>
            <a:off x="5456111" y="359358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28" name="data_4479">
            <a:extLst>
              <a:ext uri="{FF2B5EF4-FFF2-40B4-BE49-F238E27FC236}">
                <a16:creationId xmlns:a16="http://schemas.microsoft.com/office/drawing/2014/main" id="{F2E3706A-3D59-43F9-906B-26F69A8A1209}"/>
              </a:ext>
            </a:extLst>
          </p:cNvPr>
          <p:cNvSpPr>
            <a:spLocks/>
          </p:cNvSpPr>
          <p:nvPr/>
        </p:nvSpPr>
        <p:spPr>
          <a:xfrm>
            <a:off x="5724170" y="2741167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29" name="data_4480">
            <a:extLst>
              <a:ext uri="{FF2B5EF4-FFF2-40B4-BE49-F238E27FC236}">
                <a16:creationId xmlns:a16="http://schemas.microsoft.com/office/drawing/2014/main" id="{A051DE9C-3586-4C2A-B949-1FB7C8D8E631}"/>
              </a:ext>
            </a:extLst>
          </p:cNvPr>
          <p:cNvSpPr>
            <a:spLocks/>
          </p:cNvSpPr>
          <p:nvPr/>
        </p:nvSpPr>
        <p:spPr>
          <a:xfrm>
            <a:off x="5679834" y="27411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0" name="text_4481">
            <a:extLst>
              <a:ext uri="{FF2B5EF4-FFF2-40B4-BE49-F238E27FC236}">
                <a16:creationId xmlns:a16="http://schemas.microsoft.com/office/drawing/2014/main" id="{1F8B6263-BA85-439E-904F-0196055D0F50}"/>
              </a:ext>
            </a:extLst>
          </p:cNvPr>
          <p:cNvSpPr>
            <a:spLocks/>
          </p:cNvSpPr>
          <p:nvPr/>
        </p:nvSpPr>
        <p:spPr>
          <a:xfrm>
            <a:off x="5456111" y="268371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31" name="data_4482">
            <a:extLst>
              <a:ext uri="{FF2B5EF4-FFF2-40B4-BE49-F238E27FC236}">
                <a16:creationId xmlns:a16="http://schemas.microsoft.com/office/drawing/2014/main" id="{DA5CCF5E-B81F-48B0-810B-07ABC47CFA21}"/>
              </a:ext>
            </a:extLst>
          </p:cNvPr>
          <p:cNvSpPr>
            <a:spLocks/>
          </p:cNvSpPr>
          <p:nvPr/>
        </p:nvSpPr>
        <p:spPr>
          <a:xfrm>
            <a:off x="5724170" y="1831304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732" name="data_4483">
            <a:extLst>
              <a:ext uri="{FF2B5EF4-FFF2-40B4-BE49-F238E27FC236}">
                <a16:creationId xmlns:a16="http://schemas.microsoft.com/office/drawing/2014/main" id="{DD3304A5-02E2-4A70-B935-DC78EDA48922}"/>
              </a:ext>
            </a:extLst>
          </p:cNvPr>
          <p:cNvSpPr>
            <a:spLocks/>
          </p:cNvSpPr>
          <p:nvPr/>
        </p:nvSpPr>
        <p:spPr>
          <a:xfrm>
            <a:off x="5679834" y="183130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4484">
            <a:extLst>
              <a:ext uri="{FF2B5EF4-FFF2-40B4-BE49-F238E27FC236}">
                <a16:creationId xmlns:a16="http://schemas.microsoft.com/office/drawing/2014/main" id="{EBCCCB6D-1188-44F4-84FD-82B13494D917}"/>
              </a:ext>
            </a:extLst>
          </p:cNvPr>
          <p:cNvSpPr>
            <a:spLocks/>
          </p:cNvSpPr>
          <p:nvPr/>
        </p:nvSpPr>
        <p:spPr>
          <a:xfrm>
            <a:off x="5456111" y="177385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34" name="text_4485">
            <a:extLst>
              <a:ext uri="{FF2B5EF4-FFF2-40B4-BE49-F238E27FC236}">
                <a16:creationId xmlns:a16="http://schemas.microsoft.com/office/drawing/2014/main" id="{B1352495-8070-4072-B871-70371F4F93C5}"/>
              </a:ext>
            </a:extLst>
          </p:cNvPr>
          <p:cNvSpPr>
            <a:spLocks/>
          </p:cNvSpPr>
          <p:nvPr/>
        </p:nvSpPr>
        <p:spPr>
          <a:xfrm rot="-5400000">
            <a:off x="5186903" y="2602337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735" name="data_4486">
            <a:extLst>
              <a:ext uri="{FF2B5EF4-FFF2-40B4-BE49-F238E27FC236}">
                <a16:creationId xmlns:a16="http://schemas.microsoft.com/office/drawing/2014/main" id="{142C9368-AD41-4554-8C94-62359CD97B1D}"/>
              </a:ext>
            </a:extLst>
          </p:cNvPr>
          <p:cNvSpPr>
            <a:spLocks/>
          </p:cNvSpPr>
          <p:nvPr/>
        </p:nvSpPr>
        <p:spPr>
          <a:xfrm>
            <a:off x="5785680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62562" y="1819727"/>
                </a:moveTo>
                <a:lnTo>
                  <a:pt x="0" y="1819727"/>
                </a:lnTo>
                <a:lnTo>
                  <a:pt x="802" y="1808354"/>
                </a:lnTo>
                <a:lnTo>
                  <a:pt x="3157" y="1796980"/>
                </a:lnTo>
                <a:lnTo>
                  <a:pt x="6923" y="1785607"/>
                </a:lnTo>
                <a:lnTo>
                  <a:pt x="11875" y="1774234"/>
                </a:lnTo>
                <a:lnTo>
                  <a:pt x="17734" y="1762860"/>
                </a:lnTo>
                <a:lnTo>
                  <a:pt x="24187" y="1751487"/>
                </a:lnTo>
                <a:lnTo>
                  <a:pt x="30922" y="1740114"/>
                </a:lnTo>
                <a:lnTo>
                  <a:pt x="37646" y="1728741"/>
                </a:lnTo>
                <a:lnTo>
                  <a:pt x="44109" y="1717367"/>
                </a:lnTo>
                <a:lnTo>
                  <a:pt x="50116" y="1705994"/>
                </a:lnTo>
                <a:lnTo>
                  <a:pt x="55531" y="1694621"/>
                </a:lnTo>
                <a:lnTo>
                  <a:pt x="60277" y="1683247"/>
                </a:lnTo>
                <a:lnTo>
                  <a:pt x="64332" y="1671874"/>
                </a:lnTo>
                <a:lnTo>
                  <a:pt x="67714" y="1660501"/>
                </a:lnTo>
                <a:lnTo>
                  <a:pt x="70473" y="1649127"/>
                </a:lnTo>
                <a:lnTo>
                  <a:pt x="72680" y="1637754"/>
                </a:lnTo>
                <a:lnTo>
                  <a:pt x="74413" y="1626381"/>
                </a:lnTo>
                <a:lnTo>
                  <a:pt x="75752" y="1615008"/>
                </a:lnTo>
                <a:lnTo>
                  <a:pt x="76771" y="1603634"/>
                </a:lnTo>
                <a:lnTo>
                  <a:pt x="77539" y="1592261"/>
                </a:lnTo>
                <a:lnTo>
                  <a:pt x="78112" y="1580888"/>
                </a:lnTo>
                <a:lnTo>
                  <a:pt x="78536" y="1569514"/>
                </a:lnTo>
                <a:lnTo>
                  <a:pt x="78849" y="1558141"/>
                </a:lnTo>
                <a:lnTo>
                  <a:pt x="79080" y="1546768"/>
                </a:lnTo>
                <a:lnTo>
                  <a:pt x="79251" y="1535395"/>
                </a:lnTo>
                <a:lnTo>
                  <a:pt x="79381" y="1524021"/>
                </a:lnTo>
                <a:lnTo>
                  <a:pt x="79482" y="1512648"/>
                </a:lnTo>
                <a:lnTo>
                  <a:pt x="79565" y="1501275"/>
                </a:lnTo>
                <a:lnTo>
                  <a:pt x="79638" y="1489901"/>
                </a:lnTo>
                <a:lnTo>
                  <a:pt x="79707" y="1478528"/>
                </a:lnTo>
                <a:lnTo>
                  <a:pt x="79776" y="1467155"/>
                </a:lnTo>
                <a:lnTo>
                  <a:pt x="79848" y="1455782"/>
                </a:lnTo>
                <a:lnTo>
                  <a:pt x="79926" y="1444408"/>
                </a:lnTo>
                <a:lnTo>
                  <a:pt x="80010" y="1433035"/>
                </a:lnTo>
                <a:lnTo>
                  <a:pt x="80100" y="1421662"/>
                </a:lnTo>
                <a:lnTo>
                  <a:pt x="80195" y="1410288"/>
                </a:lnTo>
                <a:lnTo>
                  <a:pt x="80292" y="1398915"/>
                </a:lnTo>
                <a:lnTo>
                  <a:pt x="80389" y="1387542"/>
                </a:lnTo>
                <a:lnTo>
                  <a:pt x="80483" y="1376168"/>
                </a:lnTo>
                <a:lnTo>
                  <a:pt x="80572" y="1364795"/>
                </a:lnTo>
                <a:lnTo>
                  <a:pt x="80654" y="1353422"/>
                </a:lnTo>
                <a:lnTo>
                  <a:pt x="80726" y="1342049"/>
                </a:lnTo>
                <a:lnTo>
                  <a:pt x="80787" y="1330675"/>
                </a:lnTo>
                <a:lnTo>
                  <a:pt x="80837" y="1319302"/>
                </a:lnTo>
                <a:lnTo>
                  <a:pt x="80876" y="1307929"/>
                </a:lnTo>
                <a:lnTo>
                  <a:pt x="80906" y="1296555"/>
                </a:lnTo>
                <a:lnTo>
                  <a:pt x="80928" y="1285182"/>
                </a:lnTo>
                <a:lnTo>
                  <a:pt x="80945" y="1273809"/>
                </a:lnTo>
                <a:lnTo>
                  <a:pt x="80957" y="1262436"/>
                </a:lnTo>
                <a:lnTo>
                  <a:pt x="80969" y="1251062"/>
                </a:lnTo>
                <a:lnTo>
                  <a:pt x="80980" y="1239689"/>
                </a:lnTo>
                <a:lnTo>
                  <a:pt x="80993" y="1228316"/>
                </a:lnTo>
                <a:lnTo>
                  <a:pt x="81009" y="1216942"/>
                </a:lnTo>
                <a:lnTo>
                  <a:pt x="81027" y="1205569"/>
                </a:lnTo>
                <a:lnTo>
                  <a:pt x="81048" y="1194196"/>
                </a:lnTo>
                <a:lnTo>
                  <a:pt x="81071" y="1182822"/>
                </a:lnTo>
                <a:lnTo>
                  <a:pt x="81095" y="1171449"/>
                </a:lnTo>
                <a:lnTo>
                  <a:pt x="81120" y="1160076"/>
                </a:lnTo>
                <a:lnTo>
                  <a:pt x="81144" y="1148703"/>
                </a:lnTo>
                <a:lnTo>
                  <a:pt x="81167" y="1137329"/>
                </a:lnTo>
                <a:lnTo>
                  <a:pt x="81188" y="1125956"/>
                </a:lnTo>
                <a:lnTo>
                  <a:pt x="81207" y="1114583"/>
                </a:lnTo>
                <a:lnTo>
                  <a:pt x="81223" y="1103209"/>
                </a:lnTo>
                <a:lnTo>
                  <a:pt x="81236" y="1091836"/>
                </a:lnTo>
                <a:lnTo>
                  <a:pt x="81246" y="1080463"/>
                </a:lnTo>
                <a:lnTo>
                  <a:pt x="81254" y="1069090"/>
                </a:lnTo>
                <a:lnTo>
                  <a:pt x="81259" y="1057716"/>
                </a:lnTo>
                <a:lnTo>
                  <a:pt x="81261" y="1046343"/>
                </a:lnTo>
                <a:lnTo>
                  <a:pt x="81261" y="1034970"/>
                </a:lnTo>
                <a:lnTo>
                  <a:pt x="81259" y="1023596"/>
                </a:lnTo>
                <a:lnTo>
                  <a:pt x="81254" y="1012223"/>
                </a:lnTo>
                <a:lnTo>
                  <a:pt x="81247" y="1000850"/>
                </a:lnTo>
                <a:lnTo>
                  <a:pt x="81237" y="989476"/>
                </a:lnTo>
                <a:lnTo>
                  <a:pt x="81224" y="978103"/>
                </a:lnTo>
                <a:lnTo>
                  <a:pt x="81209" y="966730"/>
                </a:lnTo>
                <a:lnTo>
                  <a:pt x="81190" y="955357"/>
                </a:lnTo>
                <a:lnTo>
                  <a:pt x="81170" y="943983"/>
                </a:lnTo>
                <a:lnTo>
                  <a:pt x="81147" y="932610"/>
                </a:lnTo>
                <a:lnTo>
                  <a:pt x="81124" y="921237"/>
                </a:lnTo>
                <a:lnTo>
                  <a:pt x="81100" y="909863"/>
                </a:lnTo>
                <a:lnTo>
                  <a:pt x="81077" y="898490"/>
                </a:lnTo>
                <a:lnTo>
                  <a:pt x="81057" y="887117"/>
                </a:lnTo>
                <a:lnTo>
                  <a:pt x="81039" y="875744"/>
                </a:lnTo>
                <a:lnTo>
                  <a:pt x="81026" y="864370"/>
                </a:lnTo>
                <a:lnTo>
                  <a:pt x="81018" y="852997"/>
                </a:lnTo>
                <a:lnTo>
                  <a:pt x="81016" y="841624"/>
                </a:lnTo>
                <a:lnTo>
                  <a:pt x="81019" y="830250"/>
                </a:lnTo>
                <a:lnTo>
                  <a:pt x="81028" y="818877"/>
                </a:lnTo>
                <a:lnTo>
                  <a:pt x="81042" y="807504"/>
                </a:lnTo>
                <a:lnTo>
                  <a:pt x="81060" y="796131"/>
                </a:lnTo>
                <a:lnTo>
                  <a:pt x="81081" y="784757"/>
                </a:lnTo>
                <a:lnTo>
                  <a:pt x="81103" y="773384"/>
                </a:lnTo>
                <a:lnTo>
                  <a:pt x="81126" y="762011"/>
                </a:lnTo>
                <a:lnTo>
                  <a:pt x="81148" y="750637"/>
                </a:lnTo>
                <a:lnTo>
                  <a:pt x="81168" y="739264"/>
                </a:lnTo>
                <a:lnTo>
                  <a:pt x="81185" y="727891"/>
                </a:lnTo>
                <a:lnTo>
                  <a:pt x="81199" y="716517"/>
                </a:lnTo>
                <a:lnTo>
                  <a:pt x="81209" y="705144"/>
                </a:lnTo>
                <a:lnTo>
                  <a:pt x="81214" y="693771"/>
                </a:lnTo>
                <a:lnTo>
                  <a:pt x="81215" y="682398"/>
                </a:lnTo>
                <a:lnTo>
                  <a:pt x="81211" y="671024"/>
                </a:lnTo>
                <a:lnTo>
                  <a:pt x="81202" y="659651"/>
                </a:lnTo>
                <a:lnTo>
                  <a:pt x="81190" y="648278"/>
                </a:lnTo>
                <a:lnTo>
                  <a:pt x="81174" y="636904"/>
                </a:lnTo>
                <a:lnTo>
                  <a:pt x="81154" y="625531"/>
                </a:lnTo>
                <a:lnTo>
                  <a:pt x="81133" y="614158"/>
                </a:lnTo>
                <a:lnTo>
                  <a:pt x="81110" y="602785"/>
                </a:lnTo>
                <a:lnTo>
                  <a:pt x="81088" y="591411"/>
                </a:lnTo>
                <a:lnTo>
                  <a:pt x="81066" y="580038"/>
                </a:lnTo>
                <a:lnTo>
                  <a:pt x="81047" y="568665"/>
                </a:lnTo>
                <a:lnTo>
                  <a:pt x="81032" y="557291"/>
                </a:lnTo>
                <a:lnTo>
                  <a:pt x="81022" y="545918"/>
                </a:lnTo>
                <a:lnTo>
                  <a:pt x="81016" y="534545"/>
                </a:lnTo>
                <a:lnTo>
                  <a:pt x="81017" y="523171"/>
                </a:lnTo>
                <a:lnTo>
                  <a:pt x="81023" y="511798"/>
                </a:lnTo>
                <a:lnTo>
                  <a:pt x="81035" y="500425"/>
                </a:lnTo>
                <a:lnTo>
                  <a:pt x="81051" y="489052"/>
                </a:lnTo>
                <a:lnTo>
                  <a:pt x="81071" y="477678"/>
                </a:lnTo>
                <a:lnTo>
                  <a:pt x="81093" y="466305"/>
                </a:lnTo>
                <a:lnTo>
                  <a:pt x="81117" y="454932"/>
                </a:lnTo>
                <a:lnTo>
                  <a:pt x="81141" y="443558"/>
                </a:lnTo>
                <a:lnTo>
                  <a:pt x="81164" y="432185"/>
                </a:lnTo>
                <a:lnTo>
                  <a:pt x="81185" y="420812"/>
                </a:lnTo>
                <a:lnTo>
                  <a:pt x="81204" y="409439"/>
                </a:lnTo>
                <a:lnTo>
                  <a:pt x="81221" y="398065"/>
                </a:lnTo>
                <a:lnTo>
                  <a:pt x="81235" y="386692"/>
                </a:lnTo>
                <a:lnTo>
                  <a:pt x="81246" y="375319"/>
                </a:lnTo>
                <a:lnTo>
                  <a:pt x="81255" y="363945"/>
                </a:lnTo>
                <a:lnTo>
                  <a:pt x="81263" y="352572"/>
                </a:lnTo>
                <a:lnTo>
                  <a:pt x="81268" y="341199"/>
                </a:lnTo>
                <a:lnTo>
                  <a:pt x="81272" y="329825"/>
                </a:lnTo>
                <a:lnTo>
                  <a:pt x="81275" y="318452"/>
                </a:lnTo>
                <a:lnTo>
                  <a:pt x="81277" y="307079"/>
                </a:lnTo>
                <a:lnTo>
                  <a:pt x="81278" y="295706"/>
                </a:lnTo>
                <a:lnTo>
                  <a:pt x="81278" y="284332"/>
                </a:lnTo>
                <a:lnTo>
                  <a:pt x="81278" y="272959"/>
                </a:lnTo>
                <a:lnTo>
                  <a:pt x="81277" y="261586"/>
                </a:lnTo>
                <a:lnTo>
                  <a:pt x="81275" y="250212"/>
                </a:lnTo>
                <a:lnTo>
                  <a:pt x="81272" y="238839"/>
                </a:lnTo>
                <a:lnTo>
                  <a:pt x="81268" y="227466"/>
                </a:lnTo>
                <a:lnTo>
                  <a:pt x="81261" y="216093"/>
                </a:lnTo>
                <a:lnTo>
                  <a:pt x="81251" y="204719"/>
                </a:lnTo>
                <a:lnTo>
                  <a:pt x="81237" y="193346"/>
                </a:lnTo>
                <a:lnTo>
                  <a:pt x="81218" y="181973"/>
                </a:lnTo>
                <a:lnTo>
                  <a:pt x="81192" y="170599"/>
                </a:lnTo>
                <a:lnTo>
                  <a:pt x="81159" y="159226"/>
                </a:lnTo>
                <a:lnTo>
                  <a:pt x="81116" y="147853"/>
                </a:lnTo>
                <a:lnTo>
                  <a:pt x="81064" y="136480"/>
                </a:lnTo>
                <a:lnTo>
                  <a:pt x="81001" y="125106"/>
                </a:lnTo>
                <a:lnTo>
                  <a:pt x="80929" y="113733"/>
                </a:lnTo>
                <a:lnTo>
                  <a:pt x="80847" y="102360"/>
                </a:lnTo>
                <a:lnTo>
                  <a:pt x="80757" y="90986"/>
                </a:lnTo>
                <a:lnTo>
                  <a:pt x="80663" y="79613"/>
                </a:lnTo>
                <a:lnTo>
                  <a:pt x="80568" y="68240"/>
                </a:lnTo>
                <a:lnTo>
                  <a:pt x="80477" y="56866"/>
                </a:lnTo>
                <a:lnTo>
                  <a:pt x="80393" y="45493"/>
                </a:lnTo>
                <a:lnTo>
                  <a:pt x="80322" y="34120"/>
                </a:lnTo>
                <a:lnTo>
                  <a:pt x="80267" y="22747"/>
                </a:lnTo>
                <a:lnTo>
                  <a:pt x="80233" y="11373"/>
                </a:lnTo>
                <a:lnTo>
                  <a:pt x="80222" y="0"/>
                </a:lnTo>
                <a:lnTo>
                  <a:pt x="82340" y="0"/>
                </a:lnTo>
                <a:lnTo>
                  <a:pt x="82340" y="0"/>
                </a:lnTo>
                <a:lnTo>
                  <a:pt x="82328" y="11373"/>
                </a:lnTo>
                <a:lnTo>
                  <a:pt x="82294" y="22747"/>
                </a:lnTo>
                <a:lnTo>
                  <a:pt x="82240" y="34120"/>
                </a:lnTo>
                <a:lnTo>
                  <a:pt x="82169" y="45493"/>
                </a:lnTo>
                <a:lnTo>
                  <a:pt x="82085" y="56866"/>
                </a:lnTo>
                <a:lnTo>
                  <a:pt x="81993" y="68240"/>
                </a:lnTo>
                <a:lnTo>
                  <a:pt x="81898" y="79613"/>
                </a:lnTo>
                <a:lnTo>
                  <a:pt x="81804" y="90986"/>
                </a:lnTo>
                <a:lnTo>
                  <a:pt x="81715" y="102360"/>
                </a:lnTo>
                <a:lnTo>
                  <a:pt x="81633" y="113733"/>
                </a:lnTo>
                <a:lnTo>
                  <a:pt x="81560" y="125106"/>
                </a:lnTo>
                <a:lnTo>
                  <a:pt x="81498" y="136480"/>
                </a:lnTo>
                <a:lnTo>
                  <a:pt x="81445" y="147853"/>
                </a:lnTo>
                <a:lnTo>
                  <a:pt x="81403" y="159226"/>
                </a:lnTo>
                <a:lnTo>
                  <a:pt x="81370" y="170599"/>
                </a:lnTo>
                <a:lnTo>
                  <a:pt x="81344" y="181973"/>
                </a:lnTo>
                <a:lnTo>
                  <a:pt x="81325" y="193346"/>
                </a:lnTo>
                <a:lnTo>
                  <a:pt x="81311" y="204719"/>
                </a:lnTo>
                <a:lnTo>
                  <a:pt x="81301" y="216093"/>
                </a:lnTo>
                <a:lnTo>
                  <a:pt x="81294" y="227466"/>
                </a:lnTo>
                <a:lnTo>
                  <a:pt x="81289" y="238839"/>
                </a:lnTo>
                <a:lnTo>
                  <a:pt x="81286" y="250212"/>
                </a:lnTo>
                <a:lnTo>
                  <a:pt x="81284" y="261586"/>
                </a:lnTo>
                <a:lnTo>
                  <a:pt x="81284" y="272959"/>
                </a:lnTo>
                <a:lnTo>
                  <a:pt x="81283" y="284332"/>
                </a:lnTo>
                <a:lnTo>
                  <a:pt x="81284" y="295706"/>
                </a:lnTo>
                <a:lnTo>
                  <a:pt x="81285" y="307079"/>
                </a:lnTo>
                <a:lnTo>
                  <a:pt x="81287" y="318452"/>
                </a:lnTo>
                <a:lnTo>
                  <a:pt x="81290" y="329825"/>
                </a:lnTo>
                <a:lnTo>
                  <a:pt x="81294" y="341199"/>
                </a:lnTo>
                <a:lnTo>
                  <a:pt x="81299" y="352572"/>
                </a:lnTo>
                <a:lnTo>
                  <a:pt x="81306" y="363945"/>
                </a:lnTo>
                <a:lnTo>
                  <a:pt x="81315" y="375319"/>
                </a:lnTo>
                <a:lnTo>
                  <a:pt x="81327" y="386692"/>
                </a:lnTo>
                <a:lnTo>
                  <a:pt x="81341" y="398065"/>
                </a:lnTo>
                <a:lnTo>
                  <a:pt x="81358" y="409439"/>
                </a:lnTo>
                <a:lnTo>
                  <a:pt x="81377" y="420812"/>
                </a:lnTo>
                <a:lnTo>
                  <a:pt x="81398" y="432185"/>
                </a:lnTo>
                <a:lnTo>
                  <a:pt x="81421" y="443558"/>
                </a:lnTo>
                <a:lnTo>
                  <a:pt x="81445" y="454932"/>
                </a:lnTo>
                <a:lnTo>
                  <a:pt x="81468" y="466305"/>
                </a:lnTo>
                <a:lnTo>
                  <a:pt x="81490" y="477678"/>
                </a:lnTo>
                <a:lnTo>
                  <a:pt x="81510" y="489052"/>
                </a:lnTo>
                <a:lnTo>
                  <a:pt x="81527" y="500425"/>
                </a:lnTo>
                <a:lnTo>
                  <a:pt x="81538" y="511798"/>
                </a:lnTo>
                <a:lnTo>
                  <a:pt x="81545" y="523171"/>
                </a:lnTo>
                <a:lnTo>
                  <a:pt x="81545" y="534545"/>
                </a:lnTo>
                <a:lnTo>
                  <a:pt x="81540" y="545918"/>
                </a:lnTo>
                <a:lnTo>
                  <a:pt x="81530" y="557291"/>
                </a:lnTo>
                <a:lnTo>
                  <a:pt x="81514" y="568665"/>
                </a:lnTo>
                <a:lnTo>
                  <a:pt x="81495" y="580038"/>
                </a:lnTo>
                <a:lnTo>
                  <a:pt x="81474" y="591411"/>
                </a:lnTo>
                <a:lnTo>
                  <a:pt x="81451" y="602785"/>
                </a:lnTo>
                <a:lnTo>
                  <a:pt x="81429" y="614158"/>
                </a:lnTo>
                <a:lnTo>
                  <a:pt x="81407" y="625531"/>
                </a:lnTo>
                <a:lnTo>
                  <a:pt x="81388" y="636904"/>
                </a:lnTo>
                <a:lnTo>
                  <a:pt x="81372" y="648278"/>
                </a:lnTo>
                <a:lnTo>
                  <a:pt x="81359" y="659651"/>
                </a:lnTo>
                <a:lnTo>
                  <a:pt x="81351" y="671024"/>
                </a:lnTo>
                <a:lnTo>
                  <a:pt x="81347" y="682398"/>
                </a:lnTo>
                <a:lnTo>
                  <a:pt x="81348" y="693771"/>
                </a:lnTo>
                <a:lnTo>
                  <a:pt x="81353" y="705144"/>
                </a:lnTo>
                <a:lnTo>
                  <a:pt x="81363" y="716517"/>
                </a:lnTo>
                <a:lnTo>
                  <a:pt x="81376" y="727891"/>
                </a:lnTo>
                <a:lnTo>
                  <a:pt x="81393" y="739264"/>
                </a:lnTo>
                <a:lnTo>
                  <a:pt x="81413" y="750637"/>
                </a:lnTo>
                <a:lnTo>
                  <a:pt x="81435" y="762011"/>
                </a:lnTo>
                <a:lnTo>
                  <a:pt x="81458" y="773384"/>
                </a:lnTo>
                <a:lnTo>
                  <a:pt x="81481" y="784757"/>
                </a:lnTo>
                <a:lnTo>
                  <a:pt x="81501" y="796131"/>
                </a:lnTo>
                <a:lnTo>
                  <a:pt x="81519" y="807504"/>
                </a:lnTo>
                <a:lnTo>
                  <a:pt x="81533" y="818877"/>
                </a:lnTo>
                <a:lnTo>
                  <a:pt x="81542" y="830250"/>
                </a:lnTo>
                <a:lnTo>
                  <a:pt x="81546" y="841624"/>
                </a:lnTo>
                <a:lnTo>
                  <a:pt x="81543" y="852997"/>
                </a:lnTo>
                <a:lnTo>
                  <a:pt x="81535" y="864370"/>
                </a:lnTo>
                <a:lnTo>
                  <a:pt x="81522" y="875744"/>
                </a:lnTo>
                <a:lnTo>
                  <a:pt x="81505" y="887117"/>
                </a:lnTo>
                <a:lnTo>
                  <a:pt x="81484" y="898490"/>
                </a:lnTo>
                <a:lnTo>
                  <a:pt x="81461" y="909863"/>
                </a:lnTo>
                <a:lnTo>
                  <a:pt x="81438" y="921237"/>
                </a:lnTo>
                <a:lnTo>
                  <a:pt x="81414" y="932610"/>
                </a:lnTo>
                <a:lnTo>
                  <a:pt x="81392" y="943983"/>
                </a:lnTo>
                <a:lnTo>
                  <a:pt x="81371" y="955357"/>
                </a:lnTo>
                <a:lnTo>
                  <a:pt x="81353" y="966730"/>
                </a:lnTo>
                <a:lnTo>
                  <a:pt x="81337" y="978103"/>
                </a:lnTo>
                <a:lnTo>
                  <a:pt x="81325" y="989476"/>
                </a:lnTo>
                <a:lnTo>
                  <a:pt x="81315" y="1000850"/>
                </a:lnTo>
                <a:lnTo>
                  <a:pt x="81307" y="1012223"/>
                </a:lnTo>
                <a:lnTo>
                  <a:pt x="81303" y="1023596"/>
                </a:lnTo>
                <a:lnTo>
                  <a:pt x="81300" y="1034970"/>
                </a:lnTo>
                <a:lnTo>
                  <a:pt x="81300" y="1046343"/>
                </a:lnTo>
                <a:lnTo>
                  <a:pt x="81303" y="1057716"/>
                </a:lnTo>
                <a:lnTo>
                  <a:pt x="81308" y="1069090"/>
                </a:lnTo>
                <a:lnTo>
                  <a:pt x="81315" y="1080463"/>
                </a:lnTo>
                <a:lnTo>
                  <a:pt x="81326" y="1091836"/>
                </a:lnTo>
                <a:lnTo>
                  <a:pt x="81339" y="1103209"/>
                </a:lnTo>
                <a:lnTo>
                  <a:pt x="81355" y="1114583"/>
                </a:lnTo>
                <a:lnTo>
                  <a:pt x="81373" y="1125956"/>
                </a:lnTo>
                <a:lnTo>
                  <a:pt x="81394" y="1137329"/>
                </a:lnTo>
                <a:lnTo>
                  <a:pt x="81417" y="1148703"/>
                </a:lnTo>
                <a:lnTo>
                  <a:pt x="81441" y="1160076"/>
                </a:lnTo>
                <a:lnTo>
                  <a:pt x="81466" y="1171449"/>
                </a:lnTo>
                <a:lnTo>
                  <a:pt x="81490" y="1182822"/>
                </a:lnTo>
                <a:lnTo>
                  <a:pt x="81513" y="1194196"/>
                </a:lnTo>
                <a:lnTo>
                  <a:pt x="81534" y="1205569"/>
                </a:lnTo>
                <a:lnTo>
                  <a:pt x="81553" y="1216942"/>
                </a:lnTo>
                <a:lnTo>
                  <a:pt x="81568" y="1228316"/>
                </a:lnTo>
                <a:lnTo>
                  <a:pt x="81581" y="1239689"/>
                </a:lnTo>
                <a:lnTo>
                  <a:pt x="81593" y="1251062"/>
                </a:lnTo>
                <a:lnTo>
                  <a:pt x="81604" y="1262436"/>
                </a:lnTo>
                <a:lnTo>
                  <a:pt x="81617" y="1273809"/>
                </a:lnTo>
                <a:lnTo>
                  <a:pt x="81633" y="1285182"/>
                </a:lnTo>
                <a:lnTo>
                  <a:pt x="81656" y="1296555"/>
                </a:lnTo>
                <a:lnTo>
                  <a:pt x="81686" y="1307929"/>
                </a:lnTo>
                <a:lnTo>
                  <a:pt x="81725" y="1319302"/>
                </a:lnTo>
                <a:lnTo>
                  <a:pt x="81775" y="1330675"/>
                </a:lnTo>
                <a:lnTo>
                  <a:pt x="81836" y="1342049"/>
                </a:lnTo>
                <a:lnTo>
                  <a:pt x="81908" y="1353422"/>
                </a:lnTo>
                <a:lnTo>
                  <a:pt x="81989" y="1364795"/>
                </a:lnTo>
                <a:lnTo>
                  <a:pt x="82078" y="1376168"/>
                </a:lnTo>
                <a:lnTo>
                  <a:pt x="82173" y="1387542"/>
                </a:lnTo>
                <a:lnTo>
                  <a:pt x="82270" y="1398915"/>
                </a:lnTo>
                <a:lnTo>
                  <a:pt x="82367" y="1410288"/>
                </a:lnTo>
                <a:lnTo>
                  <a:pt x="82462" y="1421662"/>
                </a:lnTo>
                <a:lnTo>
                  <a:pt x="82551" y="1433035"/>
                </a:lnTo>
                <a:lnTo>
                  <a:pt x="82636" y="1444408"/>
                </a:lnTo>
                <a:lnTo>
                  <a:pt x="82713" y="1455782"/>
                </a:lnTo>
                <a:lnTo>
                  <a:pt x="82786" y="1467155"/>
                </a:lnTo>
                <a:lnTo>
                  <a:pt x="82855" y="1478528"/>
                </a:lnTo>
                <a:lnTo>
                  <a:pt x="82924" y="1489901"/>
                </a:lnTo>
                <a:lnTo>
                  <a:pt x="82996" y="1501275"/>
                </a:lnTo>
                <a:lnTo>
                  <a:pt x="83079" y="1512648"/>
                </a:lnTo>
                <a:lnTo>
                  <a:pt x="83181" y="1524021"/>
                </a:lnTo>
                <a:lnTo>
                  <a:pt x="83310" y="1535395"/>
                </a:lnTo>
                <a:lnTo>
                  <a:pt x="83482" y="1546768"/>
                </a:lnTo>
                <a:lnTo>
                  <a:pt x="83713" y="1558141"/>
                </a:lnTo>
                <a:lnTo>
                  <a:pt x="84026" y="1569514"/>
                </a:lnTo>
                <a:lnTo>
                  <a:pt x="84450" y="1580888"/>
                </a:lnTo>
                <a:lnTo>
                  <a:pt x="85022" y="1592261"/>
                </a:lnTo>
                <a:lnTo>
                  <a:pt x="85790" y="1603634"/>
                </a:lnTo>
                <a:lnTo>
                  <a:pt x="86810" y="1615008"/>
                </a:lnTo>
                <a:lnTo>
                  <a:pt x="88149" y="1626381"/>
                </a:lnTo>
                <a:lnTo>
                  <a:pt x="89882" y="1637754"/>
                </a:lnTo>
                <a:lnTo>
                  <a:pt x="92088" y="1649127"/>
                </a:lnTo>
                <a:lnTo>
                  <a:pt x="94848" y="1660501"/>
                </a:lnTo>
                <a:lnTo>
                  <a:pt x="98230" y="1671874"/>
                </a:lnTo>
                <a:lnTo>
                  <a:pt x="102285" y="1683247"/>
                </a:lnTo>
                <a:lnTo>
                  <a:pt x="107031" y="1694621"/>
                </a:lnTo>
                <a:lnTo>
                  <a:pt x="112446" y="1705994"/>
                </a:lnTo>
                <a:lnTo>
                  <a:pt x="118452" y="1717367"/>
                </a:lnTo>
                <a:lnTo>
                  <a:pt x="124915" y="1728741"/>
                </a:lnTo>
                <a:lnTo>
                  <a:pt x="131639" y="1740114"/>
                </a:lnTo>
                <a:lnTo>
                  <a:pt x="138374" y="1751487"/>
                </a:lnTo>
                <a:lnTo>
                  <a:pt x="144828" y="1762860"/>
                </a:lnTo>
                <a:lnTo>
                  <a:pt x="150686" y="1774234"/>
                </a:lnTo>
                <a:lnTo>
                  <a:pt x="155639" y="1785607"/>
                </a:lnTo>
                <a:lnTo>
                  <a:pt x="159404" y="1796980"/>
                </a:lnTo>
                <a:lnTo>
                  <a:pt x="161760" y="1808354"/>
                </a:lnTo>
                <a:lnTo>
                  <a:pt x="162562" y="1819727"/>
                </a:lnTo>
                <a:lnTo>
                  <a:pt x="162562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736" name="data_4487">
            <a:extLst>
              <a:ext uri="{FF2B5EF4-FFF2-40B4-BE49-F238E27FC236}">
                <a16:creationId xmlns:a16="http://schemas.microsoft.com/office/drawing/2014/main" id="{35655282-DD9C-43C0-8460-C4D7BC63FDAF}"/>
              </a:ext>
            </a:extLst>
          </p:cNvPr>
          <p:cNvSpPr>
            <a:spLocks/>
          </p:cNvSpPr>
          <p:nvPr/>
        </p:nvSpPr>
        <p:spPr>
          <a:xfrm>
            <a:off x="6005358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15699" y="1819727"/>
                </a:moveTo>
                <a:lnTo>
                  <a:pt x="46863" y="1819727"/>
                </a:lnTo>
                <a:lnTo>
                  <a:pt x="47262" y="1808354"/>
                </a:lnTo>
                <a:lnTo>
                  <a:pt x="48432" y="1796980"/>
                </a:lnTo>
                <a:lnTo>
                  <a:pt x="50291" y="1785607"/>
                </a:lnTo>
                <a:lnTo>
                  <a:pt x="52713" y="1774234"/>
                </a:lnTo>
                <a:lnTo>
                  <a:pt x="55545" y="1762860"/>
                </a:lnTo>
                <a:lnTo>
                  <a:pt x="58617" y="1751487"/>
                </a:lnTo>
                <a:lnTo>
                  <a:pt x="61762" y="1740114"/>
                </a:lnTo>
                <a:lnTo>
                  <a:pt x="64832" y="1728741"/>
                </a:lnTo>
                <a:lnTo>
                  <a:pt x="67705" y="1717367"/>
                </a:lnTo>
                <a:lnTo>
                  <a:pt x="70293" y="1705994"/>
                </a:lnTo>
                <a:lnTo>
                  <a:pt x="72543" y="1694621"/>
                </a:lnTo>
                <a:lnTo>
                  <a:pt x="74434" y="1683247"/>
                </a:lnTo>
                <a:lnTo>
                  <a:pt x="75972" y="1671874"/>
                </a:lnTo>
                <a:lnTo>
                  <a:pt x="77185" y="1660501"/>
                </a:lnTo>
                <a:lnTo>
                  <a:pt x="78111" y="1649127"/>
                </a:lnTo>
                <a:lnTo>
                  <a:pt x="78796" y="1637754"/>
                </a:lnTo>
                <a:lnTo>
                  <a:pt x="79283" y="1626381"/>
                </a:lnTo>
                <a:lnTo>
                  <a:pt x="79617" y="1615008"/>
                </a:lnTo>
                <a:lnTo>
                  <a:pt x="79831" y="1603634"/>
                </a:lnTo>
                <a:lnTo>
                  <a:pt x="79956" y="1592261"/>
                </a:lnTo>
                <a:lnTo>
                  <a:pt x="80013" y="1580888"/>
                </a:lnTo>
                <a:lnTo>
                  <a:pt x="80019" y="1569514"/>
                </a:lnTo>
                <a:lnTo>
                  <a:pt x="79986" y="1558141"/>
                </a:lnTo>
                <a:lnTo>
                  <a:pt x="79920" y="1546768"/>
                </a:lnTo>
                <a:lnTo>
                  <a:pt x="79827" y="1535395"/>
                </a:lnTo>
                <a:lnTo>
                  <a:pt x="79709" y="1524021"/>
                </a:lnTo>
                <a:lnTo>
                  <a:pt x="79567" y="1512648"/>
                </a:lnTo>
                <a:lnTo>
                  <a:pt x="79403" y="1501275"/>
                </a:lnTo>
                <a:lnTo>
                  <a:pt x="79218" y="1489901"/>
                </a:lnTo>
                <a:lnTo>
                  <a:pt x="79011" y="1478528"/>
                </a:lnTo>
                <a:lnTo>
                  <a:pt x="78786" y="1467155"/>
                </a:lnTo>
                <a:lnTo>
                  <a:pt x="78545" y="1455782"/>
                </a:lnTo>
                <a:lnTo>
                  <a:pt x="78293" y="1444408"/>
                </a:lnTo>
                <a:lnTo>
                  <a:pt x="78034" y="1433035"/>
                </a:lnTo>
                <a:lnTo>
                  <a:pt x="77775" y="1421662"/>
                </a:lnTo>
                <a:lnTo>
                  <a:pt x="77520" y="1410288"/>
                </a:lnTo>
                <a:lnTo>
                  <a:pt x="77275" y="1398915"/>
                </a:lnTo>
                <a:lnTo>
                  <a:pt x="77042" y="1387542"/>
                </a:lnTo>
                <a:lnTo>
                  <a:pt x="76821" y="1376168"/>
                </a:lnTo>
                <a:lnTo>
                  <a:pt x="76610" y="1364795"/>
                </a:lnTo>
                <a:lnTo>
                  <a:pt x="76402" y="1353422"/>
                </a:lnTo>
                <a:lnTo>
                  <a:pt x="76189" y="1342049"/>
                </a:lnTo>
                <a:lnTo>
                  <a:pt x="75963" y="1330675"/>
                </a:lnTo>
                <a:lnTo>
                  <a:pt x="75716" y="1319302"/>
                </a:lnTo>
                <a:lnTo>
                  <a:pt x="75441" y="1307929"/>
                </a:lnTo>
                <a:lnTo>
                  <a:pt x="75137" y="1296555"/>
                </a:lnTo>
                <a:lnTo>
                  <a:pt x="74808" y="1285182"/>
                </a:lnTo>
                <a:lnTo>
                  <a:pt x="74464" y="1273809"/>
                </a:lnTo>
                <a:lnTo>
                  <a:pt x="74117" y="1262436"/>
                </a:lnTo>
                <a:lnTo>
                  <a:pt x="73788" y="1251062"/>
                </a:lnTo>
                <a:lnTo>
                  <a:pt x="73497" y="1239689"/>
                </a:lnTo>
                <a:lnTo>
                  <a:pt x="73265" y="1228316"/>
                </a:lnTo>
                <a:lnTo>
                  <a:pt x="73108" y="1216942"/>
                </a:lnTo>
                <a:lnTo>
                  <a:pt x="73041" y="1205569"/>
                </a:lnTo>
                <a:lnTo>
                  <a:pt x="73069" y="1194196"/>
                </a:lnTo>
                <a:lnTo>
                  <a:pt x="73193" y="1182822"/>
                </a:lnTo>
                <a:lnTo>
                  <a:pt x="73405" y="1171449"/>
                </a:lnTo>
                <a:lnTo>
                  <a:pt x="73693" y="1160076"/>
                </a:lnTo>
                <a:lnTo>
                  <a:pt x="74037" y="1148703"/>
                </a:lnTo>
                <a:lnTo>
                  <a:pt x="74417" y="1137329"/>
                </a:lnTo>
                <a:lnTo>
                  <a:pt x="74810" y="1125956"/>
                </a:lnTo>
                <a:lnTo>
                  <a:pt x="75191" y="1114583"/>
                </a:lnTo>
                <a:lnTo>
                  <a:pt x="75538" y="1103209"/>
                </a:lnTo>
                <a:lnTo>
                  <a:pt x="75829" y="1091836"/>
                </a:lnTo>
                <a:lnTo>
                  <a:pt x="76041" y="1080463"/>
                </a:lnTo>
                <a:lnTo>
                  <a:pt x="76157" y="1069090"/>
                </a:lnTo>
                <a:lnTo>
                  <a:pt x="76159" y="1057716"/>
                </a:lnTo>
                <a:lnTo>
                  <a:pt x="76036" y="1046343"/>
                </a:lnTo>
                <a:lnTo>
                  <a:pt x="75779" y="1034970"/>
                </a:lnTo>
                <a:lnTo>
                  <a:pt x="75387" y="1023596"/>
                </a:lnTo>
                <a:lnTo>
                  <a:pt x="74867" y="1012223"/>
                </a:lnTo>
                <a:lnTo>
                  <a:pt x="74236" y="1000850"/>
                </a:lnTo>
                <a:lnTo>
                  <a:pt x="73521" y="989476"/>
                </a:lnTo>
                <a:lnTo>
                  <a:pt x="72758" y="978103"/>
                </a:lnTo>
                <a:lnTo>
                  <a:pt x="71992" y="966730"/>
                </a:lnTo>
                <a:lnTo>
                  <a:pt x="71271" y="955357"/>
                </a:lnTo>
                <a:lnTo>
                  <a:pt x="70643" y="943983"/>
                </a:lnTo>
                <a:lnTo>
                  <a:pt x="70152" y="932610"/>
                </a:lnTo>
                <a:lnTo>
                  <a:pt x="69832" y="921237"/>
                </a:lnTo>
                <a:lnTo>
                  <a:pt x="69703" y="909863"/>
                </a:lnTo>
                <a:lnTo>
                  <a:pt x="69770" y="898490"/>
                </a:lnTo>
                <a:lnTo>
                  <a:pt x="70021" y="887117"/>
                </a:lnTo>
                <a:lnTo>
                  <a:pt x="70431" y="875744"/>
                </a:lnTo>
                <a:lnTo>
                  <a:pt x="70961" y="864370"/>
                </a:lnTo>
                <a:lnTo>
                  <a:pt x="71567" y="852997"/>
                </a:lnTo>
                <a:lnTo>
                  <a:pt x="72202" y="841624"/>
                </a:lnTo>
                <a:lnTo>
                  <a:pt x="72822" y="830250"/>
                </a:lnTo>
                <a:lnTo>
                  <a:pt x="73389" y="818877"/>
                </a:lnTo>
                <a:lnTo>
                  <a:pt x="73876" y="807504"/>
                </a:lnTo>
                <a:lnTo>
                  <a:pt x="74263" y="796131"/>
                </a:lnTo>
                <a:lnTo>
                  <a:pt x="74541" y="784757"/>
                </a:lnTo>
                <a:lnTo>
                  <a:pt x="74706" y="773384"/>
                </a:lnTo>
                <a:lnTo>
                  <a:pt x="74763" y="762011"/>
                </a:lnTo>
                <a:lnTo>
                  <a:pt x="74716" y="750637"/>
                </a:lnTo>
                <a:lnTo>
                  <a:pt x="74573" y="739264"/>
                </a:lnTo>
                <a:lnTo>
                  <a:pt x="74342" y="727891"/>
                </a:lnTo>
                <a:lnTo>
                  <a:pt x="74030" y="716517"/>
                </a:lnTo>
                <a:lnTo>
                  <a:pt x="73648" y="705144"/>
                </a:lnTo>
                <a:lnTo>
                  <a:pt x="73209" y="693771"/>
                </a:lnTo>
                <a:lnTo>
                  <a:pt x="72727" y="682398"/>
                </a:lnTo>
                <a:lnTo>
                  <a:pt x="72225" y="671024"/>
                </a:lnTo>
                <a:lnTo>
                  <a:pt x="71727" y="659651"/>
                </a:lnTo>
                <a:lnTo>
                  <a:pt x="71262" y="648278"/>
                </a:lnTo>
                <a:lnTo>
                  <a:pt x="70860" y="636904"/>
                </a:lnTo>
                <a:lnTo>
                  <a:pt x="70548" y="625531"/>
                </a:lnTo>
                <a:lnTo>
                  <a:pt x="70349" y="614158"/>
                </a:lnTo>
                <a:lnTo>
                  <a:pt x="70279" y="602785"/>
                </a:lnTo>
                <a:lnTo>
                  <a:pt x="70345" y="591411"/>
                </a:lnTo>
                <a:lnTo>
                  <a:pt x="70541" y="580038"/>
                </a:lnTo>
                <a:lnTo>
                  <a:pt x="70855" y="568665"/>
                </a:lnTo>
                <a:lnTo>
                  <a:pt x="71263" y="557291"/>
                </a:lnTo>
                <a:lnTo>
                  <a:pt x="71739" y="545918"/>
                </a:lnTo>
                <a:lnTo>
                  <a:pt x="72252" y="534545"/>
                </a:lnTo>
                <a:lnTo>
                  <a:pt x="72772" y="523171"/>
                </a:lnTo>
                <a:lnTo>
                  <a:pt x="73275" y="511798"/>
                </a:lnTo>
                <a:lnTo>
                  <a:pt x="73741" y="500425"/>
                </a:lnTo>
                <a:lnTo>
                  <a:pt x="74156" y="489052"/>
                </a:lnTo>
                <a:lnTo>
                  <a:pt x="74515" y="477678"/>
                </a:lnTo>
                <a:lnTo>
                  <a:pt x="74819" y="466305"/>
                </a:lnTo>
                <a:lnTo>
                  <a:pt x="75073" y="454932"/>
                </a:lnTo>
                <a:lnTo>
                  <a:pt x="75284" y="443558"/>
                </a:lnTo>
                <a:lnTo>
                  <a:pt x="75460" y="432185"/>
                </a:lnTo>
                <a:lnTo>
                  <a:pt x="75610" y="420812"/>
                </a:lnTo>
                <a:lnTo>
                  <a:pt x="75740" y="409439"/>
                </a:lnTo>
                <a:lnTo>
                  <a:pt x="75851" y="398065"/>
                </a:lnTo>
                <a:lnTo>
                  <a:pt x="75946" y="386692"/>
                </a:lnTo>
                <a:lnTo>
                  <a:pt x="76024" y="375319"/>
                </a:lnTo>
                <a:lnTo>
                  <a:pt x="76082" y="363945"/>
                </a:lnTo>
                <a:lnTo>
                  <a:pt x="76118" y="352572"/>
                </a:lnTo>
                <a:lnTo>
                  <a:pt x="76133" y="341199"/>
                </a:lnTo>
                <a:lnTo>
                  <a:pt x="76127" y="329825"/>
                </a:lnTo>
                <a:lnTo>
                  <a:pt x="76104" y="318452"/>
                </a:lnTo>
                <a:lnTo>
                  <a:pt x="76068" y="307079"/>
                </a:lnTo>
                <a:lnTo>
                  <a:pt x="76027" y="295706"/>
                </a:lnTo>
                <a:lnTo>
                  <a:pt x="75985" y="284332"/>
                </a:lnTo>
                <a:lnTo>
                  <a:pt x="75944" y="272959"/>
                </a:lnTo>
                <a:lnTo>
                  <a:pt x="75904" y="261586"/>
                </a:lnTo>
                <a:lnTo>
                  <a:pt x="75852" y="250212"/>
                </a:lnTo>
                <a:lnTo>
                  <a:pt x="75771" y="238839"/>
                </a:lnTo>
                <a:lnTo>
                  <a:pt x="75626" y="227466"/>
                </a:lnTo>
                <a:lnTo>
                  <a:pt x="75372" y="216093"/>
                </a:lnTo>
                <a:lnTo>
                  <a:pt x="74944" y="204719"/>
                </a:lnTo>
                <a:lnTo>
                  <a:pt x="74262" y="193346"/>
                </a:lnTo>
                <a:lnTo>
                  <a:pt x="73231" y="181973"/>
                </a:lnTo>
                <a:lnTo>
                  <a:pt x="71744" y="170599"/>
                </a:lnTo>
                <a:lnTo>
                  <a:pt x="69688" y="159226"/>
                </a:lnTo>
                <a:lnTo>
                  <a:pt x="66955" y="147853"/>
                </a:lnTo>
                <a:lnTo>
                  <a:pt x="63453" y="136480"/>
                </a:lnTo>
                <a:lnTo>
                  <a:pt x="59122" y="125106"/>
                </a:lnTo>
                <a:lnTo>
                  <a:pt x="53951" y="113733"/>
                </a:lnTo>
                <a:lnTo>
                  <a:pt x="47992" y="102360"/>
                </a:lnTo>
                <a:lnTo>
                  <a:pt x="41372" y="90986"/>
                </a:lnTo>
                <a:lnTo>
                  <a:pt x="34297" y="79613"/>
                </a:lnTo>
                <a:lnTo>
                  <a:pt x="27050" y="68240"/>
                </a:lnTo>
                <a:lnTo>
                  <a:pt x="19977" y="56866"/>
                </a:lnTo>
                <a:lnTo>
                  <a:pt x="13458" y="45493"/>
                </a:lnTo>
                <a:lnTo>
                  <a:pt x="7884" y="34120"/>
                </a:lnTo>
                <a:lnTo>
                  <a:pt x="3608" y="22747"/>
                </a:lnTo>
                <a:lnTo>
                  <a:pt x="918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43" y="11373"/>
                </a:lnTo>
                <a:lnTo>
                  <a:pt x="158953" y="22747"/>
                </a:lnTo>
                <a:lnTo>
                  <a:pt x="154678" y="34120"/>
                </a:lnTo>
                <a:lnTo>
                  <a:pt x="149103" y="45493"/>
                </a:lnTo>
                <a:lnTo>
                  <a:pt x="142585" y="56866"/>
                </a:lnTo>
                <a:lnTo>
                  <a:pt x="135511" y="68240"/>
                </a:lnTo>
                <a:lnTo>
                  <a:pt x="128264" y="79613"/>
                </a:lnTo>
                <a:lnTo>
                  <a:pt x="121189" y="90986"/>
                </a:lnTo>
                <a:lnTo>
                  <a:pt x="114569" y="102360"/>
                </a:lnTo>
                <a:lnTo>
                  <a:pt x="108610" y="113733"/>
                </a:lnTo>
                <a:lnTo>
                  <a:pt x="103439" y="125106"/>
                </a:lnTo>
                <a:lnTo>
                  <a:pt x="99109" y="136480"/>
                </a:lnTo>
                <a:lnTo>
                  <a:pt x="95607" y="147853"/>
                </a:lnTo>
                <a:lnTo>
                  <a:pt x="92873" y="159226"/>
                </a:lnTo>
                <a:lnTo>
                  <a:pt x="90817" y="170599"/>
                </a:lnTo>
                <a:lnTo>
                  <a:pt x="89330" y="181973"/>
                </a:lnTo>
                <a:lnTo>
                  <a:pt x="88299" y="193346"/>
                </a:lnTo>
                <a:lnTo>
                  <a:pt x="87618" y="204719"/>
                </a:lnTo>
                <a:lnTo>
                  <a:pt x="87190" y="216093"/>
                </a:lnTo>
                <a:lnTo>
                  <a:pt x="86935" y="227466"/>
                </a:lnTo>
                <a:lnTo>
                  <a:pt x="86791" y="238839"/>
                </a:lnTo>
                <a:lnTo>
                  <a:pt x="86709" y="250212"/>
                </a:lnTo>
                <a:lnTo>
                  <a:pt x="86658" y="261586"/>
                </a:lnTo>
                <a:lnTo>
                  <a:pt x="86617" y="272959"/>
                </a:lnTo>
                <a:lnTo>
                  <a:pt x="86577" y="284332"/>
                </a:lnTo>
                <a:lnTo>
                  <a:pt x="86534" y="295706"/>
                </a:lnTo>
                <a:lnTo>
                  <a:pt x="86493" y="307079"/>
                </a:lnTo>
                <a:lnTo>
                  <a:pt x="86458" y="318452"/>
                </a:lnTo>
                <a:lnTo>
                  <a:pt x="86435" y="329825"/>
                </a:lnTo>
                <a:lnTo>
                  <a:pt x="86429" y="341199"/>
                </a:lnTo>
                <a:lnTo>
                  <a:pt x="86443" y="352572"/>
                </a:lnTo>
                <a:lnTo>
                  <a:pt x="86480" y="363945"/>
                </a:lnTo>
                <a:lnTo>
                  <a:pt x="86538" y="375319"/>
                </a:lnTo>
                <a:lnTo>
                  <a:pt x="86615" y="386692"/>
                </a:lnTo>
                <a:lnTo>
                  <a:pt x="86710" y="398065"/>
                </a:lnTo>
                <a:lnTo>
                  <a:pt x="86822" y="409439"/>
                </a:lnTo>
                <a:lnTo>
                  <a:pt x="86951" y="420812"/>
                </a:lnTo>
                <a:lnTo>
                  <a:pt x="87101" y="432185"/>
                </a:lnTo>
                <a:lnTo>
                  <a:pt x="87278" y="443558"/>
                </a:lnTo>
                <a:lnTo>
                  <a:pt x="87489" y="454932"/>
                </a:lnTo>
                <a:lnTo>
                  <a:pt x="87742" y="466305"/>
                </a:lnTo>
                <a:lnTo>
                  <a:pt x="88046" y="477678"/>
                </a:lnTo>
                <a:lnTo>
                  <a:pt x="88406" y="489052"/>
                </a:lnTo>
                <a:lnTo>
                  <a:pt x="88821" y="500425"/>
                </a:lnTo>
                <a:lnTo>
                  <a:pt x="89286" y="511798"/>
                </a:lnTo>
                <a:lnTo>
                  <a:pt x="89789" y="523171"/>
                </a:lnTo>
                <a:lnTo>
                  <a:pt x="90310" y="534545"/>
                </a:lnTo>
                <a:lnTo>
                  <a:pt x="90822" y="545918"/>
                </a:lnTo>
                <a:lnTo>
                  <a:pt x="91298" y="557291"/>
                </a:lnTo>
                <a:lnTo>
                  <a:pt x="91707" y="568665"/>
                </a:lnTo>
                <a:lnTo>
                  <a:pt x="92020" y="580038"/>
                </a:lnTo>
                <a:lnTo>
                  <a:pt x="92217" y="591411"/>
                </a:lnTo>
                <a:lnTo>
                  <a:pt x="92282" y="602785"/>
                </a:lnTo>
                <a:lnTo>
                  <a:pt x="92213" y="614158"/>
                </a:lnTo>
                <a:lnTo>
                  <a:pt x="92014" y="625531"/>
                </a:lnTo>
                <a:lnTo>
                  <a:pt x="91702" y="636904"/>
                </a:lnTo>
                <a:lnTo>
                  <a:pt x="91299" y="648278"/>
                </a:lnTo>
                <a:lnTo>
                  <a:pt x="90834" y="659651"/>
                </a:lnTo>
                <a:lnTo>
                  <a:pt x="90337" y="671024"/>
                </a:lnTo>
                <a:lnTo>
                  <a:pt x="89834" y="682398"/>
                </a:lnTo>
                <a:lnTo>
                  <a:pt x="89353" y="693771"/>
                </a:lnTo>
                <a:lnTo>
                  <a:pt x="88913" y="705144"/>
                </a:lnTo>
                <a:lnTo>
                  <a:pt x="88531" y="716517"/>
                </a:lnTo>
                <a:lnTo>
                  <a:pt x="88220" y="727891"/>
                </a:lnTo>
                <a:lnTo>
                  <a:pt x="87988" y="739264"/>
                </a:lnTo>
                <a:lnTo>
                  <a:pt x="87845" y="750637"/>
                </a:lnTo>
                <a:lnTo>
                  <a:pt x="87799" y="762011"/>
                </a:lnTo>
                <a:lnTo>
                  <a:pt x="87855" y="773384"/>
                </a:lnTo>
                <a:lnTo>
                  <a:pt x="88021" y="784757"/>
                </a:lnTo>
                <a:lnTo>
                  <a:pt x="88298" y="796131"/>
                </a:lnTo>
                <a:lnTo>
                  <a:pt x="88686" y="807504"/>
                </a:lnTo>
                <a:lnTo>
                  <a:pt x="89172" y="818877"/>
                </a:lnTo>
                <a:lnTo>
                  <a:pt x="89740" y="830250"/>
                </a:lnTo>
                <a:lnTo>
                  <a:pt x="90360" y="841624"/>
                </a:lnTo>
                <a:lnTo>
                  <a:pt x="90995" y="852997"/>
                </a:lnTo>
                <a:lnTo>
                  <a:pt x="91600" y="864370"/>
                </a:lnTo>
                <a:lnTo>
                  <a:pt x="92130" y="875744"/>
                </a:lnTo>
                <a:lnTo>
                  <a:pt x="92540" y="887117"/>
                </a:lnTo>
                <a:lnTo>
                  <a:pt x="92791" y="898490"/>
                </a:lnTo>
                <a:lnTo>
                  <a:pt x="92858" y="909863"/>
                </a:lnTo>
                <a:lnTo>
                  <a:pt x="92730" y="921237"/>
                </a:lnTo>
                <a:lnTo>
                  <a:pt x="92409" y="932610"/>
                </a:lnTo>
                <a:lnTo>
                  <a:pt x="91918" y="943983"/>
                </a:lnTo>
                <a:lnTo>
                  <a:pt x="91291" y="955357"/>
                </a:lnTo>
                <a:lnTo>
                  <a:pt x="90570" y="966730"/>
                </a:lnTo>
                <a:lnTo>
                  <a:pt x="89804" y="978103"/>
                </a:lnTo>
                <a:lnTo>
                  <a:pt x="89041" y="989476"/>
                </a:lnTo>
                <a:lnTo>
                  <a:pt x="88326" y="1000850"/>
                </a:lnTo>
                <a:lnTo>
                  <a:pt x="87695" y="1012223"/>
                </a:lnTo>
                <a:lnTo>
                  <a:pt x="87175" y="1023596"/>
                </a:lnTo>
                <a:lnTo>
                  <a:pt x="86783" y="1034970"/>
                </a:lnTo>
                <a:lnTo>
                  <a:pt x="86525" y="1046343"/>
                </a:lnTo>
                <a:lnTo>
                  <a:pt x="86402" y="1057716"/>
                </a:lnTo>
                <a:lnTo>
                  <a:pt x="86405" y="1069090"/>
                </a:lnTo>
                <a:lnTo>
                  <a:pt x="86520" y="1080463"/>
                </a:lnTo>
                <a:lnTo>
                  <a:pt x="86733" y="1091836"/>
                </a:lnTo>
                <a:lnTo>
                  <a:pt x="87023" y="1103209"/>
                </a:lnTo>
                <a:lnTo>
                  <a:pt x="87370" y="1114583"/>
                </a:lnTo>
                <a:lnTo>
                  <a:pt x="87752" y="1125956"/>
                </a:lnTo>
                <a:lnTo>
                  <a:pt x="88144" y="1137329"/>
                </a:lnTo>
                <a:lnTo>
                  <a:pt x="88524" y="1148703"/>
                </a:lnTo>
                <a:lnTo>
                  <a:pt x="88869" y="1160076"/>
                </a:lnTo>
                <a:lnTo>
                  <a:pt x="89156" y="1171449"/>
                </a:lnTo>
                <a:lnTo>
                  <a:pt x="89369" y="1182822"/>
                </a:lnTo>
                <a:lnTo>
                  <a:pt x="89493" y="1194196"/>
                </a:lnTo>
                <a:lnTo>
                  <a:pt x="89521" y="1205569"/>
                </a:lnTo>
                <a:lnTo>
                  <a:pt x="89454" y="1216942"/>
                </a:lnTo>
                <a:lnTo>
                  <a:pt x="89297" y="1228316"/>
                </a:lnTo>
                <a:lnTo>
                  <a:pt x="89064" y="1239689"/>
                </a:lnTo>
                <a:lnTo>
                  <a:pt x="88773" y="1251062"/>
                </a:lnTo>
                <a:lnTo>
                  <a:pt x="88444" y="1262436"/>
                </a:lnTo>
                <a:lnTo>
                  <a:pt x="88098" y="1273809"/>
                </a:lnTo>
                <a:lnTo>
                  <a:pt x="87753" y="1285182"/>
                </a:lnTo>
                <a:lnTo>
                  <a:pt x="87424" y="1296555"/>
                </a:lnTo>
                <a:lnTo>
                  <a:pt x="87121" y="1307929"/>
                </a:lnTo>
                <a:lnTo>
                  <a:pt x="86846" y="1319302"/>
                </a:lnTo>
                <a:lnTo>
                  <a:pt x="86598" y="1330675"/>
                </a:lnTo>
                <a:lnTo>
                  <a:pt x="86373" y="1342049"/>
                </a:lnTo>
                <a:lnTo>
                  <a:pt x="86160" y="1353422"/>
                </a:lnTo>
                <a:lnTo>
                  <a:pt x="85952" y="1364795"/>
                </a:lnTo>
                <a:lnTo>
                  <a:pt x="85740" y="1376168"/>
                </a:lnTo>
                <a:lnTo>
                  <a:pt x="85520" y="1387542"/>
                </a:lnTo>
                <a:lnTo>
                  <a:pt x="85287" y="1398915"/>
                </a:lnTo>
                <a:lnTo>
                  <a:pt x="85042" y="1410288"/>
                </a:lnTo>
                <a:lnTo>
                  <a:pt x="84787" y="1421662"/>
                </a:lnTo>
                <a:lnTo>
                  <a:pt x="84528" y="1433035"/>
                </a:lnTo>
                <a:lnTo>
                  <a:pt x="84269" y="1444408"/>
                </a:lnTo>
                <a:lnTo>
                  <a:pt x="84016" y="1455782"/>
                </a:lnTo>
                <a:lnTo>
                  <a:pt x="83776" y="1467155"/>
                </a:lnTo>
                <a:lnTo>
                  <a:pt x="83550" y="1478528"/>
                </a:lnTo>
                <a:lnTo>
                  <a:pt x="83344" y="1489901"/>
                </a:lnTo>
                <a:lnTo>
                  <a:pt x="83158" y="1501275"/>
                </a:lnTo>
                <a:lnTo>
                  <a:pt x="82994" y="1512648"/>
                </a:lnTo>
                <a:lnTo>
                  <a:pt x="82853" y="1524021"/>
                </a:lnTo>
                <a:lnTo>
                  <a:pt x="82735" y="1535395"/>
                </a:lnTo>
                <a:lnTo>
                  <a:pt x="82642" y="1546768"/>
                </a:lnTo>
                <a:lnTo>
                  <a:pt x="82576" y="1558141"/>
                </a:lnTo>
                <a:lnTo>
                  <a:pt x="82543" y="1569514"/>
                </a:lnTo>
                <a:lnTo>
                  <a:pt x="82549" y="1580888"/>
                </a:lnTo>
                <a:lnTo>
                  <a:pt x="82606" y="1592261"/>
                </a:lnTo>
                <a:lnTo>
                  <a:pt x="82731" y="1603634"/>
                </a:lnTo>
                <a:lnTo>
                  <a:pt x="82945" y="1615008"/>
                </a:lnTo>
                <a:lnTo>
                  <a:pt x="83278" y="1626381"/>
                </a:lnTo>
                <a:lnTo>
                  <a:pt x="83766" y="1637754"/>
                </a:lnTo>
                <a:lnTo>
                  <a:pt x="84450" y="1649127"/>
                </a:lnTo>
                <a:lnTo>
                  <a:pt x="85377" y="1660501"/>
                </a:lnTo>
                <a:lnTo>
                  <a:pt x="86589" y="1671874"/>
                </a:lnTo>
                <a:lnTo>
                  <a:pt x="88128" y="1683247"/>
                </a:lnTo>
                <a:lnTo>
                  <a:pt x="90019" y="1694621"/>
                </a:lnTo>
                <a:lnTo>
                  <a:pt x="92268" y="1705994"/>
                </a:lnTo>
                <a:lnTo>
                  <a:pt x="94856" y="1717367"/>
                </a:lnTo>
                <a:lnTo>
                  <a:pt x="97729" y="1728741"/>
                </a:lnTo>
                <a:lnTo>
                  <a:pt x="100799" y="1740114"/>
                </a:lnTo>
                <a:lnTo>
                  <a:pt x="103945" y="1751487"/>
                </a:lnTo>
                <a:lnTo>
                  <a:pt x="107017" y="1762860"/>
                </a:lnTo>
                <a:lnTo>
                  <a:pt x="109848" y="1774234"/>
                </a:lnTo>
                <a:lnTo>
                  <a:pt x="112271" y="1785607"/>
                </a:lnTo>
                <a:lnTo>
                  <a:pt x="114130" y="1796980"/>
                </a:lnTo>
                <a:lnTo>
                  <a:pt x="115299" y="1808354"/>
                </a:lnTo>
                <a:lnTo>
                  <a:pt x="115699" y="1819727"/>
                </a:lnTo>
                <a:lnTo>
                  <a:pt x="115699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737" name="data_4488">
            <a:extLst>
              <a:ext uri="{FF2B5EF4-FFF2-40B4-BE49-F238E27FC236}">
                <a16:creationId xmlns:a16="http://schemas.microsoft.com/office/drawing/2014/main" id="{B67564FC-D039-442D-928E-5772337265B9}"/>
              </a:ext>
            </a:extLst>
          </p:cNvPr>
          <p:cNvSpPr>
            <a:spLocks/>
          </p:cNvSpPr>
          <p:nvPr/>
        </p:nvSpPr>
        <p:spPr>
          <a:xfrm>
            <a:off x="6225036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94390" y="1819727"/>
                </a:moveTo>
                <a:lnTo>
                  <a:pt x="68172" y="1819727"/>
                </a:lnTo>
                <a:lnTo>
                  <a:pt x="68322" y="1808354"/>
                </a:lnTo>
                <a:lnTo>
                  <a:pt x="68762" y="1796980"/>
                </a:lnTo>
                <a:lnTo>
                  <a:pt x="69460" y="1785607"/>
                </a:lnTo>
                <a:lnTo>
                  <a:pt x="70371" y="1774234"/>
                </a:lnTo>
                <a:lnTo>
                  <a:pt x="71437" y="1762860"/>
                </a:lnTo>
                <a:lnTo>
                  <a:pt x="72593" y="1751487"/>
                </a:lnTo>
                <a:lnTo>
                  <a:pt x="73776" y="1740114"/>
                </a:lnTo>
                <a:lnTo>
                  <a:pt x="74931" y="1728741"/>
                </a:lnTo>
                <a:lnTo>
                  <a:pt x="76008" y="1717367"/>
                </a:lnTo>
                <a:lnTo>
                  <a:pt x="76974" y="1705994"/>
                </a:lnTo>
                <a:lnTo>
                  <a:pt x="77806" y="1694621"/>
                </a:lnTo>
                <a:lnTo>
                  <a:pt x="78497" y="1683247"/>
                </a:lnTo>
                <a:lnTo>
                  <a:pt x="79048" y="1671874"/>
                </a:lnTo>
                <a:lnTo>
                  <a:pt x="79469" y="1660501"/>
                </a:lnTo>
                <a:lnTo>
                  <a:pt x="79777" y="1649127"/>
                </a:lnTo>
                <a:lnTo>
                  <a:pt x="79992" y="1637754"/>
                </a:lnTo>
                <a:lnTo>
                  <a:pt x="80134" y="1626381"/>
                </a:lnTo>
                <a:lnTo>
                  <a:pt x="80224" y="1615008"/>
                </a:lnTo>
                <a:lnTo>
                  <a:pt x="80279" y="1603634"/>
                </a:lnTo>
                <a:lnTo>
                  <a:pt x="80313" y="1592261"/>
                </a:lnTo>
                <a:lnTo>
                  <a:pt x="80339" y="1580888"/>
                </a:lnTo>
                <a:lnTo>
                  <a:pt x="80365" y="1569514"/>
                </a:lnTo>
                <a:lnTo>
                  <a:pt x="80394" y="1558141"/>
                </a:lnTo>
                <a:lnTo>
                  <a:pt x="80428" y="1546768"/>
                </a:lnTo>
                <a:lnTo>
                  <a:pt x="80466" y="1535395"/>
                </a:lnTo>
                <a:lnTo>
                  <a:pt x="80505" y="1524021"/>
                </a:lnTo>
                <a:lnTo>
                  <a:pt x="80540" y="1512648"/>
                </a:lnTo>
                <a:lnTo>
                  <a:pt x="80565" y="1501275"/>
                </a:lnTo>
                <a:lnTo>
                  <a:pt x="80575" y="1489901"/>
                </a:lnTo>
                <a:lnTo>
                  <a:pt x="80565" y="1478528"/>
                </a:lnTo>
                <a:lnTo>
                  <a:pt x="80531" y="1467155"/>
                </a:lnTo>
                <a:lnTo>
                  <a:pt x="80469" y="1455782"/>
                </a:lnTo>
                <a:lnTo>
                  <a:pt x="80379" y="1444408"/>
                </a:lnTo>
                <a:lnTo>
                  <a:pt x="80262" y="1433035"/>
                </a:lnTo>
                <a:lnTo>
                  <a:pt x="80119" y="1421662"/>
                </a:lnTo>
                <a:lnTo>
                  <a:pt x="79956" y="1410288"/>
                </a:lnTo>
                <a:lnTo>
                  <a:pt x="79778" y="1398915"/>
                </a:lnTo>
                <a:lnTo>
                  <a:pt x="79591" y="1387542"/>
                </a:lnTo>
                <a:lnTo>
                  <a:pt x="79404" y="1376168"/>
                </a:lnTo>
                <a:lnTo>
                  <a:pt x="79222" y="1364795"/>
                </a:lnTo>
                <a:lnTo>
                  <a:pt x="79052" y="1353422"/>
                </a:lnTo>
                <a:lnTo>
                  <a:pt x="78901" y="1342049"/>
                </a:lnTo>
                <a:lnTo>
                  <a:pt x="78771" y="1330675"/>
                </a:lnTo>
                <a:lnTo>
                  <a:pt x="78665" y="1319302"/>
                </a:lnTo>
                <a:lnTo>
                  <a:pt x="78585" y="1307929"/>
                </a:lnTo>
                <a:lnTo>
                  <a:pt x="78530" y="1296555"/>
                </a:lnTo>
                <a:lnTo>
                  <a:pt x="78499" y="1285182"/>
                </a:lnTo>
                <a:lnTo>
                  <a:pt x="78491" y="1273809"/>
                </a:lnTo>
                <a:lnTo>
                  <a:pt x="78506" y="1262436"/>
                </a:lnTo>
                <a:lnTo>
                  <a:pt x="78543" y="1251062"/>
                </a:lnTo>
                <a:lnTo>
                  <a:pt x="78600" y="1239689"/>
                </a:lnTo>
                <a:lnTo>
                  <a:pt x="78677" y="1228316"/>
                </a:lnTo>
                <a:lnTo>
                  <a:pt x="78772" y="1216942"/>
                </a:lnTo>
                <a:lnTo>
                  <a:pt x="78885" y="1205569"/>
                </a:lnTo>
                <a:lnTo>
                  <a:pt x="79013" y="1194196"/>
                </a:lnTo>
                <a:lnTo>
                  <a:pt x="79151" y="1182822"/>
                </a:lnTo>
                <a:lnTo>
                  <a:pt x="79294" y="1171449"/>
                </a:lnTo>
                <a:lnTo>
                  <a:pt x="79436" y="1160076"/>
                </a:lnTo>
                <a:lnTo>
                  <a:pt x="79570" y="1148703"/>
                </a:lnTo>
                <a:lnTo>
                  <a:pt x="79688" y="1137329"/>
                </a:lnTo>
                <a:lnTo>
                  <a:pt x="79783" y="1125956"/>
                </a:lnTo>
                <a:lnTo>
                  <a:pt x="79848" y="1114583"/>
                </a:lnTo>
                <a:lnTo>
                  <a:pt x="79876" y="1103209"/>
                </a:lnTo>
                <a:lnTo>
                  <a:pt x="79862" y="1091836"/>
                </a:lnTo>
                <a:lnTo>
                  <a:pt x="79803" y="1080463"/>
                </a:lnTo>
                <a:lnTo>
                  <a:pt x="79695" y="1069090"/>
                </a:lnTo>
                <a:lnTo>
                  <a:pt x="79535" y="1057716"/>
                </a:lnTo>
                <a:lnTo>
                  <a:pt x="79324" y="1046343"/>
                </a:lnTo>
                <a:lnTo>
                  <a:pt x="79061" y="1034970"/>
                </a:lnTo>
                <a:lnTo>
                  <a:pt x="78749" y="1023596"/>
                </a:lnTo>
                <a:lnTo>
                  <a:pt x="78392" y="1012223"/>
                </a:lnTo>
                <a:lnTo>
                  <a:pt x="78000" y="1000850"/>
                </a:lnTo>
                <a:lnTo>
                  <a:pt x="77581" y="989476"/>
                </a:lnTo>
                <a:lnTo>
                  <a:pt x="77152" y="978103"/>
                </a:lnTo>
                <a:lnTo>
                  <a:pt x="76728" y="966730"/>
                </a:lnTo>
                <a:lnTo>
                  <a:pt x="76330" y="955357"/>
                </a:lnTo>
                <a:lnTo>
                  <a:pt x="75976" y="943983"/>
                </a:lnTo>
                <a:lnTo>
                  <a:pt x="75685" y="932610"/>
                </a:lnTo>
                <a:lnTo>
                  <a:pt x="75471" y="921237"/>
                </a:lnTo>
                <a:lnTo>
                  <a:pt x="75344" y="909863"/>
                </a:lnTo>
                <a:lnTo>
                  <a:pt x="75308" y="898490"/>
                </a:lnTo>
                <a:lnTo>
                  <a:pt x="75361" y="887117"/>
                </a:lnTo>
                <a:lnTo>
                  <a:pt x="75493" y="875744"/>
                </a:lnTo>
                <a:lnTo>
                  <a:pt x="75689" y="864370"/>
                </a:lnTo>
                <a:lnTo>
                  <a:pt x="75929" y="852997"/>
                </a:lnTo>
                <a:lnTo>
                  <a:pt x="76194" y="841624"/>
                </a:lnTo>
                <a:lnTo>
                  <a:pt x="76459" y="830250"/>
                </a:lnTo>
                <a:lnTo>
                  <a:pt x="76705" y="818877"/>
                </a:lnTo>
                <a:lnTo>
                  <a:pt x="76913" y="807504"/>
                </a:lnTo>
                <a:lnTo>
                  <a:pt x="77067" y="796131"/>
                </a:lnTo>
                <a:lnTo>
                  <a:pt x="77155" y="784757"/>
                </a:lnTo>
                <a:lnTo>
                  <a:pt x="77170" y="773384"/>
                </a:lnTo>
                <a:lnTo>
                  <a:pt x="77106" y="762011"/>
                </a:lnTo>
                <a:lnTo>
                  <a:pt x="76963" y="750637"/>
                </a:lnTo>
                <a:lnTo>
                  <a:pt x="76742" y="739264"/>
                </a:lnTo>
                <a:lnTo>
                  <a:pt x="76450" y="727891"/>
                </a:lnTo>
                <a:lnTo>
                  <a:pt x="76095" y="716517"/>
                </a:lnTo>
                <a:lnTo>
                  <a:pt x="75690" y="705144"/>
                </a:lnTo>
                <a:lnTo>
                  <a:pt x="75253" y="693771"/>
                </a:lnTo>
                <a:lnTo>
                  <a:pt x="74803" y="682398"/>
                </a:lnTo>
                <a:lnTo>
                  <a:pt x="74364" y="671024"/>
                </a:lnTo>
                <a:lnTo>
                  <a:pt x="73959" y="659651"/>
                </a:lnTo>
                <a:lnTo>
                  <a:pt x="73613" y="648278"/>
                </a:lnTo>
                <a:lnTo>
                  <a:pt x="73347" y="636904"/>
                </a:lnTo>
                <a:lnTo>
                  <a:pt x="73176" y="625531"/>
                </a:lnTo>
                <a:lnTo>
                  <a:pt x="73111" y="614158"/>
                </a:lnTo>
                <a:lnTo>
                  <a:pt x="73154" y="602785"/>
                </a:lnTo>
                <a:lnTo>
                  <a:pt x="73299" y="591411"/>
                </a:lnTo>
                <a:lnTo>
                  <a:pt x="73532" y="580038"/>
                </a:lnTo>
                <a:lnTo>
                  <a:pt x="73835" y="568665"/>
                </a:lnTo>
                <a:lnTo>
                  <a:pt x="74185" y="557291"/>
                </a:lnTo>
                <a:lnTo>
                  <a:pt x="74558" y="545918"/>
                </a:lnTo>
                <a:lnTo>
                  <a:pt x="74932" y="534545"/>
                </a:lnTo>
                <a:lnTo>
                  <a:pt x="75286" y="523171"/>
                </a:lnTo>
                <a:lnTo>
                  <a:pt x="75607" y="511798"/>
                </a:lnTo>
                <a:lnTo>
                  <a:pt x="75887" y="500425"/>
                </a:lnTo>
                <a:lnTo>
                  <a:pt x="76120" y="489052"/>
                </a:lnTo>
                <a:lnTo>
                  <a:pt x="76309" y="477678"/>
                </a:lnTo>
                <a:lnTo>
                  <a:pt x="76456" y="466305"/>
                </a:lnTo>
                <a:lnTo>
                  <a:pt x="76567" y="454932"/>
                </a:lnTo>
                <a:lnTo>
                  <a:pt x="76648" y="443558"/>
                </a:lnTo>
                <a:lnTo>
                  <a:pt x="76702" y="432185"/>
                </a:lnTo>
                <a:lnTo>
                  <a:pt x="76734" y="420812"/>
                </a:lnTo>
                <a:lnTo>
                  <a:pt x="76745" y="409439"/>
                </a:lnTo>
                <a:lnTo>
                  <a:pt x="76737" y="398065"/>
                </a:lnTo>
                <a:lnTo>
                  <a:pt x="76709" y="386692"/>
                </a:lnTo>
                <a:lnTo>
                  <a:pt x="76664" y="375319"/>
                </a:lnTo>
                <a:lnTo>
                  <a:pt x="76604" y="363945"/>
                </a:lnTo>
                <a:lnTo>
                  <a:pt x="76532" y="352572"/>
                </a:lnTo>
                <a:lnTo>
                  <a:pt x="76455" y="341199"/>
                </a:lnTo>
                <a:lnTo>
                  <a:pt x="76378" y="329825"/>
                </a:lnTo>
                <a:lnTo>
                  <a:pt x="76309" y="318452"/>
                </a:lnTo>
                <a:lnTo>
                  <a:pt x="76255" y="307079"/>
                </a:lnTo>
                <a:lnTo>
                  <a:pt x="76221" y="295706"/>
                </a:lnTo>
                <a:lnTo>
                  <a:pt x="76207" y="284332"/>
                </a:lnTo>
                <a:lnTo>
                  <a:pt x="76210" y="272959"/>
                </a:lnTo>
                <a:lnTo>
                  <a:pt x="76219" y="261586"/>
                </a:lnTo>
                <a:lnTo>
                  <a:pt x="76217" y="250212"/>
                </a:lnTo>
                <a:lnTo>
                  <a:pt x="76175" y="238839"/>
                </a:lnTo>
                <a:lnTo>
                  <a:pt x="76052" y="227466"/>
                </a:lnTo>
                <a:lnTo>
                  <a:pt x="75796" y="216093"/>
                </a:lnTo>
                <a:lnTo>
                  <a:pt x="75340" y="204719"/>
                </a:lnTo>
                <a:lnTo>
                  <a:pt x="74603" y="193346"/>
                </a:lnTo>
                <a:lnTo>
                  <a:pt x="73492" y="181973"/>
                </a:lnTo>
                <a:lnTo>
                  <a:pt x="71905" y="170599"/>
                </a:lnTo>
                <a:lnTo>
                  <a:pt x="69735" y="159226"/>
                </a:lnTo>
                <a:lnTo>
                  <a:pt x="66883" y="147853"/>
                </a:lnTo>
                <a:lnTo>
                  <a:pt x="63266" y="136480"/>
                </a:lnTo>
                <a:lnTo>
                  <a:pt x="58834" y="125106"/>
                </a:lnTo>
                <a:lnTo>
                  <a:pt x="53585" y="113733"/>
                </a:lnTo>
                <a:lnTo>
                  <a:pt x="47577" y="102360"/>
                </a:lnTo>
                <a:lnTo>
                  <a:pt x="40940" y="90986"/>
                </a:lnTo>
                <a:lnTo>
                  <a:pt x="33883" y="79613"/>
                </a:lnTo>
                <a:lnTo>
                  <a:pt x="26684" y="68240"/>
                </a:lnTo>
                <a:lnTo>
                  <a:pt x="19680" y="56866"/>
                </a:lnTo>
                <a:lnTo>
                  <a:pt x="13244" y="45493"/>
                </a:lnTo>
                <a:lnTo>
                  <a:pt x="7751" y="34120"/>
                </a:lnTo>
                <a:lnTo>
                  <a:pt x="3545" y="22747"/>
                </a:lnTo>
                <a:lnTo>
                  <a:pt x="902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60" y="11373"/>
                </a:lnTo>
                <a:lnTo>
                  <a:pt x="159016" y="22747"/>
                </a:lnTo>
                <a:lnTo>
                  <a:pt x="154810" y="34120"/>
                </a:lnTo>
                <a:lnTo>
                  <a:pt x="149318" y="45493"/>
                </a:lnTo>
                <a:lnTo>
                  <a:pt x="142882" y="56866"/>
                </a:lnTo>
                <a:lnTo>
                  <a:pt x="135878" y="68240"/>
                </a:lnTo>
                <a:lnTo>
                  <a:pt x="128679" y="79613"/>
                </a:lnTo>
                <a:lnTo>
                  <a:pt x="121621" y="90986"/>
                </a:lnTo>
                <a:lnTo>
                  <a:pt x="114985" y="102360"/>
                </a:lnTo>
                <a:lnTo>
                  <a:pt x="108976" y="113733"/>
                </a:lnTo>
                <a:lnTo>
                  <a:pt x="103727" y="125106"/>
                </a:lnTo>
                <a:lnTo>
                  <a:pt x="99296" y="136480"/>
                </a:lnTo>
                <a:lnTo>
                  <a:pt x="95679" y="147853"/>
                </a:lnTo>
                <a:lnTo>
                  <a:pt x="92827" y="159226"/>
                </a:lnTo>
                <a:lnTo>
                  <a:pt x="90657" y="170599"/>
                </a:lnTo>
                <a:lnTo>
                  <a:pt x="89069" y="181973"/>
                </a:lnTo>
                <a:lnTo>
                  <a:pt x="87958" y="193346"/>
                </a:lnTo>
                <a:lnTo>
                  <a:pt x="87221" y="204719"/>
                </a:lnTo>
                <a:lnTo>
                  <a:pt x="86765" y="216093"/>
                </a:lnTo>
                <a:lnTo>
                  <a:pt x="86509" y="227466"/>
                </a:lnTo>
                <a:lnTo>
                  <a:pt x="86387" y="238839"/>
                </a:lnTo>
                <a:lnTo>
                  <a:pt x="86344" y="250212"/>
                </a:lnTo>
                <a:lnTo>
                  <a:pt x="86342" y="261586"/>
                </a:lnTo>
                <a:lnTo>
                  <a:pt x="86352" y="272959"/>
                </a:lnTo>
                <a:lnTo>
                  <a:pt x="86355" y="284332"/>
                </a:lnTo>
                <a:lnTo>
                  <a:pt x="86341" y="295706"/>
                </a:lnTo>
                <a:lnTo>
                  <a:pt x="86306" y="307079"/>
                </a:lnTo>
                <a:lnTo>
                  <a:pt x="86252" y="318452"/>
                </a:lnTo>
                <a:lnTo>
                  <a:pt x="86184" y="329825"/>
                </a:lnTo>
                <a:lnTo>
                  <a:pt x="86107" y="341199"/>
                </a:lnTo>
                <a:lnTo>
                  <a:pt x="86029" y="352572"/>
                </a:lnTo>
                <a:lnTo>
                  <a:pt x="85958" y="363945"/>
                </a:lnTo>
                <a:lnTo>
                  <a:pt x="85897" y="375319"/>
                </a:lnTo>
                <a:lnTo>
                  <a:pt x="85852" y="386692"/>
                </a:lnTo>
                <a:lnTo>
                  <a:pt x="85825" y="398065"/>
                </a:lnTo>
                <a:lnTo>
                  <a:pt x="85816" y="409439"/>
                </a:lnTo>
                <a:lnTo>
                  <a:pt x="85827" y="420812"/>
                </a:lnTo>
                <a:lnTo>
                  <a:pt x="85859" y="432185"/>
                </a:lnTo>
                <a:lnTo>
                  <a:pt x="85914" y="443558"/>
                </a:lnTo>
                <a:lnTo>
                  <a:pt x="85994" y="454932"/>
                </a:lnTo>
                <a:lnTo>
                  <a:pt x="86106" y="466305"/>
                </a:lnTo>
                <a:lnTo>
                  <a:pt x="86253" y="477678"/>
                </a:lnTo>
                <a:lnTo>
                  <a:pt x="86441" y="489052"/>
                </a:lnTo>
                <a:lnTo>
                  <a:pt x="86675" y="500425"/>
                </a:lnTo>
                <a:lnTo>
                  <a:pt x="86954" y="511798"/>
                </a:lnTo>
                <a:lnTo>
                  <a:pt x="87275" y="523171"/>
                </a:lnTo>
                <a:lnTo>
                  <a:pt x="87630" y="534545"/>
                </a:lnTo>
                <a:lnTo>
                  <a:pt x="88003" y="545918"/>
                </a:lnTo>
                <a:lnTo>
                  <a:pt x="88376" y="557291"/>
                </a:lnTo>
                <a:lnTo>
                  <a:pt x="88726" y="568665"/>
                </a:lnTo>
                <a:lnTo>
                  <a:pt x="89029" y="580038"/>
                </a:lnTo>
                <a:lnTo>
                  <a:pt x="89263" y="591411"/>
                </a:lnTo>
                <a:lnTo>
                  <a:pt x="89408" y="602785"/>
                </a:lnTo>
                <a:lnTo>
                  <a:pt x="89450" y="614158"/>
                </a:lnTo>
                <a:lnTo>
                  <a:pt x="89385" y="625531"/>
                </a:lnTo>
                <a:lnTo>
                  <a:pt x="89215" y="636904"/>
                </a:lnTo>
                <a:lnTo>
                  <a:pt x="88948" y="648278"/>
                </a:lnTo>
                <a:lnTo>
                  <a:pt x="88602" y="659651"/>
                </a:lnTo>
                <a:lnTo>
                  <a:pt x="88198" y="671024"/>
                </a:lnTo>
                <a:lnTo>
                  <a:pt x="87759" y="682398"/>
                </a:lnTo>
                <a:lnTo>
                  <a:pt x="87309" y="693771"/>
                </a:lnTo>
                <a:lnTo>
                  <a:pt x="86871" y="705144"/>
                </a:lnTo>
                <a:lnTo>
                  <a:pt x="86467" y="716517"/>
                </a:lnTo>
                <a:lnTo>
                  <a:pt x="86112" y="727891"/>
                </a:lnTo>
                <a:lnTo>
                  <a:pt x="85819" y="739264"/>
                </a:lnTo>
                <a:lnTo>
                  <a:pt x="85598" y="750637"/>
                </a:lnTo>
                <a:lnTo>
                  <a:pt x="85455" y="762011"/>
                </a:lnTo>
                <a:lnTo>
                  <a:pt x="85392" y="773384"/>
                </a:lnTo>
                <a:lnTo>
                  <a:pt x="85406" y="784757"/>
                </a:lnTo>
                <a:lnTo>
                  <a:pt x="85495" y="796131"/>
                </a:lnTo>
                <a:lnTo>
                  <a:pt x="85649" y="807504"/>
                </a:lnTo>
                <a:lnTo>
                  <a:pt x="85856" y="818877"/>
                </a:lnTo>
                <a:lnTo>
                  <a:pt x="86102" y="830250"/>
                </a:lnTo>
                <a:lnTo>
                  <a:pt x="86368" y="841624"/>
                </a:lnTo>
                <a:lnTo>
                  <a:pt x="86632" y="852997"/>
                </a:lnTo>
                <a:lnTo>
                  <a:pt x="86873" y="864370"/>
                </a:lnTo>
                <a:lnTo>
                  <a:pt x="87069" y="875744"/>
                </a:lnTo>
                <a:lnTo>
                  <a:pt x="87200" y="887117"/>
                </a:lnTo>
                <a:lnTo>
                  <a:pt x="87253" y="898490"/>
                </a:lnTo>
                <a:lnTo>
                  <a:pt x="87218" y="909863"/>
                </a:lnTo>
                <a:lnTo>
                  <a:pt x="87091" y="921237"/>
                </a:lnTo>
                <a:lnTo>
                  <a:pt x="86877" y="932610"/>
                </a:lnTo>
                <a:lnTo>
                  <a:pt x="86585" y="943983"/>
                </a:lnTo>
                <a:lnTo>
                  <a:pt x="86232" y="955357"/>
                </a:lnTo>
                <a:lnTo>
                  <a:pt x="85833" y="966730"/>
                </a:lnTo>
                <a:lnTo>
                  <a:pt x="85410" y="978103"/>
                </a:lnTo>
                <a:lnTo>
                  <a:pt x="84980" y="989476"/>
                </a:lnTo>
                <a:lnTo>
                  <a:pt x="84562" y="1000850"/>
                </a:lnTo>
                <a:lnTo>
                  <a:pt x="84169" y="1012223"/>
                </a:lnTo>
                <a:lnTo>
                  <a:pt x="83813" y="1023596"/>
                </a:lnTo>
                <a:lnTo>
                  <a:pt x="83501" y="1034970"/>
                </a:lnTo>
                <a:lnTo>
                  <a:pt x="83238" y="1046343"/>
                </a:lnTo>
                <a:lnTo>
                  <a:pt x="83026" y="1057716"/>
                </a:lnTo>
                <a:lnTo>
                  <a:pt x="82867" y="1069090"/>
                </a:lnTo>
                <a:lnTo>
                  <a:pt x="82759" y="1080463"/>
                </a:lnTo>
                <a:lnTo>
                  <a:pt x="82699" y="1091836"/>
                </a:lnTo>
                <a:lnTo>
                  <a:pt x="82686" y="1103209"/>
                </a:lnTo>
                <a:lnTo>
                  <a:pt x="82714" y="1114583"/>
                </a:lnTo>
                <a:lnTo>
                  <a:pt x="82779" y="1125956"/>
                </a:lnTo>
                <a:lnTo>
                  <a:pt x="82873" y="1137329"/>
                </a:lnTo>
                <a:lnTo>
                  <a:pt x="82991" y="1148703"/>
                </a:lnTo>
                <a:lnTo>
                  <a:pt x="83125" y="1160076"/>
                </a:lnTo>
                <a:lnTo>
                  <a:pt x="83267" y="1171449"/>
                </a:lnTo>
                <a:lnTo>
                  <a:pt x="83411" y="1182822"/>
                </a:lnTo>
                <a:lnTo>
                  <a:pt x="83549" y="1194196"/>
                </a:lnTo>
                <a:lnTo>
                  <a:pt x="83676" y="1205569"/>
                </a:lnTo>
                <a:lnTo>
                  <a:pt x="83789" y="1216942"/>
                </a:lnTo>
                <a:lnTo>
                  <a:pt x="83885" y="1228316"/>
                </a:lnTo>
                <a:lnTo>
                  <a:pt x="83962" y="1239689"/>
                </a:lnTo>
                <a:lnTo>
                  <a:pt x="84019" y="1251062"/>
                </a:lnTo>
                <a:lnTo>
                  <a:pt x="84055" y="1262436"/>
                </a:lnTo>
                <a:lnTo>
                  <a:pt x="84070" y="1273809"/>
                </a:lnTo>
                <a:lnTo>
                  <a:pt x="84063" y="1285182"/>
                </a:lnTo>
                <a:lnTo>
                  <a:pt x="84032" y="1296555"/>
                </a:lnTo>
                <a:lnTo>
                  <a:pt x="83977" y="1307929"/>
                </a:lnTo>
                <a:lnTo>
                  <a:pt x="83896" y="1319302"/>
                </a:lnTo>
                <a:lnTo>
                  <a:pt x="83791" y="1330675"/>
                </a:lnTo>
                <a:lnTo>
                  <a:pt x="83661" y="1342049"/>
                </a:lnTo>
                <a:lnTo>
                  <a:pt x="83509" y="1353422"/>
                </a:lnTo>
                <a:lnTo>
                  <a:pt x="83340" y="1364795"/>
                </a:lnTo>
                <a:lnTo>
                  <a:pt x="83158" y="1376168"/>
                </a:lnTo>
                <a:lnTo>
                  <a:pt x="82970" y="1387542"/>
                </a:lnTo>
                <a:lnTo>
                  <a:pt x="82784" y="1398915"/>
                </a:lnTo>
                <a:lnTo>
                  <a:pt x="82605" y="1410288"/>
                </a:lnTo>
                <a:lnTo>
                  <a:pt x="82442" y="1421662"/>
                </a:lnTo>
                <a:lnTo>
                  <a:pt x="82300" y="1433035"/>
                </a:lnTo>
                <a:lnTo>
                  <a:pt x="82182" y="1444408"/>
                </a:lnTo>
                <a:lnTo>
                  <a:pt x="82092" y="1455782"/>
                </a:lnTo>
                <a:lnTo>
                  <a:pt x="82031" y="1467155"/>
                </a:lnTo>
                <a:lnTo>
                  <a:pt x="81996" y="1478528"/>
                </a:lnTo>
                <a:lnTo>
                  <a:pt x="81986" y="1489901"/>
                </a:lnTo>
                <a:lnTo>
                  <a:pt x="81997" y="1501275"/>
                </a:lnTo>
                <a:lnTo>
                  <a:pt x="82022" y="1512648"/>
                </a:lnTo>
                <a:lnTo>
                  <a:pt x="82057" y="1524021"/>
                </a:lnTo>
                <a:lnTo>
                  <a:pt x="82095" y="1535395"/>
                </a:lnTo>
                <a:lnTo>
                  <a:pt x="82133" y="1546768"/>
                </a:lnTo>
                <a:lnTo>
                  <a:pt x="82168" y="1558141"/>
                </a:lnTo>
                <a:lnTo>
                  <a:pt x="82197" y="1569514"/>
                </a:lnTo>
                <a:lnTo>
                  <a:pt x="82222" y="1580888"/>
                </a:lnTo>
                <a:lnTo>
                  <a:pt x="82248" y="1592261"/>
                </a:lnTo>
                <a:lnTo>
                  <a:pt x="82283" y="1603634"/>
                </a:lnTo>
                <a:lnTo>
                  <a:pt x="82338" y="1615008"/>
                </a:lnTo>
                <a:lnTo>
                  <a:pt x="82427" y="1626381"/>
                </a:lnTo>
                <a:lnTo>
                  <a:pt x="82569" y="1637754"/>
                </a:lnTo>
                <a:lnTo>
                  <a:pt x="82784" y="1649127"/>
                </a:lnTo>
                <a:lnTo>
                  <a:pt x="83093" y="1660501"/>
                </a:lnTo>
                <a:lnTo>
                  <a:pt x="83514" y="1671874"/>
                </a:lnTo>
                <a:lnTo>
                  <a:pt x="84064" y="1683247"/>
                </a:lnTo>
                <a:lnTo>
                  <a:pt x="84755" y="1694621"/>
                </a:lnTo>
                <a:lnTo>
                  <a:pt x="85588" y="1705994"/>
                </a:lnTo>
                <a:lnTo>
                  <a:pt x="86554" y="1717367"/>
                </a:lnTo>
                <a:lnTo>
                  <a:pt x="87631" y="1728741"/>
                </a:lnTo>
                <a:lnTo>
                  <a:pt x="88785" y="1740114"/>
                </a:lnTo>
                <a:lnTo>
                  <a:pt x="89969" y="1751487"/>
                </a:lnTo>
                <a:lnTo>
                  <a:pt x="91125" y="1762860"/>
                </a:lnTo>
                <a:lnTo>
                  <a:pt x="92190" y="1774234"/>
                </a:lnTo>
                <a:lnTo>
                  <a:pt x="93101" y="1785607"/>
                </a:lnTo>
                <a:lnTo>
                  <a:pt x="93800" y="1796980"/>
                </a:lnTo>
                <a:lnTo>
                  <a:pt x="94240" y="1808354"/>
                </a:lnTo>
                <a:lnTo>
                  <a:pt x="94390" y="1819727"/>
                </a:lnTo>
                <a:lnTo>
                  <a:pt x="94390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738" name="data_4489">
            <a:extLst>
              <a:ext uri="{FF2B5EF4-FFF2-40B4-BE49-F238E27FC236}">
                <a16:creationId xmlns:a16="http://schemas.microsoft.com/office/drawing/2014/main" id="{C6781DF2-1B0D-4D52-9312-5AB242C5B47A}"/>
              </a:ext>
            </a:extLst>
          </p:cNvPr>
          <p:cNvSpPr>
            <a:spLocks/>
          </p:cNvSpPr>
          <p:nvPr/>
        </p:nvSpPr>
        <p:spPr>
          <a:xfrm>
            <a:off x="6686359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62562" y="1819727"/>
                </a:moveTo>
                <a:lnTo>
                  <a:pt x="0" y="1819727"/>
                </a:lnTo>
                <a:lnTo>
                  <a:pt x="922" y="1808354"/>
                </a:lnTo>
                <a:lnTo>
                  <a:pt x="3625" y="1796980"/>
                </a:lnTo>
                <a:lnTo>
                  <a:pt x="7927" y="1785607"/>
                </a:lnTo>
                <a:lnTo>
                  <a:pt x="13544" y="1774234"/>
                </a:lnTo>
                <a:lnTo>
                  <a:pt x="20126" y="1762860"/>
                </a:lnTo>
                <a:lnTo>
                  <a:pt x="27288" y="1751487"/>
                </a:lnTo>
                <a:lnTo>
                  <a:pt x="34650" y="1740114"/>
                </a:lnTo>
                <a:lnTo>
                  <a:pt x="41865" y="1728741"/>
                </a:lnTo>
                <a:lnTo>
                  <a:pt x="48647" y="1717367"/>
                </a:lnTo>
                <a:lnTo>
                  <a:pt x="54785" y="1705994"/>
                </a:lnTo>
                <a:lnTo>
                  <a:pt x="60142" y="1694621"/>
                </a:lnTo>
                <a:lnTo>
                  <a:pt x="64659" y="1683247"/>
                </a:lnTo>
                <a:lnTo>
                  <a:pt x="68340" y="1671874"/>
                </a:lnTo>
                <a:lnTo>
                  <a:pt x="71235" y="1660501"/>
                </a:lnTo>
                <a:lnTo>
                  <a:pt x="73430" y="1649127"/>
                </a:lnTo>
                <a:lnTo>
                  <a:pt x="75027" y="1637754"/>
                </a:lnTo>
                <a:lnTo>
                  <a:pt x="76137" y="1626381"/>
                </a:lnTo>
                <a:lnTo>
                  <a:pt x="76866" y="1615008"/>
                </a:lnTo>
                <a:lnTo>
                  <a:pt x="77310" y="1603634"/>
                </a:lnTo>
                <a:lnTo>
                  <a:pt x="77552" y="1592261"/>
                </a:lnTo>
                <a:lnTo>
                  <a:pt x="77662" y="1580888"/>
                </a:lnTo>
                <a:lnTo>
                  <a:pt x="77696" y="1569514"/>
                </a:lnTo>
                <a:lnTo>
                  <a:pt x="77694" y="1558141"/>
                </a:lnTo>
                <a:lnTo>
                  <a:pt x="77687" y="1546768"/>
                </a:lnTo>
                <a:lnTo>
                  <a:pt x="77694" y="1535395"/>
                </a:lnTo>
                <a:lnTo>
                  <a:pt x="77725" y="1524021"/>
                </a:lnTo>
                <a:lnTo>
                  <a:pt x="77784" y="1512648"/>
                </a:lnTo>
                <a:lnTo>
                  <a:pt x="77869" y="1501275"/>
                </a:lnTo>
                <a:lnTo>
                  <a:pt x="77973" y="1489901"/>
                </a:lnTo>
                <a:lnTo>
                  <a:pt x="78088" y="1478528"/>
                </a:lnTo>
                <a:lnTo>
                  <a:pt x="78203" y="1467155"/>
                </a:lnTo>
                <a:lnTo>
                  <a:pt x="78311" y="1455782"/>
                </a:lnTo>
                <a:lnTo>
                  <a:pt x="78401" y="1444408"/>
                </a:lnTo>
                <a:lnTo>
                  <a:pt x="78468" y="1433035"/>
                </a:lnTo>
                <a:lnTo>
                  <a:pt x="78505" y="1421662"/>
                </a:lnTo>
                <a:lnTo>
                  <a:pt x="78508" y="1410288"/>
                </a:lnTo>
                <a:lnTo>
                  <a:pt x="78476" y="1398915"/>
                </a:lnTo>
                <a:lnTo>
                  <a:pt x="78407" y="1387542"/>
                </a:lnTo>
                <a:lnTo>
                  <a:pt x="78297" y="1376168"/>
                </a:lnTo>
                <a:lnTo>
                  <a:pt x="78146" y="1364795"/>
                </a:lnTo>
                <a:lnTo>
                  <a:pt x="77952" y="1353422"/>
                </a:lnTo>
                <a:lnTo>
                  <a:pt x="77714" y="1342049"/>
                </a:lnTo>
                <a:lnTo>
                  <a:pt x="77431" y="1330675"/>
                </a:lnTo>
                <a:lnTo>
                  <a:pt x="77106" y="1319302"/>
                </a:lnTo>
                <a:lnTo>
                  <a:pt x="76745" y="1307929"/>
                </a:lnTo>
                <a:lnTo>
                  <a:pt x="76356" y="1296555"/>
                </a:lnTo>
                <a:lnTo>
                  <a:pt x="75953" y="1285182"/>
                </a:lnTo>
                <a:lnTo>
                  <a:pt x="75555" y="1273809"/>
                </a:lnTo>
                <a:lnTo>
                  <a:pt x="75181" y="1262436"/>
                </a:lnTo>
                <a:lnTo>
                  <a:pt x="74853" y="1251062"/>
                </a:lnTo>
                <a:lnTo>
                  <a:pt x="74593" y="1239689"/>
                </a:lnTo>
                <a:lnTo>
                  <a:pt x="74419" y="1228316"/>
                </a:lnTo>
                <a:lnTo>
                  <a:pt x="74343" y="1216942"/>
                </a:lnTo>
                <a:lnTo>
                  <a:pt x="74372" y="1205569"/>
                </a:lnTo>
                <a:lnTo>
                  <a:pt x="74506" y="1194196"/>
                </a:lnTo>
                <a:lnTo>
                  <a:pt x="74735" y="1182822"/>
                </a:lnTo>
                <a:lnTo>
                  <a:pt x="75045" y="1171449"/>
                </a:lnTo>
                <a:lnTo>
                  <a:pt x="75414" y="1160076"/>
                </a:lnTo>
                <a:lnTo>
                  <a:pt x="75819" y="1148703"/>
                </a:lnTo>
                <a:lnTo>
                  <a:pt x="76234" y="1137329"/>
                </a:lnTo>
                <a:lnTo>
                  <a:pt x="76635" y="1125956"/>
                </a:lnTo>
                <a:lnTo>
                  <a:pt x="76999" y="1114583"/>
                </a:lnTo>
                <a:lnTo>
                  <a:pt x="77305" y="1103209"/>
                </a:lnTo>
                <a:lnTo>
                  <a:pt x="77536" y="1091836"/>
                </a:lnTo>
                <a:lnTo>
                  <a:pt x="77678" y="1080463"/>
                </a:lnTo>
                <a:lnTo>
                  <a:pt x="77720" y="1069090"/>
                </a:lnTo>
                <a:lnTo>
                  <a:pt x="77653" y="1057716"/>
                </a:lnTo>
                <a:lnTo>
                  <a:pt x="77472" y="1046343"/>
                </a:lnTo>
                <a:lnTo>
                  <a:pt x="77175" y="1034970"/>
                </a:lnTo>
                <a:lnTo>
                  <a:pt x="76765" y="1023596"/>
                </a:lnTo>
                <a:lnTo>
                  <a:pt x="76251" y="1012223"/>
                </a:lnTo>
                <a:lnTo>
                  <a:pt x="75649" y="1000850"/>
                </a:lnTo>
                <a:lnTo>
                  <a:pt x="74982" y="989476"/>
                </a:lnTo>
                <a:lnTo>
                  <a:pt x="74282" y="978103"/>
                </a:lnTo>
                <a:lnTo>
                  <a:pt x="73584" y="966730"/>
                </a:lnTo>
                <a:lnTo>
                  <a:pt x="72932" y="955357"/>
                </a:lnTo>
                <a:lnTo>
                  <a:pt x="72367" y="943983"/>
                </a:lnTo>
                <a:lnTo>
                  <a:pt x="71928" y="932610"/>
                </a:lnTo>
                <a:lnTo>
                  <a:pt x="71648" y="921237"/>
                </a:lnTo>
                <a:lnTo>
                  <a:pt x="71549" y="909863"/>
                </a:lnTo>
                <a:lnTo>
                  <a:pt x="71638" y="898490"/>
                </a:lnTo>
                <a:lnTo>
                  <a:pt x="71912" y="887117"/>
                </a:lnTo>
                <a:lnTo>
                  <a:pt x="72351" y="875744"/>
                </a:lnTo>
                <a:lnTo>
                  <a:pt x="72924" y="864370"/>
                </a:lnTo>
                <a:lnTo>
                  <a:pt x="73595" y="852997"/>
                </a:lnTo>
                <a:lnTo>
                  <a:pt x="74319" y="841624"/>
                </a:lnTo>
                <a:lnTo>
                  <a:pt x="75055" y="830250"/>
                </a:lnTo>
                <a:lnTo>
                  <a:pt x="75763" y="818877"/>
                </a:lnTo>
                <a:lnTo>
                  <a:pt x="76414" y="807504"/>
                </a:lnTo>
                <a:lnTo>
                  <a:pt x="76982" y="796131"/>
                </a:lnTo>
                <a:lnTo>
                  <a:pt x="77454" y="784757"/>
                </a:lnTo>
                <a:lnTo>
                  <a:pt x="77824" y="773384"/>
                </a:lnTo>
                <a:lnTo>
                  <a:pt x="78096" y="762011"/>
                </a:lnTo>
                <a:lnTo>
                  <a:pt x="78278" y="750637"/>
                </a:lnTo>
                <a:lnTo>
                  <a:pt x="78381" y="739264"/>
                </a:lnTo>
                <a:lnTo>
                  <a:pt x="78422" y="727891"/>
                </a:lnTo>
                <a:lnTo>
                  <a:pt x="78415" y="716517"/>
                </a:lnTo>
                <a:lnTo>
                  <a:pt x="78377" y="705144"/>
                </a:lnTo>
                <a:lnTo>
                  <a:pt x="78321" y="693771"/>
                </a:lnTo>
                <a:lnTo>
                  <a:pt x="78259" y="682398"/>
                </a:lnTo>
                <a:lnTo>
                  <a:pt x="78202" y="671024"/>
                </a:lnTo>
                <a:lnTo>
                  <a:pt x="78156" y="659651"/>
                </a:lnTo>
                <a:lnTo>
                  <a:pt x="78127" y="648278"/>
                </a:lnTo>
                <a:lnTo>
                  <a:pt x="78117" y="636904"/>
                </a:lnTo>
                <a:lnTo>
                  <a:pt x="78125" y="625531"/>
                </a:lnTo>
                <a:lnTo>
                  <a:pt x="78150" y="614158"/>
                </a:lnTo>
                <a:lnTo>
                  <a:pt x="78185" y="602785"/>
                </a:lnTo>
                <a:lnTo>
                  <a:pt x="78226" y="591411"/>
                </a:lnTo>
                <a:lnTo>
                  <a:pt x="78263" y="580038"/>
                </a:lnTo>
                <a:lnTo>
                  <a:pt x="78292" y="568665"/>
                </a:lnTo>
                <a:lnTo>
                  <a:pt x="78303" y="557291"/>
                </a:lnTo>
                <a:lnTo>
                  <a:pt x="78294" y="545918"/>
                </a:lnTo>
                <a:lnTo>
                  <a:pt x="78259" y="534545"/>
                </a:lnTo>
                <a:lnTo>
                  <a:pt x="78200" y="523171"/>
                </a:lnTo>
                <a:lnTo>
                  <a:pt x="78117" y="511798"/>
                </a:lnTo>
                <a:lnTo>
                  <a:pt x="78016" y="500425"/>
                </a:lnTo>
                <a:lnTo>
                  <a:pt x="77903" y="489052"/>
                </a:lnTo>
                <a:lnTo>
                  <a:pt x="77786" y="477678"/>
                </a:lnTo>
                <a:lnTo>
                  <a:pt x="77672" y="466305"/>
                </a:lnTo>
                <a:lnTo>
                  <a:pt x="77570" y="454932"/>
                </a:lnTo>
                <a:lnTo>
                  <a:pt x="77487" y="443558"/>
                </a:lnTo>
                <a:lnTo>
                  <a:pt x="77427" y="432185"/>
                </a:lnTo>
                <a:lnTo>
                  <a:pt x="77394" y="420812"/>
                </a:lnTo>
                <a:lnTo>
                  <a:pt x="77388" y="409439"/>
                </a:lnTo>
                <a:lnTo>
                  <a:pt x="77409" y="398065"/>
                </a:lnTo>
                <a:lnTo>
                  <a:pt x="77456" y="386692"/>
                </a:lnTo>
                <a:lnTo>
                  <a:pt x="77524" y="375319"/>
                </a:lnTo>
                <a:lnTo>
                  <a:pt x="77611" y="363945"/>
                </a:lnTo>
                <a:lnTo>
                  <a:pt x="77713" y="352572"/>
                </a:lnTo>
                <a:lnTo>
                  <a:pt x="77827" y="341199"/>
                </a:lnTo>
                <a:lnTo>
                  <a:pt x="77951" y="329825"/>
                </a:lnTo>
                <a:lnTo>
                  <a:pt x="78085" y="318452"/>
                </a:lnTo>
                <a:lnTo>
                  <a:pt x="78226" y="307079"/>
                </a:lnTo>
                <a:lnTo>
                  <a:pt x="78376" y="295706"/>
                </a:lnTo>
                <a:lnTo>
                  <a:pt x="78532" y="284332"/>
                </a:lnTo>
                <a:lnTo>
                  <a:pt x="78693" y="272959"/>
                </a:lnTo>
                <a:lnTo>
                  <a:pt x="78856" y="261586"/>
                </a:lnTo>
                <a:lnTo>
                  <a:pt x="79015" y="250212"/>
                </a:lnTo>
                <a:lnTo>
                  <a:pt x="79163" y="238839"/>
                </a:lnTo>
                <a:lnTo>
                  <a:pt x="79287" y="227466"/>
                </a:lnTo>
                <a:lnTo>
                  <a:pt x="79373" y="216093"/>
                </a:lnTo>
                <a:lnTo>
                  <a:pt x="79401" y="204719"/>
                </a:lnTo>
                <a:lnTo>
                  <a:pt x="79347" y="193346"/>
                </a:lnTo>
                <a:lnTo>
                  <a:pt x="79187" y="181973"/>
                </a:lnTo>
                <a:lnTo>
                  <a:pt x="78889" y="170599"/>
                </a:lnTo>
                <a:lnTo>
                  <a:pt x="78426" y="159226"/>
                </a:lnTo>
                <a:lnTo>
                  <a:pt x="77769" y="147853"/>
                </a:lnTo>
                <a:lnTo>
                  <a:pt x="76897" y="136480"/>
                </a:lnTo>
                <a:lnTo>
                  <a:pt x="75796" y="125106"/>
                </a:lnTo>
                <a:lnTo>
                  <a:pt x="74466" y="113733"/>
                </a:lnTo>
                <a:lnTo>
                  <a:pt x="72924" y="102360"/>
                </a:lnTo>
                <a:lnTo>
                  <a:pt x="71205" y="90986"/>
                </a:lnTo>
                <a:lnTo>
                  <a:pt x="69367" y="79613"/>
                </a:lnTo>
                <a:lnTo>
                  <a:pt x="67484" y="68240"/>
                </a:lnTo>
                <a:lnTo>
                  <a:pt x="65647" y="56866"/>
                </a:lnTo>
                <a:lnTo>
                  <a:pt x="63956" y="45493"/>
                </a:lnTo>
                <a:lnTo>
                  <a:pt x="62511" y="34120"/>
                </a:lnTo>
                <a:lnTo>
                  <a:pt x="61404" y="22747"/>
                </a:lnTo>
                <a:lnTo>
                  <a:pt x="60708" y="11373"/>
                </a:lnTo>
                <a:lnTo>
                  <a:pt x="60470" y="0"/>
                </a:lnTo>
                <a:lnTo>
                  <a:pt x="102091" y="0"/>
                </a:lnTo>
                <a:lnTo>
                  <a:pt x="102091" y="0"/>
                </a:lnTo>
                <a:lnTo>
                  <a:pt x="101854" y="11373"/>
                </a:lnTo>
                <a:lnTo>
                  <a:pt x="101157" y="22747"/>
                </a:lnTo>
                <a:lnTo>
                  <a:pt x="100050" y="34120"/>
                </a:lnTo>
                <a:lnTo>
                  <a:pt x="98605" y="45493"/>
                </a:lnTo>
                <a:lnTo>
                  <a:pt x="96914" y="56866"/>
                </a:lnTo>
                <a:lnTo>
                  <a:pt x="95078" y="68240"/>
                </a:lnTo>
                <a:lnTo>
                  <a:pt x="93195" y="79613"/>
                </a:lnTo>
                <a:lnTo>
                  <a:pt x="91356" y="90986"/>
                </a:lnTo>
                <a:lnTo>
                  <a:pt x="89638" y="102360"/>
                </a:lnTo>
                <a:lnTo>
                  <a:pt x="88096" y="113733"/>
                </a:lnTo>
                <a:lnTo>
                  <a:pt x="86766" y="125106"/>
                </a:lnTo>
                <a:lnTo>
                  <a:pt x="85665" y="136480"/>
                </a:lnTo>
                <a:lnTo>
                  <a:pt x="84792" y="147853"/>
                </a:lnTo>
                <a:lnTo>
                  <a:pt x="84136" y="159226"/>
                </a:lnTo>
                <a:lnTo>
                  <a:pt x="83672" y="170599"/>
                </a:lnTo>
                <a:lnTo>
                  <a:pt x="83375" y="181973"/>
                </a:lnTo>
                <a:lnTo>
                  <a:pt x="83214" y="193346"/>
                </a:lnTo>
                <a:lnTo>
                  <a:pt x="83161" y="204719"/>
                </a:lnTo>
                <a:lnTo>
                  <a:pt x="83189" y="216093"/>
                </a:lnTo>
                <a:lnTo>
                  <a:pt x="83274" y="227466"/>
                </a:lnTo>
                <a:lnTo>
                  <a:pt x="83399" y="238839"/>
                </a:lnTo>
                <a:lnTo>
                  <a:pt x="83546" y="250212"/>
                </a:lnTo>
                <a:lnTo>
                  <a:pt x="83706" y="261586"/>
                </a:lnTo>
                <a:lnTo>
                  <a:pt x="83869" y="272959"/>
                </a:lnTo>
                <a:lnTo>
                  <a:pt x="84030" y="284332"/>
                </a:lnTo>
                <a:lnTo>
                  <a:pt x="84186" y="295706"/>
                </a:lnTo>
                <a:lnTo>
                  <a:pt x="84335" y="307079"/>
                </a:lnTo>
                <a:lnTo>
                  <a:pt x="84477" y="318452"/>
                </a:lnTo>
                <a:lnTo>
                  <a:pt x="84610" y="329825"/>
                </a:lnTo>
                <a:lnTo>
                  <a:pt x="84735" y="341199"/>
                </a:lnTo>
                <a:lnTo>
                  <a:pt x="84849" y="352572"/>
                </a:lnTo>
                <a:lnTo>
                  <a:pt x="84951" y="363945"/>
                </a:lnTo>
                <a:lnTo>
                  <a:pt x="85038" y="375319"/>
                </a:lnTo>
                <a:lnTo>
                  <a:pt x="85106" y="386692"/>
                </a:lnTo>
                <a:lnTo>
                  <a:pt x="85152" y="398065"/>
                </a:lnTo>
                <a:lnTo>
                  <a:pt x="85174" y="409439"/>
                </a:lnTo>
                <a:lnTo>
                  <a:pt x="85168" y="420812"/>
                </a:lnTo>
                <a:lnTo>
                  <a:pt x="85135" y="432185"/>
                </a:lnTo>
                <a:lnTo>
                  <a:pt x="85075" y="443558"/>
                </a:lnTo>
                <a:lnTo>
                  <a:pt x="84991" y="454932"/>
                </a:lnTo>
                <a:lnTo>
                  <a:pt x="84889" y="466305"/>
                </a:lnTo>
                <a:lnTo>
                  <a:pt x="84776" y="477678"/>
                </a:lnTo>
                <a:lnTo>
                  <a:pt x="84658" y="489052"/>
                </a:lnTo>
                <a:lnTo>
                  <a:pt x="84545" y="500425"/>
                </a:lnTo>
                <a:lnTo>
                  <a:pt x="84444" y="511798"/>
                </a:lnTo>
                <a:lnTo>
                  <a:pt x="84362" y="523171"/>
                </a:lnTo>
                <a:lnTo>
                  <a:pt x="84302" y="534545"/>
                </a:lnTo>
                <a:lnTo>
                  <a:pt x="84268" y="545918"/>
                </a:lnTo>
                <a:lnTo>
                  <a:pt x="84258" y="557291"/>
                </a:lnTo>
                <a:lnTo>
                  <a:pt x="84270" y="568665"/>
                </a:lnTo>
                <a:lnTo>
                  <a:pt x="84298" y="580038"/>
                </a:lnTo>
                <a:lnTo>
                  <a:pt x="84336" y="591411"/>
                </a:lnTo>
                <a:lnTo>
                  <a:pt x="84376" y="602785"/>
                </a:lnTo>
                <a:lnTo>
                  <a:pt x="84412" y="614158"/>
                </a:lnTo>
                <a:lnTo>
                  <a:pt x="84436" y="625531"/>
                </a:lnTo>
                <a:lnTo>
                  <a:pt x="84445" y="636904"/>
                </a:lnTo>
                <a:lnTo>
                  <a:pt x="84434" y="648278"/>
                </a:lnTo>
                <a:lnTo>
                  <a:pt x="84405" y="659651"/>
                </a:lnTo>
                <a:lnTo>
                  <a:pt x="84360" y="671024"/>
                </a:lnTo>
                <a:lnTo>
                  <a:pt x="84302" y="682398"/>
                </a:lnTo>
                <a:lnTo>
                  <a:pt x="84241" y="693771"/>
                </a:lnTo>
                <a:lnTo>
                  <a:pt x="84185" y="705144"/>
                </a:lnTo>
                <a:lnTo>
                  <a:pt x="84146" y="716517"/>
                </a:lnTo>
                <a:lnTo>
                  <a:pt x="84140" y="727891"/>
                </a:lnTo>
                <a:lnTo>
                  <a:pt x="84180" y="739264"/>
                </a:lnTo>
                <a:lnTo>
                  <a:pt x="84284" y="750637"/>
                </a:lnTo>
                <a:lnTo>
                  <a:pt x="84465" y="762011"/>
                </a:lnTo>
                <a:lnTo>
                  <a:pt x="84737" y="773384"/>
                </a:lnTo>
                <a:lnTo>
                  <a:pt x="85108" y="784757"/>
                </a:lnTo>
                <a:lnTo>
                  <a:pt x="85580" y="796131"/>
                </a:lnTo>
                <a:lnTo>
                  <a:pt x="86148" y="807504"/>
                </a:lnTo>
                <a:lnTo>
                  <a:pt x="86798" y="818877"/>
                </a:lnTo>
                <a:lnTo>
                  <a:pt x="87507" y="830250"/>
                </a:lnTo>
                <a:lnTo>
                  <a:pt x="88243" y="841624"/>
                </a:lnTo>
                <a:lnTo>
                  <a:pt x="88967" y="852997"/>
                </a:lnTo>
                <a:lnTo>
                  <a:pt x="89637" y="864370"/>
                </a:lnTo>
                <a:lnTo>
                  <a:pt x="90211" y="875744"/>
                </a:lnTo>
                <a:lnTo>
                  <a:pt x="90650" y="887117"/>
                </a:lnTo>
                <a:lnTo>
                  <a:pt x="90923" y="898490"/>
                </a:lnTo>
                <a:lnTo>
                  <a:pt x="91013" y="909863"/>
                </a:lnTo>
                <a:lnTo>
                  <a:pt x="90913" y="921237"/>
                </a:lnTo>
                <a:lnTo>
                  <a:pt x="90633" y="932610"/>
                </a:lnTo>
                <a:lnTo>
                  <a:pt x="90195" y="943983"/>
                </a:lnTo>
                <a:lnTo>
                  <a:pt x="89629" y="955357"/>
                </a:lnTo>
                <a:lnTo>
                  <a:pt x="88977" y="966730"/>
                </a:lnTo>
                <a:lnTo>
                  <a:pt x="88280" y="978103"/>
                </a:lnTo>
                <a:lnTo>
                  <a:pt x="87579" y="989476"/>
                </a:lnTo>
                <a:lnTo>
                  <a:pt x="86912" y="1000850"/>
                </a:lnTo>
                <a:lnTo>
                  <a:pt x="86310" y="1012223"/>
                </a:lnTo>
                <a:lnTo>
                  <a:pt x="85796" y="1023596"/>
                </a:lnTo>
                <a:lnTo>
                  <a:pt x="85387" y="1034970"/>
                </a:lnTo>
                <a:lnTo>
                  <a:pt x="85090" y="1046343"/>
                </a:lnTo>
                <a:lnTo>
                  <a:pt x="84909" y="1057716"/>
                </a:lnTo>
                <a:lnTo>
                  <a:pt x="84842" y="1069090"/>
                </a:lnTo>
                <a:lnTo>
                  <a:pt x="84884" y="1080463"/>
                </a:lnTo>
                <a:lnTo>
                  <a:pt x="85026" y="1091836"/>
                </a:lnTo>
                <a:lnTo>
                  <a:pt x="85257" y="1103209"/>
                </a:lnTo>
                <a:lnTo>
                  <a:pt x="85563" y="1114583"/>
                </a:lnTo>
                <a:lnTo>
                  <a:pt x="85926" y="1125956"/>
                </a:lnTo>
                <a:lnTo>
                  <a:pt x="86327" y="1137329"/>
                </a:lnTo>
                <a:lnTo>
                  <a:pt x="86743" y="1148703"/>
                </a:lnTo>
                <a:lnTo>
                  <a:pt x="87148" y="1160076"/>
                </a:lnTo>
                <a:lnTo>
                  <a:pt x="87517" y="1171449"/>
                </a:lnTo>
                <a:lnTo>
                  <a:pt x="87826" y="1182822"/>
                </a:lnTo>
                <a:lnTo>
                  <a:pt x="88056" y="1194196"/>
                </a:lnTo>
                <a:lnTo>
                  <a:pt x="88189" y="1205569"/>
                </a:lnTo>
                <a:lnTo>
                  <a:pt x="88219" y="1216942"/>
                </a:lnTo>
                <a:lnTo>
                  <a:pt x="88143" y="1228316"/>
                </a:lnTo>
                <a:lnTo>
                  <a:pt x="87968" y="1239689"/>
                </a:lnTo>
                <a:lnTo>
                  <a:pt x="87708" y="1251062"/>
                </a:lnTo>
                <a:lnTo>
                  <a:pt x="87380" y="1262436"/>
                </a:lnTo>
                <a:lnTo>
                  <a:pt x="87006" y="1273809"/>
                </a:lnTo>
                <a:lnTo>
                  <a:pt x="86608" y="1285182"/>
                </a:lnTo>
                <a:lnTo>
                  <a:pt x="86206" y="1296555"/>
                </a:lnTo>
                <a:lnTo>
                  <a:pt x="85817" y="1307929"/>
                </a:lnTo>
                <a:lnTo>
                  <a:pt x="85456" y="1319302"/>
                </a:lnTo>
                <a:lnTo>
                  <a:pt x="85131" y="1330675"/>
                </a:lnTo>
                <a:lnTo>
                  <a:pt x="84848" y="1342049"/>
                </a:lnTo>
                <a:lnTo>
                  <a:pt x="84610" y="1353422"/>
                </a:lnTo>
                <a:lnTo>
                  <a:pt x="84415" y="1364795"/>
                </a:lnTo>
                <a:lnTo>
                  <a:pt x="84265" y="1376168"/>
                </a:lnTo>
                <a:lnTo>
                  <a:pt x="84155" y="1387542"/>
                </a:lnTo>
                <a:lnTo>
                  <a:pt x="84085" y="1398915"/>
                </a:lnTo>
                <a:lnTo>
                  <a:pt x="84053" y="1410288"/>
                </a:lnTo>
                <a:lnTo>
                  <a:pt x="84057" y="1421662"/>
                </a:lnTo>
                <a:lnTo>
                  <a:pt x="84094" y="1433035"/>
                </a:lnTo>
                <a:lnTo>
                  <a:pt x="84160" y="1444408"/>
                </a:lnTo>
                <a:lnTo>
                  <a:pt x="84251" y="1455782"/>
                </a:lnTo>
                <a:lnTo>
                  <a:pt x="84358" y="1467155"/>
                </a:lnTo>
                <a:lnTo>
                  <a:pt x="84474" y="1478528"/>
                </a:lnTo>
                <a:lnTo>
                  <a:pt x="84589" y="1489901"/>
                </a:lnTo>
                <a:lnTo>
                  <a:pt x="84693" y="1501275"/>
                </a:lnTo>
                <a:lnTo>
                  <a:pt x="84777" y="1512648"/>
                </a:lnTo>
                <a:lnTo>
                  <a:pt x="84836" y="1524021"/>
                </a:lnTo>
                <a:lnTo>
                  <a:pt x="84868" y="1535395"/>
                </a:lnTo>
                <a:lnTo>
                  <a:pt x="84874" y="1546768"/>
                </a:lnTo>
                <a:lnTo>
                  <a:pt x="84867" y="1558141"/>
                </a:lnTo>
                <a:lnTo>
                  <a:pt x="84866" y="1569514"/>
                </a:lnTo>
                <a:lnTo>
                  <a:pt x="84899" y="1580888"/>
                </a:lnTo>
                <a:lnTo>
                  <a:pt x="85010" y="1592261"/>
                </a:lnTo>
                <a:lnTo>
                  <a:pt x="85252" y="1603634"/>
                </a:lnTo>
                <a:lnTo>
                  <a:pt x="85696" y="1615008"/>
                </a:lnTo>
                <a:lnTo>
                  <a:pt x="86424" y="1626381"/>
                </a:lnTo>
                <a:lnTo>
                  <a:pt x="87534" y="1637754"/>
                </a:lnTo>
                <a:lnTo>
                  <a:pt x="89132" y="1649127"/>
                </a:lnTo>
                <a:lnTo>
                  <a:pt x="91327" y="1660501"/>
                </a:lnTo>
                <a:lnTo>
                  <a:pt x="94222" y="1671874"/>
                </a:lnTo>
                <a:lnTo>
                  <a:pt x="97902" y="1683247"/>
                </a:lnTo>
                <a:lnTo>
                  <a:pt x="102420" y="1694621"/>
                </a:lnTo>
                <a:lnTo>
                  <a:pt x="107777" y="1705994"/>
                </a:lnTo>
                <a:lnTo>
                  <a:pt x="113914" y="1717367"/>
                </a:lnTo>
                <a:lnTo>
                  <a:pt x="120697" y="1728741"/>
                </a:lnTo>
                <a:lnTo>
                  <a:pt x="127912" y="1740114"/>
                </a:lnTo>
                <a:lnTo>
                  <a:pt x="135274" y="1751487"/>
                </a:lnTo>
                <a:lnTo>
                  <a:pt x="142436" y="1762860"/>
                </a:lnTo>
                <a:lnTo>
                  <a:pt x="149018" y="1774234"/>
                </a:lnTo>
                <a:lnTo>
                  <a:pt x="154635" y="1785607"/>
                </a:lnTo>
                <a:lnTo>
                  <a:pt x="158936" y="1796980"/>
                </a:lnTo>
                <a:lnTo>
                  <a:pt x="161639" y="1808354"/>
                </a:lnTo>
                <a:lnTo>
                  <a:pt x="162562" y="1819727"/>
                </a:lnTo>
                <a:lnTo>
                  <a:pt x="162562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739" name="data_4490">
            <a:extLst>
              <a:ext uri="{FF2B5EF4-FFF2-40B4-BE49-F238E27FC236}">
                <a16:creationId xmlns:a16="http://schemas.microsoft.com/office/drawing/2014/main" id="{CBC59830-9D30-4979-B02F-5645F9EC1BA4}"/>
              </a:ext>
            </a:extLst>
          </p:cNvPr>
          <p:cNvSpPr>
            <a:spLocks/>
          </p:cNvSpPr>
          <p:nvPr/>
        </p:nvSpPr>
        <p:spPr>
          <a:xfrm>
            <a:off x="6906037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22948" y="1819727"/>
                </a:moveTo>
                <a:lnTo>
                  <a:pt x="39613" y="1819727"/>
                </a:lnTo>
                <a:lnTo>
                  <a:pt x="40077" y="1808354"/>
                </a:lnTo>
                <a:lnTo>
                  <a:pt x="41436" y="1796980"/>
                </a:lnTo>
                <a:lnTo>
                  <a:pt x="43596" y="1785607"/>
                </a:lnTo>
                <a:lnTo>
                  <a:pt x="46408" y="1774234"/>
                </a:lnTo>
                <a:lnTo>
                  <a:pt x="49693" y="1762860"/>
                </a:lnTo>
                <a:lnTo>
                  <a:pt x="53251" y="1751487"/>
                </a:lnTo>
                <a:lnTo>
                  <a:pt x="56890" y="1740114"/>
                </a:lnTo>
                <a:lnTo>
                  <a:pt x="60434" y="1728741"/>
                </a:lnTo>
                <a:lnTo>
                  <a:pt x="63743" y="1717367"/>
                </a:lnTo>
                <a:lnTo>
                  <a:pt x="66713" y="1705994"/>
                </a:lnTo>
                <a:lnTo>
                  <a:pt x="69283" y="1694621"/>
                </a:lnTo>
                <a:lnTo>
                  <a:pt x="71431" y="1683247"/>
                </a:lnTo>
                <a:lnTo>
                  <a:pt x="73166" y="1671874"/>
                </a:lnTo>
                <a:lnTo>
                  <a:pt x="74520" y="1660501"/>
                </a:lnTo>
                <a:lnTo>
                  <a:pt x="75540" y="1649127"/>
                </a:lnTo>
                <a:lnTo>
                  <a:pt x="76282" y="1637754"/>
                </a:lnTo>
                <a:lnTo>
                  <a:pt x="76801" y="1626381"/>
                </a:lnTo>
                <a:lnTo>
                  <a:pt x="77149" y="1615008"/>
                </a:lnTo>
                <a:lnTo>
                  <a:pt x="77373" y="1603634"/>
                </a:lnTo>
                <a:lnTo>
                  <a:pt x="77508" y="1592261"/>
                </a:lnTo>
                <a:lnTo>
                  <a:pt x="77585" y="1580888"/>
                </a:lnTo>
                <a:lnTo>
                  <a:pt x="77626" y="1569514"/>
                </a:lnTo>
                <a:lnTo>
                  <a:pt x="77647" y="1558141"/>
                </a:lnTo>
                <a:lnTo>
                  <a:pt x="77655" y="1546768"/>
                </a:lnTo>
                <a:lnTo>
                  <a:pt x="77656" y="1535395"/>
                </a:lnTo>
                <a:lnTo>
                  <a:pt x="77649" y="1524021"/>
                </a:lnTo>
                <a:lnTo>
                  <a:pt x="77631" y="1512648"/>
                </a:lnTo>
                <a:lnTo>
                  <a:pt x="77596" y="1501275"/>
                </a:lnTo>
                <a:lnTo>
                  <a:pt x="77537" y="1489901"/>
                </a:lnTo>
                <a:lnTo>
                  <a:pt x="77448" y="1478528"/>
                </a:lnTo>
                <a:lnTo>
                  <a:pt x="77320" y="1467155"/>
                </a:lnTo>
                <a:lnTo>
                  <a:pt x="77151" y="1455782"/>
                </a:lnTo>
                <a:lnTo>
                  <a:pt x="76939" y="1444408"/>
                </a:lnTo>
                <a:lnTo>
                  <a:pt x="76687" y="1433035"/>
                </a:lnTo>
                <a:lnTo>
                  <a:pt x="76401" y="1421662"/>
                </a:lnTo>
                <a:lnTo>
                  <a:pt x="76088" y="1410288"/>
                </a:lnTo>
                <a:lnTo>
                  <a:pt x="75761" y="1398915"/>
                </a:lnTo>
                <a:lnTo>
                  <a:pt x="75432" y="1387542"/>
                </a:lnTo>
                <a:lnTo>
                  <a:pt x="75111" y="1376168"/>
                </a:lnTo>
                <a:lnTo>
                  <a:pt x="74810" y="1364795"/>
                </a:lnTo>
                <a:lnTo>
                  <a:pt x="74537" y="1353422"/>
                </a:lnTo>
                <a:lnTo>
                  <a:pt x="74295" y="1342049"/>
                </a:lnTo>
                <a:lnTo>
                  <a:pt x="74090" y="1330675"/>
                </a:lnTo>
                <a:lnTo>
                  <a:pt x="73921" y="1319302"/>
                </a:lnTo>
                <a:lnTo>
                  <a:pt x="73788" y="1307929"/>
                </a:lnTo>
                <a:lnTo>
                  <a:pt x="73692" y="1296555"/>
                </a:lnTo>
                <a:lnTo>
                  <a:pt x="73634" y="1285182"/>
                </a:lnTo>
                <a:lnTo>
                  <a:pt x="73615" y="1273809"/>
                </a:lnTo>
                <a:lnTo>
                  <a:pt x="73640" y="1262436"/>
                </a:lnTo>
                <a:lnTo>
                  <a:pt x="73713" y="1251062"/>
                </a:lnTo>
                <a:lnTo>
                  <a:pt x="73837" y="1239689"/>
                </a:lnTo>
                <a:lnTo>
                  <a:pt x="74015" y="1228316"/>
                </a:lnTo>
                <a:lnTo>
                  <a:pt x="74246" y="1216942"/>
                </a:lnTo>
                <a:lnTo>
                  <a:pt x="74528" y="1205569"/>
                </a:lnTo>
                <a:lnTo>
                  <a:pt x="74853" y="1194196"/>
                </a:lnTo>
                <a:lnTo>
                  <a:pt x="75209" y="1182822"/>
                </a:lnTo>
                <a:lnTo>
                  <a:pt x="75584" y="1171449"/>
                </a:lnTo>
                <a:lnTo>
                  <a:pt x="75962" y="1160076"/>
                </a:lnTo>
                <a:lnTo>
                  <a:pt x="76325" y="1148703"/>
                </a:lnTo>
                <a:lnTo>
                  <a:pt x="76657" y="1137329"/>
                </a:lnTo>
                <a:lnTo>
                  <a:pt x="76942" y="1125956"/>
                </a:lnTo>
                <a:lnTo>
                  <a:pt x="77162" y="1114583"/>
                </a:lnTo>
                <a:lnTo>
                  <a:pt x="77303" y="1103209"/>
                </a:lnTo>
                <a:lnTo>
                  <a:pt x="77346" y="1091836"/>
                </a:lnTo>
                <a:lnTo>
                  <a:pt x="77277" y="1080463"/>
                </a:lnTo>
                <a:lnTo>
                  <a:pt x="77078" y="1069090"/>
                </a:lnTo>
                <a:lnTo>
                  <a:pt x="76734" y="1057716"/>
                </a:lnTo>
                <a:lnTo>
                  <a:pt x="76230" y="1046343"/>
                </a:lnTo>
                <a:lnTo>
                  <a:pt x="75560" y="1034970"/>
                </a:lnTo>
                <a:lnTo>
                  <a:pt x="74721" y="1023596"/>
                </a:lnTo>
                <a:lnTo>
                  <a:pt x="73724" y="1012223"/>
                </a:lnTo>
                <a:lnTo>
                  <a:pt x="72593" y="1000850"/>
                </a:lnTo>
                <a:lnTo>
                  <a:pt x="71363" y="989476"/>
                </a:lnTo>
                <a:lnTo>
                  <a:pt x="70085" y="978103"/>
                </a:lnTo>
                <a:lnTo>
                  <a:pt x="68822" y="966730"/>
                </a:lnTo>
                <a:lnTo>
                  <a:pt x="67642" y="955357"/>
                </a:lnTo>
                <a:lnTo>
                  <a:pt x="66614" y="943983"/>
                </a:lnTo>
                <a:lnTo>
                  <a:pt x="65800" y="932610"/>
                </a:lnTo>
                <a:lnTo>
                  <a:pt x="65251" y="921237"/>
                </a:lnTo>
                <a:lnTo>
                  <a:pt x="64999" y="909863"/>
                </a:lnTo>
                <a:lnTo>
                  <a:pt x="65053" y="898490"/>
                </a:lnTo>
                <a:lnTo>
                  <a:pt x="65398" y="887117"/>
                </a:lnTo>
                <a:lnTo>
                  <a:pt x="65999" y="875744"/>
                </a:lnTo>
                <a:lnTo>
                  <a:pt x="66803" y="864370"/>
                </a:lnTo>
                <a:lnTo>
                  <a:pt x="67744" y="852997"/>
                </a:lnTo>
                <a:lnTo>
                  <a:pt x="68751" y="841624"/>
                </a:lnTo>
                <a:lnTo>
                  <a:pt x="69756" y="830250"/>
                </a:lnTo>
                <a:lnTo>
                  <a:pt x="70694" y="818877"/>
                </a:lnTo>
                <a:lnTo>
                  <a:pt x="71516" y="807504"/>
                </a:lnTo>
                <a:lnTo>
                  <a:pt x="72183" y="796131"/>
                </a:lnTo>
                <a:lnTo>
                  <a:pt x="72670" y="784757"/>
                </a:lnTo>
                <a:lnTo>
                  <a:pt x="72965" y="773384"/>
                </a:lnTo>
                <a:lnTo>
                  <a:pt x="73068" y="762011"/>
                </a:lnTo>
                <a:lnTo>
                  <a:pt x="72985" y="750637"/>
                </a:lnTo>
                <a:lnTo>
                  <a:pt x="72733" y="739264"/>
                </a:lnTo>
                <a:lnTo>
                  <a:pt x="72332" y="727891"/>
                </a:lnTo>
                <a:lnTo>
                  <a:pt x="71807" y="716517"/>
                </a:lnTo>
                <a:lnTo>
                  <a:pt x="71187" y="705144"/>
                </a:lnTo>
                <a:lnTo>
                  <a:pt x="70506" y="693771"/>
                </a:lnTo>
                <a:lnTo>
                  <a:pt x="69799" y="682398"/>
                </a:lnTo>
                <a:lnTo>
                  <a:pt x="69106" y="671024"/>
                </a:lnTo>
                <a:lnTo>
                  <a:pt x="68467" y="659651"/>
                </a:lnTo>
                <a:lnTo>
                  <a:pt x="67922" y="648278"/>
                </a:lnTo>
                <a:lnTo>
                  <a:pt x="67504" y="636904"/>
                </a:lnTo>
                <a:lnTo>
                  <a:pt x="67242" y="625531"/>
                </a:lnTo>
                <a:lnTo>
                  <a:pt x="67153" y="614158"/>
                </a:lnTo>
                <a:lnTo>
                  <a:pt x="67244" y="602785"/>
                </a:lnTo>
                <a:lnTo>
                  <a:pt x="67510" y="591411"/>
                </a:lnTo>
                <a:lnTo>
                  <a:pt x="67931" y="580038"/>
                </a:lnTo>
                <a:lnTo>
                  <a:pt x="68481" y="568665"/>
                </a:lnTo>
                <a:lnTo>
                  <a:pt x="69125" y="557291"/>
                </a:lnTo>
                <a:lnTo>
                  <a:pt x="69828" y="545918"/>
                </a:lnTo>
                <a:lnTo>
                  <a:pt x="70552" y="534545"/>
                </a:lnTo>
                <a:lnTo>
                  <a:pt x="71266" y="523171"/>
                </a:lnTo>
                <a:lnTo>
                  <a:pt x="71946" y="511798"/>
                </a:lnTo>
                <a:lnTo>
                  <a:pt x="72574" y="500425"/>
                </a:lnTo>
                <a:lnTo>
                  <a:pt x="73142" y="489052"/>
                </a:lnTo>
                <a:lnTo>
                  <a:pt x="73644" y="477678"/>
                </a:lnTo>
                <a:lnTo>
                  <a:pt x="74084" y="466305"/>
                </a:lnTo>
                <a:lnTo>
                  <a:pt x="74465" y="454932"/>
                </a:lnTo>
                <a:lnTo>
                  <a:pt x="74793" y="443558"/>
                </a:lnTo>
                <a:lnTo>
                  <a:pt x="75072" y="432185"/>
                </a:lnTo>
                <a:lnTo>
                  <a:pt x="75304" y="420812"/>
                </a:lnTo>
                <a:lnTo>
                  <a:pt x="75493" y="409439"/>
                </a:lnTo>
                <a:lnTo>
                  <a:pt x="75639" y="398065"/>
                </a:lnTo>
                <a:lnTo>
                  <a:pt x="75745" y="386692"/>
                </a:lnTo>
                <a:lnTo>
                  <a:pt x="75812" y="375319"/>
                </a:lnTo>
                <a:lnTo>
                  <a:pt x="75846" y="363945"/>
                </a:lnTo>
                <a:lnTo>
                  <a:pt x="75853" y="352572"/>
                </a:lnTo>
                <a:lnTo>
                  <a:pt x="75842" y="341199"/>
                </a:lnTo>
                <a:lnTo>
                  <a:pt x="75824" y="329825"/>
                </a:lnTo>
                <a:lnTo>
                  <a:pt x="75809" y="318452"/>
                </a:lnTo>
                <a:lnTo>
                  <a:pt x="75808" y="307079"/>
                </a:lnTo>
                <a:lnTo>
                  <a:pt x="75828" y="295706"/>
                </a:lnTo>
                <a:lnTo>
                  <a:pt x="75873" y="284332"/>
                </a:lnTo>
                <a:lnTo>
                  <a:pt x="75939" y="272959"/>
                </a:lnTo>
                <a:lnTo>
                  <a:pt x="76019" y="261586"/>
                </a:lnTo>
                <a:lnTo>
                  <a:pt x="76093" y="250212"/>
                </a:lnTo>
                <a:lnTo>
                  <a:pt x="76136" y="238839"/>
                </a:lnTo>
                <a:lnTo>
                  <a:pt x="76107" y="227466"/>
                </a:lnTo>
                <a:lnTo>
                  <a:pt x="75954" y="216093"/>
                </a:lnTo>
                <a:lnTo>
                  <a:pt x="75611" y="204719"/>
                </a:lnTo>
                <a:lnTo>
                  <a:pt x="74998" y="193346"/>
                </a:lnTo>
                <a:lnTo>
                  <a:pt x="74019" y="181973"/>
                </a:lnTo>
                <a:lnTo>
                  <a:pt x="72568" y="170599"/>
                </a:lnTo>
                <a:lnTo>
                  <a:pt x="70534" y="159226"/>
                </a:lnTo>
                <a:lnTo>
                  <a:pt x="67809" y="147853"/>
                </a:lnTo>
                <a:lnTo>
                  <a:pt x="64302" y="136480"/>
                </a:lnTo>
                <a:lnTo>
                  <a:pt x="59951" y="125106"/>
                </a:lnTo>
                <a:lnTo>
                  <a:pt x="54744" y="113733"/>
                </a:lnTo>
                <a:lnTo>
                  <a:pt x="48730" y="102360"/>
                </a:lnTo>
                <a:lnTo>
                  <a:pt x="42036" y="90986"/>
                </a:lnTo>
                <a:lnTo>
                  <a:pt x="34871" y="79613"/>
                </a:lnTo>
                <a:lnTo>
                  <a:pt x="27520" y="68240"/>
                </a:lnTo>
                <a:lnTo>
                  <a:pt x="20335" y="56866"/>
                </a:lnTo>
                <a:lnTo>
                  <a:pt x="13706" y="45493"/>
                </a:lnTo>
                <a:lnTo>
                  <a:pt x="8032" y="34120"/>
                </a:lnTo>
                <a:lnTo>
                  <a:pt x="3677" y="22747"/>
                </a:lnTo>
                <a:lnTo>
                  <a:pt x="936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26" y="11373"/>
                </a:lnTo>
                <a:lnTo>
                  <a:pt x="158884" y="22747"/>
                </a:lnTo>
                <a:lnTo>
                  <a:pt x="154529" y="34120"/>
                </a:lnTo>
                <a:lnTo>
                  <a:pt x="148855" y="45493"/>
                </a:lnTo>
                <a:lnTo>
                  <a:pt x="142227" y="56866"/>
                </a:lnTo>
                <a:lnTo>
                  <a:pt x="135042" y="68240"/>
                </a:lnTo>
                <a:lnTo>
                  <a:pt x="127691" y="79613"/>
                </a:lnTo>
                <a:lnTo>
                  <a:pt x="120525" y="90986"/>
                </a:lnTo>
                <a:lnTo>
                  <a:pt x="113831" y="102360"/>
                </a:lnTo>
                <a:lnTo>
                  <a:pt x="107818" y="113733"/>
                </a:lnTo>
                <a:lnTo>
                  <a:pt x="102610" y="125106"/>
                </a:lnTo>
                <a:lnTo>
                  <a:pt x="98259" y="136480"/>
                </a:lnTo>
                <a:lnTo>
                  <a:pt x="94752" y="147853"/>
                </a:lnTo>
                <a:lnTo>
                  <a:pt x="92028" y="159226"/>
                </a:lnTo>
                <a:lnTo>
                  <a:pt x="89994" y="170599"/>
                </a:lnTo>
                <a:lnTo>
                  <a:pt x="88543" y="181973"/>
                </a:lnTo>
                <a:lnTo>
                  <a:pt x="87564" y="193346"/>
                </a:lnTo>
                <a:lnTo>
                  <a:pt x="86950" y="204719"/>
                </a:lnTo>
                <a:lnTo>
                  <a:pt x="86607" y="216093"/>
                </a:lnTo>
                <a:lnTo>
                  <a:pt x="86455" y="227466"/>
                </a:lnTo>
                <a:lnTo>
                  <a:pt x="86426" y="238839"/>
                </a:lnTo>
                <a:lnTo>
                  <a:pt x="86468" y="250212"/>
                </a:lnTo>
                <a:lnTo>
                  <a:pt x="86543" y="261586"/>
                </a:lnTo>
                <a:lnTo>
                  <a:pt x="86623" y="272959"/>
                </a:lnTo>
                <a:lnTo>
                  <a:pt x="86689" y="284332"/>
                </a:lnTo>
                <a:lnTo>
                  <a:pt x="86733" y="295706"/>
                </a:lnTo>
                <a:lnTo>
                  <a:pt x="86753" y="307079"/>
                </a:lnTo>
                <a:lnTo>
                  <a:pt x="86752" y="318452"/>
                </a:lnTo>
                <a:lnTo>
                  <a:pt x="86738" y="329825"/>
                </a:lnTo>
                <a:lnTo>
                  <a:pt x="86720" y="341199"/>
                </a:lnTo>
                <a:lnTo>
                  <a:pt x="86709" y="352572"/>
                </a:lnTo>
                <a:lnTo>
                  <a:pt x="86716" y="363945"/>
                </a:lnTo>
                <a:lnTo>
                  <a:pt x="86750" y="375319"/>
                </a:lnTo>
                <a:lnTo>
                  <a:pt x="86817" y="386692"/>
                </a:lnTo>
                <a:lnTo>
                  <a:pt x="86922" y="398065"/>
                </a:lnTo>
                <a:lnTo>
                  <a:pt x="87069" y="409439"/>
                </a:lnTo>
                <a:lnTo>
                  <a:pt x="87257" y="420812"/>
                </a:lnTo>
                <a:lnTo>
                  <a:pt x="87490" y="432185"/>
                </a:lnTo>
                <a:lnTo>
                  <a:pt x="87769" y="443558"/>
                </a:lnTo>
                <a:lnTo>
                  <a:pt x="88096" y="454932"/>
                </a:lnTo>
                <a:lnTo>
                  <a:pt x="88477" y="466305"/>
                </a:lnTo>
                <a:lnTo>
                  <a:pt x="88917" y="477678"/>
                </a:lnTo>
                <a:lnTo>
                  <a:pt x="89420" y="489052"/>
                </a:lnTo>
                <a:lnTo>
                  <a:pt x="89987" y="500425"/>
                </a:lnTo>
                <a:lnTo>
                  <a:pt x="90615" y="511798"/>
                </a:lnTo>
                <a:lnTo>
                  <a:pt x="91295" y="523171"/>
                </a:lnTo>
                <a:lnTo>
                  <a:pt x="92010" y="534545"/>
                </a:lnTo>
                <a:lnTo>
                  <a:pt x="92734" y="545918"/>
                </a:lnTo>
                <a:lnTo>
                  <a:pt x="93436" y="557291"/>
                </a:lnTo>
                <a:lnTo>
                  <a:pt x="94081" y="568665"/>
                </a:lnTo>
                <a:lnTo>
                  <a:pt x="94631" y="580038"/>
                </a:lnTo>
                <a:lnTo>
                  <a:pt x="95052" y="591411"/>
                </a:lnTo>
                <a:lnTo>
                  <a:pt x="95317" y="602785"/>
                </a:lnTo>
                <a:lnTo>
                  <a:pt x="95409" y="614158"/>
                </a:lnTo>
                <a:lnTo>
                  <a:pt x="95320" y="625531"/>
                </a:lnTo>
                <a:lnTo>
                  <a:pt x="95058" y="636904"/>
                </a:lnTo>
                <a:lnTo>
                  <a:pt x="94640" y="648278"/>
                </a:lnTo>
                <a:lnTo>
                  <a:pt x="94094" y="659651"/>
                </a:lnTo>
                <a:lnTo>
                  <a:pt x="93455" y="671024"/>
                </a:lnTo>
                <a:lnTo>
                  <a:pt x="92763" y="682398"/>
                </a:lnTo>
                <a:lnTo>
                  <a:pt x="92056" y="693771"/>
                </a:lnTo>
                <a:lnTo>
                  <a:pt x="91374" y="705144"/>
                </a:lnTo>
                <a:lnTo>
                  <a:pt x="90754" y="716517"/>
                </a:lnTo>
                <a:lnTo>
                  <a:pt x="90229" y="727891"/>
                </a:lnTo>
                <a:lnTo>
                  <a:pt x="89828" y="739264"/>
                </a:lnTo>
                <a:lnTo>
                  <a:pt x="89576" y="750637"/>
                </a:lnTo>
                <a:lnTo>
                  <a:pt x="89494" y="762011"/>
                </a:lnTo>
                <a:lnTo>
                  <a:pt x="89596" y="773384"/>
                </a:lnTo>
                <a:lnTo>
                  <a:pt x="89891" y="784757"/>
                </a:lnTo>
                <a:lnTo>
                  <a:pt x="90378" y="796131"/>
                </a:lnTo>
                <a:lnTo>
                  <a:pt x="91045" y="807504"/>
                </a:lnTo>
                <a:lnTo>
                  <a:pt x="91867" y="818877"/>
                </a:lnTo>
                <a:lnTo>
                  <a:pt x="92806" y="830250"/>
                </a:lnTo>
                <a:lnTo>
                  <a:pt x="93810" y="841624"/>
                </a:lnTo>
                <a:lnTo>
                  <a:pt x="94818" y="852997"/>
                </a:lnTo>
                <a:lnTo>
                  <a:pt x="95759" y="864370"/>
                </a:lnTo>
                <a:lnTo>
                  <a:pt x="96562" y="875744"/>
                </a:lnTo>
                <a:lnTo>
                  <a:pt x="97164" y="887117"/>
                </a:lnTo>
                <a:lnTo>
                  <a:pt x="97509" y="898490"/>
                </a:lnTo>
                <a:lnTo>
                  <a:pt x="97563" y="909863"/>
                </a:lnTo>
                <a:lnTo>
                  <a:pt x="97310" y="921237"/>
                </a:lnTo>
                <a:lnTo>
                  <a:pt x="96762" y="932610"/>
                </a:lnTo>
                <a:lnTo>
                  <a:pt x="95948" y="943983"/>
                </a:lnTo>
                <a:lnTo>
                  <a:pt x="94919" y="955357"/>
                </a:lnTo>
                <a:lnTo>
                  <a:pt x="93739" y="966730"/>
                </a:lnTo>
                <a:lnTo>
                  <a:pt x="92476" y="978103"/>
                </a:lnTo>
                <a:lnTo>
                  <a:pt x="91199" y="989476"/>
                </a:lnTo>
                <a:lnTo>
                  <a:pt x="89969" y="1000850"/>
                </a:lnTo>
                <a:lnTo>
                  <a:pt x="88837" y="1012223"/>
                </a:lnTo>
                <a:lnTo>
                  <a:pt x="87841" y="1023596"/>
                </a:lnTo>
                <a:lnTo>
                  <a:pt x="87002" y="1034970"/>
                </a:lnTo>
                <a:lnTo>
                  <a:pt x="86331" y="1046343"/>
                </a:lnTo>
                <a:lnTo>
                  <a:pt x="85828" y="1057716"/>
                </a:lnTo>
                <a:lnTo>
                  <a:pt x="85483" y="1069090"/>
                </a:lnTo>
                <a:lnTo>
                  <a:pt x="85285" y="1080463"/>
                </a:lnTo>
                <a:lnTo>
                  <a:pt x="85215" y="1091836"/>
                </a:lnTo>
                <a:lnTo>
                  <a:pt x="85259" y="1103209"/>
                </a:lnTo>
                <a:lnTo>
                  <a:pt x="85399" y="1114583"/>
                </a:lnTo>
                <a:lnTo>
                  <a:pt x="85620" y="1125956"/>
                </a:lnTo>
                <a:lnTo>
                  <a:pt x="85904" y="1137329"/>
                </a:lnTo>
                <a:lnTo>
                  <a:pt x="86236" y="1148703"/>
                </a:lnTo>
                <a:lnTo>
                  <a:pt x="86600" y="1160076"/>
                </a:lnTo>
                <a:lnTo>
                  <a:pt x="86977" y="1171449"/>
                </a:lnTo>
                <a:lnTo>
                  <a:pt x="87352" y="1182822"/>
                </a:lnTo>
                <a:lnTo>
                  <a:pt x="87709" y="1194196"/>
                </a:lnTo>
                <a:lnTo>
                  <a:pt x="88034" y="1205569"/>
                </a:lnTo>
                <a:lnTo>
                  <a:pt x="88315" y="1216942"/>
                </a:lnTo>
                <a:lnTo>
                  <a:pt x="88547" y="1228316"/>
                </a:lnTo>
                <a:lnTo>
                  <a:pt x="88725" y="1239689"/>
                </a:lnTo>
                <a:lnTo>
                  <a:pt x="88849" y="1251062"/>
                </a:lnTo>
                <a:lnTo>
                  <a:pt x="88921" y="1262436"/>
                </a:lnTo>
                <a:lnTo>
                  <a:pt x="88946" y="1273809"/>
                </a:lnTo>
                <a:lnTo>
                  <a:pt x="88928" y="1285182"/>
                </a:lnTo>
                <a:lnTo>
                  <a:pt x="88869" y="1296555"/>
                </a:lnTo>
                <a:lnTo>
                  <a:pt x="88773" y="1307929"/>
                </a:lnTo>
                <a:lnTo>
                  <a:pt x="88641" y="1319302"/>
                </a:lnTo>
                <a:lnTo>
                  <a:pt x="88472" y="1330675"/>
                </a:lnTo>
                <a:lnTo>
                  <a:pt x="88266" y="1342049"/>
                </a:lnTo>
                <a:lnTo>
                  <a:pt x="88025" y="1353422"/>
                </a:lnTo>
                <a:lnTo>
                  <a:pt x="87751" y="1364795"/>
                </a:lnTo>
                <a:lnTo>
                  <a:pt x="87450" y="1376168"/>
                </a:lnTo>
                <a:lnTo>
                  <a:pt x="87130" y="1387542"/>
                </a:lnTo>
                <a:lnTo>
                  <a:pt x="86800" y="1398915"/>
                </a:lnTo>
                <a:lnTo>
                  <a:pt x="86473" y="1410288"/>
                </a:lnTo>
                <a:lnTo>
                  <a:pt x="86161" y="1421662"/>
                </a:lnTo>
                <a:lnTo>
                  <a:pt x="85874" y="1433035"/>
                </a:lnTo>
                <a:lnTo>
                  <a:pt x="85622" y="1444408"/>
                </a:lnTo>
                <a:lnTo>
                  <a:pt x="85410" y="1455782"/>
                </a:lnTo>
                <a:lnTo>
                  <a:pt x="85241" y="1467155"/>
                </a:lnTo>
                <a:lnTo>
                  <a:pt x="85114" y="1478528"/>
                </a:lnTo>
                <a:lnTo>
                  <a:pt x="85024" y="1489901"/>
                </a:lnTo>
                <a:lnTo>
                  <a:pt x="84965" y="1501275"/>
                </a:lnTo>
                <a:lnTo>
                  <a:pt x="84931" y="1512648"/>
                </a:lnTo>
                <a:lnTo>
                  <a:pt x="84913" y="1524021"/>
                </a:lnTo>
                <a:lnTo>
                  <a:pt x="84906" y="1535395"/>
                </a:lnTo>
                <a:lnTo>
                  <a:pt x="84907" y="1546768"/>
                </a:lnTo>
                <a:lnTo>
                  <a:pt x="84915" y="1558141"/>
                </a:lnTo>
                <a:lnTo>
                  <a:pt x="84935" y="1569514"/>
                </a:lnTo>
                <a:lnTo>
                  <a:pt x="84976" y="1580888"/>
                </a:lnTo>
                <a:lnTo>
                  <a:pt x="85054" y="1592261"/>
                </a:lnTo>
                <a:lnTo>
                  <a:pt x="85189" y="1603634"/>
                </a:lnTo>
                <a:lnTo>
                  <a:pt x="85412" y="1615008"/>
                </a:lnTo>
                <a:lnTo>
                  <a:pt x="85761" y="1626381"/>
                </a:lnTo>
                <a:lnTo>
                  <a:pt x="86280" y="1637754"/>
                </a:lnTo>
                <a:lnTo>
                  <a:pt x="87022" y="1649127"/>
                </a:lnTo>
                <a:lnTo>
                  <a:pt x="88042" y="1660501"/>
                </a:lnTo>
                <a:lnTo>
                  <a:pt x="89396" y="1671874"/>
                </a:lnTo>
                <a:lnTo>
                  <a:pt x="91130" y="1683247"/>
                </a:lnTo>
                <a:lnTo>
                  <a:pt x="93278" y="1694621"/>
                </a:lnTo>
                <a:lnTo>
                  <a:pt x="95849" y="1705994"/>
                </a:lnTo>
                <a:lnTo>
                  <a:pt x="98819" y="1717367"/>
                </a:lnTo>
                <a:lnTo>
                  <a:pt x="102127" y="1728741"/>
                </a:lnTo>
                <a:lnTo>
                  <a:pt x="105672" y="1740114"/>
                </a:lnTo>
                <a:lnTo>
                  <a:pt x="109310" y="1751487"/>
                </a:lnTo>
                <a:lnTo>
                  <a:pt x="112869" y="1762860"/>
                </a:lnTo>
                <a:lnTo>
                  <a:pt x="116153" y="1774234"/>
                </a:lnTo>
                <a:lnTo>
                  <a:pt x="118966" y="1785607"/>
                </a:lnTo>
                <a:lnTo>
                  <a:pt x="121125" y="1796980"/>
                </a:lnTo>
                <a:lnTo>
                  <a:pt x="122484" y="1808354"/>
                </a:lnTo>
                <a:lnTo>
                  <a:pt x="122948" y="1819727"/>
                </a:lnTo>
                <a:lnTo>
                  <a:pt x="122948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740" name="data_4491">
            <a:extLst>
              <a:ext uri="{FF2B5EF4-FFF2-40B4-BE49-F238E27FC236}">
                <a16:creationId xmlns:a16="http://schemas.microsoft.com/office/drawing/2014/main" id="{C72C8343-C4B2-4325-A2CD-DEC4D3FC8992}"/>
              </a:ext>
            </a:extLst>
          </p:cNvPr>
          <p:cNvSpPr>
            <a:spLocks/>
          </p:cNvSpPr>
          <p:nvPr/>
        </p:nvSpPr>
        <p:spPr>
          <a:xfrm>
            <a:off x="7125715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99748" y="1819727"/>
                </a:moveTo>
                <a:lnTo>
                  <a:pt x="62814" y="1819727"/>
                </a:lnTo>
                <a:lnTo>
                  <a:pt x="62998" y="1808354"/>
                </a:lnTo>
                <a:lnTo>
                  <a:pt x="63538" y="1796980"/>
                </a:lnTo>
                <a:lnTo>
                  <a:pt x="64399" y="1785607"/>
                </a:lnTo>
                <a:lnTo>
                  <a:pt x="65524" y="1774234"/>
                </a:lnTo>
                <a:lnTo>
                  <a:pt x="66845" y="1762860"/>
                </a:lnTo>
                <a:lnTo>
                  <a:pt x="68287" y="1751487"/>
                </a:lnTo>
                <a:lnTo>
                  <a:pt x="69773" y="1740114"/>
                </a:lnTo>
                <a:lnTo>
                  <a:pt x="71237" y="1728741"/>
                </a:lnTo>
                <a:lnTo>
                  <a:pt x="72621" y="1717367"/>
                </a:lnTo>
                <a:lnTo>
                  <a:pt x="73884" y="1705994"/>
                </a:lnTo>
                <a:lnTo>
                  <a:pt x="74997" y="1694621"/>
                </a:lnTo>
                <a:lnTo>
                  <a:pt x="75951" y="1683247"/>
                </a:lnTo>
                <a:lnTo>
                  <a:pt x="76745" y="1671874"/>
                </a:lnTo>
                <a:lnTo>
                  <a:pt x="77391" y="1660501"/>
                </a:lnTo>
                <a:lnTo>
                  <a:pt x="77907" y="1649127"/>
                </a:lnTo>
                <a:lnTo>
                  <a:pt x="78312" y="1637754"/>
                </a:lnTo>
                <a:lnTo>
                  <a:pt x="78630" y="1626381"/>
                </a:lnTo>
                <a:lnTo>
                  <a:pt x="78882" y="1615008"/>
                </a:lnTo>
                <a:lnTo>
                  <a:pt x="79084" y="1603634"/>
                </a:lnTo>
                <a:lnTo>
                  <a:pt x="79252" y="1592261"/>
                </a:lnTo>
                <a:lnTo>
                  <a:pt x="79394" y="1580888"/>
                </a:lnTo>
                <a:lnTo>
                  <a:pt x="79516" y="1569514"/>
                </a:lnTo>
                <a:lnTo>
                  <a:pt x="79619" y="1558141"/>
                </a:lnTo>
                <a:lnTo>
                  <a:pt x="79702" y="1546768"/>
                </a:lnTo>
                <a:lnTo>
                  <a:pt x="79760" y="1535395"/>
                </a:lnTo>
                <a:lnTo>
                  <a:pt x="79789" y="1524021"/>
                </a:lnTo>
                <a:lnTo>
                  <a:pt x="79781" y="1512648"/>
                </a:lnTo>
                <a:lnTo>
                  <a:pt x="79732" y="1501275"/>
                </a:lnTo>
                <a:lnTo>
                  <a:pt x="79638" y="1489901"/>
                </a:lnTo>
                <a:lnTo>
                  <a:pt x="79497" y="1478528"/>
                </a:lnTo>
                <a:lnTo>
                  <a:pt x="79310" y="1467155"/>
                </a:lnTo>
                <a:lnTo>
                  <a:pt x="79082" y="1455782"/>
                </a:lnTo>
                <a:lnTo>
                  <a:pt x="78818" y="1444408"/>
                </a:lnTo>
                <a:lnTo>
                  <a:pt x="78528" y="1433035"/>
                </a:lnTo>
                <a:lnTo>
                  <a:pt x="78223" y="1421662"/>
                </a:lnTo>
                <a:lnTo>
                  <a:pt x="77916" y="1410288"/>
                </a:lnTo>
                <a:lnTo>
                  <a:pt x="77617" y="1398915"/>
                </a:lnTo>
                <a:lnTo>
                  <a:pt x="77339" y="1387542"/>
                </a:lnTo>
                <a:lnTo>
                  <a:pt x="77090" y="1376168"/>
                </a:lnTo>
                <a:lnTo>
                  <a:pt x="76876" y="1364795"/>
                </a:lnTo>
                <a:lnTo>
                  <a:pt x="76702" y="1353422"/>
                </a:lnTo>
                <a:lnTo>
                  <a:pt x="76569" y="1342049"/>
                </a:lnTo>
                <a:lnTo>
                  <a:pt x="76473" y="1330675"/>
                </a:lnTo>
                <a:lnTo>
                  <a:pt x="76413" y="1319302"/>
                </a:lnTo>
                <a:lnTo>
                  <a:pt x="76382" y="1307929"/>
                </a:lnTo>
                <a:lnTo>
                  <a:pt x="76378" y="1296555"/>
                </a:lnTo>
                <a:lnTo>
                  <a:pt x="76395" y="1285182"/>
                </a:lnTo>
                <a:lnTo>
                  <a:pt x="76432" y="1273809"/>
                </a:lnTo>
                <a:lnTo>
                  <a:pt x="76490" y="1262436"/>
                </a:lnTo>
                <a:lnTo>
                  <a:pt x="76569" y="1251062"/>
                </a:lnTo>
                <a:lnTo>
                  <a:pt x="76671" y="1239689"/>
                </a:lnTo>
                <a:lnTo>
                  <a:pt x="76798" y="1228316"/>
                </a:lnTo>
                <a:lnTo>
                  <a:pt x="76951" y="1216942"/>
                </a:lnTo>
                <a:lnTo>
                  <a:pt x="77129" y="1205569"/>
                </a:lnTo>
                <a:lnTo>
                  <a:pt x="77328" y="1194196"/>
                </a:lnTo>
                <a:lnTo>
                  <a:pt x="77542" y="1182822"/>
                </a:lnTo>
                <a:lnTo>
                  <a:pt x="77762" y="1171449"/>
                </a:lnTo>
                <a:lnTo>
                  <a:pt x="77977" y="1160076"/>
                </a:lnTo>
                <a:lnTo>
                  <a:pt x="78174" y="1148703"/>
                </a:lnTo>
                <a:lnTo>
                  <a:pt x="78343" y="1137329"/>
                </a:lnTo>
                <a:lnTo>
                  <a:pt x="78471" y="1125956"/>
                </a:lnTo>
                <a:lnTo>
                  <a:pt x="78548" y="1114583"/>
                </a:lnTo>
                <a:lnTo>
                  <a:pt x="78564" y="1103209"/>
                </a:lnTo>
                <a:lnTo>
                  <a:pt x="78512" y="1091836"/>
                </a:lnTo>
                <a:lnTo>
                  <a:pt x="78383" y="1080463"/>
                </a:lnTo>
                <a:lnTo>
                  <a:pt x="78171" y="1069090"/>
                </a:lnTo>
                <a:lnTo>
                  <a:pt x="77871" y="1057716"/>
                </a:lnTo>
                <a:lnTo>
                  <a:pt x="77479" y="1046343"/>
                </a:lnTo>
                <a:lnTo>
                  <a:pt x="76993" y="1034970"/>
                </a:lnTo>
                <a:lnTo>
                  <a:pt x="76417" y="1023596"/>
                </a:lnTo>
                <a:lnTo>
                  <a:pt x="75757" y="1012223"/>
                </a:lnTo>
                <a:lnTo>
                  <a:pt x="75030" y="1000850"/>
                </a:lnTo>
                <a:lnTo>
                  <a:pt x="74258" y="989476"/>
                </a:lnTo>
                <a:lnTo>
                  <a:pt x="73471" y="978103"/>
                </a:lnTo>
                <a:lnTo>
                  <a:pt x="72705" y="966730"/>
                </a:lnTo>
                <a:lnTo>
                  <a:pt x="71999" y="955357"/>
                </a:lnTo>
                <a:lnTo>
                  <a:pt x="71393" y="943983"/>
                </a:lnTo>
                <a:lnTo>
                  <a:pt x="70925" y="932610"/>
                </a:lnTo>
                <a:lnTo>
                  <a:pt x="70622" y="921237"/>
                </a:lnTo>
                <a:lnTo>
                  <a:pt x="70502" y="909863"/>
                </a:lnTo>
                <a:lnTo>
                  <a:pt x="70570" y="898490"/>
                </a:lnTo>
                <a:lnTo>
                  <a:pt x="70815" y="887117"/>
                </a:lnTo>
                <a:lnTo>
                  <a:pt x="71216" y="875744"/>
                </a:lnTo>
                <a:lnTo>
                  <a:pt x="71740" y="864370"/>
                </a:lnTo>
                <a:lnTo>
                  <a:pt x="72346" y="852997"/>
                </a:lnTo>
                <a:lnTo>
                  <a:pt x="72994" y="841624"/>
                </a:lnTo>
                <a:lnTo>
                  <a:pt x="73641" y="830250"/>
                </a:lnTo>
                <a:lnTo>
                  <a:pt x="74254" y="818877"/>
                </a:lnTo>
                <a:lnTo>
                  <a:pt x="74802" y="807504"/>
                </a:lnTo>
                <a:lnTo>
                  <a:pt x="75264" y="796131"/>
                </a:lnTo>
                <a:lnTo>
                  <a:pt x="75629" y="784757"/>
                </a:lnTo>
                <a:lnTo>
                  <a:pt x="75891" y="773384"/>
                </a:lnTo>
                <a:lnTo>
                  <a:pt x="76049" y="762011"/>
                </a:lnTo>
                <a:lnTo>
                  <a:pt x="76109" y="750637"/>
                </a:lnTo>
                <a:lnTo>
                  <a:pt x="76076" y="739264"/>
                </a:lnTo>
                <a:lnTo>
                  <a:pt x="75961" y="727891"/>
                </a:lnTo>
                <a:lnTo>
                  <a:pt x="75775" y="716517"/>
                </a:lnTo>
                <a:lnTo>
                  <a:pt x="75529" y="705144"/>
                </a:lnTo>
                <a:lnTo>
                  <a:pt x="75239" y="693771"/>
                </a:lnTo>
                <a:lnTo>
                  <a:pt x="74921" y="682398"/>
                </a:lnTo>
                <a:lnTo>
                  <a:pt x="74594" y="671024"/>
                </a:lnTo>
                <a:lnTo>
                  <a:pt x="74278" y="659651"/>
                </a:lnTo>
                <a:lnTo>
                  <a:pt x="73995" y="648278"/>
                </a:lnTo>
                <a:lnTo>
                  <a:pt x="73762" y="636904"/>
                </a:lnTo>
                <a:lnTo>
                  <a:pt x="73595" y="625531"/>
                </a:lnTo>
                <a:lnTo>
                  <a:pt x="73506" y="614158"/>
                </a:lnTo>
                <a:lnTo>
                  <a:pt x="73499" y="602785"/>
                </a:lnTo>
                <a:lnTo>
                  <a:pt x="73571" y="591411"/>
                </a:lnTo>
                <a:lnTo>
                  <a:pt x="73712" y="580038"/>
                </a:lnTo>
                <a:lnTo>
                  <a:pt x="73908" y="568665"/>
                </a:lnTo>
                <a:lnTo>
                  <a:pt x="74140" y="557291"/>
                </a:lnTo>
                <a:lnTo>
                  <a:pt x="74386" y="545918"/>
                </a:lnTo>
                <a:lnTo>
                  <a:pt x="74627" y="534545"/>
                </a:lnTo>
                <a:lnTo>
                  <a:pt x="74847" y="523171"/>
                </a:lnTo>
                <a:lnTo>
                  <a:pt x="75034" y="511798"/>
                </a:lnTo>
                <a:lnTo>
                  <a:pt x="75182" y="500425"/>
                </a:lnTo>
                <a:lnTo>
                  <a:pt x="75291" y="489052"/>
                </a:lnTo>
                <a:lnTo>
                  <a:pt x="75365" y="477678"/>
                </a:lnTo>
                <a:lnTo>
                  <a:pt x="75411" y="466305"/>
                </a:lnTo>
                <a:lnTo>
                  <a:pt x="75440" y="454932"/>
                </a:lnTo>
                <a:lnTo>
                  <a:pt x="75460" y="443558"/>
                </a:lnTo>
                <a:lnTo>
                  <a:pt x="75480" y="432185"/>
                </a:lnTo>
                <a:lnTo>
                  <a:pt x="75505" y="420812"/>
                </a:lnTo>
                <a:lnTo>
                  <a:pt x="75540" y="409439"/>
                </a:lnTo>
                <a:lnTo>
                  <a:pt x="75587" y="398065"/>
                </a:lnTo>
                <a:lnTo>
                  <a:pt x="75647" y="386692"/>
                </a:lnTo>
                <a:lnTo>
                  <a:pt x="75720" y="375319"/>
                </a:lnTo>
                <a:lnTo>
                  <a:pt x="75807" y="363945"/>
                </a:lnTo>
                <a:lnTo>
                  <a:pt x="75909" y="352572"/>
                </a:lnTo>
                <a:lnTo>
                  <a:pt x="76026" y="341199"/>
                </a:lnTo>
                <a:lnTo>
                  <a:pt x="76163" y="329825"/>
                </a:lnTo>
                <a:lnTo>
                  <a:pt x="76320" y="318452"/>
                </a:lnTo>
                <a:lnTo>
                  <a:pt x="76498" y="307079"/>
                </a:lnTo>
                <a:lnTo>
                  <a:pt x="76698" y="295706"/>
                </a:lnTo>
                <a:lnTo>
                  <a:pt x="76914" y="284332"/>
                </a:lnTo>
                <a:lnTo>
                  <a:pt x="77139" y="272959"/>
                </a:lnTo>
                <a:lnTo>
                  <a:pt x="77359" y="261586"/>
                </a:lnTo>
                <a:lnTo>
                  <a:pt x="77554" y="250212"/>
                </a:lnTo>
                <a:lnTo>
                  <a:pt x="77693" y="238839"/>
                </a:lnTo>
                <a:lnTo>
                  <a:pt x="77737" y="227466"/>
                </a:lnTo>
                <a:lnTo>
                  <a:pt x="77632" y="216093"/>
                </a:lnTo>
                <a:lnTo>
                  <a:pt x="77314" y="204719"/>
                </a:lnTo>
                <a:lnTo>
                  <a:pt x="76700" y="193346"/>
                </a:lnTo>
                <a:lnTo>
                  <a:pt x="75695" y="181973"/>
                </a:lnTo>
                <a:lnTo>
                  <a:pt x="74194" y="170599"/>
                </a:lnTo>
                <a:lnTo>
                  <a:pt x="72085" y="159226"/>
                </a:lnTo>
                <a:lnTo>
                  <a:pt x="69260" y="147853"/>
                </a:lnTo>
                <a:lnTo>
                  <a:pt x="65632" y="136480"/>
                </a:lnTo>
                <a:lnTo>
                  <a:pt x="61141" y="125106"/>
                </a:lnTo>
                <a:lnTo>
                  <a:pt x="55781" y="113733"/>
                </a:lnTo>
                <a:lnTo>
                  <a:pt x="49606" y="102360"/>
                </a:lnTo>
                <a:lnTo>
                  <a:pt x="42751" y="90986"/>
                </a:lnTo>
                <a:lnTo>
                  <a:pt x="35430" y="79613"/>
                </a:lnTo>
                <a:lnTo>
                  <a:pt x="27937" y="68240"/>
                </a:lnTo>
                <a:lnTo>
                  <a:pt x="20626" y="56866"/>
                </a:lnTo>
                <a:lnTo>
                  <a:pt x="13893" y="45493"/>
                </a:lnTo>
                <a:lnTo>
                  <a:pt x="8137" y="34120"/>
                </a:lnTo>
                <a:lnTo>
                  <a:pt x="3724" y="22747"/>
                </a:lnTo>
                <a:lnTo>
                  <a:pt x="947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14" y="11373"/>
                </a:lnTo>
                <a:lnTo>
                  <a:pt x="158838" y="22747"/>
                </a:lnTo>
                <a:lnTo>
                  <a:pt x="154424" y="34120"/>
                </a:lnTo>
                <a:lnTo>
                  <a:pt x="148668" y="45493"/>
                </a:lnTo>
                <a:lnTo>
                  <a:pt x="141935" y="56866"/>
                </a:lnTo>
                <a:lnTo>
                  <a:pt x="134625" y="68240"/>
                </a:lnTo>
                <a:lnTo>
                  <a:pt x="127131" y="79613"/>
                </a:lnTo>
                <a:lnTo>
                  <a:pt x="119810" y="90986"/>
                </a:lnTo>
                <a:lnTo>
                  <a:pt x="112955" y="102360"/>
                </a:lnTo>
                <a:lnTo>
                  <a:pt x="106781" y="113733"/>
                </a:lnTo>
                <a:lnTo>
                  <a:pt x="101420" y="125106"/>
                </a:lnTo>
                <a:lnTo>
                  <a:pt x="96930" y="136480"/>
                </a:lnTo>
                <a:lnTo>
                  <a:pt x="93301" y="147853"/>
                </a:lnTo>
                <a:lnTo>
                  <a:pt x="90477" y="159226"/>
                </a:lnTo>
                <a:lnTo>
                  <a:pt x="88368" y="170599"/>
                </a:lnTo>
                <a:lnTo>
                  <a:pt x="86866" y="181973"/>
                </a:lnTo>
                <a:lnTo>
                  <a:pt x="85862" y="193346"/>
                </a:lnTo>
                <a:lnTo>
                  <a:pt x="85248" y="204719"/>
                </a:lnTo>
                <a:lnTo>
                  <a:pt x="84929" y="216093"/>
                </a:lnTo>
                <a:lnTo>
                  <a:pt x="84825" y="227466"/>
                </a:lnTo>
                <a:lnTo>
                  <a:pt x="84869" y="238839"/>
                </a:lnTo>
                <a:lnTo>
                  <a:pt x="85008" y="250212"/>
                </a:lnTo>
                <a:lnTo>
                  <a:pt x="85202" y="261586"/>
                </a:lnTo>
                <a:lnTo>
                  <a:pt x="85423" y="272959"/>
                </a:lnTo>
                <a:lnTo>
                  <a:pt x="85648" y="284332"/>
                </a:lnTo>
                <a:lnTo>
                  <a:pt x="85864" y="295706"/>
                </a:lnTo>
                <a:lnTo>
                  <a:pt x="86063" y="307079"/>
                </a:lnTo>
                <a:lnTo>
                  <a:pt x="86242" y="318452"/>
                </a:lnTo>
                <a:lnTo>
                  <a:pt x="86399" y="329825"/>
                </a:lnTo>
                <a:lnTo>
                  <a:pt x="86535" y="341199"/>
                </a:lnTo>
                <a:lnTo>
                  <a:pt x="86653" y="352572"/>
                </a:lnTo>
                <a:lnTo>
                  <a:pt x="86754" y="363945"/>
                </a:lnTo>
                <a:lnTo>
                  <a:pt x="86841" y="375319"/>
                </a:lnTo>
                <a:lnTo>
                  <a:pt x="86914" y="386692"/>
                </a:lnTo>
                <a:lnTo>
                  <a:pt x="86974" y="398065"/>
                </a:lnTo>
                <a:lnTo>
                  <a:pt x="87021" y="409439"/>
                </a:lnTo>
                <a:lnTo>
                  <a:pt x="87056" y="420812"/>
                </a:lnTo>
                <a:lnTo>
                  <a:pt x="87082" y="432185"/>
                </a:lnTo>
                <a:lnTo>
                  <a:pt x="87101" y="443558"/>
                </a:lnTo>
                <a:lnTo>
                  <a:pt x="87122" y="454932"/>
                </a:lnTo>
                <a:lnTo>
                  <a:pt x="87150" y="466305"/>
                </a:lnTo>
                <a:lnTo>
                  <a:pt x="87197" y="477678"/>
                </a:lnTo>
                <a:lnTo>
                  <a:pt x="87271" y="489052"/>
                </a:lnTo>
                <a:lnTo>
                  <a:pt x="87380" y="500425"/>
                </a:lnTo>
                <a:lnTo>
                  <a:pt x="87528" y="511798"/>
                </a:lnTo>
                <a:lnTo>
                  <a:pt x="87715" y="523171"/>
                </a:lnTo>
                <a:lnTo>
                  <a:pt x="87935" y="534545"/>
                </a:lnTo>
                <a:lnTo>
                  <a:pt x="88176" y="545918"/>
                </a:lnTo>
                <a:lnTo>
                  <a:pt x="88422" y="557291"/>
                </a:lnTo>
                <a:lnTo>
                  <a:pt x="88653" y="568665"/>
                </a:lnTo>
                <a:lnTo>
                  <a:pt x="88849" y="580038"/>
                </a:lnTo>
                <a:lnTo>
                  <a:pt x="88991" y="591411"/>
                </a:lnTo>
                <a:lnTo>
                  <a:pt x="89063" y="602785"/>
                </a:lnTo>
                <a:lnTo>
                  <a:pt x="89056" y="614158"/>
                </a:lnTo>
                <a:lnTo>
                  <a:pt x="88966" y="625531"/>
                </a:lnTo>
                <a:lnTo>
                  <a:pt x="88800" y="636904"/>
                </a:lnTo>
                <a:lnTo>
                  <a:pt x="88567" y="648278"/>
                </a:lnTo>
                <a:lnTo>
                  <a:pt x="88283" y="659651"/>
                </a:lnTo>
                <a:lnTo>
                  <a:pt x="87968" y="671024"/>
                </a:lnTo>
                <a:lnTo>
                  <a:pt x="87641" y="682398"/>
                </a:lnTo>
                <a:lnTo>
                  <a:pt x="87323" y="693771"/>
                </a:lnTo>
                <a:lnTo>
                  <a:pt x="87033" y="705144"/>
                </a:lnTo>
                <a:lnTo>
                  <a:pt x="86787" y="716517"/>
                </a:lnTo>
                <a:lnTo>
                  <a:pt x="86600" y="727891"/>
                </a:lnTo>
                <a:lnTo>
                  <a:pt x="86485" y="739264"/>
                </a:lnTo>
                <a:lnTo>
                  <a:pt x="86453" y="750637"/>
                </a:lnTo>
                <a:lnTo>
                  <a:pt x="86512" y="762011"/>
                </a:lnTo>
                <a:lnTo>
                  <a:pt x="86671" y="773384"/>
                </a:lnTo>
                <a:lnTo>
                  <a:pt x="86932" y="784757"/>
                </a:lnTo>
                <a:lnTo>
                  <a:pt x="87297" y="796131"/>
                </a:lnTo>
                <a:lnTo>
                  <a:pt x="87760" y="807504"/>
                </a:lnTo>
                <a:lnTo>
                  <a:pt x="88308" y="818877"/>
                </a:lnTo>
                <a:lnTo>
                  <a:pt x="88920" y="830250"/>
                </a:lnTo>
                <a:lnTo>
                  <a:pt x="89568" y="841624"/>
                </a:lnTo>
                <a:lnTo>
                  <a:pt x="90216" y="852997"/>
                </a:lnTo>
                <a:lnTo>
                  <a:pt x="90822" y="864370"/>
                </a:lnTo>
                <a:lnTo>
                  <a:pt x="91345" y="875744"/>
                </a:lnTo>
                <a:lnTo>
                  <a:pt x="91746" y="887117"/>
                </a:lnTo>
                <a:lnTo>
                  <a:pt x="91992" y="898490"/>
                </a:lnTo>
                <a:lnTo>
                  <a:pt x="92059" y="909863"/>
                </a:lnTo>
                <a:lnTo>
                  <a:pt x="91939" y="921237"/>
                </a:lnTo>
                <a:lnTo>
                  <a:pt x="91637" y="932610"/>
                </a:lnTo>
                <a:lnTo>
                  <a:pt x="91168" y="943983"/>
                </a:lnTo>
                <a:lnTo>
                  <a:pt x="90563" y="955357"/>
                </a:lnTo>
                <a:lnTo>
                  <a:pt x="89857" y="966730"/>
                </a:lnTo>
                <a:lnTo>
                  <a:pt x="89091" y="978103"/>
                </a:lnTo>
                <a:lnTo>
                  <a:pt x="88303" y="989476"/>
                </a:lnTo>
                <a:lnTo>
                  <a:pt x="87531" y="1000850"/>
                </a:lnTo>
                <a:lnTo>
                  <a:pt x="86804" y="1012223"/>
                </a:lnTo>
                <a:lnTo>
                  <a:pt x="86145" y="1023596"/>
                </a:lnTo>
                <a:lnTo>
                  <a:pt x="85568" y="1034970"/>
                </a:lnTo>
                <a:lnTo>
                  <a:pt x="85083" y="1046343"/>
                </a:lnTo>
                <a:lnTo>
                  <a:pt x="84690" y="1057716"/>
                </a:lnTo>
                <a:lnTo>
                  <a:pt x="84390" y="1069090"/>
                </a:lnTo>
                <a:lnTo>
                  <a:pt x="84179" y="1080463"/>
                </a:lnTo>
                <a:lnTo>
                  <a:pt x="84050" y="1091836"/>
                </a:lnTo>
                <a:lnTo>
                  <a:pt x="83997" y="1103209"/>
                </a:lnTo>
                <a:lnTo>
                  <a:pt x="84014" y="1114583"/>
                </a:lnTo>
                <a:lnTo>
                  <a:pt x="84090" y="1125956"/>
                </a:lnTo>
                <a:lnTo>
                  <a:pt x="84218" y="1137329"/>
                </a:lnTo>
                <a:lnTo>
                  <a:pt x="84387" y="1148703"/>
                </a:lnTo>
                <a:lnTo>
                  <a:pt x="84585" y="1160076"/>
                </a:lnTo>
                <a:lnTo>
                  <a:pt x="84799" y="1171449"/>
                </a:lnTo>
                <a:lnTo>
                  <a:pt x="85019" y="1182822"/>
                </a:lnTo>
                <a:lnTo>
                  <a:pt x="85233" y="1194196"/>
                </a:lnTo>
                <a:lnTo>
                  <a:pt x="85432" y="1205569"/>
                </a:lnTo>
                <a:lnTo>
                  <a:pt x="85611" y="1216942"/>
                </a:lnTo>
                <a:lnTo>
                  <a:pt x="85764" y="1228316"/>
                </a:lnTo>
                <a:lnTo>
                  <a:pt x="85891" y="1239689"/>
                </a:lnTo>
                <a:lnTo>
                  <a:pt x="85993" y="1251062"/>
                </a:lnTo>
                <a:lnTo>
                  <a:pt x="86072" y="1262436"/>
                </a:lnTo>
                <a:lnTo>
                  <a:pt x="86129" y="1273809"/>
                </a:lnTo>
                <a:lnTo>
                  <a:pt x="86167" y="1285182"/>
                </a:lnTo>
                <a:lnTo>
                  <a:pt x="86184" y="1296555"/>
                </a:lnTo>
                <a:lnTo>
                  <a:pt x="86179" y="1307929"/>
                </a:lnTo>
                <a:lnTo>
                  <a:pt x="86149" y="1319302"/>
                </a:lnTo>
                <a:lnTo>
                  <a:pt x="86088" y="1330675"/>
                </a:lnTo>
                <a:lnTo>
                  <a:pt x="85993" y="1342049"/>
                </a:lnTo>
                <a:lnTo>
                  <a:pt x="85859" y="1353422"/>
                </a:lnTo>
                <a:lnTo>
                  <a:pt x="85685" y="1364795"/>
                </a:lnTo>
                <a:lnTo>
                  <a:pt x="85472" y="1376168"/>
                </a:lnTo>
                <a:lnTo>
                  <a:pt x="85223" y="1387542"/>
                </a:lnTo>
                <a:lnTo>
                  <a:pt x="84944" y="1398915"/>
                </a:lnTo>
                <a:lnTo>
                  <a:pt x="84646" y="1410288"/>
                </a:lnTo>
                <a:lnTo>
                  <a:pt x="84338" y="1421662"/>
                </a:lnTo>
                <a:lnTo>
                  <a:pt x="84033" y="1433035"/>
                </a:lnTo>
                <a:lnTo>
                  <a:pt x="83744" y="1444408"/>
                </a:lnTo>
                <a:lnTo>
                  <a:pt x="83480" y="1455782"/>
                </a:lnTo>
                <a:lnTo>
                  <a:pt x="83251" y="1467155"/>
                </a:lnTo>
                <a:lnTo>
                  <a:pt x="83065" y="1478528"/>
                </a:lnTo>
                <a:lnTo>
                  <a:pt x="82924" y="1489901"/>
                </a:lnTo>
                <a:lnTo>
                  <a:pt x="82830" y="1501275"/>
                </a:lnTo>
                <a:lnTo>
                  <a:pt x="82781" y="1512648"/>
                </a:lnTo>
                <a:lnTo>
                  <a:pt x="82773" y="1524021"/>
                </a:lnTo>
                <a:lnTo>
                  <a:pt x="82801" y="1535395"/>
                </a:lnTo>
                <a:lnTo>
                  <a:pt x="82860" y="1546768"/>
                </a:lnTo>
                <a:lnTo>
                  <a:pt x="82943" y="1558141"/>
                </a:lnTo>
                <a:lnTo>
                  <a:pt x="83046" y="1569514"/>
                </a:lnTo>
                <a:lnTo>
                  <a:pt x="83168" y="1580888"/>
                </a:lnTo>
                <a:lnTo>
                  <a:pt x="83310" y="1592261"/>
                </a:lnTo>
                <a:lnTo>
                  <a:pt x="83477" y="1603634"/>
                </a:lnTo>
                <a:lnTo>
                  <a:pt x="83680" y="1615008"/>
                </a:lnTo>
                <a:lnTo>
                  <a:pt x="83931" y="1626381"/>
                </a:lnTo>
                <a:lnTo>
                  <a:pt x="84249" y="1637754"/>
                </a:lnTo>
                <a:lnTo>
                  <a:pt x="84655" y="1649127"/>
                </a:lnTo>
                <a:lnTo>
                  <a:pt x="85170" y="1660501"/>
                </a:lnTo>
                <a:lnTo>
                  <a:pt x="85816" y="1671874"/>
                </a:lnTo>
                <a:lnTo>
                  <a:pt x="86610" y="1683247"/>
                </a:lnTo>
                <a:lnTo>
                  <a:pt x="87564" y="1694621"/>
                </a:lnTo>
                <a:lnTo>
                  <a:pt x="88678" y="1705994"/>
                </a:lnTo>
                <a:lnTo>
                  <a:pt x="89940" y="1717367"/>
                </a:lnTo>
                <a:lnTo>
                  <a:pt x="91324" y="1728741"/>
                </a:lnTo>
                <a:lnTo>
                  <a:pt x="92788" y="1740114"/>
                </a:lnTo>
                <a:lnTo>
                  <a:pt x="94275" y="1751487"/>
                </a:lnTo>
                <a:lnTo>
                  <a:pt x="95716" y="1762860"/>
                </a:lnTo>
                <a:lnTo>
                  <a:pt x="97038" y="1774234"/>
                </a:lnTo>
                <a:lnTo>
                  <a:pt x="98163" y="1785607"/>
                </a:lnTo>
                <a:lnTo>
                  <a:pt x="99023" y="1796980"/>
                </a:lnTo>
                <a:lnTo>
                  <a:pt x="99564" y="1808354"/>
                </a:lnTo>
                <a:lnTo>
                  <a:pt x="99748" y="1819727"/>
                </a:lnTo>
                <a:lnTo>
                  <a:pt x="99748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741" name="data_4492">
            <a:extLst>
              <a:ext uri="{FF2B5EF4-FFF2-40B4-BE49-F238E27FC236}">
                <a16:creationId xmlns:a16="http://schemas.microsoft.com/office/drawing/2014/main" id="{96A7426B-1ABA-461C-A357-80BDE0AE931F}"/>
              </a:ext>
            </a:extLst>
          </p:cNvPr>
          <p:cNvSpPr>
            <a:spLocks/>
          </p:cNvSpPr>
          <p:nvPr/>
        </p:nvSpPr>
        <p:spPr>
          <a:xfrm>
            <a:off x="7587038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62562" y="1819727"/>
                </a:moveTo>
                <a:lnTo>
                  <a:pt x="0" y="1819727"/>
                </a:lnTo>
                <a:lnTo>
                  <a:pt x="829" y="1808354"/>
                </a:lnTo>
                <a:lnTo>
                  <a:pt x="3266" y="1796980"/>
                </a:lnTo>
                <a:lnTo>
                  <a:pt x="7160" y="1785607"/>
                </a:lnTo>
                <a:lnTo>
                  <a:pt x="12278" y="1774234"/>
                </a:lnTo>
                <a:lnTo>
                  <a:pt x="18330" y="1762860"/>
                </a:lnTo>
                <a:lnTo>
                  <a:pt x="24991" y="1751487"/>
                </a:lnTo>
                <a:lnTo>
                  <a:pt x="31935" y="1740114"/>
                </a:lnTo>
                <a:lnTo>
                  <a:pt x="38859" y="1728741"/>
                </a:lnTo>
                <a:lnTo>
                  <a:pt x="45502" y="1717367"/>
                </a:lnTo>
                <a:lnTo>
                  <a:pt x="51662" y="1705994"/>
                </a:lnTo>
                <a:lnTo>
                  <a:pt x="57198" y="1694621"/>
                </a:lnTo>
                <a:lnTo>
                  <a:pt x="62033" y="1683247"/>
                </a:lnTo>
                <a:lnTo>
                  <a:pt x="66143" y="1671874"/>
                </a:lnTo>
                <a:lnTo>
                  <a:pt x="69550" y="1660501"/>
                </a:lnTo>
                <a:lnTo>
                  <a:pt x="72307" y="1649127"/>
                </a:lnTo>
                <a:lnTo>
                  <a:pt x="74489" y="1637754"/>
                </a:lnTo>
                <a:lnTo>
                  <a:pt x="76181" y="1626381"/>
                </a:lnTo>
                <a:lnTo>
                  <a:pt x="77466" y="1615008"/>
                </a:lnTo>
                <a:lnTo>
                  <a:pt x="78425" y="1603634"/>
                </a:lnTo>
                <a:lnTo>
                  <a:pt x="79128" y="1592261"/>
                </a:lnTo>
                <a:lnTo>
                  <a:pt x="79637" y="1580888"/>
                </a:lnTo>
                <a:lnTo>
                  <a:pt x="79999" y="1569514"/>
                </a:lnTo>
                <a:lnTo>
                  <a:pt x="80254" y="1558141"/>
                </a:lnTo>
                <a:lnTo>
                  <a:pt x="80430" y="1546768"/>
                </a:lnTo>
                <a:lnTo>
                  <a:pt x="80552" y="1535395"/>
                </a:lnTo>
                <a:lnTo>
                  <a:pt x="80634" y="1524021"/>
                </a:lnTo>
                <a:lnTo>
                  <a:pt x="80689" y="1512648"/>
                </a:lnTo>
                <a:lnTo>
                  <a:pt x="80725" y="1501275"/>
                </a:lnTo>
                <a:lnTo>
                  <a:pt x="80750" y="1489901"/>
                </a:lnTo>
                <a:lnTo>
                  <a:pt x="80766" y="1478528"/>
                </a:lnTo>
                <a:lnTo>
                  <a:pt x="80776" y="1467155"/>
                </a:lnTo>
                <a:lnTo>
                  <a:pt x="80784" y="1455782"/>
                </a:lnTo>
                <a:lnTo>
                  <a:pt x="80791" y="1444408"/>
                </a:lnTo>
                <a:lnTo>
                  <a:pt x="80796" y="1433035"/>
                </a:lnTo>
                <a:lnTo>
                  <a:pt x="80802" y="1421662"/>
                </a:lnTo>
                <a:lnTo>
                  <a:pt x="80809" y="1410288"/>
                </a:lnTo>
                <a:lnTo>
                  <a:pt x="80817" y="1398915"/>
                </a:lnTo>
                <a:lnTo>
                  <a:pt x="80826" y="1387542"/>
                </a:lnTo>
                <a:lnTo>
                  <a:pt x="80836" y="1376168"/>
                </a:lnTo>
                <a:lnTo>
                  <a:pt x="80848" y="1364795"/>
                </a:lnTo>
                <a:lnTo>
                  <a:pt x="80862" y="1353422"/>
                </a:lnTo>
                <a:lnTo>
                  <a:pt x="80878" y="1342049"/>
                </a:lnTo>
                <a:lnTo>
                  <a:pt x="80896" y="1330675"/>
                </a:lnTo>
                <a:lnTo>
                  <a:pt x="80915" y="1319302"/>
                </a:lnTo>
                <a:lnTo>
                  <a:pt x="80936" y="1307929"/>
                </a:lnTo>
                <a:lnTo>
                  <a:pt x="80957" y="1296555"/>
                </a:lnTo>
                <a:lnTo>
                  <a:pt x="80977" y="1285182"/>
                </a:lnTo>
                <a:lnTo>
                  <a:pt x="80996" y="1273809"/>
                </a:lnTo>
                <a:lnTo>
                  <a:pt x="81013" y="1262436"/>
                </a:lnTo>
                <a:lnTo>
                  <a:pt x="81026" y="1251062"/>
                </a:lnTo>
                <a:lnTo>
                  <a:pt x="81037" y="1239689"/>
                </a:lnTo>
                <a:lnTo>
                  <a:pt x="81043" y="1228316"/>
                </a:lnTo>
                <a:lnTo>
                  <a:pt x="81045" y="1216942"/>
                </a:lnTo>
                <a:lnTo>
                  <a:pt x="81044" y="1205569"/>
                </a:lnTo>
                <a:lnTo>
                  <a:pt x="81040" y="1194196"/>
                </a:lnTo>
                <a:lnTo>
                  <a:pt x="81034" y="1182822"/>
                </a:lnTo>
                <a:lnTo>
                  <a:pt x="81028" y="1171449"/>
                </a:lnTo>
                <a:lnTo>
                  <a:pt x="81023" y="1160076"/>
                </a:lnTo>
                <a:lnTo>
                  <a:pt x="81019" y="1148703"/>
                </a:lnTo>
                <a:lnTo>
                  <a:pt x="81018" y="1137329"/>
                </a:lnTo>
                <a:lnTo>
                  <a:pt x="81020" y="1125956"/>
                </a:lnTo>
                <a:lnTo>
                  <a:pt x="81026" y="1114583"/>
                </a:lnTo>
                <a:lnTo>
                  <a:pt x="81035" y="1103209"/>
                </a:lnTo>
                <a:lnTo>
                  <a:pt x="81046" y="1091836"/>
                </a:lnTo>
                <a:lnTo>
                  <a:pt x="81059" y="1080463"/>
                </a:lnTo>
                <a:lnTo>
                  <a:pt x="81072" y="1069090"/>
                </a:lnTo>
                <a:lnTo>
                  <a:pt x="81084" y="1057716"/>
                </a:lnTo>
                <a:lnTo>
                  <a:pt x="81094" y="1046343"/>
                </a:lnTo>
                <a:lnTo>
                  <a:pt x="81101" y="1034970"/>
                </a:lnTo>
                <a:lnTo>
                  <a:pt x="81105" y="1023596"/>
                </a:lnTo>
                <a:lnTo>
                  <a:pt x="81104" y="1012223"/>
                </a:lnTo>
                <a:lnTo>
                  <a:pt x="81099" y="1000850"/>
                </a:lnTo>
                <a:lnTo>
                  <a:pt x="81091" y="989476"/>
                </a:lnTo>
                <a:lnTo>
                  <a:pt x="81080" y="978103"/>
                </a:lnTo>
                <a:lnTo>
                  <a:pt x="81068" y="966730"/>
                </a:lnTo>
                <a:lnTo>
                  <a:pt x="81055" y="955357"/>
                </a:lnTo>
                <a:lnTo>
                  <a:pt x="81044" y="943983"/>
                </a:lnTo>
                <a:lnTo>
                  <a:pt x="81036" y="932610"/>
                </a:lnTo>
                <a:lnTo>
                  <a:pt x="81031" y="921237"/>
                </a:lnTo>
                <a:lnTo>
                  <a:pt x="81030" y="909863"/>
                </a:lnTo>
                <a:lnTo>
                  <a:pt x="81034" y="898490"/>
                </a:lnTo>
                <a:lnTo>
                  <a:pt x="81043" y="887117"/>
                </a:lnTo>
                <a:lnTo>
                  <a:pt x="81056" y="875744"/>
                </a:lnTo>
                <a:lnTo>
                  <a:pt x="81073" y="864370"/>
                </a:lnTo>
                <a:lnTo>
                  <a:pt x="81093" y="852997"/>
                </a:lnTo>
                <a:lnTo>
                  <a:pt x="81114" y="841624"/>
                </a:lnTo>
                <a:lnTo>
                  <a:pt x="81136" y="830250"/>
                </a:lnTo>
                <a:lnTo>
                  <a:pt x="81158" y="818877"/>
                </a:lnTo>
                <a:lnTo>
                  <a:pt x="81179" y="807504"/>
                </a:lnTo>
                <a:lnTo>
                  <a:pt x="81198" y="796131"/>
                </a:lnTo>
                <a:lnTo>
                  <a:pt x="81215" y="784757"/>
                </a:lnTo>
                <a:lnTo>
                  <a:pt x="81230" y="773384"/>
                </a:lnTo>
                <a:lnTo>
                  <a:pt x="81242" y="762011"/>
                </a:lnTo>
                <a:lnTo>
                  <a:pt x="81252" y="750637"/>
                </a:lnTo>
                <a:lnTo>
                  <a:pt x="81260" y="739264"/>
                </a:lnTo>
                <a:lnTo>
                  <a:pt x="81266" y="727891"/>
                </a:lnTo>
                <a:lnTo>
                  <a:pt x="81270" y="716517"/>
                </a:lnTo>
                <a:lnTo>
                  <a:pt x="81274" y="705144"/>
                </a:lnTo>
                <a:lnTo>
                  <a:pt x="81276" y="693771"/>
                </a:lnTo>
                <a:lnTo>
                  <a:pt x="81278" y="682398"/>
                </a:lnTo>
                <a:lnTo>
                  <a:pt x="81279" y="671024"/>
                </a:lnTo>
                <a:lnTo>
                  <a:pt x="81280" y="659651"/>
                </a:lnTo>
                <a:lnTo>
                  <a:pt x="81280" y="648278"/>
                </a:lnTo>
                <a:lnTo>
                  <a:pt x="81280" y="636904"/>
                </a:lnTo>
                <a:lnTo>
                  <a:pt x="81281" y="625531"/>
                </a:lnTo>
                <a:lnTo>
                  <a:pt x="81281" y="614158"/>
                </a:lnTo>
                <a:lnTo>
                  <a:pt x="81281" y="602785"/>
                </a:lnTo>
                <a:lnTo>
                  <a:pt x="81281" y="591411"/>
                </a:lnTo>
                <a:lnTo>
                  <a:pt x="81281" y="580038"/>
                </a:lnTo>
                <a:lnTo>
                  <a:pt x="81281" y="568665"/>
                </a:lnTo>
                <a:lnTo>
                  <a:pt x="81281" y="557291"/>
                </a:lnTo>
                <a:lnTo>
                  <a:pt x="81281" y="545918"/>
                </a:lnTo>
                <a:lnTo>
                  <a:pt x="81281" y="534545"/>
                </a:lnTo>
                <a:lnTo>
                  <a:pt x="81281" y="523171"/>
                </a:lnTo>
                <a:lnTo>
                  <a:pt x="81281" y="511798"/>
                </a:lnTo>
                <a:lnTo>
                  <a:pt x="81281" y="500425"/>
                </a:lnTo>
                <a:lnTo>
                  <a:pt x="81281" y="489052"/>
                </a:lnTo>
                <a:lnTo>
                  <a:pt x="81281" y="477678"/>
                </a:lnTo>
                <a:lnTo>
                  <a:pt x="81281" y="466305"/>
                </a:lnTo>
                <a:lnTo>
                  <a:pt x="81281" y="454932"/>
                </a:lnTo>
                <a:lnTo>
                  <a:pt x="81281" y="443558"/>
                </a:lnTo>
                <a:lnTo>
                  <a:pt x="81281" y="432185"/>
                </a:lnTo>
                <a:lnTo>
                  <a:pt x="81281" y="420812"/>
                </a:lnTo>
                <a:lnTo>
                  <a:pt x="81281" y="409439"/>
                </a:lnTo>
                <a:lnTo>
                  <a:pt x="81281" y="398065"/>
                </a:lnTo>
                <a:lnTo>
                  <a:pt x="81281" y="386692"/>
                </a:lnTo>
                <a:lnTo>
                  <a:pt x="81281" y="375319"/>
                </a:lnTo>
                <a:lnTo>
                  <a:pt x="81281" y="363945"/>
                </a:lnTo>
                <a:lnTo>
                  <a:pt x="81281" y="352572"/>
                </a:lnTo>
                <a:lnTo>
                  <a:pt x="81281" y="341199"/>
                </a:lnTo>
                <a:lnTo>
                  <a:pt x="81281" y="329825"/>
                </a:lnTo>
                <a:lnTo>
                  <a:pt x="81281" y="318452"/>
                </a:lnTo>
                <a:lnTo>
                  <a:pt x="81281" y="307079"/>
                </a:lnTo>
                <a:lnTo>
                  <a:pt x="81280" y="295706"/>
                </a:lnTo>
                <a:lnTo>
                  <a:pt x="81280" y="284332"/>
                </a:lnTo>
                <a:lnTo>
                  <a:pt x="81280" y="272959"/>
                </a:lnTo>
                <a:lnTo>
                  <a:pt x="81279" y="261586"/>
                </a:lnTo>
                <a:lnTo>
                  <a:pt x="81278" y="250212"/>
                </a:lnTo>
                <a:lnTo>
                  <a:pt x="81277" y="238839"/>
                </a:lnTo>
                <a:lnTo>
                  <a:pt x="81275" y="227466"/>
                </a:lnTo>
                <a:lnTo>
                  <a:pt x="81271" y="216093"/>
                </a:lnTo>
                <a:lnTo>
                  <a:pt x="81267" y="204719"/>
                </a:lnTo>
                <a:lnTo>
                  <a:pt x="81260" y="193346"/>
                </a:lnTo>
                <a:lnTo>
                  <a:pt x="81251" y="181973"/>
                </a:lnTo>
                <a:lnTo>
                  <a:pt x="81239" y="170599"/>
                </a:lnTo>
                <a:lnTo>
                  <a:pt x="81223" y="159226"/>
                </a:lnTo>
                <a:lnTo>
                  <a:pt x="81203" y="147853"/>
                </a:lnTo>
                <a:lnTo>
                  <a:pt x="81179" y="136480"/>
                </a:lnTo>
                <a:lnTo>
                  <a:pt x="81150" y="125106"/>
                </a:lnTo>
                <a:lnTo>
                  <a:pt x="81116" y="113733"/>
                </a:lnTo>
                <a:lnTo>
                  <a:pt x="81078" y="102360"/>
                </a:lnTo>
                <a:lnTo>
                  <a:pt x="81036" y="90986"/>
                </a:lnTo>
                <a:lnTo>
                  <a:pt x="80992" y="79613"/>
                </a:lnTo>
                <a:lnTo>
                  <a:pt x="80948" y="68240"/>
                </a:lnTo>
                <a:lnTo>
                  <a:pt x="80906" y="56866"/>
                </a:lnTo>
                <a:lnTo>
                  <a:pt x="80867" y="45493"/>
                </a:lnTo>
                <a:lnTo>
                  <a:pt x="80834" y="34120"/>
                </a:lnTo>
                <a:lnTo>
                  <a:pt x="80809" y="22747"/>
                </a:lnTo>
                <a:lnTo>
                  <a:pt x="80793" y="11373"/>
                </a:lnTo>
                <a:lnTo>
                  <a:pt x="80787" y="0"/>
                </a:lnTo>
                <a:lnTo>
                  <a:pt x="81774" y="0"/>
                </a:lnTo>
                <a:lnTo>
                  <a:pt x="81774" y="0"/>
                </a:lnTo>
                <a:lnTo>
                  <a:pt x="81769" y="11373"/>
                </a:lnTo>
                <a:lnTo>
                  <a:pt x="81753" y="22747"/>
                </a:lnTo>
                <a:lnTo>
                  <a:pt x="81728" y="34120"/>
                </a:lnTo>
                <a:lnTo>
                  <a:pt x="81695" y="45493"/>
                </a:lnTo>
                <a:lnTo>
                  <a:pt x="81656" y="56866"/>
                </a:lnTo>
                <a:lnTo>
                  <a:pt x="81613" y="68240"/>
                </a:lnTo>
                <a:lnTo>
                  <a:pt x="81569" y="79613"/>
                </a:lnTo>
                <a:lnTo>
                  <a:pt x="81526" y="90986"/>
                </a:lnTo>
                <a:lnTo>
                  <a:pt x="81484" y="102360"/>
                </a:lnTo>
                <a:lnTo>
                  <a:pt x="81446" y="113733"/>
                </a:lnTo>
                <a:lnTo>
                  <a:pt x="81412" y="125106"/>
                </a:lnTo>
                <a:lnTo>
                  <a:pt x="81383" y="136480"/>
                </a:lnTo>
                <a:lnTo>
                  <a:pt x="81358" y="147853"/>
                </a:lnTo>
                <a:lnTo>
                  <a:pt x="81338" y="159226"/>
                </a:lnTo>
                <a:lnTo>
                  <a:pt x="81323" y="170599"/>
                </a:lnTo>
                <a:lnTo>
                  <a:pt x="81311" y="181973"/>
                </a:lnTo>
                <a:lnTo>
                  <a:pt x="81302" y="193346"/>
                </a:lnTo>
                <a:lnTo>
                  <a:pt x="81295" y="204719"/>
                </a:lnTo>
                <a:lnTo>
                  <a:pt x="81290" y="216093"/>
                </a:lnTo>
                <a:lnTo>
                  <a:pt x="81287" y="227466"/>
                </a:lnTo>
                <a:lnTo>
                  <a:pt x="81285" y="238839"/>
                </a:lnTo>
                <a:lnTo>
                  <a:pt x="81283" y="250212"/>
                </a:lnTo>
                <a:lnTo>
                  <a:pt x="81282" y="261586"/>
                </a:lnTo>
                <a:lnTo>
                  <a:pt x="81282" y="272959"/>
                </a:lnTo>
                <a:lnTo>
                  <a:pt x="81281" y="284332"/>
                </a:lnTo>
                <a:lnTo>
                  <a:pt x="81281" y="295706"/>
                </a:lnTo>
                <a:lnTo>
                  <a:pt x="81281" y="307079"/>
                </a:lnTo>
                <a:lnTo>
                  <a:pt x="81281" y="318452"/>
                </a:lnTo>
                <a:lnTo>
                  <a:pt x="81281" y="329825"/>
                </a:lnTo>
                <a:lnTo>
                  <a:pt x="81281" y="341199"/>
                </a:lnTo>
                <a:lnTo>
                  <a:pt x="81281" y="352572"/>
                </a:lnTo>
                <a:lnTo>
                  <a:pt x="81281" y="363945"/>
                </a:lnTo>
                <a:lnTo>
                  <a:pt x="81281" y="375319"/>
                </a:lnTo>
                <a:lnTo>
                  <a:pt x="81281" y="386692"/>
                </a:lnTo>
                <a:lnTo>
                  <a:pt x="81281" y="398065"/>
                </a:lnTo>
                <a:lnTo>
                  <a:pt x="81281" y="409439"/>
                </a:lnTo>
                <a:lnTo>
                  <a:pt x="81281" y="420812"/>
                </a:lnTo>
                <a:lnTo>
                  <a:pt x="81281" y="432185"/>
                </a:lnTo>
                <a:lnTo>
                  <a:pt x="81281" y="443558"/>
                </a:lnTo>
                <a:lnTo>
                  <a:pt x="81281" y="454932"/>
                </a:lnTo>
                <a:lnTo>
                  <a:pt x="81281" y="466305"/>
                </a:lnTo>
                <a:lnTo>
                  <a:pt x="81281" y="477678"/>
                </a:lnTo>
                <a:lnTo>
                  <a:pt x="81281" y="489052"/>
                </a:lnTo>
                <a:lnTo>
                  <a:pt x="81281" y="500425"/>
                </a:lnTo>
                <a:lnTo>
                  <a:pt x="81281" y="511798"/>
                </a:lnTo>
                <a:lnTo>
                  <a:pt x="81281" y="523171"/>
                </a:lnTo>
                <a:lnTo>
                  <a:pt x="81281" y="534545"/>
                </a:lnTo>
                <a:lnTo>
                  <a:pt x="81281" y="545918"/>
                </a:lnTo>
                <a:lnTo>
                  <a:pt x="81281" y="557291"/>
                </a:lnTo>
                <a:lnTo>
                  <a:pt x="81281" y="568665"/>
                </a:lnTo>
                <a:lnTo>
                  <a:pt x="81281" y="580038"/>
                </a:lnTo>
                <a:lnTo>
                  <a:pt x="81281" y="591411"/>
                </a:lnTo>
                <a:lnTo>
                  <a:pt x="81281" y="602785"/>
                </a:lnTo>
                <a:lnTo>
                  <a:pt x="81281" y="614158"/>
                </a:lnTo>
                <a:lnTo>
                  <a:pt x="81281" y="625531"/>
                </a:lnTo>
                <a:lnTo>
                  <a:pt x="81281" y="636904"/>
                </a:lnTo>
                <a:lnTo>
                  <a:pt x="81282" y="648278"/>
                </a:lnTo>
                <a:lnTo>
                  <a:pt x="81282" y="659651"/>
                </a:lnTo>
                <a:lnTo>
                  <a:pt x="81283" y="671024"/>
                </a:lnTo>
                <a:lnTo>
                  <a:pt x="81284" y="682398"/>
                </a:lnTo>
                <a:lnTo>
                  <a:pt x="81286" y="693771"/>
                </a:lnTo>
                <a:lnTo>
                  <a:pt x="81288" y="705144"/>
                </a:lnTo>
                <a:lnTo>
                  <a:pt x="81291" y="716517"/>
                </a:lnTo>
                <a:lnTo>
                  <a:pt x="81296" y="727891"/>
                </a:lnTo>
                <a:lnTo>
                  <a:pt x="81302" y="739264"/>
                </a:lnTo>
                <a:lnTo>
                  <a:pt x="81310" y="750637"/>
                </a:lnTo>
                <a:lnTo>
                  <a:pt x="81320" y="762011"/>
                </a:lnTo>
                <a:lnTo>
                  <a:pt x="81332" y="773384"/>
                </a:lnTo>
                <a:lnTo>
                  <a:pt x="81346" y="784757"/>
                </a:lnTo>
                <a:lnTo>
                  <a:pt x="81363" y="796131"/>
                </a:lnTo>
                <a:lnTo>
                  <a:pt x="81382" y="807504"/>
                </a:lnTo>
                <a:lnTo>
                  <a:pt x="81403" y="818877"/>
                </a:lnTo>
                <a:lnTo>
                  <a:pt x="81425" y="830250"/>
                </a:lnTo>
                <a:lnTo>
                  <a:pt x="81447" y="841624"/>
                </a:lnTo>
                <a:lnTo>
                  <a:pt x="81469" y="852997"/>
                </a:lnTo>
                <a:lnTo>
                  <a:pt x="81488" y="864370"/>
                </a:lnTo>
                <a:lnTo>
                  <a:pt x="81505" y="875744"/>
                </a:lnTo>
                <a:lnTo>
                  <a:pt x="81519" y="887117"/>
                </a:lnTo>
                <a:lnTo>
                  <a:pt x="81527" y="898490"/>
                </a:lnTo>
                <a:lnTo>
                  <a:pt x="81531" y="909863"/>
                </a:lnTo>
                <a:lnTo>
                  <a:pt x="81531" y="921237"/>
                </a:lnTo>
                <a:lnTo>
                  <a:pt x="81526" y="932610"/>
                </a:lnTo>
                <a:lnTo>
                  <a:pt x="81517" y="943983"/>
                </a:lnTo>
                <a:lnTo>
                  <a:pt x="81506" y="955357"/>
                </a:lnTo>
                <a:lnTo>
                  <a:pt x="81494" y="966730"/>
                </a:lnTo>
                <a:lnTo>
                  <a:pt x="81481" y="978103"/>
                </a:lnTo>
                <a:lnTo>
                  <a:pt x="81471" y="989476"/>
                </a:lnTo>
                <a:lnTo>
                  <a:pt x="81462" y="1000850"/>
                </a:lnTo>
                <a:lnTo>
                  <a:pt x="81458" y="1012223"/>
                </a:lnTo>
                <a:lnTo>
                  <a:pt x="81457" y="1023596"/>
                </a:lnTo>
                <a:lnTo>
                  <a:pt x="81460" y="1034970"/>
                </a:lnTo>
                <a:lnTo>
                  <a:pt x="81467" y="1046343"/>
                </a:lnTo>
                <a:lnTo>
                  <a:pt x="81477" y="1057716"/>
                </a:lnTo>
                <a:lnTo>
                  <a:pt x="81490" y="1069090"/>
                </a:lnTo>
                <a:lnTo>
                  <a:pt x="81503" y="1080463"/>
                </a:lnTo>
                <a:lnTo>
                  <a:pt x="81516" y="1091836"/>
                </a:lnTo>
                <a:lnTo>
                  <a:pt x="81527" y="1103209"/>
                </a:lnTo>
                <a:lnTo>
                  <a:pt x="81536" y="1114583"/>
                </a:lnTo>
                <a:lnTo>
                  <a:pt x="81541" y="1125956"/>
                </a:lnTo>
                <a:lnTo>
                  <a:pt x="81544" y="1137329"/>
                </a:lnTo>
                <a:lnTo>
                  <a:pt x="81543" y="1148703"/>
                </a:lnTo>
                <a:lnTo>
                  <a:pt x="81539" y="1160076"/>
                </a:lnTo>
                <a:lnTo>
                  <a:pt x="81533" y="1171449"/>
                </a:lnTo>
                <a:lnTo>
                  <a:pt x="81527" y="1182822"/>
                </a:lnTo>
                <a:lnTo>
                  <a:pt x="81522" y="1194196"/>
                </a:lnTo>
                <a:lnTo>
                  <a:pt x="81518" y="1205569"/>
                </a:lnTo>
                <a:lnTo>
                  <a:pt x="81516" y="1216942"/>
                </a:lnTo>
                <a:lnTo>
                  <a:pt x="81519" y="1228316"/>
                </a:lnTo>
                <a:lnTo>
                  <a:pt x="81525" y="1239689"/>
                </a:lnTo>
                <a:lnTo>
                  <a:pt x="81535" y="1251062"/>
                </a:lnTo>
                <a:lnTo>
                  <a:pt x="81549" y="1262436"/>
                </a:lnTo>
                <a:lnTo>
                  <a:pt x="81566" y="1273809"/>
                </a:lnTo>
                <a:lnTo>
                  <a:pt x="81585" y="1285182"/>
                </a:lnTo>
                <a:lnTo>
                  <a:pt x="81605" y="1296555"/>
                </a:lnTo>
                <a:lnTo>
                  <a:pt x="81626" y="1307929"/>
                </a:lnTo>
                <a:lnTo>
                  <a:pt x="81646" y="1319302"/>
                </a:lnTo>
                <a:lnTo>
                  <a:pt x="81665" y="1330675"/>
                </a:lnTo>
                <a:lnTo>
                  <a:pt x="81683" y="1342049"/>
                </a:lnTo>
                <a:lnTo>
                  <a:pt x="81699" y="1353422"/>
                </a:lnTo>
                <a:lnTo>
                  <a:pt x="81713" y="1364795"/>
                </a:lnTo>
                <a:lnTo>
                  <a:pt x="81725" y="1376168"/>
                </a:lnTo>
                <a:lnTo>
                  <a:pt x="81736" y="1387542"/>
                </a:lnTo>
                <a:lnTo>
                  <a:pt x="81745" y="1398915"/>
                </a:lnTo>
                <a:lnTo>
                  <a:pt x="81752" y="1410288"/>
                </a:lnTo>
                <a:lnTo>
                  <a:pt x="81759" y="1421662"/>
                </a:lnTo>
                <a:lnTo>
                  <a:pt x="81765" y="1433035"/>
                </a:lnTo>
                <a:lnTo>
                  <a:pt x="81771" y="1444408"/>
                </a:lnTo>
                <a:lnTo>
                  <a:pt x="81777" y="1455782"/>
                </a:lnTo>
                <a:lnTo>
                  <a:pt x="81785" y="1467155"/>
                </a:lnTo>
                <a:lnTo>
                  <a:pt x="81796" y="1478528"/>
                </a:lnTo>
                <a:lnTo>
                  <a:pt x="81812" y="1489901"/>
                </a:lnTo>
                <a:lnTo>
                  <a:pt x="81836" y="1501275"/>
                </a:lnTo>
                <a:lnTo>
                  <a:pt x="81873" y="1512648"/>
                </a:lnTo>
                <a:lnTo>
                  <a:pt x="81928" y="1524021"/>
                </a:lnTo>
                <a:lnTo>
                  <a:pt x="82010" y="1535395"/>
                </a:lnTo>
                <a:lnTo>
                  <a:pt x="82131" y="1546768"/>
                </a:lnTo>
                <a:lnTo>
                  <a:pt x="82308" y="1558141"/>
                </a:lnTo>
                <a:lnTo>
                  <a:pt x="82562" y="1569514"/>
                </a:lnTo>
                <a:lnTo>
                  <a:pt x="82925" y="1580888"/>
                </a:lnTo>
                <a:lnTo>
                  <a:pt x="83433" y="1592261"/>
                </a:lnTo>
                <a:lnTo>
                  <a:pt x="84137" y="1603634"/>
                </a:lnTo>
                <a:lnTo>
                  <a:pt x="85096" y="1615008"/>
                </a:lnTo>
                <a:lnTo>
                  <a:pt x="86381" y="1626381"/>
                </a:lnTo>
                <a:lnTo>
                  <a:pt x="88072" y="1637754"/>
                </a:lnTo>
                <a:lnTo>
                  <a:pt x="90254" y="1649127"/>
                </a:lnTo>
                <a:lnTo>
                  <a:pt x="93011" y="1660501"/>
                </a:lnTo>
                <a:lnTo>
                  <a:pt x="96418" y="1671874"/>
                </a:lnTo>
                <a:lnTo>
                  <a:pt x="100528" y="1683247"/>
                </a:lnTo>
                <a:lnTo>
                  <a:pt x="105363" y="1694621"/>
                </a:lnTo>
                <a:lnTo>
                  <a:pt x="110900" y="1705994"/>
                </a:lnTo>
                <a:lnTo>
                  <a:pt x="117060" y="1717367"/>
                </a:lnTo>
                <a:lnTo>
                  <a:pt x="123703" y="1728741"/>
                </a:lnTo>
                <a:lnTo>
                  <a:pt x="130627" y="1740114"/>
                </a:lnTo>
                <a:lnTo>
                  <a:pt x="137571" y="1751487"/>
                </a:lnTo>
                <a:lnTo>
                  <a:pt x="144232" y="1762860"/>
                </a:lnTo>
                <a:lnTo>
                  <a:pt x="150283" y="1774234"/>
                </a:lnTo>
                <a:lnTo>
                  <a:pt x="155402" y="1785607"/>
                </a:lnTo>
                <a:lnTo>
                  <a:pt x="159296" y="1796980"/>
                </a:lnTo>
                <a:lnTo>
                  <a:pt x="161732" y="1808354"/>
                </a:lnTo>
                <a:lnTo>
                  <a:pt x="162562" y="1819727"/>
                </a:lnTo>
                <a:lnTo>
                  <a:pt x="162562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742" name="data_4493">
            <a:extLst>
              <a:ext uri="{FF2B5EF4-FFF2-40B4-BE49-F238E27FC236}">
                <a16:creationId xmlns:a16="http://schemas.microsoft.com/office/drawing/2014/main" id="{BA121247-E3C8-47D6-8D6B-EB2611F7905B}"/>
              </a:ext>
            </a:extLst>
          </p:cNvPr>
          <p:cNvSpPr>
            <a:spLocks/>
          </p:cNvSpPr>
          <p:nvPr/>
        </p:nvSpPr>
        <p:spPr>
          <a:xfrm>
            <a:off x="7806716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53036" y="1819727"/>
                </a:moveTo>
                <a:lnTo>
                  <a:pt x="9525" y="1819727"/>
                </a:lnTo>
                <a:lnTo>
                  <a:pt x="10353" y="1808354"/>
                </a:lnTo>
                <a:lnTo>
                  <a:pt x="12778" y="1796980"/>
                </a:lnTo>
                <a:lnTo>
                  <a:pt x="16630" y="1785607"/>
                </a:lnTo>
                <a:lnTo>
                  <a:pt x="21648" y="1774234"/>
                </a:lnTo>
                <a:lnTo>
                  <a:pt x="27507" y="1762860"/>
                </a:lnTo>
                <a:lnTo>
                  <a:pt x="33856" y="1751487"/>
                </a:lnTo>
                <a:lnTo>
                  <a:pt x="40346" y="1740114"/>
                </a:lnTo>
                <a:lnTo>
                  <a:pt x="46666" y="1728741"/>
                </a:lnTo>
                <a:lnTo>
                  <a:pt x="52562" y="1717367"/>
                </a:lnTo>
                <a:lnTo>
                  <a:pt x="57850" y="1705994"/>
                </a:lnTo>
                <a:lnTo>
                  <a:pt x="62420" y="1694621"/>
                </a:lnTo>
                <a:lnTo>
                  <a:pt x="66232" y="1683247"/>
                </a:lnTo>
                <a:lnTo>
                  <a:pt x="69302" y="1671874"/>
                </a:lnTo>
                <a:lnTo>
                  <a:pt x="71691" y="1660501"/>
                </a:lnTo>
                <a:lnTo>
                  <a:pt x="73485" y="1649127"/>
                </a:lnTo>
                <a:lnTo>
                  <a:pt x="74785" y="1637754"/>
                </a:lnTo>
                <a:lnTo>
                  <a:pt x="75691" y="1626381"/>
                </a:lnTo>
                <a:lnTo>
                  <a:pt x="76299" y="1615008"/>
                </a:lnTo>
                <a:lnTo>
                  <a:pt x="76687" y="1603634"/>
                </a:lnTo>
                <a:lnTo>
                  <a:pt x="76920" y="1592261"/>
                </a:lnTo>
                <a:lnTo>
                  <a:pt x="77045" y="1580888"/>
                </a:lnTo>
                <a:lnTo>
                  <a:pt x="77094" y="1569514"/>
                </a:lnTo>
                <a:lnTo>
                  <a:pt x="77088" y="1558141"/>
                </a:lnTo>
                <a:lnTo>
                  <a:pt x="77033" y="1546768"/>
                </a:lnTo>
                <a:lnTo>
                  <a:pt x="76932" y="1535395"/>
                </a:lnTo>
                <a:lnTo>
                  <a:pt x="76779" y="1524021"/>
                </a:lnTo>
                <a:lnTo>
                  <a:pt x="76569" y="1512648"/>
                </a:lnTo>
                <a:lnTo>
                  <a:pt x="76295" y="1501275"/>
                </a:lnTo>
                <a:lnTo>
                  <a:pt x="75953" y="1489901"/>
                </a:lnTo>
                <a:lnTo>
                  <a:pt x="75540" y="1478528"/>
                </a:lnTo>
                <a:lnTo>
                  <a:pt x="75063" y="1467155"/>
                </a:lnTo>
                <a:lnTo>
                  <a:pt x="74530" y="1455782"/>
                </a:lnTo>
                <a:lnTo>
                  <a:pt x="73957" y="1444408"/>
                </a:lnTo>
                <a:lnTo>
                  <a:pt x="73365" y="1433035"/>
                </a:lnTo>
                <a:lnTo>
                  <a:pt x="72776" y="1421662"/>
                </a:lnTo>
                <a:lnTo>
                  <a:pt x="72214" y="1410288"/>
                </a:lnTo>
                <a:lnTo>
                  <a:pt x="71699" y="1398915"/>
                </a:lnTo>
                <a:lnTo>
                  <a:pt x="71247" y="1387542"/>
                </a:lnTo>
                <a:lnTo>
                  <a:pt x="70866" y="1376168"/>
                </a:lnTo>
                <a:lnTo>
                  <a:pt x="70555" y="1364795"/>
                </a:lnTo>
                <a:lnTo>
                  <a:pt x="70304" y="1353422"/>
                </a:lnTo>
                <a:lnTo>
                  <a:pt x="70096" y="1342049"/>
                </a:lnTo>
                <a:lnTo>
                  <a:pt x="69911" y="1330675"/>
                </a:lnTo>
                <a:lnTo>
                  <a:pt x="69726" y="1319302"/>
                </a:lnTo>
                <a:lnTo>
                  <a:pt x="69525" y="1307929"/>
                </a:lnTo>
                <a:lnTo>
                  <a:pt x="69297" y="1296555"/>
                </a:lnTo>
                <a:lnTo>
                  <a:pt x="69042" y="1285182"/>
                </a:lnTo>
                <a:lnTo>
                  <a:pt x="68769" y="1273809"/>
                </a:lnTo>
                <a:lnTo>
                  <a:pt x="68500" y="1262436"/>
                </a:lnTo>
                <a:lnTo>
                  <a:pt x="68262" y="1251062"/>
                </a:lnTo>
                <a:lnTo>
                  <a:pt x="68086" y="1239689"/>
                </a:lnTo>
                <a:lnTo>
                  <a:pt x="68001" y="1228316"/>
                </a:lnTo>
                <a:lnTo>
                  <a:pt x="68032" y="1216942"/>
                </a:lnTo>
                <a:lnTo>
                  <a:pt x="68191" y="1205569"/>
                </a:lnTo>
                <a:lnTo>
                  <a:pt x="68480" y="1194196"/>
                </a:lnTo>
                <a:lnTo>
                  <a:pt x="68887" y="1182822"/>
                </a:lnTo>
                <a:lnTo>
                  <a:pt x="69389" y="1171449"/>
                </a:lnTo>
                <a:lnTo>
                  <a:pt x="69955" y="1160076"/>
                </a:lnTo>
                <a:lnTo>
                  <a:pt x="70548" y="1148703"/>
                </a:lnTo>
                <a:lnTo>
                  <a:pt x="71129" y="1137329"/>
                </a:lnTo>
                <a:lnTo>
                  <a:pt x="71663" y="1125956"/>
                </a:lnTo>
                <a:lnTo>
                  <a:pt x="72114" y="1114583"/>
                </a:lnTo>
                <a:lnTo>
                  <a:pt x="72452" y="1103209"/>
                </a:lnTo>
                <a:lnTo>
                  <a:pt x="72653" y="1091836"/>
                </a:lnTo>
                <a:lnTo>
                  <a:pt x="72693" y="1080463"/>
                </a:lnTo>
                <a:lnTo>
                  <a:pt x="72554" y="1069090"/>
                </a:lnTo>
                <a:lnTo>
                  <a:pt x="72219" y="1057716"/>
                </a:lnTo>
                <a:lnTo>
                  <a:pt x="71677" y="1046343"/>
                </a:lnTo>
                <a:lnTo>
                  <a:pt x="70923" y="1034970"/>
                </a:lnTo>
                <a:lnTo>
                  <a:pt x="69963" y="1023596"/>
                </a:lnTo>
                <a:lnTo>
                  <a:pt x="68813" y="1012223"/>
                </a:lnTo>
                <a:lnTo>
                  <a:pt x="67508" y="1000850"/>
                </a:lnTo>
                <a:lnTo>
                  <a:pt x="66095" y="989476"/>
                </a:lnTo>
                <a:lnTo>
                  <a:pt x="64643" y="978103"/>
                </a:lnTo>
                <a:lnTo>
                  <a:pt x="63227" y="966730"/>
                </a:lnTo>
                <a:lnTo>
                  <a:pt x="61934" y="955357"/>
                </a:lnTo>
                <a:lnTo>
                  <a:pt x="60847" y="943983"/>
                </a:lnTo>
                <a:lnTo>
                  <a:pt x="60041" y="932610"/>
                </a:lnTo>
                <a:lnTo>
                  <a:pt x="59573" y="921237"/>
                </a:lnTo>
                <a:lnTo>
                  <a:pt x="59474" y="909863"/>
                </a:lnTo>
                <a:lnTo>
                  <a:pt x="59749" y="898490"/>
                </a:lnTo>
                <a:lnTo>
                  <a:pt x="60371" y="887117"/>
                </a:lnTo>
                <a:lnTo>
                  <a:pt x="61287" y="875744"/>
                </a:lnTo>
                <a:lnTo>
                  <a:pt x="62428" y="864370"/>
                </a:lnTo>
                <a:lnTo>
                  <a:pt x="63709" y="852997"/>
                </a:lnTo>
                <a:lnTo>
                  <a:pt x="65045" y="841624"/>
                </a:lnTo>
                <a:lnTo>
                  <a:pt x="66360" y="830250"/>
                </a:lnTo>
                <a:lnTo>
                  <a:pt x="67587" y="818877"/>
                </a:lnTo>
                <a:lnTo>
                  <a:pt x="68682" y="807504"/>
                </a:lnTo>
                <a:lnTo>
                  <a:pt x="69616" y="796131"/>
                </a:lnTo>
                <a:lnTo>
                  <a:pt x="70382" y="784757"/>
                </a:lnTo>
                <a:lnTo>
                  <a:pt x="70983" y="773384"/>
                </a:lnTo>
                <a:lnTo>
                  <a:pt x="71434" y="762011"/>
                </a:lnTo>
                <a:lnTo>
                  <a:pt x="71754" y="750637"/>
                </a:lnTo>
                <a:lnTo>
                  <a:pt x="71962" y="739264"/>
                </a:lnTo>
                <a:lnTo>
                  <a:pt x="72074" y="727891"/>
                </a:lnTo>
                <a:lnTo>
                  <a:pt x="72102" y="716517"/>
                </a:lnTo>
                <a:lnTo>
                  <a:pt x="72054" y="705144"/>
                </a:lnTo>
                <a:lnTo>
                  <a:pt x="71937" y="693771"/>
                </a:lnTo>
                <a:lnTo>
                  <a:pt x="71758" y="682398"/>
                </a:lnTo>
                <a:lnTo>
                  <a:pt x="71528" y="671024"/>
                </a:lnTo>
                <a:lnTo>
                  <a:pt x="71259" y="659651"/>
                </a:lnTo>
                <a:lnTo>
                  <a:pt x="70971" y="648278"/>
                </a:lnTo>
                <a:lnTo>
                  <a:pt x="70687" y="636904"/>
                </a:lnTo>
                <a:lnTo>
                  <a:pt x="70431" y="625531"/>
                </a:lnTo>
                <a:lnTo>
                  <a:pt x="70227" y="614158"/>
                </a:lnTo>
                <a:lnTo>
                  <a:pt x="70096" y="602785"/>
                </a:lnTo>
                <a:lnTo>
                  <a:pt x="70054" y="591411"/>
                </a:lnTo>
                <a:lnTo>
                  <a:pt x="70107" y="580038"/>
                </a:lnTo>
                <a:lnTo>
                  <a:pt x="70255" y="568665"/>
                </a:lnTo>
                <a:lnTo>
                  <a:pt x="70489" y="557291"/>
                </a:lnTo>
                <a:lnTo>
                  <a:pt x="70795" y="545918"/>
                </a:lnTo>
                <a:lnTo>
                  <a:pt x="71154" y="534545"/>
                </a:lnTo>
                <a:lnTo>
                  <a:pt x="71548" y="523171"/>
                </a:lnTo>
                <a:lnTo>
                  <a:pt x="71958" y="511798"/>
                </a:lnTo>
                <a:lnTo>
                  <a:pt x="72368" y="500425"/>
                </a:lnTo>
                <a:lnTo>
                  <a:pt x="72767" y="489052"/>
                </a:lnTo>
                <a:lnTo>
                  <a:pt x="73145" y="477678"/>
                </a:lnTo>
                <a:lnTo>
                  <a:pt x="73496" y="466305"/>
                </a:lnTo>
                <a:lnTo>
                  <a:pt x="73818" y="454932"/>
                </a:lnTo>
                <a:lnTo>
                  <a:pt x="74108" y="443558"/>
                </a:lnTo>
                <a:lnTo>
                  <a:pt x="74363" y="432185"/>
                </a:lnTo>
                <a:lnTo>
                  <a:pt x="74583" y="420812"/>
                </a:lnTo>
                <a:lnTo>
                  <a:pt x="74766" y="409439"/>
                </a:lnTo>
                <a:lnTo>
                  <a:pt x="74912" y="398065"/>
                </a:lnTo>
                <a:lnTo>
                  <a:pt x="75020" y="386692"/>
                </a:lnTo>
                <a:lnTo>
                  <a:pt x="75093" y="375319"/>
                </a:lnTo>
                <a:lnTo>
                  <a:pt x="75136" y="363945"/>
                </a:lnTo>
                <a:lnTo>
                  <a:pt x="75156" y="352572"/>
                </a:lnTo>
                <a:lnTo>
                  <a:pt x="75163" y="341199"/>
                </a:lnTo>
                <a:lnTo>
                  <a:pt x="75167" y="329825"/>
                </a:lnTo>
                <a:lnTo>
                  <a:pt x="75178" y="318452"/>
                </a:lnTo>
                <a:lnTo>
                  <a:pt x="75207" y="307079"/>
                </a:lnTo>
                <a:lnTo>
                  <a:pt x="75259" y="295706"/>
                </a:lnTo>
                <a:lnTo>
                  <a:pt x="75336" y="284332"/>
                </a:lnTo>
                <a:lnTo>
                  <a:pt x="75433" y="272959"/>
                </a:lnTo>
                <a:lnTo>
                  <a:pt x="75539" y="261586"/>
                </a:lnTo>
                <a:lnTo>
                  <a:pt x="75633" y="250212"/>
                </a:lnTo>
                <a:lnTo>
                  <a:pt x="75684" y="238839"/>
                </a:lnTo>
                <a:lnTo>
                  <a:pt x="75651" y="227466"/>
                </a:lnTo>
                <a:lnTo>
                  <a:pt x="75479" y="216093"/>
                </a:lnTo>
                <a:lnTo>
                  <a:pt x="75103" y="204719"/>
                </a:lnTo>
                <a:lnTo>
                  <a:pt x="74442" y="193346"/>
                </a:lnTo>
                <a:lnTo>
                  <a:pt x="73405" y="181973"/>
                </a:lnTo>
                <a:lnTo>
                  <a:pt x="71890" y="170599"/>
                </a:lnTo>
                <a:lnTo>
                  <a:pt x="69794" y="159226"/>
                </a:lnTo>
                <a:lnTo>
                  <a:pt x="67014" y="147853"/>
                </a:lnTo>
                <a:lnTo>
                  <a:pt x="63468" y="136480"/>
                </a:lnTo>
                <a:lnTo>
                  <a:pt x="59099" y="125106"/>
                </a:lnTo>
                <a:lnTo>
                  <a:pt x="53901" y="113733"/>
                </a:lnTo>
                <a:lnTo>
                  <a:pt x="47927" y="102360"/>
                </a:lnTo>
                <a:lnTo>
                  <a:pt x="41302" y="90986"/>
                </a:lnTo>
                <a:lnTo>
                  <a:pt x="34231" y="79613"/>
                </a:lnTo>
                <a:lnTo>
                  <a:pt x="26995" y="68240"/>
                </a:lnTo>
                <a:lnTo>
                  <a:pt x="19934" y="56866"/>
                </a:lnTo>
                <a:lnTo>
                  <a:pt x="13429" y="45493"/>
                </a:lnTo>
                <a:lnTo>
                  <a:pt x="7867" y="34120"/>
                </a:lnTo>
                <a:lnTo>
                  <a:pt x="3600" y="22747"/>
                </a:lnTo>
                <a:lnTo>
                  <a:pt x="916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45" y="11373"/>
                </a:lnTo>
                <a:lnTo>
                  <a:pt x="158961" y="22747"/>
                </a:lnTo>
                <a:lnTo>
                  <a:pt x="154695" y="34120"/>
                </a:lnTo>
                <a:lnTo>
                  <a:pt x="149132" y="45493"/>
                </a:lnTo>
                <a:lnTo>
                  <a:pt x="142628" y="56866"/>
                </a:lnTo>
                <a:lnTo>
                  <a:pt x="135567" y="68240"/>
                </a:lnTo>
                <a:lnTo>
                  <a:pt x="128330" y="79613"/>
                </a:lnTo>
                <a:lnTo>
                  <a:pt x="121260" y="90986"/>
                </a:lnTo>
                <a:lnTo>
                  <a:pt x="114635" y="102360"/>
                </a:lnTo>
                <a:lnTo>
                  <a:pt x="108660" y="113733"/>
                </a:lnTo>
                <a:lnTo>
                  <a:pt x="103462" y="125106"/>
                </a:lnTo>
                <a:lnTo>
                  <a:pt x="99094" y="136480"/>
                </a:lnTo>
                <a:lnTo>
                  <a:pt x="95547" y="147853"/>
                </a:lnTo>
                <a:lnTo>
                  <a:pt x="92768" y="159226"/>
                </a:lnTo>
                <a:lnTo>
                  <a:pt x="90671" y="170599"/>
                </a:lnTo>
                <a:lnTo>
                  <a:pt x="89157" y="181973"/>
                </a:lnTo>
                <a:lnTo>
                  <a:pt x="88120" y="193346"/>
                </a:lnTo>
                <a:lnTo>
                  <a:pt x="87459" y="204719"/>
                </a:lnTo>
                <a:lnTo>
                  <a:pt x="87082" y="216093"/>
                </a:lnTo>
                <a:lnTo>
                  <a:pt x="86911" y="227466"/>
                </a:lnTo>
                <a:lnTo>
                  <a:pt x="86877" y="238839"/>
                </a:lnTo>
                <a:lnTo>
                  <a:pt x="86928" y="250212"/>
                </a:lnTo>
                <a:lnTo>
                  <a:pt x="87022" y="261586"/>
                </a:lnTo>
                <a:lnTo>
                  <a:pt x="87128" y="272959"/>
                </a:lnTo>
                <a:lnTo>
                  <a:pt x="87226" y="284332"/>
                </a:lnTo>
                <a:lnTo>
                  <a:pt x="87303" y="295706"/>
                </a:lnTo>
                <a:lnTo>
                  <a:pt x="87355" y="307079"/>
                </a:lnTo>
                <a:lnTo>
                  <a:pt x="87383" y="318452"/>
                </a:lnTo>
                <a:lnTo>
                  <a:pt x="87395" y="329825"/>
                </a:lnTo>
                <a:lnTo>
                  <a:pt x="87399" y="341199"/>
                </a:lnTo>
                <a:lnTo>
                  <a:pt x="87405" y="352572"/>
                </a:lnTo>
                <a:lnTo>
                  <a:pt x="87426" y="363945"/>
                </a:lnTo>
                <a:lnTo>
                  <a:pt x="87469" y="375319"/>
                </a:lnTo>
                <a:lnTo>
                  <a:pt x="87542" y="386692"/>
                </a:lnTo>
                <a:lnTo>
                  <a:pt x="87650" y="398065"/>
                </a:lnTo>
                <a:lnTo>
                  <a:pt x="87795" y="409439"/>
                </a:lnTo>
                <a:lnTo>
                  <a:pt x="87978" y="420812"/>
                </a:lnTo>
                <a:lnTo>
                  <a:pt x="88198" y="432185"/>
                </a:lnTo>
                <a:lnTo>
                  <a:pt x="88454" y="443558"/>
                </a:lnTo>
                <a:lnTo>
                  <a:pt x="88743" y="454932"/>
                </a:lnTo>
                <a:lnTo>
                  <a:pt x="89065" y="466305"/>
                </a:lnTo>
                <a:lnTo>
                  <a:pt x="89417" y="477678"/>
                </a:lnTo>
                <a:lnTo>
                  <a:pt x="89795" y="489052"/>
                </a:lnTo>
                <a:lnTo>
                  <a:pt x="90193" y="500425"/>
                </a:lnTo>
                <a:lnTo>
                  <a:pt x="90604" y="511798"/>
                </a:lnTo>
                <a:lnTo>
                  <a:pt x="91014" y="523171"/>
                </a:lnTo>
                <a:lnTo>
                  <a:pt x="91408" y="534545"/>
                </a:lnTo>
                <a:lnTo>
                  <a:pt x="91767" y="545918"/>
                </a:lnTo>
                <a:lnTo>
                  <a:pt x="92073" y="557291"/>
                </a:lnTo>
                <a:lnTo>
                  <a:pt x="92306" y="568665"/>
                </a:lnTo>
                <a:lnTo>
                  <a:pt x="92454" y="580038"/>
                </a:lnTo>
                <a:lnTo>
                  <a:pt x="92507" y="591411"/>
                </a:lnTo>
                <a:lnTo>
                  <a:pt x="92465" y="602785"/>
                </a:lnTo>
                <a:lnTo>
                  <a:pt x="92335" y="614158"/>
                </a:lnTo>
                <a:lnTo>
                  <a:pt x="92131" y="625531"/>
                </a:lnTo>
                <a:lnTo>
                  <a:pt x="91875" y="636904"/>
                </a:lnTo>
                <a:lnTo>
                  <a:pt x="91590" y="648278"/>
                </a:lnTo>
                <a:lnTo>
                  <a:pt x="91302" y="659651"/>
                </a:lnTo>
                <a:lnTo>
                  <a:pt x="91034" y="671024"/>
                </a:lnTo>
                <a:lnTo>
                  <a:pt x="90803" y="682398"/>
                </a:lnTo>
                <a:lnTo>
                  <a:pt x="90624" y="693771"/>
                </a:lnTo>
                <a:lnTo>
                  <a:pt x="90508" y="705144"/>
                </a:lnTo>
                <a:lnTo>
                  <a:pt x="90460" y="716517"/>
                </a:lnTo>
                <a:lnTo>
                  <a:pt x="90488" y="727891"/>
                </a:lnTo>
                <a:lnTo>
                  <a:pt x="90600" y="739264"/>
                </a:lnTo>
                <a:lnTo>
                  <a:pt x="90807" y="750637"/>
                </a:lnTo>
                <a:lnTo>
                  <a:pt x="91128" y="762011"/>
                </a:lnTo>
                <a:lnTo>
                  <a:pt x="91579" y="773384"/>
                </a:lnTo>
                <a:lnTo>
                  <a:pt x="92180" y="784757"/>
                </a:lnTo>
                <a:lnTo>
                  <a:pt x="92945" y="796131"/>
                </a:lnTo>
                <a:lnTo>
                  <a:pt x="93880" y="807504"/>
                </a:lnTo>
                <a:lnTo>
                  <a:pt x="94974" y="818877"/>
                </a:lnTo>
                <a:lnTo>
                  <a:pt x="96202" y="830250"/>
                </a:lnTo>
                <a:lnTo>
                  <a:pt x="97516" y="841624"/>
                </a:lnTo>
                <a:lnTo>
                  <a:pt x="98853" y="852997"/>
                </a:lnTo>
                <a:lnTo>
                  <a:pt x="100134" y="864370"/>
                </a:lnTo>
                <a:lnTo>
                  <a:pt x="101274" y="875744"/>
                </a:lnTo>
                <a:lnTo>
                  <a:pt x="102191" y="887117"/>
                </a:lnTo>
                <a:lnTo>
                  <a:pt x="102813" y="898490"/>
                </a:lnTo>
                <a:lnTo>
                  <a:pt x="103087" y="909863"/>
                </a:lnTo>
                <a:lnTo>
                  <a:pt x="102989" y="921237"/>
                </a:lnTo>
                <a:lnTo>
                  <a:pt x="102520" y="932610"/>
                </a:lnTo>
                <a:lnTo>
                  <a:pt x="101715" y="943983"/>
                </a:lnTo>
                <a:lnTo>
                  <a:pt x="100628" y="955357"/>
                </a:lnTo>
                <a:lnTo>
                  <a:pt x="99335" y="966730"/>
                </a:lnTo>
                <a:lnTo>
                  <a:pt x="97919" y="978103"/>
                </a:lnTo>
                <a:lnTo>
                  <a:pt x="96466" y="989476"/>
                </a:lnTo>
                <a:lnTo>
                  <a:pt x="95054" y="1000850"/>
                </a:lnTo>
                <a:lnTo>
                  <a:pt x="93748" y="1012223"/>
                </a:lnTo>
                <a:lnTo>
                  <a:pt x="92599" y="1023596"/>
                </a:lnTo>
                <a:lnTo>
                  <a:pt x="91638" y="1034970"/>
                </a:lnTo>
                <a:lnTo>
                  <a:pt x="90885" y="1046343"/>
                </a:lnTo>
                <a:lnTo>
                  <a:pt x="90343" y="1057716"/>
                </a:lnTo>
                <a:lnTo>
                  <a:pt x="90008" y="1069090"/>
                </a:lnTo>
                <a:lnTo>
                  <a:pt x="89868" y="1080463"/>
                </a:lnTo>
                <a:lnTo>
                  <a:pt x="89909" y="1091836"/>
                </a:lnTo>
                <a:lnTo>
                  <a:pt x="90109" y="1103209"/>
                </a:lnTo>
                <a:lnTo>
                  <a:pt x="90448" y="1114583"/>
                </a:lnTo>
                <a:lnTo>
                  <a:pt x="90899" y="1125956"/>
                </a:lnTo>
                <a:lnTo>
                  <a:pt x="91432" y="1137329"/>
                </a:lnTo>
                <a:lnTo>
                  <a:pt x="92014" y="1148703"/>
                </a:lnTo>
                <a:lnTo>
                  <a:pt x="92607" y="1160076"/>
                </a:lnTo>
                <a:lnTo>
                  <a:pt x="93173" y="1171449"/>
                </a:lnTo>
                <a:lnTo>
                  <a:pt x="93675" y="1182822"/>
                </a:lnTo>
                <a:lnTo>
                  <a:pt x="94081" y="1194196"/>
                </a:lnTo>
                <a:lnTo>
                  <a:pt x="94370" y="1205569"/>
                </a:lnTo>
                <a:lnTo>
                  <a:pt x="94529" y="1216942"/>
                </a:lnTo>
                <a:lnTo>
                  <a:pt x="94560" y="1228316"/>
                </a:lnTo>
                <a:lnTo>
                  <a:pt x="94476" y="1239689"/>
                </a:lnTo>
                <a:lnTo>
                  <a:pt x="94300" y="1251062"/>
                </a:lnTo>
                <a:lnTo>
                  <a:pt x="94062" y="1262436"/>
                </a:lnTo>
                <a:lnTo>
                  <a:pt x="93793" y="1273809"/>
                </a:lnTo>
                <a:lnTo>
                  <a:pt x="93520" y="1285182"/>
                </a:lnTo>
                <a:lnTo>
                  <a:pt x="93264" y="1296555"/>
                </a:lnTo>
                <a:lnTo>
                  <a:pt x="93036" y="1307929"/>
                </a:lnTo>
                <a:lnTo>
                  <a:pt x="92835" y="1319302"/>
                </a:lnTo>
                <a:lnTo>
                  <a:pt x="92651" y="1330675"/>
                </a:lnTo>
                <a:lnTo>
                  <a:pt x="92466" y="1342049"/>
                </a:lnTo>
                <a:lnTo>
                  <a:pt x="92258" y="1353422"/>
                </a:lnTo>
                <a:lnTo>
                  <a:pt x="92007" y="1364795"/>
                </a:lnTo>
                <a:lnTo>
                  <a:pt x="91696" y="1376168"/>
                </a:lnTo>
                <a:lnTo>
                  <a:pt x="91315" y="1387542"/>
                </a:lnTo>
                <a:lnTo>
                  <a:pt x="90863" y="1398915"/>
                </a:lnTo>
                <a:lnTo>
                  <a:pt x="90348" y="1410288"/>
                </a:lnTo>
                <a:lnTo>
                  <a:pt x="89786" y="1421662"/>
                </a:lnTo>
                <a:lnTo>
                  <a:pt x="89197" y="1433035"/>
                </a:lnTo>
                <a:lnTo>
                  <a:pt x="88605" y="1444408"/>
                </a:lnTo>
                <a:lnTo>
                  <a:pt x="88032" y="1455782"/>
                </a:lnTo>
                <a:lnTo>
                  <a:pt x="87499" y="1467155"/>
                </a:lnTo>
                <a:lnTo>
                  <a:pt x="87021" y="1478528"/>
                </a:lnTo>
                <a:lnTo>
                  <a:pt x="86609" y="1489901"/>
                </a:lnTo>
                <a:lnTo>
                  <a:pt x="86266" y="1501275"/>
                </a:lnTo>
                <a:lnTo>
                  <a:pt x="85992" y="1512648"/>
                </a:lnTo>
                <a:lnTo>
                  <a:pt x="85782" y="1524021"/>
                </a:lnTo>
                <a:lnTo>
                  <a:pt x="85630" y="1535395"/>
                </a:lnTo>
                <a:lnTo>
                  <a:pt x="85528" y="1546768"/>
                </a:lnTo>
                <a:lnTo>
                  <a:pt x="85474" y="1558141"/>
                </a:lnTo>
                <a:lnTo>
                  <a:pt x="85467" y="1569514"/>
                </a:lnTo>
                <a:lnTo>
                  <a:pt x="85517" y="1580888"/>
                </a:lnTo>
                <a:lnTo>
                  <a:pt x="85642" y="1592261"/>
                </a:lnTo>
                <a:lnTo>
                  <a:pt x="85875" y="1603634"/>
                </a:lnTo>
                <a:lnTo>
                  <a:pt x="86263" y="1615008"/>
                </a:lnTo>
                <a:lnTo>
                  <a:pt x="86870" y="1626381"/>
                </a:lnTo>
                <a:lnTo>
                  <a:pt x="87777" y="1637754"/>
                </a:lnTo>
                <a:lnTo>
                  <a:pt x="89077" y="1649127"/>
                </a:lnTo>
                <a:lnTo>
                  <a:pt x="90871" y="1660501"/>
                </a:lnTo>
                <a:lnTo>
                  <a:pt x="93259" y="1671874"/>
                </a:lnTo>
                <a:lnTo>
                  <a:pt x="96329" y="1683247"/>
                </a:lnTo>
                <a:lnTo>
                  <a:pt x="100142" y="1694621"/>
                </a:lnTo>
                <a:lnTo>
                  <a:pt x="104712" y="1705994"/>
                </a:lnTo>
                <a:lnTo>
                  <a:pt x="110000" y="1717367"/>
                </a:lnTo>
                <a:lnTo>
                  <a:pt x="115896" y="1728741"/>
                </a:lnTo>
                <a:lnTo>
                  <a:pt x="122216" y="1740114"/>
                </a:lnTo>
                <a:lnTo>
                  <a:pt x="128706" y="1751487"/>
                </a:lnTo>
                <a:lnTo>
                  <a:pt x="135054" y="1762860"/>
                </a:lnTo>
                <a:lnTo>
                  <a:pt x="140914" y="1774234"/>
                </a:lnTo>
                <a:lnTo>
                  <a:pt x="145931" y="1785607"/>
                </a:lnTo>
                <a:lnTo>
                  <a:pt x="149783" y="1796980"/>
                </a:lnTo>
                <a:lnTo>
                  <a:pt x="152208" y="1808354"/>
                </a:lnTo>
                <a:lnTo>
                  <a:pt x="153036" y="1819727"/>
                </a:lnTo>
                <a:lnTo>
                  <a:pt x="153036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743" name="data_4494">
            <a:extLst>
              <a:ext uri="{FF2B5EF4-FFF2-40B4-BE49-F238E27FC236}">
                <a16:creationId xmlns:a16="http://schemas.microsoft.com/office/drawing/2014/main" id="{60CFD03A-E028-4E3E-B506-5D6BEBC92CC4}"/>
              </a:ext>
            </a:extLst>
          </p:cNvPr>
          <p:cNvSpPr>
            <a:spLocks/>
          </p:cNvSpPr>
          <p:nvPr/>
        </p:nvSpPr>
        <p:spPr>
          <a:xfrm>
            <a:off x="8026394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16163" y="1819727"/>
                </a:moveTo>
                <a:lnTo>
                  <a:pt x="46398" y="1819727"/>
                </a:lnTo>
                <a:lnTo>
                  <a:pt x="46796" y="1808354"/>
                </a:lnTo>
                <a:lnTo>
                  <a:pt x="47962" y="1796980"/>
                </a:lnTo>
                <a:lnTo>
                  <a:pt x="49813" y="1785607"/>
                </a:lnTo>
                <a:lnTo>
                  <a:pt x="52225" y="1774234"/>
                </a:lnTo>
                <a:lnTo>
                  <a:pt x="55041" y="1762860"/>
                </a:lnTo>
                <a:lnTo>
                  <a:pt x="58090" y="1751487"/>
                </a:lnTo>
                <a:lnTo>
                  <a:pt x="61204" y="1740114"/>
                </a:lnTo>
                <a:lnTo>
                  <a:pt x="64229" y="1728741"/>
                </a:lnTo>
                <a:lnTo>
                  <a:pt x="67042" y="1717367"/>
                </a:lnTo>
                <a:lnTo>
                  <a:pt x="69549" y="1705994"/>
                </a:lnTo>
                <a:lnTo>
                  <a:pt x="71696" y="1694621"/>
                </a:lnTo>
                <a:lnTo>
                  <a:pt x="73461" y="1683247"/>
                </a:lnTo>
                <a:lnTo>
                  <a:pt x="74850" y="1671874"/>
                </a:lnTo>
                <a:lnTo>
                  <a:pt x="75894" y="1660501"/>
                </a:lnTo>
                <a:lnTo>
                  <a:pt x="76638" y="1649127"/>
                </a:lnTo>
                <a:lnTo>
                  <a:pt x="77135" y="1637754"/>
                </a:lnTo>
                <a:lnTo>
                  <a:pt x="77442" y="1626381"/>
                </a:lnTo>
                <a:lnTo>
                  <a:pt x="77612" y="1615008"/>
                </a:lnTo>
                <a:lnTo>
                  <a:pt x="77693" y="1603634"/>
                </a:lnTo>
                <a:lnTo>
                  <a:pt x="77725" y="1592261"/>
                </a:lnTo>
                <a:lnTo>
                  <a:pt x="77740" y="1580888"/>
                </a:lnTo>
                <a:lnTo>
                  <a:pt x="77761" y="1569514"/>
                </a:lnTo>
                <a:lnTo>
                  <a:pt x="77800" y="1558141"/>
                </a:lnTo>
                <a:lnTo>
                  <a:pt x="77865" y="1546768"/>
                </a:lnTo>
                <a:lnTo>
                  <a:pt x="77955" y="1535395"/>
                </a:lnTo>
                <a:lnTo>
                  <a:pt x="78063" y="1524021"/>
                </a:lnTo>
                <a:lnTo>
                  <a:pt x="78182" y="1512648"/>
                </a:lnTo>
                <a:lnTo>
                  <a:pt x="78300" y="1501275"/>
                </a:lnTo>
                <a:lnTo>
                  <a:pt x="78404" y="1489901"/>
                </a:lnTo>
                <a:lnTo>
                  <a:pt x="78485" y="1478528"/>
                </a:lnTo>
                <a:lnTo>
                  <a:pt x="78532" y="1467155"/>
                </a:lnTo>
                <a:lnTo>
                  <a:pt x="78539" y="1455782"/>
                </a:lnTo>
                <a:lnTo>
                  <a:pt x="78502" y="1444408"/>
                </a:lnTo>
                <a:lnTo>
                  <a:pt x="78421" y="1433035"/>
                </a:lnTo>
                <a:lnTo>
                  <a:pt x="78298" y="1421662"/>
                </a:lnTo>
                <a:lnTo>
                  <a:pt x="78140" y="1410288"/>
                </a:lnTo>
                <a:lnTo>
                  <a:pt x="77954" y="1398915"/>
                </a:lnTo>
                <a:lnTo>
                  <a:pt x="77750" y="1387542"/>
                </a:lnTo>
                <a:lnTo>
                  <a:pt x="77540" y="1376168"/>
                </a:lnTo>
                <a:lnTo>
                  <a:pt x="77333" y="1364795"/>
                </a:lnTo>
                <a:lnTo>
                  <a:pt x="77140" y="1353422"/>
                </a:lnTo>
                <a:lnTo>
                  <a:pt x="76971" y="1342049"/>
                </a:lnTo>
                <a:lnTo>
                  <a:pt x="76831" y="1330675"/>
                </a:lnTo>
                <a:lnTo>
                  <a:pt x="76726" y="1319302"/>
                </a:lnTo>
                <a:lnTo>
                  <a:pt x="76659" y="1307929"/>
                </a:lnTo>
                <a:lnTo>
                  <a:pt x="76631" y="1296555"/>
                </a:lnTo>
                <a:lnTo>
                  <a:pt x="76642" y="1285182"/>
                </a:lnTo>
                <a:lnTo>
                  <a:pt x="76688" y="1273809"/>
                </a:lnTo>
                <a:lnTo>
                  <a:pt x="76769" y="1262436"/>
                </a:lnTo>
                <a:lnTo>
                  <a:pt x="76881" y="1251062"/>
                </a:lnTo>
                <a:lnTo>
                  <a:pt x="77021" y="1239689"/>
                </a:lnTo>
                <a:lnTo>
                  <a:pt x="77186" y="1228316"/>
                </a:lnTo>
                <a:lnTo>
                  <a:pt x="77371" y="1216942"/>
                </a:lnTo>
                <a:lnTo>
                  <a:pt x="77573" y="1205569"/>
                </a:lnTo>
                <a:lnTo>
                  <a:pt x="77786" y="1194196"/>
                </a:lnTo>
                <a:lnTo>
                  <a:pt x="78006" y="1182822"/>
                </a:lnTo>
                <a:lnTo>
                  <a:pt x="78224" y="1171449"/>
                </a:lnTo>
                <a:lnTo>
                  <a:pt x="78434" y="1160076"/>
                </a:lnTo>
                <a:lnTo>
                  <a:pt x="78626" y="1148703"/>
                </a:lnTo>
                <a:lnTo>
                  <a:pt x="78791" y="1137329"/>
                </a:lnTo>
                <a:lnTo>
                  <a:pt x="78919" y="1125956"/>
                </a:lnTo>
                <a:lnTo>
                  <a:pt x="78999" y="1114583"/>
                </a:lnTo>
                <a:lnTo>
                  <a:pt x="79023" y="1103209"/>
                </a:lnTo>
                <a:lnTo>
                  <a:pt x="78978" y="1091836"/>
                </a:lnTo>
                <a:lnTo>
                  <a:pt x="78856" y="1080463"/>
                </a:lnTo>
                <a:lnTo>
                  <a:pt x="78648" y="1069090"/>
                </a:lnTo>
                <a:lnTo>
                  <a:pt x="78347" y="1057716"/>
                </a:lnTo>
                <a:lnTo>
                  <a:pt x="77947" y="1046343"/>
                </a:lnTo>
                <a:lnTo>
                  <a:pt x="77449" y="1034970"/>
                </a:lnTo>
                <a:lnTo>
                  <a:pt x="76856" y="1023596"/>
                </a:lnTo>
                <a:lnTo>
                  <a:pt x="76179" y="1012223"/>
                </a:lnTo>
                <a:lnTo>
                  <a:pt x="75435" y="1000850"/>
                </a:lnTo>
                <a:lnTo>
                  <a:pt x="74648" y="989476"/>
                </a:lnTo>
                <a:lnTo>
                  <a:pt x="73849" y="978103"/>
                </a:lnTo>
                <a:lnTo>
                  <a:pt x="73073" y="966730"/>
                </a:lnTo>
                <a:lnTo>
                  <a:pt x="72360" y="955357"/>
                </a:lnTo>
                <a:lnTo>
                  <a:pt x="71745" y="943983"/>
                </a:lnTo>
                <a:lnTo>
                  <a:pt x="71265" y="932610"/>
                </a:lnTo>
                <a:lnTo>
                  <a:pt x="70944" y="921237"/>
                </a:lnTo>
                <a:lnTo>
                  <a:pt x="70800" y="909863"/>
                </a:lnTo>
                <a:lnTo>
                  <a:pt x="70837" y="898490"/>
                </a:lnTo>
                <a:lnTo>
                  <a:pt x="71047" y="887117"/>
                </a:lnTo>
                <a:lnTo>
                  <a:pt x="71409" y="875744"/>
                </a:lnTo>
                <a:lnTo>
                  <a:pt x="71895" y="864370"/>
                </a:lnTo>
                <a:lnTo>
                  <a:pt x="72468" y="852997"/>
                </a:lnTo>
                <a:lnTo>
                  <a:pt x="73090" y="841624"/>
                </a:lnTo>
                <a:lnTo>
                  <a:pt x="73721" y="830250"/>
                </a:lnTo>
                <a:lnTo>
                  <a:pt x="74325" y="818877"/>
                </a:lnTo>
                <a:lnTo>
                  <a:pt x="74871" y="807504"/>
                </a:lnTo>
                <a:lnTo>
                  <a:pt x="75333" y="796131"/>
                </a:lnTo>
                <a:lnTo>
                  <a:pt x="75692" y="784757"/>
                </a:lnTo>
                <a:lnTo>
                  <a:pt x="75933" y="773384"/>
                </a:lnTo>
                <a:lnTo>
                  <a:pt x="76047" y="762011"/>
                </a:lnTo>
                <a:lnTo>
                  <a:pt x="76029" y="750637"/>
                </a:lnTo>
                <a:lnTo>
                  <a:pt x="75875" y="739264"/>
                </a:lnTo>
                <a:lnTo>
                  <a:pt x="75588" y="727891"/>
                </a:lnTo>
                <a:lnTo>
                  <a:pt x="75173" y="716517"/>
                </a:lnTo>
                <a:lnTo>
                  <a:pt x="74643" y="705144"/>
                </a:lnTo>
                <a:lnTo>
                  <a:pt x="74014" y="693771"/>
                </a:lnTo>
                <a:lnTo>
                  <a:pt x="73311" y="682398"/>
                </a:lnTo>
                <a:lnTo>
                  <a:pt x="72565" y="671024"/>
                </a:lnTo>
                <a:lnTo>
                  <a:pt x="71813" y="659651"/>
                </a:lnTo>
                <a:lnTo>
                  <a:pt x="71096" y="648278"/>
                </a:lnTo>
                <a:lnTo>
                  <a:pt x="70453" y="636904"/>
                </a:lnTo>
                <a:lnTo>
                  <a:pt x="69924" y="625531"/>
                </a:lnTo>
                <a:lnTo>
                  <a:pt x="69538" y="614158"/>
                </a:lnTo>
                <a:lnTo>
                  <a:pt x="69317" y="602785"/>
                </a:lnTo>
                <a:lnTo>
                  <a:pt x="69273" y="591411"/>
                </a:lnTo>
                <a:lnTo>
                  <a:pt x="69401" y="580038"/>
                </a:lnTo>
                <a:lnTo>
                  <a:pt x="69688" y="568665"/>
                </a:lnTo>
                <a:lnTo>
                  <a:pt x="70111" y="557291"/>
                </a:lnTo>
                <a:lnTo>
                  <a:pt x="70637" y="545918"/>
                </a:lnTo>
                <a:lnTo>
                  <a:pt x="71232" y="534545"/>
                </a:lnTo>
                <a:lnTo>
                  <a:pt x="71860" y="523171"/>
                </a:lnTo>
                <a:lnTo>
                  <a:pt x="72490" y="511798"/>
                </a:lnTo>
                <a:lnTo>
                  <a:pt x="73092" y="500425"/>
                </a:lnTo>
                <a:lnTo>
                  <a:pt x="73647" y="489052"/>
                </a:lnTo>
                <a:lnTo>
                  <a:pt x="74137" y="477678"/>
                </a:lnTo>
                <a:lnTo>
                  <a:pt x="74556" y="466305"/>
                </a:lnTo>
                <a:lnTo>
                  <a:pt x="74899" y="454932"/>
                </a:lnTo>
                <a:lnTo>
                  <a:pt x="75169" y="443558"/>
                </a:lnTo>
                <a:lnTo>
                  <a:pt x="75369" y="432185"/>
                </a:lnTo>
                <a:lnTo>
                  <a:pt x="75507" y="420812"/>
                </a:lnTo>
                <a:lnTo>
                  <a:pt x="75592" y="409439"/>
                </a:lnTo>
                <a:lnTo>
                  <a:pt x="75635" y="398065"/>
                </a:lnTo>
                <a:lnTo>
                  <a:pt x="75645" y="386692"/>
                </a:lnTo>
                <a:lnTo>
                  <a:pt x="75635" y="375319"/>
                </a:lnTo>
                <a:lnTo>
                  <a:pt x="75614" y="363945"/>
                </a:lnTo>
                <a:lnTo>
                  <a:pt x="75592" y="352572"/>
                </a:lnTo>
                <a:lnTo>
                  <a:pt x="75581" y="341199"/>
                </a:lnTo>
                <a:lnTo>
                  <a:pt x="75588" y="329825"/>
                </a:lnTo>
                <a:lnTo>
                  <a:pt x="75620" y="318452"/>
                </a:lnTo>
                <a:lnTo>
                  <a:pt x="75683" y="307079"/>
                </a:lnTo>
                <a:lnTo>
                  <a:pt x="75779" y="295706"/>
                </a:lnTo>
                <a:lnTo>
                  <a:pt x="75905" y="284332"/>
                </a:lnTo>
                <a:lnTo>
                  <a:pt x="76056" y="272959"/>
                </a:lnTo>
                <a:lnTo>
                  <a:pt x="76220" y="261586"/>
                </a:lnTo>
                <a:lnTo>
                  <a:pt x="76376" y="250212"/>
                </a:lnTo>
                <a:lnTo>
                  <a:pt x="76496" y="238839"/>
                </a:lnTo>
                <a:lnTo>
                  <a:pt x="76538" y="227466"/>
                </a:lnTo>
                <a:lnTo>
                  <a:pt x="76450" y="216093"/>
                </a:lnTo>
                <a:lnTo>
                  <a:pt x="76163" y="204719"/>
                </a:lnTo>
                <a:lnTo>
                  <a:pt x="75593" y="193346"/>
                </a:lnTo>
                <a:lnTo>
                  <a:pt x="74642" y="181973"/>
                </a:lnTo>
                <a:lnTo>
                  <a:pt x="73201" y="170599"/>
                </a:lnTo>
                <a:lnTo>
                  <a:pt x="71158" y="159226"/>
                </a:lnTo>
                <a:lnTo>
                  <a:pt x="68403" y="147853"/>
                </a:lnTo>
                <a:lnTo>
                  <a:pt x="64846" y="136480"/>
                </a:lnTo>
                <a:lnTo>
                  <a:pt x="60430" y="125106"/>
                </a:lnTo>
                <a:lnTo>
                  <a:pt x="55145" y="113733"/>
                </a:lnTo>
                <a:lnTo>
                  <a:pt x="49050" y="102360"/>
                </a:lnTo>
                <a:lnTo>
                  <a:pt x="42276" y="90986"/>
                </a:lnTo>
                <a:lnTo>
                  <a:pt x="35038" y="79613"/>
                </a:lnTo>
                <a:lnTo>
                  <a:pt x="27627" y="68240"/>
                </a:lnTo>
                <a:lnTo>
                  <a:pt x="20397" y="56866"/>
                </a:lnTo>
                <a:lnTo>
                  <a:pt x="13738" y="45493"/>
                </a:lnTo>
                <a:lnTo>
                  <a:pt x="8046" y="34120"/>
                </a:lnTo>
                <a:lnTo>
                  <a:pt x="3682" y="22747"/>
                </a:lnTo>
                <a:lnTo>
                  <a:pt x="937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25" y="11373"/>
                </a:lnTo>
                <a:lnTo>
                  <a:pt x="158880" y="22747"/>
                </a:lnTo>
                <a:lnTo>
                  <a:pt x="154516" y="34120"/>
                </a:lnTo>
                <a:lnTo>
                  <a:pt x="148823" y="45493"/>
                </a:lnTo>
                <a:lnTo>
                  <a:pt x="142165" y="56866"/>
                </a:lnTo>
                <a:lnTo>
                  <a:pt x="134934" y="68240"/>
                </a:lnTo>
                <a:lnTo>
                  <a:pt x="127524" y="79613"/>
                </a:lnTo>
                <a:lnTo>
                  <a:pt x="120286" y="90986"/>
                </a:lnTo>
                <a:lnTo>
                  <a:pt x="113512" y="102360"/>
                </a:lnTo>
                <a:lnTo>
                  <a:pt x="107416" y="113733"/>
                </a:lnTo>
                <a:lnTo>
                  <a:pt x="102132" y="125106"/>
                </a:lnTo>
                <a:lnTo>
                  <a:pt x="97715" y="136480"/>
                </a:lnTo>
                <a:lnTo>
                  <a:pt x="94158" y="147853"/>
                </a:lnTo>
                <a:lnTo>
                  <a:pt x="91404" y="159226"/>
                </a:lnTo>
                <a:lnTo>
                  <a:pt x="89360" y="170599"/>
                </a:lnTo>
                <a:lnTo>
                  <a:pt x="87920" y="181973"/>
                </a:lnTo>
                <a:lnTo>
                  <a:pt x="86969" y="193346"/>
                </a:lnTo>
                <a:lnTo>
                  <a:pt x="86399" y="204719"/>
                </a:lnTo>
                <a:lnTo>
                  <a:pt x="86111" y="216093"/>
                </a:lnTo>
                <a:lnTo>
                  <a:pt x="86023" y="227466"/>
                </a:lnTo>
                <a:lnTo>
                  <a:pt x="86066" y="238839"/>
                </a:lnTo>
                <a:lnTo>
                  <a:pt x="86186" y="250212"/>
                </a:lnTo>
                <a:lnTo>
                  <a:pt x="86342" y="261586"/>
                </a:lnTo>
                <a:lnTo>
                  <a:pt x="86506" y="272959"/>
                </a:lnTo>
                <a:lnTo>
                  <a:pt x="86657" y="284332"/>
                </a:lnTo>
                <a:lnTo>
                  <a:pt x="86783" y="295706"/>
                </a:lnTo>
                <a:lnTo>
                  <a:pt x="86878" y="307079"/>
                </a:lnTo>
                <a:lnTo>
                  <a:pt x="86941" y="318452"/>
                </a:lnTo>
                <a:lnTo>
                  <a:pt x="86974" y="329825"/>
                </a:lnTo>
                <a:lnTo>
                  <a:pt x="86980" y="341199"/>
                </a:lnTo>
                <a:lnTo>
                  <a:pt x="86969" y="352572"/>
                </a:lnTo>
                <a:lnTo>
                  <a:pt x="86948" y="363945"/>
                </a:lnTo>
                <a:lnTo>
                  <a:pt x="86927" y="375319"/>
                </a:lnTo>
                <a:lnTo>
                  <a:pt x="86916" y="386692"/>
                </a:lnTo>
                <a:lnTo>
                  <a:pt x="86927" y="398065"/>
                </a:lnTo>
                <a:lnTo>
                  <a:pt x="86969" y="409439"/>
                </a:lnTo>
                <a:lnTo>
                  <a:pt x="87055" y="420812"/>
                </a:lnTo>
                <a:lnTo>
                  <a:pt x="87193" y="432185"/>
                </a:lnTo>
                <a:lnTo>
                  <a:pt x="87393" y="443558"/>
                </a:lnTo>
                <a:lnTo>
                  <a:pt x="87662" y="454932"/>
                </a:lnTo>
                <a:lnTo>
                  <a:pt x="88005" y="466305"/>
                </a:lnTo>
                <a:lnTo>
                  <a:pt x="88424" y="477678"/>
                </a:lnTo>
                <a:lnTo>
                  <a:pt x="88915" y="489052"/>
                </a:lnTo>
                <a:lnTo>
                  <a:pt x="89469" y="500425"/>
                </a:lnTo>
                <a:lnTo>
                  <a:pt x="90072" y="511798"/>
                </a:lnTo>
                <a:lnTo>
                  <a:pt x="90701" y="523171"/>
                </a:lnTo>
                <a:lnTo>
                  <a:pt x="91330" y="534545"/>
                </a:lnTo>
                <a:lnTo>
                  <a:pt x="91925" y="545918"/>
                </a:lnTo>
                <a:lnTo>
                  <a:pt x="92451" y="557291"/>
                </a:lnTo>
                <a:lnTo>
                  <a:pt x="92873" y="568665"/>
                </a:lnTo>
                <a:lnTo>
                  <a:pt x="93161" y="580038"/>
                </a:lnTo>
                <a:lnTo>
                  <a:pt x="93289" y="591411"/>
                </a:lnTo>
                <a:lnTo>
                  <a:pt x="93244" y="602785"/>
                </a:lnTo>
                <a:lnTo>
                  <a:pt x="93024" y="614158"/>
                </a:lnTo>
                <a:lnTo>
                  <a:pt x="92638" y="625531"/>
                </a:lnTo>
                <a:lnTo>
                  <a:pt x="92108" y="636904"/>
                </a:lnTo>
                <a:lnTo>
                  <a:pt x="91466" y="648278"/>
                </a:lnTo>
                <a:lnTo>
                  <a:pt x="90748" y="659651"/>
                </a:lnTo>
                <a:lnTo>
                  <a:pt x="89996" y="671024"/>
                </a:lnTo>
                <a:lnTo>
                  <a:pt x="89251" y="682398"/>
                </a:lnTo>
                <a:lnTo>
                  <a:pt x="88548" y="693771"/>
                </a:lnTo>
                <a:lnTo>
                  <a:pt x="87919" y="705144"/>
                </a:lnTo>
                <a:lnTo>
                  <a:pt x="87388" y="716517"/>
                </a:lnTo>
                <a:lnTo>
                  <a:pt x="86974" y="727891"/>
                </a:lnTo>
                <a:lnTo>
                  <a:pt x="86687" y="739264"/>
                </a:lnTo>
                <a:lnTo>
                  <a:pt x="86533" y="750637"/>
                </a:lnTo>
                <a:lnTo>
                  <a:pt x="86514" y="762011"/>
                </a:lnTo>
                <a:lnTo>
                  <a:pt x="86628" y="773384"/>
                </a:lnTo>
                <a:lnTo>
                  <a:pt x="86869" y="784757"/>
                </a:lnTo>
                <a:lnTo>
                  <a:pt x="87228" y="796131"/>
                </a:lnTo>
                <a:lnTo>
                  <a:pt x="87690" y="807504"/>
                </a:lnTo>
                <a:lnTo>
                  <a:pt x="88236" y="818877"/>
                </a:lnTo>
                <a:lnTo>
                  <a:pt x="88840" y="830250"/>
                </a:lnTo>
                <a:lnTo>
                  <a:pt x="89471" y="841624"/>
                </a:lnTo>
                <a:lnTo>
                  <a:pt x="90093" y="852997"/>
                </a:lnTo>
                <a:lnTo>
                  <a:pt x="90667" y="864370"/>
                </a:lnTo>
                <a:lnTo>
                  <a:pt x="91152" y="875744"/>
                </a:lnTo>
                <a:lnTo>
                  <a:pt x="91515" y="887117"/>
                </a:lnTo>
                <a:lnTo>
                  <a:pt x="91724" y="898490"/>
                </a:lnTo>
                <a:lnTo>
                  <a:pt x="91761" y="909863"/>
                </a:lnTo>
                <a:lnTo>
                  <a:pt x="91617" y="921237"/>
                </a:lnTo>
                <a:lnTo>
                  <a:pt x="91297" y="932610"/>
                </a:lnTo>
                <a:lnTo>
                  <a:pt x="90816" y="943983"/>
                </a:lnTo>
                <a:lnTo>
                  <a:pt x="90202" y="955357"/>
                </a:lnTo>
                <a:lnTo>
                  <a:pt x="89488" y="966730"/>
                </a:lnTo>
                <a:lnTo>
                  <a:pt x="88713" y="978103"/>
                </a:lnTo>
                <a:lnTo>
                  <a:pt x="87913" y="989476"/>
                </a:lnTo>
                <a:lnTo>
                  <a:pt x="87126" y="1000850"/>
                </a:lnTo>
                <a:lnTo>
                  <a:pt x="86382" y="1012223"/>
                </a:lnTo>
                <a:lnTo>
                  <a:pt x="85705" y="1023596"/>
                </a:lnTo>
                <a:lnTo>
                  <a:pt x="85112" y="1034970"/>
                </a:lnTo>
                <a:lnTo>
                  <a:pt x="84614" y="1046343"/>
                </a:lnTo>
                <a:lnTo>
                  <a:pt x="84215" y="1057716"/>
                </a:lnTo>
                <a:lnTo>
                  <a:pt x="83913" y="1069090"/>
                </a:lnTo>
                <a:lnTo>
                  <a:pt x="83705" y="1080463"/>
                </a:lnTo>
                <a:lnTo>
                  <a:pt x="83583" y="1091836"/>
                </a:lnTo>
                <a:lnTo>
                  <a:pt x="83539" y="1103209"/>
                </a:lnTo>
                <a:lnTo>
                  <a:pt x="83562" y="1114583"/>
                </a:lnTo>
                <a:lnTo>
                  <a:pt x="83643" y="1125956"/>
                </a:lnTo>
                <a:lnTo>
                  <a:pt x="83771" y="1137329"/>
                </a:lnTo>
                <a:lnTo>
                  <a:pt x="83936" y="1148703"/>
                </a:lnTo>
                <a:lnTo>
                  <a:pt x="84128" y="1160076"/>
                </a:lnTo>
                <a:lnTo>
                  <a:pt x="84337" y="1171449"/>
                </a:lnTo>
                <a:lnTo>
                  <a:pt x="84556" y="1182822"/>
                </a:lnTo>
                <a:lnTo>
                  <a:pt x="84775" y="1194196"/>
                </a:lnTo>
                <a:lnTo>
                  <a:pt x="84989" y="1205569"/>
                </a:lnTo>
                <a:lnTo>
                  <a:pt x="85190" y="1216942"/>
                </a:lnTo>
                <a:lnTo>
                  <a:pt x="85376" y="1228316"/>
                </a:lnTo>
                <a:lnTo>
                  <a:pt x="85540" y="1239689"/>
                </a:lnTo>
                <a:lnTo>
                  <a:pt x="85680" y="1251062"/>
                </a:lnTo>
                <a:lnTo>
                  <a:pt x="85792" y="1262436"/>
                </a:lnTo>
                <a:lnTo>
                  <a:pt x="85873" y="1273809"/>
                </a:lnTo>
                <a:lnTo>
                  <a:pt x="85920" y="1285182"/>
                </a:lnTo>
                <a:lnTo>
                  <a:pt x="85930" y="1296555"/>
                </a:lnTo>
                <a:lnTo>
                  <a:pt x="85902" y="1307929"/>
                </a:lnTo>
                <a:lnTo>
                  <a:pt x="85835" y="1319302"/>
                </a:lnTo>
                <a:lnTo>
                  <a:pt x="85731" y="1330675"/>
                </a:lnTo>
                <a:lnTo>
                  <a:pt x="85591" y="1342049"/>
                </a:lnTo>
                <a:lnTo>
                  <a:pt x="85421" y="1353422"/>
                </a:lnTo>
                <a:lnTo>
                  <a:pt x="85228" y="1364795"/>
                </a:lnTo>
                <a:lnTo>
                  <a:pt x="85022" y="1376168"/>
                </a:lnTo>
                <a:lnTo>
                  <a:pt x="84811" y="1387542"/>
                </a:lnTo>
                <a:lnTo>
                  <a:pt x="84608" y="1398915"/>
                </a:lnTo>
                <a:lnTo>
                  <a:pt x="84422" y="1410288"/>
                </a:lnTo>
                <a:lnTo>
                  <a:pt x="84263" y="1421662"/>
                </a:lnTo>
                <a:lnTo>
                  <a:pt x="84141" y="1433035"/>
                </a:lnTo>
                <a:lnTo>
                  <a:pt x="84060" y="1444408"/>
                </a:lnTo>
                <a:lnTo>
                  <a:pt x="84023" y="1455782"/>
                </a:lnTo>
                <a:lnTo>
                  <a:pt x="84030" y="1467155"/>
                </a:lnTo>
                <a:lnTo>
                  <a:pt x="84077" y="1478528"/>
                </a:lnTo>
                <a:lnTo>
                  <a:pt x="84157" y="1489901"/>
                </a:lnTo>
                <a:lnTo>
                  <a:pt x="84262" y="1501275"/>
                </a:lnTo>
                <a:lnTo>
                  <a:pt x="84379" y="1512648"/>
                </a:lnTo>
                <a:lnTo>
                  <a:pt x="84498" y="1524021"/>
                </a:lnTo>
                <a:lnTo>
                  <a:pt x="84607" y="1535395"/>
                </a:lnTo>
                <a:lnTo>
                  <a:pt x="84696" y="1546768"/>
                </a:lnTo>
                <a:lnTo>
                  <a:pt x="84761" y="1558141"/>
                </a:lnTo>
                <a:lnTo>
                  <a:pt x="84801" y="1569514"/>
                </a:lnTo>
                <a:lnTo>
                  <a:pt x="84821" y="1580888"/>
                </a:lnTo>
                <a:lnTo>
                  <a:pt x="84836" y="1592261"/>
                </a:lnTo>
                <a:lnTo>
                  <a:pt x="84869" y="1603634"/>
                </a:lnTo>
                <a:lnTo>
                  <a:pt x="84950" y="1615008"/>
                </a:lnTo>
                <a:lnTo>
                  <a:pt x="85119" y="1626381"/>
                </a:lnTo>
                <a:lnTo>
                  <a:pt x="85426" y="1637754"/>
                </a:lnTo>
                <a:lnTo>
                  <a:pt x="85923" y="1649127"/>
                </a:lnTo>
                <a:lnTo>
                  <a:pt x="86667" y="1660501"/>
                </a:lnTo>
                <a:lnTo>
                  <a:pt x="87711" y="1671874"/>
                </a:lnTo>
                <a:lnTo>
                  <a:pt x="89101" y="1683247"/>
                </a:lnTo>
                <a:lnTo>
                  <a:pt x="90865" y="1694621"/>
                </a:lnTo>
                <a:lnTo>
                  <a:pt x="93012" y="1705994"/>
                </a:lnTo>
                <a:lnTo>
                  <a:pt x="95520" y="1717367"/>
                </a:lnTo>
                <a:lnTo>
                  <a:pt x="98332" y="1728741"/>
                </a:lnTo>
                <a:lnTo>
                  <a:pt x="101358" y="1740114"/>
                </a:lnTo>
                <a:lnTo>
                  <a:pt x="104472" y="1751487"/>
                </a:lnTo>
                <a:lnTo>
                  <a:pt x="107521" y="1762860"/>
                </a:lnTo>
                <a:lnTo>
                  <a:pt x="110337" y="1774234"/>
                </a:lnTo>
                <a:lnTo>
                  <a:pt x="112748" y="1785607"/>
                </a:lnTo>
                <a:lnTo>
                  <a:pt x="114600" y="1796980"/>
                </a:lnTo>
                <a:lnTo>
                  <a:pt x="115765" y="1808354"/>
                </a:lnTo>
                <a:lnTo>
                  <a:pt x="116163" y="1819727"/>
                </a:lnTo>
                <a:lnTo>
                  <a:pt x="116163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744" name="data_4495">
            <a:extLst>
              <a:ext uri="{FF2B5EF4-FFF2-40B4-BE49-F238E27FC236}">
                <a16:creationId xmlns:a16="http://schemas.microsoft.com/office/drawing/2014/main" id="{E8ECFB21-F0A6-4A22-A28D-167EF949D843}"/>
              </a:ext>
            </a:extLst>
          </p:cNvPr>
          <p:cNvSpPr>
            <a:spLocks/>
          </p:cNvSpPr>
          <p:nvPr/>
        </p:nvSpPr>
        <p:spPr>
          <a:xfrm>
            <a:off x="8487717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62562" y="1819727"/>
                </a:moveTo>
                <a:lnTo>
                  <a:pt x="0" y="1819727"/>
                </a:lnTo>
                <a:lnTo>
                  <a:pt x="896" y="1808354"/>
                </a:lnTo>
                <a:lnTo>
                  <a:pt x="3523" y="1796980"/>
                </a:lnTo>
                <a:lnTo>
                  <a:pt x="7702" y="1785607"/>
                </a:lnTo>
                <a:lnTo>
                  <a:pt x="13160" y="1774234"/>
                </a:lnTo>
                <a:lnTo>
                  <a:pt x="19556" y="1762860"/>
                </a:lnTo>
                <a:lnTo>
                  <a:pt x="26516" y="1751487"/>
                </a:lnTo>
                <a:lnTo>
                  <a:pt x="33669" y="1740114"/>
                </a:lnTo>
                <a:lnTo>
                  <a:pt x="40682" y="1728741"/>
                </a:lnTo>
                <a:lnTo>
                  <a:pt x="47277" y="1717367"/>
                </a:lnTo>
                <a:lnTo>
                  <a:pt x="53247" y="1705994"/>
                </a:lnTo>
                <a:lnTo>
                  <a:pt x="58465" y="1694621"/>
                </a:lnTo>
                <a:lnTo>
                  <a:pt x="62872" y="1683247"/>
                </a:lnTo>
                <a:lnTo>
                  <a:pt x="66474" y="1671874"/>
                </a:lnTo>
                <a:lnTo>
                  <a:pt x="69322" y="1660501"/>
                </a:lnTo>
                <a:lnTo>
                  <a:pt x="71499" y="1649127"/>
                </a:lnTo>
                <a:lnTo>
                  <a:pt x="73105" y="1637754"/>
                </a:lnTo>
                <a:lnTo>
                  <a:pt x="74245" y="1626381"/>
                </a:lnTo>
                <a:lnTo>
                  <a:pt x="75020" y="1615008"/>
                </a:lnTo>
                <a:lnTo>
                  <a:pt x="75521" y="1603634"/>
                </a:lnTo>
                <a:lnTo>
                  <a:pt x="75825" y="1592261"/>
                </a:lnTo>
                <a:lnTo>
                  <a:pt x="75994" y="1580888"/>
                </a:lnTo>
                <a:lnTo>
                  <a:pt x="76079" y="1569514"/>
                </a:lnTo>
                <a:lnTo>
                  <a:pt x="76114" y="1558141"/>
                </a:lnTo>
                <a:lnTo>
                  <a:pt x="76126" y="1546768"/>
                </a:lnTo>
                <a:lnTo>
                  <a:pt x="76131" y="1535395"/>
                </a:lnTo>
                <a:lnTo>
                  <a:pt x="76137" y="1524021"/>
                </a:lnTo>
                <a:lnTo>
                  <a:pt x="76151" y="1512648"/>
                </a:lnTo>
                <a:lnTo>
                  <a:pt x="76171" y="1501275"/>
                </a:lnTo>
                <a:lnTo>
                  <a:pt x="76196" y="1489901"/>
                </a:lnTo>
                <a:lnTo>
                  <a:pt x="76224" y="1478528"/>
                </a:lnTo>
                <a:lnTo>
                  <a:pt x="76252" y="1467155"/>
                </a:lnTo>
                <a:lnTo>
                  <a:pt x="76278" y="1455782"/>
                </a:lnTo>
                <a:lnTo>
                  <a:pt x="76303" y="1444408"/>
                </a:lnTo>
                <a:lnTo>
                  <a:pt x="76328" y="1433035"/>
                </a:lnTo>
                <a:lnTo>
                  <a:pt x="76356" y="1421662"/>
                </a:lnTo>
                <a:lnTo>
                  <a:pt x="76391" y="1410288"/>
                </a:lnTo>
                <a:lnTo>
                  <a:pt x="76437" y="1398915"/>
                </a:lnTo>
                <a:lnTo>
                  <a:pt x="76496" y="1387542"/>
                </a:lnTo>
                <a:lnTo>
                  <a:pt x="76570" y="1376168"/>
                </a:lnTo>
                <a:lnTo>
                  <a:pt x="76655" y="1364795"/>
                </a:lnTo>
                <a:lnTo>
                  <a:pt x="76747" y="1353422"/>
                </a:lnTo>
                <a:lnTo>
                  <a:pt x="76839" y="1342049"/>
                </a:lnTo>
                <a:lnTo>
                  <a:pt x="76922" y="1330675"/>
                </a:lnTo>
                <a:lnTo>
                  <a:pt x="76984" y="1319302"/>
                </a:lnTo>
                <a:lnTo>
                  <a:pt x="77019" y="1307929"/>
                </a:lnTo>
                <a:lnTo>
                  <a:pt x="77018" y="1296555"/>
                </a:lnTo>
                <a:lnTo>
                  <a:pt x="76980" y="1285182"/>
                </a:lnTo>
                <a:lnTo>
                  <a:pt x="76908" y="1273809"/>
                </a:lnTo>
                <a:lnTo>
                  <a:pt x="76807" y="1262436"/>
                </a:lnTo>
                <a:lnTo>
                  <a:pt x="76689" y="1251062"/>
                </a:lnTo>
                <a:lnTo>
                  <a:pt x="76568" y="1239689"/>
                </a:lnTo>
                <a:lnTo>
                  <a:pt x="76459" y="1228316"/>
                </a:lnTo>
                <a:lnTo>
                  <a:pt x="76376" y="1216942"/>
                </a:lnTo>
                <a:lnTo>
                  <a:pt x="76330" y="1205569"/>
                </a:lnTo>
                <a:lnTo>
                  <a:pt x="76331" y="1194196"/>
                </a:lnTo>
                <a:lnTo>
                  <a:pt x="76379" y="1182822"/>
                </a:lnTo>
                <a:lnTo>
                  <a:pt x="76475" y="1171449"/>
                </a:lnTo>
                <a:lnTo>
                  <a:pt x="76612" y="1160076"/>
                </a:lnTo>
                <a:lnTo>
                  <a:pt x="76780" y="1148703"/>
                </a:lnTo>
                <a:lnTo>
                  <a:pt x="76968" y="1137329"/>
                </a:lnTo>
                <a:lnTo>
                  <a:pt x="77163" y="1125956"/>
                </a:lnTo>
                <a:lnTo>
                  <a:pt x="77355" y="1114583"/>
                </a:lnTo>
                <a:lnTo>
                  <a:pt x="77532" y="1103209"/>
                </a:lnTo>
                <a:lnTo>
                  <a:pt x="77685" y="1091836"/>
                </a:lnTo>
                <a:lnTo>
                  <a:pt x="77806" y="1080463"/>
                </a:lnTo>
                <a:lnTo>
                  <a:pt x="77891" y="1069090"/>
                </a:lnTo>
                <a:lnTo>
                  <a:pt x="77935" y="1057716"/>
                </a:lnTo>
                <a:lnTo>
                  <a:pt x="77934" y="1046343"/>
                </a:lnTo>
                <a:lnTo>
                  <a:pt x="77887" y="1034970"/>
                </a:lnTo>
                <a:lnTo>
                  <a:pt x="77795" y="1023596"/>
                </a:lnTo>
                <a:lnTo>
                  <a:pt x="77658" y="1012223"/>
                </a:lnTo>
                <a:lnTo>
                  <a:pt x="77483" y="1000850"/>
                </a:lnTo>
                <a:lnTo>
                  <a:pt x="77278" y="989476"/>
                </a:lnTo>
                <a:lnTo>
                  <a:pt x="77054" y="978103"/>
                </a:lnTo>
                <a:lnTo>
                  <a:pt x="76827" y="966730"/>
                </a:lnTo>
                <a:lnTo>
                  <a:pt x="76615" y="955357"/>
                </a:lnTo>
                <a:lnTo>
                  <a:pt x="76434" y="943983"/>
                </a:lnTo>
                <a:lnTo>
                  <a:pt x="76304" y="932610"/>
                </a:lnTo>
                <a:lnTo>
                  <a:pt x="76238" y="921237"/>
                </a:lnTo>
                <a:lnTo>
                  <a:pt x="76247" y="909863"/>
                </a:lnTo>
                <a:lnTo>
                  <a:pt x="76336" y="898490"/>
                </a:lnTo>
                <a:lnTo>
                  <a:pt x="76503" y="887117"/>
                </a:lnTo>
                <a:lnTo>
                  <a:pt x="76741" y="875744"/>
                </a:lnTo>
                <a:lnTo>
                  <a:pt x="77037" y="864370"/>
                </a:lnTo>
                <a:lnTo>
                  <a:pt x="77374" y="852997"/>
                </a:lnTo>
                <a:lnTo>
                  <a:pt x="77735" y="841624"/>
                </a:lnTo>
                <a:lnTo>
                  <a:pt x="78101" y="830250"/>
                </a:lnTo>
                <a:lnTo>
                  <a:pt x="78456" y="818877"/>
                </a:lnTo>
                <a:lnTo>
                  <a:pt x="78785" y="807504"/>
                </a:lnTo>
                <a:lnTo>
                  <a:pt x="79080" y="796131"/>
                </a:lnTo>
                <a:lnTo>
                  <a:pt x="79335" y="784757"/>
                </a:lnTo>
                <a:lnTo>
                  <a:pt x="79547" y="773384"/>
                </a:lnTo>
                <a:lnTo>
                  <a:pt x="79719" y="762011"/>
                </a:lnTo>
                <a:lnTo>
                  <a:pt x="79853" y="750637"/>
                </a:lnTo>
                <a:lnTo>
                  <a:pt x="79956" y="739264"/>
                </a:lnTo>
                <a:lnTo>
                  <a:pt x="80035" y="727891"/>
                </a:lnTo>
                <a:lnTo>
                  <a:pt x="80094" y="716517"/>
                </a:lnTo>
                <a:lnTo>
                  <a:pt x="80141" y="705144"/>
                </a:lnTo>
                <a:lnTo>
                  <a:pt x="80181" y="693771"/>
                </a:lnTo>
                <a:lnTo>
                  <a:pt x="80216" y="682398"/>
                </a:lnTo>
                <a:lnTo>
                  <a:pt x="80251" y="671024"/>
                </a:lnTo>
                <a:lnTo>
                  <a:pt x="80287" y="659651"/>
                </a:lnTo>
                <a:lnTo>
                  <a:pt x="80325" y="648278"/>
                </a:lnTo>
                <a:lnTo>
                  <a:pt x="80363" y="636904"/>
                </a:lnTo>
                <a:lnTo>
                  <a:pt x="80402" y="625531"/>
                </a:lnTo>
                <a:lnTo>
                  <a:pt x="80440" y="614158"/>
                </a:lnTo>
                <a:lnTo>
                  <a:pt x="80476" y="602785"/>
                </a:lnTo>
                <a:lnTo>
                  <a:pt x="80506" y="591411"/>
                </a:lnTo>
                <a:lnTo>
                  <a:pt x="80531" y="580038"/>
                </a:lnTo>
                <a:lnTo>
                  <a:pt x="80547" y="568665"/>
                </a:lnTo>
                <a:lnTo>
                  <a:pt x="80554" y="557291"/>
                </a:lnTo>
                <a:lnTo>
                  <a:pt x="80553" y="545918"/>
                </a:lnTo>
                <a:lnTo>
                  <a:pt x="80544" y="534545"/>
                </a:lnTo>
                <a:lnTo>
                  <a:pt x="80528" y="523171"/>
                </a:lnTo>
                <a:lnTo>
                  <a:pt x="80509" y="511798"/>
                </a:lnTo>
                <a:lnTo>
                  <a:pt x="80489" y="500425"/>
                </a:lnTo>
                <a:lnTo>
                  <a:pt x="80472" y="489052"/>
                </a:lnTo>
                <a:lnTo>
                  <a:pt x="80461" y="477678"/>
                </a:lnTo>
                <a:lnTo>
                  <a:pt x="80460" y="466305"/>
                </a:lnTo>
                <a:lnTo>
                  <a:pt x="80471" y="454932"/>
                </a:lnTo>
                <a:lnTo>
                  <a:pt x="80494" y="443558"/>
                </a:lnTo>
                <a:lnTo>
                  <a:pt x="80531" y="432185"/>
                </a:lnTo>
                <a:lnTo>
                  <a:pt x="80580" y="420812"/>
                </a:lnTo>
                <a:lnTo>
                  <a:pt x="80639" y="409439"/>
                </a:lnTo>
                <a:lnTo>
                  <a:pt x="80705" y="398065"/>
                </a:lnTo>
                <a:lnTo>
                  <a:pt x="80775" y="386692"/>
                </a:lnTo>
                <a:lnTo>
                  <a:pt x="80847" y="375319"/>
                </a:lnTo>
                <a:lnTo>
                  <a:pt x="80916" y="363945"/>
                </a:lnTo>
                <a:lnTo>
                  <a:pt x="80982" y="352572"/>
                </a:lnTo>
                <a:lnTo>
                  <a:pt x="81041" y="341199"/>
                </a:lnTo>
                <a:lnTo>
                  <a:pt x="81092" y="329825"/>
                </a:lnTo>
                <a:lnTo>
                  <a:pt x="81135" y="318452"/>
                </a:lnTo>
                <a:lnTo>
                  <a:pt x="81171" y="307079"/>
                </a:lnTo>
                <a:lnTo>
                  <a:pt x="81198" y="295706"/>
                </a:lnTo>
                <a:lnTo>
                  <a:pt x="81219" y="284332"/>
                </a:lnTo>
                <a:lnTo>
                  <a:pt x="81231" y="272959"/>
                </a:lnTo>
                <a:lnTo>
                  <a:pt x="81237" y="261586"/>
                </a:lnTo>
                <a:lnTo>
                  <a:pt x="81235" y="250212"/>
                </a:lnTo>
                <a:lnTo>
                  <a:pt x="81224" y="238839"/>
                </a:lnTo>
                <a:lnTo>
                  <a:pt x="81202" y="227466"/>
                </a:lnTo>
                <a:lnTo>
                  <a:pt x="81165" y="216093"/>
                </a:lnTo>
                <a:lnTo>
                  <a:pt x="81109" y="204719"/>
                </a:lnTo>
                <a:lnTo>
                  <a:pt x="81027" y="193346"/>
                </a:lnTo>
                <a:lnTo>
                  <a:pt x="80913" y="181973"/>
                </a:lnTo>
                <a:lnTo>
                  <a:pt x="80758" y="170599"/>
                </a:lnTo>
                <a:lnTo>
                  <a:pt x="80554" y="159226"/>
                </a:lnTo>
                <a:lnTo>
                  <a:pt x="80293" y="147853"/>
                </a:lnTo>
                <a:lnTo>
                  <a:pt x="79967" y="136480"/>
                </a:lnTo>
                <a:lnTo>
                  <a:pt x="79574" y="125106"/>
                </a:lnTo>
                <a:lnTo>
                  <a:pt x="79112" y="113733"/>
                </a:lnTo>
                <a:lnTo>
                  <a:pt x="78588" y="102360"/>
                </a:lnTo>
                <a:lnTo>
                  <a:pt x="78013" y="90986"/>
                </a:lnTo>
                <a:lnTo>
                  <a:pt x="77404" y="79613"/>
                </a:lnTo>
                <a:lnTo>
                  <a:pt x="76785" y="68240"/>
                </a:lnTo>
                <a:lnTo>
                  <a:pt x="76185" y="56866"/>
                </a:lnTo>
                <a:lnTo>
                  <a:pt x="75634" y="45493"/>
                </a:lnTo>
                <a:lnTo>
                  <a:pt x="75165" y="34120"/>
                </a:lnTo>
                <a:lnTo>
                  <a:pt x="74807" y="22747"/>
                </a:lnTo>
                <a:lnTo>
                  <a:pt x="74582" y="11373"/>
                </a:lnTo>
                <a:lnTo>
                  <a:pt x="74505" y="0"/>
                </a:lnTo>
                <a:lnTo>
                  <a:pt x="88057" y="0"/>
                </a:lnTo>
                <a:lnTo>
                  <a:pt x="88057" y="0"/>
                </a:lnTo>
                <a:lnTo>
                  <a:pt x="87980" y="11373"/>
                </a:lnTo>
                <a:lnTo>
                  <a:pt x="87755" y="22747"/>
                </a:lnTo>
                <a:lnTo>
                  <a:pt x="87396" y="34120"/>
                </a:lnTo>
                <a:lnTo>
                  <a:pt x="86927" y="45493"/>
                </a:lnTo>
                <a:lnTo>
                  <a:pt x="86377" y="56866"/>
                </a:lnTo>
                <a:lnTo>
                  <a:pt x="85777" y="68240"/>
                </a:lnTo>
                <a:lnTo>
                  <a:pt x="85158" y="79613"/>
                </a:lnTo>
                <a:lnTo>
                  <a:pt x="84549" y="90986"/>
                </a:lnTo>
                <a:lnTo>
                  <a:pt x="83973" y="102360"/>
                </a:lnTo>
                <a:lnTo>
                  <a:pt x="83449" y="113733"/>
                </a:lnTo>
                <a:lnTo>
                  <a:pt x="82988" y="125106"/>
                </a:lnTo>
                <a:lnTo>
                  <a:pt x="82594" y="136480"/>
                </a:lnTo>
                <a:lnTo>
                  <a:pt x="82269" y="147853"/>
                </a:lnTo>
                <a:lnTo>
                  <a:pt x="82008" y="159226"/>
                </a:lnTo>
                <a:lnTo>
                  <a:pt x="81803" y="170599"/>
                </a:lnTo>
                <a:lnTo>
                  <a:pt x="81649" y="181973"/>
                </a:lnTo>
                <a:lnTo>
                  <a:pt x="81534" y="193346"/>
                </a:lnTo>
                <a:lnTo>
                  <a:pt x="81453" y="204719"/>
                </a:lnTo>
                <a:lnTo>
                  <a:pt x="81396" y="216093"/>
                </a:lnTo>
                <a:lnTo>
                  <a:pt x="81360" y="227466"/>
                </a:lnTo>
                <a:lnTo>
                  <a:pt x="81337" y="238839"/>
                </a:lnTo>
                <a:lnTo>
                  <a:pt x="81326" y="250212"/>
                </a:lnTo>
                <a:lnTo>
                  <a:pt x="81324" y="261586"/>
                </a:lnTo>
                <a:lnTo>
                  <a:pt x="81330" y="272959"/>
                </a:lnTo>
                <a:lnTo>
                  <a:pt x="81343" y="284332"/>
                </a:lnTo>
                <a:lnTo>
                  <a:pt x="81363" y="295706"/>
                </a:lnTo>
                <a:lnTo>
                  <a:pt x="81391" y="307079"/>
                </a:lnTo>
                <a:lnTo>
                  <a:pt x="81426" y="318452"/>
                </a:lnTo>
                <a:lnTo>
                  <a:pt x="81470" y="329825"/>
                </a:lnTo>
                <a:lnTo>
                  <a:pt x="81521" y="341199"/>
                </a:lnTo>
                <a:lnTo>
                  <a:pt x="81580" y="352572"/>
                </a:lnTo>
                <a:lnTo>
                  <a:pt x="81645" y="363945"/>
                </a:lnTo>
                <a:lnTo>
                  <a:pt x="81715" y="375319"/>
                </a:lnTo>
                <a:lnTo>
                  <a:pt x="81786" y="386692"/>
                </a:lnTo>
                <a:lnTo>
                  <a:pt x="81857" y="398065"/>
                </a:lnTo>
                <a:lnTo>
                  <a:pt x="81923" y="409439"/>
                </a:lnTo>
                <a:lnTo>
                  <a:pt x="81982" y="420812"/>
                </a:lnTo>
                <a:lnTo>
                  <a:pt x="82030" y="432185"/>
                </a:lnTo>
                <a:lnTo>
                  <a:pt x="82067" y="443558"/>
                </a:lnTo>
                <a:lnTo>
                  <a:pt x="82091" y="454932"/>
                </a:lnTo>
                <a:lnTo>
                  <a:pt x="82101" y="466305"/>
                </a:lnTo>
                <a:lnTo>
                  <a:pt x="82100" y="477678"/>
                </a:lnTo>
                <a:lnTo>
                  <a:pt x="82090" y="489052"/>
                </a:lnTo>
                <a:lnTo>
                  <a:pt x="82073" y="500425"/>
                </a:lnTo>
                <a:lnTo>
                  <a:pt x="82053" y="511798"/>
                </a:lnTo>
                <a:lnTo>
                  <a:pt x="82034" y="523171"/>
                </a:lnTo>
                <a:lnTo>
                  <a:pt x="82018" y="534545"/>
                </a:lnTo>
                <a:lnTo>
                  <a:pt x="82009" y="545918"/>
                </a:lnTo>
                <a:lnTo>
                  <a:pt x="82007" y="557291"/>
                </a:lnTo>
                <a:lnTo>
                  <a:pt x="82015" y="568665"/>
                </a:lnTo>
                <a:lnTo>
                  <a:pt x="82031" y="580038"/>
                </a:lnTo>
                <a:lnTo>
                  <a:pt x="82055" y="591411"/>
                </a:lnTo>
                <a:lnTo>
                  <a:pt x="82086" y="602785"/>
                </a:lnTo>
                <a:lnTo>
                  <a:pt x="82121" y="614158"/>
                </a:lnTo>
                <a:lnTo>
                  <a:pt x="82159" y="625531"/>
                </a:lnTo>
                <a:lnTo>
                  <a:pt x="82198" y="636904"/>
                </a:lnTo>
                <a:lnTo>
                  <a:pt x="82237" y="648278"/>
                </a:lnTo>
                <a:lnTo>
                  <a:pt x="82274" y="659651"/>
                </a:lnTo>
                <a:lnTo>
                  <a:pt x="82310" y="671024"/>
                </a:lnTo>
                <a:lnTo>
                  <a:pt x="82345" y="682398"/>
                </a:lnTo>
                <a:lnTo>
                  <a:pt x="82381" y="693771"/>
                </a:lnTo>
                <a:lnTo>
                  <a:pt x="82420" y="705144"/>
                </a:lnTo>
                <a:lnTo>
                  <a:pt x="82467" y="716517"/>
                </a:lnTo>
                <a:lnTo>
                  <a:pt x="82527" y="727891"/>
                </a:lnTo>
                <a:lnTo>
                  <a:pt x="82605" y="739264"/>
                </a:lnTo>
                <a:lnTo>
                  <a:pt x="82708" y="750637"/>
                </a:lnTo>
                <a:lnTo>
                  <a:pt x="82843" y="762011"/>
                </a:lnTo>
                <a:lnTo>
                  <a:pt x="83014" y="773384"/>
                </a:lnTo>
                <a:lnTo>
                  <a:pt x="83227" y="784757"/>
                </a:lnTo>
                <a:lnTo>
                  <a:pt x="83481" y="796131"/>
                </a:lnTo>
                <a:lnTo>
                  <a:pt x="83776" y="807504"/>
                </a:lnTo>
                <a:lnTo>
                  <a:pt x="84106" y="818877"/>
                </a:lnTo>
                <a:lnTo>
                  <a:pt x="84461" y="830250"/>
                </a:lnTo>
                <a:lnTo>
                  <a:pt x="84827" y="841624"/>
                </a:lnTo>
                <a:lnTo>
                  <a:pt x="85187" y="852997"/>
                </a:lnTo>
                <a:lnTo>
                  <a:pt x="85525" y="864370"/>
                </a:lnTo>
                <a:lnTo>
                  <a:pt x="85821" y="875744"/>
                </a:lnTo>
                <a:lnTo>
                  <a:pt x="86058" y="887117"/>
                </a:lnTo>
                <a:lnTo>
                  <a:pt x="86225" y="898490"/>
                </a:lnTo>
                <a:lnTo>
                  <a:pt x="86314" y="909863"/>
                </a:lnTo>
                <a:lnTo>
                  <a:pt x="86323" y="921237"/>
                </a:lnTo>
                <a:lnTo>
                  <a:pt x="86258" y="932610"/>
                </a:lnTo>
                <a:lnTo>
                  <a:pt x="86127" y="943983"/>
                </a:lnTo>
                <a:lnTo>
                  <a:pt x="85947" y="955357"/>
                </a:lnTo>
                <a:lnTo>
                  <a:pt x="85734" y="966730"/>
                </a:lnTo>
                <a:lnTo>
                  <a:pt x="85507" y="978103"/>
                </a:lnTo>
                <a:lnTo>
                  <a:pt x="85284" y="989476"/>
                </a:lnTo>
                <a:lnTo>
                  <a:pt x="85079" y="1000850"/>
                </a:lnTo>
                <a:lnTo>
                  <a:pt x="84903" y="1012223"/>
                </a:lnTo>
                <a:lnTo>
                  <a:pt x="84767" y="1023596"/>
                </a:lnTo>
                <a:lnTo>
                  <a:pt x="84674" y="1034970"/>
                </a:lnTo>
                <a:lnTo>
                  <a:pt x="84628" y="1046343"/>
                </a:lnTo>
                <a:lnTo>
                  <a:pt x="84627" y="1057716"/>
                </a:lnTo>
                <a:lnTo>
                  <a:pt x="84670" y="1069090"/>
                </a:lnTo>
                <a:lnTo>
                  <a:pt x="84755" y="1080463"/>
                </a:lnTo>
                <a:lnTo>
                  <a:pt x="84877" y="1091836"/>
                </a:lnTo>
                <a:lnTo>
                  <a:pt x="85030" y="1103209"/>
                </a:lnTo>
                <a:lnTo>
                  <a:pt x="85207" y="1114583"/>
                </a:lnTo>
                <a:lnTo>
                  <a:pt x="85398" y="1125956"/>
                </a:lnTo>
                <a:lnTo>
                  <a:pt x="85594" y="1137329"/>
                </a:lnTo>
                <a:lnTo>
                  <a:pt x="85782" y="1148703"/>
                </a:lnTo>
                <a:lnTo>
                  <a:pt x="85950" y="1160076"/>
                </a:lnTo>
                <a:lnTo>
                  <a:pt x="86086" y="1171449"/>
                </a:lnTo>
                <a:lnTo>
                  <a:pt x="86182" y="1182822"/>
                </a:lnTo>
                <a:lnTo>
                  <a:pt x="86231" y="1194196"/>
                </a:lnTo>
                <a:lnTo>
                  <a:pt x="86231" y="1205569"/>
                </a:lnTo>
                <a:lnTo>
                  <a:pt x="86186" y="1216942"/>
                </a:lnTo>
                <a:lnTo>
                  <a:pt x="86103" y="1228316"/>
                </a:lnTo>
                <a:lnTo>
                  <a:pt x="85993" y="1239689"/>
                </a:lnTo>
                <a:lnTo>
                  <a:pt x="85872" y="1251062"/>
                </a:lnTo>
                <a:lnTo>
                  <a:pt x="85755" y="1262436"/>
                </a:lnTo>
                <a:lnTo>
                  <a:pt x="85654" y="1273809"/>
                </a:lnTo>
                <a:lnTo>
                  <a:pt x="85581" y="1285182"/>
                </a:lnTo>
                <a:lnTo>
                  <a:pt x="85543" y="1296555"/>
                </a:lnTo>
                <a:lnTo>
                  <a:pt x="85543" y="1307929"/>
                </a:lnTo>
                <a:lnTo>
                  <a:pt x="85577" y="1319302"/>
                </a:lnTo>
                <a:lnTo>
                  <a:pt x="85640" y="1330675"/>
                </a:lnTo>
                <a:lnTo>
                  <a:pt x="85722" y="1342049"/>
                </a:lnTo>
                <a:lnTo>
                  <a:pt x="85814" y="1353422"/>
                </a:lnTo>
                <a:lnTo>
                  <a:pt x="85907" y="1364795"/>
                </a:lnTo>
                <a:lnTo>
                  <a:pt x="85992" y="1376168"/>
                </a:lnTo>
                <a:lnTo>
                  <a:pt x="86065" y="1387542"/>
                </a:lnTo>
                <a:lnTo>
                  <a:pt x="86124" y="1398915"/>
                </a:lnTo>
                <a:lnTo>
                  <a:pt x="86170" y="1410288"/>
                </a:lnTo>
                <a:lnTo>
                  <a:pt x="86205" y="1421662"/>
                </a:lnTo>
                <a:lnTo>
                  <a:pt x="86234" y="1433035"/>
                </a:lnTo>
                <a:lnTo>
                  <a:pt x="86259" y="1444408"/>
                </a:lnTo>
                <a:lnTo>
                  <a:pt x="86284" y="1455782"/>
                </a:lnTo>
                <a:lnTo>
                  <a:pt x="86310" y="1467155"/>
                </a:lnTo>
                <a:lnTo>
                  <a:pt x="86338" y="1478528"/>
                </a:lnTo>
                <a:lnTo>
                  <a:pt x="86366" y="1489901"/>
                </a:lnTo>
                <a:lnTo>
                  <a:pt x="86391" y="1501275"/>
                </a:lnTo>
                <a:lnTo>
                  <a:pt x="86411" y="1512648"/>
                </a:lnTo>
                <a:lnTo>
                  <a:pt x="86424" y="1524021"/>
                </a:lnTo>
                <a:lnTo>
                  <a:pt x="86431" y="1535395"/>
                </a:lnTo>
                <a:lnTo>
                  <a:pt x="86436" y="1546768"/>
                </a:lnTo>
                <a:lnTo>
                  <a:pt x="86447" y="1558141"/>
                </a:lnTo>
                <a:lnTo>
                  <a:pt x="86483" y="1569514"/>
                </a:lnTo>
                <a:lnTo>
                  <a:pt x="86567" y="1580888"/>
                </a:lnTo>
                <a:lnTo>
                  <a:pt x="86737" y="1592261"/>
                </a:lnTo>
                <a:lnTo>
                  <a:pt x="87041" y="1603634"/>
                </a:lnTo>
                <a:lnTo>
                  <a:pt x="87542" y="1615008"/>
                </a:lnTo>
                <a:lnTo>
                  <a:pt x="88317" y="1626381"/>
                </a:lnTo>
                <a:lnTo>
                  <a:pt x="89457" y="1637754"/>
                </a:lnTo>
                <a:lnTo>
                  <a:pt x="91063" y="1649127"/>
                </a:lnTo>
                <a:lnTo>
                  <a:pt x="93240" y="1660501"/>
                </a:lnTo>
                <a:lnTo>
                  <a:pt x="96087" y="1671874"/>
                </a:lnTo>
                <a:lnTo>
                  <a:pt x="99689" y="1683247"/>
                </a:lnTo>
                <a:lnTo>
                  <a:pt x="104097" y="1694621"/>
                </a:lnTo>
                <a:lnTo>
                  <a:pt x="109314" y="1705994"/>
                </a:lnTo>
                <a:lnTo>
                  <a:pt x="115285" y="1717367"/>
                </a:lnTo>
                <a:lnTo>
                  <a:pt x="121879" y="1728741"/>
                </a:lnTo>
                <a:lnTo>
                  <a:pt x="128892" y="1740114"/>
                </a:lnTo>
                <a:lnTo>
                  <a:pt x="136046" y="1751487"/>
                </a:lnTo>
                <a:lnTo>
                  <a:pt x="143006" y="1762860"/>
                </a:lnTo>
                <a:lnTo>
                  <a:pt x="149401" y="1774234"/>
                </a:lnTo>
                <a:lnTo>
                  <a:pt x="154859" y="1785607"/>
                </a:lnTo>
                <a:lnTo>
                  <a:pt x="159039" y="1796980"/>
                </a:lnTo>
                <a:lnTo>
                  <a:pt x="161665" y="1808354"/>
                </a:lnTo>
                <a:lnTo>
                  <a:pt x="162562" y="1819727"/>
                </a:lnTo>
                <a:lnTo>
                  <a:pt x="162562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745" name="data_4496">
            <a:extLst>
              <a:ext uri="{FF2B5EF4-FFF2-40B4-BE49-F238E27FC236}">
                <a16:creationId xmlns:a16="http://schemas.microsoft.com/office/drawing/2014/main" id="{EA32BDB6-9041-4B47-8E5D-3779BC391C29}"/>
              </a:ext>
            </a:extLst>
          </p:cNvPr>
          <p:cNvSpPr>
            <a:spLocks/>
          </p:cNvSpPr>
          <p:nvPr/>
        </p:nvSpPr>
        <p:spPr>
          <a:xfrm>
            <a:off x="8707395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52977" y="1819727"/>
                </a:moveTo>
                <a:lnTo>
                  <a:pt x="9584" y="1819727"/>
                </a:lnTo>
                <a:lnTo>
                  <a:pt x="10384" y="1808354"/>
                </a:lnTo>
                <a:lnTo>
                  <a:pt x="12726" y="1796980"/>
                </a:lnTo>
                <a:lnTo>
                  <a:pt x="16453" y="1785607"/>
                </a:lnTo>
                <a:lnTo>
                  <a:pt x="21319" y="1774234"/>
                </a:lnTo>
                <a:lnTo>
                  <a:pt x="27018" y="1762860"/>
                </a:lnTo>
                <a:lnTo>
                  <a:pt x="33216" y="1751487"/>
                </a:lnTo>
                <a:lnTo>
                  <a:pt x="39585" y="1740114"/>
                </a:lnTo>
                <a:lnTo>
                  <a:pt x="45822" y="1728741"/>
                </a:lnTo>
                <a:lnTo>
                  <a:pt x="51681" y="1717367"/>
                </a:lnTo>
                <a:lnTo>
                  <a:pt x="56975" y="1705994"/>
                </a:lnTo>
                <a:lnTo>
                  <a:pt x="61588" y="1694621"/>
                </a:lnTo>
                <a:lnTo>
                  <a:pt x="65464" y="1683247"/>
                </a:lnTo>
                <a:lnTo>
                  <a:pt x="68602" y="1671874"/>
                </a:lnTo>
                <a:lnTo>
                  <a:pt x="71042" y="1660501"/>
                </a:lnTo>
                <a:lnTo>
                  <a:pt x="72852" y="1649127"/>
                </a:lnTo>
                <a:lnTo>
                  <a:pt x="74118" y="1637754"/>
                </a:lnTo>
                <a:lnTo>
                  <a:pt x="74929" y="1626381"/>
                </a:lnTo>
                <a:lnTo>
                  <a:pt x="75378" y="1615008"/>
                </a:lnTo>
                <a:lnTo>
                  <a:pt x="75546" y="1603634"/>
                </a:lnTo>
                <a:lnTo>
                  <a:pt x="75512" y="1592261"/>
                </a:lnTo>
                <a:lnTo>
                  <a:pt x="75341" y="1580888"/>
                </a:lnTo>
                <a:lnTo>
                  <a:pt x="75090" y="1569514"/>
                </a:lnTo>
                <a:lnTo>
                  <a:pt x="74806" y="1558141"/>
                </a:lnTo>
                <a:lnTo>
                  <a:pt x="74526" y="1546768"/>
                </a:lnTo>
                <a:lnTo>
                  <a:pt x="74278" y="1535395"/>
                </a:lnTo>
                <a:lnTo>
                  <a:pt x="74081" y="1524021"/>
                </a:lnTo>
                <a:lnTo>
                  <a:pt x="73944" y="1512648"/>
                </a:lnTo>
                <a:lnTo>
                  <a:pt x="73871" y="1501275"/>
                </a:lnTo>
                <a:lnTo>
                  <a:pt x="73855" y="1489901"/>
                </a:lnTo>
                <a:lnTo>
                  <a:pt x="73888" y="1478528"/>
                </a:lnTo>
                <a:lnTo>
                  <a:pt x="73956" y="1467155"/>
                </a:lnTo>
                <a:lnTo>
                  <a:pt x="74047" y="1455782"/>
                </a:lnTo>
                <a:lnTo>
                  <a:pt x="74148" y="1444408"/>
                </a:lnTo>
                <a:lnTo>
                  <a:pt x="74249" y="1433035"/>
                </a:lnTo>
                <a:lnTo>
                  <a:pt x="74341" y="1421662"/>
                </a:lnTo>
                <a:lnTo>
                  <a:pt x="74422" y="1410288"/>
                </a:lnTo>
                <a:lnTo>
                  <a:pt x="74490" y="1398915"/>
                </a:lnTo>
                <a:lnTo>
                  <a:pt x="74542" y="1387542"/>
                </a:lnTo>
                <a:lnTo>
                  <a:pt x="74578" y="1376168"/>
                </a:lnTo>
                <a:lnTo>
                  <a:pt x="74595" y="1364795"/>
                </a:lnTo>
                <a:lnTo>
                  <a:pt x="74589" y="1353422"/>
                </a:lnTo>
                <a:lnTo>
                  <a:pt x="74553" y="1342049"/>
                </a:lnTo>
                <a:lnTo>
                  <a:pt x="74481" y="1330675"/>
                </a:lnTo>
                <a:lnTo>
                  <a:pt x="74366" y="1319302"/>
                </a:lnTo>
                <a:lnTo>
                  <a:pt x="74204" y="1307929"/>
                </a:lnTo>
                <a:lnTo>
                  <a:pt x="73995" y="1296555"/>
                </a:lnTo>
                <a:lnTo>
                  <a:pt x="73746" y="1285182"/>
                </a:lnTo>
                <a:lnTo>
                  <a:pt x="73469" y="1273809"/>
                </a:lnTo>
                <a:lnTo>
                  <a:pt x="73182" y="1262436"/>
                </a:lnTo>
                <a:lnTo>
                  <a:pt x="72905" y="1251062"/>
                </a:lnTo>
                <a:lnTo>
                  <a:pt x="72661" y="1239689"/>
                </a:lnTo>
                <a:lnTo>
                  <a:pt x="72472" y="1228316"/>
                </a:lnTo>
                <a:lnTo>
                  <a:pt x="72353" y="1216942"/>
                </a:lnTo>
                <a:lnTo>
                  <a:pt x="72316" y="1205569"/>
                </a:lnTo>
                <a:lnTo>
                  <a:pt x="72362" y="1194196"/>
                </a:lnTo>
                <a:lnTo>
                  <a:pt x="72484" y="1182822"/>
                </a:lnTo>
                <a:lnTo>
                  <a:pt x="72670" y="1171449"/>
                </a:lnTo>
                <a:lnTo>
                  <a:pt x="72899" y="1160076"/>
                </a:lnTo>
                <a:lnTo>
                  <a:pt x="73151" y="1148703"/>
                </a:lnTo>
                <a:lnTo>
                  <a:pt x="73400" y="1137329"/>
                </a:lnTo>
                <a:lnTo>
                  <a:pt x="73624" y="1125956"/>
                </a:lnTo>
                <a:lnTo>
                  <a:pt x="73798" y="1114583"/>
                </a:lnTo>
                <a:lnTo>
                  <a:pt x="73902" y="1103209"/>
                </a:lnTo>
                <a:lnTo>
                  <a:pt x="73914" y="1091836"/>
                </a:lnTo>
                <a:lnTo>
                  <a:pt x="73816" y="1080463"/>
                </a:lnTo>
                <a:lnTo>
                  <a:pt x="73585" y="1069090"/>
                </a:lnTo>
                <a:lnTo>
                  <a:pt x="73202" y="1057716"/>
                </a:lnTo>
                <a:lnTo>
                  <a:pt x="72650" y="1046343"/>
                </a:lnTo>
                <a:lnTo>
                  <a:pt x="71916" y="1034970"/>
                </a:lnTo>
                <a:lnTo>
                  <a:pt x="70995" y="1023596"/>
                </a:lnTo>
                <a:lnTo>
                  <a:pt x="69896" y="1012223"/>
                </a:lnTo>
                <a:lnTo>
                  <a:pt x="68641" y="1000850"/>
                </a:lnTo>
                <a:lnTo>
                  <a:pt x="67270" y="989476"/>
                </a:lnTo>
                <a:lnTo>
                  <a:pt x="65841" y="978103"/>
                </a:lnTo>
                <a:lnTo>
                  <a:pt x="64424" y="966730"/>
                </a:lnTo>
                <a:lnTo>
                  <a:pt x="63099" y="955357"/>
                </a:lnTo>
                <a:lnTo>
                  <a:pt x="61949" y="943983"/>
                </a:lnTo>
                <a:lnTo>
                  <a:pt x="61047" y="932610"/>
                </a:lnTo>
                <a:lnTo>
                  <a:pt x="60455" y="921237"/>
                </a:lnTo>
                <a:lnTo>
                  <a:pt x="60209" y="909863"/>
                </a:lnTo>
                <a:lnTo>
                  <a:pt x="60323" y="898490"/>
                </a:lnTo>
                <a:lnTo>
                  <a:pt x="60780" y="887117"/>
                </a:lnTo>
                <a:lnTo>
                  <a:pt x="61539" y="875744"/>
                </a:lnTo>
                <a:lnTo>
                  <a:pt x="62540" y="864370"/>
                </a:lnTo>
                <a:lnTo>
                  <a:pt x="63705" y="852997"/>
                </a:lnTo>
                <a:lnTo>
                  <a:pt x="64955" y="841624"/>
                </a:lnTo>
                <a:lnTo>
                  <a:pt x="66209" y="830250"/>
                </a:lnTo>
                <a:lnTo>
                  <a:pt x="67395" y="818877"/>
                </a:lnTo>
                <a:lnTo>
                  <a:pt x="68454" y="807504"/>
                </a:lnTo>
                <a:lnTo>
                  <a:pt x="69341" y="796131"/>
                </a:lnTo>
                <a:lnTo>
                  <a:pt x="70026" y="784757"/>
                </a:lnTo>
                <a:lnTo>
                  <a:pt x="70495" y="773384"/>
                </a:lnTo>
                <a:lnTo>
                  <a:pt x="70745" y="762011"/>
                </a:lnTo>
                <a:lnTo>
                  <a:pt x="70783" y="750637"/>
                </a:lnTo>
                <a:lnTo>
                  <a:pt x="70626" y="739264"/>
                </a:lnTo>
                <a:lnTo>
                  <a:pt x="70297" y="727891"/>
                </a:lnTo>
                <a:lnTo>
                  <a:pt x="69826" y="716517"/>
                </a:lnTo>
                <a:lnTo>
                  <a:pt x="69245" y="705144"/>
                </a:lnTo>
                <a:lnTo>
                  <a:pt x="68596" y="693771"/>
                </a:lnTo>
                <a:lnTo>
                  <a:pt x="67920" y="682398"/>
                </a:lnTo>
                <a:lnTo>
                  <a:pt x="67263" y="671024"/>
                </a:lnTo>
                <a:lnTo>
                  <a:pt x="66673" y="659651"/>
                </a:lnTo>
                <a:lnTo>
                  <a:pt x="66192" y="648278"/>
                </a:lnTo>
                <a:lnTo>
                  <a:pt x="65861" y="636904"/>
                </a:lnTo>
                <a:lnTo>
                  <a:pt x="65710" y="625531"/>
                </a:lnTo>
                <a:lnTo>
                  <a:pt x="65761" y="614158"/>
                </a:lnTo>
                <a:lnTo>
                  <a:pt x="66018" y="602785"/>
                </a:lnTo>
                <a:lnTo>
                  <a:pt x="66474" y="591411"/>
                </a:lnTo>
                <a:lnTo>
                  <a:pt x="67108" y="580038"/>
                </a:lnTo>
                <a:lnTo>
                  <a:pt x="67887" y="568665"/>
                </a:lnTo>
                <a:lnTo>
                  <a:pt x="68771" y="557291"/>
                </a:lnTo>
                <a:lnTo>
                  <a:pt x="69714" y="545918"/>
                </a:lnTo>
                <a:lnTo>
                  <a:pt x="70673" y="534545"/>
                </a:lnTo>
                <a:lnTo>
                  <a:pt x="71608" y="523171"/>
                </a:lnTo>
                <a:lnTo>
                  <a:pt x="72488" y="511798"/>
                </a:lnTo>
                <a:lnTo>
                  <a:pt x="73293" y="500425"/>
                </a:lnTo>
                <a:lnTo>
                  <a:pt x="74010" y="489052"/>
                </a:lnTo>
                <a:lnTo>
                  <a:pt x="74637" y="477678"/>
                </a:lnTo>
                <a:lnTo>
                  <a:pt x="75178" y="466305"/>
                </a:lnTo>
                <a:lnTo>
                  <a:pt x="75641" y="454932"/>
                </a:lnTo>
                <a:lnTo>
                  <a:pt x="76037" y="443558"/>
                </a:lnTo>
                <a:lnTo>
                  <a:pt x="76377" y="432185"/>
                </a:lnTo>
                <a:lnTo>
                  <a:pt x="76668" y="420812"/>
                </a:lnTo>
                <a:lnTo>
                  <a:pt x="76916" y="409439"/>
                </a:lnTo>
                <a:lnTo>
                  <a:pt x="77125" y="398065"/>
                </a:lnTo>
                <a:lnTo>
                  <a:pt x="77295" y="386692"/>
                </a:lnTo>
                <a:lnTo>
                  <a:pt x="77427" y="375319"/>
                </a:lnTo>
                <a:lnTo>
                  <a:pt x="77523" y="363945"/>
                </a:lnTo>
                <a:lnTo>
                  <a:pt x="77586" y="352572"/>
                </a:lnTo>
                <a:lnTo>
                  <a:pt x="77619" y="341199"/>
                </a:lnTo>
                <a:lnTo>
                  <a:pt x="77629" y="329825"/>
                </a:lnTo>
                <a:lnTo>
                  <a:pt x="77625" y="318452"/>
                </a:lnTo>
                <a:lnTo>
                  <a:pt x="77613" y="307079"/>
                </a:lnTo>
                <a:lnTo>
                  <a:pt x="77601" y="295706"/>
                </a:lnTo>
                <a:lnTo>
                  <a:pt x="77595" y="284332"/>
                </a:lnTo>
                <a:lnTo>
                  <a:pt x="77593" y="272959"/>
                </a:lnTo>
                <a:lnTo>
                  <a:pt x="77591" y="261586"/>
                </a:lnTo>
                <a:lnTo>
                  <a:pt x="77576" y="250212"/>
                </a:lnTo>
                <a:lnTo>
                  <a:pt x="77523" y="238839"/>
                </a:lnTo>
                <a:lnTo>
                  <a:pt x="77398" y="227466"/>
                </a:lnTo>
                <a:lnTo>
                  <a:pt x="77152" y="216093"/>
                </a:lnTo>
                <a:lnTo>
                  <a:pt x="76723" y="204719"/>
                </a:lnTo>
                <a:lnTo>
                  <a:pt x="76029" y="193346"/>
                </a:lnTo>
                <a:lnTo>
                  <a:pt x="74978" y="181973"/>
                </a:lnTo>
                <a:lnTo>
                  <a:pt x="73461" y="170599"/>
                </a:lnTo>
                <a:lnTo>
                  <a:pt x="71367" y="159226"/>
                </a:lnTo>
                <a:lnTo>
                  <a:pt x="68584" y="147853"/>
                </a:lnTo>
                <a:lnTo>
                  <a:pt x="65019" y="136480"/>
                </a:lnTo>
                <a:lnTo>
                  <a:pt x="60607" y="125106"/>
                </a:lnTo>
                <a:lnTo>
                  <a:pt x="55335" y="113733"/>
                </a:lnTo>
                <a:lnTo>
                  <a:pt x="49251" y="102360"/>
                </a:lnTo>
                <a:lnTo>
                  <a:pt x="42482" y="90986"/>
                </a:lnTo>
                <a:lnTo>
                  <a:pt x="35238" y="79613"/>
                </a:lnTo>
                <a:lnTo>
                  <a:pt x="27808" y="68240"/>
                </a:lnTo>
                <a:lnTo>
                  <a:pt x="20547" y="56866"/>
                </a:lnTo>
                <a:lnTo>
                  <a:pt x="13849" y="45493"/>
                </a:lnTo>
                <a:lnTo>
                  <a:pt x="8115" y="34120"/>
                </a:lnTo>
                <a:lnTo>
                  <a:pt x="3715" y="22747"/>
                </a:lnTo>
                <a:lnTo>
                  <a:pt x="946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16" y="11373"/>
                </a:lnTo>
                <a:lnTo>
                  <a:pt x="158846" y="22747"/>
                </a:lnTo>
                <a:lnTo>
                  <a:pt x="154446" y="34120"/>
                </a:lnTo>
                <a:lnTo>
                  <a:pt x="148713" y="45493"/>
                </a:lnTo>
                <a:lnTo>
                  <a:pt x="142015" y="56866"/>
                </a:lnTo>
                <a:lnTo>
                  <a:pt x="134754" y="68240"/>
                </a:lnTo>
                <a:lnTo>
                  <a:pt x="127324" y="79613"/>
                </a:lnTo>
                <a:lnTo>
                  <a:pt x="120080" y="90986"/>
                </a:lnTo>
                <a:lnTo>
                  <a:pt x="113311" y="102360"/>
                </a:lnTo>
                <a:lnTo>
                  <a:pt x="107227" y="113733"/>
                </a:lnTo>
                <a:lnTo>
                  <a:pt x="101954" y="125106"/>
                </a:lnTo>
                <a:lnTo>
                  <a:pt x="97543" y="136480"/>
                </a:lnTo>
                <a:lnTo>
                  <a:pt x="93978" y="147853"/>
                </a:lnTo>
                <a:lnTo>
                  <a:pt x="91195" y="159226"/>
                </a:lnTo>
                <a:lnTo>
                  <a:pt x="89100" y="170599"/>
                </a:lnTo>
                <a:lnTo>
                  <a:pt x="87584" y="181973"/>
                </a:lnTo>
                <a:lnTo>
                  <a:pt x="86532" y="193346"/>
                </a:lnTo>
                <a:lnTo>
                  <a:pt x="85839" y="204719"/>
                </a:lnTo>
                <a:lnTo>
                  <a:pt x="85409" y="216093"/>
                </a:lnTo>
                <a:lnTo>
                  <a:pt x="85164" y="227466"/>
                </a:lnTo>
                <a:lnTo>
                  <a:pt x="85039" y="238839"/>
                </a:lnTo>
                <a:lnTo>
                  <a:pt x="84986" y="250212"/>
                </a:lnTo>
                <a:lnTo>
                  <a:pt x="84970" y="261586"/>
                </a:lnTo>
                <a:lnTo>
                  <a:pt x="84968" y="272959"/>
                </a:lnTo>
                <a:lnTo>
                  <a:pt x="84967" y="284332"/>
                </a:lnTo>
                <a:lnTo>
                  <a:pt x="84960" y="295706"/>
                </a:lnTo>
                <a:lnTo>
                  <a:pt x="84949" y="307079"/>
                </a:lnTo>
                <a:lnTo>
                  <a:pt x="84937" y="318452"/>
                </a:lnTo>
                <a:lnTo>
                  <a:pt x="84932" y="329825"/>
                </a:lnTo>
                <a:lnTo>
                  <a:pt x="84943" y="341199"/>
                </a:lnTo>
                <a:lnTo>
                  <a:pt x="84976" y="352572"/>
                </a:lnTo>
                <a:lnTo>
                  <a:pt x="85038" y="363945"/>
                </a:lnTo>
                <a:lnTo>
                  <a:pt x="85134" y="375319"/>
                </a:lnTo>
                <a:lnTo>
                  <a:pt x="85267" y="386692"/>
                </a:lnTo>
                <a:lnTo>
                  <a:pt x="85437" y="398065"/>
                </a:lnTo>
                <a:lnTo>
                  <a:pt x="85645" y="409439"/>
                </a:lnTo>
                <a:lnTo>
                  <a:pt x="85893" y="420812"/>
                </a:lnTo>
                <a:lnTo>
                  <a:pt x="86184" y="432185"/>
                </a:lnTo>
                <a:lnTo>
                  <a:pt x="86524" y="443558"/>
                </a:lnTo>
                <a:lnTo>
                  <a:pt x="86921" y="454932"/>
                </a:lnTo>
                <a:lnTo>
                  <a:pt x="87384" y="466305"/>
                </a:lnTo>
                <a:lnTo>
                  <a:pt x="87925" y="477678"/>
                </a:lnTo>
                <a:lnTo>
                  <a:pt x="88552" y="489052"/>
                </a:lnTo>
                <a:lnTo>
                  <a:pt x="89268" y="500425"/>
                </a:lnTo>
                <a:lnTo>
                  <a:pt x="90073" y="511798"/>
                </a:lnTo>
                <a:lnTo>
                  <a:pt x="90954" y="523171"/>
                </a:lnTo>
                <a:lnTo>
                  <a:pt x="91889" y="534545"/>
                </a:lnTo>
                <a:lnTo>
                  <a:pt x="92848" y="545918"/>
                </a:lnTo>
                <a:lnTo>
                  <a:pt x="93791" y="557291"/>
                </a:lnTo>
                <a:lnTo>
                  <a:pt x="94674" y="568665"/>
                </a:lnTo>
                <a:lnTo>
                  <a:pt x="95453" y="580038"/>
                </a:lnTo>
                <a:lnTo>
                  <a:pt x="96088" y="591411"/>
                </a:lnTo>
                <a:lnTo>
                  <a:pt x="96544" y="602785"/>
                </a:lnTo>
                <a:lnTo>
                  <a:pt x="96801" y="614158"/>
                </a:lnTo>
                <a:lnTo>
                  <a:pt x="96851" y="625531"/>
                </a:lnTo>
                <a:lnTo>
                  <a:pt x="96701" y="636904"/>
                </a:lnTo>
                <a:lnTo>
                  <a:pt x="96370" y="648278"/>
                </a:lnTo>
                <a:lnTo>
                  <a:pt x="95889" y="659651"/>
                </a:lnTo>
                <a:lnTo>
                  <a:pt x="95298" y="671024"/>
                </a:lnTo>
                <a:lnTo>
                  <a:pt x="94642" y="682398"/>
                </a:lnTo>
                <a:lnTo>
                  <a:pt x="93966" y="693771"/>
                </a:lnTo>
                <a:lnTo>
                  <a:pt x="93316" y="705144"/>
                </a:lnTo>
                <a:lnTo>
                  <a:pt x="92736" y="716517"/>
                </a:lnTo>
                <a:lnTo>
                  <a:pt x="92264" y="727891"/>
                </a:lnTo>
                <a:lnTo>
                  <a:pt x="91935" y="739264"/>
                </a:lnTo>
                <a:lnTo>
                  <a:pt x="91778" y="750637"/>
                </a:lnTo>
                <a:lnTo>
                  <a:pt x="91817" y="762011"/>
                </a:lnTo>
                <a:lnTo>
                  <a:pt x="92066" y="773384"/>
                </a:lnTo>
                <a:lnTo>
                  <a:pt x="92535" y="784757"/>
                </a:lnTo>
                <a:lnTo>
                  <a:pt x="93220" y="796131"/>
                </a:lnTo>
                <a:lnTo>
                  <a:pt x="94107" y="807504"/>
                </a:lnTo>
                <a:lnTo>
                  <a:pt x="95166" y="818877"/>
                </a:lnTo>
                <a:lnTo>
                  <a:pt x="96352" y="830250"/>
                </a:lnTo>
                <a:lnTo>
                  <a:pt x="97606" y="841624"/>
                </a:lnTo>
                <a:lnTo>
                  <a:pt x="98856" y="852997"/>
                </a:lnTo>
                <a:lnTo>
                  <a:pt x="100022" y="864370"/>
                </a:lnTo>
                <a:lnTo>
                  <a:pt x="101022" y="875744"/>
                </a:lnTo>
                <a:lnTo>
                  <a:pt x="101782" y="887117"/>
                </a:lnTo>
                <a:lnTo>
                  <a:pt x="102239" y="898490"/>
                </a:lnTo>
                <a:lnTo>
                  <a:pt x="102353" y="909863"/>
                </a:lnTo>
                <a:lnTo>
                  <a:pt x="102107" y="921237"/>
                </a:lnTo>
                <a:lnTo>
                  <a:pt x="101514" y="932610"/>
                </a:lnTo>
                <a:lnTo>
                  <a:pt x="100613" y="943983"/>
                </a:lnTo>
                <a:lnTo>
                  <a:pt x="99462" y="955357"/>
                </a:lnTo>
                <a:lnTo>
                  <a:pt x="98138" y="966730"/>
                </a:lnTo>
                <a:lnTo>
                  <a:pt x="96721" y="978103"/>
                </a:lnTo>
                <a:lnTo>
                  <a:pt x="95291" y="989476"/>
                </a:lnTo>
                <a:lnTo>
                  <a:pt x="93921" y="1000850"/>
                </a:lnTo>
                <a:lnTo>
                  <a:pt x="92666" y="1012223"/>
                </a:lnTo>
                <a:lnTo>
                  <a:pt x="91566" y="1023596"/>
                </a:lnTo>
                <a:lnTo>
                  <a:pt x="90646" y="1034970"/>
                </a:lnTo>
                <a:lnTo>
                  <a:pt x="89912" y="1046343"/>
                </a:lnTo>
                <a:lnTo>
                  <a:pt x="89360" y="1057716"/>
                </a:lnTo>
                <a:lnTo>
                  <a:pt x="88977" y="1069090"/>
                </a:lnTo>
                <a:lnTo>
                  <a:pt x="88746" y="1080463"/>
                </a:lnTo>
                <a:lnTo>
                  <a:pt x="88647" y="1091836"/>
                </a:lnTo>
                <a:lnTo>
                  <a:pt x="88660" y="1103209"/>
                </a:lnTo>
                <a:lnTo>
                  <a:pt x="88764" y="1114583"/>
                </a:lnTo>
                <a:lnTo>
                  <a:pt x="88938" y="1125956"/>
                </a:lnTo>
                <a:lnTo>
                  <a:pt x="89161" y="1137329"/>
                </a:lnTo>
                <a:lnTo>
                  <a:pt x="89410" y="1148703"/>
                </a:lnTo>
                <a:lnTo>
                  <a:pt x="89662" y="1160076"/>
                </a:lnTo>
                <a:lnTo>
                  <a:pt x="89892" y="1171449"/>
                </a:lnTo>
                <a:lnTo>
                  <a:pt x="90078" y="1182822"/>
                </a:lnTo>
                <a:lnTo>
                  <a:pt x="90200" y="1194196"/>
                </a:lnTo>
                <a:lnTo>
                  <a:pt x="90246" y="1205569"/>
                </a:lnTo>
                <a:lnTo>
                  <a:pt x="90208" y="1216942"/>
                </a:lnTo>
                <a:lnTo>
                  <a:pt x="90090" y="1228316"/>
                </a:lnTo>
                <a:lnTo>
                  <a:pt x="89901" y="1239689"/>
                </a:lnTo>
                <a:lnTo>
                  <a:pt x="89657" y="1251062"/>
                </a:lnTo>
                <a:lnTo>
                  <a:pt x="89380" y="1262436"/>
                </a:lnTo>
                <a:lnTo>
                  <a:pt x="89092" y="1273809"/>
                </a:lnTo>
                <a:lnTo>
                  <a:pt x="88815" y="1285182"/>
                </a:lnTo>
                <a:lnTo>
                  <a:pt x="88566" y="1296555"/>
                </a:lnTo>
                <a:lnTo>
                  <a:pt x="88358" y="1307929"/>
                </a:lnTo>
                <a:lnTo>
                  <a:pt x="88196" y="1319302"/>
                </a:lnTo>
                <a:lnTo>
                  <a:pt x="88080" y="1330675"/>
                </a:lnTo>
                <a:lnTo>
                  <a:pt x="88008" y="1342049"/>
                </a:lnTo>
                <a:lnTo>
                  <a:pt x="87973" y="1353422"/>
                </a:lnTo>
                <a:lnTo>
                  <a:pt x="87967" y="1364795"/>
                </a:lnTo>
                <a:lnTo>
                  <a:pt x="87984" y="1376168"/>
                </a:lnTo>
                <a:lnTo>
                  <a:pt x="88020" y="1387542"/>
                </a:lnTo>
                <a:lnTo>
                  <a:pt x="88072" y="1398915"/>
                </a:lnTo>
                <a:lnTo>
                  <a:pt x="88139" y="1410288"/>
                </a:lnTo>
                <a:lnTo>
                  <a:pt x="88220" y="1421662"/>
                </a:lnTo>
                <a:lnTo>
                  <a:pt x="88313" y="1433035"/>
                </a:lnTo>
                <a:lnTo>
                  <a:pt x="88413" y="1444408"/>
                </a:lnTo>
                <a:lnTo>
                  <a:pt x="88514" y="1455782"/>
                </a:lnTo>
                <a:lnTo>
                  <a:pt x="88605" y="1467155"/>
                </a:lnTo>
                <a:lnTo>
                  <a:pt x="88674" y="1478528"/>
                </a:lnTo>
                <a:lnTo>
                  <a:pt x="88707" y="1489901"/>
                </a:lnTo>
                <a:lnTo>
                  <a:pt x="88691" y="1501275"/>
                </a:lnTo>
                <a:lnTo>
                  <a:pt x="88617" y="1512648"/>
                </a:lnTo>
                <a:lnTo>
                  <a:pt x="88481" y="1524021"/>
                </a:lnTo>
                <a:lnTo>
                  <a:pt x="88284" y="1535395"/>
                </a:lnTo>
                <a:lnTo>
                  <a:pt x="88036" y="1546768"/>
                </a:lnTo>
                <a:lnTo>
                  <a:pt x="87756" y="1558141"/>
                </a:lnTo>
                <a:lnTo>
                  <a:pt x="87472" y="1569514"/>
                </a:lnTo>
                <a:lnTo>
                  <a:pt x="87221" y="1580888"/>
                </a:lnTo>
                <a:lnTo>
                  <a:pt x="87050" y="1592261"/>
                </a:lnTo>
                <a:lnTo>
                  <a:pt x="87015" y="1603634"/>
                </a:lnTo>
                <a:lnTo>
                  <a:pt x="87184" y="1615008"/>
                </a:lnTo>
                <a:lnTo>
                  <a:pt x="87632" y="1626381"/>
                </a:lnTo>
                <a:lnTo>
                  <a:pt x="88444" y="1637754"/>
                </a:lnTo>
                <a:lnTo>
                  <a:pt x="89709" y="1649127"/>
                </a:lnTo>
                <a:lnTo>
                  <a:pt x="91520" y="1660501"/>
                </a:lnTo>
                <a:lnTo>
                  <a:pt x="93960" y="1671874"/>
                </a:lnTo>
                <a:lnTo>
                  <a:pt x="97098" y="1683247"/>
                </a:lnTo>
                <a:lnTo>
                  <a:pt x="100973" y="1694621"/>
                </a:lnTo>
                <a:lnTo>
                  <a:pt x="105586" y="1705994"/>
                </a:lnTo>
                <a:lnTo>
                  <a:pt x="110881" y="1717367"/>
                </a:lnTo>
                <a:lnTo>
                  <a:pt x="116739" y="1728741"/>
                </a:lnTo>
                <a:lnTo>
                  <a:pt x="122977" y="1740114"/>
                </a:lnTo>
                <a:lnTo>
                  <a:pt x="129345" y="1751487"/>
                </a:lnTo>
                <a:lnTo>
                  <a:pt x="135544" y="1762860"/>
                </a:lnTo>
                <a:lnTo>
                  <a:pt x="141243" y="1774234"/>
                </a:lnTo>
                <a:lnTo>
                  <a:pt x="146108" y="1785607"/>
                </a:lnTo>
                <a:lnTo>
                  <a:pt x="149835" y="1796980"/>
                </a:lnTo>
                <a:lnTo>
                  <a:pt x="152178" y="1808354"/>
                </a:lnTo>
                <a:lnTo>
                  <a:pt x="152977" y="1819727"/>
                </a:lnTo>
                <a:lnTo>
                  <a:pt x="152977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746" name="data_4497">
            <a:extLst>
              <a:ext uri="{FF2B5EF4-FFF2-40B4-BE49-F238E27FC236}">
                <a16:creationId xmlns:a16="http://schemas.microsoft.com/office/drawing/2014/main" id="{CCCBD71B-46D9-457A-BFA0-FA5715380247}"/>
              </a:ext>
            </a:extLst>
          </p:cNvPr>
          <p:cNvSpPr>
            <a:spLocks/>
          </p:cNvSpPr>
          <p:nvPr/>
        </p:nvSpPr>
        <p:spPr>
          <a:xfrm>
            <a:off x="8927072" y="1831304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20453" y="1819727"/>
                </a:moveTo>
                <a:lnTo>
                  <a:pt x="42108" y="1819727"/>
                </a:lnTo>
                <a:lnTo>
                  <a:pt x="42523" y="1808354"/>
                </a:lnTo>
                <a:lnTo>
                  <a:pt x="43740" y="1796980"/>
                </a:lnTo>
                <a:lnTo>
                  <a:pt x="45676" y="1785607"/>
                </a:lnTo>
                <a:lnTo>
                  <a:pt x="48206" y="1774234"/>
                </a:lnTo>
                <a:lnTo>
                  <a:pt x="51174" y="1762860"/>
                </a:lnTo>
                <a:lnTo>
                  <a:pt x="54407" y="1751487"/>
                </a:lnTo>
                <a:lnTo>
                  <a:pt x="57737" y="1740114"/>
                </a:lnTo>
                <a:lnTo>
                  <a:pt x="61010" y="1728741"/>
                </a:lnTo>
                <a:lnTo>
                  <a:pt x="64100" y="1717367"/>
                </a:lnTo>
                <a:lnTo>
                  <a:pt x="66911" y="1705994"/>
                </a:lnTo>
                <a:lnTo>
                  <a:pt x="69385" y="1694621"/>
                </a:lnTo>
                <a:lnTo>
                  <a:pt x="71493" y="1683247"/>
                </a:lnTo>
                <a:lnTo>
                  <a:pt x="73236" y="1671874"/>
                </a:lnTo>
                <a:lnTo>
                  <a:pt x="74633" y="1660501"/>
                </a:lnTo>
                <a:lnTo>
                  <a:pt x="75720" y="1649127"/>
                </a:lnTo>
                <a:lnTo>
                  <a:pt x="76540" y="1637754"/>
                </a:lnTo>
                <a:lnTo>
                  <a:pt x="77138" y="1626381"/>
                </a:lnTo>
                <a:lnTo>
                  <a:pt x="77560" y="1615008"/>
                </a:lnTo>
                <a:lnTo>
                  <a:pt x="77847" y="1603634"/>
                </a:lnTo>
                <a:lnTo>
                  <a:pt x="78035" y="1592261"/>
                </a:lnTo>
                <a:lnTo>
                  <a:pt x="78156" y="1580888"/>
                </a:lnTo>
                <a:lnTo>
                  <a:pt x="78234" y="1569514"/>
                </a:lnTo>
                <a:lnTo>
                  <a:pt x="78288" y="1558141"/>
                </a:lnTo>
                <a:lnTo>
                  <a:pt x="78331" y="1546768"/>
                </a:lnTo>
                <a:lnTo>
                  <a:pt x="78368" y="1535395"/>
                </a:lnTo>
                <a:lnTo>
                  <a:pt x="78403" y="1524021"/>
                </a:lnTo>
                <a:lnTo>
                  <a:pt x="78432" y="1512648"/>
                </a:lnTo>
                <a:lnTo>
                  <a:pt x="78450" y="1501275"/>
                </a:lnTo>
                <a:lnTo>
                  <a:pt x="78447" y="1489901"/>
                </a:lnTo>
                <a:lnTo>
                  <a:pt x="78414" y="1478528"/>
                </a:lnTo>
                <a:lnTo>
                  <a:pt x="78345" y="1467155"/>
                </a:lnTo>
                <a:lnTo>
                  <a:pt x="78233" y="1455782"/>
                </a:lnTo>
                <a:lnTo>
                  <a:pt x="78076" y="1444408"/>
                </a:lnTo>
                <a:lnTo>
                  <a:pt x="77875" y="1433035"/>
                </a:lnTo>
                <a:lnTo>
                  <a:pt x="77638" y="1421662"/>
                </a:lnTo>
                <a:lnTo>
                  <a:pt x="77374" y="1410288"/>
                </a:lnTo>
                <a:lnTo>
                  <a:pt x="77095" y="1398915"/>
                </a:lnTo>
                <a:lnTo>
                  <a:pt x="76815" y="1387542"/>
                </a:lnTo>
                <a:lnTo>
                  <a:pt x="76548" y="1376168"/>
                </a:lnTo>
                <a:lnTo>
                  <a:pt x="76305" y="1364795"/>
                </a:lnTo>
                <a:lnTo>
                  <a:pt x="76094" y="1353422"/>
                </a:lnTo>
                <a:lnTo>
                  <a:pt x="75919" y="1342049"/>
                </a:lnTo>
                <a:lnTo>
                  <a:pt x="75781" y="1330675"/>
                </a:lnTo>
                <a:lnTo>
                  <a:pt x="75678" y="1319302"/>
                </a:lnTo>
                <a:lnTo>
                  <a:pt x="75602" y="1307929"/>
                </a:lnTo>
                <a:lnTo>
                  <a:pt x="75549" y="1296555"/>
                </a:lnTo>
                <a:lnTo>
                  <a:pt x="75510" y="1285182"/>
                </a:lnTo>
                <a:lnTo>
                  <a:pt x="75482" y="1273809"/>
                </a:lnTo>
                <a:lnTo>
                  <a:pt x="75458" y="1262436"/>
                </a:lnTo>
                <a:lnTo>
                  <a:pt x="75439" y="1251062"/>
                </a:lnTo>
                <a:lnTo>
                  <a:pt x="75421" y="1239689"/>
                </a:lnTo>
                <a:lnTo>
                  <a:pt x="75407" y="1228316"/>
                </a:lnTo>
                <a:lnTo>
                  <a:pt x="75396" y="1216942"/>
                </a:lnTo>
                <a:lnTo>
                  <a:pt x="75390" y="1205569"/>
                </a:lnTo>
                <a:lnTo>
                  <a:pt x="75387" y="1194196"/>
                </a:lnTo>
                <a:lnTo>
                  <a:pt x="75388" y="1182822"/>
                </a:lnTo>
                <a:lnTo>
                  <a:pt x="75391" y="1171449"/>
                </a:lnTo>
                <a:lnTo>
                  <a:pt x="75395" y="1160076"/>
                </a:lnTo>
                <a:lnTo>
                  <a:pt x="75400" y="1148703"/>
                </a:lnTo>
                <a:lnTo>
                  <a:pt x="75406" y="1137329"/>
                </a:lnTo>
                <a:lnTo>
                  <a:pt x="75412" y="1125956"/>
                </a:lnTo>
                <a:lnTo>
                  <a:pt x="75419" y="1114583"/>
                </a:lnTo>
                <a:lnTo>
                  <a:pt x="75424" y="1103209"/>
                </a:lnTo>
                <a:lnTo>
                  <a:pt x="75424" y="1091836"/>
                </a:lnTo>
                <a:lnTo>
                  <a:pt x="75411" y="1080463"/>
                </a:lnTo>
                <a:lnTo>
                  <a:pt x="75377" y="1069090"/>
                </a:lnTo>
                <a:lnTo>
                  <a:pt x="75307" y="1057716"/>
                </a:lnTo>
                <a:lnTo>
                  <a:pt x="75186" y="1046343"/>
                </a:lnTo>
                <a:lnTo>
                  <a:pt x="75001" y="1034970"/>
                </a:lnTo>
                <a:lnTo>
                  <a:pt x="74739" y="1023596"/>
                </a:lnTo>
                <a:lnTo>
                  <a:pt x="74393" y="1012223"/>
                </a:lnTo>
                <a:lnTo>
                  <a:pt x="73964" y="1000850"/>
                </a:lnTo>
                <a:lnTo>
                  <a:pt x="73463" y="989476"/>
                </a:lnTo>
                <a:lnTo>
                  <a:pt x="72910" y="978103"/>
                </a:lnTo>
                <a:lnTo>
                  <a:pt x="72335" y="966730"/>
                </a:lnTo>
                <a:lnTo>
                  <a:pt x="71773" y="955357"/>
                </a:lnTo>
                <a:lnTo>
                  <a:pt x="71263" y="943983"/>
                </a:lnTo>
                <a:lnTo>
                  <a:pt x="70844" y="932610"/>
                </a:lnTo>
                <a:lnTo>
                  <a:pt x="70549" y="921237"/>
                </a:lnTo>
                <a:lnTo>
                  <a:pt x="70400" y="909863"/>
                </a:lnTo>
                <a:lnTo>
                  <a:pt x="70411" y="898490"/>
                </a:lnTo>
                <a:lnTo>
                  <a:pt x="70579" y="887117"/>
                </a:lnTo>
                <a:lnTo>
                  <a:pt x="70891" y="875744"/>
                </a:lnTo>
                <a:lnTo>
                  <a:pt x="71323" y="864370"/>
                </a:lnTo>
                <a:lnTo>
                  <a:pt x="71843" y="852997"/>
                </a:lnTo>
                <a:lnTo>
                  <a:pt x="72415" y="841624"/>
                </a:lnTo>
                <a:lnTo>
                  <a:pt x="73004" y="830250"/>
                </a:lnTo>
                <a:lnTo>
                  <a:pt x="73575" y="818877"/>
                </a:lnTo>
                <a:lnTo>
                  <a:pt x="74099" y="807504"/>
                </a:lnTo>
                <a:lnTo>
                  <a:pt x="74553" y="796131"/>
                </a:lnTo>
                <a:lnTo>
                  <a:pt x="74919" y="784757"/>
                </a:lnTo>
                <a:lnTo>
                  <a:pt x="75183" y="773384"/>
                </a:lnTo>
                <a:lnTo>
                  <a:pt x="75340" y="762011"/>
                </a:lnTo>
                <a:lnTo>
                  <a:pt x="75384" y="750637"/>
                </a:lnTo>
                <a:lnTo>
                  <a:pt x="75317" y="739264"/>
                </a:lnTo>
                <a:lnTo>
                  <a:pt x="75144" y="727891"/>
                </a:lnTo>
                <a:lnTo>
                  <a:pt x="74874" y="716517"/>
                </a:lnTo>
                <a:lnTo>
                  <a:pt x="74521" y="705144"/>
                </a:lnTo>
                <a:lnTo>
                  <a:pt x="74104" y="693771"/>
                </a:lnTo>
                <a:lnTo>
                  <a:pt x="73649" y="682398"/>
                </a:lnTo>
                <a:lnTo>
                  <a:pt x="73186" y="671024"/>
                </a:lnTo>
                <a:lnTo>
                  <a:pt x="72745" y="659651"/>
                </a:lnTo>
                <a:lnTo>
                  <a:pt x="72360" y="648278"/>
                </a:lnTo>
                <a:lnTo>
                  <a:pt x="72062" y="636904"/>
                </a:lnTo>
                <a:lnTo>
                  <a:pt x="71874" y="625531"/>
                </a:lnTo>
                <a:lnTo>
                  <a:pt x="71815" y="614158"/>
                </a:lnTo>
                <a:lnTo>
                  <a:pt x="71893" y="602785"/>
                </a:lnTo>
                <a:lnTo>
                  <a:pt x="72103" y="591411"/>
                </a:lnTo>
                <a:lnTo>
                  <a:pt x="72433" y="580038"/>
                </a:lnTo>
                <a:lnTo>
                  <a:pt x="72861" y="568665"/>
                </a:lnTo>
                <a:lnTo>
                  <a:pt x="73357" y="557291"/>
                </a:lnTo>
                <a:lnTo>
                  <a:pt x="73892" y="545918"/>
                </a:lnTo>
                <a:lnTo>
                  <a:pt x="74433" y="534545"/>
                </a:lnTo>
                <a:lnTo>
                  <a:pt x="74954" y="523171"/>
                </a:lnTo>
                <a:lnTo>
                  <a:pt x="75433" y="511798"/>
                </a:lnTo>
                <a:lnTo>
                  <a:pt x="75854" y="500425"/>
                </a:lnTo>
                <a:lnTo>
                  <a:pt x="76209" y="489052"/>
                </a:lnTo>
                <a:lnTo>
                  <a:pt x="76498" y="477678"/>
                </a:lnTo>
                <a:lnTo>
                  <a:pt x="76724" y="466305"/>
                </a:lnTo>
                <a:lnTo>
                  <a:pt x="76896" y="454932"/>
                </a:lnTo>
                <a:lnTo>
                  <a:pt x="77023" y="443558"/>
                </a:lnTo>
                <a:lnTo>
                  <a:pt x="77117" y="432185"/>
                </a:lnTo>
                <a:lnTo>
                  <a:pt x="77187" y="420812"/>
                </a:lnTo>
                <a:lnTo>
                  <a:pt x="77244" y="409439"/>
                </a:lnTo>
                <a:lnTo>
                  <a:pt x="77294" y="398065"/>
                </a:lnTo>
                <a:lnTo>
                  <a:pt x="77343" y="386692"/>
                </a:lnTo>
                <a:lnTo>
                  <a:pt x="77396" y="375319"/>
                </a:lnTo>
                <a:lnTo>
                  <a:pt x="77455" y="363945"/>
                </a:lnTo>
                <a:lnTo>
                  <a:pt x="77521" y="352572"/>
                </a:lnTo>
                <a:lnTo>
                  <a:pt x="77594" y="341199"/>
                </a:lnTo>
                <a:lnTo>
                  <a:pt x="77675" y="329825"/>
                </a:lnTo>
                <a:lnTo>
                  <a:pt x="77762" y="318452"/>
                </a:lnTo>
                <a:lnTo>
                  <a:pt x="77853" y="307079"/>
                </a:lnTo>
                <a:lnTo>
                  <a:pt x="77944" y="295706"/>
                </a:lnTo>
                <a:lnTo>
                  <a:pt x="78030" y="284332"/>
                </a:lnTo>
                <a:lnTo>
                  <a:pt x="78104" y="272959"/>
                </a:lnTo>
                <a:lnTo>
                  <a:pt x="78156" y="261586"/>
                </a:lnTo>
                <a:lnTo>
                  <a:pt x="78168" y="250212"/>
                </a:lnTo>
                <a:lnTo>
                  <a:pt x="78116" y="238839"/>
                </a:lnTo>
                <a:lnTo>
                  <a:pt x="77968" y="227466"/>
                </a:lnTo>
                <a:lnTo>
                  <a:pt x="77676" y="216093"/>
                </a:lnTo>
                <a:lnTo>
                  <a:pt x="77182" y="204719"/>
                </a:lnTo>
                <a:lnTo>
                  <a:pt x="76409" y="193346"/>
                </a:lnTo>
                <a:lnTo>
                  <a:pt x="75267" y="181973"/>
                </a:lnTo>
                <a:lnTo>
                  <a:pt x="73653" y="170599"/>
                </a:lnTo>
                <a:lnTo>
                  <a:pt x="71458" y="159226"/>
                </a:lnTo>
                <a:lnTo>
                  <a:pt x="68577" y="147853"/>
                </a:lnTo>
                <a:lnTo>
                  <a:pt x="64919" y="136480"/>
                </a:lnTo>
                <a:lnTo>
                  <a:pt x="60428" y="125106"/>
                </a:lnTo>
                <a:lnTo>
                  <a:pt x="55093" y="113733"/>
                </a:lnTo>
                <a:lnTo>
                  <a:pt x="48968" y="102360"/>
                </a:lnTo>
                <a:lnTo>
                  <a:pt x="42182" y="90986"/>
                </a:lnTo>
                <a:lnTo>
                  <a:pt x="34945" y="79613"/>
                </a:lnTo>
                <a:lnTo>
                  <a:pt x="27546" y="68240"/>
                </a:lnTo>
                <a:lnTo>
                  <a:pt x="20333" y="56866"/>
                </a:lnTo>
                <a:lnTo>
                  <a:pt x="13693" y="45493"/>
                </a:lnTo>
                <a:lnTo>
                  <a:pt x="8018" y="34120"/>
                </a:lnTo>
                <a:lnTo>
                  <a:pt x="3669" y="22747"/>
                </a:lnTo>
                <a:lnTo>
                  <a:pt x="934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28" y="11373"/>
                </a:lnTo>
                <a:lnTo>
                  <a:pt x="158893" y="22747"/>
                </a:lnTo>
                <a:lnTo>
                  <a:pt x="154543" y="34120"/>
                </a:lnTo>
                <a:lnTo>
                  <a:pt x="148869" y="45493"/>
                </a:lnTo>
                <a:lnTo>
                  <a:pt x="142229" y="56866"/>
                </a:lnTo>
                <a:lnTo>
                  <a:pt x="135016" y="68240"/>
                </a:lnTo>
                <a:lnTo>
                  <a:pt x="127616" y="79613"/>
                </a:lnTo>
                <a:lnTo>
                  <a:pt x="120380" y="90986"/>
                </a:lnTo>
                <a:lnTo>
                  <a:pt x="113594" y="102360"/>
                </a:lnTo>
                <a:lnTo>
                  <a:pt x="107469" y="113733"/>
                </a:lnTo>
                <a:lnTo>
                  <a:pt x="102133" y="125106"/>
                </a:lnTo>
                <a:lnTo>
                  <a:pt x="97642" y="136480"/>
                </a:lnTo>
                <a:lnTo>
                  <a:pt x="93985" y="147853"/>
                </a:lnTo>
                <a:lnTo>
                  <a:pt x="91104" y="159226"/>
                </a:lnTo>
                <a:lnTo>
                  <a:pt x="88909" y="170599"/>
                </a:lnTo>
                <a:lnTo>
                  <a:pt x="87295" y="181973"/>
                </a:lnTo>
                <a:lnTo>
                  <a:pt x="86153" y="193346"/>
                </a:lnTo>
                <a:lnTo>
                  <a:pt x="85380" y="204719"/>
                </a:lnTo>
                <a:lnTo>
                  <a:pt x="84885" y="216093"/>
                </a:lnTo>
                <a:lnTo>
                  <a:pt x="84594" y="227466"/>
                </a:lnTo>
                <a:lnTo>
                  <a:pt x="84445" y="238839"/>
                </a:lnTo>
                <a:lnTo>
                  <a:pt x="84394" y="250212"/>
                </a:lnTo>
                <a:lnTo>
                  <a:pt x="84406" y="261586"/>
                </a:lnTo>
                <a:lnTo>
                  <a:pt x="84457" y="272959"/>
                </a:lnTo>
                <a:lnTo>
                  <a:pt x="84532" y="284332"/>
                </a:lnTo>
                <a:lnTo>
                  <a:pt x="84618" y="295706"/>
                </a:lnTo>
                <a:lnTo>
                  <a:pt x="84709" y="307079"/>
                </a:lnTo>
                <a:lnTo>
                  <a:pt x="84800" y="318452"/>
                </a:lnTo>
                <a:lnTo>
                  <a:pt x="84886" y="329825"/>
                </a:lnTo>
                <a:lnTo>
                  <a:pt x="84967" y="341199"/>
                </a:lnTo>
                <a:lnTo>
                  <a:pt x="85041" y="352572"/>
                </a:lnTo>
                <a:lnTo>
                  <a:pt x="85107" y="363945"/>
                </a:lnTo>
                <a:lnTo>
                  <a:pt x="85166" y="375319"/>
                </a:lnTo>
                <a:lnTo>
                  <a:pt x="85218" y="386692"/>
                </a:lnTo>
                <a:lnTo>
                  <a:pt x="85268" y="398065"/>
                </a:lnTo>
                <a:lnTo>
                  <a:pt x="85318" y="409439"/>
                </a:lnTo>
                <a:lnTo>
                  <a:pt x="85374" y="420812"/>
                </a:lnTo>
                <a:lnTo>
                  <a:pt x="85445" y="432185"/>
                </a:lnTo>
                <a:lnTo>
                  <a:pt x="85538" y="443558"/>
                </a:lnTo>
                <a:lnTo>
                  <a:pt x="85666" y="454932"/>
                </a:lnTo>
                <a:lnTo>
                  <a:pt x="85837" y="466305"/>
                </a:lnTo>
                <a:lnTo>
                  <a:pt x="86063" y="477678"/>
                </a:lnTo>
                <a:lnTo>
                  <a:pt x="86352" y="489052"/>
                </a:lnTo>
                <a:lnTo>
                  <a:pt x="86708" y="500425"/>
                </a:lnTo>
                <a:lnTo>
                  <a:pt x="87129" y="511798"/>
                </a:lnTo>
                <a:lnTo>
                  <a:pt x="87607" y="523171"/>
                </a:lnTo>
                <a:lnTo>
                  <a:pt x="88128" y="534545"/>
                </a:lnTo>
                <a:lnTo>
                  <a:pt x="88670" y="545918"/>
                </a:lnTo>
                <a:lnTo>
                  <a:pt x="89204" y="557291"/>
                </a:lnTo>
                <a:lnTo>
                  <a:pt x="89701" y="568665"/>
                </a:lnTo>
                <a:lnTo>
                  <a:pt x="90128" y="580038"/>
                </a:lnTo>
                <a:lnTo>
                  <a:pt x="90458" y="591411"/>
                </a:lnTo>
                <a:lnTo>
                  <a:pt x="90669" y="602785"/>
                </a:lnTo>
                <a:lnTo>
                  <a:pt x="90746" y="614158"/>
                </a:lnTo>
                <a:lnTo>
                  <a:pt x="90687" y="625531"/>
                </a:lnTo>
                <a:lnTo>
                  <a:pt x="90500" y="636904"/>
                </a:lnTo>
                <a:lnTo>
                  <a:pt x="90201" y="648278"/>
                </a:lnTo>
                <a:lnTo>
                  <a:pt x="89816" y="659651"/>
                </a:lnTo>
                <a:lnTo>
                  <a:pt x="89376" y="671024"/>
                </a:lnTo>
                <a:lnTo>
                  <a:pt x="88912" y="682398"/>
                </a:lnTo>
                <a:lnTo>
                  <a:pt x="88457" y="693771"/>
                </a:lnTo>
                <a:lnTo>
                  <a:pt x="88041" y="705144"/>
                </a:lnTo>
                <a:lnTo>
                  <a:pt x="87688" y="716517"/>
                </a:lnTo>
                <a:lnTo>
                  <a:pt x="87417" y="727891"/>
                </a:lnTo>
                <a:lnTo>
                  <a:pt x="87244" y="739264"/>
                </a:lnTo>
                <a:lnTo>
                  <a:pt x="87177" y="750637"/>
                </a:lnTo>
                <a:lnTo>
                  <a:pt x="87222" y="762011"/>
                </a:lnTo>
                <a:lnTo>
                  <a:pt x="87378" y="773384"/>
                </a:lnTo>
                <a:lnTo>
                  <a:pt x="87643" y="784757"/>
                </a:lnTo>
                <a:lnTo>
                  <a:pt x="88008" y="796131"/>
                </a:lnTo>
                <a:lnTo>
                  <a:pt x="88462" y="807504"/>
                </a:lnTo>
                <a:lnTo>
                  <a:pt x="88987" y="818877"/>
                </a:lnTo>
                <a:lnTo>
                  <a:pt x="89558" y="830250"/>
                </a:lnTo>
                <a:lnTo>
                  <a:pt x="90146" y="841624"/>
                </a:lnTo>
                <a:lnTo>
                  <a:pt x="90719" y="852997"/>
                </a:lnTo>
                <a:lnTo>
                  <a:pt x="91239" y="864370"/>
                </a:lnTo>
                <a:lnTo>
                  <a:pt x="91670" y="875744"/>
                </a:lnTo>
                <a:lnTo>
                  <a:pt x="91983" y="887117"/>
                </a:lnTo>
                <a:lnTo>
                  <a:pt x="92151" y="898490"/>
                </a:lnTo>
                <a:lnTo>
                  <a:pt x="92161" y="909863"/>
                </a:lnTo>
                <a:lnTo>
                  <a:pt x="92013" y="921237"/>
                </a:lnTo>
                <a:lnTo>
                  <a:pt x="91717" y="932610"/>
                </a:lnTo>
                <a:lnTo>
                  <a:pt x="91298" y="943983"/>
                </a:lnTo>
                <a:lnTo>
                  <a:pt x="90789" y="955357"/>
                </a:lnTo>
                <a:lnTo>
                  <a:pt x="90227" y="966730"/>
                </a:lnTo>
                <a:lnTo>
                  <a:pt x="89651" y="978103"/>
                </a:lnTo>
                <a:lnTo>
                  <a:pt x="89098" y="989476"/>
                </a:lnTo>
                <a:lnTo>
                  <a:pt x="88598" y="1000850"/>
                </a:lnTo>
                <a:lnTo>
                  <a:pt x="88169" y="1012223"/>
                </a:lnTo>
                <a:lnTo>
                  <a:pt x="87823" y="1023596"/>
                </a:lnTo>
                <a:lnTo>
                  <a:pt x="87561" y="1034970"/>
                </a:lnTo>
                <a:lnTo>
                  <a:pt x="87375" y="1046343"/>
                </a:lnTo>
                <a:lnTo>
                  <a:pt x="87255" y="1057716"/>
                </a:lnTo>
                <a:lnTo>
                  <a:pt x="87185" y="1069090"/>
                </a:lnTo>
                <a:lnTo>
                  <a:pt x="87150" y="1080463"/>
                </a:lnTo>
                <a:lnTo>
                  <a:pt x="87138" y="1091836"/>
                </a:lnTo>
                <a:lnTo>
                  <a:pt x="87138" y="1103209"/>
                </a:lnTo>
                <a:lnTo>
                  <a:pt x="87143" y="1114583"/>
                </a:lnTo>
                <a:lnTo>
                  <a:pt x="87149" y="1125956"/>
                </a:lnTo>
                <a:lnTo>
                  <a:pt x="87156" y="1137329"/>
                </a:lnTo>
                <a:lnTo>
                  <a:pt x="87161" y="1148703"/>
                </a:lnTo>
                <a:lnTo>
                  <a:pt x="87166" y="1160076"/>
                </a:lnTo>
                <a:lnTo>
                  <a:pt x="87171" y="1171449"/>
                </a:lnTo>
                <a:lnTo>
                  <a:pt x="87174" y="1182822"/>
                </a:lnTo>
                <a:lnTo>
                  <a:pt x="87174" y="1194196"/>
                </a:lnTo>
                <a:lnTo>
                  <a:pt x="87172" y="1205569"/>
                </a:lnTo>
                <a:lnTo>
                  <a:pt x="87165" y="1216942"/>
                </a:lnTo>
                <a:lnTo>
                  <a:pt x="87155" y="1228316"/>
                </a:lnTo>
                <a:lnTo>
                  <a:pt x="87140" y="1239689"/>
                </a:lnTo>
                <a:lnTo>
                  <a:pt x="87123" y="1251062"/>
                </a:lnTo>
                <a:lnTo>
                  <a:pt x="87103" y="1262436"/>
                </a:lnTo>
                <a:lnTo>
                  <a:pt x="87080" y="1273809"/>
                </a:lnTo>
                <a:lnTo>
                  <a:pt x="87051" y="1285182"/>
                </a:lnTo>
                <a:lnTo>
                  <a:pt x="87013" y="1296555"/>
                </a:lnTo>
                <a:lnTo>
                  <a:pt x="86959" y="1307929"/>
                </a:lnTo>
                <a:lnTo>
                  <a:pt x="86884" y="1319302"/>
                </a:lnTo>
                <a:lnTo>
                  <a:pt x="86780" y="1330675"/>
                </a:lnTo>
                <a:lnTo>
                  <a:pt x="86643" y="1342049"/>
                </a:lnTo>
                <a:lnTo>
                  <a:pt x="86468" y="1353422"/>
                </a:lnTo>
                <a:lnTo>
                  <a:pt x="86257" y="1364795"/>
                </a:lnTo>
                <a:lnTo>
                  <a:pt x="86014" y="1376168"/>
                </a:lnTo>
                <a:lnTo>
                  <a:pt x="85747" y="1387542"/>
                </a:lnTo>
                <a:lnTo>
                  <a:pt x="85467" y="1398915"/>
                </a:lnTo>
                <a:lnTo>
                  <a:pt x="85188" y="1410288"/>
                </a:lnTo>
                <a:lnTo>
                  <a:pt x="84924" y="1421662"/>
                </a:lnTo>
                <a:lnTo>
                  <a:pt x="84686" y="1433035"/>
                </a:lnTo>
                <a:lnTo>
                  <a:pt x="84486" y="1444408"/>
                </a:lnTo>
                <a:lnTo>
                  <a:pt x="84329" y="1455782"/>
                </a:lnTo>
                <a:lnTo>
                  <a:pt x="84216" y="1467155"/>
                </a:lnTo>
                <a:lnTo>
                  <a:pt x="84147" y="1478528"/>
                </a:lnTo>
                <a:lnTo>
                  <a:pt x="84115" y="1489901"/>
                </a:lnTo>
                <a:lnTo>
                  <a:pt x="84112" y="1501275"/>
                </a:lnTo>
                <a:lnTo>
                  <a:pt x="84129" y="1512648"/>
                </a:lnTo>
                <a:lnTo>
                  <a:pt x="84158" y="1524021"/>
                </a:lnTo>
                <a:lnTo>
                  <a:pt x="84193" y="1535395"/>
                </a:lnTo>
                <a:lnTo>
                  <a:pt x="84231" y="1546768"/>
                </a:lnTo>
                <a:lnTo>
                  <a:pt x="84273" y="1558141"/>
                </a:lnTo>
                <a:lnTo>
                  <a:pt x="84327" y="1569514"/>
                </a:lnTo>
                <a:lnTo>
                  <a:pt x="84405" y="1580888"/>
                </a:lnTo>
                <a:lnTo>
                  <a:pt x="84526" y="1592261"/>
                </a:lnTo>
                <a:lnTo>
                  <a:pt x="84715" y="1603634"/>
                </a:lnTo>
                <a:lnTo>
                  <a:pt x="85002" y="1615008"/>
                </a:lnTo>
                <a:lnTo>
                  <a:pt x="85423" y="1626381"/>
                </a:lnTo>
                <a:lnTo>
                  <a:pt x="86022" y="1637754"/>
                </a:lnTo>
                <a:lnTo>
                  <a:pt x="86841" y="1649127"/>
                </a:lnTo>
                <a:lnTo>
                  <a:pt x="87928" y="1660501"/>
                </a:lnTo>
                <a:lnTo>
                  <a:pt x="89326" y="1671874"/>
                </a:lnTo>
                <a:lnTo>
                  <a:pt x="91068" y="1683247"/>
                </a:lnTo>
                <a:lnTo>
                  <a:pt x="93176" y="1694621"/>
                </a:lnTo>
                <a:lnTo>
                  <a:pt x="95650" y="1705994"/>
                </a:lnTo>
                <a:lnTo>
                  <a:pt x="98462" y="1717367"/>
                </a:lnTo>
                <a:lnTo>
                  <a:pt x="101552" y="1728741"/>
                </a:lnTo>
                <a:lnTo>
                  <a:pt x="104825" y="1740114"/>
                </a:lnTo>
                <a:lnTo>
                  <a:pt x="108155" y="1751487"/>
                </a:lnTo>
                <a:lnTo>
                  <a:pt x="111388" y="1762860"/>
                </a:lnTo>
                <a:lnTo>
                  <a:pt x="114355" y="1774234"/>
                </a:lnTo>
                <a:lnTo>
                  <a:pt x="116885" y="1785607"/>
                </a:lnTo>
                <a:lnTo>
                  <a:pt x="118822" y="1796980"/>
                </a:lnTo>
                <a:lnTo>
                  <a:pt x="120038" y="1808354"/>
                </a:lnTo>
                <a:lnTo>
                  <a:pt x="120453" y="1819727"/>
                </a:lnTo>
                <a:lnTo>
                  <a:pt x="120453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747" name="data_4498">
            <a:extLst>
              <a:ext uri="{FF2B5EF4-FFF2-40B4-BE49-F238E27FC236}">
                <a16:creationId xmlns:a16="http://schemas.microsoft.com/office/drawing/2014/main" id="{E0F4BCE9-F4A7-4839-A2FD-7FD3BEA3C2D8}"/>
              </a:ext>
            </a:extLst>
          </p:cNvPr>
          <p:cNvSpPr>
            <a:spLocks/>
          </p:cNvSpPr>
          <p:nvPr/>
        </p:nvSpPr>
        <p:spPr>
          <a:xfrm>
            <a:off x="589643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4499">
            <a:extLst>
              <a:ext uri="{FF2B5EF4-FFF2-40B4-BE49-F238E27FC236}">
                <a16:creationId xmlns:a16="http://schemas.microsoft.com/office/drawing/2014/main" id="{FF211CFD-329F-422B-BB81-716073EA157B}"/>
              </a:ext>
            </a:extLst>
          </p:cNvPr>
          <p:cNvSpPr>
            <a:spLocks/>
          </p:cNvSpPr>
          <p:nvPr/>
        </p:nvSpPr>
        <p:spPr>
          <a:xfrm>
            <a:off x="586801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4500">
            <a:extLst>
              <a:ext uri="{FF2B5EF4-FFF2-40B4-BE49-F238E27FC236}">
                <a16:creationId xmlns:a16="http://schemas.microsoft.com/office/drawing/2014/main" id="{078B3ECC-2866-42D7-B6A9-E3C4B6FFC42F}"/>
              </a:ext>
            </a:extLst>
          </p:cNvPr>
          <p:cNvSpPr>
            <a:spLocks/>
          </p:cNvSpPr>
          <p:nvPr/>
        </p:nvSpPr>
        <p:spPr>
          <a:xfrm>
            <a:off x="5800510" y="36228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4501">
            <a:extLst>
              <a:ext uri="{FF2B5EF4-FFF2-40B4-BE49-F238E27FC236}">
                <a16:creationId xmlns:a16="http://schemas.microsoft.com/office/drawing/2014/main" id="{46860DB0-1A7E-4362-AAC4-259AE5AD7463}"/>
              </a:ext>
            </a:extLst>
          </p:cNvPr>
          <p:cNvSpPr>
            <a:spLocks/>
          </p:cNvSpPr>
          <p:nvPr/>
        </p:nvSpPr>
        <p:spPr>
          <a:xfrm>
            <a:off x="583082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4502">
            <a:extLst>
              <a:ext uri="{FF2B5EF4-FFF2-40B4-BE49-F238E27FC236}">
                <a16:creationId xmlns:a16="http://schemas.microsoft.com/office/drawing/2014/main" id="{155A5333-8C1D-4F47-BEB4-378C963426B4}"/>
              </a:ext>
            </a:extLst>
          </p:cNvPr>
          <p:cNvSpPr>
            <a:spLocks/>
          </p:cNvSpPr>
          <p:nvPr/>
        </p:nvSpPr>
        <p:spPr>
          <a:xfrm>
            <a:off x="5824065" y="3573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4503">
            <a:extLst>
              <a:ext uri="{FF2B5EF4-FFF2-40B4-BE49-F238E27FC236}">
                <a16:creationId xmlns:a16="http://schemas.microsoft.com/office/drawing/2014/main" id="{5C0DCE1B-41B9-4785-BEA6-5201792F77CA}"/>
              </a:ext>
            </a:extLst>
          </p:cNvPr>
          <p:cNvSpPr>
            <a:spLocks/>
          </p:cNvSpPr>
          <p:nvPr/>
        </p:nvSpPr>
        <p:spPr>
          <a:xfrm>
            <a:off x="58179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4504">
            <a:extLst>
              <a:ext uri="{FF2B5EF4-FFF2-40B4-BE49-F238E27FC236}">
                <a16:creationId xmlns:a16="http://schemas.microsoft.com/office/drawing/2014/main" id="{21DB1EEC-0FE3-4B02-B7E3-40D63C5ED258}"/>
              </a:ext>
            </a:extLst>
          </p:cNvPr>
          <p:cNvSpPr>
            <a:spLocks/>
          </p:cNvSpPr>
          <p:nvPr/>
        </p:nvSpPr>
        <p:spPr>
          <a:xfrm>
            <a:off x="585771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4505">
            <a:extLst>
              <a:ext uri="{FF2B5EF4-FFF2-40B4-BE49-F238E27FC236}">
                <a16:creationId xmlns:a16="http://schemas.microsoft.com/office/drawing/2014/main" id="{6CF0B423-DAA4-4E6E-930C-CE9DC01326F5}"/>
              </a:ext>
            </a:extLst>
          </p:cNvPr>
          <p:cNvSpPr>
            <a:spLocks/>
          </p:cNvSpPr>
          <p:nvPr/>
        </p:nvSpPr>
        <p:spPr>
          <a:xfrm>
            <a:off x="5826164" y="36106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4506">
            <a:extLst>
              <a:ext uri="{FF2B5EF4-FFF2-40B4-BE49-F238E27FC236}">
                <a16:creationId xmlns:a16="http://schemas.microsoft.com/office/drawing/2014/main" id="{7419EED0-AE70-4DEA-BF61-7F479EF774BD}"/>
              </a:ext>
            </a:extLst>
          </p:cNvPr>
          <p:cNvSpPr>
            <a:spLocks/>
          </p:cNvSpPr>
          <p:nvPr/>
        </p:nvSpPr>
        <p:spPr>
          <a:xfrm>
            <a:off x="588608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4507">
            <a:extLst>
              <a:ext uri="{FF2B5EF4-FFF2-40B4-BE49-F238E27FC236}">
                <a16:creationId xmlns:a16="http://schemas.microsoft.com/office/drawing/2014/main" id="{B85B5137-F44B-4A2A-940B-7FA5790C42DE}"/>
              </a:ext>
            </a:extLst>
          </p:cNvPr>
          <p:cNvSpPr>
            <a:spLocks/>
          </p:cNvSpPr>
          <p:nvPr/>
        </p:nvSpPr>
        <p:spPr>
          <a:xfrm>
            <a:off x="5843915" y="36230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4508">
            <a:extLst>
              <a:ext uri="{FF2B5EF4-FFF2-40B4-BE49-F238E27FC236}">
                <a16:creationId xmlns:a16="http://schemas.microsoft.com/office/drawing/2014/main" id="{C8B000C2-2046-4609-8A40-611EC53D4A36}"/>
              </a:ext>
            </a:extLst>
          </p:cNvPr>
          <p:cNvSpPr>
            <a:spLocks/>
          </p:cNvSpPr>
          <p:nvPr/>
        </p:nvSpPr>
        <p:spPr>
          <a:xfrm>
            <a:off x="5825974" y="26563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4509">
            <a:extLst>
              <a:ext uri="{FF2B5EF4-FFF2-40B4-BE49-F238E27FC236}">
                <a16:creationId xmlns:a16="http://schemas.microsoft.com/office/drawing/2014/main" id="{32890E3C-2118-4AB3-BB96-C5A5D6A6352B}"/>
              </a:ext>
            </a:extLst>
          </p:cNvPr>
          <p:cNvSpPr>
            <a:spLocks/>
          </p:cNvSpPr>
          <p:nvPr/>
        </p:nvSpPr>
        <p:spPr>
          <a:xfrm>
            <a:off x="5889319" y="33938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4510">
            <a:extLst>
              <a:ext uri="{FF2B5EF4-FFF2-40B4-BE49-F238E27FC236}">
                <a16:creationId xmlns:a16="http://schemas.microsoft.com/office/drawing/2014/main" id="{C4E90B99-09E6-4617-8148-C6B4E0EAF019}"/>
              </a:ext>
            </a:extLst>
          </p:cNvPr>
          <p:cNvSpPr>
            <a:spLocks/>
          </p:cNvSpPr>
          <p:nvPr/>
        </p:nvSpPr>
        <p:spPr>
          <a:xfrm>
            <a:off x="5880990" y="36202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4511">
            <a:extLst>
              <a:ext uri="{FF2B5EF4-FFF2-40B4-BE49-F238E27FC236}">
                <a16:creationId xmlns:a16="http://schemas.microsoft.com/office/drawing/2014/main" id="{D30ECD0E-AD39-4889-B121-7C1EBD09B77C}"/>
              </a:ext>
            </a:extLst>
          </p:cNvPr>
          <p:cNvSpPr>
            <a:spLocks/>
          </p:cNvSpPr>
          <p:nvPr/>
        </p:nvSpPr>
        <p:spPr>
          <a:xfrm>
            <a:off x="589505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4512">
            <a:extLst>
              <a:ext uri="{FF2B5EF4-FFF2-40B4-BE49-F238E27FC236}">
                <a16:creationId xmlns:a16="http://schemas.microsoft.com/office/drawing/2014/main" id="{80E18E5E-C90F-40D1-86F5-544F8D040D82}"/>
              </a:ext>
            </a:extLst>
          </p:cNvPr>
          <p:cNvSpPr>
            <a:spLocks/>
          </p:cNvSpPr>
          <p:nvPr/>
        </p:nvSpPr>
        <p:spPr>
          <a:xfrm>
            <a:off x="5836724" y="3302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4513">
            <a:extLst>
              <a:ext uri="{FF2B5EF4-FFF2-40B4-BE49-F238E27FC236}">
                <a16:creationId xmlns:a16="http://schemas.microsoft.com/office/drawing/2014/main" id="{2F26F9C9-ABDC-462C-A2EB-F65230A840AE}"/>
              </a:ext>
            </a:extLst>
          </p:cNvPr>
          <p:cNvSpPr>
            <a:spLocks/>
          </p:cNvSpPr>
          <p:nvPr/>
        </p:nvSpPr>
        <p:spPr>
          <a:xfrm>
            <a:off x="5869467" y="3612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4514">
            <a:extLst>
              <a:ext uri="{FF2B5EF4-FFF2-40B4-BE49-F238E27FC236}">
                <a16:creationId xmlns:a16="http://schemas.microsoft.com/office/drawing/2014/main" id="{F556C82F-D738-4CA2-ADC9-50C110F7C135}"/>
              </a:ext>
            </a:extLst>
          </p:cNvPr>
          <p:cNvSpPr>
            <a:spLocks/>
          </p:cNvSpPr>
          <p:nvPr/>
        </p:nvSpPr>
        <p:spPr>
          <a:xfrm>
            <a:off x="582641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4515">
            <a:extLst>
              <a:ext uri="{FF2B5EF4-FFF2-40B4-BE49-F238E27FC236}">
                <a16:creationId xmlns:a16="http://schemas.microsoft.com/office/drawing/2014/main" id="{85C9F523-0D0B-46DC-9C43-4E7136B6E929}"/>
              </a:ext>
            </a:extLst>
          </p:cNvPr>
          <p:cNvSpPr>
            <a:spLocks/>
          </p:cNvSpPr>
          <p:nvPr/>
        </p:nvSpPr>
        <p:spPr>
          <a:xfrm>
            <a:off x="5901751" y="34513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4516">
            <a:extLst>
              <a:ext uri="{FF2B5EF4-FFF2-40B4-BE49-F238E27FC236}">
                <a16:creationId xmlns:a16="http://schemas.microsoft.com/office/drawing/2014/main" id="{F5960A34-0CD1-40A5-8F45-FA7E5D11E8CA}"/>
              </a:ext>
            </a:extLst>
          </p:cNvPr>
          <p:cNvSpPr>
            <a:spLocks/>
          </p:cNvSpPr>
          <p:nvPr/>
        </p:nvSpPr>
        <p:spPr>
          <a:xfrm>
            <a:off x="5873670" y="3584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4517">
            <a:extLst>
              <a:ext uri="{FF2B5EF4-FFF2-40B4-BE49-F238E27FC236}">
                <a16:creationId xmlns:a16="http://schemas.microsoft.com/office/drawing/2014/main" id="{8E374A6B-A777-4D72-9C16-C9041D883B6C}"/>
              </a:ext>
            </a:extLst>
          </p:cNvPr>
          <p:cNvSpPr>
            <a:spLocks/>
          </p:cNvSpPr>
          <p:nvPr/>
        </p:nvSpPr>
        <p:spPr>
          <a:xfrm>
            <a:off x="5901697" y="36103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4518">
            <a:extLst>
              <a:ext uri="{FF2B5EF4-FFF2-40B4-BE49-F238E27FC236}">
                <a16:creationId xmlns:a16="http://schemas.microsoft.com/office/drawing/2014/main" id="{6771C430-548D-4049-BE74-0A54A424D9CE}"/>
              </a:ext>
            </a:extLst>
          </p:cNvPr>
          <p:cNvSpPr>
            <a:spLocks/>
          </p:cNvSpPr>
          <p:nvPr/>
        </p:nvSpPr>
        <p:spPr>
          <a:xfrm>
            <a:off x="5809740" y="3623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4519">
            <a:extLst>
              <a:ext uri="{FF2B5EF4-FFF2-40B4-BE49-F238E27FC236}">
                <a16:creationId xmlns:a16="http://schemas.microsoft.com/office/drawing/2014/main" id="{879A5C66-1C9E-4019-A9BB-D205504E4481}"/>
              </a:ext>
            </a:extLst>
          </p:cNvPr>
          <p:cNvSpPr>
            <a:spLocks/>
          </p:cNvSpPr>
          <p:nvPr/>
        </p:nvSpPr>
        <p:spPr>
          <a:xfrm>
            <a:off x="581970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4520">
            <a:extLst>
              <a:ext uri="{FF2B5EF4-FFF2-40B4-BE49-F238E27FC236}">
                <a16:creationId xmlns:a16="http://schemas.microsoft.com/office/drawing/2014/main" id="{4F93D6DA-2B06-49DF-9FA9-17B1908A4FBD}"/>
              </a:ext>
            </a:extLst>
          </p:cNvPr>
          <p:cNvSpPr>
            <a:spLocks/>
          </p:cNvSpPr>
          <p:nvPr/>
        </p:nvSpPr>
        <p:spPr>
          <a:xfrm>
            <a:off x="5868965" y="33533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4521">
            <a:extLst>
              <a:ext uri="{FF2B5EF4-FFF2-40B4-BE49-F238E27FC236}">
                <a16:creationId xmlns:a16="http://schemas.microsoft.com/office/drawing/2014/main" id="{205C7F27-F27F-4210-B5B7-75DED13A0ED2}"/>
              </a:ext>
            </a:extLst>
          </p:cNvPr>
          <p:cNvSpPr>
            <a:spLocks/>
          </p:cNvSpPr>
          <p:nvPr/>
        </p:nvSpPr>
        <p:spPr>
          <a:xfrm>
            <a:off x="5833894" y="32377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4522">
            <a:extLst>
              <a:ext uri="{FF2B5EF4-FFF2-40B4-BE49-F238E27FC236}">
                <a16:creationId xmlns:a16="http://schemas.microsoft.com/office/drawing/2014/main" id="{86C50AA8-9595-4270-ADD1-906B08B95044}"/>
              </a:ext>
            </a:extLst>
          </p:cNvPr>
          <p:cNvSpPr>
            <a:spLocks/>
          </p:cNvSpPr>
          <p:nvPr/>
        </p:nvSpPr>
        <p:spPr>
          <a:xfrm>
            <a:off x="587819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4523">
            <a:extLst>
              <a:ext uri="{FF2B5EF4-FFF2-40B4-BE49-F238E27FC236}">
                <a16:creationId xmlns:a16="http://schemas.microsoft.com/office/drawing/2014/main" id="{77CEBCD9-30C9-4FC2-A994-A46C30CBB564}"/>
              </a:ext>
            </a:extLst>
          </p:cNvPr>
          <p:cNvSpPr>
            <a:spLocks/>
          </p:cNvSpPr>
          <p:nvPr/>
        </p:nvSpPr>
        <p:spPr>
          <a:xfrm>
            <a:off x="58007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4524">
            <a:extLst>
              <a:ext uri="{FF2B5EF4-FFF2-40B4-BE49-F238E27FC236}">
                <a16:creationId xmlns:a16="http://schemas.microsoft.com/office/drawing/2014/main" id="{1424829E-37D8-41D3-8D9C-86D0B23C5F26}"/>
              </a:ext>
            </a:extLst>
          </p:cNvPr>
          <p:cNvSpPr>
            <a:spLocks/>
          </p:cNvSpPr>
          <p:nvPr/>
        </p:nvSpPr>
        <p:spPr>
          <a:xfrm>
            <a:off x="5811025" y="36201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4525">
            <a:extLst>
              <a:ext uri="{FF2B5EF4-FFF2-40B4-BE49-F238E27FC236}">
                <a16:creationId xmlns:a16="http://schemas.microsoft.com/office/drawing/2014/main" id="{C1C625B1-FF69-4840-B178-F1A8FC27C5EA}"/>
              </a:ext>
            </a:extLst>
          </p:cNvPr>
          <p:cNvSpPr>
            <a:spLocks/>
          </p:cNvSpPr>
          <p:nvPr/>
        </p:nvSpPr>
        <p:spPr>
          <a:xfrm>
            <a:off x="58333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4526">
            <a:extLst>
              <a:ext uri="{FF2B5EF4-FFF2-40B4-BE49-F238E27FC236}">
                <a16:creationId xmlns:a16="http://schemas.microsoft.com/office/drawing/2014/main" id="{FF00C667-40CA-4480-9E1B-98F745B988FC}"/>
              </a:ext>
            </a:extLst>
          </p:cNvPr>
          <p:cNvSpPr>
            <a:spLocks/>
          </p:cNvSpPr>
          <p:nvPr/>
        </p:nvSpPr>
        <p:spPr>
          <a:xfrm>
            <a:off x="5810140" y="36247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4527">
            <a:extLst>
              <a:ext uri="{FF2B5EF4-FFF2-40B4-BE49-F238E27FC236}">
                <a16:creationId xmlns:a16="http://schemas.microsoft.com/office/drawing/2014/main" id="{9F984C3A-4F8C-445E-8950-729A8AF11BA3}"/>
              </a:ext>
            </a:extLst>
          </p:cNvPr>
          <p:cNvSpPr>
            <a:spLocks/>
          </p:cNvSpPr>
          <p:nvPr/>
        </p:nvSpPr>
        <p:spPr>
          <a:xfrm>
            <a:off x="5896648" y="35195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4528">
            <a:extLst>
              <a:ext uri="{FF2B5EF4-FFF2-40B4-BE49-F238E27FC236}">
                <a16:creationId xmlns:a16="http://schemas.microsoft.com/office/drawing/2014/main" id="{8E1926EA-CA0D-4E6A-BE7F-69FA78F1145F}"/>
              </a:ext>
            </a:extLst>
          </p:cNvPr>
          <p:cNvSpPr>
            <a:spLocks/>
          </p:cNvSpPr>
          <p:nvPr/>
        </p:nvSpPr>
        <p:spPr>
          <a:xfrm>
            <a:off x="589291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4529">
            <a:extLst>
              <a:ext uri="{FF2B5EF4-FFF2-40B4-BE49-F238E27FC236}">
                <a16:creationId xmlns:a16="http://schemas.microsoft.com/office/drawing/2014/main" id="{061119AD-3860-4968-9970-FCC7D0F47E59}"/>
              </a:ext>
            </a:extLst>
          </p:cNvPr>
          <p:cNvSpPr>
            <a:spLocks/>
          </p:cNvSpPr>
          <p:nvPr/>
        </p:nvSpPr>
        <p:spPr>
          <a:xfrm>
            <a:off x="5869123" y="35633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4530">
            <a:extLst>
              <a:ext uri="{FF2B5EF4-FFF2-40B4-BE49-F238E27FC236}">
                <a16:creationId xmlns:a16="http://schemas.microsoft.com/office/drawing/2014/main" id="{A1EF3C8E-5B64-40D5-9449-4AB4397B47F6}"/>
              </a:ext>
            </a:extLst>
          </p:cNvPr>
          <p:cNvSpPr>
            <a:spLocks/>
          </p:cNvSpPr>
          <p:nvPr/>
        </p:nvSpPr>
        <p:spPr>
          <a:xfrm>
            <a:off x="587551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4531">
            <a:extLst>
              <a:ext uri="{FF2B5EF4-FFF2-40B4-BE49-F238E27FC236}">
                <a16:creationId xmlns:a16="http://schemas.microsoft.com/office/drawing/2014/main" id="{EBD6F29D-091F-4ECB-89F4-24B398BE3FA4}"/>
              </a:ext>
            </a:extLst>
          </p:cNvPr>
          <p:cNvSpPr>
            <a:spLocks/>
          </p:cNvSpPr>
          <p:nvPr/>
        </p:nvSpPr>
        <p:spPr>
          <a:xfrm>
            <a:off x="5854498" y="3632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4532">
            <a:extLst>
              <a:ext uri="{FF2B5EF4-FFF2-40B4-BE49-F238E27FC236}">
                <a16:creationId xmlns:a16="http://schemas.microsoft.com/office/drawing/2014/main" id="{EF427EC7-47F6-4FCD-A521-E88EC65C6C6C}"/>
              </a:ext>
            </a:extLst>
          </p:cNvPr>
          <p:cNvSpPr>
            <a:spLocks/>
          </p:cNvSpPr>
          <p:nvPr/>
        </p:nvSpPr>
        <p:spPr>
          <a:xfrm>
            <a:off x="582344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4533">
            <a:extLst>
              <a:ext uri="{FF2B5EF4-FFF2-40B4-BE49-F238E27FC236}">
                <a16:creationId xmlns:a16="http://schemas.microsoft.com/office/drawing/2014/main" id="{F63245C8-1A7A-471E-90BE-1E7E7A338320}"/>
              </a:ext>
            </a:extLst>
          </p:cNvPr>
          <p:cNvSpPr>
            <a:spLocks/>
          </p:cNvSpPr>
          <p:nvPr/>
        </p:nvSpPr>
        <p:spPr>
          <a:xfrm>
            <a:off x="580725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4534">
            <a:extLst>
              <a:ext uri="{FF2B5EF4-FFF2-40B4-BE49-F238E27FC236}">
                <a16:creationId xmlns:a16="http://schemas.microsoft.com/office/drawing/2014/main" id="{E9764A77-4ABE-4199-A531-2CEF9BB13A6C}"/>
              </a:ext>
            </a:extLst>
          </p:cNvPr>
          <p:cNvSpPr>
            <a:spLocks/>
          </p:cNvSpPr>
          <p:nvPr/>
        </p:nvSpPr>
        <p:spPr>
          <a:xfrm>
            <a:off x="590043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4535">
            <a:extLst>
              <a:ext uri="{FF2B5EF4-FFF2-40B4-BE49-F238E27FC236}">
                <a16:creationId xmlns:a16="http://schemas.microsoft.com/office/drawing/2014/main" id="{77A70E66-B126-4E7D-BBD2-28B942DE70D6}"/>
              </a:ext>
            </a:extLst>
          </p:cNvPr>
          <p:cNvSpPr>
            <a:spLocks/>
          </p:cNvSpPr>
          <p:nvPr/>
        </p:nvSpPr>
        <p:spPr>
          <a:xfrm>
            <a:off x="5821993" y="36291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4536">
            <a:extLst>
              <a:ext uri="{FF2B5EF4-FFF2-40B4-BE49-F238E27FC236}">
                <a16:creationId xmlns:a16="http://schemas.microsoft.com/office/drawing/2014/main" id="{2228F522-F4F5-4892-9C62-0F6EC34C497A}"/>
              </a:ext>
            </a:extLst>
          </p:cNvPr>
          <p:cNvSpPr>
            <a:spLocks/>
          </p:cNvSpPr>
          <p:nvPr/>
        </p:nvSpPr>
        <p:spPr>
          <a:xfrm>
            <a:off x="588202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4537">
            <a:extLst>
              <a:ext uri="{FF2B5EF4-FFF2-40B4-BE49-F238E27FC236}">
                <a16:creationId xmlns:a16="http://schemas.microsoft.com/office/drawing/2014/main" id="{8BBD4AC7-F842-422C-B2EE-E16230603184}"/>
              </a:ext>
            </a:extLst>
          </p:cNvPr>
          <p:cNvSpPr>
            <a:spLocks/>
          </p:cNvSpPr>
          <p:nvPr/>
        </p:nvSpPr>
        <p:spPr>
          <a:xfrm>
            <a:off x="5817643" y="359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4538">
            <a:extLst>
              <a:ext uri="{FF2B5EF4-FFF2-40B4-BE49-F238E27FC236}">
                <a16:creationId xmlns:a16="http://schemas.microsoft.com/office/drawing/2014/main" id="{E874332C-63B2-40F1-A20C-A5BE8A8EAEB5}"/>
              </a:ext>
            </a:extLst>
          </p:cNvPr>
          <p:cNvSpPr>
            <a:spLocks/>
          </p:cNvSpPr>
          <p:nvPr/>
        </p:nvSpPr>
        <p:spPr>
          <a:xfrm>
            <a:off x="589343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4539">
            <a:extLst>
              <a:ext uri="{FF2B5EF4-FFF2-40B4-BE49-F238E27FC236}">
                <a16:creationId xmlns:a16="http://schemas.microsoft.com/office/drawing/2014/main" id="{F1055310-B472-451F-9D10-4B7C4CBE4EA3}"/>
              </a:ext>
            </a:extLst>
          </p:cNvPr>
          <p:cNvSpPr>
            <a:spLocks/>
          </p:cNvSpPr>
          <p:nvPr/>
        </p:nvSpPr>
        <p:spPr>
          <a:xfrm>
            <a:off x="5875241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4540">
            <a:extLst>
              <a:ext uri="{FF2B5EF4-FFF2-40B4-BE49-F238E27FC236}">
                <a16:creationId xmlns:a16="http://schemas.microsoft.com/office/drawing/2014/main" id="{F9F450DD-D61F-47D7-863F-8CF4EE06C143}"/>
              </a:ext>
            </a:extLst>
          </p:cNvPr>
          <p:cNvSpPr>
            <a:spLocks/>
          </p:cNvSpPr>
          <p:nvPr/>
        </p:nvSpPr>
        <p:spPr>
          <a:xfrm>
            <a:off x="588039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4541">
            <a:extLst>
              <a:ext uri="{FF2B5EF4-FFF2-40B4-BE49-F238E27FC236}">
                <a16:creationId xmlns:a16="http://schemas.microsoft.com/office/drawing/2014/main" id="{7A70BC7B-89BF-4E47-8CE5-1532264B22D7}"/>
              </a:ext>
            </a:extLst>
          </p:cNvPr>
          <p:cNvSpPr>
            <a:spLocks/>
          </p:cNvSpPr>
          <p:nvPr/>
        </p:nvSpPr>
        <p:spPr>
          <a:xfrm>
            <a:off x="586398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4542">
            <a:extLst>
              <a:ext uri="{FF2B5EF4-FFF2-40B4-BE49-F238E27FC236}">
                <a16:creationId xmlns:a16="http://schemas.microsoft.com/office/drawing/2014/main" id="{73380DB3-EC60-47EA-A792-9E3CFBA013AA}"/>
              </a:ext>
            </a:extLst>
          </p:cNvPr>
          <p:cNvSpPr>
            <a:spLocks/>
          </p:cNvSpPr>
          <p:nvPr/>
        </p:nvSpPr>
        <p:spPr>
          <a:xfrm>
            <a:off x="582701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4543">
            <a:extLst>
              <a:ext uri="{FF2B5EF4-FFF2-40B4-BE49-F238E27FC236}">
                <a16:creationId xmlns:a16="http://schemas.microsoft.com/office/drawing/2014/main" id="{16581362-4D85-4956-B3C4-05B694FC92EB}"/>
              </a:ext>
            </a:extLst>
          </p:cNvPr>
          <p:cNvSpPr>
            <a:spLocks/>
          </p:cNvSpPr>
          <p:nvPr/>
        </p:nvSpPr>
        <p:spPr>
          <a:xfrm>
            <a:off x="583903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4544">
            <a:extLst>
              <a:ext uri="{FF2B5EF4-FFF2-40B4-BE49-F238E27FC236}">
                <a16:creationId xmlns:a16="http://schemas.microsoft.com/office/drawing/2014/main" id="{284D6E53-BF42-4DE3-8019-EF783E7E310E}"/>
              </a:ext>
            </a:extLst>
          </p:cNvPr>
          <p:cNvSpPr>
            <a:spLocks/>
          </p:cNvSpPr>
          <p:nvPr/>
        </p:nvSpPr>
        <p:spPr>
          <a:xfrm>
            <a:off x="5861796" y="36038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4545">
            <a:extLst>
              <a:ext uri="{FF2B5EF4-FFF2-40B4-BE49-F238E27FC236}">
                <a16:creationId xmlns:a16="http://schemas.microsoft.com/office/drawing/2014/main" id="{016802E2-A59D-49C5-96EE-A7DBADB29797}"/>
              </a:ext>
            </a:extLst>
          </p:cNvPr>
          <p:cNvSpPr>
            <a:spLocks/>
          </p:cNvSpPr>
          <p:nvPr/>
        </p:nvSpPr>
        <p:spPr>
          <a:xfrm>
            <a:off x="582945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4546">
            <a:extLst>
              <a:ext uri="{FF2B5EF4-FFF2-40B4-BE49-F238E27FC236}">
                <a16:creationId xmlns:a16="http://schemas.microsoft.com/office/drawing/2014/main" id="{886F046A-E5B0-41F0-999C-DCBEDDBE8749}"/>
              </a:ext>
            </a:extLst>
          </p:cNvPr>
          <p:cNvSpPr>
            <a:spLocks/>
          </p:cNvSpPr>
          <p:nvPr/>
        </p:nvSpPr>
        <p:spPr>
          <a:xfrm>
            <a:off x="5889533" y="36057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4547">
            <a:extLst>
              <a:ext uri="{FF2B5EF4-FFF2-40B4-BE49-F238E27FC236}">
                <a16:creationId xmlns:a16="http://schemas.microsoft.com/office/drawing/2014/main" id="{680BC6EC-51B9-4CE1-8535-904EA797F913}"/>
              </a:ext>
            </a:extLst>
          </p:cNvPr>
          <p:cNvSpPr>
            <a:spLocks/>
          </p:cNvSpPr>
          <p:nvPr/>
        </p:nvSpPr>
        <p:spPr>
          <a:xfrm>
            <a:off x="5846109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4548">
            <a:extLst>
              <a:ext uri="{FF2B5EF4-FFF2-40B4-BE49-F238E27FC236}">
                <a16:creationId xmlns:a16="http://schemas.microsoft.com/office/drawing/2014/main" id="{57A16592-470B-42CA-97A2-D889A771F7AC}"/>
              </a:ext>
            </a:extLst>
          </p:cNvPr>
          <p:cNvSpPr>
            <a:spLocks/>
          </p:cNvSpPr>
          <p:nvPr/>
        </p:nvSpPr>
        <p:spPr>
          <a:xfrm>
            <a:off x="58557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4549">
            <a:extLst>
              <a:ext uri="{FF2B5EF4-FFF2-40B4-BE49-F238E27FC236}">
                <a16:creationId xmlns:a16="http://schemas.microsoft.com/office/drawing/2014/main" id="{499B8FEA-4503-4661-BF20-AA6F96697188}"/>
              </a:ext>
            </a:extLst>
          </p:cNvPr>
          <p:cNvSpPr>
            <a:spLocks/>
          </p:cNvSpPr>
          <p:nvPr/>
        </p:nvSpPr>
        <p:spPr>
          <a:xfrm>
            <a:off x="57976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4550">
            <a:extLst>
              <a:ext uri="{FF2B5EF4-FFF2-40B4-BE49-F238E27FC236}">
                <a16:creationId xmlns:a16="http://schemas.microsoft.com/office/drawing/2014/main" id="{F0CB58E8-0E58-4BC8-BEA4-609CD1A10AD8}"/>
              </a:ext>
            </a:extLst>
          </p:cNvPr>
          <p:cNvSpPr>
            <a:spLocks/>
          </p:cNvSpPr>
          <p:nvPr/>
        </p:nvSpPr>
        <p:spPr>
          <a:xfrm>
            <a:off x="58312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4551">
            <a:extLst>
              <a:ext uri="{FF2B5EF4-FFF2-40B4-BE49-F238E27FC236}">
                <a16:creationId xmlns:a16="http://schemas.microsoft.com/office/drawing/2014/main" id="{9F1FDCE6-65FC-4123-BCF3-0F542A22EE06}"/>
              </a:ext>
            </a:extLst>
          </p:cNvPr>
          <p:cNvSpPr>
            <a:spLocks/>
          </p:cNvSpPr>
          <p:nvPr/>
        </p:nvSpPr>
        <p:spPr>
          <a:xfrm>
            <a:off x="5839020" y="23435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4552">
            <a:extLst>
              <a:ext uri="{FF2B5EF4-FFF2-40B4-BE49-F238E27FC236}">
                <a16:creationId xmlns:a16="http://schemas.microsoft.com/office/drawing/2014/main" id="{B10C0659-DAFA-4084-B2B2-955F9F7972E9}"/>
              </a:ext>
            </a:extLst>
          </p:cNvPr>
          <p:cNvSpPr>
            <a:spLocks/>
          </p:cNvSpPr>
          <p:nvPr/>
        </p:nvSpPr>
        <p:spPr>
          <a:xfrm>
            <a:off x="581805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4553">
            <a:extLst>
              <a:ext uri="{FF2B5EF4-FFF2-40B4-BE49-F238E27FC236}">
                <a16:creationId xmlns:a16="http://schemas.microsoft.com/office/drawing/2014/main" id="{55CEC674-7C19-4703-9CFE-C261D7ADB575}"/>
              </a:ext>
            </a:extLst>
          </p:cNvPr>
          <p:cNvSpPr>
            <a:spLocks/>
          </p:cNvSpPr>
          <p:nvPr/>
        </p:nvSpPr>
        <p:spPr>
          <a:xfrm>
            <a:off x="5813191" y="36112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4554">
            <a:extLst>
              <a:ext uri="{FF2B5EF4-FFF2-40B4-BE49-F238E27FC236}">
                <a16:creationId xmlns:a16="http://schemas.microsoft.com/office/drawing/2014/main" id="{C88B7004-9A9C-4BE3-ACFB-57F996433345}"/>
              </a:ext>
            </a:extLst>
          </p:cNvPr>
          <p:cNvSpPr>
            <a:spLocks/>
          </p:cNvSpPr>
          <p:nvPr/>
        </p:nvSpPr>
        <p:spPr>
          <a:xfrm>
            <a:off x="589928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4555">
            <a:extLst>
              <a:ext uri="{FF2B5EF4-FFF2-40B4-BE49-F238E27FC236}">
                <a16:creationId xmlns:a16="http://schemas.microsoft.com/office/drawing/2014/main" id="{2A1FBABE-F0E3-43BA-B7C3-41597715CA5A}"/>
              </a:ext>
            </a:extLst>
          </p:cNvPr>
          <p:cNvSpPr>
            <a:spLocks/>
          </p:cNvSpPr>
          <p:nvPr/>
        </p:nvSpPr>
        <p:spPr>
          <a:xfrm>
            <a:off x="5804862" y="34784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4556">
            <a:extLst>
              <a:ext uri="{FF2B5EF4-FFF2-40B4-BE49-F238E27FC236}">
                <a16:creationId xmlns:a16="http://schemas.microsoft.com/office/drawing/2014/main" id="{3B321678-D046-4629-9BFA-E636A1000E6A}"/>
              </a:ext>
            </a:extLst>
          </p:cNvPr>
          <p:cNvSpPr>
            <a:spLocks/>
          </p:cNvSpPr>
          <p:nvPr/>
        </p:nvSpPr>
        <p:spPr>
          <a:xfrm>
            <a:off x="5805989" y="3517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4557">
            <a:extLst>
              <a:ext uri="{FF2B5EF4-FFF2-40B4-BE49-F238E27FC236}">
                <a16:creationId xmlns:a16="http://schemas.microsoft.com/office/drawing/2014/main" id="{9B64FDD8-F058-48B9-8F9C-61769B424DCA}"/>
              </a:ext>
            </a:extLst>
          </p:cNvPr>
          <p:cNvSpPr>
            <a:spLocks/>
          </p:cNvSpPr>
          <p:nvPr/>
        </p:nvSpPr>
        <p:spPr>
          <a:xfrm>
            <a:off x="5877711" y="36146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4558">
            <a:extLst>
              <a:ext uri="{FF2B5EF4-FFF2-40B4-BE49-F238E27FC236}">
                <a16:creationId xmlns:a16="http://schemas.microsoft.com/office/drawing/2014/main" id="{F49262BB-5033-41FE-9F61-E70D57C9A19E}"/>
              </a:ext>
            </a:extLst>
          </p:cNvPr>
          <p:cNvSpPr>
            <a:spLocks/>
          </p:cNvSpPr>
          <p:nvPr/>
        </p:nvSpPr>
        <p:spPr>
          <a:xfrm>
            <a:off x="5804613" y="36067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4559">
            <a:extLst>
              <a:ext uri="{FF2B5EF4-FFF2-40B4-BE49-F238E27FC236}">
                <a16:creationId xmlns:a16="http://schemas.microsoft.com/office/drawing/2014/main" id="{CFAFEF1E-A816-4912-B912-D450134FD7F9}"/>
              </a:ext>
            </a:extLst>
          </p:cNvPr>
          <p:cNvSpPr>
            <a:spLocks/>
          </p:cNvSpPr>
          <p:nvPr/>
        </p:nvSpPr>
        <p:spPr>
          <a:xfrm>
            <a:off x="58689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4560">
            <a:extLst>
              <a:ext uri="{FF2B5EF4-FFF2-40B4-BE49-F238E27FC236}">
                <a16:creationId xmlns:a16="http://schemas.microsoft.com/office/drawing/2014/main" id="{F60ABA84-91A4-44A8-9399-766B50803285}"/>
              </a:ext>
            </a:extLst>
          </p:cNvPr>
          <p:cNvSpPr>
            <a:spLocks/>
          </p:cNvSpPr>
          <p:nvPr/>
        </p:nvSpPr>
        <p:spPr>
          <a:xfrm>
            <a:off x="58003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4561">
            <a:extLst>
              <a:ext uri="{FF2B5EF4-FFF2-40B4-BE49-F238E27FC236}">
                <a16:creationId xmlns:a16="http://schemas.microsoft.com/office/drawing/2014/main" id="{F337106B-507E-47E7-ABA2-043F4B7895D8}"/>
              </a:ext>
            </a:extLst>
          </p:cNvPr>
          <p:cNvSpPr>
            <a:spLocks/>
          </p:cNvSpPr>
          <p:nvPr/>
        </p:nvSpPr>
        <p:spPr>
          <a:xfrm>
            <a:off x="58633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4562">
            <a:extLst>
              <a:ext uri="{FF2B5EF4-FFF2-40B4-BE49-F238E27FC236}">
                <a16:creationId xmlns:a16="http://schemas.microsoft.com/office/drawing/2014/main" id="{E0688880-0994-4F53-B604-862E9A8019D0}"/>
              </a:ext>
            </a:extLst>
          </p:cNvPr>
          <p:cNvSpPr>
            <a:spLocks/>
          </p:cNvSpPr>
          <p:nvPr/>
        </p:nvSpPr>
        <p:spPr>
          <a:xfrm>
            <a:off x="5858695" y="36309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4563">
            <a:extLst>
              <a:ext uri="{FF2B5EF4-FFF2-40B4-BE49-F238E27FC236}">
                <a16:creationId xmlns:a16="http://schemas.microsoft.com/office/drawing/2014/main" id="{1436E0A3-D867-4E9A-BD42-D23C9466E743}"/>
              </a:ext>
            </a:extLst>
          </p:cNvPr>
          <p:cNvSpPr>
            <a:spLocks/>
          </p:cNvSpPr>
          <p:nvPr/>
        </p:nvSpPr>
        <p:spPr>
          <a:xfrm>
            <a:off x="58806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4564">
            <a:extLst>
              <a:ext uri="{FF2B5EF4-FFF2-40B4-BE49-F238E27FC236}">
                <a16:creationId xmlns:a16="http://schemas.microsoft.com/office/drawing/2014/main" id="{DCE19E42-6650-4DB0-BE52-007A90716D9C}"/>
              </a:ext>
            </a:extLst>
          </p:cNvPr>
          <p:cNvSpPr>
            <a:spLocks/>
          </p:cNvSpPr>
          <p:nvPr/>
        </p:nvSpPr>
        <p:spPr>
          <a:xfrm>
            <a:off x="584833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4565">
            <a:extLst>
              <a:ext uri="{FF2B5EF4-FFF2-40B4-BE49-F238E27FC236}">
                <a16:creationId xmlns:a16="http://schemas.microsoft.com/office/drawing/2014/main" id="{5FEF8F38-FC8D-4A32-82C4-5D3540104D4C}"/>
              </a:ext>
            </a:extLst>
          </p:cNvPr>
          <p:cNvSpPr>
            <a:spLocks/>
          </p:cNvSpPr>
          <p:nvPr/>
        </p:nvSpPr>
        <p:spPr>
          <a:xfrm>
            <a:off x="581398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4566">
            <a:extLst>
              <a:ext uri="{FF2B5EF4-FFF2-40B4-BE49-F238E27FC236}">
                <a16:creationId xmlns:a16="http://schemas.microsoft.com/office/drawing/2014/main" id="{95360699-CD85-4B53-A4BA-FC2D78481FE4}"/>
              </a:ext>
            </a:extLst>
          </p:cNvPr>
          <p:cNvSpPr>
            <a:spLocks/>
          </p:cNvSpPr>
          <p:nvPr/>
        </p:nvSpPr>
        <p:spPr>
          <a:xfrm>
            <a:off x="5894224" y="3598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4567">
            <a:extLst>
              <a:ext uri="{FF2B5EF4-FFF2-40B4-BE49-F238E27FC236}">
                <a16:creationId xmlns:a16="http://schemas.microsoft.com/office/drawing/2014/main" id="{05FE8125-2D02-4609-B101-A8D8446007EB}"/>
              </a:ext>
            </a:extLst>
          </p:cNvPr>
          <p:cNvSpPr>
            <a:spLocks/>
          </p:cNvSpPr>
          <p:nvPr/>
        </p:nvSpPr>
        <p:spPr>
          <a:xfrm>
            <a:off x="580263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4568">
            <a:extLst>
              <a:ext uri="{FF2B5EF4-FFF2-40B4-BE49-F238E27FC236}">
                <a16:creationId xmlns:a16="http://schemas.microsoft.com/office/drawing/2014/main" id="{D1477DD4-97E2-451F-ACEF-944357088CB1}"/>
              </a:ext>
            </a:extLst>
          </p:cNvPr>
          <p:cNvSpPr>
            <a:spLocks/>
          </p:cNvSpPr>
          <p:nvPr/>
        </p:nvSpPr>
        <p:spPr>
          <a:xfrm>
            <a:off x="5880845" y="36301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4569">
            <a:extLst>
              <a:ext uri="{FF2B5EF4-FFF2-40B4-BE49-F238E27FC236}">
                <a16:creationId xmlns:a16="http://schemas.microsoft.com/office/drawing/2014/main" id="{2497666E-763A-436B-B6A2-43C9B77FA19B}"/>
              </a:ext>
            </a:extLst>
          </p:cNvPr>
          <p:cNvSpPr>
            <a:spLocks/>
          </p:cNvSpPr>
          <p:nvPr/>
        </p:nvSpPr>
        <p:spPr>
          <a:xfrm>
            <a:off x="5799200" y="36226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4570">
            <a:extLst>
              <a:ext uri="{FF2B5EF4-FFF2-40B4-BE49-F238E27FC236}">
                <a16:creationId xmlns:a16="http://schemas.microsoft.com/office/drawing/2014/main" id="{6C38865F-CE50-4511-A8A4-DDC6EE38D97F}"/>
              </a:ext>
            </a:extLst>
          </p:cNvPr>
          <p:cNvSpPr>
            <a:spLocks/>
          </p:cNvSpPr>
          <p:nvPr/>
        </p:nvSpPr>
        <p:spPr>
          <a:xfrm>
            <a:off x="58580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4571">
            <a:extLst>
              <a:ext uri="{FF2B5EF4-FFF2-40B4-BE49-F238E27FC236}">
                <a16:creationId xmlns:a16="http://schemas.microsoft.com/office/drawing/2014/main" id="{5078063A-3AD1-4596-9815-8DC6BB63C755}"/>
              </a:ext>
            </a:extLst>
          </p:cNvPr>
          <p:cNvSpPr>
            <a:spLocks/>
          </p:cNvSpPr>
          <p:nvPr/>
        </p:nvSpPr>
        <p:spPr>
          <a:xfrm>
            <a:off x="5801738" y="36292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4572">
            <a:extLst>
              <a:ext uri="{FF2B5EF4-FFF2-40B4-BE49-F238E27FC236}">
                <a16:creationId xmlns:a16="http://schemas.microsoft.com/office/drawing/2014/main" id="{39DBF454-A165-49E5-9942-DC37098612C8}"/>
              </a:ext>
            </a:extLst>
          </p:cNvPr>
          <p:cNvSpPr>
            <a:spLocks/>
          </p:cNvSpPr>
          <p:nvPr/>
        </p:nvSpPr>
        <p:spPr>
          <a:xfrm>
            <a:off x="5881219" y="36249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4573">
            <a:extLst>
              <a:ext uri="{FF2B5EF4-FFF2-40B4-BE49-F238E27FC236}">
                <a16:creationId xmlns:a16="http://schemas.microsoft.com/office/drawing/2014/main" id="{FF97DCD4-017C-4E65-97F4-4D133BE84D11}"/>
              </a:ext>
            </a:extLst>
          </p:cNvPr>
          <p:cNvSpPr>
            <a:spLocks/>
          </p:cNvSpPr>
          <p:nvPr/>
        </p:nvSpPr>
        <p:spPr>
          <a:xfrm>
            <a:off x="5886697" y="36313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4574">
            <a:extLst>
              <a:ext uri="{FF2B5EF4-FFF2-40B4-BE49-F238E27FC236}">
                <a16:creationId xmlns:a16="http://schemas.microsoft.com/office/drawing/2014/main" id="{0637F5A8-538C-4B0D-A562-2CE4DBCB8EBD}"/>
              </a:ext>
            </a:extLst>
          </p:cNvPr>
          <p:cNvSpPr>
            <a:spLocks/>
          </p:cNvSpPr>
          <p:nvPr/>
        </p:nvSpPr>
        <p:spPr>
          <a:xfrm>
            <a:off x="586489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4575">
            <a:extLst>
              <a:ext uri="{FF2B5EF4-FFF2-40B4-BE49-F238E27FC236}">
                <a16:creationId xmlns:a16="http://schemas.microsoft.com/office/drawing/2014/main" id="{C208C176-EB7D-46A5-A0CA-3367696D0543}"/>
              </a:ext>
            </a:extLst>
          </p:cNvPr>
          <p:cNvSpPr>
            <a:spLocks/>
          </p:cNvSpPr>
          <p:nvPr/>
        </p:nvSpPr>
        <p:spPr>
          <a:xfrm>
            <a:off x="5824381" y="36139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4576">
            <a:extLst>
              <a:ext uri="{FF2B5EF4-FFF2-40B4-BE49-F238E27FC236}">
                <a16:creationId xmlns:a16="http://schemas.microsoft.com/office/drawing/2014/main" id="{E293204A-9C77-4729-B239-E899D1D53852}"/>
              </a:ext>
            </a:extLst>
          </p:cNvPr>
          <p:cNvSpPr>
            <a:spLocks/>
          </p:cNvSpPr>
          <p:nvPr/>
        </p:nvSpPr>
        <p:spPr>
          <a:xfrm>
            <a:off x="589856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4577">
            <a:extLst>
              <a:ext uri="{FF2B5EF4-FFF2-40B4-BE49-F238E27FC236}">
                <a16:creationId xmlns:a16="http://schemas.microsoft.com/office/drawing/2014/main" id="{4D33225B-5FBD-4BF1-A44E-E853562567B9}"/>
              </a:ext>
            </a:extLst>
          </p:cNvPr>
          <p:cNvSpPr>
            <a:spLocks/>
          </p:cNvSpPr>
          <p:nvPr/>
        </p:nvSpPr>
        <p:spPr>
          <a:xfrm>
            <a:off x="58778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4578">
            <a:extLst>
              <a:ext uri="{FF2B5EF4-FFF2-40B4-BE49-F238E27FC236}">
                <a16:creationId xmlns:a16="http://schemas.microsoft.com/office/drawing/2014/main" id="{0B8A4B58-8A9B-4630-A481-60DBF7DD075A}"/>
              </a:ext>
            </a:extLst>
          </p:cNvPr>
          <p:cNvSpPr>
            <a:spLocks/>
          </p:cNvSpPr>
          <p:nvPr/>
        </p:nvSpPr>
        <p:spPr>
          <a:xfrm>
            <a:off x="5848071" y="35904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4579">
            <a:extLst>
              <a:ext uri="{FF2B5EF4-FFF2-40B4-BE49-F238E27FC236}">
                <a16:creationId xmlns:a16="http://schemas.microsoft.com/office/drawing/2014/main" id="{EFA340E0-D7FE-46AD-89C5-E1D291189E49}"/>
              </a:ext>
            </a:extLst>
          </p:cNvPr>
          <p:cNvSpPr>
            <a:spLocks/>
          </p:cNvSpPr>
          <p:nvPr/>
        </p:nvSpPr>
        <p:spPr>
          <a:xfrm>
            <a:off x="5898516" y="3621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4580">
            <a:extLst>
              <a:ext uri="{FF2B5EF4-FFF2-40B4-BE49-F238E27FC236}">
                <a16:creationId xmlns:a16="http://schemas.microsoft.com/office/drawing/2014/main" id="{FD86E7E4-D7E5-4111-9849-6DEDBC9E7DEE}"/>
              </a:ext>
            </a:extLst>
          </p:cNvPr>
          <p:cNvSpPr>
            <a:spLocks/>
          </p:cNvSpPr>
          <p:nvPr/>
        </p:nvSpPr>
        <p:spPr>
          <a:xfrm>
            <a:off x="5855689" y="32377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4581">
            <a:extLst>
              <a:ext uri="{FF2B5EF4-FFF2-40B4-BE49-F238E27FC236}">
                <a16:creationId xmlns:a16="http://schemas.microsoft.com/office/drawing/2014/main" id="{F7BCE547-6AA2-47DA-8A2B-755E99B7D613}"/>
              </a:ext>
            </a:extLst>
          </p:cNvPr>
          <p:cNvSpPr>
            <a:spLocks/>
          </p:cNvSpPr>
          <p:nvPr/>
        </p:nvSpPr>
        <p:spPr>
          <a:xfrm>
            <a:off x="583746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4582">
            <a:extLst>
              <a:ext uri="{FF2B5EF4-FFF2-40B4-BE49-F238E27FC236}">
                <a16:creationId xmlns:a16="http://schemas.microsoft.com/office/drawing/2014/main" id="{B6286406-6A17-4182-9385-CFF4E107184F}"/>
              </a:ext>
            </a:extLst>
          </p:cNvPr>
          <p:cNvSpPr>
            <a:spLocks/>
          </p:cNvSpPr>
          <p:nvPr/>
        </p:nvSpPr>
        <p:spPr>
          <a:xfrm>
            <a:off x="5858627" y="35919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4583">
            <a:extLst>
              <a:ext uri="{FF2B5EF4-FFF2-40B4-BE49-F238E27FC236}">
                <a16:creationId xmlns:a16="http://schemas.microsoft.com/office/drawing/2014/main" id="{64C1ED00-12A6-4379-84A7-16C156328F5D}"/>
              </a:ext>
            </a:extLst>
          </p:cNvPr>
          <p:cNvSpPr>
            <a:spLocks/>
          </p:cNvSpPr>
          <p:nvPr/>
        </p:nvSpPr>
        <p:spPr>
          <a:xfrm>
            <a:off x="5809775" y="36189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4584">
            <a:extLst>
              <a:ext uri="{FF2B5EF4-FFF2-40B4-BE49-F238E27FC236}">
                <a16:creationId xmlns:a16="http://schemas.microsoft.com/office/drawing/2014/main" id="{09B20A7F-1EB8-4B5F-89E2-E00E56D90515}"/>
              </a:ext>
            </a:extLst>
          </p:cNvPr>
          <p:cNvSpPr>
            <a:spLocks/>
          </p:cNvSpPr>
          <p:nvPr/>
        </p:nvSpPr>
        <p:spPr>
          <a:xfrm>
            <a:off x="5823356" y="35262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4585">
            <a:extLst>
              <a:ext uri="{FF2B5EF4-FFF2-40B4-BE49-F238E27FC236}">
                <a16:creationId xmlns:a16="http://schemas.microsoft.com/office/drawing/2014/main" id="{53E03EFC-50DD-4371-BC3B-A414D5968CFD}"/>
              </a:ext>
            </a:extLst>
          </p:cNvPr>
          <p:cNvSpPr>
            <a:spLocks/>
          </p:cNvSpPr>
          <p:nvPr/>
        </p:nvSpPr>
        <p:spPr>
          <a:xfrm>
            <a:off x="58986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4586">
            <a:extLst>
              <a:ext uri="{FF2B5EF4-FFF2-40B4-BE49-F238E27FC236}">
                <a16:creationId xmlns:a16="http://schemas.microsoft.com/office/drawing/2014/main" id="{D2BE2B4A-D029-40EA-BBFD-0A7FCA248990}"/>
              </a:ext>
            </a:extLst>
          </p:cNvPr>
          <p:cNvSpPr>
            <a:spLocks/>
          </p:cNvSpPr>
          <p:nvPr/>
        </p:nvSpPr>
        <p:spPr>
          <a:xfrm>
            <a:off x="58220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4587">
            <a:extLst>
              <a:ext uri="{FF2B5EF4-FFF2-40B4-BE49-F238E27FC236}">
                <a16:creationId xmlns:a16="http://schemas.microsoft.com/office/drawing/2014/main" id="{39779333-F2F5-4FD7-858A-5DE24027DAE5}"/>
              </a:ext>
            </a:extLst>
          </p:cNvPr>
          <p:cNvSpPr>
            <a:spLocks/>
          </p:cNvSpPr>
          <p:nvPr/>
        </p:nvSpPr>
        <p:spPr>
          <a:xfrm>
            <a:off x="5851147" y="36058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4588">
            <a:extLst>
              <a:ext uri="{FF2B5EF4-FFF2-40B4-BE49-F238E27FC236}">
                <a16:creationId xmlns:a16="http://schemas.microsoft.com/office/drawing/2014/main" id="{5FA060BE-4C64-4E49-8927-0BA0CEC9EDE4}"/>
              </a:ext>
            </a:extLst>
          </p:cNvPr>
          <p:cNvSpPr>
            <a:spLocks/>
          </p:cNvSpPr>
          <p:nvPr/>
        </p:nvSpPr>
        <p:spPr>
          <a:xfrm>
            <a:off x="58742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4589">
            <a:extLst>
              <a:ext uri="{FF2B5EF4-FFF2-40B4-BE49-F238E27FC236}">
                <a16:creationId xmlns:a16="http://schemas.microsoft.com/office/drawing/2014/main" id="{AD585D1F-6190-440E-BF1C-50208985B185}"/>
              </a:ext>
            </a:extLst>
          </p:cNvPr>
          <p:cNvSpPr>
            <a:spLocks/>
          </p:cNvSpPr>
          <p:nvPr/>
        </p:nvSpPr>
        <p:spPr>
          <a:xfrm>
            <a:off x="5838922" y="36295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4590">
            <a:extLst>
              <a:ext uri="{FF2B5EF4-FFF2-40B4-BE49-F238E27FC236}">
                <a16:creationId xmlns:a16="http://schemas.microsoft.com/office/drawing/2014/main" id="{EDD7C9E7-88FB-4378-AE10-842296ABD066}"/>
              </a:ext>
            </a:extLst>
          </p:cNvPr>
          <p:cNvSpPr>
            <a:spLocks/>
          </p:cNvSpPr>
          <p:nvPr/>
        </p:nvSpPr>
        <p:spPr>
          <a:xfrm>
            <a:off x="58535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4591">
            <a:extLst>
              <a:ext uri="{FF2B5EF4-FFF2-40B4-BE49-F238E27FC236}">
                <a16:creationId xmlns:a16="http://schemas.microsoft.com/office/drawing/2014/main" id="{2F7F5C76-474A-416F-8F67-33BAD283F794}"/>
              </a:ext>
            </a:extLst>
          </p:cNvPr>
          <p:cNvSpPr>
            <a:spLocks/>
          </p:cNvSpPr>
          <p:nvPr/>
        </p:nvSpPr>
        <p:spPr>
          <a:xfrm>
            <a:off x="5862937" y="36188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4592">
            <a:extLst>
              <a:ext uri="{FF2B5EF4-FFF2-40B4-BE49-F238E27FC236}">
                <a16:creationId xmlns:a16="http://schemas.microsoft.com/office/drawing/2014/main" id="{AD5E6B73-6698-44BE-B117-2176DB227F1E}"/>
              </a:ext>
            </a:extLst>
          </p:cNvPr>
          <p:cNvSpPr>
            <a:spLocks/>
          </p:cNvSpPr>
          <p:nvPr/>
        </p:nvSpPr>
        <p:spPr>
          <a:xfrm>
            <a:off x="58743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4593">
            <a:extLst>
              <a:ext uri="{FF2B5EF4-FFF2-40B4-BE49-F238E27FC236}">
                <a16:creationId xmlns:a16="http://schemas.microsoft.com/office/drawing/2014/main" id="{AEB1CE7A-EEDA-4E0A-A6F4-1756B68C7B03}"/>
              </a:ext>
            </a:extLst>
          </p:cNvPr>
          <p:cNvSpPr>
            <a:spLocks/>
          </p:cNvSpPr>
          <p:nvPr/>
        </p:nvSpPr>
        <p:spPr>
          <a:xfrm>
            <a:off x="5894553" y="3595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4594">
            <a:extLst>
              <a:ext uri="{FF2B5EF4-FFF2-40B4-BE49-F238E27FC236}">
                <a16:creationId xmlns:a16="http://schemas.microsoft.com/office/drawing/2014/main" id="{7BBB86F6-A0DC-4BBC-9302-ABCAEB4F3DA6}"/>
              </a:ext>
            </a:extLst>
          </p:cNvPr>
          <p:cNvSpPr>
            <a:spLocks/>
          </p:cNvSpPr>
          <p:nvPr/>
        </p:nvSpPr>
        <p:spPr>
          <a:xfrm>
            <a:off x="587266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4595">
            <a:extLst>
              <a:ext uri="{FF2B5EF4-FFF2-40B4-BE49-F238E27FC236}">
                <a16:creationId xmlns:a16="http://schemas.microsoft.com/office/drawing/2014/main" id="{DE5F02E8-1CBB-4C39-9ED9-62C3961A5947}"/>
              </a:ext>
            </a:extLst>
          </p:cNvPr>
          <p:cNvSpPr>
            <a:spLocks/>
          </p:cNvSpPr>
          <p:nvPr/>
        </p:nvSpPr>
        <p:spPr>
          <a:xfrm>
            <a:off x="5836784" y="36126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4596">
            <a:extLst>
              <a:ext uri="{FF2B5EF4-FFF2-40B4-BE49-F238E27FC236}">
                <a16:creationId xmlns:a16="http://schemas.microsoft.com/office/drawing/2014/main" id="{B9792FB1-13B3-4567-8FDC-BCEBCEDF28E4}"/>
              </a:ext>
            </a:extLst>
          </p:cNvPr>
          <p:cNvSpPr>
            <a:spLocks/>
          </p:cNvSpPr>
          <p:nvPr/>
        </p:nvSpPr>
        <p:spPr>
          <a:xfrm>
            <a:off x="58477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4597">
            <a:extLst>
              <a:ext uri="{FF2B5EF4-FFF2-40B4-BE49-F238E27FC236}">
                <a16:creationId xmlns:a16="http://schemas.microsoft.com/office/drawing/2014/main" id="{67695BAE-7FAD-4C38-B478-E7A8A54E42EB}"/>
              </a:ext>
            </a:extLst>
          </p:cNvPr>
          <p:cNvSpPr>
            <a:spLocks/>
          </p:cNvSpPr>
          <p:nvPr/>
        </p:nvSpPr>
        <p:spPr>
          <a:xfrm>
            <a:off x="5887017" y="305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4598">
            <a:extLst>
              <a:ext uri="{FF2B5EF4-FFF2-40B4-BE49-F238E27FC236}">
                <a16:creationId xmlns:a16="http://schemas.microsoft.com/office/drawing/2014/main" id="{473CCD4D-087B-415B-A7D5-7829897041C1}"/>
              </a:ext>
            </a:extLst>
          </p:cNvPr>
          <p:cNvSpPr>
            <a:spLocks/>
          </p:cNvSpPr>
          <p:nvPr/>
        </p:nvSpPr>
        <p:spPr>
          <a:xfrm>
            <a:off x="5810513" y="3269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4599">
            <a:extLst>
              <a:ext uri="{FF2B5EF4-FFF2-40B4-BE49-F238E27FC236}">
                <a16:creationId xmlns:a16="http://schemas.microsoft.com/office/drawing/2014/main" id="{549FC459-EA68-489F-BDFF-C7FFECBF9AE8}"/>
              </a:ext>
            </a:extLst>
          </p:cNvPr>
          <p:cNvSpPr>
            <a:spLocks/>
          </p:cNvSpPr>
          <p:nvPr/>
        </p:nvSpPr>
        <p:spPr>
          <a:xfrm>
            <a:off x="58950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4600">
            <a:extLst>
              <a:ext uri="{FF2B5EF4-FFF2-40B4-BE49-F238E27FC236}">
                <a16:creationId xmlns:a16="http://schemas.microsoft.com/office/drawing/2014/main" id="{CE2CDB5E-12F7-49BA-AFFE-C0DE8392D235}"/>
              </a:ext>
            </a:extLst>
          </p:cNvPr>
          <p:cNvSpPr>
            <a:spLocks/>
          </p:cNvSpPr>
          <p:nvPr/>
        </p:nvSpPr>
        <p:spPr>
          <a:xfrm>
            <a:off x="584101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4601">
            <a:extLst>
              <a:ext uri="{FF2B5EF4-FFF2-40B4-BE49-F238E27FC236}">
                <a16:creationId xmlns:a16="http://schemas.microsoft.com/office/drawing/2014/main" id="{A63BE875-3B8B-408F-BE8D-EB5673AD6AE4}"/>
              </a:ext>
            </a:extLst>
          </p:cNvPr>
          <p:cNvSpPr>
            <a:spLocks/>
          </p:cNvSpPr>
          <p:nvPr/>
        </p:nvSpPr>
        <p:spPr>
          <a:xfrm>
            <a:off x="5892148" y="36171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4602">
            <a:extLst>
              <a:ext uri="{FF2B5EF4-FFF2-40B4-BE49-F238E27FC236}">
                <a16:creationId xmlns:a16="http://schemas.microsoft.com/office/drawing/2014/main" id="{39C4250E-2658-44E6-98E3-69A3EE6AC56C}"/>
              </a:ext>
            </a:extLst>
          </p:cNvPr>
          <p:cNvSpPr>
            <a:spLocks/>
          </p:cNvSpPr>
          <p:nvPr/>
        </p:nvSpPr>
        <p:spPr>
          <a:xfrm>
            <a:off x="5822958" y="34966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4603">
            <a:extLst>
              <a:ext uri="{FF2B5EF4-FFF2-40B4-BE49-F238E27FC236}">
                <a16:creationId xmlns:a16="http://schemas.microsoft.com/office/drawing/2014/main" id="{E941A954-EF2B-4B78-B6E2-1BF9262DA85D}"/>
              </a:ext>
            </a:extLst>
          </p:cNvPr>
          <p:cNvSpPr>
            <a:spLocks/>
          </p:cNvSpPr>
          <p:nvPr/>
        </p:nvSpPr>
        <p:spPr>
          <a:xfrm>
            <a:off x="5857586" y="35930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4604">
            <a:extLst>
              <a:ext uri="{FF2B5EF4-FFF2-40B4-BE49-F238E27FC236}">
                <a16:creationId xmlns:a16="http://schemas.microsoft.com/office/drawing/2014/main" id="{FC712203-439B-400F-92EA-6A95A312DA82}"/>
              </a:ext>
            </a:extLst>
          </p:cNvPr>
          <p:cNvSpPr>
            <a:spLocks/>
          </p:cNvSpPr>
          <p:nvPr/>
        </p:nvSpPr>
        <p:spPr>
          <a:xfrm>
            <a:off x="5847782" y="35924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4605">
            <a:extLst>
              <a:ext uri="{FF2B5EF4-FFF2-40B4-BE49-F238E27FC236}">
                <a16:creationId xmlns:a16="http://schemas.microsoft.com/office/drawing/2014/main" id="{1A57AB6F-7E35-49F4-9A64-108EC55614DE}"/>
              </a:ext>
            </a:extLst>
          </p:cNvPr>
          <p:cNvSpPr>
            <a:spLocks/>
          </p:cNvSpPr>
          <p:nvPr/>
        </p:nvSpPr>
        <p:spPr>
          <a:xfrm>
            <a:off x="5832996" y="36006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4606">
            <a:extLst>
              <a:ext uri="{FF2B5EF4-FFF2-40B4-BE49-F238E27FC236}">
                <a16:creationId xmlns:a16="http://schemas.microsoft.com/office/drawing/2014/main" id="{F4DED693-F6F3-462A-9F20-A734A4F5E5A2}"/>
              </a:ext>
            </a:extLst>
          </p:cNvPr>
          <p:cNvSpPr>
            <a:spLocks/>
          </p:cNvSpPr>
          <p:nvPr/>
        </p:nvSpPr>
        <p:spPr>
          <a:xfrm>
            <a:off x="582649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4607">
            <a:extLst>
              <a:ext uri="{FF2B5EF4-FFF2-40B4-BE49-F238E27FC236}">
                <a16:creationId xmlns:a16="http://schemas.microsoft.com/office/drawing/2014/main" id="{3DCAA707-EA70-465A-B8C4-69351AE60E39}"/>
              </a:ext>
            </a:extLst>
          </p:cNvPr>
          <p:cNvSpPr>
            <a:spLocks/>
          </p:cNvSpPr>
          <p:nvPr/>
        </p:nvSpPr>
        <p:spPr>
          <a:xfrm>
            <a:off x="5848448" y="36197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4608">
            <a:extLst>
              <a:ext uri="{FF2B5EF4-FFF2-40B4-BE49-F238E27FC236}">
                <a16:creationId xmlns:a16="http://schemas.microsoft.com/office/drawing/2014/main" id="{53513649-EA1B-4974-9EE0-014F47C48EA2}"/>
              </a:ext>
            </a:extLst>
          </p:cNvPr>
          <p:cNvSpPr>
            <a:spLocks/>
          </p:cNvSpPr>
          <p:nvPr/>
        </p:nvSpPr>
        <p:spPr>
          <a:xfrm>
            <a:off x="5797855" y="36166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4609">
            <a:extLst>
              <a:ext uri="{FF2B5EF4-FFF2-40B4-BE49-F238E27FC236}">
                <a16:creationId xmlns:a16="http://schemas.microsoft.com/office/drawing/2014/main" id="{A35787A2-FD73-4423-8B25-0AF3AB561017}"/>
              </a:ext>
            </a:extLst>
          </p:cNvPr>
          <p:cNvSpPr>
            <a:spLocks/>
          </p:cNvSpPr>
          <p:nvPr/>
        </p:nvSpPr>
        <p:spPr>
          <a:xfrm>
            <a:off x="58685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4610">
            <a:extLst>
              <a:ext uri="{FF2B5EF4-FFF2-40B4-BE49-F238E27FC236}">
                <a16:creationId xmlns:a16="http://schemas.microsoft.com/office/drawing/2014/main" id="{270D10B4-566D-42D7-89F0-B38ECCC61B3E}"/>
              </a:ext>
            </a:extLst>
          </p:cNvPr>
          <p:cNvSpPr>
            <a:spLocks/>
          </p:cNvSpPr>
          <p:nvPr/>
        </p:nvSpPr>
        <p:spPr>
          <a:xfrm>
            <a:off x="587368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4611">
            <a:extLst>
              <a:ext uri="{FF2B5EF4-FFF2-40B4-BE49-F238E27FC236}">
                <a16:creationId xmlns:a16="http://schemas.microsoft.com/office/drawing/2014/main" id="{CC110DF4-E7B7-499E-B908-83E9C0A8B68A}"/>
              </a:ext>
            </a:extLst>
          </p:cNvPr>
          <p:cNvSpPr>
            <a:spLocks/>
          </p:cNvSpPr>
          <p:nvPr/>
        </p:nvSpPr>
        <p:spPr>
          <a:xfrm>
            <a:off x="5863491" y="35119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4612">
            <a:extLst>
              <a:ext uri="{FF2B5EF4-FFF2-40B4-BE49-F238E27FC236}">
                <a16:creationId xmlns:a16="http://schemas.microsoft.com/office/drawing/2014/main" id="{27D27CB9-1B4E-4DA5-A3FF-F1291BB6D92C}"/>
              </a:ext>
            </a:extLst>
          </p:cNvPr>
          <p:cNvSpPr>
            <a:spLocks/>
          </p:cNvSpPr>
          <p:nvPr/>
        </p:nvSpPr>
        <p:spPr>
          <a:xfrm>
            <a:off x="58990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4613">
            <a:extLst>
              <a:ext uri="{FF2B5EF4-FFF2-40B4-BE49-F238E27FC236}">
                <a16:creationId xmlns:a16="http://schemas.microsoft.com/office/drawing/2014/main" id="{A676B982-DF01-493B-8D9F-83C4CA1921A3}"/>
              </a:ext>
            </a:extLst>
          </p:cNvPr>
          <p:cNvSpPr>
            <a:spLocks/>
          </p:cNvSpPr>
          <p:nvPr/>
        </p:nvSpPr>
        <p:spPr>
          <a:xfrm>
            <a:off x="583068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4614">
            <a:extLst>
              <a:ext uri="{FF2B5EF4-FFF2-40B4-BE49-F238E27FC236}">
                <a16:creationId xmlns:a16="http://schemas.microsoft.com/office/drawing/2014/main" id="{81A8A875-A2B9-4A78-BA05-C4F4A6FEF0B5}"/>
              </a:ext>
            </a:extLst>
          </p:cNvPr>
          <p:cNvSpPr>
            <a:spLocks/>
          </p:cNvSpPr>
          <p:nvPr/>
        </p:nvSpPr>
        <p:spPr>
          <a:xfrm>
            <a:off x="5855477" y="34417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4615">
            <a:extLst>
              <a:ext uri="{FF2B5EF4-FFF2-40B4-BE49-F238E27FC236}">
                <a16:creationId xmlns:a16="http://schemas.microsoft.com/office/drawing/2014/main" id="{03F875B3-FA44-420D-8209-AEBDA70EA90E}"/>
              </a:ext>
            </a:extLst>
          </p:cNvPr>
          <p:cNvSpPr>
            <a:spLocks/>
          </p:cNvSpPr>
          <p:nvPr/>
        </p:nvSpPr>
        <p:spPr>
          <a:xfrm>
            <a:off x="58469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4616">
            <a:extLst>
              <a:ext uri="{FF2B5EF4-FFF2-40B4-BE49-F238E27FC236}">
                <a16:creationId xmlns:a16="http://schemas.microsoft.com/office/drawing/2014/main" id="{61FFC01B-ED00-4718-9123-EA364CD24AB8}"/>
              </a:ext>
            </a:extLst>
          </p:cNvPr>
          <p:cNvSpPr>
            <a:spLocks/>
          </p:cNvSpPr>
          <p:nvPr/>
        </p:nvSpPr>
        <p:spPr>
          <a:xfrm>
            <a:off x="582947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4617">
            <a:extLst>
              <a:ext uri="{FF2B5EF4-FFF2-40B4-BE49-F238E27FC236}">
                <a16:creationId xmlns:a16="http://schemas.microsoft.com/office/drawing/2014/main" id="{84CD4833-AB5E-4B93-92A6-C9C89AACA3C5}"/>
              </a:ext>
            </a:extLst>
          </p:cNvPr>
          <p:cNvSpPr>
            <a:spLocks/>
          </p:cNvSpPr>
          <p:nvPr/>
        </p:nvSpPr>
        <p:spPr>
          <a:xfrm>
            <a:off x="5863353" y="36210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4618">
            <a:extLst>
              <a:ext uri="{FF2B5EF4-FFF2-40B4-BE49-F238E27FC236}">
                <a16:creationId xmlns:a16="http://schemas.microsoft.com/office/drawing/2014/main" id="{2175D321-EF69-40E8-8FCD-43151B3EAD48}"/>
              </a:ext>
            </a:extLst>
          </p:cNvPr>
          <p:cNvSpPr>
            <a:spLocks/>
          </p:cNvSpPr>
          <p:nvPr/>
        </p:nvSpPr>
        <p:spPr>
          <a:xfrm>
            <a:off x="579870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4619">
            <a:extLst>
              <a:ext uri="{FF2B5EF4-FFF2-40B4-BE49-F238E27FC236}">
                <a16:creationId xmlns:a16="http://schemas.microsoft.com/office/drawing/2014/main" id="{558A43CE-4A41-46D0-AD59-4FCAB5C218F1}"/>
              </a:ext>
            </a:extLst>
          </p:cNvPr>
          <p:cNvSpPr>
            <a:spLocks/>
          </p:cNvSpPr>
          <p:nvPr/>
        </p:nvSpPr>
        <p:spPr>
          <a:xfrm>
            <a:off x="58140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4620">
            <a:extLst>
              <a:ext uri="{FF2B5EF4-FFF2-40B4-BE49-F238E27FC236}">
                <a16:creationId xmlns:a16="http://schemas.microsoft.com/office/drawing/2014/main" id="{B9529A11-47D7-466E-B37F-4F9FB4FDFF3A}"/>
              </a:ext>
            </a:extLst>
          </p:cNvPr>
          <p:cNvSpPr>
            <a:spLocks/>
          </p:cNvSpPr>
          <p:nvPr/>
        </p:nvSpPr>
        <p:spPr>
          <a:xfrm>
            <a:off x="579719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4621">
            <a:extLst>
              <a:ext uri="{FF2B5EF4-FFF2-40B4-BE49-F238E27FC236}">
                <a16:creationId xmlns:a16="http://schemas.microsoft.com/office/drawing/2014/main" id="{1CDD2D27-C960-49E3-9132-B5251CD2F5C0}"/>
              </a:ext>
            </a:extLst>
          </p:cNvPr>
          <p:cNvSpPr>
            <a:spLocks/>
          </p:cNvSpPr>
          <p:nvPr/>
        </p:nvSpPr>
        <p:spPr>
          <a:xfrm>
            <a:off x="5814046" y="35524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4622">
            <a:extLst>
              <a:ext uri="{FF2B5EF4-FFF2-40B4-BE49-F238E27FC236}">
                <a16:creationId xmlns:a16="http://schemas.microsoft.com/office/drawing/2014/main" id="{9B0A9F98-FC54-4155-BF4F-B81893825DB3}"/>
              </a:ext>
            </a:extLst>
          </p:cNvPr>
          <p:cNvSpPr>
            <a:spLocks/>
          </p:cNvSpPr>
          <p:nvPr/>
        </p:nvSpPr>
        <p:spPr>
          <a:xfrm>
            <a:off x="585535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4623">
            <a:extLst>
              <a:ext uri="{FF2B5EF4-FFF2-40B4-BE49-F238E27FC236}">
                <a16:creationId xmlns:a16="http://schemas.microsoft.com/office/drawing/2014/main" id="{C25B58A0-AFFE-4140-A9D5-23779313AA10}"/>
              </a:ext>
            </a:extLst>
          </p:cNvPr>
          <p:cNvSpPr>
            <a:spLocks/>
          </p:cNvSpPr>
          <p:nvPr/>
        </p:nvSpPr>
        <p:spPr>
          <a:xfrm>
            <a:off x="589104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4624">
            <a:extLst>
              <a:ext uri="{FF2B5EF4-FFF2-40B4-BE49-F238E27FC236}">
                <a16:creationId xmlns:a16="http://schemas.microsoft.com/office/drawing/2014/main" id="{CC8E85CC-C434-49AB-9DCD-A2F809EDA9E2}"/>
              </a:ext>
            </a:extLst>
          </p:cNvPr>
          <p:cNvSpPr>
            <a:spLocks/>
          </p:cNvSpPr>
          <p:nvPr/>
        </p:nvSpPr>
        <p:spPr>
          <a:xfrm>
            <a:off x="579904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4625">
            <a:extLst>
              <a:ext uri="{FF2B5EF4-FFF2-40B4-BE49-F238E27FC236}">
                <a16:creationId xmlns:a16="http://schemas.microsoft.com/office/drawing/2014/main" id="{B0640223-1731-4915-9A2A-218CC06B596A}"/>
              </a:ext>
            </a:extLst>
          </p:cNvPr>
          <p:cNvSpPr>
            <a:spLocks/>
          </p:cNvSpPr>
          <p:nvPr/>
        </p:nvSpPr>
        <p:spPr>
          <a:xfrm>
            <a:off x="58607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4626">
            <a:extLst>
              <a:ext uri="{FF2B5EF4-FFF2-40B4-BE49-F238E27FC236}">
                <a16:creationId xmlns:a16="http://schemas.microsoft.com/office/drawing/2014/main" id="{C464962C-2975-4F94-ADF6-A38842D86A00}"/>
              </a:ext>
            </a:extLst>
          </p:cNvPr>
          <p:cNvSpPr>
            <a:spLocks/>
          </p:cNvSpPr>
          <p:nvPr/>
        </p:nvSpPr>
        <p:spPr>
          <a:xfrm>
            <a:off x="581314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4627">
            <a:extLst>
              <a:ext uri="{FF2B5EF4-FFF2-40B4-BE49-F238E27FC236}">
                <a16:creationId xmlns:a16="http://schemas.microsoft.com/office/drawing/2014/main" id="{5F36D5D1-D9DF-40E7-AFBB-CA786E1D89E5}"/>
              </a:ext>
            </a:extLst>
          </p:cNvPr>
          <p:cNvSpPr>
            <a:spLocks/>
          </p:cNvSpPr>
          <p:nvPr/>
        </p:nvSpPr>
        <p:spPr>
          <a:xfrm>
            <a:off x="5898033" y="3628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4628">
            <a:extLst>
              <a:ext uri="{FF2B5EF4-FFF2-40B4-BE49-F238E27FC236}">
                <a16:creationId xmlns:a16="http://schemas.microsoft.com/office/drawing/2014/main" id="{7A657F3C-12DC-4712-B8E2-0B6B4D1FB915}"/>
              </a:ext>
            </a:extLst>
          </p:cNvPr>
          <p:cNvSpPr>
            <a:spLocks/>
          </p:cNvSpPr>
          <p:nvPr/>
        </p:nvSpPr>
        <p:spPr>
          <a:xfrm>
            <a:off x="583560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4629">
            <a:extLst>
              <a:ext uri="{FF2B5EF4-FFF2-40B4-BE49-F238E27FC236}">
                <a16:creationId xmlns:a16="http://schemas.microsoft.com/office/drawing/2014/main" id="{E1EA1029-3607-4FBD-86B3-7FCE09EE9505}"/>
              </a:ext>
            </a:extLst>
          </p:cNvPr>
          <p:cNvSpPr>
            <a:spLocks/>
          </p:cNvSpPr>
          <p:nvPr/>
        </p:nvSpPr>
        <p:spPr>
          <a:xfrm>
            <a:off x="5827604" y="36257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4630">
            <a:extLst>
              <a:ext uri="{FF2B5EF4-FFF2-40B4-BE49-F238E27FC236}">
                <a16:creationId xmlns:a16="http://schemas.microsoft.com/office/drawing/2014/main" id="{AB4F6E34-BF70-4830-B9F1-AFF1C03A8D49}"/>
              </a:ext>
            </a:extLst>
          </p:cNvPr>
          <p:cNvSpPr>
            <a:spLocks/>
          </p:cNvSpPr>
          <p:nvPr/>
        </p:nvSpPr>
        <p:spPr>
          <a:xfrm>
            <a:off x="580335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4631">
            <a:extLst>
              <a:ext uri="{FF2B5EF4-FFF2-40B4-BE49-F238E27FC236}">
                <a16:creationId xmlns:a16="http://schemas.microsoft.com/office/drawing/2014/main" id="{73C0D169-0A31-4C41-9281-0A4DB2BC6EEC}"/>
              </a:ext>
            </a:extLst>
          </p:cNvPr>
          <p:cNvSpPr>
            <a:spLocks/>
          </p:cNvSpPr>
          <p:nvPr/>
        </p:nvSpPr>
        <p:spPr>
          <a:xfrm>
            <a:off x="5893135" y="3595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4632">
            <a:extLst>
              <a:ext uri="{FF2B5EF4-FFF2-40B4-BE49-F238E27FC236}">
                <a16:creationId xmlns:a16="http://schemas.microsoft.com/office/drawing/2014/main" id="{83900516-6620-45AC-80BC-6AFFB1DB38E3}"/>
              </a:ext>
            </a:extLst>
          </p:cNvPr>
          <p:cNvSpPr>
            <a:spLocks/>
          </p:cNvSpPr>
          <p:nvPr/>
        </p:nvSpPr>
        <p:spPr>
          <a:xfrm>
            <a:off x="5848548" y="3564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4633">
            <a:extLst>
              <a:ext uri="{FF2B5EF4-FFF2-40B4-BE49-F238E27FC236}">
                <a16:creationId xmlns:a16="http://schemas.microsoft.com/office/drawing/2014/main" id="{32EC3C77-CDCE-4436-91E0-9C47F2ABC8F3}"/>
              </a:ext>
            </a:extLst>
          </p:cNvPr>
          <p:cNvSpPr>
            <a:spLocks/>
          </p:cNvSpPr>
          <p:nvPr/>
        </p:nvSpPr>
        <p:spPr>
          <a:xfrm>
            <a:off x="5827163" y="34678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4634">
            <a:extLst>
              <a:ext uri="{FF2B5EF4-FFF2-40B4-BE49-F238E27FC236}">
                <a16:creationId xmlns:a16="http://schemas.microsoft.com/office/drawing/2014/main" id="{5AFDBA44-22A7-4949-9A90-BD06E105736C}"/>
              </a:ext>
            </a:extLst>
          </p:cNvPr>
          <p:cNvSpPr>
            <a:spLocks/>
          </p:cNvSpPr>
          <p:nvPr/>
        </p:nvSpPr>
        <p:spPr>
          <a:xfrm>
            <a:off x="5869900" y="36231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4635">
            <a:extLst>
              <a:ext uri="{FF2B5EF4-FFF2-40B4-BE49-F238E27FC236}">
                <a16:creationId xmlns:a16="http://schemas.microsoft.com/office/drawing/2014/main" id="{AF4A65B9-3356-496E-8E86-E32C2D2F964F}"/>
              </a:ext>
            </a:extLst>
          </p:cNvPr>
          <p:cNvSpPr>
            <a:spLocks/>
          </p:cNvSpPr>
          <p:nvPr/>
        </p:nvSpPr>
        <p:spPr>
          <a:xfrm>
            <a:off x="5811804" y="36285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4636">
            <a:extLst>
              <a:ext uri="{FF2B5EF4-FFF2-40B4-BE49-F238E27FC236}">
                <a16:creationId xmlns:a16="http://schemas.microsoft.com/office/drawing/2014/main" id="{376162CD-31E1-4FAF-9B13-02709DBAC0BC}"/>
              </a:ext>
            </a:extLst>
          </p:cNvPr>
          <p:cNvSpPr>
            <a:spLocks/>
          </p:cNvSpPr>
          <p:nvPr/>
        </p:nvSpPr>
        <p:spPr>
          <a:xfrm>
            <a:off x="5857448" y="35466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4637">
            <a:extLst>
              <a:ext uri="{FF2B5EF4-FFF2-40B4-BE49-F238E27FC236}">
                <a16:creationId xmlns:a16="http://schemas.microsoft.com/office/drawing/2014/main" id="{CE557B45-2FDF-4715-9112-2E85F1F18D35}"/>
              </a:ext>
            </a:extLst>
          </p:cNvPr>
          <p:cNvSpPr>
            <a:spLocks/>
          </p:cNvSpPr>
          <p:nvPr/>
        </p:nvSpPr>
        <p:spPr>
          <a:xfrm>
            <a:off x="58553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4638">
            <a:extLst>
              <a:ext uri="{FF2B5EF4-FFF2-40B4-BE49-F238E27FC236}">
                <a16:creationId xmlns:a16="http://schemas.microsoft.com/office/drawing/2014/main" id="{7FDBDC34-B33B-470E-BE2D-9EDDE7D25566}"/>
              </a:ext>
            </a:extLst>
          </p:cNvPr>
          <p:cNvSpPr>
            <a:spLocks/>
          </p:cNvSpPr>
          <p:nvPr/>
        </p:nvSpPr>
        <p:spPr>
          <a:xfrm>
            <a:off x="5851491" y="35358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4639">
            <a:extLst>
              <a:ext uri="{FF2B5EF4-FFF2-40B4-BE49-F238E27FC236}">
                <a16:creationId xmlns:a16="http://schemas.microsoft.com/office/drawing/2014/main" id="{C48807FA-3885-454D-81D8-42996146D129}"/>
              </a:ext>
            </a:extLst>
          </p:cNvPr>
          <p:cNvSpPr>
            <a:spLocks/>
          </p:cNvSpPr>
          <p:nvPr/>
        </p:nvSpPr>
        <p:spPr>
          <a:xfrm>
            <a:off x="584414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4640">
            <a:extLst>
              <a:ext uri="{FF2B5EF4-FFF2-40B4-BE49-F238E27FC236}">
                <a16:creationId xmlns:a16="http://schemas.microsoft.com/office/drawing/2014/main" id="{A8C75363-EAC3-4B25-9B57-3B968A53B46F}"/>
              </a:ext>
            </a:extLst>
          </p:cNvPr>
          <p:cNvSpPr>
            <a:spLocks/>
          </p:cNvSpPr>
          <p:nvPr/>
        </p:nvSpPr>
        <p:spPr>
          <a:xfrm>
            <a:off x="58536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4641">
            <a:extLst>
              <a:ext uri="{FF2B5EF4-FFF2-40B4-BE49-F238E27FC236}">
                <a16:creationId xmlns:a16="http://schemas.microsoft.com/office/drawing/2014/main" id="{8032B41A-2DBC-47CA-8781-282060509798}"/>
              </a:ext>
            </a:extLst>
          </p:cNvPr>
          <p:cNvSpPr>
            <a:spLocks/>
          </p:cNvSpPr>
          <p:nvPr/>
        </p:nvSpPr>
        <p:spPr>
          <a:xfrm>
            <a:off x="587155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4642">
            <a:extLst>
              <a:ext uri="{FF2B5EF4-FFF2-40B4-BE49-F238E27FC236}">
                <a16:creationId xmlns:a16="http://schemas.microsoft.com/office/drawing/2014/main" id="{493F52FA-F457-468D-BBFB-C39965ED8948}"/>
              </a:ext>
            </a:extLst>
          </p:cNvPr>
          <p:cNvSpPr>
            <a:spLocks/>
          </p:cNvSpPr>
          <p:nvPr/>
        </p:nvSpPr>
        <p:spPr>
          <a:xfrm>
            <a:off x="5861489" y="3607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4643">
            <a:extLst>
              <a:ext uri="{FF2B5EF4-FFF2-40B4-BE49-F238E27FC236}">
                <a16:creationId xmlns:a16="http://schemas.microsoft.com/office/drawing/2014/main" id="{D71AE186-2C1A-433C-9101-0FCE1933F61B}"/>
              </a:ext>
            </a:extLst>
          </p:cNvPr>
          <p:cNvSpPr>
            <a:spLocks/>
          </p:cNvSpPr>
          <p:nvPr/>
        </p:nvSpPr>
        <p:spPr>
          <a:xfrm>
            <a:off x="583274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4644">
            <a:extLst>
              <a:ext uri="{FF2B5EF4-FFF2-40B4-BE49-F238E27FC236}">
                <a16:creationId xmlns:a16="http://schemas.microsoft.com/office/drawing/2014/main" id="{C8F2D81B-738E-42C0-86DA-5188BD9EB3F2}"/>
              </a:ext>
            </a:extLst>
          </p:cNvPr>
          <p:cNvSpPr>
            <a:spLocks/>
          </p:cNvSpPr>
          <p:nvPr/>
        </p:nvSpPr>
        <p:spPr>
          <a:xfrm>
            <a:off x="5897793" y="3582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4645">
            <a:extLst>
              <a:ext uri="{FF2B5EF4-FFF2-40B4-BE49-F238E27FC236}">
                <a16:creationId xmlns:a16="http://schemas.microsoft.com/office/drawing/2014/main" id="{065AD8DC-7EC5-4967-88E0-E8B76DC1426C}"/>
              </a:ext>
            </a:extLst>
          </p:cNvPr>
          <p:cNvSpPr>
            <a:spLocks/>
          </p:cNvSpPr>
          <p:nvPr/>
        </p:nvSpPr>
        <p:spPr>
          <a:xfrm>
            <a:off x="5870885" y="3611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4646">
            <a:extLst>
              <a:ext uri="{FF2B5EF4-FFF2-40B4-BE49-F238E27FC236}">
                <a16:creationId xmlns:a16="http://schemas.microsoft.com/office/drawing/2014/main" id="{035C434F-4CBD-41E7-AEC7-08E364803B46}"/>
              </a:ext>
            </a:extLst>
          </p:cNvPr>
          <p:cNvSpPr>
            <a:spLocks/>
          </p:cNvSpPr>
          <p:nvPr/>
        </p:nvSpPr>
        <p:spPr>
          <a:xfrm>
            <a:off x="5814765" y="36216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4647">
            <a:extLst>
              <a:ext uri="{FF2B5EF4-FFF2-40B4-BE49-F238E27FC236}">
                <a16:creationId xmlns:a16="http://schemas.microsoft.com/office/drawing/2014/main" id="{240C0C5D-CABD-48CA-9574-4D9934232746}"/>
              </a:ext>
            </a:extLst>
          </p:cNvPr>
          <p:cNvSpPr>
            <a:spLocks/>
          </p:cNvSpPr>
          <p:nvPr/>
        </p:nvSpPr>
        <p:spPr>
          <a:xfrm>
            <a:off x="5808400" y="36164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4648">
            <a:extLst>
              <a:ext uri="{FF2B5EF4-FFF2-40B4-BE49-F238E27FC236}">
                <a16:creationId xmlns:a16="http://schemas.microsoft.com/office/drawing/2014/main" id="{8541F4E9-7C86-433C-86DE-CB8805E12286}"/>
              </a:ext>
            </a:extLst>
          </p:cNvPr>
          <p:cNvSpPr>
            <a:spLocks/>
          </p:cNvSpPr>
          <p:nvPr/>
        </p:nvSpPr>
        <p:spPr>
          <a:xfrm>
            <a:off x="5872586" y="36301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4649">
            <a:extLst>
              <a:ext uri="{FF2B5EF4-FFF2-40B4-BE49-F238E27FC236}">
                <a16:creationId xmlns:a16="http://schemas.microsoft.com/office/drawing/2014/main" id="{87F7E03F-298D-4971-8A9B-A991A3A31553}"/>
              </a:ext>
            </a:extLst>
          </p:cNvPr>
          <p:cNvSpPr>
            <a:spLocks/>
          </p:cNvSpPr>
          <p:nvPr/>
        </p:nvSpPr>
        <p:spPr>
          <a:xfrm>
            <a:off x="589506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4650">
            <a:extLst>
              <a:ext uri="{FF2B5EF4-FFF2-40B4-BE49-F238E27FC236}">
                <a16:creationId xmlns:a16="http://schemas.microsoft.com/office/drawing/2014/main" id="{7B3AFF01-BBE6-4210-82A8-3ED739AFAFBD}"/>
              </a:ext>
            </a:extLst>
          </p:cNvPr>
          <p:cNvSpPr>
            <a:spLocks/>
          </p:cNvSpPr>
          <p:nvPr/>
        </p:nvSpPr>
        <p:spPr>
          <a:xfrm>
            <a:off x="588654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4651">
            <a:extLst>
              <a:ext uri="{FF2B5EF4-FFF2-40B4-BE49-F238E27FC236}">
                <a16:creationId xmlns:a16="http://schemas.microsoft.com/office/drawing/2014/main" id="{0DEC80D9-1AA6-4593-982D-300E782C37B7}"/>
              </a:ext>
            </a:extLst>
          </p:cNvPr>
          <p:cNvSpPr>
            <a:spLocks/>
          </p:cNvSpPr>
          <p:nvPr/>
        </p:nvSpPr>
        <p:spPr>
          <a:xfrm>
            <a:off x="5878181" y="36138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4652">
            <a:extLst>
              <a:ext uri="{FF2B5EF4-FFF2-40B4-BE49-F238E27FC236}">
                <a16:creationId xmlns:a16="http://schemas.microsoft.com/office/drawing/2014/main" id="{E263677B-D386-4A2F-BDE7-2CCEC7C8A374}"/>
              </a:ext>
            </a:extLst>
          </p:cNvPr>
          <p:cNvSpPr>
            <a:spLocks/>
          </p:cNvSpPr>
          <p:nvPr/>
        </p:nvSpPr>
        <p:spPr>
          <a:xfrm>
            <a:off x="586734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4653">
            <a:extLst>
              <a:ext uri="{FF2B5EF4-FFF2-40B4-BE49-F238E27FC236}">
                <a16:creationId xmlns:a16="http://schemas.microsoft.com/office/drawing/2014/main" id="{1D2CF987-EE91-4388-A4DF-031F157AD812}"/>
              </a:ext>
            </a:extLst>
          </p:cNvPr>
          <p:cNvSpPr>
            <a:spLocks/>
          </p:cNvSpPr>
          <p:nvPr/>
        </p:nvSpPr>
        <p:spPr>
          <a:xfrm>
            <a:off x="58604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4654">
            <a:extLst>
              <a:ext uri="{FF2B5EF4-FFF2-40B4-BE49-F238E27FC236}">
                <a16:creationId xmlns:a16="http://schemas.microsoft.com/office/drawing/2014/main" id="{112C500B-90C2-4C2F-8025-FFBF8A9C9655}"/>
              </a:ext>
            </a:extLst>
          </p:cNvPr>
          <p:cNvSpPr>
            <a:spLocks/>
          </p:cNvSpPr>
          <p:nvPr/>
        </p:nvSpPr>
        <p:spPr>
          <a:xfrm>
            <a:off x="5869751" y="36279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4655">
            <a:extLst>
              <a:ext uri="{FF2B5EF4-FFF2-40B4-BE49-F238E27FC236}">
                <a16:creationId xmlns:a16="http://schemas.microsoft.com/office/drawing/2014/main" id="{3364A0A2-7066-47E0-983B-8A002013B461}"/>
              </a:ext>
            </a:extLst>
          </p:cNvPr>
          <p:cNvSpPr>
            <a:spLocks/>
          </p:cNvSpPr>
          <p:nvPr/>
        </p:nvSpPr>
        <p:spPr>
          <a:xfrm>
            <a:off x="5838162" y="36154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4656">
            <a:extLst>
              <a:ext uri="{FF2B5EF4-FFF2-40B4-BE49-F238E27FC236}">
                <a16:creationId xmlns:a16="http://schemas.microsoft.com/office/drawing/2014/main" id="{13FDF7A6-627C-4DC7-BC63-C512BF55D0A4}"/>
              </a:ext>
            </a:extLst>
          </p:cNvPr>
          <p:cNvSpPr>
            <a:spLocks/>
          </p:cNvSpPr>
          <p:nvPr/>
        </p:nvSpPr>
        <p:spPr>
          <a:xfrm>
            <a:off x="583394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4657">
            <a:extLst>
              <a:ext uri="{FF2B5EF4-FFF2-40B4-BE49-F238E27FC236}">
                <a16:creationId xmlns:a16="http://schemas.microsoft.com/office/drawing/2014/main" id="{BFF9AFC8-4EAB-4520-86BC-9CDB62B26E5E}"/>
              </a:ext>
            </a:extLst>
          </p:cNvPr>
          <p:cNvSpPr>
            <a:spLocks/>
          </p:cNvSpPr>
          <p:nvPr/>
        </p:nvSpPr>
        <p:spPr>
          <a:xfrm>
            <a:off x="5844747" y="36250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4658">
            <a:extLst>
              <a:ext uri="{FF2B5EF4-FFF2-40B4-BE49-F238E27FC236}">
                <a16:creationId xmlns:a16="http://schemas.microsoft.com/office/drawing/2014/main" id="{D3B707DC-656B-497E-9255-604C8BE60A69}"/>
              </a:ext>
            </a:extLst>
          </p:cNvPr>
          <p:cNvSpPr>
            <a:spLocks/>
          </p:cNvSpPr>
          <p:nvPr/>
        </p:nvSpPr>
        <p:spPr>
          <a:xfrm>
            <a:off x="5818142" y="35979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4659">
            <a:extLst>
              <a:ext uri="{FF2B5EF4-FFF2-40B4-BE49-F238E27FC236}">
                <a16:creationId xmlns:a16="http://schemas.microsoft.com/office/drawing/2014/main" id="{26D83F1A-1A56-402F-BB5F-D991448B1B9B}"/>
              </a:ext>
            </a:extLst>
          </p:cNvPr>
          <p:cNvSpPr>
            <a:spLocks/>
          </p:cNvSpPr>
          <p:nvPr/>
        </p:nvSpPr>
        <p:spPr>
          <a:xfrm>
            <a:off x="58178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4660">
            <a:extLst>
              <a:ext uri="{FF2B5EF4-FFF2-40B4-BE49-F238E27FC236}">
                <a16:creationId xmlns:a16="http://schemas.microsoft.com/office/drawing/2014/main" id="{F932FE5D-115B-4516-9DFB-032FB633B242}"/>
              </a:ext>
            </a:extLst>
          </p:cNvPr>
          <p:cNvSpPr>
            <a:spLocks/>
          </p:cNvSpPr>
          <p:nvPr/>
        </p:nvSpPr>
        <p:spPr>
          <a:xfrm>
            <a:off x="584878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4661">
            <a:extLst>
              <a:ext uri="{FF2B5EF4-FFF2-40B4-BE49-F238E27FC236}">
                <a16:creationId xmlns:a16="http://schemas.microsoft.com/office/drawing/2014/main" id="{6651CF6B-2101-43F3-803D-55C6C5A32C0E}"/>
              </a:ext>
            </a:extLst>
          </p:cNvPr>
          <p:cNvSpPr>
            <a:spLocks/>
          </p:cNvSpPr>
          <p:nvPr/>
        </p:nvSpPr>
        <p:spPr>
          <a:xfrm>
            <a:off x="58623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4662">
            <a:extLst>
              <a:ext uri="{FF2B5EF4-FFF2-40B4-BE49-F238E27FC236}">
                <a16:creationId xmlns:a16="http://schemas.microsoft.com/office/drawing/2014/main" id="{9455FD2F-1BB4-4560-A7C1-F762439C00B4}"/>
              </a:ext>
            </a:extLst>
          </p:cNvPr>
          <p:cNvSpPr>
            <a:spLocks/>
          </p:cNvSpPr>
          <p:nvPr/>
        </p:nvSpPr>
        <p:spPr>
          <a:xfrm>
            <a:off x="585583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4663">
            <a:extLst>
              <a:ext uri="{FF2B5EF4-FFF2-40B4-BE49-F238E27FC236}">
                <a16:creationId xmlns:a16="http://schemas.microsoft.com/office/drawing/2014/main" id="{787B0DF8-F760-4373-AD9F-A63C7990384D}"/>
              </a:ext>
            </a:extLst>
          </p:cNvPr>
          <p:cNvSpPr>
            <a:spLocks/>
          </p:cNvSpPr>
          <p:nvPr/>
        </p:nvSpPr>
        <p:spPr>
          <a:xfrm>
            <a:off x="5876297" y="36103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4664">
            <a:extLst>
              <a:ext uri="{FF2B5EF4-FFF2-40B4-BE49-F238E27FC236}">
                <a16:creationId xmlns:a16="http://schemas.microsoft.com/office/drawing/2014/main" id="{DBC40F99-B2AE-4309-AA61-80D6F585B67C}"/>
              </a:ext>
            </a:extLst>
          </p:cNvPr>
          <p:cNvSpPr>
            <a:spLocks/>
          </p:cNvSpPr>
          <p:nvPr/>
        </p:nvSpPr>
        <p:spPr>
          <a:xfrm>
            <a:off x="581412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4665">
            <a:extLst>
              <a:ext uri="{FF2B5EF4-FFF2-40B4-BE49-F238E27FC236}">
                <a16:creationId xmlns:a16="http://schemas.microsoft.com/office/drawing/2014/main" id="{F796AE91-C517-44BA-99CE-0E9B4A556971}"/>
              </a:ext>
            </a:extLst>
          </p:cNvPr>
          <p:cNvSpPr>
            <a:spLocks/>
          </p:cNvSpPr>
          <p:nvPr/>
        </p:nvSpPr>
        <p:spPr>
          <a:xfrm>
            <a:off x="5818064" y="35773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4666">
            <a:extLst>
              <a:ext uri="{FF2B5EF4-FFF2-40B4-BE49-F238E27FC236}">
                <a16:creationId xmlns:a16="http://schemas.microsoft.com/office/drawing/2014/main" id="{B90CAAFA-6386-46C1-AF75-76E248C61A0B}"/>
              </a:ext>
            </a:extLst>
          </p:cNvPr>
          <p:cNvSpPr>
            <a:spLocks/>
          </p:cNvSpPr>
          <p:nvPr/>
        </p:nvSpPr>
        <p:spPr>
          <a:xfrm>
            <a:off x="5797280" y="36281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4667">
            <a:extLst>
              <a:ext uri="{FF2B5EF4-FFF2-40B4-BE49-F238E27FC236}">
                <a16:creationId xmlns:a16="http://schemas.microsoft.com/office/drawing/2014/main" id="{86BA6ECE-7DA7-4B5A-A47C-5EE2EE4263D2}"/>
              </a:ext>
            </a:extLst>
          </p:cNvPr>
          <p:cNvSpPr>
            <a:spLocks/>
          </p:cNvSpPr>
          <p:nvPr/>
        </p:nvSpPr>
        <p:spPr>
          <a:xfrm>
            <a:off x="5857567" y="36015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4668">
            <a:extLst>
              <a:ext uri="{FF2B5EF4-FFF2-40B4-BE49-F238E27FC236}">
                <a16:creationId xmlns:a16="http://schemas.microsoft.com/office/drawing/2014/main" id="{A003DBA6-3225-4ADD-9BC6-B81AF6E7DB8A}"/>
              </a:ext>
            </a:extLst>
          </p:cNvPr>
          <p:cNvSpPr>
            <a:spLocks/>
          </p:cNvSpPr>
          <p:nvPr/>
        </p:nvSpPr>
        <p:spPr>
          <a:xfrm>
            <a:off x="5809155" y="35976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4669">
            <a:extLst>
              <a:ext uri="{FF2B5EF4-FFF2-40B4-BE49-F238E27FC236}">
                <a16:creationId xmlns:a16="http://schemas.microsoft.com/office/drawing/2014/main" id="{0B779C0C-AE99-4C46-A55D-B50608ADF9AE}"/>
              </a:ext>
            </a:extLst>
          </p:cNvPr>
          <p:cNvSpPr>
            <a:spLocks/>
          </p:cNvSpPr>
          <p:nvPr/>
        </p:nvSpPr>
        <p:spPr>
          <a:xfrm>
            <a:off x="5884184" y="34865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4670">
            <a:extLst>
              <a:ext uri="{FF2B5EF4-FFF2-40B4-BE49-F238E27FC236}">
                <a16:creationId xmlns:a16="http://schemas.microsoft.com/office/drawing/2014/main" id="{792B9C7F-87FE-4749-B5F4-EE03E8727851}"/>
              </a:ext>
            </a:extLst>
          </p:cNvPr>
          <p:cNvSpPr>
            <a:spLocks/>
          </p:cNvSpPr>
          <p:nvPr/>
        </p:nvSpPr>
        <p:spPr>
          <a:xfrm>
            <a:off x="5830199" y="36113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4671">
            <a:extLst>
              <a:ext uri="{FF2B5EF4-FFF2-40B4-BE49-F238E27FC236}">
                <a16:creationId xmlns:a16="http://schemas.microsoft.com/office/drawing/2014/main" id="{5B06D5D2-AC8C-4648-99F6-5D2045FD7DCF}"/>
              </a:ext>
            </a:extLst>
          </p:cNvPr>
          <p:cNvSpPr>
            <a:spLocks/>
          </p:cNvSpPr>
          <p:nvPr/>
        </p:nvSpPr>
        <p:spPr>
          <a:xfrm>
            <a:off x="58407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4672">
            <a:extLst>
              <a:ext uri="{FF2B5EF4-FFF2-40B4-BE49-F238E27FC236}">
                <a16:creationId xmlns:a16="http://schemas.microsoft.com/office/drawing/2014/main" id="{FB9CDCA0-DB0C-43EA-AA13-E81357EB76A8}"/>
              </a:ext>
            </a:extLst>
          </p:cNvPr>
          <p:cNvSpPr>
            <a:spLocks/>
          </p:cNvSpPr>
          <p:nvPr/>
        </p:nvSpPr>
        <p:spPr>
          <a:xfrm>
            <a:off x="5808908" y="36225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4673">
            <a:extLst>
              <a:ext uri="{FF2B5EF4-FFF2-40B4-BE49-F238E27FC236}">
                <a16:creationId xmlns:a16="http://schemas.microsoft.com/office/drawing/2014/main" id="{766E4745-8ADD-460E-B971-0B46C78E06F0}"/>
              </a:ext>
            </a:extLst>
          </p:cNvPr>
          <p:cNvSpPr>
            <a:spLocks/>
          </p:cNvSpPr>
          <p:nvPr/>
        </p:nvSpPr>
        <p:spPr>
          <a:xfrm>
            <a:off x="5835609" y="36321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4674">
            <a:extLst>
              <a:ext uri="{FF2B5EF4-FFF2-40B4-BE49-F238E27FC236}">
                <a16:creationId xmlns:a16="http://schemas.microsoft.com/office/drawing/2014/main" id="{CA43B1B6-9D38-47EE-9086-1EE56A7C1E47}"/>
              </a:ext>
            </a:extLst>
          </p:cNvPr>
          <p:cNvSpPr>
            <a:spLocks/>
          </p:cNvSpPr>
          <p:nvPr/>
        </p:nvSpPr>
        <p:spPr>
          <a:xfrm>
            <a:off x="5879517" y="33507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4675">
            <a:extLst>
              <a:ext uri="{FF2B5EF4-FFF2-40B4-BE49-F238E27FC236}">
                <a16:creationId xmlns:a16="http://schemas.microsoft.com/office/drawing/2014/main" id="{8E2E34CF-02AF-4F99-BC8E-7201AFBC5293}"/>
              </a:ext>
            </a:extLst>
          </p:cNvPr>
          <p:cNvSpPr>
            <a:spLocks/>
          </p:cNvSpPr>
          <p:nvPr/>
        </p:nvSpPr>
        <p:spPr>
          <a:xfrm>
            <a:off x="586967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4676">
            <a:extLst>
              <a:ext uri="{FF2B5EF4-FFF2-40B4-BE49-F238E27FC236}">
                <a16:creationId xmlns:a16="http://schemas.microsoft.com/office/drawing/2014/main" id="{FCDCFDB8-CFAF-4658-9594-B553532FA2D5}"/>
              </a:ext>
            </a:extLst>
          </p:cNvPr>
          <p:cNvSpPr>
            <a:spLocks/>
          </p:cNvSpPr>
          <p:nvPr/>
        </p:nvSpPr>
        <p:spPr>
          <a:xfrm>
            <a:off x="5816496" y="35899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4677">
            <a:extLst>
              <a:ext uri="{FF2B5EF4-FFF2-40B4-BE49-F238E27FC236}">
                <a16:creationId xmlns:a16="http://schemas.microsoft.com/office/drawing/2014/main" id="{C2B16ECE-3E8E-46F5-BE37-852D9010A40D}"/>
              </a:ext>
            </a:extLst>
          </p:cNvPr>
          <p:cNvSpPr>
            <a:spLocks/>
          </p:cNvSpPr>
          <p:nvPr/>
        </p:nvSpPr>
        <p:spPr>
          <a:xfrm>
            <a:off x="602688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4678">
            <a:extLst>
              <a:ext uri="{FF2B5EF4-FFF2-40B4-BE49-F238E27FC236}">
                <a16:creationId xmlns:a16="http://schemas.microsoft.com/office/drawing/2014/main" id="{8FC91EE5-3605-4FC9-850F-C89E0F035308}"/>
              </a:ext>
            </a:extLst>
          </p:cNvPr>
          <p:cNvSpPr>
            <a:spLocks/>
          </p:cNvSpPr>
          <p:nvPr/>
        </p:nvSpPr>
        <p:spPr>
          <a:xfrm>
            <a:off x="6084014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4679">
            <a:extLst>
              <a:ext uri="{FF2B5EF4-FFF2-40B4-BE49-F238E27FC236}">
                <a16:creationId xmlns:a16="http://schemas.microsoft.com/office/drawing/2014/main" id="{82A69808-D6D1-4194-9D93-3C49A1D2A6D6}"/>
              </a:ext>
            </a:extLst>
          </p:cNvPr>
          <p:cNvSpPr>
            <a:spLocks/>
          </p:cNvSpPr>
          <p:nvPr/>
        </p:nvSpPr>
        <p:spPr>
          <a:xfrm>
            <a:off x="607601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4680">
            <a:extLst>
              <a:ext uri="{FF2B5EF4-FFF2-40B4-BE49-F238E27FC236}">
                <a16:creationId xmlns:a16="http://schemas.microsoft.com/office/drawing/2014/main" id="{C87F63BE-496C-4994-ABB0-A12D5DF18D25}"/>
              </a:ext>
            </a:extLst>
          </p:cNvPr>
          <p:cNvSpPr>
            <a:spLocks/>
          </p:cNvSpPr>
          <p:nvPr/>
        </p:nvSpPr>
        <p:spPr>
          <a:xfrm>
            <a:off x="6077332" y="34513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4681">
            <a:extLst>
              <a:ext uri="{FF2B5EF4-FFF2-40B4-BE49-F238E27FC236}">
                <a16:creationId xmlns:a16="http://schemas.microsoft.com/office/drawing/2014/main" id="{D398C108-01C0-4725-AEF0-2801E4BE5562}"/>
              </a:ext>
            </a:extLst>
          </p:cNvPr>
          <p:cNvSpPr>
            <a:spLocks/>
          </p:cNvSpPr>
          <p:nvPr/>
        </p:nvSpPr>
        <p:spPr>
          <a:xfrm>
            <a:off x="6057738" y="22035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4682">
            <a:extLst>
              <a:ext uri="{FF2B5EF4-FFF2-40B4-BE49-F238E27FC236}">
                <a16:creationId xmlns:a16="http://schemas.microsoft.com/office/drawing/2014/main" id="{A4481E7D-7C36-45B4-A115-833BE69BB372}"/>
              </a:ext>
            </a:extLst>
          </p:cNvPr>
          <p:cNvSpPr>
            <a:spLocks/>
          </p:cNvSpPr>
          <p:nvPr/>
        </p:nvSpPr>
        <p:spPr>
          <a:xfrm>
            <a:off x="608678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4683">
            <a:extLst>
              <a:ext uri="{FF2B5EF4-FFF2-40B4-BE49-F238E27FC236}">
                <a16:creationId xmlns:a16="http://schemas.microsoft.com/office/drawing/2014/main" id="{D527FD20-A803-43C5-A8F1-A99D10472F5B}"/>
              </a:ext>
            </a:extLst>
          </p:cNvPr>
          <p:cNvSpPr>
            <a:spLocks/>
          </p:cNvSpPr>
          <p:nvPr/>
        </p:nvSpPr>
        <p:spPr>
          <a:xfrm>
            <a:off x="602546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4684">
            <a:extLst>
              <a:ext uri="{FF2B5EF4-FFF2-40B4-BE49-F238E27FC236}">
                <a16:creationId xmlns:a16="http://schemas.microsoft.com/office/drawing/2014/main" id="{3064E3A5-E124-4EAA-878C-5087532F00FB}"/>
              </a:ext>
            </a:extLst>
          </p:cNvPr>
          <p:cNvSpPr>
            <a:spLocks/>
          </p:cNvSpPr>
          <p:nvPr/>
        </p:nvSpPr>
        <p:spPr>
          <a:xfrm>
            <a:off x="605702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4685">
            <a:extLst>
              <a:ext uri="{FF2B5EF4-FFF2-40B4-BE49-F238E27FC236}">
                <a16:creationId xmlns:a16="http://schemas.microsoft.com/office/drawing/2014/main" id="{8CD738D5-584F-4B98-A70E-017541E98789}"/>
              </a:ext>
            </a:extLst>
          </p:cNvPr>
          <p:cNvSpPr>
            <a:spLocks/>
          </p:cNvSpPr>
          <p:nvPr/>
        </p:nvSpPr>
        <p:spPr>
          <a:xfrm>
            <a:off x="611542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4686">
            <a:extLst>
              <a:ext uri="{FF2B5EF4-FFF2-40B4-BE49-F238E27FC236}">
                <a16:creationId xmlns:a16="http://schemas.microsoft.com/office/drawing/2014/main" id="{CD377301-E4EA-48EA-A271-038816D93939}"/>
              </a:ext>
            </a:extLst>
          </p:cNvPr>
          <p:cNvSpPr>
            <a:spLocks/>
          </p:cNvSpPr>
          <p:nvPr/>
        </p:nvSpPr>
        <p:spPr>
          <a:xfrm>
            <a:off x="605666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4687">
            <a:extLst>
              <a:ext uri="{FF2B5EF4-FFF2-40B4-BE49-F238E27FC236}">
                <a16:creationId xmlns:a16="http://schemas.microsoft.com/office/drawing/2014/main" id="{EB7405AC-3028-45E3-9CA8-18C6EBD979A0}"/>
              </a:ext>
            </a:extLst>
          </p:cNvPr>
          <p:cNvSpPr>
            <a:spLocks/>
          </p:cNvSpPr>
          <p:nvPr/>
        </p:nvSpPr>
        <p:spPr>
          <a:xfrm>
            <a:off x="6063654" y="2578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4688">
            <a:extLst>
              <a:ext uri="{FF2B5EF4-FFF2-40B4-BE49-F238E27FC236}">
                <a16:creationId xmlns:a16="http://schemas.microsoft.com/office/drawing/2014/main" id="{9A2D9CB8-C582-4D4B-B5CB-96BBF9D0B752}"/>
              </a:ext>
            </a:extLst>
          </p:cNvPr>
          <p:cNvSpPr>
            <a:spLocks/>
          </p:cNvSpPr>
          <p:nvPr/>
        </p:nvSpPr>
        <p:spPr>
          <a:xfrm>
            <a:off x="602342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4689">
            <a:extLst>
              <a:ext uri="{FF2B5EF4-FFF2-40B4-BE49-F238E27FC236}">
                <a16:creationId xmlns:a16="http://schemas.microsoft.com/office/drawing/2014/main" id="{CF6A212E-2740-4D6B-B25D-9BB8C7BD34A0}"/>
              </a:ext>
            </a:extLst>
          </p:cNvPr>
          <p:cNvSpPr>
            <a:spLocks/>
          </p:cNvSpPr>
          <p:nvPr/>
        </p:nvSpPr>
        <p:spPr>
          <a:xfrm>
            <a:off x="6036954" y="2875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4690">
            <a:extLst>
              <a:ext uri="{FF2B5EF4-FFF2-40B4-BE49-F238E27FC236}">
                <a16:creationId xmlns:a16="http://schemas.microsoft.com/office/drawing/2014/main" id="{57D86FDD-2BC6-4A95-85C8-509604A92D3D}"/>
              </a:ext>
            </a:extLst>
          </p:cNvPr>
          <p:cNvSpPr>
            <a:spLocks/>
          </p:cNvSpPr>
          <p:nvPr/>
        </p:nvSpPr>
        <p:spPr>
          <a:xfrm>
            <a:off x="608034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4691">
            <a:extLst>
              <a:ext uri="{FF2B5EF4-FFF2-40B4-BE49-F238E27FC236}">
                <a16:creationId xmlns:a16="http://schemas.microsoft.com/office/drawing/2014/main" id="{4740A91B-DA39-4F9B-89B7-A3F151417ECF}"/>
              </a:ext>
            </a:extLst>
          </p:cNvPr>
          <p:cNvSpPr>
            <a:spLocks/>
          </p:cNvSpPr>
          <p:nvPr/>
        </p:nvSpPr>
        <p:spPr>
          <a:xfrm>
            <a:off x="610719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4692">
            <a:extLst>
              <a:ext uri="{FF2B5EF4-FFF2-40B4-BE49-F238E27FC236}">
                <a16:creationId xmlns:a16="http://schemas.microsoft.com/office/drawing/2014/main" id="{FD7030B7-B392-4E88-878F-9BE0EEB3F41B}"/>
              </a:ext>
            </a:extLst>
          </p:cNvPr>
          <p:cNvSpPr>
            <a:spLocks/>
          </p:cNvSpPr>
          <p:nvPr/>
        </p:nvSpPr>
        <p:spPr>
          <a:xfrm>
            <a:off x="609782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4693">
            <a:extLst>
              <a:ext uri="{FF2B5EF4-FFF2-40B4-BE49-F238E27FC236}">
                <a16:creationId xmlns:a16="http://schemas.microsoft.com/office/drawing/2014/main" id="{39DED73A-80C0-4F82-8647-6982B5C4057A}"/>
              </a:ext>
            </a:extLst>
          </p:cNvPr>
          <p:cNvSpPr>
            <a:spLocks/>
          </p:cNvSpPr>
          <p:nvPr/>
        </p:nvSpPr>
        <p:spPr>
          <a:xfrm>
            <a:off x="607459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4694">
            <a:extLst>
              <a:ext uri="{FF2B5EF4-FFF2-40B4-BE49-F238E27FC236}">
                <a16:creationId xmlns:a16="http://schemas.microsoft.com/office/drawing/2014/main" id="{D3EB32DA-D842-4623-9713-02A4690CC182}"/>
              </a:ext>
            </a:extLst>
          </p:cNvPr>
          <p:cNvSpPr>
            <a:spLocks/>
          </p:cNvSpPr>
          <p:nvPr/>
        </p:nvSpPr>
        <p:spPr>
          <a:xfrm>
            <a:off x="603953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4695">
            <a:extLst>
              <a:ext uri="{FF2B5EF4-FFF2-40B4-BE49-F238E27FC236}">
                <a16:creationId xmlns:a16="http://schemas.microsoft.com/office/drawing/2014/main" id="{97F8329C-7FD4-41ED-AD6D-BF0AA9BA7640}"/>
              </a:ext>
            </a:extLst>
          </p:cNvPr>
          <p:cNvSpPr>
            <a:spLocks/>
          </p:cNvSpPr>
          <p:nvPr/>
        </p:nvSpPr>
        <p:spPr>
          <a:xfrm>
            <a:off x="6072938" y="23822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4696">
            <a:extLst>
              <a:ext uri="{FF2B5EF4-FFF2-40B4-BE49-F238E27FC236}">
                <a16:creationId xmlns:a16="http://schemas.microsoft.com/office/drawing/2014/main" id="{0154C432-C1BE-4545-B1BC-F81A8F5D3CEC}"/>
              </a:ext>
            </a:extLst>
          </p:cNvPr>
          <p:cNvSpPr>
            <a:spLocks/>
          </p:cNvSpPr>
          <p:nvPr/>
        </p:nvSpPr>
        <p:spPr>
          <a:xfrm>
            <a:off x="608059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4697">
            <a:extLst>
              <a:ext uri="{FF2B5EF4-FFF2-40B4-BE49-F238E27FC236}">
                <a16:creationId xmlns:a16="http://schemas.microsoft.com/office/drawing/2014/main" id="{7D49C6F0-CB38-495D-AF19-DD3DCB5CCA09}"/>
              </a:ext>
            </a:extLst>
          </p:cNvPr>
          <p:cNvSpPr>
            <a:spLocks/>
          </p:cNvSpPr>
          <p:nvPr/>
        </p:nvSpPr>
        <p:spPr>
          <a:xfrm>
            <a:off x="604109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4698">
            <a:extLst>
              <a:ext uri="{FF2B5EF4-FFF2-40B4-BE49-F238E27FC236}">
                <a16:creationId xmlns:a16="http://schemas.microsoft.com/office/drawing/2014/main" id="{166ED9EF-08D1-4322-99DE-210ED3BBB7AE}"/>
              </a:ext>
            </a:extLst>
          </p:cNvPr>
          <p:cNvSpPr>
            <a:spLocks/>
          </p:cNvSpPr>
          <p:nvPr/>
        </p:nvSpPr>
        <p:spPr>
          <a:xfrm>
            <a:off x="6069085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4699">
            <a:extLst>
              <a:ext uri="{FF2B5EF4-FFF2-40B4-BE49-F238E27FC236}">
                <a16:creationId xmlns:a16="http://schemas.microsoft.com/office/drawing/2014/main" id="{E240F74D-BE83-4C49-B5D4-DD93EC77D542}"/>
              </a:ext>
            </a:extLst>
          </p:cNvPr>
          <p:cNvSpPr>
            <a:spLocks/>
          </p:cNvSpPr>
          <p:nvPr/>
        </p:nvSpPr>
        <p:spPr>
          <a:xfrm>
            <a:off x="603634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4700">
            <a:extLst>
              <a:ext uri="{FF2B5EF4-FFF2-40B4-BE49-F238E27FC236}">
                <a16:creationId xmlns:a16="http://schemas.microsoft.com/office/drawing/2014/main" id="{9B6F86C9-3B72-43E0-BBD7-6735999F3B49}"/>
              </a:ext>
            </a:extLst>
          </p:cNvPr>
          <p:cNvSpPr>
            <a:spLocks/>
          </p:cNvSpPr>
          <p:nvPr/>
        </p:nvSpPr>
        <p:spPr>
          <a:xfrm>
            <a:off x="607610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4701">
            <a:extLst>
              <a:ext uri="{FF2B5EF4-FFF2-40B4-BE49-F238E27FC236}">
                <a16:creationId xmlns:a16="http://schemas.microsoft.com/office/drawing/2014/main" id="{0E96FCE1-663E-447C-901A-021BD86CAE28}"/>
              </a:ext>
            </a:extLst>
          </p:cNvPr>
          <p:cNvSpPr>
            <a:spLocks/>
          </p:cNvSpPr>
          <p:nvPr/>
        </p:nvSpPr>
        <p:spPr>
          <a:xfrm>
            <a:off x="6041988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4702">
            <a:extLst>
              <a:ext uri="{FF2B5EF4-FFF2-40B4-BE49-F238E27FC236}">
                <a16:creationId xmlns:a16="http://schemas.microsoft.com/office/drawing/2014/main" id="{50B42B0B-D3B3-4A4A-88CC-6EC84823097F}"/>
              </a:ext>
            </a:extLst>
          </p:cNvPr>
          <p:cNvSpPr>
            <a:spLocks/>
          </p:cNvSpPr>
          <p:nvPr/>
        </p:nvSpPr>
        <p:spPr>
          <a:xfrm>
            <a:off x="602489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4703">
            <a:extLst>
              <a:ext uri="{FF2B5EF4-FFF2-40B4-BE49-F238E27FC236}">
                <a16:creationId xmlns:a16="http://schemas.microsoft.com/office/drawing/2014/main" id="{5655D32C-6F77-4FEC-99E4-A814EBDC1442}"/>
              </a:ext>
            </a:extLst>
          </p:cNvPr>
          <p:cNvSpPr>
            <a:spLocks/>
          </p:cNvSpPr>
          <p:nvPr/>
        </p:nvSpPr>
        <p:spPr>
          <a:xfrm>
            <a:off x="6067061" y="295089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4704">
            <a:extLst>
              <a:ext uri="{FF2B5EF4-FFF2-40B4-BE49-F238E27FC236}">
                <a16:creationId xmlns:a16="http://schemas.microsoft.com/office/drawing/2014/main" id="{1108DF10-FA40-406D-8DC7-291071EB662F}"/>
              </a:ext>
            </a:extLst>
          </p:cNvPr>
          <p:cNvSpPr>
            <a:spLocks/>
          </p:cNvSpPr>
          <p:nvPr/>
        </p:nvSpPr>
        <p:spPr>
          <a:xfrm>
            <a:off x="6075618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4705">
            <a:extLst>
              <a:ext uri="{FF2B5EF4-FFF2-40B4-BE49-F238E27FC236}">
                <a16:creationId xmlns:a16="http://schemas.microsoft.com/office/drawing/2014/main" id="{7476331E-75A0-4218-8EB8-53A15C99940F}"/>
              </a:ext>
            </a:extLst>
          </p:cNvPr>
          <p:cNvSpPr>
            <a:spLocks/>
          </p:cNvSpPr>
          <p:nvPr/>
        </p:nvSpPr>
        <p:spPr>
          <a:xfrm>
            <a:off x="611893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4706">
            <a:extLst>
              <a:ext uri="{FF2B5EF4-FFF2-40B4-BE49-F238E27FC236}">
                <a16:creationId xmlns:a16="http://schemas.microsoft.com/office/drawing/2014/main" id="{733A3CA6-E752-41C9-9897-4F87D509EA66}"/>
              </a:ext>
            </a:extLst>
          </p:cNvPr>
          <p:cNvSpPr>
            <a:spLocks/>
          </p:cNvSpPr>
          <p:nvPr/>
        </p:nvSpPr>
        <p:spPr>
          <a:xfrm>
            <a:off x="611095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4707">
            <a:extLst>
              <a:ext uri="{FF2B5EF4-FFF2-40B4-BE49-F238E27FC236}">
                <a16:creationId xmlns:a16="http://schemas.microsoft.com/office/drawing/2014/main" id="{31E5B5D8-4458-44A2-A834-9D272B853E0E}"/>
              </a:ext>
            </a:extLst>
          </p:cNvPr>
          <p:cNvSpPr>
            <a:spLocks/>
          </p:cNvSpPr>
          <p:nvPr/>
        </p:nvSpPr>
        <p:spPr>
          <a:xfrm>
            <a:off x="605718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4708">
            <a:extLst>
              <a:ext uri="{FF2B5EF4-FFF2-40B4-BE49-F238E27FC236}">
                <a16:creationId xmlns:a16="http://schemas.microsoft.com/office/drawing/2014/main" id="{B82D5097-131C-4D66-B0E5-BF6D35DC81B9}"/>
              </a:ext>
            </a:extLst>
          </p:cNvPr>
          <p:cNvSpPr>
            <a:spLocks/>
          </p:cNvSpPr>
          <p:nvPr/>
        </p:nvSpPr>
        <p:spPr>
          <a:xfrm>
            <a:off x="6064905" y="2593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4709">
            <a:extLst>
              <a:ext uri="{FF2B5EF4-FFF2-40B4-BE49-F238E27FC236}">
                <a16:creationId xmlns:a16="http://schemas.microsoft.com/office/drawing/2014/main" id="{2F974F87-1D91-48DE-A666-02CEFC275BCD}"/>
              </a:ext>
            </a:extLst>
          </p:cNvPr>
          <p:cNvSpPr>
            <a:spLocks/>
          </p:cNvSpPr>
          <p:nvPr/>
        </p:nvSpPr>
        <p:spPr>
          <a:xfrm>
            <a:off x="608064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4710">
            <a:extLst>
              <a:ext uri="{FF2B5EF4-FFF2-40B4-BE49-F238E27FC236}">
                <a16:creationId xmlns:a16="http://schemas.microsoft.com/office/drawing/2014/main" id="{1051CFE1-5551-4FCE-993D-AB2633CE39DC}"/>
              </a:ext>
            </a:extLst>
          </p:cNvPr>
          <p:cNvSpPr>
            <a:spLocks/>
          </p:cNvSpPr>
          <p:nvPr/>
        </p:nvSpPr>
        <p:spPr>
          <a:xfrm>
            <a:off x="6049290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4711">
            <a:extLst>
              <a:ext uri="{FF2B5EF4-FFF2-40B4-BE49-F238E27FC236}">
                <a16:creationId xmlns:a16="http://schemas.microsoft.com/office/drawing/2014/main" id="{FAD733CA-E64A-48DA-BD57-15DFDEA9FEB1}"/>
              </a:ext>
            </a:extLst>
          </p:cNvPr>
          <p:cNvSpPr>
            <a:spLocks/>
          </p:cNvSpPr>
          <p:nvPr/>
        </p:nvSpPr>
        <p:spPr>
          <a:xfrm>
            <a:off x="603103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4712">
            <a:extLst>
              <a:ext uri="{FF2B5EF4-FFF2-40B4-BE49-F238E27FC236}">
                <a16:creationId xmlns:a16="http://schemas.microsoft.com/office/drawing/2014/main" id="{462C456A-AF72-4877-BB78-EC5AB1A30627}"/>
              </a:ext>
            </a:extLst>
          </p:cNvPr>
          <p:cNvSpPr>
            <a:spLocks/>
          </p:cNvSpPr>
          <p:nvPr/>
        </p:nvSpPr>
        <p:spPr>
          <a:xfrm>
            <a:off x="608144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4713">
            <a:extLst>
              <a:ext uri="{FF2B5EF4-FFF2-40B4-BE49-F238E27FC236}">
                <a16:creationId xmlns:a16="http://schemas.microsoft.com/office/drawing/2014/main" id="{D7B817FF-48A7-4F15-ADC2-7F2981103C0E}"/>
              </a:ext>
            </a:extLst>
          </p:cNvPr>
          <p:cNvSpPr>
            <a:spLocks/>
          </p:cNvSpPr>
          <p:nvPr/>
        </p:nvSpPr>
        <p:spPr>
          <a:xfrm>
            <a:off x="609210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4714">
            <a:extLst>
              <a:ext uri="{FF2B5EF4-FFF2-40B4-BE49-F238E27FC236}">
                <a16:creationId xmlns:a16="http://schemas.microsoft.com/office/drawing/2014/main" id="{F7311F64-5338-45D0-A9AD-0F208FBA5004}"/>
              </a:ext>
            </a:extLst>
          </p:cNvPr>
          <p:cNvSpPr>
            <a:spLocks/>
          </p:cNvSpPr>
          <p:nvPr/>
        </p:nvSpPr>
        <p:spPr>
          <a:xfrm>
            <a:off x="607598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4715">
            <a:extLst>
              <a:ext uri="{FF2B5EF4-FFF2-40B4-BE49-F238E27FC236}">
                <a16:creationId xmlns:a16="http://schemas.microsoft.com/office/drawing/2014/main" id="{4D662614-8897-4382-A3AC-792801E23167}"/>
              </a:ext>
            </a:extLst>
          </p:cNvPr>
          <p:cNvSpPr>
            <a:spLocks/>
          </p:cNvSpPr>
          <p:nvPr/>
        </p:nvSpPr>
        <p:spPr>
          <a:xfrm>
            <a:off x="612153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4716">
            <a:extLst>
              <a:ext uri="{FF2B5EF4-FFF2-40B4-BE49-F238E27FC236}">
                <a16:creationId xmlns:a16="http://schemas.microsoft.com/office/drawing/2014/main" id="{AECDA19B-F8D5-4D95-AF33-9F01FF7D4DCE}"/>
              </a:ext>
            </a:extLst>
          </p:cNvPr>
          <p:cNvSpPr>
            <a:spLocks/>
          </p:cNvSpPr>
          <p:nvPr/>
        </p:nvSpPr>
        <p:spPr>
          <a:xfrm>
            <a:off x="604219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4717">
            <a:extLst>
              <a:ext uri="{FF2B5EF4-FFF2-40B4-BE49-F238E27FC236}">
                <a16:creationId xmlns:a16="http://schemas.microsoft.com/office/drawing/2014/main" id="{BADC215E-ECB8-4989-9399-DA43E7CA38FD}"/>
              </a:ext>
            </a:extLst>
          </p:cNvPr>
          <p:cNvSpPr>
            <a:spLocks/>
          </p:cNvSpPr>
          <p:nvPr/>
        </p:nvSpPr>
        <p:spPr>
          <a:xfrm>
            <a:off x="610963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4718">
            <a:extLst>
              <a:ext uri="{FF2B5EF4-FFF2-40B4-BE49-F238E27FC236}">
                <a16:creationId xmlns:a16="http://schemas.microsoft.com/office/drawing/2014/main" id="{E195A102-0551-41E4-9FC1-DF0F16D77AC1}"/>
              </a:ext>
            </a:extLst>
          </p:cNvPr>
          <p:cNvSpPr>
            <a:spLocks/>
          </p:cNvSpPr>
          <p:nvPr/>
        </p:nvSpPr>
        <p:spPr>
          <a:xfrm>
            <a:off x="606560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4719">
            <a:extLst>
              <a:ext uri="{FF2B5EF4-FFF2-40B4-BE49-F238E27FC236}">
                <a16:creationId xmlns:a16="http://schemas.microsoft.com/office/drawing/2014/main" id="{00758AED-F843-410C-BFBA-EA1FA3C2F07C}"/>
              </a:ext>
            </a:extLst>
          </p:cNvPr>
          <p:cNvSpPr>
            <a:spLocks/>
          </p:cNvSpPr>
          <p:nvPr/>
        </p:nvSpPr>
        <p:spPr>
          <a:xfrm>
            <a:off x="603420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4720">
            <a:extLst>
              <a:ext uri="{FF2B5EF4-FFF2-40B4-BE49-F238E27FC236}">
                <a16:creationId xmlns:a16="http://schemas.microsoft.com/office/drawing/2014/main" id="{EB1B11EF-2E34-4CAB-8062-1FB4443BCADA}"/>
              </a:ext>
            </a:extLst>
          </p:cNvPr>
          <p:cNvSpPr>
            <a:spLocks/>
          </p:cNvSpPr>
          <p:nvPr/>
        </p:nvSpPr>
        <p:spPr>
          <a:xfrm>
            <a:off x="6071805" y="23487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4721">
            <a:extLst>
              <a:ext uri="{FF2B5EF4-FFF2-40B4-BE49-F238E27FC236}">
                <a16:creationId xmlns:a16="http://schemas.microsoft.com/office/drawing/2014/main" id="{CDD8560A-FC50-4C78-ABCC-019A3EA50E68}"/>
              </a:ext>
            </a:extLst>
          </p:cNvPr>
          <p:cNvSpPr>
            <a:spLocks/>
          </p:cNvSpPr>
          <p:nvPr/>
        </p:nvSpPr>
        <p:spPr>
          <a:xfrm>
            <a:off x="607564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4722">
            <a:extLst>
              <a:ext uri="{FF2B5EF4-FFF2-40B4-BE49-F238E27FC236}">
                <a16:creationId xmlns:a16="http://schemas.microsoft.com/office/drawing/2014/main" id="{B6D3DE32-7821-4758-AD2B-72831BC2C25E}"/>
              </a:ext>
            </a:extLst>
          </p:cNvPr>
          <p:cNvSpPr>
            <a:spLocks/>
          </p:cNvSpPr>
          <p:nvPr/>
        </p:nvSpPr>
        <p:spPr>
          <a:xfrm>
            <a:off x="6034580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4723">
            <a:extLst>
              <a:ext uri="{FF2B5EF4-FFF2-40B4-BE49-F238E27FC236}">
                <a16:creationId xmlns:a16="http://schemas.microsoft.com/office/drawing/2014/main" id="{EAAF8E3A-FF45-45A1-8219-91B7FA5BEAE9}"/>
              </a:ext>
            </a:extLst>
          </p:cNvPr>
          <p:cNvSpPr>
            <a:spLocks/>
          </p:cNvSpPr>
          <p:nvPr/>
        </p:nvSpPr>
        <p:spPr>
          <a:xfrm>
            <a:off x="605106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4724">
            <a:extLst>
              <a:ext uri="{FF2B5EF4-FFF2-40B4-BE49-F238E27FC236}">
                <a16:creationId xmlns:a16="http://schemas.microsoft.com/office/drawing/2014/main" id="{93338A4A-8485-4C54-8FDA-A4EB1D7430A7}"/>
              </a:ext>
            </a:extLst>
          </p:cNvPr>
          <p:cNvSpPr>
            <a:spLocks/>
          </p:cNvSpPr>
          <p:nvPr/>
        </p:nvSpPr>
        <p:spPr>
          <a:xfrm>
            <a:off x="6027495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4725">
            <a:extLst>
              <a:ext uri="{FF2B5EF4-FFF2-40B4-BE49-F238E27FC236}">
                <a16:creationId xmlns:a16="http://schemas.microsoft.com/office/drawing/2014/main" id="{6D0E2D3B-F342-4072-9F7D-B2B702E73F62}"/>
              </a:ext>
            </a:extLst>
          </p:cNvPr>
          <p:cNvSpPr>
            <a:spLocks/>
          </p:cNvSpPr>
          <p:nvPr/>
        </p:nvSpPr>
        <p:spPr>
          <a:xfrm>
            <a:off x="6073197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4726">
            <a:extLst>
              <a:ext uri="{FF2B5EF4-FFF2-40B4-BE49-F238E27FC236}">
                <a16:creationId xmlns:a16="http://schemas.microsoft.com/office/drawing/2014/main" id="{918B94BE-3CF7-4BC2-B27F-CB8A8A33A450}"/>
              </a:ext>
            </a:extLst>
          </p:cNvPr>
          <p:cNvSpPr>
            <a:spLocks/>
          </p:cNvSpPr>
          <p:nvPr/>
        </p:nvSpPr>
        <p:spPr>
          <a:xfrm>
            <a:off x="606622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4727">
            <a:extLst>
              <a:ext uri="{FF2B5EF4-FFF2-40B4-BE49-F238E27FC236}">
                <a16:creationId xmlns:a16="http://schemas.microsoft.com/office/drawing/2014/main" id="{DCDC8380-EA52-4142-8094-22D28CAACB5C}"/>
              </a:ext>
            </a:extLst>
          </p:cNvPr>
          <p:cNvSpPr>
            <a:spLocks/>
          </p:cNvSpPr>
          <p:nvPr/>
        </p:nvSpPr>
        <p:spPr>
          <a:xfrm>
            <a:off x="6027649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4728">
            <a:extLst>
              <a:ext uri="{FF2B5EF4-FFF2-40B4-BE49-F238E27FC236}">
                <a16:creationId xmlns:a16="http://schemas.microsoft.com/office/drawing/2014/main" id="{EFAD95F2-0E77-4D6F-8D9D-85B689F36AA4}"/>
              </a:ext>
            </a:extLst>
          </p:cNvPr>
          <p:cNvSpPr>
            <a:spLocks/>
          </p:cNvSpPr>
          <p:nvPr/>
        </p:nvSpPr>
        <p:spPr>
          <a:xfrm>
            <a:off x="608856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4729">
            <a:extLst>
              <a:ext uri="{FF2B5EF4-FFF2-40B4-BE49-F238E27FC236}">
                <a16:creationId xmlns:a16="http://schemas.microsoft.com/office/drawing/2014/main" id="{07E95F39-9275-41E3-8C56-D683918D8EAC}"/>
              </a:ext>
            </a:extLst>
          </p:cNvPr>
          <p:cNvSpPr>
            <a:spLocks/>
          </p:cNvSpPr>
          <p:nvPr/>
        </p:nvSpPr>
        <p:spPr>
          <a:xfrm>
            <a:off x="6079404" y="24465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4730">
            <a:extLst>
              <a:ext uri="{FF2B5EF4-FFF2-40B4-BE49-F238E27FC236}">
                <a16:creationId xmlns:a16="http://schemas.microsoft.com/office/drawing/2014/main" id="{1FC80EC2-31BF-45AE-8831-C136C655A9D3}"/>
              </a:ext>
            </a:extLst>
          </p:cNvPr>
          <p:cNvSpPr>
            <a:spLocks/>
          </p:cNvSpPr>
          <p:nvPr/>
        </p:nvSpPr>
        <p:spPr>
          <a:xfrm>
            <a:off x="6050425" y="20208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4731">
            <a:extLst>
              <a:ext uri="{FF2B5EF4-FFF2-40B4-BE49-F238E27FC236}">
                <a16:creationId xmlns:a16="http://schemas.microsoft.com/office/drawing/2014/main" id="{7056FEDC-12CA-42B7-B2AE-A6A053A99F9B}"/>
              </a:ext>
            </a:extLst>
          </p:cNvPr>
          <p:cNvSpPr>
            <a:spLocks/>
          </p:cNvSpPr>
          <p:nvPr/>
        </p:nvSpPr>
        <p:spPr>
          <a:xfrm>
            <a:off x="609477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4732">
            <a:extLst>
              <a:ext uri="{FF2B5EF4-FFF2-40B4-BE49-F238E27FC236}">
                <a16:creationId xmlns:a16="http://schemas.microsoft.com/office/drawing/2014/main" id="{A95C64E6-23FA-4CFF-888F-122DB09A018C}"/>
              </a:ext>
            </a:extLst>
          </p:cNvPr>
          <p:cNvSpPr>
            <a:spLocks/>
          </p:cNvSpPr>
          <p:nvPr/>
        </p:nvSpPr>
        <p:spPr>
          <a:xfrm>
            <a:off x="6083700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4733">
            <a:extLst>
              <a:ext uri="{FF2B5EF4-FFF2-40B4-BE49-F238E27FC236}">
                <a16:creationId xmlns:a16="http://schemas.microsoft.com/office/drawing/2014/main" id="{CCEE157D-1AAC-45F0-AC53-BA723013BF8A}"/>
              </a:ext>
            </a:extLst>
          </p:cNvPr>
          <p:cNvSpPr>
            <a:spLocks/>
          </p:cNvSpPr>
          <p:nvPr/>
        </p:nvSpPr>
        <p:spPr>
          <a:xfrm>
            <a:off x="610500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4734">
            <a:extLst>
              <a:ext uri="{FF2B5EF4-FFF2-40B4-BE49-F238E27FC236}">
                <a16:creationId xmlns:a16="http://schemas.microsoft.com/office/drawing/2014/main" id="{94502FBD-5BD5-4DD0-A2A8-2A9F81A67E20}"/>
              </a:ext>
            </a:extLst>
          </p:cNvPr>
          <p:cNvSpPr>
            <a:spLocks/>
          </p:cNvSpPr>
          <p:nvPr/>
        </p:nvSpPr>
        <p:spPr>
          <a:xfrm>
            <a:off x="606583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4735">
            <a:extLst>
              <a:ext uri="{FF2B5EF4-FFF2-40B4-BE49-F238E27FC236}">
                <a16:creationId xmlns:a16="http://schemas.microsoft.com/office/drawing/2014/main" id="{D83BEB70-6445-4B0D-89E1-C4C6C3287336}"/>
              </a:ext>
            </a:extLst>
          </p:cNvPr>
          <p:cNvSpPr>
            <a:spLocks/>
          </p:cNvSpPr>
          <p:nvPr/>
        </p:nvSpPr>
        <p:spPr>
          <a:xfrm>
            <a:off x="6053286" y="22179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4736">
            <a:extLst>
              <a:ext uri="{FF2B5EF4-FFF2-40B4-BE49-F238E27FC236}">
                <a16:creationId xmlns:a16="http://schemas.microsoft.com/office/drawing/2014/main" id="{47BC655F-F5D9-49BA-B3D4-6EAA4002D7CF}"/>
              </a:ext>
            </a:extLst>
          </p:cNvPr>
          <p:cNvSpPr>
            <a:spLocks/>
          </p:cNvSpPr>
          <p:nvPr/>
        </p:nvSpPr>
        <p:spPr>
          <a:xfrm>
            <a:off x="605584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4737">
            <a:extLst>
              <a:ext uri="{FF2B5EF4-FFF2-40B4-BE49-F238E27FC236}">
                <a16:creationId xmlns:a16="http://schemas.microsoft.com/office/drawing/2014/main" id="{DBF0B881-6536-496B-9EDB-F28DE1036208}"/>
              </a:ext>
            </a:extLst>
          </p:cNvPr>
          <p:cNvSpPr>
            <a:spLocks/>
          </p:cNvSpPr>
          <p:nvPr/>
        </p:nvSpPr>
        <p:spPr>
          <a:xfrm>
            <a:off x="606146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4738">
            <a:extLst>
              <a:ext uri="{FF2B5EF4-FFF2-40B4-BE49-F238E27FC236}">
                <a16:creationId xmlns:a16="http://schemas.microsoft.com/office/drawing/2014/main" id="{73CAB72D-FB13-4333-82BE-776836A2589E}"/>
              </a:ext>
            </a:extLst>
          </p:cNvPr>
          <p:cNvSpPr>
            <a:spLocks/>
          </p:cNvSpPr>
          <p:nvPr/>
        </p:nvSpPr>
        <p:spPr>
          <a:xfrm>
            <a:off x="608138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4739">
            <a:extLst>
              <a:ext uri="{FF2B5EF4-FFF2-40B4-BE49-F238E27FC236}">
                <a16:creationId xmlns:a16="http://schemas.microsoft.com/office/drawing/2014/main" id="{A1F87732-1173-4680-BF4F-11702604463C}"/>
              </a:ext>
            </a:extLst>
          </p:cNvPr>
          <p:cNvSpPr>
            <a:spLocks/>
          </p:cNvSpPr>
          <p:nvPr/>
        </p:nvSpPr>
        <p:spPr>
          <a:xfrm>
            <a:off x="609115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4740">
            <a:extLst>
              <a:ext uri="{FF2B5EF4-FFF2-40B4-BE49-F238E27FC236}">
                <a16:creationId xmlns:a16="http://schemas.microsoft.com/office/drawing/2014/main" id="{EAD7C17B-DBBE-4DA0-AF33-B1057BECDC9B}"/>
              </a:ext>
            </a:extLst>
          </p:cNvPr>
          <p:cNvSpPr>
            <a:spLocks/>
          </p:cNvSpPr>
          <p:nvPr/>
        </p:nvSpPr>
        <p:spPr>
          <a:xfrm>
            <a:off x="605990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4741">
            <a:extLst>
              <a:ext uri="{FF2B5EF4-FFF2-40B4-BE49-F238E27FC236}">
                <a16:creationId xmlns:a16="http://schemas.microsoft.com/office/drawing/2014/main" id="{BBA88556-8555-40C6-AADA-9C867AA7DC6C}"/>
              </a:ext>
            </a:extLst>
          </p:cNvPr>
          <p:cNvSpPr>
            <a:spLocks/>
          </p:cNvSpPr>
          <p:nvPr/>
        </p:nvSpPr>
        <p:spPr>
          <a:xfrm>
            <a:off x="610718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4742">
            <a:extLst>
              <a:ext uri="{FF2B5EF4-FFF2-40B4-BE49-F238E27FC236}">
                <a16:creationId xmlns:a16="http://schemas.microsoft.com/office/drawing/2014/main" id="{EE8DB6CB-3524-43B6-A810-B1090C90085D}"/>
              </a:ext>
            </a:extLst>
          </p:cNvPr>
          <p:cNvSpPr>
            <a:spLocks/>
          </p:cNvSpPr>
          <p:nvPr/>
        </p:nvSpPr>
        <p:spPr>
          <a:xfrm>
            <a:off x="6087699" y="2875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4743">
            <a:extLst>
              <a:ext uri="{FF2B5EF4-FFF2-40B4-BE49-F238E27FC236}">
                <a16:creationId xmlns:a16="http://schemas.microsoft.com/office/drawing/2014/main" id="{482044F2-51F6-4D59-B468-EF63A21D0B43}"/>
              </a:ext>
            </a:extLst>
          </p:cNvPr>
          <p:cNvSpPr>
            <a:spLocks/>
          </p:cNvSpPr>
          <p:nvPr/>
        </p:nvSpPr>
        <p:spPr>
          <a:xfrm>
            <a:off x="6113839" y="30646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4744">
            <a:extLst>
              <a:ext uri="{FF2B5EF4-FFF2-40B4-BE49-F238E27FC236}">
                <a16:creationId xmlns:a16="http://schemas.microsoft.com/office/drawing/2014/main" id="{84666D6C-C372-4809-A089-B40130C89201}"/>
              </a:ext>
            </a:extLst>
          </p:cNvPr>
          <p:cNvSpPr>
            <a:spLocks/>
          </p:cNvSpPr>
          <p:nvPr/>
        </p:nvSpPr>
        <p:spPr>
          <a:xfrm>
            <a:off x="610824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4745">
            <a:extLst>
              <a:ext uri="{FF2B5EF4-FFF2-40B4-BE49-F238E27FC236}">
                <a16:creationId xmlns:a16="http://schemas.microsoft.com/office/drawing/2014/main" id="{B36E9CD4-D058-4C0D-A230-A9B12F63AED2}"/>
              </a:ext>
            </a:extLst>
          </p:cNvPr>
          <p:cNvSpPr>
            <a:spLocks/>
          </p:cNvSpPr>
          <p:nvPr/>
        </p:nvSpPr>
        <p:spPr>
          <a:xfrm>
            <a:off x="610372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4746">
            <a:extLst>
              <a:ext uri="{FF2B5EF4-FFF2-40B4-BE49-F238E27FC236}">
                <a16:creationId xmlns:a16="http://schemas.microsoft.com/office/drawing/2014/main" id="{30801E0A-39BC-4AC0-B94B-5F7A1BC0DC55}"/>
              </a:ext>
            </a:extLst>
          </p:cNvPr>
          <p:cNvSpPr>
            <a:spLocks/>
          </p:cNvSpPr>
          <p:nvPr/>
        </p:nvSpPr>
        <p:spPr>
          <a:xfrm>
            <a:off x="6020978" y="32000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4747">
            <a:extLst>
              <a:ext uri="{FF2B5EF4-FFF2-40B4-BE49-F238E27FC236}">
                <a16:creationId xmlns:a16="http://schemas.microsoft.com/office/drawing/2014/main" id="{E9C7E700-E9CA-4D90-B848-CE1EC5DB27C3}"/>
              </a:ext>
            </a:extLst>
          </p:cNvPr>
          <p:cNvSpPr>
            <a:spLocks/>
          </p:cNvSpPr>
          <p:nvPr/>
        </p:nvSpPr>
        <p:spPr>
          <a:xfrm>
            <a:off x="612058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4748">
            <a:extLst>
              <a:ext uri="{FF2B5EF4-FFF2-40B4-BE49-F238E27FC236}">
                <a16:creationId xmlns:a16="http://schemas.microsoft.com/office/drawing/2014/main" id="{4C12F5C0-F9F5-410B-91B3-1CB4C8851066}"/>
              </a:ext>
            </a:extLst>
          </p:cNvPr>
          <p:cNvSpPr>
            <a:spLocks/>
          </p:cNvSpPr>
          <p:nvPr/>
        </p:nvSpPr>
        <p:spPr>
          <a:xfrm>
            <a:off x="6072114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4749">
            <a:extLst>
              <a:ext uri="{FF2B5EF4-FFF2-40B4-BE49-F238E27FC236}">
                <a16:creationId xmlns:a16="http://schemas.microsoft.com/office/drawing/2014/main" id="{0FC04515-03B7-42F2-A291-E4B497E7C723}"/>
              </a:ext>
            </a:extLst>
          </p:cNvPr>
          <p:cNvSpPr>
            <a:spLocks/>
          </p:cNvSpPr>
          <p:nvPr/>
        </p:nvSpPr>
        <p:spPr>
          <a:xfrm>
            <a:off x="610170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4750">
            <a:extLst>
              <a:ext uri="{FF2B5EF4-FFF2-40B4-BE49-F238E27FC236}">
                <a16:creationId xmlns:a16="http://schemas.microsoft.com/office/drawing/2014/main" id="{694107C4-E9B6-49E7-BDF4-8DF3105D4698}"/>
              </a:ext>
            </a:extLst>
          </p:cNvPr>
          <p:cNvSpPr>
            <a:spLocks/>
          </p:cNvSpPr>
          <p:nvPr/>
        </p:nvSpPr>
        <p:spPr>
          <a:xfrm>
            <a:off x="606089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4751">
            <a:extLst>
              <a:ext uri="{FF2B5EF4-FFF2-40B4-BE49-F238E27FC236}">
                <a16:creationId xmlns:a16="http://schemas.microsoft.com/office/drawing/2014/main" id="{9100A6D4-04FE-4321-913D-7F92571E336F}"/>
              </a:ext>
            </a:extLst>
          </p:cNvPr>
          <p:cNvSpPr>
            <a:spLocks/>
          </p:cNvSpPr>
          <p:nvPr/>
        </p:nvSpPr>
        <p:spPr>
          <a:xfrm>
            <a:off x="6022739" y="295089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4752">
            <a:extLst>
              <a:ext uri="{FF2B5EF4-FFF2-40B4-BE49-F238E27FC236}">
                <a16:creationId xmlns:a16="http://schemas.microsoft.com/office/drawing/2014/main" id="{7DC5C368-0977-4C59-8137-B12A3BF10F67}"/>
              </a:ext>
            </a:extLst>
          </p:cNvPr>
          <p:cNvSpPr>
            <a:spLocks/>
          </p:cNvSpPr>
          <p:nvPr/>
        </p:nvSpPr>
        <p:spPr>
          <a:xfrm>
            <a:off x="6064412" y="29833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4753">
            <a:extLst>
              <a:ext uri="{FF2B5EF4-FFF2-40B4-BE49-F238E27FC236}">
                <a16:creationId xmlns:a16="http://schemas.microsoft.com/office/drawing/2014/main" id="{3891D848-828F-432F-9E8E-28DE4BDD44C4}"/>
              </a:ext>
            </a:extLst>
          </p:cNvPr>
          <p:cNvSpPr>
            <a:spLocks/>
          </p:cNvSpPr>
          <p:nvPr/>
        </p:nvSpPr>
        <p:spPr>
          <a:xfrm>
            <a:off x="603111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4754">
            <a:extLst>
              <a:ext uri="{FF2B5EF4-FFF2-40B4-BE49-F238E27FC236}">
                <a16:creationId xmlns:a16="http://schemas.microsoft.com/office/drawing/2014/main" id="{BD6B7C0C-9210-4D3B-9383-C63C4B360B42}"/>
              </a:ext>
            </a:extLst>
          </p:cNvPr>
          <p:cNvSpPr>
            <a:spLocks/>
          </p:cNvSpPr>
          <p:nvPr/>
        </p:nvSpPr>
        <p:spPr>
          <a:xfrm>
            <a:off x="604879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4755">
            <a:extLst>
              <a:ext uri="{FF2B5EF4-FFF2-40B4-BE49-F238E27FC236}">
                <a16:creationId xmlns:a16="http://schemas.microsoft.com/office/drawing/2014/main" id="{8183489A-5D52-4AFA-95AD-E2A9CCF1F7D2}"/>
              </a:ext>
            </a:extLst>
          </p:cNvPr>
          <p:cNvSpPr>
            <a:spLocks/>
          </p:cNvSpPr>
          <p:nvPr/>
        </p:nvSpPr>
        <p:spPr>
          <a:xfrm>
            <a:off x="608491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4756">
            <a:extLst>
              <a:ext uri="{FF2B5EF4-FFF2-40B4-BE49-F238E27FC236}">
                <a16:creationId xmlns:a16="http://schemas.microsoft.com/office/drawing/2014/main" id="{D055E016-C1C1-4907-B147-44CD39069808}"/>
              </a:ext>
            </a:extLst>
          </p:cNvPr>
          <p:cNvSpPr>
            <a:spLocks/>
          </p:cNvSpPr>
          <p:nvPr/>
        </p:nvSpPr>
        <p:spPr>
          <a:xfrm>
            <a:off x="6052506" y="19348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4757">
            <a:extLst>
              <a:ext uri="{FF2B5EF4-FFF2-40B4-BE49-F238E27FC236}">
                <a16:creationId xmlns:a16="http://schemas.microsoft.com/office/drawing/2014/main" id="{C86FDA0A-D626-46DB-BD5B-1515F908BC87}"/>
              </a:ext>
            </a:extLst>
          </p:cNvPr>
          <p:cNvSpPr>
            <a:spLocks/>
          </p:cNvSpPr>
          <p:nvPr/>
        </p:nvSpPr>
        <p:spPr>
          <a:xfrm>
            <a:off x="610481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4758">
            <a:extLst>
              <a:ext uri="{FF2B5EF4-FFF2-40B4-BE49-F238E27FC236}">
                <a16:creationId xmlns:a16="http://schemas.microsoft.com/office/drawing/2014/main" id="{E61DB919-C087-4C25-972C-45FCB0D381F7}"/>
              </a:ext>
            </a:extLst>
          </p:cNvPr>
          <p:cNvSpPr>
            <a:spLocks/>
          </p:cNvSpPr>
          <p:nvPr/>
        </p:nvSpPr>
        <p:spPr>
          <a:xfrm>
            <a:off x="611764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4759">
            <a:extLst>
              <a:ext uri="{FF2B5EF4-FFF2-40B4-BE49-F238E27FC236}">
                <a16:creationId xmlns:a16="http://schemas.microsoft.com/office/drawing/2014/main" id="{48AC0869-2465-4EAF-B04A-AB9DD43E3164}"/>
              </a:ext>
            </a:extLst>
          </p:cNvPr>
          <p:cNvSpPr>
            <a:spLocks/>
          </p:cNvSpPr>
          <p:nvPr/>
        </p:nvSpPr>
        <p:spPr>
          <a:xfrm>
            <a:off x="607214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4760">
            <a:extLst>
              <a:ext uri="{FF2B5EF4-FFF2-40B4-BE49-F238E27FC236}">
                <a16:creationId xmlns:a16="http://schemas.microsoft.com/office/drawing/2014/main" id="{5A67261F-EB27-4501-96C2-260DF6B68D22}"/>
              </a:ext>
            </a:extLst>
          </p:cNvPr>
          <p:cNvSpPr>
            <a:spLocks/>
          </p:cNvSpPr>
          <p:nvPr/>
        </p:nvSpPr>
        <p:spPr>
          <a:xfrm>
            <a:off x="605741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4761">
            <a:extLst>
              <a:ext uri="{FF2B5EF4-FFF2-40B4-BE49-F238E27FC236}">
                <a16:creationId xmlns:a16="http://schemas.microsoft.com/office/drawing/2014/main" id="{DD64C885-0FE2-43F9-8E8B-BF6D8DC73AFD}"/>
              </a:ext>
            </a:extLst>
          </p:cNvPr>
          <p:cNvSpPr>
            <a:spLocks/>
          </p:cNvSpPr>
          <p:nvPr/>
        </p:nvSpPr>
        <p:spPr>
          <a:xfrm>
            <a:off x="606004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4762">
            <a:extLst>
              <a:ext uri="{FF2B5EF4-FFF2-40B4-BE49-F238E27FC236}">
                <a16:creationId xmlns:a16="http://schemas.microsoft.com/office/drawing/2014/main" id="{755DB368-25C9-4EB8-90DA-402945EB4B26}"/>
              </a:ext>
            </a:extLst>
          </p:cNvPr>
          <p:cNvSpPr>
            <a:spLocks/>
          </p:cNvSpPr>
          <p:nvPr/>
        </p:nvSpPr>
        <p:spPr>
          <a:xfrm>
            <a:off x="605456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4763">
            <a:extLst>
              <a:ext uri="{FF2B5EF4-FFF2-40B4-BE49-F238E27FC236}">
                <a16:creationId xmlns:a16="http://schemas.microsoft.com/office/drawing/2014/main" id="{754CBDB8-A29B-4BB6-927A-38B16A85A077}"/>
              </a:ext>
            </a:extLst>
          </p:cNvPr>
          <p:cNvSpPr>
            <a:spLocks/>
          </p:cNvSpPr>
          <p:nvPr/>
        </p:nvSpPr>
        <p:spPr>
          <a:xfrm>
            <a:off x="611471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4764">
            <a:extLst>
              <a:ext uri="{FF2B5EF4-FFF2-40B4-BE49-F238E27FC236}">
                <a16:creationId xmlns:a16="http://schemas.microsoft.com/office/drawing/2014/main" id="{751557F9-24F2-47D3-8411-06068D8576EC}"/>
              </a:ext>
            </a:extLst>
          </p:cNvPr>
          <p:cNvSpPr>
            <a:spLocks/>
          </p:cNvSpPr>
          <p:nvPr/>
        </p:nvSpPr>
        <p:spPr>
          <a:xfrm>
            <a:off x="603671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4765">
            <a:extLst>
              <a:ext uri="{FF2B5EF4-FFF2-40B4-BE49-F238E27FC236}">
                <a16:creationId xmlns:a16="http://schemas.microsoft.com/office/drawing/2014/main" id="{9DE11AAA-D8EC-41E5-8DD0-AF125CB897F9}"/>
              </a:ext>
            </a:extLst>
          </p:cNvPr>
          <p:cNvSpPr>
            <a:spLocks/>
          </p:cNvSpPr>
          <p:nvPr/>
        </p:nvSpPr>
        <p:spPr>
          <a:xfrm>
            <a:off x="6053887" y="3269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4766">
            <a:extLst>
              <a:ext uri="{FF2B5EF4-FFF2-40B4-BE49-F238E27FC236}">
                <a16:creationId xmlns:a16="http://schemas.microsoft.com/office/drawing/2014/main" id="{7B64FB35-4263-40A6-9DD7-3C4693D37F05}"/>
              </a:ext>
            </a:extLst>
          </p:cNvPr>
          <p:cNvSpPr>
            <a:spLocks/>
          </p:cNvSpPr>
          <p:nvPr/>
        </p:nvSpPr>
        <p:spPr>
          <a:xfrm>
            <a:off x="6059741" y="18809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4767">
            <a:extLst>
              <a:ext uri="{FF2B5EF4-FFF2-40B4-BE49-F238E27FC236}">
                <a16:creationId xmlns:a16="http://schemas.microsoft.com/office/drawing/2014/main" id="{7F145BAE-631A-49F7-80B8-D12E89BE3F24}"/>
              </a:ext>
            </a:extLst>
          </p:cNvPr>
          <p:cNvSpPr>
            <a:spLocks/>
          </p:cNvSpPr>
          <p:nvPr/>
        </p:nvSpPr>
        <p:spPr>
          <a:xfrm>
            <a:off x="6091996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4768">
            <a:extLst>
              <a:ext uri="{FF2B5EF4-FFF2-40B4-BE49-F238E27FC236}">
                <a16:creationId xmlns:a16="http://schemas.microsoft.com/office/drawing/2014/main" id="{59DEA1E0-A0EE-4505-97E1-6CAB893D9FBB}"/>
              </a:ext>
            </a:extLst>
          </p:cNvPr>
          <p:cNvSpPr>
            <a:spLocks/>
          </p:cNvSpPr>
          <p:nvPr/>
        </p:nvSpPr>
        <p:spPr>
          <a:xfrm>
            <a:off x="606256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4769">
            <a:extLst>
              <a:ext uri="{FF2B5EF4-FFF2-40B4-BE49-F238E27FC236}">
                <a16:creationId xmlns:a16="http://schemas.microsoft.com/office/drawing/2014/main" id="{537CDDEF-81B9-4B1A-BDE5-F1C443129FC2}"/>
              </a:ext>
            </a:extLst>
          </p:cNvPr>
          <p:cNvSpPr>
            <a:spLocks/>
          </p:cNvSpPr>
          <p:nvPr/>
        </p:nvSpPr>
        <p:spPr>
          <a:xfrm>
            <a:off x="609519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4770">
            <a:extLst>
              <a:ext uri="{FF2B5EF4-FFF2-40B4-BE49-F238E27FC236}">
                <a16:creationId xmlns:a16="http://schemas.microsoft.com/office/drawing/2014/main" id="{A3FEB9A4-359B-4353-A91B-292A043C21D7}"/>
              </a:ext>
            </a:extLst>
          </p:cNvPr>
          <p:cNvSpPr>
            <a:spLocks/>
          </p:cNvSpPr>
          <p:nvPr/>
        </p:nvSpPr>
        <p:spPr>
          <a:xfrm>
            <a:off x="608137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4771">
            <a:extLst>
              <a:ext uri="{FF2B5EF4-FFF2-40B4-BE49-F238E27FC236}">
                <a16:creationId xmlns:a16="http://schemas.microsoft.com/office/drawing/2014/main" id="{B447A707-CD80-454C-A5AB-AA558A4DDBF8}"/>
              </a:ext>
            </a:extLst>
          </p:cNvPr>
          <p:cNvSpPr>
            <a:spLocks/>
          </p:cNvSpPr>
          <p:nvPr/>
        </p:nvSpPr>
        <p:spPr>
          <a:xfrm>
            <a:off x="607546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4772">
            <a:extLst>
              <a:ext uri="{FF2B5EF4-FFF2-40B4-BE49-F238E27FC236}">
                <a16:creationId xmlns:a16="http://schemas.microsoft.com/office/drawing/2014/main" id="{EE3BE8B5-E242-4153-8C3A-589C4907A938}"/>
              </a:ext>
            </a:extLst>
          </p:cNvPr>
          <p:cNvSpPr>
            <a:spLocks/>
          </p:cNvSpPr>
          <p:nvPr/>
        </p:nvSpPr>
        <p:spPr>
          <a:xfrm>
            <a:off x="6052100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4773">
            <a:extLst>
              <a:ext uri="{FF2B5EF4-FFF2-40B4-BE49-F238E27FC236}">
                <a16:creationId xmlns:a16="http://schemas.microsoft.com/office/drawing/2014/main" id="{1B3B5D75-840B-4419-91CC-85F11F105C87}"/>
              </a:ext>
            </a:extLst>
          </p:cNvPr>
          <p:cNvSpPr>
            <a:spLocks/>
          </p:cNvSpPr>
          <p:nvPr/>
        </p:nvSpPr>
        <p:spPr>
          <a:xfrm>
            <a:off x="6038670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4774">
            <a:extLst>
              <a:ext uri="{FF2B5EF4-FFF2-40B4-BE49-F238E27FC236}">
                <a16:creationId xmlns:a16="http://schemas.microsoft.com/office/drawing/2014/main" id="{0A110477-8012-42F3-B7BC-274B978357B2}"/>
              </a:ext>
            </a:extLst>
          </p:cNvPr>
          <p:cNvSpPr>
            <a:spLocks/>
          </p:cNvSpPr>
          <p:nvPr/>
        </p:nvSpPr>
        <p:spPr>
          <a:xfrm>
            <a:off x="607501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4775">
            <a:extLst>
              <a:ext uri="{FF2B5EF4-FFF2-40B4-BE49-F238E27FC236}">
                <a16:creationId xmlns:a16="http://schemas.microsoft.com/office/drawing/2014/main" id="{0C9C34FF-AD8D-40E5-9DDF-871165CD6B7F}"/>
              </a:ext>
            </a:extLst>
          </p:cNvPr>
          <p:cNvSpPr>
            <a:spLocks/>
          </p:cNvSpPr>
          <p:nvPr/>
        </p:nvSpPr>
        <p:spPr>
          <a:xfrm>
            <a:off x="603542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4776">
            <a:extLst>
              <a:ext uri="{FF2B5EF4-FFF2-40B4-BE49-F238E27FC236}">
                <a16:creationId xmlns:a16="http://schemas.microsoft.com/office/drawing/2014/main" id="{0EB0E556-F9D1-4E3B-AFFA-6D90755AC8E3}"/>
              </a:ext>
            </a:extLst>
          </p:cNvPr>
          <p:cNvSpPr>
            <a:spLocks/>
          </p:cNvSpPr>
          <p:nvPr/>
        </p:nvSpPr>
        <p:spPr>
          <a:xfrm>
            <a:off x="6041106" y="20633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4777">
            <a:extLst>
              <a:ext uri="{FF2B5EF4-FFF2-40B4-BE49-F238E27FC236}">
                <a16:creationId xmlns:a16="http://schemas.microsoft.com/office/drawing/2014/main" id="{AD76AC4D-C15D-4577-BFA7-D788A50ABDC1}"/>
              </a:ext>
            </a:extLst>
          </p:cNvPr>
          <p:cNvSpPr>
            <a:spLocks/>
          </p:cNvSpPr>
          <p:nvPr/>
        </p:nvSpPr>
        <p:spPr>
          <a:xfrm>
            <a:off x="604378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4778">
            <a:extLst>
              <a:ext uri="{FF2B5EF4-FFF2-40B4-BE49-F238E27FC236}">
                <a16:creationId xmlns:a16="http://schemas.microsoft.com/office/drawing/2014/main" id="{488D6863-389E-4CA0-B17A-E75100E1418A}"/>
              </a:ext>
            </a:extLst>
          </p:cNvPr>
          <p:cNvSpPr>
            <a:spLocks/>
          </p:cNvSpPr>
          <p:nvPr/>
        </p:nvSpPr>
        <p:spPr>
          <a:xfrm>
            <a:off x="6080899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4779">
            <a:extLst>
              <a:ext uri="{FF2B5EF4-FFF2-40B4-BE49-F238E27FC236}">
                <a16:creationId xmlns:a16="http://schemas.microsoft.com/office/drawing/2014/main" id="{4F93E790-86BE-4BA3-BAA9-104229BB2AE7}"/>
              </a:ext>
            </a:extLst>
          </p:cNvPr>
          <p:cNvSpPr>
            <a:spLocks/>
          </p:cNvSpPr>
          <p:nvPr/>
        </p:nvSpPr>
        <p:spPr>
          <a:xfrm>
            <a:off x="611129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4780">
            <a:extLst>
              <a:ext uri="{FF2B5EF4-FFF2-40B4-BE49-F238E27FC236}">
                <a16:creationId xmlns:a16="http://schemas.microsoft.com/office/drawing/2014/main" id="{6FAEE03E-875F-4D1F-B5E4-76D930AEFE50}"/>
              </a:ext>
            </a:extLst>
          </p:cNvPr>
          <p:cNvSpPr>
            <a:spLocks/>
          </p:cNvSpPr>
          <p:nvPr/>
        </p:nvSpPr>
        <p:spPr>
          <a:xfrm>
            <a:off x="608982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4781">
            <a:extLst>
              <a:ext uri="{FF2B5EF4-FFF2-40B4-BE49-F238E27FC236}">
                <a16:creationId xmlns:a16="http://schemas.microsoft.com/office/drawing/2014/main" id="{F9AFE91E-D424-4EC4-AD2B-FC28385EAE8F}"/>
              </a:ext>
            </a:extLst>
          </p:cNvPr>
          <p:cNvSpPr>
            <a:spLocks/>
          </p:cNvSpPr>
          <p:nvPr/>
        </p:nvSpPr>
        <p:spPr>
          <a:xfrm>
            <a:off x="6102481" y="20561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4782">
            <a:extLst>
              <a:ext uri="{FF2B5EF4-FFF2-40B4-BE49-F238E27FC236}">
                <a16:creationId xmlns:a16="http://schemas.microsoft.com/office/drawing/2014/main" id="{DC5E7AC9-E6C9-496D-A877-990F94C71B2F}"/>
              </a:ext>
            </a:extLst>
          </p:cNvPr>
          <p:cNvSpPr>
            <a:spLocks/>
          </p:cNvSpPr>
          <p:nvPr/>
        </p:nvSpPr>
        <p:spPr>
          <a:xfrm>
            <a:off x="6064241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4783">
            <a:extLst>
              <a:ext uri="{FF2B5EF4-FFF2-40B4-BE49-F238E27FC236}">
                <a16:creationId xmlns:a16="http://schemas.microsoft.com/office/drawing/2014/main" id="{011E512D-1BAB-42C0-A5B9-46DAD9F9A5A4}"/>
              </a:ext>
            </a:extLst>
          </p:cNvPr>
          <p:cNvSpPr>
            <a:spLocks/>
          </p:cNvSpPr>
          <p:nvPr/>
        </p:nvSpPr>
        <p:spPr>
          <a:xfrm>
            <a:off x="610237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4784">
            <a:extLst>
              <a:ext uri="{FF2B5EF4-FFF2-40B4-BE49-F238E27FC236}">
                <a16:creationId xmlns:a16="http://schemas.microsoft.com/office/drawing/2014/main" id="{D8A33E4F-9ED2-4BB7-AA9A-690E075065E3}"/>
              </a:ext>
            </a:extLst>
          </p:cNvPr>
          <p:cNvSpPr>
            <a:spLocks/>
          </p:cNvSpPr>
          <p:nvPr/>
        </p:nvSpPr>
        <p:spPr>
          <a:xfrm>
            <a:off x="6095829" y="245582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4785">
            <a:extLst>
              <a:ext uri="{FF2B5EF4-FFF2-40B4-BE49-F238E27FC236}">
                <a16:creationId xmlns:a16="http://schemas.microsoft.com/office/drawing/2014/main" id="{85283372-0CBB-40A5-AFBB-34274EC3E5DB}"/>
              </a:ext>
            </a:extLst>
          </p:cNvPr>
          <p:cNvSpPr>
            <a:spLocks/>
          </p:cNvSpPr>
          <p:nvPr/>
        </p:nvSpPr>
        <p:spPr>
          <a:xfrm>
            <a:off x="6052243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4786">
            <a:extLst>
              <a:ext uri="{FF2B5EF4-FFF2-40B4-BE49-F238E27FC236}">
                <a16:creationId xmlns:a16="http://schemas.microsoft.com/office/drawing/2014/main" id="{4888CD8B-8181-483A-B7FA-8F725B421177}"/>
              </a:ext>
            </a:extLst>
          </p:cNvPr>
          <p:cNvSpPr>
            <a:spLocks/>
          </p:cNvSpPr>
          <p:nvPr/>
        </p:nvSpPr>
        <p:spPr>
          <a:xfrm>
            <a:off x="6119003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4787">
            <a:extLst>
              <a:ext uri="{FF2B5EF4-FFF2-40B4-BE49-F238E27FC236}">
                <a16:creationId xmlns:a16="http://schemas.microsoft.com/office/drawing/2014/main" id="{1070C63F-DEC0-4BCA-853C-210EC131B7D2}"/>
              </a:ext>
            </a:extLst>
          </p:cNvPr>
          <p:cNvSpPr>
            <a:spLocks/>
          </p:cNvSpPr>
          <p:nvPr/>
        </p:nvSpPr>
        <p:spPr>
          <a:xfrm>
            <a:off x="601956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4788">
            <a:extLst>
              <a:ext uri="{FF2B5EF4-FFF2-40B4-BE49-F238E27FC236}">
                <a16:creationId xmlns:a16="http://schemas.microsoft.com/office/drawing/2014/main" id="{650939F3-C3C8-4587-9DD7-8E13AEA09669}"/>
              </a:ext>
            </a:extLst>
          </p:cNvPr>
          <p:cNvSpPr>
            <a:spLocks/>
          </p:cNvSpPr>
          <p:nvPr/>
        </p:nvSpPr>
        <p:spPr>
          <a:xfrm>
            <a:off x="607027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4789">
            <a:extLst>
              <a:ext uri="{FF2B5EF4-FFF2-40B4-BE49-F238E27FC236}">
                <a16:creationId xmlns:a16="http://schemas.microsoft.com/office/drawing/2014/main" id="{717CB353-FFA2-4E3C-8AF0-E497E8EDD69A}"/>
              </a:ext>
            </a:extLst>
          </p:cNvPr>
          <p:cNvSpPr>
            <a:spLocks/>
          </p:cNvSpPr>
          <p:nvPr/>
        </p:nvSpPr>
        <p:spPr>
          <a:xfrm>
            <a:off x="6033504" y="2015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4790">
            <a:extLst>
              <a:ext uri="{FF2B5EF4-FFF2-40B4-BE49-F238E27FC236}">
                <a16:creationId xmlns:a16="http://schemas.microsoft.com/office/drawing/2014/main" id="{B4F3A46B-A6C3-44AE-B136-E353A0A9082F}"/>
              </a:ext>
            </a:extLst>
          </p:cNvPr>
          <p:cNvSpPr>
            <a:spLocks/>
          </p:cNvSpPr>
          <p:nvPr/>
        </p:nvSpPr>
        <p:spPr>
          <a:xfrm>
            <a:off x="611108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4791">
            <a:extLst>
              <a:ext uri="{FF2B5EF4-FFF2-40B4-BE49-F238E27FC236}">
                <a16:creationId xmlns:a16="http://schemas.microsoft.com/office/drawing/2014/main" id="{327098CA-2620-4E22-A42F-2A8877F59E79}"/>
              </a:ext>
            </a:extLst>
          </p:cNvPr>
          <p:cNvSpPr>
            <a:spLocks/>
          </p:cNvSpPr>
          <p:nvPr/>
        </p:nvSpPr>
        <p:spPr>
          <a:xfrm>
            <a:off x="604749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4792">
            <a:extLst>
              <a:ext uri="{FF2B5EF4-FFF2-40B4-BE49-F238E27FC236}">
                <a16:creationId xmlns:a16="http://schemas.microsoft.com/office/drawing/2014/main" id="{FCD7C277-BBD9-41C3-8CAC-F7E19C4CA936}"/>
              </a:ext>
            </a:extLst>
          </p:cNvPr>
          <p:cNvSpPr>
            <a:spLocks/>
          </p:cNvSpPr>
          <p:nvPr/>
        </p:nvSpPr>
        <p:spPr>
          <a:xfrm>
            <a:off x="604032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4793">
            <a:extLst>
              <a:ext uri="{FF2B5EF4-FFF2-40B4-BE49-F238E27FC236}">
                <a16:creationId xmlns:a16="http://schemas.microsoft.com/office/drawing/2014/main" id="{B1DF1C4F-571E-4D84-8B61-FFFDA94CA696}"/>
              </a:ext>
            </a:extLst>
          </p:cNvPr>
          <p:cNvSpPr>
            <a:spLocks/>
          </p:cNvSpPr>
          <p:nvPr/>
        </p:nvSpPr>
        <p:spPr>
          <a:xfrm>
            <a:off x="6088223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4794">
            <a:extLst>
              <a:ext uri="{FF2B5EF4-FFF2-40B4-BE49-F238E27FC236}">
                <a16:creationId xmlns:a16="http://schemas.microsoft.com/office/drawing/2014/main" id="{07818308-A61F-4B58-B845-D5BCE2241DDB}"/>
              </a:ext>
            </a:extLst>
          </p:cNvPr>
          <p:cNvSpPr>
            <a:spLocks/>
          </p:cNvSpPr>
          <p:nvPr/>
        </p:nvSpPr>
        <p:spPr>
          <a:xfrm>
            <a:off x="606454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4795">
            <a:extLst>
              <a:ext uri="{FF2B5EF4-FFF2-40B4-BE49-F238E27FC236}">
                <a16:creationId xmlns:a16="http://schemas.microsoft.com/office/drawing/2014/main" id="{51951BD6-FBA1-44AD-8EA5-588FC6E69E6C}"/>
              </a:ext>
            </a:extLst>
          </p:cNvPr>
          <p:cNvSpPr>
            <a:spLocks/>
          </p:cNvSpPr>
          <p:nvPr/>
        </p:nvSpPr>
        <p:spPr>
          <a:xfrm>
            <a:off x="603243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4796">
            <a:extLst>
              <a:ext uri="{FF2B5EF4-FFF2-40B4-BE49-F238E27FC236}">
                <a16:creationId xmlns:a16="http://schemas.microsoft.com/office/drawing/2014/main" id="{CAB45418-F14F-43B9-B8CF-89992552EFA9}"/>
              </a:ext>
            </a:extLst>
          </p:cNvPr>
          <p:cNvSpPr>
            <a:spLocks/>
          </p:cNvSpPr>
          <p:nvPr/>
        </p:nvSpPr>
        <p:spPr>
          <a:xfrm>
            <a:off x="603336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4797">
            <a:extLst>
              <a:ext uri="{FF2B5EF4-FFF2-40B4-BE49-F238E27FC236}">
                <a16:creationId xmlns:a16="http://schemas.microsoft.com/office/drawing/2014/main" id="{B3E07646-4727-44F2-A7CC-BA491B5253E7}"/>
              </a:ext>
            </a:extLst>
          </p:cNvPr>
          <p:cNvSpPr>
            <a:spLocks/>
          </p:cNvSpPr>
          <p:nvPr/>
        </p:nvSpPr>
        <p:spPr>
          <a:xfrm>
            <a:off x="605409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4798">
            <a:extLst>
              <a:ext uri="{FF2B5EF4-FFF2-40B4-BE49-F238E27FC236}">
                <a16:creationId xmlns:a16="http://schemas.microsoft.com/office/drawing/2014/main" id="{357B44F9-9F93-4385-B56C-B083C63CEFEB}"/>
              </a:ext>
            </a:extLst>
          </p:cNvPr>
          <p:cNvSpPr>
            <a:spLocks/>
          </p:cNvSpPr>
          <p:nvPr/>
        </p:nvSpPr>
        <p:spPr>
          <a:xfrm>
            <a:off x="6074544" y="22376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4799">
            <a:extLst>
              <a:ext uri="{FF2B5EF4-FFF2-40B4-BE49-F238E27FC236}">
                <a16:creationId xmlns:a16="http://schemas.microsoft.com/office/drawing/2014/main" id="{6A04C333-89F8-4760-80CA-DC5CCD579947}"/>
              </a:ext>
            </a:extLst>
          </p:cNvPr>
          <p:cNvSpPr>
            <a:spLocks/>
          </p:cNvSpPr>
          <p:nvPr/>
        </p:nvSpPr>
        <p:spPr>
          <a:xfrm>
            <a:off x="604110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4800">
            <a:extLst>
              <a:ext uri="{FF2B5EF4-FFF2-40B4-BE49-F238E27FC236}">
                <a16:creationId xmlns:a16="http://schemas.microsoft.com/office/drawing/2014/main" id="{B8559C94-7D11-4C2D-92F0-CD0E0D6000F0}"/>
              </a:ext>
            </a:extLst>
          </p:cNvPr>
          <p:cNvSpPr>
            <a:spLocks/>
          </p:cNvSpPr>
          <p:nvPr/>
        </p:nvSpPr>
        <p:spPr>
          <a:xfrm>
            <a:off x="6051750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4801">
            <a:extLst>
              <a:ext uri="{FF2B5EF4-FFF2-40B4-BE49-F238E27FC236}">
                <a16:creationId xmlns:a16="http://schemas.microsoft.com/office/drawing/2014/main" id="{736B6DCA-E2B4-4A79-84A7-DA0F814470C4}"/>
              </a:ext>
            </a:extLst>
          </p:cNvPr>
          <p:cNvSpPr>
            <a:spLocks/>
          </p:cNvSpPr>
          <p:nvPr/>
        </p:nvSpPr>
        <p:spPr>
          <a:xfrm>
            <a:off x="603124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4802">
            <a:extLst>
              <a:ext uri="{FF2B5EF4-FFF2-40B4-BE49-F238E27FC236}">
                <a16:creationId xmlns:a16="http://schemas.microsoft.com/office/drawing/2014/main" id="{5AB12155-DC98-4C55-94AA-224338ECCBA4}"/>
              </a:ext>
            </a:extLst>
          </p:cNvPr>
          <p:cNvSpPr>
            <a:spLocks/>
          </p:cNvSpPr>
          <p:nvPr/>
        </p:nvSpPr>
        <p:spPr>
          <a:xfrm>
            <a:off x="607859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4803">
            <a:extLst>
              <a:ext uri="{FF2B5EF4-FFF2-40B4-BE49-F238E27FC236}">
                <a16:creationId xmlns:a16="http://schemas.microsoft.com/office/drawing/2014/main" id="{769FD9C7-5F1D-4FB6-B219-497B8F751B31}"/>
              </a:ext>
            </a:extLst>
          </p:cNvPr>
          <p:cNvSpPr>
            <a:spLocks/>
          </p:cNvSpPr>
          <p:nvPr/>
        </p:nvSpPr>
        <p:spPr>
          <a:xfrm>
            <a:off x="6029942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4804">
            <a:extLst>
              <a:ext uri="{FF2B5EF4-FFF2-40B4-BE49-F238E27FC236}">
                <a16:creationId xmlns:a16="http://schemas.microsoft.com/office/drawing/2014/main" id="{085D0F08-394F-40C6-AC8C-3E482531D15F}"/>
              </a:ext>
            </a:extLst>
          </p:cNvPr>
          <p:cNvSpPr>
            <a:spLocks/>
          </p:cNvSpPr>
          <p:nvPr/>
        </p:nvSpPr>
        <p:spPr>
          <a:xfrm>
            <a:off x="610434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4805">
            <a:extLst>
              <a:ext uri="{FF2B5EF4-FFF2-40B4-BE49-F238E27FC236}">
                <a16:creationId xmlns:a16="http://schemas.microsoft.com/office/drawing/2014/main" id="{1EC8F832-C091-444B-8052-C0B03C7DC8E0}"/>
              </a:ext>
            </a:extLst>
          </p:cNvPr>
          <p:cNvSpPr>
            <a:spLocks/>
          </p:cNvSpPr>
          <p:nvPr/>
        </p:nvSpPr>
        <p:spPr>
          <a:xfrm>
            <a:off x="606811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4806">
            <a:extLst>
              <a:ext uri="{FF2B5EF4-FFF2-40B4-BE49-F238E27FC236}">
                <a16:creationId xmlns:a16="http://schemas.microsoft.com/office/drawing/2014/main" id="{A71BF38D-777F-4B00-A6B7-EF501270ED77}"/>
              </a:ext>
            </a:extLst>
          </p:cNvPr>
          <p:cNvSpPr>
            <a:spLocks/>
          </p:cNvSpPr>
          <p:nvPr/>
        </p:nvSpPr>
        <p:spPr>
          <a:xfrm>
            <a:off x="609324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4807">
            <a:extLst>
              <a:ext uri="{FF2B5EF4-FFF2-40B4-BE49-F238E27FC236}">
                <a16:creationId xmlns:a16="http://schemas.microsoft.com/office/drawing/2014/main" id="{F9D0CAE6-B492-4052-A909-6A38AE916A4E}"/>
              </a:ext>
            </a:extLst>
          </p:cNvPr>
          <p:cNvSpPr>
            <a:spLocks/>
          </p:cNvSpPr>
          <p:nvPr/>
        </p:nvSpPr>
        <p:spPr>
          <a:xfrm>
            <a:off x="608084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4808">
            <a:extLst>
              <a:ext uri="{FF2B5EF4-FFF2-40B4-BE49-F238E27FC236}">
                <a16:creationId xmlns:a16="http://schemas.microsoft.com/office/drawing/2014/main" id="{E0C866D5-A311-45CB-A259-9E7C4BCDD014}"/>
              </a:ext>
            </a:extLst>
          </p:cNvPr>
          <p:cNvSpPr>
            <a:spLocks/>
          </p:cNvSpPr>
          <p:nvPr/>
        </p:nvSpPr>
        <p:spPr>
          <a:xfrm>
            <a:off x="604167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4809">
            <a:extLst>
              <a:ext uri="{FF2B5EF4-FFF2-40B4-BE49-F238E27FC236}">
                <a16:creationId xmlns:a16="http://schemas.microsoft.com/office/drawing/2014/main" id="{88FD0215-0B73-4752-9481-E05B5E6AA884}"/>
              </a:ext>
            </a:extLst>
          </p:cNvPr>
          <p:cNvSpPr>
            <a:spLocks/>
          </p:cNvSpPr>
          <p:nvPr/>
        </p:nvSpPr>
        <p:spPr>
          <a:xfrm>
            <a:off x="602088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4810">
            <a:extLst>
              <a:ext uri="{FF2B5EF4-FFF2-40B4-BE49-F238E27FC236}">
                <a16:creationId xmlns:a16="http://schemas.microsoft.com/office/drawing/2014/main" id="{870DD465-473A-4FC1-9133-0E9105CB5145}"/>
              </a:ext>
            </a:extLst>
          </p:cNvPr>
          <p:cNvSpPr>
            <a:spLocks/>
          </p:cNvSpPr>
          <p:nvPr/>
        </p:nvSpPr>
        <p:spPr>
          <a:xfrm>
            <a:off x="605658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4811">
            <a:extLst>
              <a:ext uri="{FF2B5EF4-FFF2-40B4-BE49-F238E27FC236}">
                <a16:creationId xmlns:a16="http://schemas.microsoft.com/office/drawing/2014/main" id="{CBAA3403-23BE-4D1C-BB31-CBEB5659DC95}"/>
              </a:ext>
            </a:extLst>
          </p:cNvPr>
          <p:cNvSpPr>
            <a:spLocks/>
          </p:cNvSpPr>
          <p:nvPr/>
        </p:nvSpPr>
        <p:spPr>
          <a:xfrm>
            <a:off x="6107126" y="23098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4812">
            <a:extLst>
              <a:ext uri="{FF2B5EF4-FFF2-40B4-BE49-F238E27FC236}">
                <a16:creationId xmlns:a16="http://schemas.microsoft.com/office/drawing/2014/main" id="{CE0B8172-DA03-494B-9305-D873A89021D1}"/>
              </a:ext>
            </a:extLst>
          </p:cNvPr>
          <p:cNvSpPr>
            <a:spLocks/>
          </p:cNvSpPr>
          <p:nvPr/>
        </p:nvSpPr>
        <p:spPr>
          <a:xfrm>
            <a:off x="601961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4813">
            <a:extLst>
              <a:ext uri="{FF2B5EF4-FFF2-40B4-BE49-F238E27FC236}">
                <a16:creationId xmlns:a16="http://schemas.microsoft.com/office/drawing/2014/main" id="{81788192-2A48-45E9-85DC-12C4587BE3C4}"/>
              </a:ext>
            </a:extLst>
          </p:cNvPr>
          <p:cNvSpPr>
            <a:spLocks/>
          </p:cNvSpPr>
          <p:nvPr/>
        </p:nvSpPr>
        <p:spPr>
          <a:xfrm>
            <a:off x="6114054" y="21775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4814">
            <a:extLst>
              <a:ext uri="{FF2B5EF4-FFF2-40B4-BE49-F238E27FC236}">
                <a16:creationId xmlns:a16="http://schemas.microsoft.com/office/drawing/2014/main" id="{0C0E77A5-E369-4522-861D-B0275CC961E2}"/>
              </a:ext>
            </a:extLst>
          </p:cNvPr>
          <p:cNvSpPr>
            <a:spLocks/>
          </p:cNvSpPr>
          <p:nvPr/>
        </p:nvSpPr>
        <p:spPr>
          <a:xfrm>
            <a:off x="610624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4815">
            <a:extLst>
              <a:ext uri="{FF2B5EF4-FFF2-40B4-BE49-F238E27FC236}">
                <a16:creationId xmlns:a16="http://schemas.microsoft.com/office/drawing/2014/main" id="{0865DFFC-9EC5-495C-9203-060CBB5D1376}"/>
              </a:ext>
            </a:extLst>
          </p:cNvPr>
          <p:cNvSpPr>
            <a:spLocks/>
          </p:cNvSpPr>
          <p:nvPr/>
        </p:nvSpPr>
        <p:spPr>
          <a:xfrm>
            <a:off x="608257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4816">
            <a:extLst>
              <a:ext uri="{FF2B5EF4-FFF2-40B4-BE49-F238E27FC236}">
                <a16:creationId xmlns:a16="http://schemas.microsoft.com/office/drawing/2014/main" id="{D872E05D-D630-4D6D-90C3-7CEBAB7CA831}"/>
              </a:ext>
            </a:extLst>
          </p:cNvPr>
          <p:cNvSpPr>
            <a:spLocks/>
          </p:cNvSpPr>
          <p:nvPr/>
        </p:nvSpPr>
        <p:spPr>
          <a:xfrm>
            <a:off x="610434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4817">
            <a:extLst>
              <a:ext uri="{FF2B5EF4-FFF2-40B4-BE49-F238E27FC236}">
                <a16:creationId xmlns:a16="http://schemas.microsoft.com/office/drawing/2014/main" id="{446B5675-E4ED-4104-A96F-8C32E23D3DCB}"/>
              </a:ext>
            </a:extLst>
          </p:cNvPr>
          <p:cNvSpPr>
            <a:spLocks/>
          </p:cNvSpPr>
          <p:nvPr/>
        </p:nvSpPr>
        <p:spPr>
          <a:xfrm>
            <a:off x="610454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4818">
            <a:extLst>
              <a:ext uri="{FF2B5EF4-FFF2-40B4-BE49-F238E27FC236}">
                <a16:creationId xmlns:a16="http://schemas.microsoft.com/office/drawing/2014/main" id="{C668811A-F195-4AB8-B377-68EE6A13C868}"/>
              </a:ext>
            </a:extLst>
          </p:cNvPr>
          <p:cNvSpPr>
            <a:spLocks/>
          </p:cNvSpPr>
          <p:nvPr/>
        </p:nvSpPr>
        <p:spPr>
          <a:xfrm>
            <a:off x="605430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4819">
            <a:extLst>
              <a:ext uri="{FF2B5EF4-FFF2-40B4-BE49-F238E27FC236}">
                <a16:creationId xmlns:a16="http://schemas.microsoft.com/office/drawing/2014/main" id="{C7C0EE9A-FF87-406B-A82F-0EC62F74A430}"/>
              </a:ext>
            </a:extLst>
          </p:cNvPr>
          <p:cNvSpPr>
            <a:spLocks/>
          </p:cNvSpPr>
          <p:nvPr/>
        </p:nvSpPr>
        <p:spPr>
          <a:xfrm>
            <a:off x="6063402" y="23594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4820">
            <a:extLst>
              <a:ext uri="{FF2B5EF4-FFF2-40B4-BE49-F238E27FC236}">
                <a16:creationId xmlns:a16="http://schemas.microsoft.com/office/drawing/2014/main" id="{529D1459-6452-4221-AA73-714104CD560C}"/>
              </a:ext>
            </a:extLst>
          </p:cNvPr>
          <p:cNvSpPr>
            <a:spLocks/>
          </p:cNvSpPr>
          <p:nvPr/>
        </p:nvSpPr>
        <p:spPr>
          <a:xfrm>
            <a:off x="607129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4821">
            <a:extLst>
              <a:ext uri="{FF2B5EF4-FFF2-40B4-BE49-F238E27FC236}">
                <a16:creationId xmlns:a16="http://schemas.microsoft.com/office/drawing/2014/main" id="{04BD0F36-B946-4352-A732-CA03B7721E85}"/>
              </a:ext>
            </a:extLst>
          </p:cNvPr>
          <p:cNvSpPr>
            <a:spLocks/>
          </p:cNvSpPr>
          <p:nvPr/>
        </p:nvSpPr>
        <p:spPr>
          <a:xfrm>
            <a:off x="609269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4822">
            <a:extLst>
              <a:ext uri="{FF2B5EF4-FFF2-40B4-BE49-F238E27FC236}">
                <a16:creationId xmlns:a16="http://schemas.microsoft.com/office/drawing/2014/main" id="{DAF8761C-0E37-4677-A248-14EF4A080B70}"/>
              </a:ext>
            </a:extLst>
          </p:cNvPr>
          <p:cNvSpPr>
            <a:spLocks/>
          </p:cNvSpPr>
          <p:nvPr/>
        </p:nvSpPr>
        <p:spPr>
          <a:xfrm>
            <a:off x="611865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4823">
            <a:extLst>
              <a:ext uri="{FF2B5EF4-FFF2-40B4-BE49-F238E27FC236}">
                <a16:creationId xmlns:a16="http://schemas.microsoft.com/office/drawing/2014/main" id="{E88005F7-8980-4197-B3D1-E82B7EDD24E5}"/>
              </a:ext>
            </a:extLst>
          </p:cNvPr>
          <p:cNvSpPr>
            <a:spLocks/>
          </p:cNvSpPr>
          <p:nvPr/>
        </p:nvSpPr>
        <p:spPr>
          <a:xfrm>
            <a:off x="6080140" y="26047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4824">
            <a:extLst>
              <a:ext uri="{FF2B5EF4-FFF2-40B4-BE49-F238E27FC236}">
                <a16:creationId xmlns:a16="http://schemas.microsoft.com/office/drawing/2014/main" id="{F70A5D59-4338-4A50-A443-F87ED54BEAD8}"/>
              </a:ext>
            </a:extLst>
          </p:cNvPr>
          <p:cNvSpPr>
            <a:spLocks/>
          </p:cNvSpPr>
          <p:nvPr/>
        </p:nvSpPr>
        <p:spPr>
          <a:xfrm>
            <a:off x="607885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4825">
            <a:extLst>
              <a:ext uri="{FF2B5EF4-FFF2-40B4-BE49-F238E27FC236}">
                <a16:creationId xmlns:a16="http://schemas.microsoft.com/office/drawing/2014/main" id="{B04902BD-49A5-4091-B877-9B32A6711CDF}"/>
              </a:ext>
            </a:extLst>
          </p:cNvPr>
          <p:cNvSpPr>
            <a:spLocks/>
          </p:cNvSpPr>
          <p:nvPr/>
        </p:nvSpPr>
        <p:spPr>
          <a:xfrm>
            <a:off x="609258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4826">
            <a:extLst>
              <a:ext uri="{FF2B5EF4-FFF2-40B4-BE49-F238E27FC236}">
                <a16:creationId xmlns:a16="http://schemas.microsoft.com/office/drawing/2014/main" id="{6A3B0FF0-2295-422A-8DEB-6CC44046F670}"/>
              </a:ext>
            </a:extLst>
          </p:cNvPr>
          <p:cNvSpPr>
            <a:spLocks/>
          </p:cNvSpPr>
          <p:nvPr/>
        </p:nvSpPr>
        <p:spPr>
          <a:xfrm>
            <a:off x="6067471" y="19348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4827">
            <a:extLst>
              <a:ext uri="{FF2B5EF4-FFF2-40B4-BE49-F238E27FC236}">
                <a16:creationId xmlns:a16="http://schemas.microsoft.com/office/drawing/2014/main" id="{4BC92C1B-D2DB-436D-A976-2B8DE30AAC3A}"/>
              </a:ext>
            </a:extLst>
          </p:cNvPr>
          <p:cNvSpPr>
            <a:spLocks/>
          </p:cNvSpPr>
          <p:nvPr/>
        </p:nvSpPr>
        <p:spPr>
          <a:xfrm>
            <a:off x="6021176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4828">
            <a:extLst>
              <a:ext uri="{FF2B5EF4-FFF2-40B4-BE49-F238E27FC236}">
                <a16:creationId xmlns:a16="http://schemas.microsoft.com/office/drawing/2014/main" id="{8F4387B7-4518-4C45-9BA4-AA6EC5329EC6}"/>
              </a:ext>
            </a:extLst>
          </p:cNvPr>
          <p:cNvSpPr>
            <a:spLocks/>
          </p:cNvSpPr>
          <p:nvPr/>
        </p:nvSpPr>
        <p:spPr>
          <a:xfrm>
            <a:off x="610623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4829">
            <a:extLst>
              <a:ext uri="{FF2B5EF4-FFF2-40B4-BE49-F238E27FC236}">
                <a16:creationId xmlns:a16="http://schemas.microsoft.com/office/drawing/2014/main" id="{28D338DF-4664-40B5-8F25-71737714C58B}"/>
              </a:ext>
            </a:extLst>
          </p:cNvPr>
          <p:cNvSpPr>
            <a:spLocks/>
          </p:cNvSpPr>
          <p:nvPr/>
        </p:nvSpPr>
        <p:spPr>
          <a:xfrm>
            <a:off x="608038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4830">
            <a:extLst>
              <a:ext uri="{FF2B5EF4-FFF2-40B4-BE49-F238E27FC236}">
                <a16:creationId xmlns:a16="http://schemas.microsoft.com/office/drawing/2014/main" id="{C83D5DE5-A840-4626-8D42-53F44FAF78BC}"/>
              </a:ext>
            </a:extLst>
          </p:cNvPr>
          <p:cNvSpPr>
            <a:spLocks/>
          </p:cNvSpPr>
          <p:nvPr/>
        </p:nvSpPr>
        <p:spPr>
          <a:xfrm>
            <a:off x="6037884" y="27840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4831">
            <a:extLst>
              <a:ext uri="{FF2B5EF4-FFF2-40B4-BE49-F238E27FC236}">
                <a16:creationId xmlns:a16="http://schemas.microsoft.com/office/drawing/2014/main" id="{BF484211-2E85-47DD-822D-EB35834216E4}"/>
              </a:ext>
            </a:extLst>
          </p:cNvPr>
          <p:cNvSpPr>
            <a:spLocks/>
          </p:cNvSpPr>
          <p:nvPr/>
        </p:nvSpPr>
        <p:spPr>
          <a:xfrm>
            <a:off x="612113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4832">
            <a:extLst>
              <a:ext uri="{FF2B5EF4-FFF2-40B4-BE49-F238E27FC236}">
                <a16:creationId xmlns:a16="http://schemas.microsoft.com/office/drawing/2014/main" id="{621E0261-DF22-4944-9F58-0A325A3F5E50}"/>
              </a:ext>
            </a:extLst>
          </p:cNvPr>
          <p:cNvSpPr>
            <a:spLocks/>
          </p:cNvSpPr>
          <p:nvPr/>
        </p:nvSpPr>
        <p:spPr>
          <a:xfrm>
            <a:off x="6053977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4833">
            <a:extLst>
              <a:ext uri="{FF2B5EF4-FFF2-40B4-BE49-F238E27FC236}">
                <a16:creationId xmlns:a16="http://schemas.microsoft.com/office/drawing/2014/main" id="{FD5C2FFD-02FB-477D-AA2E-E4305EBFCFA2}"/>
              </a:ext>
            </a:extLst>
          </p:cNvPr>
          <p:cNvSpPr>
            <a:spLocks/>
          </p:cNvSpPr>
          <p:nvPr/>
        </p:nvSpPr>
        <p:spPr>
          <a:xfrm>
            <a:off x="611367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4834">
            <a:extLst>
              <a:ext uri="{FF2B5EF4-FFF2-40B4-BE49-F238E27FC236}">
                <a16:creationId xmlns:a16="http://schemas.microsoft.com/office/drawing/2014/main" id="{EA17AACD-9A07-4002-AACC-432FED6AC1D9}"/>
              </a:ext>
            </a:extLst>
          </p:cNvPr>
          <p:cNvSpPr>
            <a:spLocks/>
          </p:cNvSpPr>
          <p:nvPr/>
        </p:nvSpPr>
        <p:spPr>
          <a:xfrm>
            <a:off x="602705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4835">
            <a:extLst>
              <a:ext uri="{FF2B5EF4-FFF2-40B4-BE49-F238E27FC236}">
                <a16:creationId xmlns:a16="http://schemas.microsoft.com/office/drawing/2014/main" id="{6D23F941-B3EA-4200-AA31-A8F1B69201D9}"/>
              </a:ext>
            </a:extLst>
          </p:cNvPr>
          <p:cNvSpPr>
            <a:spLocks/>
          </p:cNvSpPr>
          <p:nvPr/>
        </p:nvSpPr>
        <p:spPr>
          <a:xfrm>
            <a:off x="6121621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4836">
            <a:extLst>
              <a:ext uri="{FF2B5EF4-FFF2-40B4-BE49-F238E27FC236}">
                <a16:creationId xmlns:a16="http://schemas.microsoft.com/office/drawing/2014/main" id="{A038F9D9-7371-4264-AA56-BAE7C930A62E}"/>
              </a:ext>
            </a:extLst>
          </p:cNvPr>
          <p:cNvSpPr>
            <a:spLocks/>
          </p:cNvSpPr>
          <p:nvPr/>
        </p:nvSpPr>
        <p:spPr>
          <a:xfrm>
            <a:off x="611975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4837">
            <a:extLst>
              <a:ext uri="{FF2B5EF4-FFF2-40B4-BE49-F238E27FC236}">
                <a16:creationId xmlns:a16="http://schemas.microsoft.com/office/drawing/2014/main" id="{55899B99-B6E9-4562-AD6A-C8031CD6B688}"/>
              </a:ext>
            </a:extLst>
          </p:cNvPr>
          <p:cNvSpPr>
            <a:spLocks/>
          </p:cNvSpPr>
          <p:nvPr/>
        </p:nvSpPr>
        <p:spPr>
          <a:xfrm>
            <a:off x="6096308" y="31133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4838">
            <a:extLst>
              <a:ext uri="{FF2B5EF4-FFF2-40B4-BE49-F238E27FC236}">
                <a16:creationId xmlns:a16="http://schemas.microsoft.com/office/drawing/2014/main" id="{0A37337C-89C5-45E7-8DA0-17091C4D7090}"/>
              </a:ext>
            </a:extLst>
          </p:cNvPr>
          <p:cNvSpPr>
            <a:spLocks/>
          </p:cNvSpPr>
          <p:nvPr/>
        </p:nvSpPr>
        <p:spPr>
          <a:xfrm>
            <a:off x="6070830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4839">
            <a:extLst>
              <a:ext uri="{FF2B5EF4-FFF2-40B4-BE49-F238E27FC236}">
                <a16:creationId xmlns:a16="http://schemas.microsoft.com/office/drawing/2014/main" id="{1C809980-5AAB-48C0-ADF1-C71A88173345}"/>
              </a:ext>
            </a:extLst>
          </p:cNvPr>
          <p:cNvSpPr>
            <a:spLocks/>
          </p:cNvSpPr>
          <p:nvPr/>
        </p:nvSpPr>
        <p:spPr>
          <a:xfrm>
            <a:off x="6041046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4840">
            <a:extLst>
              <a:ext uri="{FF2B5EF4-FFF2-40B4-BE49-F238E27FC236}">
                <a16:creationId xmlns:a16="http://schemas.microsoft.com/office/drawing/2014/main" id="{201EACF0-0BE9-425E-84FF-22B3DAC3DD1C}"/>
              </a:ext>
            </a:extLst>
          </p:cNvPr>
          <p:cNvSpPr>
            <a:spLocks/>
          </p:cNvSpPr>
          <p:nvPr/>
        </p:nvSpPr>
        <p:spPr>
          <a:xfrm>
            <a:off x="610120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4841">
            <a:extLst>
              <a:ext uri="{FF2B5EF4-FFF2-40B4-BE49-F238E27FC236}">
                <a16:creationId xmlns:a16="http://schemas.microsoft.com/office/drawing/2014/main" id="{1B9C7345-762A-408F-8FB5-F589AD063C95}"/>
              </a:ext>
            </a:extLst>
          </p:cNvPr>
          <p:cNvSpPr>
            <a:spLocks/>
          </p:cNvSpPr>
          <p:nvPr/>
        </p:nvSpPr>
        <p:spPr>
          <a:xfrm>
            <a:off x="6117464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4842">
            <a:extLst>
              <a:ext uri="{FF2B5EF4-FFF2-40B4-BE49-F238E27FC236}">
                <a16:creationId xmlns:a16="http://schemas.microsoft.com/office/drawing/2014/main" id="{D05D0E01-CBBB-44C1-849D-FE101334A972}"/>
              </a:ext>
            </a:extLst>
          </p:cNvPr>
          <p:cNvSpPr>
            <a:spLocks/>
          </p:cNvSpPr>
          <p:nvPr/>
        </p:nvSpPr>
        <p:spPr>
          <a:xfrm>
            <a:off x="6041322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4843">
            <a:extLst>
              <a:ext uri="{FF2B5EF4-FFF2-40B4-BE49-F238E27FC236}">
                <a16:creationId xmlns:a16="http://schemas.microsoft.com/office/drawing/2014/main" id="{68276904-DDFC-449D-858C-9BFF4DEA095E}"/>
              </a:ext>
            </a:extLst>
          </p:cNvPr>
          <p:cNvSpPr>
            <a:spLocks/>
          </p:cNvSpPr>
          <p:nvPr/>
        </p:nvSpPr>
        <p:spPr>
          <a:xfrm>
            <a:off x="6032838" y="29910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4844">
            <a:extLst>
              <a:ext uri="{FF2B5EF4-FFF2-40B4-BE49-F238E27FC236}">
                <a16:creationId xmlns:a16="http://schemas.microsoft.com/office/drawing/2014/main" id="{F5AE6C4F-3F31-4CB1-AAB6-B79E839BAEF9}"/>
              </a:ext>
            </a:extLst>
          </p:cNvPr>
          <p:cNvSpPr>
            <a:spLocks/>
          </p:cNvSpPr>
          <p:nvPr/>
        </p:nvSpPr>
        <p:spPr>
          <a:xfrm>
            <a:off x="609369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4845">
            <a:extLst>
              <a:ext uri="{FF2B5EF4-FFF2-40B4-BE49-F238E27FC236}">
                <a16:creationId xmlns:a16="http://schemas.microsoft.com/office/drawing/2014/main" id="{938E2097-1FB3-40A7-9721-6EF5B8EE67BA}"/>
              </a:ext>
            </a:extLst>
          </p:cNvPr>
          <p:cNvSpPr>
            <a:spLocks/>
          </p:cNvSpPr>
          <p:nvPr/>
        </p:nvSpPr>
        <p:spPr>
          <a:xfrm>
            <a:off x="6019490" y="22468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4846">
            <a:extLst>
              <a:ext uri="{FF2B5EF4-FFF2-40B4-BE49-F238E27FC236}">
                <a16:creationId xmlns:a16="http://schemas.microsoft.com/office/drawing/2014/main" id="{942F5203-7442-4688-B644-548EEEDF673A}"/>
              </a:ext>
            </a:extLst>
          </p:cNvPr>
          <p:cNvSpPr>
            <a:spLocks/>
          </p:cNvSpPr>
          <p:nvPr/>
        </p:nvSpPr>
        <p:spPr>
          <a:xfrm>
            <a:off x="6053101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4847">
            <a:extLst>
              <a:ext uri="{FF2B5EF4-FFF2-40B4-BE49-F238E27FC236}">
                <a16:creationId xmlns:a16="http://schemas.microsoft.com/office/drawing/2014/main" id="{A3CF8F08-018B-41E3-A045-99D1D1C77A9A}"/>
              </a:ext>
            </a:extLst>
          </p:cNvPr>
          <p:cNvSpPr>
            <a:spLocks/>
          </p:cNvSpPr>
          <p:nvPr/>
        </p:nvSpPr>
        <p:spPr>
          <a:xfrm>
            <a:off x="6053323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4848">
            <a:extLst>
              <a:ext uri="{FF2B5EF4-FFF2-40B4-BE49-F238E27FC236}">
                <a16:creationId xmlns:a16="http://schemas.microsoft.com/office/drawing/2014/main" id="{11DFB0E0-8368-4340-BABC-C589924EACB9}"/>
              </a:ext>
            </a:extLst>
          </p:cNvPr>
          <p:cNvSpPr>
            <a:spLocks/>
          </p:cNvSpPr>
          <p:nvPr/>
        </p:nvSpPr>
        <p:spPr>
          <a:xfrm>
            <a:off x="608259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4849">
            <a:extLst>
              <a:ext uri="{FF2B5EF4-FFF2-40B4-BE49-F238E27FC236}">
                <a16:creationId xmlns:a16="http://schemas.microsoft.com/office/drawing/2014/main" id="{318471E2-028D-45E8-B2B7-57FEB8B2B294}"/>
              </a:ext>
            </a:extLst>
          </p:cNvPr>
          <p:cNvSpPr>
            <a:spLocks/>
          </p:cNvSpPr>
          <p:nvPr/>
        </p:nvSpPr>
        <p:spPr>
          <a:xfrm>
            <a:off x="609722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4850">
            <a:extLst>
              <a:ext uri="{FF2B5EF4-FFF2-40B4-BE49-F238E27FC236}">
                <a16:creationId xmlns:a16="http://schemas.microsoft.com/office/drawing/2014/main" id="{3C985F19-9CB0-4B13-85CD-91F24DF715F6}"/>
              </a:ext>
            </a:extLst>
          </p:cNvPr>
          <p:cNvSpPr>
            <a:spLocks/>
          </p:cNvSpPr>
          <p:nvPr/>
        </p:nvSpPr>
        <p:spPr>
          <a:xfrm>
            <a:off x="6096388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4851">
            <a:extLst>
              <a:ext uri="{FF2B5EF4-FFF2-40B4-BE49-F238E27FC236}">
                <a16:creationId xmlns:a16="http://schemas.microsoft.com/office/drawing/2014/main" id="{9AB2A1E8-2E9B-42F8-AC22-359D4262E9C0}"/>
              </a:ext>
            </a:extLst>
          </p:cNvPr>
          <p:cNvSpPr>
            <a:spLocks/>
          </p:cNvSpPr>
          <p:nvPr/>
        </p:nvSpPr>
        <p:spPr>
          <a:xfrm>
            <a:off x="6095289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4852">
            <a:extLst>
              <a:ext uri="{FF2B5EF4-FFF2-40B4-BE49-F238E27FC236}">
                <a16:creationId xmlns:a16="http://schemas.microsoft.com/office/drawing/2014/main" id="{4E9F8002-4278-4D4A-9100-7480E2A341B0}"/>
              </a:ext>
            </a:extLst>
          </p:cNvPr>
          <p:cNvSpPr>
            <a:spLocks/>
          </p:cNvSpPr>
          <p:nvPr/>
        </p:nvSpPr>
        <p:spPr>
          <a:xfrm>
            <a:off x="603741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4853">
            <a:extLst>
              <a:ext uri="{FF2B5EF4-FFF2-40B4-BE49-F238E27FC236}">
                <a16:creationId xmlns:a16="http://schemas.microsoft.com/office/drawing/2014/main" id="{47323FDF-D7C9-4BF9-B8CC-5BD512C05FC2}"/>
              </a:ext>
            </a:extLst>
          </p:cNvPr>
          <p:cNvSpPr>
            <a:spLocks/>
          </p:cNvSpPr>
          <p:nvPr/>
        </p:nvSpPr>
        <p:spPr>
          <a:xfrm>
            <a:off x="6062592" y="23822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4854">
            <a:extLst>
              <a:ext uri="{FF2B5EF4-FFF2-40B4-BE49-F238E27FC236}">
                <a16:creationId xmlns:a16="http://schemas.microsoft.com/office/drawing/2014/main" id="{B7007E15-A89E-4D16-80C1-2C214A94D88F}"/>
              </a:ext>
            </a:extLst>
          </p:cNvPr>
          <p:cNvSpPr>
            <a:spLocks/>
          </p:cNvSpPr>
          <p:nvPr/>
        </p:nvSpPr>
        <p:spPr>
          <a:xfrm>
            <a:off x="604474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4855">
            <a:extLst>
              <a:ext uri="{FF2B5EF4-FFF2-40B4-BE49-F238E27FC236}">
                <a16:creationId xmlns:a16="http://schemas.microsoft.com/office/drawing/2014/main" id="{3D829FF8-9903-4BBA-9B03-B9AC9267D923}"/>
              </a:ext>
            </a:extLst>
          </p:cNvPr>
          <p:cNvSpPr>
            <a:spLocks/>
          </p:cNvSpPr>
          <p:nvPr/>
        </p:nvSpPr>
        <p:spPr>
          <a:xfrm>
            <a:off x="606026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4856">
            <a:extLst>
              <a:ext uri="{FF2B5EF4-FFF2-40B4-BE49-F238E27FC236}">
                <a16:creationId xmlns:a16="http://schemas.microsoft.com/office/drawing/2014/main" id="{AD281542-ACB4-4B2D-8F8E-25E874653D5F}"/>
              </a:ext>
            </a:extLst>
          </p:cNvPr>
          <p:cNvSpPr>
            <a:spLocks/>
          </p:cNvSpPr>
          <p:nvPr/>
        </p:nvSpPr>
        <p:spPr>
          <a:xfrm>
            <a:off x="631751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4857">
            <a:extLst>
              <a:ext uri="{FF2B5EF4-FFF2-40B4-BE49-F238E27FC236}">
                <a16:creationId xmlns:a16="http://schemas.microsoft.com/office/drawing/2014/main" id="{EE58BB45-9130-44EE-9A14-C989BCD89502}"/>
              </a:ext>
            </a:extLst>
          </p:cNvPr>
          <p:cNvSpPr>
            <a:spLocks/>
          </p:cNvSpPr>
          <p:nvPr/>
        </p:nvSpPr>
        <p:spPr>
          <a:xfrm>
            <a:off x="631747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4858">
            <a:extLst>
              <a:ext uri="{FF2B5EF4-FFF2-40B4-BE49-F238E27FC236}">
                <a16:creationId xmlns:a16="http://schemas.microsoft.com/office/drawing/2014/main" id="{1B66D583-159D-4810-B3CA-17495D258776}"/>
              </a:ext>
            </a:extLst>
          </p:cNvPr>
          <p:cNvSpPr>
            <a:spLocks/>
          </p:cNvSpPr>
          <p:nvPr/>
        </p:nvSpPr>
        <p:spPr>
          <a:xfrm>
            <a:off x="631188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4859">
            <a:extLst>
              <a:ext uri="{FF2B5EF4-FFF2-40B4-BE49-F238E27FC236}">
                <a16:creationId xmlns:a16="http://schemas.microsoft.com/office/drawing/2014/main" id="{E6FCB27C-D46A-4681-8D7C-2C69397DAE4E}"/>
              </a:ext>
            </a:extLst>
          </p:cNvPr>
          <p:cNvSpPr>
            <a:spLocks/>
          </p:cNvSpPr>
          <p:nvPr/>
        </p:nvSpPr>
        <p:spPr>
          <a:xfrm>
            <a:off x="6322200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4860">
            <a:extLst>
              <a:ext uri="{FF2B5EF4-FFF2-40B4-BE49-F238E27FC236}">
                <a16:creationId xmlns:a16="http://schemas.microsoft.com/office/drawing/2014/main" id="{3547EF48-713A-4055-B10C-7269E877B909}"/>
              </a:ext>
            </a:extLst>
          </p:cNvPr>
          <p:cNvSpPr>
            <a:spLocks/>
          </p:cNvSpPr>
          <p:nvPr/>
        </p:nvSpPr>
        <p:spPr>
          <a:xfrm>
            <a:off x="6277802" y="20935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4861">
            <a:extLst>
              <a:ext uri="{FF2B5EF4-FFF2-40B4-BE49-F238E27FC236}">
                <a16:creationId xmlns:a16="http://schemas.microsoft.com/office/drawing/2014/main" id="{A9E905BD-2A14-49C7-B816-1C377E44292A}"/>
              </a:ext>
            </a:extLst>
          </p:cNvPr>
          <p:cNvSpPr>
            <a:spLocks/>
          </p:cNvSpPr>
          <p:nvPr/>
        </p:nvSpPr>
        <p:spPr>
          <a:xfrm>
            <a:off x="633218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4862">
            <a:extLst>
              <a:ext uri="{FF2B5EF4-FFF2-40B4-BE49-F238E27FC236}">
                <a16:creationId xmlns:a16="http://schemas.microsoft.com/office/drawing/2014/main" id="{E36AB080-12A5-4C92-BD51-68F12CFF9762}"/>
              </a:ext>
            </a:extLst>
          </p:cNvPr>
          <p:cNvSpPr>
            <a:spLocks/>
          </p:cNvSpPr>
          <p:nvPr/>
        </p:nvSpPr>
        <p:spPr>
          <a:xfrm>
            <a:off x="629504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4863">
            <a:extLst>
              <a:ext uri="{FF2B5EF4-FFF2-40B4-BE49-F238E27FC236}">
                <a16:creationId xmlns:a16="http://schemas.microsoft.com/office/drawing/2014/main" id="{DFE23A95-D5B5-4E24-93D4-19E13B5F6F46}"/>
              </a:ext>
            </a:extLst>
          </p:cNvPr>
          <p:cNvSpPr>
            <a:spLocks/>
          </p:cNvSpPr>
          <p:nvPr/>
        </p:nvSpPr>
        <p:spPr>
          <a:xfrm>
            <a:off x="624648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4864">
            <a:extLst>
              <a:ext uri="{FF2B5EF4-FFF2-40B4-BE49-F238E27FC236}">
                <a16:creationId xmlns:a16="http://schemas.microsoft.com/office/drawing/2014/main" id="{D6E8D6C7-4D6E-49A4-AF18-A8722541320C}"/>
              </a:ext>
            </a:extLst>
          </p:cNvPr>
          <p:cNvSpPr>
            <a:spLocks/>
          </p:cNvSpPr>
          <p:nvPr/>
        </p:nvSpPr>
        <p:spPr>
          <a:xfrm>
            <a:off x="6237369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4865">
            <a:extLst>
              <a:ext uri="{FF2B5EF4-FFF2-40B4-BE49-F238E27FC236}">
                <a16:creationId xmlns:a16="http://schemas.microsoft.com/office/drawing/2014/main" id="{C619B4F8-14D7-472F-A975-1A37C9A7E59B}"/>
              </a:ext>
            </a:extLst>
          </p:cNvPr>
          <p:cNvSpPr>
            <a:spLocks/>
          </p:cNvSpPr>
          <p:nvPr/>
        </p:nvSpPr>
        <p:spPr>
          <a:xfrm>
            <a:off x="6318962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4866">
            <a:extLst>
              <a:ext uri="{FF2B5EF4-FFF2-40B4-BE49-F238E27FC236}">
                <a16:creationId xmlns:a16="http://schemas.microsoft.com/office/drawing/2014/main" id="{FE62DCC2-6611-4923-AD84-F674482EA840}"/>
              </a:ext>
            </a:extLst>
          </p:cNvPr>
          <p:cNvSpPr>
            <a:spLocks/>
          </p:cNvSpPr>
          <p:nvPr/>
        </p:nvSpPr>
        <p:spPr>
          <a:xfrm>
            <a:off x="6294352" y="26838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4867">
            <a:extLst>
              <a:ext uri="{FF2B5EF4-FFF2-40B4-BE49-F238E27FC236}">
                <a16:creationId xmlns:a16="http://schemas.microsoft.com/office/drawing/2014/main" id="{5EFBBB5D-34BF-42ED-864D-B2679D920993}"/>
              </a:ext>
            </a:extLst>
          </p:cNvPr>
          <p:cNvSpPr>
            <a:spLocks/>
          </p:cNvSpPr>
          <p:nvPr/>
        </p:nvSpPr>
        <p:spPr>
          <a:xfrm>
            <a:off x="626175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4868">
            <a:extLst>
              <a:ext uri="{FF2B5EF4-FFF2-40B4-BE49-F238E27FC236}">
                <a16:creationId xmlns:a16="http://schemas.microsoft.com/office/drawing/2014/main" id="{FC9121EA-23E2-419B-82A6-DAE9BED60913}"/>
              </a:ext>
            </a:extLst>
          </p:cNvPr>
          <p:cNvSpPr>
            <a:spLocks/>
          </p:cNvSpPr>
          <p:nvPr/>
        </p:nvSpPr>
        <p:spPr>
          <a:xfrm>
            <a:off x="629159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4869">
            <a:extLst>
              <a:ext uri="{FF2B5EF4-FFF2-40B4-BE49-F238E27FC236}">
                <a16:creationId xmlns:a16="http://schemas.microsoft.com/office/drawing/2014/main" id="{AAD8B481-F638-4560-BAD7-98755E8782A9}"/>
              </a:ext>
            </a:extLst>
          </p:cNvPr>
          <p:cNvSpPr>
            <a:spLocks/>
          </p:cNvSpPr>
          <p:nvPr/>
        </p:nvSpPr>
        <p:spPr>
          <a:xfrm>
            <a:off x="6295802" y="2073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4870">
            <a:extLst>
              <a:ext uri="{FF2B5EF4-FFF2-40B4-BE49-F238E27FC236}">
                <a16:creationId xmlns:a16="http://schemas.microsoft.com/office/drawing/2014/main" id="{8386FC08-F22D-4A78-9BD4-92AC9E8BA1BF}"/>
              </a:ext>
            </a:extLst>
          </p:cNvPr>
          <p:cNvSpPr>
            <a:spLocks/>
          </p:cNvSpPr>
          <p:nvPr/>
        </p:nvSpPr>
        <p:spPr>
          <a:xfrm>
            <a:off x="623941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4871">
            <a:extLst>
              <a:ext uri="{FF2B5EF4-FFF2-40B4-BE49-F238E27FC236}">
                <a16:creationId xmlns:a16="http://schemas.microsoft.com/office/drawing/2014/main" id="{9AB3A0B6-A812-4255-8091-1E5B4A6E3576}"/>
              </a:ext>
            </a:extLst>
          </p:cNvPr>
          <p:cNvSpPr>
            <a:spLocks/>
          </p:cNvSpPr>
          <p:nvPr/>
        </p:nvSpPr>
        <p:spPr>
          <a:xfrm>
            <a:off x="631422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4872">
            <a:extLst>
              <a:ext uri="{FF2B5EF4-FFF2-40B4-BE49-F238E27FC236}">
                <a16:creationId xmlns:a16="http://schemas.microsoft.com/office/drawing/2014/main" id="{BC038EA7-DED9-4A60-8290-72632BEA6D24}"/>
              </a:ext>
            </a:extLst>
          </p:cNvPr>
          <p:cNvSpPr>
            <a:spLocks/>
          </p:cNvSpPr>
          <p:nvPr/>
        </p:nvSpPr>
        <p:spPr>
          <a:xfrm>
            <a:off x="6332058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4873">
            <a:extLst>
              <a:ext uri="{FF2B5EF4-FFF2-40B4-BE49-F238E27FC236}">
                <a16:creationId xmlns:a16="http://schemas.microsoft.com/office/drawing/2014/main" id="{57DA4578-D01F-4960-8C4E-9DB1E22DC2E3}"/>
              </a:ext>
            </a:extLst>
          </p:cNvPr>
          <p:cNvSpPr>
            <a:spLocks/>
          </p:cNvSpPr>
          <p:nvPr/>
        </p:nvSpPr>
        <p:spPr>
          <a:xfrm>
            <a:off x="628079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4874">
            <a:extLst>
              <a:ext uri="{FF2B5EF4-FFF2-40B4-BE49-F238E27FC236}">
                <a16:creationId xmlns:a16="http://schemas.microsoft.com/office/drawing/2014/main" id="{EA1A08C8-8E3A-4374-8C61-2B58779DAAE6}"/>
              </a:ext>
            </a:extLst>
          </p:cNvPr>
          <p:cNvSpPr>
            <a:spLocks/>
          </p:cNvSpPr>
          <p:nvPr/>
        </p:nvSpPr>
        <p:spPr>
          <a:xfrm>
            <a:off x="630119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4875">
            <a:extLst>
              <a:ext uri="{FF2B5EF4-FFF2-40B4-BE49-F238E27FC236}">
                <a16:creationId xmlns:a16="http://schemas.microsoft.com/office/drawing/2014/main" id="{339E544A-BD5B-469F-9A0D-49A48445720D}"/>
              </a:ext>
            </a:extLst>
          </p:cNvPr>
          <p:cNvSpPr>
            <a:spLocks/>
          </p:cNvSpPr>
          <p:nvPr/>
        </p:nvSpPr>
        <p:spPr>
          <a:xfrm>
            <a:off x="631874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4876">
            <a:extLst>
              <a:ext uri="{FF2B5EF4-FFF2-40B4-BE49-F238E27FC236}">
                <a16:creationId xmlns:a16="http://schemas.microsoft.com/office/drawing/2014/main" id="{E801E036-2482-42EB-9936-77B4DA0AC120}"/>
              </a:ext>
            </a:extLst>
          </p:cNvPr>
          <p:cNvSpPr>
            <a:spLocks/>
          </p:cNvSpPr>
          <p:nvPr/>
        </p:nvSpPr>
        <p:spPr>
          <a:xfrm>
            <a:off x="6256739" y="19652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4877">
            <a:extLst>
              <a:ext uri="{FF2B5EF4-FFF2-40B4-BE49-F238E27FC236}">
                <a16:creationId xmlns:a16="http://schemas.microsoft.com/office/drawing/2014/main" id="{539EBDA9-1E39-46DC-B266-5851F567D513}"/>
              </a:ext>
            </a:extLst>
          </p:cNvPr>
          <p:cNvSpPr>
            <a:spLocks/>
          </p:cNvSpPr>
          <p:nvPr/>
        </p:nvSpPr>
        <p:spPr>
          <a:xfrm>
            <a:off x="6296569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4878">
            <a:extLst>
              <a:ext uri="{FF2B5EF4-FFF2-40B4-BE49-F238E27FC236}">
                <a16:creationId xmlns:a16="http://schemas.microsoft.com/office/drawing/2014/main" id="{C6509037-EC55-43F1-AAA8-5551BF0FF3C7}"/>
              </a:ext>
            </a:extLst>
          </p:cNvPr>
          <p:cNvSpPr>
            <a:spLocks/>
          </p:cNvSpPr>
          <p:nvPr/>
        </p:nvSpPr>
        <p:spPr>
          <a:xfrm>
            <a:off x="633940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4879">
            <a:extLst>
              <a:ext uri="{FF2B5EF4-FFF2-40B4-BE49-F238E27FC236}">
                <a16:creationId xmlns:a16="http://schemas.microsoft.com/office/drawing/2014/main" id="{7AD7C619-FD49-4D22-8E2A-56F1A9854516}"/>
              </a:ext>
            </a:extLst>
          </p:cNvPr>
          <p:cNvSpPr>
            <a:spLocks/>
          </p:cNvSpPr>
          <p:nvPr/>
        </p:nvSpPr>
        <p:spPr>
          <a:xfrm>
            <a:off x="625875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4880">
            <a:extLst>
              <a:ext uri="{FF2B5EF4-FFF2-40B4-BE49-F238E27FC236}">
                <a16:creationId xmlns:a16="http://schemas.microsoft.com/office/drawing/2014/main" id="{315FC1DE-B525-4362-9A64-7EE50FD9C305}"/>
              </a:ext>
            </a:extLst>
          </p:cNvPr>
          <p:cNvSpPr>
            <a:spLocks/>
          </p:cNvSpPr>
          <p:nvPr/>
        </p:nvSpPr>
        <p:spPr>
          <a:xfrm>
            <a:off x="6286778" y="25414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4881">
            <a:extLst>
              <a:ext uri="{FF2B5EF4-FFF2-40B4-BE49-F238E27FC236}">
                <a16:creationId xmlns:a16="http://schemas.microsoft.com/office/drawing/2014/main" id="{BC3C8AB0-D75B-496F-B497-15CCC2CE73C8}"/>
              </a:ext>
            </a:extLst>
          </p:cNvPr>
          <p:cNvSpPr>
            <a:spLocks/>
          </p:cNvSpPr>
          <p:nvPr/>
        </p:nvSpPr>
        <p:spPr>
          <a:xfrm>
            <a:off x="626629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4882">
            <a:extLst>
              <a:ext uri="{FF2B5EF4-FFF2-40B4-BE49-F238E27FC236}">
                <a16:creationId xmlns:a16="http://schemas.microsoft.com/office/drawing/2014/main" id="{B489F2E6-D9E1-41AE-BAF4-EA0F18A0400E}"/>
              </a:ext>
            </a:extLst>
          </p:cNvPr>
          <p:cNvSpPr>
            <a:spLocks/>
          </p:cNvSpPr>
          <p:nvPr/>
        </p:nvSpPr>
        <p:spPr>
          <a:xfrm>
            <a:off x="6291923" y="28534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4883">
            <a:extLst>
              <a:ext uri="{FF2B5EF4-FFF2-40B4-BE49-F238E27FC236}">
                <a16:creationId xmlns:a16="http://schemas.microsoft.com/office/drawing/2014/main" id="{81D5153A-6C43-4237-9EA7-0753B8301186}"/>
              </a:ext>
            </a:extLst>
          </p:cNvPr>
          <p:cNvSpPr>
            <a:spLocks/>
          </p:cNvSpPr>
          <p:nvPr/>
        </p:nvSpPr>
        <p:spPr>
          <a:xfrm>
            <a:off x="6313536" y="24752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4884">
            <a:extLst>
              <a:ext uri="{FF2B5EF4-FFF2-40B4-BE49-F238E27FC236}">
                <a16:creationId xmlns:a16="http://schemas.microsoft.com/office/drawing/2014/main" id="{6DA5BC2D-155B-4972-89F2-96438A9EA9FA}"/>
              </a:ext>
            </a:extLst>
          </p:cNvPr>
          <p:cNvSpPr>
            <a:spLocks/>
          </p:cNvSpPr>
          <p:nvPr/>
        </p:nvSpPr>
        <p:spPr>
          <a:xfrm>
            <a:off x="630291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4885">
            <a:extLst>
              <a:ext uri="{FF2B5EF4-FFF2-40B4-BE49-F238E27FC236}">
                <a16:creationId xmlns:a16="http://schemas.microsoft.com/office/drawing/2014/main" id="{FEC1170F-02C9-4F3E-A88A-35EDD7223B88}"/>
              </a:ext>
            </a:extLst>
          </p:cNvPr>
          <p:cNvSpPr>
            <a:spLocks/>
          </p:cNvSpPr>
          <p:nvPr/>
        </p:nvSpPr>
        <p:spPr>
          <a:xfrm>
            <a:off x="627706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4886">
            <a:extLst>
              <a:ext uri="{FF2B5EF4-FFF2-40B4-BE49-F238E27FC236}">
                <a16:creationId xmlns:a16="http://schemas.microsoft.com/office/drawing/2014/main" id="{2EB1B2CB-EEF7-4C12-9BCB-370A7AE71B45}"/>
              </a:ext>
            </a:extLst>
          </p:cNvPr>
          <p:cNvSpPr>
            <a:spLocks/>
          </p:cNvSpPr>
          <p:nvPr/>
        </p:nvSpPr>
        <p:spPr>
          <a:xfrm>
            <a:off x="628829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4887">
            <a:extLst>
              <a:ext uri="{FF2B5EF4-FFF2-40B4-BE49-F238E27FC236}">
                <a16:creationId xmlns:a16="http://schemas.microsoft.com/office/drawing/2014/main" id="{49ADB870-FE6F-4DCE-8D03-CBAD008E4FA1}"/>
              </a:ext>
            </a:extLst>
          </p:cNvPr>
          <p:cNvSpPr>
            <a:spLocks/>
          </p:cNvSpPr>
          <p:nvPr/>
        </p:nvSpPr>
        <p:spPr>
          <a:xfrm>
            <a:off x="6247721" y="2073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4888">
            <a:extLst>
              <a:ext uri="{FF2B5EF4-FFF2-40B4-BE49-F238E27FC236}">
                <a16:creationId xmlns:a16="http://schemas.microsoft.com/office/drawing/2014/main" id="{CA06E40E-AC66-4DEE-9512-FA75EDDD6699}"/>
              </a:ext>
            </a:extLst>
          </p:cNvPr>
          <p:cNvSpPr>
            <a:spLocks/>
          </p:cNvSpPr>
          <p:nvPr/>
        </p:nvSpPr>
        <p:spPr>
          <a:xfrm>
            <a:off x="632873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4889">
            <a:extLst>
              <a:ext uri="{FF2B5EF4-FFF2-40B4-BE49-F238E27FC236}">
                <a16:creationId xmlns:a16="http://schemas.microsoft.com/office/drawing/2014/main" id="{8E8BBC39-62B1-497E-B45D-C9FFBD075FC4}"/>
              </a:ext>
            </a:extLst>
          </p:cNvPr>
          <p:cNvSpPr>
            <a:spLocks/>
          </p:cNvSpPr>
          <p:nvPr/>
        </p:nvSpPr>
        <p:spPr>
          <a:xfrm>
            <a:off x="6242322" y="34058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4890">
            <a:extLst>
              <a:ext uri="{FF2B5EF4-FFF2-40B4-BE49-F238E27FC236}">
                <a16:creationId xmlns:a16="http://schemas.microsoft.com/office/drawing/2014/main" id="{F00C5682-66B2-4BE0-A9D5-1A15B90D2C75}"/>
              </a:ext>
            </a:extLst>
          </p:cNvPr>
          <p:cNvSpPr>
            <a:spLocks/>
          </p:cNvSpPr>
          <p:nvPr/>
        </p:nvSpPr>
        <p:spPr>
          <a:xfrm>
            <a:off x="62904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4891">
            <a:extLst>
              <a:ext uri="{FF2B5EF4-FFF2-40B4-BE49-F238E27FC236}">
                <a16:creationId xmlns:a16="http://schemas.microsoft.com/office/drawing/2014/main" id="{5BA03F2C-4B65-4EB2-91EE-3327C30C95E4}"/>
              </a:ext>
            </a:extLst>
          </p:cNvPr>
          <p:cNvSpPr>
            <a:spLocks/>
          </p:cNvSpPr>
          <p:nvPr/>
        </p:nvSpPr>
        <p:spPr>
          <a:xfrm>
            <a:off x="626717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4892">
            <a:extLst>
              <a:ext uri="{FF2B5EF4-FFF2-40B4-BE49-F238E27FC236}">
                <a16:creationId xmlns:a16="http://schemas.microsoft.com/office/drawing/2014/main" id="{038B3F45-2AE8-4A65-82DB-F22A5350F92E}"/>
              </a:ext>
            </a:extLst>
          </p:cNvPr>
          <p:cNvSpPr>
            <a:spLocks/>
          </p:cNvSpPr>
          <p:nvPr/>
        </p:nvSpPr>
        <p:spPr>
          <a:xfrm>
            <a:off x="6272951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4893">
            <a:extLst>
              <a:ext uri="{FF2B5EF4-FFF2-40B4-BE49-F238E27FC236}">
                <a16:creationId xmlns:a16="http://schemas.microsoft.com/office/drawing/2014/main" id="{5FF0DB20-F05C-469C-A2E4-ADC80BF08450}"/>
              </a:ext>
            </a:extLst>
          </p:cNvPr>
          <p:cNvSpPr>
            <a:spLocks/>
          </p:cNvSpPr>
          <p:nvPr/>
        </p:nvSpPr>
        <p:spPr>
          <a:xfrm>
            <a:off x="6293717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4894">
            <a:extLst>
              <a:ext uri="{FF2B5EF4-FFF2-40B4-BE49-F238E27FC236}">
                <a16:creationId xmlns:a16="http://schemas.microsoft.com/office/drawing/2014/main" id="{479DFE23-3D4F-43D7-9271-F7155519FB6A}"/>
              </a:ext>
            </a:extLst>
          </p:cNvPr>
          <p:cNvSpPr>
            <a:spLocks/>
          </p:cNvSpPr>
          <p:nvPr/>
        </p:nvSpPr>
        <p:spPr>
          <a:xfrm>
            <a:off x="624176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4895">
            <a:extLst>
              <a:ext uri="{FF2B5EF4-FFF2-40B4-BE49-F238E27FC236}">
                <a16:creationId xmlns:a16="http://schemas.microsoft.com/office/drawing/2014/main" id="{75F948E8-3451-44A5-869F-6CE7C6F559B2}"/>
              </a:ext>
            </a:extLst>
          </p:cNvPr>
          <p:cNvSpPr>
            <a:spLocks/>
          </p:cNvSpPr>
          <p:nvPr/>
        </p:nvSpPr>
        <p:spPr>
          <a:xfrm>
            <a:off x="63391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4896">
            <a:extLst>
              <a:ext uri="{FF2B5EF4-FFF2-40B4-BE49-F238E27FC236}">
                <a16:creationId xmlns:a16="http://schemas.microsoft.com/office/drawing/2014/main" id="{3E0FC64F-D784-4997-B260-1207E5261883}"/>
              </a:ext>
            </a:extLst>
          </p:cNvPr>
          <p:cNvSpPr>
            <a:spLocks/>
          </p:cNvSpPr>
          <p:nvPr/>
        </p:nvSpPr>
        <p:spPr>
          <a:xfrm>
            <a:off x="6312632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4897">
            <a:extLst>
              <a:ext uri="{FF2B5EF4-FFF2-40B4-BE49-F238E27FC236}">
                <a16:creationId xmlns:a16="http://schemas.microsoft.com/office/drawing/2014/main" id="{BF1711C0-5B5E-48D6-843E-35BF101BBB02}"/>
              </a:ext>
            </a:extLst>
          </p:cNvPr>
          <p:cNvSpPr>
            <a:spLocks/>
          </p:cNvSpPr>
          <p:nvPr/>
        </p:nvSpPr>
        <p:spPr>
          <a:xfrm>
            <a:off x="630949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4898">
            <a:extLst>
              <a:ext uri="{FF2B5EF4-FFF2-40B4-BE49-F238E27FC236}">
                <a16:creationId xmlns:a16="http://schemas.microsoft.com/office/drawing/2014/main" id="{E6408F35-5724-4891-95B9-415B889B71A8}"/>
              </a:ext>
            </a:extLst>
          </p:cNvPr>
          <p:cNvSpPr>
            <a:spLocks/>
          </p:cNvSpPr>
          <p:nvPr/>
        </p:nvSpPr>
        <p:spPr>
          <a:xfrm>
            <a:off x="633829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4899">
            <a:extLst>
              <a:ext uri="{FF2B5EF4-FFF2-40B4-BE49-F238E27FC236}">
                <a16:creationId xmlns:a16="http://schemas.microsoft.com/office/drawing/2014/main" id="{E4A557BB-8694-4FF5-BF2F-54C948BAB338}"/>
              </a:ext>
            </a:extLst>
          </p:cNvPr>
          <p:cNvSpPr>
            <a:spLocks/>
          </p:cNvSpPr>
          <p:nvPr/>
        </p:nvSpPr>
        <p:spPr>
          <a:xfrm>
            <a:off x="629728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4900">
            <a:extLst>
              <a:ext uri="{FF2B5EF4-FFF2-40B4-BE49-F238E27FC236}">
                <a16:creationId xmlns:a16="http://schemas.microsoft.com/office/drawing/2014/main" id="{FF08190B-17B9-4BAF-8429-E1429131BA51}"/>
              </a:ext>
            </a:extLst>
          </p:cNvPr>
          <p:cNvSpPr>
            <a:spLocks/>
          </p:cNvSpPr>
          <p:nvPr/>
        </p:nvSpPr>
        <p:spPr>
          <a:xfrm>
            <a:off x="631662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4901">
            <a:extLst>
              <a:ext uri="{FF2B5EF4-FFF2-40B4-BE49-F238E27FC236}">
                <a16:creationId xmlns:a16="http://schemas.microsoft.com/office/drawing/2014/main" id="{12C2F476-B5F6-461A-8979-926CDFFED608}"/>
              </a:ext>
            </a:extLst>
          </p:cNvPr>
          <p:cNvSpPr>
            <a:spLocks/>
          </p:cNvSpPr>
          <p:nvPr/>
        </p:nvSpPr>
        <p:spPr>
          <a:xfrm>
            <a:off x="627092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4902">
            <a:extLst>
              <a:ext uri="{FF2B5EF4-FFF2-40B4-BE49-F238E27FC236}">
                <a16:creationId xmlns:a16="http://schemas.microsoft.com/office/drawing/2014/main" id="{0F9A4C53-3023-4013-B0EB-840F7BDE1176}"/>
              </a:ext>
            </a:extLst>
          </p:cNvPr>
          <p:cNvSpPr>
            <a:spLocks/>
          </p:cNvSpPr>
          <p:nvPr/>
        </p:nvSpPr>
        <p:spPr>
          <a:xfrm>
            <a:off x="6255546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4903">
            <a:extLst>
              <a:ext uri="{FF2B5EF4-FFF2-40B4-BE49-F238E27FC236}">
                <a16:creationId xmlns:a16="http://schemas.microsoft.com/office/drawing/2014/main" id="{C8839429-CBF8-4FDC-A159-BBCBE8055CF5}"/>
              </a:ext>
            </a:extLst>
          </p:cNvPr>
          <p:cNvSpPr>
            <a:spLocks/>
          </p:cNvSpPr>
          <p:nvPr/>
        </p:nvSpPr>
        <p:spPr>
          <a:xfrm>
            <a:off x="629565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4904">
            <a:extLst>
              <a:ext uri="{FF2B5EF4-FFF2-40B4-BE49-F238E27FC236}">
                <a16:creationId xmlns:a16="http://schemas.microsoft.com/office/drawing/2014/main" id="{5958A904-64C5-4949-B933-57782D33047A}"/>
              </a:ext>
            </a:extLst>
          </p:cNvPr>
          <p:cNvSpPr>
            <a:spLocks/>
          </p:cNvSpPr>
          <p:nvPr/>
        </p:nvSpPr>
        <p:spPr>
          <a:xfrm>
            <a:off x="623767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4905">
            <a:extLst>
              <a:ext uri="{FF2B5EF4-FFF2-40B4-BE49-F238E27FC236}">
                <a16:creationId xmlns:a16="http://schemas.microsoft.com/office/drawing/2014/main" id="{F34294DD-3CBD-431D-AB99-190FAEA644AA}"/>
              </a:ext>
            </a:extLst>
          </p:cNvPr>
          <p:cNvSpPr>
            <a:spLocks/>
          </p:cNvSpPr>
          <p:nvPr/>
        </p:nvSpPr>
        <p:spPr>
          <a:xfrm>
            <a:off x="627436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4906">
            <a:extLst>
              <a:ext uri="{FF2B5EF4-FFF2-40B4-BE49-F238E27FC236}">
                <a16:creationId xmlns:a16="http://schemas.microsoft.com/office/drawing/2014/main" id="{FB30B976-AC08-41C6-BE92-52BCEEC0CD87}"/>
              </a:ext>
            </a:extLst>
          </p:cNvPr>
          <p:cNvSpPr>
            <a:spLocks/>
          </p:cNvSpPr>
          <p:nvPr/>
        </p:nvSpPr>
        <p:spPr>
          <a:xfrm>
            <a:off x="628031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4907">
            <a:extLst>
              <a:ext uri="{FF2B5EF4-FFF2-40B4-BE49-F238E27FC236}">
                <a16:creationId xmlns:a16="http://schemas.microsoft.com/office/drawing/2014/main" id="{3D5AD7A4-F1A0-4A2F-9F0E-8D6E2992554F}"/>
              </a:ext>
            </a:extLst>
          </p:cNvPr>
          <p:cNvSpPr>
            <a:spLocks/>
          </p:cNvSpPr>
          <p:nvPr/>
        </p:nvSpPr>
        <p:spPr>
          <a:xfrm>
            <a:off x="630638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4908">
            <a:extLst>
              <a:ext uri="{FF2B5EF4-FFF2-40B4-BE49-F238E27FC236}">
                <a16:creationId xmlns:a16="http://schemas.microsoft.com/office/drawing/2014/main" id="{0B9313B1-45B9-4481-BDBA-4F5196B360F1}"/>
              </a:ext>
            </a:extLst>
          </p:cNvPr>
          <p:cNvSpPr>
            <a:spLocks/>
          </p:cNvSpPr>
          <p:nvPr/>
        </p:nvSpPr>
        <p:spPr>
          <a:xfrm>
            <a:off x="632617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4909">
            <a:extLst>
              <a:ext uri="{FF2B5EF4-FFF2-40B4-BE49-F238E27FC236}">
                <a16:creationId xmlns:a16="http://schemas.microsoft.com/office/drawing/2014/main" id="{EEF0AD9E-72CB-4AA2-A727-632B87446C7F}"/>
              </a:ext>
            </a:extLst>
          </p:cNvPr>
          <p:cNvSpPr>
            <a:spLocks/>
          </p:cNvSpPr>
          <p:nvPr/>
        </p:nvSpPr>
        <p:spPr>
          <a:xfrm>
            <a:off x="6292801" y="18883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4910">
            <a:extLst>
              <a:ext uri="{FF2B5EF4-FFF2-40B4-BE49-F238E27FC236}">
                <a16:creationId xmlns:a16="http://schemas.microsoft.com/office/drawing/2014/main" id="{3D91A87C-17C7-4AAE-AC50-6DEB035D4B40}"/>
              </a:ext>
            </a:extLst>
          </p:cNvPr>
          <p:cNvSpPr>
            <a:spLocks/>
          </p:cNvSpPr>
          <p:nvPr/>
        </p:nvSpPr>
        <p:spPr>
          <a:xfrm>
            <a:off x="6322682" y="19955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4911">
            <a:extLst>
              <a:ext uri="{FF2B5EF4-FFF2-40B4-BE49-F238E27FC236}">
                <a16:creationId xmlns:a16="http://schemas.microsoft.com/office/drawing/2014/main" id="{0EEA72BB-6800-4C29-9A0C-EF58241E6EAA}"/>
              </a:ext>
            </a:extLst>
          </p:cNvPr>
          <p:cNvSpPr>
            <a:spLocks/>
          </p:cNvSpPr>
          <p:nvPr/>
        </p:nvSpPr>
        <p:spPr>
          <a:xfrm>
            <a:off x="6238090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4912">
            <a:extLst>
              <a:ext uri="{FF2B5EF4-FFF2-40B4-BE49-F238E27FC236}">
                <a16:creationId xmlns:a16="http://schemas.microsoft.com/office/drawing/2014/main" id="{81474AE5-8DDA-48C1-A183-4824F6DA98E4}"/>
              </a:ext>
            </a:extLst>
          </p:cNvPr>
          <p:cNvSpPr>
            <a:spLocks/>
          </p:cNvSpPr>
          <p:nvPr/>
        </p:nvSpPr>
        <p:spPr>
          <a:xfrm>
            <a:off x="623982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4913">
            <a:extLst>
              <a:ext uri="{FF2B5EF4-FFF2-40B4-BE49-F238E27FC236}">
                <a16:creationId xmlns:a16="http://schemas.microsoft.com/office/drawing/2014/main" id="{EB67C3DC-A79D-4928-B59A-4FCD60DEAB75}"/>
              </a:ext>
            </a:extLst>
          </p:cNvPr>
          <p:cNvSpPr>
            <a:spLocks/>
          </p:cNvSpPr>
          <p:nvPr/>
        </p:nvSpPr>
        <p:spPr>
          <a:xfrm>
            <a:off x="626282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4914">
            <a:extLst>
              <a:ext uri="{FF2B5EF4-FFF2-40B4-BE49-F238E27FC236}">
                <a16:creationId xmlns:a16="http://schemas.microsoft.com/office/drawing/2014/main" id="{D24605DC-3ADE-41BD-A87D-3B116E4174ED}"/>
              </a:ext>
            </a:extLst>
          </p:cNvPr>
          <p:cNvSpPr>
            <a:spLocks/>
          </p:cNvSpPr>
          <p:nvPr/>
        </p:nvSpPr>
        <p:spPr>
          <a:xfrm>
            <a:off x="6293413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4915">
            <a:extLst>
              <a:ext uri="{FF2B5EF4-FFF2-40B4-BE49-F238E27FC236}">
                <a16:creationId xmlns:a16="http://schemas.microsoft.com/office/drawing/2014/main" id="{7EF5CFC5-55A5-4362-8C7C-0BACDA9064F9}"/>
              </a:ext>
            </a:extLst>
          </p:cNvPr>
          <p:cNvSpPr>
            <a:spLocks/>
          </p:cNvSpPr>
          <p:nvPr/>
        </p:nvSpPr>
        <p:spPr>
          <a:xfrm>
            <a:off x="625774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4916">
            <a:extLst>
              <a:ext uri="{FF2B5EF4-FFF2-40B4-BE49-F238E27FC236}">
                <a16:creationId xmlns:a16="http://schemas.microsoft.com/office/drawing/2014/main" id="{8B8F818D-11A4-40DD-8462-13779A70C47B}"/>
              </a:ext>
            </a:extLst>
          </p:cNvPr>
          <p:cNvSpPr>
            <a:spLocks/>
          </p:cNvSpPr>
          <p:nvPr/>
        </p:nvSpPr>
        <p:spPr>
          <a:xfrm>
            <a:off x="6284569" y="2593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4917">
            <a:extLst>
              <a:ext uri="{FF2B5EF4-FFF2-40B4-BE49-F238E27FC236}">
                <a16:creationId xmlns:a16="http://schemas.microsoft.com/office/drawing/2014/main" id="{1CE76838-A93F-49C5-BAE5-C6C71B2F3FA3}"/>
              </a:ext>
            </a:extLst>
          </p:cNvPr>
          <p:cNvSpPr>
            <a:spLocks/>
          </p:cNvSpPr>
          <p:nvPr/>
        </p:nvSpPr>
        <p:spPr>
          <a:xfrm>
            <a:off x="629809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4918">
            <a:extLst>
              <a:ext uri="{FF2B5EF4-FFF2-40B4-BE49-F238E27FC236}">
                <a16:creationId xmlns:a16="http://schemas.microsoft.com/office/drawing/2014/main" id="{4A1ACBF5-00C2-4AC3-8771-909485DDAD41}"/>
              </a:ext>
            </a:extLst>
          </p:cNvPr>
          <p:cNvSpPr>
            <a:spLocks/>
          </p:cNvSpPr>
          <p:nvPr/>
        </p:nvSpPr>
        <p:spPr>
          <a:xfrm>
            <a:off x="629885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4919">
            <a:extLst>
              <a:ext uri="{FF2B5EF4-FFF2-40B4-BE49-F238E27FC236}">
                <a16:creationId xmlns:a16="http://schemas.microsoft.com/office/drawing/2014/main" id="{89795F86-5D1D-4178-8D1E-270535FA6E95}"/>
              </a:ext>
            </a:extLst>
          </p:cNvPr>
          <p:cNvSpPr>
            <a:spLocks/>
          </p:cNvSpPr>
          <p:nvPr/>
        </p:nvSpPr>
        <p:spPr>
          <a:xfrm>
            <a:off x="626682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4920">
            <a:extLst>
              <a:ext uri="{FF2B5EF4-FFF2-40B4-BE49-F238E27FC236}">
                <a16:creationId xmlns:a16="http://schemas.microsoft.com/office/drawing/2014/main" id="{57001877-223C-4423-AA67-D72D259483A5}"/>
              </a:ext>
            </a:extLst>
          </p:cNvPr>
          <p:cNvSpPr>
            <a:spLocks/>
          </p:cNvSpPr>
          <p:nvPr/>
        </p:nvSpPr>
        <p:spPr>
          <a:xfrm>
            <a:off x="631282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4921">
            <a:extLst>
              <a:ext uri="{FF2B5EF4-FFF2-40B4-BE49-F238E27FC236}">
                <a16:creationId xmlns:a16="http://schemas.microsoft.com/office/drawing/2014/main" id="{69F00482-6CD1-474C-95DC-F738FDA093F6}"/>
              </a:ext>
            </a:extLst>
          </p:cNvPr>
          <p:cNvSpPr>
            <a:spLocks/>
          </p:cNvSpPr>
          <p:nvPr/>
        </p:nvSpPr>
        <p:spPr>
          <a:xfrm>
            <a:off x="6302451" y="24959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4922">
            <a:extLst>
              <a:ext uri="{FF2B5EF4-FFF2-40B4-BE49-F238E27FC236}">
                <a16:creationId xmlns:a16="http://schemas.microsoft.com/office/drawing/2014/main" id="{8271BDA3-29BB-4D33-A716-2C09EEB902CE}"/>
              </a:ext>
            </a:extLst>
          </p:cNvPr>
          <p:cNvSpPr>
            <a:spLocks/>
          </p:cNvSpPr>
          <p:nvPr/>
        </p:nvSpPr>
        <p:spPr>
          <a:xfrm>
            <a:off x="6315641" y="31480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4923">
            <a:extLst>
              <a:ext uri="{FF2B5EF4-FFF2-40B4-BE49-F238E27FC236}">
                <a16:creationId xmlns:a16="http://schemas.microsoft.com/office/drawing/2014/main" id="{C2EB3661-2F62-4115-9A95-B6A63D38DF9C}"/>
              </a:ext>
            </a:extLst>
          </p:cNvPr>
          <p:cNvSpPr>
            <a:spLocks/>
          </p:cNvSpPr>
          <p:nvPr/>
        </p:nvSpPr>
        <p:spPr>
          <a:xfrm>
            <a:off x="627248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4924">
            <a:extLst>
              <a:ext uri="{FF2B5EF4-FFF2-40B4-BE49-F238E27FC236}">
                <a16:creationId xmlns:a16="http://schemas.microsoft.com/office/drawing/2014/main" id="{F682C0EF-D427-4880-B220-58F456F72D2E}"/>
              </a:ext>
            </a:extLst>
          </p:cNvPr>
          <p:cNvSpPr>
            <a:spLocks/>
          </p:cNvSpPr>
          <p:nvPr/>
        </p:nvSpPr>
        <p:spPr>
          <a:xfrm>
            <a:off x="630151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4925">
            <a:extLst>
              <a:ext uri="{FF2B5EF4-FFF2-40B4-BE49-F238E27FC236}">
                <a16:creationId xmlns:a16="http://schemas.microsoft.com/office/drawing/2014/main" id="{26570E7E-39DD-4B36-B611-0886EEAC5397}"/>
              </a:ext>
            </a:extLst>
          </p:cNvPr>
          <p:cNvSpPr>
            <a:spLocks/>
          </p:cNvSpPr>
          <p:nvPr/>
        </p:nvSpPr>
        <p:spPr>
          <a:xfrm>
            <a:off x="6328156" y="31544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4926">
            <a:extLst>
              <a:ext uri="{FF2B5EF4-FFF2-40B4-BE49-F238E27FC236}">
                <a16:creationId xmlns:a16="http://schemas.microsoft.com/office/drawing/2014/main" id="{79C1FFBF-2420-4996-BFD9-9F290DDEA7DA}"/>
              </a:ext>
            </a:extLst>
          </p:cNvPr>
          <p:cNvSpPr>
            <a:spLocks/>
          </p:cNvSpPr>
          <p:nvPr/>
        </p:nvSpPr>
        <p:spPr>
          <a:xfrm>
            <a:off x="628797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4927">
            <a:extLst>
              <a:ext uri="{FF2B5EF4-FFF2-40B4-BE49-F238E27FC236}">
                <a16:creationId xmlns:a16="http://schemas.microsoft.com/office/drawing/2014/main" id="{3929D82A-FE40-4216-82A1-6A79C5FDEEA0}"/>
              </a:ext>
            </a:extLst>
          </p:cNvPr>
          <p:cNvSpPr>
            <a:spLocks/>
          </p:cNvSpPr>
          <p:nvPr/>
        </p:nvSpPr>
        <p:spPr>
          <a:xfrm>
            <a:off x="6241309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4928">
            <a:extLst>
              <a:ext uri="{FF2B5EF4-FFF2-40B4-BE49-F238E27FC236}">
                <a16:creationId xmlns:a16="http://schemas.microsoft.com/office/drawing/2014/main" id="{333DFCF5-CEE5-45EA-9D0D-BE90F026EDAA}"/>
              </a:ext>
            </a:extLst>
          </p:cNvPr>
          <p:cNvSpPr>
            <a:spLocks/>
          </p:cNvSpPr>
          <p:nvPr/>
        </p:nvSpPr>
        <p:spPr>
          <a:xfrm>
            <a:off x="631054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4929">
            <a:extLst>
              <a:ext uri="{FF2B5EF4-FFF2-40B4-BE49-F238E27FC236}">
                <a16:creationId xmlns:a16="http://schemas.microsoft.com/office/drawing/2014/main" id="{E87C99ED-7693-4E77-99D0-A354C01863E7}"/>
              </a:ext>
            </a:extLst>
          </p:cNvPr>
          <p:cNvSpPr>
            <a:spLocks/>
          </p:cNvSpPr>
          <p:nvPr/>
        </p:nvSpPr>
        <p:spPr>
          <a:xfrm>
            <a:off x="626216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4930">
            <a:extLst>
              <a:ext uri="{FF2B5EF4-FFF2-40B4-BE49-F238E27FC236}">
                <a16:creationId xmlns:a16="http://schemas.microsoft.com/office/drawing/2014/main" id="{674836DD-2466-4CB3-9B8B-0FF6A28EA16A}"/>
              </a:ext>
            </a:extLst>
          </p:cNvPr>
          <p:cNvSpPr>
            <a:spLocks/>
          </p:cNvSpPr>
          <p:nvPr/>
        </p:nvSpPr>
        <p:spPr>
          <a:xfrm>
            <a:off x="6333901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4931">
            <a:extLst>
              <a:ext uri="{FF2B5EF4-FFF2-40B4-BE49-F238E27FC236}">
                <a16:creationId xmlns:a16="http://schemas.microsoft.com/office/drawing/2014/main" id="{A20DDE02-D314-4A66-874A-37111517A681}"/>
              </a:ext>
            </a:extLst>
          </p:cNvPr>
          <p:cNvSpPr>
            <a:spLocks/>
          </p:cNvSpPr>
          <p:nvPr/>
        </p:nvSpPr>
        <p:spPr>
          <a:xfrm>
            <a:off x="6270444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4932">
            <a:extLst>
              <a:ext uri="{FF2B5EF4-FFF2-40B4-BE49-F238E27FC236}">
                <a16:creationId xmlns:a16="http://schemas.microsoft.com/office/drawing/2014/main" id="{1240C589-C68F-4F33-8D70-61099703FBD5}"/>
              </a:ext>
            </a:extLst>
          </p:cNvPr>
          <p:cNvSpPr>
            <a:spLocks/>
          </p:cNvSpPr>
          <p:nvPr/>
        </p:nvSpPr>
        <p:spPr>
          <a:xfrm>
            <a:off x="623623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4933">
            <a:extLst>
              <a:ext uri="{FF2B5EF4-FFF2-40B4-BE49-F238E27FC236}">
                <a16:creationId xmlns:a16="http://schemas.microsoft.com/office/drawing/2014/main" id="{0801EF36-6801-4542-8177-5DBAFBADA3F0}"/>
              </a:ext>
            </a:extLst>
          </p:cNvPr>
          <p:cNvSpPr>
            <a:spLocks/>
          </p:cNvSpPr>
          <p:nvPr/>
        </p:nvSpPr>
        <p:spPr>
          <a:xfrm>
            <a:off x="632114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4934">
            <a:extLst>
              <a:ext uri="{FF2B5EF4-FFF2-40B4-BE49-F238E27FC236}">
                <a16:creationId xmlns:a16="http://schemas.microsoft.com/office/drawing/2014/main" id="{4927E438-0764-4184-866B-AE8D9A7C2AF0}"/>
              </a:ext>
            </a:extLst>
          </p:cNvPr>
          <p:cNvSpPr>
            <a:spLocks/>
          </p:cNvSpPr>
          <p:nvPr/>
        </p:nvSpPr>
        <p:spPr>
          <a:xfrm>
            <a:off x="628856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4935">
            <a:extLst>
              <a:ext uri="{FF2B5EF4-FFF2-40B4-BE49-F238E27FC236}">
                <a16:creationId xmlns:a16="http://schemas.microsoft.com/office/drawing/2014/main" id="{803749CB-F3EE-4584-8E80-8D7DE2227392}"/>
              </a:ext>
            </a:extLst>
          </p:cNvPr>
          <p:cNvSpPr>
            <a:spLocks/>
          </p:cNvSpPr>
          <p:nvPr/>
        </p:nvSpPr>
        <p:spPr>
          <a:xfrm>
            <a:off x="6321013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4936">
            <a:extLst>
              <a:ext uri="{FF2B5EF4-FFF2-40B4-BE49-F238E27FC236}">
                <a16:creationId xmlns:a16="http://schemas.microsoft.com/office/drawing/2014/main" id="{BB087C67-6D62-4B9C-974D-27922A423659}"/>
              </a:ext>
            </a:extLst>
          </p:cNvPr>
          <p:cNvSpPr>
            <a:spLocks/>
          </p:cNvSpPr>
          <p:nvPr/>
        </p:nvSpPr>
        <p:spPr>
          <a:xfrm>
            <a:off x="625527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4937">
            <a:extLst>
              <a:ext uri="{FF2B5EF4-FFF2-40B4-BE49-F238E27FC236}">
                <a16:creationId xmlns:a16="http://schemas.microsoft.com/office/drawing/2014/main" id="{79831E1E-EF57-4A0B-BB45-972972B750D8}"/>
              </a:ext>
            </a:extLst>
          </p:cNvPr>
          <p:cNvSpPr>
            <a:spLocks/>
          </p:cNvSpPr>
          <p:nvPr/>
        </p:nvSpPr>
        <p:spPr>
          <a:xfrm>
            <a:off x="626730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4938">
            <a:extLst>
              <a:ext uri="{FF2B5EF4-FFF2-40B4-BE49-F238E27FC236}">
                <a16:creationId xmlns:a16="http://schemas.microsoft.com/office/drawing/2014/main" id="{42D0359B-37DE-4EB0-8A3E-7537ACDD62EB}"/>
              </a:ext>
            </a:extLst>
          </p:cNvPr>
          <p:cNvSpPr>
            <a:spLocks/>
          </p:cNvSpPr>
          <p:nvPr/>
        </p:nvSpPr>
        <p:spPr>
          <a:xfrm>
            <a:off x="624419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4939">
            <a:extLst>
              <a:ext uri="{FF2B5EF4-FFF2-40B4-BE49-F238E27FC236}">
                <a16:creationId xmlns:a16="http://schemas.microsoft.com/office/drawing/2014/main" id="{443115E6-30EF-4F8E-8780-F262FB85255A}"/>
              </a:ext>
            </a:extLst>
          </p:cNvPr>
          <p:cNvSpPr>
            <a:spLocks/>
          </p:cNvSpPr>
          <p:nvPr/>
        </p:nvSpPr>
        <p:spPr>
          <a:xfrm>
            <a:off x="628985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4940">
            <a:extLst>
              <a:ext uri="{FF2B5EF4-FFF2-40B4-BE49-F238E27FC236}">
                <a16:creationId xmlns:a16="http://schemas.microsoft.com/office/drawing/2014/main" id="{26214B28-272C-4AC1-A6B3-4E0F031DE34D}"/>
              </a:ext>
            </a:extLst>
          </p:cNvPr>
          <p:cNvSpPr>
            <a:spLocks/>
          </p:cNvSpPr>
          <p:nvPr/>
        </p:nvSpPr>
        <p:spPr>
          <a:xfrm>
            <a:off x="632507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4941">
            <a:extLst>
              <a:ext uri="{FF2B5EF4-FFF2-40B4-BE49-F238E27FC236}">
                <a16:creationId xmlns:a16="http://schemas.microsoft.com/office/drawing/2014/main" id="{D7118D03-9ADE-4A74-8EA0-941166C86283}"/>
              </a:ext>
            </a:extLst>
          </p:cNvPr>
          <p:cNvSpPr>
            <a:spLocks/>
          </p:cNvSpPr>
          <p:nvPr/>
        </p:nvSpPr>
        <p:spPr>
          <a:xfrm>
            <a:off x="6303695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4942">
            <a:extLst>
              <a:ext uri="{FF2B5EF4-FFF2-40B4-BE49-F238E27FC236}">
                <a16:creationId xmlns:a16="http://schemas.microsoft.com/office/drawing/2014/main" id="{5A399661-C840-4AAC-A805-0D40F5793435}"/>
              </a:ext>
            </a:extLst>
          </p:cNvPr>
          <p:cNvSpPr>
            <a:spLocks/>
          </p:cNvSpPr>
          <p:nvPr/>
        </p:nvSpPr>
        <p:spPr>
          <a:xfrm>
            <a:off x="6249453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4943">
            <a:extLst>
              <a:ext uri="{FF2B5EF4-FFF2-40B4-BE49-F238E27FC236}">
                <a16:creationId xmlns:a16="http://schemas.microsoft.com/office/drawing/2014/main" id="{3285FB5C-8E45-4DFB-8BF3-B2CE749727AA}"/>
              </a:ext>
            </a:extLst>
          </p:cNvPr>
          <p:cNvSpPr>
            <a:spLocks/>
          </p:cNvSpPr>
          <p:nvPr/>
        </p:nvSpPr>
        <p:spPr>
          <a:xfrm>
            <a:off x="624397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4944">
            <a:extLst>
              <a:ext uri="{FF2B5EF4-FFF2-40B4-BE49-F238E27FC236}">
                <a16:creationId xmlns:a16="http://schemas.microsoft.com/office/drawing/2014/main" id="{76805B06-7F1E-4E5B-9566-2A40025AD035}"/>
              </a:ext>
            </a:extLst>
          </p:cNvPr>
          <p:cNvSpPr>
            <a:spLocks/>
          </p:cNvSpPr>
          <p:nvPr/>
        </p:nvSpPr>
        <p:spPr>
          <a:xfrm>
            <a:off x="628520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4945">
            <a:extLst>
              <a:ext uri="{FF2B5EF4-FFF2-40B4-BE49-F238E27FC236}">
                <a16:creationId xmlns:a16="http://schemas.microsoft.com/office/drawing/2014/main" id="{3032D8D0-1CAF-49B4-A0BF-893AF46BF185}"/>
              </a:ext>
            </a:extLst>
          </p:cNvPr>
          <p:cNvSpPr>
            <a:spLocks/>
          </p:cNvSpPr>
          <p:nvPr/>
        </p:nvSpPr>
        <p:spPr>
          <a:xfrm>
            <a:off x="626744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4946">
            <a:extLst>
              <a:ext uri="{FF2B5EF4-FFF2-40B4-BE49-F238E27FC236}">
                <a16:creationId xmlns:a16="http://schemas.microsoft.com/office/drawing/2014/main" id="{500CC8CA-4E5E-449A-BFBC-2EEDE7617B32}"/>
              </a:ext>
            </a:extLst>
          </p:cNvPr>
          <p:cNvSpPr>
            <a:spLocks/>
          </p:cNvSpPr>
          <p:nvPr/>
        </p:nvSpPr>
        <p:spPr>
          <a:xfrm>
            <a:off x="6277725" y="2640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4947">
            <a:extLst>
              <a:ext uri="{FF2B5EF4-FFF2-40B4-BE49-F238E27FC236}">
                <a16:creationId xmlns:a16="http://schemas.microsoft.com/office/drawing/2014/main" id="{544D5C6B-DF8B-4E4B-9F0D-3BF8EBCDECFD}"/>
              </a:ext>
            </a:extLst>
          </p:cNvPr>
          <p:cNvSpPr>
            <a:spLocks/>
          </p:cNvSpPr>
          <p:nvPr/>
        </p:nvSpPr>
        <p:spPr>
          <a:xfrm>
            <a:off x="631280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4948">
            <a:extLst>
              <a:ext uri="{FF2B5EF4-FFF2-40B4-BE49-F238E27FC236}">
                <a16:creationId xmlns:a16="http://schemas.microsoft.com/office/drawing/2014/main" id="{F5D45F80-75DB-4378-B2D7-1C59D001D73B}"/>
              </a:ext>
            </a:extLst>
          </p:cNvPr>
          <p:cNvSpPr>
            <a:spLocks/>
          </p:cNvSpPr>
          <p:nvPr/>
        </p:nvSpPr>
        <p:spPr>
          <a:xfrm>
            <a:off x="626853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4949">
            <a:extLst>
              <a:ext uri="{FF2B5EF4-FFF2-40B4-BE49-F238E27FC236}">
                <a16:creationId xmlns:a16="http://schemas.microsoft.com/office/drawing/2014/main" id="{5CAAA370-4618-4183-9B61-9A2E99885D6B}"/>
              </a:ext>
            </a:extLst>
          </p:cNvPr>
          <p:cNvSpPr>
            <a:spLocks/>
          </p:cNvSpPr>
          <p:nvPr/>
        </p:nvSpPr>
        <p:spPr>
          <a:xfrm>
            <a:off x="627244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4950">
            <a:extLst>
              <a:ext uri="{FF2B5EF4-FFF2-40B4-BE49-F238E27FC236}">
                <a16:creationId xmlns:a16="http://schemas.microsoft.com/office/drawing/2014/main" id="{1217B743-99F7-4EE6-ADC8-C3F9158FA5FA}"/>
              </a:ext>
            </a:extLst>
          </p:cNvPr>
          <p:cNvSpPr>
            <a:spLocks/>
          </p:cNvSpPr>
          <p:nvPr/>
        </p:nvSpPr>
        <p:spPr>
          <a:xfrm>
            <a:off x="63096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4951">
            <a:extLst>
              <a:ext uri="{FF2B5EF4-FFF2-40B4-BE49-F238E27FC236}">
                <a16:creationId xmlns:a16="http://schemas.microsoft.com/office/drawing/2014/main" id="{16C852FC-9BBA-4C40-8DDD-B6E952B03476}"/>
              </a:ext>
            </a:extLst>
          </p:cNvPr>
          <p:cNvSpPr>
            <a:spLocks/>
          </p:cNvSpPr>
          <p:nvPr/>
        </p:nvSpPr>
        <p:spPr>
          <a:xfrm>
            <a:off x="625887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4952">
            <a:extLst>
              <a:ext uri="{FF2B5EF4-FFF2-40B4-BE49-F238E27FC236}">
                <a16:creationId xmlns:a16="http://schemas.microsoft.com/office/drawing/2014/main" id="{FC376BD7-E78B-4FB7-959A-C49597AC929A}"/>
              </a:ext>
            </a:extLst>
          </p:cNvPr>
          <p:cNvSpPr>
            <a:spLocks/>
          </p:cNvSpPr>
          <p:nvPr/>
        </p:nvSpPr>
        <p:spPr>
          <a:xfrm>
            <a:off x="6263705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4953">
            <a:extLst>
              <a:ext uri="{FF2B5EF4-FFF2-40B4-BE49-F238E27FC236}">
                <a16:creationId xmlns:a16="http://schemas.microsoft.com/office/drawing/2014/main" id="{19CD9C43-9B7B-46B2-AD33-7E23D319F0E2}"/>
              </a:ext>
            </a:extLst>
          </p:cNvPr>
          <p:cNvSpPr>
            <a:spLocks/>
          </p:cNvSpPr>
          <p:nvPr/>
        </p:nvSpPr>
        <p:spPr>
          <a:xfrm>
            <a:off x="626268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4954">
            <a:extLst>
              <a:ext uri="{FF2B5EF4-FFF2-40B4-BE49-F238E27FC236}">
                <a16:creationId xmlns:a16="http://schemas.microsoft.com/office/drawing/2014/main" id="{57FB7D7D-7382-40C1-8018-1B00AD7888B6}"/>
              </a:ext>
            </a:extLst>
          </p:cNvPr>
          <p:cNvSpPr>
            <a:spLocks/>
          </p:cNvSpPr>
          <p:nvPr/>
        </p:nvSpPr>
        <p:spPr>
          <a:xfrm>
            <a:off x="631854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4955">
            <a:extLst>
              <a:ext uri="{FF2B5EF4-FFF2-40B4-BE49-F238E27FC236}">
                <a16:creationId xmlns:a16="http://schemas.microsoft.com/office/drawing/2014/main" id="{0A1B9A0A-C54C-4348-9A4A-3EEF42C483CD}"/>
              </a:ext>
            </a:extLst>
          </p:cNvPr>
          <p:cNvSpPr>
            <a:spLocks/>
          </p:cNvSpPr>
          <p:nvPr/>
        </p:nvSpPr>
        <p:spPr>
          <a:xfrm>
            <a:off x="6244802" y="1909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4956">
            <a:extLst>
              <a:ext uri="{FF2B5EF4-FFF2-40B4-BE49-F238E27FC236}">
                <a16:creationId xmlns:a16="http://schemas.microsoft.com/office/drawing/2014/main" id="{EC947477-B07D-4748-BB51-A273146427D4}"/>
              </a:ext>
            </a:extLst>
          </p:cNvPr>
          <p:cNvSpPr>
            <a:spLocks/>
          </p:cNvSpPr>
          <p:nvPr/>
        </p:nvSpPr>
        <p:spPr>
          <a:xfrm>
            <a:off x="6239830" y="2073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4957">
            <a:extLst>
              <a:ext uri="{FF2B5EF4-FFF2-40B4-BE49-F238E27FC236}">
                <a16:creationId xmlns:a16="http://schemas.microsoft.com/office/drawing/2014/main" id="{FAC96E92-88DB-44C7-BB69-21D70C380BFF}"/>
              </a:ext>
            </a:extLst>
          </p:cNvPr>
          <p:cNvSpPr>
            <a:spLocks/>
          </p:cNvSpPr>
          <p:nvPr/>
        </p:nvSpPr>
        <p:spPr>
          <a:xfrm>
            <a:off x="633880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4958">
            <a:extLst>
              <a:ext uri="{FF2B5EF4-FFF2-40B4-BE49-F238E27FC236}">
                <a16:creationId xmlns:a16="http://schemas.microsoft.com/office/drawing/2014/main" id="{03FD1D2E-29D1-4CBC-8E39-4ED9AE62668B}"/>
              </a:ext>
            </a:extLst>
          </p:cNvPr>
          <p:cNvSpPr>
            <a:spLocks/>
          </p:cNvSpPr>
          <p:nvPr/>
        </p:nvSpPr>
        <p:spPr>
          <a:xfrm>
            <a:off x="632737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4959">
            <a:extLst>
              <a:ext uri="{FF2B5EF4-FFF2-40B4-BE49-F238E27FC236}">
                <a16:creationId xmlns:a16="http://schemas.microsoft.com/office/drawing/2014/main" id="{859644FE-CA2A-49C5-A247-BFFFF13F175E}"/>
              </a:ext>
            </a:extLst>
          </p:cNvPr>
          <p:cNvSpPr>
            <a:spLocks/>
          </p:cNvSpPr>
          <p:nvPr/>
        </p:nvSpPr>
        <p:spPr>
          <a:xfrm>
            <a:off x="6267639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4960">
            <a:extLst>
              <a:ext uri="{FF2B5EF4-FFF2-40B4-BE49-F238E27FC236}">
                <a16:creationId xmlns:a16="http://schemas.microsoft.com/office/drawing/2014/main" id="{C54638C4-7935-4862-B1DD-F2B95DE36E44}"/>
              </a:ext>
            </a:extLst>
          </p:cNvPr>
          <p:cNvSpPr>
            <a:spLocks/>
          </p:cNvSpPr>
          <p:nvPr/>
        </p:nvSpPr>
        <p:spPr>
          <a:xfrm>
            <a:off x="6283890" y="18809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4961">
            <a:extLst>
              <a:ext uri="{FF2B5EF4-FFF2-40B4-BE49-F238E27FC236}">
                <a16:creationId xmlns:a16="http://schemas.microsoft.com/office/drawing/2014/main" id="{D26B1A12-094B-43C3-867D-55A123D4E09A}"/>
              </a:ext>
            </a:extLst>
          </p:cNvPr>
          <p:cNvSpPr>
            <a:spLocks/>
          </p:cNvSpPr>
          <p:nvPr/>
        </p:nvSpPr>
        <p:spPr>
          <a:xfrm>
            <a:off x="630195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4962">
            <a:extLst>
              <a:ext uri="{FF2B5EF4-FFF2-40B4-BE49-F238E27FC236}">
                <a16:creationId xmlns:a16="http://schemas.microsoft.com/office/drawing/2014/main" id="{71FDEF22-0E5B-4782-A043-3809BC935E45}"/>
              </a:ext>
            </a:extLst>
          </p:cNvPr>
          <p:cNvSpPr>
            <a:spLocks/>
          </p:cNvSpPr>
          <p:nvPr/>
        </p:nvSpPr>
        <p:spPr>
          <a:xfrm>
            <a:off x="624107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4963">
            <a:extLst>
              <a:ext uri="{FF2B5EF4-FFF2-40B4-BE49-F238E27FC236}">
                <a16:creationId xmlns:a16="http://schemas.microsoft.com/office/drawing/2014/main" id="{DF3CC3AD-AADE-44D2-BDC9-E2F9E9A5A466}"/>
              </a:ext>
            </a:extLst>
          </p:cNvPr>
          <p:cNvSpPr>
            <a:spLocks/>
          </p:cNvSpPr>
          <p:nvPr/>
        </p:nvSpPr>
        <p:spPr>
          <a:xfrm>
            <a:off x="6243491" y="2382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4964">
            <a:extLst>
              <a:ext uri="{FF2B5EF4-FFF2-40B4-BE49-F238E27FC236}">
                <a16:creationId xmlns:a16="http://schemas.microsoft.com/office/drawing/2014/main" id="{90F3722F-723D-4E5A-B970-0C95C56A1755}"/>
              </a:ext>
            </a:extLst>
          </p:cNvPr>
          <p:cNvSpPr>
            <a:spLocks/>
          </p:cNvSpPr>
          <p:nvPr/>
        </p:nvSpPr>
        <p:spPr>
          <a:xfrm>
            <a:off x="6329873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4965">
            <a:extLst>
              <a:ext uri="{FF2B5EF4-FFF2-40B4-BE49-F238E27FC236}">
                <a16:creationId xmlns:a16="http://schemas.microsoft.com/office/drawing/2014/main" id="{9C784881-3F24-4F19-8390-8884DAE56379}"/>
              </a:ext>
            </a:extLst>
          </p:cNvPr>
          <p:cNvSpPr>
            <a:spLocks/>
          </p:cNvSpPr>
          <p:nvPr/>
        </p:nvSpPr>
        <p:spPr>
          <a:xfrm>
            <a:off x="6275526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4966">
            <a:extLst>
              <a:ext uri="{FF2B5EF4-FFF2-40B4-BE49-F238E27FC236}">
                <a16:creationId xmlns:a16="http://schemas.microsoft.com/office/drawing/2014/main" id="{AC856E85-CD71-4493-8E9F-E70982015708}"/>
              </a:ext>
            </a:extLst>
          </p:cNvPr>
          <p:cNvSpPr>
            <a:spLocks/>
          </p:cNvSpPr>
          <p:nvPr/>
        </p:nvSpPr>
        <p:spPr>
          <a:xfrm>
            <a:off x="630846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4967">
            <a:extLst>
              <a:ext uri="{FF2B5EF4-FFF2-40B4-BE49-F238E27FC236}">
                <a16:creationId xmlns:a16="http://schemas.microsoft.com/office/drawing/2014/main" id="{276B4CD5-BE10-404E-BE24-FDC90DBC6129}"/>
              </a:ext>
            </a:extLst>
          </p:cNvPr>
          <p:cNvSpPr>
            <a:spLocks/>
          </p:cNvSpPr>
          <p:nvPr/>
        </p:nvSpPr>
        <p:spPr>
          <a:xfrm>
            <a:off x="6287437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4968">
            <a:extLst>
              <a:ext uri="{FF2B5EF4-FFF2-40B4-BE49-F238E27FC236}">
                <a16:creationId xmlns:a16="http://schemas.microsoft.com/office/drawing/2014/main" id="{8AC9FCC9-DF5B-41F7-9EB8-2ECE0B0B1995}"/>
              </a:ext>
            </a:extLst>
          </p:cNvPr>
          <p:cNvSpPr>
            <a:spLocks/>
          </p:cNvSpPr>
          <p:nvPr/>
        </p:nvSpPr>
        <p:spPr>
          <a:xfrm>
            <a:off x="633580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4969">
            <a:extLst>
              <a:ext uri="{FF2B5EF4-FFF2-40B4-BE49-F238E27FC236}">
                <a16:creationId xmlns:a16="http://schemas.microsoft.com/office/drawing/2014/main" id="{9205EF46-E5C7-4D74-8FA4-0A85F35898F6}"/>
              </a:ext>
            </a:extLst>
          </p:cNvPr>
          <p:cNvSpPr>
            <a:spLocks/>
          </p:cNvSpPr>
          <p:nvPr/>
        </p:nvSpPr>
        <p:spPr>
          <a:xfrm>
            <a:off x="624486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4970">
            <a:extLst>
              <a:ext uri="{FF2B5EF4-FFF2-40B4-BE49-F238E27FC236}">
                <a16:creationId xmlns:a16="http://schemas.microsoft.com/office/drawing/2014/main" id="{245C5E51-DCD1-45C0-BE11-1190F1A86059}"/>
              </a:ext>
            </a:extLst>
          </p:cNvPr>
          <p:cNvSpPr>
            <a:spLocks/>
          </p:cNvSpPr>
          <p:nvPr/>
        </p:nvSpPr>
        <p:spPr>
          <a:xfrm>
            <a:off x="6266511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4971">
            <a:extLst>
              <a:ext uri="{FF2B5EF4-FFF2-40B4-BE49-F238E27FC236}">
                <a16:creationId xmlns:a16="http://schemas.microsoft.com/office/drawing/2014/main" id="{5E43A406-4A2C-4067-AFA4-04382F76A957}"/>
              </a:ext>
            </a:extLst>
          </p:cNvPr>
          <p:cNvSpPr>
            <a:spLocks/>
          </p:cNvSpPr>
          <p:nvPr/>
        </p:nvSpPr>
        <p:spPr>
          <a:xfrm>
            <a:off x="632493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4972">
            <a:extLst>
              <a:ext uri="{FF2B5EF4-FFF2-40B4-BE49-F238E27FC236}">
                <a16:creationId xmlns:a16="http://schemas.microsoft.com/office/drawing/2014/main" id="{182FDBB1-84A0-4556-B79D-0180F9404453}"/>
              </a:ext>
            </a:extLst>
          </p:cNvPr>
          <p:cNvSpPr>
            <a:spLocks/>
          </p:cNvSpPr>
          <p:nvPr/>
        </p:nvSpPr>
        <p:spPr>
          <a:xfrm>
            <a:off x="6313596" y="246347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4973">
            <a:extLst>
              <a:ext uri="{FF2B5EF4-FFF2-40B4-BE49-F238E27FC236}">
                <a16:creationId xmlns:a16="http://schemas.microsoft.com/office/drawing/2014/main" id="{7FDE3B73-F183-4CA3-A6A9-E15A469F86A3}"/>
              </a:ext>
            </a:extLst>
          </p:cNvPr>
          <p:cNvSpPr>
            <a:spLocks/>
          </p:cNvSpPr>
          <p:nvPr/>
        </p:nvSpPr>
        <p:spPr>
          <a:xfrm>
            <a:off x="627212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4974">
            <a:extLst>
              <a:ext uri="{FF2B5EF4-FFF2-40B4-BE49-F238E27FC236}">
                <a16:creationId xmlns:a16="http://schemas.microsoft.com/office/drawing/2014/main" id="{64B02CD8-8024-4019-AC96-CA773C8564B8}"/>
              </a:ext>
            </a:extLst>
          </p:cNvPr>
          <p:cNvSpPr>
            <a:spLocks/>
          </p:cNvSpPr>
          <p:nvPr/>
        </p:nvSpPr>
        <p:spPr>
          <a:xfrm>
            <a:off x="627861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4975">
            <a:extLst>
              <a:ext uri="{FF2B5EF4-FFF2-40B4-BE49-F238E27FC236}">
                <a16:creationId xmlns:a16="http://schemas.microsoft.com/office/drawing/2014/main" id="{257EFBF3-D2B6-4DE9-A10A-84E6B5DCC533}"/>
              </a:ext>
            </a:extLst>
          </p:cNvPr>
          <p:cNvSpPr>
            <a:spLocks/>
          </p:cNvSpPr>
          <p:nvPr/>
        </p:nvSpPr>
        <p:spPr>
          <a:xfrm>
            <a:off x="629512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4976">
            <a:extLst>
              <a:ext uri="{FF2B5EF4-FFF2-40B4-BE49-F238E27FC236}">
                <a16:creationId xmlns:a16="http://schemas.microsoft.com/office/drawing/2014/main" id="{95A03585-3D23-4F37-A283-826751D6F295}"/>
              </a:ext>
            </a:extLst>
          </p:cNvPr>
          <p:cNvSpPr>
            <a:spLocks/>
          </p:cNvSpPr>
          <p:nvPr/>
        </p:nvSpPr>
        <p:spPr>
          <a:xfrm>
            <a:off x="630315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4977">
            <a:extLst>
              <a:ext uri="{FF2B5EF4-FFF2-40B4-BE49-F238E27FC236}">
                <a16:creationId xmlns:a16="http://schemas.microsoft.com/office/drawing/2014/main" id="{2CB72E3A-FEE9-4F28-84AF-15C15C7CEB62}"/>
              </a:ext>
            </a:extLst>
          </p:cNvPr>
          <p:cNvSpPr>
            <a:spLocks/>
          </p:cNvSpPr>
          <p:nvPr/>
        </p:nvSpPr>
        <p:spPr>
          <a:xfrm>
            <a:off x="6267197" y="22372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4978">
            <a:extLst>
              <a:ext uri="{FF2B5EF4-FFF2-40B4-BE49-F238E27FC236}">
                <a16:creationId xmlns:a16="http://schemas.microsoft.com/office/drawing/2014/main" id="{0AFAB5D5-8026-40D1-A309-B848F856172C}"/>
              </a:ext>
            </a:extLst>
          </p:cNvPr>
          <p:cNvSpPr>
            <a:spLocks/>
          </p:cNvSpPr>
          <p:nvPr/>
        </p:nvSpPr>
        <p:spPr>
          <a:xfrm>
            <a:off x="6264943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4979">
            <a:extLst>
              <a:ext uri="{FF2B5EF4-FFF2-40B4-BE49-F238E27FC236}">
                <a16:creationId xmlns:a16="http://schemas.microsoft.com/office/drawing/2014/main" id="{3480D43F-3706-4ADB-9004-2E77C6DCFE4E}"/>
              </a:ext>
            </a:extLst>
          </p:cNvPr>
          <p:cNvSpPr>
            <a:spLocks/>
          </p:cNvSpPr>
          <p:nvPr/>
        </p:nvSpPr>
        <p:spPr>
          <a:xfrm>
            <a:off x="6292642" y="2593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4980">
            <a:extLst>
              <a:ext uri="{FF2B5EF4-FFF2-40B4-BE49-F238E27FC236}">
                <a16:creationId xmlns:a16="http://schemas.microsoft.com/office/drawing/2014/main" id="{8B36F875-7F2B-4BF5-80D7-FCDDA38F7686}"/>
              </a:ext>
            </a:extLst>
          </p:cNvPr>
          <p:cNvSpPr>
            <a:spLocks/>
          </p:cNvSpPr>
          <p:nvPr/>
        </p:nvSpPr>
        <p:spPr>
          <a:xfrm>
            <a:off x="629736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4981">
            <a:extLst>
              <a:ext uri="{FF2B5EF4-FFF2-40B4-BE49-F238E27FC236}">
                <a16:creationId xmlns:a16="http://schemas.microsoft.com/office/drawing/2014/main" id="{2F91FA98-C0AA-41A9-AB3C-267296BEA6CF}"/>
              </a:ext>
            </a:extLst>
          </p:cNvPr>
          <p:cNvSpPr>
            <a:spLocks/>
          </p:cNvSpPr>
          <p:nvPr/>
        </p:nvSpPr>
        <p:spPr>
          <a:xfrm>
            <a:off x="624121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4982">
            <a:extLst>
              <a:ext uri="{FF2B5EF4-FFF2-40B4-BE49-F238E27FC236}">
                <a16:creationId xmlns:a16="http://schemas.microsoft.com/office/drawing/2014/main" id="{1DFD779E-CBCF-48E6-AB05-5F0251BC4A4D}"/>
              </a:ext>
            </a:extLst>
          </p:cNvPr>
          <p:cNvSpPr>
            <a:spLocks/>
          </p:cNvSpPr>
          <p:nvPr/>
        </p:nvSpPr>
        <p:spPr>
          <a:xfrm>
            <a:off x="624465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4983">
            <a:extLst>
              <a:ext uri="{FF2B5EF4-FFF2-40B4-BE49-F238E27FC236}">
                <a16:creationId xmlns:a16="http://schemas.microsoft.com/office/drawing/2014/main" id="{5565C8C5-3576-4E83-8E33-E731E1CCDAF6}"/>
              </a:ext>
            </a:extLst>
          </p:cNvPr>
          <p:cNvSpPr>
            <a:spLocks/>
          </p:cNvSpPr>
          <p:nvPr/>
        </p:nvSpPr>
        <p:spPr>
          <a:xfrm>
            <a:off x="626672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4984">
            <a:extLst>
              <a:ext uri="{FF2B5EF4-FFF2-40B4-BE49-F238E27FC236}">
                <a16:creationId xmlns:a16="http://schemas.microsoft.com/office/drawing/2014/main" id="{E43BA96E-3A43-4D1F-8BB9-D1B32185EB1A}"/>
              </a:ext>
            </a:extLst>
          </p:cNvPr>
          <p:cNvSpPr>
            <a:spLocks/>
          </p:cNvSpPr>
          <p:nvPr/>
        </p:nvSpPr>
        <p:spPr>
          <a:xfrm>
            <a:off x="6236537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4985">
            <a:extLst>
              <a:ext uri="{FF2B5EF4-FFF2-40B4-BE49-F238E27FC236}">
                <a16:creationId xmlns:a16="http://schemas.microsoft.com/office/drawing/2014/main" id="{127F2D30-4316-467A-AAFD-05373DF6CFFB}"/>
              </a:ext>
            </a:extLst>
          </p:cNvPr>
          <p:cNvSpPr>
            <a:spLocks/>
          </p:cNvSpPr>
          <p:nvPr/>
        </p:nvSpPr>
        <p:spPr>
          <a:xfrm>
            <a:off x="632109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4986">
            <a:extLst>
              <a:ext uri="{FF2B5EF4-FFF2-40B4-BE49-F238E27FC236}">
                <a16:creationId xmlns:a16="http://schemas.microsoft.com/office/drawing/2014/main" id="{3ADC46CA-D875-4D66-BB0E-EA3FABB2D26C}"/>
              </a:ext>
            </a:extLst>
          </p:cNvPr>
          <p:cNvSpPr>
            <a:spLocks/>
          </p:cNvSpPr>
          <p:nvPr/>
        </p:nvSpPr>
        <p:spPr>
          <a:xfrm>
            <a:off x="630987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4987">
            <a:extLst>
              <a:ext uri="{FF2B5EF4-FFF2-40B4-BE49-F238E27FC236}">
                <a16:creationId xmlns:a16="http://schemas.microsoft.com/office/drawing/2014/main" id="{DE4C0895-3905-49AE-8719-DEB79A1E28E6}"/>
              </a:ext>
            </a:extLst>
          </p:cNvPr>
          <p:cNvSpPr>
            <a:spLocks/>
          </p:cNvSpPr>
          <p:nvPr/>
        </p:nvSpPr>
        <p:spPr>
          <a:xfrm>
            <a:off x="6261829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4988">
            <a:extLst>
              <a:ext uri="{FF2B5EF4-FFF2-40B4-BE49-F238E27FC236}">
                <a16:creationId xmlns:a16="http://schemas.microsoft.com/office/drawing/2014/main" id="{29ED8FC8-88FF-4D70-A606-096E8D41E7E6}"/>
              </a:ext>
            </a:extLst>
          </p:cNvPr>
          <p:cNvSpPr>
            <a:spLocks/>
          </p:cNvSpPr>
          <p:nvPr/>
        </p:nvSpPr>
        <p:spPr>
          <a:xfrm>
            <a:off x="63263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4989">
            <a:extLst>
              <a:ext uri="{FF2B5EF4-FFF2-40B4-BE49-F238E27FC236}">
                <a16:creationId xmlns:a16="http://schemas.microsoft.com/office/drawing/2014/main" id="{67CE183B-1ADB-4B64-9B5C-30EF961A0DDE}"/>
              </a:ext>
            </a:extLst>
          </p:cNvPr>
          <p:cNvSpPr>
            <a:spLocks/>
          </p:cNvSpPr>
          <p:nvPr/>
        </p:nvSpPr>
        <p:spPr>
          <a:xfrm>
            <a:off x="623733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4990">
            <a:extLst>
              <a:ext uri="{FF2B5EF4-FFF2-40B4-BE49-F238E27FC236}">
                <a16:creationId xmlns:a16="http://schemas.microsoft.com/office/drawing/2014/main" id="{245754D3-ABA2-4B81-803F-3A0BDAA92B56}"/>
              </a:ext>
            </a:extLst>
          </p:cNvPr>
          <p:cNvSpPr>
            <a:spLocks/>
          </p:cNvSpPr>
          <p:nvPr/>
        </p:nvSpPr>
        <p:spPr>
          <a:xfrm>
            <a:off x="6280406" y="230985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4991">
            <a:extLst>
              <a:ext uri="{FF2B5EF4-FFF2-40B4-BE49-F238E27FC236}">
                <a16:creationId xmlns:a16="http://schemas.microsoft.com/office/drawing/2014/main" id="{6FAB346D-6860-4317-A16A-75C39643B75D}"/>
              </a:ext>
            </a:extLst>
          </p:cNvPr>
          <p:cNvSpPr>
            <a:spLocks/>
          </p:cNvSpPr>
          <p:nvPr/>
        </p:nvSpPr>
        <p:spPr>
          <a:xfrm>
            <a:off x="626164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4992">
            <a:extLst>
              <a:ext uri="{FF2B5EF4-FFF2-40B4-BE49-F238E27FC236}">
                <a16:creationId xmlns:a16="http://schemas.microsoft.com/office/drawing/2014/main" id="{FF3C86A8-4169-4416-A02D-3574E1B79A98}"/>
              </a:ext>
            </a:extLst>
          </p:cNvPr>
          <p:cNvSpPr>
            <a:spLocks/>
          </p:cNvSpPr>
          <p:nvPr/>
        </p:nvSpPr>
        <p:spPr>
          <a:xfrm>
            <a:off x="628085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4993">
            <a:extLst>
              <a:ext uri="{FF2B5EF4-FFF2-40B4-BE49-F238E27FC236}">
                <a16:creationId xmlns:a16="http://schemas.microsoft.com/office/drawing/2014/main" id="{DB680528-B6F6-48E0-B596-4D8CBC88E637}"/>
              </a:ext>
            </a:extLst>
          </p:cNvPr>
          <p:cNvSpPr>
            <a:spLocks/>
          </p:cNvSpPr>
          <p:nvPr/>
        </p:nvSpPr>
        <p:spPr>
          <a:xfrm>
            <a:off x="627091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4994">
            <a:extLst>
              <a:ext uri="{FF2B5EF4-FFF2-40B4-BE49-F238E27FC236}">
                <a16:creationId xmlns:a16="http://schemas.microsoft.com/office/drawing/2014/main" id="{0FD83AC0-34DA-4F58-A9C2-A000875ACA83}"/>
              </a:ext>
            </a:extLst>
          </p:cNvPr>
          <p:cNvSpPr>
            <a:spLocks/>
          </p:cNvSpPr>
          <p:nvPr/>
        </p:nvSpPr>
        <p:spPr>
          <a:xfrm>
            <a:off x="628453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4995">
            <a:extLst>
              <a:ext uri="{FF2B5EF4-FFF2-40B4-BE49-F238E27FC236}">
                <a16:creationId xmlns:a16="http://schemas.microsoft.com/office/drawing/2014/main" id="{491611AC-1F00-4936-908F-CBFB5D2EA2A9}"/>
              </a:ext>
            </a:extLst>
          </p:cNvPr>
          <p:cNvSpPr>
            <a:spLocks/>
          </p:cNvSpPr>
          <p:nvPr/>
        </p:nvSpPr>
        <p:spPr>
          <a:xfrm>
            <a:off x="6287139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4996">
            <a:extLst>
              <a:ext uri="{FF2B5EF4-FFF2-40B4-BE49-F238E27FC236}">
                <a16:creationId xmlns:a16="http://schemas.microsoft.com/office/drawing/2014/main" id="{AF4AF498-B923-465A-9D79-6A3AE2536CB7}"/>
              </a:ext>
            </a:extLst>
          </p:cNvPr>
          <p:cNvSpPr>
            <a:spLocks/>
          </p:cNvSpPr>
          <p:nvPr/>
        </p:nvSpPr>
        <p:spPr>
          <a:xfrm>
            <a:off x="627868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4997">
            <a:extLst>
              <a:ext uri="{FF2B5EF4-FFF2-40B4-BE49-F238E27FC236}">
                <a16:creationId xmlns:a16="http://schemas.microsoft.com/office/drawing/2014/main" id="{B2B29552-D472-46CB-8671-F720DD7F89FD}"/>
              </a:ext>
            </a:extLst>
          </p:cNvPr>
          <p:cNvSpPr>
            <a:spLocks/>
          </p:cNvSpPr>
          <p:nvPr/>
        </p:nvSpPr>
        <p:spPr>
          <a:xfrm>
            <a:off x="626208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4998">
            <a:extLst>
              <a:ext uri="{FF2B5EF4-FFF2-40B4-BE49-F238E27FC236}">
                <a16:creationId xmlns:a16="http://schemas.microsoft.com/office/drawing/2014/main" id="{5CEFACFE-7A62-4DF9-97B0-A8D6311BE1E0}"/>
              </a:ext>
            </a:extLst>
          </p:cNvPr>
          <p:cNvSpPr>
            <a:spLocks/>
          </p:cNvSpPr>
          <p:nvPr/>
        </p:nvSpPr>
        <p:spPr>
          <a:xfrm>
            <a:off x="6337313" y="28245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4999">
            <a:extLst>
              <a:ext uri="{FF2B5EF4-FFF2-40B4-BE49-F238E27FC236}">
                <a16:creationId xmlns:a16="http://schemas.microsoft.com/office/drawing/2014/main" id="{2D03B116-9921-45F7-BC7B-F8B65A0A0B67}"/>
              </a:ext>
            </a:extLst>
          </p:cNvPr>
          <p:cNvSpPr>
            <a:spLocks/>
          </p:cNvSpPr>
          <p:nvPr/>
        </p:nvSpPr>
        <p:spPr>
          <a:xfrm>
            <a:off x="631175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5000">
            <a:extLst>
              <a:ext uri="{FF2B5EF4-FFF2-40B4-BE49-F238E27FC236}">
                <a16:creationId xmlns:a16="http://schemas.microsoft.com/office/drawing/2014/main" id="{185FA056-5939-413C-B3A8-87A8738FBC1B}"/>
              </a:ext>
            </a:extLst>
          </p:cNvPr>
          <p:cNvSpPr>
            <a:spLocks/>
          </p:cNvSpPr>
          <p:nvPr/>
        </p:nvSpPr>
        <p:spPr>
          <a:xfrm>
            <a:off x="62377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5001">
            <a:extLst>
              <a:ext uri="{FF2B5EF4-FFF2-40B4-BE49-F238E27FC236}">
                <a16:creationId xmlns:a16="http://schemas.microsoft.com/office/drawing/2014/main" id="{5F229930-4272-438C-80CE-AD47DEE01DE3}"/>
              </a:ext>
            </a:extLst>
          </p:cNvPr>
          <p:cNvSpPr>
            <a:spLocks/>
          </p:cNvSpPr>
          <p:nvPr/>
        </p:nvSpPr>
        <p:spPr>
          <a:xfrm>
            <a:off x="626489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5002">
            <a:extLst>
              <a:ext uri="{FF2B5EF4-FFF2-40B4-BE49-F238E27FC236}">
                <a16:creationId xmlns:a16="http://schemas.microsoft.com/office/drawing/2014/main" id="{DB5B0097-7DE2-4C31-9CE3-59245B83435A}"/>
              </a:ext>
            </a:extLst>
          </p:cNvPr>
          <p:cNvSpPr>
            <a:spLocks/>
          </p:cNvSpPr>
          <p:nvPr/>
        </p:nvSpPr>
        <p:spPr>
          <a:xfrm>
            <a:off x="6292263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5003">
            <a:extLst>
              <a:ext uri="{FF2B5EF4-FFF2-40B4-BE49-F238E27FC236}">
                <a16:creationId xmlns:a16="http://schemas.microsoft.com/office/drawing/2014/main" id="{62ACEDF6-6F0F-402C-8C20-159D3A3A1E17}"/>
              </a:ext>
            </a:extLst>
          </p:cNvPr>
          <p:cNvSpPr>
            <a:spLocks/>
          </p:cNvSpPr>
          <p:nvPr/>
        </p:nvSpPr>
        <p:spPr>
          <a:xfrm>
            <a:off x="625406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5004">
            <a:extLst>
              <a:ext uri="{FF2B5EF4-FFF2-40B4-BE49-F238E27FC236}">
                <a16:creationId xmlns:a16="http://schemas.microsoft.com/office/drawing/2014/main" id="{D50718A1-62D3-47AC-9050-AD3B37EBE5E4}"/>
              </a:ext>
            </a:extLst>
          </p:cNvPr>
          <p:cNvSpPr>
            <a:spLocks/>
          </p:cNvSpPr>
          <p:nvPr/>
        </p:nvSpPr>
        <p:spPr>
          <a:xfrm>
            <a:off x="6327656" y="19535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5005">
            <a:extLst>
              <a:ext uri="{FF2B5EF4-FFF2-40B4-BE49-F238E27FC236}">
                <a16:creationId xmlns:a16="http://schemas.microsoft.com/office/drawing/2014/main" id="{2432A9D7-B50E-44FD-8AC6-55518355147C}"/>
              </a:ext>
            </a:extLst>
          </p:cNvPr>
          <p:cNvSpPr>
            <a:spLocks/>
          </p:cNvSpPr>
          <p:nvPr/>
        </p:nvSpPr>
        <p:spPr>
          <a:xfrm>
            <a:off x="6310133" y="22924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5006">
            <a:extLst>
              <a:ext uri="{FF2B5EF4-FFF2-40B4-BE49-F238E27FC236}">
                <a16:creationId xmlns:a16="http://schemas.microsoft.com/office/drawing/2014/main" id="{1A31D0C5-394A-4D50-A603-14884475B58D}"/>
              </a:ext>
            </a:extLst>
          </p:cNvPr>
          <p:cNvSpPr>
            <a:spLocks/>
          </p:cNvSpPr>
          <p:nvPr/>
        </p:nvSpPr>
        <p:spPr>
          <a:xfrm>
            <a:off x="631082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5007">
            <a:extLst>
              <a:ext uri="{FF2B5EF4-FFF2-40B4-BE49-F238E27FC236}">
                <a16:creationId xmlns:a16="http://schemas.microsoft.com/office/drawing/2014/main" id="{2391BAC2-537B-4FE8-A52E-AA77111AB821}"/>
              </a:ext>
            </a:extLst>
          </p:cNvPr>
          <p:cNvSpPr>
            <a:spLocks/>
          </p:cNvSpPr>
          <p:nvPr/>
        </p:nvSpPr>
        <p:spPr>
          <a:xfrm>
            <a:off x="632104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5008">
            <a:extLst>
              <a:ext uri="{FF2B5EF4-FFF2-40B4-BE49-F238E27FC236}">
                <a16:creationId xmlns:a16="http://schemas.microsoft.com/office/drawing/2014/main" id="{DA8F1BEB-5B84-4AC3-ADEA-CD6549A5EDC4}"/>
              </a:ext>
            </a:extLst>
          </p:cNvPr>
          <p:cNvSpPr>
            <a:spLocks/>
          </p:cNvSpPr>
          <p:nvPr/>
        </p:nvSpPr>
        <p:spPr>
          <a:xfrm>
            <a:off x="626622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5009">
            <a:extLst>
              <a:ext uri="{FF2B5EF4-FFF2-40B4-BE49-F238E27FC236}">
                <a16:creationId xmlns:a16="http://schemas.microsoft.com/office/drawing/2014/main" id="{C9AFA1A4-529D-492A-9723-39A27D5638A6}"/>
              </a:ext>
            </a:extLst>
          </p:cNvPr>
          <p:cNvSpPr>
            <a:spLocks/>
          </p:cNvSpPr>
          <p:nvPr/>
        </p:nvSpPr>
        <p:spPr>
          <a:xfrm>
            <a:off x="6276532" y="24752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5010">
            <a:extLst>
              <a:ext uri="{FF2B5EF4-FFF2-40B4-BE49-F238E27FC236}">
                <a16:creationId xmlns:a16="http://schemas.microsoft.com/office/drawing/2014/main" id="{BBFE3200-11D7-4A9D-B40F-D845C461E8CC}"/>
              </a:ext>
            </a:extLst>
          </p:cNvPr>
          <p:cNvSpPr>
            <a:spLocks/>
          </p:cNvSpPr>
          <p:nvPr/>
        </p:nvSpPr>
        <p:spPr>
          <a:xfrm>
            <a:off x="624529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5011">
            <a:extLst>
              <a:ext uri="{FF2B5EF4-FFF2-40B4-BE49-F238E27FC236}">
                <a16:creationId xmlns:a16="http://schemas.microsoft.com/office/drawing/2014/main" id="{38798D87-894A-4AF0-9457-18BE717CD257}"/>
              </a:ext>
            </a:extLst>
          </p:cNvPr>
          <p:cNvSpPr>
            <a:spLocks/>
          </p:cNvSpPr>
          <p:nvPr/>
        </p:nvSpPr>
        <p:spPr>
          <a:xfrm>
            <a:off x="6251394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5012">
            <a:extLst>
              <a:ext uri="{FF2B5EF4-FFF2-40B4-BE49-F238E27FC236}">
                <a16:creationId xmlns:a16="http://schemas.microsoft.com/office/drawing/2014/main" id="{022F7749-66D8-4006-9EB1-0674AD3C5D52}"/>
              </a:ext>
            </a:extLst>
          </p:cNvPr>
          <p:cNvSpPr>
            <a:spLocks/>
          </p:cNvSpPr>
          <p:nvPr/>
        </p:nvSpPr>
        <p:spPr>
          <a:xfrm>
            <a:off x="6282172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5013">
            <a:extLst>
              <a:ext uri="{FF2B5EF4-FFF2-40B4-BE49-F238E27FC236}">
                <a16:creationId xmlns:a16="http://schemas.microsoft.com/office/drawing/2014/main" id="{6BB50454-B979-47E8-B9FB-C2BA451BC02C}"/>
              </a:ext>
            </a:extLst>
          </p:cNvPr>
          <p:cNvSpPr>
            <a:spLocks/>
          </p:cNvSpPr>
          <p:nvPr/>
        </p:nvSpPr>
        <p:spPr>
          <a:xfrm>
            <a:off x="628734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5014">
            <a:extLst>
              <a:ext uri="{FF2B5EF4-FFF2-40B4-BE49-F238E27FC236}">
                <a16:creationId xmlns:a16="http://schemas.microsoft.com/office/drawing/2014/main" id="{43E6157A-B2D2-427C-9464-01300A1582FE}"/>
              </a:ext>
            </a:extLst>
          </p:cNvPr>
          <p:cNvSpPr>
            <a:spLocks/>
          </p:cNvSpPr>
          <p:nvPr/>
        </p:nvSpPr>
        <p:spPr>
          <a:xfrm>
            <a:off x="6303969" y="25414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5015">
            <a:extLst>
              <a:ext uri="{FF2B5EF4-FFF2-40B4-BE49-F238E27FC236}">
                <a16:creationId xmlns:a16="http://schemas.microsoft.com/office/drawing/2014/main" id="{912D9B57-16EE-4994-B3E3-E0A562758EB3}"/>
              </a:ext>
            </a:extLst>
          </p:cNvPr>
          <p:cNvSpPr>
            <a:spLocks/>
          </p:cNvSpPr>
          <p:nvPr/>
        </p:nvSpPr>
        <p:spPr>
          <a:xfrm>
            <a:off x="6301482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5016">
            <a:extLst>
              <a:ext uri="{FF2B5EF4-FFF2-40B4-BE49-F238E27FC236}">
                <a16:creationId xmlns:a16="http://schemas.microsoft.com/office/drawing/2014/main" id="{7CC0F0E0-1AF4-406A-BBF8-059CAD4D4FB2}"/>
              </a:ext>
            </a:extLst>
          </p:cNvPr>
          <p:cNvSpPr>
            <a:spLocks/>
          </p:cNvSpPr>
          <p:nvPr/>
        </p:nvSpPr>
        <p:spPr>
          <a:xfrm>
            <a:off x="6335977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5017">
            <a:extLst>
              <a:ext uri="{FF2B5EF4-FFF2-40B4-BE49-F238E27FC236}">
                <a16:creationId xmlns:a16="http://schemas.microsoft.com/office/drawing/2014/main" id="{24113BCE-28C6-40D1-AF9C-79F4FAB92142}"/>
              </a:ext>
            </a:extLst>
          </p:cNvPr>
          <p:cNvSpPr>
            <a:spLocks/>
          </p:cNvSpPr>
          <p:nvPr/>
        </p:nvSpPr>
        <p:spPr>
          <a:xfrm>
            <a:off x="6277200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5018">
            <a:extLst>
              <a:ext uri="{FF2B5EF4-FFF2-40B4-BE49-F238E27FC236}">
                <a16:creationId xmlns:a16="http://schemas.microsoft.com/office/drawing/2014/main" id="{4812A1B9-4F83-4AEE-A81E-E625571E15DE}"/>
              </a:ext>
            </a:extLst>
          </p:cNvPr>
          <p:cNvSpPr>
            <a:spLocks/>
          </p:cNvSpPr>
          <p:nvPr/>
        </p:nvSpPr>
        <p:spPr>
          <a:xfrm>
            <a:off x="6250314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5019">
            <a:extLst>
              <a:ext uri="{FF2B5EF4-FFF2-40B4-BE49-F238E27FC236}">
                <a16:creationId xmlns:a16="http://schemas.microsoft.com/office/drawing/2014/main" id="{E56EFB0D-68DA-418B-AEDF-81218DBF2834}"/>
              </a:ext>
            </a:extLst>
          </p:cNvPr>
          <p:cNvSpPr>
            <a:spLocks/>
          </p:cNvSpPr>
          <p:nvPr/>
        </p:nvSpPr>
        <p:spPr>
          <a:xfrm>
            <a:off x="626890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5020">
            <a:extLst>
              <a:ext uri="{FF2B5EF4-FFF2-40B4-BE49-F238E27FC236}">
                <a16:creationId xmlns:a16="http://schemas.microsoft.com/office/drawing/2014/main" id="{B34A476C-370A-4B8A-A7FF-8C7D64ECFE03}"/>
              </a:ext>
            </a:extLst>
          </p:cNvPr>
          <p:cNvSpPr>
            <a:spLocks/>
          </p:cNvSpPr>
          <p:nvPr/>
        </p:nvSpPr>
        <p:spPr>
          <a:xfrm>
            <a:off x="6264307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5021">
            <a:extLst>
              <a:ext uri="{FF2B5EF4-FFF2-40B4-BE49-F238E27FC236}">
                <a16:creationId xmlns:a16="http://schemas.microsoft.com/office/drawing/2014/main" id="{997011B3-6F10-4D13-89F2-72DBEA38D396}"/>
              </a:ext>
            </a:extLst>
          </p:cNvPr>
          <p:cNvSpPr>
            <a:spLocks/>
          </p:cNvSpPr>
          <p:nvPr/>
        </p:nvSpPr>
        <p:spPr>
          <a:xfrm>
            <a:off x="6253458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5022">
            <a:extLst>
              <a:ext uri="{FF2B5EF4-FFF2-40B4-BE49-F238E27FC236}">
                <a16:creationId xmlns:a16="http://schemas.microsoft.com/office/drawing/2014/main" id="{7EE4EB38-99A0-4A71-998F-CA9555429235}"/>
              </a:ext>
            </a:extLst>
          </p:cNvPr>
          <p:cNvSpPr>
            <a:spLocks/>
          </p:cNvSpPr>
          <p:nvPr/>
        </p:nvSpPr>
        <p:spPr>
          <a:xfrm>
            <a:off x="6285470" y="29963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5023">
            <a:extLst>
              <a:ext uri="{FF2B5EF4-FFF2-40B4-BE49-F238E27FC236}">
                <a16:creationId xmlns:a16="http://schemas.microsoft.com/office/drawing/2014/main" id="{7003D64A-206D-4B2F-B1CA-8E00CEF6CB03}"/>
              </a:ext>
            </a:extLst>
          </p:cNvPr>
          <p:cNvSpPr>
            <a:spLocks/>
          </p:cNvSpPr>
          <p:nvPr/>
        </p:nvSpPr>
        <p:spPr>
          <a:xfrm>
            <a:off x="628827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5024">
            <a:extLst>
              <a:ext uri="{FF2B5EF4-FFF2-40B4-BE49-F238E27FC236}">
                <a16:creationId xmlns:a16="http://schemas.microsoft.com/office/drawing/2014/main" id="{7516363B-189D-4640-A803-D6F9BB423248}"/>
              </a:ext>
            </a:extLst>
          </p:cNvPr>
          <p:cNvSpPr>
            <a:spLocks/>
          </p:cNvSpPr>
          <p:nvPr/>
        </p:nvSpPr>
        <p:spPr>
          <a:xfrm>
            <a:off x="6320790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5025">
            <a:extLst>
              <a:ext uri="{FF2B5EF4-FFF2-40B4-BE49-F238E27FC236}">
                <a16:creationId xmlns:a16="http://schemas.microsoft.com/office/drawing/2014/main" id="{6C5E4F0F-3725-45E5-BFE0-D84CFA4DD9AC}"/>
              </a:ext>
            </a:extLst>
          </p:cNvPr>
          <p:cNvSpPr>
            <a:spLocks/>
          </p:cNvSpPr>
          <p:nvPr/>
        </p:nvSpPr>
        <p:spPr>
          <a:xfrm>
            <a:off x="629008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5026">
            <a:extLst>
              <a:ext uri="{FF2B5EF4-FFF2-40B4-BE49-F238E27FC236}">
                <a16:creationId xmlns:a16="http://schemas.microsoft.com/office/drawing/2014/main" id="{BF455318-8A40-41D9-BB0B-58ED5617C00F}"/>
              </a:ext>
            </a:extLst>
          </p:cNvPr>
          <p:cNvSpPr>
            <a:spLocks/>
          </p:cNvSpPr>
          <p:nvPr/>
        </p:nvSpPr>
        <p:spPr>
          <a:xfrm>
            <a:off x="632739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5027">
            <a:extLst>
              <a:ext uri="{FF2B5EF4-FFF2-40B4-BE49-F238E27FC236}">
                <a16:creationId xmlns:a16="http://schemas.microsoft.com/office/drawing/2014/main" id="{660A2FDD-1C06-46C7-9AA7-3A4268374B0F}"/>
              </a:ext>
            </a:extLst>
          </p:cNvPr>
          <p:cNvSpPr>
            <a:spLocks/>
          </p:cNvSpPr>
          <p:nvPr/>
        </p:nvSpPr>
        <p:spPr>
          <a:xfrm>
            <a:off x="626062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5028">
            <a:extLst>
              <a:ext uri="{FF2B5EF4-FFF2-40B4-BE49-F238E27FC236}">
                <a16:creationId xmlns:a16="http://schemas.microsoft.com/office/drawing/2014/main" id="{BA49F521-06E2-46D6-8F48-C1E109688A9E}"/>
              </a:ext>
            </a:extLst>
          </p:cNvPr>
          <p:cNvSpPr>
            <a:spLocks/>
          </p:cNvSpPr>
          <p:nvPr/>
        </p:nvSpPr>
        <p:spPr>
          <a:xfrm>
            <a:off x="626789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5029">
            <a:extLst>
              <a:ext uri="{FF2B5EF4-FFF2-40B4-BE49-F238E27FC236}">
                <a16:creationId xmlns:a16="http://schemas.microsoft.com/office/drawing/2014/main" id="{3D98B24E-5ABE-4F6A-9868-86B6A29DCAE0}"/>
              </a:ext>
            </a:extLst>
          </p:cNvPr>
          <p:cNvSpPr>
            <a:spLocks/>
          </p:cNvSpPr>
          <p:nvPr/>
        </p:nvSpPr>
        <p:spPr>
          <a:xfrm>
            <a:off x="6324116" y="2073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5030">
            <a:extLst>
              <a:ext uri="{FF2B5EF4-FFF2-40B4-BE49-F238E27FC236}">
                <a16:creationId xmlns:a16="http://schemas.microsoft.com/office/drawing/2014/main" id="{07020F6B-C1C5-433A-A4EA-F35432BE1894}"/>
              </a:ext>
            </a:extLst>
          </p:cNvPr>
          <p:cNvSpPr>
            <a:spLocks/>
          </p:cNvSpPr>
          <p:nvPr/>
        </p:nvSpPr>
        <p:spPr>
          <a:xfrm>
            <a:off x="625938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5031">
            <a:extLst>
              <a:ext uri="{FF2B5EF4-FFF2-40B4-BE49-F238E27FC236}">
                <a16:creationId xmlns:a16="http://schemas.microsoft.com/office/drawing/2014/main" id="{9929E27A-635D-411A-BB44-F912AD2BA8A6}"/>
              </a:ext>
            </a:extLst>
          </p:cNvPr>
          <p:cNvSpPr>
            <a:spLocks/>
          </p:cNvSpPr>
          <p:nvPr/>
        </p:nvSpPr>
        <p:spPr>
          <a:xfrm>
            <a:off x="6271960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5032">
            <a:extLst>
              <a:ext uri="{FF2B5EF4-FFF2-40B4-BE49-F238E27FC236}">
                <a16:creationId xmlns:a16="http://schemas.microsoft.com/office/drawing/2014/main" id="{301694CF-8AA3-43DA-8158-568ED7E8F3E2}"/>
              </a:ext>
            </a:extLst>
          </p:cNvPr>
          <p:cNvSpPr>
            <a:spLocks/>
          </p:cNvSpPr>
          <p:nvPr/>
        </p:nvSpPr>
        <p:spPr>
          <a:xfrm>
            <a:off x="629031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5033">
            <a:extLst>
              <a:ext uri="{FF2B5EF4-FFF2-40B4-BE49-F238E27FC236}">
                <a16:creationId xmlns:a16="http://schemas.microsoft.com/office/drawing/2014/main" id="{2CA838B1-2C9A-47DA-9547-811617B83239}"/>
              </a:ext>
            </a:extLst>
          </p:cNvPr>
          <p:cNvSpPr>
            <a:spLocks/>
          </p:cNvSpPr>
          <p:nvPr/>
        </p:nvSpPr>
        <p:spPr>
          <a:xfrm>
            <a:off x="631088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5034">
            <a:extLst>
              <a:ext uri="{FF2B5EF4-FFF2-40B4-BE49-F238E27FC236}">
                <a16:creationId xmlns:a16="http://schemas.microsoft.com/office/drawing/2014/main" id="{84990C99-6AE2-40D6-8406-64AC898BA1AC}"/>
              </a:ext>
            </a:extLst>
          </p:cNvPr>
          <p:cNvSpPr>
            <a:spLocks/>
          </p:cNvSpPr>
          <p:nvPr/>
        </p:nvSpPr>
        <p:spPr>
          <a:xfrm>
            <a:off x="629162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5035">
            <a:extLst>
              <a:ext uri="{FF2B5EF4-FFF2-40B4-BE49-F238E27FC236}">
                <a16:creationId xmlns:a16="http://schemas.microsoft.com/office/drawing/2014/main" id="{80226FC8-696C-4B5C-BEE0-BFDFD5D037BB}"/>
              </a:ext>
            </a:extLst>
          </p:cNvPr>
          <p:cNvSpPr>
            <a:spLocks/>
          </p:cNvSpPr>
          <p:nvPr/>
        </p:nvSpPr>
        <p:spPr>
          <a:xfrm>
            <a:off x="67517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5036">
            <a:extLst>
              <a:ext uri="{FF2B5EF4-FFF2-40B4-BE49-F238E27FC236}">
                <a16:creationId xmlns:a16="http://schemas.microsoft.com/office/drawing/2014/main" id="{EE5ADCB9-7CBE-4517-AAAE-6C657BFD9708}"/>
              </a:ext>
            </a:extLst>
          </p:cNvPr>
          <p:cNvSpPr>
            <a:spLocks/>
          </p:cNvSpPr>
          <p:nvPr/>
        </p:nvSpPr>
        <p:spPr>
          <a:xfrm>
            <a:off x="675925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5037">
            <a:extLst>
              <a:ext uri="{FF2B5EF4-FFF2-40B4-BE49-F238E27FC236}">
                <a16:creationId xmlns:a16="http://schemas.microsoft.com/office/drawing/2014/main" id="{1B88937A-0732-44F7-B08C-6F95632CAEE1}"/>
              </a:ext>
            </a:extLst>
          </p:cNvPr>
          <p:cNvSpPr>
            <a:spLocks/>
          </p:cNvSpPr>
          <p:nvPr/>
        </p:nvSpPr>
        <p:spPr>
          <a:xfrm>
            <a:off x="6737555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5038">
            <a:extLst>
              <a:ext uri="{FF2B5EF4-FFF2-40B4-BE49-F238E27FC236}">
                <a16:creationId xmlns:a16="http://schemas.microsoft.com/office/drawing/2014/main" id="{780EC6FE-EF61-4807-B568-D8BB7EB5E94B}"/>
              </a:ext>
            </a:extLst>
          </p:cNvPr>
          <p:cNvSpPr>
            <a:spLocks/>
          </p:cNvSpPr>
          <p:nvPr/>
        </p:nvSpPr>
        <p:spPr>
          <a:xfrm>
            <a:off x="673637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5039">
            <a:extLst>
              <a:ext uri="{FF2B5EF4-FFF2-40B4-BE49-F238E27FC236}">
                <a16:creationId xmlns:a16="http://schemas.microsoft.com/office/drawing/2014/main" id="{64B7D781-AB36-4179-9BD0-859D3EF55F9A}"/>
              </a:ext>
            </a:extLst>
          </p:cNvPr>
          <p:cNvSpPr>
            <a:spLocks/>
          </p:cNvSpPr>
          <p:nvPr/>
        </p:nvSpPr>
        <p:spPr>
          <a:xfrm>
            <a:off x="6736928" y="26755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5040">
            <a:extLst>
              <a:ext uri="{FF2B5EF4-FFF2-40B4-BE49-F238E27FC236}">
                <a16:creationId xmlns:a16="http://schemas.microsoft.com/office/drawing/2014/main" id="{8EEA635E-2A33-4FFB-9C91-D0E6BD9DA61E}"/>
              </a:ext>
            </a:extLst>
          </p:cNvPr>
          <p:cNvSpPr>
            <a:spLocks/>
          </p:cNvSpPr>
          <p:nvPr/>
        </p:nvSpPr>
        <p:spPr>
          <a:xfrm>
            <a:off x="677717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5041">
            <a:extLst>
              <a:ext uri="{FF2B5EF4-FFF2-40B4-BE49-F238E27FC236}">
                <a16:creationId xmlns:a16="http://schemas.microsoft.com/office/drawing/2014/main" id="{C20E619A-17FA-44CB-8A64-A0948B434114}"/>
              </a:ext>
            </a:extLst>
          </p:cNvPr>
          <p:cNvSpPr>
            <a:spLocks/>
          </p:cNvSpPr>
          <p:nvPr/>
        </p:nvSpPr>
        <p:spPr>
          <a:xfrm>
            <a:off x="67469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5042">
            <a:extLst>
              <a:ext uri="{FF2B5EF4-FFF2-40B4-BE49-F238E27FC236}">
                <a16:creationId xmlns:a16="http://schemas.microsoft.com/office/drawing/2014/main" id="{074593AE-A2DF-44A9-8228-2812F71CB124}"/>
              </a:ext>
            </a:extLst>
          </p:cNvPr>
          <p:cNvSpPr>
            <a:spLocks/>
          </p:cNvSpPr>
          <p:nvPr/>
        </p:nvSpPr>
        <p:spPr>
          <a:xfrm>
            <a:off x="6755934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5043">
            <a:extLst>
              <a:ext uri="{FF2B5EF4-FFF2-40B4-BE49-F238E27FC236}">
                <a16:creationId xmlns:a16="http://schemas.microsoft.com/office/drawing/2014/main" id="{66A4C6FB-F567-407A-856A-1D29CD4509BB}"/>
              </a:ext>
            </a:extLst>
          </p:cNvPr>
          <p:cNvSpPr>
            <a:spLocks/>
          </p:cNvSpPr>
          <p:nvPr/>
        </p:nvSpPr>
        <p:spPr>
          <a:xfrm>
            <a:off x="67040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5044">
            <a:extLst>
              <a:ext uri="{FF2B5EF4-FFF2-40B4-BE49-F238E27FC236}">
                <a16:creationId xmlns:a16="http://schemas.microsoft.com/office/drawing/2014/main" id="{452F1DF9-49D8-4124-9E4A-86FCE6A75A8C}"/>
              </a:ext>
            </a:extLst>
          </p:cNvPr>
          <p:cNvSpPr>
            <a:spLocks/>
          </p:cNvSpPr>
          <p:nvPr/>
        </p:nvSpPr>
        <p:spPr>
          <a:xfrm>
            <a:off x="6797222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5045">
            <a:extLst>
              <a:ext uri="{FF2B5EF4-FFF2-40B4-BE49-F238E27FC236}">
                <a16:creationId xmlns:a16="http://schemas.microsoft.com/office/drawing/2014/main" id="{8920A6A0-88E4-407D-8135-C7A65C7C7F31}"/>
              </a:ext>
            </a:extLst>
          </p:cNvPr>
          <p:cNvSpPr>
            <a:spLocks/>
          </p:cNvSpPr>
          <p:nvPr/>
        </p:nvSpPr>
        <p:spPr>
          <a:xfrm>
            <a:off x="6783896" y="20865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5046">
            <a:extLst>
              <a:ext uri="{FF2B5EF4-FFF2-40B4-BE49-F238E27FC236}">
                <a16:creationId xmlns:a16="http://schemas.microsoft.com/office/drawing/2014/main" id="{169F63FA-D609-4BC0-BE1A-2966BC3DF5D9}"/>
              </a:ext>
            </a:extLst>
          </p:cNvPr>
          <p:cNvSpPr>
            <a:spLocks/>
          </p:cNvSpPr>
          <p:nvPr/>
        </p:nvSpPr>
        <p:spPr>
          <a:xfrm>
            <a:off x="6715254" y="21168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5047">
            <a:extLst>
              <a:ext uri="{FF2B5EF4-FFF2-40B4-BE49-F238E27FC236}">
                <a16:creationId xmlns:a16="http://schemas.microsoft.com/office/drawing/2014/main" id="{83CC2222-196F-4A10-9DA5-455CD39B7CA1}"/>
              </a:ext>
            </a:extLst>
          </p:cNvPr>
          <p:cNvSpPr>
            <a:spLocks/>
          </p:cNvSpPr>
          <p:nvPr/>
        </p:nvSpPr>
        <p:spPr>
          <a:xfrm>
            <a:off x="6739110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5048">
            <a:extLst>
              <a:ext uri="{FF2B5EF4-FFF2-40B4-BE49-F238E27FC236}">
                <a16:creationId xmlns:a16="http://schemas.microsoft.com/office/drawing/2014/main" id="{3AF0201E-1376-4316-AF2D-D9CB29151F2E}"/>
              </a:ext>
            </a:extLst>
          </p:cNvPr>
          <p:cNvSpPr>
            <a:spLocks/>
          </p:cNvSpPr>
          <p:nvPr/>
        </p:nvSpPr>
        <p:spPr>
          <a:xfrm>
            <a:off x="68007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5049">
            <a:extLst>
              <a:ext uri="{FF2B5EF4-FFF2-40B4-BE49-F238E27FC236}">
                <a16:creationId xmlns:a16="http://schemas.microsoft.com/office/drawing/2014/main" id="{170E0CAB-3947-432B-AA5F-1A040840C476}"/>
              </a:ext>
            </a:extLst>
          </p:cNvPr>
          <p:cNvSpPr>
            <a:spLocks/>
          </p:cNvSpPr>
          <p:nvPr/>
        </p:nvSpPr>
        <p:spPr>
          <a:xfrm>
            <a:off x="6701033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5050">
            <a:extLst>
              <a:ext uri="{FF2B5EF4-FFF2-40B4-BE49-F238E27FC236}">
                <a16:creationId xmlns:a16="http://schemas.microsoft.com/office/drawing/2014/main" id="{F1C51846-9CFA-48FE-9E38-A816348D8E8F}"/>
              </a:ext>
            </a:extLst>
          </p:cNvPr>
          <p:cNvSpPr>
            <a:spLocks/>
          </p:cNvSpPr>
          <p:nvPr/>
        </p:nvSpPr>
        <p:spPr>
          <a:xfrm>
            <a:off x="6750875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5051">
            <a:extLst>
              <a:ext uri="{FF2B5EF4-FFF2-40B4-BE49-F238E27FC236}">
                <a16:creationId xmlns:a16="http://schemas.microsoft.com/office/drawing/2014/main" id="{AF364649-77D5-4853-ACCB-7F1849958991}"/>
              </a:ext>
            </a:extLst>
          </p:cNvPr>
          <p:cNvSpPr>
            <a:spLocks/>
          </p:cNvSpPr>
          <p:nvPr/>
        </p:nvSpPr>
        <p:spPr>
          <a:xfrm>
            <a:off x="67560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5052">
            <a:extLst>
              <a:ext uri="{FF2B5EF4-FFF2-40B4-BE49-F238E27FC236}">
                <a16:creationId xmlns:a16="http://schemas.microsoft.com/office/drawing/2014/main" id="{68BEB52A-16F6-45F6-AAC6-B72A32C9A828}"/>
              </a:ext>
            </a:extLst>
          </p:cNvPr>
          <p:cNvSpPr>
            <a:spLocks/>
          </p:cNvSpPr>
          <p:nvPr/>
        </p:nvSpPr>
        <p:spPr>
          <a:xfrm>
            <a:off x="6749499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5053">
            <a:extLst>
              <a:ext uri="{FF2B5EF4-FFF2-40B4-BE49-F238E27FC236}">
                <a16:creationId xmlns:a16="http://schemas.microsoft.com/office/drawing/2014/main" id="{7396C9CB-44DE-49E3-BB87-15AC7BD20207}"/>
              </a:ext>
            </a:extLst>
          </p:cNvPr>
          <p:cNvSpPr>
            <a:spLocks/>
          </p:cNvSpPr>
          <p:nvPr/>
        </p:nvSpPr>
        <p:spPr>
          <a:xfrm>
            <a:off x="6801384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5054">
            <a:extLst>
              <a:ext uri="{FF2B5EF4-FFF2-40B4-BE49-F238E27FC236}">
                <a16:creationId xmlns:a16="http://schemas.microsoft.com/office/drawing/2014/main" id="{92B3D5E1-D12F-474B-A817-4DEB9DC4CE2C}"/>
              </a:ext>
            </a:extLst>
          </p:cNvPr>
          <p:cNvSpPr>
            <a:spLocks/>
          </p:cNvSpPr>
          <p:nvPr/>
        </p:nvSpPr>
        <p:spPr>
          <a:xfrm>
            <a:off x="6786782" y="20410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5055">
            <a:extLst>
              <a:ext uri="{FF2B5EF4-FFF2-40B4-BE49-F238E27FC236}">
                <a16:creationId xmlns:a16="http://schemas.microsoft.com/office/drawing/2014/main" id="{55B54587-2ECC-4490-A22A-66B6C317CD6C}"/>
              </a:ext>
            </a:extLst>
          </p:cNvPr>
          <p:cNvSpPr>
            <a:spLocks/>
          </p:cNvSpPr>
          <p:nvPr/>
        </p:nvSpPr>
        <p:spPr>
          <a:xfrm>
            <a:off x="6708581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5056">
            <a:extLst>
              <a:ext uri="{FF2B5EF4-FFF2-40B4-BE49-F238E27FC236}">
                <a16:creationId xmlns:a16="http://schemas.microsoft.com/office/drawing/2014/main" id="{8A026674-CAAB-43DF-B617-25D42D4E5669}"/>
              </a:ext>
            </a:extLst>
          </p:cNvPr>
          <p:cNvSpPr>
            <a:spLocks/>
          </p:cNvSpPr>
          <p:nvPr/>
        </p:nvSpPr>
        <p:spPr>
          <a:xfrm>
            <a:off x="672016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5057">
            <a:extLst>
              <a:ext uri="{FF2B5EF4-FFF2-40B4-BE49-F238E27FC236}">
                <a16:creationId xmlns:a16="http://schemas.microsoft.com/office/drawing/2014/main" id="{0089DDB3-410F-4369-B579-922DE933D964}"/>
              </a:ext>
            </a:extLst>
          </p:cNvPr>
          <p:cNvSpPr>
            <a:spLocks/>
          </p:cNvSpPr>
          <p:nvPr/>
        </p:nvSpPr>
        <p:spPr>
          <a:xfrm>
            <a:off x="6731901" y="21775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5058">
            <a:extLst>
              <a:ext uri="{FF2B5EF4-FFF2-40B4-BE49-F238E27FC236}">
                <a16:creationId xmlns:a16="http://schemas.microsoft.com/office/drawing/2014/main" id="{C4AC9828-49C9-4637-8F1E-8A81586C68D4}"/>
              </a:ext>
            </a:extLst>
          </p:cNvPr>
          <p:cNvSpPr>
            <a:spLocks/>
          </p:cNvSpPr>
          <p:nvPr/>
        </p:nvSpPr>
        <p:spPr>
          <a:xfrm>
            <a:off x="6750828" y="24959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5059">
            <a:extLst>
              <a:ext uri="{FF2B5EF4-FFF2-40B4-BE49-F238E27FC236}">
                <a16:creationId xmlns:a16="http://schemas.microsoft.com/office/drawing/2014/main" id="{158406F9-322A-46B4-84C1-24FA59765B9F}"/>
              </a:ext>
            </a:extLst>
          </p:cNvPr>
          <p:cNvSpPr>
            <a:spLocks/>
          </p:cNvSpPr>
          <p:nvPr/>
        </p:nvSpPr>
        <p:spPr>
          <a:xfrm>
            <a:off x="67820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5060">
            <a:extLst>
              <a:ext uri="{FF2B5EF4-FFF2-40B4-BE49-F238E27FC236}">
                <a16:creationId xmlns:a16="http://schemas.microsoft.com/office/drawing/2014/main" id="{221372BF-5EB4-42E9-BD01-71C73DE4E3F6}"/>
              </a:ext>
            </a:extLst>
          </p:cNvPr>
          <p:cNvSpPr>
            <a:spLocks/>
          </p:cNvSpPr>
          <p:nvPr/>
        </p:nvSpPr>
        <p:spPr>
          <a:xfrm>
            <a:off x="67634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5061">
            <a:extLst>
              <a:ext uri="{FF2B5EF4-FFF2-40B4-BE49-F238E27FC236}">
                <a16:creationId xmlns:a16="http://schemas.microsoft.com/office/drawing/2014/main" id="{C38C8C45-FA99-45B0-8178-9345E4B2A5F7}"/>
              </a:ext>
            </a:extLst>
          </p:cNvPr>
          <p:cNvSpPr>
            <a:spLocks/>
          </p:cNvSpPr>
          <p:nvPr/>
        </p:nvSpPr>
        <p:spPr>
          <a:xfrm>
            <a:off x="6787870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5062">
            <a:extLst>
              <a:ext uri="{FF2B5EF4-FFF2-40B4-BE49-F238E27FC236}">
                <a16:creationId xmlns:a16="http://schemas.microsoft.com/office/drawing/2014/main" id="{448F7C4D-2E86-40F0-BD54-7D603B3449DD}"/>
              </a:ext>
            </a:extLst>
          </p:cNvPr>
          <p:cNvSpPr>
            <a:spLocks/>
          </p:cNvSpPr>
          <p:nvPr/>
        </p:nvSpPr>
        <p:spPr>
          <a:xfrm>
            <a:off x="672228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5063">
            <a:extLst>
              <a:ext uri="{FF2B5EF4-FFF2-40B4-BE49-F238E27FC236}">
                <a16:creationId xmlns:a16="http://schemas.microsoft.com/office/drawing/2014/main" id="{38BA3BE1-A43E-49D4-B3EE-3A8E6B9E0192}"/>
              </a:ext>
            </a:extLst>
          </p:cNvPr>
          <p:cNvSpPr>
            <a:spLocks/>
          </p:cNvSpPr>
          <p:nvPr/>
        </p:nvSpPr>
        <p:spPr>
          <a:xfrm>
            <a:off x="6757855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5064">
            <a:extLst>
              <a:ext uri="{FF2B5EF4-FFF2-40B4-BE49-F238E27FC236}">
                <a16:creationId xmlns:a16="http://schemas.microsoft.com/office/drawing/2014/main" id="{4F5E1148-53E9-42F6-AB09-EC0FFC57718D}"/>
              </a:ext>
            </a:extLst>
          </p:cNvPr>
          <p:cNvSpPr>
            <a:spLocks/>
          </p:cNvSpPr>
          <p:nvPr/>
        </p:nvSpPr>
        <p:spPr>
          <a:xfrm>
            <a:off x="6758434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5065">
            <a:extLst>
              <a:ext uri="{FF2B5EF4-FFF2-40B4-BE49-F238E27FC236}">
                <a16:creationId xmlns:a16="http://schemas.microsoft.com/office/drawing/2014/main" id="{29005D34-75D4-4280-8C48-74F989EE8A4D}"/>
              </a:ext>
            </a:extLst>
          </p:cNvPr>
          <p:cNvSpPr>
            <a:spLocks/>
          </p:cNvSpPr>
          <p:nvPr/>
        </p:nvSpPr>
        <p:spPr>
          <a:xfrm>
            <a:off x="670039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5066">
            <a:extLst>
              <a:ext uri="{FF2B5EF4-FFF2-40B4-BE49-F238E27FC236}">
                <a16:creationId xmlns:a16="http://schemas.microsoft.com/office/drawing/2014/main" id="{4E0B5E87-D97C-468F-9D82-6E31F192933E}"/>
              </a:ext>
            </a:extLst>
          </p:cNvPr>
          <p:cNvSpPr>
            <a:spLocks/>
          </p:cNvSpPr>
          <p:nvPr/>
        </p:nvSpPr>
        <p:spPr>
          <a:xfrm>
            <a:off x="6703503" y="33533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5067">
            <a:extLst>
              <a:ext uri="{FF2B5EF4-FFF2-40B4-BE49-F238E27FC236}">
                <a16:creationId xmlns:a16="http://schemas.microsoft.com/office/drawing/2014/main" id="{7D0A0640-8FED-4B99-AEDE-2CC2120B0241}"/>
              </a:ext>
            </a:extLst>
          </p:cNvPr>
          <p:cNvSpPr>
            <a:spLocks/>
          </p:cNvSpPr>
          <p:nvPr/>
        </p:nvSpPr>
        <p:spPr>
          <a:xfrm>
            <a:off x="673029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5068">
            <a:extLst>
              <a:ext uri="{FF2B5EF4-FFF2-40B4-BE49-F238E27FC236}">
                <a16:creationId xmlns:a16="http://schemas.microsoft.com/office/drawing/2014/main" id="{A2C29C6B-9720-47D9-878C-AC702071AD53}"/>
              </a:ext>
            </a:extLst>
          </p:cNvPr>
          <p:cNvSpPr>
            <a:spLocks/>
          </p:cNvSpPr>
          <p:nvPr/>
        </p:nvSpPr>
        <p:spPr>
          <a:xfrm>
            <a:off x="6718727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5069">
            <a:extLst>
              <a:ext uri="{FF2B5EF4-FFF2-40B4-BE49-F238E27FC236}">
                <a16:creationId xmlns:a16="http://schemas.microsoft.com/office/drawing/2014/main" id="{AC1A4FA3-3378-4D50-881D-E3035E0A60F9}"/>
              </a:ext>
            </a:extLst>
          </p:cNvPr>
          <p:cNvSpPr>
            <a:spLocks/>
          </p:cNvSpPr>
          <p:nvPr/>
        </p:nvSpPr>
        <p:spPr>
          <a:xfrm>
            <a:off x="674402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5070">
            <a:extLst>
              <a:ext uri="{FF2B5EF4-FFF2-40B4-BE49-F238E27FC236}">
                <a16:creationId xmlns:a16="http://schemas.microsoft.com/office/drawing/2014/main" id="{54859449-3B2E-426C-BB63-8E62CF6ED3FD}"/>
              </a:ext>
            </a:extLst>
          </p:cNvPr>
          <p:cNvSpPr>
            <a:spLocks/>
          </p:cNvSpPr>
          <p:nvPr/>
        </p:nvSpPr>
        <p:spPr>
          <a:xfrm>
            <a:off x="67301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5071">
            <a:extLst>
              <a:ext uri="{FF2B5EF4-FFF2-40B4-BE49-F238E27FC236}">
                <a16:creationId xmlns:a16="http://schemas.microsoft.com/office/drawing/2014/main" id="{949BC3A5-B23A-401C-A865-7731020E6398}"/>
              </a:ext>
            </a:extLst>
          </p:cNvPr>
          <p:cNvSpPr>
            <a:spLocks/>
          </p:cNvSpPr>
          <p:nvPr/>
        </p:nvSpPr>
        <p:spPr>
          <a:xfrm>
            <a:off x="677612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5072">
            <a:extLst>
              <a:ext uri="{FF2B5EF4-FFF2-40B4-BE49-F238E27FC236}">
                <a16:creationId xmlns:a16="http://schemas.microsoft.com/office/drawing/2014/main" id="{4EDA2C75-68F6-45FE-9431-F50043F35B2E}"/>
              </a:ext>
            </a:extLst>
          </p:cNvPr>
          <p:cNvSpPr>
            <a:spLocks/>
          </p:cNvSpPr>
          <p:nvPr/>
        </p:nvSpPr>
        <p:spPr>
          <a:xfrm>
            <a:off x="6773400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5073">
            <a:extLst>
              <a:ext uri="{FF2B5EF4-FFF2-40B4-BE49-F238E27FC236}">
                <a16:creationId xmlns:a16="http://schemas.microsoft.com/office/drawing/2014/main" id="{43223D8A-A862-47F2-8B47-747CFC9A77E1}"/>
              </a:ext>
            </a:extLst>
          </p:cNvPr>
          <p:cNvSpPr>
            <a:spLocks/>
          </p:cNvSpPr>
          <p:nvPr/>
        </p:nvSpPr>
        <p:spPr>
          <a:xfrm>
            <a:off x="669818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5074">
            <a:extLst>
              <a:ext uri="{FF2B5EF4-FFF2-40B4-BE49-F238E27FC236}">
                <a16:creationId xmlns:a16="http://schemas.microsoft.com/office/drawing/2014/main" id="{CB890B7A-0289-4DF3-ABE1-0827BF1423B2}"/>
              </a:ext>
            </a:extLst>
          </p:cNvPr>
          <p:cNvSpPr>
            <a:spLocks/>
          </p:cNvSpPr>
          <p:nvPr/>
        </p:nvSpPr>
        <p:spPr>
          <a:xfrm>
            <a:off x="6739540" y="29508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5075">
            <a:extLst>
              <a:ext uri="{FF2B5EF4-FFF2-40B4-BE49-F238E27FC236}">
                <a16:creationId xmlns:a16="http://schemas.microsoft.com/office/drawing/2014/main" id="{1A1CD47F-57AA-486B-918C-B657471FE877}"/>
              </a:ext>
            </a:extLst>
          </p:cNvPr>
          <p:cNvSpPr>
            <a:spLocks/>
          </p:cNvSpPr>
          <p:nvPr/>
        </p:nvSpPr>
        <p:spPr>
          <a:xfrm>
            <a:off x="675065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5076">
            <a:extLst>
              <a:ext uri="{FF2B5EF4-FFF2-40B4-BE49-F238E27FC236}">
                <a16:creationId xmlns:a16="http://schemas.microsoft.com/office/drawing/2014/main" id="{8881B60C-4F78-4537-BD0C-1A60A5CB1A54}"/>
              </a:ext>
            </a:extLst>
          </p:cNvPr>
          <p:cNvSpPr>
            <a:spLocks/>
          </p:cNvSpPr>
          <p:nvPr/>
        </p:nvSpPr>
        <p:spPr>
          <a:xfrm>
            <a:off x="6752834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5077">
            <a:extLst>
              <a:ext uri="{FF2B5EF4-FFF2-40B4-BE49-F238E27FC236}">
                <a16:creationId xmlns:a16="http://schemas.microsoft.com/office/drawing/2014/main" id="{A9908DF4-56AE-4E53-8F8D-5A614931E75F}"/>
              </a:ext>
            </a:extLst>
          </p:cNvPr>
          <p:cNvSpPr>
            <a:spLocks/>
          </p:cNvSpPr>
          <p:nvPr/>
        </p:nvSpPr>
        <p:spPr>
          <a:xfrm>
            <a:off x="674844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5078">
            <a:extLst>
              <a:ext uri="{FF2B5EF4-FFF2-40B4-BE49-F238E27FC236}">
                <a16:creationId xmlns:a16="http://schemas.microsoft.com/office/drawing/2014/main" id="{635C470A-EBE8-4D08-9692-3CFDC0362B4B}"/>
              </a:ext>
            </a:extLst>
          </p:cNvPr>
          <p:cNvSpPr>
            <a:spLocks/>
          </p:cNvSpPr>
          <p:nvPr/>
        </p:nvSpPr>
        <p:spPr>
          <a:xfrm>
            <a:off x="678189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5079">
            <a:extLst>
              <a:ext uri="{FF2B5EF4-FFF2-40B4-BE49-F238E27FC236}">
                <a16:creationId xmlns:a16="http://schemas.microsoft.com/office/drawing/2014/main" id="{21EE0877-7118-490A-8A90-F3C940136295}"/>
              </a:ext>
            </a:extLst>
          </p:cNvPr>
          <p:cNvSpPr>
            <a:spLocks/>
          </p:cNvSpPr>
          <p:nvPr/>
        </p:nvSpPr>
        <p:spPr>
          <a:xfrm>
            <a:off x="670744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5080">
            <a:extLst>
              <a:ext uri="{FF2B5EF4-FFF2-40B4-BE49-F238E27FC236}">
                <a16:creationId xmlns:a16="http://schemas.microsoft.com/office/drawing/2014/main" id="{7B747C2F-230A-4AF8-9503-A3B1883B66CD}"/>
              </a:ext>
            </a:extLst>
          </p:cNvPr>
          <p:cNvSpPr>
            <a:spLocks/>
          </p:cNvSpPr>
          <p:nvPr/>
        </p:nvSpPr>
        <p:spPr>
          <a:xfrm>
            <a:off x="670672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5081">
            <a:extLst>
              <a:ext uri="{FF2B5EF4-FFF2-40B4-BE49-F238E27FC236}">
                <a16:creationId xmlns:a16="http://schemas.microsoft.com/office/drawing/2014/main" id="{1115CBE0-5C18-4BC2-AA83-51674F71364B}"/>
              </a:ext>
            </a:extLst>
          </p:cNvPr>
          <p:cNvSpPr>
            <a:spLocks/>
          </p:cNvSpPr>
          <p:nvPr/>
        </p:nvSpPr>
        <p:spPr>
          <a:xfrm>
            <a:off x="6720464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5082">
            <a:extLst>
              <a:ext uri="{FF2B5EF4-FFF2-40B4-BE49-F238E27FC236}">
                <a16:creationId xmlns:a16="http://schemas.microsoft.com/office/drawing/2014/main" id="{0C82939A-CD3C-4265-87E5-8F9C866B7766}"/>
              </a:ext>
            </a:extLst>
          </p:cNvPr>
          <p:cNvSpPr>
            <a:spLocks/>
          </p:cNvSpPr>
          <p:nvPr/>
        </p:nvSpPr>
        <p:spPr>
          <a:xfrm>
            <a:off x="675945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5083">
            <a:extLst>
              <a:ext uri="{FF2B5EF4-FFF2-40B4-BE49-F238E27FC236}">
                <a16:creationId xmlns:a16="http://schemas.microsoft.com/office/drawing/2014/main" id="{770A8D96-19CA-4FAE-AD15-B32AE8B349F8}"/>
              </a:ext>
            </a:extLst>
          </p:cNvPr>
          <p:cNvSpPr>
            <a:spLocks/>
          </p:cNvSpPr>
          <p:nvPr/>
        </p:nvSpPr>
        <p:spPr>
          <a:xfrm>
            <a:off x="6741145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5084">
            <a:extLst>
              <a:ext uri="{FF2B5EF4-FFF2-40B4-BE49-F238E27FC236}">
                <a16:creationId xmlns:a16="http://schemas.microsoft.com/office/drawing/2014/main" id="{FF7F55A8-B75B-4A06-A645-772E622DD9C0}"/>
              </a:ext>
            </a:extLst>
          </p:cNvPr>
          <p:cNvSpPr>
            <a:spLocks/>
          </p:cNvSpPr>
          <p:nvPr/>
        </p:nvSpPr>
        <p:spPr>
          <a:xfrm>
            <a:off x="6783523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5085">
            <a:extLst>
              <a:ext uri="{FF2B5EF4-FFF2-40B4-BE49-F238E27FC236}">
                <a16:creationId xmlns:a16="http://schemas.microsoft.com/office/drawing/2014/main" id="{8E4D256F-7B56-4902-BAA7-09B3DAB1717A}"/>
              </a:ext>
            </a:extLst>
          </p:cNvPr>
          <p:cNvSpPr>
            <a:spLocks/>
          </p:cNvSpPr>
          <p:nvPr/>
        </p:nvSpPr>
        <p:spPr>
          <a:xfrm>
            <a:off x="678581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5086">
            <a:extLst>
              <a:ext uri="{FF2B5EF4-FFF2-40B4-BE49-F238E27FC236}">
                <a16:creationId xmlns:a16="http://schemas.microsoft.com/office/drawing/2014/main" id="{4D82F378-C488-4C24-BB95-B88318322D90}"/>
              </a:ext>
            </a:extLst>
          </p:cNvPr>
          <p:cNvSpPr>
            <a:spLocks/>
          </p:cNvSpPr>
          <p:nvPr/>
        </p:nvSpPr>
        <p:spPr>
          <a:xfrm>
            <a:off x="67284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5087">
            <a:extLst>
              <a:ext uri="{FF2B5EF4-FFF2-40B4-BE49-F238E27FC236}">
                <a16:creationId xmlns:a16="http://schemas.microsoft.com/office/drawing/2014/main" id="{A48220B6-CF03-4AE3-B0BB-240F50406150}"/>
              </a:ext>
            </a:extLst>
          </p:cNvPr>
          <p:cNvSpPr>
            <a:spLocks/>
          </p:cNvSpPr>
          <p:nvPr/>
        </p:nvSpPr>
        <p:spPr>
          <a:xfrm>
            <a:off x="673363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5088">
            <a:extLst>
              <a:ext uri="{FF2B5EF4-FFF2-40B4-BE49-F238E27FC236}">
                <a16:creationId xmlns:a16="http://schemas.microsoft.com/office/drawing/2014/main" id="{819A553B-E862-48E9-8259-1D2D99B3CEFB}"/>
              </a:ext>
            </a:extLst>
          </p:cNvPr>
          <p:cNvSpPr>
            <a:spLocks/>
          </p:cNvSpPr>
          <p:nvPr/>
        </p:nvSpPr>
        <p:spPr>
          <a:xfrm>
            <a:off x="6722711" y="22049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5089">
            <a:extLst>
              <a:ext uri="{FF2B5EF4-FFF2-40B4-BE49-F238E27FC236}">
                <a16:creationId xmlns:a16="http://schemas.microsoft.com/office/drawing/2014/main" id="{D828FC30-E1A3-4663-92A8-AF0D908EBF8B}"/>
              </a:ext>
            </a:extLst>
          </p:cNvPr>
          <p:cNvSpPr>
            <a:spLocks/>
          </p:cNvSpPr>
          <p:nvPr/>
        </p:nvSpPr>
        <p:spPr>
          <a:xfrm>
            <a:off x="675633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5090">
            <a:extLst>
              <a:ext uri="{FF2B5EF4-FFF2-40B4-BE49-F238E27FC236}">
                <a16:creationId xmlns:a16="http://schemas.microsoft.com/office/drawing/2014/main" id="{399B7B2E-5713-4726-888C-4BA214CC3191}"/>
              </a:ext>
            </a:extLst>
          </p:cNvPr>
          <p:cNvSpPr>
            <a:spLocks/>
          </p:cNvSpPr>
          <p:nvPr/>
        </p:nvSpPr>
        <p:spPr>
          <a:xfrm>
            <a:off x="6771139" y="24201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5091">
            <a:extLst>
              <a:ext uri="{FF2B5EF4-FFF2-40B4-BE49-F238E27FC236}">
                <a16:creationId xmlns:a16="http://schemas.microsoft.com/office/drawing/2014/main" id="{6A5337EA-427D-4A0F-B7BA-2873D812DBC3}"/>
              </a:ext>
            </a:extLst>
          </p:cNvPr>
          <p:cNvSpPr>
            <a:spLocks/>
          </p:cNvSpPr>
          <p:nvPr/>
        </p:nvSpPr>
        <p:spPr>
          <a:xfrm>
            <a:off x="67518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5092">
            <a:extLst>
              <a:ext uri="{FF2B5EF4-FFF2-40B4-BE49-F238E27FC236}">
                <a16:creationId xmlns:a16="http://schemas.microsoft.com/office/drawing/2014/main" id="{71236131-811D-4B55-976C-04E53A5D70DB}"/>
              </a:ext>
            </a:extLst>
          </p:cNvPr>
          <p:cNvSpPr>
            <a:spLocks/>
          </p:cNvSpPr>
          <p:nvPr/>
        </p:nvSpPr>
        <p:spPr>
          <a:xfrm>
            <a:off x="6795098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5093">
            <a:extLst>
              <a:ext uri="{FF2B5EF4-FFF2-40B4-BE49-F238E27FC236}">
                <a16:creationId xmlns:a16="http://schemas.microsoft.com/office/drawing/2014/main" id="{27940620-360A-4716-A0A4-416E3FA64248}"/>
              </a:ext>
            </a:extLst>
          </p:cNvPr>
          <p:cNvSpPr>
            <a:spLocks/>
          </p:cNvSpPr>
          <p:nvPr/>
        </p:nvSpPr>
        <p:spPr>
          <a:xfrm>
            <a:off x="6799625" y="3589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5094">
            <a:extLst>
              <a:ext uri="{FF2B5EF4-FFF2-40B4-BE49-F238E27FC236}">
                <a16:creationId xmlns:a16="http://schemas.microsoft.com/office/drawing/2014/main" id="{99B76EA7-0075-4670-A7AF-7B183961E245}"/>
              </a:ext>
            </a:extLst>
          </p:cNvPr>
          <p:cNvSpPr>
            <a:spLocks/>
          </p:cNvSpPr>
          <p:nvPr/>
        </p:nvSpPr>
        <p:spPr>
          <a:xfrm>
            <a:off x="6758264" y="24201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5095">
            <a:extLst>
              <a:ext uri="{FF2B5EF4-FFF2-40B4-BE49-F238E27FC236}">
                <a16:creationId xmlns:a16="http://schemas.microsoft.com/office/drawing/2014/main" id="{E56F3D06-C587-4F2B-B7EB-28468888D418}"/>
              </a:ext>
            </a:extLst>
          </p:cNvPr>
          <p:cNvSpPr>
            <a:spLocks/>
          </p:cNvSpPr>
          <p:nvPr/>
        </p:nvSpPr>
        <p:spPr>
          <a:xfrm>
            <a:off x="6747593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5096">
            <a:extLst>
              <a:ext uri="{FF2B5EF4-FFF2-40B4-BE49-F238E27FC236}">
                <a16:creationId xmlns:a16="http://schemas.microsoft.com/office/drawing/2014/main" id="{D140FFCE-D2B3-4E98-A147-3586140D3802}"/>
              </a:ext>
            </a:extLst>
          </p:cNvPr>
          <p:cNvSpPr>
            <a:spLocks/>
          </p:cNvSpPr>
          <p:nvPr/>
        </p:nvSpPr>
        <p:spPr>
          <a:xfrm>
            <a:off x="675975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5097">
            <a:extLst>
              <a:ext uri="{FF2B5EF4-FFF2-40B4-BE49-F238E27FC236}">
                <a16:creationId xmlns:a16="http://schemas.microsoft.com/office/drawing/2014/main" id="{70ACD9B5-C4B1-4131-A3F9-955E2D4AEDB9}"/>
              </a:ext>
            </a:extLst>
          </p:cNvPr>
          <p:cNvSpPr>
            <a:spLocks/>
          </p:cNvSpPr>
          <p:nvPr/>
        </p:nvSpPr>
        <p:spPr>
          <a:xfrm>
            <a:off x="676344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5098">
            <a:extLst>
              <a:ext uri="{FF2B5EF4-FFF2-40B4-BE49-F238E27FC236}">
                <a16:creationId xmlns:a16="http://schemas.microsoft.com/office/drawing/2014/main" id="{874A5D6E-4913-41C2-8383-CC72864C34FD}"/>
              </a:ext>
            </a:extLst>
          </p:cNvPr>
          <p:cNvSpPr>
            <a:spLocks/>
          </p:cNvSpPr>
          <p:nvPr/>
        </p:nvSpPr>
        <p:spPr>
          <a:xfrm>
            <a:off x="671941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5099">
            <a:extLst>
              <a:ext uri="{FF2B5EF4-FFF2-40B4-BE49-F238E27FC236}">
                <a16:creationId xmlns:a16="http://schemas.microsoft.com/office/drawing/2014/main" id="{21589BB9-5DA3-4A9A-A04B-966EEDEF28A4}"/>
              </a:ext>
            </a:extLst>
          </p:cNvPr>
          <p:cNvSpPr>
            <a:spLocks/>
          </p:cNvSpPr>
          <p:nvPr/>
        </p:nvSpPr>
        <p:spPr>
          <a:xfrm>
            <a:off x="6770594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5100">
            <a:extLst>
              <a:ext uri="{FF2B5EF4-FFF2-40B4-BE49-F238E27FC236}">
                <a16:creationId xmlns:a16="http://schemas.microsoft.com/office/drawing/2014/main" id="{9D395ADF-36AC-4084-AF0A-3B6E7C4739BE}"/>
              </a:ext>
            </a:extLst>
          </p:cNvPr>
          <p:cNvSpPr>
            <a:spLocks/>
          </p:cNvSpPr>
          <p:nvPr/>
        </p:nvSpPr>
        <p:spPr>
          <a:xfrm>
            <a:off x="67901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5101">
            <a:extLst>
              <a:ext uri="{FF2B5EF4-FFF2-40B4-BE49-F238E27FC236}">
                <a16:creationId xmlns:a16="http://schemas.microsoft.com/office/drawing/2014/main" id="{E58B3E08-9E4A-49A2-844E-F45A2281A23B}"/>
              </a:ext>
            </a:extLst>
          </p:cNvPr>
          <p:cNvSpPr>
            <a:spLocks/>
          </p:cNvSpPr>
          <p:nvPr/>
        </p:nvSpPr>
        <p:spPr>
          <a:xfrm>
            <a:off x="672330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5102">
            <a:extLst>
              <a:ext uri="{FF2B5EF4-FFF2-40B4-BE49-F238E27FC236}">
                <a16:creationId xmlns:a16="http://schemas.microsoft.com/office/drawing/2014/main" id="{892337EB-6995-4537-93EC-5C8AF03E338F}"/>
              </a:ext>
            </a:extLst>
          </p:cNvPr>
          <p:cNvSpPr>
            <a:spLocks/>
          </p:cNvSpPr>
          <p:nvPr/>
        </p:nvSpPr>
        <p:spPr>
          <a:xfrm>
            <a:off x="669901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5103">
            <a:extLst>
              <a:ext uri="{FF2B5EF4-FFF2-40B4-BE49-F238E27FC236}">
                <a16:creationId xmlns:a16="http://schemas.microsoft.com/office/drawing/2014/main" id="{57B500A3-6FD0-48FB-A8E8-95523DE92077}"/>
              </a:ext>
            </a:extLst>
          </p:cNvPr>
          <p:cNvSpPr>
            <a:spLocks/>
          </p:cNvSpPr>
          <p:nvPr/>
        </p:nvSpPr>
        <p:spPr>
          <a:xfrm>
            <a:off x="6774125" y="28534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5104">
            <a:extLst>
              <a:ext uri="{FF2B5EF4-FFF2-40B4-BE49-F238E27FC236}">
                <a16:creationId xmlns:a16="http://schemas.microsoft.com/office/drawing/2014/main" id="{A258005D-11EC-4DA0-BFDA-DC9A2D999564}"/>
              </a:ext>
            </a:extLst>
          </p:cNvPr>
          <p:cNvSpPr>
            <a:spLocks/>
          </p:cNvSpPr>
          <p:nvPr/>
        </p:nvSpPr>
        <p:spPr>
          <a:xfrm>
            <a:off x="671891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5105">
            <a:extLst>
              <a:ext uri="{FF2B5EF4-FFF2-40B4-BE49-F238E27FC236}">
                <a16:creationId xmlns:a16="http://schemas.microsoft.com/office/drawing/2014/main" id="{64107245-23B3-40C5-85C5-1400E4D5940F}"/>
              </a:ext>
            </a:extLst>
          </p:cNvPr>
          <p:cNvSpPr>
            <a:spLocks/>
          </p:cNvSpPr>
          <p:nvPr/>
        </p:nvSpPr>
        <p:spPr>
          <a:xfrm>
            <a:off x="6735656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5106">
            <a:extLst>
              <a:ext uri="{FF2B5EF4-FFF2-40B4-BE49-F238E27FC236}">
                <a16:creationId xmlns:a16="http://schemas.microsoft.com/office/drawing/2014/main" id="{87133441-E3B8-4F01-8AF8-75FB881C0CB7}"/>
              </a:ext>
            </a:extLst>
          </p:cNvPr>
          <p:cNvSpPr>
            <a:spLocks/>
          </p:cNvSpPr>
          <p:nvPr/>
        </p:nvSpPr>
        <p:spPr>
          <a:xfrm>
            <a:off x="6722102" y="226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5107">
            <a:extLst>
              <a:ext uri="{FF2B5EF4-FFF2-40B4-BE49-F238E27FC236}">
                <a16:creationId xmlns:a16="http://schemas.microsoft.com/office/drawing/2014/main" id="{A05B3B51-D163-4FD9-A705-E5B54EE24E7F}"/>
              </a:ext>
            </a:extLst>
          </p:cNvPr>
          <p:cNvSpPr>
            <a:spLocks/>
          </p:cNvSpPr>
          <p:nvPr/>
        </p:nvSpPr>
        <p:spPr>
          <a:xfrm>
            <a:off x="671095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5108">
            <a:extLst>
              <a:ext uri="{FF2B5EF4-FFF2-40B4-BE49-F238E27FC236}">
                <a16:creationId xmlns:a16="http://schemas.microsoft.com/office/drawing/2014/main" id="{3956AC54-EA52-4714-8E85-96500473B7E0}"/>
              </a:ext>
            </a:extLst>
          </p:cNvPr>
          <p:cNvSpPr>
            <a:spLocks/>
          </p:cNvSpPr>
          <p:nvPr/>
        </p:nvSpPr>
        <p:spPr>
          <a:xfrm>
            <a:off x="6762405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5109">
            <a:extLst>
              <a:ext uri="{FF2B5EF4-FFF2-40B4-BE49-F238E27FC236}">
                <a16:creationId xmlns:a16="http://schemas.microsoft.com/office/drawing/2014/main" id="{D77935A0-6BF2-405F-8DE5-2CB35B654EC2}"/>
              </a:ext>
            </a:extLst>
          </p:cNvPr>
          <p:cNvSpPr>
            <a:spLocks/>
          </p:cNvSpPr>
          <p:nvPr/>
        </p:nvSpPr>
        <p:spPr>
          <a:xfrm>
            <a:off x="6780635" y="2905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5110">
            <a:extLst>
              <a:ext uri="{FF2B5EF4-FFF2-40B4-BE49-F238E27FC236}">
                <a16:creationId xmlns:a16="http://schemas.microsoft.com/office/drawing/2014/main" id="{D0DF37EE-08EB-4271-AC7A-6BE01DD5FBDC}"/>
              </a:ext>
            </a:extLst>
          </p:cNvPr>
          <p:cNvSpPr>
            <a:spLocks/>
          </p:cNvSpPr>
          <p:nvPr/>
        </p:nvSpPr>
        <p:spPr>
          <a:xfrm>
            <a:off x="6711150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5111">
            <a:extLst>
              <a:ext uri="{FF2B5EF4-FFF2-40B4-BE49-F238E27FC236}">
                <a16:creationId xmlns:a16="http://schemas.microsoft.com/office/drawing/2014/main" id="{8D4BB132-4DB2-49E6-AE35-E9F4FAFE823F}"/>
              </a:ext>
            </a:extLst>
          </p:cNvPr>
          <p:cNvSpPr>
            <a:spLocks/>
          </p:cNvSpPr>
          <p:nvPr/>
        </p:nvSpPr>
        <p:spPr>
          <a:xfrm>
            <a:off x="672778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5112">
            <a:extLst>
              <a:ext uri="{FF2B5EF4-FFF2-40B4-BE49-F238E27FC236}">
                <a16:creationId xmlns:a16="http://schemas.microsoft.com/office/drawing/2014/main" id="{D5E373A5-492C-4EEC-8B8A-6A0230B2BB49}"/>
              </a:ext>
            </a:extLst>
          </p:cNvPr>
          <p:cNvSpPr>
            <a:spLocks/>
          </p:cNvSpPr>
          <p:nvPr/>
        </p:nvSpPr>
        <p:spPr>
          <a:xfrm>
            <a:off x="6781604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5113">
            <a:extLst>
              <a:ext uri="{FF2B5EF4-FFF2-40B4-BE49-F238E27FC236}">
                <a16:creationId xmlns:a16="http://schemas.microsoft.com/office/drawing/2014/main" id="{55B178A8-7F70-4F8C-95CD-D9DAD8F5A98B}"/>
              </a:ext>
            </a:extLst>
          </p:cNvPr>
          <p:cNvSpPr>
            <a:spLocks/>
          </p:cNvSpPr>
          <p:nvPr/>
        </p:nvSpPr>
        <p:spPr>
          <a:xfrm>
            <a:off x="673798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5114">
            <a:extLst>
              <a:ext uri="{FF2B5EF4-FFF2-40B4-BE49-F238E27FC236}">
                <a16:creationId xmlns:a16="http://schemas.microsoft.com/office/drawing/2014/main" id="{8D9473E8-FB4A-48D6-B2F1-29195DF202B2}"/>
              </a:ext>
            </a:extLst>
          </p:cNvPr>
          <p:cNvSpPr>
            <a:spLocks/>
          </p:cNvSpPr>
          <p:nvPr/>
        </p:nvSpPr>
        <p:spPr>
          <a:xfrm>
            <a:off x="67356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5115">
            <a:extLst>
              <a:ext uri="{FF2B5EF4-FFF2-40B4-BE49-F238E27FC236}">
                <a16:creationId xmlns:a16="http://schemas.microsoft.com/office/drawing/2014/main" id="{7B209A6C-B092-4765-8C4F-0B8795B9C1CC}"/>
              </a:ext>
            </a:extLst>
          </p:cNvPr>
          <p:cNvSpPr>
            <a:spLocks/>
          </p:cNvSpPr>
          <p:nvPr/>
        </p:nvSpPr>
        <p:spPr>
          <a:xfrm>
            <a:off x="6712313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5116">
            <a:extLst>
              <a:ext uri="{FF2B5EF4-FFF2-40B4-BE49-F238E27FC236}">
                <a16:creationId xmlns:a16="http://schemas.microsoft.com/office/drawing/2014/main" id="{BA6331E8-AD95-44AF-B087-7FDD452FD9B0}"/>
              </a:ext>
            </a:extLst>
          </p:cNvPr>
          <p:cNvSpPr>
            <a:spLocks/>
          </p:cNvSpPr>
          <p:nvPr/>
        </p:nvSpPr>
        <p:spPr>
          <a:xfrm>
            <a:off x="6800591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5117">
            <a:extLst>
              <a:ext uri="{FF2B5EF4-FFF2-40B4-BE49-F238E27FC236}">
                <a16:creationId xmlns:a16="http://schemas.microsoft.com/office/drawing/2014/main" id="{8019AA01-5921-48DA-AD7C-0B276AE4F238}"/>
              </a:ext>
            </a:extLst>
          </p:cNvPr>
          <p:cNvSpPr>
            <a:spLocks/>
          </p:cNvSpPr>
          <p:nvPr/>
        </p:nvSpPr>
        <p:spPr>
          <a:xfrm>
            <a:off x="6768484" y="23334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5118">
            <a:extLst>
              <a:ext uri="{FF2B5EF4-FFF2-40B4-BE49-F238E27FC236}">
                <a16:creationId xmlns:a16="http://schemas.microsoft.com/office/drawing/2014/main" id="{F589E1C1-118C-4D80-825C-550544507B5F}"/>
              </a:ext>
            </a:extLst>
          </p:cNvPr>
          <p:cNvSpPr>
            <a:spLocks/>
          </p:cNvSpPr>
          <p:nvPr/>
        </p:nvSpPr>
        <p:spPr>
          <a:xfrm>
            <a:off x="673765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5119">
            <a:extLst>
              <a:ext uri="{FF2B5EF4-FFF2-40B4-BE49-F238E27FC236}">
                <a16:creationId xmlns:a16="http://schemas.microsoft.com/office/drawing/2014/main" id="{AF0EDC0D-DEEC-429D-81EA-364C72C65F6C}"/>
              </a:ext>
            </a:extLst>
          </p:cNvPr>
          <p:cNvSpPr>
            <a:spLocks/>
          </p:cNvSpPr>
          <p:nvPr/>
        </p:nvSpPr>
        <p:spPr>
          <a:xfrm>
            <a:off x="6714355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5120">
            <a:extLst>
              <a:ext uri="{FF2B5EF4-FFF2-40B4-BE49-F238E27FC236}">
                <a16:creationId xmlns:a16="http://schemas.microsoft.com/office/drawing/2014/main" id="{62B032C4-7373-4B7B-87DE-0398FAEA2D17}"/>
              </a:ext>
            </a:extLst>
          </p:cNvPr>
          <p:cNvSpPr>
            <a:spLocks/>
          </p:cNvSpPr>
          <p:nvPr/>
        </p:nvSpPr>
        <p:spPr>
          <a:xfrm>
            <a:off x="6767050" y="3073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5121">
            <a:extLst>
              <a:ext uri="{FF2B5EF4-FFF2-40B4-BE49-F238E27FC236}">
                <a16:creationId xmlns:a16="http://schemas.microsoft.com/office/drawing/2014/main" id="{66EA3E4D-9763-4F60-9E53-B8211A79EDDB}"/>
              </a:ext>
            </a:extLst>
          </p:cNvPr>
          <p:cNvSpPr>
            <a:spLocks/>
          </p:cNvSpPr>
          <p:nvPr/>
        </p:nvSpPr>
        <p:spPr>
          <a:xfrm>
            <a:off x="6741758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5122">
            <a:extLst>
              <a:ext uri="{FF2B5EF4-FFF2-40B4-BE49-F238E27FC236}">
                <a16:creationId xmlns:a16="http://schemas.microsoft.com/office/drawing/2014/main" id="{724BCEE6-E1F4-4059-B48B-DA61737595F5}"/>
              </a:ext>
            </a:extLst>
          </p:cNvPr>
          <p:cNvSpPr>
            <a:spLocks/>
          </p:cNvSpPr>
          <p:nvPr/>
        </p:nvSpPr>
        <p:spPr>
          <a:xfrm>
            <a:off x="673914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5123">
            <a:extLst>
              <a:ext uri="{FF2B5EF4-FFF2-40B4-BE49-F238E27FC236}">
                <a16:creationId xmlns:a16="http://schemas.microsoft.com/office/drawing/2014/main" id="{E396FE41-3AA1-4644-9608-854ED88C1E3D}"/>
              </a:ext>
            </a:extLst>
          </p:cNvPr>
          <p:cNvSpPr>
            <a:spLocks/>
          </p:cNvSpPr>
          <p:nvPr/>
        </p:nvSpPr>
        <p:spPr>
          <a:xfrm>
            <a:off x="672513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5124">
            <a:extLst>
              <a:ext uri="{FF2B5EF4-FFF2-40B4-BE49-F238E27FC236}">
                <a16:creationId xmlns:a16="http://schemas.microsoft.com/office/drawing/2014/main" id="{49AC1709-2C82-4989-A2A6-BC15C10DFF15}"/>
              </a:ext>
            </a:extLst>
          </p:cNvPr>
          <p:cNvSpPr>
            <a:spLocks/>
          </p:cNvSpPr>
          <p:nvPr/>
        </p:nvSpPr>
        <p:spPr>
          <a:xfrm>
            <a:off x="6745657" y="1836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5125">
            <a:extLst>
              <a:ext uri="{FF2B5EF4-FFF2-40B4-BE49-F238E27FC236}">
                <a16:creationId xmlns:a16="http://schemas.microsoft.com/office/drawing/2014/main" id="{E9ABF329-F1F9-4B5C-8BA7-820C67B5359B}"/>
              </a:ext>
            </a:extLst>
          </p:cNvPr>
          <p:cNvSpPr>
            <a:spLocks/>
          </p:cNvSpPr>
          <p:nvPr/>
        </p:nvSpPr>
        <p:spPr>
          <a:xfrm>
            <a:off x="67360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5126">
            <a:extLst>
              <a:ext uri="{FF2B5EF4-FFF2-40B4-BE49-F238E27FC236}">
                <a16:creationId xmlns:a16="http://schemas.microsoft.com/office/drawing/2014/main" id="{192AB070-501A-447A-9F15-03EB32E4323C}"/>
              </a:ext>
            </a:extLst>
          </p:cNvPr>
          <p:cNvSpPr>
            <a:spLocks/>
          </p:cNvSpPr>
          <p:nvPr/>
        </p:nvSpPr>
        <p:spPr>
          <a:xfrm>
            <a:off x="6744347" y="35827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5127">
            <a:extLst>
              <a:ext uri="{FF2B5EF4-FFF2-40B4-BE49-F238E27FC236}">
                <a16:creationId xmlns:a16="http://schemas.microsoft.com/office/drawing/2014/main" id="{25434224-CECE-48E1-B0B0-5FC78BAD2BA2}"/>
              </a:ext>
            </a:extLst>
          </p:cNvPr>
          <p:cNvSpPr>
            <a:spLocks/>
          </p:cNvSpPr>
          <p:nvPr/>
        </p:nvSpPr>
        <p:spPr>
          <a:xfrm>
            <a:off x="67963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5128">
            <a:extLst>
              <a:ext uri="{FF2B5EF4-FFF2-40B4-BE49-F238E27FC236}">
                <a16:creationId xmlns:a16="http://schemas.microsoft.com/office/drawing/2014/main" id="{97E81431-2402-428F-BD33-452A29B3AF5C}"/>
              </a:ext>
            </a:extLst>
          </p:cNvPr>
          <p:cNvSpPr>
            <a:spLocks/>
          </p:cNvSpPr>
          <p:nvPr/>
        </p:nvSpPr>
        <p:spPr>
          <a:xfrm>
            <a:off x="6706448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5129">
            <a:extLst>
              <a:ext uri="{FF2B5EF4-FFF2-40B4-BE49-F238E27FC236}">
                <a16:creationId xmlns:a16="http://schemas.microsoft.com/office/drawing/2014/main" id="{8491E2C5-81B5-4D3B-B5C1-F83984A673A3}"/>
              </a:ext>
            </a:extLst>
          </p:cNvPr>
          <p:cNvSpPr>
            <a:spLocks/>
          </p:cNvSpPr>
          <p:nvPr/>
        </p:nvSpPr>
        <p:spPr>
          <a:xfrm>
            <a:off x="677778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5130">
            <a:extLst>
              <a:ext uri="{FF2B5EF4-FFF2-40B4-BE49-F238E27FC236}">
                <a16:creationId xmlns:a16="http://schemas.microsoft.com/office/drawing/2014/main" id="{CA927BE2-91A0-4FEE-AD17-A7A8B463917F}"/>
              </a:ext>
            </a:extLst>
          </p:cNvPr>
          <p:cNvSpPr>
            <a:spLocks/>
          </p:cNvSpPr>
          <p:nvPr/>
        </p:nvSpPr>
        <p:spPr>
          <a:xfrm>
            <a:off x="6786595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5131">
            <a:extLst>
              <a:ext uri="{FF2B5EF4-FFF2-40B4-BE49-F238E27FC236}">
                <a16:creationId xmlns:a16="http://schemas.microsoft.com/office/drawing/2014/main" id="{9777D775-B5B4-4E20-85AF-50891AB674FD}"/>
              </a:ext>
            </a:extLst>
          </p:cNvPr>
          <p:cNvSpPr>
            <a:spLocks/>
          </p:cNvSpPr>
          <p:nvPr/>
        </p:nvSpPr>
        <p:spPr>
          <a:xfrm>
            <a:off x="674527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5132">
            <a:extLst>
              <a:ext uri="{FF2B5EF4-FFF2-40B4-BE49-F238E27FC236}">
                <a16:creationId xmlns:a16="http://schemas.microsoft.com/office/drawing/2014/main" id="{9545C302-FF67-4B18-AE4C-EA5FCF96020F}"/>
              </a:ext>
            </a:extLst>
          </p:cNvPr>
          <p:cNvSpPr>
            <a:spLocks/>
          </p:cNvSpPr>
          <p:nvPr/>
        </p:nvSpPr>
        <p:spPr>
          <a:xfrm>
            <a:off x="6792370" y="226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5133">
            <a:extLst>
              <a:ext uri="{FF2B5EF4-FFF2-40B4-BE49-F238E27FC236}">
                <a16:creationId xmlns:a16="http://schemas.microsoft.com/office/drawing/2014/main" id="{33C142A7-6F94-4BFF-B325-29C9773B2978}"/>
              </a:ext>
            </a:extLst>
          </p:cNvPr>
          <p:cNvSpPr>
            <a:spLocks/>
          </p:cNvSpPr>
          <p:nvPr/>
        </p:nvSpPr>
        <p:spPr>
          <a:xfrm>
            <a:off x="670692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5134">
            <a:extLst>
              <a:ext uri="{FF2B5EF4-FFF2-40B4-BE49-F238E27FC236}">
                <a16:creationId xmlns:a16="http://schemas.microsoft.com/office/drawing/2014/main" id="{921969A1-D9C2-4A14-B0C0-028157568E3A}"/>
              </a:ext>
            </a:extLst>
          </p:cNvPr>
          <p:cNvSpPr>
            <a:spLocks/>
          </p:cNvSpPr>
          <p:nvPr/>
        </p:nvSpPr>
        <p:spPr>
          <a:xfrm>
            <a:off x="6739740" y="25783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5135">
            <a:extLst>
              <a:ext uri="{FF2B5EF4-FFF2-40B4-BE49-F238E27FC236}">
                <a16:creationId xmlns:a16="http://schemas.microsoft.com/office/drawing/2014/main" id="{4D32DF98-F71B-4B91-97EE-5CD73712D442}"/>
              </a:ext>
            </a:extLst>
          </p:cNvPr>
          <p:cNvSpPr>
            <a:spLocks/>
          </p:cNvSpPr>
          <p:nvPr/>
        </p:nvSpPr>
        <p:spPr>
          <a:xfrm>
            <a:off x="6723671" y="24201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5136">
            <a:extLst>
              <a:ext uri="{FF2B5EF4-FFF2-40B4-BE49-F238E27FC236}">
                <a16:creationId xmlns:a16="http://schemas.microsoft.com/office/drawing/2014/main" id="{DE14243B-A836-4E1E-B37A-A24B324FC802}"/>
              </a:ext>
            </a:extLst>
          </p:cNvPr>
          <p:cNvSpPr>
            <a:spLocks/>
          </p:cNvSpPr>
          <p:nvPr/>
        </p:nvSpPr>
        <p:spPr>
          <a:xfrm>
            <a:off x="677434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5137">
            <a:extLst>
              <a:ext uri="{FF2B5EF4-FFF2-40B4-BE49-F238E27FC236}">
                <a16:creationId xmlns:a16="http://schemas.microsoft.com/office/drawing/2014/main" id="{CFE41589-B70D-404F-802F-CAF8E49E2A61}"/>
              </a:ext>
            </a:extLst>
          </p:cNvPr>
          <p:cNvSpPr>
            <a:spLocks/>
          </p:cNvSpPr>
          <p:nvPr/>
        </p:nvSpPr>
        <p:spPr>
          <a:xfrm>
            <a:off x="675873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5138">
            <a:extLst>
              <a:ext uri="{FF2B5EF4-FFF2-40B4-BE49-F238E27FC236}">
                <a16:creationId xmlns:a16="http://schemas.microsoft.com/office/drawing/2014/main" id="{9D734332-0483-452B-AF12-DAC45A7B8762}"/>
              </a:ext>
            </a:extLst>
          </p:cNvPr>
          <p:cNvSpPr>
            <a:spLocks/>
          </p:cNvSpPr>
          <p:nvPr/>
        </p:nvSpPr>
        <p:spPr>
          <a:xfrm>
            <a:off x="6792414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5139">
            <a:extLst>
              <a:ext uri="{FF2B5EF4-FFF2-40B4-BE49-F238E27FC236}">
                <a16:creationId xmlns:a16="http://schemas.microsoft.com/office/drawing/2014/main" id="{0F1A1831-28A1-4441-87F1-B012B79A7E00}"/>
              </a:ext>
            </a:extLst>
          </p:cNvPr>
          <p:cNvSpPr>
            <a:spLocks/>
          </p:cNvSpPr>
          <p:nvPr/>
        </p:nvSpPr>
        <p:spPr>
          <a:xfrm>
            <a:off x="6717931" y="20935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5140">
            <a:extLst>
              <a:ext uri="{FF2B5EF4-FFF2-40B4-BE49-F238E27FC236}">
                <a16:creationId xmlns:a16="http://schemas.microsoft.com/office/drawing/2014/main" id="{6F5B73BC-460F-4C3D-9527-D07AFD9D67F7}"/>
              </a:ext>
            </a:extLst>
          </p:cNvPr>
          <p:cNvSpPr>
            <a:spLocks/>
          </p:cNvSpPr>
          <p:nvPr/>
        </p:nvSpPr>
        <p:spPr>
          <a:xfrm>
            <a:off x="6730929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5141">
            <a:extLst>
              <a:ext uri="{FF2B5EF4-FFF2-40B4-BE49-F238E27FC236}">
                <a16:creationId xmlns:a16="http://schemas.microsoft.com/office/drawing/2014/main" id="{3448A983-48C2-4D37-AF2C-22CA52B9F4EE}"/>
              </a:ext>
            </a:extLst>
          </p:cNvPr>
          <p:cNvSpPr>
            <a:spLocks/>
          </p:cNvSpPr>
          <p:nvPr/>
        </p:nvSpPr>
        <p:spPr>
          <a:xfrm>
            <a:off x="6785900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5142">
            <a:extLst>
              <a:ext uri="{FF2B5EF4-FFF2-40B4-BE49-F238E27FC236}">
                <a16:creationId xmlns:a16="http://schemas.microsoft.com/office/drawing/2014/main" id="{EE5CCB78-2833-4DEB-83D2-F28DFCE03C9F}"/>
              </a:ext>
            </a:extLst>
          </p:cNvPr>
          <p:cNvSpPr>
            <a:spLocks/>
          </p:cNvSpPr>
          <p:nvPr/>
        </p:nvSpPr>
        <p:spPr>
          <a:xfrm>
            <a:off x="6794639" y="2996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5143">
            <a:extLst>
              <a:ext uri="{FF2B5EF4-FFF2-40B4-BE49-F238E27FC236}">
                <a16:creationId xmlns:a16="http://schemas.microsoft.com/office/drawing/2014/main" id="{006DF1C2-872A-4C7E-BA48-00FA6F6BAF21}"/>
              </a:ext>
            </a:extLst>
          </p:cNvPr>
          <p:cNvSpPr>
            <a:spLocks/>
          </p:cNvSpPr>
          <p:nvPr/>
        </p:nvSpPr>
        <p:spPr>
          <a:xfrm>
            <a:off x="675155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5144">
            <a:extLst>
              <a:ext uri="{FF2B5EF4-FFF2-40B4-BE49-F238E27FC236}">
                <a16:creationId xmlns:a16="http://schemas.microsoft.com/office/drawing/2014/main" id="{03B5184E-9B1E-4A0F-896C-AF1F072EF286}"/>
              </a:ext>
            </a:extLst>
          </p:cNvPr>
          <p:cNvSpPr>
            <a:spLocks/>
          </p:cNvSpPr>
          <p:nvPr/>
        </p:nvSpPr>
        <p:spPr>
          <a:xfrm>
            <a:off x="6706606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5145">
            <a:extLst>
              <a:ext uri="{FF2B5EF4-FFF2-40B4-BE49-F238E27FC236}">
                <a16:creationId xmlns:a16="http://schemas.microsoft.com/office/drawing/2014/main" id="{75918B7C-1EB9-4228-BA65-1956CB9EC847}"/>
              </a:ext>
            </a:extLst>
          </p:cNvPr>
          <p:cNvSpPr>
            <a:spLocks/>
          </p:cNvSpPr>
          <p:nvPr/>
        </p:nvSpPr>
        <p:spPr>
          <a:xfrm>
            <a:off x="6741750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5146">
            <a:extLst>
              <a:ext uri="{FF2B5EF4-FFF2-40B4-BE49-F238E27FC236}">
                <a16:creationId xmlns:a16="http://schemas.microsoft.com/office/drawing/2014/main" id="{A52E0DE5-A1CA-40B0-805B-7C0CDD214EBA}"/>
              </a:ext>
            </a:extLst>
          </p:cNvPr>
          <p:cNvSpPr>
            <a:spLocks/>
          </p:cNvSpPr>
          <p:nvPr/>
        </p:nvSpPr>
        <p:spPr>
          <a:xfrm>
            <a:off x="671101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5147">
            <a:extLst>
              <a:ext uri="{FF2B5EF4-FFF2-40B4-BE49-F238E27FC236}">
                <a16:creationId xmlns:a16="http://schemas.microsoft.com/office/drawing/2014/main" id="{8E999F6B-8C77-4CB9-932A-5A92E704AD76}"/>
              </a:ext>
            </a:extLst>
          </p:cNvPr>
          <p:cNvSpPr>
            <a:spLocks/>
          </p:cNvSpPr>
          <p:nvPr/>
        </p:nvSpPr>
        <p:spPr>
          <a:xfrm>
            <a:off x="679425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5148">
            <a:extLst>
              <a:ext uri="{FF2B5EF4-FFF2-40B4-BE49-F238E27FC236}">
                <a16:creationId xmlns:a16="http://schemas.microsoft.com/office/drawing/2014/main" id="{C85A4816-66B7-4558-BC84-9AF4D28851B8}"/>
              </a:ext>
            </a:extLst>
          </p:cNvPr>
          <p:cNvSpPr>
            <a:spLocks/>
          </p:cNvSpPr>
          <p:nvPr/>
        </p:nvSpPr>
        <p:spPr>
          <a:xfrm>
            <a:off x="6701606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5149">
            <a:extLst>
              <a:ext uri="{FF2B5EF4-FFF2-40B4-BE49-F238E27FC236}">
                <a16:creationId xmlns:a16="http://schemas.microsoft.com/office/drawing/2014/main" id="{6A9CA200-CB11-40A3-9EBF-38AA30AE471B}"/>
              </a:ext>
            </a:extLst>
          </p:cNvPr>
          <p:cNvSpPr>
            <a:spLocks/>
          </p:cNvSpPr>
          <p:nvPr/>
        </p:nvSpPr>
        <p:spPr>
          <a:xfrm>
            <a:off x="673048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5150">
            <a:extLst>
              <a:ext uri="{FF2B5EF4-FFF2-40B4-BE49-F238E27FC236}">
                <a16:creationId xmlns:a16="http://schemas.microsoft.com/office/drawing/2014/main" id="{730A1EA2-AA5A-4234-91E8-7BB4EDFB3381}"/>
              </a:ext>
            </a:extLst>
          </p:cNvPr>
          <p:cNvSpPr>
            <a:spLocks/>
          </p:cNvSpPr>
          <p:nvPr/>
        </p:nvSpPr>
        <p:spPr>
          <a:xfrm>
            <a:off x="677249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5151">
            <a:extLst>
              <a:ext uri="{FF2B5EF4-FFF2-40B4-BE49-F238E27FC236}">
                <a16:creationId xmlns:a16="http://schemas.microsoft.com/office/drawing/2014/main" id="{5EE188D6-62A1-435D-BB7B-D564C05B2A27}"/>
              </a:ext>
            </a:extLst>
          </p:cNvPr>
          <p:cNvSpPr>
            <a:spLocks/>
          </p:cNvSpPr>
          <p:nvPr/>
        </p:nvSpPr>
        <p:spPr>
          <a:xfrm>
            <a:off x="6719256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5152">
            <a:extLst>
              <a:ext uri="{FF2B5EF4-FFF2-40B4-BE49-F238E27FC236}">
                <a16:creationId xmlns:a16="http://schemas.microsoft.com/office/drawing/2014/main" id="{1518552A-16DA-43B9-B620-87E211B18F50}"/>
              </a:ext>
            </a:extLst>
          </p:cNvPr>
          <p:cNvSpPr>
            <a:spLocks/>
          </p:cNvSpPr>
          <p:nvPr/>
        </p:nvSpPr>
        <p:spPr>
          <a:xfrm>
            <a:off x="669924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5153">
            <a:extLst>
              <a:ext uri="{FF2B5EF4-FFF2-40B4-BE49-F238E27FC236}">
                <a16:creationId xmlns:a16="http://schemas.microsoft.com/office/drawing/2014/main" id="{10CD3272-D582-47B9-B582-FB7BF32A2E0D}"/>
              </a:ext>
            </a:extLst>
          </p:cNvPr>
          <p:cNvSpPr>
            <a:spLocks/>
          </p:cNvSpPr>
          <p:nvPr/>
        </p:nvSpPr>
        <p:spPr>
          <a:xfrm>
            <a:off x="675791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5154">
            <a:extLst>
              <a:ext uri="{FF2B5EF4-FFF2-40B4-BE49-F238E27FC236}">
                <a16:creationId xmlns:a16="http://schemas.microsoft.com/office/drawing/2014/main" id="{1A1141A7-6C10-4AF1-B717-6824BB03F369}"/>
              </a:ext>
            </a:extLst>
          </p:cNvPr>
          <p:cNvSpPr>
            <a:spLocks/>
          </p:cNvSpPr>
          <p:nvPr/>
        </p:nvSpPr>
        <p:spPr>
          <a:xfrm>
            <a:off x="6777105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5155">
            <a:extLst>
              <a:ext uri="{FF2B5EF4-FFF2-40B4-BE49-F238E27FC236}">
                <a16:creationId xmlns:a16="http://schemas.microsoft.com/office/drawing/2014/main" id="{AAF8761F-0081-4F29-8C22-48B44B1614FD}"/>
              </a:ext>
            </a:extLst>
          </p:cNvPr>
          <p:cNvSpPr>
            <a:spLocks/>
          </p:cNvSpPr>
          <p:nvPr/>
        </p:nvSpPr>
        <p:spPr>
          <a:xfrm>
            <a:off x="673249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5156">
            <a:extLst>
              <a:ext uri="{FF2B5EF4-FFF2-40B4-BE49-F238E27FC236}">
                <a16:creationId xmlns:a16="http://schemas.microsoft.com/office/drawing/2014/main" id="{D62F8AEE-7ACF-45BA-A6CA-06963B89280D}"/>
              </a:ext>
            </a:extLst>
          </p:cNvPr>
          <p:cNvSpPr>
            <a:spLocks/>
          </p:cNvSpPr>
          <p:nvPr/>
        </p:nvSpPr>
        <p:spPr>
          <a:xfrm>
            <a:off x="674471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5157">
            <a:extLst>
              <a:ext uri="{FF2B5EF4-FFF2-40B4-BE49-F238E27FC236}">
                <a16:creationId xmlns:a16="http://schemas.microsoft.com/office/drawing/2014/main" id="{D1125D92-1909-4A05-AD05-88D0C0EB0F57}"/>
              </a:ext>
            </a:extLst>
          </p:cNvPr>
          <p:cNvSpPr>
            <a:spLocks/>
          </p:cNvSpPr>
          <p:nvPr/>
        </p:nvSpPr>
        <p:spPr>
          <a:xfrm>
            <a:off x="670868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5158">
            <a:extLst>
              <a:ext uri="{FF2B5EF4-FFF2-40B4-BE49-F238E27FC236}">
                <a16:creationId xmlns:a16="http://schemas.microsoft.com/office/drawing/2014/main" id="{D6CF00E7-AE5E-4EE9-BA55-AFF20CA637F5}"/>
              </a:ext>
            </a:extLst>
          </p:cNvPr>
          <p:cNvSpPr>
            <a:spLocks/>
          </p:cNvSpPr>
          <p:nvPr/>
        </p:nvSpPr>
        <p:spPr>
          <a:xfrm>
            <a:off x="6801487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5159">
            <a:extLst>
              <a:ext uri="{FF2B5EF4-FFF2-40B4-BE49-F238E27FC236}">
                <a16:creationId xmlns:a16="http://schemas.microsoft.com/office/drawing/2014/main" id="{B1FED4F0-BFCC-4A83-B745-83B6C8B2CD8B}"/>
              </a:ext>
            </a:extLst>
          </p:cNvPr>
          <p:cNvSpPr>
            <a:spLocks/>
          </p:cNvSpPr>
          <p:nvPr/>
        </p:nvSpPr>
        <p:spPr>
          <a:xfrm>
            <a:off x="672677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5160">
            <a:extLst>
              <a:ext uri="{FF2B5EF4-FFF2-40B4-BE49-F238E27FC236}">
                <a16:creationId xmlns:a16="http://schemas.microsoft.com/office/drawing/2014/main" id="{91F22F87-572D-4B8A-A2B6-9B3708BD1BCC}"/>
              </a:ext>
            </a:extLst>
          </p:cNvPr>
          <p:cNvSpPr>
            <a:spLocks/>
          </p:cNvSpPr>
          <p:nvPr/>
        </p:nvSpPr>
        <p:spPr>
          <a:xfrm>
            <a:off x="670843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5161">
            <a:extLst>
              <a:ext uri="{FF2B5EF4-FFF2-40B4-BE49-F238E27FC236}">
                <a16:creationId xmlns:a16="http://schemas.microsoft.com/office/drawing/2014/main" id="{F2EFC428-827B-4F2A-9EED-3AFB97E1CFA4}"/>
              </a:ext>
            </a:extLst>
          </p:cNvPr>
          <p:cNvSpPr>
            <a:spLocks/>
          </p:cNvSpPr>
          <p:nvPr/>
        </p:nvSpPr>
        <p:spPr>
          <a:xfrm>
            <a:off x="670535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5162">
            <a:extLst>
              <a:ext uri="{FF2B5EF4-FFF2-40B4-BE49-F238E27FC236}">
                <a16:creationId xmlns:a16="http://schemas.microsoft.com/office/drawing/2014/main" id="{0AD4C732-AA5E-4526-80DF-E81DED0E65A0}"/>
              </a:ext>
            </a:extLst>
          </p:cNvPr>
          <p:cNvSpPr>
            <a:spLocks/>
          </p:cNvSpPr>
          <p:nvPr/>
        </p:nvSpPr>
        <p:spPr>
          <a:xfrm>
            <a:off x="676679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5163">
            <a:extLst>
              <a:ext uri="{FF2B5EF4-FFF2-40B4-BE49-F238E27FC236}">
                <a16:creationId xmlns:a16="http://schemas.microsoft.com/office/drawing/2014/main" id="{9E7186A1-BAF1-48A2-B873-94C443109E42}"/>
              </a:ext>
            </a:extLst>
          </p:cNvPr>
          <p:cNvSpPr>
            <a:spLocks/>
          </p:cNvSpPr>
          <p:nvPr/>
        </p:nvSpPr>
        <p:spPr>
          <a:xfrm>
            <a:off x="67784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5164">
            <a:extLst>
              <a:ext uri="{FF2B5EF4-FFF2-40B4-BE49-F238E27FC236}">
                <a16:creationId xmlns:a16="http://schemas.microsoft.com/office/drawing/2014/main" id="{035EB8C5-3370-4467-B1A9-389C94CE9F94}"/>
              </a:ext>
            </a:extLst>
          </p:cNvPr>
          <p:cNvSpPr>
            <a:spLocks/>
          </p:cNvSpPr>
          <p:nvPr/>
        </p:nvSpPr>
        <p:spPr>
          <a:xfrm>
            <a:off x="6755782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5165">
            <a:extLst>
              <a:ext uri="{FF2B5EF4-FFF2-40B4-BE49-F238E27FC236}">
                <a16:creationId xmlns:a16="http://schemas.microsoft.com/office/drawing/2014/main" id="{34F7FC72-E566-4C4A-ACC8-FCFC100A8EBD}"/>
              </a:ext>
            </a:extLst>
          </p:cNvPr>
          <p:cNvSpPr>
            <a:spLocks/>
          </p:cNvSpPr>
          <p:nvPr/>
        </p:nvSpPr>
        <p:spPr>
          <a:xfrm>
            <a:off x="677396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5166">
            <a:extLst>
              <a:ext uri="{FF2B5EF4-FFF2-40B4-BE49-F238E27FC236}">
                <a16:creationId xmlns:a16="http://schemas.microsoft.com/office/drawing/2014/main" id="{61F50953-388D-47EB-996F-D51438A8A1B3}"/>
              </a:ext>
            </a:extLst>
          </p:cNvPr>
          <p:cNvSpPr>
            <a:spLocks/>
          </p:cNvSpPr>
          <p:nvPr/>
        </p:nvSpPr>
        <p:spPr>
          <a:xfrm>
            <a:off x="6714568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5167">
            <a:extLst>
              <a:ext uri="{FF2B5EF4-FFF2-40B4-BE49-F238E27FC236}">
                <a16:creationId xmlns:a16="http://schemas.microsoft.com/office/drawing/2014/main" id="{F981FB8E-07C9-4C43-9D6D-CC2A07437841}"/>
              </a:ext>
            </a:extLst>
          </p:cNvPr>
          <p:cNvSpPr>
            <a:spLocks/>
          </p:cNvSpPr>
          <p:nvPr/>
        </p:nvSpPr>
        <p:spPr>
          <a:xfrm>
            <a:off x="674404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5168">
            <a:extLst>
              <a:ext uri="{FF2B5EF4-FFF2-40B4-BE49-F238E27FC236}">
                <a16:creationId xmlns:a16="http://schemas.microsoft.com/office/drawing/2014/main" id="{E5BEF34A-6F55-4DA7-94D2-4A8C6A6B4BC0}"/>
              </a:ext>
            </a:extLst>
          </p:cNvPr>
          <p:cNvSpPr>
            <a:spLocks/>
          </p:cNvSpPr>
          <p:nvPr/>
        </p:nvSpPr>
        <p:spPr>
          <a:xfrm>
            <a:off x="6723696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5169">
            <a:extLst>
              <a:ext uri="{FF2B5EF4-FFF2-40B4-BE49-F238E27FC236}">
                <a16:creationId xmlns:a16="http://schemas.microsoft.com/office/drawing/2014/main" id="{2F74FDDA-ECB3-4332-8079-6A534B4AFD1D}"/>
              </a:ext>
            </a:extLst>
          </p:cNvPr>
          <p:cNvSpPr>
            <a:spLocks/>
          </p:cNvSpPr>
          <p:nvPr/>
        </p:nvSpPr>
        <p:spPr>
          <a:xfrm>
            <a:off x="6773929" y="226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5170">
            <a:extLst>
              <a:ext uri="{FF2B5EF4-FFF2-40B4-BE49-F238E27FC236}">
                <a16:creationId xmlns:a16="http://schemas.microsoft.com/office/drawing/2014/main" id="{D941612E-9804-4A24-A638-62C0B6D34C8C}"/>
              </a:ext>
            </a:extLst>
          </p:cNvPr>
          <p:cNvSpPr>
            <a:spLocks/>
          </p:cNvSpPr>
          <p:nvPr/>
        </p:nvSpPr>
        <p:spPr>
          <a:xfrm>
            <a:off x="6778005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5171">
            <a:extLst>
              <a:ext uri="{FF2B5EF4-FFF2-40B4-BE49-F238E27FC236}">
                <a16:creationId xmlns:a16="http://schemas.microsoft.com/office/drawing/2014/main" id="{DEFBB902-A7BA-4E67-B67B-C0032D7B0EEB}"/>
              </a:ext>
            </a:extLst>
          </p:cNvPr>
          <p:cNvSpPr>
            <a:spLocks/>
          </p:cNvSpPr>
          <p:nvPr/>
        </p:nvSpPr>
        <p:spPr>
          <a:xfrm>
            <a:off x="6728474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5172">
            <a:extLst>
              <a:ext uri="{FF2B5EF4-FFF2-40B4-BE49-F238E27FC236}">
                <a16:creationId xmlns:a16="http://schemas.microsoft.com/office/drawing/2014/main" id="{1E0CB23A-2967-4398-9470-5EA1C62B1DAB}"/>
              </a:ext>
            </a:extLst>
          </p:cNvPr>
          <p:cNvSpPr>
            <a:spLocks/>
          </p:cNvSpPr>
          <p:nvPr/>
        </p:nvSpPr>
        <p:spPr>
          <a:xfrm>
            <a:off x="6697416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5173">
            <a:extLst>
              <a:ext uri="{FF2B5EF4-FFF2-40B4-BE49-F238E27FC236}">
                <a16:creationId xmlns:a16="http://schemas.microsoft.com/office/drawing/2014/main" id="{D7EF7A07-F9CE-474E-9979-FFDDC9468823}"/>
              </a:ext>
            </a:extLst>
          </p:cNvPr>
          <p:cNvSpPr>
            <a:spLocks/>
          </p:cNvSpPr>
          <p:nvPr/>
        </p:nvSpPr>
        <p:spPr>
          <a:xfrm>
            <a:off x="6744461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5174">
            <a:extLst>
              <a:ext uri="{FF2B5EF4-FFF2-40B4-BE49-F238E27FC236}">
                <a16:creationId xmlns:a16="http://schemas.microsoft.com/office/drawing/2014/main" id="{2DC2B6CB-D2D5-4BD6-AE28-0BFEF219E410}"/>
              </a:ext>
            </a:extLst>
          </p:cNvPr>
          <p:cNvSpPr>
            <a:spLocks/>
          </p:cNvSpPr>
          <p:nvPr/>
        </p:nvSpPr>
        <p:spPr>
          <a:xfrm>
            <a:off x="670818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5175">
            <a:extLst>
              <a:ext uri="{FF2B5EF4-FFF2-40B4-BE49-F238E27FC236}">
                <a16:creationId xmlns:a16="http://schemas.microsoft.com/office/drawing/2014/main" id="{0BA90030-C49B-470D-9149-C687191AB24C}"/>
              </a:ext>
            </a:extLst>
          </p:cNvPr>
          <p:cNvSpPr>
            <a:spLocks/>
          </p:cNvSpPr>
          <p:nvPr/>
        </p:nvSpPr>
        <p:spPr>
          <a:xfrm>
            <a:off x="6768777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5176">
            <a:extLst>
              <a:ext uri="{FF2B5EF4-FFF2-40B4-BE49-F238E27FC236}">
                <a16:creationId xmlns:a16="http://schemas.microsoft.com/office/drawing/2014/main" id="{43A52EB5-EEEA-480D-AF28-8C086BAE8954}"/>
              </a:ext>
            </a:extLst>
          </p:cNvPr>
          <p:cNvSpPr>
            <a:spLocks/>
          </p:cNvSpPr>
          <p:nvPr/>
        </p:nvSpPr>
        <p:spPr>
          <a:xfrm>
            <a:off x="676281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5177">
            <a:extLst>
              <a:ext uri="{FF2B5EF4-FFF2-40B4-BE49-F238E27FC236}">
                <a16:creationId xmlns:a16="http://schemas.microsoft.com/office/drawing/2014/main" id="{A9DFEA82-657C-47FF-A750-1B9DA0E10E51}"/>
              </a:ext>
            </a:extLst>
          </p:cNvPr>
          <p:cNvSpPr>
            <a:spLocks/>
          </p:cNvSpPr>
          <p:nvPr/>
        </p:nvSpPr>
        <p:spPr>
          <a:xfrm>
            <a:off x="673678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5178">
            <a:extLst>
              <a:ext uri="{FF2B5EF4-FFF2-40B4-BE49-F238E27FC236}">
                <a16:creationId xmlns:a16="http://schemas.microsoft.com/office/drawing/2014/main" id="{1D790036-F695-47CD-B6B4-133F9148E140}"/>
              </a:ext>
            </a:extLst>
          </p:cNvPr>
          <p:cNvSpPr>
            <a:spLocks/>
          </p:cNvSpPr>
          <p:nvPr/>
        </p:nvSpPr>
        <p:spPr>
          <a:xfrm>
            <a:off x="678039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5179">
            <a:extLst>
              <a:ext uri="{FF2B5EF4-FFF2-40B4-BE49-F238E27FC236}">
                <a16:creationId xmlns:a16="http://schemas.microsoft.com/office/drawing/2014/main" id="{FB478758-A74B-4A51-AA8A-B313E271CB48}"/>
              </a:ext>
            </a:extLst>
          </p:cNvPr>
          <p:cNvSpPr>
            <a:spLocks/>
          </p:cNvSpPr>
          <p:nvPr/>
        </p:nvSpPr>
        <p:spPr>
          <a:xfrm>
            <a:off x="6701667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5180">
            <a:extLst>
              <a:ext uri="{FF2B5EF4-FFF2-40B4-BE49-F238E27FC236}">
                <a16:creationId xmlns:a16="http://schemas.microsoft.com/office/drawing/2014/main" id="{F9157326-9896-4C8E-B67E-2CB733DCF82F}"/>
              </a:ext>
            </a:extLst>
          </p:cNvPr>
          <p:cNvSpPr>
            <a:spLocks/>
          </p:cNvSpPr>
          <p:nvPr/>
        </p:nvSpPr>
        <p:spPr>
          <a:xfrm>
            <a:off x="672937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5181">
            <a:extLst>
              <a:ext uri="{FF2B5EF4-FFF2-40B4-BE49-F238E27FC236}">
                <a16:creationId xmlns:a16="http://schemas.microsoft.com/office/drawing/2014/main" id="{B21D2533-42C6-44CF-8C21-39B2FC4B1EC4}"/>
              </a:ext>
            </a:extLst>
          </p:cNvPr>
          <p:cNvSpPr>
            <a:spLocks/>
          </p:cNvSpPr>
          <p:nvPr/>
        </p:nvSpPr>
        <p:spPr>
          <a:xfrm>
            <a:off x="6755533" y="22179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5182">
            <a:extLst>
              <a:ext uri="{FF2B5EF4-FFF2-40B4-BE49-F238E27FC236}">
                <a16:creationId xmlns:a16="http://schemas.microsoft.com/office/drawing/2014/main" id="{F5F8900B-4126-4B86-899E-47CB8F418051}"/>
              </a:ext>
            </a:extLst>
          </p:cNvPr>
          <p:cNvSpPr>
            <a:spLocks/>
          </p:cNvSpPr>
          <p:nvPr/>
        </p:nvSpPr>
        <p:spPr>
          <a:xfrm>
            <a:off x="6736586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5183">
            <a:extLst>
              <a:ext uri="{FF2B5EF4-FFF2-40B4-BE49-F238E27FC236}">
                <a16:creationId xmlns:a16="http://schemas.microsoft.com/office/drawing/2014/main" id="{AF91C53A-E0AC-4F7B-8DC6-72139AF03D19}"/>
              </a:ext>
            </a:extLst>
          </p:cNvPr>
          <p:cNvSpPr>
            <a:spLocks/>
          </p:cNvSpPr>
          <p:nvPr/>
        </p:nvSpPr>
        <p:spPr>
          <a:xfrm>
            <a:off x="6796533" y="226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5184">
            <a:extLst>
              <a:ext uri="{FF2B5EF4-FFF2-40B4-BE49-F238E27FC236}">
                <a16:creationId xmlns:a16="http://schemas.microsoft.com/office/drawing/2014/main" id="{9E0D009C-B089-4290-B9E9-1D2EF65492EA}"/>
              </a:ext>
            </a:extLst>
          </p:cNvPr>
          <p:cNvSpPr>
            <a:spLocks/>
          </p:cNvSpPr>
          <p:nvPr/>
        </p:nvSpPr>
        <p:spPr>
          <a:xfrm>
            <a:off x="6741396" y="31133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5185">
            <a:extLst>
              <a:ext uri="{FF2B5EF4-FFF2-40B4-BE49-F238E27FC236}">
                <a16:creationId xmlns:a16="http://schemas.microsoft.com/office/drawing/2014/main" id="{82B29E75-9BF8-44CD-B33C-179D952229F3}"/>
              </a:ext>
            </a:extLst>
          </p:cNvPr>
          <p:cNvSpPr>
            <a:spLocks/>
          </p:cNvSpPr>
          <p:nvPr/>
        </p:nvSpPr>
        <p:spPr>
          <a:xfrm>
            <a:off x="6716762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5186">
            <a:extLst>
              <a:ext uri="{FF2B5EF4-FFF2-40B4-BE49-F238E27FC236}">
                <a16:creationId xmlns:a16="http://schemas.microsoft.com/office/drawing/2014/main" id="{C2EA6D26-D9E3-4391-882C-F2972F137924}"/>
              </a:ext>
            </a:extLst>
          </p:cNvPr>
          <p:cNvSpPr>
            <a:spLocks/>
          </p:cNvSpPr>
          <p:nvPr/>
        </p:nvSpPr>
        <p:spPr>
          <a:xfrm>
            <a:off x="67662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5187">
            <a:extLst>
              <a:ext uri="{FF2B5EF4-FFF2-40B4-BE49-F238E27FC236}">
                <a16:creationId xmlns:a16="http://schemas.microsoft.com/office/drawing/2014/main" id="{98D9F8C4-EB43-486E-8349-4E995E66C97D}"/>
              </a:ext>
            </a:extLst>
          </p:cNvPr>
          <p:cNvSpPr>
            <a:spLocks/>
          </p:cNvSpPr>
          <p:nvPr/>
        </p:nvSpPr>
        <p:spPr>
          <a:xfrm>
            <a:off x="67850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5188">
            <a:extLst>
              <a:ext uri="{FF2B5EF4-FFF2-40B4-BE49-F238E27FC236}">
                <a16:creationId xmlns:a16="http://schemas.microsoft.com/office/drawing/2014/main" id="{11BAC3E1-0995-44AE-8E53-9933D6CA92B1}"/>
              </a:ext>
            </a:extLst>
          </p:cNvPr>
          <p:cNvSpPr>
            <a:spLocks/>
          </p:cNvSpPr>
          <p:nvPr/>
        </p:nvSpPr>
        <p:spPr>
          <a:xfrm>
            <a:off x="6745837" y="24959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5189">
            <a:extLst>
              <a:ext uri="{FF2B5EF4-FFF2-40B4-BE49-F238E27FC236}">
                <a16:creationId xmlns:a16="http://schemas.microsoft.com/office/drawing/2014/main" id="{9A60ED00-26C4-4B8A-9C62-C930B60F6F63}"/>
              </a:ext>
            </a:extLst>
          </p:cNvPr>
          <p:cNvSpPr>
            <a:spLocks/>
          </p:cNvSpPr>
          <p:nvPr/>
        </p:nvSpPr>
        <p:spPr>
          <a:xfrm>
            <a:off x="679482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5190">
            <a:extLst>
              <a:ext uri="{FF2B5EF4-FFF2-40B4-BE49-F238E27FC236}">
                <a16:creationId xmlns:a16="http://schemas.microsoft.com/office/drawing/2014/main" id="{80C6140E-1E1A-440E-B349-8D135328E527}"/>
              </a:ext>
            </a:extLst>
          </p:cNvPr>
          <p:cNvSpPr>
            <a:spLocks/>
          </p:cNvSpPr>
          <p:nvPr/>
        </p:nvSpPr>
        <p:spPr>
          <a:xfrm>
            <a:off x="674296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5191">
            <a:extLst>
              <a:ext uri="{FF2B5EF4-FFF2-40B4-BE49-F238E27FC236}">
                <a16:creationId xmlns:a16="http://schemas.microsoft.com/office/drawing/2014/main" id="{0110B48C-447E-4ABA-ADC2-77AB2C58E89D}"/>
              </a:ext>
            </a:extLst>
          </p:cNvPr>
          <p:cNvSpPr>
            <a:spLocks/>
          </p:cNvSpPr>
          <p:nvPr/>
        </p:nvSpPr>
        <p:spPr>
          <a:xfrm>
            <a:off x="6729231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5192">
            <a:extLst>
              <a:ext uri="{FF2B5EF4-FFF2-40B4-BE49-F238E27FC236}">
                <a16:creationId xmlns:a16="http://schemas.microsoft.com/office/drawing/2014/main" id="{F29E2076-10B9-44C5-9065-977B22909C51}"/>
              </a:ext>
            </a:extLst>
          </p:cNvPr>
          <p:cNvSpPr>
            <a:spLocks/>
          </p:cNvSpPr>
          <p:nvPr/>
        </p:nvSpPr>
        <p:spPr>
          <a:xfrm>
            <a:off x="6776278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5193">
            <a:extLst>
              <a:ext uri="{FF2B5EF4-FFF2-40B4-BE49-F238E27FC236}">
                <a16:creationId xmlns:a16="http://schemas.microsoft.com/office/drawing/2014/main" id="{3DBAD6B6-9BEF-4BB6-828D-56EE8C4928F0}"/>
              </a:ext>
            </a:extLst>
          </p:cNvPr>
          <p:cNvSpPr>
            <a:spLocks/>
          </p:cNvSpPr>
          <p:nvPr/>
        </p:nvSpPr>
        <p:spPr>
          <a:xfrm>
            <a:off x="673192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5194">
            <a:extLst>
              <a:ext uri="{FF2B5EF4-FFF2-40B4-BE49-F238E27FC236}">
                <a16:creationId xmlns:a16="http://schemas.microsoft.com/office/drawing/2014/main" id="{0D35F63B-616E-4EF9-B739-089ED3F5A306}"/>
              </a:ext>
            </a:extLst>
          </p:cNvPr>
          <p:cNvSpPr>
            <a:spLocks/>
          </p:cNvSpPr>
          <p:nvPr/>
        </p:nvSpPr>
        <p:spPr>
          <a:xfrm>
            <a:off x="6721270" y="21775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5195">
            <a:extLst>
              <a:ext uri="{FF2B5EF4-FFF2-40B4-BE49-F238E27FC236}">
                <a16:creationId xmlns:a16="http://schemas.microsoft.com/office/drawing/2014/main" id="{52963F49-813A-45C4-93AA-6DE3A83CC902}"/>
              </a:ext>
            </a:extLst>
          </p:cNvPr>
          <p:cNvSpPr>
            <a:spLocks/>
          </p:cNvSpPr>
          <p:nvPr/>
        </p:nvSpPr>
        <p:spPr>
          <a:xfrm>
            <a:off x="6769273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5196">
            <a:extLst>
              <a:ext uri="{FF2B5EF4-FFF2-40B4-BE49-F238E27FC236}">
                <a16:creationId xmlns:a16="http://schemas.microsoft.com/office/drawing/2014/main" id="{CA45E0BC-9EE5-4DFD-A67B-1683944DA119}"/>
              </a:ext>
            </a:extLst>
          </p:cNvPr>
          <p:cNvSpPr>
            <a:spLocks/>
          </p:cNvSpPr>
          <p:nvPr/>
        </p:nvSpPr>
        <p:spPr>
          <a:xfrm>
            <a:off x="678556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5197">
            <a:extLst>
              <a:ext uri="{FF2B5EF4-FFF2-40B4-BE49-F238E27FC236}">
                <a16:creationId xmlns:a16="http://schemas.microsoft.com/office/drawing/2014/main" id="{723B880F-BA0B-4507-8D49-EAEC1E7702EC}"/>
              </a:ext>
            </a:extLst>
          </p:cNvPr>
          <p:cNvSpPr>
            <a:spLocks/>
          </p:cNvSpPr>
          <p:nvPr/>
        </p:nvSpPr>
        <p:spPr>
          <a:xfrm>
            <a:off x="674724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5198">
            <a:extLst>
              <a:ext uri="{FF2B5EF4-FFF2-40B4-BE49-F238E27FC236}">
                <a16:creationId xmlns:a16="http://schemas.microsoft.com/office/drawing/2014/main" id="{95C67332-67C0-49E6-BB61-0BEDE88B4340}"/>
              </a:ext>
            </a:extLst>
          </p:cNvPr>
          <p:cNvSpPr>
            <a:spLocks/>
          </p:cNvSpPr>
          <p:nvPr/>
        </p:nvSpPr>
        <p:spPr>
          <a:xfrm>
            <a:off x="676978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5199">
            <a:extLst>
              <a:ext uri="{FF2B5EF4-FFF2-40B4-BE49-F238E27FC236}">
                <a16:creationId xmlns:a16="http://schemas.microsoft.com/office/drawing/2014/main" id="{FDA1C22B-DC8C-41D9-84C3-D336A1541CCE}"/>
              </a:ext>
            </a:extLst>
          </p:cNvPr>
          <p:cNvSpPr>
            <a:spLocks/>
          </p:cNvSpPr>
          <p:nvPr/>
        </p:nvSpPr>
        <p:spPr>
          <a:xfrm>
            <a:off x="67385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5200">
            <a:extLst>
              <a:ext uri="{FF2B5EF4-FFF2-40B4-BE49-F238E27FC236}">
                <a16:creationId xmlns:a16="http://schemas.microsoft.com/office/drawing/2014/main" id="{76B4A795-7DAE-47A4-A7EB-E7DF29B2D6DC}"/>
              </a:ext>
            </a:extLst>
          </p:cNvPr>
          <p:cNvSpPr>
            <a:spLocks/>
          </p:cNvSpPr>
          <p:nvPr/>
        </p:nvSpPr>
        <p:spPr>
          <a:xfrm>
            <a:off x="6722776" y="28534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5201">
            <a:extLst>
              <a:ext uri="{FF2B5EF4-FFF2-40B4-BE49-F238E27FC236}">
                <a16:creationId xmlns:a16="http://schemas.microsoft.com/office/drawing/2014/main" id="{7DA3A09D-9FFB-45BC-A4A1-8EC37F35D7F4}"/>
              </a:ext>
            </a:extLst>
          </p:cNvPr>
          <p:cNvSpPr>
            <a:spLocks/>
          </p:cNvSpPr>
          <p:nvPr/>
        </p:nvSpPr>
        <p:spPr>
          <a:xfrm>
            <a:off x="675102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5202">
            <a:extLst>
              <a:ext uri="{FF2B5EF4-FFF2-40B4-BE49-F238E27FC236}">
                <a16:creationId xmlns:a16="http://schemas.microsoft.com/office/drawing/2014/main" id="{AEFB2648-FB53-481D-9906-3B1E6B680F4D}"/>
              </a:ext>
            </a:extLst>
          </p:cNvPr>
          <p:cNvSpPr>
            <a:spLocks/>
          </p:cNvSpPr>
          <p:nvPr/>
        </p:nvSpPr>
        <p:spPr>
          <a:xfrm>
            <a:off x="6707052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5203">
            <a:extLst>
              <a:ext uri="{FF2B5EF4-FFF2-40B4-BE49-F238E27FC236}">
                <a16:creationId xmlns:a16="http://schemas.microsoft.com/office/drawing/2014/main" id="{9F30CAA1-F80E-49AA-9DF9-06DA9E665A09}"/>
              </a:ext>
            </a:extLst>
          </p:cNvPr>
          <p:cNvSpPr>
            <a:spLocks/>
          </p:cNvSpPr>
          <p:nvPr/>
        </p:nvSpPr>
        <p:spPr>
          <a:xfrm>
            <a:off x="6783234" y="32568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5204">
            <a:extLst>
              <a:ext uri="{FF2B5EF4-FFF2-40B4-BE49-F238E27FC236}">
                <a16:creationId xmlns:a16="http://schemas.microsoft.com/office/drawing/2014/main" id="{999909F3-805E-4B84-9D00-44C368B6ABB8}"/>
              </a:ext>
            </a:extLst>
          </p:cNvPr>
          <p:cNvSpPr>
            <a:spLocks/>
          </p:cNvSpPr>
          <p:nvPr/>
        </p:nvSpPr>
        <p:spPr>
          <a:xfrm>
            <a:off x="6756370" y="25414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5205">
            <a:extLst>
              <a:ext uri="{FF2B5EF4-FFF2-40B4-BE49-F238E27FC236}">
                <a16:creationId xmlns:a16="http://schemas.microsoft.com/office/drawing/2014/main" id="{12D59B3F-EF83-4CEC-906B-090B3D5478F9}"/>
              </a:ext>
            </a:extLst>
          </p:cNvPr>
          <p:cNvSpPr>
            <a:spLocks/>
          </p:cNvSpPr>
          <p:nvPr/>
        </p:nvSpPr>
        <p:spPr>
          <a:xfrm>
            <a:off x="6744692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5206">
            <a:extLst>
              <a:ext uri="{FF2B5EF4-FFF2-40B4-BE49-F238E27FC236}">
                <a16:creationId xmlns:a16="http://schemas.microsoft.com/office/drawing/2014/main" id="{95C1DF8C-0E57-4FA8-8B95-27D75C379AF9}"/>
              </a:ext>
            </a:extLst>
          </p:cNvPr>
          <p:cNvSpPr>
            <a:spLocks/>
          </p:cNvSpPr>
          <p:nvPr/>
        </p:nvSpPr>
        <p:spPr>
          <a:xfrm>
            <a:off x="6781500" y="34841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5207">
            <a:extLst>
              <a:ext uri="{FF2B5EF4-FFF2-40B4-BE49-F238E27FC236}">
                <a16:creationId xmlns:a16="http://schemas.microsoft.com/office/drawing/2014/main" id="{968A7F53-85B7-4249-B756-C7FA56BF9F69}"/>
              </a:ext>
            </a:extLst>
          </p:cNvPr>
          <p:cNvSpPr>
            <a:spLocks/>
          </p:cNvSpPr>
          <p:nvPr/>
        </p:nvSpPr>
        <p:spPr>
          <a:xfrm>
            <a:off x="6787967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5208">
            <a:extLst>
              <a:ext uri="{FF2B5EF4-FFF2-40B4-BE49-F238E27FC236}">
                <a16:creationId xmlns:a16="http://schemas.microsoft.com/office/drawing/2014/main" id="{BFDCC57D-AA85-45AB-8B0F-2540765AC0D1}"/>
              </a:ext>
            </a:extLst>
          </p:cNvPr>
          <p:cNvSpPr>
            <a:spLocks/>
          </p:cNvSpPr>
          <p:nvPr/>
        </p:nvSpPr>
        <p:spPr>
          <a:xfrm>
            <a:off x="67003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5209">
            <a:extLst>
              <a:ext uri="{FF2B5EF4-FFF2-40B4-BE49-F238E27FC236}">
                <a16:creationId xmlns:a16="http://schemas.microsoft.com/office/drawing/2014/main" id="{63BCA1C3-9338-455F-8E5D-5312E7D4A78A}"/>
              </a:ext>
            </a:extLst>
          </p:cNvPr>
          <p:cNvSpPr>
            <a:spLocks/>
          </p:cNvSpPr>
          <p:nvPr/>
        </p:nvSpPr>
        <p:spPr>
          <a:xfrm>
            <a:off x="6788348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5210">
            <a:extLst>
              <a:ext uri="{FF2B5EF4-FFF2-40B4-BE49-F238E27FC236}">
                <a16:creationId xmlns:a16="http://schemas.microsoft.com/office/drawing/2014/main" id="{250A4469-1115-43AE-9CC2-1C1026D38655}"/>
              </a:ext>
            </a:extLst>
          </p:cNvPr>
          <p:cNvSpPr>
            <a:spLocks/>
          </p:cNvSpPr>
          <p:nvPr/>
        </p:nvSpPr>
        <p:spPr>
          <a:xfrm>
            <a:off x="6752379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5211">
            <a:extLst>
              <a:ext uri="{FF2B5EF4-FFF2-40B4-BE49-F238E27FC236}">
                <a16:creationId xmlns:a16="http://schemas.microsoft.com/office/drawing/2014/main" id="{AB71FBB7-509E-45BD-A8DF-4CF5F34C25F3}"/>
              </a:ext>
            </a:extLst>
          </p:cNvPr>
          <p:cNvSpPr>
            <a:spLocks/>
          </p:cNvSpPr>
          <p:nvPr/>
        </p:nvSpPr>
        <p:spPr>
          <a:xfrm>
            <a:off x="6755785" y="24516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5212">
            <a:extLst>
              <a:ext uri="{FF2B5EF4-FFF2-40B4-BE49-F238E27FC236}">
                <a16:creationId xmlns:a16="http://schemas.microsoft.com/office/drawing/2014/main" id="{7181FEE6-3ED5-4A91-9B7E-A3D7346730BB}"/>
              </a:ext>
            </a:extLst>
          </p:cNvPr>
          <p:cNvSpPr>
            <a:spLocks/>
          </p:cNvSpPr>
          <p:nvPr/>
        </p:nvSpPr>
        <p:spPr>
          <a:xfrm>
            <a:off x="677137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5213">
            <a:extLst>
              <a:ext uri="{FF2B5EF4-FFF2-40B4-BE49-F238E27FC236}">
                <a16:creationId xmlns:a16="http://schemas.microsoft.com/office/drawing/2014/main" id="{F456AB47-F3B9-431E-AF0C-378AF7D1E680}"/>
              </a:ext>
            </a:extLst>
          </p:cNvPr>
          <p:cNvSpPr>
            <a:spLocks/>
          </p:cNvSpPr>
          <p:nvPr/>
        </p:nvSpPr>
        <p:spPr>
          <a:xfrm>
            <a:off x="6757801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5214">
            <a:extLst>
              <a:ext uri="{FF2B5EF4-FFF2-40B4-BE49-F238E27FC236}">
                <a16:creationId xmlns:a16="http://schemas.microsoft.com/office/drawing/2014/main" id="{CEA18427-97FB-4BB2-8765-2C388AF3B97F}"/>
              </a:ext>
            </a:extLst>
          </p:cNvPr>
          <p:cNvSpPr>
            <a:spLocks/>
          </p:cNvSpPr>
          <p:nvPr/>
        </p:nvSpPr>
        <p:spPr>
          <a:xfrm>
            <a:off x="693724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5215">
            <a:extLst>
              <a:ext uri="{FF2B5EF4-FFF2-40B4-BE49-F238E27FC236}">
                <a16:creationId xmlns:a16="http://schemas.microsoft.com/office/drawing/2014/main" id="{C1425961-149C-42C2-AB5C-5671DA9CF44C}"/>
              </a:ext>
            </a:extLst>
          </p:cNvPr>
          <p:cNvSpPr>
            <a:spLocks/>
          </p:cNvSpPr>
          <p:nvPr/>
        </p:nvSpPr>
        <p:spPr>
          <a:xfrm>
            <a:off x="697444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5216">
            <a:extLst>
              <a:ext uri="{FF2B5EF4-FFF2-40B4-BE49-F238E27FC236}">
                <a16:creationId xmlns:a16="http://schemas.microsoft.com/office/drawing/2014/main" id="{B6F2C9CE-FAD9-4A97-9124-4582BB49E89E}"/>
              </a:ext>
            </a:extLst>
          </p:cNvPr>
          <p:cNvSpPr>
            <a:spLocks/>
          </p:cNvSpPr>
          <p:nvPr/>
        </p:nvSpPr>
        <p:spPr>
          <a:xfrm>
            <a:off x="697678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5217">
            <a:extLst>
              <a:ext uri="{FF2B5EF4-FFF2-40B4-BE49-F238E27FC236}">
                <a16:creationId xmlns:a16="http://schemas.microsoft.com/office/drawing/2014/main" id="{4E6BF7F7-C9CB-49B0-9F00-D9B432926A1A}"/>
              </a:ext>
            </a:extLst>
          </p:cNvPr>
          <p:cNvSpPr>
            <a:spLocks/>
          </p:cNvSpPr>
          <p:nvPr/>
        </p:nvSpPr>
        <p:spPr>
          <a:xfrm>
            <a:off x="6960094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5218">
            <a:extLst>
              <a:ext uri="{FF2B5EF4-FFF2-40B4-BE49-F238E27FC236}">
                <a16:creationId xmlns:a16="http://schemas.microsoft.com/office/drawing/2014/main" id="{E2B9C5BA-4EFC-45F4-8CAE-A3D98A911226}"/>
              </a:ext>
            </a:extLst>
          </p:cNvPr>
          <p:cNvSpPr>
            <a:spLocks/>
          </p:cNvSpPr>
          <p:nvPr/>
        </p:nvSpPr>
        <p:spPr>
          <a:xfrm>
            <a:off x="6943420" y="257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5219">
            <a:extLst>
              <a:ext uri="{FF2B5EF4-FFF2-40B4-BE49-F238E27FC236}">
                <a16:creationId xmlns:a16="http://schemas.microsoft.com/office/drawing/2014/main" id="{7374AF4D-D538-4A5B-B76D-676735168A5A}"/>
              </a:ext>
            </a:extLst>
          </p:cNvPr>
          <p:cNvSpPr>
            <a:spLocks/>
          </p:cNvSpPr>
          <p:nvPr/>
        </p:nvSpPr>
        <p:spPr>
          <a:xfrm>
            <a:off x="696634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5220">
            <a:extLst>
              <a:ext uri="{FF2B5EF4-FFF2-40B4-BE49-F238E27FC236}">
                <a16:creationId xmlns:a16="http://schemas.microsoft.com/office/drawing/2014/main" id="{F59220FC-7BE0-449F-87CD-27F4B9360BE7}"/>
              </a:ext>
            </a:extLst>
          </p:cNvPr>
          <p:cNvSpPr>
            <a:spLocks/>
          </p:cNvSpPr>
          <p:nvPr/>
        </p:nvSpPr>
        <p:spPr>
          <a:xfrm>
            <a:off x="694164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5221">
            <a:extLst>
              <a:ext uri="{FF2B5EF4-FFF2-40B4-BE49-F238E27FC236}">
                <a16:creationId xmlns:a16="http://schemas.microsoft.com/office/drawing/2014/main" id="{5DFB3CCA-6C2B-4C3D-8B69-AA2C688DDF28}"/>
              </a:ext>
            </a:extLst>
          </p:cNvPr>
          <p:cNvSpPr>
            <a:spLocks/>
          </p:cNvSpPr>
          <p:nvPr/>
        </p:nvSpPr>
        <p:spPr>
          <a:xfrm>
            <a:off x="695388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5222">
            <a:extLst>
              <a:ext uri="{FF2B5EF4-FFF2-40B4-BE49-F238E27FC236}">
                <a16:creationId xmlns:a16="http://schemas.microsoft.com/office/drawing/2014/main" id="{2D7A5AD2-55AF-4DBF-A7DE-2E257BCD136E}"/>
              </a:ext>
            </a:extLst>
          </p:cNvPr>
          <p:cNvSpPr>
            <a:spLocks/>
          </p:cNvSpPr>
          <p:nvPr/>
        </p:nvSpPr>
        <p:spPr>
          <a:xfrm>
            <a:off x="7022268" y="3148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5223">
            <a:extLst>
              <a:ext uri="{FF2B5EF4-FFF2-40B4-BE49-F238E27FC236}">
                <a16:creationId xmlns:a16="http://schemas.microsoft.com/office/drawing/2014/main" id="{EA5DE61E-0888-473C-A2A6-DF1A89504C54}"/>
              </a:ext>
            </a:extLst>
          </p:cNvPr>
          <p:cNvSpPr>
            <a:spLocks/>
          </p:cNvSpPr>
          <p:nvPr/>
        </p:nvSpPr>
        <p:spPr>
          <a:xfrm>
            <a:off x="701085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5224">
            <a:extLst>
              <a:ext uri="{FF2B5EF4-FFF2-40B4-BE49-F238E27FC236}">
                <a16:creationId xmlns:a16="http://schemas.microsoft.com/office/drawing/2014/main" id="{4B1ABB17-02E2-48DC-9AB8-938D0E500EAF}"/>
              </a:ext>
            </a:extLst>
          </p:cNvPr>
          <p:cNvSpPr>
            <a:spLocks/>
          </p:cNvSpPr>
          <p:nvPr/>
        </p:nvSpPr>
        <p:spPr>
          <a:xfrm>
            <a:off x="6982885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5225">
            <a:extLst>
              <a:ext uri="{FF2B5EF4-FFF2-40B4-BE49-F238E27FC236}">
                <a16:creationId xmlns:a16="http://schemas.microsoft.com/office/drawing/2014/main" id="{53E6C661-CE6A-4193-B27D-78867D0B7024}"/>
              </a:ext>
            </a:extLst>
          </p:cNvPr>
          <p:cNvSpPr>
            <a:spLocks/>
          </p:cNvSpPr>
          <p:nvPr/>
        </p:nvSpPr>
        <p:spPr>
          <a:xfrm>
            <a:off x="694810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5226">
            <a:extLst>
              <a:ext uri="{FF2B5EF4-FFF2-40B4-BE49-F238E27FC236}">
                <a16:creationId xmlns:a16="http://schemas.microsoft.com/office/drawing/2014/main" id="{18C9AEA7-41FC-43EC-8D80-FAB1FE80F1B6}"/>
              </a:ext>
            </a:extLst>
          </p:cNvPr>
          <p:cNvSpPr>
            <a:spLocks/>
          </p:cNvSpPr>
          <p:nvPr/>
        </p:nvSpPr>
        <p:spPr>
          <a:xfrm>
            <a:off x="693224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5227">
            <a:extLst>
              <a:ext uri="{FF2B5EF4-FFF2-40B4-BE49-F238E27FC236}">
                <a16:creationId xmlns:a16="http://schemas.microsoft.com/office/drawing/2014/main" id="{8CB5F554-A4E8-4D25-84EC-F824E469CF75}"/>
              </a:ext>
            </a:extLst>
          </p:cNvPr>
          <p:cNvSpPr>
            <a:spLocks/>
          </p:cNvSpPr>
          <p:nvPr/>
        </p:nvSpPr>
        <p:spPr>
          <a:xfrm>
            <a:off x="6942052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5228">
            <a:extLst>
              <a:ext uri="{FF2B5EF4-FFF2-40B4-BE49-F238E27FC236}">
                <a16:creationId xmlns:a16="http://schemas.microsoft.com/office/drawing/2014/main" id="{CF27CEB5-474B-4262-8F43-1063F3E65757}"/>
              </a:ext>
            </a:extLst>
          </p:cNvPr>
          <p:cNvSpPr>
            <a:spLocks/>
          </p:cNvSpPr>
          <p:nvPr/>
        </p:nvSpPr>
        <p:spPr>
          <a:xfrm>
            <a:off x="6952278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5229">
            <a:extLst>
              <a:ext uri="{FF2B5EF4-FFF2-40B4-BE49-F238E27FC236}">
                <a16:creationId xmlns:a16="http://schemas.microsoft.com/office/drawing/2014/main" id="{8E98B104-BABD-499E-AA34-AAC339E980D2}"/>
              </a:ext>
            </a:extLst>
          </p:cNvPr>
          <p:cNvSpPr>
            <a:spLocks/>
          </p:cNvSpPr>
          <p:nvPr/>
        </p:nvSpPr>
        <p:spPr>
          <a:xfrm>
            <a:off x="694912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5230">
            <a:extLst>
              <a:ext uri="{FF2B5EF4-FFF2-40B4-BE49-F238E27FC236}">
                <a16:creationId xmlns:a16="http://schemas.microsoft.com/office/drawing/2014/main" id="{2D6EDE02-7B04-478F-8E9B-963AEDC50622}"/>
              </a:ext>
            </a:extLst>
          </p:cNvPr>
          <p:cNvSpPr>
            <a:spLocks/>
          </p:cNvSpPr>
          <p:nvPr/>
        </p:nvSpPr>
        <p:spPr>
          <a:xfrm>
            <a:off x="692815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5231">
            <a:extLst>
              <a:ext uri="{FF2B5EF4-FFF2-40B4-BE49-F238E27FC236}">
                <a16:creationId xmlns:a16="http://schemas.microsoft.com/office/drawing/2014/main" id="{2D91F6D0-9C3A-4551-B119-3D077B977EDF}"/>
              </a:ext>
            </a:extLst>
          </p:cNvPr>
          <p:cNvSpPr>
            <a:spLocks/>
          </p:cNvSpPr>
          <p:nvPr/>
        </p:nvSpPr>
        <p:spPr>
          <a:xfrm>
            <a:off x="698018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5232">
            <a:extLst>
              <a:ext uri="{FF2B5EF4-FFF2-40B4-BE49-F238E27FC236}">
                <a16:creationId xmlns:a16="http://schemas.microsoft.com/office/drawing/2014/main" id="{AC249E36-E0EE-441E-9CD5-01429116F481}"/>
              </a:ext>
            </a:extLst>
          </p:cNvPr>
          <p:cNvSpPr>
            <a:spLocks/>
          </p:cNvSpPr>
          <p:nvPr/>
        </p:nvSpPr>
        <p:spPr>
          <a:xfrm>
            <a:off x="700990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5233">
            <a:extLst>
              <a:ext uri="{FF2B5EF4-FFF2-40B4-BE49-F238E27FC236}">
                <a16:creationId xmlns:a16="http://schemas.microsoft.com/office/drawing/2014/main" id="{F3267167-16E2-4FA8-A9C9-59E907097C21}"/>
              </a:ext>
            </a:extLst>
          </p:cNvPr>
          <p:cNvSpPr>
            <a:spLocks/>
          </p:cNvSpPr>
          <p:nvPr/>
        </p:nvSpPr>
        <p:spPr>
          <a:xfrm>
            <a:off x="6932861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5234">
            <a:extLst>
              <a:ext uri="{FF2B5EF4-FFF2-40B4-BE49-F238E27FC236}">
                <a16:creationId xmlns:a16="http://schemas.microsoft.com/office/drawing/2014/main" id="{26236A8E-F274-4215-A0B8-4C638305B095}"/>
              </a:ext>
            </a:extLst>
          </p:cNvPr>
          <p:cNvSpPr>
            <a:spLocks/>
          </p:cNvSpPr>
          <p:nvPr/>
        </p:nvSpPr>
        <p:spPr>
          <a:xfrm>
            <a:off x="6990496" y="31278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5235">
            <a:extLst>
              <a:ext uri="{FF2B5EF4-FFF2-40B4-BE49-F238E27FC236}">
                <a16:creationId xmlns:a16="http://schemas.microsoft.com/office/drawing/2014/main" id="{D1EECF3F-981B-4877-85C8-D09D874A3B7C}"/>
              </a:ext>
            </a:extLst>
          </p:cNvPr>
          <p:cNvSpPr>
            <a:spLocks/>
          </p:cNvSpPr>
          <p:nvPr/>
        </p:nvSpPr>
        <p:spPr>
          <a:xfrm>
            <a:off x="6999938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5236">
            <a:extLst>
              <a:ext uri="{FF2B5EF4-FFF2-40B4-BE49-F238E27FC236}">
                <a16:creationId xmlns:a16="http://schemas.microsoft.com/office/drawing/2014/main" id="{597CABF8-17F5-4426-BFEE-11077DC71DEC}"/>
              </a:ext>
            </a:extLst>
          </p:cNvPr>
          <p:cNvSpPr>
            <a:spLocks/>
          </p:cNvSpPr>
          <p:nvPr/>
        </p:nvSpPr>
        <p:spPr>
          <a:xfrm>
            <a:off x="6956033" y="21775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5237">
            <a:extLst>
              <a:ext uri="{FF2B5EF4-FFF2-40B4-BE49-F238E27FC236}">
                <a16:creationId xmlns:a16="http://schemas.microsoft.com/office/drawing/2014/main" id="{31C12262-4116-41D3-AB5C-1B5626010E99}"/>
              </a:ext>
            </a:extLst>
          </p:cNvPr>
          <p:cNvSpPr>
            <a:spLocks/>
          </p:cNvSpPr>
          <p:nvPr/>
        </p:nvSpPr>
        <p:spPr>
          <a:xfrm>
            <a:off x="7006579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5238">
            <a:extLst>
              <a:ext uri="{FF2B5EF4-FFF2-40B4-BE49-F238E27FC236}">
                <a16:creationId xmlns:a16="http://schemas.microsoft.com/office/drawing/2014/main" id="{A7738C54-D170-4306-A8D8-CADA7D34831B}"/>
              </a:ext>
            </a:extLst>
          </p:cNvPr>
          <p:cNvSpPr>
            <a:spLocks/>
          </p:cNvSpPr>
          <p:nvPr/>
        </p:nvSpPr>
        <p:spPr>
          <a:xfrm>
            <a:off x="6971564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5239">
            <a:extLst>
              <a:ext uri="{FF2B5EF4-FFF2-40B4-BE49-F238E27FC236}">
                <a16:creationId xmlns:a16="http://schemas.microsoft.com/office/drawing/2014/main" id="{ACE76D87-9E1C-40A5-9A37-248C85444302}"/>
              </a:ext>
            </a:extLst>
          </p:cNvPr>
          <p:cNvSpPr>
            <a:spLocks/>
          </p:cNvSpPr>
          <p:nvPr/>
        </p:nvSpPr>
        <p:spPr>
          <a:xfrm>
            <a:off x="697395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5240">
            <a:extLst>
              <a:ext uri="{FF2B5EF4-FFF2-40B4-BE49-F238E27FC236}">
                <a16:creationId xmlns:a16="http://schemas.microsoft.com/office/drawing/2014/main" id="{42421B5A-BD9D-4F45-B6B5-AFE9D197854A}"/>
              </a:ext>
            </a:extLst>
          </p:cNvPr>
          <p:cNvSpPr>
            <a:spLocks/>
          </p:cNvSpPr>
          <p:nvPr/>
        </p:nvSpPr>
        <p:spPr>
          <a:xfrm>
            <a:off x="7015073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5241">
            <a:extLst>
              <a:ext uri="{FF2B5EF4-FFF2-40B4-BE49-F238E27FC236}">
                <a16:creationId xmlns:a16="http://schemas.microsoft.com/office/drawing/2014/main" id="{828249DF-D881-48A8-B0D6-0B472E28292C}"/>
              </a:ext>
            </a:extLst>
          </p:cNvPr>
          <p:cNvSpPr>
            <a:spLocks/>
          </p:cNvSpPr>
          <p:nvPr/>
        </p:nvSpPr>
        <p:spPr>
          <a:xfrm>
            <a:off x="7004923" y="32133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5242">
            <a:extLst>
              <a:ext uri="{FF2B5EF4-FFF2-40B4-BE49-F238E27FC236}">
                <a16:creationId xmlns:a16="http://schemas.microsoft.com/office/drawing/2014/main" id="{66DC9E37-493B-42D7-BC29-FB787F2FAF26}"/>
              </a:ext>
            </a:extLst>
          </p:cNvPr>
          <p:cNvSpPr>
            <a:spLocks/>
          </p:cNvSpPr>
          <p:nvPr/>
        </p:nvSpPr>
        <p:spPr>
          <a:xfrm>
            <a:off x="6992625" y="31133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5243">
            <a:extLst>
              <a:ext uri="{FF2B5EF4-FFF2-40B4-BE49-F238E27FC236}">
                <a16:creationId xmlns:a16="http://schemas.microsoft.com/office/drawing/2014/main" id="{AC329723-5643-46DA-B09A-459F291AB90C}"/>
              </a:ext>
            </a:extLst>
          </p:cNvPr>
          <p:cNvSpPr>
            <a:spLocks/>
          </p:cNvSpPr>
          <p:nvPr/>
        </p:nvSpPr>
        <p:spPr>
          <a:xfrm>
            <a:off x="695954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5244">
            <a:extLst>
              <a:ext uri="{FF2B5EF4-FFF2-40B4-BE49-F238E27FC236}">
                <a16:creationId xmlns:a16="http://schemas.microsoft.com/office/drawing/2014/main" id="{1F2E641D-D490-4DC6-8B41-F6AC02163625}"/>
              </a:ext>
            </a:extLst>
          </p:cNvPr>
          <p:cNvSpPr>
            <a:spLocks/>
          </p:cNvSpPr>
          <p:nvPr/>
        </p:nvSpPr>
        <p:spPr>
          <a:xfrm>
            <a:off x="699925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5245">
            <a:extLst>
              <a:ext uri="{FF2B5EF4-FFF2-40B4-BE49-F238E27FC236}">
                <a16:creationId xmlns:a16="http://schemas.microsoft.com/office/drawing/2014/main" id="{E75179F9-C792-4ED6-BCBB-4FEA567C8179}"/>
              </a:ext>
            </a:extLst>
          </p:cNvPr>
          <p:cNvSpPr>
            <a:spLocks/>
          </p:cNvSpPr>
          <p:nvPr/>
        </p:nvSpPr>
        <p:spPr>
          <a:xfrm>
            <a:off x="7001882" y="33533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5246">
            <a:extLst>
              <a:ext uri="{FF2B5EF4-FFF2-40B4-BE49-F238E27FC236}">
                <a16:creationId xmlns:a16="http://schemas.microsoft.com/office/drawing/2014/main" id="{07635489-F885-4E2A-B9CF-4083DDB9CAB8}"/>
              </a:ext>
            </a:extLst>
          </p:cNvPr>
          <p:cNvSpPr>
            <a:spLocks/>
          </p:cNvSpPr>
          <p:nvPr/>
        </p:nvSpPr>
        <p:spPr>
          <a:xfrm>
            <a:off x="696364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5247">
            <a:extLst>
              <a:ext uri="{FF2B5EF4-FFF2-40B4-BE49-F238E27FC236}">
                <a16:creationId xmlns:a16="http://schemas.microsoft.com/office/drawing/2014/main" id="{4784B2C6-3B28-44CC-A79B-07B711160F31}"/>
              </a:ext>
            </a:extLst>
          </p:cNvPr>
          <p:cNvSpPr>
            <a:spLocks/>
          </p:cNvSpPr>
          <p:nvPr/>
        </p:nvSpPr>
        <p:spPr>
          <a:xfrm>
            <a:off x="692552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5248">
            <a:extLst>
              <a:ext uri="{FF2B5EF4-FFF2-40B4-BE49-F238E27FC236}">
                <a16:creationId xmlns:a16="http://schemas.microsoft.com/office/drawing/2014/main" id="{D269DBFB-BDF0-4F0A-BF53-36CAE7F18991}"/>
              </a:ext>
            </a:extLst>
          </p:cNvPr>
          <p:cNvSpPr>
            <a:spLocks/>
          </p:cNvSpPr>
          <p:nvPr/>
        </p:nvSpPr>
        <p:spPr>
          <a:xfrm>
            <a:off x="695171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5249">
            <a:extLst>
              <a:ext uri="{FF2B5EF4-FFF2-40B4-BE49-F238E27FC236}">
                <a16:creationId xmlns:a16="http://schemas.microsoft.com/office/drawing/2014/main" id="{BED212C4-FC8C-4515-9652-445AEE636B63}"/>
              </a:ext>
            </a:extLst>
          </p:cNvPr>
          <p:cNvSpPr>
            <a:spLocks/>
          </p:cNvSpPr>
          <p:nvPr/>
        </p:nvSpPr>
        <p:spPr>
          <a:xfrm>
            <a:off x="693546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5250">
            <a:extLst>
              <a:ext uri="{FF2B5EF4-FFF2-40B4-BE49-F238E27FC236}">
                <a16:creationId xmlns:a16="http://schemas.microsoft.com/office/drawing/2014/main" id="{22085F81-B35D-4757-AC52-2791901C34E0}"/>
              </a:ext>
            </a:extLst>
          </p:cNvPr>
          <p:cNvSpPr>
            <a:spLocks/>
          </p:cNvSpPr>
          <p:nvPr/>
        </p:nvSpPr>
        <p:spPr>
          <a:xfrm>
            <a:off x="695237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5251">
            <a:extLst>
              <a:ext uri="{FF2B5EF4-FFF2-40B4-BE49-F238E27FC236}">
                <a16:creationId xmlns:a16="http://schemas.microsoft.com/office/drawing/2014/main" id="{3BEE7D42-3DEE-4259-ACDE-FDB3BFE84B86}"/>
              </a:ext>
            </a:extLst>
          </p:cNvPr>
          <p:cNvSpPr>
            <a:spLocks/>
          </p:cNvSpPr>
          <p:nvPr/>
        </p:nvSpPr>
        <p:spPr>
          <a:xfrm>
            <a:off x="692719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5252">
            <a:extLst>
              <a:ext uri="{FF2B5EF4-FFF2-40B4-BE49-F238E27FC236}">
                <a16:creationId xmlns:a16="http://schemas.microsoft.com/office/drawing/2014/main" id="{A8B37101-0E26-47E2-B36D-398A067616E8}"/>
              </a:ext>
            </a:extLst>
          </p:cNvPr>
          <p:cNvSpPr>
            <a:spLocks/>
          </p:cNvSpPr>
          <p:nvPr/>
        </p:nvSpPr>
        <p:spPr>
          <a:xfrm>
            <a:off x="701202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5253">
            <a:extLst>
              <a:ext uri="{FF2B5EF4-FFF2-40B4-BE49-F238E27FC236}">
                <a16:creationId xmlns:a16="http://schemas.microsoft.com/office/drawing/2014/main" id="{00A647DD-813D-4AEA-AC34-9C26691040A7}"/>
              </a:ext>
            </a:extLst>
          </p:cNvPr>
          <p:cNvSpPr>
            <a:spLocks/>
          </p:cNvSpPr>
          <p:nvPr/>
        </p:nvSpPr>
        <p:spPr>
          <a:xfrm>
            <a:off x="6992218" y="20410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5254">
            <a:extLst>
              <a:ext uri="{FF2B5EF4-FFF2-40B4-BE49-F238E27FC236}">
                <a16:creationId xmlns:a16="http://schemas.microsoft.com/office/drawing/2014/main" id="{E8058FA5-0640-46FA-9DFF-08C856D49E97}"/>
              </a:ext>
            </a:extLst>
          </p:cNvPr>
          <p:cNvSpPr>
            <a:spLocks/>
          </p:cNvSpPr>
          <p:nvPr/>
        </p:nvSpPr>
        <p:spPr>
          <a:xfrm>
            <a:off x="701051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5255">
            <a:extLst>
              <a:ext uri="{FF2B5EF4-FFF2-40B4-BE49-F238E27FC236}">
                <a16:creationId xmlns:a16="http://schemas.microsoft.com/office/drawing/2014/main" id="{E725F2A5-DEDD-46DF-A69D-AF2EC34C0616}"/>
              </a:ext>
            </a:extLst>
          </p:cNvPr>
          <p:cNvSpPr>
            <a:spLocks/>
          </p:cNvSpPr>
          <p:nvPr/>
        </p:nvSpPr>
        <p:spPr>
          <a:xfrm>
            <a:off x="6924893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5256">
            <a:extLst>
              <a:ext uri="{FF2B5EF4-FFF2-40B4-BE49-F238E27FC236}">
                <a16:creationId xmlns:a16="http://schemas.microsoft.com/office/drawing/2014/main" id="{9973FABD-C816-4E87-BBD7-AA3BD43D60AA}"/>
              </a:ext>
            </a:extLst>
          </p:cNvPr>
          <p:cNvSpPr>
            <a:spLocks/>
          </p:cNvSpPr>
          <p:nvPr/>
        </p:nvSpPr>
        <p:spPr>
          <a:xfrm>
            <a:off x="700165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5257">
            <a:extLst>
              <a:ext uri="{FF2B5EF4-FFF2-40B4-BE49-F238E27FC236}">
                <a16:creationId xmlns:a16="http://schemas.microsoft.com/office/drawing/2014/main" id="{C5DBEF8A-8EAF-45E6-9075-172A645CEA88}"/>
              </a:ext>
            </a:extLst>
          </p:cNvPr>
          <p:cNvSpPr>
            <a:spLocks/>
          </p:cNvSpPr>
          <p:nvPr/>
        </p:nvSpPr>
        <p:spPr>
          <a:xfrm>
            <a:off x="700694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5258">
            <a:extLst>
              <a:ext uri="{FF2B5EF4-FFF2-40B4-BE49-F238E27FC236}">
                <a16:creationId xmlns:a16="http://schemas.microsoft.com/office/drawing/2014/main" id="{613E3290-0D69-475F-BD09-9E1DE4E5293D}"/>
              </a:ext>
            </a:extLst>
          </p:cNvPr>
          <p:cNvSpPr>
            <a:spLocks/>
          </p:cNvSpPr>
          <p:nvPr/>
        </p:nvSpPr>
        <p:spPr>
          <a:xfrm>
            <a:off x="692255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5259">
            <a:extLst>
              <a:ext uri="{FF2B5EF4-FFF2-40B4-BE49-F238E27FC236}">
                <a16:creationId xmlns:a16="http://schemas.microsoft.com/office/drawing/2014/main" id="{3284B3CA-0A8D-47CA-B5EE-41D04D2961BF}"/>
              </a:ext>
            </a:extLst>
          </p:cNvPr>
          <p:cNvSpPr>
            <a:spLocks/>
          </p:cNvSpPr>
          <p:nvPr/>
        </p:nvSpPr>
        <p:spPr>
          <a:xfrm>
            <a:off x="696477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5260">
            <a:extLst>
              <a:ext uri="{FF2B5EF4-FFF2-40B4-BE49-F238E27FC236}">
                <a16:creationId xmlns:a16="http://schemas.microsoft.com/office/drawing/2014/main" id="{877F7807-638B-43CD-8636-03EAD0F3E874}"/>
              </a:ext>
            </a:extLst>
          </p:cNvPr>
          <p:cNvSpPr>
            <a:spLocks/>
          </p:cNvSpPr>
          <p:nvPr/>
        </p:nvSpPr>
        <p:spPr>
          <a:xfrm>
            <a:off x="699080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5261">
            <a:extLst>
              <a:ext uri="{FF2B5EF4-FFF2-40B4-BE49-F238E27FC236}">
                <a16:creationId xmlns:a16="http://schemas.microsoft.com/office/drawing/2014/main" id="{358085A5-F657-4EE7-890E-AFD875D78E3B}"/>
              </a:ext>
            </a:extLst>
          </p:cNvPr>
          <p:cNvSpPr>
            <a:spLocks/>
          </p:cNvSpPr>
          <p:nvPr/>
        </p:nvSpPr>
        <p:spPr>
          <a:xfrm>
            <a:off x="6938191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5262">
            <a:extLst>
              <a:ext uri="{FF2B5EF4-FFF2-40B4-BE49-F238E27FC236}">
                <a16:creationId xmlns:a16="http://schemas.microsoft.com/office/drawing/2014/main" id="{3CEC86E2-C37A-4B94-9D7A-FCB0E3AF1DD8}"/>
              </a:ext>
            </a:extLst>
          </p:cNvPr>
          <p:cNvSpPr>
            <a:spLocks/>
          </p:cNvSpPr>
          <p:nvPr/>
        </p:nvSpPr>
        <p:spPr>
          <a:xfrm>
            <a:off x="697144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5263">
            <a:extLst>
              <a:ext uri="{FF2B5EF4-FFF2-40B4-BE49-F238E27FC236}">
                <a16:creationId xmlns:a16="http://schemas.microsoft.com/office/drawing/2014/main" id="{B35EEFE7-3F87-4A74-BCF4-E467D47DD806}"/>
              </a:ext>
            </a:extLst>
          </p:cNvPr>
          <p:cNvSpPr>
            <a:spLocks/>
          </p:cNvSpPr>
          <p:nvPr/>
        </p:nvSpPr>
        <p:spPr>
          <a:xfrm>
            <a:off x="7008567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5264">
            <a:extLst>
              <a:ext uri="{FF2B5EF4-FFF2-40B4-BE49-F238E27FC236}">
                <a16:creationId xmlns:a16="http://schemas.microsoft.com/office/drawing/2014/main" id="{28272B51-152A-4DD8-BC2E-6221B0D90324}"/>
              </a:ext>
            </a:extLst>
          </p:cNvPr>
          <p:cNvSpPr>
            <a:spLocks/>
          </p:cNvSpPr>
          <p:nvPr/>
        </p:nvSpPr>
        <p:spPr>
          <a:xfrm>
            <a:off x="6960169" y="30646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5265">
            <a:extLst>
              <a:ext uri="{FF2B5EF4-FFF2-40B4-BE49-F238E27FC236}">
                <a16:creationId xmlns:a16="http://schemas.microsoft.com/office/drawing/2014/main" id="{CB28C89E-64EC-4E9B-BBA1-A064505996BC}"/>
              </a:ext>
            </a:extLst>
          </p:cNvPr>
          <p:cNvSpPr>
            <a:spLocks/>
          </p:cNvSpPr>
          <p:nvPr/>
        </p:nvSpPr>
        <p:spPr>
          <a:xfrm>
            <a:off x="692966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5266">
            <a:extLst>
              <a:ext uri="{FF2B5EF4-FFF2-40B4-BE49-F238E27FC236}">
                <a16:creationId xmlns:a16="http://schemas.microsoft.com/office/drawing/2014/main" id="{D898FA5B-3773-4131-8A12-E1CBBD95BA13}"/>
              </a:ext>
            </a:extLst>
          </p:cNvPr>
          <p:cNvSpPr>
            <a:spLocks/>
          </p:cNvSpPr>
          <p:nvPr/>
        </p:nvSpPr>
        <p:spPr>
          <a:xfrm>
            <a:off x="7003204" y="19273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5267">
            <a:extLst>
              <a:ext uri="{FF2B5EF4-FFF2-40B4-BE49-F238E27FC236}">
                <a16:creationId xmlns:a16="http://schemas.microsoft.com/office/drawing/2014/main" id="{26353DA8-3D77-4EED-BCCF-879918C4049E}"/>
              </a:ext>
            </a:extLst>
          </p:cNvPr>
          <p:cNvSpPr>
            <a:spLocks/>
          </p:cNvSpPr>
          <p:nvPr/>
        </p:nvSpPr>
        <p:spPr>
          <a:xfrm>
            <a:off x="6942736" y="22636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5268">
            <a:extLst>
              <a:ext uri="{FF2B5EF4-FFF2-40B4-BE49-F238E27FC236}">
                <a16:creationId xmlns:a16="http://schemas.microsoft.com/office/drawing/2014/main" id="{3EE3B483-23EF-41E4-9FA0-6F9A82BDDC55}"/>
              </a:ext>
            </a:extLst>
          </p:cNvPr>
          <p:cNvSpPr>
            <a:spLocks/>
          </p:cNvSpPr>
          <p:nvPr/>
        </p:nvSpPr>
        <p:spPr>
          <a:xfrm>
            <a:off x="6962162" y="2766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5269">
            <a:extLst>
              <a:ext uri="{FF2B5EF4-FFF2-40B4-BE49-F238E27FC236}">
                <a16:creationId xmlns:a16="http://schemas.microsoft.com/office/drawing/2014/main" id="{7BA82133-2780-42F6-AC44-444A3E043047}"/>
              </a:ext>
            </a:extLst>
          </p:cNvPr>
          <p:cNvSpPr>
            <a:spLocks/>
          </p:cNvSpPr>
          <p:nvPr/>
        </p:nvSpPr>
        <p:spPr>
          <a:xfrm>
            <a:off x="697268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5270">
            <a:extLst>
              <a:ext uri="{FF2B5EF4-FFF2-40B4-BE49-F238E27FC236}">
                <a16:creationId xmlns:a16="http://schemas.microsoft.com/office/drawing/2014/main" id="{E2B25A6C-A941-4DED-8CA5-12995E6813BF}"/>
              </a:ext>
            </a:extLst>
          </p:cNvPr>
          <p:cNvSpPr>
            <a:spLocks/>
          </p:cNvSpPr>
          <p:nvPr/>
        </p:nvSpPr>
        <p:spPr>
          <a:xfrm>
            <a:off x="6918244" y="33733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5271">
            <a:extLst>
              <a:ext uri="{FF2B5EF4-FFF2-40B4-BE49-F238E27FC236}">
                <a16:creationId xmlns:a16="http://schemas.microsoft.com/office/drawing/2014/main" id="{241DE56C-4B6A-4527-B711-E3457F128A18}"/>
              </a:ext>
            </a:extLst>
          </p:cNvPr>
          <p:cNvSpPr>
            <a:spLocks/>
          </p:cNvSpPr>
          <p:nvPr/>
        </p:nvSpPr>
        <p:spPr>
          <a:xfrm>
            <a:off x="700542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5272">
            <a:extLst>
              <a:ext uri="{FF2B5EF4-FFF2-40B4-BE49-F238E27FC236}">
                <a16:creationId xmlns:a16="http://schemas.microsoft.com/office/drawing/2014/main" id="{9ACA9895-55A5-44EA-9B0F-72982707EE8F}"/>
              </a:ext>
            </a:extLst>
          </p:cNvPr>
          <p:cNvSpPr>
            <a:spLocks/>
          </p:cNvSpPr>
          <p:nvPr/>
        </p:nvSpPr>
        <p:spPr>
          <a:xfrm>
            <a:off x="7016309" y="3581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5273">
            <a:extLst>
              <a:ext uri="{FF2B5EF4-FFF2-40B4-BE49-F238E27FC236}">
                <a16:creationId xmlns:a16="http://schemas.microsoft.com/office/drawing/2014/main" id="{2B551A35-992C-418E-9921-DE6473A4C2A6}"/>
              </a:ext>
            </a:extLst>
          </p:cNvPr>
          <p:cNvSpPr>
            <a:spLocks/>
          </p:cNvSpPr>
          <p:nvPr/>
        </p:nvSpPr>
        <p:spPr>
          <a:xfrm>
            <a:off x="694742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5274">
            <a:extLst>
              <a:ext uri="{FF2B5EF4-FFF2-40B4-BE49-F238E27FC236}">
                <a16:creationId xmlns:a16="http://schemas.microsoft.com/office/drawing/2014/main" id="{FC63886B-1AC1-42AE-B3AF-3A170B7DD4E1}"/>
              </a:ext>
            </a:extLst>
          </p:cNvPr>
          <p:cNvSpPr>
            <a:spLocks/>
          </p:cNvSpPr>
          <p:nvPr/>
        </p:nvSpPr>
        <p:spPr>
          <a:xfrm>
            <a:off x="698462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5275">
            <a:extLst>
              <a:ext uri="{FF2B5EF4-FFF2-40B4-BE49-F238E27FC236}">
                <a16:creationId xmlns:a16="http://schemas.microsoft.com/office/drawing/2014/main" id="{F081EE9F-D668-4ED0-9123-329ACCFD62A8}"/>
              </a:ext>
            </a:extLst>
          </p:cNvPr>
          <p:cNvSpPr>
            <a:spLocks/>
          </p:cNvSpPr>
          <p:nvPr/>
        </p:nvSpPr>
        <p:spPr>
          <a:xfrm>
            <a:off x="695321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5276">
            <a:extLst>
              <a:ext uri="{FF2B5EF4-FFF2-40B4-BE49-F238E27FC236}">
                <a16:creationId xmlns:a16="http://schemas.microsoft.com/office/drawing/2014/main" id="{2CE33BEB-970B-4280-966C-8B1E8F537D69}"/>
              </a:ext>
            </a:extLst>
          </p:cNvPr>
          <p:cNvSpPr>
            <a:spLocks/>
          </p:cNvSpPr>
          <p:nvPr/>
        </p:nvSpPr>
        <p:spPr>
          <a:xfrm>
            <a:off x="696397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5277">
            <a:extLst>
              <a:ext uri="{FF2B5EF4-FFF2-40B4-BE49-F238E27FC236}">
                <a16:creationId xmlns:a16="http://schemas.microsoft.com/office/drawing/2014/main" id="{2752F085-08D0-4F6B-B30F-B16A75945E22}"/>
              </a:ext>
            </a:extLst>
          </p:cNvPr>
          <p:cNvSpPr>
            <a:spLocks/>
          </p:cNvSpPr>
          <p:nvPr/>
        </p:nvSpPr>
        <p:spPr>
          <a:xfrm>
            <a:off x="7017523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5278">
            <a:extLst>
              <a:ext uri="{FF2B5EF4-FFF2-40B4-BE49-F238E27FC236}">
                <a16:creationId xmlns:a16="http://schemas.microsoft.com/office/drawing/2014/main" id="{2DF8862C-C8E1-40A2-80D3-9FE9A821483E}"/>
              </a:ext>
            </a:extLst>
          </p:cNvPr>
          <p:cNvSpPr>
            <a:spLocks/>
          </p:cNvSpPr>
          <p:nvPr/>
        </p:nvSpPr>
        <p:spPr>
          <a:xfrm>
            <a:off x="696942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5279">
            <a:extLst>
              <a:ext uri="{FF2B5EF4-FFF2-40B4-BE49-F238E27FC236}">
                <a16:creationId xmlns:a16="http://schemas.microsoft.com/office/drawing/2014/main" id="{602F4DB8-F016-46F5-A3F1-8E69C2C7E390}"/>
              </a:ext>
            </a:extLst>
          </p:cNvPr>
          <p:cNvSpPr>
            <a:spLocks/>
          </p:cNvSpPr>
          <p:nvPr/>
        </p:nvSpPr>
        <p:spPr>
          <a:xfrm>
            <a:off x="7016085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5280">
            <a:extLst>
              <a:ext uri="{FF2B5EF4-FFF2-40B4-BE49-F238E27FC236}">
                <a16:creationId xmlns:a16="http://schemas.microsoft.com/office/drawing/2014/main" id="{8BEADC57-9C0C-4D26-90BE-F41B3D4C8737}"/>
              </a:ext>
            </a:extLst>
          </p:cNvPr>
          <p:cNvSpPr>
            <a:spLocks/>
          </p:cNvSpPr>
          <p:nvPr/>
        </p:nvSpPr>
        <p:spPr>
          <a:xfrm>
            <a:off x="6962775" y="23334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5281">
            <a:extLst>
              <a:ext uri="{FF2B5EF4-FFF2-40B4-BE49-F238E27FC236}">
                <a16:creationId xmlns:a16="http://schemas.microsoft.com/office/drawing/2014/main" id="{1189B16F-6B10-4634-8F80-2338A9FD5534}"/>
              </a:ext>
            </a:extLst>
          </p:cNvPr>
          <p:cNvSpPr>
            <a:spLocks/>
          </p:cNvSpPr>
          <p:nvPr/>
        </p:nvSpPr>
        <p:spPr>
          <a:xfrm>
            <a:off x="699804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5282">
            <a:extLst>
              <a:ext uri="{FF2B5EF4-FFF2-40B4-BE49-F238E27FC236}">
                <a16:creationId xmlns:a16="http://schemas.microsoft.com/office/drawing/2014/main" id="{AB0973FE-7F62-49AF-A019-F1100CFA98D7}"/>
              </a:ext>
            </a:extLst>
          </p:cNvPr>
          <p:cNvSpPr>
            <a:spLocks/>
          </p:cNvSpPr>
          <p:nvPr/>
        </p:nvSpPr>
        <p:spPr>
          <a:xfrm>
            <a:off x="698368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5283">
            <a:extLst>
              <a:ext uri="{FF2B5EF4-FFF2-40B4-BE49-F238E27FC236}">
                <a16:creationId xmlns:a16="http://schemas.microsoft.com/office/drawing/2014/main" id="{4A57A1B9-2B24-4E1E-986C-8FADE4E3C0C4}"/>
              </a:ext>
            </a:extLst>
          </p:cNvPr>
          <p:cNvSpPr>
            <a:spLocks/>
          </p:cNvSpPr>
          <p:nvPr/>
        </p:nvSpPr>
        <p:spPr>
          <a:xfrm>
            <a:off x="6979496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5284">
            <a:extLst>
              <a:ext uri="{FF2B5EF4-FFF2-40B4-BE49-F238E27FC236}">
                <a16:creationId xmlns:a16="http://schemas.microsoft.com/office/drawing/2014/main" id="{600A3337-BA28-4A7B-A749-DD27E485A418}"/>
              </a:ext>
            </a:extLst>
          </p:cNvPr>
          <p:cNvSpPr>
            <a:spLocks/>
          </p:cNvSpPr>
          <p:nvPr/>
        </p:nvSpPr>
        <p:spPr>
          <a:xfrm>
            <a:off x="692186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5285">
            <a:extLst>
              <a:ext uri="{FF2B5EF4-FFF2-40B4-BE49-F238E27FC236}">
                <a16:creationId xmlns:a16="http://schemas.microsoft.com/office/drawing/2014/main" id="{68D5FA84-469C-481F-ABCA-0DFA95CCF968}"/>
              </a:ext>
            </a:extLst>
          </p:cNvPr>
          <p:cNvSpPr>
            <a:spLocks/>
          </p:cNvSpPr>
          <p:nvPr/>
        </p:nvSpPr>
        <p:spPr>
          <a:xfrm>
            <a:off x="6940563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5286">
            <a:extLst>
              <a:ext uri="{FF2B5EF4-FFF2-40B4-BE49-F238E27FC236}">
                <a16:creationId xmlns:a16="http://schemas.microsoft.com/office/drawing/2014/main" id="{F9406E84-6E93-403D-8B6D-5BA6FDCFB512}"/>
              </a:ext>
            </a:extLst>
          </p:cNvPr>
          <p:cNvSpPr>
            <a:spLocks/>
          </p:cNvSpPr>
          <p:nvPr/>
        </p:nvSpPr>
        <p:spPr>
          <a:xfrm>
            <a:off x="7021367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5287">
            <a:extLst>
              <a:ext uri="{FF2B5EF4-FFF2-40B4-BE49-F238E27FC236}">
                <a16:creationId xmlns:a16="http://schemas.microsoft.com/office/drawing/2014/main" id="{17EE2A44-2F24-4399-95DF-337235865C6F}"/>
              </a:ext>
            </a:extLst>
          </p:cNvPr>
          <p:cNvSpPr>
            <a:spLocks/>
          </p:cNvSpPr>
          <p:nvPr/>
        </p:nvSpPr>
        <p:spPr>
          <a:xfrm>
            <a:off x="6995858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5288">
            <a:extLst>
              <a:ext uri="{FF2B5EF4-FFF2-40B4-BE49-F238E27FC236}">
                <a16:creationId xmlns:a16="http://schemas.microsoft.com/office/drawing/2014/main" id="{E54DA730-405A-4ED6-9D3D-D4B759981E52}"/>
              </a:ext>
            </a:extLst>
          </p:cNvPr>
          <p:cNvSpPr>
            <a:spLocks/>
          </p:cNvSpPr>
          <p:nvPr/>
        </p:nvSpPr>
        <p:spPr>
          <a:xfrm>
            <a:off x="6993375" y="30873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5289">
            <a:extLst>
              <a:ext uri="{FF2B5EF4-FFF2-40B4-BE49-F238E27FC236}">
                <a16:creationId xmlns:a16="http://schemas.microsoft.com/office/drawing/2014/main" id="{60511931-118B-4586-A52C-E8F6E70A883E}"/>
              </a:ext>
            </a:extLst>
          </p:cNvPr>
          <p:cNvSpPr>
            <a:spLocks/>
          </p:cNvSpPr>
          <p:nvPr/>
        </p:nvSpPr>
        <p:spPr>
          <a:xfrm>
            <a:off x="6944346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5290">
            <a:extLst>
              <a:ext uri="{FF2B5EF4-FFF2-40B4-BE49-F238E27FC236}">
                <a16:creationId xmlns:a16="http://schemas.microsoft.com/office/drawing/2014/main" id="{E77BDEFB-BC43-4A13-9D1C-17BDF8D4CA88}"/>
              </a:ext>
            </a:extLst>
          </p:cNvPr>
          <p:cNvSpPr>
            <a:spLocks/>
          </p:cNvSpPr>
          <p:nvPr/>
        </p:nvSpPr>
        <p:spPr>
          <a:xfrm>
            <a:off x="698705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5291">
            <a:extLst>
              <a:ext uri="{FF2B5EF4-FFF2-40B4-BE49-F238E27FC236}">
                <a16:creationId xmlns:a16="http://schemas.microsoft.com/office/drawing/2014/main" id="{A5D65A14-AACA-4F46-A2AD-C9177A4F4C74}"/>
              </a:ext>
            </a:extLst>
          </p:cNvPr>
          <p:cNvSpPr>
            <a:spLocks/>
          </p:cNvSpPr>
          <p:nvPr/>
        </p:nvSpPr>
        <p:spPr>
          <a:xfrm>
            <a:off x="695801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5292">
            <a:extLst>
              <a:ext uri="{FF2B5EF4-FFF2-40B4-BE49-F238E27FC236}">
                <a16:creationId xmlns:a16="http://schemas.microsoft.com/office/drawing/2014/main" id="{10A3B452-C426-42F3-BE23-15236933D7CB}"/>
              </a:ext>
            </a:extLst>
          </p:cNvPr>
          <p:cNvSpPr>
            <a:spLocks/>
          </p:cNvSpPr>
          <p:nvPr/>
        </p:nvSpPr>
        <p:spPr>
          <a:xfrm>
            <a:off x="692137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5293">
            <a:extLst>
              <a:ext uri="{FF2B5EF4-FFF2-40B4-BE49-F238E27FC236}">
                <a16:creationId xmlns:a16="http://schemas.microsoft.com/office/drawing/2014/main" id="{AB6EF169-B049-47C2-936D-6419BA4D33A9}"/>
              </a:ext>
            </a:extLst>
          </p:cNvPr>
          <p:cNvSpPr>
            <a:spLocks/>
          </p:cNvSpPr>
          <p:nvPr/>
        </p:nvSpPr>
        <p:spPr>
          <a:xfrm>
            <a:off x="6932334" y="22179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5294">
            <a:extLst>
              <a:ext uri="{FF2B5EF4-FFF2-40B4-BE49-F238E27FC236}">
                <a16:creationId xmlns:a16="http://schemas.microsoft.com/office/drawing/2014/main" id="{3A2054FE-8170-448E-9700-918793BC4E71}"/>
              </a:ext>
            </a:extLst>
          </p:cNvPr>
          <p:cNvSpPr>
            <a:spLocks/>
          </p:cNvSpPr>
          <p:nvPr/>
        </p:nvSpPr>
        <p:spPr>
          <a:xfrm>
            <a:off x="699746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5295">
            <a:extLst>
              <a:ext uri="{FF2B5EF4-FFF2-40B4-BE49-F238E27FC236}">
                <a16:creationId xmlns:a16="http://schemas.microsoft.com/office/drawing/2014/main" id="{38D972F4-03FF-42C8-8413-411ED2C23FDB}"/>
              </a:ext>
            </a:extLst>
          </p:cNvPr>
          <p:cNvSpPr>
            <a:spLocks/>
          </p:cNvSpPr>
          <p:nvPr/>
        </p:nvSpPr>
        <p:spPr>
          <a:xfrm>
            <a:off x="701222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5296">
            <a:extLst>
              <a:ext uri="{FF2B5EF4-FFF2-40B4-BE49-F238E27FC236}">
                <a16:creationId xmlns:a16="http://schemas.microsoft.com/office/drawing/2014/main" id="{E28A5945-26E7-4FCC-9885-EE0CC6331E61}"/>
              </a:ext>
            </a:extLst>
          </p:cNvPr>
          <p:cNvSpPr>
            <a:spLocks/>
          </p:cNvSpPr>
          <p:nvPr/>
        </p:nvSpPr>
        <p:spPr>
          <a:xfrm>
            <a:off x="6970024" y="23334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5297">
            <a:extLst>
              <a:ext uri="{FF2B5EF4-FFF2-40B4-BE49-F238E27FC236}">
                <a16:creationId xmlns:a16="http://schemas.microsoft.com/office/drawing/2014/main" id="{3FF6A769-1AF3-4927-9274-9552D4E11CD1}"/>
              </a:ext>
            </a:extLst>
          </p:cNvPr>
          <p:cNvSpPr>
            <a:spLocks/>
          </p:cNvSpPr>
          <p:nvPr/>
        </p:nvSpPr>
        <p:spPr>
          <a:xfrm>
            <a:off x="698058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5298">
            <a:extLst>
              <a:ext uri="{FF2B5EF4-FFF2-40B4-BE49-F238E27FC236}">
                <a16:creationId xmlns:a16="http://schemas.microsoft.com/office/drawing/2014/main" id="{0A714BD2-D709-4E2B-A83A-86B5E33225CF}"/>
              </a:ext>
            </a:extLst>
          </p:cNvPr>
          <p:cNvSpPr>
            <a:spLocks/>
          </p:cNvSpPr>
          <p:nvPr/>
        </p:nvSpPr>
        <p:spPr>
          <a:xfrm>
            <a:off x="695277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5299">
            <a:extLst>
              <a:ext uri="{FF2B5EF4-FFF2-40B4-BE49-F238E27FC236}">
                <a16:creationId xmlns:a16="http://schemas.microsoft.com/office/drawing/2014/main" id="{FE659AD4-56F3-425B-BC16-710874DAD2DC}"/>
              </a:ext>
            </a:extLst>
          </p:cNvPr>
          <p:cNvSpPr>
            <a:spLocks/>
          </p:cNvSpPr>
          <p:nvPr/>
        </p:nvSpPr>
        <p:spPr>
          <a:xfrm>
            <a:off x="6929559" y="34933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5300">
            <a:extLst>
              <a:ext uri="{FF2B5EF4-FFF2-40B4-BE49-F238E27FC236}">
                <a16:creationId xmlns:a16="http://schemas.microsoft.com/office/drawing/2014/main" id="{0B5EE6EC-8EF5-4776-B865-00BFDEB16DEB}"/>
              </a:ext>
            </a:extLst>
          </p:cNvPr>
          <p:cNvSpPr>
            <a:spLocks/>
          </p:cNvSpPr>
          <p:nvPr/>
        </p:nvSpPr>
        <p:spPr>
          <a:xfrm>
            <a:off x="6940368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5301">
            <a:extLst>
              <a:ext uri="{FF2B5EF4-FFF2-40B4-BE49-F238E27FC236}">
                <a16:creationId xmlns:a16="http://schemas.microsoft.com/office/drawing/2014/main" id="{44C2B39B-B824-4473-B8EF-FB59CF32DB7A}"/>
              </a:ext>
            </a:extLst>
          </p:cNvPr>
          <p:cNvSpPr>
            <a:spLocks/>
          </p:cNvSpPr>
          <p:nvPr/>
        </p:nvSpPr>
        <p:spPr>
          <a:xfrm>
            <a:off x="692680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5302">
            <a:extLst>
              <a:ext uri="{FF2B5EF4-FFF2-40B4-BE49-F238E27FC236}">
                <a16:creationId xmlns:a16="http://schemas.microsoft.com/office/drawing/2014/main" id="{D6A4473E-190F-43B3-AE53-16D4D0BC804C}"/>
              </a:ext>
            </a:extLst>
          </p:cNvPr>
          <p:cNvSpPr>
            <a:spLocks/>
          </p:cNvSpPr>
          <p:nvPr/>
        </p:nvSpPr>
        <p:spPr>
          <a:xfrm>
            <a:off x="6947584" y="25717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5303">
            <a:extLst>
              <a:ext uri="{FF2B5EF4-FFF2-40B4-BE49-F238E27FC236}">
                <a16:creationId xmlns:a16="http://schemas.microsoft.com/office/drawing/2014/main" id="{9D317B83-1C5F-42EA-841C-96CCC0D5B5D0}"/>
              </a:ext>
            </a:extLst>
          </p:cNvPr>
          <p:cNvSpPr>
            <a:spLocks/>
          </p:cNvSpPr>
          <p:nvPr/>
        </p:nvSpPr>
        <p:spPr>
          <a:xfrm>
            <a:off x="693775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5304">
            <a:extLst>
              <a:ext uri="{FF2B5EF4-FFF2-40B4-BE49-F238E27FC236}">
                <a16:creationId xmlns:a16="http://schemas.microsoft.com/office/drawing/2014/main" id="{B3E3FD74-42C1-408C-B360-8F2823ED5B59}"/>
              </a:ext>
            </a:extLst>
          </p:cNvPr>
          <p:cNvSpPr>
            <a:spLocks/>
          </p:cNvSpPr>
          <p:nvPr/>
        </p:nvSpPr>
        <p:spPr>
          <a:xfrm>
            <a:off x="6956863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5305">
            <a:extLst>
              <a:ext uri="{FF2B5EF4-FFF2-40B4-BE49-F238E27FC236}">
                <a16:creationId xmlns:a16="http://schemas.microsoft.com/office/drawing/2014/main" id="{E1405505-10D1-4E7F-A3A6-3B5444896486}"/>
              </a:ext>
            </a:extLst>
          </p:cNvPr>
          <p:cNvSpPr>
            <a:spLocks/>
          </p:cNvSpPr>
          <p:nvPr/>
        </p:nvSpPr>
        <p:spPr>
          <a:xfrm>
            <a:off x="699602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5306">
            <a:extLst>
              <a:ext uri="{FF2B5EF4-FFF2-40B4-BE49-F238E27FC236}">
                <a16:creationId xmlns:a16="http://schemas.microsoft.com/office/drawing/2014/main" id="{582ABA78-A419-48F2-A6DA-2C86EC1997C8}"/>
              </a:ext>
            </a:extLst>
          </p:cNvPr>
          <p:cNvSpPr>
            <a:spLocks/>
          </p:cNvSpPr>
          <p:nvPr/>
        </p:nvSpPr>
        <p:spPr>
          <a:xfrm>
            <a:off x="695689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5307">
            <a:extLst>
              <a:ext uri="{FF2B5EF4-FFF2-40B4-BE49-F238E27FC236}">
                <a16:creationId xmlns:a16="http://schemas.microsoft.com/office/drawing/2014/main" id="{33187CC7-E110-4A23-92AD-E1FEDF2ABB03}"/>
              </a:ext>
            </a:extLst>
          </p:cNvPr>
          <p:cNvSpPr>
            <a:spLocks/>
          </p:cNvSpPr>
          <p:nvPr/>
        </p:nvSpPr>
        <p:spPr>
          <a:xfrm>
            <a:off x="7004020" y="19652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5308">
            <a:extLst>
              <a:ext uri="{FF2B5EF4-FFF2-40B4-BE49-F238E27FC236}">
                <a16:creationId xmlns:a16="http://schemas.microsoft.com/office/drawing/2014/main" id="{B725C3C6-47F6-4C15-B2E8-CFFF2CF3C36D}"/>
              </a:ext>
            </a:extLst>
          </p:cNvPr>
          <p:cNvSpPr>
            <a:spLocks/>
          </p:cNvSpPr>
          <p:nvPr/>
        </p:nvSpPr>
        <p:spPr>
          <a:xfrm>
            <a:off x="696517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5309">
            <a:extLst>
              <a:ext uri="{FF2B5EF4-FFF2-40B4-BE49-F238E27FC236}">
                <a16:creationId xmlns:a16="http://schemas.microsoft.com/office/drawing/2014/main" id="{823A79C7-70E6-4802-89A2-8CA3D466C769}"/>
              </a:ext>
            </a:extLst>
          </p:cNvPr>
          <p:cNvSpPr>
            <a:spLocks/>
          </p:cNvSpPr>
          <p:nvPr/>
        </p:nvSpPr>
        <p:spPr>
          <a:xfrm>
            <a:off x="6974104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5310">
            <a:extLst>
              <a:ext uri="{FF2B5EF4-FFF2-40B4-BE49-F238E27FC236}">
                <a16:creationId xmlns:a16="http://schemas.microsoft.com/office/drawing/2014/main" id="{8F3402C0-B337-41CF-A452-FFCF2557CCED}"/>
              </a:ext>
            </a:extLst>
          </p:cNvPr>
          <p:cNvSpPr>
            <a:spLocks/>
          </p:cNvSpPr>
          <p:nvPr/>
        </p:nvSpPr>
        <p:spPr>
          <a:xfrm>
            <a:off x="697349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5311">
            <a:extLst>
              <a:ext uri="{FF2B5EF4-FFF2-40B4-BE49-F238E27FC236}">
                <a16:creationId xmlns:a16="http://schemas.microsoft.com/office/drawing/2014/main" id="{F35E3058-ABE3-4087-8789-5E24D2C49A68}"/>
              </a:ext>
            </a:extLst>
          </p:cNvPr>
          <p:cNvSpPr>
            <a:spLocks/>
          </p:cNvSpPr>
          <p:nvPr/>
        </p:nvSpPr>
        <p:spPr>
          <a:xfrm>
            <a:off x="7003948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5312">
            <a:extLst>
              <a:ext uri="{FF2B5EF4-FFF2-40B4-BE49-F238E27FC236}">
                <a16:creationId xmlns:a16="http://schemas.microsoft.com/office/drawing/2014/main" id="{B543E263-5516-488D-BA8B-919D87AB2AE1}"/>
              </a:ext>
            </a:extLst>
          </p:cNvPr>
          <p:cNvSpPr>
            <a:spLocks/>
          </p:cNvSpPr>
          <p:nvPr/>
        </p:nvSpPr>
        <p:spPr>
          <a:xfrm>
            <a:off x="700648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5313">
            <a:extLst>
              <a:ext uri="{FF2B5EF4-FFF2-40B4-BE49-F238E27FC236}">
                <a16:creationId xmlns:a16="http://schemas.microsoft.com/office/drawing/2014/main" id="{C1FC11BD-470A-4E0D-9E6E-BF4C6872D67A}"/>
              </a:ext>
            </a:extLst>
          </p:cNvPr>
          <p:cNvSpPr>
            <a:spLocks/>
          </p:cNvSpPr>
          <p:nvPr/>
        </p:nvSpPr>
        <p:spPr>
          <a:xfrm>
            <a:off x="6999220" y="24728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5314">
            <a:extLst>
              <a:ext uri="{FF2B5EF4-FFF2-40B4-BE49-F238E27FC236}">
                <a16:creationId xmlns:a16="http://schemas.microsoft.com/office/drawing/2014/main" id="{15A185F3-EE04-4D10-906F-A959337DC041}"/>
              </a:ext>
            </a:extLst>
          </p:cNvPr>
          <p:cNvSpPr>
            <a:spLocks/>
          </p:cNvSpPr>
          <p:nvPr/>
        </p:nvSpPr>
        <p:spPr>
          <a:xfrm>
            <a:off x="6941642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5315">
            <a:extLst>
              <a:ext uri="{FF2B5EF4-FFF2-40B4-BE49-F238E27FC236}">
                <a16:creationId xmlns:a16="http://schemas.microsoft.com/office/drawing/2014/main" id="{DC244808-FEE7-40FB-A992-736B78A6FB38}"/>
              </a:ext>
            </a:extLst>
          </p:cNvPr>
          <p:cNvSpPr>
            <a:spLocks/>
          </p:cNvSpPr>
          <p:nvPr/>
        </p:nvSpPr>
        <p:spPr>
          <a:xfrm>
            <a:off x="6927923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5316">
            <a:extLst>
              <a:ext uri="{FF2B5EF4-FFF2-40B4-BE49-F238E27FC236}">
                <a16:creationId xmlns:a16="http://schemas.microsoft.com/office/drawing/2014/main" id="{27EB8693-A1FB-4BC3-B2F4-1B07AB1223E0}"/>
              </a:ext>
            </a:extLst>
          </p:cNvPr>
          <p:cNvSpPr>
            <a:spLocks/>
          </p:cNvSpPr>
          <p:nvPr/>
        </p:nvSpPr>
        <p:spPr>
          <a:xfrm>
            <a:off x="693494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5317">
            <a:extLst>
              <a:ext uri="{FF2B5EF4-FFF2-40B4-BE49-F238E27FC236}">
                <a16:creationId xmlns:a16="http://schemas.microsoft.com/office/drawing/2014/main" id="{B776DBF8-DEE5-464E-8520-9D33813516BA}"/>
              </a:ext>
            </a:extLst>
          </p:cNvPr>
          <p:cNvSpPr>
            <a:spLocks/>
          </p:cNvSpPr>
          <p:nvPr/>
        </p:nvSpPr>
        <p:spPr>
          <a:xfrm>
            <a:off x="700561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5318">
            <a:extLst>
              <a:ext uri="{FF2B5EF4-FFF2-40B4-BE49-F238E27FC236}">
                <a16:creationId xmlns:a16="http://schemas.microsoft.com/office/drawing/2014/main" id="{CAEB0371-EAFB-4861-A292-40D0548FAD29}"/>
              </a:ext>
            </a:extLst>
          </p:cNvPr>
          <p:cNvSpPr>
            <a:spLocks/>
          </p:cNvSpPr>
          <p:nvPr/>
        </p:nvSpPr>
        <p:spPr>
          <a:xfrm>
            <a:off x="696630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5319">
            <a:extLst>
              <a:ext uri="{FF2B5EF4-FFF2-40B4-BE49-F238E27FC236}">
                <a16:creationId xmlns:a16="http://schemas.microsoft.com/office/drawing/2014/main" id="{C9015DF3-BF04-4D06-8918-E90D66FC2C09}"/>
              </a:ext>
            </a:extLst>
          </p:cNvPr>
          <p:cNvSpPr>
            <a:spLocks/>
          </p:cNvSpPr>
          <p:nvPr/>
        </p:nvSpPr>
        <p:spPr>
          <a:xfrm>
            <a:off x="692185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5320">
            <a:extLst>
              <a:ext uri="{FF2B5EF4-FFF2-40B4-BE49-F238E27FC236}">
                <a16:creationId xmlns:a16="http://schemas.microsoft.com/office/drawing/2014/main" id="{3266A0AB-1DE9-407C-81B1-08588FA8F1FF}"/>
              </a:ext>
            </a:extLst>
          </p:cNvPr>
          <p:cNvSpPr>
            <a:spLocks/>
          </p:cNvSpPr>
          <p:nvPr/>
        </p:nvSpPr>
        <p:spPr>
          <a:xfrm>
            <a:off x="695705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5321">
            <a:extLst>
              <a:ext uri="{FF2B5EF4-FFF2-40B4-BE49-F238E27FC236}">
                <a16:creationId xmlns:a16="http://schemas.microsoft.com/office/drawing/2014/main" id="{9370DF7E-E21A-40CA-90DB-F346A34D3CA5}"/>
              </a:ext>
            </a:extLst>
          </p:cNvPr>
          <p:cNvSpPr>
            <a:spLocks/>
          </p:cNvSpPr>
          <p:nvPr/>
        </p:nvSpPr>
        <p:spPr>
          <a:xfrm>
            <a:off x="6918431" y="26324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5322">
            <a:extLst>
              <a:ext uri="{FF2B5EF4-FFF2-40B4-BE49-F238E27FC236}">
                <a16:creationId xmlns:a16="http://schemas.microsoft.com/office/drawing/2014/main" id="{747B2798-A5EB-4C73-A52E-C70D8AAAB47B}"/>
              </a:ext>
            </a:extLst>
          </p:cNvPr>
          <p:cNvSpPr>
            <a:spLocks/>
          </p:cNvSpPr>
          <p:nvPr/>
        </p:nvSpPr>
        <p:spPr>
          <a:xfrm>
            <a:off x="696548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5323">
            <a:extLst>
              <a:ext uri="{FF2B5EF4-FFF2-40B4-BE49-F238E27FC236}">
                <a16:creationId xmlns:a16="http://schemas.microsoft.com/office/drawing/2014/main" id="{A2DF2644-12EF-4213-B7C2-2D71B7B98989}"/>
              </a:ext>
            </a:extLst>
          </p:cNvPr>
          <p:cNvSpPr>
            <a:spLocks/>
          </p:cNvSpPr>
          <p:nvPr/>
        </p:nvSpPr>
        <p:spPr>
          <a:xfrm>
            <a:off x="696633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5324">
            <a:extLst>
              <a:ext uri="{FF2B5EF4-FFF2-40B4-BE49-F238E27FC236}">
                <a16:creationId xmlns:a16="http://schemas.microsoft.com/office/drawing/2014/main" id="{2B959956-74B4-4B7E-B21C-AEF876831534}"/>
              </a:ext>
            </a:extLst>
          </p:cNvPr>
          <p:cNvSpPr>
            <a:spLocks/>
          </p:cNvSpPr>
          <p:nvPr/>
        </p:nvSpPr>
        <p:spPr>
          <a:xfrm>
            <a:off x="693449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5325">
            <a:extLst>
              <a:ext uri="{FF2B5EF4-FFF2-40B4-BE49-F238E27FC236}">
                <a16:creationId xmlns:a16="http://schemas.microsoft.com/office/drawing/2014/main" id="{4A928E45-B66E-421A-973D-4108CCB40529}"/>
              </a:ext>
            </a:extLst>
          </p:cNvPr>
          <p:cNvSpPr>
            <a:spLocks/>
          </p:cNvSpPr>
          <p:nvPr/>
        </p:nvSpPr>
        <p:spPr>
          <a:xfrm>
            <a:off x="698658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5326">
            <a:extLst>
              <a:ext uri="{FF2B5EF4-FFF2-40B4-BE49-F238E27FC236}">
                <a16:creationId xmlns:a16="http://schemas.microsoft.com/office/drawing/2014/main" id="{7E65BA3C-32D4-4FD4-BF97-0D6D20203935}"/>
              </a:ext>
            </a:extLst>
          </p:cNvPr>
          <p:cNvSpPr>
            <a:spLocks/>
          </p:cNvSpPr>
          <p:nvPr/>
        </p:nvSpPr>
        <p:spPr>
          <a:xfrm>
            <a:off x="7017756" y="25134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5327">
            <a:extLst>
              <a:ext uri="{FF2B5EF4-FFF2-40B4-BE49-F238E27FC236}">
                <a16:creationId xmlns:a16="http://schemas.microsoft.com/office/drawing/2014/main" id="{E005CAED-EDF6-4FE3-B315-73A18C2632F7}"/>
              </a:ext>
            </a:extLst>
          </p:cNvPr>
          <p:cNvSpPr>
            <a:spLocks/>
          </p:cNvSpPr>
          <p:nvPr/>
        </p:nvSpPr>
        <p:spPr>
          <a:xfrm>
            <a:off x="7009069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5328">
            <a:extLst>
              <a:ext uri="{FF2B5EF4-FFF2-40B4-BE49-F238E27FC236}">
                <a16:creationId xmlns:a16="http://schemas.microsoft.com/office/drawing/2014/main" id="{73EF579F-05F0-49FA-B5F1-56F56DD537C6}"/>
              </a:ext>
            </a:extLst>
          </p:cNvPr>
          <p:cNvSpPr>
            <a:spLocks/>
          </p:cNvSpPr>
          <p:nvPr/>
        </p:nvSpPr>
        <p:spPr>
          <a:xfrm>
            <a:off x="6967274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5329">
            <a:extLst>
              <a:ext uri="{FF2B5EF4-FFF2-40B4-BE49-F238E27FC236}">
                <a16:creationId xmlns:a16="http://schemas.microsoft.com/office/drawing/2014/main" id="{3BE31886-F626-41B0-AAD0-9E183C1243B1}"/>
              </a:ext>
            </a:extLst>
          </p:cNvPr>
          <p:cNvSpPr>
            <a:spLocks/>
          </p:cNvSpPr>
          <p:nvPr/>
        </p:nvSpPr>
        <p:spPr>
          <a:xfrm>
            <a:off x="697198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5330">
            <a:extLst>
              <a:ext uri="{FF2B5EF4-FFF2-40B4-BE49-F238E27FC236}">
                <a16:creationId xmlns:a16="http://schemas.microsoft.com/office/drawing/2014/main" id="{1A8088CA-04B1-4EDB-8A74-DAA9FEEE863F}"/>
              </a:ext>
            </a:extLst>
          </p:cNvPr>
          <p:cNvSpPr>
            <a:spLocks/>
          </p:cNvSpPr>
          <p:nvPr/>
        </p:nvSpPr>
        <p:spPr>
          <a:xfrm>
            <a:off x="7012391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5331">
            <a:extLst>
              <a:ext uri="{FF2B5EF4-FFF2-40B4-BE49-F238E27FC236}">
                <a16:creationId xmlns:a16="http://schemas.microsoft.com/office/drawing/2014/main" id="{C72F8482-3C25-43FB-9A53-792D72F7A339}"/>
              </a:ext>
            </a:extLst>
          </p:cNvPr>
          <p:cNvSpPr>
            <a:spLocks/>
          </p:cNvSpPr>
          <p:nvPr/>
        </p:nvSpPr>
        <p:spPr>
          <a:xfrm>
            <a:off x="699059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5332">
            <a:extLst>
              <a:ext uri="{FF2B5EF4-FFF2-40B4-BE49-F238E27FC236}">
                <a16:creationId xmlns:a16="http://schemas.microsoft.com/office/drawing/2014/main" id="{495CA551-744D-43D1-B385-EF07A034758D}"/>
              </a:ext>
            </a:extLst>
          </p:cNvPr>
          <p:cNvSpPr>
            <a:spLocks/>
          </p:cNvSpPr>
          <p:nvPr/>
        </p:nvSpPr>
        <p:spPr>
          <a:xfrm>
            <a:off x="696908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5333">
            <a:extLst>
              <a:ext uri="{FF2B5EF4-FFF2-40B4-BE49-F238E27FC236}">
                <a16:creationId xmlns:a16="http://schemas.microsoft.com/office/drawing/2014/main" id="{0C86B51C-E99C-42D8-A325-1D8C73A13971}"/>
              </a:ext>
            </a:extLst>
          </p:cNvPr>
          <p:cNvSpPr>
            <a:spLocks/>
          </p:cNvSpPr>
          <p:nvPr/>
        </p:nvSpPr>
        <p:spPr>
          <a:xfrm>
            <a:off x="702210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5334">
            <a:extLst>
              <a:ext uri="{FF2B5EF4-FFF2-40B4-BE49-F238E27FC236}">
                <a16:creationId xmlns:a16="http://schemas.microsoft.com/office/drawing/2014/main" id="{5D0EC495-3258-428E-AEDB-410DB77E6472}"/>
              </a:ext>
            </a:extLst>
          </p:cNvPr>
          <p:cNvSpPr>
            <a:spLocks/>
          </p:cNvSpPr>
          <p:nvPr/>
        </p:nvSpPr>
        <p:spPr>
          <a:xfrm>
            <a:off x="691854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5335">
            <a:extLst>
              <a:ext uri="{FF2B5EF4-FFF2-40B4-BE49-F238E27FC236}">
                <a16:creationId xmlns:a16="http://schemas.microsoft.com/office/drawing/2014/main" id="{76B13619-EB7A-476E-B7BE-38EE98066617}"/>
              </a:ext>
            </a:extLst>
          </p:cNvPr>
          <p:cNvSpPr>
            <a:spLocks/>
          </p:cNvSpPr>
          <p:nvPr/>
        </p:nvSpPr>
        <p:spPr>
          <a:xfrm>
            <a:off x="6980017" y="25137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5336">
            <a:extLst>
              <a:ext uri="{FF2B5EF4-FFF2-40B4-BE49-F238E27FC236}">
                <a16:creationId xmlns:a16="http://schemas.microsoft.com/office/drawing/2014/main" id="{6B5522D7-024C-4696-809B-9011DE6C07BB}"/>
              </a:ext>
            </a:extLst>
          </p:cNvPr>
          <p:cNvSpPr>
            <a:spLocks/>
          </p:cNvSpPr>
          <p:nvPr/>
        </p:nvSpPr>
        <p:spPr>
          <a:xfrm>
            <a:off x="692443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5337">
            <a:extLst>
              <a:ext uri="{FF2B5EF4-FFF2-40B4-BE49-F238E27FC236}">
                <a16:creationId xmlns:a16="http://schemas.microsoft.com/office/drawing/2014/main" id="{FC164E48-CFA0-4955-96A4-B764A7A80F24}"/>
              </a:ext>
            </a:extLst>
          </p:cNvPr>
          <p:cNvSpPr>
            <a:spLocks/>
          </p:cNvSpPr>
          <p:nvPr/>
        </p:nvSpPr>
        <p:spPr>
          <a:xfrm>
            <a:off x="7010743" y="32920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5338">
            <a:extLst>
              <a:ext uri="{FF2B5EF4-FFF2-40B4-BE49-F238E27FC236}">
                <a16:creationId xmlns:a16="http://schemas.microsoft.com/office/drawing/2014/main" id="{6B373380-E926-4B0A-A89E-06C242D5768B}"/>
              </a:ext>
            </a:extLst>
          </p:cNvPr>
          <p:cNvSpPr>
            <a:spLocks/>
          </p:cNvSpPr>
          <p:nvPr/>
        </p:nvSpPr>
        <p:spPr>
          <a:xfrm>
            <a:off x="698257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5339">
            <a:extLst>
              <a:ext uri="{FF2B5EF4-FFF2-40B4-BE49-F238E27FC236}">
                <a16:creationId xmlns:a16="http://schemas.microsoft.com/office/drawing/2014/main" id="{41225A78-951A-4F00-899A-6D07A4DB2F75}"/>
              </a:ext>
            </a:extLst>
          </p:cNvPr>
          <p:cNvSpPr>
            <a:spLocks/>
          </p:cNvSpPr>
          <p:nvPr/>
        </p:nvSpPr>
        <p:spPr>
          <a:xfrm>
            <a:off x="698130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5340">
            <a:extLst>
              <a:ext uri="{FF2B5EF4-FFF2-40B4-BE49-F238E27FC236}">
                <a16:creationId xmlns:a16="http://schemas.microsoft.com/office/drawing/2014/main" id="{C578912B-8DC0-4811-AC06-283C7E7D288E}"/>
              </a:ext>
            </a:extLst>
          </p:cNvPr>
          <p:cNvSpPr>
            <a:spLocks/>
          </p:cNvSpPr>
          <p:nvPr/>
        </p:nvSpPr>
        <p:spPr>
          <a:xfrm>
            <a:off x="694411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5341">
            <a:extLst>
              <a:ext uri="{FF2B5EF4-FFF2-40B4-BE49-F238E27FC236}">
                <a16:creationId xmlns:a16="http://schemas.microsoft.com/office/drawing/2014/main" id="{1C13F405-A31B-4181-982B-FBB75F273D1E}"/>
              </a:ext>
            </a:extLst>
          </p:cNvPr>
          <p:cNvSpPr>
            <a:spLocks/>
          </p:cNvSpPr>
          <p:nvPr/>
        </p:nvSpPr>
        <p:spPr>
          <a:xfrm>
            <a:off x="701860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5342">
            <a:extLst>
              <a:ext uri="{FF2B5EF4-FFF2-40B4-BE49-F238E27FC236}">
                <a16:creationId xmlns:a16="http://schemas.microsoft.com/office/drawing/2014/main" id="{E3A3FA12-E805-4E90-9CFD-15D5A9AC9954}"/>
              </a:ext>
            </a:extLst>
          </p:cNvPr>
          <p:cNvSpPr>
            <a:spLocks/>
          </p:cNvSpPr>
          <p:nvPr/>
        </p:nvSpPr>
        <p:spPr>
          <a:xfrm>
            <a:off x="693487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5343">
            <a:extLst>
              <a:ext uri="{FF2B5EF4-FFF2-40B4-BE49-F238E27FC236}">
                <a16:creationId xmlns:a16="http://schemas.microsoft.com/office/drawing/2014/main" id="{FB97A98C-F035-4AAD-8723-C16ECB04E167}"/>
              </a:ext>
            </a:extLst>
          </p:cNvPr>
          <p:cNvSpPr>
            <a:spLocks/>
          </p:cNvSpPr>
          <p:nvPr/>
        </p:nvSpPr>
        <p:spPr>
          <a:xfrm>
            <a:off x="695413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5344">
            <a:extLst>
              <a:ext uri="{FF2B5EF4-FFF2-40B4-BE49-F238E27FC236}">
                <a16:creationId xmlns:a16="http://schemas.microsoft.com/office/drawing/2014/main" id="{06FB79E9-36E0-4103-8600-6EC3667AE446}"/>
              </a:ext>
            </a:extLst>
          </p:cNvPr>
          <p:cNvSpPr>
            <a:spLocks/>
          </p:cNvSpPr>
          <p:nvPr/>
        </p:nvSpPr>
        <p:spPr>
          <a:xfrm>
            <a:off x="696238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5345">
            <a:extLst>
              <a:ext uri="{FF2B5EF4-FFF2-40B4-BE49-F238E27FC236}">
                <a16:creationId xmlns:a16="http://schemas.microsoft.com/office/drawing/2014/main" id="{164FDFC8-5ABA-49CD-916C-5DF03DD78098}"/>
              </a:ext>
            </a:extLst>
          </p:cNvPr>
          <p:cNvSpPr>
            <a:spLocks/>
          </p:cNvSpPr>
          <p:nvPr/>
        </p:nvSpPr>
        <p:spPr>
          <a:xfrm>
            <a:off x="695459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5346">
            <a:extLst>
              <a:ext uri="{FF2B5EF4-FFF2-40B4-BE49-F238E27FC236}">
                <a16:creationId xmlns:a16="http://schemas.microsoft.com/office/drawing/2014/main" id="{4E70933E-9845-4408-8DDC-E2125EC2750B}"/>
              </a:ext>
            </a:extLst>
          </p:cNvPr>
          <p:cNvSpPr>
            <a:spLocks/>
          </p:cNvSpPr>
          <p:nvPr/>
        </p:nvSpPr>
        <p:spPr>
          <a:xfrm>
            <a:off x="697535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5347">
            <a:extLst>
              <a:ext uri="{FF2B5EF4-FFF2-40B4-BE49-F238E27FC236}">
                <a16:creationId xmlns:a16="http://schemas.microsoft.com/office/drawing/2014/main" id="{425D8AD6-067E-485D-96E1-03942AB60C93}"/>
              </a:ext>
            </a:extLst>
          </p:cNvPr>
          <p:cNvSpPr>
            <a:spLocks/>
          </p:cNvSpPr>
          <p:nvPr/>
        </p:nvSpPr>
        <p:spPr>
          <a:xfrm>
            <a:off x="695965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5348">
            <a:extLst>
              <a:ext uri="{FF2B5EF4-FFF2-40B4-BE49-F238E27FC236}">
                <a16:creationId xmlns:a16="http://schemas.microsoft.com/office/drawing/2014/main" id="{046D6E86-F80C-4AAE-9322-F513E15AF190}"/>
              </a:ext>
            </a:extLst>
          </p:cNvPr>
          <p:cNvSpPr>
            <a:spLocks/>
          </p:cNvSpPr>
          <p:nvPr/>
        </p:nvSpPr>
        <p:spPr>
          <a:xfrm>
            <a:off x="6942348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5349">
            <a:extLst>
              <a:ext uri="{FF2B5EF4-FFF2-40B4-BE49-F238E27FC236}">
                <a16:creationId xmlns:a16="http://schemas.microsoft.com/office/drawing/2014/main" id="{0F65F71F-9112-4431-8CC8-31B88ACF2EDF}"/>
              </a:ext>
            </a:extLst>
          </p:cNvPr>
          <p:cNvSpPr>
            <a:spLocks/>
          </p:cNvSpPr>
          <p:nvPr/>
        </p:nvSpPr>
        <p:spPr>
          <a:xfrm>
            <a:off x="698738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5350">
            <a:extLst>
              <a:ext uri="{FF2B5EF4-FFF2-40B4-BE49-F238E27FC236}">
                <a16:creationId xmlns:a16="http://schemas.microsoft.com/office/drawing/2014/main" id="{0C95CC78-5903-40AC-9167-CD3F04F50F9D}"/>
              </a:ext>
            </a:extLst>
          </p:cNvPr>
          <p:cNvSpPr>
            <a:spLocks/>
          </p:cNvSpPr>
          <p:nvPr/>
        </p:nvSpPr>
        <p:spPr>
          <a:xfrm>
            <a:off x="6977364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5351">
            <a:extLst>
              <a:ext uri="{FF2B5EF4-FFF2-40B4-BE49-F238E27FC236}">
                <a16:creationId xmlns:a16="http://schemas.microsoft.com/office/drawing/2014/main" id="{D082B02F-6EC2-4025-9C68-8DF15AA18AD0}"/>
              </a:ext>
            </a:extLst>
          </p:cNvPr>
          <p:cNvSpPr>
            <a:spLocks/>
          </p:cNvSpPr>
          <p:nvPr/>
        </p:nvSpPr>
        <p:spPr>
          <a:xfrm>
            <a:off x="6927380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5352">
            <a:extLst>
              <a:ext uri="{FF2B5EF4-FFF2-40B4-BE49-F238E27FC236}">
                <a16:creationId xmlns:a16="http://schemas.microsoft.com/office/drawing/2014/main" id="{AF6DED28-0773-4498-9099-2F087829E95C}"/>
              </a:ext>
            </a:extLst>
          </p:cNvPr>
          <p:cNvSpPr>
            <a:spLocks/>
          </p:cNvSpPr>
          <p:nvPr/>
        </p:nvSpPr>
        <p:spPr>
          <a:xfrm>
            <a:off x="698999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5353">
            <a:extLst>
              <a:ext uri="{FF2B5EF4-FFF2-40B4-BE49-F238E27FC236}">
                <a16:creationId xmlns:a16="http://schemas.microsoft.com/office/drawing/2014/main" id="{C229AB7A-8DF8-4EF4-8052-05B27D23A3B0}"/>
              </a:ext>
            </a:extLst>
          </p:cNvPr>
          <p:cNvSpPr>
            <a:spLocks/>
          </p:cNvSpPr>
          <p:nvPr/>
        </p:nvSpPr>
        <p:spPr>
          <a:xfrm>
            <a:off x="692810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5354">
            <a:extLst>
              <a:ext uri="{FF2B5EF4-FFF2-40B4-BE49-F238E27FC236}">
                <a16:creationId xmlns:a16="http://schemas.microsoft.com/office/drawing/2014/main" id="{FA4A9D82-13FB-4784-A231-6862CFE2A482}"/>
              </a:ext>
            </a:extLst>
          </p:cNvPr>
          <p:cNvSpPr>
            <a:spLocks/>
          </p:cNvSpPr>
          <p:nvPr/>
        </p:nvSpPr>
        <p:spPr>
          <a:xfrm>
            <a:off x="701999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5355">
            <a:extLst>
              <a:ext uri="{FF2B5EF4-FFF2-40B4-BE49-F238E27FC236}">
                <a16:creationId xmlns:a16="http://schemas.microsoft.com/office/drawing/2014/main" id="{887B076B-ABE6-44AC-BC9D-89E6535318B0}"/>
              </a:ext>
            </a:extLst>
          </p:cNvPr>
          <p:cNvSpPr>
            <a:spLocks/>
          </p:cNvSpPr>
          <p:nvPr/>
        </p:nvSpPr>
        <p:spPr>
          <a:xfrm>
            <a:off x="696388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5356">
            <a:extLst>
              <a:ext uri="{FF2B5EF4-FFF2-40B4-BE49-F238E27FC236}">
                <a16:creationId xmlns:a16="http://schemas.microsoft.com/office/drawing/2014/main" id="{9318C246-5591-453F-B05D-35348F2980A7}"/>
              </a:ext>
            </a:extLst>
          </p:cNvPr>
          <p:cNvSpPr>
            <a:spLocks/>
          </p:cNvSpPr>
          <p:nvPr/>
        </p:nvSpPr>
        <p:spPr>
          <a:xfrm>
            <a:off x="6929359" y="29256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5357">
            <a:extLst>
              <a:ext uri="{FF2B5EF4-FFF2-40B4-BE49-F238E27FC236}">
                <a16:creationId xmlns:a16="http://schemas.microsoft.com/office/drawing/2014/main" id="{F9A05ABA-C88E-4E9B-B938-18F2CF0EC121}"/>
              </a:ext>
            </a:extLst>
          </p:cNvPr>
          <p:cNvSpPr>
            <a:spLocks/>
          </p:cNvSpPr>
          <p:nvPr/>
        </p:nvSpPr>
        <p:spPr>
          <a:xfrm>
            <a:off x="699656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5358">
            <a:extLst>
              <a:ext uri="{FF2B5EF4-FFF2-40B4-BE49-F238E27FC236}">
                <a16:creationId xmlns:a16="http://schemas.microsoft.com/office/drawing/2014/main" id="{116848AC-EF86-4ADF-8E49-C83F3BD5A119}"/>
              </a:ext>
            </a:extLst>
          </p:cNvPr>
          <p:cNvSpPr>
            <a:spLocks/>
          </p:cNvSpPr>
          <p:nvPr/>
        </p:nvSpPr>
        <p:spPr>
          <a:xfrm>
            <a:off x="696838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5359">
            <a:extLst>
              <a:ext uri="{FF2B5EF4-FFF2-40B4-BE49-F238E27FC236}">
                <a16:creationId xmlns:a16="http://schemas.microsoft.com/office/drawing/2014/main" id="{B1EEB1A1-244F-4B45-86A5-F4DC146BB18F}"/>
              </a:ext>
            </a:extLst>
          </p:cNvPr>
          <p:cNvSpPr>
            <a:spLocks/>
          </p:cNvSpPr>
          <p:nvPr/>
        </p:nvSpPr>
        <p:spPr>
          <a:xfrm>
            <a:off x="695475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5360">
            <a:extLst>
              <a:ext uri="{FF2B5EF4-FFF2-40B4-BE49-F238E27FC236}">
                <a16:creationId xmlns:a16="http://schemas.microsoft.com/office/drawing/2014/main" id="{BA5BE0B2-1431-4378-82C0-23244878664A}"/>
              </a:ext>
            </a:extLst>
          </p:cNvPr>
          <p:cNvSpPr>
            <a:spLocks/>
          </p:cNvSpPr>
          <p:nvPr/>
        </p:nvSpPr>
        <p:spPr>
          <a:xfrm>
            <a:off x="6987729" y="23190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5361">
            <a:extLst>
              <a:ext uri="{FF2B5EF4-FFF2-40B4-BE49-F238E27FC236}">
                <a16:creationId xmlns:a16="http://schemas.microsoft.com/office/drawing/2014/main" id="{2EEBCF0B-0E60-4B7E-AC61-7D30A6D8C8A2}"/>
              </a:ext>
            </a:extLst>
          </p:cNvPr>
          <p:cNvSpPr>
            <a:spLocks/>
          </p:cNvSpPr>
          <p:nvPr/>
        </p:nvSpPr>
        <p:spPr>
          <a:xfrm>
            <a:off x="694063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5362">
            <a:extLst>
              <a:ext uri="{FF2B5EF4-FFF2-40B4-BE49-F238E27FC236}">
                <a16:creationId xmlns:a16="http://schemas.microsoft.com/office/drawing/2014/main" id="{EEB61909-C5E1-4B22-A28C-DE5A174DB58B}"/>
              </a:ext>
            </a:extLst>
          </p:cNvPr>
          <p:cNvSpPr>
            <a:spLocks/>
          </p:cNvSpPr>
          <p:nvPr/>
        </p:nvSpPr>
        <p:spPr>
          <a:xfrm>
            <a:off x="700931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5363">
            <a:extLst>
              <a:ext uri="{FF2B5EF4-FFF2-40B4-BE49-F238E27FC236}">
                <a16:creationId xmlns:a16="http://schemas.microsoft.com/office/drawing/2014/main" id="{9D20CD7E-5F70-45DF-BE13-7CD849AF3B74}"/>
              </a:ext>
            </a:extLst>
          </p:cNvPr>
          <p:cNvSpPr>
            <a:spLocks/>
          </p:cNvSpPr>
          <p:nvPr/>
        </p:nvSpPr>
        <p:spPr>
          <a:xfrm>
            <a:off x="696415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5364">
            <a:extLst>
              <a:ext uri="{FF2B5EF4-FFF2-40B4-BE49-F238E27FC236}">
                <a16:creationId xmlns:a16="http://schemas.microsoft.com/office/drawing/2014/main" id="{3775D336-BA57-409F-B7CF-30006679C9D4}"/>
              </a:ext>
            </a:extLst>
          </p:cNvPr>
          <p:cNvSpPr>
            <a:spLocks/>
          </p:cNvSpPr>
          <p:nvPr/>
        </p:nvSpPr>
        <p:spPr>
          <a:xfrm>
            <a:off x="694467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5365">
            <a:extLst>
              <a:ext uri="{FF2B5EF4-FFF2-40B4-BE49-F238E27FC236}">
                <a16:creationId xmlns:a16="http://schemas.microsoft.com/office/drawing/2014/main" id="{398B7714-E907-4863-8E6C-2F68F09A27F9}"/>
              </a:ext>
            </a:extLst>
          </p:cNvPr>
          <p:cNvSpPr>
            <a:spLocks/>
          </p:cNvSpPr>
          <p:nvPr/>
        </p:nvSpPr>
        <p:spPr>
          <a:xfrm>
            <a:off x="698537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5366">
            <a:extLst>
              <a:ext uri="{FF2B5EF4-FFF2-40B4-BE49-F238E27FC236}">
                <a16:creationId xmlns:a16="http://schemas.microsoft.com/office/drawing/2014/main" id="{D33A3237-BBE3-4CF4-A15C-2982AC90A780}"/>
              </a:ext>
            </a:extLst>
          </p:cNvPr>
          <p:cNvSpPr>
            <a:spLocks/>
          </p:cNvSpPr>
          <p:nvPr/>
        </p:nvSpPr>
        <p:spPr>
          <a:xfrm>
            <a:off x="6927994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5367">
            <a:extLst>
              <a:ext uri="{FF2B5EF4-FFF2-40B4-BE49-F238E27FC236}">
                <a16:creationId xmlns:a16="http://schemas.microsoft.com/office/drawing/2014/main" id="{235ACD6B-0B07-4E3B-81E8-B834C1B43A1C}"/>
              </a:ext>
            </a:extLst>
          </p:cNvPr>
          <p:cNvSpPr>
            <a:spLocks/>
          </p:cNvSpPr>
          <p:nvPr/>
        </p:nvSpPr>
        <p:spPr>
          <a:xfrm>
            <a:off x="7011916" y="20410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5368">
            <a:extLst>
              <a:ext uri="{FF2B5EF4-FFF2-40B4-BE49-F238E27FC236}">
                <a16:creationId xmlns:a16="http://schemas.microsoft.com/office/drawing/2014/main" id="{FB1B6120-6AB0-413A-9242-6C3C6D1904B6}"/>
              </a:ext>
            </a:extLst>
          </p:cNvPr>
          <p:cNvSpPr>
            <a:spLocks/>
          </p:cNvSpPr>
          <p:nvPr/>
        </p:nvSpPr>
        <p:spPr>
          <a:xfrm>
            <a:off x="7011010" y="34311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5369">
            <a:extLst>
              <a:ext uri="{FF2B5EF4-FFF2-40B4-BE49-F238E27FC236}">
                <a16:creationId xmlns:a16="http://schemas.microsoft.com/office/drawing/2014/main" id="{34278B21-480D-4C3C-A81D-E21402D603AF}"/>
              </a:ext>
            </a:extLst>
          </p:cNvPr>
          <p:cNvSpPr>
            <a:spLocks/>
          </p:cNvSpPr>
          <p:nvPr/>
        </p:nvSpPr>
        <p:spPr>
          <a:xfrm>
            <a:off x="700889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5370">
            <a:extLst>
              <a:ext uri="{FF2B5EF4-FFF2-40B4-BE49-F238E27FC236}">
                <a16:creationId xmlns:a16="http://schemas.microsoft.com/office/drawing/2014/main" id="{D91C6404-501E-4680-91DE-D4D5F9A19481}"/>
              </a:ext>
            </a:extLst>
          </p:cNvPr>
          <p:cNvSpPr>
            <a:spLocks/>
          </p:cNvSpPr>
          <p:nvPr/>
        </p:nvSpPr>
        <p:spPr>
          <a:xfrm>
            <a:off x="699880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5371">
            <a:extLst>
              <a:ext uri="{FF2B5EF4-FFF2-40B4-BE49-F238E27FC236}">
                <a16:creationId xmlns:a16="http://schemas.microsoft.com/office/drawing/2014/main" id="{2EE7198E-2A53-455D-9506-B5A08F62DF37}"/>
              </a:ext>
            </a:extLst>
          </p:cNvPr>
          <p:cNvSpPr>
            <a:spLocks/>
          </p:cNvSpPr>
          <p:nvPr/>
        </p:nvSpPr>
        <p:spPr>
          <a:xfrm>
            <a:off x="698029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5372">
            <a:extLst>
              <a:ext uri="{FF2B5EF4-FFF2-40B4-BE49-F238E27FC236}">
                <a16:creationId xmlns:a16="http://schemas.microsoft.com/office/drawing/2014/main" id="{E788369A-F6E7-41F9-8BDD-0A35A8FD0CFA}"/>
              </a:ext>
            </a:extLst>
          </p:cNvPr>
          <p:cNvSpPr>
            <a:spLocks/>
          </p:cNvSpPr>
          <p:nvPr/>
        </p:nvSpPr>
        <p:spPr>
          <a:xfrm>
            <a:off x="6934185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5373">
            <a:extLst>
              <a:ext uri="{FF2B5EF4-FFF2-40B4-BE49-F238E27FC236}">
                <a16:creationId xmlns:a16="http://schemas.microsoft.com/office/drawing/2014/main" id="{24F273CC-911F-4535-B245-0C35C8D51485}"/>
              </a:ext>
            </a:extLst>
          </p:cNvPr>
          <p:cNvSpPr>
            <a:spLocks/>
          </p:cNvSpPr>
          <p:nvPr/>
        </p:nvSpPr>
        <p:spPr>
          <a:xfrm>
            <a:off x="6938023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5374">
            <a:extLst>
              <a:ext uri="{FF2B5EF4-FFF2-40B4-BE49-F238E27FC236}">
                <a16:creationId xmlns:a16="http://schemas.microsoft.com/office/drawing/2014/main" id="{FED30BA9-81D6-44C3-B126-B0B886F3556B}"/>
              </a:ext>
            </a:extLst>
          </p:cNvPr>
          <p:cNvSpPr>
            <a:spLocks/>
          </p:cNvSpPr>
          <p:nvPr/>
        </p:nvSpPr>
        <p:spPr>
          <a:xfrm>
            <a:off x="701002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5375">
            <a:extLst>
              <a:ext uri="{FF2B5EF4-FFF2-40B4-BE49-F238E27FC236}">
                <a16:creationId xmlns:a16="http://schemas.microsoft.com/office/drawing/2014/main" id="{865FE32D-0281-4FC3-A649-5DF4467A45CE}"/>
              </a:ext>
            </a:extLst>
          </p:cNvPr>
          <p:cNvSpPr>
            <a:spLocks/>
          </p:cNvSpPr>
          <p:nvPr/>
        </p:nvSpPr>
        <p:spPr>
          <a:xfrm>
            <a:off x="695425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5376">
            <a:extLst>
              <a:ext uri="{FF2B5EF4-FFF2-40B4-BE49-F238E27FC236}">
                <a16:creationId xmlns:a16="http://schemas.microsoft.com/office/drawing/2014/main" id="{6261C79F-99EE-4DE5-BDC3-53AF4FC9CF46}"/>
              </a:ext>
            </a:extLst>
          </p:cNvPr>
          <p:cNvSpPr>
            <a:spLocks/>
          </p:cNvSpPr>
          <p:nvPr/>
        </p:nvSpPr>
        <p:spPr>
          <a:xfrm>
            <a:off x="7004421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5377">
            <a:extLst>
              <a:ext uri="{FF2B5EF4-FFF2-40B4-BE49-F238E27FC236}">
                <a16:creationId xmlns:a16="http://schemas.microsoft.com/office/drawing/2014/main" id="{83811961-6CE3-49AD-A821-011F3F741A3D}"/>
              </a:ext>
            </a:extLst>
          </p:cNvPr>
          <p:cNvSpPr>
            <a:spLocks/>
          </p:cNvSpPr>
          <p:nvPr/>
        </p:nvSpPr>
        <p:spPr>
          <a:xfrm>
            <a:off x="694596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5378">
            <a:extLst>
              <a:ext uri="{FF2B5EF4-FFF2-40B4-BE49-F238E27FC236}">
                <a16:creationId xmlns:a16="http://schemas.microsoft.com/office/drawing/2014/main" id="{E64B0FDB-1E96-4EE8-A745-8C4A7902C656}"/>
              </a:ext>
            </a:extLst>
          </p:cNvPr>
          <p:cNvSpPr>
            <a:spLocks/>
          </p:cNvSpPr>
          <p:nvPr/>
        </p:nvSpPr>
        <p:spPr>
          <a:xfrm>
            <a:off x="692170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5379">
            <a:extLst>
              <a:ext uri="{FF2B5EF4-FFF2-40B4-BE49-F238E27FC236}">
                <a16:creationId xmlns:a16="http://schemas.microsoft.com/office/drawing/2014/main" id="{4727FEE7-1880-411F-89F4-2684204D251B}"/>
              </a:ext>
            </a:extLst>
          </p:cNvPr>
          <p:cNvSpPr>
            <a:spLocks/>
          </p:cNvSpPr>
          <p:nvPr/>
        </p:nvSpPr>
        <p:spPr>
          <a:xfrm>
            <a:off x="6943446" y="2853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5380">
            <a:extLst>
              <a:ext uri="{FF2B5EF4-FFF2-40B4-BE49-F238E27FC236}">
                <a16:creationId xmlns:a16="http://schemas.microsoft.com/office/drawing/2014/main" id="{DECFEE9C-4C87-46DD-9E36-64A1FCD433D7}"/>
              </a:ext>
            </a:extLst>
          </p:cNvPr>
          <p:cNvSpPr>
            <a:spLocks/>
          </p:cNvSpPr>
          <p:nvPr/>
        </p:nvSpPr>
        <p:spPr>
          <a:xfrm>
            <a:off x="6996505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5381">
            <a:extLst>
              <a:ext uri="{FF2B5EF4-FFF2-40B4-BE49-F238E27FC236}">
                <a16:creationId xmlns:a16="http://schemas.microsoft.com/office/drawing/2014/main" id="{73661D55-3320-4DE1-8DCE-6D91CD50A384}"/>
              </a:ext>
            </a:extLst>
          </p:cNvPr>
          <p:cNvSpPr>
            <a:spLocks/>
          </p:cNvSpPr>
          <p:nvPr/>
        </p:nvSpPr>
        <p:spPr>
          <a:xfrm>
            <a:off x="697907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5382">
            <a:extLst>
              <a:ext uri="{FF2B5EF4-FFF2-40B4-BE49-F238E27FC236}">
                <a16:creationId xmlns:a16="http://schemas.microsoft.com/office/drawing/2014/main" id="{4AA8AFFC-384F-41D8-8D4D-03A5E0A1476A}"/>
              </a:ext>
            </a:extLst>
          </p:cNvPr>
          <p:cNvSpPr>
            <a:spLocks/>
          </p:cNvSpPr>
          <p:nvPr/>
        </p:nvSpPr>
        <p:spPr>
          <a:xfrm>
            <a:off x="6981565" y="2629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5383">
            <a:extLst>
              <a:ext uri="{FF2B5EF4-FFF2-40B4-BE49-F238E27FC236}">
                <a16:creationId xmlns:a16="http://schemas.microsoft.com/office/drawing/2014/main" id="{650FF295-C5A2-4964-90CB-BC8E51A39908}"/>
              </a:ext>
            </a:extLst>
          </p:cNvPr>
          <p:cNvSpPr>
            <a:spLocks/>
          </p:cNvSpPr>
          <p:nvPr/>
        </p:nvSpPr>
        <p:spPr>
          <a:xfrm>
            <a:off x="6983420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5384">
            <a:extLst>
              <a:ext uri="{FF2B5EF4-FFF2-40B4-BE49-F238E27FC236}">
                <a16:creationId xmlns:a16="http://schemas.microsoft.com/office/drawing/2014/main" id="{1DB50D5C-1B9C-4834-A1C5-3F6A1DEF7A93}"/>
              </a:ext>
            </a:extLst>
          </p:cNvPr>
          <p:cNvSpPr>
            <a:spLocks/>
          </p:cNvSpPr>
          <p:nvPr/>
        </p:nvSpPr>
        <p:spPr>
          <a:xfrm>
            <a:off x="699576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5385">
            <a:extLst>
              <a:ext uri="{FF2B5EF4-FFF2-40B4-BE49-F238E27FC236}">
                <a16:creationId xmlns:a16="http://schemas.microsoft.com/office/drawing/2014/main" id="{390B4E2A-BA03-4992-A55F-0F874CCB2AB7}"/>
              </a:ext>
            </a:extLst>
          </p:cNvPr>
          <p:cNvSpPr>
            <a:spLocks/>
          </p:cNvSpPr>
          <p:nvPr/>
        </p:nvSpPr>
        <p:spPr>
          <a:xfrm>
            <a:off x="6925579" y="36034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5386">
            <a:extLst>
              <a:ext uri="{FF2B5EF4-FFF2-40B4-BE49-F238E27FC236}">
                <a16:creationId xmlns:a16="http://schemas.microsoft.com/office/drawing/2014/main" id="{A34600B7-CF7E-448C-8D3F-E7EA4E9D5F0E}"/>
              </a:ext>
            </a:extLst>
          </p:cNvPr>
          <p:cNvSpPr>
            <a:spLocks/>
          </p:cNvSpPr>
          <p:nvPr/>
        </p:nvSpPr>
        <p:spPr>
          <a:xfrm>
            <a:off x="6925750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5387">
            <a:extLst>
              <a:ext uri="{FF2B5EF4-FFF2-40B4-BE49-F238E27FC236}">
                <a16:creationId xmlns:a16="http://schemas.microsoft.com/office/drawing/2014/main" id="{04EAAD86-C4B3-4DC6-A28C-FFF6ABB3228B}"/>
              </a:ext>
            </a:extLst>
          </p:cNvPr>
          <p:cNvSpPr>
            <a:spLocks/>
          </p:cNvSpPr>
          <p:nvPr/>
        </p:nvSpPr>
        <p:spPr>
          <a:xfrm>
            <a:off x="698541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5388">
            <a:extLst>
              <a:ext uri="{FF2B5EF4-FFF2-40B4-BE49-F238E27FC236}">
                <a16:creationId xmlns:a16="http://schemas.microsoft.com/office/drawing/2014/main" id="{41C6F6B3-668F-4806-A231-9C2E9DA28451}"/>
              </a:ext>
            </a:extLst>
          </p:cNvPr>
          <p:cNvSpPr>
            <a:spLocks/>
          </p:cNvSpPr>
          <p:nvPr/>
        </p:nvSpPr>
        <p:spPr>
          <a:xfrm>
            <a:off x="692651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5389">
            <a:extLst>
              <a:ext uri="{FF2B5EF4-FFF2-40B4-BE49-F238E27FC236}">
                <a16:creationId xmlns:a16="http://schemas.microsoft.com/office/drawing/2014/main" id="{BF9B5818-681A-4F7F-A1F8-A962B877E1E5}"/>
              </a:ext>
            </a:extLst>
          </p:cNvPr>
          <p:cNvSpPr>
            <a:spLocks/>
          </p:cNvSpPr>
          <p:nvPr/>
        </p:nvSpPr>
        <p:spPr>
          <a:xfrm>
            <a:off x="693811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5390">
            <a:extLst>
              <a:ext uri="{FF2B5EF4-FFF2-40B4-BE49-F238E27FC236}">
                <a16:creationId xmlns:a16="http://schemas.microsoft.com/office/drawing/2014/main" id="{7060CA5A-886A-4F4F-833D-37BCBD22548E}"/>
              </a:ext>
            </a:extLst>
          </p:cNvPr>
          <p:cNvSpPr>
            <a:spLocks/>
          </p:cNvSpPr>
          <p:nvPr/>
        </p:nvSpPr>
        <p:spPr>
          <a:xfrm>
            <a:off x="6968803" y="34599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5391">
            <a:extLst>
              <a:ext uri="{FF2B5EF4-FFF2-40B4-BE49-F238E27FC236}">
                <a16:creationId xmlns:a16="http://schemas.microsoft.com/office/drawing/2014/main" id="{56251465-F002-4826-9756-4F2CE9FC0814}"/>
              </a:ext>
            </a:extLst>
          </p:cNvPr>
          <p:cNvSpPr>
            <a:spLocks/>
          </p:cNvSpPr>
          <p:nvPr/>
        </p:nvSpPr>
        <p:spPr>
          <a:xfrm>
            <a:off x="692149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5392">
            <a:extLst>
              <a:ext uri="{FF2B5EF4-FFF2-40B4-BE49-F238E27FC236}">
                <a16:creationId xmlns:a16="http://schemas.microsoft.com/office/drawing/2014/main" id="{3049D50C-69F9-4115-8EDC-7BD6CE6F4EC2}"/>
              </a:ext>
            </a:extLst>
          </p:cNvPr>
          <p:cNvSpPr>
            <a:spLocks/>
          </p:cNvSpPr>
          <p:nvPr/>
        </p:nvSpPr>
        <p:spPr>
          <a:xfrm>
            <a:off x="696623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5393">
            <a:extLst>
              <a:ext uri="{FF2B5EF4-FFF2-40B4-BE49-F238E27FC236}">
                <a16:creationId xmlns:a16="http://schemas.microsoft.com/office/drawing/2014/main" id="{C6C2CB92-CC96-4580-A5E3-7614EE66E405}"/>
              </a:ext>
            </a:extLst>
          </p:cNvPr>
          <p:cNvSpPr>
            <a:spLocks/>
          </p:cNvSpPr>
          <p:nvPr/>
        </p:nvSpPr>
        <p:spPr>
          <a:xfrm>
            <a:off x="71628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5394">
            <a:extLst>
              <a:ext uri="{FF2B5EF4-FFF2-40B4-BE49-F238E27FC236}">
                <a16:creationId xmlns:a16="http://schemas.microsoft.com/office/drawing/2014/main" id="{412727AB-1F89-411D-900C-873E7AD39C5B}"/>
              </a:ext>
            </a:extLst>
          </p:cNvPr>
          <p:cNvSpPr>
            <a:spLocks/>
          </p:cNvSpPr>
          <p:nvPr/>
        </p:nvSpPr>
        <p:spPr>
          <a:xfrm>
            <a:off x="713770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5395">
            <a:extLst>
              <a:ext uri="{FF2B5EF4-FFF2-40B4-BE49-F238E27FC236}">
                <a16:creationId xmlns:a16="http://schemas.microsoft.com/office/drawing/2014/main" id="{7FEEE453-6B99-41C9-B4DA-1B47830DB4F8}"/>
              </a:ext>
            </a:extLst>
          </p:cNvPr>
          <p:cNvSpPr>
            <a:spLocks/>
          </p:cNvSpPr>
          <p:nvPr/>
        </p:nvSpPr>
        <p:spPr>
          <a:xfrm>
            <a:off x="716428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5396">
            <a:extLst>
              <a:ext uri="{FF2B5EF4-FFF2-40B4-BE49-F238E27FC236}">
                <a16:creationId xmlns:a16="http://schemas.microsoft.com/office/drawing/2014/main" id="{C063262C-9D24-40AF-833C-99FDC1C3A033}"/>
              </a:ext>
            </a:extLst>
          </p:cNvPr>
          <p:cNvSpPr>
            <a:spLocks/>
          </p:cNvSpPr>
          <p:nvPr/>
        </p:nvSpPr>
        <p:spPr>
          <a:xfrm>
            <a:off x="7151806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5397">
            <a:extLst>
              <a:ext uri="{FF2B5EF4-FFF2-40B4-BE49-F238E27FC236}">
                <a16:creationId xmlns:a16="http://schemas.microsoft.com/office/drawing/2014/main" id="{63700280-CEB4-41DD-A7F1-8628C5D0D4EA}"/>
              </a:ext>
            </a:extLst>
          </p:cNvPr>
          <p:cNvSpPr>
            <a:spLocks/>
          </p:cNvSpPr>
          <p:nvPr/>
        </p:nvSpPr>
        <p:spPr>
          <a:xfrm>
            <a:off x="7167369" y="25797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5398">
            <a:extLst>
              <a:ext uri="{FF2B5EF4-FFF2-40B4-BE49-F238E27FC236}">
                <a16:creationId xmlns:a16="http://schemas.microsoft.com/office/drawing/2014/main" id="{CD01437C-BECC-4C1F-BF70-713097300139}"/>
              </a:ext>
            </a:extLst>
          </p:cNvPr>
          <p:cNvSpPr>
            <a:spLocks/>
          </p:cNvSpPr>
          <p:nvPr/>
        </p:nvSpPr>
        <p:spPr>
          <a:xfrm>
            <a:off x="721672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5399">
            <a:extLst>
              <a:ext uri="{FF2B5EF4-FFF2-40B4-BE49-F238E27FC236}">
                <a16:creationId xmlns:a16="http://schemas.microsoft.com/office/drawing/2014/main" id="{F462D0CB-3827-4B53-AFB9-98C4EDAB7005}"/>
              </a:ext>
            </a:extLst>
          </p:cNvPr>
          <p:cNvSpPr>
            <a:spLocks/>
          </p:cNvSpPr>
          <p:nvPr/>
        </p:nvSpPr>
        <p:spPr>
          <a:xfrm>
            <a:off x="718904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5400">
            <a:extLst>
              <a:ext uri="{FF2B5EF4-FFF2-40B4-BE49-F238E27FC236}">
                <a16:creationId xmlns:a16="http://schemas.microsoft.com/office/drawing/2014/main" id="{3266A946-9CBB-4EDD-8257-433D2F4FE38E}"/>
              </a:ext>
            </a:extLst>
          </p:cNvPr>
          <p:cNvSpPr>
            <a:spLocks/>
          </p:cNvSpPr>
          <p:nvPr/>
        </p:nvSpPr>
        <p:spPr>
          <a:xfrm>
            <a:off x="713983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5401">
            <a:extLst>
              <a:ext uri="{FF2B5EF4-FFF2-40B4-BE49-F238E27FC236}">
                <a16:creationId xmlns:a16="http://schemas.microsoft.com/office/drawing/2014/main" id="{D89EE1C7-7702-4C5B-9258-FAC1D5349E5E}"/>
              </a:ext>
            </a:extLst>
          </p:cNvPr>
          <p:cNvSpPr>
            <a:spLocks/>
          </p:cNvSpPr>
          <p:nvPr/>
        </p:nvSpPr>
        <p:spPr>
          <a:xfrm>
            <a:off x="7184744" y="31480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5402">
            <a:extLst>
              <a:ext uri="{FF2B5EF4-FFF2-40B4-BE49-F238E27FC236}">
                <a16:creationId xmlns:a16="http://schemas.microsoft.com/office/drawing/2014/main" id="{01542D0F-2A4E-41B1-ADA0-2844379098FC}"/>
              </a:ext>
            </a:extLst>
          </p:cNvPr>
          <p:cNvSpPr>
            <a:spLocks/>
          </p:cNvSpPr>
          <p:nvPr/>
        </p:nvSpPr>
        <p:spPr>
          <a:xfrm>
            <a:off x="714914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5403">
            <a:extLst>
              <a:ext uri="{FF2B5EF4-FFF2-40B4-BE49-F238E27FC236}">
                <a16:creationId xmlns:a16="http://schemas.microsoft.com/office/drawing/2014/main" id="{B663070C-F4F0-4C2C-8169-51C35EFEE341}"/>
              </a:ext>
            </a:extLst>
          </p:cNvPr>
          <p:cNvSpPr>
            <a:spLocks/>
          </p:cNvSpPr>
          <p:nvPr/>
        </p:nvSpPr>
        <p:spPr>
          <a:xfrm>
            <a:off x="7168293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5404">
            <a:extLst>
              <a:ext uri="{FF2B5EF4-FFF2-40B4-BE49-F238E27FC236}">
                <a16:creationId xmlns:a16="http://schemas.microsoft.com/office/drawing/2014/main" id="{1D56EC23-0F48-444A-8EE0-9211EC334D94}"/>
              </a:ext>
            </a:extLst>
          </p:cNvPr>
          <p:cNvSpPr>
            <a:spLocks/>
          </p:cNvSpPr>
          <p:nvPr/>
        </p:nvSpPr>
        <p:spPr>
          <a:xfrm>
            <a:off x="714628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5405">
            <a:extLst>
              <a:ext uri="{FF2B5EF4-FFF2-40B4-BE49-F238E27FC236}">
                <a16:creationId xmlns:a16="http://schemas.microsoft.com/office/drawing/2014/main" id="{C38B8553-646F-4228-8D27-D632513BF579}"/>
              </a:ext>
            </a:extLst>
          </p:cNvPr>
          <p:cNvSpPr>
            <a:spLocks/>
          </p:cNvSpPr>
          <p:nvPr/>
        </p:nvSpPr>
        <p:spPr>
          <a:xfrm>
            <a:off x="722549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5406">
            <a:extLst>
              <a:ext uri="{FF2B5EF4-FFF2-40B4-BE49-F238E27FC236}">
                <a16:creationId xmlns:a16="http://schemas.microsoft.com/office/drawing/2014/main" id="{69F9B755-AC2A-4FF8-8B95-3D92824CD5B5}"/>
              </a:ext>
            </a:extLst>
          </p:cNvPr>
          <p:cNvSpPr>
            <a:spLocks/>
          </p:cNvSpPr>
          <p:nvPr/>
        </p:nvSpPr>
        <p:spPr>
          <a:xfrm>
            <a:off x="7151882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5407">
            <a:extLst>
              <a:ext uri="{FF2B5EF4-FFF2-40B4-BE49-F238E27FC236}">
                <a16:creationId xmlns:a16="http://schemas.microsoft.com/office/drawing/2014/main" id="{33B66BC1-9F50-43BF-9D40-FC591ECE5612}"/>
              </a:ext>
            </a:extLst>
          </p:cNvPr>
          <p:cNvSpPr>
            <a:spLocks/>
          </p:cNvSpPr>
          <p:nvPr/>
        </p:nvSpPr>
        <p:spPr>
          <a:xfrm>
            <a:off x="7154567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5408">
            <a:extLst>
              <a:ext uri="{FF2B5EF4-FFF2-40B4-BE49-F238E27FC236}">
                <a16:creationId xmlns:a16="http://schemas.microsoft.com/office/drawing/2014/main" id="{27F06EE4-BCF2-4D18-93B4-E23469FD01F3}"/>
              </a:ext>
            </a:extLst>
          </p:cNvPr>
          <p:cNvSpPr>
            <a:spLocks/>
          </p:cNvSpPr>
          <p:nvPr/>
        </p:nvSpPr>
        <p:spPr>
          <a:xfrm>
            <a:off x="718226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5409">
            <a:extLst>
              <a:ext uri="{FF2B5EF4-FFF2-40B4-BE49-F238E27FC236}">
                <a16:creationId xmlns:a16="http://schemas.microsoft.com/office/drawing/2014/main" id="{A69FE3C8-9967-4D2D-A2AE-0627A0378138}"/>
              </a:ext>
            </a:extLst>
          </p:cNvPr>
          <p:cNvSpPr>
            <a:spLocks/>
          </p:cNvSpPr>
          <p:nvPr/>
        </p:nvSpPr>
        <p:spPr>
          <a:xfrm>
            <a:off x="720912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5410">
            <a:extLst>
              <a:ext uri="{FF2B5EF4-FFF2-40B4-BE49-F238E27FC236}">
                <a16:creationId xmlns:a16="http://schemas.microsoft.com/office/drawing/2014/main" id="{19190D2C-0EA6-4B46-9A96-F8455692B4C2}"/>
              </a:ext>
            </a:extLst>
          </p:cNvPr>
          <p:cNvSpPr>
            <a:spLocks/>
          </p:cNvSpPr>
          <p:nvPr/>
        </p:nvSpPr>
        <p:spPr>
          <a:xfrm>
            <a:off x="721289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5411">
            <a:extLst>
              <a:ext uri="{FF2B5EF4-FFF2-40B4-BE49-F238E27FC236}">
                <a16:creationId xmlns:a16="http://schemas.microsoft.com/office/drawing/2014/main" id="{AA609320-6442-4B28-AA9C-C433E2662802}"/>
              </a:ext>
            </a:extLst>
          </p:cNvPr>
          <p:cNvSpPr>
            <a:spLocks/>
          </p:cNvSpPr>
          <p:nvPr/>
        </p:nvSpPr>
        <p:spPr>
          <a:xfrm>
            <a:off x="715552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5412">
            <a:extLst>
              <a:ext uri="{FF2B5EF4-FFF2-40B4-BE49-F238E27FC236}">
                <a16:creationId xmlns:a16="http://schemas.microsoft.com/office/drawing/2014/main" id="{E8A81359-39EA-46AB-97B1-C4E7B316651D}"/>
              </a:ext>
            </a:extLst>
          </p:cNvPr>
          <p:cNvSpPr>
            <a:spLocks/>
          </p:cNvSpPr>
          <p:nvPr/>
        </p:nvSpPr>
        <p:spPr>
          <a:xfrm>
            <a:off x="713970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5413">
            <a:extLst>
              <a:ext uri="{FF2B5EF4-FFF2-40B4-BE49-F238E27FC236}">
                <a16:creationId xmlns:a16="http://schemas.microsoft.com/office/drawing/2014/main" id="{29827561-3C92-41F5-BDA9-4D3E54A5E12E}"/>
              </a:ext>
            </a:extLst>
          </p:cNvPr>
          <p:cNvSpPr>
            <a:spLocks/>
          </p:cNvSpPr>
          <p:nvPr/>
        </p:nvSpPr>
        <p:spPr>
          <a:xfrm>
            <a:off x="7196516" y="25212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5414">
            <a:extLst>
              <a:ext uri="{FF2B5EF4-FFF2-40B4-BE49-F238E27FC236}">
                <a16:creationId xmlns:a16="http://schemas.microsoft.com/office/drawing/2014/main" id="{433773A5-D610-4840-B079-B1EA7BA87B9A}"/>
              </a:ext>
            </a:extLst>
          </p:cNvPr>
          <p:cNvSpPr>
            <a:spLocks/>
          </p:cNvSpPr>
          <p:nvPr/>
        </p:nvSpPr>
        <p:spPr>
          <a:xfrm>
            <a:off x="718907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5415">
            <a:extLst>
              <a:ext uri="{FF2B5EF4-FFF2-40B4-BE49-F238E27FC236}">
                <a16:creationId xmlns:a16="http://schemas.microsoft.com/office/drawing/2014/main" id="{26DBFDF2-D8F7-4862-BAA3-ECBAB9BF65A1}"/>
              </a:ext>
            </a:extLst>
          </p:cNvPr>
          <p:cNvSpPr>
            <a:spLocks/>
          </p:cNvSpPr>
          <p:nvPr/>
        </p:nvSpPr>
        <p:spPr>
          <a:xfrm>
            <a:off x="7227984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5416">
            <a:extLst>
              <a:ext uri="{FF2B5EF4-FFF2-40B4-BE49-F238E27FC236}">
                <a16:creationId xmlns:a16="http://schemas.microsoft.com/office/drawing/2014/main" id="{794343C4-A53E-421C-B0FA-7E7FAF13ED91}"/>
              </a:ext>
            </a:extLst>
          </p:cNvPr>
          <p:cNvSpPr>
            <a:spLocks/>
          </p:cNvSpPr>
          <p:nvPr/>
        </p:nvSpPr>
        <p:spPr>
          <a:xfrm>
            <a:off x="7180753" y="24959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5417">
            <a:extLst>
              <a:ext uri="{FF2B5EF4-FFF2-40B4-BE49-F238E27FC236}">
                <a16:creationId xmlns:a16="http://schemas.microsoft.com/office/drawing/2014/main" id="{EAB27783-B932-4943-A9A1-159BAFEB5D94}"/>
              </a:ext>
            </a:extLst>
          </p:cNvPr>
          <p:cNvSpPr>
            <a:spLocks/>
          </p:cNvSpPr>
          <p:nvPr/>
        </p:nvSpPr>
        <p:spPr>
          <a:xfrm>
            <a:off x="7241777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5418">
            <a:extLst>
              <a:ext uri="{FF2B5EF4-FFF2-40B4-BE49-F238E27FC236}">
                <a16:creationId xmlns:a16="http://schemas.microsoft.com/office/drawing/2014/main" id="{E0FE2564-F048-41E3-A451-D9A557551618}"/>
              </a:ext>
            </a:extLst>
          </p:cNvPr>
          <p:cNvSpPr>
            <a:spLocks/>
          </p:cNvSpPr>
          <p:nvPr/>
        </p:nvSpPr>
        <p:spPr>
          <a:xfrm>
            <a:off x="718526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5419">
            <a:extLst>
              <a:ext uri="{FF2B5EF4-FFF2-40B4-BE49-F238E27FC236}">
                <a16:creationId xmlns:a16="http://schemas.microsoft.com/office/drawing/2014/main" id="{4341253F-0141-45AA-A737-6D138DF5A016}"/>
              </a:ext>
            </a:extLst>
          </p:cNvPr>
          <p:cNvSpPr>
            <a:spLocks/>
          </p:cNvSpPr>
          <p:nvPr/>
        </p:nvSpPr>
        <p:spPr>
          <a:xfrm>
            <a:off x="717132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5420">
            <a:extLst>
              <a:ext uri="{FF2B5EF4-FFF2-40B4-BE49-F238E27FC236}">
                <a16:creationId xmlns:a16="http://schemas.microsoft.com/office/drawing/2014/main" id="{A32E77D9-2881-4EA0-B658-E14F264DF3C8}"/>
              </a:ext>
            </a:extLst>
          </p:cNvPr>
          <p:cNvSpPr>
            <a:spLocks/>
          </p:cNvSpPr>
          <p:nvPr/>
        </p:nvSpPr>
        <p:spPr>
          <a:xfrm>
            <a:off x="7209235" y="31433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5421">
            <a:extLst>
              <a:ext uri="{FF2B5EF4-FFF2-40B4-BE49-F238E27FC236}">
                <a16:creationId xmlns:a16="http://schemas.microsoft.com/office/drawing/2014/main" id="{427DE802-EBE7-4D06-ABBC-F05BC0722446}"/>
              </a:ext>
            </a:extLst>
          </p:cNvPr>
          <p:cNvSpPr>
            <a:spLocks/>
          </p:cNvSpPr>
          <p:nvPr/>
        </p:nvSpPr>
        <p:spPr>
          <a:xfrm>
            <a:off x="7153436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5422">
            <a:extLst>
              <a:ext uri="{FF2B5EF4-FFF2-40B4-BE49-F238E27FC236}">
                <a16:creationId xmlns:a16="http://schemas.microsoft.com/office/drawing/2014/main" id="{EF8A757B-F757-400B-9917-7E28537F8B26}"/>
              </a:ext>
            </a:extLst>
          </p:cNvPr>
          <p:cNvSpPr>
            <a:spLocks/>
          </p:cNvSpPr>
          <p:nvPr/>
        </p:nvSpPr>
        <p:spPr>
          <a:xfrm>
            <a:off x="721974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5423">
            <a:extLst>
              <a:ext uri="{FF2B5EF4-FFF2-40B4-BE49-F238E27FC236}">
                <a16:creationId xmlns:a16="http://schemas.microsoft.com/office/drawing/2014/main" id="{A59B3207-7E35-41B4-88EC-03C2AFD207FF}"/>
              </a:ext>
            </a:extLst>
          </p:cNvPr>
          <p:cNvSpPr>
            <a:spLocks/>
          </p:cNvSpPr>
          <p:nvPr/>
        </p:nvSpPr>
        <p:spPr>
          <a:xfrm>
            <a:off x="71958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5424">
            <a:extLst>
              <a:ext uri="{FF2B5EF4-FFF2-40B4-BE49-F238E27FC236}">
                <a16:creationId xmlns:a16="http://schemas.microsoft.com/office/drawing/2014/main" id="{4D77396D-D7B5-4A33-853D-2A9E7974B77F}"/>
              </a:ext>
            </a:extLst>
          </p:cNvPr>
          <p:cNvSpPr>
            <a:spLocks/>
          </p:cNvSpPr>
          <p:nvPr/>
        </p:nvSpPr>
        <p:spPr>
          <a:xfrm>
            <a:off x="7189621" y="27934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5425">
            <a:extLst>
              <a:ext uri="{FF2B5EF4-FFF2-40B4-BE49-F238E27FC236}">
                <a16:creationId xmlns:a16="http://schemas.microsoft.com/office/drawing/2014/main" id="{D9BD8EF7-C4FE-4EE3-8591-CEB2F8FB2A9B}"/>
              </a:ext>
            </a:extLst>
          </p:cNvPr>
          <p:cNvSpPr>
            <a:spLocks/>
          </p:cNvSpPr>
          <p:nvPr/>
        </p:nvSpPr>
        <p:spPr>
          <a:xfrm>
            <a:off x="720189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5426">
            <a:extLst>
              <a:ext uri="{FF2B5EF4-FFF2-40B4-BE49-F238E27FC236}">
                <a16:creationId xmlns:a16="http://schemas.microsoft.com/office/drawing/2014/main" id="{340E911A-60E9-4FFD-84BE-87935233DEAA}"/>
              </a:ext>
            </a:extLst>
          </p:cNvPr>
          <p:cNvSpPr>
            <a:spLocks/>
          </p:cNvSpPr>
          <p:nvPr/>
        </p:nvSpPr>
        <p:spPr>
          <a:xfrm>
            <a:off x="722527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5427">
            <a:extLst>
              <a:ext uri="{FF2B5EF4-FFF2-40B4-BE49-F238E27FC236}">
                <a16:creationId xmlns:a16="http://schemas.microsoft.com/office/drawing/2014/main" id="{9554B967-9392-447E-AED4-B6659EB89580}"/>
              </a:ext>
            </a:extLst>
          </p:cNvPr>
          <p:cNvSpPr>
            <a:spLocks/>
          </p:cNvSpPr>
          <p:nvPr/>
        </p:nvSpPr>
        <p:spPr>
          <a:xfrm>
            <a:off x="717241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5428">
            <a:extLst>
              <a:ext uri="{FF2B5EF4-FFF2-40B4-BE49-F238E27FC236}">
                <a16:creationId xmlns:a16="http://schemas.microsoft.com/office/drawing/2014/main" id="{347AB68B-3E3B-4FD1-8E10-34416B53C649}"/>
              </a:ext>
            </a:extLst>
          </p:cNvPr>
          <p:cNvSpPr>
            <a:spLocks/>
          </p:cNvSpPr>
          <p:nvPr/>
        </p:nvSpPr>
        <p:spPr>
          <a:xfrm>
            <a:off x="716137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5429">
            <a:extLst>
              <a:ext uri="{FF2B5EF4-FFF2-40B4-BE49-F238E27FC236}">
                <a16:creationId xmlns:a16="http://schemas.microsoft.com/office/drawing/2014/main" id="{CBC137C8-9D38-4554-997B-DBB4F41C9265}"/>
              </a:ext>
            </a:extLst>
          </p:cNvPr>
          <p:cNvSpPr>
            <a:spLocks/>
          </p:cNvSpPr>
          <p:nvPr/>
        </p:nvSpPr>
        <p:spPr>
          <a:xfrm>
            <a:off x="721617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5430">
            <a:extLst>
              <a:ext uri="{FF2B5EF4-FFF2-40B4-BE49-F238E27FC236}">
                <a16:creationId xmlns:a16="http://schemas.microsoft.com/office/drawing/2014/main" id="{3D418816-CC09-4ACD-8725-4BC93FF8FD2B}"/>
              </a:ext>
            </a:extLst>
          </p:cNvPr>
          <p:cNvSpPr>
            <a:spLocks/>
          </p:cNvSpPr>
          <p:nvPr/>
        </p:nvSpPr>
        <p:spPr>
          <a:xfrm>
            <a:off x="719297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5431">
            <a:extLst>
              <a:ext uri="{FF2B5EF4-FFF2-40B4-BE49-F238E27FC236}">
                <a16:creationId xmlns:a16="http://schemas.microsoft.com/office/drawing/2014/main" id="{6B42E10C-1E80-40F7-8ECA-5E8EC2DC0FD6}"/>
              </a:ext>
            </a:extLst>
          </p:cNvPr>
          <p:cNvSpPr>
            <a:spLocks/>
          </p:cNvSpPr>
          <p:nvPr/>
        </p:nvSpPr>
        <p:spPr>
          <a:xfrm>
            <a:off x="720057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5432">
            <a:extLst>
              <a:ext uri="{FF2B5EF4-FFF2-40B4-BE49-F238E27FC236}">
                <a16:creationId xmlns:a16="http://schemas.microsoft.com/office/drawing/2014/main" id="{6082ECF6-5B75-4108-BEFA-6AB7A48A72F9}"/>
              </a:ext>
            </a:extLst>
          </p:cNvPr>
          <p:cNvSpPr>
            <a:spLocks/>
          </p:cNvSpPr>
          <p:nvPr/>
        </p:nvSpPr>
        <p:spPr>
          <a:xfrm>
            <a:off x="7136792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5433">
            <a:extLst>
              <a:ext uri="{FF2B5EF4-FFF2-40B4-BE49-F238E27FC236}">
                <a16:creationId xmlns:a16="http://schemas.microsoft.com/office/drawing/2014/main" id="{AD1633A8-4552-4AE1-8D24-FFEB7F578F7E}"/>
              </a:ext>
            </a:extLst>
          </p:cNvPr>
          <p:cNvSpPr>
            <a:spLocks/>
          </p:cNvSpPr>
          <p:nvPr/>
        </p:nvSpPr>
        <p:spPr>
          <a:xfrm>
            <a:off x="7206148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5434">
            <a:extLst>
              <a:ext uri="{FF2B5EF4-FFF2-40B4-BE49-F238E27FC236}">
                <a16:creationId xmlns:a16="http://schemas.microsoft.com/office/drawing/2014/main" id="{1D63D3D1-850B-4652-ABDE-B65EEDC0D31E}"/>
              </a:ext>
            </a:extLst>
          </p:cNvPr>
          <p:cNvSpPr>
            <a:spLocks/>
          </p:cNvSpPr>
          <p:nvPr/>
        </p:nvSpPr>
        <p:spPr>
          <a:xfrm>
            <a:off x="7222279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5435">
            <a:extLst>
              <a:ext uri="{FF2B5EF4-FFF2-40B4-BE49-F238E27FC236}">
                <a16:creationId xmlns:a16="http://schemas.microsoft.com/office/drawing/2014/main" id="{E1C8BE2D-B42A-40B3-85F8-B181FCFCF20E}"/>
              </a:ext>
            </a:extLst>
          </p:cNvPr>
          <p:cNvSpPr>
            <a:spLocks/>
          </p:cNvSpPr>
          <p:nvPr/>
        </p:nvSpPr>
        <p:spPr>
          <a:xfrm>
            <a:off x="71430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5436">
            <a:extLst>
              <a:ext uri="{FF2B5EF4-FFF2-40B4-BE49-F238E27FC236}">
                <a16:creationId xmlns:a16="http://schemas.microsoft.com/office/drawing/2014/main" id="{AEFD773A-446B-4EC8-BFC5-E7F1A406772C}"/>
              </a:ext>
            </a:extLst>
          </p:cNvPr>
          <p:cNvSpPr>
            <a:spLocks/>
          </p:cNvSpPr>
          <p:nvPr/>
        </p:nvSpPr>
        <p:spPr>
          <a:xfrm>
            <a:off x="717254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5437">
            <a:extLst>
              <a:ext uri="{FF2B5EF4-FFF2-40B4-BE49-F238E27FC236}">
                <a16:creationId xmlns:a16="http://schemas.microsoft.com/office/drawing/2014/main" id="{B9B3F06A-D45C-47F6-8EF2-21B6E8273768}"/>
              </a:ext>
            </a:extLst>
          </p:cNvPr>
          <p:cNvSpPr>
            <a:spLocks/>
          </p:cNvSpPr>
          <p:nvPr/>
        </p:nvSpPr>
        <p:spPr>
          <a:xfrm>
            <a:off x="722890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5438">
            <a:extLst>
              <a:ext uri="{FF2B5EF4-FFF2-40B4-BE49-F238E27FC236}">
                <a16:creationId xmlns:a16="http://schemas.microsoft.com/office/drawing/2014/main" id="{1D5C3B33-21BE-4FE3-82A7-3DDB1B52E691}"/>
              </a:ext>
            </a:extLst>
          </p:cNvPr>
          <p:cNvSpPr>
            <a:spLocks/>
          </p:cNvSpPr>
          <p:nvPr/>
        </p:nvSpPr>
        <p:spPr>
          <a:xfrm>
            <a:off x="714772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5439">
            <a:extLst>
              <a:ext uri="{FF2B5EF4-FFF2-40B4-BE49-F238E27FC236}">
                <a16:creationId xmlns:a16="http://schemas.microsoft.com/office/drawing/2014/main" id="{9AF8EC89-D7A6-401E-8F94-D5EAF927A038}"/>
              </a:ext>
            </a:extLst>
          </p:cNvPr>
          <p:cNvSpPr>
            <a:spLocks/>
          </p:cNvSpPr>
          <p:nvPr/>
        </p:nvSpPr>
        <p:spPr>
          <a:xfrm>
            <a:off x="717685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5440">
            <a:extLst>
              <a:ext uri="{FF2B5EF4-FFF2-40B4-BE49-F238E27FC236}">
                <a16:creationId xmlns:a16="http://schemas.microsoft.com/office/drawing/2014/main" id="{6441FB23-E478-4019-B0F2-483631467EB3}"/>
              </a:ext>
            </a:extLst>
          </p:cNvPr>
          <p:cNvSpPr>
            <a:spLocks/>
          </p:cNvSpPr>
          <p:nvPr/>
        </p:nvSpPr>
        <p:spPr>
          <a:xfrm>
            <a:off x="718263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5441">
            <a:extLst>
              <a:ext uri="{FF2B5EF4-FFF2-40B4-BE49-F238E27FC236}">
                <a16:creationId xmlns:a16="http://schemas.microsoft.com/office/drawing/2014/main" id="{518F94A6-DFB9-49CE-A5CE-7F9C9FFFFF02}"/>
              </a:ext>
            </a:extLst>
          </p:cNvPr>
          <p:cNvSpPr>
            <a:spLocks/>
          </p:cNvSpPr>
          <p:nvPr/>
        </p:nvSpPr>
        <p:spPr>
          <a:xfrm>
            <a:off x="719576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5442">
            <a:extLst>
              <a:ext uri="{FF2B5EF4-FFF2-40B4-BE49-F238E27FC236}">
                <a16:creationId xmlns:a16="http://schemas.microsoft.com/office/drawing/2014/main" id="{440DD2D5-1D0E-42C4-B2A6-1C624D52771A}"/>
              </a:ext>
            </a:extLst>
          </p:cNvPr>
          <p:cNvSpPr>
            <a:spLocks/>
          </p:cNvSpPr>
          <p:nvPr/>
        </p:nvSpPr>
        <p:spPr>
          <a:xfrm>
            <a:off x="7194175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5443">
            <a:extLst>
              <a:ext uri="{FF2B5EF4-FFF2-40B4-BE49-F238E27FC236}">
                <a16:creationId xmlns:a16="http://schemas.microsoft.com/office/drawing/2014/main" id="{A6DCC296-3C9F-4C83-B4A5-F66B0945F148}"/>
              </a:ext>
            </a:extLst>
          </p:cNvPr>
          <p:cNvSpPr>
            <a:spLocks/>
          </p:cNvSpPr>
          <p:nvPr/>
        </p:nvSpPr>
        <p:spPr>
          <a:xfrm>
            <a:off x="7204820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5444">
            <a:extLst>
              <a:ext uri="{FF2B5EF4-FFF2-40B4-BE49-F238E27FC236}">
                <a16:creationId xmlns:a16="http://schemas.microsoft.com/office/drawing/2014/main" id="{4676BE80-A4FF-4672-B6C7-A583F419179D}"/>
              </a:ext>
            </a:extLst>
          </p:cNvPr>
          <p:cNvSpPr>
            <a:spLocks/>
          </p:cNvSpPr>
          <p:nvPr/>
        </p:nvSpPr>
        <p:spPr>
          <a:xfrm>
            <a:off x="723322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5445">
            <a:extLst>
              <a:ext uri="{FF2B5EF4-FFF2-40B4-BE49-F238E27FC236}">
                <a16:creationId xmlns:a16="http://schemas.microsoft.com/office/drawing/2014/main" id="{0C61C1F3-B3A7-4A3F-A3E2-93BC2BFF7F05}"/>
              </a:ext>
            </a:extLst>
          </p:cNvPr>
          <p:cNvSpPr>
            <a:spLocks/>
          </p:cNvSpPr>
          <p:nvPr/>
        </p:nvSpPr>
        <p:spPr>
          <a:xfrm>
            <a:off x="719676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5446">
            <a:extLst>
              <a:ext uri="{FF2B5EF4-FFF2-40B4-BE49-F238E27FC236}">
                <a16:creationId xmlns:a16="http://schemas.microsoft.com/office/drawing/2014/main" id="{3D7A8FDE-9F48-47BD-A285-CD812801DCAD}"/>
              </a:ext>
            </a:extLst>
          </p:cNvPr>
          <p:cNvSpPr>
            <a:spLocks/>
          </p:cNvSpPr>
          <p:nvPr/>
        </p:nvSpPr>
        <p:spPr>
          <a:xfrm>
            <a:off x="7161969" y="22636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5447">
            <a:extLst>
              <a:ext uri="{FF2B5EF4-FFF2-40B4-BE49-F238E27FC236}">
                <a16:creationId xmlns:a16="http://schemas.microsoft.com/office/drawing/2014/main" id="{6411B23F-C2D2-41CA-9905-1F7241516248}"/>
              </a:ext>
            </a:extLst>
          </p:cNvPr>
          <p:cNvSpPr>
            <a:spLocks/>
          </p:cNvSpPr>
          <p:nvPr/>
        </p:nvSpPr>
        <p:spPr>
          <a:xfrm>
            <a:off x="7235582" y="28534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5448">
            <a:extLst>
              <a:ext uri="{FF2B5EF4-FFF2-40B4-BE49-F238E27FC236}">
                <a16:creationId xmlns:a16="http://schemas.microsoft.com/office/drawing/2014/main" id="{E4BA32ED-BB31-4221-880B-65D40CA02B22}"/>
              </a:ext>
            </a:extLst>
          </p:cNvPr>
          <p:cNvSpPr>
            <a:spLocks/>
          </p:cNvSpPr>
          <p:nvPr/>
        </p:nvSpPr>
        <p:spPr>
          <a:xfrm>
            <a:off x="718620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5449">
            <a:extLst>
              <a:ext uri="{FF2B5EF4-FFF2-40B4-BE49-F238E27FC236}">
                <a16:creationId xmlns:a16="http://schemas.microsoft.com/office/drawing/2014/main" id="{BB191538-52A7-4E0D-8574-56972E465597}"/>
              </a:ext>
            </a:extLst>
          </p:cNvPr>
          <p:cNvSpPr>
            <a:spLocks/>
          </p:cNvSpPr>
          <p:nvPr/>
        </p:nvSpPr>
        <p:spPr>
          <a:xfrm>
            <a:off x="7214853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5450">
            <a:extLst>
              <a:ext uri="{FF2B5EF4-FFF2-40B4-BE49-F238E27FC236}">
                <a16:creationId xmlns:a16="http://schemas.microsoft.com/office/drawing/2014/main" id="{989B595A-A6E6-4FA7-ADE3-3F2188D020E6}"/>
              </a:ext>
            </a:extLst>
          </p:cNvPr>
          <p:cNvSpPr>
            <a:spLocks/>
          </p:cNvSpPr>
          <p:nvPr/>
        </p:nvSpPr>
        <p:spPr>
          <a:xfrm>
            <a:off x="7166793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5451">
            <a:extLst>
              <a:ext uri="{FF2B5EF4-FFF2-40B4-BE49-F238E27FC236}">
                <a16:creationId xmlns:a16="http://schemas.microsoft.com/office/drawing/2014/main" id="{3AD3BB64-FE6A-4368-887C-BB4DDC9E8AC7}"/>
              </a:ext>
            </a:extLst>
          </p:cNvPr>
          <p:cNvSpPr>
            <a:spLocks/>
          </p:cNvSpPr>
          <p:nvPr/>
        </p:nvSpPr>
        <p:spPr>
          <a:xfrm>
            <a:off x="7180097" y="357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1" name="data_5452">
            <a:extLst>
              <a:ext uri="{FF2B5EF4-FFF2-40B4-BE49-F238E27FC236}">
                <a16:creationId xmlns:a16="http://schemas.microsoft.com/office/drawing/2014/main" id="{58638D04-36F6-4CAE-9894-4045ADEBBA89}"/>
              </a:ext>
            </a:extLst>
          </p:cNvPr>
          <p:cNvSpPr>
            <a:spLocks/>
          </p:cNvSpPr>
          <p:nvPr/>
        </p:nvSpPr>
        <p:spPr>
          <a:xfrm>
            <a:off x="720539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2" name="data_5453">
            <a:extLst>
              <a:ext uri="{FF2B5EF4-FFF2-40B4-BE49-F238E27FC236}">
                <a16:creationId xmlns:a16="http://schemas.microsoft.com/office/drawing/2014/main" id="{91824978-8FFE-4077-B430-3AC10C68A5C2}"/>
              </a:ext>
            </a:extLst>
          </p:cNvPr>
          <p:cNvSpPr>
            <a:spLocks/>
          </p:cNvSpPr>
          <p:nvPr/>
        </p:nvSpPr>
        <p:spPr>
          <a:xfrm>
            <a:off x="720002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3" name="data_5454">
            <a:extLst>
              <a:ext uri="{FF2B5EF4-FFF2-40B4-BE49-F238E27FC236}">
                <a16:creationId xmlns:a16="http://schemas.microsoft.com/office/drawing/2014/main" id="{A0131AC4-E599-4FB2-B311-89A767F2DBAD}"/>
              </a:ext>
            </a:extLst>
          </p:cNvPr>
          <p:cNvSpPr>
            <a:spLocks/>
          </p:cNvSpPr>
          <p:nvPr/>
        </p:nvSpPr>
        <p:spPr>
          <a:xfrm>
            <a:off x="718119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4" name="data_5455">
            <a:extLst>
              <a:ext uri="{FF2B5EF4-FFF2-40B4-BE49-F238E27FC236}">
                <a16:creationId xmlns:a16="http://schemas.microsoft.com/office/drawing/2014/main" id="{4BB24CB3-E341-4AD7-AAB0-0BF51A09671F}"/>
              </a:ext>
            </a:extLst>
          </p:cNvPr>
          <p:cNvSpPr>
            <a:spLocks/>
          </p:cNvSpPr>
          <p:nvPr/>
        </p:nvSpPr>
        <p:spPr>
          <a:xfrm>
            <a:off x="717162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5" name="data_5456">
            <a:extLst>
              <a:ext uri="{FF2B5EF4-FFF2-40B4-BE49-F238E27FC236}">
                <a16:creationId xmlns:a16="http://schemas.microsoft.com/office/drawing/2014/main" id="{7D7169F4-E5A4-4631-B609-39F078A0CBBE}"/>
              </a:ext>
            </a:extLst>
          </p:cNvPr>
          <p:cNvSpPr>
            <a:spLocks/>
          </p:cNvSpPr>
          <p:nvPr/>
        </p:nvSpPr>
        <p:spPr>
          <a:xfrm>
            <a:off x="721364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6" name="data_5457">
            <a:extLst>
              <a:ext uri="{FF2B5EF4-FFF2-40B4-BE49-F238E27FC236}">
                <a16:creationId xmlns:a16="http://schemas.microsoft.com/office/drawing/2014/main" id="{21CFBAEF-1214-4485-8445-54D7C00D4320}"/>
              </a:ext>
            </a:extLst>
          </p:cNvPr>
          <p:cNvSpPr>
            <a:spLocks/>
          </p:cNvSpPr>
          <p:nvPr/>
        </p:nvSpPr>
        <p:spPr>
          <a:xfrm>
            <a:off x="714441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7" name="data_5458">
            <a:extLst>
              <a:ext uri="{FF2B5EF4-FFF2-40B4-BE49-F238E27FC236}">
                <a16:creationId xmlns:a16="http://schemas.microsoft.com/office/drawing/2014/main" id="{87BF97D3-0577-4723-8AD0-D88EEE4B6FE6}"/>
              </a:ext>
            </a:extLst>
          </p:cNvPr>
          <p:cNvSpPr>
            <a:spLocks/>
          </p:cNvSpPr>
          <p:nvPr/>
        </p:nvSpPr>
        <p:spPr>
          <a:xfrm>
            <a:off x="7205312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8" name="data_5459">
            <a:extLst>
              <a:ext uri="{FF2B5EF4-FFF2-40B4-BE49-F238E27FC236}">
                <a16:creationId xmlns:a16="http://schemas.microsoft.com/office/drawing/2014/main" id="{8F18769B-9A36-47B9-A9D5-0CE9E00BC245}"/>
              </a:ext>
            </a:extLst>
          </p:cNvPr>
          <p:cNvSpPr>
            <a:spLocks/>
          </p:cNvSpPr>
          <p:nvPr/>
        </p:nvSpPr>
        <p:spPr>
          <a:xfrm>
            <a:off x="7159861" y="2593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9" name="data_5460">
            <a:extLst>
              <a:ext uri="{FF2B5EF4-FFF2-40B4-BE49-F238E27FC236}">
                <a16:creationId xmlns:a16="http://schemas.microsoft.com/office/drawing/2014/main" id="{EEB0DD26-3AA6-4DD4-A235-ED261D1CBC57}"/>
              </a:ext>
            </a:extLst>
          </p:cNvPr>
          <p:cNvSpPr>
            <a:spLocks/>
          </p:cNvSpPr>
          <p:nvPr/>
        </p:nvSpPr>
        <p:spPr>
          <a:xfrm>
            <a:off x="722201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0" name="data_5461">
            <a:extLst>
              <a:ext uri="{FF2B5EF4-FFF2-40B4-BE49-F238E27FC236}">
                <a16:creationId xmlns:a16="http://schemas.microsoft.com/office/drawing/2014/main" id="{5D249103-9AF9-4D4B-90A3-BC6762BB382A}"/>
              </a:ext>
            </a:extLst>
          </p:cNvPr>
          <p:cNvSpPr>
            <a:spLocks/>
          </p:cNvSpPr>
          <p:nvPr/>
        </p:nvSpPr>
        <p:spPr>
          <a:xfrm>
            <a:off x="72165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1" name="data_5462">
            <a:extLst>
              <a:ext uri="{FF2B5EF4-FFF2-40B4-BE49-F238E27FC236}">
                <a16:creationId xmlns:a16="http://schemas.microsoft.com/office/drawing/2014/main" id="{C5D748B4-4F83-44C4-ABA9-0BF603BB6C95}"/>
              </a:ext>
            </a:extLst>
          </p:cNvPr>
          <p:cNvSpPr>
            <a:spLocks/>
          </p:cNvSpPr>
          <p:nvPr/>
        </p:nvSpPr>
        <p:spPr>
          <a:xfrm>
            <a:off x="7237338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2" name="data_5463">
            <a:extLst>
              <a:ext uri="{FF2B5EF4-FFF2-40B4-BE49-F238E27FC236}">
                <a16:creationId xmlns:a16="http://schemas.microsoft.com/office/drawing/2014/main" id="{29FE1704-1643-456B-A10C-42368B2C1B32}"/>
              </a:ext>
            </a:extLst>
          </p:cNvPr>
          <p:cNvSpPr>
            <a:spLocks/>
          </p:cNvSpPr>
          <p:nvPr/>
        </p:nvSpPr>
        <p:spPr>
          <a:xfrm>
            <a:off x="7179607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3" name="data_5464">
            <a:extLst>
              <a:ext uri="{FF2B5EF4-FFF2-40B4-BE49-F238E27FC236}">
                <a16:creationId xmlns:a16="http://schemas.microsoft.com/office/drawing/2014/main" id="{F91C931F-4659-45B7-BC89-7F272F065BD2}"/>
              </a:ext>
            </a:extLst>
          </p:cNvPr>
          <p:cNvSpPr>
            <a:spLocks/>
          </p:cNvSpPr>
          <p:nvPr/>
        </p:nvSpPr>
        <p:spPr>
          <a:xfrm>
            <a:off x="719340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4" name="data_5465">
            <a:extLst>
              <a:ext uri="{FF2B5EF4-FFF2-40B4-BE49-F238E27FC236}">
                <a16:creationId xmlns:a16="http://schemas.microsoft.com/office/drawing/2014/main" id="{B779894E-2E19-4F9C-AA9B-821ACE271FE7}"/>
              </a:ext>
            </a:extLst>
          </p:cNvPr>
          <p:cNvSpPr>
            <a:spLocks/>
          </p:cNvSpPr>
          <p:nvPr/>
        </p:nvSpPr>
        <p:spPr>
          <a:xfrm>
            <a:off x="7209434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5" name="data_5466">
            <a:extLst>
              <a:ext uri="{FF2B5EF4-FFF2-40B4-BE49-F238E27FC236}">
                <a16:creationId xmlns:a16="http://schemas.microsoft.com/office/drawing/2014/main" id="{269650B1-30E1-46C9-B462-3DFA81B41E5B}"/>
              </a:ext>
            </a:extLst>
          </p:cNvPr>
          <p:cNvSpPr>
            <a:spLocks/>
          </p:cNvSpPr>
          <p:nvPr/>
        </p:nvSpPr>
        <p:spPr>
          <a:xfrm>
            <a:off x="721614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6" name="data_5467">
            <a:extLst>
              <a:ext uri="{FF2B5EF4-FFF2-40B4-BE49-F238E27FC236}">
                <a16:creationId xmlns:a16="http://schemas.microsoft.com/office/drawing/2014/main" id="{50F2F19A-0FB0-4AE6-AAEA-3E7CCCD7CB30}"/>
              </a:ext>
            </a:extLst>
          </p:cNvPr>
          <p:cNvSpPr>
            <a:spLocks/>
          </p:cNvSpPr>
          <p:nvPr/>
        </p:nvSpPr>
        <p:spPr>
          <a:xfrm>
            <a:off x="7160994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7" name="data_5468">
            <a:extLst>
              <a:ext uri="{FF2B5EF4-FFF2-40B4-BE49-F238E27FC236}">
                <a16:creationId xmlns:a16="http://schemas.microsoft.com/office/drawing/2014/main" id="{486A8085-52CB-4DE4-8089-701AF2E7A0A7}"/>
              </a:ext>
            </a:extLst>
          </p:cNvPr>
          <p:cNvSpPr>
            <a:spLocks/>
          </p:cNvSpPr>
          <p:nvPr/>
        </p:nvSpPr>
        <p:spPr>
          <a:xfrm>
            <a:off x="718425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8" name="data_5469">
            <a:extLst>
              <a:ext uri="{FF2B5EF4-FFF2-40B4-BE49-F238E27FC236}">
                <a16:creationId xmlns:a16="http://schemas.microsoft.com/office/drawing/2014/main" id="{3BE7AE1B-AC45-457A-968B-A2F11683DB56}"/>
              </a:ext>
            </a:extLst>
          </p:cNvPr>
          <p:cNvSpPr>
            <a:spLocks/>
          </p:cNvSpPr>
          <p:nvPr/>
        </p:nvSpPr>
        <p:spPr>
          <a:xfrm>
            <a:off x="717623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9" name="data_5470">
            <a:extLst>
              <a:ext uri="{FF2B5EF4-FFF2-40B4-BE49-F238E27FC236}">
                <a16:creationId xmlns:a16="http://schemas.microsoft.com/office/drawing/2014/main" id="{2995F909-4711-4B28-B39A-854209EB2E92}"/>
              </a:ext>
            </a:extLst>
          </p:cNvPr>
          <p:cNvSpPr>
            <a:spLocks/>
          </p:cNvSpPr>
          <p:nvPr/>
        </p:nvSpPr>
        <p:spPr>
          <a:xfrm>
            <a:off x="7147295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0" name="data_5471">
            <a:extLst>
              <a:ext uri="{FF2B5EF4-FFF2-40B4-BE49-F238E27FC236}">
                <a16:creationId xmlns:a16="http://schemas.microsoft.com/office/drawing/2014/main" id="{CB56C2F6-383D-4642-9137-09C7C3E74FF3}"/>
              </a:ext>
            </a:extLst>
          </p:cNvPr>
          <p:cNvSpPr>
            <a:spLocks/>
          </p:cNvSpPr>
          <p:nvPr/>
        </p:nvSpPr>
        <p:spPr>
          <a:xfrm>
            <a:off x="714820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1" name="data_5472">
            <a:extLst>
              <a:ext uri="{FF2B5EF4-FFF2-40B4-BE49-F238E27FC236}">
                <a16:creationId xmlns:a16="http://schemas.microsoft.com/office/drawing/2014/main" id="{DB9F700B-CFFB-41AB-BE7F-D567D58E3C90}"/>
              </a:ext>
            </a:extLst>
          </p:cNvPr>
          <p:cNvSpPr>
            <a:spLocks/>
          </p:cNvSpPr>
          <p:nvPr/>
        </p:nvSpPr>
        <p:spPr>
          <a:xfrm>
            <a:off x="7173992" y="22179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2" name="data_5473">
            <a:extLst>
              <a:ext uri="{FF2B5EF4-FFF2-40B4-BE49-F238E27FC236}">
                <a16:creationId xmlns:a16="http://schemas.microsoft.com/office/drawing/2014/main" id="{BB72CFD1-C18D-4160-A6F3-D0130617610F}"/>
              </a:ext>
            </a:extLst>
          </p:cNvPr>
          <p:cNvSpPr>
            <a:spLocks/>
          </p:cNvSpPr>
          <p:nvPr/>
        </p:nvSpPr>
        <p:spPr>
          <a:xfrm>
            <a:off x="7233862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3" name="data_5474">
            <a:extLst>
              <a:ext uri="{FF2B5EF4-FFF2-40B4-BE49-F238E27FC236}">
                <a16:creationId xmlns:a16="http://schemas.microsoft.com/office/drawing/2014/main" id="{738D3DAD-A1F7-4826-BEEF-EC87086706D0}"/>
              </a:ext>
            </a:extLst>
          </p:cNvPr>
          <p:cNvSpPr>
            <a:spLocks/>
          </p:cNvSpPr>
          <p:nvPr/>
        </p:nvSpPr>
        <p:spPr>
          <a:xfrm>
            <a:off x="7163962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4" name="data_5475">
            <a:extLst>
              <a:ext uri="{FF2B5EF4-FFF2-40B4-BE49-F238E27FC236}">
                <a16:creationId xmlns:a16="http://schemas.microsoft.com/office/drawing/2014/main" id="{207FCC92-649A-41C5-AA65-D12F804397C4}"/>
              </a:ext>
            </a:extLst>
          </p:cNvPr>
          <p:cNvSpPr>
            <a:spLocks/>
          </p:cNvSpPr>
          <p:nvPr/>
        </p:nvSpPr>
        <p:spPr>
          <a:xfrm>
            <a:off x="7233341" y="23334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5" name="data_5476">
            <a:extLst>
              <a:ext uri="{FF2B5EF4-FFF2-40B4-BE49-F238E27FC236}">
                <a16:creationId xmlns:a16="http://schemas.microsoft.com/office/drawing/2014/main" id="{4368458A-4F64-4B8C-896E-E5BFB4CC46D9}"/>
              </a:ext>
            </a:extLst>
          </p:cNvPr>
          <p:cNvSpPr>
            <a:spLocks/>
          </p:cNvSpPr>
          <p:nvPr/>
        </p:nvSpPr>
        <p:spPr>
          <a:xfrm>
            <a:off x="715152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6" name="data_5477">
            <a:extLst>
              <a:ext uri="{FF2B5EF4-FFF2-40B4-BE49-F238E27FC236}">
                <a16:creationId xmlns:a16="http://schemas.microsoft.com/office/drawing/2014/main" id="{DCAC028A-9289-4921-9E50-8FF9149F22E8}"/>
              </a:ext>
            </a:extLst>
          </p:cNvPr>
          <p:cNvSpPr>
            <a:spLocks/>
          </p:cNvSpPr>
          <p:nvPr/>
        </p:nvSpPr>
        <p:spPr>
          <a:xfrm>
            <a:off x="722475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7" name="data_5478">
            <a:extLst>
              <a:ext uri="{FF2B5EF4-FFF2-40B4-BE49-F238E27FC236}">
                <a16:creationId xmlns:a16="http://schemas.microsoft.com/office/drawing/2014/main" id="{DC4D25E2-295B-48C3-BD97-5F37D5A81760}"/>
              </a:ext>
            </a:extLst>
          </p:cNvPr>
          <p:cNvSpPr>
            <a:spLocks/>
          </p:cNvSpPr>
          <p:nvPr/>
        </p:nvSpPr>
        <p:spPr>
          <a:xfrm>
            <a:off x="7173898" y="34233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8" name="data_5479">
            <a:extLst>
              <a:ext uri="{FF2B5EF4-FFF2-40B4-BE49-F238E27FC236}">
                <a16:creationId xmlns:a16="http://schemas.microsoft.com/office/drawing/2014/main" id="{7F1E2FA0-7A24-47C4-A864-8EC0E7182FD4}"/>
              </a:ext>
            </a:extLst>
          </p:cNvPr>
          <p:cNvSpPr>
            <a:spLocks/>
          </p:cNvSpPr>
          <p:nvPr/>
        </p:nvSpPr>
        <p:spPr>
          <a:xfrm>
            <a:off x="7177396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9" name="data_5480">
            <a:extLst>
              <a:ext uri="{FF2B5EF4-FFF2-40B4-BE49-F238E27FC236}">
                <a16:creationId xmlns:a16="http://schemas.microsoft.com/office/drawing/2014/main" id="{6DF8462D-3AD3-44CC-ABDF-BE1FE53F296F}"/>
              </a:ext>
            </a:extLst>
          </p:cNvPr>
          <p:cNvSpPr>
            <a:spLocks/>
          </p:cNvSpPr>
          <p:nvPr/>
        </p:nvSpPr>
        <p:spPr>
          <a:xfrm>
            <a:off x="714514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0" name="data_5481">
            <a:extLst>
              <a:ext uri="{FF2B5EF4-FFF2-40B4-BE49-F238E27FC236}">
                <a16:creationId xmlns:a16="http://schemas.microsoft.com/office/drawing/2014/main" id="{D41D2AE9-BF50-482A-8A9E-BABCE7019852}"/>
              </a:ext>
            </a:extLst>
          </p:cNvPr>
          <p:cNvSpPr>
            <a:spLocks/>
          </p:cNvSpPr>
          <p:nvPr/>
        </p:nvSpPr>
        <p:spPr>
          <a:xfrm>
            <a:off x="719229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1" name="data_5482">
            <a:extLst>
              <a:ext uri="{FF2B5EF4-FFF2-40B4-BE49-F238E27FC236}">
                <a16:creationId xmlns:a16="http://schemas.microsoft.com/office/drawing/2014/main" id="{D998C339-7B56-4AA3-AD5F-BD6217E743CF}"/>
              </a:ext>
            </a:extLst>
          </p:cNvPr>
          <p:cNvSpPr>
            <a:spLocks/>
          </p:cNvSpPr>
          <p:nvPr/>
        </p:nvSpPr>
        <p:spPr>
          <a:xfrm>
            <a:off x="719662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2" name="data_5483">
            <a:extLst>
              <a:ext uri="{FF2B5EF4-FFF2-40B4-BE49-F238E27FC236}">
                <a16:creationId xmlns:a16="http://schemas.microsoft.com/office/drawing/2014/main" id="{C895C4B7-4E71-4EE7-B4D9-B938E6C83FF2}"/>
              </a:ext>
            </a:extLst>
          </p:cNvPr>
          <p:cNvSpPr>
            <a:spLocks/>
          </p:cNvSpPr>
          <p:nvPr/>
        </p:nvSpPr>
        <p:spPr>
          <a:xfrm>
            <a:off x="721074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3" name="data_5484">
            <a:extLst>
              <a:ext uri="{FF2B5EF4-FFF2-40B4-BE49-F238E27FC236}">
                <a16:creationId xmlns:a16="http://schemas.microsoft.com/office/drawing/2014/main" id="{92ACD53E-DE00-4941-96FE-4639B85F2AE3}"/>
              </a:ext>
            </a:extLst>
          </p:cNvPr>
          <p:cNvSpPr>
            <a:spLocks/>
          </p:cNvSpPr>
          <p:nvPr/>
        </p:nvSpPr>
        <p:spPr>
          <a:xfrm>
            <a:off x="7192007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4" name="data_5485">
            <a:extLst>
              <a:ext uri="{FF2B5EF4-FFF2-40B4-BE49-F238E27FC236}">
                <a16:creationId xmlns:a16="http://schemas.microsoft.com/office/drawing/2014/main" id="{A052E62C-4E2F-4902-8EA7-07D495866EFB}"/>
              </a:ext>
            </a:extLst>
          </p:cNvPr>
          <p:cNvSpPr>
            <a:spLocks/>
          </p:cNvSpPr>
          <p:nvPr/>
        </p:nvSpPr>
        <p:spPr>
          <a:xfrm>
            <a:off x="722217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5" name="data_5486">
            <a:extLst>
              <a:ext uri="{FF2B5EF4-FFF2-40B4-BE49-F238E27FC236}">
                <a16:creationId xmlns:a16="http://schemas.microsoft.com/office/drawing/2014/main" id="{8ED784B4-7194-4EA8-A2C8-E0C05C182151}"/>
              </a:ext>
            </a:extLst>
          </p:cNvPr>
          <p:cNvSpPr>
            <a:spLocks/>
          </p:cNvSpPr>
          <p:nvPr/>
        </p:nvSpPr>
        <p:spPr>
          <a:xfrm>
            <a:off x="72051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6" name="data_5487">
            <a:extLst>
              <a:ext uri="{FF2B5EF4-FFF2-40B4-BE49-F238E27FC236}">
                <a16:creationId xmlns:a16="http://schemas.microsoft.com/office/drawing/2014/main" id="{DC1096BC-CBFD-497B-9596-5C64B35F2BDF}"/>
              </a:ext>
            </a:extLst>
          </p:cNvPr>
          <p:cNvSpPr>
            <a:spLocks/>
          </p:cNvSpPr>
          <p:nvPr/>
        </p:nvSpPr>
        <p:spPr>
          <a:xfrm>
            <a:off x="717550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7" name="data_5488">
            <a:extLst>
              <a:ext uri="{FF2B5EF4-FFF2-40B4-BE49-F238E27FC236}">
                <a16:creationId xmlns:a16="http://schemas.microsoft.com/office/drawing/2014/main" id="{5EA0C179-4972-4717-9764-A2E66A0389C4}"/>
              </a:ext>
            </a:extLst>
          </p:cNvPr>
          <p:cNvSpPr>
            <a:spLocks/>
          </p:cNvSpPr>
          <p:nvPr/>
        </p:nvSpPr>
        <p:spPr>
          <a:xfrm>
            <a:off x="717507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8" name="data_5489">
            <a:extLst>
              <a:ext uri="{FF2B5EF4-FFF2-40B4-BE49-F238E27FC236}">
                <a16:creationId xmlns:a16="http://schemas.microsoft.com/office/drawing/2014/main" id="{3787314E-DEB7-4441-9B77-D8AB5AE4C8B9}"/>
              </a:ext>
            </a:extLst>
          </p:cNvPr>
          <p:cNvSpPr>
            <a:spLocks/>
          </p:cNvSpPr>
          <p:nvPr/>
        </p:nvSpPr>
        <p:spPr>
          <a:xfrm>
            <a:off x="719005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9" name="data_5490">
            <a:extLst>
              <a:ext uri="{FF2B5EF4-FFF2-40B4-BE49-F238E27FC236}">
                <a16:creationId xmlns:a16="http://schemas.microsoft.com/office/drawing/2014/main" id="{72A6CF63-28ED-416B-BA09-C6A0E985B610}"/>
              </a:ext>
            </a:extLst>
          </p:cNvPr>
          <p:cNvSpPr>
            <a:spLocks/>
          </p:cNvSpPr>
          <p:nvPr/>
        </p:nvSpPr>
        <p:spPr>
          <a:xfrm>
            <a:off x="7202712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0" name="data_5491">
            <a:extLst>
              <a:ext uri="{FF2B5EF4-FFF2-40B4-BE49-F238E27FC236}">
                <a16:creationId xmlns:a16="http://schemas.microsoft.com/office/drawing/2014/main" id="{1C1B71E4-3BB7-486E-81CC-C6C6A789DC9D}"/>
              </a:ext>
            </a:extLst>
          </p:cNvPr>
          <p:cNvSpPr>
            <a:spLocks/>
          </p:cNvSpPr>
          <p:nvPr/>
        </p:nvSpPr>
        <p:spPr>
          <a:xfrm>
            <a:off x="7159072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1" name="data_5492">
            <a:extLst>
              <a:ext uri="{FF2B5EF4-FFF2-40B4-BE49-F238E27FC236}">
                <a16:creationId xmlns:a16="http://schemas.microsoft.com/office/drawing/2014/main" id="{7A40643C-9C33-445A-87EF-CCF051585F5B}"/>
              </a:ext>
            </a:extLst>
          </p:cNvPr>
          <p:cNvSpPr>
            <a:spLocks/>
          </p:cNvSpPr>
          <p:nvPr/>
        </p:nvSpPr>
        <p:spPr>
          <a:xfrm>
            <a:off x="7197760" y="2209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2" name="data_5493">
            <a:extLst>
              <a:ext uri="{FF2B5EF4-FFF2-40B4-BE49-F238E27FC236}">
                <a16:creationId xmlns:a16="http://schemas.microsoft.com/office/drawing/2014/main" id="{BBF0B7CD-8354-4836-96BA-6473364857EE}"/>
              </a:ext>
            </a:extLst>
          </p:cNvPr>
          <p:cNvSpPr>
            <a:spLocks/>
          </p:cNvSpPr>
          <p:nvPr/>
        </p:nvSpPr>
        <p:spPr>
          <a:xfrm>
            <a:off x="7214107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3" name="data_5494">
            <a:extLst>
              <a:ext uri="{FF2B5EF4-FFF2-40B4-BE49-F238E27FC236}">
                <a16:creationId xmlns:a16="http://schemas.microsoft.com/office/drawing/2014/main" id="{A200D861-C25B-4736-868C-1910B62EEF5D}"/>
              </a:ext>
            </a:extLst>
          </p:cNvPr>
          <p:cNvSpPr>
            <a:spLocks/>
          </p:cNvSpPr>
          <p:nvPr/>
        </p:nvSpPr>
        <p:spPr>
          <a:xfrm>
            <a:off x="715204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4" name="data_5495">
            <a:extLst>
              <a:ext uri="{FF2B5EF4-FFF2-40B4-BE49-F238E27FC236}">
                <a16:creationId xmlns:a16="http://schemas.microsoft.com/office/drawing/2014/main" id="{6FEB6A7C-99D4-4F3E-969D-B55CB3BB0691}"/>
              </a:ext>
            </a:extLst>
          </p:cNvPr>
          <p:cNvSpPr>
            <a:spLocks/>
          </p:cNvSpPr>
          <p:nvPr/>
        </p:nvSpPr>
        <p:spPr>
          <a:xfrm>
            <a:off x="723200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5" name="data_5496">
            <a:extLst>
              <a:ext uri="{FF2B5EF4-FFF2-40B4-BE49-F238E27FC236}">
                <a16:creationId xmlns:a16="http://schemas.microsoft.com/office/drawing/2014/main" id="{92E905D3-9EFC-4490-BD3A-ABB858ECA156}"/>
              </a:ext>
            </a:extLst>
          </p:cNvPr>
          <p:cNvSpPr>
            <a:spLocks/>
          </p:cNvSpPr>
          <p:nvPr/>
        </p:nvSpPr>
        <p:spPr>
          <a:xfrm>
            <a:off x="719334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6" name="data_5497">
            <a:extLst>
              <a:ext uri="{FF2B5EF4-FFF2-40B4-BE49-F238E27FC236}">
                <a16:creationId xmlns:a16="http://schemas.microsoft.com/office/drawing/2014/main" id="{1BED365F-5184-45DA-9494-545B504BCBF8}"/>
              </a:ext>
            </a:extLst>
          </p:cNvPr>
          <p:cNvSpPr>
            <a:spLocks/>
          </p:cNvSpPr>
          <p:nvPr/>
        </p:nvSpPr>
        <p:spPr>
          <a:xfrm>
            <a:off x="721983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7" name="data_5498">
            <a:extLst>
              <a:ext uri="{FF2B5EF4-FFF2-40B4-BE49-F238E27FC236}">
                <a16:creationId xmlns:a16="http://schemas.microsoft.com/office/drawing/2014/main" id="{487BB482-72AF-45F6-98B0-9F75EE36A9AF}"/>
              </a:ext>
            </a:extLst>
          </p:cNvPr>
          <p:cNvSpPr>
            <a:spLocks/>
          </p:cNvSpPr>
          <p:nvPr/>
        </p:nvSpPr>
        <p:spPr>
          <a:xfrm>
            <a:off x="717574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8" name="data_5499">
            <a:extLst>
              <a:ext uri="{FF2B5EF4-FFF2-40B4-BE49-F238E27FC236}">
                <a16:creationId xmlns:a16="http://schemas.microsoft.com/office/drawing/2014/main" id="{3D03AE1E-ADC7-4C25-866D-F211695A33DA}"/>
              </a:ext>
            </a:extLst>
          </p:cNvPr>
          <p:cNvSpPr>
            <a:spLocks/>
          </p:cNvSpPr>
          <p:nvPr/>
        </p:nvSpPr>
        <p:spPr>
          <a:xfrm>
            <a:off x="721542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9" name="data_5500">
            <a:extLst>
              <a:ext uri="{FF2B5EF4-FFF2-40B4-BE49-F238E27FC236}">
                <a16:creationId xmlns:a16="http://schemas.microsoft.com/office/drawing/2014/main" id="{5056F801-7CEA-4F04-80AE-E2C724B458B9}"/>
              </a:ext>
            </a:extLst>
          </p:cNvPr>
          <p:cNvSpPr>
            <a:spLocks/>
          </p:cNvSpPr>
          <p:nvPr/>
        </p:nvSpPr>
        <p:spPr>
          <a:xfrm>
            <a:off x="7146733" y="26324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0" name="data_5501">
            <a:extLst>
              <a:ext uri="{FF2B5EF4-FFF2-40B4-BE49-F238E27FC236}">
                <a16:creationId xmlns:a16="http://schemas.microsoft.com/office/drawing/2014/main" id="{0B390EBB-02E0-4E8E-B6F9-349FC68AAEC4}"/>
              </a:ext>
            </a:extLst>
          </p:cNvPr>
          <p:cNvSpPr>
            <a:spLocks/>
          </p:cNvSpPr>
          <p:nvPr/>
        </p:nvSpPr>
        <p:spPr>
          <a:xfrm>
            <a:off x="713817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1" name="data_5502">
            <a:extLst>
              <a:ext uri="{FF2B5EF4-FFF2-40B4-BE49-F238E27FC236}">
                <a16:creationId xmlns:a16="http://schemas.microsoft.com/office/drawing/2014/main" id="{516F3165-9C5F-4110-B811-1D693385FA68}"/>
              </a:ext>
            </a:extLst>
          </p:cNvPr>
          <p:cNvSpPr>
            <a:spLocks/>
          </p:cNvSpPr>
          <p:nvPr/>
        </p:nvSpPr>
        <p:spPr>
          <a:xfrm>
            <a:off x="722486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2" name="data_5503">
            <a:extLst>
              <a:ext uri="{FF2B5EF4-FFF2-40B4-BE49-F238E27FC236}">
                <a16:creationId xmlns:a16="http://schemas.microsoft.com/office/drawing/2014/main" id="{D2B31708-E15F-4457-80D6-889543C9D6B7}"/>
              </a:ext>
            </a:extLst>
          </p:cNvPr>
          <p:cNvSpPr>
            <a:spLocks/>
          </p:cNvSpPr>
          <p:nvPr/>
        </p:nvSpPr>
        <p:spPr>
          <a:xfrm>
            <a:off x="714357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3" name="data_5504">
            <a:extLst>
              <a:ext uri="{FF2B5EF4-FFF2-40B4-BE49-F238E27FC236}">
                <a16:creationId xmlns:a16="http://schemas.microsoft.com/office/drawing/2014/main" id="{847A5083-66DD-4B4E-90EB-4EDE483A2562}"/>
              </a:ext>
            </a:extLst>
          </p:cNvPr>
          <p:cNvSpPr>
            <a:spLocks/>
          </p:cNvSpPr>
          <p:nvPr/>
        </p:nvSpPr>
        <p:spPr>
          <a:xfrm>
            <a:off x="718670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4" name="data_5505">
            <a:extLst>
              <a:ext uri="{FF2B5EF4-FFF2-40B4-BE49-F238E27FC236}">
                <a16:creationId xmlns:a16="http://schemas.microsoft.com/office/drawing/2014/main" id="{4235A832-721B-4268-B78A-5D132F48A8BB}"/>
              </a:ext>
            </a:extLst>
          </p:cNvPr>
          <p:cNvSpPr>
            <a:spLocks/>
          </p:cNvSpPr>
          <p:nvPr/>
        </p:nvSpPr>
        <p:spPr>
          <a:xfrm>
            <a:off x="7213563" y="25834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5" name="data_5506">
            <a:extLst>
              <a:ext uri="{FF2B5EF4-FFF2-40B4-BE49-F238E27FC236}">
                <a16:creationId xmlns:a16="http://schemas.microsoft.com/office/drawing/2014/main" id="{709DA767-3505-4C9A-9AC1-4F328F91A0F1}"/>
              </a:ext>
            </a:extLst>
          </p:cNvPr>
          <p:cNvSpPr>
            <a:spLocks/>
          </p:cNvSpPr>
          <p:nvPr/>
        </p:nvSpPr>
        <p:spPr>
          <a:xfrm>
            <a:off x="7174647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6" name="data_5507">
            <a:extLst>
              <a:ext uri="{FF2B5EF4-FFF2-40B4-BE49-F238E27FC236}">
                <a16:creationId xmlns:a16="http://schemas.microsoft.com/office/drawing/2014/main" id="{E1C75601-AEA8-4474-9DEF-C10E3BC61975}"/>
              </a:ext>
            </a:extLst>
          </p:cNvPr>
          <p:cNvSpPr>
            <a:spLocks/>
          </p:cNvSpPr>
          <p:nvPr/>
        </p:nvSpPr>
        <p:spPr>
          <a:xfrm>
            <a:off x="7222459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7" name="data_5508">
            <a:extLst>
              <a:ext uri="{FF2B5EF4-FFF2-40B4-BE49-F238E27FC236}">
                <a16:creationId xmlns:a16="http://schemas.microsoft.com/office/drawing/2014/main" id="{AFA970D7-857A-42B5-870F-50E66FFB55FD}"/>
              </a:ext>
            </a:extLst>
          </p:cNvPr>
          <p:cNvSpPr>
            <a:spLocks/>
          </p:cNvSpPr>
          <p:nvPr/>
        </p:nvSpPr>
        <p:spPr>
          <a:xfrm>
            <a:off x="7158669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8" name="data_5509">
            <a:extLst>
              <a:ext uri="{FF2B5EF4-FFF2-40B4-BE49-F238E27FC236}">
                <a16:creationId xmlns:a16="http://schemas.microsoft.com/office/drawing/2014/main" id="{74CE043C-33BD-445D-BE25-ADEC632786A9}"/>
              </a:ext>
            </a:extLst>
          </p:cNvPr>
          <p:cNvSpPr>
            <a:spLocks/>
          </p:cNvSpPr>
          <p:nvPr/>
        </p:nvSpPr>
        <p:spPr>
          <a:xfrm>
            <a:off x="7194943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9" name="data_5510">
            <a:extLst>
              <a:ext uri="{FF2B5EF4-FFF2-40B4-BE49-F238E27FC236}">
                <a16:creationId xmlns:a16="http://schemas.microsoft.com/office/drawing/2014/main" id="{5727B433-E00B-4D9F-8E00-7C27AB9B0D78}"/>
              </a:ext>
            </a:extLst>
          </p:cNvPr>
          <p:cNvSpPr>
            <a:spLocks/>
          </p:cNvSpPr>
          <p:nvPr/>
        </p:nvSpPr>
        <p:spPr>
          <a:xfrm>
            <a:off x="71371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0" name="data_5511">
            <a:extLst>
              <a:ext uri="{FF2B5EF4-FFF2-40B4-BE49-F238E27FC236}">
                <a16:creationId xmlns:a16="http://schemas.microsoft.com/office/drawing/2014/main" id="{2BB9294D-9BC5-4549-891B-B9F640EBD4B9}"/>
              </a:ext>
            </a:extLst>
          </p:cNvPr>
          <p:cNvSpPr>
            <a:spLocks/>
          </p:cNvSpPr>
          <p:nvPr/>
        </p:nvSpPr>
        <p:spPr>
          <a:xfrm>
            <a:off x="724152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1" name="data_5512">
            <a:extLst>
              <a:ext uri="{FF2B5EF4-FFF2-40B4-BE49-F238E27FC236}">
                <a16:creationId xmlns:a16="http://schemas.microsoft.com/office/drawing/2014/main" id="{4E8AD67E-3188-476E-9DB6-DAFD50133AAA}"/>
              </a:ext>
            </a:extLst>
          </p:cNvPr>
          <p:cNvSpPr>
            <a:spLocks/>
          </p:cNvSpPr>
          <p:nvPr/>
        </p:nvSpPr>
        <p:spPr>
          <a:xfrm>
            <a:off x="7221791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2" name="data_5513">
            <a:extLst>
              <a:ext uri="{FF2B5EF4-FFF2-40B4-BE49-F238E27FC236}">
                <a16:creationId xmlns:a16="http://schemas.microsoft.com/office/drawing/2014/main" id="{05C07959-55F6-49C9-9BA9-31BD78E4AA88}"/>
              </a:ext>
            </a:extLst>
          </p:cNvPr>
          <p:cNvSpPr>
            <a:spLocks/>
          </p:cNvSpPr>
          <p:nvPr/>
        </p:nvSpPr>
        <p:spPr>
          <a:xfrm>
            <a:off x="721811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3" name="data_5514">
            <a:extLst>
              <a:ext uri="{FF2B5EF4-FFF2-40B4-BE49-F238E27FC236}">
                <a16:creationId xmlns:a16="http://schemas.microsoft.com/office/drawing/2014/main" id="{7A54E09A-6626-48E2-B744-36B710BF9E5D}"/>
              </a:ext>
            </a:extLst>
          </p:cNvPr>
          <p:cNvSpPr>
            <a:spLocks/>
          </p:cNvSpPr>
          <p:nvPr/>
        </p:nvSpPr>
        <p:spPr>
          <a:xfrm>
            <a:off x="7146539" y="24860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4" name="data_5515">
            <a:extLst>
              <a:ext uri="{FF2B5EF4-FFF2-40B4-BE49-F238E27FC236}">
                <a16:creationId xmlns:a16="http://schemas.microsoft.com/office/drawing/2014/main" id="{D9CC2F3D-8991-4F83-92D0-CA9B98A34BE5}"/>
              </a:ext>
            </a:extLst>
          </p:cNvPr>
          <p:cNvSpPr>
            <a:spLocks/>
          </p:cNvSpPr>
          <p:nvPr/>
        </p:nvSpPr>
        <p:spPr>
          <a:xfrm>
            <a:off x="723523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5" name="data_5516">
            <a:extLst>
              <a:ext uri="{FF2B5EF4-FFF2-40B4-BE49-F238E27FC236}">
                <a16:creationId xmlns:a16="http://schemas.microsoft.com/office/drawing/2014/main" id="{F3152EE9-3C19-4E96-A417-4E99EADE92F6}"/>
              </a:ext>
            </a:extLst>
          </p:cNvPr>
          <p:cNvSpPr>
            <a:spLocks/>
          </p:cNvSpPr>
          <p:nvPr/>
        </p:nvSpPr>
        <p:spPr>
          <a:xfrm>
            <a:off x="7221279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6" name="data_5517">
            <a:extLst>
              <a:ext uri="{FF2B5EF4-FFF2-40B4-BE49-F238E27FC236}">
                <a16:creationId xmlns:a16="http://schemas.microsoft.com/office/drawing/2014/main" id="{D9F9A1F1-5C61-4063-A82A-D6053FC9E2E5}"/>
              </a:ext>
            </a:extLst>
          </p:cNvPr>
          <p:cNvSpPr>
            <a:spLocks/>
          </p:cNvSpPr>
          <p:nvPr/>
        </p:nvSpPr>
        <p:spPr>
          <a:xfrm>
            <a:off x="71925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7" name="data_5518">
            <a:extLst>
              <a:ext uri="{FF2B5EF4-FFF2-40B4-BE49-F238E27FC236}">
                <a16:creationId xmlns:a16="http://schemas.microsoft.com/office/drawing/2014/main" id="{6301AB2D-C3C9-4A91-8E62-A6CE09AF59F5}"/>
              </a:ext>
            </a:extLst>
          </p:cNvPr>
          <p:cNvSpPr>
            <a:spLocks/>
          </p:cNvSpPr>
          <p:nvPr/>
        </p:nvSpPr>
        <p:spPr>
          <a:xfrm>
            <a:off x="719733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8" name="data_5519">
            <a:extLst>
              <a:ext uri="{FF2B5EF4-FFF2-40B4-BE49-F238E27FC236}">
                <a16:creationId xmlns:a16="http://schemas.microsoft.com/office/drawing/2014/main" id="{BDEA7175-0E76-4CF0-BD21-EB299AC10969}"/>
              </a:ext>
            </a:extLst>
          </p:cNvPr>
          <p:cNvSpPr>
            <a:spLocks/>
          </p:cNvSpPr>
          <p:nvPr/>
        </p:nvSpPr>
        <p:spPr>
          <a:xfrm>
            <a:off x="717733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9" name="data_5520">
            <a:extLst>
              <a:ext uri="{FF2B5EF4-FFF2-40B4-BE49-F238E27FC236}">
                <a16:creationId xmlns:a16="http://schemas.microsoft.com/office/drawing/2014/main" id="{B77DBD5D-C2A1-40AB-98A3-0A1B71DF0128}"/>
              </a:ext>
            </a:extLst>
          </p:cNvPr>
          <p:cNvSpPr>
            <a:spLocks/>
          </p:cNvSpPr>
          <p:nvPr/>
        </p:nvSpPr>
        <p:spPr>
          <a:xfrm>
            <a:off x="720632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0" name="data_5521">
            <a:extLst>
              <a:ext uri="{FF2B5EF4-FFF2-40B4-BE49-F238E27FC236}">
                <a16:creationId xmlns:a16="http://schemas.microsoft.com/office/drawing/2014/main" id="{BF4C764A-857D-47DC-B9A9-829EA16F1A9A}"/>
              </a:ext>
            </a:extLst>
          </p:cNvPr>
          <p:cNvSpPr>
            <a:spLocks/>
          </p:cNvSpPr>
          <p:nvPr/>
        </p:nvSpPr>
        <p:spPr>
          <a:xfrm>
            <a:off x="714245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1" name="data_5522">
            <a:extLst>
              <a:ext uri="{FF2B5EF4-FFF2-40B4-BE49-F238E27FC236}">
                <a16:creationId xmlns:a16="http://schemas.microsoft.com/office/drawing/2014/main" id="{D4FB2113-5FA0-4479-AE3E-366CF862A1F4}"/>
              </a:ext>
            </a:extLst>
          </p:cNvPr>
          <p:cNvSpPr>
            <a:spLocks/>
          </p:cNvSpPr>
          <p:nvPr/>
        </p:nvSpPr>
        <p:spPr>
          <a:xfrm>
            <a:off x="717470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2" name="data_5523">
            <a:extLst>
              <a:ext uri="{FF2B5EF4-FFF2-40B4-BE49-F238E27FC236}">
                <a16:creationId xmlns:a16="http://schemas.microsoft.com/office/drawing/2014/main" id="{7F85D80A-F411-4D39-A31E-F147036CF799}"/>
              </a:ext>
            </a:extLst>
          </p:cNvPr>
          <p:cNvSpPr>
            <a:spLocks/>
          </p:cNvSpPr>
          <p:nvPr/>
        </p:nvSpPr>
        <p:spPr>
          <a:xfrm>
            <a:off x="7173473" y="350331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3" name="data_5524">
            <a:extLst>
              <a:ext uri="{FF2B5EF4-FFF2-40B4-BE49-F238E27FC236}">
                <a16:creationId xmlns:a16="http://schemas.microsoft.com/office/drawing/2014/main" id="{CCE6405E-5547-4240-ABA0-218F4DA70931}"/>
              </a:ext>
            </a:extLst>
          </p:cNvPr>
          <p:cNvSpPr>
            <a:spLocks/>
          </p:cNvSpPr>
          <p:nvPr/>
        </p:nvSpPr>
        <p:spPr>
          <a:xfrm>
            <a:off x="723948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4" name="data_5525">
            <a:extLst>
              <a:ext uri="{FF2B5EF4-FFF2-40B4-BE49-F238E27FC236}">
                <a16:creationId xmlns:a16="http://schemas.microsoft.com/office/drawing/2014/main" id="{FBF11307-6EFC-459A-A59F-9263CD087785}"/>
              </a:ext>
            </a:extLst>
          </p:cNvPr>
          <p:cNvSpPr>
            <a:spLocks/>
          </p:cNvSpPr>
          <p:nvPr/>
        </p:nvSpPr>
        <p:spPr>
          <a:xfrm>
            <a:off x="723541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5" name="data_5526">
            <a:extLst>
              <a:ext uri="{FF2B5EF4-FFF2-40B4-BE49-F238E27FC236}">
                <a16:creationId xmlns:a16="http://schemas.microsoft.com/office/drawing/2014/main" id="{98CE596F-9CF1-49C7-A2DA-461EBE42D894}"/>
              </a:ext>
            </a:extLst>
          </p:cNvPr>
          <p:cNvSpPr>
            <a:spLocks/>
          </p:cNvSpPr>
          <p:nvPr/>
        </p:nvSpPr>
        <p:spPr>
          <a:xfrm>
            <a:off x="718367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6" name="data_5527">
            <a:extLst>
              <a:ext uri="{FF2B5EF4-FFF2-40B4-BE49-F238E27FC236}">
                <a16:creationId xmlns:a16="http://schemas.microsoft.com/office/drawing/2014/main" id="{0CB34513-FA3A-49F7-9998-30C922B8505E}"/>
              </a:ext>
            </a:extLst>
          </p:cNvPr>
          <p:cNvSpPr>
            <a:spLocks/>
          </p:cNvSpPr>
          <p:nvPr/>
        </p:nvSpPr>
        <p:spPr>
          <a:xfrm>
            <a:off x="716730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7" name="data_5528">
            <a:extLst>
              <a:ext uri="{FF2B5EF4-FFF2-40B4-BE49-F238E27FC236}">
                <a16:creationId xmlns:a16="http://schemas.microsoft.com/office/drawing/2014/main" id="{BD3F8D5D-1229-41C6-8DCB-196FD5AC7321}"/>
              </a:ext>
            </a:extLst>
          </p:cNvPr>
          <p:cNvSpPr>
            <a:spLocks/>
          </p:cNvSpPr>
          <p:nvPr/>
        </p:nvSpPr>
        <p:spPr>
          <a:xfrm>
            <a:off x="72133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8" name="data_5529">
            <a:extLst>
              <a:ext uri="{FF2B5EF4-FFF2-40B4-BE49-F238E27FC236}">
                <a16:creationId xmlns:a16="http://schemas.microsoft.com/office/drawing/2014/main" id="{5BA917F3-6FB7-46F2-AF31-616007A2187F}"/>
              </a:ext>
            </a:extLst>
          </p:cNvPr>
          <p:cNvSpPr>
            <a:spLocks/>
          </p:cNvSpPr>
          <p:nvPr/>
        </p:nvSpPr>
        <p:spPr>
          <a:xfrm>
            <a:off x="7219532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9" name="data_5530">
            <a:extLst>
              <a:ext uri="{FF2B5EF4-FFF2-40B4-BE49-F238E27FC236}">
                <a16:creationId xmlns:a16="http://schemas.microsoft.com/office/drawing/2014/main" id="{A170BA07-E22F-4541-ABBC-486727630ED7}"/>
              </a:ext>
            </a:extLst>
          </p:cNvPr>
          <p:cNvSpPr>
            <a:spLocks/>
          </p:cNvSpPr>
          <p:nvPr/>
        </p:nvSpPr>
        <p:spPr>
          <a:xfrm>
            <a:off x="7145072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0" name="data_5531">
            <a:extLst>
              <a:ext uri="{FF2B5EF4-FFF2-40B4-BE49-F238E27FC236}">
                <a16:creationId xmlns:a16="http://schemas.microsoft.com/office/drawing/2014/main" id="{66EFD0BD-8EB5-49D3-BED9-7F84F9D6AF5F}"/>
              </a:ext>
            </a:extLst>
          </p:cNvPr>
          <p:cNvSpPr>
            <a:spLocks/>
          </p:cNvSpPr>
          <p:nvPr/>
        </p:nvSpPr>
        <p:spPr>
          <a:xfrm>
            <a:off x="719730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1" name="data_5532">
            <a:extLst>
              <a:ext uri="{FF2B5EF4-FFF2-40B4-BE49-F238E27FC236}">
                <a16:creationId xmlns:a16="http://schemas.microsoft.com/office/drawing/2014/main" id="{0DE2EF40-F598-49CA-9B17-C6C3652212F1}"/>
              </a:ext>
            </a:extLst>
          </p:cNvPr>
          <p:cNvSpPr>
            <a:spLocks/>
          </p:cNvSpPr>
          <p:nvPr/>
        </p:nvSpPr>
        <p:spPr>
          <a:xfrm>
            <a:off x="722374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2" name="data_5533">
            <a:extLst>
              <a:ext uri="{FF2B5EF4-FFF2-40B4-BE49-F238E27FC236}">
                <a16:creationId xmlns:a16="http://schemas.microsoft.com/office/drawing/2014/main" id="{E1D9BED7-0F55-4E85-9265-FB46A96CB0FC}"/>
              </a:ext>
            </a:extLst>
          </p:cNvPr>
          <p:cNvSpPr>
            <a:spLocks/>
          </p:cNvSpPr>
          <p:nvPr/>
        </p:nvSpPr>
        <p:spPr>
          <a:xfrm>
            <a:off x="7168828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3" name="data_5534">
            <a:extLst>
              <a:ext uri="{FF2B5EF4-FFF2-40B4-BE49-F238E27FC236}">
                <a16:creationId xmlns:a16="http://schemas.microsoft.com/office/drawing/2014/main" id="{AD1B9AD3-D4A3-46C0-A499-E6EBD207E43A}"/>
              </a:ext>
            </a:extLst>
          </p:cNvPr>
          <p:cNvSpPr>
            <a:spLocks/>
          </p:cNvSpPr>
          <p:nvPr/>
        </p:nvSpPr>
        <p:spPr>
          <a:xfrm>
            <a:off x="717030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4" name="data_5535">
            <a:extLst>
              <a:ext uri="{FF2B5EF4-FFF2-40B4-BE49-F238E27FC236}">
                <a16:creationId xmlns:a16="http://schemas.microsoft.com/office/drawing/2014/main" id="{73E8BB9E-DA3E-4AF8-BEF9-C05A3E4CDD98}"/>
              </a:ext>
            </a:extLst>
          </p:cNvPr>
          <p:cNvSpPr>
            <a:spLocks/>
          </p:cNvSpPr>
          <p:nvPr/>
        </p:nvSpPr>
        <p:spPr>
          <a:xfrm>
            <a:off x="7210937" y="32289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5" name="data_5536">
            <a:extLst>
              <a:ext uri="{FF2B5EF4-FFF2-40B4-BE49-F238E27FC236}">
                <a16:creationId xmlns:a16="http://schemas.microsoft.com/office/drawing/2014/main" id="{B83DC4EC-2525-42BA-B05E-DA1749F1C7FF}"/>
              </a:ext>
            </a:extLst>
          </p:cNvPr>
          <p:cNvSpPr>
            <a:spLocks/>
          </p:cNvSpPr>
          <p:nvPr/>
        </p:nvSpPr>
        <p:spPr>
          <a:xfrm>
            <a:off x="717041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6" name="data_5537">
            <a:extLst>
              <a:ext uri="{FF2B5EF4-FFF2-40B4-BE49-F238E27FC236}">
                <a16:creationId xmlns:a16="http://schemas.microsoft.com/office/drawing/2014/main" id="{C03AF01F-1C31-4D51-B845-D0E8686CDBC1}"/>
              </a:ext>
            </a:extLst>
          </p:cNvPr>
          <p:cNvSpPr>
            <a:spLocks/>
          </p:cNvSpPr>
          <p:nvPr/>
        </p:nvSpPr>
        <p:spPr>
          <a:xfrm>
            <a:off x="7136639" y="35423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7" name="data_5538">
            <a:extLst>
              <a:ext uri="{FF2B5EF4-FFF2-40B4-BE49-F238E27FC236}">
                <a16:creationId xmlns:a16="http://schemas.microsoft.com/office/drawing/2014/main" id="{5FA51C6E-C56E-4B02-A17D-B856257E8399}"/>
              </a:ext>
            </a:extLst>
          </p:cNvPr>
          <p:cNvSpPr>
            <a:spLocks/>
          </p:cNvSpPr>
          <p:nvPr/>
        </p:nvSpPr>
        <p:spPr>
          <a:xfrm>
            <a:off x="7138560" y="3208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8" name="data_5539">
            <a:extLst>
              <a:ext uri="{FF2B5EF4-FFF2-40B4-BE49-F238E27FC236}">
                <a16:creationId xmlns:a16="http://schemas.microsoft.com/office/drawing/2014/main" id="{19E66FED-E4D1-441E-BDF0-12797E994770}"/>
              </a:ext>
            </a:extLst>
          </p:cNvPr>
          <p:cNvSpPr>
            <a:spLocks/>
          </p:cNvSpPr>
          <p:nvPr/>
        </p:nvSpPr>
        <p:spPr>
          <a:xfrm>
            <a:off x="7193139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9" name="data_5540">
            <a:extLst>
              <a:ext uri="{FF2B5EF4-FFF2-40B4-BE49-F238E27FC236}">
                <a16:creationId xmlns:a16="http://schemas.microsoft.com/office/drawing/2014/main" id="{C2BE14AB-29A3-403E-B484-E67AC0074E1F}"/>
              </a:ext>
            </a:extLst>
          </p:cNvPr>
          <p:cNvSpPr>
            <a:spLocks/>
          </p:cNvSpPr>
          <p:nvPr/>
        </p:nvSpPr>
        <p:spPr>
          <a:xfrm>
            <a:off x="718237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0" name="data_5541">
            <a:extLst>
              <a:ext uri="{FF2B5EF4-FFF2-40B4-BE49-F238E27FC236}">
                <a16:creationId xmlns:a16="http://schemas.microsoft.com/office/drawing/2014/main" id="{94B225CB-A947-4B85-8E27-485286628DD8}"/>
              </a:ext>
            </a:extLst>
          </p:cNvPr>
          <p:cNvSpPr>
            <a:spLocks/>
          </p:cNvSpPr>
          <p:nvPr/>
        </p:nvSpPr>
        <p:spPr>
          <a:xfrm>
            <a:off x="720350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1" name="data_5542">
            <a:extLst>
              <a:ext uri="{FF2B5EF4-FFF2-40B4-BE49-F238E27FC236}">
                <a16:creationId xmlns:a16="http://schemas.microsoft.com/office/drawing/2014/main" id="{00A09FFD-8A8A-404C-BE0E-116960F5EF0F}"/>
              </a:ext>
            </a:extLst>
          </p:cNvPr>
          <p:cNvSpPr>
            <a:spLocks/>
          </p:cNvSpPr>
          <p:nvPr/>
        </p:nvSpPr>
        <p:spPr>
          <a:xfrm>
            <a:off x="720744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2" name="data_5543">
            <a:extLst>
              <a:ext uri="{FF2B5EF4-FFF2-40B4-BE49-F238E27FC236}">
                <a16:creationId xmlns:a16="http://schemas.microsoft.com/office/drawing/2014/main" id="{30FDAB17-2E7E-4A13-8881-1C0BEC1D1026}"/>
              </a:ext>
            </a:extLst>
          </p:cNvPr>
          <p:cNvSpPr>
            <a:spLocks/>
          </p:cNvSpPr>
          <p:nvPr/>
        </p:nvSpPr>
        <p:spPr>
          <a:xfrm>
            <a:off x="714870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3" name="data_5544">
            <a:extLst>
              <a:ext uri="{FF2B5EF4-FFF2-40B4-BE49-F238E27FC236}">
                <a16:creationId xmlns:a16="http://schemas.microsoft.com/office/drawing/2014/main" id="{E227BDB5-CCF7-4D98-94B4-EABD3E2B245E}"/>
              </a:ext>
            </a:extLst>
          </p:cNvPr>
          <p:cNvSpPr>
            <a:spLocks/>
          </p:cNvSpPr>
          <p:nvPr/>
        </p:nvSpPr>
        <p:spPr>
          <a:xfrm>
            <a:off x="722330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4" name="data_5545">
            <a:extLst>
              <a:ext uri="{FF2B5EF4-FFF2-40B4-BE49-F238E27FC236}">
                <a16:creationId xmlns:a16="http://schemas.microsoft.com/office/drawing/2014/main" id="{B78C56FA-FC77-44F8-97F8-274332F7E2EF}"/>
              </a:ext>
            </a:extLst>
          </p:cNvPr>
          <p:cNvSpPr>
            <a:spLocks/>
          </p:cNvSpPr>
          <p:nvPr/>
        </p:nvSpPr>
        <p:spPr>
          <a:xfrm>
            <a:off x="7158451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5" name="data_5546">
            <a:extLst>
              <a:ext uri="{FF2B5EF4-FFF2-40B4-BE49-F238E27FC236}">
                <a16:creationId xmlns:a16="http://schemas.microsoft.com/office/drawing/2014/main" id="{D99C8DF1-9930-4BCF-BD16-0DAD654AF8B2}"/>
              </a:ext>
            </a:extLst>
          </p:cNvPr>
          <p:cNvSpPr>
            <a:spLocks/>
          </p:cNvSpPr>
          <p:nvPr/>
        </p:nvSpPr>
        <p:spPr>
          <a:xfrm>
            <a:off x="7195770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6" name="data_5547">
            <a:extLst>
              <a:ext uri="{FF2B5EF4-FFF2-40B4-BE49-F238E27FC236}">
                <a16:creationId xmlns:a16="http://schemas.microsoft.com/office/drawing/2014/main" id="{8CD6F967-6E85-47CE-B5C6-C57C3A0208D7}"/>
              </a:ext>
            </a:extLst>
          </p:cNvPr>
          <p:cNvSpPr>
            <a:spLocks/>
          </p:cNvSpPr>
          <p:nvPr/>
        </p:nvSpPr>
        <p:spPr>
          <a:xfrm>
            <a:off x="7217849" y="34311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7" name="data_5548">
            <a:extLst>
              <a:ext uri="{FF2B5EF4-FFF2-40B4-BE49-F238E27FC236}">
                <a16:creationId xmlns:a16="http://schemas.microsoft.com/office/drawing/2014/main" id="{60FB4B77-1690-4A8F-BE4C-00E149DD2A0B}"/>
              </a:ext>
            </a:extLst>
          </p:cNvPr>
          <p:cNvSpPr>
            <a:spLocks/>
          </p:cNvSpPr>
          <p:nvPr/>
        </p:nvSpPr>
        <p:spPr>
          <a:xfrm>
            <a:off x="716842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8" name="data_5549">
            <a:extLst>
              <a:ext uri="{FF2B5EF4-FFF2-40B4-BE49-F238E27FC236}">
                <a16:creationId xmlns:a16="http://schemas.microsoft.com/office/drawing/2014/main" id="{4E1CAE0C-0D81-4A13-B989-875F4512B428}"/>
              </a:ext>
            </a:extLst>
          </p:cNvPr>
          <p:cNvSpPr>
            <a:spLocks/>
          </p:cNvSpPr>
          <p:nvPr/>
        </p:nvSpPr>
        <p:spPr>
          <a:xfrm>
            <a:off x="722930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9" name="data_5550">
            <a:extLst>
              <a:ext uri="{FF2B5EF4-FFF2-40B4-BE49-F238E27FC236}">
                <a16:creationId xmlns:a16="http://schemas.microsoft.com/office/drawing/2014/main" id="{F652FBCA-3736-47D4-B535-26EED0943F30}"/>
              </a:ext>
            </a:extLst>
          </p:cNvPr>
          <p:cNvSpPr>
            <a:spLocks/>
          </p:cNvSpPr>
          <p:nvPr/>
        </p:nvSpPr>
        <p:spPr>
          <a:xfrm>
            <a:off x="720604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0" name="data_5551">
            <a:extLst>
              <a:ext uri="{FF2B5EF4-FFF2-40B4-BE49-F238E27FC236}">
                <a16:creationId xmlns:a16="http://schemas.microsoft.com/office/drawing/2014/main" id="{8E0C8195-7B58-4C05-8E49-1BFEDA2A4F11}"/>
              </a:ext>
            </a:extLst>
          </p:cNvPr>
          <p:cNvSpPr>
            <a:spLocks/>
          </p:cNvSpPr>
          <p:nvPr/>
        </p:nvSpPr>
        <p:spPr>
          <a:xfrm>
            <a:off x="714475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1" name="data_5552">
            <a:extLst>
              <a:ext uri="{FF2B5EF4-FFF2-40B4-BE49-F238E27FC236}">
                <a16:creationId xmlns:a16="http://schemas.microsoft.com/office/drawing/2014/main" id="{FF9BF5C1-CE45-4870-B642-4CCDD18F7CDD}"/>
              </a:ext>
            </a:extLst>
          </p:cNvPr>
          <p:cNvSpPr>
            <a:spLocks/>
          </p:cNvSpPr>
          <p:nvPr/>
        </p:nvSpPr>
        <p:spPr>
          <a:xfrm>
            <a:off x="7185825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2" name="data_5553">
            <a:extLst>
              <a:ext uri="{FF2B5EF4-FFF2-40B4-BE49-F238E27FC236}">
                <a16:creationId xmlns:a16="http://schemas.microsoft.com/office/drawing/2014/main" id="{F57A4401-FF7E-45E5-BD23-7DA78F3D455F}"/>
              </a:ext>
            </a:extLst>
          </p:cNvPr>
          <p:cNvSpPr>
            <a:spLocks/>
          </p:cNvSpPr>
          <p:nvPr/>
        </p:nvSpPr>
        <p:spPr>
          <a:xfrm>
            <a:off x="720770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3" name="data_5554">
            <a:extLst>
              <a:ext uri="{FF2B5EF4-FFF2-40B4-BE49-F238E27FC236}">
                <a16:creationId xmlns:a16="http://schemas.microsoft.com/office/drawing/2014/main" id="{BAE92C64-B8F4-4BD6-A06A-628ECA77D1B0}"/>
              </a:ext>
            </a:extLst>
          </p:cNvPr>
          <p:cNvSpPr>
            <a:spLocks/>
          </p:cNvSpPr>
          <p:nvPr/>
        </p:nvSpPr>
        <p:spPr>
          <a:xfrm>
            <a:off x="723902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4" name="data_5555">
            <a:extLst>
              <a:ext uri="{FF2B5EF4-FFF2-40B4-BE49-F238E27FC236}">
                <a16:creationId xmlns:a16="http://schemas.microsoft.com/office/drawing/2014/main" id="{180DD3CA-A8AA-474E-9A9C-968A3717B7CD}"/>
              </a:ext>
            </a:extLst>
          </p:cNvPr>
          <p:cNvSpPr>
            <a:spLocks/>
          </p:cNvSpPr>
          <p:nvPr/>
        </p:nvSpPr>
        <p:spPr>
          <a:xfrm>
            <a:off x="7227597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5" name="data_5556">
            <a:extLst>
              <a:ext uri="{FF2B5EF4-FFF2-40B4-BE49-F238E27FC236}">
                <a16:creationId xmlns:a16="http://schemas.microsoft.com/office/drawing/2014/main" id="{91E79EF8-23F1-4770-A85A-9CCF30626ACE}"/>
              </a:ext>
            </a:extLst>
          </p:cNvPr>
          <p:cNvSpPr>
            <a:spLocks/>
          </p:cNvSpPr>
          <p:nvPr/>
        </p:nvSpPr>
        <p:spPr>
          <a:xfrm>
            <a:off x="717137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6" name="data_5557">
            <a:extLst>
              <a:ext uri="{FF2B5EF4-FFF2-40B4-BE49-F238E27FC236}">
                <a16:creationId xmlns:a16="http://schemas.microsoft.com/office/drawing/2014/main" id="{C92B98EB-12C9-41B0-AB5E-8724E13CBD75}"/>
              </a:ext>
            </a:extLst>
          </p:cNvPr>
          <p:cNvSpPr>
            <a:spLocks/>
          </p:cNvSpPr>
          <p:nvPr/>
        </p:nvSpPr>
        <p:spPr>
          <a:xfrm>
            <a:off x="715392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7" name="data_5558">
            <a:extLst>
              <a:ext uri="{FF2B5EF4-FFF2-40B4-BE49-F238E27FC236}">
                <a16:creationId xmlns:a16="http://schemas.microsoft.com/office/drawing/2014/main" id="{DF7C9486-0EAA-4D37-8816-41A8677A8541}"/>
              </a:ext>
            </a:extLst>
          </p:cNvPr>
          <p:cNvSpPr>
            <a:spLocks/>
          </p:cNvSpPr>
          <p:nvPr/>
        </p:nvSpPr>
        <p:spPr>
          <a:xfrm>
            <a:off x="7237437" y="28534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8" name="data_5559">
            <a:extLst>
              <a:ext uri="{FF2B5EF4-FFF2-40B4-BE49-F238E27FC236}">
                <a16:creationId xmlns:a16="http://schemas.microsoft.com/office/drawing/2014/main" id="{E14BA98E-A21D-41A9-9A66-5BA1398270D5}"/>
              </a:ext>
            </a:extLst>
          </p:cNvPr>
          <p:cNvSpPr>
            <a:spLocks/>
          </p:cNvSpPr>
          <p:nvPr/>
        </p:nvSpPr>
        <p:spPr>
          <a:xfrm>
            <a:off x="723037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9" name="data_5560">
            <a:extLst>
              <a:ext uri="{FF2B5EF4-FFF2-40B4-BE49-F238E27FC236}">
                <a16:creationId xmlns:a16="http://schemas.microsoft.com/office/drawing/2014/main" id="{F5929EA2-31AB-408E-981A-7C7327203069}"/>
              </a:ext>
            </a:extLst>
          </p:cNvPr>
          <p:cNvSpPr>
            <a:spLocks/>
          </p:cNvSpPr>
          <p:nvPr/>
        </p:nvSpPr>
        <p:spPr>
          <a:xfrm>
            <a:off x="716299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0" name="data_5561">
            <a:extLst>
              <a:ext uri="{FF2B5EF4-FFF2-40B4-BE49-F238E27FC236}">
                <a16:creationId xmlns:a16="http://schemas.microsoft.com/office/drawing/2014/main" id="{FF7D6383-3993-4649-BC70-0E6FBC08C669}"/>
              </a:ext>
            </a:extLst>
          </p:cNvPr>
          <p:cNvSpPr>
            <a:spLocks/>
          </p:cNvSpPr>
          <p:nvPr/>
        </p:nvSpPr>
        <p:spPr>
          <a:xfrm>
            <a:off x="7206118" y="23783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1" name="data_5562">
            <a:extLst>
              <a:ext uri="{FF2B5EF4-FFF2-40B4-BE49-F238E27FC236}">
                <a16:creationId xmlns:a16="http://schemas.microsoft.com/office/drawing/2014/main" id="{D5B6B43D-114B-4E9F-BD13-976087CAB3B9}"/>
              </a:ext>
            </a:extLst>
          </p:cNvPr>
          <p:cNvSpPr>
            <a:spLocks/>
          </p:cNvSpPr>
          <p:nvPr/>
        </p:nvSpPr>
        <p:spPr>
          <a:xfrm>
            <a:off x="7241746" y="25414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2" name="data_5563">
            <a:extLst>
              <a:ext uri="{FF2B5EF4-FFF2-40B4-BE49-F238E27FC236}">
                <a16:creationId xmlns:a16="http://schemas.microsoft.com/office/drawing/2014/main" id="{159C30F1-E715-42AB-8145-C825431A2B71}"/>
              </a:ext>
            </a:extLst>
          </p:cNvPr>
          <p:cNvSpPr>
            <a:spLocks/>
          </p:cNvSpPr>
          <p:nvPr/>
        </p:nvSpPr>
        <p:spPr>
          <a:xfrm>
            <a:off x="717507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3" name="data_5564">
            <a:extLst>
              <a:ext uri="{FF2B5EF4-FFF2-40B4-BE49-F238E27FC236}">
                <a16:creationId xmlns:a16="http://schemas.microsoft.com/office/drawing/2014/main" id="{28E9E202-DF86-497D-A2E5-941D6BBF22EF}"/>
              </a:ext>
            </a:extLst>
          </p:cNvPr>
          <p:cNvSpPr>
            <a:spLocks/>
          </p:cNvSpPr>
          <p:nvPr/>
        </p:nvSpPr>
        <p:spPr>
          <a:xfrm>
            <a:off x="7184681" y="35736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4" name="data_5565">
            <a:extLst>
              <a:ext uri="{FF2B5EF4-FFF2-40B4-BE49-F238E27FC236}">
                <a16:creationId xmlns:a16="http://schemas.microsoft.com/office/drawing/2014/main" id="{FDB73CC5-2B66-4905-8515-8A5AE27AD8F2}"/>
              </a:ext>
            </a:extLst>
          </p:cNvPr>
          <p:cNvSpPr>
            <a:spLocks/>
          </p:cNvSpPr>
          <p:nvPr/>
        </p:nvSpPr>
        <p:spPr>
          <a:xfrm>
            <a:off x="7149833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5" name="data_5566">
            <a:extLst>
              <a:ext uri="{FF2B5EF4-FFF2-40B4-BE49-F238E27FC236}">
                <a16:creationId xmlns:a16="http://schemas.microsoft.com/office/drawing/2014/main" id="{F0248ACD-E9CA-465C-9E1C-1B5CF489AA22}"/>
              </a:ext>
            </a:extLst>
          </p:cNvPr>
          <p:cNvSpPr>
            <a:spLocks/>
          </p:cNvSpPr>
          <p:nvPr/>
        </p:nvSpPr>
        <p:spPr>
          <a:xfrm>
            <a:off x="717881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6" name="data_5567">
            <a:extLst>
              <a:ext uri="{FF2B5EF4-FFF2-40B4-BE49-F238E27FC236}">
                <a16:creationId xmlns:a16="http://schemas.microsoft.com/office/drawing/2014/main" id="{28041022-1BBD-46CF-B24D-1DB55E581AE7}"/>
              </a:ext>
            </a:extLst>
          </p:cNvPr>
          <p:cNvSpPr>
            <a:spLocks/>
          </p:cNvSpPr>
          <p:nvPr/>
        </p:nvSpPr>
        <p:spPr>
          <a:xfrm>
            <a:off x="715469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7" name="data_5568">
            <a:extLst>
              <a:ext uri="{FF2B5EF4-FFF2-40B4-BE49-F238E27FC236}">
                <a16:creationId xmlns:a16="http://schemas.microsoft.com/office/drawing/2014/main" id="{9CE6D5E6-A0C4-4472-8779-7C3E65965460}"/>
              </a:ext>
            </a:extLst>
          </p:cNvPr>
          <p:cNvSpPr>
            <a:spLocks/>
          </p:cNvSpPr>
          <p:nvPr/>
        </p:nvSpPr>
        <p:spPr>
          <a:xfrm>
            <a:off x="71568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8" name="data_5569">
            <a:extLst>
              <a:ext uri="{FF2B5EF4-FFF2-40B4-BE49-F238E27FC236}">
                <a16:creationId xmlns:a16="http://schemas.microsoft.com/office/drawing/2014/main" id="{2C3E64EC-533F-4EE5-B388-48A00A7972DF}"/>
              </a:ext>
            </a:extLst>
          </p:cNvPr>
          <p:cNvSpPr>
            <a:spLocks/>
          </p:cNvSpPr>
          <p:nvPr/>
        </p:nvSpPr>
        <p:spPr>
          <a:xfrm>
            <a:off x="7149302" y="36254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9" name="data_5570">
            <a:extLst>
              <a:ext uri="{FF2B5EF4-FFF2-40B4-BE49-F238E27FC236}">
                <a16:creationId xmlns:a16="http://schemas.microsoft.com/office/drawing/2014/main" id="{1051BC1B-81BC-43C0-908B-A4E8983E2D89}"/>
              </a:ext>
            </a:extLst>
          </p:cNvPr>
          <p:cNvSpPr>
            <a:spLocks/>
          </p:cNvSpPr>
          <p:nvPr/>
        </p:nvSpPr>
        <p:spPr>
          <a:xfrm>
            <a:off x="714423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0" name="data_5571">
            <a:extLst>
              <a:ext uri="{FF2B5EF4-FFF2-40B4-BE49-F238E27FC236}">
                <a16:creationId xmlns:a16="http://schemas.microsoft.com/office/drawing/2014/main" id="{DB4BE71C-513C-407C-9A95-A2A0CC3AC392}"/>
              </a:ext>
            </a:extLst>
          </p:cNvPr>
          <p:cNvSpPr>
            <a:spLocks/>
          </p:cNvSpPr>
          <p:nvPr/>
        </p:nvSpPr>
        <p:spPr>
          <a:xfrm>
            <a:off x="719257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1" name="data_5572">
            <a:extLst>
              <a:ext uri="{FF2B5EF4-FFF2-40B4-BE49-F238E27FC236}">
                <a16:creationId xmlns:a16="http://schemas.microsoft.com/office/drawing/2014/main" id="{E87DCCC9-C746-4C76-BD27-D5F6BCC33BAA}"/>
              </a:ext>
            </a:extLst>
          </p:cNvPr>
          <p:cNvSpPr>
            <a:spLocks/>
          </p:cNvSpPr>
          <p:nvPr/>
        </p:nvSpPr>
        <p:spPr>
          <a:xfrm>
            <a:off x="76172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2" name="data_5573">
            <a:extLst>
              <a:ext uri="{FF2B5EF4-FFF2-40B4-BE49-F238E27FC236}">
                <a16:creationId xmlns:a16="http://schemas.microsoft.com/office/drawing/2014/main" id="{EDB39B5D-3450-4C2E-A46F-594D4694A34F}"/>
              </a:ext>
            </a:extLst>
          </p:cNvPr>
          <p:cNvSpPr>
            <a:spLocks/>
          </p:cNvSpPr>
          <p:nvPr/>
        </p:nvSpPr>
        <p:spPr>
          <a:xfrm>
            <a:off x="764043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3" name="data_5574">
            <a:extLst>
              <a:ext uri="{FF2B5EF4-FFF2-40B4-BE49-F238E27FC236}">
                <a16:creationId xmlns:a16="http://schemas.microsoft.com/office/drawing/2014/main" id="{C0E0F59B-D7BA-48A8-B2C1-B90CC780B023}"/>
              </a:ext>
            </a:extLst>
          </p:cNvPr>
          <p:cNvSpPr>
            <a:spLocks/>
          </p:cNvSpPr>
          <p:nvPr/>
        </p:nvSpPr>
        <p:spPr>
          <a:xfrm>
            <a:off x="761920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4" name="data_5575">
            <a:extLst>
              <a:ext uri="{FF2B5EF4-FFF2-40B4-BE49-F238E27FC236}">
                <a16:creationId xmlns:a16="http://schemas.microsoft.com/office/drawing/2014/main" id="{84609C1B-D526-4505-AEDE-03602221BE8A}"/>
              </a:ext>
            </a:extLst>
          </p:cNvPr>
          <p:cNvSpPr>
            <a:spLocks/>
          </p:cNvSpPr>
          <p:nvPr/>
        </p:nvSpPr>
        <p:spPr>
          <a:xfrm>
            <a:off x="762943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5" name="data_5576">
            <a:extLst>
              <a:ext uri="{FF2B5EF4-FFF2-40B4-BE49-F238E27FC236}">
                <a16:creationId xmlns:a16="http://schemas.microsoft.com/office/drawing/2014/main" id="{ECCD57D3-2411-45F5-AAF1-E063076C5E2D}"/>
              </a:ext>
            </a:extLst>
          </p:cNvPr>
          <p:cNvSpPr>
            <a:spLocks/>
          </p:cNvSpPr>
          <p:nvPr/>
        </p:nvSpPr>
        <p:spPr>
          <a:xfrm>
            <a:off x="7600712" y="35915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6" name="data_5577">
            <a:extLst>
              <a:ext uri="{FF2B5EF4-FFF2-40B4-BE49-F238E27FC236}">
                <a16:creationId xmlns:a16="http://schemas.microsoft.com/office/drawing/2014/main" id="{4534EE33-DEAB-4569-8F38-7EF1F510EFD2}"/>
              </a:ext>
            </a:extLst>
          </p:cNvPr>
          <p:cNvSpPr>
            <a:spLocks/>
          </p:cNvSpPr>
          <p:nvPr/>
        </p:nvSpPr>
        <p:spPr>
          <a:xfrm>
            <a:off x="763783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7" name="data_5578">
            <a:extLst>
              <a:ext uri="{FF2B5EF4-FFF2-40B4-BE49-F238E27FC236}">
                <a16:creationId xmlns:a16="http://schemas.microsoft.com/office/drawing/2014/main" id="{CBF1E12B-7978-4F06-A939-8889A3F4BBCB}"/>
              </a:ext>
            </a:extLst>
          </p:cNvPr>
          <p:cNvSpPr>
            <a:spLocks/>
          </p:cNvSpPr>
          <p:nvPr/>
        </p:nvSpPr>
        <p:spPr>
          <a:xfrm>
            <a:off x="764196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8" name="data_5579">
            <a:extLst>
              <a:ext uri="{FF2B5EF4-FFF2-40B4-BE49-F238E27FC236}">
                <a16:creationId xmlns:a16="http://schemas.microsoft.com/office/drawing/2014/main" id="{81724848-FAD7-431E-8F55-997F847DBA91}"/>
              </a:ext>
            </a:extLst>
          </p:cNvPr>
          <p:cNvSpPr>
            <a:spLocks/>
          </p:cNvSpPr>
          <p:nvPr/>
        </p:nvSpPr>
        <p:spPr>
          <a:xfrm>
            <a:off x="7661700" y="36162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9" name="data_5580">
            <a:extLst>
              <a:ext uri="{FF2B5EF4-FFF2-40B4-BE49-F238E27FC236}">
                <a16:creationId xmlns:a16="http://schemas.microsoft.com/office/drawing/2014/main" id="{C494A211-40C3-4C0B-B794-C460700DEC42}"/>
              </a:ext>
            </a:extLst>
          </p:cNvPr>
          <p:cNvSpPr>
            <a:spLocks/>
          </p:cNvSpPr>
          <p:nvPr/>
        </p:nvSpPr>
        <p:spPr>
          <a:xfrm>
            <a:off x="760462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0" name="data_5581">
            <a:extLst>
              <a:ext uri="{FF2B5EF4-FFF2-40B4-BE49-F238E27FC236}">
                <a16:creationId xmlns:a16="http://schemas.microsoft.com/office/drawing/2014/main" id="{D96D12F1-9FE0-4BB1-B8D7-38E17407AEBA}"/>
              </a:ext>
            </a:extLst>
          </p:cNvPr>
          <p:cNvSpPr>
            <a:spLocks/>
          </p:cNvSpPr>
          <p:nvPr/>
        </p:nvSpPr>
        <p:spPr>
          <a:xfrm>
            <a:off x="7658916" y="36230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1" name="data_5582">
            <a:extLst>
              <a:ext uri="{FF2B5EF4-FFF2-40B4-BE49-F238E27FC236}">
                <a16:creationId xmlns:a16="http://schemas.microsoft.com/office/drawing/2014/main" id="{DD1B78EA-E7FB-487C-BA28-BEB42E3DA2A7}"/>
              </a:ext>
            </a:extLst>
          </p:cNvPr>
          <p:cNvSpPr>
            <a:spLocks/>
          </p:cNvSpPr>
          <p:nvPr/>
        </p:nvSpPr>
        <p:spPr>
          <a:xfrm>
            <a:off x="7694368" y="31352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2" name="data_5583">
            <a:extLst>
              <a:ext uri="{FF2B5EF4-FFF2-40B4-BE49-F238E27FC236}">
                <a16:creationId xmlns:a16="http://schemas.microsoft.com/office/drawing/2014/main" id="{01CE80EC-279A-4055-B436-C79DEDED9896}"/>
              </a:ext>
            </a:extLst>
          </p:cNvPr>
          <p:cNvSpPr>
            <a:spLocks/>
          </p:cNvSpPr>
          <p:nvPr/>
        </p:nvSpPr>
        <p:spPr>
          <a:xfrm>
            <a:off x="7683326" y="34417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3" name="data_5584">
            <a:extLst>
              <a:ext uri="{FF2B5EF4-FFF2-40B4-BE49-F238E27FC236}">
                <a16:creationId xmlns:a16="http://schemas.microsoft.com/office/drawing/2014/main" id="{373EBD92-8838-4D1A-942E-9EDDE7CFB60F}"/>
              </a:ext>
            </a:extLst>
          </p:cNvPr>
          <p:cNvSpPr>
            <a:spLocks/>
          </p:cNvSpPr>
          <p:nvPr/>
        </p:nvSpPr>
        <p:spPr>
          <a:xfrm>
            <a:off x="7649099" y="36202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4" name="data_5585">
            <a:extLst>
              <a:ext uri="{FF2B5EF4-FFF2-40B4-BE49-F238E27FC236}">
                <a16:creationId xmlns:a16="http://schemas.microsoft.com/office/drawing/2014/main" id="{96CCC086-F60F-4771-8F0E-EDEF2326A6F0}"/>
              </a:ext>
            </a:extLst>
          </p:cNvPr>
          <p:cNvSpPr>
            <a:spLocks/>
          </p:cNvSpPr>
          <p:nvPr/>
        </p:nvSpPr>
        <p:spPr>
          <a:xfrm>
            <a:off x="762856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5" name="data_5586">
            <a:extLst>
              <a:ext uri="{FF2B5EF4-FFF2-40B4-BE49-F238E27FC236}">
                <a16:creationId xmlns:a16="http://schemas.microsoft.com/office/drawing/2014/main" id="{B4B6C05A-8904-4D78-983E-9419DAEDA822}"/>
              </a:ext>
            </a:extLst>
          </p:cNvPr>
          <p:cNvSpPr>
            <a:spLocks/>
          </p:cNvSpPr>
          <p:nvPr/>
        </p:nvSpPr>
        <p:spPr>
          <a:xfrm>
            <a:off x="769441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6" name="data_5587">
            <a:extLst>
              <a:ext uri="{FF2B5EF4-FFF2-40B4-BE49-F238E27FC236}">
                <a16:creationId xmlns:a16="http://schemas.microsoft.com/office/drawing/2014/main" id="{FBE43E3C-9E10-4689-9704-51F412E3442F}"/>
              </a:ext>
            </a:extLst>
          </p:cNvPr>
          <p:cNvSpPr>
            <a:spLocks/>
          </p:cNvSpPr>
          <p:nvPr/>
        </p:nvSpPr>
        <p:spPr>
          <a:xfrm>
            <a:off x="7685266" y="3612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7" name="data_5588">
            <a:extLst>
              <a:ext uri="{FF2B5EF4-FFF2-40B4-BE49-F238E27FC236}">
                <a16:creationId xmlns:a16="http://schemas.microsoft.com/office/drawing/2014/main" id="{607FE2F0-5BA3-410C-B1BB-E20472E07B8F}"/>
              </a:ext>
            </a:extLst>
          </p:cNvPr>
          <p:cNvSpPr>
            <a:spLocks/>
          </p:cNvSpPr>
          <p:nvPr/>
        </p:nvSpPr>
        <p:spPr>
          <a:xfrm>
            <a:off x="767713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8" name="data_5589">
            <a:extLst>
              <a:ext uri="{FF2B5EF4-FFF2-40B4-BE49-F238E27FC236}">
                <a16:creationId xmlns:a16="http://schemas.microsoft.com/office/drawing/2014/main" id="{267BC363-571B-49F2-A36E-BCA995A6EB58}"/>
              </a:ext>
            </a:extLst>
          </p:cNvPr>
          <p:cNvSpPr>
            <a:spLocks/>
          </p:cNvSpPr>
          <p:nvPr/>
        </p:nvSpPr>
        <p:spPr>
          <a:xfrm>
            <a:off x="763463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9" name="data_5590">
            <a:extLst>
              <a:ext uri="{FF2B5EF4-FFF2-40B4-BE49-F238E27FC236}">
                <a16:creationId xmlns:a16="http://schemas.microsoft.com/office/drawing/2014/main" id="{D8314ACE-9EB9-48EB-A4D6-5BEC2F842753}"/>
              </a:ext>
            </a:extLst>
          </p:cNvPr>
          <p:cNvSpPr>
            <a:spLocks/>
          </p:cNvSpPr>
          <p:nvPr/>
        </p:nvSpPr>
        <p:spPr>
          <a:xfrm>
            <a:off x="7678190" y="36154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0" name="data_5591">
            <a:extLst>
              <a:ext uri="{FF2B5EF4-FFF2-40B4-BE49-F238E27FC236}">
                <a16:creationId xmlns:a16="http://schemas.microsoft.com/office/drawing/2014/main" id="{E9C9CE20-F612-4170-B226-4EF0EFDF9EBF}"/>
              </a:ext>
            </a:extLst>
          </p:cNvPr>
          <p:cNvSpPr>
            <a:spLocks/>
          </p:cNvSpPr>
          <p:nvPr/>
        </p:nvSpPr>
        <p:spPr>
          <a:xfrm>
            <a:off x="7655227" y="36201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1" name="data_5592">
            <a:extLst>
              <a:ext uri="{FF2B5EF4-FFF2-40B4-BE49-F238E27FC236}">
                <a16:creationId xmlns:a16="http://schemas.microsoft.com/office/drawing/2014/main" id="{2E98536D-362E-4734-8E3C-94CE317D0280}"/>
              </a:ext>
            </a:extLst>
          </p:cNvPr>
          <p:cNvSpPr>
            <a:spLocks/>
          </p:cNvSpPr>
          <p:nvPr/>
        </p:nvSpPr>
        <p:spPr>
          <a:xfrm>
            <a:off x="766711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2" name="data_5593">
            <a:extLst>
              <a:ext uri="{FF2B5EF4-FFF2-40B4-BE49-F238E27FC236}">
                <a16:creationId xmlns:a16="http://schemas.microsoft.com/office/drawing/2014/main" id="{A588ACB2-25BF-45FD-8374-5C41633E250C}"/>
              </a:ext>
            </a:extLst>
          </p:cNvPr>
          <p:cNvSpPr>
            <a:spLocks/>
          </p:cNvSpPr>
          <p:nvPr/>
        </p:nvSpPr>
        <p:spPr>
          <a:xfrm>
            <a:off x="768541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3" name="data_5594">
            <a:extLst>
              <a:ext uri="{FF2B5EF4-FFF2-40B4-BE49-F238E27FC236}">
                <a16:creationId xmlns:a16="http://schemas.microsoft.com/office/drawing/2014/main" id="{C26A2CC0-57B8-413E-BAAB-D841706851F3}"/>
              </a:ext>
            </a:extLst>
          </p:cNvPr>
          <p:cNvSpPr>
            <a:spLocks/>
          </p:cNvSpPr>
          <p:nvPr/>
        </p:nvSpPr>
        <p:spPr>
          <a:xfrm>
            <a:off x="7623501" y="35633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4" name="data_5595">
            <a:extLst>
              <a:ext uri="{FF2B5EF4-FFF2-40B4-BE49-F238E27FC236}">
                <a16:creationId xmlns:a16="http://schemas.microsoft.com/office/drawing/2014/main" id="{4AF79C65-6B9F-4C2A-9EBF-E2989189FB2D}"/>
              </a:ext>
            </a:extLst>
          </p:cNvPr>
          <p:cNvSpPr>
            <a:spLocks/>
          </p:cNvSpPr>
          <p:nvPr/>
        </p:nvSpPr>
        <p:spPr>
          <a:xfrm>
            <a:off x="7628448" y="32377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5" name="data_5596">
            <a:extLst>
              <a:ext uri="{FF2B5EF4-FFF2-40B4-BE49-F238E27FC236}">
                <a16:creationId xmlns:a16="http://schemas.microsoft.com/office/drawing/2014/main" id="{7B1A0FD0-0397-45D3-98E2-EF2A5DD07436}"/>
              </a:ext>
            </a:extLst>
          </p:cNvPr>
          <p:cNvSpPr>
            <a:spLocks/>
          </p:cNvSpPr>
          <p:nvPr/>
        </p:nvSpPr>
        <p:spPr>
          <a:xfrm>
            <a:off x="769968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6" name="data_5597">
            <a:extLst>
              <a:ext uri="{FF2B5EF4-FFF2-40B4-BE49-F238E27FC236}">
                <a16:creationId xmlns:a16="http://schemas.microsoft.com/office/drawing/2014/main" id="{90AC9F28-5430-441F-8048-4A162819A298}"/>
              </a:ext>
            </a:extLst>
          </p:cNvPr>
          <p:cNvSpPr>
            <a:spLocks/>
          </p:cNvSpPr>
          <p:nvPr/>
        </p:nvSpPr>
        <p:spPr>
          <a:xfrm>
            <a:off x="763158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7" name="data_5598">
            <a:extLst>
              <a:ext uri="{FF2B5EF4-FFF2-40B4-BE49-F238E27FC236}">
                <a16:creationId xmlns:a16="http://schemas.microsoft.com/office/drawing/2014/main" id="{18802520-1AEF-4CFB-904B-CE7B92077DB2}"/>
              </a:ext>
            </a:extLst>
          </p:cNvPr>
          <p:cNvSpPr>
            <a:spLocks/>
          </p:cNvSpPr>
          <p:nvPr/>
        </p:nvSpPr>
        <p:spPr>
          <a:xfrm>
            <a:off x="763963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8" name="data_5599">
            <a:extLst>
              <a:ext uri="{FF2B5EF4-FFF2-40B4-BE49-F238E27FC236}">
                <a16:creationId xmlns:a16="http://schemas.microsoft.com/office/drawing/2014/main" id="{5F899E53-974B-411D-B343-37868E8747E2}"/>
              </a:ext>
            </a:extLst>
          </p:cNvPr>
          <p:cNvSpPr>
            <a:spLocks/>
          </p:cNvSpPr>
          <p:nvPr/>
        </p:nvSpPr>
        <p:spPr>
          <a:xfrm>
            <a:off x="764992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9" name="data_5600">
            <a:extLst>
              <a:ext uri="{FF2B5EF4-FFF2-40B4-BE49-F238E27FC236}">
                <a16:creationId xmlns:a16="http://schemas.microsoft.com/office/drawing/2014/main" id="{246EC29B-C31F-4759-9B1B-FA7775235609}"/>
              </a:ext>
            </a:extLst>
          </p:cNvPr>
          <p:cNvSpPr>
            <a:spLocks/>
          </p:cNvSpPr>
          <p:nvPr/>
        </p:nvSpPr>
        <p:spPr>
          <a:xfrm>
            <a:off x="7607168" y="36247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0" name="data_5601">
            <a:extLst>
              <a:ext uri="{FF2B5EF4-FFF2-40B4-BE49-F238E27FC236}">
                <a16:creationId xmlns:a16="http://schemas.microsoft.com/office/drawing/2014/main" id="{82C5DAF6-9F38-4FE5-890E-7A6C57EC7BB3}"/>
              </a:ext>
            </a:extLst>
          </p:cNvPr>
          <p:cNvSpPr>
            <a:spLocks/>
          </p:cNvSpPr>
          <p:nvPr/>
        </p:nvSpPr>
        <p:spPr>
          <a:xfrm>
            <a:off x="7683388" y="35195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1" name="data_5602">
            <a:extLst>
              <a:ext uri="{FF2B5EF4-FFF2-40B4-BE49-F238E27FC236}">
                <a16:creationId xmlns:a16="http://schemas.microsoft.com/office/drawing/2014/main" id="{0CB60A66-E03F-4294-87C6-F5AB1793ED56}"/>
              </a:ext>
            </a:extLst>
          </p:cNvPr>
          <p:cNvSpPr>
            <a:spLocks/>
          </p:cNvSpPr>
          <p:nvPr/>
        </p:nvSpPr>
        <p:spPr>
          <a:xfrm>
            <a:off x="769348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2" name="data_5603">
            <a:extLst>
              <a:ext uri="{FF2B5EF4-FFF2-40B4-BE49-F238E27FC236}">
                <a16:creationId xmlns:a16="http://schemas.microsoft.com/office/drawing/2014/main" id="{6EE57717-836F-4F51-8ED7-DE5AA111B228}"/>
              </a:ext>
            </a:extLst>
          </p:cNvPr>
          <p:cNvSpPr>
            <a:spLocks/>
          </p:cNvSpPr>
          <p:nvPr/>
        </p:nvSpPr>
        <p:spPr>
          <a:xfrm>
            <a:off x="7605886" y="35983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3" name="data_5604">
            <a:extLst>
              <a:ext uri="{FF2B5EF4-FFF2-40B4-BE49-F238E27FC236}">
                <a16:creationId xmlns:a16="http://schemas.microsoft.com/office/drawing/2014/main" id="{1A1FFBC5-602A-4504-80E2-9CFDC0D9CBF9}"/>
              </a:ext>
            </a:extLst>
          </p:cNvPr>
          <p:cNvSpPr>
            <a:spLocks/>
          </p:cNvSpPr>
          <p:nvPr/>
        </p:nvSpPr>
        <p:spPr>
          <a:xfrm>
            <a:off x="765204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4" name="data_5605">
            <a:extLst>
              <a:ext uri="{FF2B5EF4-FFF2-40B4-BE49-F238E27FC236}">
                <a16:creationId xmlns:a16="http://schemas.microsoft.com/office/drawing/2014/main" id="{3624F82B-97A9-452C-BA06-CB20D57376CD}"/>
              </a:ext>
            </a:extLst>
          </p:cNvPr>
          <p:cNvSpPr>
            <a:spLocks/>
          </p:cNvSpPr>
          <p:nvPr/>
        </p:nvSpPr>
        <p:spPr>
          <a:xfrm>
            <a:off x="76742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5" name="data_5606">
            <a:extLst>
              <a:ext uri="{FF2B5EF4-FFF2-40B4-BE49-F238E27FC236}">
                <a16:creationId xmlns:a16="http://schemas.microsoft.com/office/drawing/2014/main" id="{76C08F67-A9F0-4F4A-B41E-B53CE8CC106F}"/>
              </a:ext>
            </a:extLst>
          </p:cNvPr>
          <p:cNvSpPr>
            <a:spLocks/>
          </p:cNvSpPr>
          <p:nvPr/>
        </p:nvSpPr>
        <p:spPr>
          <a:xfrm>
            <a:off x="768688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6" name="data_5607">
            <a:extLst>
              <a:ext uri="{FF2B5EF4-FFF2-40B4-BE49-F238E27FC236}">
                <a16:creationId xmlns:a16="http://schemas.microsoft.com/office/drawing/2014/main" id="{501816A7-6331-4BC4-A9AD-6EDBE1739D11}"/>
              </a:ext>
            </a:extLst>
          </p:cNvPr>
          <p:cNvSpPr>
            <a:spLocks/>
          </p:cNvSpPr>
          <p:nvPr/>
        </p:nvSpPr>
        <p:spPr>
          <a:xfrm>
            <a:off x="764530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7" name="data_5608">
            <a:extLst>
              <a:ext uri="{FF2B5EF4-FFF2-40B4-BE49-F238E27FC236}">
                <a16:creationId xmlns:a16="http://schemas.microsoft.com/office/drawing/2014/main" id="{4D6C77AA-5430-4B55-8B2D-939C6F51F25E}"/>
              </a:ext>
            </a:extLst>
          </p:cNvPr>
          <p:cNvSpPr>
            <a:spLocks/>
          </p:cNvSpPr>
          <p:nvPr/>
        </p:nvSpPr>
        <p:spPr>
          <a:xfrm>
            <a:off x="77004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8" name="data_5609">
            <a:extLst>
              <a:ext uri="{FF2B5EF4-FFF2-40B4-BE49-F238E27FC236}">
                <a16:creationId xmlns:a16="http://schemas.microsoft.com/office/drawing/2014/main" id="{C81A78E9-2F5A-4F5A-B1B0-404DE9DD34B5}"/>
              </a:ext>
            </a:extLst>
          </p:cNvPr>
          <p:cNvSpPr>
            <a:spLocks/>
          </p:cNvSpPr>
          <p:nvPr/>
        </p:nvSpPr>
        <p:spPr>
          <a:xfrm>
            <a:off x="7605224" y="36291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9" name="data_5610">
            <a:extLst>
              <a:ext uri="{FF2B5EF4-FFF2-40B4-BE49-F238E27FC236}">
                <a16:creationId xmlns:a16="http://schemas.microsoft.com/office/drawing/2014/main" id="{E5117C41-6E51-4E8D-A936-5E9DEB4AEB85}"/>
              </a:ext>
            </a:extLst>
          </p:cNvPr>
          <p:cNvSpPr>
            <a:spLocks/>
          </p:cNvSpPr>
          <p:nvPr/>
        </p:nvSpPr>
        <p:spPr>
          <a:xfrm>
            <a:off x="764583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0" name="data_5611">
            <a:extLst>
              <a:ext uri="{FF2B5EF4-FFF2-40B4-BE49-F238E27FC236}">
                <a16:creationId xmlns:a16="http://schemas.microsoft.com/office/drawing/2014/main" id="{80CC61B9-F5BA-464C-AD63-CCA78FA2DC8E}"/>
              </a:ext>
            </a:extLst>
          </p:cNvPr>
          <p:cNvSpPr>
            <a:spLocks/>
          </p:cNvSpPr>
          <p:nvPr/>
        </p:nvSpPr>
        <p:spPr>
          <a:xfrm>
            <a:off x="7669766" y="36217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1" name="data_5612">
            <a:extLst>
              <a:ext uri="{FF2B5EF4-FFF2-40B4-BE49-F238E27FC236}">
                <a16:creationId xmlns:a16="http://schemas.microsoft.com/office/drawing/2014/main" id="{4B7E3675-5AEC-4669-BAC5-DD22E19113FC}"/>
              </a:ext>
            </a:extLst>
          </p:cNvPr>
          <p:cNvSpPr>
            <a:spLocks/>
          </p:cNvSpPr>
          <p:nvPr/>
        </p:nvSpPr>
        <p:spPr>
          <a:xfrm>
            <a:off x="76246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2" name="data_5613">
            <a:extLst>
              <a:ext uri="{FF2B5EF4-FFF2-40B4-BE49-F238E27FC236}">
                <a16:creationId xmlns:a16="http://schemas.microsoft.com/office/drawing/2014/main" id="{AB3AA5A4-DD1E-4C05-8EF3-5878C28359BD}"/>
              </a:ext>
            </a:extLst>
          </p:cNvPr>
          <p:cNvSpPr>
            <a:spLocks/>
          </p:cNvSpPr>
          <p:nvPr/>
        </p:nvSpPr>
        <p:spPr>
          <a:xfrm>
            <a:off x="7649329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3" name="data_5614">
            <a:extLst>
              <a:ext uri="{FF2B5EF4-FFF2-40B4-BE49-F238E27FC236}">
                <a16:creationId xmlns:a16="http://schemas.microsoft.com/office/drawing/2014/main" id="{EBC05740-3885-42A6-810A-F67B4E3AB2C6}"/>
              </a:ext>
            </a:extLst>
          </p:cNvPr>
          <p:cNvSpPr>
            <a:spLocks/>
          </p:cNvSpPr>
          <p:nvPr/>
        </p:nvSpPr>
        <p:spPr>
          <a:xfrm>
            <a:off x="768051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4" name="data_5615">
            <a:extLst>
              <a:ext uri="{FF2B5EF4-FFF2-40B4-BE49-F238E27FC236}">
                <a16:creationId xmlns:a16="http://schemas.microsoft.com/office/drawing/2014/main" id="{D3534479-A966-4780-810B-EF81E36FEFD7}"/>
              </a:ext>
            </a:extLst>
          </p:cNvPr>
          <p:cNvSpPr>
            <a:spLocks/>
          </p:cNvSpPr>
          <p:nvPr/>
        </p:nvSpPr>
        <p:spPr>
          <a:xfrm>
            <a:off x="769116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5" name="data_5616">
            <a:extLst>
              <a:ext uri="{FF2B5EF4-FFF2-40B4-BE49-F238E27FC236}">
                <a16:creationId xmlns:a16="http://schemas.microsoft.com/office/drawing/2014/main" id="{FC07EACE-E5FD-45B6-A09B-27F77B11E86D}"/>
              </a:ext>
            </a:extLst>
          </p:cNvPr>
          <p:cNvSpPr>
            <a:spLocks/>
          </p:cNvSpPr>
          <p:nvPr/>
        </p:nvSpPr>
        <p:spPr>
          <a:xfrm>
            <a:off x="763575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6" name="data_5617">
            <a:extLst>
              <a:ext uri="{FF2B5EF4-FFF2-40B4-BE49-F238E27FC236}">
                <a16:creationId xmlns:a16="http://schemas.microsoft.com/office/drawing/2014/main" id="{58DE780C-295F-4E23-AD53-CB8ABD50618C}"/>
              </a:ext>
            </a:extLst>
          </p:cNvPr>
          <p:cNvSpPr>
            <a:spLocks/>
          </p:cNvSpPr>
          <p:nvPr/>
        </p:nvSpPr>
        <p:spPr>
          <a:xfrm>
            <a:off x="76365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7" name="data_5618">
            <a:extLst>
              <a:ext uri="{FF2B5EF4-FFF2-40B4-BE49-F238E27FC236}">
                <a16:creationId xmlns:a16="http://schemas.microsoft.com/office/drawing/2014/main" id="{3C31BBF8-A92C-41E0-BE52-950BA92BB8E0}"/>
              </a:ext>
            </a:extLst>
          </p:cNvPr>
          <p:cNvSpPr>
            <a:spLocks/>
          </p:cNvSpPr>
          <p:nvPr/>
        </p:nvSpPr>
        <p:spPr>
          <a:xfrm>
            <a:off x="7680808" y="36111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8" name="data_5619">
            <a:extLst>
              <a:ext uri="{FF2B5EF4-FFF2-40B4-BE49-F238E27FC236}">
                <a16:creationId xmlns:a16="http://schemas.microsoft.com/office/drawing/2014/main" id="{FE8B5C54-5D42-467D-8A4B-9459A52226A7}"/>
              </a:ext>
            </a:extLst>
          </p:cNvPr>
          <p:cNvSpPr>
            <a:spLocks/>
          </p:cNvSpPr>
          <p:nvPr/>
        </p:nvSpPr>
        <p:spPr>
          <a:xfrm>
            <a:off x="762041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9" name="data_5620">
            <a:extLst>
              <a:ext uri="{FF2B5EF4-FFF2-40B4-BE49-F238E27FC236}">
                <a16:creationId xmlns:a16="http://schemas.microsoft.com/office/drawing/2014/main" id="{96862549-7A8A-478D-8D30-74F15822650E}"/>
              </a:ext>
            </a:extLst>
          </p:cNvPr>
          <p:cNvSpPr>
            <a:spLocks/>
          </p:cNvSpPr>
          <p:nvPr/>
        </p:nvSpPr>
        <p:spPr>
          <a:xfrm>
            <a:off x="7618373" y="3619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0" name="data_5621">
            <a:extLst>
              <a:ext uri="{FF2B5EF4-FFF2-40B4-BE49-F238E27FC236}">
                <a16:creationId xmlns:a16="http://schemas.microsoft.com/office/drawing/2014/main" id="{2DD47D66-EA32-49A2-92BF-0E7CEF5FFDB7}"/>
              </a:ext>
            </a:extLst>
          </p:cNvPr>
          <p:cNvSpPr>
            <a:spLocks/>
          </p:cNvSpPr>
          <p:nvPr/>
        </p:nvSpPr>
        <p:spPr>
          <a:xfrm>
            <a:off x="7680999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1" name="data_5622">
            <a:extLst>
              <a:ext uri="{FF2B5EF4-FFF2-40B4-BE49-F238E27FC236}">
                <a16:creationId xmlns:a16="http://schemas.microsoft.com/office/drawing/2014/main" id="{3F8A008C-8AD2-4369-B7FB-F3386E1A26BB}"/>
              </a:ext>
            </a:extLst>
          </p:cNvPr>
          <p:cNvSpPr>
            <a:spLocks/>
          </p:cNvSpPr>
          <p:nvPr/>
        </p:nvSpPr>
        <p:spPr>
          <a:xfrm>
            <a:off x="770075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2" name="data_5623">
            <a:extLst>
              <a:ext uri="{FF2B5EF4-FFF2-40B4-BE49-F238E27FC236}">
                <a16:creationId xmlns:a16="http://schemas.microsoft.com/office/drawing/2014/main" id="{214FEC83-C92D-4418-AA60-BE207B07BF57}"/>
              </a:ext>
            </a:extLst>
          </p:cNvPr>
          <p:cNvSpPr>
            <a:spLocks/>
          </p:cNvSpPr>
          <p:nvPr/>
        </p:nvSpPr>
        <p:spPr>
          <a:xfrm>
            <a:off x="765422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3" name="data_5624">
            <a:extLst>
              <a:ext uri="{FF2B5EF4-FFF2-40B4-BE49-F238E27FC236}">
                <a16:creationId xmlns:a16="http://schemas.microsoft.com/office/drawing/2014/main" id="{B2976680-3A4B-4355-8725-BDCE90458F24}"/>
              </a:ext>
            </a:extLst>
          </p:cNvPr>
          <p:cNvSpPr>
            <a:spLocks/>
          </p:cNvSpPr>
          <p:nvPr/>
        </p:nvSpPr>
        <p:spPr>
          <a:xfrm>
            <a:off x="76045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4" name="data_5625">
            <a:extLst>
              <a:ext uri="{FF2B5EF4-FFF2-40B4-BE49-F238E27FC236}">
                <a16:creationId xmlns:a16="http://schemas.microsoft.com/office/drawing/2014/main" id="{1D616D97-FF2D-4E51-83C0-B6EECD779B64}"/>
              </a:ext>
            </a:extLst>
          </p:cNvPr>
          <p:cNvSpPr>
            <a:spLocks/>
          </p:cNvSpPr>
          <p:nvPr/>
        </p:nvSpPr>
        <p:spPr>
          <a:xfrm>
            <a:off x="7612669" y="29442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5" name="data_5626">
            <a:extLst>
              <a:ext uri="{FF2B5EF4-FFF2-40B4-BE49-F238E27FC236}">
                <a16:creationId xmlns:a16="http://schemas.microsoft.com/office/drawing/2014/main" id="{00696326-D608-4CF2-A4C1-C2F872E08B3B}"/>
              </a:ext>
            </a:extLst>
          </p:cNvPr>
          <p:cNvSpPr>
            <a:spLocks/>
          </p:cNvSpPr>
          <p:nvPr/>
        </p:nvSpPr>
        <p:spPr>
          <a:xfrm>
            <a:off x="769465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6" name="data_5627">
            <a:extLst>
              <a:ext uri="{FF2B5EF4-FFF2-40B4-BE49-F238E27FC236}">
                <a16:creationId xmlns:a16="http://schemas.microsoft.com/office/drawing/2014/main" id="{EC641FBF-0394-4ED8-AE97-8A4AA7C1192F}"/>
              </a:ext>
            </a:extLst>
          </p:cNvPr>
          <p:cNvSpPr>
            <a:spLocks/>
          </p:cNvSpPr>
          <p:nvPr/>
        </p:nvSpPr>
        <p:spPr>
          <a:xfrm>
            <a:off x="7655847" y="36277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7" name="data_5628">
            <a:extLst>
              <a:ext uri="{FF2B5EF4-FFF2-40B4-BE49-F238E27FC236}">
                <a16:creationId xmlns:a16="http://schemas.microsoft.com/office/drawing/2014/main" id="{136E213F-D364-4BC1-8151-9B307F9B3AC9}"/>
              </a:ext>
            </a:extLst>
          </p:cNvPr>
          <p:cNvSpPr>
            <a:spLocks/>
          </p:cNvSpPr>
          <p:nvPr/>
        </p:nvSpPr>
        <p:spPr>
          <a:xfrm>
            <a:off x="769301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8" name="data_5629">
            <a:extLst>
              <a:ext uri="{FF2B5EF4-FFF2-40B4-BE49-F238E27FC236}">
                <a16:creationId xmlns:a16="http://schemas.microsoft.com/office/drawing/2014/main" id="{BE43612A-0EE9-43B1-A265-7A02BCE805DE}"/>
              </a:ext>
            </a:extLst>
          </p:cNvPr>
          <p:cNvSpPr>
            <a:spLocks/>
          </p:cNvSpPr>
          <p:nvPr/>
        </p:nvSpPr>
        <p:spPr>
          <a:xfrm>
            <a:off x="7676708" y="35945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9" name="data_5630">
            <a:extLst>
              <a:ext uri="{FF2B5EF4-FFF2-40B4-BE49-F238E27FC236}">
                <a16:creationId xmlns:a16="http://schemas.microsoft.com/office/drawing/2014/main" id="{3A50E54D-EC31-4FD8-8030-BDB30084E6C1}"/>
              </a:ext>
            </a:extLst>
          </p:cNvPr>
          <p:cNvSpPr>
            <a:spLocks/>
          </p:cNvSpPr>
          <p:nvPr/>
        </p:nvSpPr>
        <p:spPr>
          <a:xfrm>
            <a:off x="7643691" y="3517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0" name="data_5631">
            <a:extLst>
              <a:ext uri="{FF2B5EF4-FFF2-40B4-BE49-F238E27FC236}">
                <a16:creationId xmlns:a16="http://schemas.microsoft.com/office/drawing/2014/main" id="{4D324FE7-D123-4E3A-A6A5-9AA5FCFB5EAD}"/>
              </a:ext>
            </a:extLst>
          </p:cNvPr>
          <p:cNvSpPr>
            <a:spLocks/>
          </p:cNvSpPr>
          <p:nvPr/>
        </p:nvSpPr>
        <p:spPr>
          <a:xfrm>
            <a:off x="7634048" y="36239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1" name="data_5632">
            <a:extLst>
              <a:ext uri="{FF2B5EF4-FFF2-40B4-BE49-F238E27FC236}">
                <a16:creationId xmlns:a16="http://schemas.microsoft.com/office/drawing/2014/main" id="{D9884472-8EC6-46C1-9BAE-09B8F1EC0EE2}"/>
              </a:ext>
            </a:extLst>
          </p:cNvPr>
          <p:cNvSpPr>
            <a:spLocks/>
          </p:cNvSpPr>
          <p:nvPr/>
        </p:nvSpPr>
        <p:spPr>
          <a:xfrm>
            <a:off x="7609805" y="3620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2" name="data_5633">
            <a:extLst>
              <a:ext uri="{FF2B5EF4-FFF2-40B4-BE49-F238E27FC236}">
                <a16:creationId xmlns:a16="http://schemas.microsoft.com/office/drawing/2014/main" id="{665C0502-4BB1-42FE-92D8-390C6C67237F}"/>
              </a:ext>
            </a:extLst>
          </p:cNvPr>
          <p:cNvSpPr>
            <a:spLocks/>
          </p:cNvSpPr>
          <p:nvPr/>
        </p:nvSpPr>
        <p:spPr>
          <a:xfrm>
            <a:off x="762990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3" name="data_5634">
            <a:extLst>
              <a:ext uri="{FF2B5EF4-FFF2-40B4-BE49-F238E27FC236}">
                <a16:creationId xmlns:a16="http://schemas.microsoft.com/office/drawing/2014/main" id="{B9045260-17D2-4337-BF6A-21B3A93A0E28}"/>
              </a:ext>
            </a:extLst>
          </p:cNvPr>
          <p:cNvSpPr>
            <a:spLocks/>
          </p:cNvSpPr>
          <p:nvPr/>
        </p:nvSpPr>
        <p:spPr>
          <a:xfrm>
            <a:off x="761074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4" name="data_5635">
            <a:extLst>
              <a:ext uri="{FF2B5EF4-FFF2-40B4-BE49-F238E27FC236}">
                <a16:creationId xmlns:a16="http://schemas.microsoft.com/office/drawing/2014/main" id="{375A02A3-3781-4275-9B28-F673B2A27499}"/>
              </a:ext>
            </a:extLst>
          </p:cNvPr>
          <p:cNvSpPr>
            <a:spLocks/>
          </p:cNvSpPr>
          <p:nvPr/>
        </p:nvSpPr>
        <p:spPr>
          <a:xfrm>
            <a:off x="76356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5" name="data_5636">
            <a:extLst>
              <a:ext uri="{FF2B5EF4-FFF2-40B4-BE49-F238E27FC236}">
                <a16:creationId xmlns:a16="http://schemas.microsoft.com/office/drawing/2014/main" id="{2274DC0C-7C24-440B-B727-3B08BA190A1E}"/>
              </a:ext>
            </a:extLst>
          </p:cNvPr>
          <p:cNvSpPr>
            <a:spLocks/>
          </p:cNvSpPr>
          <p:nvPr/>
        </p:nvSpPr>
        <p:spPr>
          <a:xfrm>
            <a:off x="7611984" y="36309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6" name="data_5637">
            <a:extLst>
              <a:ext uri="{FF2B5EF4-FFF2-40B4-BE49-F238E27FC236}">
                <a16:creationId xmlns:a16="http://schemas.microsoft.com/office/drawing/2014/main" id="{B6D3B501-3BED-4216-8BAC-039298215882}"/>
              </a:ext>
            </a:extLst>
          </p:cNvPr>
          <p:cNvSpPr>
            <a:spLocks/>
          </p:cNvSpPr>
          <p:nvPr/>
        </p:nvSpPr>
        <p:spPr>
          <a:xfrm>
            <a:off x="760240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7" name="data_5638">
            <a:extLst>
              <a:ext uri="{FF2B5EF4-FFF2-40B4-BE49-F238E27FC236}">
                <a16:creationId xmlns:a16="http://schemas.microsoft.com/office/drawing/2014/main" id="{3887256F-C68B-418D-B5C9-AE01BD497AB2}"/>
              </a:ext>
            </a:extLst>
          </p:cNvPr>
          <p:cNvSpPr>
            <a:spLocks/>
          </p:cNvSpPr>
          <p:nvPr/>
        </p:nvSpPr>
        <p:spPr>
          <a:xfrm>
            <a:off x="76436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8" name="data_5639">
            <a:extLst>
              <a:ext uri="{FF2B5EF4-FFF2-40B4-BE49-F238E27FC236}">
                <a16:creationId xmlns:a16="http://schemas.microsoft.com/office/drawing/2014/main" id="{C8CFA12F-5C41-48B9-B045-F2DCF819AF89}"/>
              </a:ext>
            </a:extLst>
          </p:cNvPr>
          <p:cNvSpPr>
            <a:spLocks/>
          </p:cNvSpPr>
          <p:nvPr/>
        </p:nvSpPr>
        <p:spPr>
          <a:xfrm>
            <a:off x="76813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9" name="data_5640">
            <a:extLst>
              <a:ext uri="{FF2B5EF4-FFF2-40B4-BE49-F238E27FC236}">
                <a16:creationId xmlns:a16="http://schemas.microsoft.com/office/drawing/2014/main" id="{313968DE-97BC-41DC-B424-E8F31C7A6592}"/>
              </a:ext>
            </a:extLst>
          </p:cNvPr>
          <p:cNvSpPr>
            <a:spLocks/>
          </p:cNvSpPr>
          <p:nvPr/>
        </p:nvSpPr>
        <p:spPr>
          <a:xfrm>
            <a:off x="7631627" y="3621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0" name="data_5641">
            <a:extLst>
              <a:ext uri="{FF2B5EF4-FFF2-40B4-BE49-F238E27FC236}">
                <a16:creationId xmlns:a16="http://schemas.microsoft.com/office/drawing/2014/main" id="{EB1A90DC-E174-4CBD-961D-0356559E5638}"/>
              </a:ext>
            </a:extLst>
          </p:cNvPr>
          <p:cNvSpPr>
            <a:spLocks/>
          </p:cNvSpPr>
          <p:nvPr/>
        </p:nvSpPr>
        <p:spPr>
          <a:xfrm>
            <a:off x="766076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1" name="data_5642">
            <a:extLst>
              <a:ext uri="{FF2B5EF4-FFF2-40B4-BE49-F238E27FC236}">
                <a16:creationId xmlns:a16="http://schemas.microsoft.com/office/drawing/2014/main" id="{C753DC6D-FD69-4B97-8786-7D62B46E917A}"/>
              </a:ext>
            </a:extLst>
          </p:cNvPr>
          <p:cNvSpPr>
            <a:spLocks/>
          </p:cNvSpPr>
          <p:nvPr/>
        </p:nvSpPr>
        <p:spPr>
          <a:xfrm>
            <a:off x="7600803" y="36301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2" name="data_5643">
            <a:extLst>
              <a:ext uri="{FF2B5EF4-FFF2-40B4-BE49-F238E27FC236}">
                <a16:creationId xmlns:a16="http://schemas.microsoft.com/office/drawing/2014/main" id="{683D0826-F31B-449C-BE4F-B44152BC2ED5}"/>
              </a:ext>
            </a:extLst>
          </p:cNvPr>
          <p:cNvSpPr>
            <a:spLocks/>
          </p:cNvSpPr>
          <p:nvPr/>
        </p:nvSpPr>
        <p:spPr>
          <a:xfrm>
            <a:off x="7657883" y="36297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3" name="data_5644">
            <a:extLst>
              <a:ext uri="{FF2B5EF4-FFF2-40B4-BE49-F238E27FC236}">
                <a16:creationId xmlns:a16="http://schemas.microsoft.com/office/drawing/2014/main" id="{EB93F8FC-AEC1-4C3D-9163-647F434FCD1A}"/>
              </a:ext>
            </a:extLst>
          </p:cNvPr>
          <p:cNvSpPr>
            <a:spLocks/>
          </p:cNvSpPr>
          <p:nvPr/>
        </p:nvSpPr>
        <p:spPr>
          <a:xfrm>
            <a:off x="761965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4" name="data_5645">
            <a:extLst>
              <a:ext uri="{FF2B5EF4-FFF2-40B4-BE49-F238E27FC236}">
                <a16:creationId xmlns:a16="http://schemas.microsoft.com/office/drawing/2014/main" id="{931F5698-51A8-4D98-ADA1-644445CAA4A7}"/>
              </a:ext>
            </a:extLst>
          </p:cNvPr>
          <p:cNvSpPr>
            <a:spLocks/>
          </p:cNvSpPr>
          <p:nvPr/>
        </p:nvSpPr>
        <p:spPr>
          <a:xfrm>
            <a:off x="7692938" y="36312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5" name="data_5646">
            <a:extLst>
              <a:ext uri="{FF2B5EF4-FFF2-40B4-BE49-F238E27FC236}">
                <a16:creationId xmlns:a16="http://schemas.microsoft.com/office/drawing/2014/main" id="{B01B7A66-B972-4F9B-B1E4-93CCBDDAAE9E}"/>
              </a:ext>
            </a:extLst>
          </p:cNvPr>
          <p:cNvSpPr>
            <a:spLocks/>
          </p:cNvSpPr>
          <p:nvPr/>
        </p:nvSpPr>
        <p:spPr>
          <a:xfrm>
            <a:off x="7651800" y="36291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6" name="data_5647">
            <a:extLst>
              <a:ext uri="{FF2B5EF4-FFF2-40B4-BE49-F238E27FC236}">
                <a16:creationId xmlns:a16="http://schemas.microsoft.com/office/drawing/2014/main" id="{CCBE77A9-99C1-47D0-AAB7-B2F315628B61}"/>
              </a:ext>
            </a:extLst>
          </p:cNvPr>
          <p:cNvSpPr>
            <a:spLocks/>
          </p:cNvSpPr>
          <p:nvPr/>
        </p:nvSpPr>
        <p:spPr>
          <a:xfrm>
            <a:off x="762170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7" name="data_5648">
            <a:extLst>
              <a:ext uri="{FF2B5EF4-FFF2-40B4-BE49-F238E27FC236}">
                <a16:creationId xmlns:a16="http://schemas.microsoft.com/office/drawing/2014/main" id="{E8432C7D-2D91-4365-BAC2-ADD1CD49D37B}"/>
              </a:ext>
            </a:extLst>
          </p:cNvPr>
          <p:cNvSpPr>
            <a:spLocks/>
          </p:cNvSpPr>
          <p:nvPr/>
        </p:nvSpPr>
        <p:spPr>
          <a:xfrm>
            <a:off x="763079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8" name="data_5649">
            <a:extLst>
              <a:ext uri="{FF2B5EF4-FFF2-40B4-BE49-F238E27FC236}">
                <a16:creationId xmlns:a16="http://schemas.microsoft.com/office/drawing/2014/main" id="{9E2FE13C-5FFC-4ED4-9F6B-06D7DB9D0D89}"/>
              </a:ext>
            </a:extLst>
          </p:cNvPr>
          <p:cNvSpPr>
            <a:spLocks/>
          </p:cNvSpPr>
          <p:nvPr/>
        </p:nvSpPr>
        <p:spPr>
          <a:xfrm>
            <a:off x="7687446" y="36139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9" name="data_5650">
            <a:extLst>
              <a:ext uri="{FF2B5EF4-FFF2-40B4-BE49-F238E27FC236}">
                <a16:creationId xmlns:a16="http://schemas.microsoft.com/office/drawing/2014/main" id="{E7572937-D3BC-44EE-9AEA-63B0BBC9A3B9}"/>
              </a:ext>
            </a:extLst>
          </p:cNvPr>
          <p:cNvSpPr>
            <a:spLocks/>
          </p:cNvSpPr>
          <p:nvPr/>
        </p:nvSpPr>
        <p:spPr>
          <a:xfrm>
            <a:off x="767661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0" name="data_5651">
            <a:extLst>
              <a:ext uri="{FF2B5EF4-FFF2-40B4-BE49-F238E27FC236}">
                <a16:creationId xmlns:a16="http://schemas.microsoft.com/office/drawing/2014/main" id="{4FCA3F2B-03D8-41BF-98C1-53FE6C7D20CB}"/>
              </a:ext>
            </a:extLst>
          </p:cNvPr>
          <p:cNvSpPr>
            <a:spLocks/>
          </p:cNvSpPr>
          <p:nvPr/>
        </p:nvSpPr>
        <p:spPr>
          <a:xfrm>
            <a:off x="767900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1" name="data_5652">
            <a:extLst>
              <a:ext uri="{FF2B5EF4-FFF2-40B4-BE49-F238E27FC236}">
                <a16:creationId xmlns:a16="http://schemas.microsoft.com/office/drawing/2014/main" id="{09011B44-609A-4046-945D-C865608FE2F2}"/>
              </a:ext>
            </a:extLst>
          </p:cNvPr>
          <p:cNvSpPr>
            <a:spLocks/>
          </p:cNvSpPr>
          <p:nvPr/>
        </p:nvSpPr>
        <p:spPr>
          <a:xfrm>
            <a:off x="7625317" y="35904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2" name="data_5653">
            <a:extLst>
              <a:ext uri="{FF2B5EF4-FFF2-40B4-BE49-F238E27FC236}">
                <a16:creationId xmlns:a16="http://schemas.microsoft.com/office/drawing/2014/main" id="{807D603E-8A7A-431F-857B-10EF743D6A2D}"/>
              </a:ext>
            </a:extLst>
          </p:cNvPr>
          <p:cNvSpPr>
            <a:spLocks/>
          </p:cNvSpPr>
          <p:nvPr/>
        </p:nvSpPr>
        <p:spPr>
          <a:xfrm>
            <a:off x="7627551" y="3627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3" name="data_5654">
            <a:extLst>
              <a:ext uri="{FF2B5EF4-FFF2-40B4-BE49-F238E27FC236}">
                <a16:creationId xmlns:a16="http://schemas.microsoft.com/office/drawing/2014/main" id="{EDF3BDD8-D477-490D-A1F5-16D3ED94F60F}"/>
              </a:ext>
            </a:extLst>
          </p:cNvPr>
          <p:cNvSpPr>
            <a:spLocks/>
          </p:cNvSpPr>
          <p:nvPr/>
        </p:nvSpPr>
        <p:spPr>
          <a:xfrm>
            <a:off x="7646079" y="3554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4" name="data_5655">
            <a:extLst>
              <a:ext uri="{FF2B5EF4-FFF2-40B4-BE49-F238E27FC236}">
                <a16:creationId xmlns:a16="http://schemas.microsoft.com/office/drawing/2014/main" id="{198AD3A2-0249-4CBB-BB61-5C291E6D70C8}"/>
              </a:ext>
            </a:extLst>
          </p:cNvPr>
          <p:cNvSpPr>
            <a:spLocks/>
          </p:cNvSpPr>
          <p:nvPr/>
        </p:nvSpPr>
        <p:spPr>
          <a:xfrm>
            <a:off x="76526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5" name="data_5656">
            <a:extLst>
              <a:ext uri="{FF2B5EF4-FFF2-40B4-BE49-F238E27FC236}">
                <a16:creationId xmlns:a16="http://schemas.microsoft.com/office/drawing/2014/main" id="{B80B9AC7-948F-4091-90B1-F8BF1D398C41}"/>
              </a:ext>
            </a:extLst>
          </p:cNvPr>
          <p:cNvSpPr>
            <a:spLocks/>
          </p:cNvSpPr>
          <p:nvPr/>
        </p:nvSpPr>
        <p:spPr>
          <a:xfrm>
            <a:off x="769445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6" name="data_5657">
            <a:extLst>
              <a:ext uri="{FF2B5EF4-FFF2-40B4-BE49-F238E27FC236}">
                <a16:creationId xmlns:a16="http://schemas.microsoft.com/office/drawing/2014/main" id="{C40AE8EC-4A0F-470F-95DA-EC4869AEE426}"/>
              </a:ext>
            </a:extLst>
          </p:cNvPr>
          <p:cNvSpPr>
            <a:spLocks/>
          </p:cNvSpPr>
          <p:nvPr/>
        </p:nvSpPr>
        <p:spPr>
          <a:xfrm>
            <a:off x="7629859" y="36261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7" name="data_5658">
            <a:extLst>
              <a:ext uri="{FF2B5EF4-FFF2-40B4-BE49-F238E27FC236}">
                <a16:creationId xmlns:a16="http://schemas.microsoft.com/office/drawing/2014/main" id="{22556854-FEF7-4421-AEF7-63CD17AC489A}"/>
              </a:ext>
            </a:extLst>
          </p:cNvPr>
          <p:cNvSpPr>
            <a:spLocks/>
          </p:cNvSpPr>
          <p:nvPr/>
        </p:nvSpPr>
        <p:spPr>
          <a:xfrm>
            <a:off x="7609962" y="35262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8" name="data_5659">
            <a:extLst>
              <a:ext uri="{FF2B5EF4-FFF2-40B4-BE49-F238E27FC236}">
                <a16:creationId xmlns:a16="http://schemas.microsoft.com/office/drawing/2014/main" id="{63346351-B691-4FB9-9735-515529FE07D1}"/>
              </a:ext>
            </a:extLst>
          </p:cNvPr>
          <p:cNvSpPr>
            <a:spLocks/>
          </p:cNvSpPr>
          <p:nvPr/>
        </p:nvSpPr>
        <p:spPr>
          <a:xfrm>
            <a:off x="760628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9" name="data_5660">
            <a:extLst>
              <a:ext uri="{FF2B5EF4-FFF2-40B4-BE49-F238E27FC236}">
                <a16:creationId xmlns:a16="http://schemas.microsoft.com/office/drawing/2014/main" id="{B1B2E0B8-B657-49DF-9596-47A43B2D3815}"/>
              </a:ext>
            </a:extLst>
          </p:cNvPr>
          <p:cNvSpPr>
            <a:spLocks/>
          </p:cNvSpPr>
          <p:nvPr/>
        </p:nvSpPr>
        <p:spPr>
          <a:xfrm>
            <a:off x="768173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0" name="data_5661">
            <a:extLst>
              <a:ext uri="{FF2B5EF4-FFF2-40B4-BE49-F238E27FC236}">
                <a16:creationId xmlns:a16="http://schemas.microsoft.com/office/drawing/2014/main" id="{5B1BE7C1-B2C9-485C-B896-5C8AE6CBD9F5}"/>
              </a:ext>
            </a:extLst>
          </p:cNvPr>
          <p:cNvSpPr>
            <a:spLocks/>
          </p:cNvSpPr>
          <p:nvPr/>
        </p:nvSpPr>
        <p:spPr>
          <a:xfrm>
            <a:off x="7615765" y="36058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1" name="data_5662">
            <a:extLst>
              <a:ext uri="{FF2B5EF4-FFF2-40B4-BE49-F238E27FC236}">
                <a16:creationId xmlns:a16="http://schemas.microsoft.com/office/drawing/2014/main" id="{B3574AAE-417C-4384-BB11-E8D679A5D251}"/>
              </a:ext>
            </a:extLst>
          </p:cNvPr>
          <p:cNvSpPr>
            <a:spLocks/>
          </p:cNvSpPr>
          <p:nvPr/>
        </p:nvSpPr>
        <p:spPr>
          <a:xfrm>
            <a:off x="76261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2" name="data_5663">
            <a:extLst>
              <a:ext uri="{FF2B5EF4-FFF2-40B4-BE49-F238E27FC236}">
                <a16:creationId xmlns:a16="http://schemas.microsoft.com/office/drawing/2014/main" id="{CE3B6995-374A-4089-BB98-ACAD9F1AC298}"/>
              </a:ext>
            </a:extLst>
          </p:cNvPr>
          <p:cNvSpPr>
            <a:spLocks/>
          </p:cNvSpPr>
          <p:nvPr/>
        </p:nvSpPr>
        <p:spPr>
          <a:xfrm>
            <a:off x="7609439" y="36295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3" name="data_5664">
            <a:extLst>
              <a:ext uri="{FF2B5EF4-FFF2-40B4-BE49-F238E27FC236}">
                <a16:creationId xmlns:a16="http://schemas.microsoft.com/office/drawing/2014/main" id="{F4CE25DB-2301-4297-BAD9-24DFA241BC0D}"/>
              </a:ext>
            </a:extLst>
          </p:cNvPr>
          <p:cNvSpPr>
            <a:spLocks/>
          </p:cNvSpPr>
          <p:nvPr/>
        </p:nvSpPr>
        <p:spPr>
          <a:xfrm>
            <a:off x="760264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4" name="data_5665">
            <a:extLst>
              <a:ext uri="{FF2B5EF4-FFF2-40B4-BE49-F238E27FC236}">
                <a16:creationId xmlns:a16="http://schemas.microsoft.com/office/drawing/2014/main" id="{847D063D-7B19-4F8D-9FEA-8698BC5C65CE}"/>
              </a:ext>
            </a:extLst>
          </p:cNvPr>
          <p:cNvSpPr>
            <a:spLocks/>
          </p:cNvSpPr>
          <p:nvPr/>
        </p:nvSpPr>
        <p:spPr>
          <a:xfrm>
            <a:off x="767040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5" name="data_5666">
            <a:extLst>
              <a:ext uri="{FF2B5EF4-FFF2-40B4-BE49-F238E27FC236}">
                <a16:creationId xmlns:a16="http://schemas.microsoft.com/office/drawing/2014/main" id="{F92D053A-7664-4B76-9F10-2B3FE464901C}"/>
              </a:ext>
            </a:extLst>
          </p:cNvPr>
          <p:cNvSpPr>
            <a:spLocks/>
          </p:cNvSpPr>
          <p:nvPr/>
        </p:nvSpPr>
        <p:spPr>
          <a:xfrm>
            <a:off x="759891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6" name="data_5667">
            <a:extLst>
              <a:ext uri="{FF2B5EF4-FFF2-40B4-BE49-F238E27FC236}">
                <a16:creationId xmlns:a16="http://schemas.microsoft.com/office/drawing/2014/main" id="{4AAA46C5-1C08-4E99-83CA-02DACEA392DC}"/>
              </a:ext>
            </a:extLst>
          </p:cNvPr>
          <p:cNvSpPr>
            <a:spLocks/>
          </p:cNvSpPr>
          <p:nvPr/>
        </p:nvSpPr>
        <p:spPr>
          <a:xfrm>
            <a:off x="7687691" y="3595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7" name="data_5668">
            <a:extLst>
              <a:ext uri="{FF2B5EF4-FFF2-40B4-BE49-F238E27FC236}">
                <a16:creationId xmlns:a16="http://schemas.microsoft.com/office/drawing/2014/main" id="{D6C88F7B-F3BC-4857-8084-7C1F4EFC2FDB}"/>
              </a:ext>
            </a:extLst>
          </p:cNvPr>
          <p:cNvSpPr>
            <a:spLocks/>
          </p:cNvSpPr>
          <p:nvPr/>
        </p:nvSpPr>
        <p:spPr>
          <a:xfrm>
            <a:off x="76097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8" name="data_5669">
            <a:extLst>
              <a:ext uri="{FF2B5EF4-FFF2-40B4-BE49-F238E27FC236}">
                <a16:creationId xmlns:a16="http://schemas.microsoft.com/office/drawing/2014/main" id="{E240169E-42EC-4E83-9BC3-E51767A64106}"/>
              </a:ext>
            </a:extLst>
          </p:cNvPr>
          <p:cNvSpPr>
            <a:spLocks/>
          </p:cNvSpPr>
          <p:nvPr/>
        </p:nvSpPr>
        <p:spPr>
          <a:xfrm>
            <a:off x="7673493" y="36264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9" name="data_5670">
            <a:extLst>
              <a:ext uri="{FF2B5EF4-FFF2-40B4-BE49-F238E27FC236}">
                <a16:creationId xmlns:a16="http://schemas.microsoft.com/office/drawing/2014/main" id="{3A818E14-6D1D-4704-96E9-ECED702D1550}"/>
              </a:ext>
            </a:extLst>
          </p:cNvPr>
          <p:cNvSpPr>
            <a:spLocks/>
          </p:cNvSpPr>
          <p:nvPr/>
        </p:nvSpPr>
        <p:spPr>
          <a:xfrm>
            <a:off x="76103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0" name="data_5671">
            <a:extLst>
              <a:ext uri="{FF2B5EF4-FFF2-40B4-BE49-F238E27FC236}">
                <a16:creationId xmlns:a16="http://schemas.microsoft.com/office/drawing/2014/main" id="{9412F3EA-2268-425F-A03E-A91C2BD6D430}"/>
              </a:ext>
            </a:extLst>
          </p:cNvPr>
          <p:cNvSpPr>
            <a:spLocks/>
          </p:cNvSpPr>
          <p:nvPr/>
        </p:nvSpPr>
        <p:spPr>
          <a:xfrm>
            <a:off x="7606158" y="35605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1" name="data_5672">
            <a:extLst>
              <a:ext uri="{FF2B5EF4-FFF2-40B4-BE49-F238E27FC236}">
                <a16:creationId xmlns:a16="http://schemas.microsoft.com/office/drawing/2014/main" id="{F32B9499-8DFB-4ACD-B30C-3EC88A2E3A50}"/>
              </a:ext>
            </a:extLst>
          </p:cNvPr>
          <p:cNvSpPr>
            <a:spLocks/>
          </p:cNvSpPr>
          <p:nvPr/>
        </p:nvSpPr>
        <p:spPr>
          <a:xfrm>
            <a:off x="7614554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2" name="data_5673">
            <a:extLst>
              <a:ext uri="{FF2B5EF4-FFF2-40B4-BE49-F238E27FC236}">
                <a16:creationId xmlns:a16="http://schemas.microsoft.com/office/drawing/2014/main" id="{9E5F8F26-35E1-41A0-9435-1F80AD49748D}"/>
              </a:ext>
            </a:extLst>
          </p:cNvPr>
          <p:cNvSpPr>
            <a:spLocks/>
          </p:cNvSpPr>
          <p:nvPr/>
        </p:nvSpPr>
        <p:spPr>
          <a:xfrm>
            <a:off x="768185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3" name="data_5674">
            <a:extLst>
              <a:ext uri="{FF2B5EF4-FFF2-40B4-BE49-F238E27FC236}">
                <a16:creationId xmlns:a16="http://schemas.microsoft.com/office/drawing/2014/main" id="{5F26A152-EF4E-4890-B52A-B6D23783AF3C}"/>
              </a:ext>
            </a:extLst>
          </p:cNvPr>
          <p:cNvSpPr>
            <a:spLocks/>
          </p:cNvSpPr>
          <p:nvPr/>
        </p:nvSpPr>
        <p:spPr>
          <a:xfrm>
            <a:off x="76872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4" name="data_5675">
            <a:extLst>
              <a:ext uri="{FF2B5EF4-FFF2-40B4-BE49-F238E27FC236}">
                <a16:creationId xmlns:a16="http://schemas.microsoft.com/office/drawing/2014/main" id="{BC686864-9B66-4A8D-B158-DF29A0D4B554}"/>
              </a:ext>
            </a:extLst>
          </p:cNvPr>
          <p:cNvSpPr>
            <a:spLocks/>
          </p:cNvSpPr>
          <p:nvPr/>
        </p:nvSpPr>
        <p:spPr>
          <a:xfrm>
            <a:off x="7613286" y="36171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5" name="data_5676">
            <a:extLst>
              <a:ext uri="{FF2B5EF4-FFF2-40B4-BE49-F238E27FC236}">
                <a16:creationId xmlns:a16="http://schemas.microsoft.com/office/drawing/2014/main" id="{EBC605EB-A02D-4CA2-B827-4E88D487D6B7}"/>
              </a:ext>
            </a:extLst>
          </p:cNvPr>
          <p:cNvSpPr>
            <a:spLocks/>
          </p:cNvSpPr>
          <p:nvPr/>
        </p:nvSpPr>
        <p:spPr>
          <a:xfrm>
            <a:off x="7657901" y="36022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6" name="data_5677">
            <a:extLst>
              <a:ext uri="{FF2B5EF4-FFF2-40B4-BE49-F238E27FC236}">
                <a16:creationId xmlns:a16="http://schemas.microsoft.com/office/drawing/2014/main" id="{05818618-EEEE-4508-845A-0942FC0CD756}"/>
              </a:ext>
            </a:extLst>
          </p:cNvPr>
          <p:cNvSpPr>
            <a:spLocks/>
          </p:cNvSpPr>
          <p:nvPr/>
        </p:nvSpPr>
        <p:spPr>
          <a:xfrm>
            <a:off x="7611721" y="35930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7" name="data_5678">
            <a:extLst>
              <a:ext uri="{FF2B5EF4-FFF2-40B4-BE49-F238E27FC236}">
                <a16:creationId xmlns:a16="http://schemas.microsoft.com/office/drawing/2014/main" id="{95646E46-1E5D-4D11-BA77-94EF64D23657}"/>
              </a:ext>
            </a:extLst>
          </p:cNvPr>
          <p:cNvSpPr>
            <a:spLocks/>
          </p:cNvSpPr>
          <p:nvPr/>
        </p:nvSpPr>
        <p:spPr>
          <a:xfrm>
            <a:off x="7613615" y="3604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8" name="data_5679">
            <a:extLst>
              <a:ext uri="{FF2B5EF4-FFF2-40B4-BE49-F238E27FC236}">
                <a16:creationId xmlns:a16="http://schemas.microsoft.com/office/drawing/2014/main" id="{E9F5C8CC-5050-40E6-A749-49C573FD51E2}"/>
              </a:ext>
            </a:extLst>
          </p:cNvPr>
          <p:cNvSpPr>
            <a:spLocks/>
          </p:cNvSpPr>
          <p:nvPr/>
        </p:nvSpPr>
        <p:spPr>
          <a:xfrm>
            <a:off x="7676271" y="36006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9" name="data_5680">
            <a:extLst>
              <a:ext uri="{FF2B5EF4-FFF2-40B4-BE49-F238E27FC236}">
                <a16:creationId xmlns:a16="http://schemas.microsoft.com/office/drawing/2014/main" id="{5099ABC4-4572-4646-AB14-206D3B9166AA}"/>
              </a:ext>
            </a:extLst>
          </p:cNvPr>
          <p:cNvSpPr>
            <a:spLocks/>
          </p:cNvSpPr>
          <p:nvPr/>
        </p:nvSpPr>
        <p:spPr>
          <a:xfrm>
            <a:off x="767987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0" name="data_5681">
            <a:extLst>
              <a:ext uri="{FF2B5EF4-FFF2-40B4-BE49-F238E27FC236}">
                <a16:creationId xmlns:a16="http://schemas.microsoft.com/office/drawing/2014/main" id="{1752190B-9D5D-4C1F-87DC-06BB4EE08524}"/>
              </a:ext>
            </a:extLst>
          </p:cNvPr>
          <p:cNvSpPr>
            <a:spLocks/>
          </p:cNvSpPr>
          <p:nvPr/>
        </p:nvSpPr>
        <p:spPr>
          <a:xfrm>
            <a:off x="7655090" y="36265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1" name="data_5682">
            <a:extLst>
              <a:ext uri="{FF2B5EF4-FFF2-40B4-BE49-F238E27FC236}">
                <a16:creationId xmlns:a16="http://schemas.microsoft.com/office/drawing/2014/main" id="{4D4FC629-D654-486A-8613-7F2D6F4D73B3}"/>
              </a:ext>
            </a:extLst>
          </p:cNvPr>
          <p:cNvSpPr>
            <a:spLocks/>
          </p:cNvSpPr>
          <p:nvPr/>
        </p:nvSpPr>
        <p:spPr>
          <a:xfrm>
            <a:off x="7598493" y="36166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2" name="data_5683">
            <a:extLst>
              <a:ext uri="{FF2B5EF4-FFF2-40B4-BE49-F238E27FC236}">
                <a16:creationId xmlns:a16="http://schemas.microsoft.com/office/drawing/2014/main" id="{7A7CC980-99B4-4A11-90D8-DAB7E7F5108A}"/>
              </a:ext>
            </a:extLst>
          </p:cNvPr>
          <p:cNvSpPr>
            <a:spLocks/>
          </p:cNvSpPr>
          <p:nvPr/>
        </p:nvSpPr>
        <p:spPr>
          <a:xfrm>
            <a:off x="765994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3" name="data_5684">
            <a:extLst>
              <a:ext uri="{FF2B5EF4-FFF2-40B4-BE49-F238E27FC236}">
                <a16:creationId xmlns:a16="http://schemas.microsoft.com/office/drawing/2014/main" id="{71E78174-16A6-40CF-94A9-35C7B98E53AC}"/>
              </a:ext>
            </a:extLst>
          </p:cNvPr>
          <p:cNvSpPr>
            <a:spLocks/>
          </p:cNvSpPr>
          <p:nvPr/>
        </p:nvSpPr>
        <p:spPr>
          <a:xfrm>
            <a:off x="761278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4" name="data_5685">
            <a:extLst>
              <a:ext uri="{FF2B5EF4-FFF2-40B4-BE49-F238E27FC236}">
                <a16:creationId xmlns:a16="http://schemas.microsoft.com/office/drawing/2014/main" id="{AB7444CE-6F76-4992-B77E-84587DEB52EF}"/>
              </a:ext>
            </a:extLst>
          </p:cNvPr>
          <p:cNvSpPr>
            <a:spLocks/>
          </p:cNvSpPr>
          <p:nvPr/>
        </p:nvSpPr>
        <p:spPr>
          <a:xfrm>
            <a:off x="7631229" y="35524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5" name="data_5686">
            <a:extLst>
              <a:ext uri="{FF2B5EF4-FFF2-40B4-BE49-F238E27FC236}">
                <a16:creationId xmlns:a16="http://schemas.microsoft.com/office/drawing/2014/main" id="{600A5A07-B29D-4479-AF86-20B2F752C48B}"/>
              </a:ext>
            </a:extLst>
          </p:cNvPr>
          <p:cNvSpPr>
            <a:spLocks/>
          </p:cNvSpPr>
          <p:nvPr/>
        </p:nvSpPr>
        <p:spPr>
          <a:xfrm>
            <a:off x="770317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6" name="data_5687">
            <a:extLst>
              <a:ext uri="{FF2B5EF4-FFF2-40B4-BE49-F238E27FC236}">
                <a16:creationId xmlns:a16="http://schemas.microsoft.com/office/drawing/2014/main" id="{8D8B0702-1770-4DDF-9076-BCC1DB1A77F6}"/>
              </a:ext>
            </a:extLst>
          </p:cNvPr>
          <p:cNvSpPr>
            <a:spLocks/>
          </p:cNvSpPr>
          <p:nvPr/>
        </p:nvSpPr>
        <p:spPr>
          <a:xfrm>
            <a:off x="76697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7" name="data_5688">
            <a:extLst>
              <a:ext uri="{FF2B5EF4-FFF2-40B4-BE49-F238E27FC236}">
                <a16:creationId xmlns:a16="http://schemas.microsoft.com/office/drawing/2014/main" id="{74218701-5CF6-4CB3-AEA4-8946986C7EF1}"/>
              </a:ext>
            </a:extLst>
          </p:cNvPr>
          <p:cNvSpPr>
            <a:spLocks/>
          </p:cNvSpPr>
          <p:nvPr/>
        </p:nvSpPr>
        <p:spPr>
          <a:xfrm>
            <a:off x="7673766" y="35375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8" name="data_5689">
            <a:extLst>
              <a:ext uri="{FF2B5EF4-FFF2-40B4-BE49-F238E27FC236}">
                <a16:creationId xmlns:a16="http://schemas.microsoft.com/office/drawing/2014/main" id="{86D93C7F-483A-49A7-9D4F-FB90B3563C09}"/>
              </a:ext>
            </a:extLst>
          </p:cNvPr>
          <p:cNvSpPr>
            <a:spLocks/>
          </p:cNvSpPr>
          <p:nvPr/>
        </p:nvSpPr>
        <p:spPr>
          <a:xfrm>
            <a:off x="762044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9" name="data_5690">
            <a:extLst>
              <a:ext uri="{FF2B5EF4-FFF2-40B4-BE49-F238E27FC236}">
                <a16:creationId xmlns:a16="http://schemas.microsoft.com/office/drawing/2014/main" id="{C591601D-5E36-4301-AB96-02F156ECDD9B}"/>
              </a:ext>
            </a:extLst>
          </p:cNvPr>
          <p:cNvSpPr>
            <a:spLocks/>
          </p:cNvSpPr>
          <p:nvPr/>
        </p:nvSpPr>
        <p:spPr>
          <a:xfrm>
            <a:off x="76799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0" name="data_5691">
            <a:extLst>
              <a:ext uri="{FF2B5EF4-FFF2-40B4-BE49-F238E27FC236}">
                <a16:creationId xmlns:a16="http://schemas.microsoft.com/office/drawing/2014/main" id="{0C175756-D90A-4B8A-8A35-39D7670C4653}"/>
              </a:ext>
            </a:extLst>
          </p:cNvPr>
          <p:cNvSpPr>
            <a:spLocks/>
          </p:cNvSpPr>
          <p:nvPr/>
        </p:nvSpPr>
        <p:spPr>
          <a:xfrm>
            <a:off x="7698120" y="36210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1" name="data_5692">
            <a:extLst>
              <a:ext uri="{FF2B5EF4-FFF2-40B4-BE49-F238E27FC236}">
                <a16:creationId xmlns:a16="http://schemas.microsoft.com/office/drawing/2014/main" id="{0E749625-BFD2-4C29-A42B-74838C06D762}"/>
              </a:ext>
            </a:extLst>
          </p:cNvPr>
          <p:cNvSpPr>
            <a:spLocks/>
          </p:cNvSpPr>
          <p:nvPr/>
        </p:nvSpPr>
        <p:spPr>
          <a:xfrm>
            <a:off x="763349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2" name="data_5693">
            <a:extLst>
              <a:ext uri="{FF2B5EF4-FFF2-40B4-BE49-F238E27FC236}">
                <a16:creationId xmlns:a16="http://schemas.microsoft.com/office/drawing/2014/main" id="{1D326DD1-77CD-4FD2-BB92-6DFC7315BA31}"/>
              </a:ext>
            </a:extLst>
          </p:cNvPr>
          <p:cNvSpPr>
            <a:spLocks/>
          </p:cNvSpPr>
          <p:nvPr/>
        </p:nvSpPr>
        <p:spPr>
          <a:xfrm>
            <a:off x="767380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3" name="data_5694">
            <a:extLst>
              <a:ext uri="{FF2B5EF4-FFF2-40B4-BE49-F238E27FC236}">
                <a16:creationId xmlns:a16="http://schemas.microsoft.com/office/drawing/2014/main" id="{CE2F8E71-E4E3-4201-AB18-2FA8EE994A9B}"/>
              </a:ext>
            </a:extLst>
          </p:cNvPr>
          <p:cNvSpPr>
            <a:spLocks/>
          </p:cNvSpPr>
          <p:nvPr/>
        </p:nvSpPr>
        <p:spPr>
          <a:xfrm>
            <a:off x="770282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4" name="data_5695">
            <a:extLst>
              <a:ext uri="{FF2B5EF4-FFF2-40B4-BE49-F238E27FC236}">
                <a16:creationId xmlns:a16="http://schemas.microsoft.com/office/drawing/2014/main" id="{F9D78A8B-E8E0-4F36-98D5-108D0BE16225}"/>
              </a:ext>
            </a:extLst>
          </p:cNvPr>
          <p:cNvSpPr>
            <a:spLocks/>
          </p:cNvSpPr>
          <p:nvPr/>
        </p:nvSpPr>
        <p:spPr>
          <a:xfrm>
            <a:off x="7634235" y="36029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5" name="data_5696">
            <a:extLst>
              <a:ext uri="{FF2B5EF4-FFF2-40B4-BE49-F238E27FC236}">
                <a16:creationId xmlns:a16="http://schemas.microsoft.com/office/drawing/2014/main" id="{2CC72974-D23A-492C-B191-6D691D2144EF}"/>
              </a:ext>
            </a:extLst>
          </p:cNvPr>
          <p:cNvSpPr>
            <a:spLocks/>
          </p:cNvSpPr>
          <p:nvPr/>
        </p:nvSpPr>
        <p:spPr>
          <a:xfrm>
            <a:off x="76798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6" name="data_5697">
            <a:extLst>
              <a:ext uri="{FF2B5EF4-FFF2-40B4-BE49-F238E27FC236}">
                <a16:creationId xmlns:a16="http://schemas.microsoft.com/office/drawing/2014/main" id="{32F627FA-5DBF-409C-9D58-641406ECE4BE}"/>
              </a:ext>
            </a:extLst>
          </p:cNvPr>
          <p:cNvSpPr>
            <a:spLocks/>
          </p:cNvSpPr>
          <p:nvPr/>
        </p:nvSpPr>
        <p:spPr>
          <a:xfrm>
            <a:off x="764270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7" name="data_5698">
            <a:extLst>
              <a:ext uri="{FF2B5EF4-FFF2-40B4-BE49-F238E27FC236}">
                <a16:creationId xmlns:a16="http://schemas.microsoft.com/office/drawing/2014/main" id="{AD7F92C7-A403-4045-80BC-108B501E1C99}"/>
              </a:ext>
            </a:extLst>
          </p:cNvPr>
          <p:cNvSpPr>
            <a:spLocks/>
          </p:cNvSpPr>
          <p:nvPr/>
        </p:nvSpPr>
        <p:spPr>
          <a:xfrm>
            <a:off x="759887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8" name="data_5699">
            <a:extLst>
              <a:ext uri="{FF2B5EF4-FFF2-40B4-BE49-F238E27FC236}">
                <a16:creationId xmlns:a16="http://schemas.microsoft.com/office/drawing/2014/main" id="{88EFEC76-A248-4B8C-906D-DC42F7EC87D5}"/>
              </a:ext>
            </a:extLst>
          </p:cNvPr>
          <p:cNvSpPr>
            <a:spLocks/>
          </p:cNvSpPr>
          <p:nvPr/>
        </p:nvSpPr>
        <p:spPr>
          <a:xfrm>
            <a:off x="762670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9" name="data_5700">
            <a:extLst>
              <a:ext uri="{FF2B5EF4-FFF2-40B4-BE49-F238E27FC236}">
                <a16:creationId xmlns:a16="http://schemas.microsoft.com/office/drawing/2014/main" id="{5D62CD25-AB18-437B-9FC8-785123B310FC}"/>
              </a:ext>
            </a:extLst>
          </p:cNvPr>
          <p:cNvSpPr>
            <a:spLocks/>
          </p:cNvSpPr>
          <p:nvPr/>
        </p:nvSpPr>
        <p:spPr>
          <a:xfrm>
            <a:off x="76937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0" name="data_5701">
            <a:extLst>
              <a:ext uri="{FF2B5EF4-FFF2-40B4-BE49-F238E27FC236}">
                <a16:creationId xmlns:a16="http://schemas.microsoft.com/office/drawing/2014/main" id="{E29D7BE9-01C2-44D1-A626-04EC59B2A849}"/>
              </a:ext>
            </a:extLst>
          </p:cNvPr>
          <p:cNvSpPr>
            <a:spLocks/>
          </p:cNvSpPr>
          <p:nvPr/>
        </p:nvSpPr>
        <p:spPr>
          <a:xfrm>
            <a:off x="7619782" y="3628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1" name="data_5702">
            <a:extLst>
              <a:ext uri="{FF2B5EF4-FFF2-40B4-BE49-F238E27FC236}">
                <a16:creationId xmlns:a16="http://schemas.microsoft.com/office/drawing/2014/main" id="{7BE906D4-969F-408B-B779-EE2679CE9609}"/>
              </a:ext>
            </a:extLst>
          </p:cNvPr>
          <p:cNvSpPr>
            <a:spLocks/>
          </p:cNvSpPr>
          <p:nvPr/>
        </p:nvSpPr>
        <p:spPr>
          <a:xfrm>
            <a:off x="762841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2" name="data_5703">
            <a:extLst>
              <a:ext uri="{FF2B5EF4-FFF2-40B4-BE49-F238E27FC236}">
                <a16:creationId xmlns:a16="http://schemas.microsoft.com/office/drawing/2014/main" id="{250627C0-9C45-4024-B3DF-C185A97F3D72}"/>
              </a:ext>
            </a:extLst>
          </p:cNvPr>
          <p:cNvSpPr>
            <a:spLocks/>
          </p:cNvSpPr>
          <p:nvPr/>
        </p:nvSpPr>
        <p:spPr>
          <a:xfrm>
            <a:off x="7610126" y="36257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3" name="data_5704">
            <a:extLst>
              <a:ext uri="{FF2B5EF4-FFF2-40B4-BE49-F238E27FC236}">
                <a16:creationId xmlns:a16="http://schemas.microsoft.com/office/drawing/2014/main" id="{731548EC-5241-42C2-A0A2-A01544D775C5}"/>
              </a:ext>
            </a:extLst>
          </p:cNvPr>
          <p:cNvSpPr>
            <a:spLocks/>
          </p:cNvSpPr>
          <p:nvPr/>
        </p:nvSpPr>
        <p:spPr>
          <a:xfrm>
            <a:off x="763628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4" name="data_5705">
            <a:extLst>
              <a:ext uri="{FF2B5EF4-FFF2-40B4-BE49-F238E27FC236}">
                <a16:creationId xmlns:a16="http://schemas.microsoft.com/office/drawing/2014/main" id="{F6FCD263-DDC3-4A97-837B-79FE046EC28A}"/>
              </a:ext>
            </a:extLst>
          </p:cNvPr>
          <p:cNvSpPr>
            <a:spLocks/>
          </p:cNvSpPr>
          <p:nvPr/>
        </p:nvSpPr>
        <p:spPr>
          <a:xfrm>
            <a:off x="7658098" y="36017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5" name="data_5706">
            <a:extLst>
              <a:ext uri="{FF2B5EF4-FFF2-40B4-BE49-F238E27FC236}">
                <a16:creationId xmlns:a16="http://schemas.microsoft.com/office/drawing/2014/main" id="{2C71A213-2929-4FC6-9C78-3D8F1818BA6A}"/>
              </a:ext>
            </a:extLst>
          </p:cNvPr>
          <p:cNvSpPr>
            <a:spLocks/>
          </p:cNvSpPr>
          <p:nvPr/>
        </p:nvSpPr>
        <p:spPr>
          <a:xfrm>
            <a:off x="7702707" y="36028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6" name="data_5707">
            <a:extLst>
              <a:ext uri="{FF2B5EF4-FFF2-40B4-BE49-F238E27FC236}">
                <a16:creationId xmlns:a16="http://schemas.microsoft.com/office/drawing/2014/main" id="{9D59373F-C807-42DC-9A07-147865ED72BB}"/>
              </a:ext>
            </a:extLst>
          </p:cNvPr>
          <p:cNvSpPr>
            <a:spLocks/>
          </p:cNvSpPr>
          <p:nvPr/>
        </p:nvSpPr>
        <p:spPr>
          <a:xfrm>
            <a:off x="7700156" y="34678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7" name="data_5708">
            <a:extLst>
              <a:ext uri="{FF2B5EF4-FFF2-40B4-BE49-F238E27FC236}">
                <a16:creationId xmlns:a16="http://schemas.microsoft.com/office/drawing/2014/main" id="{885081AD-E059-49CC-9A41-B8F2AB523532}"/>
              </a:ext>
            </a:extLst>
          </p:cNvPr>
          <p:cNvSpPr>
            <a:spLocks/>
          </p:cNvSpPr>
          <p:nvPr/>
        </p:nvSpPr>
        <p:spPr>
          <a:xfrm>
            <a:off x="7651497" y="36299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8" name="data_5709">
            <a:extLst>
              <a:ext uri="{FF2B5EF4-FFF2-40B4-BE49-F238E27FC236}">
                <a16:creationId xmlns:a16="http://schemas.microsoft.com/office/drawing/2014/main" id="{4E7FF80C-F9D2-4291-BB92-9F47F57EEFCF}"/>
              </a:ext>
            </a:extLst>
          </p:cNvPr>
          <p:cNvSpPr>
            <a:spLocks/>
          </p:cNvSpPr>
          <p:nvPr/>
        </p:nvSpPr>
        <p:spPr>
          <a:xfrm>
            <a:off x="7702030" y="36285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9" name="data_5710">
            <a:extLst>
              <a:ext uri="{FF2B5EF4-FFF2-40B4-BE49-F238E27FC236}">
                <a16:creationId xmlns:a16="http://schemas.microsoft.com/office/drawing/2014/main" id="{831AC824-A09F-46CE-8C21-355BC4DE2730}"/>
              </a:ext>
            </a:extLst>
          </p:cNvPr>
          <p:cNvSpPr>
            <a:spLocks/>
          </p:cNvSpPr>
          <p:nvPr/>
        </p:nvSpPr>
        <p:spPr>
          <a:xfrm>
            <a:off x="765229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0" name="data_5711">
            <a:extLst>
              <a:ext uri="{FF2B5EF4-FFF2-40B4-BE49-F238E27FC236}">
                <a16:creationId xmlns:a16="http://schemas.microsoft.com/office/drawing/2014/main" id="{799DE6F9-3235-48BC-B69D-F52B00124059}"/>
              </a:ext>
            </a:extLst>
          </p:cNvPr>
          <p:cNvSpPr>
            <a:spLocks/>
          </p:cNvSpPr>
          <p:nvPr/>
        </p:nvSpPr>
        <p:spPr>
          <a:xfrm>
            <a:off x="769323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1" name="data_5712">
            <a:extLst>
              <a:ext uri="{FF2B5EF4-FFF2-40B4-BE49-F238E27FC236}">
                <a16:creationId xmlns:a16="http://schemas.microsoft.com/office/drawing/2014/main" id="{619188AE-A6E0-466A-A1B3-C0051FBB5FB0}"/>
              </a:ext>
            </a:extLst>
          </p:cNvPr>
          <p:cNvSpPr>
            <a:spLocks/>
          </p:cNvSpPr>
          <p:nvPr/>
        </p:nvSpPr>
        <p:spPr>
          <a:xfrm>
            <a:off x="76065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2" name="data_5713">
            <a:extLst>
              <a:ext uri="{FF2B5EF4-FFF2-40B4-BE49-F238E27FC236}">
                <a16:creationId xmlns:a16="http://schemas.microsoft.com/office/drawing/2014/main" id="{7A4D6A94-7C74-44E6-9FAD-3E271B16D155}"/>
              </a:ext>
            </a:extLst>
          </p:cNvPr>
          <p:cNvSpPr>
            <a:spLocks/>
          </p:cNvSpPr>
          <p:nvPr/>
        </p:nvSpPr>
        <p:spPr>
          <a:xfrm>
            <a:off x="760011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3" name="data_5714">
            <a:extLst>
              <a:ext uri="{FF2B5EF4-FFF2-40B4-BE49-F238E27FC236}">
                <a16:creationId xmlns:a16="http://schemas.microsoft.com/office/drawing/2014/main" id="{98E550B0-BD8B-4C3C-8C6A-ED46CF88D412}"/>
              </a:ext>
            </a:extLst>
          </p:cNvPr>
          <p:cNvSpPr>
            <a:spLocks/>
          </p:cNvSpPr>
          <p:nvPr/>
        </p:nvSpPr>
        <p:spPr>
          <a:xfrm>
            <a:off x="76399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4" name="data_5715">
            <a:extLst>
              <a:ext uri="{FF2B5EF4-FFF2-40B4-BE49-F238E27FC236}">
                <a16:creationId xmlns:a16="http://schemas.microsoft.com/office/drawing/2014/main" id="{BA64DD27-A5C0-472A-9F0A-AD1D14BF5D63}"/>
              </a:ext>
            </a:extLst>
          </p:cNvPr>
          <p:cNvSpPr>
            <a:spLocks/>
          </p:cNvSpPr>
          <p:nvPr/>
        </p:nvSpPr>
        <p:spPr>
          <a:xfrm>
            <a:off x="761914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5" name="data_5716">
            <a:extLst>
              <a:ext uri="{FF2B5EF4-FFF2-40B4-BE49-F238E27FC236}">
                <a16:creationId xmlns:a16="http://schemas.microsoft.com/office/drawing/2014/main" id="{FF595F67-7F9F-49CC-90FC-26D0603954BC}"/>
              </a:ext>
            </a:extLst>
          </p:cNvPr>
          <p:cNvSpPr>
            <a:spLocks/>
          </p:cNvSpPr>
          <p:nvPr/>
        </p:nvSpPr>
        <p:spPr>
          <a:xfrm>
            <a:off x="7631518" y="36230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6" name="data_5717">
            <a:extLst>
              <a:ext uri="{FF2B5EF4-FFF2-40B4-BE49-F238E27FC236}">
                <a16:creationId xmlns:a16="http://schemas.microsoft.com/office/drawing/2014/main" id="{62E74857-1A11-4006-991F-978CC223FF84}"/>
              </a:ext>
            </a:extLst>
          </p:cNvPr>
          <p:cNvSpPr>
            <a:spLocks/>
          </p:cNvSpPr>
          <p:nvPr/>
        </p:nvSpPr>
        <p:spPr>
          <a:xfrm>
            <a:off x="761805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7" name="data_5718">
            <a:extLst>
              <a:ext uri="{FF2B5EF4-FFF2-40B4-BE49-F238E27FC236}">
                <a16:creationId xmlns:a16="http://schemas.microsoft.com/office/drawing/2014/main" id="{29EBBF15-F8CD-444D-BB9F-7F931AE9EE91}"/>
              </a:ext>
            </a:extLst>
          </p:cNvPr>
          <p:cNvSpPr>
            <a:spLocks/>
          </p:cNvSpPr>
          <p:nvPr/>
        </p:nvSpPr>
        <p:spPr>
          <a:xfrm>
            <a:off x="7639046" y="36187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8" name="data_5719">
            <a:extLst>
              <a:ext uri="{FF2B5EF4-FFF2-40B4-BE49-F238E27FC236}">
                <a16:creationId xmlns:a16="http://schemas.microsoft.com/office/drawing/2014/main" id="{9A55B9BD-E6A1-4DF2-A556-7F30E4B9ED1C}"/>
              </a:ext>
            </a:extLst>
          </p:cNvPr>
          <p:cNvSpPr>
            <a:spLocks/>
          </p:cNvSpPr>
          <p:nvPr/>
        </p:nvSpPr>
        <p:spPr>
          <a:xfrm>
            <a:off x="765116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9" name="data_5720">
            <a:extLst>
              <a:ext uri="{FF2B5EF4-FFF2-40B4-BE49-F238E27FC236}">
                <a16:creationId xmlns:a16="http://schemas.microsoft.com/office/drawing/2014/main" id="{4C04293D-C725-4581-B163-33B753AECCA4}"/>
              </a:ext>
            </a:extLst>
          </p:cNvPr>
          <p:cNvSpPr>
            <a:spLocks/>
          </p:cNvSpPr>
          <p:nvPr/>
        </p:nvSpPr>
        <p:spPr>
          <a:xfrm>
            <a:off x="76969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0" name="data_5721">
            <a:extLst>
              <a:ext uri="{FF2B5EF4-FFF2-40B4-BE49-F238E27FC236}">
                <a16:creationId xmlns:a16="http://schemas.microsoft.com/office/drawing/2014/main" id="{5CC26297-D83D-45B5-99E6-05D59EBC17E5}"/>
              </a:ext>
            </a:extLst>
          </p:cNvPr>
          <p:cNvSpPr>
            <a:spLocks/>
          </p:cNvSpPr>
          <p:nvPr/>
        </p:nvSpPr>
        <p:spPr>
          <a:xfrm>
            <a:off x="767402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1" name="data_5722">
            <a:extLst>
              <a:ext uri="{FF2B5EF4-FFF2-40B4-BE49-F238E27FC236}">
                <a16:creationId xmlns:a16="http://schemas.microsoft.com/office/drawing/2014/main" id="{E0D28062-FFF7-4A93-980D-0DA74D786BA4}"/>
              </a:ext>
            </a:extLst>
          </p:cNvPr>
          <p:cNvSpPr>
            <a:spLocks/>
          </p:cNvSpPr>
          <p:nvPr/>
        </p:nvSpPr>
        <p:spPr>
          <a:xfrm>
            <a:off x="7639980" y="36301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2" name="data_5723">
            <a:extLst>
              <a:ext uri="{FF2B5EF4-FFF2-40B4-BE49-F238E27FC236}">
                <a16:creationId xmlns:a16="http://schemas.microsoft.com/office/drawing/2014/main" id="{3EDB4EFC-3329-4C09-829B-A534BE17DE10}"/>
              </a:ext>
            </a:extLst>
          </p:cNvPr>
          <p:cNvSpPr>
            <a:spLocks/>
          </p:cNvSpPr>
          <p:nvPr/>
        </p:nvSpPr>
        <p:spPr>
          <a:xfrm>
            <a:off x="762373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3" name="data_5724">
            <a:extLst>
              <a:ext uri="{FF2B5EF4-FFF2-40B4-BE49-F238E27FC236}">
                <a16:creationId xmlns:a16="http://schemas.microsoft.com/office/drawing/2014/main" id="{87009856-5403-49AD-A868-C82FDFE8310D}"/>
              </a:ext>
            </a:extLst>
          </p:cNvPr>
          <p:cNvSpPr>
            <a:spLocks/>
          </p:cNvSpPr>
          <p:nvPr/>
        </p:nvSpPr>
        <p:spPr>
          <a:xfrm>
            <a:off x="770285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4" name="data_5725">
            <a:extLst>
              <a:ext uri="{FF2B5EF4-FFF2-40B4-BE49-F238E27FC236}">
                <a16:creationId xmlns:a16="http://schemas.microsoft.com/office/drawing/2014/main" id="{14F261BA-7499-4C9A-BFC0-A005CE84E3E7}"/>
              </a:ext>
            </a:extLst>
          </p:cNvPr>
          <p:cNvSpPr>
            <a:spLocks/>
          </p:cNvSpPr>
          <p:nvPr/>
        </p:nvSpPr>
        <p:spPr>
          <a:xfrm>
            <a:off x="7617625" y="3629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5" name="data_5726">
            <a:extLst>
              <a:ext uri="{FF2B5EF4-FFF2-40B4-BE49-F238E27FC236}">
                <a16:creationId xmlns:a16="http://schemas.microsoft.com/office/drawing/2014/main" id="{BCD9313C-7268-48DE-838F-5296C10105AB}"/>
              </a:ext>
            </a:extLst>
          </p:cNvPr>
          <p:cNvSpPr>
            <a:spLocks/>
          </p:cNvSpPr>
          <p:nvPr/>
        </p:nvSpPr>
        <p:spPr>
          <a:xfrm>
            <a:off x="760737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6" name="data_5727">
            <a:extLst>
              <a:ext uri="{FF2B5EF4-FFF2-40B4-BE49-F238E27FC236}">
                <a16:creationId xmlns:a16="http://schemas.microsoft.com/office/drawing/2014/main" id="{C3152C40-3B51-433C-A951-0F1C131A41A6}"/>
              </a:ext>
            </a:extLst>
          </p:cNvPr>
          <p:cNvSpPr>
            <a:spLocks/>
          </p:cNvSpPr>
          <p:nvPr/>
        </p:nvSpPr>
        <p:spPr>
          <a:xfrm>
            <a:off x="765533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7" name="data_5728">
            <a:extLst>
              <a:ext uri="{FF2B5EF4-FFF2-40B4-BE49-F238E27FC236}">
                <a16:creationId xmlns:a16="http://schemas.microsoft.com/office/drawing/2014/main" id="{B34A0B05-F067-4A01-87B4-8497A03734C8}"/>
              </a:ext>
            </a:extLst>
          </p:cNvPr>
          <p:cNvSpPr>
            <a:spLocks/>
          </p:cNvSpPr>
          <p:nvPr/>
        </p:nvSpPr>
        <p:spPr>
          <a:xfrm>
            <a:off x="7694694" y="36306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8" name="data_5729">
            <a:extLst>
              <a:ext uri="{FF2B5EF4-FFF2-40B4-BE49-F238E27FC236}">
                <a16:creationId xmlns:a16="http://schemas.microsoft.com/office/drawing/2014/main" id="{BDEE2CCD-D40D-430A-AEB0-077EA5FD75CA}"/>
              </a:ext>
            </a:extLst>
          </p:cNvPr>
          <p:cNvSpPr>
            <a:spLocks/>
          </p:cNvSpPr>
          <p:nvPr/>
        </p:nvSpPr>
        <p:spPr>
          <a:xfrm>
            <a:off x="7697484" y="36154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9" name="data_5730">
            <a:extLst>
              <a:ext uri="{FF2B5EF4-FFF2-40B4-BE49-F238E27FC236}">
                <a16:creationId xmlns:a16="http://schemas.microsoft.com/office/drawing/2014/main" id="{D8E2A205-DAD6-45E6-865F-0CAA071E5E71}"/>
              </a:ext>
            </a:extLst>
          </p:cNvPr>
          <p:cNvSpPr>
            <a:spLocks/>
          </p:cNvSpPr>
          <p:nvPr/>
        </p:nvSpPr>
        <p:spPr>
          <a:xfrm>
            <a:off x="76201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0" name="data_5731">
            <a:extLst>
              <a:ext uri="{FF2B5EF4-FFF2-40B4-BE49-F238E27FC236}">
                <a16:creationId xmlns:a16="http://schemas.microsoft.com/office/drawing/2014/main" id="{E4C5B6CD-FE27-4AA3-9E92-95C0782E271C}"/>
              </a:ext>
            </a:extLst>
          </p:cNvPr>
          <p:cNvSpPr>
            <a:spLocks/>
          </p:cNvSpPr>
          <p:nvPr/>
        </p:nvSpPr>
        <p:spPr>
          <a:xfrm>
            <a:off x="7686566" y="36271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1" name="data_5732">
            <a:extLst>
              <a:ext uri="{FF2B5EF4-FFF2-40B4-BE49-F238E27FC236}">
                <a16:creationId xmlns:a16="http://schemas.microsoft.com/office/drawing/2014/main" id="{E212D3C6-0927-4B42-BC2A-E73D1053BED9}"/>
              </a:ext>
            </a:extLst>
          </p:cNvPr>
          <p:cNvSpPr>
            <a:spLocks/>
          </p:cNvSpPr>
          <p:nvPr/>
        </p:nvSpPr>
        <p:spPr>
          <a:xfrm>
            <a:off x="7679633" y="35979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2" name="data_5733">
            <a:extLst>
              <a:ext uri="{FF2B5EF4-FFF2-40B4-BE49-F238E27FC236}">
                <a16:creationId xmlns:a16="http://schemas.microsoft.com/office/drawing/2014/main" id="{ACCEF9E5-9502-4D36-BC37-8BF261F88BED}"/>
              </a:ext>
            </a:extLst>
          </p:cNvPr>
          <p:cNvSpPr>
            <a:spLocks/>
          </p:cNvSpPr>
          <p:nvPr/>
        </p:nvSpPr>
        <p:spPr>
          <a:xfrm>
            <a:off x="76641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3" name="data_5734">
            <a:extLst>
              <a:ext uri="{FF2B5EF4-FFF2-40B4-BE49-F238E27FC236}">
                <a16:creationId xmlns:a16="http://schemas.microsoft.com/office/drawing/2014/main" id="{A6B4AAB6-2DC8-48FF-8CE4-9BFD91D6074C}"/>
              </a:ext>
            </a:extLst>
          </p:cNvPr>
          <p:cNvSpPr>
            <a:spLocks/>
          </p:cNvSpPr>
          <p:nvPr/>
        </p:nvSpPr>
        <p:spPr>
          <a:xfrm>
            <a:off x="763783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4" name="data_5735">
            <a:extLst>
              <a:ext uri="{FF2B5EF4-FFF2-40B4-BE49-F238E27FC236}">
                <a16:creationId xmlns:a16="http://schemas.microsoft.com/office/drawing/2014/main" id="{8BD07E48-4525-4446-AE09-952854A781DC}"/>
              </a:ext>
            </a:extLst>
          </p:cNvPr>
          <p:cNvSpPr>
            <a:spLocks/>
          </p:cNvSpPr>
          <p:nvPr/>
        </p:nvSpPr>
        <p:spPr>
          <a:xfrm>
            <a:off x="768627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5" name="data_5736">
            <a:extLst>
              <a:ext uri="{FF2B5EF4-FFF2-40B4-BE49-F238E27FC236}">
                <a16:creationId xmlns:a16="http://schemas.microsoft.com/office/drawing/2014/main" id="{4FEB690A-D05B-4299-9D95-022263D1E55B}"/>
              </a:ext>
            </a:extLst>
          </p:cNvPr>
          <p:cNvSpPr>
            <a:spLocks/>
          </p:cNvSpPr>
          <p:nvPr/>
        </p:nvSpPr>
        <p:spPr>
          <a:xfrm>
            <a:off x="761817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6" name="data_5737">
            <a:extLst>
              <a:ext uri="{FF2B5EF4-FFF2-40B4-BE49-F238E27FC236}">
                <a16:creationId xmlns:a16="http://schemas.microsoft.com/office/drawing/2014/main" id="{027E5229-3815-4F2B-AED3-485149D2DE30}"/>
              </a:ext>
            </a:extLst>
          </p:cNvPr>
          <p:cNvSpPr>
            <a:spLocks/>
          </p:cNvSpPr>
          <p:nvPr/>
        </p:nvSpPr>
        <p:spPr>
          <a:xfrm>
            <a:off x="7613928" y="36103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7" name="data_5738">
            <a:extLst>
              <a:ext uri="{FF2B5EF4-FFF2-40B4-BE49-F238E27FC236}">
                <a16:creationId xmlns:a16="http://schemas.microsoft.com/office/drawing/2014/main" id="{16C9CD1D-22CC-434E-B89D-353EA1CF2FEB}"/>
              </a:ext>
            </a:extLst>
          </p:cNvPr>
          <p:cNvSpPr>
            <a:spLocks/>
          </p:cNvSpPr>
          <p:nvPr/>
        </p:nvSpPr>
        <p:spPr>
          <a:xfrm>
            <a:off x="76598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8" name="data_5739">
            <a:extLst>
              <a:ext uri="{FF2B5EF4-FFF2-40B4-BE49-F238E27FC236}">
                <a16:creationId xmlns:a16="http://schemas.microsoft.com/office/drawing/2014/main" id="{B754E4C8-2D3E-48E8-A36F-BD2F5D7CA575}"/>
              </a:ext>
            </a:extLst>
          </p:cNvPr>
          <p:cNvSpPr>
            <a:spLocks/>
          </p:cNvSpPr>
          <p:nvPr/>
        </p:nvSpPr>
        <p:spPr>
          <a:xfrm>
            <a:off x="76497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9" name="data_5740">
            <a:extLst>
              <a:ext uri="{FF2B5EF4-FFF2-40B4-BE49-F238E27FC236}">
                <a16:creationId xmlns:a16="http://schemas.microsoft.com/office/drawing/2014/main" id="{56342C2C-AA60-4BA7-9297-8BC5C031F195}"/>
              </a:ext>
            </a:extLst>
          </p:cNvPr>
          <p:cNvSpPr>
            <a:spLocks/>
          </p:cNvSpPr>
          <p:nvPr/>
        </p:nvSpPr>
        <p:spPr>
          <a:xfrm>
            <a:off x="761266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0" name="data_5741">
            <a:extLst>
              <a:ext uri="{FF2B5EF4-FFF2-40B4-BE49-F238E27FC236}">
                <a16:creationId xmlns:a16="http://schemas.microsoft.com/office/drawing/2014/main" id="{2CE25449-2BB0-4223-8939-5651063F5D0C}"/>
              </a:ext>
            </a:extLst>
          </p:cNvPr>
          <p:cNvSpPr>
            <a:spLocks/>
          </p:cNvSpPr>
          <p:nvPr/>
        </p:nvSpPr>
        <p:spPr>
          <a:xfrm>
            <a:off x="7701474" y="36121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1" name="data_5742">
            <a:extLst>
              <a:ext uri="{FF2B5EF4-FFF2-40B4-BE49-F238E27FC236}">
                <a16:creationId xmlns:a16="http://schemas.microsoft.com/office/drawing/2014/main" id="{B7C7F27D-8DD5-4F1B-BEF3-B41318D98528}"/>
              </a:ext>
            </a:extLst>
          </p:cNvPr>
          <p:cNvSpPr>
            <a:spLocks/>
          </p:cNvSpPr>
          <p:nvPr/>
        </p:nvSpPr>
        <p:spPr>
          <a:xfrm>
            <a:off x="76871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2" name="data_5743">
            <a:extLst>
              <a:ext uri="{FF2B5EF4-FFF2-40B4-BE49-F238E27FC236}">
                <a16:creationId xmlns:a16="http://schemas.microsoft.com/office/drawing/2014/main" id="{DE2DAF7E-F783-414B-9DD8-D26254DA6136}"/>
              </a:ext>
            </a:extLst>
          </p:cNvPr>
          <p:cNvSpPr>
            <a:spLocks/>
          </p:cNvSpPr>
          <p:nvPr/>
        </p:nvSpPr>
        <p:spPr>
          <a:xfrm>
            <a:off x="7601453" y="36039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3" name="data_5744">
            <a:extLst>
              <a:ext uri="{FF2B5EF4-FFF2-40B4-BE49-F238E27FC236}">
                <a16:creationId xmlns:a16="http://schemas.microsoft.com/office/drawing/2014/main" id="{76D6A227-92C9-4F5A-99A5-687B5FA47467}"/>
              </a:ext>
            </a:extLst>
          </p:cNvPr>
          <p:cNvSpPr>
            <a:spLocks/>
          </p:cNvSpPr>
          <p:nvPr/>
        </p:nvSpPr>
        <p:spPr>
          <a:xfrm>
            <a:off x="76985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4" name="data_5745">
            <a:extLst>
              <a:ext uri="{FF2B5EF4-FFF2-40B4-BE49-F238E27FC236}">
                <a16:creationId xmlns:a16="http://schemas.microsoft.com/office/drawing/2014/main" id="{AF46A65C-204D-4C4A-B59E-7249C93A4E18}"/>
              </a:ext>
            </a:extLst>
          </p:cNvPr>
          <p:cNvSpPr>
            <a:spLocks/>
          </p:cNvSpPr>
          <p:nvPr/>
        </p:nvSpPr>
        <p:spPr>
          <a:xfrm>
            <a:off x="766856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5" name="data_5746">
            <a:extLst>
              <a:ext uri="{FF2B5EF4-FFF2-40B4-BE49-F238E27FC236}">
                <a16:creationId xmlns:a16="http://schemas.microsoft.com/office/drawing/2014/main" id="{6FCE4116-94C1-4FEF-94C2-6C1B7C77C102}"/>
              </a:ext>
            </a:extLst>
          </p:cNvPr>
          <p:cNvSpPr>
            <a:spLocks/>
          </p:cNvSpPr>
          <p:nvPr/>
        </p:nvSpPr>
        <p:spPr>
          <a:xfrm>
            <a:off x="761995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6" name="data_5747">
            <a:extLst>
              <a:ext uri="{FF2B5EF4-FFF2-40B4-BE49-F238E27FC236}">
                <a16:creationId xmlns:a16="http://schemas.microsoft.com/office/drawing/2014/main" id="{E98E3690-9C02-41BC-9F2C-6FD66DA2DF57}"/>
              </a:ext>
            </a:extLst>
          </p:cNvPr>
          <p:cNvSpPr>
            <a:spLocks/>
          </p:cNvSpPr>
          <p:nvPr/>
        </p:nvSpPr>
        <p:spPr>
          <a:xfrm>
            <a:off x="765919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7" name="data_5748">
            <a:extLst>
              <a:ext uri="{FF2B5EF4-FFF2-40B4-BE49-F238E27FC236}">
                <a16:creationId xmlns:a16="http://schemas.microsoft.com/office/drawing/2014/main" id="{A96C7BC5-6CE1-47DC-AE6E-D36B37295A02}"/>
              </a:ext>
            </a:extLst>
          </p:cNvPr>
          <p:cNvSpPr>
            <a:spLocks/>
          </p:cNvSpPr>
          <p:nvPr/>
        </p:nvSpPr>
        <p:spPr>
          <a:xfrm>
            <a:off x="7664976" y="35598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8" name="data_5749">
            <a:extLst>
              <a:ext uri="{FF2B5EF4-FFF2-40B4-BE49-F238E27FC236}">
                <a16:creationId xmlns:a16="http://schemas.microsoft.com/office/drawing/2014/main" id="{CA5AD971-0B43-42E6-ADAC-AE7A253A7A48}"/>
              </a:ext>
            </a:extLst>
          </p:cNvPr>
          <p:cNvSpPr>
            <a:spLocks/>
          </p:cNvSpPr>
          <p:nvPr/>
        </p:nvSpPr>
        <p:spPr>
          <a:xfrm>
            <a:off x="76905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9" name="data_5750">
            <a:extLst>
              <a:ext uri="{FF2B5EF4-FFF2-40B4-BE49-F238E27FC236}">
                <a16:creationId xmlns:a16="http://schemas.microsoft.com/office/drawing/2014/main" id="{B5BDE0F6-4F64-4532-8889-F3501E9E1DE8}"/>
              </a:ext>
            </a:extLst>
          </p:cNvPr>
          <p:cNvSpPr>
            <a:spLocks/>
          </p:cNvSpPr>
          <p:nvPr/>
        </p:nvSpPr>
        <p:spPr>
          <a:xfrm>
            <a:off x="7609920" y="36116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0" name="data_5751">
            <a:extLst>
              <a:ext uri="{FF2B5EF4-FFF2-40B4-BE49-F238E27FC236}">
                <a16:creationId xmlns:a16="http://schemas.microsoft.com/office/drawing/2014/main" id="{2DF864E6-2BE9-4FAE-8F39-A4F698D6C15A}"/>
              </a:ext>
            </a:extLst>
          </p:cNvPr>
          <p:cNvSpPr>
            <a:spLocks/>
          </p:cNvSpPr>
          <p:nvPr/>
        </p:nvSpPr>
        <p:spPr>
          <a:xfrm>
            <a:off x="787501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1" name="data_5752">
            <a:extLst>
              <a:ext uri="{FF2B5EF4-FFF2-40B4-BE49-F238E27FC236}">
                <a16:creationId xmlns:a16="http://schemas.microsoft.com/office/drawing/2014/main" id="{E06C18CF-8284-4A67-809F-083514E6F7C9}"/>
              </a:ext>
            </a:extLst>
          </p:cNvPr>
          <p:cNvSpPr>
            <a:spLocks/>
          </p:cNvSpPr>
          <p:nvPr/>
        </p:nvSpPr>
        <p:spPr>
          <a:xfrm>
            <a:off x="7903167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2" name="data_5753">
            <a:extLst>
              <a:ext uri="{FF2B5EF4-FFF2-40B4-BE49-F238E27FC236}">
                <a16:creationId xmlns:a16="http://schemas.microsoft.com/office/drawing/2014/main" id="{00FA0904-1A87-4957-BBBF-0D1A69FF204D}"/>
              </a:ext>
            </a:extLst>
          </p:cNvPr>
          <p:cNvSpPr>
            <a:spLocks/>
          </p:cNvSpPr>
          <p:nvPr/>
        </p:nvSpPr>
        <p:spPr>
          <a:xfrm>
            <a:off x="791796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3" name="data_5754">
            <a:extLst>
              <a:ext uri="{FF2B5EF4-FFF2-40B4-BE49-F238E27FC236}">
                <a16:creationId xmlns:a16="http://schemas.microsoft.com/office/drawing/2014/main" id="{3D51D098-D6AD-456D-81D8-3CE9EFE6F642}"/>
              </a:ext>
            </a:extLst>
          </p:cNvPr>
          <p:cNvSpPr>
            <a:spLocks/>
          </p:cNvSpPr>
          <p:nvPr/>
        </p:nvSpPr>
        <p:spPr>
          <a:xfrm>
            <a:off x="7837137" y="34513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4" name="data_5755">
            <a:extLst>
              <a:ext uri="{FF2B5EF4-FFF2-40B4-BE49-F238E27FC236}">
                <a16:creationId xmlns:a16="http://schemas.microsoft.com/office/drawing/2014/main" id="{7626F12F-8145-4117-A48B-F8DB58F82B3A}"/>
              </a:ext>
            </a:extLst>
          </p:cNvPr>
          <p:cNvSpPr>
            <a:spLocks/>
          </p:cNvSpPr>
          <p:nvPr/>
        </p:nvSpPr>
        <p:spPr>
          <a:xfrm>
            <a:off x="7886925" y="22035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5" name="data_5756">
            <a:extLst>
              <a:ext uri="{FF2B5EF4-FFF2-40B4-BE49-F238E27FC236}">
                <a16:creationId xmlns:a16="http://schemas.microsoft.com/office/drawing/2014/main" id="{8BBC3485-37FD-4E78-8444-22B648D545EC}"/>
              </a:ext>
            </a:extLst>
          </p:cNvPr>
          <p:cNvSpPr>
            <a:spLocks/>
          </p:cNvSpPr>
          <p:nvPr/>
        </p:nvSpPr>
        <p:spPr>
          <a:xfrm>
            <a:off x="791341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6" name="data_5757">
            <a:extLst>
              <a:ext uri="{FF2B5EF4-FFF2-40B4-BE49-F238E27FC236}">
                <a16:creationId xmlns:a16="http://schemas.microsoft.com/office/drawing/2014/main" id="{DD641085-6382-495F-9417-49429774F2ED}"/>
              </a:ext>
            </a:extLst>
          </p:cNvPr>
          <p:cNvSpPr>
            <a:spLocks/>
          </p:cNvSpPr>
          <p:nvPr/>
        </p:nvSpPr>
        <p:spPr>
          <a:xfrm>
            <a:off x="784981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7" name="data_5758">
            <a:extLst>
              <a:ext uri="{FF2B5EF4-FFF2-40B4-BE49-F238E27FC236}">
                <a16:creationId xmlns:a16="http://schemas.microsoft.com/office/drawing/2014/main" id="{07CF123A-FD00-4E26-981A-F2178693F5D6}"/>
              </a:ext>
            </a:extLst>
          </p:cNvPr>
          <p:cNvSpPr>
            <a:spLocks/>
          </p:cNvSpPr>
          <p:nvPr/>
        </p:nvSpPr>
        <p:spPr>
          <a:xfrm>
            <a:off x="789856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8" name="data_5759">
            <a:extLst>
              <a:ext uri="{FF2B5EF4-FFF2-40B4-BE49-F238E27FC236}">
                <a16:creationId xmlns:a16="http://schemas.microsoft.com/office/drawing/2014/main" id="{4326EB76-A459-477F-A10C-6BAA1B48EFC7}"/>
              </a:ext>
            </a:extLst>
          </p:cNvPr>
          <p:cNvSpPr>
            <a:spLocks/>
          </p:cNvSpPr>
          <p:nvPr/>
        </p:nvSpPr>
        <p:spPr>
          <a:xfrm>
            <a:off x="7826863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9" name="data_5760">
            <a:extLst>
              <a:ext uri="{FF2B5EF4-FFF2-40B4-BE49-F238E27FC236}">
                <a16:creationId xmlns:a16="http://schemas.microsoft.com/office/drawing/2014/main" id="{D099E6EF-77DB-4C7F-B01B-EFE0C390C702}"/>
              </a:ext>
            </a:extLst>
          </p:cNvPr>
          <p:cNvSpPr>
            <a:spLocks/>
          </p:cNvSpPr>
          <p:nvPr/>
        </p:nvSpPr>
        <p:spPr>
          <a:xfrm>
            <a:off x="786654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0" name="data_5761">
            <a:extLst>
              <a:ext uri="{FF2B5EF4-FFF2-40B4-BE49-F238E27FC236}">
                <a16:creationId xmlns:a16="http://schemas.microsoft.com/office/drawing/2014/main" id="{7D3F2494-FDA8-437D-9606-5F3450C74F36}"/>
              </a:ext>
            </a:extLst>
          </p:cNvPr>
          <p:cNvSpPr>
            <a:spLocks/>
          </p:cNvSpPr>
          <p:nvPr/>
        </p:nvSpPr>
        <p:spPr>
          <a:xfrm>
            <a:off x="7872832" y="2578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1" name="data_5762">
            <a:extLst>
              <a:ext uri="{FF2B5EF4-FFF2-40B4-BE49-F238E27FC236}">
                <a16:creationId xmlns:a16="http://schemas.microsoft.com/office/drawing/2014/main" id="{EFC2F644-36A0-4F86-BAD6-B18DF987082C}"/>
              </a:ext>
            </a:extLst>
          </p:cNvPr>
          <p:cNvSpPr>
            <a:spLocks/>
          </p:cNvSpPr>
          <p:nvPr/>
        </p:nvSpPr>
        <p:spPr>
          <a:xfrm>
            <a:off x="789410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2" name="data_5763">
            <a:extLst>
              <a:ext uri="{FF2B5EF4-FFF2-40B4-BE49-F238E27FC236}">
                <a16:creationId xmlns:a16="http://schemas.microsoft.com/office/drawing/2014/main" id="{9D5B8F51-460F-43E7-808B-F25CBFB7C695}"/>
              </a:ext>
            </a:extLst>
          </p:cNvPr>
          <p:cNvSpPr>
            <a:spLocks/>
          </p:cNvSpPr>
          <p:nvPr/>
        </p:nvSpPr>
        <p:spPr>
          <a:xfrm>
            <a:off x="7878723" y="2875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3" name="data_5764">
            <a:extLst>
              <a:ext uri="{FF2B5EF4-FFF2-40B4-BE49-F238E27FC236}">
                <a16:creationId xmlns:a16="http://schemas.microsoft.com/office/drawing/2014/main" id="{5A120F71-9E85-4CA9-B177-C1196AD38269}"/>
              </a:ext>
            </a:extLst>
          </p:cNvPr>
          <p:cNvSpPr>
            <a:spLocks/>
          </p:cNvSpPr>
          <p:nvPr/>
        </p:nvSpPr>
        <p:spPr>
          <a:xfrm>
            <a:off x="790329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4" name="data_5765">
            <a:extLst>
              <a:ext uri="{FF2B5EF4-FFF2-40B4-BE49-F238E27FC236}">
                <a16:creationId xmlns:a16="http://schemas.microsoft.com/office/drawing/2014/main" id="{B4A2F240-F75C-4A8B-B5DD-43E55D385DA0}"/>
              </a:ext>
            </a:extLst>
          </p:cNvPr>
          <p:cNvSpPr>
            <a:spLocks/>
          </p:cNvSpPr>
          <p:nvPr/>
        </p:nvSpPr>
        <p:spPr>
          <a:xfrm>
            <a:off x="787840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5" name="data_5766">
            <a:extLst>
              <a:ext uri="{FF2B5EF4-FFF2-40B4-BE49-F238E27FC236}">
                <a16:creationId xmlns:a16="http://schemas.microsoft.com/office/drawing/2014/main" id="{687F03D1-1D2E-41EA-9674-9486B50B6A1A}"/>
              </a:ext>
            </a:extLst>
          </p:cNvPr>
          <p:cNvSpPr>
            <a:spLocks/>
          </p:cNvSpPr>
          <p:nvPr/>
        </p:nvSpPr>
        <p:spPr>
          <a:xfrm>
            <a:off x="791822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6" name="data_5767">
            <a:extLst>
              <a:ext uri="{FF2B5EF4-FFF2-40B4-BE49-F238E27FC236}">
                <a16:creationId xmlns:a16="http://schemas.microsoft.com/office/drawing/2014/main" id="{D59AA900-7134-400F-9005-DCEE77BDEFF3}"/>
              </a:ext>
            </a:extLst>
          </p:cNvPr>
          <p:cNvSpPr>
            <a:spLocks/>
          </p:cNvSpPr>
          <p:nvPr/>
        </p:nvSpPr>
        <p:spPr>
          <a:xfrm>
            <a:off x="787601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7" name="data_5768">
            <a:extLst>
              <a:ext uri="{FF2B5EF4-FFF2-40B4-BE49-F238E27FC236}">
                <a16:creationId xmlns:a16="http://schemas.microsoft.com/office/drawing/2014/main" id="{BA573E85-E5C5-423A-BBBA-1192BB41C320}"/>
              </a:ext>
            </a:extLst>
          </p:cNvPr>
          <p:cNvSpPr>
            <a:spLocks/>
          </p:cNvSpPr>
          <p:nvPr/>
        </p:nvSpPr>
        <p:spPr>
          <a:xfrm>
            <a:off x="789108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8" name="data_5769">
            <a:extLst>
              <a:ext uri="{FF2B5EF4-FFF2-40B4-BE49-F238E27FC236}">
                <a16:creationId xmlns:a16="http://schemas.microsoft.com/office/drawing/2014/main" id="{6DC33802-4D1C-4BA8-8270-F45FE47729D9}"/>
              </a:ext>
            </a:extLst>
          </p:cNvPr>
          <p:cNvSpPr>
            <a:spLocks/>
          </p:cNvSpPr>
          <p:nvPr/>
        </p:nvSpPr>
        <p:spPr>
          <a:xfrm>
            <a:off x="7841205" y="23822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9" name="data_5770">
            <a:extLst>
              <a:ext uri="{FF2B5EF4-FFF2-40B4-BE49-F238E27FC236}">
                <a16:creationId xmlns:a16="http://schemas.microsoft.com/office/drawing/2014/main" id="{48CA1BE8-C425-4147-A8FF-6C47C8EB62FF}"/>
              </a:ext>
            </a:extLst>
          </p:cNvPr>
          <p:cNvSpPr>
            <a:spLocks/>
          </p:cNvSpPr>
          <p:nvPr/>
        </p:nvSpPr>
        <p:spPr>
          <a:xfrm>
            <a:off x="7822405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0" name="data_5771">
            <a:extLst>
              <a:ext uri="{FF2B5EF4-FFF2-40B4-BE49-F238E27FC236}">
                <a16:creationId xmlns:a16="http://schemas.microsoft.com/office/drawing/2014/main" id="{4E993120-8366-4EB6-A74F-125BB391CCA4}"/>
              </a:ext>
            </a:extLst>
          </p:cNvPr>
          <p:cNvSpPr>
            <a:spLocks/>
          </p:cNvSpPr>
          <p:nvPr/>
        </p:nvSpPr>
        <p:spPr>
          <a:xfrm>
            <a:off x="7865580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1" name="data_5772">
            <a:extLst>
              <a:ext uri="{FF2B5EF4-FFF2-40B4-BE49-F238E27FC236}">
                <a16:creationId xmlns:a16="http://schemas.microsoft.com/office/drawing/2014/main" id="{282E4AE0-3676-486B-9C3F-E2743FD8B95E}"/>
              </a:ext>
            </a:extLst>
          </p:cNvPr>
          <p:cNvSpPr>
            <a:spLocks/>
          </p:cNvSpPr>
          <p:nvPr/>
        </p:nvSpPr>
        <p:spPr>
          <a:xfrm>
            <a:off x="789639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2" name="data_5773">
            <a:extLst>
              <a:ext uri="{FF2B5EF4-FFF2-40B4-BE49-F238E27FC236}">
                <a16:creationId xmlns:a16="http://schemas.microsoft.com/office/drawing/2014/main" id="{F9DC4199-D7B1-4E90-BEAE-9D0022E25E87}"/>
              </a:ext>
            </a:extLst>
          </p:cNvPr>
          <p:cNvSpPr>
            <a:spLocks/>
          </p:cNvSpPr>
          <p:nvPr/>
        </p:nvSpPr>
        <p:spPr>
          <a:xfrm>
            <a:off x="7901233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3" name="data_5774">
            <a:extLst>
              <a:ext uri="{FF2B5EF4-FFF2-40B4-BE49-F238E27FC236}">
                <a16:creationId xmlns:a16="http://schemas.microsoft.com/office/drawing/2014/main" id="{898BB193-D9BF-4C61-915D-BF01AE817173}"/>
              </a:ext>
            </a:extLst>
          </p:cNvPr>
          <p:cNvSpPr>
            <a:spLocks/>
          </p:cNvSpPr>
          <p:nvPr/>
        </p:nvSpPr>
        <p:spPr>
          <a:xfrm>
            <a:off x="790672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4" name="data_5775">
            <a:extLst>
              <a:ext uri="{FF2B5EF4-FFF2-40B4-BE49-F238E27FC236}">
                <a16:creationId xmlns:a16="http://schemas.microsoft.com/office/drawing/2014/main" id="{182FDDE6-33A9-4C31-B5C7-F4B2AA7A4758}"/>
              </a:ext>
            </a:extLst>
          </p:cNvPr>
          <p:cNvSpPr>
            <a:spLocks/>
          </p:cNvSpPr>
          <p:nvPr/>
        </p:nvSpPr>
        <p:spPr>
          <a:xfrm>
            <a:off x="792269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5" name="data_5776">
            <a:extLst>
              <a:ext uri="{FF2B5EF4-FFF2-40B4-BE49-F238E27FC236}">
                <a16:creationId xmlns:a16="http://schemas.microsoft.com/office/drawing/2014/main" id="{FD61C0DE-870B-45CA-973B-2B32355DE654}"/>
              </a:ext>
            </a:extLst>
          </p:cNvPr>
          <p:cNvSpPr>
            <a:spLocks/>
          </p:cNvSpPr>
          <p:nvPr/>
        </p:nvSpPr>
        <p:spPr>
          <a:xfrm>
            <a:off x="783027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6" name="data_5777">
            <a:extLst>
              <a:ext uri="{FF2B5EF4-FFF2-40B4-BE49-F238E27FC236}">
                <a16:creationId xmlns:a16="http://schemas.microsoft.com/office/drawing/2014/main" id="{B1C230A1-2CF9-410D-8225-B1E0E369500B}"/>
              </a:ext>
            </a:extLst>
          </p:cNvPr>
          <p:cNvSpPr>
            <a:spLocks/>
          </p:cNvSpPr>
          <p:nvPr/>
        </p:nvSpPr>
        <p:spPr>
          <a:xfrm>
            <a:off x="7889867" y="34058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7" name="data_5778">
            <a:extLst>
              <a:ext uri="{FF2B5EF4-FFF2-40B4-BE49-F238E27FC236}">
                <a16:creationId xmlns:a16="http://schemas.microsoft.com/office/drawing/2014/main" id="{5648D6B2-A23D-4858-ADC5-02D56D2BD025}"/>
              </a:ext>
            </a:extLst>
          </p:cNvPr>
          <p:cNvSpPr>
            <a:spLocks/>
          </p:cNvSpPr>
          <p:nvPr/>
        </p:nvSpPr>
        <p:spPr>
          <a:xfrm>
            <a:off x="7915816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8" name="data_5779">
            <a:extLst>
              <a:ext uri="{FF2B5EF4-FFF2-40B4-BE49-F238E27FC236}">
                <a16:creationId xmlns:a16="http://schemas.microsoft.com/office/drawing/2014/main" id="{3924255D-165E-443F-B1B2-FE7743164F15}"/>
              </a:ext>
            </a:extLst>
          </p:cNvPr>
          <p:cNvSpPr>
            <a:spLocks/>
          </p:cNvSpPr>
          <p:nvPr/>
        </p:nvSpPr>
        <p:spPr>
          <a:xfrm>
            <a:off x="789666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9" name="data_5780">
            <a:extLst>
              <a:ext uri="{FF2B5EF4-FFF2-40B4-BE49-F238E27FC236}">
                <a16:creationId xmlns:a16="http://schemas.microsoft.com/office/drawing/2014/main" id="{9F9720E8-812F-4097-AF8F-0602EBAF3B01}"/>
              </a:ext>
            </a:extLst>
          </p:cNvPr>
          <p:cNvSpPr>
            <a:spLocks/>
          </p:cNvSpPr>
          <p:nvPr/>
        </p:nvSpPr>
        <p:spPr>
          <a:xfrm>
            <a:off x="791724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0" name="data_5781">
            <a:extLst>
              <a:ext uri="{FF2B5EF4-FFF2-40B4-BE49-F238E27FC236}">
                <a16:creationId xmlns:a16="http://schemas.microsoft.com/office/drawing/2014/main" id="{0CD56B82-A207-43DB-9C43-2C5C253342AB}"/>
              </a:ext>
            </a:extLst>
          </p:cNvPr>
          <p:cNvSpPr>
            <a:spLocks/>
          </p:cNvSpPr>
          <p:nvPr/>
        </p:nvSpPr>
        <p:spPr>
          <a:xfrm>
            <a:off x="791350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1" name="data_5782">
            <a:extLst>
              <a:ext uri="{FF2B5EF4-FFF2-40B4-BE49-F238E27FC236}">
                <a16:creationId xmlns:a16="http://schemas.microsoft.com/office/drawing/2014/main" id="{88D13762-32E0-4345-B0A8-27FEDC8555BB}"/>
              </a:ext>
            </a:extLst>
          </p:cNvPr>
          <p:cNvSpPr>
            <a:spLocks/>
          </p:cNvSpPr>
          <p:nvPr/>
        </p:nvSpPr>
        <p:spPr>
          <a:xfrm>
            <a:off x="7826828" y="2593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2" name="data_5783">
            <a:extLst>
              <a:ext uri="{FF2B5EF4-FFF2-40B4-BE49-F238E27FC236}">
                <a16:creationId xmlns:a16="http://schemas.microsoft.com/office/drawing/2014/main" id="{8A3EFC0A-2E10-4710-A715-505ADA291720}"/>
              </a:ext>
            </a:extLst>
          </p:cNvPr>
          <p:cNvSpPr>
            <a:spLocks/>
          </p:cNvSpPr>
          <p:nvPr/>
        </p:nvSpPr>
        <p:spPr>
          <a:xfrm>
            <a:off x="786089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3" name="data_5784">
            <a:extLst>
              <a:ext uri="{FF2B5EF4-FFF2-40B4-BE49-F238E27FC236}">
                <a16:creationId xmlns:a16="http://schemas.microsoft.com/office/drawing/2014/main" id="{38AA7B5F-56F6-44BA-8EC7-86C34B4B9C2F}"/>
              </a:ext>
            </a:extLst>
          </p:cNvPr>
          <p:cNvSpPr>
            <a:spLocks/>
          </p:cNvSpPr>
          <p:nvPr/>
        </p:nvSpPr>
        <p:spPr>
          <a:xfrm>
            <a:off x="7855823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4" name="data_5785">
            <a:extLst>
              <a:ext uri="{FF2B5EF4-FFF2-40B4-BE49-F238E27FC236}">
                <a16:creationId xmlns:a16="http://schemas.microsoft.com/office/drawing/2014/main" id="{802DD327-B167-4075-A3A5-247E157F58AE}"/>
              </a:ext>
            </a:extLst>
          </p:cNvPr>
          <p:cNvSpPr>
            <a:spLocks/>
          </p:cNvSpPr>
          <p:nvPr/>
        </p:nvSpPr>
        <p:spPr>
          <a:xfrm>
            <a:off x="781856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5" name="data_5786">
            <a:extLst>
              <a:ext uri="{FF2B5EF4-FFF2-40B4-BE49-F238E27FC236}">
                <a16:creationId xmlns:a16="http://schemas.microsoft.com/office/drawing/2014/main" id="{AAE986F9-CF12-4399-BDEF-2EF3428C0BA0}"/>
              </a:ext>
            </a:extLst>
          </p:cNvPr>
          <p:cNvSpPr>
            <a:spLocks/>
          </p:cNvSpPr>
          <p:nvPr/>
        </p:nvSpPr>
        <p:spPr>
          <a:xfrm>
            <a:off x="789511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6" name="data_5787">
            <a:extLst>
              <a:ext uri="{FF2B5EF4-FFF2-40B4-BE49-F238E27FC236}">
                <a16:creationId xmlns:a16="http://schemas.microsoft.com/office/drawing/2014/main" id="{D8875F45-67F1-43AF-B051-003988375E60}"/>
              </a:ext>
            </a:extLst>
          </p:cNvPr>
          <p:cNvSpPr>
            <a:spLocks/>
          </p:cNvSpPr>
          <p:nvPr/>
        </p:nvSpPr>
        <p:spPr>
          <a:xfrm>
            <a:off x="784640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7" name="data_5788">
            <a:extLst>
              <a:ext uri="{FF2B5EF4-FFF2-40B4-BE49-F238E27FC236}">
                <a16:creationId xmlns:a16="http://schemas.microsoft.com/office/drawing/2014/main" id="{6AD645E9-9915-449C-866F-446E809697F4}"/>
              </a:ext>
            </a:extLst>
          </p:cNvPr>
          <p:cNvSpPr>
            <a:spLocks/>
          </p:cNvSpPr>
          <p:nvPr/>
        </p:nvSpPr>
        <p:spPr>
          <a:xfrm>
            <a:off x="790207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8" name="data_5789">
            <a:extLst>
              <a:ext uri="{FF2B5EF4-FFF2-40B4-BE49-F238E27FC236}">
                <a16:creationId xmlns:a16="http://schemas.microsoft.com/office/drawing/2014/main" id="{059EB231-E488-4DB7-AF79-07CC3E515A3D}"/>
              </a:ext>
            </a:extLst>
          </p:cNvPr>
          <p:cNvSpPr>
            <a:spLocks/>
          </p:cNvSpPr>
          <p:nvPr/>
        </p:nvSpPr>
        <p:spPr>
          <a:xfrm>
            <a:off x="791941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9" name="data_5790">
            <a:extLst>
              <a:ext uri="{FF2B5EF4-FFF2-40B4-BE49-F238E27FC236}">
                <a16:creationId xmlns:a16="http://schemas.microsoft.com/office/drawing/2014/main" id="{37FAD160-1FCA-4C33-BED6-D4A72CA2B74C}"/>
              </a:ext>
            </a:extLst>
          </p:cNvPr>
          <p:cNvSpPr>
            <a:spLocks/>
          </p:cNvSpPr>
          <p:nvPr/>
        </p:nvSpPr>
        <p:spPr>
          <a:xfrm>
            <a:off x="781758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0" name="data_5791">
            <a:extLst>
              <a:ext uri="{FF2B5EF4-FFF2-40B4-BE49-F238E27FC236}">
                <a16:creationId xmlns:a16="http://schemas.microsoft.com/office/drawing/2014/main" id="{02DE4EBB-B673-4D45-B7A0-F447AECCBFE2}"/>
              </a:ext>
            </a:extLst>
          </p:cNvPr>
          <p:cNvSpPr>
            <a:spLocks/>
          </p:cNvSpPr>
          <p:nvPr/>
        </p:nvSpPr>
        <p:spPr>
          <a:xfrm>
            <a:off x="788590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1" name="data_5792">
            <a:extLst>
              <a:ext uri="{FF2B5EF4-FFF2-40B4-BE49-F238E27FC236}">
                <a16:creationId xmlns:a16="http://schemas.microsoft.com/office/drawing/2014/main" id="{CE40D8F6-0024-486B-A370-249DD6687CB3}"/>
              </a:ext>
            </a:extLst>
          </p:cNvPr>
          <p:cNvSpPr>
            <a:spLocks/>
          </p:cNvSpPr>
          <p:nvPr/>
        </p:nvSpPr>
        <p:spPr>
          <a:xfrm>
            <a:off x="788256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2" name="data_5793">
            <a:extLst>
              <a:ext uri="{FF2B5EF4-FFF2-40B4-BE49-F238E27FC236}">
                <a16:creationId xmlns:a16="http://schemas.microsoft.com/office/drawing/2014/main" id="{6B6F5FD7-463D-49B8-BD7C-602A56AD5CBF}"/>
              </a:ext>
            </a:extLst>
          </p:cNvPr>
          <p:cNvSpPr>
            <a:spLocks/>
          </p:cNvSpPr>
          <p:nvPr/>
        </p:nvSpPr>
        <p:spPr>
          <a:xfrm>
            <a:off x="783063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3" name="data_5794">
            <a:extLst>
              <a:ext uri="{FF2B5EF4-FFF2-40B4-BE49-F238E27FC236}">
                <a16:creationId xmlns:a16="http://schemas.microsoft.com/office/drawing/2014/main" id="{83AC8376-0458-41E3-A063-D0CD91CB9E29}"/>
              </a:ext>
            </a:extLst>
          </p:cNvPr>
          <p:cNvSpPr>
            <a:spLocks/>
          </p:cNvSpPr>
          <p:nvPr/>
        </p:nvSpPr>
        <p:spPr>
          <a:xfrm>
            <a:off x="7910562" y="23487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4" name="data_5795">
            <a:extLst>
              <a:ext uri="{FF2B5EF4-FFF2-40B4-BE49-F238E27FC236}">
                <a16:creationId xmlns:a16="http://schemas.microsoft.com/office/drawing/2014/main" id="{378F6871-80C9-4932-B462-824DD12D8921}"/>
              </a:ext>
            </a:extLst>
          </p:cNvPr>
          <p:cNvSpPr>
            <a:spLocks/>
          </p:cNvSpPr>
          <p:nvPr/>
        </p:nvSpPr>
        <p:spPr>
          <a:xfrm>
            <a:off x="790049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5" name="data_5796">
            <a:extLst>
              <a:ext uri="{FF2B5EF4-FFF2-40B4-BE49-F238E27FC236}">
                <a16:creationId xmlns:a16="http://schemas.microsoft.com/office/drawing/2014/main" id="{CFBE9755-547D-47F9-908D-2179601D211F}"/>
              </a:ext>
            </a:extLst>
          </p:cNvPr>
          <p:cNvSpPr>
            <a:spLocks/>
          </p:cNvSpPr>
          <p:nvPr/>
        </p:nvSpPr>
        <p:spPr>
          <a:xfrm>
            <a:off x="7855995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6" name="data_5797">
            <a:extLst>
              <a:ext uri="{FF2B5EF4-FFF2-40B4-BE49-F238E27FC236}">
                <a16:creationId xmlns:a16="http://schemas.microsoft.com/office/drawing/2014/main" id="{C4561734-E3E0-4861-A7DB-8BB8ED5A3887}"/>
              </a:ext>
            </a:extLst>
          </p:cNvPr>
          <p:cNvSpPr>
            <a:spLocks/>
          </p:cNvSpPr>
          <p:nvPr/>
        </p:nvSpPr>
        <p:spPr>
          <a:xfrm>
            <a:off x="7877111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7" name="data_5798">
            <a:extLst>
              <a:ext uri="{FF2B5EF4-FFF2-40B4-BE49-F238E27FC236}">
                <a16:creationId xmlns:a16="http://schemas.microsoft.com/office/drawing/2014/main" id="{26383E31-5659-4A74-BEFE-3D986A671C58}"/>
              </a:ext>
            </a:extLst>
          </p:cNvPr>
          <p:cNvSpPr>
            <a:spLocks/>
          </p:cNvSpPr>
          <p:nvPr/>
        </p:nvSpPr>
        <p:spPr>
          <a:xfrm>
            <a:off x="7864026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8" name="data_5799">
            <a:extLst>
              <a:ext uri="{FF2B5EF4-FFF2-40B4-BE49-F238E27FC236}">
                <a16:creationId xmlns:a16="http://schemas.microsoft.com/office/drawing/2014/main" id="{28332DE2-A843-4938-9611-AE9094B1B272}"/>
              </a:ext>
            </a:extLst>
          </p:cNvPr>
          <p:cNvSpPr>
            <a:spLocks/>
          </p:cNvSpPr>
          <p:nvPr/>
        </p:nvSpPr>
        <p:spPr>
          <a:xfrm>
            <a:off x="7854782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9" name="data_5800">
            <a:extLst>
              <a:ext uri="{FF2B5EF4-FFF2-40B4-BE49-F238E27FC236}">
                <a16:creationId xmlns:a16="http://schemas.microsoft.com/office/drawing/2014/main" id="{1C2051B2-CE14-4B16-82B0-2B5B9024CBF1}"/>
              </a:ext>
            </a:extLst>
          </p:cNvPr>
          <p:cNvSpPr>
            <a:spLocks/>
          </p:cNvSpPr>
          <p:nvPr/>
        </p:nvSpPr>
        <p:spPr>
          <a:xfrm>
            <a:off x="791405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0" name="data_5801">
            <a:extLst>
              <a:ext uri="{FF2B5EF4-FFF2-40B4-BE49-F238E27FC236}">
                <a16:creationId xmlns:a16="http://schemas.microsoft.com/office/drawing/2014/main" id="{45963025-33EA-42A6-BBD8-A7DD88B233F9}"/>
              </a:ext>
            </a:extLst>
          </p:cNvPr>
          <p:cNvSpPr>
            <a:spLocks/>
          </p:cNvSpPr>
          <p:nvPr/>
        </p:nvSpPr>
        <p:spPr>
          <a:xfrm>
            <a:off x="788429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1" name="data_5802">
            <a:extLst>
              <a:ext uri="{FF2B5EF4-FFF2-40B4-BE49-F238E27FC236}">
                <a16:creationId xmlns:a16="http://schemas.microsoft.com/office/drawing/2014/main" id="{0C50712D-570D-4712-8B0C-C0C4C15F9B62}"/>
              </a:ext>
            </a:extLst>
          </p:cNvPr>
          <p:cNvSpPr>
            <a:spLocks/>
          </p:cNvSpPr>
          <p:nvPr/>
        </p:nvSpPr>
        <p:spPr>
          <a:xfrm>
            <a:off x="788330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2" name="data_5803">
            <a:extLst>
              <a:ext uri="{FF2B5EF4-FFF2-40B4-BE49-F238E27FC236}">
                <a16:creationId xmlns:a16="http://schemas.microsoft.com/office/drawing/2014/main" id="{FCD3AE4F-E9FC-443F-AAB2-8F03C38488D6}"/>
              </a:ext>
            </a:extLst>
          </p:cNvPr>
          <p:cNvSpPr>
            <a:spLocks/>
          </p:cNvSpPr>
          <p:nvPr/>
        </p:nvSpPr>
        <p:spPr>
          <a:xfrm>
            <a:off x="7822491" y="2762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3" name="data_5804">
            <a:extLst>
              <a:ext uri="{FF2B5EF4-FFF2-40B4-BE49-F238E27FC236}">
                <a16:creationId xmlns:a16="http://schemas.microsoft.com/office/drawing/2014/main" id="{3EA5981A-BE63-4056-8FEF-38F811121576}"/>
              </a:ext>
            </a:extLst>
          </p:cNvPr>
          <p:cNvSpPr>
            <a:spLocks/>
          </p:cNvSpPr>
          <p:nvPr/>
        </p:nvSpPr>
        <p:spPr>
          <a:xfrm>
            <a:off x="7884690" y="2850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4" name="data_5805">
            <a:extLst>
              <a:ext uri="{FF2B5EF4-FFF2-40B4-BE49-F238E27FC236}">
                <a16:creationId xmlns:a16="http://schemas.microsoft.com/office/drawing/2014/main" id="{3DC257EE-AEE3-41B9-A3F4-D020E014E546}"/>
              </a:ext>
            </a:extLst>
          </p:cNvPr>
          <p:cNvSpPr>
            <a:spLocks/>
          </p:cNvSpPr>
          <p:nvPr/>
        </p:nvSpPr>
        <p:spPr>
          <a:xfrm>
            <a:off x="790236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5" name="data_5806">
            <a:extLst>
              <a:ext uri="{FF2B5EF4-FFF2-40B4-BE49-F238E27FC236}">
                <a16:creationId xmlns:a16="http://schemas.microsoft.com/office/drawing/2014/main" id="{C363F92B-7236-429D-BF95-23DAC0BF64FA}"/>
              </a:ext>
            </a:extLst>
          </p:cNvPr>
          <p:cNvSpPr>
            <a:spLocks/>
          </p:cNvSpPr>
          <p:nvPr/>
        </p:nvSpPr>
        <p:spPr>
          <a:xfrm>
            <a:off x="7915370" y="32289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6" name="data_5807">
            <a:extLst>
              <a:ext uri="{FF2B5EF4-FFF2-40B4-BE49-F238E27FC236}">
                <a16:creationId xmlns:a16="http://schemas.microsoft.com/office/drawing/2014/main" id="{A19567D0-2D83-4616-AE9D-0797C79E4B85}"/>
              </a:ext>
            </a:extLst>
          </p:cNvPr>
          <p:cNvSpPr>
            <a:spLocks/>
          </p:cNvSpPr>
          <p:nvPr/>
        </p:nvSpPr>
        <p:spPr>
          <a:xfrm>
            <a:off x="786538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7" name="data_5808">
            <a:extLst>
              <a:ext uri="{FF2B5EF4-FFF2-40B4-BE49-F238E27FC236}">
                <a16:creationId xmlns:a16="http://schemas.microsoft.com/office/drawing/2014/main" id="{F8C87584-6906-4AD6-9433-DEC6C174845C}"/>
              </a:ext>
            </a:extLst>
          </p:cNvPr>
          <p:cNvSpPr>
            <a:spLocks/>
          </p:cNvSpPr>
          <p:nvPr/>
        </p:nvSpPr>
        <p:spPr>
          <a:xfrm>
            <a:off x="787256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8" name="data_5809">
            <a:extLst>
              <a:ext uri="{FF2B5EF4-FFF2-40B4-BE49-F238E27FC236}">
                <a16:creationId xmlns:a16="http://schemas.microsoft.com/office/drawing/2014/main" id="{FDB90AA1-3D23-4BD9-9A7D-C836DAE65E73}"/>
              </a:ext>
            </a:extLst>
          </p:cNvPr>
          <p:cNvSpPr>
            <a:spLocks/>
          </p:cNvSpPr>
          <p:nvPr/>
        </p:nvSpPr>
        <p:spPr>
          <a:xfrm>
            <a:off x="789902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9" name="data_5810">
            <a:extLst>
              <a:ext uri="{FF2B5EF4-FFF2-40B4-BE49-F238E27FC236}">
                <a16:creationId xmlns:a16="http://schemas.microsoft.com/office/drawing/2014/main" id="{E96E7425-5128-4974-8DCA-B736ECFF6F76}"/>
              </a:ext>
            </a:extLst>
          </p:cNvPr>
          <p:cNvSpPr>
            <a:spLocks/>
          </p:cNvSpPr>
          <p:nvPr/>
        </p:nvSpPr>
        <p:spPr>
          <a:xfrm>
            <a:off x="781808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0" name="data_5811">
            <a:extLst>
              <a:ext uri="{FF2B5EF4-FFF2-40B4-BE49-F238E27FC236}">
                <a16:creationId xmlns:a16="http://schemas.microsoft.com/office/drawing/2014/main" id="{8BF9A2D3-A8CA-429F-9C1D-A53596D0FDCE}"/>
              </a:ext>
            </a:extLst>
          </p:cNvPr>
          <p:cNvSpPr>
            <a:spLocks/>
          </p:cNvSpPr>
          <p:nvPr/>
        </p:nvSpPr>
        <p:spPr>
          <a:xfrm>
            <a:off x="7876651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1" name="data_5812">
            <a:extLst>
              <a:ext uri="{FF2B5EF4-FFF2-40B4-BE49-F238E27FC236}">
                <a16:creationId xmlns:a16="http://schemas.microsoft.com/office/drawing/2014/main" id="{9684B063-B25A-4611-98A3-182A9C7FE3C0}"/>
              </a:ext>
            </a:extLst>
          </p:cNvPr>
          <p:cNvSpPr>
            <a:spLocks/>
          </p:cNvSpPr>
          <p:nvPr/>
        </p:nvSpPr>
        <p:spPr>
          <a:xfrm>
            <a:off x="791994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2" name="data_5813">
            <a:extLst>
              <a:ext uri="{FF2B5EF4-FFF2-40B4-BE49-F238E27FC236}">
                <a16:creationId xmlns:a16="http://schemas.microsoft.com/office/drawing/2014/main" id="{50A97730-ED52-4BFA-A945-433F756E0E73}"/>
              </a:ext>
            </a:extLst>
          </p:cNvPr>
          <p:cNvSpPr>
            <a:spLocks/>
          </p:cNvSpPr>
          <p:nvPr/>
        </p:nvSpPr>
        <p:spPr>
          <a:xfrm>
            <a:off x="789740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3" name="data_5814">
            <a:extLst>
              <a:ext uri="{FF2B5EF4-FFF2-40B4-BE49-F238E27FC236}">
                <a16:creationId xmlns:a16="http://schemas.microsoft.com/office/drawing/2014/main" id="{BF5BE887-63EB-4AB9-ABF1-63E24EE6452A}"/>
              </a:ext>
            </a:extLst>
          </p:cNvPr>
          <p:cNvSpPr>
            <a:spLocks/>
          </p:cNvSpPr>
          <p:nvPr/>
        </p:nvSpPr>
        <p:spPr>
          <a:xfrm>
            <a:off x="786329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4" name="data_5815">
            <a:extLst>
              <a:ext uri="{FF2B5EF4-FFF2-40B4-BE49-F238E27FC236}">
                <a16:creationId xmlns:a16="http://schemas.microsoft.com/office/drawing/2014/main" id="{82964301-27F7-4EA0-AE9C-4EE2CC8C574E}"/>
              </a:ext>
            </a:extLst>
          </p:cNvPr>
          <p:cNvSpPr>
            <a:spLocks/>
          </p:cNvSpPr>
          <p:nvPr/>
        </p:nvSpPr>
        <p:spPr>
          <a:xfrm>
            <a:off x="786671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5" name="data_5816">
            <a:extLst>
              <a:ext uri="{FF2B5EF4-FFF2-40B4-BE49-F238E27FC236}">
                <a16:creationId xmlns:a16="http://schemas.microsoft.com/office/drawing/2014/main" id="{E72B5739-846A-49F6-892F-EF153DBEAC8E}"/>
              </a:ext>
            </a:extLst>
          </p:cNvPr>
          <p:cNvSpPr>
            <a:spLocks/>
          </p:cNvSpPr>
          <p:nvPr/>
        </p:nvSpPr>
        <p:spPr>
          <a:xfrm>
            <a:off x="7911173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6" name="data_5817">
            <a:extLst>
              <a:ext uri="{FF2B5EF4-FFF2-40B4-BE49-F238E27FC236}">
                <a16:creationId xmlns:a16="http://schemas.microsoft.com/office/drawing/2014/main" id="{2F9892A3-FE9A-4626-8B48-CD9B614E3203}"/>
              </a:ext>
            </a:extLst>
          </p:cNvPr>
          <p:cNvSpPr>
            <a:spLocks/>
          </p:cNvSpPr>
          <p:nvPr/>
        </p:nvSpPr>
        <p:spPr>
          <a:xfrm>
            <a:off x="7852977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7" name="data_5818">
            <a:extLst>
              <a:ext uri="{FF2B5EF4-FFF2-40B4-BE49-F238E27FC236}">
                <a16:creationId xmlns:a16="http://schemas.microsoft.com/office/drawing/2014/main" id="{C43552E5-19B8-46DD-A7FC-A98BAA7D96AE}"/>
              </a:ext>
            </a:extLst>
          </p:cNvPr>
          <p:cNvSpPr>
            <a:spLocks/>
          </p:cNvSpPr>
          <p:nvPr/>
        </p:nvSpPr>
        <p:spPr>
          <a:xfrm>
            <a:off x="785944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8" name="data_5819">
            <a:extLst>
              <a:ext uri="{FF2B5EF4-FFF2-40B4-BE49-F238E27FC236}">
                <a16:creationId xmlns:a16="http://schemas.microsoft.com/office/drawing/2014/main" id="{7C7345A5-1815-41AC-86A9-E6C7F93C3FB6}"/>
              </a:ext>
            </a:extLst>
          </p:cNvPr>
          <p:cNvSpPr>
            <a:spLocks/>
          </p:cNvSpPr>
          <p:nvPr/>
        </p:nvSpPr>
        <p:spPr>
          <a:xfrm>
            <a:off x="7850016" y="23334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9" name="data_5820">
            <a:extLst>
              <a:ext uri="{FF2B5EF4-FFF2-40B4-BE49-F238E27FC236}">
                <a16:creationId xmlns:a16="http://schemas.microsoft.com/office/drawing/2014/main" id="{DCA0EA54-E714-4E5A-BF4B-1FC3CC8283EB}"/>
              </a:ext>
            </a:extLst>
          </p:cNvPr>
          <p:cNvSpPr>
            <a:spLocks/>
          </p:cNvSpPr>
          <p:nvPr/>
        </p:nvSpPr>
        <p:spPr>
          <a:xfrm>
            <a:off x="7853313" y="32000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0" name="data_5821">
            <a:extLst>
              <a:ext uri="{FF2B5EF4-FFF2-40B4-BE49-F238E27FC236}">
                <a16:creationId xmlns:a16="http://schemas.microsoft.com/office/drawing/2014/main" id="{CDB4E988-4DFD-4BB9-BDAD-60659D003DD0}"/>
              </a:ext>
            </a:extLst>
          </p:cNvPr>
          <p:cNvSpPr>
            <a:spLocks/>
          </p:cNvSpPr>
          <p:nvPr/>
        </p:nvSpPr>
        <p:spPr>
          <a:xfrm>
            <a:off x="787711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1" name="data_5822">
            <a:extLst>
              <a:ext uri="{FF2B5EF4-FFF2-40B4-BE49-F238E27FC236}">
                <a16:creationId xmlns:a16="http://schemas.microsoft.com/office/drawing/2014/main" id="{ABFDE820-2825-41F6-8091-AD2DD5697C94}"/>
              </a:ext>
            </a:extLst>
          </p:cNvPr>
          <p:cNvSpPr>
            <a:spLocks/>
          </p:cNvSpPr>
          <p:nvPr/>
        </p:nvSpPr>
        <p:spPr>
          <a:xfrm>
            <a:off x="7858746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2" name="data_5823">
            <a:extLst>
              <a:ext uri="{FF2B5EF4-FFF2-40B4-BE49-F238E27FC236}">
                <a16:creationId xmlns:a16="http://schemas.microsoft.com/office/drawing/2014/main" id="{4DCAB2CC-35AE-4442-B661-253AB3ADED48}"/>
              </a:ext>
            </a:extLst>
          </p:cNvPr>
          <p:cNvSpPr>
            <a:spLocks/>
          </p:cNvSpPr>
          <p:nvPr/>
        </p:nvSpPr>
        <p:spPr>
          <a:xfrm>
            <a:off x="792136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3" name="data_5824">
            <a:extLst>
              <a:ext uri="{FF2B5EF4-FFF2-40B4-BE49-F238E27FC236}">
                <a16:creationId xmlns:a16="http://schemas.microsoft.com/office/drawing/2014/main" id="{E7D1BCFC-A978-4698-A803-E7635BBD42F1}"/>
              </a:ext>
            </a:extLst>
          </p:cNvPr>
          <p:cNvSpPr>
            <a:spLocks/>
          </p:cNvSpPr>
          <p:nvPr/>
        </p:nvSpPr>
        <p:spPr>
          <a:xfrm>
            <a:off x="790668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4" name="data_5825">
            <a:extLst>
              <a:ext uri="{FF2B5EF4-FFF2-40B4-BE49-F238E27FC236}">
                <a16:creationId xmlns:a16="http://schemas.microsoft.com/office/drawing/2014/main" id="{97896E8A-839F-4451-889A-DA13402B1907}"/>
              </a:ext>
            </a:extLst>
          </p:cNvPr>
          <p:cNvSpPr>
            <a:spLocks/>
          </p:cNvSpPr>
          <p:nvPr/>
        </p:nvSpPr>
        <p:spPr>
          <a:xfrm>
            <a:off x="782578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5" name="data_5826">
            <a:extLst>
              <a:ext uri="{FF2B5EF4-FFF2-40B4-BE49-F238E27FC236}">
                <a16:creationId xmlns:a16="http://schemas.microsoft.com/office/drawing/2014/main" id="{239B8BB0-D3EE-4058-987F-A8EE8CDD9AC5}"/>
              </a:ext>
            </a:extLst>
          </p:cNvPr>
          <p:cNvSpPr>
            <a:spLocks/>
          </p:cNvSpPr>
          <p:nvPr/>
        </p:nvSpPr>
        <p:spPr>
          <a:xfrm>
            <a:off x="7871897" y="32433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6" name="data_5827">
            <a:extLst>
              <a:ext uri="{FF2B5EF4-FFF2-40B4-BE49-F238E27FC236}">
                <a16:creationId xmlns:a16="http://schemas.microsoft.com/office/drawing/2014/main" id="{4FBDB858-EC3F-4AC7-9434-F0F7CFDAF395}"/>
              </a:ext>
            </a:extLst>
          </p:cNvPr>
          <p:cNvSpPr>
            <a:spLocks/>
          </p:cNvSpPr>
          <p:nvPr/>
        </p:nvSpPr>
        <p:spPr>
          <a:xfrm>
            <a:off x="789390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7" name="data_5828">
            <a:extLst>
              <a:ext uri="{FF2B5EF4-FFF2-40B4-BE49-F238E27FC236}">
                <a16:creationId xmlns:a16="http://schemas.microsoft.com/office/drawing/2014/main" id="{022575DD-5BB9-47AC-A111-075BF2E7A580}"/>
              </a:ext>
            </a:extLst>
          </p:cNvPr>
          <p:cNvSpPr>
            <a:spLocks/>
          </p:cNvSpPr>
          <p:nvPr/>
        </p:nvSpPr>
        <p:spPr>
          <a:xfrm>
            <a:off x="790183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8" name="data_5829">
            <a:extLst>
              <a:ext uri="{FF2B5EF4-FFF2-40B4-BE49-F238E27FC236}">
                <a16:creationId xmlns:a16="http://schemas.microsoft.com/office/drawing/2014/main" id="{240C46FB-E886-4A61-AAD2-A2A32D8EF61A}"/>
              </a:ext>
            </a:extLst>
          </p:cNvPr>
          <p:cNvSpPr>
            <a:spLocks/>
          </p:cNvSpPr>
          <p:nvPr/>
        </p:nvSpPr>
        <p:spPr>
          <a:xfrm>
            <a:off x="792088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9" name="data_5830">
            <a:extLst>
              <a:ext uri="{FF2B5EF4-FFF2-40B4-BE49-F238E27FC236}">
                <a16:creationId xmlns:a16="http://schemas.microsoft.com/office/drawing/2014/main" id="{AB38DCDD-B17E-4BA4-9071-FC4DF295BCCB}"/>
              </a:ext>
            </a:extLst>
          </p:cNvPr>
          <p:cNvSpPr>
            <a:spLocks/>
          </p:cNvSpPr>
          <p:nvPr/>
        </p:nvSpPr>
        <p:spPr>
          <a:xfrm>
            <a:off x="7825285" y="19348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0" name="data_5831">
            <a:extLst>
              <a:ext uri="{FF2B5EF4-FFF2-40B4-BE49-F238E27FC236}">
                <a16:creationId xmlns:a16="http://schemas.microsoft.com/office/drawing/2014/main" id="{7EF8BA2B-BEF7-4367-8127-0AEDD19738CE}"/>
              </a:ext>
            </a:extLst>
          </p:cNvPr>
          <p:cNvSpPr>
            <a:spLocks/>
          </p:cNvSpPr>
          <p:nvPr/>
        </p:nvSpPr>
        <p:spPr>
          <a:xfrm>
            <a:off x="788479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1" name="data_5832">
            <a:extLst>
              <a:ext uri="{FF2B5EF4-FFF2-40B4-BE49-F238E27FC236}">
                <a16:creationId xmlns:a16="http://schemas.microsoft.com/office/drawing/2014/main" id="{3BE5F2B9-4F40-4CAB-82A4-F4680731EFC5}"/>
              </a:ext>
            </a:extLst>
          </p:cNvPr>
          <p:cNvSpPr>
            <a:spLocks/>
          </p:cNvSpPr>
          <p:nvPr/>
        </p:nvSpPr>
        <p:spPr>
          <a:xfrm>
            <a:off x="782440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2" name="data_5833">
            <a:extLst>
              <a:ext uri="{FF2B5EF4-FFF2-40B4-BE49-F238E27FC236}">
                <a16:creationId xmlns:a16="http://schemas.microsoft.com/office/drawing/2014/main" id="{7962A58C-9DCC-4DEA-B69D-AD82A301FA87}"/>
              </a:ext>
            </a:extLst>
          </p:cNvPr>
          <p:cNvSpPr>
            <a:spLocks/>
          </p:cNvSpPr>
          <p:nvPr/>
        </p:nvSpPr>
        <p:spPr>
          <a:xfrm>
            <a:off x="7858445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3" name="data_5834">
            <a:extLst>
              <a:ext uri="{FF2B5EF4-FFF2-40B4-BE49-F238E27FC236}">
                <a16:creationId xmlns:a16="http://schemas.microsoft.com/office/drawing/2014/main" id="{61CAE733-7097-4845-B0B2-C2E5ADC2E789}"/>
              </a:ext>
            </a:extLst>
          </p:cNvPr>
          <p:cNvSpPr>
            <a:spLocks/>
          </p:cNvSpPr>
          <p:nvPr/>
        </p:nvSpPr>
        <p:spPr>
          <a:xfrm>
            <a:off x="783303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4" name="data_5835">
            <a:extLst>
              <a:ext uri="{FF2B5EF4-FFF2-40B4-BE49-F238E27FC236}">
                <a16:creationId xmlns:a16="http://schemas.microsoft.com/office/drawing/2014/main" id="{E2C17F82-4B37-4147-829D-CC20C754EF61}"/>
              </a:ext>
            </a:extLst>
          </p:cNvPr>
          <p:cNvSpPr>
            <a:spLocks/>
          </p:cNvSpPr>
          <p:nvPr/>
        </p:nvSpPr>
        <p:spPr>
          <a:xfrm>
            <a:off x="787604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5" name="data_5836">
            <a:extLst>
              <a:ext uri="{FF2B5EF4-FFF2-40B4-BE49-F238E27FC236}">
                <a16:creationId xmlns:a16="http://schemas.microsoft.com/office/drawing/2014/main" id="{4C033F1C-DE36-4C43-9D6D-3E223C8C6438}"/>
              </a:ext>
            </a:extLst>
          </p:cNvPr>
          <p:cNvSpPr>
            <a:spLocks/>
          </p:cNvSpPr>
          <p:nvPr/>
        </p:nvSpPr>
        <p:spPr>
          <a:xfrm>
            <a:off x="781887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6" name="data_5837">
            <a:extLst>
              <a:ext uri="{FF2B5EF4-FFF2-40B4-BE49-F238E27FC236}">
                <a16:creationId xmlns:a16="http://schemas.microsoft.com/office/drawing/2014/main" id="{D4316D18-3C75-43F3-BEE3-1E0E34CB5B81}"/>
              </a:ext>
            </a:extLst>
          </p:cNvPr>
          <p:cNvSpPr>
            <a:spLocks/>
          </p:cNvSpPr>
          <p:nvPr/>
        </p:nvSpPr>
        <p:spPr>
          <a:xfrm>
            <a:off x="784862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7" name="data_5838">
            <a:extLst>
              <a:ext uri="{FF2B5EF4-FFF2-40B4-BE49-F238E27FC236}">
                <a16:creationId xmlns:a16="http://schemas.microsoft.com/office/drawing/2014/main" id="{6E23B6B1-1182-4430-BD59-2BF7B56E9232}"/>
              </a:ext>
            </a:extLst>
          </p:cNvPr>
          <p:cNvSpPr>
            <a:spLocks/>
          </p:cNvSpPr>
          <p:nvPr/>
        </p:nvSpPr>
        <p:spPr>
          <a:xfrm>
            <a:off x="789116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8" name="data_5839">
            <a:extLst>
              <a:ext uri="{FF2B5EF4-FFF2-40B4-BE49-F238E27FC236}">
                <a16:creationId xmlns:a16="http://schemas.microsoft.com/office/drawing/2014/main" id="{EEADC783-2BCE-4F52-9EC9-FD354ED7BE6E}"/>
              </a:ext>
            </a:extLst>
          </p:cNvPr>
          <p:cNvSpPr>
            <a:spLocks/>
          </p:cNvSpPr>
          <p:nvPr/>
        </p:nvSpPr>
        <p:spPr>
          <a:xfrm>
            <a:off x="7835540" y="34253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9" name="data_5840">
            <a:extLst>
              <a:ext uri="{FF2B5EF4-FFF2-40B4-BE49-F238E27FC236}">
                <a16:creationId xmlns:a16="http://schemas.microsoft.com/office/drawing/2014/main" id="{04CDD720-7539-4B36-B505-A941BCCD19A3}"/>
              </a:ext>
            </a:extLst>
          </p:cNvPr>
          <p:cNvSpPr>
            <a:spLocks/>
          </p:cNvSpPr>
          <p:nvPr/>
        </p:nvSpPr>
        <p:spPr>
          <a:xfrm>
            <a:off x="7885487" y="18809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0" name="data_5841">
            <a:extLst>
              <a:ext uri="{FF2B5EF4-FFF2-40B4-BE49-F238E27FC236}">
                <a16:creationId xmlns:a16="http://schemas.microsoft.com/office/drawing/2014/main" id="{F810F2A2-F237-4FEF-B556-DAAB46E8DADC}"/>
              </a:ext>
            </a:extLst>
          </p:cNvPr>
          <p:cNvSpPr>
            <a:spLocks/>
          </p:cNvSpPr>
          <p:nvPr/>
        </p:nvSpPr>
        <p:spPr>
          <a:xfrm>
            <a:off x="7841145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1" name="data_5842">
            <a:extLst>
              <a:ext uri="{FF2B5EF4-FFF2-40B4-BE49-F238E27FC236}">
                <a16:creationId xmlns:a16="http://schemas.microsoft.com/office/drawing/2014/main" id="{E0B23F2E-6DB9-4A4D-B7C3-8182C5B040AE}"/>
              </a:ext>
            </a:extLst>
          </p:cNvPr>
          <p:cNvSpPr>
            <a:spLocks/>
          </p:cNvSpPr>
          <p:nvPr/>
        </p:nvSpPr>
        <p:spPr>
          <a:xfrm>
            <a:off x="791489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2" name="data_5843">
            <a:extLst>
              <a:ext uri="{FF2B5EF4-FFF2-40B4-BE49-F238E27FC236}">
                <a16:creationId xmlns:a16="http://schemas.microsoft.com/office/drawing/2014/main" id="{E59983FC-3DFB-4BAF-BDD0-81A28D4CBAE3}"/>
              </a:ext>
            </a:extLst>
          </p:cNvPr>
          <p:cNvSpPr>
            <a:spLocks/>
          </p:cNvSpPr>
          <p:nvPr/>
        </p:nvSpPr>
        <p:spPr>
          <a:xfrm>
            <a:off x="788611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3" name="data_5844">
            <a:extLst>
              <a:ext uri="{FF2B5EF4-FFF2-40B4-BE49-F238E27FC236}">
                <a16:creationId xmlns:a16="http://schemas.microsoft.com/office/drawing/2014/main" id="{2944D105-C084-4CA9-AFD3-BDA429CE14B1}"/>
              </a:ext>
            </a:extLst>
          </p:cNvPr>
          <p:cNvSpPr>
            <a:spLocks/>
          </p:cNvSpPr>
          <p:nvPr/>
        </p:nvSpPr>
        <p:spPr>
          <a:xfrm>
            <a:off x="786723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4" name="data_5845">
            <a:extLst>
              <a:ext uri="{FF2B5EF4-FFF2-40B4-BE49-F238E27FC236}">
                <a16:creationId xmlns:a16="http://schemas.microsoft.com/office/drawing/2014/main" id="{777538C8-FB8F-489D-B0D9-BD8388556B90}"/>
              </a:ext>
            </a:extLst>
          </p:cNvPr>
          <p:cNvSpPr>
            <a:spLocks/>
          </p:cNvSpPr>
          <p:nvPr/>
        </p:nvSpPr>
        <p:spPr>
          <a:xfrm>
            <a:off x="787468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5" name="data_5846">
            <a:extLst>
              <a:ext uri="{FF2B5EF4-FFF2-40B4-BE49-F238E27FC236}">
                <a16:creationId xmlns:a16="http://schemas.microsoft.com/office/drawing/2014/main" id="{4DB13068-154B-4560-9349-382706395B68}"/>
              </a:ext>
            </a:extLst>
          </p:cNvPr>
          <p:cNvSpPr>
            <a:spLocks/>
          </p:cNvSpPr>
          <p:nvPr/>
        </p:nvSpPr>
        <p:spPr>
          <a:xfrm>
            <a:off x="7849098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6" name="data_5847">
            <a:extLst>
              <a:ext uri="{FF2B5EF4-FFF2-40B4-BE49-F238E27FC236}">
                <a16:creationId xmlns:a16="http://schemas.microsoft.com/office/drawing/2014/main" id="{B20F42D1-BF8E-4B38-AB61-C822775E7D6C}"/>
              </a:ext>
            </a:extLst>
          </p:cNvPr>
          <p:cNvSpPr>
            <a:spLocks/>
          </p:cNvSpPr>
          <p:nvPr/>
        </p:nvSpPr>
        <p:spPr>
          <a:xfrm>
            <a:off x="7862397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7" name="data_5848">
            <a:extLst>
              <a:ext uri="{FF2B5EF4-FFF2-40B4-BE49-F238E27FC236}">
                <a16:creationId xmlns:a16="http://schemas.microsoft.com/office/drawing/2014/main" id="{26F448D0-D848-4A18-B891-9B0D28A3C8EF}"/>
              </a:ext>
            </a:extLst>
          </p:cNvPr>
          <p:cNvSpPr>
            <a:spLocks/>
          </p:cNvSpPr>
          <p:nvPr/>
        </p:nvSpPr>
        <p:spPr>
          <a:xfrm>
            <a:off x="791866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8" name="data_5849">
            <a:extLst>
              <a:ext uri="{FF2B5EF4-FFF2-40B4-BE49-F238E27FC236}">
                <a16:creationId xmlns:a16="http://schemas.microsoft.com/office/drawing/2014/main" id="{9E65AD5E-1164-42BD-A066-DA1F2C61FA4F}"/>
              </a:ext>
            </a:extLst>
          </p:cNvPr>
          <p:cNvSpPr>
            <a:spLocks/>
          </p:cNvSpPr>
          <p:nvPr/>
        </p:nvSpPr>
        <p:spPr>
          <a:xfrm>
            <a:off x="787441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9" name="data_5850">
            <a:extLst>
              <a:ext uri="{FF2B5EF4-FFF2-40B4-BE49-F238E27FC236}">
                <a16:creationId xmlns:a16="http://schemas.microsoft.com/office/drawing/2014/main" id="{F9CD6AB6-ED3E-48BB-8381-CB52612DD71E}"/>
              </a:ext>
            </a:extLst>
          </p:cNvPr>
          <p:cNvSpPr>
            <a:spLocks/>
          </p:cNvSpPr>
          <p:nvPr/>
        </p:nvSpPr>
        <p:spPr>
          <a:xfrm>
            <a:off x="7898934" y="22774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0" name="data_5851">
            <a:extLst>
              <a:ext uri="{FF2B5EF4-FFF2-40B4-BE49-F238E27FC236}">
                <a16:creationId xmlns:a16="http://schemas.microsoft.com/office/drawing/2014/main" id="{19DF3071-29FA-49B4-8429-279F813F46C4}"/>
              </a:ext>
            </a:extLst>
          </p:cNvPr>
          <p:cNvSpPr>
            <a:spLocks/>
          </p:cNvSpPr>
          <p:nvPr/>
        </p:nvSpPr>
        <p:spPr>
          <a:xfrm>
            <a:off x="7831984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1" name="data_5852">
            <a:extLst>
              <a:ext uri="{FF2B5EF4-FFF2-40B4-BE49-F238E27FC236}">
                <a16:creationId xmlns:a16="http://schemas.microsoft.com/office/drawing/2014/main" id="{E63638DE-7E45-40AB-8B36-754B1F64168A}"/>
              </a:ext>
            </a:extLst>
          </p:cNvPr>
          <p:cNvSpPr>
            <a:spLocks/>
          </p:cNvSpPr>
          <p:nvPr/>
        </p:nvSpPr>
        <p:spPr>
          <a:xfrm>
            <a:off x="7870453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2" name="data_5853">
            <a:extLst>
              <a:ext uri="{FF2B5EF4-FFF2-40B4-BE49-F238E27FC236}">
                <a16:creationId xmlns:a16="http://schemas.microsoft.com/office/drawing/2014/main" id="{46802749-358C-4542-B947-A669ACA930D6}"/>
              </a:ext>
            </a:extLst>
          </p:cNvPr>
          <p:cNvSpPr>
            <a:spLocks/>
          </p:cNvSpPr>
          <p:nvPr/>
        </p:nvSpPr>
        <p:spPr>
          <a:xfrm>
            <a:off x="781949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3" name="data_5854">
            <a:extLst>
              <a:ext uri="{FF2B5EF4-FFF2-40B4-BE49-F238E27FC236}">
                <a16:creationId xmlns:a16="http://schemas.microsoft.com/office/drawing/2014/main" id="{B362F2CD-6BF7-46AA-AFA0-92A8C1261D04}"/>
              </a:ext>
            </a:extLst>
          </p:cNvPr>
          <p:cNvSpPr>
            <a:spLocks/>
          </p:cNvSpPr>
          <p:nvPr/>
        </p:nvSpPr>
        <p:spPr>
          <a:xfrm>
            <a:off x="788631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4" name="data_5855">
            <a:extLst>
              <a:ext uri="{FF2B5EF4-FFF2-40B4-BE49-F238E27FC236}">
                <a16:creationId xmlns:a16="http://schemas.microsoft.com/office/drawing/2014/main" id="{202C1239-2EA9-4B53-8EC8-A0079454CD8A}"/>
              </a:ext>
            </a:extLst>
          </p:cNvPr>
          <p:cNvSpPr>
            <a:spLocks/>
          </p:cNvSpPr>
          <p:nvPr/>
        </p:nvSpPr>
        <p:spPr>
          <a:xfrm>
            <a:off x="7836147" y="35726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5" name="data_5856">
            <a:extLst>
              <a:ext uri="{FF2B5EF4-FFF2-40B4-BE49-F238E27FC236}">
                <a16:creationId xmlns:a16="http://schemas.microsoft.com/office/drawing/2014/main" id="{7A1FA1A0-55FA-474A-A272-8F2DB6F81EDC}"/>
              </a:ext>
            </a:extLst>
          </p:cNvPr>
          <p:cNvSpPr>
            <a:spLocks/>
          </p:cNvSpPr>
          <p:nvPr/>
        </p:nvSpPr>
        <p:spPr>
          <a:xfrm>
            <a:off x="7840864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6" name="data_5857">
            <a:extLst>
              <a:ext uri="{FF2B5EF4-FFF2-40B4-BE49-F238E27FC236}">
                <a16:creationId xmlns:a16="http://schemas.microsoft.com/office/drawing/2014/main" id="{9B08896F-FF5C-46FE-B12A-90F02716BAD3}"/>
              </a:ext>
            </a:extLst>
          </p:cNvPr>
          <p:cNvSpPr>
            <a:spLocks/>
          </p:cNvSpPr>
          <p:nvPr/>
        </p:nvSpPr>
        <p:spPr>
          <a:xfrm>
            <a:off x="787793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7" name="data_5858">
            <a:extLst>
              <a:ext uri="{FF2B5EF4-FFF2-40B4-BE49-F238E27FC236}">
                <a16:creationId xmlns:a16="http://schemas.microsoft.com/office/drawing/2014/main" id="{090BF439-039D-435B-B9E9-DC0460EAB602}"/>
              </a:ext>
            </a:extLst>
          </p:cNvPr>
          <p:cNvSpPr>
            <a:spLocks/>
          </p:cNvSpPr>
          <p:nvPr/>
        </p:nvSpPr>
        <p:spPr>
          <a:xfrm>
            <a:off x="7851698" y="2562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8" name="data_5859">
            <a:extLst>
              <a:ext uri="{FF2B5EF4-FFF2-40B4-BE49-F238E27FC236}">
                <a16:creationId xmlns:a16="http://schemas.microsoft.com/office/drawing/2014/main" id="{30724DF0-8BBF-45C6-8064-C03F85EEEB4D}"/>
              </a:ext>
            </a:extLst>
          </p:cNvPr>
          <p:cNvSpPr>
            <a:spLocks/>
          </p:cNvSpPr>
          <p:nvPr/>
        </p:nvSpPr>
        <p:spPr>
          <a:xfrm>
            <a:off x="7860317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9" name="data_5860">
            <a:extLst>
              <a:ext uri="{FF2B5EF4-FFF2-40B4-BE49-F238E27FC236}">
                <a16:creationId xmlns:a16="http://schemas.microsoft.com/office/drawing/2014/main" id="{2688FA87-1609-41EC-B294-5ED7956E1B4F}"/>
              </a:ext>
            </a:extLst>
          </p:cNvPr>
          <p:cNvSpPr>
            <a:spLocks/>
          </p:cNvSpPr>
          <p:nvPr/>
        </p:nvSpPr>
        <p:spPr>
          <a:xfrm>
            <a:off x="790679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0" name="data_5861">
            <a:extLst>
              <a:ext uri="{FF2B5EF4-FFF2-40B4-BE49-F238E27FC236}">
                <a16:creationId xmlns:a16="http://schemas.microsoft.com/office/drawing/2014/main" id="{F71E7CD8-1301-4699-B0E6-4664294204BC}"/>
              </a:ext>
            </a:extLst>
          </p:cNvPr>
          <p:cNvSpPr>
            <a:spLocks/>
          </p:cNvSpPr>
          <p:nvPr/>
        </p:nvSpPr>
        <p:spPr>
          <a:xfrm>
            <a:off x="7854240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1" name="data_5862">
            <a:extLst>
              <a:ext uri="{FF2B5EF4-FFF2-40B4-BE49-F238E27FC236}">
                <a16:creationId xmlns:a16="http://schemas.microsoft.com/office/drawing/2014/main" id="{C9765951-56ED-4A0B-9F9F-B56A22A620AC}"/>
              </a:ext>
            </a:extLst>
          </p:cNvPr>
          <p:cNvSpPr>
            <a:spLocks/>
          </p:cNvSpPr>
          <p:nvPr/>
        </p:nvSpPr>
        <p:spPr>
          <a:xfrm>
            <a:off x="784778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2" name="data_5863">
            <a:extLst>
              <a:ext uri="{FF2B5EF4-FFF2-40B4-BE49-F238E27FC236}">
                <a16:creationId xmlns:a16="http://schemas.microsoft.com/office/drawing/2014/main" id="{E661E1D9-A7CB-45D7-BD06-94D07469F1B3}"/>
              </a:ext>
            </a:extLst>
          </p:cNvPr>
          <p:cNvSpPr>
            <a:spLocks/>
          </p:cNvSpPr>
          <p:nvPr/>
        </p:nvSpPr>
        <p:spPr>
          <a:xfrm>
            <a:off x="7826198" y="20157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3" name="data_5864">
            <a:extLst>
              <a:ext uri="{FF2B5EF4-FFF2-40B4-BE49-F238E27FC236}">
                <a16:creationId xmlns:a16="http://schemas.microsoft.com/office/drawing/2014/main" id="{1808A59E-FACF-4EA0-BA4D-B78D7865716E}"/>
              </a:ext>
            </a:extLst>
          </p:cNvPr>
          <p:cNvSpPr>
            <a:spLocks/>
          </p:cNvSpPr>
          <p:nvPr/>
        </p:nvSpPr>
        <p:spPr>
          <a:xfrm>
            <a:off x="784352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4" name="data_5865">
            <a:extLst>
              <a:ext uri="{FF2B5EF4-FFF2-40B4-BE49-F238E27FC236}">
                <a16:creationId xmlns:a16="http://schemas.microsoft.com/office/drawing/2014/main" id="{4CAE97E0-37AD-49A9-AB94-E41600D0184C}"/>
              </a:ext>
            </a:extLst>
          </p:cNvPr>
          <p:cNvSpPr>
            <a:spLocks/>
          </p:cNvSpPr>
          <p:nvPr/>
        </p:nvSpPr>
        <p:spPr>
          <a:xfrm>
            <a:off x="7914650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5" name="data_5866">
            <a:extLst>
              <a:ext uri="{FF2B5EF4-FFF2-40B4-BE49-F238E27FC236}">
                <a16:creationId xmlns:a16="http://schemas.microsoft.com/office/drawing/2014/main" id="{213D908F-A52D-4C36-A64E-5E6E139206D8}"/>
              </a:ext>
            </a:extLst>
          </p:cNvPr>
          <p:cNvSpPr>
            <a:spLocks/>
          </p:cNvSpPr>
          <p:nvPr/>
        </p:nvSpPr>
        <p:spPr>
          <a:xfrm>
            <a:off x="791380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6" name="data_5867">
            <a:extLst>
              <a:ext uri="{FF2B5EF4-FFF2-40B4-BE49-F238E27FC236}">
                <a16:creationId xmlns:a16="http://schemas.microsoft.com/office/drawing/2014/main" id="{07D53B11-494F-4590-9207-35391CF1C6C5}"/>
              </a:ext>
            </a:extLst>
          </p:cNvPr>
          <p:cNvSpPr>
            <a:spLocks/>
          </p:cNvSpPr>
          <p:nvPr/>
        </p:nvSpPr>
        <p:spPr>
          <a:xfrm>
            <a:off x="7904048" y="26223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7" name="data_5868">
            <a:extLst>
              <a:ext uri="{FF2B5EF4-FFF2-40B4-BE49-F238E27FC236}">
                <a16:creationId xmlns:a16="http://schemas.microsoft.com/office/drawing/2014/main" id="{B4169652-1FFC-460D-B65B-768658B13805}"/>
              </a:ext>
            </a:extLst>
          </p:cNvPr>
          <p:cNvSpPr>
            <a:spLocks/>
          </p:cNvSpPr>
          <p:nvPr/>
        </p:nvSpPr>
        <p:spPr>
          <a:xfrm>
            <a:off x="790948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8" name="data_5869">
            <a:extLst>
              <a:ext uri="{FF2B5EF4-FFF2-40B4-BE49-F238E27FC236}">
                <a16:creationId xmlns:a16="http://schemas.microsoft.com/office/drawing/2014/main" id="{60DC112D-0F4A-4658-B7C1-6B5B3E32915B}"/>
              </a:ext>
            </a:extLst>
          </p:cNvPr>
          <p:cNvSpPr>
            <a:spLocks/>
          </p:cNvSpPr>
          <p:nvPr/>
        </p:nvSpPr>
        <p:spPr>
          <a:xfrm>
            <a:off x="784114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9" name="data_5870">
            <a:extLst>
              <a:ext uri="{FF2B5EF4-FFF2-40B4-BE49-F238E27FC236}">
                <a16:creationId xmlns:a16="http://schemas.microsoft.com/office/drawing/2014/main" id="{3135CB79-DA26-4AE6-B740-370D5E513BFA}"/>
              </a:ext>
            </a:extLst>
          </p:cNvPr>
          <p:cNvSpPr>
            <a:spLocks/>
          </p:cNvSpPr>
          <p:nvPr/>
        </p:nvSpPr>
        <p:spPr>
          <a:xfrm>
            <a:off x="786304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0" name="data_5871">
            <a:extLst>
              <a:ext uri="{FF2B5EF4-FFF2-40B4-BE49-F238E27FC236}">
                <a16:creationId xmlns:a16="http://schemas.microsoft.com/office/drawing/2014/main" id="{3998A9AD-F667-4151-8735-4D631C481489}"/>
              </a:ext>
            </a:extLst>
          </p:cNvPr>
          <p:cNvSpPr>
            <a:spLocks/>
          </p:cNvSpPr>
          <p:nvPr/>
        </p:nvSpPr>
        <p:spPr>
          <a:xfrm>
            <a:off x="784894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1" name="data_5872">
            <a:extLst>
              <a:ext uri="{FF2B5EF4-FFF2-40B4-BE49-F238E27FC236}">
                <a16:creationId xmlns:a16="http://schemas.microsoft.com/office/drawing/2014/main" id="{80566618-2E4A-4FFD-8CF3-867E49ABBDC2}"/>
              </a:ext>
            </a:extLst>
          </p:cNvPr>
          <p:cNvSpPr>
            <a:spLocks/>
          </p:cNvSpPr>
          <p:nvPr/>
        </p:nvSpPr>
        <p:spPr>
          <a:xfrm>
            <a:off x="7854830" y="236589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2" name="data_5873">
            <a:extLst>
              <a:ext uri="{FF2B5EF4-FFF2-40B4-BE49-F238E27FC236}">
                <a16:creationId xmlns:a16="http://schemas.microsoft.com/office/drawing/2014/main" id="{26DAE300-9E8B-4BA8-BAE1-3EEEFA62C75C}"/>
              </a:ext>
            </a:extLst>
          </p:cNvPr>
          <p:cNvSpPr>
            <a:spLocks/>
          </p:cNvSpPr>
          <p:nvPr/>
        </p:nvSpPr>
        <p:spPr>
          <a:xfrm>
            <a:off x="787090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3" name="data_5874">
            <a:extLst>
              <a:ext uri="{FF2B5EF4-FFF2-40B4-BE49-F238E27FC236}">
                <a16:creationId xmlns:a16="http://schemas.microsoft.com/office/drawing/2014/main" id="{6693B36F-0AAB-429B-A082-791A239684C6}"/>
              </a:ext>
            </a:extLst>
          </p:cNvPr>
          <p:cNvSpPr>
            <a:spLocks/>
          </p:cNvSpPr>
          <p:nvPr/>
        </p:nvSpPr>
        <p:spPr>
          <a:xfrm>
            <a:off x="7862504" y="254146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4" name="data_5875">
            <a:extLst>
              <a:ext uri="{FF2B5EF4-FFF2-40B4-BE49-F238E27FC236}">
                <a16:creationId xmlns:a16="http://schemas.microsoft.com/office/drawing/2014/main" id="{1A37415B-1084-4863-ACC2-C8C146B0E2A7}"/>
              </a:ext>
            </a:extLst>
          </p:cNvPr>
          <p:cNvSpPr>
            <a:spLocks/>
          </p:cNvSpPr>
          <p:nvPr/>
        </p:nvSpPr>
        <p:spPr>
          <a:xfrm>
            <a:off x="791823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5" name="data_5876">
            <a:extLst>
              <a:ext uri="{FF2B5EF4-FFF2-40B4-BE49-F238E27FC236}">
                <a16:creationId xmlns:a16="http://schemas.microsoft.com/office/drawing/2014/main" id="{7243F8FF-9E92-431B-B4B8-5FB5133D7B17}"/>
              </a:ext>
            </a:extLst>
          </p:cNvPr>
          <p:cNvSpPr>
            <a:spLocks/>
          </p:cNvSpPr>
          <p:nvPr/>
        </p:nvSpPr>
        <p:spPr>
          <a:xfrm>
            <a:off x="791295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6" name="data_5877">
            <a:extLst>
              <a:ext uri="{FF2B5EF4-FFF2-40B4-BE49-F238E27FC236}">
                <a16:creationId xmlns:a16="http://schemas.microsoft.com/office/drawing/2014/main" id="{F6FE123B-FBD5-441B-A64F-F3EA0300499F}"/>
              </a:ext>
            </a:extLst>
          </p:cNvPr>
          <p:cNvSpPr>
            <a:spLocks/>
          </p:cNvSpPr>
          <p:nvPr/>
        </p:nvSpPr>
        <p:spPr>
          <a:xfrm>
            <a:off x="7856830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7" name="data_5878">
            <a:extLst>
              <a:ext uri="{FF2B5EF4-FFF2-40B4-BE49-F238E27FC236}">
                <a16:creationId xmlns:a16="http://schemas.microsoft.com/office/drawing/2014/main" id="{A922E758-DB92-40F7-9356-FE7B49AC6808}"/>
              </a:ext>
            </a:extLst>
          </p:cNvPr>
          <p:cNvSpPr>
            <a:spLocks/>
          </p:cNvSpPr>
          <p:nvPr/>
        </p:nvSpPr>
        <p:spPr>
          <a:xfrm>
            <a:off x="787783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8" name="data_5879">
            <a:extLst>
              <a:ext uri="{FF2B5EF4-FFF2-40B4-BE49-F238E27FC236}">
                <a16:creationId xmlns:a16="http://schemas.microsoft.com/office/drawing/2014/main" id="{4C6B3B8F-ECEA-4F58-A1EE-BD03E6E9BE44}"/>
              </a:ext>
            </a:extLst>
          </p:cNvPr>
          <p:cNvSpPr>
            <a:spLocks/>
          </p:cNvSpPr>
          <p:nvPr/>
        </p:nvSpPr>
        <p:spPr>
          <a:xfrm>
            <a:off x="789131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9" name="data_5880">
            <a:extLst>
              <a:ext uri="{FF2B5EF4-FFF2-40B4-BE49-F238E27FC236}">
                <a16:creationId xmlns:a16="http://schemas.microsoft.com/office/drawing/2014/main" id="{31064DBD-95CC-4F75-81FB-E5CBD30F1F7B}"/>
              </a:ext>
            </a:extLst>
          </p:cNvPr>
          <p:cNvSpPr>
            <a:spLocks/>
          </p:cNvSpPr>
          <p:nvPr/>
        </p:nvSpPr>
        <p:spPr>
          <a:xfrm>
            <a:off x="786871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0" name="data_5881">
            <a:extLst>
              <a:ext uri="{FF2B5EF4-FFF2-40B4-BE49-F238E27FC236}">
                <a16:creationId xmlns:a16="http://schemas.microsoft.com/office/drawing/2014/main" id="{D9B392E3-AA21-4830-A140-AF557D0BA069}"/>
              </a:ext>
            </a:extLst>
          </p:cNvPr>
          <p:cNvSpPr>
            <a:spLocks/>
          </p:cNvSpPr>
          <p:nvPr/>
        </p:nvSpPr>
        <p:spPr>
          <a:xfrm>
            <a:off x="787507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1" name="data_5882">
            <a:extLst>
              <a:ext uri="{FF2B5EF4-FFF2-40B4-BE49-F238E27FC236}">
                <a16:creationId xmlns:a16="http://schemas.microsoft.com/office/drawing/2014/main" id="{519F4814-D736-465A-A3FE-7A349929F0D3}"/>
              </a:ext>
            </a:extLst>
          </p:cNvPr>
          <p:cNvSpPr>
            <a:spLocks/>
          </p:cNvSpPr>
          <p:nvPr/>
        </p:nvSpPr>
        <p:spPr>
          <a:xfrm>
            <a:off x="7868711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2" name="data_5883">
            <a:extLst>
              <a:ext uri="{FF2B5EF4-FFF2-40B4-BE49-F238E27FC236}">
                <a16:creationId xmlns:a16="http://schemas.microsoft.com/office/drawing/2014/main" id="{E1C100AB-13C0-4591-A400-3753477507D0}"/>
              </a:ext>
            </a:extLst>
          </p:cNvPr>
          <p:cNvSpPr>
            <a:spLocks/>
          </p:cNvSpPr>
          <p:nvPr/>
        </p:nvSpPr>
        <p:spPr>
          <a:xfrm>
            <a:off x="786676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3" name="data_5884">
            <a:extLst>
              <a:ext uri="{FF2B5EF4-FFF2-40B4-BE49-F238E27FC236}">
                <a16:creationId xmlns:a16="http://schemas.microsoft.com/office/drawing/2014/main" id="{E462B979-313A-4174-97B8-BFFA6AADD592}"/>
              </a:ext>
            </a:extLst>
          </p:cNvPr>
          <p:cNvSpPr>
            <a:spLocks/>
          </p:cNvSpPr>
          <p:nvPr/>
        </p:nvSpPr>
        <p:spPr>
          <a:xfrm>
            <a:off x="791258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4" name="data_5885">
            <a:extLst>
              <a:ext uri="{FF2B5EF4-FFF2-40B4-BE49-F238E27FC236}">
                <a16:creationId xmlns:a16="http://schemas.microsoft.com/office/drawing/2014/main" id="{4AA80133-0A5C-4B1C-9C67-E1FD80692161}"/>
              </a:ext>
            </a:extLst>
          </p:cNvPr>
          <p:cNvSpPr>
            <a:spLocks/>
          </p:cNvSpPr>
          <p:nvPr/>
        </p:nvSpPr>
        <p:spPr>
          <a:xfrm>
            <a:off x="7922845" y="28061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5" name="data_5886">
            <a:extLst>
              <a:ext uri="{FF2B5EF4-FFF2-40B4-BE49-F238E27FC236}">
                <a16:creationId xmlns:a16="http://schemas.microsoft.com/office/drawing/2014/main" id="{78B1E92E-658E-49ED-8331-39CDAA7CFA22}"/>
              </a:ext>
            </a:extLst>
          </p:cNvPr>
          <p:cNvSpPr>
            <a:spLocks/>
          </p:cNvSpPr>
          <p:nvPr/>
        </p:nvSpPr>
        <p:spPr>
          <a:xfrm>
            <a:off x="7889968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6" name="data_5887">
            <a:extLst>
              <a:ext uri="{FF2B5EF4-FFF2-40B4-BE49-F238E27FC236}">
                <a16:creationId xmlns:a16="http://schemas.microsoft.com/office/drawing/2014/main" id="{4EE76172-A29B-4643-B597-8873CB3CAD66}"/>
              </a:ext>
            </a:extLst>
          </p:cNvPr>
          <p:cNvSpPr>
            <a:spLocks/>
          </p:cNvSpPr>
          <p:nvPr/>
        </p:nvSpPr>
        <p:spPr>
          <a:xfrm>
            <a:off x="7848113" y="21775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7" name="data_5888">
            <a:extLst>
              <a:ext uri="{FF2B5EF4-FFF2-40B4-BE49-F238E27FC236}">
                <a16:creationId xmlns:a16="http://schemas.microsoft.com/office/drawing/2014/main" id="{E677D91B-DB6B-47C5-8552-EB6839717978}"/>
              </a:ext>
            </a:extLst>
          </p:cNvPr>
          <p:cNvSpPr>
            <a:spLocks/>
          </p:cNvSpPr>
          <p:nvPr/>
        </p:nvSpPr>
        <p:spPr>
          <a:xfrm>
            <a:off x="790360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8" name="data_5889">
            <a:extLst>
              <a:ext uri="{FF2B5EF4-FFF2-40B4-BE49-F238E27FC236}">
                <a16:creationId xmlns:a16="http://schemas.microsoft.com/office/drawing/2014/main" id="{930217AD-BC38-4F82-AEF0-BD471D91A7E5}"/>
              </a:ext>
            </a:extLst>
          </p:cNvPr>
          <p:cNvSpPr>
            <a:spLocks/>
          </p:cNvSpPr>
          <p:nvPr/>
        </p:nvSpPr>
        <p:spPr>
          <a:xfrm>
            <a:off x="782291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9" name="data_5890">
            <a:extLst>
              <a:ext uri="{FF2B5EF4-FFF2-40B4-BE49-F238E27FC236}">
                <a16:creationId xmlns:a16="http://schemas.microsoft.com/office/drawing/2014/main" id="{AF4E3EDA-8D07-4722-937F-97BDCE695DE4}"/>
              </a:ext>
            </a:extLst>
          </p:cNvPr>
          <p:cNvSpPr>
            <a:spLocks/>
          </p:cNvSpPr>
          <p:nvPr/>
        </p:nvSpPr>
        <p:spPr>
          <a:xfrm>
            <a:off x="782030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0" name="data_5891">
            <a:extLst>
              <a:ext uri="{FF2B5EF4-FFF2-40B4-BE49-F238E27FC236}">
                <a16:creationId xmlns:a16="http://schemas.microsoft.com/office/drawing/2014/main" id="{9DFE8C59-9A97-4A3F-BDD7-2192CD3CB79B}"/>
              </a:ext>
            </a:extLst>
          </p:cNvPr>
          <p:cNvSpPr>
            <a:spLocks/>
          </p:cNvSpPr>
          <p:nvPr/>
        </p:nvSpPr>
        <p:spPr>
          <a:xfrm>
            <a:off x="789144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1" name="data_5892">
            <a:extLst>
              <a:ext uri="{FF2B5EF4-FFF2-40B4-BE49-F238E27FC236}">
                <a16:creationId xmlns:a16="http://schemas.microsoft.com/office/drawing/2014/main" id="{CD825B48-5F26-4098-9B34-7A3289ED7A69}"/>
              </a:ext>
            </a:extLst>
          </p:cNvPr>
          <p:cNvSpPr>
            <a:spLocks/>
          </p:cNvSpPr>
          <p:nvPr/>
        </p:nvSpPr>
        <p:spPr>
          <a:xfrm>
            <a:off x="787108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2" name="data_5893">
            <a:extLst>
              <a:ext uri="{FF2B5EF4-FFF2-40B4-BE49-F238E27FC236}">
                <a16:creationId xmlns:a16="http://schemas.microsoft.com/office/drawing/2014/main" id="{321DD633-2002-4562-A3BE-9ED738F9158E}"/>
              </a:ext>
            </a:extLst>
          </p:cNvPr>
          <p:cNvSpPr>
            <a:spLocks/>
          </p:cNvSpPr>
          <p:nvPr/>
        </p:nvSpPr>
        <p:spPr>
          <a:xfrm>
            <a:off x="7875196" y="30873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3" name="data_5894">
            <a:extLst>
              <a:ext uri="{FF2B5EF4-FFF2-40B4-BE49-F238E27FC236}">
                <a16:creationId xmlns:a16="http://schemas.microsoft.com/office/drawing/2014/main" id="{8F816BDF-7C1E-462A-B99C-F1BE881CD221}"/>
              </a:ext>
            </a:extLst>
          </p:cNvPr>
          <p:cNvSpPr>
            <a:spLocks/>
          </p:cNvSpPr>
          <p:nvPr/>
        </p:nvSpPr>
        <p:spPr>
          <a:xfrm>
            <a:off x="786783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4" name="data_5895">
            <a:extLst>
              <a:ext uri="{FF2B5EF4-FFF2-40B4-BE49-F238E27FC236}">
                <a16:creationId xmlns:a16="http://schemas.microsoft.com/office/drawing/2014/main" id="{E457EFE0-5ABE-48FB-B6EB-07B386DCB0AB}"/>
              </a:ext>
            </a:extLst>
          </p:cNvPr>
          <p:cNvSpPr>
            <a:spLocks/>
          </p:cNvSpPr>
          <p:nvPr/>
        </p:nvSpPr>
        <p:spPr>
          <a:xfrm>
            <a:off x="784418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5" name="data_5896">
            <a:extLst>
              <a:ext uri="{FF2B5EF4-FFF2-40B4-BE49-F238E27FC236}">
                <a16:creationId xmlns:a16="http://schemas.microsoft.com/office/drawing/2014/main" id="{3C4442E0-EBE0-45E5-906B-79EC1152E111}"/>
              </a:ext>
            </a:extLst>
          </p:cNvPr>
          <p:cNvSpPr>
            <a:spLocks/>
          </p:cNvSpPr>
          <p:nvPr/>
        </p:nvSpPr>
        <p:spPr>
          <a:xfrm>
            <a:off x="782195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6" name="data_5897">
            <a:extLst>
              <a:ext uri="{FF2B5EF4-FFF2-40B4-BE49-F238E27FC236}">
                <a16:creationId xmlns:a16="http://schemas.microsoft.com/office/drawing/2014/main" id="{8DC4F6CE-B0C7-4E1A-B282-49DB533C85A0}"/>
              </a:ext>
            </a:extLst>
          </p:cNvPr>
          <p:cNvSpPr>
            <a:spLocks/>
          </p:cNvSpPr>
          <p:nvPr/>
        </p:nvSpPr>
        <p:spPr>
          <a:xfrm>
            <a:off x="7828858" y="276299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7" name="data_5898">
            <a:extLst>
              <a:ext uri="{FF2B5EF4-FFF2-40B4-BE49-F238E27FC236}">
                <a16:creationId xmlns:a16="http://schemas.microsoft.com/office/drawing/2014/main" id="{83628F8B-5703-4C9C-ABD7-ED6D6BF3A321}"/>
              </a:ext>
            </a:extLst>
          </p:cNvPr>
          <p:cNvSpPr>
            <a:spLocks/>
          </p:cNvSpPr>
          <p:nvPr/>
        </p:nvSpPr>
        <p:spPr>
          <a:xfrm>
            <a:off x="786320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8" name="data_5899">
            <a:extLst>
              <a:ext uri="{FF2B5EF4-FFF2-40B4-BE49-F238E27FC236}">
                <a16:creationId xmlns:a16="http://schemas.microsoft.com/office/drawing/2014/main" id="{4EDE8FB5-87E4-43E0-A68D-9466AB5E9867}"/>
              </a:ext>
            </a:extLst>
          </p:cNvPr>
          <p:cNvSpPr>
            <a:spLocks/>
          </p:cNvSpPr>
          <p:nvPr/>
        </p:nvSpPr>
        <p:spPr>
          <a:xfrm>
            <a:off x="7899220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9" name="data_5900">
            <a:extLst>
              <a:ext uri="{FF2B5EF4-FFF2-40B4-BE49-F238E27FC236}">
                <a16:creationId xmlns:a16="http://schemas.microsoft.com/office/drawing/2014/main" id="{91379491-28AA-4DA6-B631-C43952672462}"/>
              </a:ext>
            </a:extLst>
          </p:cNvPr>
          <p:cNvSpPr>
            <a:spLocks/>
          </p:cNvSpPr>
          <p:nvPr/>
        </p:nvSpPr>
        <p:spPr>
          <a:xfrm>
            <a:off x="7835278" y="19348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0" name="data_5901">
            <a:extLst>
              <a:ext uri="{FF2B5EF4-FFF2-40B4-BE49-F238E27FC236}">
                <a16:creationId xmlns:a16="http://schemas.microsoft.com/office/drawing/2014/main" id="{5AFF959D-F690-4B60-8FBB-B67CC6FCC8F9}"/>
              </a:ext>
            </a:extLst>
          </p:cNvPr>
          <p:cNvSpPr>
            <a:spLocks/>
          </p:cNvSpPr>
          <p:nvPr/>
        </p:nvSpPr>
        <p:spPr>
          <a:xfrm>
            <a:off x="792061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1" name="data_5902">
            <a:extLst>
              <a:ext uri="{FF2B5EF4-FFF2-40B4-BE49-F238E27FC236}">
                <a16:creationId xmlns:a16="http://schemas.microsoft.com/office/drawing/2014/main" id="{D9001702-E8FC-40FE-A860-55D9FBDDE10A}"/>
              </a:ext>
            </a:extLst>
          </p:cNvPr>
          <p:cNvSpPr>
            <a:spLocks/>
          </p:cNvSpPr>
          <p:nvPr/>
        </p:nvSpPr>
        <p:spPr>
          <a:xfrm>
            <a:off x="791389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2" name="data_5903">
            <a:extLst>
              <a:ext uri="{FF2B5EF4-FFF2-40B4-BE49-F238E27FC236}">
                <a16:creationId xmlns:a16="http://schemas.microsoft.com/office/drawing/2014/main" id="{5C676AB2-35A7-4C35-B168-74799D3368A3}"/>
              </a:ext>
            </a:extLst>
          </p:cNvPr>
          <p:cNvSpPr>
            <a:spLocks/>
          </p:cNvSpPr>
          <p:nvPr/>
        </p:nvSpPr>
        <p:spPr>
          <a:xfrm>
            <a:off x="786224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3" name="data_5904">
            <a:extLst>
              <a:ext uri="{FF2B5EF4-FFF2-40B4-BE49-F238E27FC236}">
                <a16:creationId xmlns:a16="http://schemas.microsoft.com/office/drawing/2014/main" id="{27A5A713-FA01-4CC5-A930-A7D0275A4FAC}"/>
              </a:ext>
            </a:extLst>
          </p:cNvPr>
          <p:cNvSpPr>
            <a:spLocks/>
          </p:cNvSpPr>
          <p:nvPr/>
        </p:nvSpPr>
        <p:spPr>
          <a:xfrm>
            <a:off x="7919329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4" name="data_5905">
            <a:extLst>
              <a:ext uri="{FF2B5EF4-FFF2-40B4-BE49-F238E27FC236}">
                <a16:creationId xmlns:a16="http://schemas.microsoft.com/office/drawing/2014/main" id="{DCD5D62C-9CD6-4564-BA1F-4A341DDC66A5}"/>
              </a:ext>
            </a:extLst>
          </p:cNvPr>
          <p:cNvSpPr>
            <a:spLocks/>
          </p:cNvSpPr>
          <p:nvPr/>
        </p:nvSpPr>
        <p:spPr>
          <a:xfrm>
            <a:off x="787101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5" name="data_5906">
            <a:extLst>
              <a:ext uri="{FF2B5EF4-FFF2-40B4-BE49-F238E27FC236}">
                <a16:creationId xmlns:a16="http://schemas.microsoft.com/office/drawing/2014/main" id="{C9A3B1FA-34C9-41F9-A186-7C34EDCA4000}"/>
              </a:ext>
            </a:extLst>
          </p:cNvPr>
          <p:cNvSpPr>
            <a:spLocks/>
          </p:cNvSpPr>
          <p:nvPr/>
        </p:nvSpPr>
        <p:spPr>
          <a:xfrm>
            <a:off x="7877780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6" name="data_5907">
            <a:extLst>
              <a:ext uri="{FF2B5EF4-FFF2-40B4-BE49-F238E27FC236}">
                <a16:creationId xmlns:a16="http://schemas.microsoft.com/office/drawing/2014/main" id="{73F559A2-48D1-427C-B934-E3CF8BA7E8BE}"/>
              </a:ext>
            </a:extLst>
          </p:cNvPr>
          <p:cNvSpPr>
            <a:spLocks/>
          </p:cNvSpPr>
          <p:nvPr/>
        </p:nvSpPr>
        <p:spPr>
          <a:xfrm>
            <a:off x="784489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7" name="data_5908">
            <a:extLst>
              <a:ext uri="{FF2B5EF4-FFF2-40B4-BE49-F238E27FC236}">
                <a16:creationId xmlns:a16="http://schemas.microsoft.com/office/drawing/2014/main" id="{5F38CA1F-88B9-4EA4-BF6F-142B6EB4E22A}"/>
              </a:ext>
            </a:extLst>
          </p:cNvPr>
          <p:cNvSpPr>
            <a:spLocks/>
          </p:cNvSpPr>
          <p:nvPr/>
        </p:nvSpPr>
        <p:spPr>
          <a:xfrm>
            <a:off x="788735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8" name="data_5909">
            <a:extLst>
              <a:ext uri="{FF2B5EF4-FFF2-40B4-BE49-F238E27FC236}">
                <a16:creationId xmlns:a16="http://schemas.microsoft.com/office/drawing/2014/main" id="{1A65B7A5-6916-4020-B4A5-A4ECAB1D5F68}"/>
              </a:ext>
            </a:extLst>
          </p:cNvPr>
          <p:cNvSpPr>
            <a:spLocks/>
          </p:cNvSpPr>
          <p:nvPr/>
        </p:nvSpPr>
        <p:spPr>
          <a:xfrm>
            <a:off x="7901402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9" name="data_5910">
            <a:extLst>
              <a:ext uri="{FF2B5EF4-FFF2-40B4-BE49-F238E27FC236}">
                <a16:creationId xmlns:a16="http://schemas.microsoft.com/office/drawing/2014/main" id="{C5049666-56B7-4554-B3C9-A5F6A3C8A3E3}"/>
              </a:ext>
            </a:extLst>
          </p:cNvPr>
          <p:cNvSpPr>
            <a:spLocks/>
          </p:cNvSpPr>
          <p:nvPr/>
        </p:nvSpPr>
        <p:spPr>
          <a:xfrm>
            <a:off x="7919272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0" name="data_5911">
            <a:extLst>
              <a:ext uri="{FF2B5EF4-FFF2-40B4-BE49-F238E27FC236}">
                <a16:creationId xmlns:a16="http://schemas.microsoft.com/office/drawing/2014/main" id="{26FC113D-826D-41B5-A835-724ECF42F3E9}"/>
              </a:ext>
            </a:extLst>
          </p:cNvPr>
          <p:cNvSpPr>
            <a:spLocks/>
          </p:cNvSpPr>
          <p:nvPr/>
        </p:nvSpPr>
        <p:spPr>
          <a:xfrm>
            <a:off x="7862634" y="31133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1" name="data_5912">
            <a:extLst>
              <a:ext uri="{FF2B5EF4-FFF2-40B4-BE49-F238E27FC236}">
                <a16:creationId xmlns:a16="http://schemas.microsoft.com/office/drawing/2014/main" id="{1A1708B4-B658-4A1F-890B-52D8FBD46371}"/>
              </a:ext>
            </a:extLst>
          </p:cNvPr>
          <p:cNvSpPr>
            <a:spLocks/>
          </p:cNvSpPr>
          <p:nvPr/>
        </p:nvSpPr>
        <p:spPr>
          <a:xfrm>
            <a:off x="7826521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2" name="data_5913">
            <a:extLst>
              <a:ext uri="{FF2B5EF4-FFF2-40B4-BE49-F238E27FC236}">
                <a16:creationId xmlns:a16="http://schemas.microsoft.com/office/drawing/2014/main" id="{AAEA80A2-DE3C-480F-A700-A50DA5FFEDB2}"/>
              </a:ext>
            </a:extLst>
          </p:cNvPr>
          <p:cNvSpPr>
            <a:spLocks/>
          </p:cNvSpPr>
          <p:nvPr/>
        </p:nvSpPr>
        <p:spPr>
          <a:xfrm>
            <a:off x="7825420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3" name="data_5914">
            <a:extLst>
              <a:ext uri="{FF2B5EF4-FFF2-40B4-BE49-F238E27FC236}">
                <a16:creationId xmlns:a16="http://schemas.microsoft.com/office/drawing/2014/main" id="{35C37FE2-138B-4083-834D-1A3A77FE9221}"/>
              </a:ext>
            </a:extLst>
          </p:cNvPr>
          <p:cNvSpPr>
            <a:spLocks/>
          </p:cNvSpPr>
          <p:nvPr/>
        </p:nvSpPr>
        <p:spPr>
          <a:xfrm>
            <a:off x="792279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4" name="data_5915">
            <a:extLst>
              <a:ext uri="{FF2B5EF4-FFF2-40B4-BE49-F238E27FC236}">
                <a16:creationId xmlns:a16="http://schemas.microsoft.com/office/drawing/2014/main" id="{05F600D6-12C6-494D-AB6E-B5F92884868C}"/>
              </a:ext>
            </a:extLst>
          </p:cNvPr>
          <p:cNvSpPr>
            <a:spLocks/>
          </p:cNvSpPr>
          <p:nvPr/>
        </p:nvSpPr>
        <p:spPr>
          <a:xfrm>
            <a:off x="7864004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5" name="data_5916">
            <a:extLst>
              <a:ext uri="{FF2B5EF4-FFF2-40B4-BE49-F238E27FC236}">
                <a16:creationId xmlns:a16="http://schemas.microsoft.com/office/drawing/2014/main" id="{23C5E0E8-239E-4449-857D-C833DEF85B89}"/>
              </a:ext>
            </a:extLst>
          </p:cNvPr>
          <p:cNvSpPr>
            <a:spLocks/>
          </p:cNvSpPr>
          <p:nvPr/>
        </p:nvSpPr>
        <p:spPr>
          <a:xfrm>
            <a:off x="7869395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6" name="data_5917">
            <a:extLst>
              <a:ext uri="{FF2B5EF4-FFF2-40B4-BE49-F238E27FC236}">
                <a16:creationId xmlns:a16="http://schemas.microsoft.com/office/drawing/2014/main" id="{F8215BE7-020A-4451-A5A7-67DE418D0EA6}"/>
              </a:ext>
            </a:extLst>
          </p:cNvPr>
          <p:cNvSpPr>
            <a:spLocks/>
          </p:cNvSpPr>
          <p:nvPr/>
        </p:nvSpPr>
        <p:spPr>
          <a:xfrm>
            <a:off x="7861017" y="29910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7" name="data_5918">
            <a:extLst>
              <a:ext uri="{FF2B5EF4-FFF2-40B4-BE49-F238E27FC236}">
                <a16:creationId xmlns:a16="http://schemas.microsoft.com/office/drawing/2014/main" id="{8501C890-D152-4085-A7B9-FBFC9FF4FF0B}"/>
              </a:ext>
            </a:extLst>
          </p:cNvPr>
          <p:cNvSpPr>
            <a:spLocks/>
          </p:cNvSpPr>
          <p:nvPr/>
        </p:nvSpPr>
        <p:spPr>
          <a:xfrm>
            <a:off x="788964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8" name="data_5919">
            <a:extLst>
              <a:ext uri="{FF2B5EF4-FFF2-40B4-BE49-F238E27FC236}">
                <a16:creationId xmlns:a16="http://schemas.microsoft.com/office/drawing/2014/main" id="{6519E4EC-E1BC-4A89-9959-5CF9569983AA}"/>
              </a:ext>
            </a:extLst>
          </p:cNvPr>
          <p:cNvSpPr>
            <a:spLocks/>
          </p:cNvSpPr>
          <p:nvPr/>
        </p:nvSpPr>
        <p:spPr>
          <a:xfrm>
            <a:off x="781935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9" name="data_5920">
            <a:extLst>
              <a:ext uri="{FF2B5EF4-FFF2-40B4-BE49-F238E27FC236}">
                <a16:creationId xmlns:a16="http://schemas.microsoft.com/office/drawing/2014/main" id="{20A20BF8-4997-450A-B59C-DC5131CF6151}"/>
              </a:ext>
            </a:extLst>
          </p:cNvPr>
          <p:cNvSpPr>
            <a:spLocks/>
          </p:cNvSpPr>
          <p:nvPr/>
        </p:nvSpPr>
        <p:spPr>
          <a:xfrm>
            <a:off x="7879994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0" name="data_5921">
            <a:extLst>
              <a:ext uri="{FF2B5EF4-FFF2-40B4-BE49-F238E27FC236}">
                <a16:creationId xmlns:a16="http://schemas.microsoft.com/office/drawing/2014/main" id="{DBC1AAA3-B360-4090-8BE0-95BFBA15CB46}"/>
              </a:ext>
            </a:extLst>
          </p:cNvPr>
          <p:cNvSpPr>
            <a:spLocks/>
          </p:cNvSpPr>
          <p:nvPr/>
        </p:nvSpPr>
        <p:spPr>
          <a:xfrm>
            <a:off x="7892585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1" name="data_5922">
            <a:extLst>
              <a:ext uri="{FF2B5EF4-FFF2-40B4-BE49-F238E27FC236}">
                <a16:creationId xmlns:a16="http://schemas.microsoft.com/office/drawing/2014/main" id="{51E34849-DA6B-40FA-9DA7-00302E7803C5}"/>
              </a:ext>
            </a:extLst>
          </p:cNvPr>
          <p:cNvSpPr>
            <a:spLocks/>
          </p:cNvSpPr>
          <p:nvPr/>
        </p:nvSpPr>
        <p:spPr>
          <a:xfrm>
            <a:off x="791578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2" name="data_5923">
            <a:extLst>
              <a:ext uri="{FF2B5EF4-FFF2-40B4-BE49-F238E27FC236}">
                <a16:creationId xmlns:a16="http://schemas.microsoft.com/office/drawing/2014/main" id="{F7ACE12E-D3CA-4A83-8F23-55075D8D4847}"/>
              </a:ext>
            </a:extLst>
          </p:cNvPr>
          <p:cNvSpPr>
            <a:spLocks/>
          </p:cNvSpPr>
          <p:nvPr/>
        </p:nvSpPr>
        <p:spPr>
          <a:xfrm>
            <a:off x="787514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3" name="data_5924">
            <a:extLst>
              <a:ext uri="{FF2B5EF4-FFF2-40B4-BE49-F238E27FC236}">
                <a16:creationId xmlns:a16="http://schemas.microsoft.com/office/drawing/2014/main" id="{4202FE75-D6EF-48AF-8C7D-D5FF7E0E0A9B}"/>
              </a:ext>
            </a:extLst>
          </p:cNvPr>
          <p:cNvSpPr>
            <a:spLocks/>
          </p:cNvSpPr>
          <p:nvPr/>
        </p:nvSpPr>
        <p:spPr>
          <a:xfrm>
            <a:off x="7853569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4" name="data_5925">
            <a:extLst>
              <a:ext uri="{FF2B5EF4-FFF2-40B4-BE49-F238E27FC236}">
                <a16:creationId xmlns:a16="http://schemas.microsoft.com/office/drawing/2014/main" id="{8204EBEF-E4C1-4585-A724-D67D6E29A027}"/>
              </a:ext>
            </a:extLst>
          </p:cNvPr>
          <p:cNvSpPr>
            <a:spLocks/>
          </p:cNvSpPr>
          <p:nvPr/>
        </p:nvSpPr>
        <p:spPr>
          <a:xfrm>
            <a:off x="7886518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5" name="data_5926">
            <a:extLst>
              <a:ext uri="{FF2B5EF4-FFF2-40B4-BE49-F238E27FC236}">
                <a16:creationId xmlns:a16="http://schemas.microsoft.com/office/drawing/2014/main" id="{546FD14C-7052-4C67-95FD-317BD739EDB9}"/>
              </a:ext>
            </a:extLst>
          </p:cNvPr>
          <p:cNvSpPr>
            <a:spLocks/>
          </p:cNvSpPr>
          <p:nvPr/>
        </p:nvSpPr>
        <p:spPr>
          <a:xfrm>
            <a:off x="789818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6" name="data_5927">
            <a:extLst>
              <a:ext uri="{FF2B5EF4-FFF2-40B4-BE49-F238E27FC236}">
                <a16:creationId xmlns:a16="http://schemas.microsoft.com/office/drawing/2014/main" id="{4D985741-D9B6-47E6-B61B-8C87E67549A4}"/>
              </a:ext>
            </a:extLst>
          </p:cNvPr>
          <p:cNvSpPr>
            <a:spLocks/>
          </p:cNvSpPr>
          <p:nvPr/>
        </p:nvSpPr>
        <p:spPr>
          <a:xfrm>
            <a:off x="7875275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7" name="data_5928">
            <a:extLst>
              <a:ext uri="{FF2B5EF4-FFF2-40B4-BE49-F238E27FC236}">
                <a16:creationId xmlns:a16="http://schemas.microsoft.com/office/drawing/2014/main" id="{B4853A67-4E85-494D-A8B5-7EEE4808F92F}"/>
              </a:ext>
            </a:extLst>
          </p:cNvPr>
          <p:cNvSpPr>
            <a:spLocks/>
          </p:cNvSpPr>
          <p:nvPr/>
        </p:nvSpPr>
        <p:spPr>
          <a:xfrm>
            <a:off x="785886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8" name="data_5929">
            <a:extLst>
              <a:ext uri="{FF2B5EF4-FFF2-40B4-BE49-F238E27FC236}">
                <a16:creationId xmlns:a16="http://schemas.microsoft.com/office/drawing/2014/main" id="{07EB4F43-2FD7-49FD-9F6F-55667F21D8BD}"/>
              </a:ext>
            </a:extLst>
          </p:cNvPr>
          <p:cNvSpPr>
            <a:spLocks/>
          </p:cNvSpPr>
          <p:nvPr/>
        </p:nvSpPr>
        <p:spPr>
          <a:xfrm>
            <a:off x="787164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9" name="data_5930">
            <a:extLst>
              <a:ext uri="{FF2B5EF4-FFF2-40B4-BE49-F238E27FC236}">
                <a16:creationId xmlns:a16="http://schemas.microsoft.com/office/drawing/2014/main" id="{E1CCD67E-B4EE-48F0-86A0-052D13CB9F63}"/>
              </a:ext>
            </a:extLst>
          </p:cNvPr>
          <p:cNvSpPr>
            <a:spLocks/>
          </p:cNvSpPr>
          <p:nvPr/>
        </p:nvSpPr>
        <p:spPr>
          <a:xfrm>
            <a:off x="811100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0" name="data_5931">
            <a:extLst>
              <a:ext uri="{FF2B5EF4-FFF2-40B4-BE49-F238E27FC236}">
                <a16:creationId xmlns:a16="http://schemas.microsoft.com/office/drawing/2014/main" id="{0CFE4F52-02CC-4F0C-A932-5EE07B3FAA3A}"/>
              </a:ext>
            </a:extLst>
          </p:cNvPr>
          <p:cNvSpPr>
            <a:spLocks/>
          </p:cNvSpPr>
          <p:nvPr/>
        </p:nvSpPr>
        <p:spPr>
          <a:xfrm>
            <a:off x="807081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1" name="data_5932">
            <a:extLst>
              <a:ext uri="{FF2B5EF4-FFF2-40B4-BE49-F238E27FC236}">
                <a16:creationId xmlns:a16="http://schemas.microsoft.com/office/drawing/2014/main" id="{CDB2ACA6-F97C-495C-B779-17401E211279}"/>
              </a:ext>
            </a:extLst>
          </p:cNvPr>
          <p:cNvSpPr>
            <a:spLocks/>
          </p:cNvSpPr>
          <p:nvPr/>
        </p:nvSpPr>
        <p:spPr>
          <a:xfrm>
            <a:off x="809646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2" name="data_5933">
            <a:extLst>
              <a:ext uri="{FF2B5EF4-FFF2-40B4-BE49-F238E27FC236}">
                <a16:creationId xmlns:a16="http://schemas.microsoft.com/office/drawing/2014/main" id="{BF3BD650-8571-42DE-ABE4-CECC877CD166}"/>
              </a:ext>
            </a:extLst>
          </p:cNvPr>
          <p:cNvSpPr>
            <a:spLocks/>
          </p:cNvSpPr>
          <p:nvPr/>
        </p:nvSpPr>
        <p:spPr>
          <a:xfrm>
            <a:off x="8064213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3" name="data_5934">
            <a:extLst>
              <a:ext uri="{FF2B5EF4-FFF2-40B4-BE49-F238E27FC236}">
                <a16:creationId xmlns:a16="http://schemas.microsoft.com/office/drawing/2014/main" id="{31960237-CD04-472C-B30B-2E758EB2E5AE}"/>
              </a:ext>
            </a:extLst>
          </p:cNvPr>
          <p:cNvSpPr>
            <a:spLocks/>
          </p:cNvSpPr>
          <p:nvPr/>
        </p:nvSpPr>
        <p:spPr>
          <a:xfrm>
            <a:off x="8127152" y="20935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4" name="data_5935">
            <a:extLst>
              <a:ext uri="{FF2B5EF4-FFF2-40B4-BE49-F238E27FC236}">
                <a16:creationId xmlns:a16="http://schemas.microsoft.com/office/drawing/2014/main" id="{DE4624C3-B383-42C7-9545-C4AF8179B578}"/>
              </a:ext>
            </a:extLst>
          </p:cNvPr>
          <p:cNvSpPr>
            <a:spLocks/>
          </p:cNvSpPr>
          <p:nvPr/>
        </p:nvSpPr>
        <p:spPr>
          <a:xfrm>
            <a:off x="813067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5" name="data_5936">
            <a:extLst>
              <a:ext uri="{FF2B5EF4-FFF2-40B4-BE49-F238E27FC236}">
                <a16:creationId xmlns:a16="http://schemas.microsoft.com/office/drawing/2014/main" id="{50236D02-0F9C-4C4E-8124-6298D2712E7E}"/>
              </a:ext>
            </a:extLst>
          </p:cNvPr>
          <p:cNvSpPr>
            <a:spLocks/>
          </p:cNvSpPr>
          <p:nvPr/>
        </p:nvSpPr>
        <p:spPr>
          <a:xfrm>
            <a:off x="810764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6" name="data_5937">
            <a:extLst>
              <a:ext uri="{FF2B5EF4-FFF2-40B4-BE49-F238E27FC236}">
                <a16:creationId xmlns:a16="http://schemas.microsoft.com/office/drawing/2014/main" id="{29D1CBFA-9B94-4A25-BD9A-ADAD081E8626}"/>
              </a:ext>
            </a:extLst>
          </p:cNvPr>
          <p:cNvSpPr>
            <a:spLocks/>
          </p:cNvSpPr>
          <p:nvPr/>
        </p:nvSpPr>
        <p:spPr>
          <a:xfrm>
            <a:off x="813601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7" name="data_5938">
            <a:extLst>
              <a:ext uri="{FF2B5EF4-FFF2-40B4-BE49-F238E27FC236}">
                <a16:creationId xmlns:a16="http://schemas.microsoft.com/office/drawing/2014/main" id="{BD1AAF27-57D0-44A6-9679-4B8088F59EEA}"/>
              </a:ext>
            </a:extLst>
          </p:cNvPr>
          <p:cNvSpPr>
            <a:spLocks/>
          </p:cNvSpPr>
          <p:nvPr/>
        </p:nvSpPr>
        <p:spPr>
          <a:xfrm>
            <a:off x="8098803" y="3269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8" name="data_5939">
            <a:extLst>
              <a:ext uri="{FF2B5EF4-FFF2-40B4-BE49-F238E27FC236}">
                <a16:creationId xmlns:a16="http://schemas.microsoft.com/office/drawing/2014/main" id="{09432DF0-7023-4DC0-BDBA-23C0D7419F60}"/>
              </a:ext>
            </a:extLst>
          </p:cNvPr>
          <p:cNvSpPr>
            <a:spLocks/>
          </p:cNvSpPr>
          <p:nvPr/>
        </p:nvSpPr>
        <p:spPr>
          <a:xfrm>
            <a:off x="812110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9" name="data_5940">
            <a:extLst>
              <a:ext uri="{FF2B5EF4-FFF2-40B4-BE49-F238E27FC236}">
                <a16:creationId xmlns:a16="http://schemas.microsoft.com/office/drawing/2014/main" id="{AE29FF0A-410A-4E4E-9F6C-94C3C8DD31F0}"/>
              </a:ext>
            </a:extLst>
          </p:cNvPr>
          <p:cNvSpPr>
            <a:spLocks/>
          </p:cNvSpPr>
          <p:nvPr/>
        </p:nvSpPr>
        <p:spPr>
          <a:xfrm>
            <a:off x="8087377" y="26838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0" name="data_5941">
            <a:extLst>
              <a:ext uri="{FF2B5EF4-FFF2-40B4-BE49-F238E27FC236}">
                <a16:creationId xmlns:a16="http://schemas.microsoft.com/office/drawing/2014/main" id="{C12A2202-9523-413E-9C65-0B9639BE1029}"/>
              </a:ext>
            </a:extLst>
          </p:cNvPr>
          <p:cNvSpPr>
            <a:spLocks/>
          </p:cNvSpPr>
          <p:nvPr/>
        </p:nvSpPr>
        <p:spPr>
          <a:xfrm>
            <a:off x="804995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1" name="data_5942">
            <a:extLst>
              <a:ext uri="{FF2B5EF4-FFF2-40B4-BE49-F238E27FC236}">
                <a16:creationId xmlns:a16="http://schemas.microsoft.com/office/drawing/2014/main" id="{99B38AA4-C301-4D63-93E5-2EDB82415CD2}"/>
              </a:ext>
            </a:extLst>
          </p:cNvPr>
          <p:cNvSpPr>
            <a:spLocks/>
          </p:cNvSpPr>
          <p:nvPr/>
        </p:nvSpPr>
        <p:spPr>
          <a:xfrm>
            <a:off x="8087341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2" name="data_5943">
            <a:extLst>
              <a:ext uri="{FF2B5EF4-FFF2-40B4-BE49-F238E27FC236}">
                <a16:creationId xmlns:a16="http://schemas.microsoft.com/office/drawing/2014/main" id="{0837BB51-FC44-4875-B276-B6B5F3A132FD}"/>
              </a:ext>
            </a:extLst>
          </p:cNvPr>
          <p:cNvSpPr>
            <a:spLocks/>
          </p:cNvSpPr>
          <p:nvPr/>
        </p:nvSpPr>
        <p:spPr>
          <a:xfrm>
            <a:off x="8098889" y="2073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3" name="data_5944">
            <a:extLst>
              <a:ext uri="{FF2B5EF4-FFF2-40B4-BE49-F238E27FC236}">
                <a16:creationId xmlns:a16="http://schemas.microsoft.com/office/drawing/2014/main" id="{42B6CF5C-0871-4B69-91A6-78C527AAEB03}"/>
              </a:ext>
            </a:extLst>
          </p:cNvPr>
          <p:cNvSpPr>
            <a:spLocks/>
          </p:cNvSpPr>
          <p:nvPr/>
        </p:nvSpPr>
        <p:spPr>
          <a:xfrm>
            <a:off x="8081174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4" name="data_5945">
            <a:extLst>
              <a:ext uri="{FF2B5EF4-FFF2-40B4-BE49-F238E27FC236}">
                <a16:creationId xmlns:a16="http://schemas.microsoft.com/office/drawing/2014/main" id="{086E0B7D-B695-43F7-8FE3-0BE425B02DF3}"/>
              </a:ext>
            </a:extLst>
          </p:cNvPr>
          <p:cNvSpPr>
            <a:spLocks/>
          </p:cNvSpPr>
          <p:nvPr/>
        </p:nvSpPr>
        <p:spPr>
          <a:xfrm>
            <a:off x="806188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5" name="data_5946">
            <a:extLst>
              <a:ext uri="{FF2B5EF4-FFF2-40B4-BE49-F238E27FC236}">
                <a16:creationId xmlns:a16="http://schemas.microsoft.com/office/drawing/2014/main" id="{455D148F-6F65-4EF6-BB50-6FE5D16F836F}"/>
              </a:ext>
            </a:extLst>
          </p:cNvPr>
          <p:cNvSpPr>
            <a:spLocks/>
          </p:cNvSpPr>
          <p:nvPr/>
        </p:nvSpPr>
        <p:spPr>
          <a:xfrm>
            <a:off x="811843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6" name="data_5947">
            <a:extLst>
              <a:ext uri="{FF2B5EF4-FFF2-40B4-BE49-F238E27FC236}">
                <a16:creationId xmlns:a16="http://schemas.microsoft.com/office/drawing/2014/main" id="{93C0EC95-70F6-4B66-B702-A43260EB6BC0}"/>
              </a:ext>
            </a:extLst>
          </p:cNvPr>
          <p:cNvSpPr>
            <a:spLocks/>
          </p:cNvSpPr>
          <p:nvPr/>
        </p:nvSpPr>
        <p:spPr>
          <a:xfrm>
            <a:off x="812370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7" name="data_5948">
            <a:extLst>
              <a:ext uri="{FF2B5EF4-FFF2-40B4-BE49-F238E27FC236}">
                <a16:creationId xmlns:a16="http://schemas.microsoft.com/office/drawing/2014/main" id="{570B6C25-B901-4366-B343-92D86B97A8AE}"/>
              </a:ext>
            </a:extLst>
          </p:cNvPr>
          <p:cNvSpPr>
            <a:spLocks/>
          </p:cNvSpPr>
          <p:nvPr/>
        </p:nvSpPr>
        <p:spPr>
          <a:xfrm>
            <a:off x="811860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8" name="data_5949">
            <a:extLst>
              <a:ext uri="{FF2B5EF4-FFF2-40B4-BE49-F238E27FC236}">
                <a16:creationId xmlns:a16="http://schemas.microsoft.com/office/drawing/2014/main" id="{848F33F8-76D9-451D-9FB4-3D6C26B63323}"/>
              </a:ext>
            </a:extLst>
          </p:cNvPr>
          <p:cNvSpPr>
            <a:spLocks/>
          </p:cNvSpPr>
          <p:nvPr/>
        </p:nvSpPr>
        <p:spPr>
          <a:xfrm>
            <a:off x="8086931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9" name="data_5950">
            <a:extLst>
              <a:ext uri="{FF2B5EF4-FFF2-40B4-BE49-F238E27FC236}">
                <a16:creationId xmlns:a16="http://schemas.microsoft.com/office/drawing/2014/main" id="{D51ACD50-5A12-48E2-A1F1-E55A5A3DD0F4}"/>
              </a:ext>
            </a:extLst>
          </p:cNvPr>
          <p:cNvSpPr>
            <a:spLocks/>
          </p:cNvSpPr>
          <p:nvPr/>
        </p:nvSpPr>
        <p:spPr>
          <a:xfrm>
            <a:off x="8047780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0" name="data_5951">
            <a:extLst>
              <a:ext uri="{FF2B5EF4-FFF2-40B4-BE49-F238E27FC236}">
                <a16:creationId xmlns:a16="http://schemas.microsoft.com/office/drawing/2014/main" id="{B24F0070-B3C1-4F3F-8765-6B0C8A293F89}"/>
              </a:ext>
            </a:extLst>
          </p:cNvPr>
          <p:cNvSpPr>
            <a:spLocks/>
          </p:cNvSpPr>
          <p:nvPr/>
        </p:nvSpPr>
        <p:spPr>
          <a:xfrm>
            <a:off x="812306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1" name="data_5952">
            <a:extLst>
              <a:ext uri="{FF2B5EF4-FFF2-40B4-BE49-F238E27FC236}">
                <a16:creationId xmlns:a16="http://schemas.microsoft.com/office/drawing/2014/main" id="{E7E55330-71F7-4CE1-8877-6153FB9B69E3}"/>
              </a:ext>
            </a:extLst>
          </p:cNvPr>
          <p:cNvSpPr>
            <a:spLocks/>
          </p:cNvSpPr>
          <p:nvPr/>
        </p:nvSpPr>
        <p:spPr>
          <a:xfrm>
            <a:off x="8088583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2" name="data_5953">
            <a:extLst>
              <a:ext uri="{FF2B5EF4-FFF2-40B4-BE49-F238E27FC236}">
                <a16:creationId xmlns:a16="http://schemas.microsoft.com/office/drawing/2014/main" id="{2AE4151F-7101-4496-838C-DE383AFE3B99}"/>
              </a:ext>
            </a:extLst>
          </p:cNvPr>
          <p:cNvSpPr>
            <a:spLocks/>
          </p:cNvSpPr>
          <p:nvPr/>
        </p:nvSpPr>
        <p:spPr>
          <a:xfrm>
            <a:off x="811804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3" name="data_5954">
            <a:extLst>
              <a:ext uri="{FF2B5EF4-FFF2-40B4-BE49-F238E27FC236}">
                <a16:creationId xmlns:a16="http://schemas.microsoft.com/office/drawing/2014/main" id="{EF48719B-102A-442A-BA57-DEC169C1275F}"/>
              </a:ext>
            </a:extLst>
          </p:cNvPr>
          <p:cNvSpPr>
            <a:spLocks/>
          </p:cNvSpPr>
          <p:nvPr/>
        </p:nvSpPr>
        <p:spPr>
          <a:xfrm>
            <a:off x="8063553" y="25414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4" name="data_5955">
            <a:extLst>
              <a:ext uri="{FF2B5EF4-FFF2-40B4-BE49-F238E27FC236}">
                <a16:creationId xmlns:a16="http://schemas.microsoft.com/office/drawing/2014/main" id="{90A850E8-1F9F-4587-93A7-C6213C886777}"/>
              </a:ext>
            </a:extLst>
          </p:cNvPr>
          <p:cNvSpPr>
            <a:spLocks/>
          </p:cNvSpPr>
          <p:nvPr/>
        </p:nvSpPr>
        <p:spPr>
          <a:xfrm>
            <a:off x="812840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5" name="data_5956">
            <a:extLst>
              <a:ext uri="{FF2B5EF4-FFF2-40B4-BE49-F238E27FC236}">
                <a16:creationId xmlns:a16="http://schemas.microsoft.com/office/drawing/2014/main" id="{9CF4F2A1-DE3E-46F4-8A69-85F63CED4423}"/>
              </a:ext>
            </a:extLst>
          </p:cNvPr>
          <p:cNvSpPr>
            <a:spLocks/>
          </p:cNvSpPr>
          <p:nvPr/>
        </p:nvSpPr>
        <p:spPr>
          <a:xfrm>
            <a:off x="8114604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6" name="data_5957">
            <a:extLst>
              <a:ext uri="{FF2B5EF4-FFF2-40B4-BE49-F238E27FC236}">
                <a16:creationId xmlns:a16="http://schemas.microsoft.com/office/drawing/2014/main" id="{D6145615-E636-4AFF-94C0-8FD741C171ED}"/>
              </a:ext>
            </a:extLst>
          </p:cNvPr>
          <p:cNvSpPr>
            <a:spLocks/>
          </p:cNvSpPr>
          <p:nvPr/>
        </p:nvSpPr>
        <p:spPr>
          <a:xfrm>
            <a:off x="8044132" y="24752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7" name="data_5958">
            <a:extLst>
              <a:ext uri="{FF2B5EF4-FFF2-40B4-BE49-F238E27FC236}">
                <a16:creationId xmlns:a16="http://schemas.microsoft.com/office/drawing/2014/main" id="{B1AC7DB4-BC5D-43FC-B372-44760CF00CA6}"/>
              </a:ext>
            </a:extLst>
          </p:cNvPr>
          <p:cNvSpPr>
            <a:spLocks/>
          </p:cNvSpPr>
          <p:nvPr/>
        </p:nvSpPr>
        <p:spPr>
          <a:xfrm>
            <a:off x="8109253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8" name="data_5959">
            <a:extLst>
              <a:ext uri="{FF2B5EF4-FFF2-40B4-BE49-F238E27FC236}">
                <a16:creationId xmlns:a16="http://schemas.microsoft.com/office/drawing/2014/main" id="{DA85DD86-7B7D-4C9F-B4CC-93E746C25161}"/>
              </a:ext>
            </a:extLst>
          </p:cNvPr>
          <p:cNvSpPr>
            <a:spLocks/>
          </p:cNvSpPr>
          <p:nvPr/>
        </p:nvSpPr>
        <p:spPr>
          <a:xfrm>
            <a:off x="809002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9" name="data_5960">
            <a:extLst>
              <a:ext uri="{FF2B5EF4-FFF2-40B4-BE49-F238E27FC236}">
                <a16:creationId xmlns:a16="http://schemas.microsoft.com/office/drawing/2014/main" id="{D4577887-FD6A-43A8-A2B6-87603DCFFAD1}"/>
              </a:ext>
            </a:extLst>
          </p:cNvPr>
          <p:cNvSpPr>
            <a:spLocks/>
          </p:cNvSpPr>
          <p:nvPr/>
        </p:nvSpPr>
        <p:spPr>
          <a:xfrm>
            <a:off x="808984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0" name="data_5961">
            <a:extLst>
              <a:ext uri="{FF2B5EF4-FFF2-40B4-BE49-F238E27FC236}">
                <a16:creationId xmlns:a16="http://schemas.microsoft.com/office/drawing/2014/main" id="{C5797125-EE80-4058-804D-011389F5D28B}"/>
              </a:ext>
            </a:extLst>
          </p:cNvPr>
          <p:cNvSpPr>
            <a:spLocks/>
          </p:cNvSpPr>
          <p:nvPr/>
        </p:nvSpPr>
        <p:spPr>
          <a:xfrm>
            <a:off x="8075325" y="23334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1" name="data_5962">
            <a:extLst>
              <a:ext uri="{FF2B5EF4-FFF2-40B4-BE49-F238E27FC236}">
                <a16:creationId xmlns:a16="http://schemas.microsoft.com/office/drawing/2014/main" id="{80DD827F-7A21-40F7-AFD2-A0F45F23651E}"/>
              </a:ext>
            </a:extLst>
          </p:cNvPr>
          <p:cNvSpPr>
            <a:spLocks/>
          </p:cNvSpPr>
          <p:nvPr/>
        </p:nvSpPr>
        <p:spPr>
          <a:xfrm>
            <a:off x="808213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2" name="data_5963">
            <a:extLst>
              <a:ext uri="{FF2B5EF4-FFF2-40B4-BE49-F238E27FC236}">
                <a16:creationId xmlns:a16="http://schemas.microsoft.com/office/drawing/2014/main" id="{3EB066CA-0C08-4468-A7EE-4473EB749A9C}"/>
              </a:ext>
            </a:extLst>
          </p:cNvPr>
          <p:cNvSpPr>
            <a:spLocks/>
          </p:cNvSpPr>
          <p:nvPr/>
        </p:nvSpPr>
        <p:spPr>
          <a:xfrm>
            <a:off x="8045542" y="34058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3" name="data_5964">
            <a:extLst>
              <a:ext uri="{FF2B5EF4-FFF2-40B4-BE49-F238E27FC236}">
                <a16:creationId xmlns:a16="http://schemas.microsoft.com/office/drawing/2014/main" id="{753A0DC8-FFF7-4108-A9B5-F8BD64C723F3}"/>
              </a:ext>
            </a:extLst>
          </p:cNvPr>
          <p:cNvSpPr>
            <a:spLocks/>
          </p:cNvSpPr>
          <p:nvPr/>
        </p:nvSpPr>
        <p:spPr>
          <a:xfrm>
            <a:off x="81180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4" name="data_5965">
            <a:extLst>
              <a:ext uri="{FF2B5EF4-FFF2-40B4-BE49-F238E27FC236}">
                <a16:creationId xmlns:a16="http://schemas.microsoft.com/office/drawing/2014/main" id="{D420683D-8DAC-443D-9E18-024454A113F5}"/>
              </a:ext>
            </a:extLst>
          </p:cNvPr>
          <p:cNvSpPr>
            <a:spLocks/>
          </p:cNvSpPr>
          <p:nvPr/>
        </p:nvSpPr>
        <p:spPr>
          <a:xfrm>
            <a:off x="812367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5" name="data_5966">
            <a:extLst>
              <a:ext uri="{FF2B5EF4-FFF2-40B4-BE49-F238E27FC236}">
                <a16:creationId xmlns:a16="http://schemas.microsoft.com/office/drawing/2014/main" id="{3B50E107-683A-44BA-8861-EAD5FE95A958}"/>
              </a:ext>
            </a:extLst>
          </p:cNvPr>
          <p:cNvSpPr>
            <a:spLocks/>
          </p:cNvSpPr>
          <p:nvPr/>
        </p:nvSpPr>
        <p:spPr>
          <a:xfrm>
            <a:off x="8114093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6" name="data_5967">
            <a:extLst>
              <a:ext uri="{FF2B5EF4-FFF2-40B4-BE49-F238E27FC236}">
                <a16:creationId xmlns:a16="http://schemas.microsoft.com/office/drawing/2014/main" id="{25C97344-336F-4267-AAB4-B3D3C1E19E5A}"/>
              </a:ext>
            </a:extLst>
          </p:cNvPr>
          <p:cNvSpPr>
            <a:spLocks/>
          </p:cNvSpPr>
          <p:nvPr/>
        </p:nvSpPr>
        <p:spPr>
          <a:xfrm>
            <a:off x="8079512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7" name="data_5968">
            <a:extLst>
              <a:ext uri="{FF2B5EF4-FFF2-40B4-BE49-F238E27FC236}">
                <a16:creationId xmlns:a16="http://schemas.microsoft.com/office/drawing/2014/main" id="{F14FCDDE-7341-4DBB-9B36-2BA3E983E197}"/>
              </a:ext>
            </a:extLst>
          </p:cNvPr>
          <p:cNvSpPr>
            <a:spLocks/>
          </p:cNvSpPr>
          <p:nvPr/>
        </p:nvSpPr>
        <p:spPr>
          <a:xfrm>
            <a:off x="806867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8" name="data_5969">
            <a:extLst>
              <a:ext uri="{FF2B5EF4-FFF2-40B4-BE49-F238E27FC236}">
                <a16:creationId xmlns:a16="http://schemas.microsoft.com/office/drawing/2014/main" id="{85853E7A-9910-4D0E-A8F4-542744153BCD}"/>
              </a:ext>
            </a:extLst>
          </p:cNvPr>
          <p:cNvSpPr>
            <a:spLocks/>
          </p:cNvSpPr>
          <p:nvPr/>
        </p:nvSpPr>
        <p:spPr>
          <a:xfrm>
            <a:off x="809805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9" name="data_5970">
            <a:extLst>
              <a:ext uri="{FF2B5EF4-FFF2-40B4-BE49-F238E27FC236}">
                <a16:creationId xmlns:a16="http://schemas.microsoft.com/office/drawing/2014/main" id="{78E6DFA8-11EC-46E8-98EB-FD282B4EC014}"/>
              </a:ext>
            </a:extLst>
          </p:cNvPr>
          <p:cNvSpPr>
            <a:spLocks/>
          </p:cNvSpPr>
          <p:nvPr/>
        </p:nvSpPr>
        <p:spPr>
          <a:xfrm>
            <a:off x="8060198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0" name="data_5971">
            <a:extLst>
              <a:ext uri="{FF2B5EF4-FFF2-40B4-BE49-F238E27FC236}">
                <a16:creationId xmlns:a16="http://schemas.microsoft.com/office/drawing/2014/main" id="{A5FB8B26-5C9F-4777-9FA1-73B875B2CBA9}"/>
              </a:ext>
            </a:extLst>
          </p:cNvPr>
          <p:cNvSpPr>
            <a:spLocks/>
          </p:cNvSpPr>
          <p:nvPr/>
        </p:nvSpPr>
        <p:spPr>
          <a:xfrm>
            <a:off x="807928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1" name="data_5972">
            <a:extLst>
              <a:ext uri="{FF2B5EF4-FFF2-40B4-BE49-F238E27FC236}">
                <a16:creationId xmlns:a16="http://schemas.microsoft.com/office/drawing/2014/main" id="{45DA1894-79EE-484B-9FF4-A9F1A9F246FA}"/>
              </a:ext>
            </a:extLst>
          </p:cNvPr>
          <p:cNvSpPr>
            <a:spLocks/>
          </p:cNvSpPr>
          <p:nvPr/>
        </p:nvSpPr>
        <p:spPr>
          <a:xfrm>
            <a:off x="814073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2" name="data_5973">
            <a:extLst>
              <a:ext uri="{FF2B5EF4-FFF2-40B4-BE49-F238E27FC236}">
                <a16:creationId xmlns:a16="http://schemas.microsoft.com/office/drawing/2014/main" id="{E9A7EC70-CD9A-42BC-BF57-15DA89251676}"/>
              </a:ext>
            </a:extLst>
          </p:cNvPr>
          <p:cNvSpPr>
            <a:spLocks/>
          </p:cNvSpPr>
          <p:nvPr/>
        </p:nvSpPr>
        <p:spPr>
          <a:xfrm>
            <a:off x="812597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3" name="data_5974">
            <a:extLst>
              <a:ext uri="{FF2B5EF4-FFF2-40B4-BE49-F238E27FC236}">
                <a16:creationId xmlns:a16="http://schemas.microsoft.com/office/drawing/2014/main" id="{0CDFC832-09B9-4627-9D98-31DAE9FBBA15}"/>
              </a:ext>
            </a:extLst>
          </p:cNvPr>
          <p:cNvSpPr>
            <a:spLocks/>
          </p:cNvSpPr>
          <p:nvPr/>
        </p:nvSpPr>
        <p:spPr>
          <a:xfrm>
            <a:off x="81242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4" name="data_5975">
            <a:extLst>
              <a:ext uri="{FF2B5EF4-FFF2-40B4-BE49-F238E27FC236}">
                <a16:creationId xmlns:a16="http://schemas.microsoft.com/office/drawing/2014/main" id="{C2F5E37F-19D4-49B3-8A1C-D70A27299D06}"/>
              </a:ext>
            </a:extLst>
          </p:cNvPr>
          <p:cNvSpPr>
            <a:spLocks/>
          </p:cNvSpPr>
          <p:nvPr/>
        </p:nvSpPr>
        <p:spPr>
          <a:xfrm>
            <a:off x="80572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5" name="data_5976">
            <a:extLst>
              <a:ext uri="{FF2B5EF4-FFF2-40B4-BE49-F238E27FC236}">
                <a16:creationId xmlns:a16="http://schemas.microsoft.com/office/drawing/2014/main" id="{B4AC172D-7A2F-4CBB-892F-DF0A50C3D2E1}"/>
              </a:ext>
            </a:extLst>
          </p:cNvPr>
          <p:cNvSpPr>
            <a:spLocks/>
          </p:cNvSpPr>
          <p:nvPr/>
        </p:nvSpPr>
        <p:spPr>
          <a:xfrm>
            <a:off x="812654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6" name="data_5977">
            <a:extLst>
              <a:ext uri="{FF2B5EF4-FFF2-40B4-BE49-F238E27FC236}">
                <a16:creationId xmlns:a16="http://schemas.microsoft.com/office/drawing/2014/main" id="{7F742B91-AFAD-4C9C-A7C5-8AD31FE88568}"/>
              </a:ext>
            </a:extLst>
          </p:cNvPr>
          <p:cNvSpPr>
            <a:spLocks/>
          </p:cNvSpPr>
          <p:nvPr/>
        </p:nvSpPr>
        <p:spPr>
          <a:xfrm>
            <a:off x="813370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7" name="data_5978">
            <a:extLst>
              <a:ext uri="{FF2B5EF4-FFF2-40B4-BE49-F238E27FC236}">
                <a16:creationId xmlns:a16="http://schemas.microsoft.com/office/drawing/2014/main" id="{11FACAF9-3B04-4353-8890-EBEB7DA93DE2}"/>
              </a:ext>
            </a:extLst>
          </p:cNvPr>
          <p:cNvSpPr>
            <a:spLocks/>
          </p:cNvSpPr>
          <p:nvPr/>
        </p:nvSpPr>
        <p:spPr>
          <a:xfrm>
            <a:off x="807639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8" name="data_5979">
            <a:extLst>
              <a:ext uri="{FF2B5EF4-FFF2-40B4-BE49-F238E27FC236}">
                <a16:creationId xmlns:a16="http://schemas.microsoft.com/office/drawing/2014/main" id="{04487DCC-7E73-4548-8B47-F69054FC6951}"/>
              </a:ext>
            </a:extLst>
          </p:cNvPr>
          <p:cNvSpPr>
            <a:spLocks/>
          </p:cNvSpPr>
          <p:nvPr/>
        </p:nvSpPr>
        <p:spPr>
          <a:xfrm>
            <a:off x="814144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9" name="data_5980">
            <a:extLst>
              <a:ext uri="{FF2B5EF4-FFF2-40B4-BE49-F238E27FC236}">
                <a16:creationId xmlns:a16="http://schemas.microsoft.com/office/drawing/2014/main" id="{6FC2BDC5-60B8-4D25-A969-B4625B6E1BE5}"/>
              </a:ext>
            </a:extLst>
          </p:cNvPr>
          <p:cNvSpPr>
            <a:spLocks/>
          </p:cNvSpPr>
          <p:nvPr/>
        </p:nvSpPr>
        <p:spPr>
          <a:xfrm>
            <a:off x="803756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0" name="data_5981">
            <a:extLst>
              <a:ext uri="{FF2B5EF4-FFF2-40B4-BE49-F238E27FC236}">
                <a16:creationId xmlns:a16="http://schemas.microsoft.com/office/drawing/2014/main" id="{E65CD1A3-AF7E-4C30-941E-02B86237109E}"/>
              </a:ext>
            </a:extLst>
          </p:cNvPr>
          <p:cNvSpPr>
            <a:spLocks/>
          </p:cNvSpPr>
          <p:nvPr/>
        </p:nvSpPr>
        <p:spPr>
          <a:xfrm>
            <a:off x="811323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1" name="data_5982">
            <a:extLst>
              <a:ext uri="{FF2B5EF4-FFF2-40B4-BE49-F238E27FC236}">
                <a16:creationId xmlns:a16="http://schemas.microsoft.com/office/drawing/2014/main" id="{304FB0B2-2EDF-42EF-8AF6-318D86674A1F}"/>
              </a:ext>
            </a:extLst>
          </p:cNvPr>
          <p:cNvSpPr>
            <a:spLocks/>
          </p:cNvSpPr>
          <p:nvPr/>
        </p:nvSpPr>
        <p:spPr>
          <a:xfrm>
            <a:off x="8096821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2" name="data_5983">
            <a:extLst>
              <a:ext uri="{FF2B5EF4-FFF2-40B4-BE49-F238E27FC236}">
                <a16:creationId xmlns:a16="http://schemas.microsoft.com/office/drawing/2014/main" id="{C018A673-330C-42ED-8723-E49301B709CA}"/>
              </a:ext>
            </a:extLst>
          </p:cNvPr>
          <p:cNvSpPr>
            <a:spLocks/>
          </p:cNvSpPr>
          <p:nvPr/>
        </p:nvSpPr>
        <p:spPr>
          <a:xfrm>
            <a:off x="8080710" y="27358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3" name="data_5984">
            <a:extLst>
              <a:ext uri="{FF2B5EF4-FFF2-40B4-BE49-F238E27FC236}">
                <a16:creationId xmlns:a16="http://schemas.microsoft.com/office/drawing/2014/main" id="{F06AF4BE-CDA6-45FD-90FE-C31C9B9DAF1B}"/>
              </a:ext>
            </a:extLst>
          </p:cNvPr>
          <p:cNvSpPr>
            <a:spLocks/>
          </p:cNvSpPr>
          <p:nvPr/>
        </p:nvSpPr>
        <p:spPr>
          <a:xfrm>
            <a:off x="8044921" y="19955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4" name="data_5985">
            <a:extLst>
              <a:ext uri="{FF2B5EF4-FFF2-40B4-BE49-F238E27FC236}">
                <a16:creationId xmlns:a16="http://schemas.microsoft.com/office/drawing/2014/main" id="{1328C2AF-B245-459C-ABE1-3A3AF6A046C7}"/>
              </a:ext>
            </a:extLst>
          </p:cNvPr>
          <p:cNvSpPr>
            <a:spLocks/>
          </p:cNvSpPr>
          <p:nvPr/>
        </p:nvSpPr>
        <p:spPr>
          <a:xfrm>
            <a:off x="8108420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5" name="data_5986">
            <a:extLst>
              <a:ext uri="{FF2B5EF4-FFF2-40B4-BE49-F238E27FC236}">
                <a16:creationId xmlns:a16="http://schemas.microsoft.com/office/drawing/2014/main" id="{CE87A03E-952F-4EEA-A732-7900179027C8}"/>
              </a:ext>
            </a:extLst>
          </p:cNvPr>
          <p:cNvSpPr>
            <a:spLocks/>
          </p:cNvSpPr>
          <p:nvPr/>
        </p:nvSpPr>
        <p:spPr>
          <a:xfrm>
            <a:off x="8062109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6" name="data_5987">
            <a:extLst>
              <a:ext uri="{FF2B5EF4-FFF2-40B4-BE49-F238E27FC236}">
                <a16:creationId xmlns:a16="http://schemas.microsoft.com/office/drawing/2014/main" id="{50AB16F9-163E-4F5F-B527-31985B68CD57}"/>
              </a:ext>
            </a:extLst>
          </p:cNvPr>
          <p:cNvSpPr>
            <a:spLocks/>
          </p:cNvSpPr>
          <p:nvPr/>
        </p:nvSpPr>
        <p:spPr>
          <a:xfrm>
            <a:off x="810822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7" name="data_5988">
            <a:extLst>
              <a:ext uri="{FF2B5EF4-FFF2-40B4-BE49-F238E27FC236}">
                <a16:creationId xmlns:a16="http://schemas.microsoft.com/office/drawing/2014/main" id="{B34230EA-25C2-4193-8331-7EDCD02C2274}"/>
              </a:ext>
            </a:extLst>
          </p:cNvPr>
          <p:cNvSpPr>
            <a:spLocks/>
          </p:cNvSpPr>
          <p:nvPr/>
        </p:nvSpPr>
        <p:spPr>
          <a:xfrm>
            <a:off x="8046467" y="23594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8" name="data_5989">
            <a:extLst>
              <a:ext uri="{FF2B5EF4-FFF2-40B4-BE49-F238E27FC236}">
                <a16:creationId xmlns:a16="http://schemas.microsoft.com/office/drawing/2014/main" id="{C84178C1-8236-415A-91A4-034CD003D135}"/>
              </a:ext>
            </a:extLst>
          </p:cNvPr>
          <p:cNvSpPr>
            <a:spLocks/>
          </p:cNvSpPr>
          <p:nvPr/>
        </p:nvSpPr>
        <p:spPr>
          <a:xfrm>
            <a:off x="809956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9" name="data_5990">
            <a:extLst>
              <a:ext uri="{FF2B5EF4-FFF2-40B4-BE49-F238E27FC236}">
                <a16:creationId xmlns:a16="http://schemas.microsoft.com/office/drawing/2014/main" id="{22672015-DEA8-45F2-AAF4-A942AE370F8A}"/>
              </a:ext>
            </a:extLst>
          </p:cNvPr>
          <p:cNvSpPr>
            <a:spLocks/>
          </p:cNvSpPr>
          <p:nvPr/>
        </p:nvSpPr>
        <p:spPr>
          <a:xfrm>
            <a:off x="8141367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0" name="data_5991">
            <a:extLst>
              <a:ext uri="{FF2B5EF4-FFF2-40B4-BE49-F238E27FC236}">
                <a16:creationId xmlns:a16="http://schemas.microsoft.com/office/drawing/2014/main" id="{7ED05EFD-981B-4684-BA29-1C96007485FE}"/>
              </a:ext>
            </a:extLst>
          </p:cNvPr>
          <p:cNvSpPr>
            <a:spLocks/>
          </p:cNvSpPr>
          <p:nvPr/>
        </p:nvSpPr>
        <p:spPr>
          <a:xfrm>
            <a:off x="808864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1" name="data_5992">
            <a:extLst>
              <a:ext uri="{FF2B5EF4-FFF2-40B4-BE49-F238E27FC236}">
                <a16:creationId xmlns:a16="http://schemas.microsoft.com/office/drawing/2014/main" id="{38A5D685-A79B-42F2-AE97-D2C9F37DCF3B}"/>
              </a:ext>
            </a:extLst>
          </p:cNvPr>
          <p:cNvSpPr>
            <a:spLocks/>
          </p:cNvSpPr>
          <p:nvPr/>
        </p:nvSpPr>
        <p:spPr>
          <a:xfrm>
            <a:off x="813124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2" name="data_5993">
            <a:extLst>
              <a:ext uri="{FF2B5EF4-FFF2-40B4-BE49-F238E27FC236}">
                <a16:creationId xmlns:a16="http://schemas.microsoft.com/office/drawing/2014/main" id="{9F7A6C67-ADEA-4A84-A7B6-1EF03CB6971A}"/>
              </a:ext>
            </a:extLst>
          </p:cNvPr>
          <p:cNvSpPr>
            <a:spLocks/>
          </p:cNvSpPr>
          <p:nvPr/>
        </p:nvSpPr>
        <p:spPr>
          <a:xfrm>
            <a:off x="805787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3" name="data_5994">
            <a:extLst>
              <a:ext uri="{FF2B5EF4-FFF2-40B4-BE49-F238E27FC236}">
                <a16:creationId xmlns:a16="http://schemas.microsoft.com/office/drawing/2014/main" id="{5DD4DE54-0828-444A-ABEF-F3C5F5A65C78}"/>
              </a:ext>
            </a:extLst>
          </p:cNvPr>
          <p:cNvSpPr>
            <a:spLocks/>
          </p:cNvSpPr>
          <p:nvPr/>
        </p:nvSpPr>
        <p:spPr>
          <a:xfrm>
            <a:off x="806281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4" name="data_5995">
            <a:extLst>
              <a:ext uri="{FF2B5EF4-FFF2-40B4-BE49-F238E27FC236}">
                <a16:creationId xmlns:a16="http://schemas.microsoft.com/office/drawing/2014/main" id="{54A96045-62A5-4C49-865A-D34B68435A70}"/>
              </a:ext>
            </a:extLst>
          </p:cNvPr>
          <p:cNvSpPr>
            <a:spLocks/>
          </p:cNvSpPr>
          <p:nvPr/>
        </p:nvSpPr>
        <p:spPr>
          <a:xfrm>
            <a:off x="8103760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5" name="data_5996">
            <a:extLst>
              <a:ext uri="{FF2B5EF4-FFF2-40B4-BE49-F238E27FC236}">
                <a16:creationId xmlns:a16="http://schemas.microsoft.com/office/drawing/2014/main" id="{2C9C493E-B156-4CF3-BD3A-51198F22D59A}"/>
              </a:ext>
            </a:extLst>
          </p:cNvPr>
          <p:cNvSpPr>
            <a:spLocks/>
          </p:cNvSpPr>
          <p:nvPr/>
        </p:nvSpPr>
        <p:spPr>
          <a:xfrm>
            <a:off x="8098259" y="33906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6" name="data_5997">
            <a:extLst>
              <a:ext uri="{FF2B5EF4-FFF2-40B4-BE49-F238E27FC236}">
                <a16:creationId xmlns:a16="http://schemas.microsoft.com/office/drawing/2014/main" id="{8E33A672-E5DA-4A0B-8B2A-ABB4EC695AF0}"/>
              </a:ext>
            </a:extLst>
          </p:cNvPr>
          <p:cNvSpPr>
            <a:spLocks/>
          </p:cNvSpPr>
          <p:nvPr/>
        </p:nvSpPr>
        <p:spPr>
          <a:xfrm>
            <a:off x="806969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7" name="data_5998">
            <a:extLst>
              <a:ext uri="{FF2B5EF4-FFF2-40B4-BE49-F238E27FC236}">
                <a16:creationId xmlns:a16="http://schemas.microsoft.com/office/drawing/2014/main" id="{6BF710B3-C4A3-4B4D-86DB-686131EB3FDC}"/>
              </a:ext>
            </a:extLst>
          </p:cNvPr>
          <p:cNvSpPr>
            <a:spLocks/>
          </p:cNvSpPr>
          <p:nvPr/>
        </p:nvSpPr>
        <p:spPr>
          <a:xfrm>
            <a:off x="8060940" y="22035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8" name="data_5999">
            <a:extLst>
              <a:ext uri="{FF2B5EF4-FFF2-40B4-BE49-F238E27FC236}">
                <a16:creationId xmlns:a16="http://schemas.microsoft.com/office/drawing/2014/main" id="{904779E2-A9BC-4E08-8B43-51D39940AE26}"/>
              </a:ext>
            </a:extLst>
          </p:cNvPr>
          <p:cNvSpPr>
            <a:spLocks/>
          </p:cNvSpPr>
          <p:nvPr/>
        </p:nvSpPr>
        <p:spPr>
          <a:xfrm>
            <a:off x="8060896" y="33459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9" name="data_6000">
            <a:extLst>
              <a:ext uri="{FF2B5EF4-FFF2-40B4-BE49-F238E27FC236}">
                <a16:creationId xmlns:a16="http://schemas.microsoft.com/office/drawing/2014/main" id="{DB2A6200-D575-4090-93BF-406CD2F49210}"/>
              </a:ext>
            </a:extLst>
          </p:cNvPr>
          <p:cNvSpPr>
            <a:spLocks/>
          </p:cNvSpPr>
          <p:nvPr/>
        </p:nvSpPr>
        <p:spPr>
          <a:xfrm>
            <a:off x="814028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0" name="data_6001">
            <a:extLst>
              <a:ext uri="{FF2B5EF4-FFF2-40B4-BE49-F238E27FC236}">
                <a16:creationId xmlns:a16="http://schemas.microsoft.com/office/drawing/2014/main" id="{DF43407B-C523-4F24-A4B9-5A36B298EB06}"/>
              </a:ext>
            </a:extLst>
          </p:cNvPr>
          <p:cNvSpPr>
            <a:spLocks/>
          </p:cNvSpPr>
          <p:nvPr/>
        </p:nvSpPr>
        <p:spPr>
          <a:xfrm>
            <a:off x="8083945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1" name="data_6002">
            <a:extLst>
              <a:ext uri="{FF2B5EF4-FFF2-40B4-BE49-F238E27FC236}">
                <a16:creationId xmlns:a16="http://schemas.microsoft.com/office/drawing/2014/main" id="{7AEF1353-AB56-4F86-8C32-16632F2FDFDA}"/>
              </a:ext>
            </a:extLst>
          </p:cNvPr>
          <p:cNvSpPr>
            <a:spLocks/>
          </p:cNvSpPr>
          <p:nvPr/>
        </p:nvSpPr>
        <p:spPr>
          <a:xfrm>
            <a:off x="806585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2" name="data_6003">
            <a:extLst>
              <a:ext uri="{FF2B5EF4-FFF2-40B4-BE49-F238E27FC236}">
                <a16:creationId xmlns:a16="http://schemas.microsoft.com/office/drawing/2014/main" id="{114F964C-B053-457E-9616-EAEF34204725}"/>
              </a:ext>
            </a:extLst>
          </p:cNvPr>
          <p:cNvSpPr>
            <a:spLocks/>
          </p:cNvSpPr>
          <p:nvPr/>
        </p:nvSpPr>
        <p:spPr>
          <a:xfrm>
            <a:off x="810851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3" name="data_6004">
            <a:extLst>
              <a:ext uri="{FF2B5EF4-FFF2-40B4-BE49-F238E27FC236}">
                <a16:creationId xmlns:a16="http://schemas.microsoft.com/office/drawing/2014/main" id="{A514F5C2-64F2-4A76-86A6-CD942C8539E7}"/>
              </a:ext>
            </a:extLst>
          </p:cNvPr>
          <p:cNvSpPr>
            <a:spLocks/>
          </p:cNvSpPr>
          <p:nvPr/>
        </p:nvSpPr>
        <p:spPr>
          <a:xfrm>
            <a:off x="8113181" y="34513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4" name="data_6005">
            <a:extLst>
              <a:ext uri="{FF2B5EF4-FFF2-40B4-BE49-F238E27FC236}">
                <a16:creationId xmlns:a16="http://schemas.microsoft.com/office/drawing/2014/main" id="{542AE697-30B2-44BE-94B3-9755A0D4824A}"/>
              </a:ext>
            </a:extLst>
          </p:cNvPr>
          <p:cNvSpPr>
            <a:spLocks/>
          </p:cNvSpPr>
          <p:nvPr/>
        </p:nvSpPr>
        <p:spPr>
          <a:xfrm>
            <a:off x="8141379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5" name="data_6006">
            <a:extLst>
              <a:ext uri="{FF2B5EF4-FFF2-40B4-BE49-F238E27FC236}">
                <a16:creationId xmlns:a16="http://schemas.microsoft.com/office/drawing/2014/main" id="{D7014F51-A367-4D5B-BF0A-2C72216B01B3}"/>
              </a:ext>
            </a:extLst>
          </p:cNvPr>
          <p:cNvSpPr>
            <a:spLocks/>
          </p:cNvSpPr>
          <p:nvPr/>
        </p:nvSpPr>
        <p:spPr>
          <a:xfrm>
            <a:off x="805563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6" name="data_6007">
            <a:extLst>
              <a:ext uri="{FF2B5EF4-FFF2-40B4-BE49-F238E27FC236}">
                <a16:creationId xmlns:a16="http://schemas.microsoft.com/office/drawing/2014/main" id="{A169A029-97B2-41B9-8440-C8503E6CF4DD}"/>
              </a:ext>
            </a:extLst>
          </p:cNvPr>
          <p:cNvSpPr>
            <a:spLocks/>
          </p:cNvSpPr>
          <p:nvPr/>
        </p:nvSpPr>
        <p:spPr>
          <a:xfrm>
            <a:off x="80451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7" name="data_6008">
            <a:extLst>
              <a:ext uri="{FF2B5EF4-FFF2-40B4-BE49-F238E27FC236}">
                <a16:creationId xmlns:a16="http://schemas.microsoft.com/office/drawing/2014/main" id="{07344DD9-EC3B-4853-8C2F-948B96DD2706}"/>
              </a:ext>
            </a:extLst>
          </p:cNvPr>
          <p:cNvSpPr>
            <a:spLocks/>
          </p:cNvSpPr>
          <p:nvPr/>
        </p:nvSpPr>
        <p:spPr>
          <a:xfrm>
            <a:off x="812542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8" name="data_6009">
            <a:extLst>
              <a:ext uri="{FF2B5EF4-FFF2-40B4-BE49-F238E27FC236}">
                <a16:creationId xmlns:a16="http://schemas.microsoft.com/office/drawing/2014/main" id="{7B47C451-1264-4C9F-8862-380CD29228CF}"/>
              </a:ext>
            </a:extLst>
          </p:cNvPr>
          <p:cNvSpPr>
            <a:spLocks/>
          </p:cNvSpPr>
          <p:nvPr/>
        </p:nvSpPr>
        <p:spPr>
          <a:xfrm>
            <a:off x="8046107" y="21547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9" name="data_6010">
            <a:extLst>
              <a:ext uri="{FF2B5EF4-FFF2-40B4-BE49-F238E27FC236}">
                <a16:creationId xmlns:a16="http://schemas.microsoft.com/office/drawing/2014/main" id="{11512BCA-30F5-4530-8E04-A18F60B92E24}"/>
              </a:ext>
            </a:extLst>
          </p:cNvPr>
          <p:cNvSpPr>
            <a:spLocks/>
          </p:cNvSpPr>
          <p:nvPr/>
        </p:nvSpPr>
        <p:spPr>
          <a:xfrm>
            <a:off x="813403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0" name="data_6011">
            <a:extLst>
              <a:ext uri="{FF2B5EF4-FFF2-40B4-BE49-F238E27FC236}">
                <a16:creationId xmlns:a16="http://schemas.microsoft.com/office/drawing/2014/main" id="{876DA1B5-3849-45CE-AF97-4E0A2524268A}"/>
              </a:ext>
            </a:extLst>
          </p:cNvPr>
          <p:cNvSpPr>
            <a:spLocks/>
          </p:cNvSpPr>
          <p:nvPr/>
        </p:nvSpPr>
        <p:spPr>
          <a:xfrm>
            <a:off x="8046231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1" name="data_6012">
            <a:extLst>
              <a:ext uri="{FF2B5EF4-FFF2-40B4-BE49-F238E27FC236}">
                <a16:creationId xmlns:a16="http://schemas.microsoft.com/office/drawing/2014/main" id="{DC36B3BE-68CD-4929-8063-FF1B2001F178}"/>
              </a:ext>
            </a:extLst>
          </p:cNvPr>
          <p:cNvSpPr>
            <a:spLocks/>
          </p:cNvSpPr>
          <p:nvPr/>
        </p:nvSpPr>
        <p:spPr>
          <a:xfrm>
            <a:off x="8135668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2" name="data_6013">
            <a:extLst>
              <a:ext uri="{FF2B5EF4-FFF2-40B4-BE49-F238E27FC236}">
                <a16:creationId xmlns:a16="http://schemas.microsoft.com/office/drawing/2014/main" id="{08AF5B71-DB2A-4EB1-89A5-274FDF3389D5}"/>
              </a:ext>
            </a:extLst>
          </p:cNvPr>
          <p:cNvSpPr>
            <a:spLocks/>
          </p:cNvSpPr>
          <p:nvPr/>
        </p:nvSpPr>
        <p:spPr>
          <a:xfrm>
            <a:off x="805651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3" name="data_6014">
            <a:extLst>
              <a:ext uri="{FF2B5EF4-FFF2-40B4-BE49-F238E27FC236}">
                <a16:creationId xmlns:a16="http://schemas.microsoft.com/office/drawing/2014/main" id="{312A01C3-A56A-4935-9BC4-0E5C1121B499}"/>
              </a:ext>
            </a:extLst>
          </p:cNvPr>
          <p:cNvSpPr>
            <a:spLocks/>
          </p:cNvSpPr>
          <p:nvPr/>
        </p:nvSpPr>
        <p:spPr>
          <a:xfrm>
            <a:off x="804781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4" name="data_6015">
            <a:extLst>
              <a:ext uri="{FF2B5EF4-FFF2-40B4-BE49-F238E27FC236}">
                <a16:creationId xmlns:a16="http://schemas.microsoft.com/office/drawing/2014/main" id="{60758817-BB00-41CE-B235-13E4EFD1377B}"/>
              </a:ext>
            </a:extLst>
          </p:cNvPr>
          <p:cNvSpPr>
            <a:spLocks/>
          </p:cNvSpPr>
          <p:nvPr/>
        </p:nvSpPr>
        <p:spPr>
          <a:xfrm>
            <a:off x="804973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5" name="data_6016">
            <a:extLst>
              <a:ext uri="{FF2B5EF4-FFF2-40B4-BE49-F238E27FC236}">
                <a16:creationId xmlns:a16="http://schemas.microsoft.com/office/drawing/2014/main" id="{15DCD5A1-5F93-4643-A118-559F642780F5}"/>
              </a:ext>
            </a:extLst>
          </p:cNvPr>
          <p:cNvSpPr>
            <a:spLocks/>
          </p:cNvSpPr>
          <p:nvPr/>
        </p:nvSpPr>
        <p:spPr>
          <a:xfrm>
            <a:off x="8141819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6" name="data_6017">
            <a:extLst>
              <a:ext uri="{FF2B5EF4-FFF2-40B4-BE49-F238E27FC236}">
                <a16:creationId xmlns:a16="http://schemas.microsoft.com/office/drawing/2014/main" id="{AA873FEC-050C-4D0A-88EA-FC87F88E7739}"/>
              </a:ext>
            </a:extLst>
          </p:cNvPr>
          <p:cNvSpPr>
            <a:spLocks/>
          </p:cNvSpPr>
          <p:nvPr/>
        </p:nvSpPr>
        <p:spPr>
          <a:xfrm>
            <a:off x="813510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7" name="data_6018">
            <a:extLst>
              <a:ext uri="{FF2B5EF4-FFF2-40B4-BE49-F238E27FC236}">
                <a16:creationId xmlns:a16="http://schemas.microsoft.com/office/drawing/2014/main" id="{F4D2DC7A-E9EA-44C3-B915-A2E9B8BDA972}"/>
              </a:ext>
            </a:extLst>
          </p:cNvPr>
          <p:cNvSpPr>
            <a:spLocks/>
          </p:cNvSpPr>
          <p:nvPr/>
        </p:nvSpPr>
        <p:spPr>
          <a:xfrm>
            <a:off x="812733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8" name="data_6019">
            <a:extLst>
              <a:ext uri="{FF2B5EF4-FFF2-40B4-BE49-F238E27FC236}">
                <a16:creationId xmlns:a16="http://schemas.microsoft.com/office/drawing/2014/main" id="{02B96342-4C2C-43A4-8C2F-17475C46E156}"/>
              </a:ext>
            </a:extLst>
          </p:cNvPr>
          <p:cNvSpPr>
            <a:spLocks/>
          </p:cNvSpPr>
          <p:nvPr/>
        </p:nvSpPr>
        <p:spPr>
          <a:xfrm>
            <a:off x="807919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9" name="data_6020">
            <a:extLst>
              <a:ext uri="{FF2B5EF4-FFF2-40B4-BE49-F238E27FC236}">
                <a16:creationId xmlns:a16="http://schemas.microsoft.com/office/drawing/2014/main" id="{97D3192F-3A5D-497D-89AC-B6FF14F9EFBF}"/>
              </a:ext>
            </a:extLst>
          </p:cNvPr>
          <p:cNvSpPr>
            <a:spLocks/>
          </p:cNvSpPr>
          <p:nvPr/>
        </p:nvSpPr>
        <p:spPr>
          <a:xfrm>
            <a:off x="8107660" y="2640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0" name="data_6021">
            <a:extLst>
              <a:ext uri="{FF2B5EF4-FFF2-40B4-BE49-F238E27FC236}">
                <a16:creationId xmlns:a16="http://schemas.microsoft.com/office/drawing/2014/main" id="{3F45CDBF-1D41-469C-9E12-0C9AF519A467}"/>
              </a:ext>
            </a:extLst>
          </p:cNvPr>
          <p:cNvSpPr>
            <a:spLocks/>
          </p:cNvSpPr>
          <p:nvPr/>
        </p:nvSpPr>
        <p:spPr>
          <a:xfrm>
            <a:off x="812778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1" name="data_6022">
            <a:extLst>
              <a:ext uri="{FF2B5EF4-FFF2-40B4-BE49-F238E27FC236}">
                <a16:creationId xmlns:a16="http://schemas.microsoft.com/office/drawing/2014/main" id="{7A3DAFBC-6966-4C6C-BAED-6199C1756DA7}"/>
              </a:ext>
            </a:extLst>
          </p:cNvPr>
          <p:cNvSpPr>
            <a:spLocks/>
          </p:cNvSpPr>
          <p:nvPr/>
        </p:nvSpPr>
        <p:spPr>
          <a:xfrm>
            <a:off x="810844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2" name="data_6023">
            <a:extLst>
              <a:ext uri="{FF2B5EF4-FFF2-40B4-BE49-F238E27FC236}">
                <a16:creationId xmlns:a16="http://schemas.microsoft.com/office/drawing/2014/main" id="{7B1DEF79-A461-439A-8D90-BEFA3F6C465F}"/>
              </a:ext>
            </a:extLst>
          </p:cNvPr>
          <p:cNvSpPr>
            <a:spLocks/>
          </p:cNvSpPr>
          <p:nvPr/>
        </p:nvSpPr>
        <p:spPr>
          <a:xfrm>
            <a:off x="813181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3" name="data_6024">
            <a:extLst>
              <a:ext uri="{FF2B5EF4-FFF2-40B4-BE49-F238E27FC236}">
                <a16:creationId xmlns:a16="http://schemas.microsoft.com/office/drawing/2014/main" id="{EF4F9834-5A67-492B-BFF3-659C9018D048}"/>
              </a:ext>
            </a:extLst>
          </p:cNvPr>
          <p:cNvSpPr>
            <a:spLocks/>
          </p:cNvSpPr>
          <p:nvPr/>
        </p:nvSpPr>
        <p:spPr>
          <a:xfrm>
            <a:off x="811033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4" name="data_6025">
            <a:extLst>
              <a:ext uri="{FF2B5EF4-FFF2-40B4-BE49-F238E27FC236}">
                <a16:creationId xmlns:a16="http://schemas.microsoft.com/office/drawing/2014/main" id="{BBB8843A-974E-481E-AC1C-4C20CFF2AF66}"/>
              </a:ext>
            </a:extLst>
          </p:cNvPr>
          <p:cNvSpPr>
            <a:spLocks/>
          </p:cNvSpPr>
          <p:nvPr/>
        </p:nvSpPr>
        <p:spPr>
          <a:xfrm>
            <a:off x="810923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5" name="data_6026">
            <a:extLst>
              <a:ext uri="{FF2B5EF4-FFF2-40B4-BE49-F238E27FC236}">
                <a16:creationId xmlns:a16="http://schemas.microsoft.com/office/drawing/2014/main" id="{B3073BB9-8310-4BAA-8E47-ABB502D0DF85}"/>
              </a:ext>
            </a:extLst>
          </p:cNvPr>
          <p:cNvSpPr>
            <a:spLocks/>
          </p:cNvSpPr>
          <p:nvPr/>
        </p:nvSpPr>
        <p:spPr>
          <a:xfrm>
            <a:off x="8049513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6" name="data_6027">
            <a:extLst>
              <a:ext uri="{FF2B5EF4-FFF2-40B4-BE49-F238E27FC236}">
                <a16:creationId xmlns:a16="http://schemas.microsoft.com/office/drawing/2014/main" id="{76A0C595-3AB7-4581-9C2F-E4BCBB9DF88A}"/>
              </a:ext>
            </a:extLst>
          </p:cNvPr>
          <p:cNvSpPr>
            <a:spLocks/>
          </p:cNvSpPr>
          <p:nvPr/>
        </p:nvSpPr>
        <p:spPr>
          <a:xfrm>
            <a:off x="806943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7" name="data_6028">
            <a:extLst>
              <a:ext uri="{FF2B5EF4-FFF2-40B4-BE49-F238E27FC236}">
                <a16:creationId xmlns:a16="http://schemas.microsoft.com/office/drawing/2014/main" id="{CD8C134B-98BA-45A9-89CE-C586F6058F2F}"/>
              </a:ext>
            </a:extLst>
          </p:cNvPr>
          <p:cNvSpPr>
            <a:spLocks/>
          </p:cNvSpPr>
          <p:nvPr/>
        </p:nvSpPr>
        <p:spPr>
          <a:xfrm>
            <a:off x="805963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8" name="data_6029">
            <a:extLst>
              <a:ext uri="{FF2B5EF4-FFF2-40B4-BE49-F238E27FC236}">
                <a16:creationId xmlns:a16="http://schemas.microsoft.com/office/drawing/2014/main" id="{9B5AB826-DE9E-4D06-8A7E-AFCE3F78D38D}"/>
              </a:ext>
            </a:extLst>
          </p:cNvPr>
          <p:cNvSpPr>
            <a:spLocks/>
          </p:cNvSpPr>
          <p:nvPr/>
        </p:nvSpPr>
        <p:spPr>
          <a:xfrm>
            <a:off x="8126789" y="21647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9" name="data_6030">
            <a:extLst>
              <a:ext uri="{FF2B5EF4-FFF2-40B4-BE49-F238E27FC236}">
                <a16:creationId xmlns:a16="http://schemas.microsoft.com/office/drawing/2014/main" id="{76F61323-7919-4E4A-B4C1-3134C223AF87}"/>
              </a:ext>
            </a:extLst>
          </p:cNvPr>
          <p:cNvSpPr>
            <a:spLocks/>
          </p:cNvSpPr>
          <p:nvPr/>
        </p:nvSpPr>
        <p:spPr>
          <a:xfrm>
            <a:off x="8128896" y="23334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0" name="data_6031">
            <a:extLst>
              <a:ext uri="{FF2B5EF4-FFF2-40B4-BE49-F238E27FC236}">
                <a16:creationId xmlns:a16="http://schemas.microsoft.com/office/drawing/2014/main" id="{F6EB3D6C-8071-41AF-BABF-2DE2F6F23B4B}"/>
              </a:ext>
            </a:extLst>
          </p:cNvPr>
          <p:cNvSpPr>
            <a:spLocks/>
          </p:cNvSpPr>
          <p:nvPr/>
        </p:nvSpPr>
        <p:spPr>
          <a:xfrm>
            <a:off x="807045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1" name="data_6032">
            <a:extLst>
              <a:ext uri="{FF2B5EF4-FFF2-40B4-BE49-F238E27FC236}">
                <a16:creationId xmlns:a16="http://schemas.microsoft.com/office/drawing/2014/main" id="{896BA631-C752-4291-AF03-E03D47476498}"/>
              </a:ext>
            </a:extLst>
          </p:cNvPr>
          <p:cNvSpPr>
            <a:spLocks/>
          </p:cNvSpPr>
          <p:nvPr/>
        </p:nvSpPr>
        <p:spPr>
          <a:xfrm>
            <a:off x="808013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2" name="data_6033">
            <a:extLst>
              <a:ext uri="{FF2B5EF4-FFF2-40B4-BE49-F238E27FC236}">
                <a16:creationId xmlns:a16="http://schemas.microsoft.com/office/drawing/2014/main" id="{6A743C2F-6FF1-46FF-9492-1B3C94D8196C}"/>
              </a:ext>
            </a:extLst>
          </p:cNvPr>
          <p:cNvSpPr>
            <a:spLocks/>
          </p:cNvSpPr>
          <p:nvPr/>
        </p:nvSpPr>
        <p:spPr>
          <a:xfrm>
            <a:off x="8115492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3" name="data_6034">
            <a:extLst>
              <a:ext uri="{FF2B5EF4-FFF2-40B4-BE49-F238E27FC236}">
                <a16:creationId xmlns:a16="http://schemas.microsoft.com/office/drawing/2014/main" id="{49B6BF4D-803B-47EF-922C-51ABDE692A5A}"/>
              </a:ext>
            </a:extLst>
          </p:cNvPr>
          <p:cNvSpPr>
            <a:spLocks/>
          </p:cNvSpPr>
          <p:nvPr/>
        </p:nvSpPr>
        <p:spPr>
          <a:xfrm>
            <a:off x="808018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4" name="data_6035">
            <a:extLst>
              <a:ext uri="{FF2B5EF4-FFF2-40B4-BE49-F238E27FC236}">
                <a16:creationId xmlns:a16="http://schemas.microsoft.com/office/drawing/2014/main" id="{AD85DAD8-6B8B-4916-974F-1BDEF61CDFBC}"/>
              </a:ext>
            </a:extLst>
          </p:cNvPr>
          <p:cNvSpPr>
            <a:spLocks/>
          </p:cNvSpPr>
          <p:nvPr/>
        </p:nvSpPr>
        <p:spPr>
          <a:xfrm>
            <a:off x="807993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5" name="data_6036">
            <a:extLst>
              <a:ext uri="{FF2B5EF4-FFF2-40B4-BE49-F238E27FC236}">
                <a16:creationId xmlns:a16="http://schemas.microsoft.com/office/drawing/2014/main" id="{4FDBA1CC-3AEC-496B-B621-797C691C70CB}"/>
              </a:ext>
            </a:extLst>
          </p:cNvPr>
          <p:cNvSpPr>
            <a:spLocks/>
          </p:cNvSpPr>
          <p:nvPr/>
        </p:nvSpPr>
        <p:spPr>
          <a:xfrm>
            <a:off x="80996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6" name="data_6037">
            <a:extLst>
              <a:ext uri="{FF2B5EF4-FFF2-40B4-BE49-F238E27FC236}">
                <a16:creationId xmlns:a16="http://schemas.microsoft.com/office/drawing/2014/main" id="{18B14996-A742-4B25-BE7B-10ABDBAB1C59}"/>
              </a:ext>
            </a:extLst>
          </p:cNvPr>
          <p:cNvSpPr>
            <a:spLocks/>
          </p:cNvSpPr>
          <p:nvPr/>
        </p:nvSpPr>
        <p:spPr>
          <a:xfrm>
            <a:off x="8100197" y="2382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7" name="data_6038">
            <a:extLst>
              <a:ext uri="{FF2B5EF4-FFF2-40B4-BE49-F238E27FC236}">
                <a16:creationId xmlns:a16="http://schemas.microsoft.com/office/drawing/2014/main" id="{EFA8DB0C-F4AB-481E-AEDA-B9AFE13AC090}"/>
              </a:ext>
            </a:extLst>
          </p:cNvPr>
          <p:cNvSpPr>
            <a:spLocks/>
          </p:cNvSpPr>
          <p:nvPr/>
        </p:nvSpPr>
        <p:spPr>
          <a:xfrm>
            <a:off x="8134994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8" name="data_6039">
            <a:extLst>
              <a:ext uri="{FF2B5EF4-FFF2-40B4-BE49-F238E27FC236}">
                <a16:creationId xmlns:a16="http://schemas.microsoft.com/office/drawing/2014/main" id="{90C466A3-54A7-4110-87BE-647AD1BDF3EE}"/>
              </a:ext>
            </a:extLst>
          </p:cNvPr>
          <p:cNvSpPr>
            <a:spLocks/>
          </p:cNvSpPr>
          <p:nvPr/>
        </p:nvSpPr>
        <p:spPr>
          <a:xfrm>
            <a:off x="806457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9" name="data_6040">
            <a:extLst>
              <a:ext uri="{FF2B5EF4-FFF2-40B4-BE49-F238E27FC236}">
                <a16:creationId xmlns:a16="http://schemas.microsoft.com/office/drawing/2014/main" id="{45A9B6C7-7E26-49CD-B0E6-F872BB94ADAA}"/>
              </a:ext>
            </a:extLst>
          </p:cNvPr>
          <p:cNvSpPr>
            <a:spLocks/>
          </p:cNvSpPr>
          <p:nvPr/>
        </p:nvSpPr>
        <p:spPr>
          <a:xfrm>
            <a:off x="813678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0" name="data_6041">
            <a:extLst>
              <a:ext uri="{FF2B5EF4-FFF2-40B4-BE49-F238E27FC236}">
                <a16:creationId xmlns:a16="http://schemas.microsoft.com/office/drawing/2014/main" id="{C9D083BE-D503-4671-9779-EB218A1FB25B}"/>
              </a:ext>
            </a:extLst>
          </p:cNvPr>
          <p:cNvSpPr>
            <a:spLocks/>
          </p:cNvSpPr>
          <p:nvPr/>
        </p:nvSpPr>
        <p:spPr>
          <a:xfrm>
            <a:off x="808574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1" name="data_6042">
            <a:extLst>
              <a:ext uri="{FF2B5EF4-FFF2-40B4-BE49-F238E27FC236}">
                <a16:creationId xmlns:a16="http://schemas.microsoft.com/office/drawing/2014/main" id="{70E1995F-C28D-407A-AE24-9B954780FD62}"/>
              </a:ext>
            </a:extLst>
          </p:cNvPr>
          <p:cNvSpPr>
            <a:spLocks/>
          </p:cNvSpPr>
          <p:nvPr/>
        </p:nvSpPr>
        <p:spPr>
          <a:xfrm>
            <a:off x="808190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2" name="data_6043">
            <a:extLst>
              <a:ext uri="{FF2B5EF4-FFF2-40B4-BE49-F238E27FC236}">
                <a16:creationId xmlns:a16="http://schemas.microsoft.com/office/drawing/2014/main" id="{37EA493A-0DAF-442B-A1A9-1023D3B883EB}"/>
              </a:ext>
            </a:extLst>
          </p:cNvPr>
          <p:cNvSpPr>
            <a:spLocks/>
          </p:cNvSpPr>
          <p:nvPr/>
        </p:nvSpPr>
        <p:spPr>
          <a:xfrm>
            <a:off x="813012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3" name="data_6044">
            <a:extLst>
              <a:ext uri="{FF2B5EF4-FFF2-40B4-BE49-F238E27FC236}">
                <a16:creationId xmlns:a16="http://schemas.microsoft.com/office/drawing/2014/main" id="{23E4E83E-25E1-430E-ABDC-69E0821D1DBB}"/>
              </a:ext>
            </a:extLst>
          </p:cNvPr>
          <p:cNvSpPr>
            <a:spLocks/>
          </p:cNvSpPr>
          <p:nvPr/>
        </p:nvSpPr>
        <p:spPr>
          <a:xfrm>
            <a:off x="805249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4" name="data_6045">
            <a:extLst>
              <a:ext uri="{FF2B5EF4-FFF2-40B4-BE49-F238E27FC236}">
                <a16:creationId xmlns:a16="http://schemas.microsoft.com/office/drawing/2014/main" id="{09A1C50D-7515-447C-8885-1C70D8CEC856}"/>
              </a:ext>
            </a:extLst>
          </p:cNvPr>
          <p:cNvSpPr>
            <a:spLocks/>
          </p:cNvSpPr>
          <p:nvPr/>
        </p:nvSpPr>
        <p:spPr>
          <a:xfrm>
            <a:off x="812677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5" name="data_6046">
            <a:extLst>
              <a:ext uri="{FF2B5EF4-FFF2-40B4-BE49-F238E27FC236}">
                <a16:creationId xmlns:a16="http://schemas.microsoft.com/office/drawing/2014/main" id="{40598368-2EE0-4113-81F8-82AC9B8555C4}"/>
              </a:ext>
            </a:extLst>
          </p:cNvPr>
          <p:cNvSpPr>
            <a:spLocks/>
          </p:cNvSpPr>
          <p:nvPr/>
        </p:nvSpPr>
        <p:spPr>
          <a:xfrm>
            <a:off x="8121673" y="2593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6" name="data_6047">
            <a:extLst>
              <a:ext uri="{FF2B5EF4-FFF2-40B4-BE49-F238E27FC236}">
                <a16:creationId xmlns:a16="http://schemas.microsoft.com/office/drawing/2014/main" id="{A5469A49-9F24-4111-B196-0CE8057E9294}"/>
              </a:ext>
            </a:extLst>
          </p:cNvPr>
          <p:cNvSpPr>
            <a:spLocks/>
          </p:cNvSpPr>
          <p:nvPr/>
        </p:nvSpPr>
        <p:spPr>
          <a:xfrm>
            <a:off x="813317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7" name="data_6048">
            <a:extLst>
              <a:ext uri="{FF2B5EF4-FFF2-40B4-BE49-F238E27FC236}">
                <a16:creationId xmlns:a16="http://schemas.microsoft.com/office/drawing/2014/main" id="{C47AE311-AB71-417E-BB0E-91EA5F0A1327}"/>
              </a:ext>
            </a:extLst>
          </p:cNvPr>
          <p:cNvSpPr>
            <a:spLocks/>
          </p:cNvSpPr>
          <p:nvPr/>
        </p:nvSpPr>
        <p:spPr>
          <a:xfrm>
            <a:off x="810205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8" name="data_6049">
            <a:extLst>
              <a:ext uri="{FF2B5EF4-FFF2-40B4-BE49-F238E27FC236}">
                <a16:creationId xmlns:a16="http://schemas.microsoft.com/office/drawing/2014/main" id="{434F8EBE-66A2-4B5F-8E37-37E326AD2F5B}"/>
              </a:ext>
            </a:extLst>
          </p:cNvPr>
          <p:cNvSpPr>
            <a:spLocks/>
          </p:cNvSpPr>
          <p:nvPr/>
        </p:nvSpPr>
        <p:spPr>
          <a:xfrm>
            <a:off x="805219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9" name="data_6050">
            <a:extLst>
              <a:ext uri="{FF2B5EF4-FFF2-40B4-BE49-F238E27FC236}">
                <a16:creationId xmlns:a16="http://schemas.microsoft.com/office/drawing/2014/main" id="{9105353D-A1A2-4ABE-A328-F585393CD816}"/>
              </a:ext>
            </a:extLst>
          </p:cNvPr>
          <p:cNvSpPr>
            <a:spLocks/>
          </p:cNvSpPr>
          <p:nvPr/>
        </p:nvSpPr>
        <p:spPr>
          <a:xfrm>
            <a:off x="805807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0" name="data_6051">
            <a:extLst>
              <a:ext uri="{FF2B5EF4-FFF2-40B4-BE49-F238E27FC236}">
                <a16:creationId xmlns:a16="http://schemas.microsoft.com/office/drawing/2014/main" id="{A2127963-055F-4445-BC2E-C4F40C48CFD5}"/>
              </a:ext>
            </a:extLst>
          </p:cNvPr>
          <p:cNvSpPr>
            <a:spLocks/>
          </p:cNvSpPr>
          <p:nvPr/>
        </p:nvSpPr>
        <p:spPr>
          <a:xfrm>
            <a:off x="8083723" y="23768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1" name="data_6052">
            <a:extLst>
              <a:ext uri="{FF2B5EF4-FFF2-40B4-BE49-F238E27FC236}">
                <a16:creationId xmlns:a16="http://schemas.microsoft.com/office/drawing/2014/main" id="{8C6D7D60-25B4-4AEE-9966-F5EF9F46C317}"/>
              </a:ext>
            </a:extLst>
          </p:cNvPr>
          <p:cNvSpPr>
            <a:spLocks/>
          </p:cNvSpPr>
          <p:nvPr/>
        </p:nvSpPr>
        <p:spPr>
          <a:xfrm>
            <a:off x="811884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2" name="data_6053">
            <a:extLst>
              <a:ext uri="{FF2B5EF4-FFF2-40B4-BE49-F238E27FC236}">
                <a16:creationId xmlns:a16="http://schemas.microsoft.com/office/drawing/2014/main" id="{E4641E62-A43C-4A82-8329-58B3242C8F36}"/>
              </a:ext>
            </a:extLst>
          </p:cNvPr>
          <p:cNvSpPr>
            <a:spLocks/>
          </p:cNvSpPr>
          <p:nvPr/>
        </p:nvSpPr>
        <p:spPr>
          <a:xfrm>
            <a:off x="8114284" y="2593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3" name="data_6054">
            <a:extLst>
              <a:ext uri="{FF2B5EF4-FFF2-40B4-BE49-F238E27FC236}">
                <a16:creationId xmlns:a16="http://schemas.microsoft.com/office/drawing/2014/main" id="{88C670B1-8F28-4459-90F9-4D69EB212B23}"/>
              </a:ext>
            </a:extLst>
          </p:cNvPr>
          <p:cNvSpPr>
            <a:spLocks/>
          </p:cNvSpPr>
          <p:nvPr/>
        </p:nvSpPr>
        <p:spPr>
          <a:xfrm>
            <a:off x="805056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4" name="data_6055">
            <a:extLst>
              <a:ext uri="{FF2B5EF4-FFF2-40B4-BE49-F238E27FC236}">
                <a16:creationId xmlns:a16="http://schemas.microsoft.com/office/drawing/2014/main" id="{3D3111C5-841D-4FCD-8B0F-3C3983B1580E}"/>
              </a:ext>
            </a:extLst>
          </p:cNvPr>
          <p:cNvSpPr>
            <a:spLocks/>
          </p:cNvSpPr>
          <p:nvPr/>
        </p:nvSpPr>
        <p:spPr>
          <a:xfrm>
            <a:off x="811352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5" name="data_6056">
            <a:extLst>
              <a:ext uri="{FF2B5EF4-FFF2-40B4-BE49-F238E27FC236}">
                <a16:creationId xmlns:a16="http://schemas.microsoft.com/office/drawing/2014/main" id="{0A7124B4-C238-44B7-ACA7-0738443922B8}"/>
              </a:ext>
            </a:extLst>
          </p:cNvPr>
          <p:cNvSpPr>
            <a:spLocks/>
          </p:cNvSpPr>
          <p:nvPr/>
        </p:nvSpPr>
        <p:spPr>
          <a:xfrm>
            <a:off x="814202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6" name="data_6057">
            <a:extLst>
              <a:ext uri="{FF2B5EF4-FFF2-40B4-BE49-F238E27FC236}">
                <a16:creationId xmlns:a16="http://schemas.microsoft.com/office/drawing/2014/main" id="{B526B17C-5A3B-42F9-BB60-3462F30B1CB9}"/>
              </a:ext>
            </a:extLst>
          </p:cNvPr>
          <p:cNvSpPr>
            <a:spLocks/>
          </p:cNvSpPr>
          <p:nvPr/>
        </p:nvSpPr>
        <p:spPr>
          <a:xfrm>
            <a:off x="808459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7" name="data_6058">
            <a:extLst>
              <a:ext uri="{FF2B5EF4-FFF2-40B4-BE49-F238E27FC236}">
                <a16:creationId xmlns:a16="http://schemas.microsoft.com/office/drawing/2014/main" id="{67D2535F-38CD-4739-8B41-378069B11E3E}"/>
              </a:ext>
            </a:extLst>
          </p:cNvPr>
          <p:cNvSpPr>
            <a:spLocks/>
          </p:cNvSpPr>
          <p:nvPr/>
        </p:nvSpPr>
        <p:spPr>
          <a:xfrm>
            <a:off x="805570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8" name="data_6059">
            <a:extLst>
              <a:ext uri="{FF2B5EF4-FFF2-40B4-BE49-F238E27FC236}">
                <a16:creationId xmlns:a16="http://schemas.microsoft.com/office/drawing/2014/main" id="{753B1768-263A-4981-B460-A7D805D73A19}"/>
              </a:ext>
            </a:extLst>
          </p:cNvPr>
          <p:cNvSpPr>
            <a:spLocks/>
          </p:cNvSpPr>
          <p:nvPr/>
        </p:nvSpPr>
        <p:spPr>
          <a:xfrm>
            <a:off x="810586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9" name="data_6060">
            <a:extLst>
              <a:ext uri="{FF2B5EF4-FFF2-40B4-BE49-F238E27FC236}">
                <a16:creationId xmlns:a16="http://schemas.microsoft.com/office/drawing/2014/main" id="{1857D6F2-575B-4629-A428-5E106CA3A40C}"/>
              </a:ext>
            </a:extLst>
          </p:cNvPr>
          <p:cNvSpPr>
            <a:spLocks/>
          </p:cNvSpPr>
          <p:nvPr/>
        </p:nvSpPr>
        <p:spPr>
          <a:xfrm>
            <a:off x="811614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0" name="data_6061">
            <a:extLst>
              <a:ext uri="{FF2B5EF4-FFF2-40B4-BE49-F238E27FC236}">
                <a16:creationId xmlns:a16="http://schemas.microsoft.com/office/drawing/2014/main" id="{705BD05B-F959-43B5-8EFF-0F4FE9CE3689}"/>
              </a:ext>
            </a:extLst>
          </p:cNvPr>
          <p:cNvSpPr>
            <a:spLocks/>
          </p:cNvSpPr>
          <p:nvPr/>
        </p:nvSpPr>
        <p:spPr>
          <a:xfrm>
            <a:off x="8112648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1" name="data_6062">
            <a:extLst>
              <a:ext uri="{FF2B5EF4-FFF2-40B4-BE49-F238E27FC236}">
                <a16:creationId xmlns:a16="http://schemas.microsoft.com/office/drawing/2014/main" id="{4C5428D8-74F1-4E3F-A22C-1A859ECE1C43}"/>
              </a:ext>
            </a:extLst>
          </p:cNvPr>
          <p:cNvSpPr>
            <a:spLocks/>
          </p:cNvSpPr>
          <p:nvPr/>
        </p:nvSpPr>
        <p:spPr>
          <a:xfrm>
            <a:off x="812885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2" name="data_6063">
            <a:extLst>
              <a:ext uri="{FF2B5EF4-FFF2-40B4-BE49-F238E27FC236}">
                <a16:creationId xmlns:a16="http://schemas.microsoft.com/office/drawing/2014/main" id="{8C67B5F5-C6B6-4928-99B9-C8328B8B9EDF}"/>
              </a:ext>
            </a:extLst>
          </p:cNvPr>
          <p:cNvSpPr>
            <a:spLocks/>
          </p:cNvSpPr>
          <p:nvPr/>
        </p:nvSpPr>
        <p:spPr>
          <a:xfrm>
            <a:off x="804444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3" name="data_6064">
            <a:extLst>
              <a:ext uri="{FF2B5EF4-FFF2-40B4-BE49-F238E27FC236}">
                <a16:creationId xmlns:a16="http://schemas.microsoft.com/office/drawing/2014/main" id="{B69DA114-AA0E-478D-B9EF-57F70380BEB2}"/>
              </a:ext>
            </a:extLst>
          </p:cNvPr>
          <p:cNvSpPr>
            <a:spLocks/>
          </p:cNvSpPr>
          <p:nvPr/>
        </p:nvSpPr>
        <p:spPr>
          <a:xfrm>
            <a:off x="8122000" y="28061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4" name="data_6065">
            <a:extLst>
              <a:ext uri="{FF2B5EF4-FFF2-40B4-BE49-F238E27FC236}">
                <a16:creationId xmlns:a16="http://schemas.microsoft.com/office/drawing/2014/main" id="{E5316828-3300-4ABC-A14C-8E20FA8F5F08}"/>
              </a:ext>
            </a:extLst>
          </p:cNvPr>
          <p:cNvSpPr>
            <a:spLocks/>
          </p:cNvSpPr>
          <p:nvPr/>
        </p:nvSpPr>
        <p:spPr>
          <a:xfrm>
            <a:off x="809777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5" name="data_6066">
            <a:extLst>
              <a:ext uri="{FF2B5EF4-FFF2-40B4-BE49-F238E27FC236}">
                <a16:creationId xmlns:a16="http://schemas.microsoft.com/office/drawing/2014/main" id="{B7367E6D-B3C7-4752-98EB-C0722E317CFD}"/>
              </a:ext>
            </a:extLst>
          </p:cNvPr>
          <p:cNvSpPr>
            <a:spLocks/>
          </p:cNvSpPr>
          <p:nvPr/>
        </p:nvSpPr>
        <p:spPr>
          <a:xfrm>
            <a:off x="804866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6" name="data_6067">
            <a:extLst>
              <a:ext uri="{FF2B5EF4-FFF2-40B4-BE49-F238E27FC236}">
                <a16:creationId xmlns:a16="http://schemas.microsoft.com/office/drawing/2014/main" id="{37DA4791-8409-4FF1-8DDB-AB358E9051DC}"/>
              </a:ext>
            </a:extLst>
          </p:cNvPr>
          <p:cNvSpPr>
            <a:spLocks/>
          </p:cNvSpPr>
          <p:nvPr/>
        </p:nvSpPr>
        <p:spPr>
          <a:xfrm>
            <a:off x="810210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7" name="data_6068">
            <a:extLst>
              <a:ext uri="{FF2B5EF4-FFF2-40B4-BE49-F238E27FC236}">
                <a16:creationId xmlns:a16="http://schemas.microsoft.com/office/drawing/2014/main" id="{28CAB43D-9725-4848-A185-976B98C2C18A}"/>
              </a:ext>
            </a:extLst>
          </p:cNvPr>
          <p:cNvSpPr>
            <a:spLocks/>
          </p:cNvSpPr>
          <p:nvPr/>
        </p:nvSpPr>
        <p:spPr>
          <a:xfrm>
            <a:off x="804481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8" name="data_6069">
            <a:extLst>
              <a:ext uri="{FF2B5EF4-FFF2-40B4-BE49-F238E27FC236}">
                <a16:creationId xmlns:a16="http://schemas.microsoft.com/office/drawing/2014/main" id="{AC516493-0B64-4FC9-9C74-166294D28847}"/>
              </a:ext>
            </a:extLst>
          </p:cNvPr>
          <p:cNvSpPr>
            <a:spLocks/>
          </p:cNvSpPr>
          <p:nvPr/>
        </p:nvSpPr>
        <p:spPr>
          <a:xfrm>
            <a:off x="8122032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9" name="data_6070">
            <a:extLst>
              <a:ext uri="{FF2B5EF4-FFF2-40B4-BE49-F238E27FC236}">
                <a16:creationId xmlns:a16="http://schemas.microsoft.com/office/drawing/2014/main" id="{77E15756-4BA1-4553-9B99-C0D376DA987C}"/>
              </a:ext>
            </a:extLst>
          </p:cNvPr>
          <p:cNvSpPr>
            <a:spLocks/>
          </p:cNvSpPr>
          <p:nvPr/>
        </p:nvSpPr>
        <p:spPr>
          <a:xfrm>
            <a:off x="807449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0" name="data_6071">
            <a:extLst>
              <a:ext uri="{FF2B5EF4-FFF2-40B4-BE49-F238E27FC236}">
                <a16:creationId xmlns:a16="http://schemas.microsoft.com/office/drawing/2014/main" id="{A2E5C32E-7F72-4A96-A757-E6D30A125F82}"/>
              </a:ext>
            </a:extLst>
          </p:cNvPr>
          <p:cNvSpPr>
            <a:spLocks/>
          </p:cNvSpPr>
          <p:nvPr/>
        </p:nvSpPr>
        <p:spPr>
          <a:xfrm>
            <a:off x="809170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1" name="data_6072">
            <a:extLst>
              <a:ext uri="{FF2B5EF4-FFF2-40B4-BE49-F238E27FC236}">
                <a16:creationId xmlns:a16="http://schemas.microsoft.com/office/drawing/2014/main" id="{CBBF2F95-50FD-4890-8CCC-3F5CD400D9B4}"/>
              </a:ext>
            </a:extLst>
          </p:cNvPr>
          <p:cNvSpPr>
            <a:spLocks/>
          </p:cNvSpPr>
          <p:nvPr/>
        </p:nvSpPr>
        <p:spPr>
          <a:xfrm>
            <a:off x="811105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2" name="data_6073">
            <a:extLst>
              <a:ext uri="{FF2B5EF4-FFF2-40B4-BE49-F238E27FC236}">
                <a16:creationId xmlns:a16="http://schemas.microsoft.com/office/drawing/2014/main" id="{65C94511-3063-4F48-B5CF-FAF026E386CD}"/>
              </a:ext>
            </a:extLst>
          </p:cNvPr>
          <p:cNvSpPr>
            <a:spLocks/>
          </p:cNvSpPr>
          <p:nvPr/>
        </p:nvSpPr>
        <p:spPr>
          <a:xfrm>
            <a:off x="806696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3" name="data_6074">
            <a:extLst>
              <a:ext uri="{FF2B5EF4-FFF2-40B4-BE49-F238E27FC236}">
                <a16:creationId xmlns:a16="http://schemas.microsoft.com/office/drawing/2014/main" id="{71A30F23-AAC3-48FF-B796-F5D43C7EC46F}"/>
              </a:ext>
            </a:extLst>
          </p:cNvPr>
          <p:cNvSpPr>
            <a:spLocks/>
          </p:cNvSpPr>
          <p:nvPr/>
        </p:nvSpPr>
        <p:spPr>
          <a:xfrm>
            <a:off x="804354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4" name="data_6075">
            <a:extLst>
              <a:ext uri="{FF2B5EF4-FFF2-40B4-BE49-F238E27FC236}">
                <a16:creationId xmlns:a16="http://schemas.microsoft.com/office/drawing/2014/main" id="{EBACD910-0236-4A08-A3C1-F2FDEED28491}"/>
              </a:ext>
            </a:extLst>
          </p:cNvPr>
          <p:cNvSpPr>
            <a:spLocks/>
          </p:cNvSpPr>
          <p:nvPr/>
        </p:nvSpPr>
        <p:spPr>
          <a:xfrm>
            <a:off x="8043774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5" name="data_6076">
            <a:extLst>
              <a:ext uri="{FF2B5EF4-FFF2-40B4-BE49-F238E27FC236}">
                <a16:creationId xmlns:a16="http://schemas.microsoft.com/office/drawing/2014/main" id="{DF741D91-0585-40CD-99CE-E30132CFAEEF}"/>
              </a:ext>
            </a:extLst>
          </p:cNvPr>
          <p:cNvSpPr>
            <a:spLocks/>
          </p:cNvSpPr>
          <p:nvPr/>
        </p:nvSpPr>
        <p:spPr>
          <a:xfrm>
            <a:off x="8099414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6" name="data_6077">
            <a:extLst>
              <a:ext uri="{FF2B5EF4-FFF2-40B4-BE49-F238E27FC236}">
                <a16:creationId xmlns:a16="http://schemas.microsoft.com/office/drawing/2014/main" id="{B41006FE-1FF9-491F-8EE6-D4DE6967F021}"/>
              </a:ext>
            </a:extLst>
          </p:cNvPr>
          <p:cNvSpPr>
            <a:spLocks/>
          </p:cNvSpPr>
          <p:nvPr/>
        </p:nvSpPr>
        <p:spPr>
          <a:xfrm>
            <a:off x="804049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7" name="data_6078">
            <a:extLst>
              <a:ext uri="{FF2B5EF4-FFF2-40B4-BE49-F238E27FC236}">
                <a16:creationId xmlns:a16="http://schemas.microsoft.com/office/drawing/2014/main" id="{77A61C83-7527-45BB-A6A3-3ED5FBE748B2}"/>
              </a:ext>
            </a:extLst>
          </p:cNvPr>
          <p:cNvSpPr>
            <a:spLocks/>
          </p:cNvSpPr>
          <p:nvPr/>
        </p:nvSpPr>
        <p:spPr>
          <a:xfrm>
            <a:off x="8139343" y="20935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8" name="data_6079">
            <a:extLst>
              <a:ext uri="{FF2B5EF4-FFF2-40B4-BE49-F238E27FC236}">
                <a16:creationId xmlns:a16="http://schemas.microsoft.com/office/drawing/2014/main" id="{6137BDA2-5323-4AD8-B8E9-BC7A9EB74ABC}"/>
              </a:ext>
            </a:extLst>
          </p:cNvPr>
          <p:cNvSpPr>
            <a:spLocks/>
          </p:cNvSpPr>
          <p:nvPr/>
        </p:nvSpPr>
        <p:spPr>
          <a:xfrm>
            <a:off x="8068366" y="22924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9" name="data_6080">
            <a:extLst>
              <a:ext uri="{FF2B5EF4-FFF2-40B4-BE49-F238E27FC236}">
                <a16:creationId xmlns:a16="http://schemas.microsoft.com/office/drawing/2014/main" id="{E63D5840-4C72-40C1-821A-BE0D012F7A3F}"/>
              </a:ext>
            </a:extLst>
          </p:cNvPr>
          <p:cNvSpPr>
            <a:spLocks/>
          </p:cNvSpPr>
          <p:nvPr/>
        </p:nvSpPr>
        <p:spPr>
          <a:xfrm>
            <a:off x="805232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0" name="data_6081">
            <a:extLst>
              <a:ext uri="{FF2B5EF4-FFF2-40B4-BE49-F238E27FC236}">
                <a16:creationId xmlns:a16="http://schemas.microsoft.com/office/drawing/2014/main" id="{628C6EEB-B9BB-4AD7-9F7D-F4991BAF9D44}"/>
              </a:ext>
            </a:extLst>
          </p:cNvPr>
          <p:cNvSpPr>
            <a:spLocks/>
          </p:cNvSpPr>
          <p:nvPr/>
        </p:nvSpPr>
        <p:spPr>
          <a:xfrm>
            <a:off x="807384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1" name="data_6082">
            <a:extLst>
              <a:ext uri="{FF2B5EF4-FFF2-40B4-BE49-F238E27FC236}">
                <a16:creationId xmlns:a16="http://schemas.microsoft.com/office/drawing/2014/main" id="{2C0095AE-DCAC-40E3-A9D9-8CB1C92F938F}"/>
              </a:ext>
            </a:extLst>
          </p:cNvPr>
          <p:cNvSpPr>
            <a:spLocks/>
          </p:cNvSpPr>
          <p:nvPr/>
        </p:nvSpPr>
        <p:spPr>
          <a:xfrm>
            <a:off x="808164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2" name="data_6083">
            <a:extLst>
              <a:ext uri="{FF2B5EF4-FFF2-40B4-BE49-F238E27FC236}">
                <a16:creationId xmlns:a16="http://schemas.microsoft.com/office/drawing/2014/main" id="{80CE4774-FAA0-4479-8776-A5C14BF7F427}"/>
              </a:ext>
            </a:extLst>
          </p:cNvPr>
          <p:cNvSpPr>
            <a:spLocks/>
          </p:cNvSpPr>
          <p:nvPr/>
        </p:nvSpPr>
        <p:spPr>
          <a:xfrm>
            <a:off x="8126039" y="28061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3" name="data_6084">
            <a:extLst>
              <a:ext uri="{FF2B5EF4-FFF2-40B4-BE49-F238E27FC236}">
                <a16:creationId xmlns:a16="http://schemas.microsoft.com/office/drawing/2014/main" id="{20508F06-75B4-4BE3-B5E9-0BE52EF16440}"/>
              </a:ext>
            </a:extLst>
          </p:cNvPr>
          <p:cNvSpPr>
            <a:spLocks/>
          </p:cNvSpPr>
          <p:nvPr/>
        </p:nvSpPr>
        <p:spPr>
          <a:xfrm>
            <a:off x="810356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4" name="data_6085">
            <a:extLst>
              <a:ext uri="{FF2B5EF4-FFF2-40B4-BE49-F238E27FC236}">
                <a16:creationId xmlns:a16="http://schemas.microsoft.com/office/drawing/2014/main" id="{8E3F549E-C031-47D3-8A6C-573DA1E6529E}"/>
              </a:ext>
            </a:extLst>
          </p:cNvPr>
          <p:cNvSpPr>
            <a:spLocks/>
          </p:cNvSpPr>
          <p:nvPr/>
        </p:nvSpPr>
        <p:spPr>
          <a:xfrm>
            <a:off x="8041954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5" name="data_6086">
            <a:extLst>
              <a:ext uri="{FF2B5EF4-FFF2-40B4-BE49-F238E27FC236}">
                <a16:creationId xmlns:a16="http://schemas.microsoft.com/office/drawing/2014/main" id="{7134CB23-0C91-4615-BD2B-7ECEB4C616C4}"/>
              </a:ext>
            </a:extLst>
          </p:cNvPr>
          <p:cNvSpPr>
            <a:spLocks/>
          </p:cNvSpPr>
          <p:nvPr/>
        </p:nvSpPr>
        <p:spPr>
          <a:xfrm>
            <a:off x="8134753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6" name="data_6087">
            <a:extLst>
              <a:ext uri="{FF2B5EF4-FFF2-40B4-BE49-F238E27FC236}">
                <a16:creationId xmlns:a16="http://schemas.microsoft.com/office/drawing/2014/main" id="{CE6DC77D-E504-4278-A6FF-4D38E792C34A}"/>
              </a:ext>
            </a:extLst>
          </p:cNvPr>
          <p:cNvSpPr>
            <a:spLocks/>
          </p:cNvSpPr>
          <p:nvPr/>
        </p:nvSpPr>
        <p:spPr>
          <a:xfrm>
            <a:off x="811599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7" name="data_6088">
            <a:extLst>
              <a:ext uri="{FF2B5EF4-FFF2-40B4-BE49-F238E27FC236}">
                <a16:creationId xmlns:a16="http://schemas.microsoft.com/office/drawing/2014/main" id="{2C74D643-E4DC-4045-A6C5-06AAFBC797AD}"/>
              </a:ext>
            </a:extLst>
          </p:cNvPr>
          <p:cNvSpPr>
            <a:spLocks/>
          </p:cNvSpPr>
          <p:nvPr/>
        </p:nvSpPr>
        <p:spPr>
          <a:xfrm>
            <a:off x="8064389" y="25414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8" name="data_6089">
            <a:extLst>
              <a:ext uri="{FF2B5EF4-FFF2-40B4-BE49-F238E27FC236}">
                <a16:creationId xmlns:a16="http://schemas.microsoft.com/office/drawing/2014/main" id="{F9BED2A1-AC20-4BBD-9021-183588948E01}"/>
              </a:ext>
            </a:extLst>
          </p:cNvPr>
          <p:cNvSpPr>
            <a:spLocks/>
          </p:cNvSpPr>
          <p:nvPr/>
        </p:nvSpPr>
        <p:spPr>
          <a:xfrm>
            <a:off x="804326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9" name="data_6090">
            <a:extLst>
              <a:ext uri="{FF2B5EF4-FFF2-40B4-BE49-F238E27FC236}">
                <a16:creationId xmlns:a16="http://schemas.microsoft.com/office/drawing/2014/main" id="{57959C6A-E783-4B34-965C-6F47BEC77B4B}"/>
              </a:ext>
            </a:extLst>
          </p:cNvPr>
          <p:cNvSpPr>
            <a:spLocks/>
          </p:cNvSpPr>
          <p:nvPr/>
        </p:nvSpPr>
        <p:spPr>
          <a:xfrm>
            <a:off x="8089621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0" name="data_6091">
            <a:extLst>
              <a:ext uri="{FF2B5EF4-FFF2-40B4-BE49-F238E27FC236}">
                <a16:creationId xmlns:a16="http://schemas.microsoft.com/office/drawing/2014/main" id="{24D54372-7011-4D42-A0A6-1F6AA9181D06}"/>
              </a:ext>
            </a:extLst>
          </p:cNvPr>
          <p:cNvSpPr>
            <a:spLocks/>
          </p:cNvSpPr>
          <p:nvPr/>
        </p:nvSpPr>
        <p:spPr>
          <a:xfrm>
            <a:off x="8128640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1" name="data_6092">
            <a:extLst>
              <a:ext uri="{FF2B5EF4-FFF2-40B4-BE49-F238E27FC236}">
                <a16:creationId xmlns:a16="http://schemas.microsoft.com/office/drawing/2014/main" id="{43C9ADEA-6630-4C53-9AAF-34D2C61CBFC7}"/>
              </a:ext>
            </a:extLst>
          </p:cNvPr>
          <p:cNvSpPr>
            <a:spLocks/>
          </p:cNvSpPr>
          <p:nvPr/>
        </p:nvSpPr>
        <p:spPr>
          <a:xfrm>
            <a:off x="8141984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2" name="data_6093">
            <a:extLst>
              <a:ext uri="{FF2B5EF4-FFF2-40B4-BE49-F238E27FC236}">
                <a16:creationId xmlns:a16="http://schemas.microsoft.com/office/drawing/2014/main" id="{E971E54A-274B-4FB9-B7DB-56BFEEDFBEBA}"/>
              </a:ext>
            </a:extLst>
          </p:cNvPr>
          <p:cNvSpPr>
            <a:spLocks/>
          </p:cNvSpPr>
          <p:nvPr/>
        </p:nvSpPr>
        <p:spPr>
          <a:xfrm>
            <a:off x="812545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3" name="data_6094">
            <a:extLst>
              <a:ext uri="{FF2B5EF4-FFF2-40B4-BE49-F238E27FC236}">
                <a16:creationId xmlns:a16="http://schemas.microsoft.com/office/drawing/2014/main" id="{93251A19-8908-491E-97E5-94F04177B269}"/>
              </a:ext>
            </a:extLst>
          </p:cNvPr>
          <p:cNvSpPr>
            <a:spLocks/>
          </p:cNvSpPr>
          <p:nvPr/>
        </p:nvSpPr>
        <p:spPr>
          <a:xfrm>
            <a:off x="812113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4" name="data_6095">
            <a:extLst>
              <a:ext uri="{FF2B5EF4-FFF2-40B4-BE49-F238E27FC236}">
                <a16:creationId xmlns:a16="http://schemas.microsoft.com/office/drawing/2014/main" id="{D29AADC2-EB16-48A7-934C-43018D061BF3}"/>
              </a:ext>
            </a:extLst>
          </p:cNvPr>
          <p:cNvSpPr>
            <a:spLocks/>
          </p:cNvSpPr>
          <p:nvPr/>
        </p:nvSpPr>
        <p:spPr>
          <a:xfrm>
            <a:off x="8106979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5" name="data_6096">
            <a:extLst>
              <a:ext uri="{FF2B5EF4-FFF2-40B4-BE49-F238E27FC236}">
                <a16:creationId xmlns:a16="http://schemas.microsoft.com/office/drawing/2014/main" id="{363D1ACA-C425-42DD-AFD3-7A224EEFBB39}"/>
              </a:ext>
            </a:extLst>
          </p:cNvPr>
          <p:cNvSpPr>
            <a:spLocks/>
          </p:cNvSpPr>
          <p:nvPr/>
        </p:nvSpPr>
        <p:spPr>
          <a:xfrm>
            <a:off x="8091390" y="29963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6" name="data_6097">
            <a:extLst>
              <a:ext uri="{FF2B5EF4-FFF2-40B4-BE49-F238E27FC236}">
                <a16:creationId xmlns:a16="http://schemas.microsoft.com/office/drawing/2014/main" id="{B4A8CAD7-618A-4F6F-A1E1-450135A29769}"/>
              </a:ext>
            </a:extLst>
          </p:cNvPr>
          <p:cNvSpPr>
            <a:spLocks/>
          </p:cNvSpPr>
          <p:nvPr/>
        </p:nvSpPr>
        <p:spPr>
          <a:xfrm>
            <a:off x="809317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7" name="data_6098">
            <a:extLst>
              <a:ext uri="{FF2B5EF4-FFF2-40B4-BE49-F238E27FC236}">
                <a16:creationId xmlns:a16="http://schemas.microsoft.com/office/drawing/2014/main" id="{ACE3AEFE-CF1B-4C7A-842B-A62F0FC15C49}"/>
              </a:ext>
            </a:extLst>
          </p:cNvPr>
          <p:cNvSpPr>
            <a:spLocks/>
          </p:cNvSpPr>
          <p:nvPr/>
        </p:nvSpPr>
        <p:spPr>
          <a:xfrm>
            <a:off x="8141100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8" name="data_6099">
            <a:extLst>
              <a:ext uri="{FF2B5EF4-FFF2-40B4-BE49-F238E27FC236}">
                <a16:creationId xmlns:a16="http://schemas.microsoft.com/office/drawing/2014/main" id="{A27CAB72-ECE0-4019-8C1B-4D19B34A56A0}"/>
              </a:ext>
            </a:extLst>
          </p:cNvPr>
          <p:cNvSpPr>
            <a:spLocks/>
          </p:cNvSpPr>
          <p:nvPr/>
        </p:nvSpPr>
        <p:spPr>
          <a:xfrm>
            <a:off x="8051593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9" name="data_6100">
            <a:extLst>
              <a:ext uri="{FF2B5EF4-FFF2-40B4-BE49-F238E27FC236}">
                <a16:creationId xmlns:a16="http://schemas.microsoft.com/office/drawing/2014/main" id="{0CF2FC0D-6710-47DE-AB4A-D9CF23B5D931}"/>
              </a:ext>
            </a:extLst>
          </p:cNvPr>
          <p:cNvSpPr>
            <a:spLocks/>
          </p:cNvSpPr>
          <p:nvPr/>
        </p:nvSpPr>
        <p:spPr>
          <a:xfrm>
            <a:off x="811784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0" name="data_6101">
            <a:extLst>
              <a:ext uri="{FF2B5EF4-FFF2-40B4-BE49-F238E27FC236}">
                <a16:creationId xmlns:a16="http://schemas.microsoft.com/office/drawing/2014/main" id="{ED46C826-11CA-449F-97CC-DB40FFCB7B85}"/>
              </a:ext>
            </a:extLst>
          </p:cNvPr>
          <p:cNvSpPr>
            <a:spLocks/>
          </p:cNvSpPr>
          <p:nvPr/>
        </p:nvSpPr>
        <p:spPr>
          <a:xfrm>
            <a:off x="813650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1" name="data_6102">
            <a:extLst>
              <a:ext uri="{FF2B5EF4-FFF2-40B4-BE49-F238E27FC236}">
                <a16:creationId xmlns:a16="http://schemas.microsoft.com/office/drawing/2014/main" id="{2184B948-3B80-4E50-AFB5-9C022ABB4A76}"/>
              </a:ext>
            </a:extLst>
          </p:cNvPr>
          <p:cNvSpPr>
            <a:spLocks/>
          </p:cNvSpPr>
          <p:nvPr/>
        </p:nvSpPr>
        <p:spPr>
          <a:xfrm>
            <a:off x="806896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2" name="data_6103">
            <a:extLst>
              <a:ext uri="{FF2B5EF4-FFF2-40B4-BE49-F238E27FC236}">
                <a16:creationId xmlns:a16="http://schemas.microsoft.com/office/drawing/2014/main" id="{0828E56B-2D4E-4674-9B61-685669507E5A}"/>
              </a:ext>
            </a:extLst>
          </p:cNvPr>
          <p:cNvSpPr>
            <a:spLocks/>
          </p:cNvSpPr>
          <p:nvPr/>
        </p:nvSpPr>
        <p:spPr>
          <a:xfrm>
            <a:off x="8117228" y="207353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3" name="data_6104">
            <a:extLst>
              <a:ext uri="{FF2B5EF4-FFF2-40B4-BE49-F238E27FC236}">
                <a16:creationId xmlns:a16="http://schemas.microsoft.com/office/drawing/2014/main" id="{D7E71846-991E-4660-BCB2-ADE3609EBB74}"/>
              </a:ext>
            </a:extLst>
          </p:cNvPr>
          <p:cNvSpPr>
            <a:spLocks/>
          </p:cNvSpPr>
          <p:nvPr/>
        </p:nvSpPr>
        <p:spPr>
          <a:xfrm>
            <a:off x="804256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4" name="data_6105">
            <a:extLst>
              <a:ext uri="{FF2B5EF4-FFF2-40B4-BE49-F238E27FC236}">
                <a16:creationId xmlns:a16="http://schemas.microsoft.com/office/drawing/2014/main" id="{3F1FD042-04CE-4E0B-9988-C4D0D0929E63}"/>
              </a:ext>
            </a:extLst>
          </p:cNvPr>
          <p:cNvSpPr>
            <a:spLocks/>
          </p:cNvSpPr>
          <p:nvPr/>
        </p:nvSpPr>
        <p:spPr>
          <a:xfrm>
            <a:off x="8092225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5" name="data_6106">
            <a:extLst>
              <a:ext uri="{FF2B5EF4-FFF2-40B4-BE49-F238E27FC236}">
                <a16:creationId xmlns:a16="http://schemas.microsoft.com/office/drawing/2014/main" id="{8C52286E-6088-4A62-9A61-6F4437573F08}"/>
              </a:ext>
            </a:extLst>
          </p:cNvPr>
          <p:cNvSpPr>
            <a:spLocks/>
          </p:cNvSpPr>
          <p:nvPr/>
        </p:nvSpPr>
        <p:spPr>
          <a:xfrm>
            <a:off x="805129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6" name="data_6107">
            <a:extLst>
              <a:ext uri="{FF2B5EF4-FFF2-40B4-BE49-F238E27FC236}">
                <a16:creationId xmlns:a16="http://schemas.microsoft.com/office/drawing/2014/main" id="{0B24A0EA-BAE2-4496-AD91-F1C34DE22507}"/>
              </a:ext>
            </a:extLst>
          </p:cNvPr>
          <p:cNvSpPr>
            <a:spLocks/>
          </p:cNvSpPr>
          <p:nvPr/>
        </p:nvSpPr>
        <p:spPr>
          <a:xfrm>
            <a:off x="805471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7" name="data_6108">
            <a:extLst>
              <a:ext uri="{FF2B5EF4-FFF2-40B4-BE49-F238E27FC236}">
                <a16:creationId xmlns:a16="http://schemas.microsoft.com/office/drawing/2014/main" id="{D852E197-1D92-4034-AF4B-E8C392C2CF6A}"/>
              </a:ext>
            </a:extLst>
          </p:cNvPr>
          <p:cNvSpPr>
            <a:spLocks/>
          </p:cNvSpPr>
          <p:nvPr/>
        </p:nvSpPr>
        <p:spPr>
          <a:xfrm>
            <a:off x="809782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8" name="data_6109">
            <a:extLst>
              <a:ext uri="{FF2B5EF4-FFF2-40B4-BE49-F238E27FC236}">
                <a16:creationId xmlns:a16="http://schemas.microsoft.com/office/drawing/2014/main" id="{477656A7-D4F4-4DB3-8055-C7003EE96B37}"/>
              </a:ext>
            </a:extLst>
          </p:cNvPr>
          <p:cNvSpPr>
            <a:spLocks/>
          </p:cNvSpPr>
          <p:nvPr/>
        </p:nvSpPr>
        <p:spPr>
          <a:xfrm>
            <a:off x="850449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9" name="data_6110">
            <a:extLst>
              <a:ext uri="{FF2B5EF4-FFF2-40B4-BE49-F238E27FC236}">
                <a16:creationId xmlns:a16="http://schemas.microsoft.com/office/drawing/2014/main" id="{0CACD23C-46ED-4876-B98A-1093943E1789}"/>
              </a:ext>
            </a:extLst>
          </p:cNvPr>
          <p:cNvSpPr>
            <a:spLocks/>
          </p:cNvSpPr>
          <p:nvPr/>
        </p:nvSpPr>
        <p:spPr>
          <a:xfrm>
            <a:off x="853301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0" name="data_6111">
            <a:extLst>
              <a:ext uri="{FF2B5EF4-FFF2-40B4-BE49-F238E27FC236}">
                <a16:creationId xmlns:a16="http://schemas.microsoft.com/office/drawing/2014/main" id="{5F3CCF78-D295-4D21-97BA-8C097D61C704}"/>
              </a:ext>
            </a:extLst>
          </p:cNvPr>
          <p:cNvSpPr>
            <a:spLocks/>
          </p:cNvSpPr>
          <p:nvPr/>
        </p:nvSpPr>
        <p:spPr>
          <a:xfrm>
            <a:off x="850379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1" name="data_6112">
            <a:extLst>
              <a:ext uri="{FF2B5EF4-FFF2-40B4-BE49-F238E27FC236}">
                <a16:creationId xmlns:a16="http://schemas.microsoft.com/office/drawing/2014/main" id="{7C42B8B4-56DF-49EA-ADCA-2F29B68E394D}"/>
              </a:ext>
            </a:extLst>
          </p:cNvPr>
          <p:cNvSpPr>
            <a:spLocks/>
          </p:cNvSpPr>
          <p:nvPr/>
        </p:nvSpPr>
        <p:spPr>
          <a:xfrm>
            <a:off x="852820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2" name="data_6113">
            <a:extLst>
              <a:ext uri="{FF2B5EF4-FFF2-40B4-BE49-F238E27FC236}">
                <a16:creationId xmlns:a16="http://schemas.microsoft.com/office/drawing/2014/main" id="{A8B0A695-8EEF-4FC7-91B6-61A201AC0FBD}"/>
              </a:ext>
            </a:extLst>
          </p:cNvPr>
          <p:cNvSpPr>
            <a:spLocks/>
          </p:cNvSpPr>
          <p:nvPr/>
        </p:nvSpPr>
        <p:spPr>
          <a:xfrm>
            <a:off x="8585622" y="29628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3" name="data_6114">
            <a:extLst>
              <a:ext uri="{FF2B5EF4-FFF2-40B4-BE49-F238E27FC236}">
                <a16:creationId xmlns:a16="http://schemas.microsoft.com/office/drawing/2014/main" id="{C5D3C619-69AC-404C-AB46-0A4B1BBC5C26}"/>
              </a:ext>
            </a:extLst>
          </p:cNvPr>
          <p:cNvSpPr>
            <a:spLocks/>
          </p:cNvSpPr>
          <p:nvPr/>
        </p:nvSpPr>
        <p:spPr>
          <a:xfrm>
            <a:off x="856275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4" name="data_6115">
            <a:extLst>
              <a:ext uri="{FF2B5EF4-FFF2-40B4-BE49-F238E27FC236}">
                <a16:creationId xmlns:a16="http://schemas.microsoft.com/office/drawing/2014/main" id="{69AAFDF3-4B95-49AD-B1A4-4B87758E63AF}"/>
              </a:ext>
            </a:extLst>
          </p:cNvPr>
          <p:cNvSpPr>
            <a:spLocks/>
          </p:cNvSpPr>
          <p:nvPr/>
        </p:nvSpPr>
        <p:spPr>
          <a:xfrm>
            <a:off x="855783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5" name="data_6116">
            <a:extLst>
              <a:ext uri="{FF2B5EF4-FFF2-40B4-BE49-F238E27FC236}">
                <a16:creationId xmlns:a16="http://schemas.microsoft.com/office/drawing/2014/main" id="{C05E8A7A-E695-42B5-814D-D8C405762FF9}"/>
              </a:ext>
            </a:extLst>
          </p:cNvPr>
          <p:cNvSpPr>
            <a:spLocks/>
          </p:cNvSpPr>
          <p:nvPr/>
        </p:nvSpPr>
        <p:spPr>
          <a:xfrm>
            <a:off x="8551049" y="226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6" name="data_6117">
            <a:extLst>
              <a:ext uri="{FF2B5EF4-FFF2-40B4-BE49-F238E27FC236}">
                <a16:creationId xmlns:a16="http://schemas.microsoft.com/office/drawing/2014/main" id="{4F38298B-BDAE-4B44-962C-EF79B45CC91A}"/>
              </a:ext>
            </a:extLst>
          </p:cNvPr>
          <p:cNvSpPr>
            <a:spLocks/>
          </p:cNvSpPr>
          <p:nvPr/>
        </p:nvSpPr>
        <p:spPr>
          <a:xfrm>
            <a:off x="85015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7" name="data_6118">
            <a:extLst>
              <a:ext uri="{FF2B5EF4-FFF2-40B4-BE49-F238E27FC236}">
                <a16:creationId xmlns:a16="http://schemas.microsoft.com/office/drawing/2014/main" id="{E1782AB1-4CF9-442D-935B-F40E575B6D3B}"/>
              </a:ext>
            </a:extLst>
          </p:cNvPr>
          <p:cNvSpPr>
            <a:spLocks/>
          </p:cNvSpPr>
          <p:nvPr/>
        </p:nvSpPr>
        <p:spPr>
          <a:xfrm>
            <a:off x="8514596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8" name="data_6119">
            <a:extLst>
              <a:ext uri="{FF2B5EF4-FFF2-40B4-BE49-F238E27FC236}">
                <a16:creationId xmlns:a16="http://schemas.microsoft.com/office/drawing/2014/main" id="{F0AE1C0D-1234-4370-9E94-A85E5C76E248}"/>
              </a:ext>
            </a:extLst>
          </p:cNvPr>
          <p:cNvSpPr>
            <a:spLocks/>
          </p:cNvSpPr>
          <p:nvPr/>
        </p:nvSpPr>
        <p:spPr>
          <a:xfrm>
            <a:off x="8596812" y="28447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9" name="data_6120">
            <a:extLst>
              <a:ext uri="{FF2B5EF4-FFF2-40B4-BE49-F238E27FC236}">
                <a16:creationId xmlns:a16="http://schemas.microsoft.com/office/drawing/2014/main" id="{6AF6EFDF-B9B3-4921-8E56-242AA5828E83}"/>
              </a:ext>
            </a:extLst>
          </p:cNvPr>
          <p:cNvSpPr>
            <a:spLocks/>
          </p:cNvSpPr>
          <p:nvPr/>
        </p:nvSpPr>
        <p:spPr>
          <a:xfrm>
            <a:off x="8504560" y="24201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0" name="data_6121">
            <a:extLst>
              <a:ext uri="{FF2B5EF4-FFF2-40B4-BE49-F238E27FC236}">
                <a16:creationId xmlns:a16="http://schemas.microsoft.com/office/drawing/2014/main" id="{450664D4-5018-4632-B45B-E378CFDCB8B0}"/>
              </a:ext>
            </a:extLst>
          </p:cNvPr>
          <p:cNvSpPr>
            <a:spLocks/>
          </p:cNvSpPr>
          <p:nvPr/>
        </p:nvSpPr>
        <p:spPr>
          <a:xfrm>
            <a:off x="8578256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1" name="data_6122">
            <a:extLst>
              <a:ext uri="{FF2B5EF4-FFF2-40B4-BE49-F238E27FC236}">
                <a16:creationId xmlns:a16="http://schemas.microsoft.com/office/drawing/2014/main" id="{8B493E32-8B97-4C2F-A0C3-4F7A5F9C4D5F}"/>
              </a:ext>
            </a:extLst>
          </p:cNvPr>
          <p:cNvSpPr>
            <a:spLocks/>
          </p:cNvSpPr>
          <p:nvPr/>
        </p:nvSpPr>
        <p:spPr>
          <a:xfrm>
            <a:off x="852720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2" name="data_6123">
            <a:extLst>
              <a:ext uri="{FF2B5EF4-FFF2-40B4-BE49-F238E27FC236}">
                <a16:creationId xmlns:a16="http://schemas.microsoft.com/office/drawing/2014/main" id="{8A447AA0-29DD-4EC3-838D-CA42289CA6DC}"/>
              </a:ext>
            </a:extLst>
          </p:cNvPr>
          <p:cNvSpPr>
            <a:spLocks/>
          </p:cNvSpPr>
          <p:nvPr/>
        </p:nvSpPr>
        <p:spPr>
          <a:xfrm>
            <a:off x="852788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3" name="data_6124">
            <a:extLst>
              <a:ext uri="{FF2B5EF4-FFF2-40B4-BE49-F238E27FC236}">
                <a16:creationId xmlns:a16="http://schemas.microsoft.com/office/drawing/2014/main" id="{4F1E7C48-4274-46FA-81DC-217F06516D85}"/>
              </a:ext>
            </a:extLst>
          </p:cNvPr>
          <p:cNvSpPr>
            <a:spLocks/>
          </p:cNvSpPr>
          <p:nvPr/>
        </p:nvSpPr>
        <p:spPr>
          <a:xfrm>
            <a:off x="8565127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4" name="data_6125">
            <a:extLst>
              <a:ext uri="{FF2B5EF4-FFF2-40B4-BE49-F238E27FC236}">
                <a16:creationId xmlns:a16="http://schemas.microsoft.com/office/drawing/2014/main" id="{7E0865A1-332F-48AF-A34C-58100ACD9858}"/>
              </a:ext>
            </a:extLst>
          </p:cNvPr>
          <p:cNvSpPr>
            <a:spLocks/>
          </p:cNvSpPr>
          <p:nvPr/>
        </p:nvSpPr>
        <p:spPr>
          <a:xfrm>
            <a:off x="857886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5" name="data_6126">
            <a:extLst>
              <a:ext uri="{FF2B5EF4-FFF2-40B4-BE49-F238E27FC236}">
                <a16:creationId xmlns:a16="http://schemas.microsoft.com/office/drawing/2014/main" id="{7E320D0A-227B-4F0B-A442-3C7A70B3A0A5}"/>
              </a:ext>
            </a:extLst>
          </p:cNvPr>
          <p:cNvSpPr>
            <a:spLocks/>
          </p:cNvSpPr>
          <p:nvPr/>
        </p:nvSpPr>
        <p:spPr>
          <a:xfrm>
            <a:off x="855004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6" name="data_6127">
            <a:extLst>
              <a:ext uri="{FF2B5EF4-FFF2-40B4-BE49-F238E27FC236}">
                <a16:creationId xmlns:a16="http://schemas.microsoft.com/office/drawing/2014/main" id="{79B3372C-7F3B-4888-9056-8A759EA8FA60}"/>
              </a:ext>
            </a:extLst>
          </p:cNvPr>
          <p:cNvSpPr>
            <a:spLocks/>
          </p:cNvSpPr>
          <p:nvPr/>
        </p:nvSpPr>
        <p:spPr>
          <a:xfrm>
            <a:off x="8526197" y="29715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7" name="data_6128">
            <a:extLst>
              <a:ext uri="{FF2B5EF4-FFF2-40B4-BE49-F238E27FC236}">
                <a16:creationId xmlns:a16="http://schemas.microsoft.com/office/drawing/2014/main" id="{A22C2ECD-B668-4C98-B8FD-F9D7B34A8DC2}"/>
              </a:ext>
            </a:extLst>
          </p:cNvPr>
          <p:cNvSpPr>
            <a:spLocks/>
          </p:cNvSpPr>
          <p:nvPr/>
        </p:nvSpPr>
        <p:spPr>
          <a:xfrm>
            <a:off x="8532552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8" name="data_6129">
            <a:extLst>
              <a:ext uri="{FF2B5EF4-FFF2-40B4-BE49-F238E27FC236}">
                <a16:creationId xmlns:a16="http://schemas.microsoft.com/office/drawing/2014/main" id="{24697AFA-68D1-4DBA-81CD-76096DEE454C}"/>
              </a:ext>
            </a:extLst>
          </p:cNvPr>
          <p:cNvSpPr>
            <a:spLocks/>
          </p:cNvSpPr>
          <p:nvPr/>
        </p:nvSpPr>
        <p:spPr>
          <a:xfrm>
            <a:off x="849974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9" name="data_6130">
            <a:extLst>
              <a:ext uri="{FF2B5EF4-FFF2-40B4-BE49-F238E27FC236}">
                <a16:creationId xmlns:a16="http://schemas.microsoft.com/office/drawing/2014/main" id="{2DD3701F-8E30-43EF-A4F3-AF3F85183F5A}"/>
              </a:ext>
            </a:extLst>
          </p:cNvPr>
          <p:cNvSpPr>
            <a:spLocks/>
          </p:cNvSpPr>
          <p:nvPr/>
        </p:nvSpPr>
        <p:spPr>
          <a:xfrm>
            <a:off x="854049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0" name="data_6131">
            <a:extLst>
              <a:ext uri="{FF2B5EF4-FFF2-40B4-BE49-F238E27FC236}">
                <a16:creationId xmlns:a16="http://schemas.microsoft.com/office/drawing/2014/main" id="{4DBAF710-9A3B-426E-9E51-31218668A115}"/>
              </a:ext>
            </a:extLst>
          </p:cNvPr>
          <p:cNvSpPr>
            <a:spLocks/>
          </p:cNvSpPr>
          <p:nvPr/>
        </p:nvSpPr>
        <p:spPr>
          <a:xfrm>
            <a:off x="8576202" y="3269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1" name="data_6132">
            <a:extLst>
              <a:ext uri="{FF2B5EF4-FFF2-40B4-BE49-F238E27FC236}">
                <a16:creationId xmlns:a16="http://schemas.microsoft.com/office/drawing/2014/main" id="{AF07850E-23ED-4844-87A5-4BB1A9F6BFF7}"/>
              </a:ext>
            </a:extLst>
          </p:cNvPr>
          <p:cNvSpPr>
            <a:spLocks/>
          </p:cNvSpPr>
          <p:nvPr/>
        </p:nvSpPr>
        <p:spPr>
          <a:xfrm>
            <a:off x="8602634" y="24959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2" name="data_6133">
            <a:extLst>
              <a:ext uri="{FF2B5EF4-FFF2-40B4-BE49-F238E27FC236}">
                <a16:creationId xmlns:a16="http://schemas.microsoft.com/office/drawing/2014/main" id="{83EB9838-0883-4E02-8A55-348656001001}"/>
              </a:ext>
            </a:extLst>
          </p:cNvPr>
          <p:cNvSpPr>
            <a:spLocks/>
          </p:cNvSpPr>
          <p:nvPr/>
        </p:nvSpPr>
        <p:spPr>
          <a:xfrm>
            <a:off x="854391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3" name="data_6134">
            <a:extLst>
              <a:ext uri="{FF2B5EF4-FFF2-40B4-BE49-F238E27FC236}">
                <a16:creationId xmlns:a16="http://schemas.microsoft.com/office/drawing/2014/main" id="{D0EFC595-620E-49A7-86F8-8F1195C3DEB9}"/>
              </a:ext>
            </a:extLst>
          </p:cNvPr>
          <p:cNvSpPr>
            <a:spLocks/>
          </p:cNvSpPr>
          <p:nvPr/>
        </p:nvSpPr>
        <p:spPr>
          <a:xfrm>
            <a:off x="85974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4" name="data_6135">
            <a:extLst>
              <a:ext uri="{FF2B5EF4-FFF2-40B4-BE49-F238E27FC236}">
                <a16:creationId xmlns:a16="http://schemas.microsoft.com/office/drawing/2014/main" id="{DF77AA7F-9EF3-43FC-8FC8-DAF958B28A24}"/>
              </a:ext>
            </a:extLst>
          </p:cNvPr>
          <p:cNvSpPr>
            <a:spLocks/>
          </p:cNvSpPr>
          <p:nvPr/>
        </p:nvSpPr>
        <p:spPr>
          <a:xfrm>
            <a:off x="85300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5" name="data_6136">
            <a:extLst>
              <a:ext uri="{FF2B5EF4-FFF2-40B4-BE49-F238E27FC236}">
                <a16:creationId xmlns:a16="http://schemas.microsoft.com/office/drawing/2014/main" id="{81B3C189-CA78-4689-BE67-CD4A082973AE}"/>
              </a:ext>
            </a:extLst>
          </p:cNvPr>
          <p:cNvSpPr>
            <a:spLocks/>
          </p:cNvSpPr>
          <p:nvPr/>
        </p:nvSpPr>
        <p:spPr>
          <a:xfrm>
            <a:off x="856180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6" name="data_6137">
            <a:extLst>
              <a:ext uri="{FF2B5EF4-FFF2-40B4-BE49-F238E27FC236}">
                <a16:creationId xmlns:a16="http://schemas.microsoft.com/office/drawing/2014/main" id="{828B6CFC-5331-4189-B440-A3B66163445F}"/>
              </a:ext>
            </a:extLst>
          </p:cNvPr>
          <p:cNvSpPr>
            <a:spLocks/>
          </p:cNvSpPr>
          <p:nvPr/>
        </p:nvSpPr>
        <p:spPr>
          <a:xfrm>
            <a:off x="8553465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7" name="data_6138">
            <a:extLst>
              <a:ext uri="{FF2B5EF4-FFF2-40B4-BE49-F238E27FC236}">
                <a16:creationId xmlns:a16="http://schemas.microsoft.com/office/drawing/2014/main" id="{CD8A6CBD-A4CA-41EC-B942-EF4505C88B74}"/>
              </a:ext>
            </a:extLst>
          </p:cNvPr>
          <p:cNvSpPr>
            <a:spLocks/>
          </p:cNvSpPr>
          <p:nvPr/>
        </p:nvSpPr>
        <p:spPr>
          <a:xfrm>
            <a:off x="8506392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8" name="data_6139">
            <a:extLst>
              <a:ext uri="{FF2B5EF4-FFF2-40B4-BE49-F238E27FC236}">
                <a16:creationId xmlns:a16="http://schemas.microsoft.com/office/drawing/2014/main" id="{64473BC6-C362-4373-B047-1BBA61FA7B5C}"/>
              </a:ext>
            </a:extLst>
          </p:cNvPr>
          <p:cNvSpPr>
            <a:spLocks/>
          </p:cNvSpPr>
          <p:nvPr/>
        </p:nvSpPr>
        <p:spPr>
          <a:xfrm>
            <a:off x="857543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9" name="data_6140">
            <a:extLst>
              <a:ext uri="{FF2B5EF4-FFF2-40B4-BE49-F238E27FC236}">
                <a16:creationId xmlns:a16="http://schemas.microsoft.com/office/drawing/2014/main" id="{06392BF3-B68A-4167-9682-8D59049B2F9F}"/>
              </a:ext>
            </a:extLst>
          </p:cNvPr>
          <p:cNvSpPr>
            <a:spLocks/>
          </p:cNvSpPr>
          <p:nvPr/>
        </p:nvSpPr>
        <p:spPr>
          <a:xfrm>
            <a:off x="8521178" y="34933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0" name="data_6141">
            <a:extLst>
              <a:ext uri="{FF2B5EF4-FFF2-40B4-BE49-F238E27FC236}">
                <a16:creationId xmlns:a16="http://schemas.microsoft.com/office/drawing/2014/main" id="{AD1B4269-92E7-44AD-A7DB-B50BA05076DA}"/>
              </a:ext>
            </a:extLst>
          </p:cNvPr>
          <p:cNvSpPr>
            <a:spLocks/>
          </p:cNvSpPr>
          <p:nvPr/>
        </p:nvSpPr>
        <p:spPr>
          <a:xfrm>
            <a:off x="85008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1" name="data_6142">
            <a:extLst>
              <a:ext uri="{FF2B5EF4-FFF2-40B4-BE49-F238E27FC236}">
                <a16:creationId xmlns:a16="http://schemas.microsoft.com/office/drawing/2014/main" id="{A5A24FCA-DDB6-4F9F-8414-21A7F7EB24C6}"/>
              </a:ext>
            </a:extLst>
          </p:cNvPr>
          <p:cNvSpPr>
            <a:spLocks/>
          </p:cNvSpPr>
          <p:nvPr/>
        </p:nvSpPr>
        <p:spPr>
          <a:xfrm>
            <a:off x="853099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2" name="data_6143">
            <a:extLst>
              <a:ext uri="{FF2B5EF4-FFF2-40B4-BE49-F238E27FC236}">
                <a16:creationId xmlns:a16="http://schemas.microsoft.com/office/drawing/2014/main" id="{0419C447-8E80-4637-8432-346BED321FB6}"/>
              </a:ext>
            </a:extLst>
          </p:cNvPr>
          <p:cNvSpPr>
            <a:spLocks/>
          </p:cNvSpPr>
          <p:nvPr/>
        </p:nvSpPr>
        <p:spPr>
          <a:xfrm>
            <a:off x="85883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3" name="data_6144">
            <a:extLst>
              <a:ext uri="{FF2B5EF4-FFF2-40B4-BE49-F238E27FC236}">
                <a16:creationId xmlns:a16="http://schemas.microsoft.com/office/drawing/2014/main" id="{75839A67-3FC5-4027-8E3E-209BD8BFA120}"/>
              </a:ext>
            </a:extLst>
          </p:cNvPr>
          <p:cNvSpPr>
            <a:spLocks/>
          </p:cNvSpPr>
          <p:nvPr/>
        </p:nvSpPr>
        <p:spPr>
          <a:xfrm>
            <a:off x="856529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4" name="data_6145">
            <a:extLst>
              <a:ext uri="{FF2B5EF4-FFF2-40B4-BE49-F238E27FC236}">
                <a16:creationId xmlns:a16="http://schemas.microsoft.com/office/drawing/2014/main" id="{823ED3EB-3B5B-4494-9A0D-6FB1379AFC17}"/>
              </a:ext>
            </a:extLst>
          </p:cNvPr>
          <p:cNvSpPr>
            <a:spLocks/>
          </p:cNvSpPr>
          <p:nvPr/>
        </p:nvSpPr>
        <p:spPr>
          <a:xfrm>
            <a:off x="858885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5" name="data_6146">
            <a:extLst>
              <a:ext uri="{FF2B5EF4-FFF2-40B4-BE49-F238E27FC236}">
                <a16:creationId xmlns:a16="http://schemas.microsoft.com/office/drawing/2014/main" id="{EC260186-DAAC-421E-935D-5288BF6B101F}"/>
              </a:ext>
            </a:extLst>
          </p:cNvPr>
          <p:cNvSpPr>
            <a:spLocks/>
          </p:cNvSpPr>
          <p:nvPr/>
        </p:nvSpPr>
        <p:spPr>
          <a:xfrm>
            <a:off x="8598480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6" name="data_6147">
            <a:extLst>
              <a:ext uri="{FF2B5EF4-FFF2-40B4-BE49-F238E27FC236}">
                <a16:creationId xmlns:a16="http://schemas.microsoft.com/office/drawing/2014/main" id="{BDBDF32D-1934-4039-A2CA-54EFF3E50849}"/>
              </a:ext>
            </a:extLst>
          </p:cNvPr>
          <p:cNvSpPr>
            <a:spLocks/>
          </p:cNvSpPr>
          <p:nvPr/>
        </p:nvSpPr>
        <p:spPr>
          <a:xfrm>
            <a:off x="855613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7" name="data_6148">
            <a:extLst>
              <a:ext uri="{FF2B5EF4-FFF2-40B4-BE49-F238E27FC236}">
                <a16:creationId xmlns:a16="http://schemas.microsoft.com/office/drawing/2014/main" id="{2C7AB364-B771-48F1-9952-36A3C80E4A7E}"/>
              </a:ext>
            </a:extLst>
          </p:cNvPr>
          <p:cNvSpPr>
            <a:spLocks/>
          </p:cNvSpPr>
          <p:nvPr/>
        </p:nvSpPr>
        <p:spPr>
          <a:xfrm>
            <a:off x="8600832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8" name="data_6149">
            <a:extLst>
              <a:ext uri="{FF2B5EF4-FFF2-40B4-BE49-F238E27FC236}">
                <a16:creationId xmlns:a16="http://schemas.microsoft.com/office/drawing/2014/main" id="{CB246147-99BC-40C2-AB37-5BC9AF22168B}"/>
              </a:ext>
            </a:extLst>
          </p:cNvPr>
          <p:cNvSpPr>
            <a:spLocks/>
          </p:cNvSpPr>
          <p:nvPr/>
        </p:nvSpPr>
        <p:spPr>
          <a:xfrm>
            <a:off x="857534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9" name="data_6150">
            <a:extLst>
              <a:ext uri="{FF2B5EF4-FFF2-40B4-BE49-F238E27FC236}">
                <a16:creationId xmlns:a16="http://schemas.microsoft.com/office/drawing/2014/main" id="{6622C5AF-35DE-4121-82FA-EC7924063051}"/>
              </a:ext>
            </a:extLst>
          </p:cNvPr>
          <p:cNvSpPr>
            <a:spLocks/>
          </p:cNvSpPr>
          <p:nvPr/>
        </p:nvSpPr>
        <p:spPr>
          <a:xfrm>
            <a:off x="8563495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0" name="data_6151">
            <a:extLst>
              <a:ext uri="{FF2B5EF4-FFF2-40B4-BE49-F238E27FC236}">
                <a16:creationId xmlns:a16="http://schemas.microsoft.com/office/drawing/2014/main" id="{4B42CD34-7C40-44C9-9C4E-F346DC12868F}"/>
              </a:ext>
            </a:extLst>
          </p:cNvPr>
          <p:cNvSpPr>
            <a:spLocks/>
          </p:cNvSpPr>
          <p:nvPr/>
        </p:nvSpPr>
        <p:spPr>
          <a:xfrm>
            <a:off x="859040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1" name="data_6152">
            <a:extLst>
              <a:ext uri="{FF2B5EF4-FFF2-40B4-BE49-F238E27FC236}">
                <a16:creationId xmlns:a16="http://schemas.microsoft.com/office/drawing/2014/main" id="{33ED1263-1792-42CE-9FE5-F46DED5C5C6C}"/>
              </a:ext>
            </a:extLst>
          </p:cNvPr>
          <p:cNvSpPr>
            <a:spLocks/>
          </p:cNvSpPr>
          <p:nvPr/>
        </p:nvSpPr>
        <p:spPr>
          <a:xfrm>
            <a:off x="85881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2" name="data_6153">
            <a:extLst>
              <a:ext uri="{FF2B5EF4-FFF2-40B4-BE49-F238E27FC236}">
                <a16:creationId xmlns:a16="http://schemas.microsoft.com/office/drawing/2014/main" id="{540E7AF2-0EAB-4A8B-85AB-4483F950933A}"/>
              </a:ext>
            </a:extLst>
          </p:cNvPr>
          <p:cNvSpPr>
            <a:spLocks/>
          </p:cNvSpPr>
          <p:nvPr/>
        </p:nvSpPr>
        <p:spPr>
          <a:xfrm>
            <a:off x="85655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3" name="data_6154">
            <a:extLst>
              <a:ext uri="{FF2B5EF4-FFF2-40B4-BE49-F238E27FC236}">
                <a16:creationId xmlns:a16="http://schemas.microsoft.com/office/drawing/2014/main" id="{CF2EEA0E-2D58-46B8-808F-B24CD73F039F}"/>
              </a:ext>
            </a:extLst>
          </p:cNvPr>
          <p:cNvSpPr>
            <a:spLocks/>
          </p:cNvSpPr>
          <p:nvPr/>
        </p:nvSpPr>
        <p:spPr>
          <a:xfrm>
            <a:off x="854716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4" name="data_6155">
            <a:extLst>
              <a:ext uri="{FF2B5EF4-FFF2-40B4-BE49-F238E27FC236}">
                <a16:creationId xmlns:a16="http://schemas.microsoft.com/office/drawing/2014/main" id="{E8A7839B-155B-453C-BE9F-34500725CB42}"/>
              </a:ext>
            </a:extLst>
          </p:cNvPr>
          <p:cNvSpPr>
            <a:spLocks/>
          </p:cNvSpPr>
          <p:nvPr/>
        </p:nvSpPr>
        <p:spPr>
          <a:xfrm>
            <a:off x="8596688" y="226850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5" name="data_6156">
            <a:extLst>
              <a:ext uri="{FF2B5EF4-FFF2-40B4-BE49-F238E27FC236}">
                <a16:creationId xmlns:a16="http://schemas.microsoft.com/office/drawing/2014/main" id="{D943EA35-776B-46FF-B8A1-425EA71C936A}"/>
              </a:ext>
            </a:extLst>
          </p:cNvPr>
          <p:cNvSpPr>
            <a:spLocks/>
          </p:cNvSpPr>
          <p:nvPr/>
        </p:nvSpPr>
        <p:spPr>
          <a:xfrm>
            <a:off x="852482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6" name="data_6157">
            <a:extLst>
              <a:ext uri="{FF2B5EF4-FFF2-40B4-BE49-F238E27FC236}">
                <a16:creationId xmlns:a16="http://schemas.microsoft.com/office/drawing/2014/main" id="{9818192B-E5A5-4225-BB3B-2847A9DB295C}"/>
              </a:ext>
            </a:extLst>
          </p:cNvPr>
          <p:cNvSpPr>
            <a:spLocks/>
          </p:cNvSpPr>
          <p:nvPr/>
        </p:nvSpPr>
        <p:spPr>
          <a:xfrm>
            <a:off x="8576954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7" name="data_6158">
            <a:extLst>
              <a:ext uri="{FF2B5EF4-FFF2-40B4-BE49-F238E27FC236}">
                <a16:creationId xmlns:a16="http://schemas.microsoft.com/office/drawing/2014/main" id="{F90AEB07-46FC-4B2A-8620-06AA7212A8BA}"/>
              </a:ext>
            </a:extLst>
          </p:cNvPr>
          <p:cNvSpPr>
            <a:spLocks/>
          </p:cNvSpPr>
          <p:nvPr/>
        </p:nvSpPr>
        <p:spPr>
          <a:xfrm>
            <a:off x="8506152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8" name="data_6159">
            <a:extLst>
              <a:ext uri="{FF2B5EF4-FFF2-40B4-BE49-F238E27FC236}">
                <a16:creationId xmlns:a16="http://schemas.microsoft.com/office/drawing/2014/main" id="{20A121BA-55BD-45F4-9F32-08E012A822FA}"/>
              </a:ext>
            </a:extLst>
          </p:cNvPr>
          <p:cNvSpPr>
            <a:spLocks/>
          </p:cNvSpPr>
          <p:nvPr/>
        </p:nvSpPr>
        <p:spPr>
          <a:xfrm>
            <a:off x="856275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9" name="data_6160">
            <a:extLst>
              <a:ext uri="{FF2B5EF4-FFF2-40B4-BE49-F238E27FC236}">
                <a16:creationId xmlns:a16="http://schemas.microsoft.com/office/drawing/2014/main" id="{53053ED5-8DAD-4005-830F-20FD65DBFA76}"/>
              </a:ext>
            </a:extLst>
          </p:cNvPr>
          <p:cNvSpPr>
            <a:spLocks/>
          </p:cNvSpPr>
          <p:nvPr/>
        </p:nvSpPr>
        <p:spPr>
          <a:xfrm>
            <a:off x="853986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0" name="data_6161">
            <a:extLst>
              <a:ext uri="{FF2B5EF4-FFF2-40B4-BE49-F238E27FC236}">
                <a16:creationId xmlns:a16="http://schemas.microsoft.com/office/drawing/2014/main" id="{5D067339-7CE0-4AF2-AD0E-59F2291F5947}"/>
              </a:ext>
            </a:extLst>
          </p:cNvPr>
          <p:cNvSpPr>
            <a:spLocks/>
          </p:cNvSpPr>
          <p:nvPr/>
        </p:nvSpPr>
        <p:spPr>
          <a:xfrm>
            <a:off x="859011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1" name="data_6162">
            <a:extLst>
              <a:ext uri="{FF2B5EF4-FFF2-40B4-BE49-F238E27FC236}">
                <a16:creationId xmlns:a16="http://schemas.microsoft.com/office/drawing/2014/main" id="{CA1A81F9-7AE5-4891-A881-CB59CF9740F3}"/>
              </a:ext>
            </a:extLst>
          </p:cNvPr>
          <p:cNvSpPr>
            <a:spLocks/>
          </p:cNvSpPr>
          <p:nvPr/>
        </p:nvSpPr>
        <p:spPr>
          <a:xfrm>
            <a:off x="8531691" y="28701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2" name="data_6163">
            <a:extLst>
              <a:ext uri="{FF2B5EF4-FFF2-40B4-BE49-F238E27FC236}">
                <a16:creationId xmlns:a16="http://schemas.microsoft.com/office/drawing/2014/main" id="{EE529DE4-BA8F-4688-B2EE-EF21961AAE91}"/>
              </a:ext>
            </a:extLst>
          </p:cNvPr>
          <p:cNvSpPr>
            <a:spLocks/>
          </p:cNvSpPr>
          <p:nvPr/>
        </p:nvSpPr>
        <p:spPr>
          <a:xfrm>
            <a:off x="855386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3" name="data_6164">
            <a:extLst>
              <a:ext uri="{FF2B5EF4-FFF2-40B4-BE49-F238E27FC236}">
                <a16:creationId xmlns:a16="http://schemas.microsoft.com/office/drawing/2014/main" id="{61200234-2A72-4F5B-A27B-BABEF271BA6C}"/>
              </a:ext>
            </a:extLst>
          </p:cNvPr>
          <p:cNvSpPr>
            <a:spLocks/>
          </p:cNvSpPr>
          <p:nvPr/>
        </p:nvSpPr>
        <p:spPr>
          <a:xfrm>
            <a:off x="8551673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4" name="data_6165">
            <a:extLst>
              <a:ext uri="{FF2B5EF4-FFF2-40B4-BE49-F238E27FC236}">
                <a16:creationId xmlns:a16="http://schemas.microsoft.com/office/drawing/2014/main" id="{620FB869-4297-4566-AAB1-E179BBF2C90D}"/>
              </a:ext>
            </a:extLst>
          </p:cNvPr>
          <p:cNvSpPr>
            <a:spLocks/>
          </p:cNvSpPr>
          <p:nvPr/>
        </p:nvSpPr>
        <p:spPr>
          <a:xfrm>
            <a:off x="850518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5" name="data_6166">
            <a:extLst>
              <a:ext uri="{FF2B5EF4-FFF2-40B4-BE49-F238E27FC236}">
                <a16:creationId xmlns:a16="http://schemas.microsoft.com/office/drawing/2014/main" id="{4F0F0BFF-7D0C-4D18-9F17-E9DF00378C87}"/>
              </a:ext>
            </a:extLst>
          </p:cNvPr>
          <p:cNvSpPr>
            <a:spLocks/>
          </p:cNvSpPr>
          <p:nvPr/>
        </p:nvSpPr>
        <p:spPr>
          <a:xfrm>
            <a:off x="8524434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6" name="data_6167">
            <a:extLst>
              <a:ext uri="{FF2B5EF4-FFF2-40B4-BE49-F238E27FC236}">
                <a16:creationId xmlns:a16="http://schemas.microsoft.com/office/drawing/2014/main" id="{AFB957BC-CFF4-45B7-B4C7-989D19D58297}"/>
              </a:ext>
            </a:extLst>
          </p:cNvPr>
          <p:cNvSpPr>
            <a:spLocks/>
          </p:cNvSpPr>
          <p:nvPr/>
        </p:nvSpPr>
        <p:spPr>
          <a:xfrm>
            <a:off x="8585997" y="3589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7" name="data_6168">
            <a:extLst>
              <a:ext uri="{FF2B5EF4-FFF2-40B4-BE49-F238E27FC236}">
                <a16:creationId xmlns:a16="http://schemas.microsoft.com/office/drawing/2014/main" id="{830AECE6-D301-47BE-906C-E5ACDCFEE65C}"/>
              </a:ext>
            </a:extLst>
          </p:cNvPr>
          <p:cNvSpPr>
            <a:spLocks/>
          </p:cNvSpPr>
          <p:nvPr/>
        </p:nvSpPr>
        <p:spPr>
          <a:xfrm>
            <a:off x="8527523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8" name="data_6169">
            <a:extLst>
              <a:ext uri="{FF2B5EF4-FFF2-40B4-BE49-F238E27FC236}">
                <a16:creationId xmlns:a16="http://schemas.microsoft.com/office/drawing/2014/main" id="{371BE62E-9BE9-40D6-A920-3088B98C9937}"/>
              </a:ext>
            </a:extLst>
          </p:cNvPr>
          <p:cNvSpPr>
            <a:spLocks/>
          </p:cNvSpPr>
          <p:nvPr/>
        </p:nvSpPr>
        <p:spPr>
          <a:xfrm>
            <a:off x="8543534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9" name="data_6170">
            <a:extLst>
              <a:ext uri="{FF2B5EF4-FFF2-40B4-BE49-F238E27FC236}">
                <a16:creationId xmlns:a16="http://schemas.microsoft.com/office/drawing/2014/main" id="{1E09FEB5-F50C-4779-8341-24E0C27375FF}"/>
              </a:ext>
            </a:extLst>
          </p:cNvPr>
          <p:cNvSpPr>
            <a:spLocks/>
          </p:cNvSpPr>
          <p:nvPr/>
        </p:nvSpPr>
        <p:spPr>
          <a:xfrm>
            <a:off x="85375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0" name="data_6171">
            <a:extLst>
              <a:ext uri="{FF2B5EF4-FFF2-40B4-BE49-F238E27FC236}">
                <a16:creationId xmlns:a16="http://schemas.microsoft.com/office/drawing/2014/main" id="{6F4E84CB-6CA8-47BD-A8E5-371AA33AEA27}"/>
              </a:ext>
            </a:extLst>
          </p:cNvPr>
          <p:cNvSpPr>
            <a:spLocks/>
          </p:cNvSpPr>
          <p:nvPr/>
        </p:nvSpPr>
        <p:spPr>
          <a:xfrm>
            <a:off x="854539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1" name="data_6172">
            <a:extLst>
              <a:ext uri="{FF2B5EF4-FFF2-40B4-BE49-F238E27FC236}">
                <a16:creationId xmlns:a16="http://schemas.microsoft.com/office/drawing/2014/main" id="{AF3C0860-FC6E-455C-B1DD-426F7C4F7952}"/>
              </a:ext>
            </a:extLst>
          </p:cNvPr>
          <p:cNvSpPr>
            <a:spLocks/>
          </p:cNvSpPr>
          <p:nvPr/>
        </p:nvSpPr>
        <p:spPr>
          <a:xfrm>
            <a:off x="858169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2" name="data_6173">
            <a:extLst>
              <a:ext uri="{FF2B5EF4-FFF2-40B4-BE49-F238E27FC236}">
                <a16:creationId xmlns:a16="http://schemas.microsoft.com/office/drawing/2014/main" id="{7ACD6868-B229-48B3-A357-86E2917A05B5}"/>
              </a:ext>
            </a:extLst>
          </p:cNvPr>
          <p:cNvSpPr>
            <a:spLocks/>
          </p:cNvSpPr>
          <p:nvPr/>
        </p:nvSpPr>
        <p:spPr>
          <a:xfrm>
            <a:off x="8511188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3" name="data_6174">
            <a:extLst>
              <a:ext uri="{FF2B5EF4-FFF2-40B4-BE49-F238E27FC236}">
                <a16:creationId xmlns:a16="http://schemas.microsoft.com/office/drawing/2014/main" id="{A47CD065-4B20-4B6C-83B2-8EC6EDB567D5}"/>
              </a:ext>
            </a:extLst>
          </p:cNvPr>
          <p:cNvSpPr>
            <a:spLocks/>
          </p:cNvSpPr>
          <p:nvPr/>
        </p:nvSpPr>
        <p:spPr>
          <a:xfrm>
            <a:off x="85240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4" name="data_6175">
            <a:extLst>
              <a:ext uri="{FF2B5EF4-FFF2-40B4-BE49-F238E27FC236}">
                <a16:creationId xmlns:a16="http://schemas.microsoft.com/office/drawing/2014/main" id="{59E7FEC4-B01A-4F14-A9E0-CB5609A82ECA}"/>
              </a:ext>
            </a:extLst>
          </p:cNvPr>
          <p:cNvSpPr>
            <a:spLocks/>
          </p:cNvSpPr>
          <p:nvPr/>
        </p:nvSpPr>
        <p:spPr>
          <a:xfrm>
            <a:off x="853005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5" name="data_6176">
            <a:extLst>
              <a:ext uri="{FF2B5EF4-FFF2-40B4-BE49-F238E27FC236}">
                <a16:creationId xmlns:a16="http://schemas.microsoft.com/office/drawing/2014/main" id="{8C8C6DB1-855D-4B7B-B056-140DC7409A9A}"/>
              </a:ext>
            </a:extLst>
          </p:cNvPr>
          <p:cNvSpPr>
            <a:spLocks/>
          </p:cNvSpPr>
          <p:nvPr/>
        </p:nvSpPr>
        <p:spPr>
          <a:xfrm>
            <a:off x="855380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6" name="data_6177">
            <a:extLst>
              <a:ext uri="{FF2B5EF4-FFF2-40B4-BE49-F238E27FC236}">
                <a16:creationId xmlns:a16="http://schemas.microsoft.com/office/drawing/2014/main" id="{F50B84C7-A184-4F42-8488-B312753BD264}"/>
              </a:ext>
            </a:extLst>
          </p:cNvPr>
          <p:cNvSpPr>
            <a:spLocks/>
          </p:cNvSpPr>
          <p:nvPr/>
        </p:nvSpPr>
        <p:spPr>
          <a:xfrm>
            <a:off x="8510204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7" name="data_6178">
            <a:extLst>
              <a:ext uri="{FF2B5EF4-FFF2-40B4-BE49-F238E27FC236}">
                <a16:creationId xmlns:a16="http://schemas.microsoft.com/office/drawing/2014/main" id="{B8AC9A86-331E-4133-B3D6-A7C219E5448B}"/>
              </a:ext>
            </a:extLst>
          </p:cNvPr>
          <p:cNvSpPr>
            <a:spLocks/>
          </p:cNvSpPr>
          <p:nvPr/>
        </p:nvSpPr>
        <p:spPr>
          <a:xfrm>
            <a:off x="856575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8" name="data_6179">
            <a:extLst>
              <a:ext uri="{FF2B5EF4-FFF2-40B4-BE49-F238E27FC236}">
                <a16:creationId xmlns:a16="http://schemas.microsoft.com/office/drawing/2014/main" id="{031C7B38-82B1-4873-9C7C-E0C888D17CCB}"/>
              </a:ext>
            </a:extLst>
          </p:cNvPr>
          <p:cNvSpPr>
            <a:spLocks/>
          </p:cNvSpPr>
          <p:nvPr/>
        </p:nvSpPr>
        <p:spPr>
          <a:xfrm>
            <a:off x="8510564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9" name="data_6180">
            <a:extLst>
              <a:ext uri="{FF2B5EF4-FFF2-40B4-BE49-F238E27FC236}">
                <a16:creationId xmlns:a16="http://schemas.microsoft.com/office/drawing/2014/main" id="{C104465A-82D5-4EF9-9F8C-35ADFBB70D9E}"/>
              </a:ext>
            </a:extLst>
          </p:cNvPr>
          <p:cNvSpPr>
            <a:spLocks/>
          </p:cNvSpPr>
          <p:nvPr/>
        </p:nvSpPr>
        <p:spPr>
          <a:xfrm>
            <a:off x="8591056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0" name="data_6181">
            <a:extLst>
              <a:ext uri="{FF2B5EF4-FFF2-40B4-BE49-F238E27FC236}">
                <a16:creationId xmlns:a16="http://schemas.microsoft.com/office/drawing/2014/main" id="{C1D24C31-DB47-4248-A8BE-5CA4EEE4BA9C}"/>
              </a:ext>
            </a:extLst>
          </p:cNvPr>
          <p:cNvSpPr>
            <a:spLocks/>
          </p:cNvSpPr>
          <p:nvPr/>
        </p:nvSpPr>
        <p:spPr>
          <a:xfrm>
            <a:off x="856445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1" name="data_6182">
            <a:extLst>
              <a:ext uri="{FF2B5EF4-FFF2-40B4-BE49-F238E27FC236}">
                <a16:creationId xmlns:a16="http://schemas.microsoft.com/office/drawing/2014/main" id="{CA069407-A9B9-4803-850C-D135FE2AC0EB}"/>
              </a:ext>
            </a:extLst>
          </p:cNvPr>
          <p:cNvSpPr>
            <a:spLocks/>
          </p:cNvSpPr>
          <p:nvPr/>
        </p:nvSpPr>
        <p:spPr>
          <a:xfrm>
            <a:off x="8543172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2" name="data_6183">
            <a:extLst>
              <a:ext uri="{FF2B5EF4-FFF2-40B4-BE49-F238E27FC236}">
                <a16:creationId xmlns:a16="http://schemas.microsoft.com/office/drawing/2014/main" id="{11EC8DCE-92B4-4CF0-9E51-105402ECDA98}"/>
              </a:ext>
            </a:extLst>
          </p:cNvPr>
          <p:cNvSpPr>
            <a:spLocks/>
          </p:cNvSpPr>
          <p:nvPr/>
        </p:nvSpPr>
        <p:spPr>
          <a:xfrm>
            <a:off x="8586163" y="3269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3" name="data_6184">
            <a:extLst>
              <a:ext uri="{FF2B5EF4-FFF2-40B4-BE49-F238E27FC236}">
                <a16:creationId xmlns:a16="http://schemas.microsoft.com/office/drawing/2014/main" id="{5CD8B53F-7BB8-4F79-A22C-85637A26747B}"/>
              </a:ext>
            </a:extLst>
          </p:cNvPr>
          <p:cNvSpPr>
            <a:spLocks/>
          </p:cNvSpPr>
          <p:nvPr/>
        </p:nvSpPr>
        <p:spPr>
          <a:xfrm>
            <a:off x="849926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4" name="data_6185">
            <a:extLst>
              <a:ext uri="{FF2B5EF4-FFF2-40B4-BE49-F238E27FC236}">
                <a16:creationId xmlns:a16="http://schemas.microsoft.com/office/drawing/2014/main" id="{CE2C3B5F-3E15-42B9-A38E-9C31DEEAAB9F}"/>
              </a:ext>
            </a:extLst>
          </p:cNvPr>
          <p:cNvSpPr>
            <a:spLocks/>
          </p:cNvSpPr>
          <p:nvPr/>
        </p:nvSpPr>
        <p:spPr>
          <a:xfrm>
            <a:off x="853587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5" name="data_6186">
            <a:extLst>
              <a:ext uri="{FF2B5EF4-FFF2-40B4-BE49-F238E27FC236}">
                <a16:creationId xmlns:a16="http://schemas.microsoft.com/office/drawing/2014/main" id="{1BAE5155-1227-4774-93D8-3354AB245F55}"/>
              </a:ext>
            </a:extLst>
          </p:cNvPr>
          <p:cNvSpPr>
            <a:spLocks/>
          </p:cNvSpPr>
          <p:nvPr/>
        </p:nvSpPr>
        <p:spPr>
          <a:xfrm>
            <a:off x="8508545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6" name="data_6187">
            <a:extLst>
              <a:ext uri="{FF2B5EF4-FFF2-40B4-BE49-F238E27FC236}">
                <a16:creationId xmlns:a16="http://schemas.microsoft.com/office/drawing/2014/main" id="{AA6C52FA-C7A1-4FC2-BB61-1F2E470FAAC4}"/>
              </a:ext>
            </a:extLst>
          </p:cNvPr>
          <p:cNvSpPr>
            <a:spLocks/>
          </p:cNvSpPr>
          <p:nvPr/>
        </p:nvSpPr>
        <p:spPr>
          <a:xfrm>
            <a:off x="857262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7" name="data_6188">
            <a:extLst>
              <a:ext uri="{FF2B5EF4-FFF2-40B4-BE49-F238E27FC236}">
                <a16:creationId xmlns:a16="http://schemas.microsoft.com/office/drawing/2014/main" id="{90B2C0BD-AC7B-40C8-9919-F7B1310E0402}"/>
              </a:ext>
            </a:extLst>
          </p:cNvPr>
          <p:cNvSpPr>
            <a:spLocks/>
          </p:cNvSpPr>
          <p:nvPr/>
        </p:nvSpPr>
        <p:spPr>
          <a:xfrm>
            <a:off x="850334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8" name="data_6189">
            <a:extLst>
              <a:ext uri="{FF2B5EF4-FFF2-40B4-BE49-F238E27FC236}">
                <a16:creationId xmlns:a16="http://schemas.microsoft.com/office/drawing/2014/main" id="{24444787-EB50-4B42-B199-947A9A550D32}"/>
              </a:ext>
            </a:extLst>
          </p:cNvPr>
          <p:cNvSpPr>
            <a:spLocks/>
          </p:cNvSpPr>
          <p:nvPr/>
        </p:nvSpPr>
        <p:spPr>
          <a:xfrm>
            <a:off x="8602534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9" name="data_6190">
            <a:extLst>
              <a:ext uri="{FF2B5EF4-FFF2-40B4-BE49-F238E27FC236}">
                <a16:creationId xmlns:a16="http://schemas.microsoft.com/office/drawing/2014/main" id="{EB540B5A-BFDD-4AA5-9907-88DB02F46D26}"/>
              </a:ext>
            </a:extLst>
          </p:cNvPr>
          <p:cNvSpPr>
            <a:spLocks/>
          </p:cNvSpPr>
          <p:nvPr/>
        </p:nvSpPr>
        <p:spPr>
          <a:xfrm>
            <a:off x="8522009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0" name="data_6191">
            <a:extLst>
              <a:ext uri="{FF2B5EF4-FFF2-40B4-BE49-F238E27FC236}">
                <a16:creationId xmlns:a16="http://schemas.microsoft.com/office/drawing/2014/main" id="{D0F05254-2D8D-42CF-AFB7-7AC46F4E0595}"/>
              </a:ext>
            </a:extLst>
          </p:cNvPr>
          <p:cNvSpPr>
            <a:spLocks/>
          </p:cNvSpPr>
          <p:nvPr/>
        </p:nvSpPr>
        <p:spPr>
          <a:xfrm>
            <a:off x="8556800" y="3373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1" name="data_6192">
            <a:extLst>
              <a:ext uri="{FF2B5EF4-FFF2-40B4-BE49-F238E27FC236}">
                <a16:creationId xmlns:a16="http://schemas.microsoft.com/office/drawing/2014/main" id="{6FDCBCDA-2096-40CD-B740-80700670DF3C}"/>
              </a:ext>
            </a:extLst>
          </p:cNvPr>
          <p:cNvSpPr>
            <a:spLocks/>
          </p:cNvSpPr>
          <p:nvPr/>
        </p:nvSpPr>
        <p:spPr>
          <a:xfrm>
            <a:off x="856165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2" name="data_6193">
            <a:extLst>
              <a:ext uri="{FF2B5EF4-FFF2-40B4-BE49-F238E27FC236}">
                <a16:creationId xmlns:a16="http://schemas.microsoft.com/office/drawing/2014/main" id="{0D4799C0-631A-4AD5-BDDB-B1C061F31F38}"/>
              </a:ext>
            </a:extLst>
          </p:cNvPr>
          <p:cNvSpPr>
            <a:spLocks/>
          </p:cNvSpPr>
          <p:nvPr/>
        </p:nvSpPr>
        <p:spPr>
          <a:xfrm>
            <a:off x="852432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3" name="data_6194">
            <a:extLst>
              <a:ext uri="{FF2B5EF4-FFF2-40B4-BE49-F238E27FC236}">
                <a16:creationId xmlns:a16="http://schemas.microsoft.com/office/drawing/2014/main" id="{306F5F20-F184-4C58-9E3B-26540C89631F}"/>
              </a:ext>
            </a:extLst>
          </p:cNvPr>
          <p:cNvSpPr>
            <a:spLocks/>
          </p:cNvSpPr>
          <p:nvPr/>
        </p:nvSpPr>
        <p:spPr>
          <a:xfrm>
            <a:off x="8521698" y="33533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4" name="data_6195">
            <a:extLst>
              <a:ext uri="{FF2B5EF4-FFF2-40B4-BE49-F238E27FC236}">
                <a16:creationId xmlns:a16="http://schemas.microsoft.com/office/drawing/2014/main" id="{8B9F4972-6079-458E-A784-C6C014322CE6}"/>
              </a:ext>
            </a:extLst>
          </p:cNvPr>
          <p:cNvSpPr>
            <a:spLocks/>
          </p:cNvSpPr>
          <p:nvPr/>
        </p:nvSpPr>
        <p:spPr>
          <a:xfrm>
            <a:off x="8603661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5" name="data_6196">
            <a:extLst>
              <a:ext uri="{FF2B5EF4-FFF2-40B4-BE49-F238E27FC236}">
                <a16:creationId xmlns:a16="http://schemas.microsoft.com/office/drawing/2014/main" id="{6CEB0E92-69B5-473A-AE24-B32AE989095F}"/>
              </a:ext>
            </a:extLst>
          </p:cNvPr>
          <p:cNvSpPr>
            <a:spLocks/>
          </p:cNvSpPr>
          <p:nvPr/>
        </p:nvSpPr>
        <p:spPr>
          <a:xfrm>
            <a:off x="860262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6" name="data_6197">
            <a:extLst>
              <a:ext uri="{FF2B5EF4-FFF2-40B4-BE49-F238E27FC236}">
                <a16:creationId xmlns:a16="http://schemas.microsoft.com/office/drawing/2014/main" id="{A5EBC43F-AAFE-438A-8299-839733D1B35B}"/>
              </a:ext>
            </a:extLst>
          </p:cNvPr>
          <p:cNvSpPr>
            <a:spLocks/>
          </p:cNvSpPr>
          <p:nvPr/>
        </p:nvSpPr>
        <p:spPr>
          <a:xfrm>
            <a:off x="859786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7" name="data_6198">
            <a:extLst>
              <a:ext uri="{FF2B5EF4-FFF2-40B4-BE49-F238E27FC236}">
                <a16:creationId xmlns:a16="http://schemas.microsoft.com/office/drawing/2014/main" id="{0C29BD0D-D926-4725-B34A-13E4DBF30885}"/>
              </a:ext>
            </a:extLst>
          </p:cNvPr>
          <p:cNvSpPr>
            <a:spLocks/>
          </p:cNvSpPr>
          <p:nvPr/>
        </p:nvSpPr>
        <p:spPr>
          <a:xfrm>
            <a:off x="8578836" y="1836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8" name="data_6199">
            <a:extLst>
              <a:ext uri="{FF2B5EF4-FFF2-40B4-BE49-F238E27FC236}">
                <a16:creationId xmlns:a16="http://schemas.microsoft.com/office/drawing/2014/main" id="{27679096-58F0-4F87-A548-C12D1DC679C4}"/>
              </a:ext>
            </a:extLst>
          </p:cNvPr>
          <p:cNvSpPr>
            <a:spLocks/>
          </p:cNvSpPr>
          <p:nvPr/>
        </p:nvSpPr>
        <p:spPr>
          <a:xfrm>
            <a:off x="859237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9" name="data_6200">
            <a:extLst>
              <a:ext uri="{FF2B5EF4-FFF2-40B4-BE49-F238E27FC236}">
                <a16:creationId xmlns:a16="http://schemas.microsoft.com/office/drawing/2014/main" id="{E1DAE43C-9C6A-4C0F-BF88-EE2410C33DEB}"/>
              </a:ext>
            </a:extLst>
          </p:cNvPr>
          <p:cNvSpPr>
            <a:spLocks/>
          </p:cNvSpPr>
          <p:nvPr/>
        </p:nvSpPr>
        <p:spPr>
          <a:xfrm>
            <a:off x="8546224" y="35827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0" name="data_6201">
            <a:extLst>
              <a:ext uri="{FF2B5EF4-FFF2-40B4-BE49-F238E27FC236}">
                <a16:creationId xmlns:a16="http://schemas.microsoft.com/office/drawing/2014/main" id="{6DD783B9-B1E0-4A0E-ABF3-B58E14ADF7C3}"/>
              </a:ext>
            </a:extLst>
          </p:cNvPr>
          <p:cNvSpPr>
            <a:spLocks/>
          </p:cNvSpPr>
          <p:nvPr/>
        </p:nvSpPr>
        <p:spPr>
          <a:xfrm>
            <a:off x="854806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1" name="data_6202">
            <a:extLst>
              <a:ext uri="{FF2B5EF4-FFF2-40B4-BE49-F238E27FC236}">
                <a16:creationId xmlns:a16="http://schemas.microsoft.com/office/drawing/2014/main" id="{21F7E75A-F12A-44C3-AB03-C2EC15CB2A23}"/>
              </a:ext>
            </a:extLst>
          </p:cNvPr>
          <p:cNvSpPr>
            <a:spLocks/>
          </p:cNvSpPr>
          <p:nvPr/>
        </p:nvSpPr>
        <p:spPr>
          <a:xfrm>
            <a:off x="859820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2" name="data_6203">
            <a:extLst>
              <a:ext uri="{FF2B5EF4-FFF2-40B4-BE49-F238E27FC236}">
                <a16:creationId xmlns:a16="http://schemas.microsoft.com/office/drawing/2014/main" id="{90B64ADE-2804-4921-BE59-2726ADF12C86}"/>
              </a:ext>
            </a:extLst>
          </p:cNvPr>
          <p:cNvSpPr>
            <a:spLocks/>
          </p:cNvSpPr>
          <p:nvPr/>
        </p:nvSpPr>
        <p:spPr>
          <a:xfrm>
            <a:off x="852007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3" name="data_6204">
            <a:extLst>
              <a:ext uri="{FF2B5EF4-FFF2-40B4-BE49-F238E27FC236}">
                <a16:creationId xmlns:a16="http://schemas.microsoft.com/office/drawing/2014/main" id="{7D545AD5-2A0D-498D-AD90-7A6449296FFD}"/>
              </a:ext>
            </a:extLst>
          </p:cNvPr>
          <p:cNvSpPr>
            <a:spLocks/>
          </p:cNvSpPr>
          <p:nvPr/>
        </p:nvSpPr>
        <p:spPr>
          <a:xfrm>
            <a:off x="8583632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4" name="data_6205">
            <a:extLst>
              <a:ext uri="{FF2B5EF4-FFF2-40B4-BE49-F238E27FC236}">
                <a16:creationId xmlns:a16="http://schemas.microsoft.com/office/drawing/2014/main" id="{1FB90AC7-F644-4312-A198-442F58B3D41A}"/>
              </a:ext>
            </a:extLst>
          </p:cNvPr>
          <p:cNvSpPr>
            <a:spLocks/>
          </p:cNvSpPr>
          <p:nvPr/>
        </p:nvSpPr>
        <p:spPr>
          <a:xfrm>
            <a:off x="854820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5" name="data_6206">
            <a:extLst>
              <a:ext uri="{FF2B5EF4-FFF2-40B4-BE49-F238E27FC236}">
                <a16:creationId xmlns:a16="http://schemas.microsoft.com/office/drawing/2014/main" id="{C4927631-B7C8-48DC-B7E8-0B1130A60BA3}"/>
              </a:ext>
            </a:extLst>
          </p:cNvPr>
          <p:cNvSpPr>
            <a:spLocks/>
          </p:cNvSpPr>
          <p:nvPr/>
        </p:nvSpPr>
        <p:spPr>
          <a:xfrm>
            <a:off x="8534536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6" name="data_6207">
            <a:extLst>
              <a:ext uri="{FF2B5EF4-FFF2-40B4-BE49-F238E27FC236}">
                <a16:creationId xmlns:a16="http://schemas.microsoft.com/office/drawing/2014/main" id="{06A54C42-F71B-48B4-ACC1-DE053DDCE9F5}"/>
              </a:ext>
            </a:extLst>
          </p:cNvPr>
          <p:cNvSpPr>
            <a:spLocks/>
          </p:cNvSpPr>
          <p:nvPr/>
        </p:nvSpPr>
        <p:spPr>
          <a:xfrm>
            <a:off x="852366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7" name="data_6208">
            <a:extLst>
              <a:ext uri="{FF2B5EF4-FFF2-40B4-BE49-F238E27FC236}">
                <a16:creationId xmlns:a16="http://schemas.microsoft.com/office/drawing/2014/main" id="{9CD48453-A69C-4A5A-9B4C-200C08DE2B83}"/>
              </a:ext>
            </a:extLst>
          </p:cNvPr>
          <p:cNvSpPr>
            <a:spLocks/>
          </p:cNvSpPr>
          <p:nvPr/>
        </p:nvSpPr>
        <p:spPr>
          <a:xfrm>
            <a:off x="8570030" y="3501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8" name="data_6209">
            <a:extLst>
              <a:ext uri="{FF2B5EF4-FFF2-40B4-BE49-F238E27FC236}">
                <a16:creationId xmlns:a16="http://schemas.microsoft.com/office/drawing/2014/main" id="{A5502AF2-DCE9-4B88-BF91-9F4D761C7F37}"/>
              </a:ext>
            </a:extLst>
          </p:cNvPr>
          <p:cNvSpPr>
            <a:spLocks/>
          </p:cNvSpPr>
          <p:nvPr/>
        </p:nvSpPr>
        <p:spPr>
          <a:xfrm>
            <a:off x="8555212" y="26223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9" name="data_6210">
            <a:extLst>
              <a:ext uri="{FF2B5EF4-FFF2-40B4-BE49-F238E27FC236}">
                <a16:creationId xmlns:a16="http://schemas.microsoft.com/office/drawing/2014/main" id="{833129F0-B12F-4D35-9DBA-88DE7AAB08E2}"/>
              </a:ext>
            </a:extLst>
          </p:cNvPr>
          <p:cNvSpPr>
            <a:spLocks/>
          </p:cNvSpPr>
          <p:nvPr/>
        </p:nvSpPr>
        <p:spPr>
          <a:xfrm>
            <a:off x="856708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0" name="data_6211">
            <a:extLst>
              <a:ext uri="{FF2B5EF4-FFF2-40B4-BE49-F238E27FC236}">
                <a16:creationId xmlns:a16="http://schemas.microsoft.com/office/drawing/2014/main" id="{95AA0B8D-EBCE-4CB8-AC86-001D604DEEC3}"/>
              </a:ext>
            </a:extLst>
          </p:cNvPr>
          <p:cNvSpPr>
            <a:spLocks/>
          </p:cNvSpPr>
          <p:nvPr/>
        </p:nvSpPr>
        <p:spPr>
          <a:xfrm>
            <a:off x="854228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1" name="data_6212">
            <a:extLst>
              <a:ext uri="{FF2B5EF4-FFF2-40B4-BE49-F238E27FC236}">
                <a16:creationId xmlns:a16="http://schemas.microsoft.com/office/drawing/2014/main" id="{98D2C616-E80A-4AFD-970F-E14F30C57D95}"/>
              </a:ext>
            </a:extLst>
          </p:cNvPr>
          <p:cNvSpPr>
            <a:spLocks/>
          </p:cNvSpPr>
          <p:nvPr/>
        </p:nvSpPr>
        <p:spPr>
          <a:xfrm>
            <a:off x="8555733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2" name="data_6213">
            <a:extLst>
              <a:ext uri="{FF2B5EF4-FFF2-40B4-BE49-F238E27FC236}">
                <a16:creationId xmlns:a16="http://schemas.microsoft.com/office/drawing/2014/main" id="{7DD031AF-15C9-4DCE-902B-200D3800ED55}"/>
              </a:ext>
            </a:extLst>
          </p:cNvPr>
          <p:cNvSpPr>
            <a:spLocks/>
          </p:cNvSpPr>
          <p:nvPr/>
        </p:nvSpPr>
        <p:spPr>
          <a:xfrm>
            <a:off x="8559281" y="32833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3" name="data_6214">
            <a:extLst>
              <a:ext uri="{FF2B5EF4-FFF2-40B4-BE49-F238E27FC236}">
                <a16:creationId xmlns:a16="http://schemas.microsoft.com/office/drawing/2014/main" id="{A0430CEC-17F4-49F4-BA76-04EDBABACFDB}"/>
              </a:ext>
            </a:extLst>
          </p:cNvPr>
          <p:cNvSpPr>
            <a:spLocks/>
          </p:cNvSpPr>
          <p:nvPr/>
        </p:nvSpPr>
        <p:spPr>
          <a:xfrm>
            <a:off x="8503949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4" name="data_6215">
            <a:extLst>
              <a:ext uri="{FF2B5EF4-FFF2-40B4-BE49-F238E27FC236}">
                <a16:creationId xmlns:a16="http://schemas.microsoft.com/office/drawing/2014/main" id="{623C6AEF-C250-415A-BA4F-B738AF0EFDE8}"/>
              </a:ext>
            </a:extLst>
          </p:cNvPr>
          <p:cNvSpPr>
            <a:spLocks/>
          </p:cNvSpPr>
          <p:nvPr/>
        </p:nvSpPr>
        <p:spPr>
          <a:xfrm>
            <a:off x="8508933" y="2996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5" name="data_6216">
            <a:extLst>
              <a:ext uri="{FF2B5EF4-FFF2-40B4-BE49-F238E27FC236}">
                <a16:creationId xmlns:a16="http://schemas.microsoft.com/office/drawing/2014/main" id="{AA0024FE-0217-494C-9F04-F7F23329BE6A}"/>
              </a:ext>
            </a:extLst>
          </p:cNvPr>
          <p:cNvSpPr>
            <a:spLocks/>
          </p:cNvSpPr>
          <p:nvPr/>
        </p:nvSpPr>
        <p:spPr>
          <a:xfrm>
            <a:off x="8509106" y="2996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6" name="data_6217">
            <a:extLst>
              <a:ext uri="{FF2B5EF4-FFF2-40B4-BE49-F238E27FC236}">
                <a16:creationId xmlns:a16="http://schemas.microsoft.com/office/drawing/2014/main" id="{E84CFF4A-C23F-4EA2-8DC9-C17409C97B82}"/>
              </a:ext>
            </a:extLst>
          </p:cNvPr>
          <p:cNvSpPr>
            <a:spLocks/>
          </p:cNvSpPr>
          <p:nvPr/>
        </p:nvSpPr>
        <p:spPr>
          <a:xfrm>
            <a:off x="856860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7" name="data_6218">
            <a:extLst>
              <a:ext uri="{FF2B5EF4-FFF2-40B4-BE49-F238E27FC236}">
                <a16:creationId xmlns:a16="http://schemas.microsoft.com/office/drawing/2014/main" id="{65B037FE-996A-472E-AA10-7CEB8973B2F9}"/>
              </a:ext>
            </a:extLst>
          </p:cNvPr>
          <p:cNvSpPr>
            <a:spLocks/>
          </p:cNvSpPr>
          <p:nvPr/>
        </p:nvSpPr>
        <p:spPr>
          <a:xfrm>
            <a:off x="8560944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8" name="data_6219">
            <a:extLst>
              <a:ext uri="{FF2B5EF4-FFF2-40B4-BE49-F238E27FC236}">
                <a16:creationId xmlns:a16="http://schemas.microsoft.com/office/drawing/2014/main" id="{559A9049-0378-4ED4-8070-8EF11799FA4E}"/>
              </a:ext>
            </a:extLst>
          </p:cNvPr>
          <p:cNvSpPr>
            <a:spLocks/>
          </p:cNvSpPr>
          <p:nvPr/>
        </p:nvSpPr>
        <p:spPr>
          <a:xfrm>
            <a:off x="8523240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9" name="data_6220">
            <a:extLst>
              <a:ext uri="{FF2B5EF4-FFF2-40B4-BE49-F238E27FC236}">
                <a16:creationId xmlns:a16="http://schemas.microsoft.com/office/drawing/2014/main" id="{67903183-D5D8-44BE-92CE-E7EC952A3662}"/>
              </a:ext>
            </a:extLst>
          </p:cNvPr>
          <p:cNvSpPr>
            <a:spLocks/>
          </p:cNvSpPr>
          <p:nvPr/>
        </p:nvSpPr>
        <p:spPr>
          <a:xfrm>
            <a:off x="850573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0" name="data_6221">
            <a:extLst>
              <a:ext uri="{FF2B5EF4-FFF2-40B4-BE49-F238E27FC236}">
                <a16:creationId xmlns:a16="http://schemas.microsoft.com/office/drawing/2014/main" id="{339E7B9E-1115-4273-A090-BDAAA57EB774}"/>
              </a:ext>
            </a:extLst>
          </p:cNvPr>
          <p:cNvSpPr>
            <a:spLocks/>
          </p:cNvSpPr>
          <p:nvPr/>
        </p:nvSpPr>
        <p:spPr>
          <a:xfrm>
            <a:off x="850380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1" name="data_6222">
            <a:extLst>
              <a:ext uri="{FF2B5EF4-FFF2-40B4-BE49-F238E27FC236}">
                <a16:creationId xmlns:a16="http://schemas.microsoft.com/office/drawing/2014/main" id="{6914C4D4-1B7D-4F1F-9E40-C37BE56C210A}"/>
              </a:ext>
            </a:extLst>
          </p:cNvPr>
          <p:cNvSpPr>
            <a:spLocks/>
          </p:cNvSpPr>
          <p:nvPr/>
        </p:nvSpPr>
        <p:spPr>
          <a:xfrm>
            <a:off x="8555396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2" name="data_6223">
            <a:extLst>
              <a:ext uri="{FF2B5EF4-FFF2-40B4-BE49-F238E27FC236}">
                <a16:creationId xmlns:a16="http://schemas.microsoft.com/office/drawing/2014/main" id="{08BF28F8-2285-4E07-8DDA-6F2D538680EA}"/>
              </a:ext>
            </a:extLst>
          </p:cNvPr>
          <p:cNvSpPr>
            <a:spLocks/>
          </p:cNvSpPr>
          <p:nvPr/>
        </p:nvSpPr>
        <p:spPr>
          <a:xfrm>
            <a:off x="85539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3" name="data_6224">
            <a:extLst>
              <a:ext uri="{FF2B5EF4-FFF2-40B4-BE49-F238E27FC236}">
                <a16:creationId xmlns:a16="http://schemas.microsoft.com/office/drawing/2014/main" id="{DD61BBC4-0A21-4094-BBFC-F193F1910341}"/>
              </a:ext>
            </a:extLst>
          </p:cNvPr>
          <p:cNvSpPr>
            <a:spLocks/>
          </p:cNvSpPr>
          <p:nvPr/>
        </p:nvSpPr>
        <p:spPr>
          <a:xfrm>
            <a:off x="855765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4" name="data_6225">
            <a:extLst>
              <a:ext uri="{FF2B5EF4-FFF2-40B4-BE49-F238E27FC236}">
                <a16:creationId xmlns:a16="http://schemas.microsoft.com/office/drawing/2014/main" id="{6F5966FE-09D5-40A4-86CD-09154254349E}"/>
              </a:ext>
            </a:extLst>
          </p:cNvPr>
          <p:cNvSpPr>
            <a:spLocks/>
          </p:cNvSpPr>
          <p:nvPr/>
        </p:nvSpPr>
        <p:spPr>
          <a:xfrm>
            <a:off x="8595394" y="34816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5" name="data_6226">
            <a:extLst>
              <a:ext uri="{FF2B5EF4-FFF2-40B4-BE49-F238E27FC236}">
                <a16:creationId xmlns:a16="http://schemas.microsoft.com/office/drawing/2014/main" id="{EA9C9DC9-1F86-405B-8FA6-306187B21A0B}"/>
              </a:ext>
            </a:extLst>
          </p:cNvPr>
          <p:cNvSpPr>
            <a:spLocks/>
          </p:cNvSpPr>
          <p:nvPr/>
        </p:nvSpPr>
        <p:spPr>
          <a:xfrm>
            <a:off x="857378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6" name="data_6227">
            <a:extLst>
              <a:ext uri="{FF2B5EF4-FFF2-40B4-BE49-F238E27FC236}">
                <a16:creationId xmlns:a16="http://schemas.microsoft.com/office/drawing/2014/main" id="{1DF3BE0F-D55B-48D1-AB9E-1498E6097BAB}"/>
              </a:ext>
            </a:extLst>
          </p:cNvPr>
          <p:cNvSpPr>
            <a:spLocks/>
          </p:cNvSpPr>
          <p:nvPr/>
        </p:nvSpPr>
        <p:spPr>
          <a:xfrm>
            <a:off x="852064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7" name="data_6228">
            <a:extLst>
              <a:ext uri="{FF2B5EF4-FFF2-40B4-BE49-F238E27FC236}">
                <a16:creationId xmlns:a16="http://schemas.microsoft.com/office/drawing/2014/main" id="{7EEEC5A9-219D-43FE-9F33-D88628C0E0D5}"/>
              </a:ext>
            </a:extLst>
          </p:cNvPr>
          <p:cNvSpPr>
            <a:spLocks/>
          </p:cNvSpPr>
          <p:nvPr/>
        </p:nvSpPr>
        <p:spPr>
          <a:xfrm>
            <a:off x="8581100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8" name="data_6229">
            <a:extLst>
              <a:ext uri="{FF2B5EF4-FFF2-40B4-BE49-F238E27FC236}">
                <a16:creationId xmlns:a16="http://schemas.microsoft.com/office/drawing/2014/main" id="{4E9A5B27-5CDD-47F4-8364-7AA15A7F0F83}"/>
              </a:ext>
            </a:extLst>
          </p:cNvPr>
          <p:cNvSpPr>
            <a:spLocks/>
          </p:cNvSpPr>
          <p:nvPr/>
        </p:nvSpPr>
        <p:spPr>
          <a:xfrm>
            <a:off x="859160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9" name="data_6230">
            <a:extLst>
              <a:ext uri="{FF2B5EF4-FFF2-40B4-BE49-F238E27FC236}">
                <a16:creationId xmlns:a16="http://schemas.microsoft.com/office/drawing/2014/main" id="{A2651950-911E-4C79-A9C6-CD0F31B340C1}"/>
              </a:ext>
            </a:extLst>
          </p:cNvPr>
          <p:cNvSpPr>
            <a:spLocks/>
          </p:cNvSpPr>
          <p:nvPr/>
        </p:nvSpPr>
        <p:spPr>
          <a:xfrm>
            <a:off x="859798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0" name="data_6231">
            <a:extLst>
              <a:ext uri="{FF2B5EF4-FFF2-40B4-BE49-F238E27FC236}">
                <a16:creationId xmlns:a16="http://schemas.microsoft.com/office/drawing/2014/main" id="{FAC0224F-E7FD-4A6A-A757-36316D0B4CF6}"/>
              </a:ext>
            </a:extLst>
          </p:cNvPr>
          <p:cNvSpPr>
            <a:spLocks/>
          </p:cNvSpPr>
          <p:nvPr/>
        </p:nvSpPr>
        <p:spPr>
          <a:xfrm>
            <a:off x="850935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1" name="data_6232">
            <a:extLst>
              <a:ext uri="{FF2B5EF4-FFF2-40B4-BE49-F238E27FC236}">
                <a16:creationId xmlns:a16="http://schemas.microsoft.com/office/drawing/2014/main" id="{CC15CCD4-BC14-49AD-9719-8E6371513C39}"/>
              </a:ext>
            </a:extLst>
          </p:cNvPr>
          <p:cNvSpPr>
            <a:spLocks/>
          </p:cNvSpPr>
          <p:nvPr/>
        </p:nvSpPr>
        <p:spPr>
          <a:xfrm>
            <a:off x="8556113" y="3292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2" name="data_6233">
            <a:extLst>
              <a:ext uri="{FF2B5EF4-FFF2-40B4-BE49-F238E27FC236}">
                <a16:creationId xmlns:a16="http://schemas.microsoft.com/office/drawing/2014/main" id="{2126798A-2641-4F92-97A5-C8DE4FB9D869}"/>
              </a:ext>
            </a:extLst>
          </p:cNvPr>
          <p:cNvSpPr>
            <a:spLocks/>
          </p:cNvSpPr>
          <p:nvPr/>
        </p:nvSpPr>
        <p:spPr>
          <a:xfrm>
            <a:off x="856667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3" name="data_6234">
            <a:extLst>
              <a:ext uri="{FF2B5EF4-FFF2-40B4-BE49-F238E27FC236}">
                <a16:creationId xmlns:a16="http://schemas.microsoft.com/office/drawing/2014/main" id="{460E9663-1514-4781-A5B2-041773A81E5C}"/>
              </a:ext>
            </a:extLst>
          </p:cNvPr>
          <p:cNvSpPr>
            <a:spLocks/>
          </p:cNvSpPr>
          <p:nvPr/>
        </p:nvSpPr>
        <p:spPr>
          <a:xfrm>
            <a:off x="85580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4" name="data_6235">
            <a:extLst>
              <a:ext uri="{FF2B5EF4-FFF2-40B4-BE49-F238E27FC236}">
                <a16:creationId xmlns:a16="http://schemas.microsoft.com/office/drawing/2014/main" id="{C4D6CEE1-F102-48E7-ABFC-DE55F9359B5E}"/>
              </a:ext>
            </a:extLst>
          </p:cNvPr>
          <p:cNvSpPr>
            <a:spLocks/>
          </p:cNvSpPr>
          <p:nvPr/>
        </p:nvSpPr>
        <p:spPr>
          <a:xfrm>
            <a:off x="856410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5" name="data_6236">
            <a:extLst>
              <a:ext uri="{FF2B5EF4-FFF2-40B4-BE49-F238E27FC236}">
                <a16:creationId xmlns:a16="http://schemas.microsoft.com/office/drawing/2014/main" id="{383F150D-A659-4F19-A1F3-D9E3C85A6CBF}"/>
              </a:ext>
            </a:extLst>
          </p:cNvPr>
          <p:cNvSpPr>
            <a:spLocks/>
          </p:cNvSpPr>
          <p:nvPr/>
        </p:nvSpPr>
        <p:spPr>
          <a:xfrm>
            <a:off x="856083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6" name="data_6237">
            <a:extLst>
              <a:ext uri="{FF2B5EF4-FFF2-40B4-BE49-F238E27FC236}">
                <a16:creationId xmlns:a16="http://schemas.microsoft.com/office/drawing/2014/main" id="{D9CA552A-235B-41E5-89FF-FAD130F9DEB7}"/>
              </a:ext>
            </a:extLst>
          </p:cNvPr>
          <p:cNvSpPr>
            <a:spLocks/>
          </p:cNvSpPr>
          <p:nvPr/>
        </p:nvSpPr>
        <p:spPr>
          <a:xfrm>
            <a:off x="853723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7" name="data_6238">
            <a:extLst>
              <a:ext uri="{FF2B5EF4-FFF2-40B4-BE49-F238E27FC236}">
                <a16:creationId xmlns:a16="http://schemas.microsoft.com/office/drawing/2014/main" id="{7691DF0D-AF2F-41CC-9B7A-66A978CEA651}"/>
              </a:ext>
            </a:extLst>
          </p:cNvPr>
          <p:cNvSpPr>
            <a:spLocks/>
          </p:cNvSpPr>
          <p:nvPr/>
        </p:nvSpPr>
        <p:spPr>
          <a:xfrm>
            <a:off x="8519162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8" name="data_6239">
            <a:extLst>
              <a:ext uri="{FF2B5EF4-FFF2-40B4-BE49-F238E27FC236}">
                <a16:creationId xmlns:a16="http://schemas.microsoft.com/office/drawing/2014/main" id="{1DB97354-C54E-41C6-9222-FE21EE7ADC37}"/>
              </a:ext>
            </a:extLst>
          </p:cNvPr>
          <p:cNvSpPr>
            <a:spLocks/>
          </p:cNvSpPr>
          <p:nvPr/>
        </p:nvSpPr>
        <p:spPr>
          <a:xfrm>
            <a:off x="8536541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9" name="data_6240">
            <a:extLst>
              <a:ext uri="{FF2B5EF4-FFF2-40B4-BE49-F238E27FC236}">
                <a16:creationId xmlns:a16="http://schemas.microsoft.com/office/drawing/2014/main" id="{9D901882-FC48-4ACE-B44E-9245178BFFF2}"/>
              </a:ext>
            </a:extLst>
          </p:cNvPr>
          <p:cNvSpPr>
            <a:spLocks/>
          </p:cNvSpPr>
          <p:nvPr/>
        </p:nvSpPr>
        <p:spPr>
          <a:xfrm>
            <a:off x="8526303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0" name="data_6241">
            <a:extLst>
              <a:ext uri="{FF2B5EF4-FFF2-40B4-BE49-F238E27FC236}">
                <a16:creationId xmlns:a16="http://schemas.microsoft.com/office/drawing/2014/main" id="{C5F90D1E-DB40-4F6B-8340-174E96FC660A}"/>
              </a:ext>
            </a:extLst>
          </p:cNvPr>
          <p:cNvSpPr>
            <a:spLocks/>
          </p:cNvSpPr>
          <p:nvPr/>
        </p:nvSpPr>
        <p:spPr>
          <a:xfrm>
            <a:off x="8569265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1" name="data_6242">
            <a:extLst>
              <a:ext uri="{FF2B5EF4-FFF2-40B4-BE49-F238E27FC236}">
                <a16:creationId xmlns:a16="http://schemas.microsoft.com/office/drawing/2014/main" id="{44A5AB59-2D8B-4F3B-B9A3-4030BBEA626A}"/>
              </a:ext>
            </a:extLst>
          </p:cNvPr>
          <p:cNvSpPr>
            <a:spLocks/>
          </p:cNvSpPr>
          <p:nvPr/>
        </p:nvSpPr>
        <p:spPr>
          <a:xfrm>
            <a:off x="8583362" y="28750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2" name="data_6243">
            <a:extLst>
              <a:ext uri="{FF2B5EF4-FFF2-40B4-BE49-F238E27FC236}">
                <a16:creationId xmlns:a16="http://schemas.microsoft.com/office/drawing/2014/main" id="{C082533B-42D7-46FF-8686-B87D76631902}"/>
              </a:ext>
            </a:extLst>
          </p:cNvPr>
          <p:cNvSpPr>
            <a:spLocks/>
          </p:cNvSpPr>
          <p:nvPr/>
        </p:nvSpPr>
        <p:spPr>
          <a:xfrm>
            <a:off x="8503947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3" name="data_6244">
            <a:extLst>
              <a:ext uri="{FF2B5EF4-FFF2-40B4-BE49-F238E27FC236}">
                <a16:creationId xmlns:a16="http://schemas.microsoft.com/office/drawing/2014/main" id="{2D9D676D-3E9B-4574-B3C6-EB1C333957F7}"/>
              </a:ext>
            </a:extLst>
          </p:cNvPr>
          <p:cNvSpPr>
            <a:spLocks/>
          </p:cNvSpPr>
          <p:nvPr/>
        </p:nvSpPr>
        <p:spPr>
          <a:xfrm>
            <a:off x="8502048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4" name="data_6245">
            <a:extLst>
              <a:ext uri="{FF2B5EF4-FFF2-40B4-BE49-F238E27FC236}">
                <a16:creationId xmlns:a16="http://schemas.microsoft.com/office/drawing/2014/main" id="{5FAD4484-8B7A-4944-BA26-6FD8EC1B15BB}"/>
              </a:ext>
            </a:extLst>
          </p:cNvPr>
          <p:cNvSpPr>
            <a:spLocks/>
          </p:cNvSpPr>
          <p:nvPr/>
        </p:nvSpPr>
        <p:spPr>
          <a:xfrm>
            <a:off x="8571049" y="33300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5" name="data_6246">
            <a:extLst>
              <a:ext uri="{FF2B5EF4-FFF2-40B4-BE49-F238E27FC236}">
                <a16:creationId xmlns:a16="http://schemas.microsoft.com/office/drawing/2014/main" id="{FF4553FE-BF23-4CFD-85A5-276074A99A61}"/>
              </a:ext>
            </a:extLst>
          </p:cNvPr>
          <p:cNvSpPr>
            <a:spLocks/>
          </p:cNvSpPr>
          <p:nvPr/>
        </p:nvSpPr>
        <p:spPr>
          <a:xfrm>
            <a:off x="8602561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6" name="data_6247">
            <a:extLst>
              <a:ext uri="{FF2B5EF4-FFF2-40B4-BE49-F238E27FC236}">
                <a16:creationId xmlns:a16="http://schemas.microsoft.com/office/drawing/2014/main" id="{F14BBCBE-5F90-4B73-B77D-22AB78C922C3}"/>
              </a:ext>
            </a:extLst>
          </p:cNvPr>
          <p:cNvSpPr>
            <a:spLocks/>
          </p:cNvSpPr>
          <p:nvPr/>
        </p:nvSpPr>
        <p:spPr>
          <a:xfrm>
            <a:off x="854243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7" name="data_6248">
            <a:extLst>
              <a:ext uri="{FF2B5EF4-FFF2-40B4-BE49-F238E27FC236}">
                <a16:creationId xmlns:a16="http://schemas.microsoft.com/office/drawing/2014/main" id="{838A0321-C9BE-4F65-995D-02287F1B5E89}"/>
              </a:ext>
            </a:extLst>
          </p:cNvPr>
          <p:cNvSpPr>
            <a:spLocks/>
          </p:cNvSpPr>
          <p:nvPr/>
        </p:nvSpPr>
        <p:spPr>
          <a:xfrm>
            <a:off x="857977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8" name="data_6249">
            <a:extLst>
              <a:ext uri="{FF2B5EF4-FFF2-40B4-BE49-F238E27FC236}">
                <a16:creationId xmlns:a16="http://schemas.microsoft.com/office/drawing/2014/main" id="{44286911-1828-4B10-A48D-C8E0BDDAF576}"/>
              </a:ext>
            </a:extLst>
          </p:cNvPr>
          <p:cNvSpPr>
            <a:spLocks/>
          </p:cNvSpPr>
          <p:nvPr/>
        </p:nvSpPr>
        <p:spPr>
          <a:xfrm>
            <a:off x="858263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9" name="data_6250">
            <a:extLst>
              <a:ext uri="{FF2B5EF4-FFF2-40B4-BE49-F238E27FC236}">
                <a16:creationId xmlns:a16="http://schemas.microsoft.com/office/drawing/2014/main" id="{63907420-DFA6-4192-9082-1BBB41D4FBD3}"/>
              </a:ext>
            </a:extLst>
          </p:cNvPr>
          <p:cNvSpPr>
            <a:spLocks/>
          </p:cNvSpPr>
          <p:nvPr/>
        </p:nvSpPr>
        <p:spPr>
          <a:xfrm>
            <a:off x="857800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0" name="data_6251">
            <a:extLst>
              <a:ext uri="{FF2B5EF4-FFF2-40B4-BE49-F238E27FC236}">
                <a16:creationId xmlns:a16="http://schemas.microsoft.com/office/drawing/2014/main" id="{D718E5E3-3767-47E5-97B4-549AC6894A9D}"/>
              </a:ext>
            </a:extLst>
          </p:cNvPr>
          <p:cNvSpPr>
            <a:spLocks/>
          </p:cNvSpPr>
          <p:nvPr/>
        </p:nvSpPr>
        <p:spPr>
          <a:xfrm>
            <a:off x="855327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1" name="data_6252">
            <a:extLst>
              <a:ext uri="{FF2B5EF4-FFF2-40B4-BE49-F238E27FC236}">
                <a16:creationId xmlns:a16="http://schemas.microsoft.com/office/drawing/2014/main" id="{8876A095-8522-4C5B-9FAD-46A1BF1203D8}"/>
              </a:ext>
            </a:extLst>
          </p:cNvPr>
          <p:cNvSpPr>
            <a:spLocks/>
          </p:cNvSpPr>
          <p:nvPr/>
        </p:nvSpPr>
        <p:spPr>
          <a:xfrm>
            <a:off x="859374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2" name="data_6253">
            <a:extLst>
              <a:ext uri="{FF2B5EF4-FFF2-40B4-BE49-F238E27FC236}">
                <a16:creationId xmlns:a16="http://schemas.microsoft.com/office/drawing/2014/main" id="{EB42EE0B-3261-4285-96F1-7EBD17AE748F}"/>
              </a:ext>
            </a:extLst>
          </p:cNvPr>
          <p:cNvSpPr>
            <a:spLocks/>
          </p:cNvSpPr>
          <p:nvPr/>
        </p:nvSpPr>
        <p:spPr>
          <a:xfrm>
            <a:off x="8507225" y="34513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3" name="data_6254">
            <a:extLst>
              <a:ext uri="{FF2B5EF4-FFF2-40B4-BE49-F238E27FC236}">
                <a16:creationId xmlns:a16="http://schemas.microsoft.com/office/drawing/2014/main" id="{BCC39109-E732-44F5-9164-2FC8723A90B7}"/>
              </a:ext>
            </a:extLst>
          </p:cNvPr>
          <p:cNvSpPr>
            <a:spLocks/>
          </p:cNvSpPr>
          <p:nvPr/>
        </p:nvSpPr>
        <p:spPr>
          <a:xfrm>
            <a:off x="8554533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4" name="data_6255">
            <a:extLst>
              <a:ext uri="{FF2B5EF4-FFF2-40B4-BE49-F238E27FC236}">
                <a16:creationId xmlns:a16="http://schemas.microsoft.com/office/drawing/2014/main" id="{7C4B5C2D-3AA3-4218-B3C2-E82199A44395}"/>
              </a:ext>
            </a:extLst>
          </p:cNvPr>
          <p:cNvSpPr>
            <a:spLocks/>
          </p:cNvSpPr>
          <p:nvPr/>
        </p:nvSpPr>
        <p:spPr>
          <a:xfrm>
            <a:off x="8565660" y="32289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5" name="data_6256">
            <a:extLst>
              <a:ext uri="{FF2B5EF4-FFF2-40B4-BE49-F238E27FC236}">
                <a16:creationId xmlns:a16="http://schemas.microsoft.com/office/drawing/2014/main" id="{7F45C5B8-F411-4A11-8CD9-625879FB54AC}"/>
              </a:ext>
            </a:extLst>
          </p:cNvPr>
          <p:cNvSpPr>
            <a:spLocks/>
          </p:cNvSpPr>
          <p:nvPr/>
        </p:nvSpPr>
        <p:spPr>
          <a:xfrm>
            <a:off x="860214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6" name="data_6257">
            <a:extLst>
              <a:ext uri="{FF2B5EF4-FFF2-40B4-BE49-F238E27FC236}">
                <a16:creationId xmlns:a16="http://schemas.microsoft.com/office/drawing/2014/main" id="{94DE2C32-B112-49C0-AFFE-AEC7B4240273}"/>
              </a:ext>
            </a:extLst>
          </p:cNvPr>
          <p:cNvSpPr>
            <a:spLocks/>
          </p:cNvSpPr>
          <p:nvPr/>
        </p:nvSpPr>
        <p:spPr>
          <a:xfrm>
            <a:off x="852688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7" name="data_6258">
            <a:extLst>
              <a:ext uri="{FF2B5EF4-FFF2-40B4-BE49-F238E27FC236}">
                <a16:creationId xmlns:a16="http://schemas.microsoft.com/office/drawing/2014/main" id="{47E8A603-8DCF-4EC9-9D15-B82D6AD85C69}"/>
              </a:ext>
            </a:extLst>
          </p:cNvPr>
          <p:cNvSpPr>
            <a:spLocks/>
          </p:cNvSpPr>
          <p:nvPr/>
        </p:nvSpPr>
        <p:spPr>
          <a:xfrm>
            <a:off x="853826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8" name="data_6259">
            <a:extLst>
              <a:ext uri="{FF2B5EF4-FFF2-40B4-BE49-F238E27FC236}">
                <a16:creationId xmlns:a16="http://schemas.microsoft.com/office/drawing/2014/main" id="{AE7EFB94-3D8C-468D-9D4B-35BB24FCF031}"/>
              </a:ext>
            </a:extLst>
          </p:cNvPr>
          <p:cNvSpPr>
            <a:spLocks/>
          </p:cNvSpPr>
          <p:nvPr/>
        </p:nvSpPr>
        <p:spPr>
          <a:xfrm>
            <a:off x="8545147" y="30267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9" name="data_6260">
            <a:extLst>
              <a:ext uri="{FF2B5EF4-FFF2-40B4-BE49-F238E27FC236}">
                <a16:creationId xmlns:a16="http://schemas.microsoft.com/office/drawing/2014/main" id="{454CA0AE-6DE4-4DFB-9A4F-707EA4AAE712}"/>
              </a:ext>
            </a:extLst>
          </p:cNvPr>
          <p:cNvSpPr>
            <a:spLocks/>
          </p:cNvSpPr>
          <p:nvPr/>
        </p:nvSpPr>
        <p:spPr>
          <a:xfrm>
            <a:off x="850824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0" name="data_6261">
            <a:extLst>
              <a:ext uri="{FF2B5EF4-FFF2-40B4-BE49-F238E27FC236}">
                <a16:creationId xmlns:a16="http://schemas.microsoft.com/office/drawing/2014/main" id="{E7B2A6DE-0A82-4211-A1DA-83B30D70FA3D}"/>
              </a:ext>
            </a:extLst>
          </p:cNvPr>
          <p:cNvSpPr>
            <a:spLocks/>
          </p:cNvSpPr>
          <p:nvPr/>
        </p:nvSpPr>
        <p:spPr>
          <a:xfrm>
            <a:off x="855506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1" name="data_6262">
            <a:extLst>
              <a:ext uri="{FF2B5EF4-FFF2-40B4-BE49-F238E27FC236}">
                <a16:creationId xmlns:a16="http://schemas.microsoft.com/office/drawing/2014/main" id="{E0768009-1C39-4E55-AF7E-408DA342D1F6}"/>
              </a:ext>
            </a:extLst>
          </p:cNvPr>
          <p:cNvSpPr>
            <a:spLocks/>
          </p:cNvSpPr>
          <p:nvPr/>
        </p:nvSpPr>
        <p:spPr>
          <a:xfrm>
            <a:off x="8537827" y="34058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2" name="data_6263">
            <a:extLst>
              <a:ext uri="{FF2B5EF4-FFF2-40B4-BE49-F238E27FC236}">
                <a16:creationId xmlns:a16="http://schemas.microsoft.com/office/drawing/2014/main" id="{D2610B9B-6B12-4196-9B38-DBDCE962327C}"/>
              </a:ext>
            </a:extLst>
          </p:cNvPr>
          <p:cNvSpPr>
            <a:spLocks/>
          </p:cNvSpPr>
          <p:nvPr/>
        </p:nvSpPr>
        <p:spPr>
          <a:xfrm>
            <a:off x="853463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3" name="data_6264">
            <a:extLst>
              <a:ext uri="{FF2B5EF4-FFF2-40B4-BE49-F238E27FC236}">
                <a16:creationId xmlns:a16="http://schemas.microsoft.com/office/drawing/2014/main" id="{A33C80CD-CC85-4D9A-8786-BE9B00C3358D}"/>
              </a:ext>
            </a:extLst>
          </p:cNvPr>
          <p:cNvSpPr>
            <a:spLocks/>
          </p:cNvSpPr>
          <p:nvPr/>
        </p:nvSpPr>
        <p:spPr>
          <a:xfrm>
            <a:off x="85747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4" name="data_6265">
            <a:extLst>
              <a:ext uri="{FF2B5EF4-FFF2-40B4-BE49-F238E27FC236}">
                <a16:creationId xmlns:a16="http://schemas.microsoft.com/office/drawing/2014/main" id="{3D199DCF-646A-493A-897B-33490082CCF8}"/>
              </a:ext>
            </a:extLst>
          </p:cNvPr>
          <p:cNvSpPr>
            <a:spLocks/>
          </p:cNvSpPr>
          <p:nvPr/>
        </p:nvSpPr>
        <p:spPr>
          <a:xfrm>
            <a:off x="8519076" y="27234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5" name="data_6266">
            <a:extLst>
              <a:ext uri="{FF2B5EF4-FFF2-40B4-BE49-F238E27FC236}">
                <a16:creationId xmlns:a16="http://schemas.microsoft.com/office/drawing/2014/main" id="{4EBC1A87-AEBE-4F77-9724-4EACABC4F368}"/>
              </a:ext>
            </a:extLst>
          </p:cNvPr>
          <p:cNvSpPr>
            <a:spLocks/>
          </p:cNvSpPr>
          <p:nvPr/>
        </p:nvSpPr>
        <p:spPr>
          <a:xfrm>
            <a:off x="8501820" y="3178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6" name="data_6267">
            <a:extLst>
              <a:ext uri="{FF2B5EF4-FFF2-40B4-BE49-F238E27FC236}">
                <a16:creationId xmlns:a16="http://schemas.microsoft.com/office/drawing/2014/main" id="{EFD57CFB-4F7F-415F-856C-0090487233B5}"/>
              </a:ext>
            </a:extLst>
          </p:cNvPr>
          <p:cNvSpPr>
            <a:spLocks/>
          </p:cNvSpPr>
          <p:nvPr/>
        </p:nvSpPr>
        <p:spPr>
          <a:xfrm>
            <a:off x="854575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7" name="data_6268">
            <a:extLst>
              <a:ext uri="{FF2B5EF4-FFF2-40B4-BE49-F238E27FC236}">
                <a16:creationId xmlns:a16="http://schemas.microsoft.com/office/drawing/2014/main" id="{61539AEB-B3C6-422F-A88C-5BAB93EB53A2}"/>
              </a:ext>
            </a:extLst>
          </p:cNvPr>
          <p:cNvSpPr>
            <a:spLocks/>
          </p:cNvSpPr>
          <p:nvPr/>
        </p:nvSpPr>
        <p:spPr>
          <a:xfrm>
            <a:off x="8582024" y="25414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8" name="data_6269">
            <a:extLst>
              <a:ext uri="{FF2B5EF4-FFF2-40B4-BE49-F238E27FC236}">
                <a16:creationId xmlns:a16="http://schemas.microsoft.com/office/drawing/2014/main" id="{688DD7FA-D5A1-4705-93DA-D392B6864EF8}"/>
              </a:ext>
            </a:extLst>
          </p:cNvPr>
          <p:cNvSpPr>
            <a:spLocks/>
          </p:cNvSpPr>
          <p:nvPr/>
        </p:nvSpPr>
        <p:spPr>
          <a:xfrm>
            <a:off x="8544125" y="18135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9" name="data_6270">
            <a:extLst>
              <a:ext uri="{FF2B5EF4-FFF2-40B4-BE49-F238E27FC236}">
                <a16:creationId xmlns:a16="http://schemas.microsoft.com/office/drawing/2014/main" id="{44C062F6-F261-44BE-8F75-42DBCAA1CA5B}"/>
              </a:ext>
            </a:extLst>
          </p:cNvPr>
          <p:cNvSpPr>
            <a:spLocks/>
          </p:cNvSpPr>
          <p:nvPr/>
        </p:nvSpPr>
        <p:spPr>
          <a:xfrm>
            <a:off x="858457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0" name="data_6271">
            <a:extLst>
              <a:ext uri="{FF2B5EF4-FFF2-40B4-BE49-F238E27FC236}">
                <a16:creationId xmlns:a16="http://schemas.microsoft.com/office/drawing/2014/main" id="{237E6031-F444-498C-ADD3-2B536EAAE8AE}"/>
              </a:ext>
            </a:extLst>
          </p:cNvPr>
          <p:cNvSpPr>
            <a:spLocks/>
          </p:cNvSpPr>
          <p:nvPr/>
        </p:nvSpPr>
        <p:spPr>
          <a:xfrm>
            <a:off x="859814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1" name="data_6272">
            <a:extLst>
              <a:ext uri="{FF2B5EF4-FFF2-40B4-BE49-F238E27FC236}">
                <a16:creationId xmlns:a16="http://schemas.microsoft.com/office/drawing/2014/main" id="{F2786D48-9D18-47BF-ACEA-BE97ABE92A66}"/>
              </a:ext>
            </a:extLst>
          </p:cNvPr>
          <p:cNvSpPr>
            <a:spLocks/>
          </p:cNvSpPr>
          <p:nvPr/>
        </p:nvSpPr>
        <p:spPr>
          <a:xfrm>
            <a:off x="857863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2" name="data_6273">
            <a:extLst>
              <a:ext uri="{FF2B5EF4-FFF2-40B4-BE49-F238E27FC236}">
                <a16:creationId xmlns:a16="http://schemas.microsoft.com/office/drawing/2014/main" id="{E0EA0031-76B5-4FF3-87F8-B99EA3B633F9}"/>
              </a:ext>
            </a:extLst>
          </p:cNvPr>
          <p:cNvSpPr>
            <a:spLocks/>
          </p:cNvSpPr>
          <p:nvPr/>
        </p:nvSpPr>
        <p:spPr>
          <a:xfrm>
            <a:off x="8582467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3" name="data_6274">
            <a:extLst>
              <a:ext uri="{FF2B5EF4-FFF2-40B4-BE49-F238E27FC236}">
                <a16:creationId xmlns:a16="http://schemas.microsoft.com/office/drawing/2014/main" id="{63DA31E0-DDE2-4681-80EC-F27BA5C1DC60}"/>
              </a:ext>
            </a:extLst>
          </p:cNvPr>
          <p:cNvSpPr>
            <a:spLocks/>
          </p:cNvSpPr>
          <p:nvPr/>
        </p:nvSpPr>
        <p:spPr>
          <a:xfrm>
            <a:off x="8591299" y="28534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4" name="data_6275">
            <a:extLst>
              <a:ext uri="{FF2B5EF4-FFF2-40B4-BE49-F238E27FC236}">
                <a16:creationId xmlns:a16="http://schemas.microsoft.com/office/drawing/2014/main" id="{49EFA8F3-8EB1-44E8-A0E2-B50610D17BBD}"/>
              </a:ext>
            </a:extLst>
          </p:cNvPr>
          <p:cNvSpPr>
            <a:spLocks/>
          </p:cNvSpPr>
          <p:nvPr/>
        </p:nvSpPr>
        <p:spPr>
          <a:xfrm>
            <a:off x="857281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5" name="data_6276">
            <a:extLst>
              <a:ext uri="{FF2B5EF4-FFF2-40B4-BE49-F238E27FC236}">
                <a16:creationId xmlns:a16="http://schemas.microsoft.com/office/drawing/2014/main" id="{9979C6C9-9DCB-47DB-A229-791CACF8E194}"/>
              </a:ext>
            </a:extLst>
          </p:cNvPr>
          <p:cNvSpPr>
            <a:spLocks/>
          </p:cNvSpPr>
          <p:nvPr/>
        </p:nvSpPr>
        <p:spPr>
          <a:xfrm>
            <a:off x="858750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6" name="data_6277">
            <a:extLst>
              <a:ext uri="{FF2B5EF4-FFF2-40B4-BE49-F238E27FC236}">
                <a16:creationId xmlns:a16="http://schemas.microsoft.com/office/drawing/2014/main" id="{31D63D0F-5BC0-444A-BDB1-70E67EA5B269}"/>
              </a:ext>
            </a:extLst>
          </p:cNvPr>
          <p:cNvSpPr>
            <a:spLocks/>
          </p:cNvSpPr>
          <p:nvPr/>
        </p:nvSpPr>
        <p:spPr>
          <a:xfrm>
            <a:off x="8588919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7" name="data_6278">
            <a:extLst>
              <a:ext uri="{FF2B5EF4-FFF2-40B4-BE49-F238E27FC236}">
                <a16:creationId xmlns:a16="http://schemas.microsoft.com/office/drawing/2014/main" id="{C295C7EF-7A52-47F8-80B1-06666F22FFB3}"/>
              </a:ext>
            </a:extLst>
          </p:cNvPr>
          <p:cNvSpPr>
            <a:spLocks/>
          </p:cNvSpPr>
          <p:nvPr/>
        </p:nvSpPr>
        <p:spPr>
          <a:xfrm>
            <a:off x="8557092" y="2905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8" name="data_6279">
            <a:extLst>
              <a:ext uri="{FF2B5EF4-FFF2-40B4-BE49-F238E27FC236}">
                <a16:creationId xmlns:a16="http://schemas.microsoft.com/office/drawing/2014/main" id="{E36CD49C-5EE4-4C10-8F7A-489DD6FCBEDC}"/>
              </a:ext>
            </a:extLst>
          </p:cNvPr>
          <p:cNvSpPr>
            <a:spLocks/>
          </p:cNvSpPr>
          <p:nvPr/>
        </p:nvSpPr>
        <p:spPr>
          <a:xfrm>
            <a:off x="8507060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9" name="data_6280">
            <a:extLst>
              <a:ext uri="{FF2B5EF4-FFF2-40B4-BE49-F238E27FC236}">
                <a16:creationId xmlns:a16="http://schemas.microsoft.com/office/drawing/2014/main" id="{8E206BF1-090D-4A2C-A064-072D4D663D92}"/>
              </a:ext>
            </a:extLst>
          </p:cNvPr>
          <p:cNvSpPr>
            <a:spLocks/>
          </p:cNvSpPr>
          <p:nvPr/>
        </p:nvSpPr>
        <p:spPr>
          <a:xfrm>
            <a:off x="8541049" y="36034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0" name="data_6281">
            <a:extLst>
              <a:ext uri="{FF2B5EF4-FFF2-40B4-BE49-F238E27FC236}">
                <a16:creationId xmlns:a16="http://schemas.microsoft.com/office/drawing/2014/main" id="{862683A5-16FC-44CF-8DB8-F1EB66C20EFD}"/>
              </a:ext>
            </a:extLst>
          </p:cNvPr>
          <p:cNvSpPr>
            <a:spLocks/>
          </p:cNvSpPr>
          <p:nvPr/>
        </p:nvSpPr>
        <p:spPr>
          <a:xfrm>
            <a:off x="85936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1" name="data_6282">
            <a:extLst>
              <a:ext uri="{FF2B5EF4-FFF2-40B4-BE49-F238E27FC236}">
                <a16:creationId xmlns:a16="http://schemas.microsoft.com/office/drawing/2014/main" id="{34EEEBF6-0C35-4A77-8BFB-E626C652593B}"/>
              </a:ext>
            </a:extLst>
          </p:cNvPr>
          <p:cNvSpPr>
            <a:spLocks/>
          </p:cNvSpPr>
          <p:nvPr/>
        </p:nvSpPr>
        <p:spPr>
          <a:xfrm>
            <a:off x="8501728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2" name="data_6283">
            <a:extLst>
              <a:ext uri="{FF2B5EF4-FFF2-40B4-BE49-F238E27FC236}">
                <a16:creationId xmlns:a16="http://schemas.microsoft.com/office/drawing/2014/main" id="{445B11CB-512D-4B2C-A6AF-D0826EEAB7F6}"/>
              </a:ext>
            </a:extLst>
          </p:cNvPr>
          <p:cNvSpPr>
            <a:spLocks/>
          </p:cNvSpPr>
          <p:nvPr/>
        </p:nvSpPr>
        <p:spPr>
          <a:xfrm>
            <a:off x="8575224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3" name="data_6284">
            <a:extLst>
              <a:ext uri="{FF2B5EF4-FFF2-40B4-BE49-F238E27FC236}">
                <a16:creationId xmlns:a16="http://schemas.microsoft.com/office/drawing/2014/main" id="{5C7E7261-092C-4FF6-B048-861142F7FF69}"/>
              </a:ext>
            </a:extLst>
          </p:cNvPr>
          <p:cNvSpPr>
            <a:spLocks/>
          </p:cNvSpPr>
          <p:nvPr/>
        </p:nvSpPr>
        <p:spPr>
          <a:xfrm>
            <a:off x="8574026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4" name="data_6285">
            <a:extLst>
              <a:ext uri="{FF2B5EF4-FFF2-40B4-BE49-F238E27FC236}">
                <a16:creationId xmlns:a16="http://schemas.microsoft.com/office/drawing/2014/main" id="{C75B8623-638E-4320-BC55-E938D22A9F88}"/>
              </a:ext>
            </a:extLst>
          </p:cNvPr>
          <p:cNvSpPr>
            <a:spLocks/>
          </p:cNvSpPr>
          <p:nvPr/>
        </p:nvSpPr>
        <p:spPr>
          <a:xfrm>
            <a:off x="8585194" y="33260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5" name="data_6286">
            <a:extLst>
              <a:ext uri="{FF2B5EF4-FFF2-40B4-BE49-F238E27FC236}">
                <a16:creationId xmlns:a16="http://schemas.microsoft.com/office/drawing/2014/main" id="{3839EB49-63F3-40A9-9E7B-E7860D7EAC50}"/>
              </a:ext>
            </a:extLst>
          </p:cNvPr>
          <p:cNvSpPr>
            <a:spLocks/>
          </p:cNvSpPr>
          <p:nvPr/>
        </p:nvSpPr>
        <p:spPr>
          <a:xfrm>
            <a:off x="8600652" y="36332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6" name="data_6287">
            <a:extLst>
              <a:ext uri="{FF2B5EF4-FFF2-40B4-BE49-F238E27FC236}">
                <a16:creationId xmlns:a16="http://schemas.microsoft.com/office/drawing/2014/main" id="{570A5B02-944E-46E2-A414-BF5A572BB4C1}"/>
              </a:ext>
            </a:extLst>
          </p:cNvPr>
          <p:cNvSpPr>
            <a:spLocks/>
          </p:cNvSpPr>
          <p:nvPr/>
        </p:nvSpPr>
        <p:spPr>
          <a:xfrm>
            <a:off x="8536186" y="35033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7" name="data_6288">
            <a:extLst>
              <a:ext uri="{FF2B5EF4-FFF2-40B4-BE49-F238E27FC236}">
                <a16:creationId xmlns:a16="http://schemas.microsoft.com/office/drawing/2014/main" id="{FC34F2AD-7694-4346-A3A7-E043E0CC6490}"/>
              </a:ext>
            </a:extLst>
          </p:cNvPr>
          <p:cNvSpPr>
            <a:spLocks/>
          </p:cNvSpPr>
          <p:nvPr/>
        </p:nvSpPr>
        <p:spPr>
          <a:xfrm>
            <a:off x="872823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8" name="data_6289">
            <a:extLst>
              <a:ext uri="{FF2B5EF4-FFF2-40B4-BE49-F238E27FC236}">
                <a16:creationId xmlns:a16="http://schemas.microsoft.com/office/drawing/2014/main" id="{C1FD05F7-26D2-4A61-B5ED-B54EF14E22F5}"/>
              </a:ext>
            </a:extLst>
          </p:cNvPr>
          <p:cNvSpPr>
            <a:spLocks/>
          </p:cNvSpPr>
          <p:nvPr/>
        </p:nvSpPr>
        <p:spPr>
          <a:xfrm>
            <a:off x="877471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9" name="data_6290">
            <a:extLst>
              <a:ext uri="{FF2B5EF4-FFF2-40B4-BE49-F238E27FC236}">
                <a16:creationId xmlns:a16="http://schemas.microsoft.com/office/drawing/2014/main" id="{7F755B0D-7FE1-4005-B3C3-B756FEED3BE0}"/>
              </a:ext>
            </a:extLst>
          </p:cNvPr>
          <p:cNvSpPr>
            <a:spLocks/>
          </p:cNvSpPr>
          <p:nvPr/>
        </p:nvSpPr>
        <p:spPr>
          <a:xfrm>
            <a:off x="881498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0" name="data_6291">
            <a:extLst>
              <a:ext uri="{FF2B5EF4-FFF2-40B4-BE49-F238E27FC236}">
                <a16:creationId xmlns:a16="http://schemas.microsoft.com/office/drawing/2014/main" id="{880F66AB-58C8-4598-9EE4-10DFE3AFBA82}"/>
              </a:ext>
            </a:extLst>
          </p:cNvPr>
          <p:cNvSpPr>
            <a:spLocks/>
          </p:cNvSpPr>
          <p:nvPr/>
        </p:nvSpPr>
        <p:spPr>
          <a:xfrm>
            <a:off x="8821709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1" name="data_6292">
            <a:extLst>
              <a:ext uri="{FF2B5EF4-FFF2-40B4-BE49-F238E27FC236}">
                <a16:creationId xmlns:a16="http://schemas.microsoft.com/office/drawing/2014/main" id="{0D5DC4F8-E2D9-4645-8BE3-3B5269F678C4}"/>
              </a:ext>
            </a:extLst>
          </p:cNvPr>
          <p:cNvSpPr>
            <a:spLocks/>
          </p:cNvSpPr>
          <p:nvPr/>
        </p:nvSpPr>
        <p:spPr>
          <a:xfrm>
            <a:off x="8807722" y="257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2" name="data_6293">
            <a:extLst>
              <a:ext uri="{FF2B5EF4-FFF2-40B4-BE49-F238E27FC236}">
                <a16:creationId xmlns:a16="http://schemas.microsoft.com/office/drawing/2014/main" id="{EE35B055-ED8B-4DA9-84F8-9DB7B02727EA}"/>
              </a:ext>
            </a:extLst>
          </p:cNvPr>
          <p:cNvSpPr>
            <a:spLocks/>
          </p:cNvSpPr>
          <p:nvPr/>
        </p:nvSpPr>
        <p:spPr>
          <a:xfrm>
            <a:off x="879689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3" name="data_6294">
            <a:extLst>
              <a:ext uri="{FF2B5EF4-FFF2-40B4-BE49-F238E27FC236}">
                <a16:creationId xmlns:a16="http://schemas.microsoft.com/office/drawing/2014/main" id="{F30FD4A9-16B5-4D90-AE7B-8F6309D670E8}"/>
              </a:ext>
            </a:extLst>
          </p:cNvPr>
          <p:cNvSpPr>
            <a:spLocks/>
          </p:cNvSpPr>
          <p:nvPr/>
        </p:nvSpPr>
        <p:spPr>
          <a:xfrm>
            <a:off x="876139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4" name="data_6295">
            <a:extLst>
              <a:ext uri="{FF2B5EF4-FFF2-40B4-BE49-F238E27FC236}">
                <a16:creationId xmlns:a16="http://schemas.microsoft.com/office/drawing/2014/main" id="{30B91D43-4BA7-4ED6-BA96-02AC71B190C7}"/>
              </a:ext>
            </a:extLst>
          </p:cNvPr>
          <p:cNvSpPr>
            <a:spLocks/>
          </p:cNvSpPr>
          <p:nvPr/>
        </p:nvSpPr>
        <p:spPr>
          <a:xfrm>
            <a:off x="877778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5" name="data_6296">
            <a:extLst>
              <a:ext uri="{FF2B5EF4-FFF2-40B4-BE49-F238E27FC236}">
                <a16:creationId xmlns:a16="http://schemas.microsoft.com/office/drawing/2014/main" id="{58AF031B-18EC-4BBB-ABCA-372E37672F2B}"/>
              </a:ext>
            </a:extLst>
          </p:cNvPr>
          <p:cNvSpPr>
            <a:spLocks/>
          </p:cNvSpPr>
          <p:nvPr/>
        </p:nvSpPr>
        <p:spPr>
          <a:xfrm>
            <a:off x="8727066" y="351198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6" name="data_6297">
            <a:extLst>
              <a:ext uri="{FF2B5EF4-FFF2-40B4-BE49-F238E27FC236}">
                <a16:creationId xmlns:a16="http://schemas.microsoft.com/office/drawing/2014/main" id="{689316F2-2760-4C38-B7E2-A6708D415796}"/>
              </a:ext>
            </a:extLst>
          </p:cNvPr>
          <p:cNvSpPr>
            <a:spLocks/>
          </p:cNvSpPr>
          <p:nvPr/>
        </p:nvSpPr>
        <p:spPr>
          <a:xfrm>
            <a:off x="878643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7" name="data_6298">
            <a:extLst>
              <a:ext uri="{FF2B5EF4-FFF2-40B4-BE49-F238E27FC236}">
                <a16:creationId xmlns:a16="http://schemas.microsoft.com/office/drawing/2014/main" id="{2072498B-813A-4E3D-BF1A-88AC6770DDF3}"/>
              </a:ext>
            </a:extLst>
          </p:cNvPr>
          <p:cNvSpPr>
            <a:spLocks/>
          </p:cNvSpPr>
          <p:nvPr/>
        </p:nvSpPr>
        <p:spPr>
          <a:xfrm>
            <a:off x="8745754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8" name="data_6299">
            <a:extLst>
              <a:ext uri="{FF2B5EF4-FFF2-40B4-BE49-F238E27FC236}">
                <a16:creationId xmlns:a16="http://schemas.microsoft.com/office/drawing/2014/main" id="{56DA327C-7DD5-4F2F-9A4A-E84CA437094F}"/>
              </a:ext>
            </a:extLst>
          </p:cNvPr>
          <p:cNvSpPr>
            <a:spLocks/>
          </p:cNvSpPr>
          <p:nvPr/>
        </p:nvSpPr>
        <p:spPr>
          <a:xfrm>
            <a:off x="881032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9" name="data_6300">
            <a:extLst>
              <a:ext uri="{FF2B5EF4-FFF2-40B4-BE49-F238E27FC236}">
                <a16:creationId xmlns:a16="http://schemas.microsoft.com/office/drawing/2014/main" id="{F0B31F36-BB54-4F9B-9D3E-5218F20E83A2}"/>
              </a:ext>
            </a:extLst>
          </p:cNvPr>
          <p:cNvSpPr>
            <a:spLocks/>
          </p:cNvSpPr>
          <p:nvPr/>
        </p:nvSpPr>
        <p:spPr>
          <a:xfrm>
            <a:off x="872245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0" name="data_6301">
            <a:extLst>
              <a:ext uri="{FF2B5EF4-FFF2-40B4-BE49-F238E27FC236}">
                <a16:creationId xmlns:a16="http://schemas.microsoft.com/office/drawing/2014/main" id="{B9B0A976-5CFA-4B8F-845B-BECFFF7F92BA}"/>
              </a:ext>
            </a:extLst>
          </p:cNvPr>
          <p:cNvSpPr>
            <a:spLocks/>
          </p:cNvSpPr>
          <p:nvPr/>
        </p:nvSpPr>
        <p:spPr>
          <a:xfrm>
            <a:off x="8822723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1" name="data_6302">
            <a:extLst>
              <a:ext uri="{FF2B5EF4-FFF2-40B4-BE49-F238E27FC236}">
                <a16:creationId xmlns:a16="http://schemas.microsoft.com/office/drawing/2014/main" id="{687298A2-37A6-4DDD-8ADB-2310EFF47D47}"/>
              </a:ext>
            </a:extLst>
          </p:cNvPr>
          <p:cNvSpPr>
            <a:spLocks/>
          </p:cNvSpPr>
          <p:nvPr/>
        </p:nvSpPr>
        <p:spPr>
          <a:xfrm>
            <a:off x="8791307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2" name="data_6303">
            <a:extLst>
              <a:ext uri="{FF2B5EF4-FFF2-40B4-BE49-F238E27FC236}">
                <a16:creationId xmlns:a16="http://schemas.microsoft.com/office/drawing/2014/main" id="{9A3EF40E-26AF-492E-8FE1-6956525C77D3}"/>
              </a:ext>
            </a:extLst>
          </p:cNvPr>
          <p:cNvSpPr>
            <a:spLocks/>
          </p:cNvSpPr>
          <p:nvPr/>
        </p:nvSpPr>
        <p:spPr>
          <a:xfrm>
            <a:off x="880761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3" name="data_6304">
            <a:extLst>
              <a:ext uri="{FF2B5EF4-FFF2-40B4-BE49-F238E27FC236}">
                <a16:creationId xmlns:a16="http://schemas.microsoft.com/office/drawing/2014/main" id="{8D56F00E-E53C-4148-AB99-62EE54101126}"/>
              </a:ext>
            </a:extLst>
          </p:cNvPr>
          <p:cNvSpPr>
            <a:spLocks/>
          </p:cNvSpPr>
          <p:nvPr/>
        </p:nvSpPr>
        <p:spPr>
          <a:xfrm>
            <a:off x="879306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4" name="data_6305">
            <a:extLst>
              <a:ext uri="{FF2B5EF4-FFF2-40B4-BE49-F238E27FC236}">
                <a16:creationId xmlns:a16="http://schemas.microsoft.com/office/drawing/2014/main" id="{41994DC0-B914-4A6F-9B44-9BFD9D2E606F}"/>
              </a:ext>
            </a:extLst>
          </p:cNvPr>
          <p:cNvSpPr>
            <a:spLocks/>
          </p:cNvSpPr>
          <p:nvPr/>
        </p:nvSpPr>
        <p:spPr>
          <a:xfrm>
            <a:off x="872557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5" name="data_6306">
            <a:extLst>
              <a:ext uri="{FF2B5EF4-FFF2-40B4-BE49-F238E27FC236}">
                <a16:creationId xmlns:a16="http://schemas.microsoft.com/office/drawing/2014/main" id="{F13AA0BA-D850-49AC-A9A1-C0FA525BF09A}"/>
              </a:ext>
            </a:extLst>
          </p:cNvPr>
          <p:cNvSpPr>
            <a:spLocks/>
          </p:cNvSpPr>
          <p:nvPr/>
        </p:nvSpPr>
        <p:spPr>
          <a:xfrm>
            <a:off x="873030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6" name="data_6307">
            <a:extLst>
              <a:ext uri="{FF2B5EF4-FFF2-40B4-BE49-F238E27FC236}">
                <a16:creationId xmlns:a16="http://schemas.microsoft.com/office/drawing/2014/main" id="{C6E351DC-0FC9-498F-9E84-BAB2BBE73C86}"/>
              </a:ext>
            </a:extLst>
          </p:cNvPr>
          <p:cNvSpPr>
            <a:spLocks/>
          </p:cNvSpPr>
          <p:nvPr/>
        </p:nvSpPr>
        <p:spPr>
          <a:xfrm>
            <a:off x="8736082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7" name="data_6308">
            <a:extLst>
              <a:ext uri="{FF2B5EF4-FFF2-40B4-BE49-F238E27FC236}">
                <a16:creationId xmlns:a16="http://schemas.microsoft.com/office/drawing/2014/main" id="{7E72D5B5-7572-4735-BEDC-A99FDC6FDC62}"/>
              </a:ext>
            </a:extLst>
          </p:cNvPr>
          <p:cNvSpPr>
            <a:spLocks/>
          </p:cNvSpPr>
          <p:nvPr/>
        </p:nvSpPr>
        <p:spPr>
          <a:xfrm>
            <a:off x="8820747" y="34311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8" name="data_6309">
            <a:extLst>
              <a:ext uri="{FF2B5EF4-FFF2-40B4-BE49-F238E27FC236}">
                <a16:creationId xmlns:a16="http://schemas.microsoft.com/office/drawing/2014/main" id="{DF025B4E-8890-4D38-927E-BEEB439DFA83}"/>
              </a:ext>
            </a:extLst>
          </p:cNvPr>
          <p:cNvSpPr>
            <a:spLocks/>
          </p:cNvSpPr>
          <p:nvPr/>
        </p:nvSpPr>
        <p:spPr>
          <a:xfrm>
            <a:off x="881214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9" name="data_6310">
            <a:extLst>
              <a:ext uri="{FF2B5EF4-FFF2-40B4-BE49-F238E27FC236}">
                <a16:creationId xmlns:a16="http://schemas.microsoft.com/office/drawing/2014/main" id="{14ABDCF5-ECE2-42D3-918E-2C21BBBB89E8}"/>
              </a:ext>
            </a:extLst>
          </p:cNvPr>
          <p:cNvSpPr>
            <a:spLocks/>
          </p:cNvSpPr>
          <p:nvPr/>
        </p:nvSpPr>
        <p:spPr>
          <a:xfrm>
            <a:off x="8729791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0" name="data_6311">
            <a:extLst>
              <a:ext uri="{FF2B5EF4-FFF2-40B4-BE49-F238E27FC236}">
                <a16:creationId xmlns:a16="http://schemas.microsoft.com/office/drawing/2014/main" id="{991145DD-5953-48AD-BC93-A1E4F1529FAB}"/>
              </a:ext>
            </a:extLst>
          </p:cNvPr>
          <p:cNvSpPr>
            <a:spLocks/>
          </p:cNvSpPr>
          <p:nvPr/>
        </p:nvSpPr>
        <p:spPr>
          <a:xfrm>
            <a:off x="8720870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1" name="data_6312">
            <a:extLst>
              <a:ext uri="{FF2B5EF4-FFF2-40B4-BE49-F238E27FC236}">
                <a16:creationId xmlns:a16="http://schemas.microsoft.com/office/drawing/2014/main" id="{3AA30363-F3D6-411D-87D3-EC633F30FBEF}"/>
              </a:ext>
            </a:extLst>
          </p:cNvPr>
          <p:cNvSpPr>
            <a:spLocks/>
          </p:cNvSpPr>
          <p:nvPr/>
        </p:nvSpPr>
        <p:spPr>
          <a:xfrm>
            <a:off x="8752368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2" name="data_6313">
            <a:extLst>
              <a:ext uri="{FF2B5EF4-FFF2-40B4-BE49-F238E27FC236}">
                <a16:creationId xmlns:a16="http://schemas.microsoft.com/office/drawing/2014/main" id="{33910705-2346-4474-B528-9CCC90CCCE14}"/>
              </a:ext>
            </a:extLst>
          </p:cNvPr>
          <p:cNvSpPr>
            <a:spLocks/>
          </p:cNvSpPr>
          <p:nvPr/>
        </p:nvSpPr>
        <p:spPr>
          <a:xfrm>
            <a:off x="876124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3" name="data_6314">
            <a:extLst>
              <a:ext uri="{FF2B5EF4-FFF2-40B4-BE49-F238E27FC236}">
                <a16:creationId xmlns:a16="http://schemas.microsoft.com/office/drawing/2014/main" id="{7551E336-C8B5-4D13-BF17-9B707B862F13}"/>
              </a:ext>
            </a:extLst>
          </p:cNvPr>
          <p:cNvSpPr>
            <a:spLocks/>
          </p:cNvSpPr>
          <p:nvPr/>
        </p:nvSpPr>
        <p:spPr>
          <a:xfrm>
            <a:off x="8745946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4" name="data_6315">
            <a:extLst>
              <a:ext uri="{FF2B5EF4-FFF2-40B4-BE49-F238E27FC236}">
                <a16:creationId xmlns:a16="http://schemas.microsoft.com/office/drawing/2014/main" id="{46DDCA10-A214-492C-A659-282E398CE44F}"/>
              </a:ext>
            </a:extLst>
          </p:cNvPr>
          <p:cNvSpPr>
            <a:spLocks/>
          </p:cNvSpPr>
          <p:nvPr/>
        </p:nvSpPr>
        <p:spPr>
          <a:xfrm>
            <a:off x="8730322" y="32133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5" name="data_6316">
            <a:extLst>
              <a:ext uri="{FF2B5EF4-FFF2-40B4-BE49-F238E27FC236}">
                <a16:creationId xmlns:a16="http://schemas.microsoft.com/office/drawing/2014/main" id="{A0641053-75EA-41FB-B581-E83582BEB255}"/>
              </a:ext>
            </a:extLst>
          </p:cNvPr>
          <p:cNvSpPr>
            <a:spLocks/>
          </p:cNvSpPr>
          <p:nvPr/>
        </p:nvSpPr>
        <p:spPr>
          <a:xfrm>
            <a:off x="8727616" y="33733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6" name="data_6317">
            <a:extLst>
              <a:ext uri="{FF2B5EF4-FFF2-40B4-BE49-F238E27FC236}">
                <a16:creationId xmlns:a16="http://schemas.microsoft.com/office/drawing/2014/main" id="{755363AC-7866-4F9A-9119-347C43B8D0CE}"/>
              </a:ext>
            </a:extLst>
          </p:cNvPr>
          <p:cNvSpPr>
            <a:spLocks/>
          </p:cNvSpPr>
          <p:nvPr/>
        </p:nvSpPr>
        <p:spPr>
          <a:xfrm>
            <a:off x="876242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7" name="data_6318">
            <a:extLst>
              <a:ext uri="{FF2B5EF4-FFF2-40B4-BE49-F238E27FC236}">
                <a16:creationId xmlns:a16="http://schemas.microsoft.com/office/drawing/2014/main" id="{EFDAB8CB-39B3-4D89-9C44-B9E4F6AAFAE1}"/>
              </a:ext>
            </a:extLst>
          </p:cNvPr>
          <p:cNvSpPr>
            <a:spLocks/>
          </p:cNvSpPr>
          <p:nvPr/>
        </p:nvSpPr>
        <p:spPr>
          <a:xfrm>
            <a:off x="880073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8" name="data_6319">
            <a:extLst>
              <a:ext uri="{FF2B5EF4-FFF2-40B4-BE49-F238E27FC236}">
                <a16:creationId xmlns:a16="http://schemas.microsoft.com/office/drawing/2014/main" id="{F83D2568-D7A0-4B99-A7AE-AFDC35568FFA}"/>
              </a:ext>
            </a:extLst>
          </p:cNvPr>
          <p:cNvSpPr>
            <a:spLocks/>
          </p:cNvSpPr>
          <p:nvPr/>
        </p:nvSpPr>
        <p:spPr>
          <a:xfrm>
            <a:off x="8793607" y="33533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9" name="data_6320">
            <a:extLst>
              <a:ext uri="{FF2B5EF4-FFF2-40B4-BE49-F238E27FC236}">
                <a16:creationId xmlns:a16="http://schemas.microsoft.com/office/drawing/2014/main" id="{EB1CD6A3-D6FE-4202-AB97-C0891678C835}"/>
              </a:ext>
            </a:extLst>
          </p:cNvPr>
          <p:cNvSpPr>
            <a:spLocks/>
          </p:cNvSpPr>
          <p:nvPr/>
        </p:nvSpPr>
        <p:spPr>
          <a:xfrm>
            <a:off x="876003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0" name="data_6321">
            <a:extLst>
              <a:ext uri="{FF2B5EF4-FFF2-40B4-BE49-F238E27FC236}">
                <a16:creationId xmlns:a16="http://schemas.microsoft.com/office/drawing/2014/main" id="{95E46728-C511-40AB-A30E-1A5C7C362835}"/>
              </a:ext>
            </a:extLst>
          </p:cNvPr>
          <p:cNvSpPr>
            <a:spLocks/>
          </p:cNvSpPr>
          <p:nvPr/>
        </p:nvSpPr>
        <p:spPr>
          <a:xfrm>
            <a:off x="876417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1" name="data_6322">
            <a:extLst>
              <a:ext uri="{FF2B5EF4-FFF2-40B4-BE49-F238E27FC236}">
                <a16:creationId xmlns:a16="http://schemas.microsoft.com/office/drawing/2014/main" id="{D28F1256-689B-433C-B862-C97FD084EF19}"/>
              </a:ext>
            </a:extLst>
          </p:cNvPr>
          <p:cNvSpPr>
            <a:spLocks/>
          </p:cNvSpPr>
          <p:nvPr/>
        </p:nvSpPr>
        <p:spPr>
          <a:xfrm>
            <a:off x="879352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2" name="data_6323">
            <a:extLst>
              <a:ext uri="{FF2B5EF4-FFF2-40B4-BE49-F238E27FC236}">
                <a16:creationId xmlns:a16="http://schemas.microsoft.com/office/drawing/2014/main" id="{A381E7A2-09E7-4606-9B99-222E15CFF7FF}"/>
              </a:ext>
            </a:extLst>
          </p:cNvPr>
          <p:cNvSpPr>
            <a:spLocks/>
          </p:cNvSpPr>
          <p:nvPr/>
        </p:nvSpPr>
        <p:spPr>
          <a:xfrm>
            <a:off x="872947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3" name="data_6324">
            <a:extLst>
              <a:ext uri="{FF2B5EF4-FFF2-40B4-BE49-F238E27FC236}">
                <a16:creationId xmlns:a16="http://schemas.microsoft.com/office/drawing/2014/main" id="{8CB0AD57-A859-491C-90BB-4D70F11963E8}"/>
              </a:ext>
            </a:extLst>
          </p:cNvPr>
          <p:cNvSpPr>
            <a:spLocks/>
          </p:cNvSpPr>
          <p:nvPr/>
        </p:nvSpPr>
        <p:spPr>
          <a:xfrm>
            <a:off x="874209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4" name="data_6325">
            <a:extLst>
              <a:ext uri="{FF2B5EF4-FFF2-40B4-BE49-F238E27FC236}">
                <a16:creationId xmlns:a16="http://schemas.microsoft.com/office/drawing/2014/main" id="{EAF6CDD1-DA0F-43B3-8E3B-83633FCABF19}"/>
              </a:ext>
            </a:extLst>
          </p:cNvPr>
          <p:cNvSpPr>
            <a:spLocks/>
          </p:cNvSpPr>
          <p:nvPr/>
        </p:nvSpPr>
        <p:spPr>
          <a:xfrm>
            <a:off x="873227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5" name="data_6326">
            <a:extLst>
              <a:ext uri="{FF2B5EF4-FFF2-40B4-BE49-F238E27FC236}">
                <a16:creationId xmlns:a16="http://schemas.microsoft.com/office/drawing/2014/main" id="{748ABB90-27A8-47BC-9342-2503AA277105}"/>
              </a:ext>
            </a:extLst>
          </p:cNvPr>
          <p:cNvSpPr>
            <a:spLocks/>
          </p:cNvSpPr>
          <p:nvPr/>
        </p:nvSpPr>
        <p:spPr>
          <a:xfrm>
            <a:off x="874463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6" name="data_6327">
            <a:extLst>
              <a:ext uri="{FF2B5EF4-FFF2-40B4-BE49-F238E27FC236}">
                <a16:creationId xmlns:a16="http://schemas.microsoft.com/office/drawing/2014/main" id="{1116B39E-4B74-472F-85B1-BF0DEA233188}"/>
              </a:ext>
            </a:extLst>
          </p:cNvPr>
          <p:cNvSpPr>
            <a:spLocks/>
          </p:cNvSpPr>
          <p:nvPr/>
        </p:nvSpPr>
        <p:spPr>
          <a:xfrm>
            <a:off x="8779032" y="20410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7" name="data_6328">
            <a:extLst>
              <a:ext uri="{FF2B5EF4-FFF2-40B4-BE49-F238E27FC236}">
                <a16:creationId xmlns:a16="http://schemas.microsoft.com/office/drawing/2014/main" id="{7B412193-AE12-4FF0-89FB-9CE4F2161D1D}"/>
              </a:ext>
            </a:extLst>
          </p:cNvPr>
          <p:cNvSpPr>
            <a:spLocks/>
          </p:cNvSpPr>
          <p:nvPr/>
        </p:nvSpPr>
        <p:spPr>
          <a:xfrm>
            <a:off x="874705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8" name="data_6329">
            <a:extLst>
              <a:ext uri="{FF2B5EF4-FFF2-40B4-BE49-F238E27FC236}">
                <a16:creationId xmlns:a16="http://schemas.microsoft.com/office/drawing/2014/main" id="{7946BECD-AA86-4EAF-BEE6-63D2A5E2F951}"/>
              </a:ext>
            </a:extLst>
          </p:cNvPr>
          <p:cNvSpPr>
            <a:spLocks/>
          </p:cNvSpPr>
          <p:nvPr/>
        </p:nvSpPr>
        <p:spPr>
          <a:xfrm>
            <a:off x="882089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9" name="data_6330">
            <a:extLst>
              <a:ext uri="{FF2B5EF4-FFF2-40B4-BE49-F238E27FC236}">
                <a16:creationId xmlns:a16="http://schemas.microsoft.com/office/drawing/2014/main" id="{0EBA42E7-741E-49AD-AD79-04F2B0159151}"/>
              </a:ext>
            </a:extLst>
          </p:cNvPr>
          <p:cNvSpPr>
            <a:spLocks/>
          </p:cNvSpPr>
          <p:nvPr/>
        </p:nvSpPr>
        <p:spPr>
          <a:xfrm>
            <a:off x="877990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0" name="data_6331">
            <a:extLst>
              <a:ext uri="{FF2B5EF4-FFF2-40B4-BE49-F238E27FC236}">
                <a16:creationId xmlns:a16="http://schemas.microsoft.com/office/drawing/2014/main" id="{E2859666-FB6D-44A2-8D3E-34BFCFC26260}"/>
              </a:ext>
            </a:extLst>
          </p:cNvPr>
          <p:cNvSpPr>
            <a:spLocks/>
          </p:cNvSpPr>
          <p:nvPr/>
        </p:nvSpPr>
        <p:spPr>
          <a:xfrm>
            <a:off x="881499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1" name="data_6332">
            <a:extLst>
              <a:ext uri="{FF2B5EF4-FFF2-40B4-BE49-F238E27FC236}">
                <a16:creationId xmlns:a16="http://schemas.microsoft.com/office/drawing/2014/main" id="{C0AE81C4-CA8C-4D4D-8B2D-6FCBF3634243}"/>
              </a:ext>
            </a:extLst>
          </p:cNvPr>
          <p:cNvSpPr>
            <a:spLocks/>
          </p:cNvSpPr>
          <p:nvPr/>
        </p:nvSpPr>
        <p:spPr>
          <a:xfrm>
            <a:off x="880251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2" name="data_6333">
            <a:extLst>
              <a:ext uri="{FF2B5EF4-FFF2-40B4-BE49-F238E27FC236}">
                <a16:creationId xmlns:a16="http://schemas.microsoft.com/office/drawing/2014/main" id="{EC79CACB-E140-4B2A-A732-61047D4A67E1}"/>
              </a:ext>
            </a:extLst>
          </p:cNvPr>
          <p:cNvSpPr>
            <a:spLocks/>
          </p:cNvSpPr>
          <p:nvPr/>
        </p:nvSpPr>
        <p:spPr>
          <a:xfrm>
            <a:off x="879326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3" name="data_6334">
            <a:extLst>
              <a:ext uri="{FF2B5EF4-FFF2-40B4-BE49-F238E27FC236}">
                <a16:creationId xmlns:a16="http://schemas.microsoft.com/office/drawing/2014/main" id="{CF92EB6D-964D-4599-875F-D2269FE0A1A1}"/>
              </a:ext>
            </a:extLst>
          </p:cNvPr>
          <p:cNvSpPr>
            <a:spLocks/>
          </p:cNvSpPr>
          <p:nvPr/>
        </p:nvSpPr>
        <p:spPr>
          <a:xfrm>
            <a:off x="880296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4" name="data_6335">
            <a:extLst>
              <a:ext uri="{FF2B5EF4-FFF2-40B4-BE49-F238E27FC236}">
                <a16:creationId xmlns:a16="http://schemas.microsoft.com/office/drawing/2014/main" id="{7438992E-60E3-4342-A862-F9DC6B64AB8F}"/>
              </a:ext>
            </a:extLst>
          </p:cNvPr>
          <p:cNvSpPr>
            <a:spLocks/>
          </p:cNvSpPr>
          <p:nvPr/>
        </p:nvSpPr>
        <p:spPr>
          <a:xfrm>
            <a:off x="878254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5" name="data_6336">
            <a:extLst>
              <a:ext uri="{FF2B5EF4-FFF2-40B4-BE49-F238E27FC236}">
                <a16:creationId xmlns:a16="http://schemas.microsoft.com/office/drawing/2014/main" id="{B362787A-0DF7-4635-9B48-CC67080403F9}"/>
              </a:ext>
            </a:extLst>
          </p:cNvPr>
          <p:cNvSpPr>
            <a:spLocks/>
          </p:cNvSpPr>
          <p:nvPr/>
        </p:nvSpPr>
        <p:spPr>
          <a:xfrm>
            <a:off x="875613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6" name="data_6337">
            <a:extLst>
              <a:ext uri="{FF2B5EF4-FFF2-40B4-BE49-F238E27FC236}">
                <a16:creationId xmlns:a16="http://schemas.microsoft.com/office/drawing/2014/main" id="{8E94DB31-A59A-46F0-848D-35CFB8C68FC2}"/>
              </a:ext>
            </a:extLst>
          </p:cNvPr>
          <p:cNvSpPr>
            <a:spLocks/>
          </p:cNvSpPr>
          <p:nvPr/>
        </p:nvSpPr>
        <p:spPr>
          <a:xfrm>
            <a:off x="8764881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7" name="data_6338">
            <a:extLst>
              <a:ext uri="{FF2B5EF4-FFF2-40B4-BE49-F238E27FC236}">
                <a16:creationId xmlns:a16="http://schemas.microsoft.com/office/drawing/2014/main" id="{2B9C05BA-1DAD-4719-B2DA-41C4ED227621}"/>
              </a:ext>
            </a:extLst>
          </p:cNvPr>
          <p:cNvSpPr>
            <a:spLocks/>
          </p:cNvSpPr>
          <p:nvPr/>
        </p:nvSpPr>
        <p:spPr>
          <a:xfrm>
            <a:off x="8801154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8" name="data_6339">
            <a:extLst>
              <a:ext uri="{FF2B5EF4-FFF2-40B4-BE49-F238E27FC236}">
                <a16:creationId xmlns:a16="http://schemas.microsoft.com/office/drawing/2014/main" id="{3FBEEC01-5054-4AA6-B17F-9ED568D7003B}"/>
              </a:ext>
            </a:extLst>
          </p:cNvPr>
          <p:cNvSpPr>
            <a:spLocks/>
          </p:cNvSpPr>
          <p:nvPr/>
        </p:nvSpPr>
        <p:spPr>
          <a:xfrm>
            <a:off x="872317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9" name="data_6340">
            <a:extLst>
              <a:ext uri="{FF2B5EF4-FFF2-40B4-BE49-F238E27FC236}">
                <a16:creationId xmlns:a16="http://schemas.microsoft.com/office/drawing/2014/main" id="{9C2CE1C4-B38C-4B43-B8F3-7C66CB4DDDFB}"/>
              </a:ext>
            </a:extLst>
          </p:cNvPr>
          <p:cNvSpPr>
            <a:spLocks/>
          </p:cNvSpPr>
          <p:nvPr/>
        </p:nvSpPr>
        <p:spPr>
          <a:xfrm>
            <a:off x="8799211" y="23822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0" name="data_6341">
            <a:extLst>
              <a:ext uri="{FF2B5EF4-FFF2-40B4-BE49-F238E27FC236}">
                <a16:creationId xmlns:a16="http://schemas.microsoft.com/office/drawing/2014/main" id="{83DBBEF8-6891-415D-B83C-11B0F8355A9B}"/>
              </a:ext>
            </a:extLst>
          </p:cNvPr>
          <p:cNvSpPr>
            <a:spLocks/>
          </p:cNvSpPr>
          <p:nvPr/>
        </p:nvSpPr>
        <p:spPr>
          <a:xfrm>
            <a:off x="8810776" y="29680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1" name="data_6342">
            <a:extLst>
              <a:ext uri="{FF2B5EF4-FFF2-40B4-BE49-F238E27FC236}">
                <a16:creationId xmlns:a16="http://schemas.microsoft.com/office/drawing/2014/main" id="{B8D9905F-CD30-4623-9FD4-86E0223F4434}"/>
              </a:ext>
            </a:extLst>
          </p:cNvPr>
          <p:cNvSpPr>
            <a:spLocks/>
          </p:cNvSpPr>
          <p:nvPr/>
        </p:nvSpPr>
        <p:spPr>
          <a:xfrm>
            <a:off x="8818107" y="2766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2" name="data_6343">
            <a:extLst>
              <a:ext uri="{FF2B5EF4-FFF2-40B4-BE49-F238E27FC236}">
                <a16:creationId xmlns:a16="http://schemas.microsoft.com/office/drawing/2014/main" id="{2F091463-EA05-4630-A3BB-BFEF278EDB3A}"/>
              </a:ext>
            </a:extLst>
          </p:cNvPr>
          <p:cNvSpPr>
            <a:spLocks/>
          </p:cNvSpPr>
          <p:nvPr/>
        </p:nvSpPr>
        <p:spPr>
          <a:xfrm>
            <a:off x="8810677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3" name="data_6344">
            <a:extLst>
              <a:ext uri="{FF2B5EF4-FFF2-40B4-BE49-F238E27FC236}">
                <a16:creationId xmlns:a16="http://schemas.microsoft.com/office/drawing/2014/main" id="{7C789C64-A3A4-450A-8DC7-260C19D80F5D}"/>
              </a:ext>
            </a:extLst>
          </p:cNvPr>
          <p:cNvSpPr>
            <a:spLocks/>
          </p:cNvSpPr>
          <p:nvPr/>
        </p:nvSpPr>
        <p:spPr>
          <a:xfrm>
            <a:off x="875430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4" name="data_6345">
            <a:extLst>
              <a:ext uri="{FF2B5EF4-FFF2-40B4-BE49-F238E27FC236}">
                <a16:creationId xmlns:a16="http://schemas.microsoft.com/office/drawing/2014/main" id="{007B70A5-5AFE-4FF1-9A9B-E5F4929E8893}"/>
              </a:ext>
            </a:extLst>
          </p:cNvPr>
          <p:cNvSpPr>
            <a:spLocks/>
          </p:cNvSpPr>
          <p:nvPr/>
        </p:nvSpPr>
        <p:spPr>
          <a:xfrm>
            <a:off x="872933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5" name="data_6346">
            <a:extLst>
              <a:ext uri="{FF2B5EF4-FFF2-40B4-BE49-F238E27FC236}">
                <a16:creationId xmlns:a16="http://schemas.microsoft.com/office/drawing/2014/main" id="{CCE4DD40-1E98-416B-A94A-6A6E0E9F3B26}"/>
              </a:ext>
            </a:extLst>
          </p:cNvPr>
          <p:cNvSpPr>
            <a:spLocks/>
          </p:cNvSpPr>
          <p:nvPr/>
        </p:nvSpPr>
        <p:spPr>
          <a:xfrm>
            <a:off x="8820091" y="3589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6" name="data_6347">
            <a:extLst>
              <a:ext uri="{FF2B5EF4-FFF2-40B4-BE49-F238E27FC236}">
                <a16:creationId xmlns:a16="http://schemas.microsoft.com/office/drawing/2014/main" id="{1C1F0051-57F0-4A33-8E84-DEF84F3147B8}"/>
              </a:ext>
            </a:extLst>
          </p:cNvPr>
          <p:cNvSpPr>
            <a:spLocks/>
          </p:cNvSpPr>
          <p:nvPr/>
        </p:nvSpPr>
        <p:spPr>
          <a:xfrm>
            <a:off x="8802375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7" name="data_6348">
            <a:extLst>
              <a:ext uri="{FF2B5EF4-FFF2-40B4-BE49-F238E27FC236}">
                <a16:creationId xmlns:a16="http://schemas.microsoft.com/office/drawing/2014/main" id="{00C9A137-9827-4AA0-A42B-4E26BF3B08DE}"/>
              </a:ext>
            </a:extLst>
          </p:cNvPr>
          <p:cNvSpPr>
            <a:spLocks/>
          </p:cNvSpPr>
          <p:nvPr/>
        </p:nvSpPr>
        <p:spPr>
          <a:xfrm>
            <a:off x="878880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8" name="data_6349">
            <a:extLst>
              <a:ext uri="{FF2B5EF4-FFF2-40B4-BE49-F238E27FC236}">
                <a16:creationId xmlns:a16="http://schemas.microsoft.com/office/drawing/2014/main" id="{B489DB1D-C9E4-4BDF-A533-1C6848D3F6F9}"/>
              </a:ext>
            </a:extLst>
          </p:cNvPr>
          <p:cNvSpPr>
            <a:spLocks/>
          </p:cNvSpPr>
          <p:nvPr/>
        </p:nvSpPr>
        <p:spPr>
          <a:xfrm>
            <a:off x="878700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9" name="data_6350">
            <a:extLst>
              <a:ext uri="{FF2B5EF4-FFF2-40B4-BE49-F238E27FC236}">
                <a16:creationId xmlns:a16="http://schemas.microsoft.com/office/drawing/2014/main" id="{BE690F1C-7B12-413E-A89D-D559EE63CBB8}"/>
              </a:ext>
            </a:extLst>
          </p:cNvPr>
          <p:cNvSpPr>
            <a:spLocks/>
          </p:cNvSpPr>
          <p:nvPr/>
        </p:nvSpPr>
        <p:spPr>
          <a:xfrm>
            <a:off x="877353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0" name="data_6351">
            <a:extLst>
              <a:ext uri="{FF2B5EF4-FFF2-40B4-BE49-F238E27FC236}">
                <a16:creationId xmlns:a16="http://schemas.microsoft.com/office/drawing/2014/main" id="{8C06D736-1736-4307-9ED3-96AAAA8F3411}"/>
              </a:ext>
            </a:extLst>
          </p:cNvPr>
          <p:cNvSpPr>
            <a:spLocks/>
          </p:cNvSpPr>
          <p:nvPr/>
        </p:nvSpPr>
        <p:spPr>
          <a:xfrm>
            <a:off x="877106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1" name="data_6352">
            <a:extLst>
              <a:ext uri="{FF2B5EF4-FFF2-40B4-BE49-F238E27FC236}">
                <a16:creationId xmlns:a16="http://schemas.microsoft.com/office/drawing/2014/main" id="{A6BB5CE5-8C20-49B7-87AB-AFE5CA051309}"/>
              </a:ext>
            </a:extLst>
          </p:cNvPr>
          <p:cNvSpPr>
            <a:spLocks/>
          </p:cNvSpPr>
          <p:nvPr/>
        </p:nvSpPr>
        <p:spPr>
          <a:xfrm>
            <a:off x="880131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2" name="data_6353">
            <a:extLst>
              <a:ext uri="{FF2B5EF4-FFF2-40B4-BE49-F238E27FC236}">
                <a16:creationId xmlns:a16="http://schemas.microsoft.com/office/drawing/2014/main" id="{9E55251A-BED7-4853-A97B-72D443100C3B}"/>
              </a:ext>
            </a:extLst>
          </p:cNvPr>
          <p:cNvSpPr>
            <a:spLocks/>
          </p:cNvSpPr>
          <p:nvPr/>
        </p:nvSpPr>
        <p:spPr>
          <a:xfrm>
            <a:off x="881995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3" name="data_6354">
            <a:extLst>
              <a:ext uri="{FF2B5EF4-FFF2-40B4-BE49-F238E27FC236}">
                <a16:creationId xmlns:a16="http://schemas.microsoft.com/office/drawing/2014/main" id="{B58EEF4F-0C66-4E25-9C75-52A551605AB4}"/>
              </a:ext>
            </a:extLst>
          </p:cNvPr>
          <p:cNvSpPr>
            <a:spLocks/>
          </p:cNvSpPr>
          <p:nvPr/>
        </p:nvSpPr>
        <p:spPr>
          <a:xfrm>
            <a:off x="8733261" y="2593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4" name="data_6355">
            <a:extLst>
              <a:ext uri="{FF2B5EF4-FFF2-40B4-BE49-F238E27FC236}">
                <a16:creationId xmlns:a16="http://schemas.microsoft.com/office/drawing/2014/main" id="{D6620E53-C092-4B2C-8DC7-C141889F0864}"/>
              </a:ext>
            </a:extLst>
          </p:cNvPr>
          <p:cNvSpPr>
            <a:spLocks/>
          </p:cNvSpPr>
          <p:nvPr/>
        </p:nvSpPr>
        <p:spPr>
          <a:xfrm>
            <a:off x="876378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5" name="data_6356">
            <a:extLst>
              <a:ext uri="{FF2B5EF4-FFF2-40B4-BE49-F238E27FC236}">
                <a16:creationId xmlns:a16="http://schemas.microsoft.com/office/drawing/2014/main" id="{50C3FAB1-D4E4-4E8B-9524-00AA10134326}"/>
              </a:ext>
            </a:extLst>
          </p:cNvPr>
          <p:cNvSpPr>
            <a:spLocks/>
          </p:cNvSpPr>
          <p:nvPr/>
        </p:nvSpPr>
        <p:spPr>
          <a:xfrm>
            <a:off x="8740164" y="23334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6" name="data_6357">
            <a:extLst>
              <a:ext uri="{FF2B5EF4-FFF2-40B4-BE49-F238E27FC236}">
                <a16:creationId xmlns:a16="http://schemas.microsoft.com/office/drawing/2014/main" id="{9C1A97D7-F7A3-4FE2-83FC-CA43964551CD}"/>
              </a:ext>
            </a:extLst>
          </p:cNvPr>
          <p:cNvSpPr>
            <a:spLocks/>
          </p:cNvSpPr>
          <p:nvPr/>
        </p:nvSpPr>
        <p:spPr>
          <a:xfrm>
            <a:off x="8801767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7" name="data_6358">
            <a:extLst>
              <a:ext uri="{FF2B5EF4-FFF2-40B4-BE49-F238E27FC236}">
                <a16:creationId xmlns:a16="http://schemas.microsoft.com/office/drawing/2014/main" id="{C01399E9-974B-4A0B-AEB2-A4A63CDEB495}"/>
              </a:ext>
            </a:extLst>
          </p:cNvPr>
          <p:cNvSpPr>
            <a:spLocks/>
          </p:cNvSpPr>
          <p:nvPr/>
        </p:nvSpPr>
        <p:spPr>
          <a:xfrm>
            <a:off x="874843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8" name="data_6359">
            <a:extLst>
              <a:ext uri="{FF2B5EF4-FFF2-40B4-BE49-F238E27FC236}">
                <a16:creationId xmlns:a16="http://schemas.microsoft.com/office/drawing/2014/main" id="{D2828125-7BA2-4334-9998-994D4BD88975}"/>
              </a:ext>
            </a:extLst>
          </p:cNvPr>
          <p:cNvSpPr>
            <a:spLocks/>
          </p:cNvSpPr>
          <p:nvPr/>
        </p:nvSpPr>
        <p:spPr>
          <a:xfrm>
            <a:off x="8728665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9" name="data_6360">
            <a:extLst>
              <a:ext uri="{FF2B5EF4-FFF2-40B4-BE49-F238E27FC236}">
                <a16:creationId xmlns:a16="http://schemas.microsoft.com/office/drawing/2014/main" id="{CED5AA77-4E86-4DD8-A9A3-9B8256DB6616}"/>
              </a:ext>
            </a:extLst>
          </p:cNvPr>
          <p:cNvSpPr>
            <a:spLocks/>
          </p:cNvSpPr>
          <p:nvPr/>
        </p:nvSpPr>
        <p:spPr>
          <a:xfrm>
            <a:off x="8770800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0" name="data_6361">
            <a:extLst>
              <a:ext uri="{FF2B5EF4-FFF2-40B4-BE49-F238E27FC236}">
                <a16:creationId xmlns:a16="http://schemas.microsoft.com/office/drawing/2014/main" id="{1B84FBF7-F68D-45A1-8E5A-184CABD55C1C}"/>
              </a:ext>
            </a:extLst>
          </p:cNvPr>
          <p:cNvSpPr>
            <a:spLocks/>
          </p:cNvSpPr>
          <p:nvPr/>
        </p:nvSpPr>
        <p:spPr>
          <a:xfrm>
            <a:off x="877700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1" name="data_6362">
            <a:extLst>
              <a:ext uri="{FF2B5EF4-FFF2-40B4-BE49-F238E27FC236}">
                <a16:creationId xmlns:a16="http://schemas.microsoft.com/office/drawing/2014/main" id="{709F3579-2DB2-4662-9D6D-E2E290530393}"/>
              </a:ext>
            </a:extLst>
          </p:cNvPr>
          <p:cNvSpPr>
            <a:spLocks/>
          </p:cNvSpPr>
          <p:nvPr/>
        </p:nvSpPr>
        <p:spPr>
          <a:xfrm>
            <a:off x="880791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2" name="data_6363">
            <a:extLst>
              <a:ext uri="{FF2B5EF4-FFF2-40B4-BE49-F238E27FC236}">
                <a16:creationId xmlns:a16="http://schemas.microsoft.com/office/drawing/2014/main" id="{5E4D9023-B55E-43CD-B89D-94F43FD876AF}"/>
              </a:ext>
            </a:extLst>
          </p:cNvPr>
          <p:cNvSpPr>
            <a:spLocks/>
          </p:cNvSpPr>
          <p:nvPr/>
        </p:nvSpPr>
        <p:spPr>
          <a:xfrm>
            <a:off x="8780873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3" name="data_6364">
            <a:extLst>
              <a:ext uri="{FF2B5EF4-FFF2-40B4-BE49-F238E27FC236}">
                <a16:creationId xmlns:a16="http://schemas.microsoft.com/office/drawing/2014/main" id="{AFA19C46-D328-4F20-BD28-885E1D535ADA}"/>
              </a:ext>
            </a:extLst>
          </p:cNvPr>
          <p:cNvSpPr>
            <a:spLocks/>
          </p:cNvSpPr>
          <p:nvPr/>
        </p:nvSpPr>
        <p:spPr>
          <a:xfrm>
            <a:off x="880717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4" name="data_6365">
            <a:extLst>
              <a:ext uri="{FF2B5EF4-FFF2-40B4-BE49-F238E27FC236}">
                <a16:creationId xmlns:a16="http://schemas.microsoft.com/office/drawing/2014/main" id="{67553895-13E2-4911-B986-5C36134C6AF6}"/>
              </a:ext>
            </a:extLst>
          </p:cNvPr>
          <p:cNvSpPr>
            <a:spLocks/>
          </p:cNvSpPr>
          <p:nvPr/>
        </p:nvSpPr>
        <p:spPr>
          <a:xfrm>
            <a:off x="8742122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5" name="data_6366">
            <a:extLst>
              <a:ext uri="{FF2B5EF4-FFF2-40B4-BE49-F238E27FC236}">
                <a16:creationId xmlns:a16="http://schemas.microsoft.com/office/drawing/2014/main" id="{1E01B3B6-33F2-4AE8-A0B8-16AD4904C5C9}"/>
              </a:ext>
            </a:extLst>
          </p:cNvPr>
          <p:cNvSpPr>
            <a:spLocks/>
          </p:cNvSpPr>
          <p:nvPr/>
        </p:nvSpPr>
        <p:spPr>
          <a:xfrm>
            <a:off x="882148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6" name="data_6367">
            <a:extLst>
              <a:ext uri="{FF2B5EF4-FFF2-40B4-BE49-F238E27FC236}">
                <a16:creationId xmlns:a16="http://schemas.microsoft.com/office/drawing/2014/main" id="{CCC2EC42-8172-4B58-B281-5C8DFA960A3F}"/>
              </a:ext>
            </a:extLst>
          </p:cNvPr>
          <p:cNvSpPr>
            <a:spLocks/>
          </p:cNvSpPr>
          <p:nvPr/>
        </p:nvSpPr>
        <p:spPr>
          <a:xfrm>
            <a:off x="8763751" y="22179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7" name="data_6368">
            <a:extLst>
              <a:ext uri="{FF2B5EF4-FFF2-40B4-BE49-F238E27FC236}">
                <a16:creationId xmlns:a16="http://schemas.microsoft.com/office/drawing/2014/main" id="{263A6998-D594-42B7-923A-1FF9E9D7C2C0}"/>
              </a:ext>
            </a:extLst>
          </p:cNvPr>
          <p:cNvSpPr>
            <a:spLocks/>
          </p:cNvSpPr>
          <p:nvPr/>
        </p:nvSpPr>
        <p:spPr>
          <a:xfrm>
            <a:off x="878152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8" name="data_6369">
            <a:extLst>
              <a:ext uri="{FF2B5EF4-FFF2-40B4-BE49-F238E27FC236}">
                <a16:creationId xmlns:a16="http://schemas.microsoft.com/office/drawing/2014/main" id="{8407CB00-A694-422D-87BD-CA6190E18A1A}"/>
              </a:ext>
            </a:extLst>
          </p:cNvPr>
          <p:cNvSpPr>
            <a:spLocks/>
          </p:cNvSpPr>
          <p:nvPr/>
        </p:nvSpPr>
        <p:spPr>
          <a:xfrm>
            <a:off x="873502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9" name="data_6370">
            <a:extLst>
              <a:ext uri="{FF2B5EF4-FFF2-40B4-BE49-F238E27FC236}">
                <a16:creationId xmlns:a16="http://schemas.microsoft.com/office/drawing/2014/main" id="{E46B6F18-7FB1-408F-B457-A779AC6349A1}"/>
              </a:ext>
            </a:extLst>
          </p:cNvPr>
          <p:cNvSpPr>
            <a:spLocks/>
          </p:cNvSpPr>
          <p:nvPr/>
        </p:nvSpPr>
        <p:spPr>
          <a:xfrm>
            <a:off x="8779418" y="31133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0" name="data_6371">
            <a:extLst>
              <a:ext uri="{FF2B5EF4-FFF2-40B4-BE49-F238E27FC236}">
                <a16:creationId xmlns:a16="http://schemas.microsoft.com/office/drawing/2014/main" id="{19C047F6-FABC-44FA-B4BC-B2153DE571EA}"/>
              </a:ext>
            </a:extLst>
          </p:cNvPr>
          <p:cNvSpPr>
            <a:spLocks/>
          </p:cNvSpPr>
          <p:nvPr/>
        </p:nvSpPr>
        <p:spPr>
          <a:xfrm>
            <a:off x="873651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1" name="data_6372">
            <a:extLst>
              <a:ext uri="{FF2B5EF4-FFF2-40B4-BE49-F238E27FC236}">
                <a16:creationId xmlns:a16="http://schemas.microsoft.com/office/drawing/2014/main" id="{68AA8E6E-D995-4982-B9A6-2A12CBED99E7}"/>
              </a:ext>
            </a:extLst>
          </p:cNvPr>
          <p:cNvSpPr>
            <a:spLocks/>
          </p:cNvSpPr>
          <p:nvPr/>
        </p:nvSpPr>
        <p:spPr>
          <a:xfrm>
            <a:off x="876391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2" name="data_6373">
            <a:extLst>
              <a:ext uri="{FF2B5EF4-FFF2-40B4-BE49-F238E27FC236}">
                <a16:creationId xmlns:a16="http://schemas.microsoft.com/office/drawing/2014/main" id="{7461A3CF-72D9-4205-953F-8F097C1B016D}"/>
              </a:ext>
            </a:extLst>
          </p:cNvPr>
          <p:cNvSpPr>
            <a:spLocks/>
          </p:cNvSpPr>
          <p:nvPr/>
        </p:nvSpPr>
        <p:spPr>
          <a:xfrm>
            <a:off x="875466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3" name="data_6374">
            <a:extLst>
              <a:ext uri="{FF2B5EF4-FFF2-40B4-BE49-F238E27FC236}">
                <a16:creationId xmlns:a16="http://schemas.microsoft.com/office/drawing/2014/main" id="{E63A303E-0477-4FAB-A441-D3D598714DFC}"/>
              </a:ext>
            </a:extLst>
          </p:cNvPr>
          <p:cNvSpPr>
            <a:spLocks/>
          </p:cNvSpPr>
          <p:nvPr/>
        </p:nvSpPr>
        <p:spPr>
          <a:xfrm>
            <a:off x="8806444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4" name="data_6375">
            <a:extLst>
              <a:ext uri="{FF2B5EF4-FFF2-40B4-BE49-F238E27FC236}">
                <a16:creationId xmlns:a16="http://schemas.microsoft.com/office/drawing/2014/main" id="{8C3ED138-5086-4329-BFB2-574F6247B19E}"/>
              </a:ext>
            </a:extLst>
          </p:cNvPr>
          <p:cNvSpPr>
            <a:spLocks/>
          </p:cNvSpPr>
          <p:nvPr/>
        </p:nvSpPr>
        <p:spPr>
          <a:xfrm>
            <a:off x="881613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5" name="data_6376">
            <a:extLst>
              <a:ext uri="{FF2B5EF4-FFF2-40B4-BE49-F238E27FC236}">
                <a16:creationId xmlns:a16="http://schemas.microsoft.com/office/drawing/2014/main" id="{0F7BA3FF-61DD-4CDF-9C1F-F5C9B2D46716}"/>
              </a:ext>
            </a:extLst>
          </p:cNvPr>
          <p:cNvSpPr>
            <a:spLocks/>
          </p:cNvSpPr>
          <p:nvPr/>
        </p:nvSpPr>
        <p:spPr>
          <a:xfrm>
            <a:off x="8806862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6" name="data_6377">
            <a:extLst>
              <a:ext uri="{FF2B5EF4-FFF2-40B4-BE49-F238E27FC236}">
                <a16:creationId xmlns:a16="http://schemas.microsoft.com/office/drawing/2014/main" id="{AAA06585-9C94-4217-99B9-0039CA3DF09C}"/>
              </a:ext>
            </a:extLst>
          </p:cNvPr>
          <p:cNvSpPr>
            <a:spLocks/>
          </p:cNvSpPr>
          <p:nvPr/>
        </p:nvSpPr>
        <p:spPr>
          <a:xfrm>
            <a:off x="873661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7" name="data_6378">
            <a:extLst>
              <a:ext uri="{FF2B5EF4-FFF2-40B4-BE49-F238E27FC236}">
                <a16:creationId xmlns:a16="http://schemas.microsoft.com/office/drawing/2014/main" id="{3BB502ED-1580-4172-A688-3CA277C4384C}"/>
              </a:ext>
            </a:extLst>
          </p:cNvPr>
          <p:cNvSpPr>
            <a:spLocks/>
          </p:cNvSpPr>
          <p:nvPr/>
        </p:nvSpPr>
        <p:spPr>
          <a:xfrm>
            <a:off x="8722016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8" name="data_6379">
            <a:extLst>
              <a:ext uri="{FF2B5EF4-FFF2-40B4-BE49-F238E27FC236}">
                <a16:creationId xmlns:a16="http://schemas.microsoft.com/office/drawing/2014/main" id="{E935B2E7-2842-4F00-BCD9-45DF74E30002}"/>
              </a:ext>
            </a:extLst>
          </p:cNvPr>
          <p:cNvSpPr>
            <a:spLocks/>
          </p:cNvSpPr>
          <p:nvPr/>
        </p:nvSpPr>
        <p:spPr>
          <a:xfrm>
            <a:off x="8817395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9" name="data_6380">
            <a:extLst>
              <a:ext uri="{FF2B5EF4-FFF2-40B4-BE49-F238E27FC236}">
                <a16:creationId xmlns:a16="http://schemas.microsoft.com/office/drawing/2014/main" id="{FB89B285-7B2C-4F77-9E39-3D8DBCDDC866}"/>
              </a:ext>
            </a:extLst>
          </p:cNvPr>
          <p:cNvSpPr>
            <a:spLocks/>
          </p:cNvSpPr>
          <p:nvPr/>
        </p:nvSpPr>
        <p:spPr>
          <a:xfrm>
            <a:off x="875980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0" name="data_6381">
            <a:extLst>
              <a:ext uri="{FF2B5EF4-FFF2-40B4-BE49-F238E27FC236}">
                <a16:creationId xmlns:a16="http://schemas.microsoft.com/office/drawing/2014/main" id="{A0CDED8D-190C-4F00-B286-FACB2D378CA5}"/>
              </a:ext>
            </a:extLst>
          </p:cNvPr>
          <p:cNvSpPr>
            <a:spLocks/>
          </p:cNvSpPr>
          <p:nvPr/>
        </p:nvSpPr>
        <p:spPr>
          <a:xfrm>
            <a:off x="8812353" y="19652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1" name="data_6382">
            <a:extLst>
              <a:ext uri="{FF2B5EF4-FFF2-40B4-BE49-F238E27FC236}">
                <a16:creationId xmlns:a16="http://schemas.microsoft.com/office/drawing/2014/main" id="{347E81E7-4F2F-4E89-A394-E7282F854AE6}"/>
              </a:ext>
            </a:extLst>
          </p:cNvPr>
          <p:cNvSpPr>
            <a:spLocks/>
          </p:cNvSpPr>
          <p:nvPr/>
        </p:nvSpPr>
        <p:spPr>
          <a:xfrm>
            <a:off x="8718998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2" name="data_6383">
            <a:extLst>
              <a:ext uri="{FF2B5EF4-FFF2-40B4-BE49-F238E27FC236}">
                <a16:creationId xmlns:a16="http://schemas.microsoft.com/office/drawing/2014/main" id="{0F55A518-5FF0-4798-9536-53265572C3B6}"/>
              </a:ext>
            </a:extLst>
          </p:cNvPr>
          <p:cNvSpPr>
            <a:spLocks/>
          </p:cNvSpPr>
          <p:nvPr/>
        </p:nvSpPr>
        <p:spPr>
          <a:xfrm>
            <a:off x="8813044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3" name="data_6384">
            <a:extLst>
              <a:ext uri="{FF2B5EF4-FFF2-40B4-BE49-F238E27FC236}">
                <a16:creationId xmlns:a16="http://schemas.microsoft.com/office/drawing/2014/main" id="{19FEAF08-6A0E-4E6C-AE39-D577FB10B9B8}"/>
              </a:ext>
            </a:extLst>
          </p:cNvPr>
          <p:cNvSpPr>
            <a:spLocks/>
          </p:cNvSpPr>
          <p:nvPr/>
        </p:nvSpPr>
        <p:spPr>
          <a:xfrm>
            <a:off x="880508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4" name="data_6385">
            <a:extLst>
              <a:ext uri="{FF2B5EF4-FFF2-40B4-BE49-F238E27FC236}">
                <a16:creationId xmlns:a16="http://schemas.microsoft.com/office/drawing/2014/main" id="{E20BF343-B736-4DB5-BD3E-274DCD2423F9}"/>
              </a:ext>
            </a:extLst>
          </p:cNvPr>
          <p:cNvSpPr>
            <a:spLocks/>
          </p:cNvSpPr>
          <p:nvPr/>
        </p:nvSpPr>
        <p:spPr>
          <a:xfrm>
            <a:off x="8810863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5" name="data_6386">
            <a:extLst>
              <a:ext uri="{FF2B5EF4-FFF2-40B4-BE49-F238E27FC236}">
                <a16:creationId xmlns:a16="http://schemas.microsoft.com/office/drawing/2014/main" id="{7517D7E3-CBE7-44FC-B016-95E076949764}"/>
              </a:ext>
            </a:extLst>
          </p:cNvPr>
          <p:cNvSpPr>
            <a:spLocks/>
          </p:cNvSpPr>
          <p:nvPr/>
        </p:nvSpPr>
        <p:spPr>
          <a:xfrm>
            <a:off x="880459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6" name="data_6387">
            <a:extLst>
              <a:ext uri="{FF2B5EF4-FFF2-40B4-BE49-F238E27FC236}">
                <a16:creationId xmlns:a16="http://schemas.microsoft.com/office/drawing/2014/main" id="{8C9E3716-B889-4583-B711-8AAF35BCB0D6}"/>
              </a:ext>
            </a:extLst>
          </p:cNvPr>
          <p:cNvSpPr>
            <a:spLocks/>
          </p:cNvSpPr>
          <p:nvPr/>
        </p:nvSpPr>
        <p:spPr>
          <a:xfrm>
            <a:off x="8740183" y="26311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7" name="data_6388">
            <a:extLst>
              <a:ext uri="{FF2B5EF4-FFF2-40B4-BE49-F238E27FC236}">
                <a16:creationId xmlns:a16="http://schemas.microsoft.com/office/drawing/2014/main" id="{5030AC44-E1BD-4656-AD4F-D6790E0D03A5}"/>
              </a:ext>
            </a:extLst>
          </p:cNvPr>
          <p:cNvSpPr>
            <a:spLocks/>
          </p:cNvSpPr>
          <p:nvPr/>
        </p:nvSpPr>
        <p:spPr>
          <a:xfrm>
            <a:off x="8721227" y="26223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8" name="data_6389">
            <a:extLst>
              <a:ext uri="{FF2B5EF4-FFF2-40B4-BE49-F238E27FC236}">
                <a16:creationId xmlns:a16="http://schemas.microsoft.com/office/drawing/2014/main" id="{6F1B6917-49A2-4147-8962-273A3B79A3BB}"/>
              </a:ext>
            </a:extLst>
          </p:cNvPr>
          <p:cNvSpPr>
            <a:spLocks/>
          </p:cNvSpPr>
          <p:nvPr/>
        </p:nvSpPr>
        <p:spPr>
          <a:xfrm>
            <a:off x="8788401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9" name="data_6390">
            <a:extLst>
              <a:ext uri="{FF2B5EF4-FFF2-40B4-BE49-F238E27FC236}">
                <a16:creationId xmlns:a16="http://schemas.microsoft.com/office/drawing/2014/main" id="{D42B107E-8E39-4A55-AE54-85C782C30BC9}"/>
              </a:ext>
            </a:extLst>
          </p:cNvPr>
          <p:cNvSpPr>
            <a:spLocks/>
          </p:cNvSpPr>
          <p:nvPr/>
        </p:nvSpPr>
        <p:spPr>
          <a:xfrm>
            <a:off x="874433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0" name="data_6391">
            <a:extLst>
              <a:ext uri="{FF2B5EF4-FFF2-40B4-BE49-F238E27FC236}">
                <a16:creationId xmlns:a16="http://schemas.microsoft.com/office/drawing/2014/main" id="{0F2B5A65-83FE-4A90-ACE4-1D01AFDBC5F4}"/>
              </a:ext>
            </a:extLst>
          </p:cNvPr>
          <p:cNvSpPr>
            <a:spLocks/>
          </p:cNvSpPr>
          <p:nvPr/>
        </p:nvSpPr>
        <p:spPr>
          <a:xfrm>
            <a:off x="876141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1" name="data_6392">
            <a:extLst>
              <a:ext uri="{FF2B5EF4-FFF2-40B4-BE49-F238E27FC236}">
                <a16:creationId xmlns:a16="http://schemas.microsoft.com/office/drawing/2014/main" id="{8074ACF7-D6DD-49E1-9C10-54E1668A08BB}"/>
              </a:ext>
            </a:extLst>
          </p:cNvPr>
          <p:cNvSpPr>
            <a:spLocks/>
          </p:cNvSpPr>
          <p:nvPr/>
        </p:nvSpPr>
        <p:spPr>
          <a:xfrm>
            <a:off x="8739299" y="3563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2" name="data_6393">
            <a:extLst>
              <a:ext uri="{FF2B5EF4-FFF2-40B4-BE49-F238E27FC236}">
                <a16:creationId xmlns:a16="http://schemas.microsoft.com/office/drawing/2014/main" id="{FAEAF632-2165-4099-A63F-F74EE7A6C1A6}"/>
              </a:ext>
            </a:extLst>
          </p:cNvPr>
          <p:cNvSpPr>
            <a:spLocks/>
          </p:cNvSpPr>
          <p:nvPr/>
        </p:nvSpPr>
        <p:spPr>
          <a:xfrm>
            <a:off x="882277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3" name="data_6394">
            <a:extLst>
              <a:ext uri="{FF2B5EF4-FFF2-40B4-BE49-F238E27FC236}">
                <a16:creationId xmlns:a16="http://schemas.microsoft.com/office/drawing/2014/main" id="{5ACEDABD-4243-4A04-BA6D-7D626605E7AF}"/>
              </a:ext>
            </a:extLst>
          </p:cNvPr>
          <p:cNvSpPr>
            <a:spLocks/>
          </p:cNvSpPr>
          <p:nvPr/>
        </p:nvSpPr>
        <p:spPr>
          <a:xfrm>
            <a:off x="8761951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4" name="data_6395">
            <a:extLst>
              <a:ext uri="{FF2B5EF4-FFF2-40B4-BE49-F238E27FC236}">
                <a16:creationId xmlns:a16="http://schemas.microsoft.com/office/drawing/2014/main" id="{3B331280-F4D7-4779-934E-31A926ADF862}"/>
              </a:ext>
            </a:extLst>
          </p:cNvPr>
          <p:cNvSpPr>
            <a:spLocks/>
          </p:cNvSpPr>
          <p:nvPr/>
        </p:nvSpPr>
        <p:spPr>
          <a:xfrm>
            <a:off x="882167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5" name="data_6396">
            <a:extLst>
              <a:ext uri="{FF2B5EF4-FFF2-40B4-BE49-F238E27FC236}">
                <a16:creationId xmlns:a16="http://schemas.microsoft.com/office/drawing/2014/main" id="{A0846601-401E-44B4-ADBD-F2610B16EE0E}"/>
              </a:ext>
            </a:extLst>
          </p:cNvPr>
          <p:cNvSpPr>
            <a:spLocks/>
          </p:cNvSpPr>
          <p:nvPr/>
        </p:nvSpPr>
        <p:spPr>
          <a:xfrm>
            <a:off x="877068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6" name="data_6397">
            <a:extLst>
              <a:ext uri="{FF2B5EF4-FFF2-40B4-BE49-F238E27FC236}">
                <a16:creationId xmlns:a16="http://schemas.microsoft.com/office/drawing/2014/main" id="{73BECD3B-8356-45B3-8612-9658F991A83C}"/>
              </a:ext>
            </a:extLst>
          </p:cNvPr>
          <p:cNvSpPr>
            <a:spLocks/>
          </p:cNvSpPr>
          <p:nvPr/>
        </p:nvSpPr>
        <p:spPr>
          <a:xfrm>
            <a:off x="875540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7" name="data_6398">
            <a:extLst>
              <a:ext uri="{FF2B5EF4-FFF2-40B4-BE49-F238E27FC236}">
                <a16:creationId xmlns:a16="http://schemas.microsoft.com/office/drawing/2014/main" id="{5E3D4AE3-B787-4F25-9F42-32122E310F96}"/>
              </a:ext>
            </a:extLst>
          </p:cNvPr>
          <p:cNvSpPr>
            <a:spLocks/>
          </p:cNvSpPr>
          <p:nvPr/>
        </p:nvSpPr>
        <p:spPr>
          <a:xfrm>
            <a:off x="8780160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8" name="data_6399">
            <a:extLst>
              <a:ext uri="{FF2B5EF4-FFF2-40B4-BE49-F238E27FC236}">
                <a16:creationId xmlns:a16="http://schemas.microsoft.com/office/drawing/2014/main" id="{7F1127D6-6814-4AF5-8E17-D3AEE3D84406}"/>
              </a:ext>
            </a:extLst>
          </p:cNvPr>
          <p:cNvSpPr>
            <a:spLocks/>
          </p:cNvSpPr>
          <p:nvPr/>
        </p:nvSpPr>
        <p:spPr>
          <a:xfrm>
            <a:off x="8814445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9" name="data_6400">
            <a:extLst>
              <a:ext uri="{FF2B5EF4-FFF2-40B4-BE49-F238E27FC236}">
                <a16:creationId xmlns:a16="http://schemas.microsoft.com/office/drawing/2014/main" id="{8F34909E-A8C1-46AD-9C01-1D93180AC1CD}"/>
              </a:ext>
            </a:extLst>
          </p:cNvPr>
          <p:cNvSpPr>
            <a:spLocks/>
          </p:cNvSpPr>
          <p:nvPr/>
        </p:nvSpPr>
        <p:spPr>
          <a:xfrm>
            <a:off x="8800423" y="25134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0" name="data_6401">
            <a:extLst>
              <a:ext uri="{FF2B5EF4-FFF2-40B4-BE49-F238E27FC236}">
                <a16:creationId xmlns:a16="http://schemas.microsoft.com/office/drawing/2014/main" id="{5D249BAC-CE21-435E-929C-6A7466785D18}"/>
              </a:ext>
            </a:extLst>
          </p:cNvPr>
          <p:cNvSpPr>
            <a:spLocks/>
          </p:cNvSpPr>
          <p:nvPr/>
        </p:nvSpPr>
        <p:spPr>
          <a:xfrm>
            <a:off x="8770713" y="21168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1" name="data_6402">
            <a:extLst>
              <a:ext uri="{FF2B5EF4-FFF2-40B4-BE49-F238E27FC236}">
                <a16:creationId xmlns:a16="http://schemas.microsoft.com/office/drawing/2014/main" id="{ED3CBBFB-CF0C-4313-8EFC-ACD55451F22A}"/>
              </a:ext>
            </a:extLst>
          </p:cNvPr>
          <p:cNvSpPr>
            <a:spLocks/>
          </p:cNvSpPr>
          <p:nvPr/>
        </p:nvSpPr>
        <p:spPr>
          <a:xfrm>
            <a:off x="8771343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2" name="data_6403">
            <a:extLst>
              <a:ext uri="{FF2B5EF4-FFF2-40B4-BE49-F238E27FC236}">
                <a16:creationId xmlns:a16="http://schemas.microsoft.com/office/drawing/2014/main" id="{2A08EF1E-AA6B-4708-859F-2FAD677C384F}"/>
              </a:ext>
            </a:extLst>
          </p:cNvPr>
          <p:cNvSpPr>
            <a:spLocks/>
          </p:cNvSpPr>
          <p:nvPr/>
        </p:nvSpPr>
        <p:spPr>
          <a:xfrm>
            <a:off x="875286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3" name="data_6404">
            <a:extLst>
              <a:ext uri="{FF2B5EF4-FFF2-40B4-BE49-F238E27FC236}">
                <a16:creationId xmlns:a16="http://schemas.microsoft.com/office/drawing/2014/main" id="{811033FB-EF5A-4723-93BC-4FA05C7C1114}"/>
              </a:ext>
            </a:extLst>
          </p:cNvPr>
          <p:cNvSpPr>
            <a:spLocks/>
          </p:cNvSpPr>
          <p:nvPr/>
        </p:nvSpPr>
        <p:spPr>
          <a:xfrm>
            <a:off x="8780355" y="2875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4" name="data_6405">
            <a:extLst>
              <a:ext uri="{FF2B5EF4-FFF2-40B4-BE49-F238E27FC236}">
                <a16:creationId xmlns:a16="http://schemas.microsoft.com/office/drawing/2014/main" id="{3C9BC8A8-1469-48C5-B60E-0FEBF0300EBB}"/>
              </a:ext>
            </a:extLst>
          </p:cNvPr>
          <p:cNvSpPr>
            <a:spLocks/>
          </p:cNvSpPr>
          <p:nvPr/>
        </p:nvSpPr>
        <p:spPr>
          <a:xfrm>
            <a:off x="879812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5" name="data_6406">
            <a:extLst>
              <a:ext uri="{FF2B5EF4-FFF2-40B4-BE49-F238E27FC236}">
                <a16:creationId xmlns:a16="http://schemas.microsoft.com/office/drawing/2014/main" id="{DDDE1913-17A1-485E-954D-E05C862C54F9}"/>
              </a:ext>
            </a:extLst>
          </p:cNvPr>
          <p:cNvSpPr>
            <a:spLocks/>
          </p:cNvSpPr>
          <p:nvPr/>
        </p:nvSpPr>
        <p:spPr>
          <a:xfrm>
            <a:off x="879156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6" name="data_6407">
            <a:extLst>
              <a:ext uri="{FF2B5EF4-FFF2-40B4-BE49-F238E27FC236}">
                <a16:creationId xmlns:a16="http://schemas.microsoft.com/office/drawing/2014/main" id="{F0641FF3-E862-4044-A0FD-390F0BA199D8}"/>
              </a:ext>
            </a:extLst>
          </p:cNvPr>
          <p:cNvSpPr>
            <a:spLocks/>
          </p:cNvSpPr>
          <p:nvPr/>
        </p:nvSpPr>
        <p:spPr>
          <a:xfrm>
            <a:off x="8784712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7" name="data_6408">
            <a:extLst>
              <a:ext uri="{FF2B5EF4-FFF2-40B4-BE49-F238E27FC236}">
                <a16:creationId xmlns:a16="http://schemas.microsoft.com/office/drawing/2014/main" id="{C252E80C-076D-4342-B4A6-22E12D72BCEC}"/>
              </a:ext>
            </a:extLst>
          </p:cNvPr>
          <p:cNvSpPr>
            <a:spLocks/>
          </p:cNvSpPr>
          <p:nvPr/>
        </p:nvSpPr>
        <p:spPr>
          <a:xfrm>
            <a:off x="8721383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8" name="data_6409">
            <a:extLst>
              <a:ext uri="{FF2B5EF4-FFF2-40B4-BE49-F238E27FC236}">
                <a16:creationId xmlns:a16="http://schemas.microsoft.com/office/drawing/2014/main" id="{894D904F-20E7-4E26-905E-7582E2F7D5A0}"/>
              </a:ext>
            </a:extLst>
          </p:cNvPr>
          <p:cNvSpPr>
            <a:spLocks/>
          </p:cNvSpPr>
          <p:nvPr/>
        </p:nvSpPr>
        <p:spPr>
          <a:xfrm>
            <a:off x="8727162" y="26166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9" name="data_6410">
            <a:extLst>
              <a:ext uri="{FF2B5EF4-FFF2-40B4-BE49-F238E27FC236}">
                <a16:creationId xmlns:a16="http://schemas.microsoft.com/office/drawing/2014/main" id="{0EC794DA-A352-4DB7-8B10-BF8775F8E461}"/>
              </a:ext>
            </a:extLst>
          </p:cNvPr>
          <p:cNvSpPr>
            <a:spLocks/>
          </p:cNvSpPr>
          <p:nvPr/>
        </p:nvSpPr>
        <p:spPr>
          <a:xfrm>
            <a:off x="876939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0" name="data_6411">
            <a:extLst>
              <a:ext uri="{FF2B5EF4-FFF2-40B4-BE49-F238E27FC236}">
                <a16:creationId xmlns:a16="http://schemas.microsoft.com/office/drawing/2014/main" id="{EE801DC8-8B58-47F6-B60C-3F7E43FF0828}"/>
              </a:ext>
            </a:extLst>
          </p:cNvPr>
          <p:cNvSpPr>
            <a:spLocks/>
          </p:cNvSpPr>
          <p:nvPr/>
        </p:nvSpPr>
        <p:spPr>
          <a:xfrm>
            <a:off x="8766744" y="32920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1" name="data_6412">
            <a:extLst>
              <a:ext uri="{FF2B5EF4-FFF2-40B4-BE49-F238E27FC236}">
                <a16:creationId xmlns:a16="http://schemas.microsoft.com/office/drawing/2014/main" id="{FFD30026-4194-439C-9449-CC3D19943960}"/>
              </a:ext>
            </a:extLst>
          </p:cNvPr>
          <p:cNvSpPr>
            <a:spLocks/>
          </p:cNvSpPr>
          <p:nvPr/>
        </p:nvSpPr>
        <p:spPr>
          <a:xfrm>
            <a:off x="8725201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2" name="data_6413">
            <a:extLst>
              <a:ext uri="{FF2B5EF4-FFF2-40B4-BE49-F238E27FC236}">
                <a16:creationId xmlns:a16="http://schemas.microsoft.com/office/drawing/2014/main" id="{18C37F86-2050-46EF-904A-6BD57F5AD7C3}"/>
              </a:ext>
            </a:extLst>
          </p:cNvPr>
          <p:cNvSpPr>
            <a:spLocks/>
          </p:cNvSpPr>
          <p:nvPr/>
        </p:nvSpPr>
        <p:spPr>
          <a:xfrm>
            <a:off x="877265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3" name="data_6414">
            <a:extLst>
              <a:ext uri="{FF2B5EF4-FFF2-40B4-BE49-F238E27FC236}">
                <a16:creationId xmlns:a16="http://schemas.microsoft.com/office/drawing/2014/main" id="{1DBFAE68-5C3A-43B8-B221-22897D790F74}"/>
              </a:ext>
            </a:extLst>
          </p:cNvPr>
          <p:cNvSpPr>
            <a:spLocks/>
          </p:cNvSpPr>
          <p:nvPr/>
        </p:nvSpPr>
        <p:spPr>
          <a:xfrm>
            <a:off x="882270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4" name="data_6415">
            <a:extLst>
              <a:ext uri="{FF2B5EF4-FFF2-40B4-BE49-F238E27FC236}">
                <a16:creationId xmlns:a16="http://schemas.microsoft.com/office/drawing/2014/main" id="{0819EE60-292D-4212-A8B4-0F65BD4C0840}"/>
              </a:ext>
            </a:extLst>
          </p:cNvPr>
          <p:cNvSpPr>
            <a:spLocks/>
          </p:cNvSpPr>
          <p:nvPr/>
        </p:nvSpPr>
        <p:spPr>
          <a:xfrm>
            <a:off x="872954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5" name="data_6416">
            <a:extLst>
              <a:ext uri="{FF2B5EF4-FFF2-40B4-BE49-F238E27FC236}">
                <a16:creationId xmlns:a16="http://schemas.microsoft.com/office/drawing/2014/main" id="{F7B6A199-A290-490C-AF0B-0DBB4F2C1FC9}"/>
              </a:ext>
            </a:extLst>
          </p:cNvPr>
          <p:cNvSpPr>
            <a:spLocks/>
          </p:cNvSpPr>
          <p:nvPr/>
        </p:nvSpPr>
        <p:spPr>
          <a:xfrm>
            <a:off x="879674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6" name="data_6417">
            <a:extLst>
              <a:ext uri="{FF2B5EF4-FFF2-40B4-BE49-F238E27FC236}">
                <a16:creationId xmlns:a16="http://schemas.microsoft.com/office/drawing/2014/main" id="{20990868-037A-421E-A668-430184FD9CE5}"/>
              </a:ext>
            </a:extLst>
          </p:cNvPr>
          <p:cNvSpPr>
            <a:spLocks/>
          </p:cNvSpPr>
          <p:nvPr/>
        </p:nvSpPr>
        <p:spPr>
          <a:xfrm>
            <a:off x="8791654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7" name="data_6418">
            <a:extLst>
              <a:ext uri="{FF2B5EF4-FFF2-40B4-BE49-F238E27FC236}">
                <a16:creationId xmlns:a16="http://schemas.microsoft.com/office/drawing/2014/main" id="{B20205AC-F749-45CF-A036-14F77AAF4620}"/>
              </a:ext>
            </a:extLst>
          </p:cNvPr>
          <p:cNvSpPr>
            <a:spLocks/>
          </p:cNvSpPr>
          <p:nvPr/>
        </p:nvSpPr>
        <p:spPr>
          <a:xfrm>
            <a:off x="8765675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8" name="data_6419">
            <a:extLst>
              <a:ext uri="{FF2B5EF4-FFF2-40B4-BE49-F238E27FC236}">
                <a16:creationId xmlns:a16="http://schemas.microsoft.com/office/drawing/2014/main" id="{055121C1-73DB-4FCF-9139-EC2CFDA0E240}"/>
              </a:ext>
            </a:extLst>
          </p:cNvPr>
          <p:cNvSpPr>
            <a:spLocks/>
          </p:cNvSpPr>
          <p:nvPr/>
        </p:nvSpPr>
        <p:spPr>
          <a:xfrm>
            <a:off x="8732819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9" name="data_6420">
            <a:extLst>
              <a:ext uri="{FF2B5EF4-FFF2-40B4-BE49-F238E27FC236}">
                <a16:creationId xmlns:a16="http://schemas.microsoft.com/office/drawing/2014/main" id="{8A2D1BB6-0EFE-41AF-AC77-A2FA83C1EAC8}"/>
              </a:ext>
            </a:extLst>
          </p:cNvPr>
          <p:cNvSpPr>
            <a:spLocks/>
          </p:cNvSpPr>
          <p:nvPr/>
        </p:nvSpPr>
        <p:spPr>
          <a:xfrm>
            <a:off x="878684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0" name="data_6421">
            <a:extLst>
              <a:ext uri="{FF2B5EF4-FFF2-40B4-BE49-F238E27FC236}">
                <a16:creationId xmlns:a16="http://schemas.microsoft.com/office/drawing/2014/main" id="{FFFEB79F-BAC8-463F-AD63-98CA7046C2B2}"/>
              </a:ext>
            </a:extLst>
          </p:cNvPr>
          <p:cNvSpPr>
            <a:spLocks/>
          </p:cNvSpPr>
          <p:nvPr/>
        </p:nvSpPr>
        <p:spPr>
          <a:xfrm>
            <a:off x="8756757" y="27234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1" name="data_6422">
            <a:extLst>
              <a:ext uri="{FF2B5EF4-FFF2-40B4-BE49-F238E27FC236}">
                <a16:creationId xmlns:a16="http://schemas.microsoft.com/office/drawing/2014/main" id="{7DDA9BFC-9BDA-45D1-A822-A69FCA0DEA9E}"/>
              </a:ext>
            </a:extLst>
          </p:cNvPr>
          <p:cNvSpPr>
            <a:spLocks/>
          </p:cNvSpPr>
          <p:nvPr/>
        </p:nvSpPr>
        <p:spPr>
          <a:xfrm>
            <a:off x="8797251" y="28750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2" name="data_6423">
            <a:extLst>
              <a:ext uri="{FF2B5EF4-FFF2-40B4-BE49-F238E27FC236}">
                <a16:creationId xmlns:a16="http://schemas.microsoft.com/office/drawing/2014/main" id="{A947AD11-3630-42C9-BF69-E76A14D0FEC4}"/>
              </a:ext>
            </a:extLst>
          </p:cNvPr>
          <p:cNvSpPr>
            <a:spLocks/>
          </p:cNvSpPr>
          <p:nvPr/>
        </p:nvSpPr>
        <p:spPr>
          <a:xfrm>
            <a:off x="8754599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3" name="data_6424">
            <a:extLst>
              <a:ext uri="{FF2B5EF4-FFF2-40B4-BE49-F238E27FC236}">
                <a16:creationId xmlns:a16="http://schemas.microsoft.com/office/drawing/2014/main" id="{55B40E12-7ED4-4ACC-BFFF-26DCC362D173}"/>
              </a:ext>
            </a:extLst>
          </p:cNvPr>
          <p:cNvSpPr>
            <a:spLocks/>
          </p:cNvSpPr>
          <p:nvPr/>
        </p:nvSpPr>
        <p:spPr>
          <a:xfrm>
            <a:off x="8809008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4" name="data_6425">
            <a:extLst>
              <a:ext uri="{FF2B5EF4-FFF2-40B4-BE49-F238E27FC236}">
                <a16:creationId xmlns:a16="http://schemas.microsoft.com/office/drawing/2014/main" id="{0A5F1319-C5D4-4AF1-94A2-B77FC684D767}"/>
              </a:ext>
            </a:extLst>
          </p:cNvPr>
          <p:cNvSpPr>
            <a:spLocks/>
          </p:cNvSpPr>
          <p:nvPr/>
        </p:nvSpPr>
        <p:spPr>
          <a:xfrm>
            <a:off x="8756242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5" name="data_6426">
            <a:extLst>
              <a:ext uri="{FF2B5EF4-FFF2-40B4-BE49-F238E27FC236}">
                <a16:creationId xmlns:a16="http://schemas.microsoft.com/office/drawing/2014/main" id="{3EE6BCBC-879C-4F61-B686-ECEC4F434AE1}"/>
              </a:ext>
            </a:extLst>
          </p:cNvPr>
          <p:cNvSpPr>
            <a:spLocks/>
          </p:cNvSpPr>
          <p:nvPr/>
        </p:nvSpPr>
        <p:spPr>
          <a:xfrm>
            <a:off x="873794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6" name="data_6427">
            <a:extLst>
              <a:ext uri="{FF2B5EF4-FFF2-40B4-BE49-F238E27FC236}">
                <a16:creationId xmlns:a16="http://schemas.microsoft.com/office/drawing/2014/main" id="{78AD8BF6-B404-4A2C-A3E5-01AC30E4E3B1}"/>
              </a:ext>
            </a:extLst>
          </p:cNvPr>
          <p:cNvSpPr>
            <a:spLocks/>
          </p:cNvSpPr>
          <p:nvPr/>
        </p:nvSpPr>
        <p:spPr>
          <a:xfrm>
            <a:off x="879623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7" name="data_6428">
            <a:extLst>
              <a:ext uri="{FF2B5EF4-FFF2-40B4-BE49-F238E27FC236}">
                <a16:creationId xmlns:a16="http://schemas.microsoft.com/office/drawing/2014/main" id="{BEFBC0E0-9844-4A05-A137-AB1C540F1498}"/>
              </a:ext>
            </a:extLst>
          </p:cNvPr>
          <p:cNvSpPr>
            <a:spLocks/>
          </p:cNvSpPr>
          <p:nvPr/>
        </p:nvSpPr>
        <p:spPr>
          <a:xfrm>
            <a:off x="8800929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8" name="data_6429">
            <a:extLst>
              <a:ext uri="{FF2B5EF4-FFF2-40B4-BE49-F238E27FC236}">
                <a16:creationId xmlns:a16="http://schemas.microsoft.com/office/drawing/2014/main" id="{B8B0EA79-86BD-409F-8995-6C566EDD8BDD}"/>
              </a:ext>
            </a:extLst>
          </p:cNvPr>
          <p:cNvSpPr>
            <a:spLocks/>
          </p:cNvSpPr>
          <p:nvPr/>
        </p:nvSpPr>
        <p:spPr>
          <a:xfrm>
            <a:off x="879221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9" name="data_6430">
            <a:extLst>
              <a:ext uri="{FF2B5EF4-FFF2-40B4-BE49-F238E27FC236}">
                <a16:creationId xmlns:a16="http://schemas.microsoft.com/office/drawing/2014/main" id="{21715059-08DE-4D68-A3C1-C1B54643E830}"/>
              </a:ext>
            </a:extLst>
          </p:cNvPr>
          <p:cNvSpPr>
            <a:spLocks/>
          </p:cNvSpPr>
          <p:nvPr/>
        </p:nvSpPr>
        <p:spPr>
          <a:xfrm>
            <a:off x="8768860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0" name="data_6431">
            <a:extLst>
              <a:ext uri="{FF2B5EF4-FFF2-40B4-BE49-F238E27FC236}">
                <a16:creationId xmlns:a16="http://schemas.microsoft.com/office/drawing/2014/main" id="{99427F2B-06E9-4D96-BCE6-BA6327FA6B5E}"/>
              </a:ext>
            </a:extLst>
          </p:cNvPr>
          <p:cNvSpPr>
            <a:spLocks/>
          </p:cNvSpPr>
          <p:nvPr/>
        </p:nvSpPr>
        <p:spPr>
          <a:xfrm>
            <a:off x="877475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1" name="data_6432">
            <a:extLst>
              <a:ext uri="{FF2B5EF4-FFF2-40B4-BE49-F238E27FC236}">
                <a16:creationId xmlns:a16="http://schemas.microsoft.com/office/drawing/2014/main" id="{61B642AC-AE79-4ACC-9493-CD4AEF81938F}"/>
              </a:ext>
            </a:extLst>
          </p:cNvPr>
          <p:cNvSpPr>
            <a:spLocks/>
          </p:cNvSpPr>
          <p:nvPr/>
        </p:nvSpPr>
        <p:spPr>
          <a:xfrm>
            <a:off x="8768671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2" name="data_6433">
            <a:extLst>
              <a:ext uri="{FF2B5EF4-FFF2-40B4-BE49-F238E27FC236}">
                <a16:creationId xmlns:a16="http://schemas.microsoft.com/office/drawing/2014/main" id="{77A93577-6753-4187-9641-225BAFB92222}"/>
              </a:ext>
            </a:extLst>
          </p:cNvPr>
          <p:cNvSpPr>
            <a:spLocks/>
          </p:cNvSpPr>
          <p:nvPr/>
        </p:nvSpPr>
        <p:spPr>
          <a:xfrm>
            <a:off x="881894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3" name="data_6434">
            <a:extLst>
              <a:ext uri="{FF2B5EF4-FFF2-40B4-BE49-F238E27FC236}">
                <a16:creationId xmlns:a16="http://schemas.microsoft.com/office/drawing/2014/main" id="{E3574CDE-BEDC-4392-AA26-F73110F28F71}"/>
              </a:ext>
            </a:extLst>
          </p:cNvPr>
          <p:cNvSpPr>
            <a:spLocks/>
          </p:cNvSpPr>
          <p:nvPr/>
        </p:nvSpPr>
        <p:spPr>
          <a:xfrm>
            <a:off x="8808557" y="25212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4" name="data_6435">
            <a:extLst>
              <a:ext uri="{FF2B5EF4-FFF2-40B4-BE49-F238E27FC236}">
                <a16:creationId xmlns:a16="http://schemas.microsoft.com/office/drawing/2014/main" id="{1E385ED9-7C48-4EDA-8419-B30E3A9BB85E}"/>
              </a:ext>
            </a:extLst>
          </p:cNvPr>
          <p:cNvSpPr>
            <a:spLocks/>
          </p:cNvSpPr>
          <p:nvPr/>
        </p:nvSpPr>
        <p:spPr>
          <a:xfrm>
            <a:off x="8765710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5" name="data_6436">
            <a:extLst>
              <a:ext uri="{FF2B5EF4-FFF2-40B4-BE49-F238E27FC236}">
                <a16:creationId xmlns:a16="http://schemas.microsoft.com/office/drawing/2014/main" id="{F3416810-FF20-4B8B-908B-E9A79937C792}"/>
              </a:ext>
            </a:extLst>
          </p:cNvPr>
          <p:cNvSpPr>
            <a:spLocks/>
          </p:cNvSpPr>
          <p:nvPr/>
        </p:nvSpPr>
        <p:spPr>
          <a:xfrm>
            <a:off x="8817060" y="22685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6" name="data_6437">
            <a:extLst>
              <a:ext uri="{FF2B5EF4-FFF2-40B4-BE49-F238E27FC236}">
                <a16:creationId xmlns:a16="http://schemas.microsoft.com/office/drawing/2014/main" id="{C830716A-BCF9-4E72-BD62-D2FAA4D594A8}"/>
              </a:ext>
            </a:extLst>
          </p:cNvPr>
          <p:cNvSpPr>
            <a:spLocks/>
          </p:cNvSpPr>
          <p:nvPr/>
        </p:nvSpPr>
        <p:spPr>
          <a:xfrm>
            <a:off x="879174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7" name="data_6438">
            <a:extLst>
              <a:ext uri="{FF2B5EF4-FFF2-40B4-BE49-F238E27FC236}">
                <a16:creationId xmlns:a16="http://schemas.microsoft.com/office/drawing/2014/main" id="{2622F4E0-9BD0-47E3-8FA3-A4465D9C2D34}"/>
              </a:ext>
            </a:extLst>
          </p:cNvPr>
          <p:cNvSpPr>
            <a:spLocks/>
          </p:cNvSpPr>
          <p:nvPr/>
        </p:nvSpPr>
        <p:spPr>
          <a:xfrm>
            <a:off x="8763314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8" name="data_6439">
            <a:extLst>
              <a:ext uri="{FF2B5EF4-FFF2-40B4-BE49-F238E27FC236}">
                <a16:creationId xmlns:a16="http://schemas.microsoft.com/office/drawing/2014/main" id="{29B5D919-587F-4E5C-A62F-429C01361C3F}"/>
              </a:ext>
            </a:extLst>
          </p:cNvPr>
          <p:cNvSpPr>
            <a:spLocks/>
          </p:cNvSpPr>
          <p:nvPr/>
        </p:nvSpPr>
        <p:spPr>
          <a:xfrm>
            <a:off x="880286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9" name="data_6440">
            <a:extLst>
              <a:ext uri="{FF2B5EF4-FFF2-40B4-BE49-F238E27FC236}">
                <a16:creationId xmlns:a16="http://schemas.microsoft.com/office/drawing/2014/main" id="{69421CFC-9689-4088-AA2B-3E75A44E0E22}"/>
              </a:ext>
            </a:extLst>
          </p:cNvPr>
          <p:cNvSpPr>
            <a:spLocks/>
          </p:cNvSpPr>
          <p:nvPr/>
        </p:nvSpPr>
        <p:spPr>
          <a:xfrm>
            <a:off x="8799941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0" name="data_6441">
            <a:extLst>
              <a:ext uri="{FF2B5EF4-FFF2-40B4-BE49-F238E27FC236}">
                <a16:creationId xmlns:a16="http://schemas.microsoft.com/office/drawing/2014/main" id="{EF96A09D-D421-4448-8312-8588136A9544}"/>
              </a:ext>
            </a:extLst>
          </p:cNvPr>
          <p:cNvSpPr>
            <a:spLocks/>
          </p:cNvSpPr>
          <p:nvPr/>
        </p:nvSpPr>
        <p:spPr>
          <a:xfrm>
            <a:off x="8795726" y="24959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1" name="data_6442">
            <a:extLst>
              <a:ext uri="{FF2B5EF4-FFF2-40B4-BE49-F238E27FC236}">
                <a16:creationId xmlns:a16="http://schemas.microsoft.com/office/drawing/2014/main" id="{36301982-923F-478B-AB49-265B73F85FAE}"/>
              </a:ext>
            </a:extLst>
          </p:cNvPr>
          <p:cNvSpPr>
            <a:spLocks/>
          </p:cNvSpPr>
          <p:nvPr/>
        </p:nvSpPr>
        <p:spPr>
          <a:xfrm>
            <a:off x="8788489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2" name="data_6443">
            <a:extLst>
              <a:ext uri="{FF2B5EF4-FFF2-40B4-BE49-F238E27FC236}">
                <a16:creationId xmlns:a16="http://schemas.microsoft.com/office/drawing/2014/main" id="{7EEB6E1A-EA19-44A0-B953-C5E5FA618843}"/>
              </a:ext>
            </a:extLst>
          </p:cNvPr>
          <p:cNvSpPr>
            <a:spLocks/>
          </p:cNvSpPr>
          <p:nvPr/>
        </p:nvSpPr>
        <p:spPr>
          <a:xfrm>
            <a:off x="876407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3" name="data_6444">
            <a:extLst>
              <a:ext uri="{FF2B5EF4-FFF2-40B4-BE49-F238E27FC236}">
                <a16:creationId xmlns:a16="http://schemas.microsoft.com/office/drawing/2014/main" id="{2415346C-DB89-4B6F-B289-AE35648D66F2}"/>
              </a:ext>
            </a:extLst>
          </p:cNvPr>
          <p:cNvSpPr>
            <a:spLocks/>
          </p:cNvSpPr>
          <p:nvPr/>
        </p:nvSpPr>
        <p:spPr>
          <a:xfrm>
            <a:off x="8809098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4" name="data_6445">
            <a:extLst>
              <a:ext uri="{FF2B5EF4-FFF2-40B4-BE49-F238E27FC236}">
                <a16:creationId xmlns:a16="http://schemas.microsoft.com/office/drawing/2014/main" id="{CDD539C1-E95D-4AA1-BAD1-FC14A1AFF3DE}"/>
              </a:ext>
            </a:extLst>
          </p:cNvPr>
          <p:cNvSpPr>
            <a:spLocks/>
          </p:cNvSpPr>
          <p:nvPr/>
        </p:nvSpPr>
        <p:spPr>
          <a:xfrm>
            <a:off x="8744979" y="31783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5" name="data_6446">
            <a:extLst>
              <a:ext uri="{FF2B5EF4-FFF2-40B4-BE49-F238E27FC236}">
                <a16:creationId xmlns:a16="http://schemas.microsoft.com/office/drawing/2014/main" id="{CAC49524-518C-4BE1-B645-D996C73BA928}"/>
              </a:ext>
            </a:extLst>
          </p:cNvPr>
          <p:cNvSpPr>
            <a:spLocks/>
          </p:cNvSpPr>
          <p:nvPr/>
        </p:nvSpPr>
        <p:spPr>
          <a:xfrm>
            <a:off x="8823435" y="30267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6" name="data_6447">
            <a:extLst>
              <a:ext uri="{FF2B5EF4-FFF2-40B4-BE49-F238E27FC236}">
                <a16:creationId xmlns:a16="http://schemas.microsoft.com/office/drawing/2014/main" id="{22588A8E-A3B3-4314-96C3-E20865A96843}"/>
              </a:ext>
            </a:extLst>
          </p:cNvPr>
          <p:cNvSpPr>
            <a:spLocks/>
          </p:cNvSpPr>
          <p:nvPr/>
        </p:nvSpPr>
        <p:spPr>
          <a:xfrm>
            <a:off x="8752444" y="2905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7" name="data_6448">
            <a:extLst>
              <a:ext uri="{FF2B5EF4-FFF2-40B4-BE49-F238E27FC236}">
                <a16:creationId xmlns:a16="http://schemas.microsoft.com/office/drawing/2014/main" id="{D4737D78-7CAF-471C-98DF-803CE035A5CD}"/>
              </a:ext>
            </a:extLst>
          </p:cNvPr>
          <p:cNvSpPr>
            <a:spLocks/>
          </p:cNvSpPr>
          <p:nvPr/>
        </p:nvSpPr>
        <p:spPr>
          <a:xfrm>
            <a:off x="8721426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8" name="data_6449">
            <a:extLst>
              <a:ext uri="{FF2B5EF4-FFF2-40B4-BE49-F238E27FC236}">
                <a16:creationId xmlns:a16="http://schemas.microsoft.com/office/drawing/2014/main" id="{18F86E43-46F2-459A-A32E-07FBF6ED57A5}"/>
              </a:ext>
            </a:extLst>
          </p:cNvPr>
          <p:cNvSpPr>
            <a:spLocks/>
          </p:cNvSpPr>
          <p:nvPr/>
        </p:nvSpPr>
        <p:spPr>
          <a:xfrm>
            <a:off x="8761863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9" name="data_6450">
            <a:extLst>
              <a:ext uri="{FF2B5EF4-FFF2-40B4-BE49-F238E27FC236}">
                <a16:creationId xmlns:a16="http://schemas.microsoft.com/office/drawing/2014/main" id="{35788522-8E9F-4B3C-99CB-2F95407295E0}"/>
              </a:ext>
            </a:extLst>
          </p:cNvPr>
          <p:cNvSpPr>
            <a:spLocks/>
          </p:cNvSpPr>
          <p:nvPr/>
        </p:nvSpPr>
        <p:spPr>
          <a:xfrm>
            <a:off x="8813417" y="24201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0" name="data_6451">
            <a:extLst>
              <a:ext uri="{FF2B5EF4-FFF2-40B4-BE49-F238E27FC236}">
                <a16:creationId xmlns:a16="http://schemas.microsoft.com/office/drawing/2014/main" id="{3CC30B4C-F2E2-42D5-936A-071DA970D2F5}"/>
              </a:ext>
            </a:extLst>
          </p:cNvPr>
          <p:cNvSpPr>
            <a:spLocks/>
          </p:cNvSpPr>
          <p:nvPr/>
        </p:nvSpPr>
        <p:spPr>
          <a:xfrm>
            <a:off x="8756640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1" name="data_6452">
            <a:extLst>
              <a:ext uri="{FF2B5EF4-FFF2-40B4-BE49-F238E27FC236}">
                <a16:creationId xmlns:a16="http://schemas.microsoft.com/office/drawing/2014/main" id="{0B221DC2-87B5-402A-A3E9-1F47DAF7FA1F}"/>
              </a:ext>
            </a:extLst>
          </p:cNvPr>
          <p:cNvSpPr>
            <a:spLocks/>
          </p:cNvSpPr>
          <p:nvPr/>
        </p:nvSpPr>
        <p:spPr>
          <a:xfrm>
            <a:off x="8752432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2" name="data_6453">
            <a:extLst>
              <a:ext uri="{FF2B5EF4-FFF2-40B4-BE49-F238E27FC236}">
                <a16:creationId xmlns:a16="http://schemas.microsoft.com/office/drawing/2014/main" id="{3EC2E4A1-E311-4B8C-9D0D-ABECF780E469}"/>
              </a:ext>
            </a:extLst>
          </p:cNvPr>
          <p:cNvSpPr>
            <a:spLocks/>
          </p:cNvSpPr>
          <p:nvPr/>
        </p:nvSpPr>
        <p:spPr>
          <a:xfrm>
            <a:off x="8748162" y="2853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3" name="data_6454">
            <a:extLst>
              <a:ext uri="{FF2B5EF4-FFF2-40B4-BE49-F238E27FC236}">
                <a16:creationId xmlns:a16="http://schemas.microsoft.com/office/drawing/2014/main" id="{B1C6E262-DF1E-4D19-B1E6-22FC57A0BFA0}"/>
              </a:ext>
            </a:extLst>
          </p:cNvPr>
          <p:cNvSpPr>
            <a:spLocks/>
          </p:cNvSpPr>
          <p:nvPr/>
        </p:nvSpPr>
        <p:spPr>
          <a:xfrm>
            <a:off x="8763889" y="2073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4" name="data_6455">
            <a:extLst>
              <a:ext uri="{FF2B5EF4-FFF2-40B4-BE49-F238E27FC236}">
                <a16:creationId xmlns:a16="http://schemas.microsoft.com/office/drawing/2014/main" id="{35B79A11-1F03-4B88-9C6F-EFC1D1B4ECEC}"/>
              </a:ext>
            </a:extLst>
          </p:cNvPr>
          <p:cNvSpPr>
            <a:spLocks/>
          </p:cNvSpPr>
          <p:nvPr/>
        </p:nvSpPr>
        <p:spPr>
          <a:xfrm>
            <a:off x="879397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5" name="data_6456">
            <a:extLst>
              <a:ext uri="{FF2B5EF4-FFF2-40B4-BE49-F238E27FC236}">
                <a16:creationId xmlns:a16="http://schemas.microsoft.com/office/drawing/2014/main" id="{8D54BA32-04E3-4F53-AA46-4892DE21E594}"/>
              </a:ext>
            </a:extLst>
          </p:cNvPr>
          <p:cNvSpPr>
            <a:spLocks/>
          </p:cNvSpPr>
          <p:nvPr/>
        </p:nvSpPr>
        <p:spPr>
          <a:xfrm>
            <a:off x="8776095" y="27548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6" name="data_6457">
            <a:extLst>
              <a:ext uri="{FF2B5EF4-FFF2-40B4-BE49-F238E27FC236}">
                <a16:creationId xmlns:a16="http://schemas.microsoft.com/office/drawing/2014/main" id="{1013B669-3652-4DEF-ABC7-C247D5ED3E6B}"/>
              </a:ext>
            </a:extLst>
          </p:cNvPr>
          <p:cNvSpPr>
            <a:spLocks/>
          </p:cNvSpPr>
          <p:nvPr/>
        </p:nvSpPr>
        <p:spPr>
          <a:xfrm>
            <a:off x="8758062" y="3269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7" name="data_6458">
            <a:extLst>
              <a:ext uri="{FF2B5EF4-FFF2-40B4-BE49-F238E27FC236}">
                <a16:creationId xmlns:a16="http://schemas.microsoft.com/office/drawing/2014/main" id="{BB739909-68A2-4D90-95FF-64605D6BE4B5}"/>
              </a:ext>
            </a:extLst>
          </p:cNvPr>
          <p:cNvSpPr>
            <a:spLocks/>
          </p:cNvSpPr>
          <p:nvPr/>
        </p:nvSpPr>
        <p:spPr>
          <a:xfrm>
            <a:off x="878170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8" name="data_6459">
            <a:extLst>
              <a:ext uri="{FF2B5EF4-FFF2-40B4-BE49-F238E27FC236}">
                <a16:creationId xmlns:a16="http://schemas.microsoft.com/office/drawing/2014/main" id="{E59E261D-A503-4C89-B352-5F6505ADA45A}"/>
              </a:ext>
            </a:extLst>
          </p:cNvPr>
          <p:cNvSpPr>
            <a:spLocks/>
          </p:cNvSpPr>
          <p:nvPr/>
        </p:nvSpPr>
        <p:spPr>
          <a:xfrm>
            <a:off x="872515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9" name="data_6460">
            <a:extLst>
              <a:ext uri="{FF2B5EF4-FFF2-40B4-BE49-F238E27FC236}">
                <a16:creationId xmlns:a16="http://schemas.microsoft.com/office/drawing/2014/main" id="{ADBC9185-C284-4DED-AEC7-950A5D5D13B5}"/>
              </a:ext>
            </a:extLst>
          </p:cNvPr>
          <p:cNvSpPr>
            <a:spLocks/>
          </p:cNvSpPr>
          <p:nvPr/>
        </p:nvSpPr>
        <p:spPr>
          <a:xfrm>
            <a:off x="8808245" y="33300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0" name="data_6461">
            <a:extLst>
              <a:ext uri="{FF2B5EF4-FFF2-40B4-BE49-F238E27FC236}">
                <a16:creationId xmlns:a16="http://schemas.microsoft.com/office/drawing/2014/main" id="{02883434-5A75-4F85-B570-65D448536B42}"/>
              </a:ext>
            </a:extLst>
          </p:cNvPr>
          <p:cNvSpPr>
            <a:spLocks/>
          </p:cNvSpPr>
          <p:nvPr/>
        </p:nvSpPr>
        <p:spPr>
          <a:xfrm>
            <a:off x="8781437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1" name="data_6462">
            <a:extLst>
              <a:ext uri="{FF2B5EF4-FFF2-40B4-BE49-F238E27FC236}">
                <a16:creationId xmlns:a16="http://schemas.microsoft.com/office/drawing/2014/main" id="{6E9ED588-D5ED-4C93-A5CA-9B5E9A65BBA0}"/>
              </a:ext>
            </a:extLst>
          </p:cNvPr>
          <p:cNvSpPr>
            <a:spLocks/>
          </p:cNvSpPr>
          <p:nvPr/>
        </p:nvSpPr>
        <p:spPr>
          <a:xfrm>
            <a:off x="8800694" y="18135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2" name="data_6463">
            <a:extLst>
              <a:ext uri="{FF2B5EF4-FFF2-40B4-BE49-F238E27FC236}">
                <a16:creationId xmlns:a16="http://schemas.microsoft.com/office/drawing/2014/main" id="{11173B67-6EE8-4755-BF62-610B066E7FB7}"/>
              </a:ext>
            </a:extLst>
          </p:cNvPr>
          <p:cNvSpPr>
            <a:spLocks/>
          </p:cNvSpPr>
          <p:nvPr/>
        </p:nvSpPr>
        <p:spPr>
          <a:xfrm>
            <a:off x="8777437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3" name="data_6464">
            <a:extLst>
              <a:ext uri="{FF2B5EF4-FFF2-40B4-BE49-F238E27FC236}">
                <a16:creationId xmlns:a16="http://schemas.microsoft.com/office/drawing/2014/main" id="{2FF561B9-E432-44B1-81BD-081DD89C2A43}"/>
              </a:ext>
            </a:extLst>
          </p:cNvPr>
          <p:cNvSpPr>
            <a:spLocks/>
          </p:cNvSpPr>
          <p:nvPr/>
        </p:nvSpPr>
        <p:spPr>
          <a:xfrm>
            <a:off x="8778821" y="3570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4" name="data_6465">
            <a:extLst>
              <a:ext uri="{FF2B5EF4-FFF2-40B4-BE49-F238E27FC236}">
                <a16:creationId xmlns:a16="http://schemas.microsoft.com/office/drawing/2014/main" id="{1252AED5-435B-468D-91AC-3BF0342C17CB}"/>
              </a:ext>
            </a:extLst>
          </p:cNvPr>
          <p:cNvSpPr>
            <a:spLocks/>
          </p:cNvSpPr>
          <p:nvPr/>
        </p:nvSpPr>
        <p:spPr>
          <a:xfrm>
            <a:off x="8795072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5" name="data_6466">
            <a:extLst>
              <a:ext uri="{FF2B5EF4-FFF2-40B4-BE49-F238E27FC236}">
                <a16:creationId xmlns:a16="http://schemas.microsoft.com/office/drawing/2014/main" id="{5C808547-B1B4-4F0D-B4AC-58AF098DC2DF}"/>
              </a:ext>
            </a:extLst>
          </p:cNvPr>
          <p:cNvSpPr>
            <a:spLocks/>
          </p:cNvSpPr>
          <p:nvPr/>
        </p:nvSpPr>
        <p:spPr>
          <a:xfrm>
            <a:off x="8773036" y="363329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6" name="data_6467">
            <a:extLst>
              <a:ext uri="{FF2B5EF4-FFF2-40B4-BE49-F238E27FC236}">
                <a16:creationId xmlns:a16="http://schemas.microsoft.com/office/drawing/2014/main" id="{34505240-919A-4E1B-92F0-3AD19CF5A31A}"/>
              </a:ext>
            </a:extLst>
          </p:cNvPr>
          <p:cNvSpPr>
            <a:spLocks/>
          </p:cNvSpPr>
          <p:nvPr/>
        </p:nvSpPr>
        <p:spPr>
          <a:xfrm>
            <a:off x="896785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7" name="data_6468">
            <a:extLst>
              <a:ext uri="{FF2B5EF4-FFF2-40B4-BE49-F238E27FC236}">
                <a16:creationId xmlns:a16="http://schemas.microsoft.com/office/drawing/2014/main" id="{ADBEDF3C-4883-461E-BA7F-FCCA3D95D4F9}"/>
              </a:ext>
            </a:extLst>
          </p:cNvPr>
          <p:cNvSpPr>
            <a:spLocks/>
          </p:cNvSpPr>
          <p:nvPr/>
        </p:nvSpPr>
        <p:spPr>
          <a:xfrm>
            <a:off x="899729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8" name="data_6469">
            <a:extLst>
              <a:ext uri="{FF2B5EF4-FFF2-40B4-BE49-F238E27FC236}">
                <a16:creationId xmlns:a16="http://schemas.microsoft.com/office/drawing/2014/main" id="{7BE9FBDE-DA4C-4CBD-91B0-88D7F17388EC}"/>
              </a:ext>
            </a:extLst>
          </p:cNvPr>
          <p:cNvSpPr>
            <a:spLocks/>
          </p:cNvSpPr>
          <p:nvPr/>
        </p:nvSpPr>
        <p:spPr>
          <a:xfrm>
            <a:off x="896031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9" name="data_6470">
            <a:extLst>
              <a:ext uri="{FF2B5EF4-FFF2-40B4-BE49-F238E27FC236}">
                <a16:creationId xmlns:a16="http://schemas.microsoft.com/office/drawing/2014/main" id="{0AD9D6CA-ABF0-4F93-92DD-8283DD3D49F6}"/>
              </a:ext>
            </a:extLst>
          </p:cNvPr>
          <p:cNvSpPr>
            <a:spLocks/>
          </p:cNvSpPr>
          <p:nvPr/>
        </p:nvSpPr>
        <p:spPr>
          <a:xfrm>
            <a:off x="8946547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0" name="data_6471">
            <a:extLst>
              <a:ext uri="{FF2B5EF4-FFF2-40B4-BE49-F238E27FC236}">
                <a16:creationId xmlns:a16="http://schemas.microsoft.com/office/drawing/2014/main" id="{275F4FE2-F200-484F-B2B4-5450C270D2D8}"/>
              </a:ext>
            </a:extLst>
          </p:cNvPr>
          <p:cNvSpPr>
            <a:spLocks/>
          </p:cNvSpPr>
          <p:nvPr/>
        </p:nvSpPr>
        <p:spPr>
          <a:xfrm>
            <a:off x="8948737" y="25797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1" name="data_6472">
            <a:extLst>
              <a:ext uri="{FF2B5EF4-FFF2-40B4-BE49-F238E27FC236}">
                <a16:creationId xmlns:a16="http://schemas.microsoft.com/office/drawing/2014/main" id="{3BF8C021-4F26-43B1-A820-3ED1D4E70B40}"/>
              </a:ext>
            </a:extLst>
          </p:cNvPr>
          <p:cNvSpPr>
            <a:spLocks/>
          </p:cNvSpPr>
          <p:nvPr/>
        </p:nvSpPr>
        <p:spPr>
          <a:xfrm>
            <a:off x="897982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2" name="data_6473">
            <a:extLst>
              <a:ext uri="{FF2B5EF4-FFF2-40B4-BE49-F238E27FC236}">
                <a16:creationId xmlns:a16="http://schemas.microsoft.com/office/drawing/2014/main" id="{ECF1453E-43D0-4F92-99E5-D83157B102B7}"/>
              </a:ext>
            </a:extLst>
          </p:cNvPr>
          <p:cNvSpPr>
            <a:spLocks/>
          </p:cNvSpPr>
          <p:nvPr/>
        </p:nvSpPr>
        <p:spPr>
          <a:xfrm>
            <a:off x="898208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3" name="data_6474">
            <a:extLst>
              <a:ext uri="{FF2B5EF4-FFF2-40B4-BE49-F238E27FC236}">
                <a16:creationId xmlns:a16="http://schemas.microsoft.com/office/drawing/2014/main" id="{1504A363-ECC4-4A3A-A3DC-85BC76FE9470}"/>
              </a:ext>
            </a:extLst>
          </p:cNvPr>
          <p:cNvSpPr>
            <a:spLocks/>
          </p:cNvSpPr>
          <p:nvPr/>
        </p:nvSpPr>
        <p:spPr>
          <a:xfrm>
            <a:off x="904148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4" name="data_6475">
            <a:extLst>
              <a:ext uri="{FF2B5EF4-FFF2-40B4-BE49-F238E27FC236}">
                <a16:creationId xmlns:a16="http://schemas.microsoft.com/office/drawing/2014/main" id="{BA688FD3-C6FB-49FE-9568-05266A51932D}"/>
              </a:ext>
            </a:extLst>
          </p:cNvPr>
          <p:cNvSpPr>
            <a:spLocks/>
          </p:cNvSpPr>
          <p:nvPr/>
        </p:nvSpPr>
        <p:spPr>
          <a:xfrm>
            <a:off x="9041948" y="35119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5" name="data_6476">
            <a:extLst>
              <a:ext uri="{FF2B5EF4-FFF2-40B4-BE49-F238E27FC236}">
                <a16:creationId xmlns:a16="http://schemas.microsoft.com/office/drawing/2014/main" id="{E6623B75-A197-40EB-B4E9-A39FCDE210A5}"/>
              </a:ext>
            </a:extLst>
          </p:cNvPr>
          <p:cNvSpPr>
            <a:spLocks/>
          </p:cNvSpPr>
          <p:nvPr/>
        </p:nvSpPr>
        <p:spPr>
          <a:xfrm>
            <a:off x="899236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6" name="data_6477">
            <a:extLst>
              <a:ext uri="{FF2B5EF4-FFF2-40B4-BE49-F238E27FC236}">
                <a16:creationId xmlns:a16="http://schemas.microsoft.com/office/drawing/2014/main" id="{DB9560B7-58BC-4935-B815-AA52D18EC065}"/>
              </a:ext>
            </a:extLst>
          </p:cNvPr>
          <p:cNvSpPr>
            <a:spLocks/>
          </p:cNvSpPr>
          <p:nvPr/>
        </p:nvSpPr>
        <p:spPr>
          <a:xfrm>
            <a:off x="8941163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7" name="data_6478">
            <a:extLst>
              <a:ext uri="{FF2B5EF4-FFF2-40B4-BE49-F238E27FC236}">
                <a16:creationId xmlns:a16="http://schemas.microsoft.com/office/drawing/2014/main" id="{CD2CC216-1FB8-4B19-8D09-C0AD1374BCDD}"/>
              </a:ext>
            </a:extLst>
          </p:cNvPr>
          <p:cNvSpPr>
            <a:spLocks/>
          </p:cNvSpPr>
          <p:nvPr/>
        </p:nvSpPr>
        <p:spPr>
          <a:xfrm>
            <a:off x="897677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8" name="data_6479">
            <a:extLst>
              <a:ext uri="{FF2B5EF4-FFF2-40B4-BE49-F238E27FC236}">
                <a16:creationId xmlns:a16="http://schemas.microsoft.com/office/drawing/2014/main" id="{80E44316-0958-4F98-BCFB-1861518E1653}"/>
              </a:ext>
            </a:extLst>
          </p:cNvPr>
          <p:cNvSpPr>
            <a:spLocks/>
          </p:cNvSpPr>
          <p:nvPr/>
        </p:nvSpPr>
        <p:spPr>
          <a:xfrm>
            <a:off x="8989488" y="21775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9" name="data_6480">
            <a:extLst>
              <a:ext uri="{FF2B5EF4-FFF2-40B4-BE49-F238E27FC236}">
                <a16:creationId xmlns:a16="http://schemas.microsoft.com/office/drawing/2014/main" id="{50647C4B-9AB6-4168-B498-C810EC044910}"/>
              </a:ext>
            </a:extLst>
          </p:cNvPr>
          <p:cNvSpPr>
            <a:spLocks/>
          </p:cNvSpPr>
          <p:nvPr/>
        </p:nvSpPr>
        <p:spPr>
          <a:xfrm>
            <a:off x="9008672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0" name="data_6481">
            <a:extLst>
              <a:ext uri="{FF2B5EF4-FFF2-40B4-BE49-F238E27FC236}">
                <a16:creationId xmlns:a16="http://schemas.microsoft.com/office/drawing/2014/main" id="{30FEE2AF-AA1C-420F-B8E2-DF1D69C574A2}"/>
              </a:ext>
            </a:extLst>
          </p:cNvPr>
          <p:cNvSpPr>
            <a:spLocks/>
          </p:cNvSpPr>
          <p:nvPr/>
        </p:nvSpPr>
        <p:spPr>
          <a:xfrm>
            <a:off x="8938131" y="33300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1" name="data_6482">
            <a:extLst>
              <a:ext uri="{FF2B5EF4-FFF2-40B4-BE49-F238E27FC236}">
                <a16:creationId xmlns:a16="http://schemas.microsoft.com/office/drawing/2014/main" id="{756C7B90-30A0-42D7-A111-1340ECAD521D}"/>
              </a:ext>
            </a:extLst>
          </p:cNvPr>
          <p:cNvSpPr>
            <a:spLocks/>
          </p:cNvSpPr>
          <p:nvPr/>
        </p:nvSpPr>
        <p:spPr>
          <a:xfrm>
            <a:off x="902716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2" name="data_6483">
            <a:extLst>
              <a:ext uri="{FF2B5EF4-FFF2-40B4-BE49-F238E27FC236}">
                <a16:creationId xmlns:a16="http://schemas.microsoft.com/office/drawing/2014/main" id="{DA771A18-CA01-40A7-9006-98202B436537}"/>
              </a:ext>
            </a:extLst>
          </p:cNvPr>
          <p:cNvSpPr>
            <a:spLocks/>
          </p:cNvSpPr>
          <p:nvPr/>
        </p:nvSpPr>
        <p:spPr>
          <a:xfrm>
            <a:off x="896411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3" name="data_6484">
            <a:extLst>
              <a:ext uri="{FF2B5EF4-FFF2-40B4-BE49-F238E27FC236}">
                <a16:creationId xmlns:a16="http://schemas.microsoft.com/office/drawing/2014/main" id="{09427472-E8F6-43DE-AC7F-3CA95CB6671E}"/>
              </a:ext>
            </a:extLst>
          </p:cNvPr>
          <p:cNvSpPr>
            <a:spLocks/>
          </p:cNvSpPr>
          <p:nvPr/>
        </p:nvSpPr>
        <p:spPr>
          <a:xfrm>
            <a:off x="895406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4" name="data_6485">
            <a:extLst>
              <a:ext uri="{FF2B5EF4-FFF2-40B4-BE49-F238E27FC236}">
                <a16:creationId xmlns:a16="http://schemas.microsoft.com/office/drawing/2014/main" id="{F1C704D4-1214-4A1B-B881-108307859FB6}"/>
              </a:ext>
            </a:extLst>
          </p:cNvPr>
          <p:cNvSpPr>
            <a:spLocks/>
          </p:cNvSpPr>
          <p:nvPr/>
        </p:nvSpPr>
        <p:spPr>
          <a:xfrm>
            <a:off x="899142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5" name="data_6486">
            <a:extLst>
              <a:ext uri="{FF2B5EF4-FFF2-40B4-BE49-F238E27FC236}">
                <a16:creationId xmlns:a16="http://schemas.microsoft.com/office/drawing/2014/main" id="{8E8F15D5-D2F8-43E6-B9E2-0E25B77648D5}"/>
              </a:ext>
            </a:extLst>
          </p:cNvPr>
          <p:cNvSpPr>
            <a:spLocks/>
          </p:cNvSpPr>
          <p:nvPr/>
        </p:nvSpPr>
        <p:spPr>
          <a:xfrm>
            <a:off x="9001726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6" name="data_6487">
            <a:extLst>
              <a:ext uri="{FF2B5EF4-FFF2-40B4-BE49-F238E27FC236}">
                <a16:creationId xmlns:a16="http://schemas.microsoft.com/office/drawing/2014/main" id="{2E21884A-E8AB-4828-9A62-FBF083835F59}"/>
              </a:ext>
            </a:extLst>
          </p:cNvPr>
          <p:cNvSpPr>
            <a:spLocks/>
          </p:cNvSpPr>
          <p:nvPr/>
        </p:nvSpPr>
        <p:spPr>
          <a:xfrm>
            <a:off x="8939122" y="33300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7" name="data_6488">
            <a:extLst>
              <a:ext uri="{FF2B5EF4-FFF2-40B4-BE49-F238E27FC236}">
                <a16:creationId xmlns:a16="http://schemas.microsoft.com/office/drawing/2014/main" id="{8E635162-1480-43DA-951A-1BA2F6C123F3}"/>
              </a:ext>
            </a:extLst>
          </p:cNvPr>
          <p:cNvSpPr>
            <a:spLocks/>
          </p:cNvSpPr>
          <p:nvPr/>
        </p:nvSpPr>
        <p:spPr>
          <a:xfrm>
            <a:off x="901505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8" name="data_6489">
            <a:extLst>
              <a:ext uri="{FF2B5EF4-FFF2-40B4-BE49-F238E27FC236}">
                <a16:creationId xmlns:a16="http://schemas.microsoft.com/office/drawing/2014/main" id="{C84DF8EE-EA11-414F-B522-08AC98CDF0BA}"/>
              </a:ext>
            </a:extLst>
          </p:cNvPr>
          <p:cNvSpPr>
            <a:spLocks/>
          </p:cNvSpPr>
          <p:nvPr/>
        </p:nvSpPr>
        <p:spPr>
          <a:xfrm>
            <a:off x="8952384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9" name="data_6490">
            <a:extLst>
              <a:ext uri="{FF2B5EF4-FFF2-40B4-BE49-F238E27FC236}">
                <a16:creationId xmlns:a16="http://schemas.microsoft.com/office/drawing/2014/main" id="{0997606C-BB87-4854-A333-41EDE8FB4C54}"/>
              </a:ext>
            </a:extLst>
          </p:cNvPr>
          <p:cNvSpPr>
            <a:spLocks/>
          </p:cNvSpPr>
          <p:nvPr/>
        </p:nvSpPr>
        <p:spPr>
          <a:xfrm>
            <a:off x="9002539" y="24959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0" name="data_6491">
            <a:extLst>
              <a:ext uri="{FF2B5EF4-FFF2-40B4-BE49-F238E27FC236}">
                <a16:creationId xmlns:a16="http://schemas.microsoft.com/office/drawing/2014/main" id="{EDE35ECC-750A-490F-8364-7580DF072168}"/>
              </a:ext>
            </a:extLst>
          </p:cNvPr>
          <p:cNvSpPr>
            <a:spLocks/>
          </p:cNvSpPr>
          <p:nvPr/>
        </p:nvSpPr>
        <p:spPr>
          <a:xfrm>
            <a:off x="8977772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1" name="data_6492">
            <a:extLst>
              <a:ext uri="{FF2B5EF4-FFF2-40B4-BE49-F238E27FC236}">
                <a16:creationId xmlns:a16="http://schemas.microsoft.com/office/drawing/2014/main" id="{71BDC746-8956-43ED-B90F-E0C184ECE8B7}"/>
              </a:ext>
            </a:extLst>
          </p:cNvPr>
          <p:cNvSpPr>
            <a:spLocks/>
          </p:cNvSpPr>
          <p:nvPr/>
        </p:nvSpPr>
        <p:spPr>
          <a:xfrm>
            <a:off x="900603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2" name="data_6493">
            <a:extLst>
              <a:ext uri="{FF2B5EF4-FFF2-40B4-BE49-F238E27FC236}">
                <a16:creationId xmlns:a16="http://schemas.microsoft.com/office/drawing/2014/main" id="{009486CD-5BEB-4D95-AFA3-9D94A644BA13}"/>
              </a:ext>
            </a:extLst>
          </p:cNvPr>
          <p:cNvSpPr>
            <a:spLocks/>
          </p:cNvSpPr>
          <p:nvPr/>
        </p:nvSpPr>
        <p:spPr>
          <a:xfrm>
            <a:off x="8943785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3" name="data_6494">
            <a:extLst>
              <a:ext uri="{FF2B5EF4-FFF2-40B4-BE49-F238E27FC236}">
                <a16:creationId xmlns:a16="http://schemas.microsoft.com/office/drawing/2014/main" id="{0C7F452E-BBD7-464B-8FF1-F3395E404657}"/>
              </a:ext>
            </a:extLst>
          </p:cNvPr>
          <p:cNvSpPr>
            <a:spLocks/>
          </p:cNvSpPr>
          <p:nvPr/>
        </p:nvSpPr>
        <p:spPr>
          <a:xfrm>
            <a:off x="8988187" y="31433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4" name="data_6495">
            <a:extLst>
              <a:ext uri="{FF2B5EF4-FFF2-40B4-BE49-F238E27FC236}">
                <a16:creationId xmlns:a16="http://schemas.microsoft.com/office/drawing/2014/main" id="{CCE31276-FFDC-45CD-BEE8-B6AC5A6DA73E}"/>
              </a:ext>
            </a:extLst>
          </p:cNvPr>
          <p:cNvSpPr>
            <a:spLocks/>
          </p:cNvSpPr>
          <p:nvPr/>
        </p:nvSpPr>
        <p:spPr>
          <a:xfrm>
            <a:off x="9008240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5" name="data_6496">
            <a:extLst>
              <a:ext uri="{FF2B5EF4-FFF2-40B4-BE49-F238E27FC236}">
                <a16:creationId xmlns:a16="http://schemas.microsoft.com/office/drawing/2014/main" id="{0FB7A8C1-D6BE-45A2-9BD9-6D6B7611B591}"/>
              </a:ext>
            </a:extLst>
          </p:cNvPr>
          <p:cNvSpPr>
            <a:spLocks/>
          </p:cNvSpPr>
          <p:nvPr/>
        </p:nvSpPr>
        <p:spPr>
          <a:xfrm>
            <a:off x="89549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6497">
            <a:extLst>
              <a:ext uri="{FF2B5EF4-FFF2-40B4-BE49-F238E27FC236}">
                <a16:creationId xmlns:a16="http://schemas.microsoft.com/office/drawing/2014/main" id="{E283EE4F-76AB-4F8E-BC53-6398BD0D2685}"/>
              </a:ext>
            </a:extLst>
          </p:cNvPr>
          <p:cNvSpPr>
            <a:spLocks/>
          </p:cNvSpPr>
          <p:nvPr/>
        </p:nvSpPr>
        <p:spPr>
          <a:xfrm>
            <a:off x="897356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6498">
            <a:extLst>
              <a:ext uri="{FF2B5EF4-FFF2-40B4-BE49-F238E27FC236}">
                <a16:creationId xmlns:a16="http://schemas.microsoft.com/office/drawing/2014/main" id="{F7AB2BD6-285A-4488-9B58-60FEFBCFD5E0}"/>
              </a:ext>
            </a:extLst>
          </p:cNvPr>
          <p:cNvSpPr>
            <a:spLocks/>
          </p:cNvSpPr>
          <p:nvPr/>
        </p:nvSpPr>
        <p:spPr>
          <a:xfrm>
            <a:off x="8964771" y="29334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6499">
            <a:extLst>
              <a:ext uri="{FF2B5EF4-FFF2-40B4-BE49-F238E27FC236}">
                <a16:creationId xmlns:a16="http://schemas.microsoft.com/office/drawing/2014/main" id="{99A5AB8C-DB98-4A6E-A490-254DA74DABA1}"/>
              </a:ext>
            </a:extLst>
          </p:cNvPr>
          <p:cNvSpPr>
            <a:spLocks/>
          </p:cNvSpPr>
          <p:nvPr/>
        </p:nvSpPr>
        <p:spPr>
          <a:xfrm>
            <a:off x="898460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6500">
            <a:extLst>
              <a:ext uri="{FF2B5EF4-FFF2-40B4-BE49-F238E27FC236}">
                <a16:creationId xmlns:a16="http://schemas.microsoft.com/office/drawing/2014/main" id="{9276B418-3DFB-4B13-B7B3-E668C99F27B6}"/>
              </a:ext>
            </a:extLst>
          </p:cNvPr>
          <p:cNvSpPr>
            <a:spLocks/>
          </p:cNvSpPr>
          <p:nvPr/>
        </p:nvSpPr>
        <p:spPr>
          <a:xfrm>
            <a:off x="894903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6501">
            <a:extLst>
              <a:ext uri="{FF2B5EF4-FFF2-40B4-BE49-F238E27FC236}">
                <a16:creationId xmlns:a16="http://schemas.microsoft.com/office/drawing/2014/main" id="{EFB1BCB8-3F29-4982-998C-CB0578236022}"/>
              </a:ext>
            </a:extLst>
          </p:cNvPr>
          <p:cNvSpPr>
            <a:spLocks/>
          </p:cNvSpPr>
          <p:nvPr/>
        </p:nvSpPr>
        <p:spPr>
          <a:xfrm>
            <a:off x="896897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6502">
            <a:extLst>
              <a:ext uri="{FF2B5EF4-FFF2-40B4-BE49-F238E27FC236}">
                <a16:creationId xmlns:a16="http://schemas.microsoft.com/office/drawing/2014/main" id="{19B21395-1CAC-49B4-BAF5-BB8813682239}"/>
              </a:ext>
            </a:extLst>
          </p:cNvPr>
          <p:cNvSpPr>
            <a:spLocks/>
          </p:cNvSpPr>
          <p:nvPr/>
        </p:nvSpPr>
        <p:spPr>
          <a:xfrm>
            <a:off x="902419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6503">
            <a:extLst>
              <a:ext uri="{FF2B5EF4-FFF2-40B4-BE49-F238E27FC236}">
                <a16:creationId xmlns:a16="http://schemas.microsoft.com/office/drawing/2014/main" id="{C1A9C2AB-4FB7-4293-BB0E-3F4E175C0A9C}"/>
              </a:ext>
            </a:extLst>
          </p:cNvPr>
          <p:cNvSpPr>
            <a:spLocks/>
          </p:cNvSpPr>
          <p:nvPr/>
        </p:nvSpPr>
        <p:spPr>
          <a:xfrm>
            <a:off x="904248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6504">
            <a:extLst>
              <a:ext uri="{FF2B5EF4-FFF2-40B4-BE49-F238E27FC236}">
                <a16:creationId xmlns:a16="http://schemas.microsoft.com/office/drawing/2014/main" id="{0A182AF5-C9A1-4E66-B23B-1EB6E3DF0C7D}"/>
              </a:ext>
            </a:extLst>
          </p:cNvPr>
          <p:cNvSpPr>
            <a:spLocks/>
          </p:cNvSpPr>
          <p:nvPr/>
        </p:nvSpPr>
        <p:spPr>
          <a:xfrm>
            <a:off x="903230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6505">
            <a:extLst>
              <a:ext uri="{FF2B5EF4-FFF2-40B4-BE49-F238E27FC236}">
                <a16:creationId xmlns:a16="http://schemas.microsoft.com/office/drawing/2014/main" id="{E9F69EB9-2440-4163-8139-8FBBC9B9279F}"/>
              </a:ext>
            </a:extLst>
          </p:cNvPr>
          <p:cNvSpPr>
            <a:spLocks/>
          </p:cNvSpPr>
          <p:nvPr/>
        </p:nvSpPr>
        <p:spPr>
          <a:xfrm>
            <a:off x="898526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6506">
            <a:extLst>
              <a:ext uri="{FF2B5EF4-FFF2-40B4-BE49-F238E27FC236}">
                <a16:creationId xmlns:a16="http://schemas.microsoft.com/office/drawing/2014/main" id="{C82ECE10-4429-48F1-B202-06841AAC6EAE}"/>
              </a:ext>
            </a:extLst>
          </p:cNvPr>
          <p:cNvSpPr>
            <a:spLocks/>
          </p:cNvSpPr>
          <p:nvPr/>
        </p:nvSpPr>
        <p:spPr>
          <a:xfrm>
            <a:off x="8990094" y="20410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6507">
            <a:extLst>
              <a:ext uri="{FF2B5EF4-FFF2-40B4-BE49-F238E27FC236}">
                <a16:creationId xmlns:a16="http://schemas.microsoft.com/office/drawing/2014/main" id="{BEAD5FC6-BC4D-4309-8B26-F294BB7501D4}"/>
              </a:ext>
            </a:extLst>
          </p:cNvPr>
          <p:cNvSpPr>
            <a:spLocks/>
          </p:cNvSpPr>
          <p:nvPr/>
        </p:nvSpPr>
        <p:spPr>
          <a:xfrm>
            <a:off x="901657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6508">
            <a:extLst>
              <a:ext uri="{FF2B5EF4-FFF2-40B4-BE49-F238E27FC236}">
                <a16:creationId xmlns:a16="http://schemas.microsoft.com/office/drawing/2014/main" id="{EF84CA46-0449-489A-A7AE-75A904227BDB}"/>
              </a:ext>
            </a:extLst>
          </p:cNvPr>
          <p:cNvSpPr>
            <a:spLocks/>
          </p:cNvSpPr>
          <p:nvPr/>
        </p:nvSpPr>
        <p:spPr>
          <a:xfrm>
            <a:off x="8999402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6509">
            <a:extLst>
              <a:ext uri="{FF2B5EF4-FFF2-40B4-BE49-F238E27FC236}">
                <a16:creationId xmlns:a16="http://schemas.microsoft.com/office/drawing/2014/main" id="{CC9F9AC8-50CE-4B6D-B5BA-9F975B075295}"/>
              </a:ext>
            </a:extLst>
          </p:cNvPr>
          <p:cNvSpPr>
            <a:spLocks/>
          </p:cNvSpPr>
          <p:nvPr/>
        </p:nvSpPr>
        <p:spPr>
          <a:xfrm>
            <a:off x="899810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6510">
            <a:extLst>
              <a:ext uri="{FF2B5EF4-FFF2-40B4-BE49-F238E27FC236}">
                <a16:creationId xmlns:a16="http://schemas.microsoft.com/office/drawing/2014/main" id="{41CB6D02-80E2-4072-A106-5BE1E4E55644}"/>
              </a:ext>
            </a:extLst>
          </p:cNvPr>
          <p:cNvSpPr>
            <a:spLocks/>
          </p:cNvSpPr>
          <p:nvPr/>
        </p:nvSpPr>
        <p:spPr>
          <a:xfrm>
            <a:off x="895500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6511">
            <a:extLst>
              <a:ext uri="{FF2B5EF4-FFF2-40B4-BE49-F238E27FC236}">
                <a16:creationId xmlns:a16="http://schemas.microsoft.com/office/drawing/2014/main" id="{951F6C41-FCDF-4700-97B0-63CF54E3E4D2}"/>
              </a:ext>
            </a:extLst>
          </p:cNvPr>
          <p:cNvSpPr>
            <a:spLocks/>
          </p:cNvSpPr>
          <p:nvPr/>
        </p:nvSpPr>
        <p:spPr>
          <a:xfrm>
            <a:off x="893882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6512">
            <a:extLst>
              <a:ext uri="{FF2B5EF4-FFF2-40B4-BE49-F238E27FC236}">
                <a16:creationId xmlns:a16="http://schemas.microsoft.com/office/drawing/2014/main" id="{17A2E3C0-CBED-4919-B0DA-4E16A9AC16E2}"/>
              </a:ext>
            </a:extLst>
          </p:cNvPr>
          <p:cNvSpPr>
            <a:spLocks/>
          </p:cNvSpPr>
          <p:nvPr/>
        </p:nvSpPr>
        <p:spPr>
          <a:xfrm>
            <a:off x="902805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6513">
            <a:extLst>
              <a:ext uri="{FF2B5EF4-FFF2-40B4-BE49-F238E27FC236}">
                <a16:creationId xmlns:a16="http://schemas.microsoft.com/office/drawing/2014/main" id="{50A263C5-BD80-461F-9AC3-4B1F1514D255}"/>
              </a:ext>
            </a:extLst>
          </p:cNvPr>
          <p:cNvSpPr>
            <a:spLocks/>
          </p:cNvSpPr>
          <p:nvPr/>
        </p:nvSpPr>
        <p:spPr>
          <a:xfrm>
            <a:off x="8940774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6514">
            <a:extLst>
              <a:ext uri="{FF2B5EF4-FFF2-40B4-BE49-F238E27FC236}">
                <a16:creationId xmlns:a16="http://schemas.microsoft.com/office/drawing/2014/main" id="{96D0E779-B172-404C-BA6C-79750B7A1D4B}"/>
              </a:ext>
            </a:extLst>
          </p:cNvPr>
          <p:cNvSpPr>
            <a:spLocks/>
          </p:cNvSpPr>
          <p:nvPr/>
        </p:nvSpPr>
        <p:spPr>
          <a:xfrm>
            <a:off x="898450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6515">
            <a:extLst>
              <a:ext uri="{FF2B5EF4-FFF2-40B4-BE49-F238E27FC236}">
                <a16:creationId xmlns:a16="http://schemas.microsoft.com/office/drawing/2014/main" id="{1ADB1D0E-90EC-4336-9905-F63309923054}"/>
              </a:ext>
            </a:extLst>
          </p:cNvPr>
          <p:cNvSpPr>
            <a:spLocks/>
          </p:cNvSpPr>
          <p:nvPr/>
        </p:nvSpPr>
        <p:spPr>
          <a:xfrm>
            <a:off x="897965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6516">
            <a:extLst>
              <a:ext uri="{FF2B5EF4-FFF2-40B4-BE49-F238E27FC236}">
                <a16:creationId xmlns:a16="http://schemas.microsoft.com/office/drawing/2014/main" id="{446BF788-300D-44A2-AF45-0C0DCE4E01C4}"/>
              </a:ext>
            </a:extLst>
          </p:cNvPr>
          <p:cNvSpPr>
            <a:spLocks/>
          </p:cNvSpPr>
          <p:nvPr/>
        </p:nvSpPr>
        <p:spPr>
          <a:xfrm>
            <a:off x="9017929" y="22685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6517">
            <a:extLst>
              <a:ext uri="{FF2B5EF4-FFF2-40B4-BE49-F238E27FC236}">
                <a16:creationId xmlns:a16="http://schemas.microsoft.com/office/drawing/2014/main" id="{3C85F57B-E16C-4045-90C3-D73CF868A529}"/>
              </a:ext>
            </a:extLst>
          </p:cNvPr>
          <p:cNvSpPr>
            <a:spLocks/>
          </p:cNvSpPr>
          <p:nvPr/>
        </p:nvSpPr>
        <p:spPr>
          <a:xfrm>
            <a:off x="902800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6518">
            <a:extLst>
              <a:ext uri="{FF2B5EF4-FFF2-40B4-BE49-F238E27FC236}">
                <a16:creationId xmlns:a16="http://schemas.microsoft.com/office/drawing/2014/main" id="{59449537-1709-40C2-A577-8634F98620A5}"/>
              </a:ext>
            </a:extLst>
          </p:cNvPr>
          <p:cNvSpPr>
            <a:spLocks/>
          </p:cNvSpPr>
          <p:nvPr/>
        </p:nvSpPr>
        <p:spPr>
          <a:xfrm>
            <a:off x="8957126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6519">
            <a:extLst>
              <a:ext uri="{FF2B5EF4-FFF2-40B4-BE49-F238E27FC236}">
                <a16:creationId xmlns:a16="http://schemas.microsoft.com/office/drawing/2014/main" id="{B7E1871B-B40F-4625-8E55-0FAD4D0848CE}"/>
              </a:ext>
            </a:extLst>
          </p:cNvPr>
          <p:cNvSpPr>
            <a:spLocks/>
          </p:cNvSpPr>
          <p:nvPr/>
        </p:nvSpPr>
        <p:spPr>
          <a:xfrm>
            <a:off x="894706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6520">
            <a:extLst>
              <a:ext uri="{FF2B5EF4-FFF2-40B4-BE49-F238E27FC236}">
                <a16:creationId xmlns:a16="http://schemas.microsoft.com/office/drawing/2014/main" id="{27DE9922-433A-4989-868E-520EEAEEABE6}"/>
              </a:ext>
            </a:extLst>
          </p:cNvPr>
          <p:cNvSpPr>
            <a:spLocks/>
          </p:cNvSpPr>
          <p:nvPr/>
        </p:nvSpPr>
        <p:spPr>
          <a:xfrm>
            <a:off x="8981110" y="29288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6521">
            <a:extLst>
              <a:ext uri="{FF2B5EF4-FFF2-40B4-BE49-F238E27FC236}">
                <a16:creationId xmlns:a16="http://schemas.microsoft.com/office/drawing/2014/main" id="{70EF51A6-0B74-4859-A98F-ED0A082D581B}"/>
              </a:ext>
            </a:extLst>
          </p:cNvPr>
          <p:cNvSpPr>
            <a:spLocks/>
          </p:cNvSpPr>
          <p:nvPr/>
        </p:nvSpPr>
        <p:spPr>
          <a:xfrm>
            <a:off x="9003315" y="28534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6522">
            <a:extLst>
              <a:ext uri="{FF2B5EF4-FFF2-40B4-BE49-F238E27FC236}">
                <a16:creationId xmlns:a16="http://schemas.microsoft.com/office/drawing/2014/main" id="{9D24EBA1-390F-48EC-AC79-E170B1FF4E65}"/>
              </a:ext>
            </a:extLst>
          </p:cNvPr>
          <p:cNvSpPr>
            <a:spLocks/>
          </p:cNvSpPr>
          <p:nvPr/>
        </p:nvSpPr>
        <p:spPr>
          <a:xfrm>
            <a:off x="8982356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6523">
            <a:extLst>
              <a:ext uri="{FF2B5EF4-FFF2-40B4-BE49-F238E27FC236}">
                <a16:creationId xmlns:a16="http://schemas.microsoft.com/office/drawing/2014/main" id="{0459C90F-10F8-41D6-BA4B-4C67004868D6}"/>
              </a:ext>
            </a:extLst>
          </p:cNvPr>
          <p:cNvSpPr>
            <a:spLocks/>
          </p:cNvSpPr>
          <p:nvPr/>
        </p:nvSpPr>
        <p:spPr>
          <a:xfrm>
            <a:off x="9035887" y="33733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6524">
            <a:extLst>
              <a:ext uri="{FF2B5EF4-FFF2-40B4-BE49-F238E27FC236}">
                <a16:creationId xmlns:a16="http://schemas.microsoft.com/office/drawing/2014/main" id="{453163A1-2541-46C0-A49A-B996BDD7488B}"/>
              </a:ext>
            </a:extLst>
          </p:cNvPr>
          <p:cNvSpPr>
            <a:spLocks/>
          </p:cNvSpPr>
          <p:nvPr/>
        </p:nvSpPr>
        <p:spPr>
          <a:xfrm>
            <a:off x="895399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6525">
            <a:extLst>
              <a:ext uri="{FF2B5EF4-FFF2-40B4-BE49-F238E27FC236}">
                <a16:creationId xmlns:a16="http://schemas.microsoft.com/office/drawing/2014/main" id="{6D06C13D-7358-425B-8F43-F9A4FDB24F84}"/>
              </a:ext>
            </a:extLst>
          </p:cNvPr>
          <p:cNvSpPr>
            <a:spLocks/>
          </p:cNvSpPr>
          <p:nvPr/>
        </p:nvSpPr>
        <p:spPr>
          <a:xfrm>
            <a:off x="8954532" y="3581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6526">
            <a:extLst>
              <a:ext uri="{FF2B5EF4-FFF2-40B4-BE49-F238E27FC236}">
                <a16:creationId xmlns:a16="http://schemas.microsoft.com/office/drawing/2014/main" id="{BD3283B8-9D28-43AE-9AF6-2213565586B0}"/>
              </a:ext>
            </a:extLst>
          </p:cNvPr>
          <p:cNvSpPr>
            <a:spLocks/>
          </p:cNvSpPr>
          <p:nvPr/>
        </p:nvSpPr>
        <p:spPr>
          <a:xfrm>
            <a:off x="9003903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6527">
            <a:extLst>
              <a:ext uri="{FF2B5EF4-FFF2-40B4-BE49-F238E27FC236}">
                <a16:creationId xmlns:a16="http://schemas.microsoft.com/office/drawing/2014/main" id="{E11F473D-1E29-4A34-8637-FF9CD7C915AA}"/>
              </a:ext>
            </a:extLst>
          </p:cNvPr>
          <p:cNvSpPr>
            <a:spLocks/>
          </p:cNvSpPr>
          <p:nvPr/>
        </p:nvSpPr>
        <p:spPr>
          <a:xfrm>
            <a:off x="9041542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6528">
            <a:extLst>
              <a:ext uri="{FF2B5EF4-FFF2-40B4-BE49-F238E27FC236}">
                <a16:creationId xmlns:a16="http://schemas.microsoft.com/office/drawing/2014/main" id="{2B7A8A08-1069-4824-841E-FBC14C2DD6BB}"/>
              </a:ext>
            </a:extLst>
          </p:cNvPr>
          <p:cNvSpPr>
            <a:spLocks/>
          </p:cNvSpPr>
          <p:nvPr/>
        </p:nvSpPr>
        <p:spPr>
          <a:xfrm>
            <a:off x="898903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6529">
            <a:extLst>
              <a:ext uri="{FF2B5EF4-FFF2-40B4-BE49-F238E27FC236}">
                <a16:creationId xmlns:a16="http://schemas.microsoft.com/office/drawing/2014/main" id="{13C7EE25-49FB-4AC6-94DE-41CBEF2B996E}"/>
              </a:ext>
            </a:extLst>
          </p:cNvPr>
          <p:cNvSpPr>
            <a:spLocks/>
          </p:cNvSpPr>
          <p:nvPr/>
        </p:nvSpPr>
        <p:spPr>
          <a:xfrm>
            <a:off x="900708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6530">
            <a:extLst>
              <a:ext uri="{FF2B5EF4-FFF2-40B4-BE49-F238E27FC236}">
                <a16:creationId xmlns:a16="http://schemas.microsoft.com/office/drawing/2014/main" id="{E3E1FD80-4D4A-493B-8C83-23EAE3139D53}"/>
              </a:ext>
            </a:extLst>
          </p:cNvPr>
          <p:cNvSpPr>
            <a:spLocks/>
          </p:cNvSpPr>
          <p:nvPr/>
        </p:nvSpPr>
        <p:spPr>
          <a:xfrm>
            <a:off x="901164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6531">
            <a:extLst>
              <a:ext uri="{FF2B5EF4-FFF2-40B4-BE49-F238E27FC236}">
                <a16:creationId xmlns:a16="http://schemas.microsoft.com/office/drawing/2014/main" id="{E9FA16C4-85CB-4BDB-855D-4E5B0564BF71}"/>
              </a:ext>
            </a:extLst>
          </p:cNvPr>
          <p:cNvSpPr>
            <a:spLocks/>
          </p:cNvSpPr>
          <p:nvPr/>
        </p:nvSpPr>
        <p:spPr>
          <a:xfrm>
            <a:off x="896225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6532">
            <a:extLst>
              <a:ext uri="{FF2B5EF4-FFF2-40B4-BE49-F238E27FC236}">
                <a16:creationId xmlns:a16="http://schemas.microsoft.com/office/drawing/2014/main" id="{6693930C-5874-4FA3-A4FD-E77A67BFC4EE}"/>
              </a:ext>
            </a:extLst>
          </p:cNvPr>
          <p:cNvSpPr>
            <a:spLocks/>
          </p:cNvSpPr>
          <p:nvPr/>
        </p:nvSpPr>
        <p:spPr>
          <a:xfrm>
            <a:off x="8989157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6533">
            <a:extLst>
              <a:ext uri="{FF2B5EF4-FFF2-40B4-BE49-F238E27FC236}">
                <a16:creationId xmlns:a16="http://schemas.microsoft.com/office/drawing/2014/main" id="{7059008A-6308-41C8-860C-E93F4E84DF74}"/>
              </a:ext>
            </a:extLst>
          </p:cNvPr>
          <p:cNvSpPr>
            <a:spLocks/>
          </p:cNvSpPr>
          <p:nvPr/>
        </p:nvSpPr>
        <p:spPr>
          <a:xfrm>
            <a:off x="9043291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6534">
            <a:extLst>
              <a:ext uri="{FF2B5EF4-FFF2-40B4-BE49-F238E27FC236}">
                <a16:creationId xmlns:a16="http://schemas.microsoft.com/office/drawing/2014/main" id="{C4828E85-66C6-489C-831E-0F5B8F4A6BFF}"/>
              </a:ext>
            </a:extLst>
          </p:cNvPr>
          <p:cNvSpPr>
            <a:spLocks/>
          </p:cNvSpPr>
          <p:nvPr/>
        </p:nvSpPr>
        <p:spPr>
          <a:xfrm>
            <a:off x="896794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6535">
            <a:extLst>
              <a:ext uri="{FF2B5EF4-FFF2-40B4-BE49-F238E27FC236}">
                <a16:creationId xmlns:a16="http://schemas.microsoft.com/office/drawing/2014/main" id="{2856F0D9-6F24-47DD-9ED0-675341056027}"/>
              </a:ext>
            </a:extLst>
          </p:cNvPr>
          <p:cNvSpPr>
            <a:spLocks/>
          </p:cNvSpPr>
          <p:nvPr/>
        </p:nvSpPr>
        <p:spPr>
          <a:xfrm>
            <a:off x="9006045" y="22035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6536">
            <a:extLst>
              <a:ext uri="{FF2B5EF4-FFF2-40B4-BE49-F238E27FC236}">
                <a16:creationId xmlns:a16="http://schemas.microsoft.com/office/drawing/2014/main" id="{EC3B4659-B15D-4378-98C7-FC90B1103395}"/>
              </a:ext>
            </a:extLst>
          </p:cNvPr>
          <p:cNvSpPr>
            <a:spLocks/>
          </p:cNvSpPr>
          <p:nvPr/>
        </p:nvSpPr>
        <p:spPr>
          <a:xfrm>
            <a:off x="893843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6537">
            <a:extLst>
              <a:ext uri="{FF2B5EF4-FFF2-40B4-BE49-F238E27FC236}">
                <a16:creationId xmlns:a16="http://schemas.microsoft.com/office/drawing/2014/main" id="{2191CB18-B1FF-47AC-83DE-373777A1866E}"/>
              </a:ext>
            </a:extLst>
          </p:cNvPr>
          <p:cNvSpPr>
            <a:spLocks/>
          </p:cNvSpPr>
          <p:nvPr/>
        </p:nvSpPr>
        <p:spPr>
          <a:xfrm>
            <a:off x="8977064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6538">
            <a:extLst>
              <a:ext uri="{FF2B5EF4-FFF2-40B4-BE49-F238E27FC236}">
                <a16:creationId xmlns:a16="http://schemas.microsoft.com/office/drawing/2014/main" id="{087DA381-CD7D-4137-9601-88BEAAC030E9}"/>
              </a:ext>
            </a:extLst>
          </p:cNvPr>
          <p:cNvSpPr>
            <a:spLocks/>
          </p:cNvSpPr>
          <p:nvPr/>
        </p:nvSpPr>
        <p:spPr>
          <a:xfrm>
            <a:off x="898886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6539">
            <a:extLst>
              <a:ext uri="{FF2B5EF4-FFF2-40B4-BE49-F238E27FC236}">
                <a16:creationId xmlns:a16="http://schemas.microsoft.com/office/drawing/2014/main" id="{E17F8E19-0A94-4864-8E3A-CF09C2E3A666}"/>
              </a:ext>
            </a:extLst>
          </p:cNvPr>
          <p:cNvSpPr>
            <a:spLocks/>
          </p:cNvSpPr>
          <p:nvPr/>
        </p:nvSpPr>
        <p:spPr>
          <a:xfrm>
            <a:off x="902155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6540">
            <a:extLst>
              <a:ext uri="{FF2B5EF4-FFF2-40B4-BE49-F238E27FC236}">
                <a16:creationId xmlns:a16="http://schemas.microsoft.com/office/drawing/2014/main" id="{913C0AEC-BD72-445B-B799-E71D90316317}"/>
              </a:ext>
            </a:extLst>
          </p:cNvPr>
          <p:cNvSpPr>
            <a:spLocks/>
          </p:cNvSpPr>
          <p:nvPr/>
        </p:nvSpPr>
        <p:spPr>
          <a:xfrm>
            <a:off x="8949884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6541">
            <a:extLst>
              <a:ext uri="{FF2B5EF4-FFF2-40B4-BE49-F238E27FC236}">
                <a16:creationId xmlns:a16="http://schemas.microsoft.com/office/drawing/2014/main" id="{A5374F73-BBB8-4A44-B689-5A8944D149FD}"/>
              </a:ext>
            </a:extLst>
          </p:cNvPr>
          <p:cNvSpPr>
            <a:spLocks/>
          </p:cNvSpPr>
          <p:nvPr/>
        </p:nvSpPr>
        <p:spPr>
          <a:xfrm>
            <a:off x="9018669" y="345132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6542">
            <a:extLst>
              <a:ext uri="{FF2B5EF4-FFF2-40B4-BE49-F238E27FC236}">
                <a16:creationId xmlns:a16="http://schemas.microsoft.com/office/drawing/2014/main" id="{F7299142-863C-4F07-B888-D8C9BF1147BF}"/>
              </a:ext>
            </a:extLst>
          </p:cNvPr>
          <p:cNvSpPr>
            <a:spLocks/>
          </p:cNvSpPr>
          <p:nvPr/>
        </p:nvSpPr>
        <p:spPr>
          <a:xfrm>
            <a:off x="900825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6543">
            <a:extLst>
              <a:ext uri="{FF2B5EF4-FFF2-40B4-BE49-F238E27FC236}">
                <a16:creationId xmlns:a16="http://schemas.microsoft.com/office/drawing/2014/main" id="{628D73F7-E9F7-4922-BDEC-9D2951F013E1}"/>
              </a:ext>
            </a:extLst>
          </p:cNvPr>
          <p:cNvSpPr>
            <a:spLocks/>
          </p:cNvSpPr>
          <p:nvPr/>
        </p:nvSpPr>
        <p:spPr>
          <a:xfrm>
            <a:off x="897836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6544">
            <a:extLst>
              <a:ext uri="{FF2B5EF4-FFF2-40B4-BE49-F238E27FC236}">
                <a16:creationId xmlns:a16="http://schemas.microsoft.com/office/drawing/2014/main" id="{2F911DB3-0B2B-4B85-B0A4-E41F27610048}"/>
              </a:ext>
            </a:extLst>
          </p:cNvPr>
          <p:cNvSpPr>
            <a:spLocks/>
          </p:cNvSpPr>
          <p:nvPr/>
        </p:nvSpPr>
        <p:spPr>
          <a:xfrm>
            <a:off x="8975900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6545">
            <a:extLst>
              <a:ext uri="{FF2B5EF4-FFF2-40B4-BE49-F238E27FC236}">
                <a16:creationId xmlns:a16="http://schemas.microsoft.com/office/drawing/2014/main" id="{17FB50BF-441C-449D-B25E-0F012EB2A3FF}"/>
              </a:ext>
            </a:extLst>
          </p:cNvPr>
          <p:cNvSpPr>
            <a:spLocks/>
          </p:cNvSpPr>
          <p:nvPr/>
        </p:nvSpPr>
        <p:spPr>
          <a:xfrm>
            <a:off x="895534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6546">
            <a:extLst>
              <a:ext uri="{FF2B5EF4-FFF2-40B4-BE49-F238E27FC236}">
                <a16:creationId xmlns:a16="http://schemas.microsoft.com/office/drawing/2014/main" id="{344D6AFB-8953-4364-A2A5-30F66FC41D5A}"/>
              </a:ext>
            </a:extLst>
          </p:cNvPr>
          <p:cNvSpPr>
            <a:spLocks/>
          </p:cNvSpPr>
          <p:nvPr/>
        </p:nvSpPr>
        <p:spPr>
          <a:xfrm>
            <a:off x="8949230" y="23190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6547">
            <a:extLst>
              <a:ext uri="{FF2B5EF4-FFF2-40B4-BE49-F238E27FC236}">
                <a16:creationId xmlns:a16="http://schemas.microsoft.com/office/drawing/2014/main" id="{A5BAA24D-F78B-4855-BA10-949B98002C57}"/>
              </a:ext>
            </a:extLst>
          </p:cNvPr>
          <p:cNvSpPr>
            <a:spLocks/>
          </p:cNvSpPr>
          <p:nvPr/>
        </p:nvSpPr>
        <p:spPr>
          <a:xfrm>
            <a:off x="9021198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6548">
            <a:extLst>
              <a:ext uri="{FF2B5EF4-FFF2-40B4-BE49-F238E27FC236}">
                <a16:creationId xmlns:a16="http://schemas.microsoft.com/office/drawing/2014/main" id="{A0384499-C5D7-4E8F-8343-71319BCFE370}"/>
              </a:ext>
            </a:extLst>
          </p:cNvPr>
          <p:cNvSpPr>
            <a:spLocks/>
          </p:cNvSpPr>
          <p:nvPr/>
        </p:nvSpPr>
        <p:spPr>
          <a:xfrm>
            <a:off x="8977583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6549">
            <a:extLst>
              <a:ext uri="{FF2B5EF4-FFF2-40B4-BE49-F238E27FC236}">
                <a16:creationId xmlns:a16="http://schemas.microsoft.com/office/drawing/2014/main" id="{8ED6250E-84FD-453A-93BC-CE751151FD7F}"/>
              </a:ext>
            </a:extLst>
          </p:cNvPr>
          <p:cNvSpPr>
            <a:spLocks/>
          </p:cNvSpPr>
          <p:nvPr/>
        </p:nvSpPr>
        <p:spPr>
          <a:xfrm>
            <a:off x="8946875" y="31133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6550">
            <a:extLst>
              <a:ext uri="{FF2B5EF4-FFF2-40B4-BE49-F238E27FC236}">
                <a16:creationId xmlns:a16="http://schemas.microsoft.com/office/drawing/2014/main" id="{E2C331C3-C3D7-48DD-AE65-544743777577}"/>
              </a:ext>
            </a:extLst>
          </p:cNvPr>
          <p:cNvSpPr>
            <a:spLocks/>
          </p:cNvSpPr>
          <p:nvPr/>
        </p:nvSpPr>
        <p:spPr>
          <a:xfrm>
            <a:off x="898409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6551">
            <a:extLst>
              <a:ext uri="{FF2B5EF4-FFF2-40B4-BE49-F238E27FC236}">
                <a16:creationId xmlns:a16="http://schemas.microsoft.com/office/drawing/2014/main" id="{71543041-1ADE-4BD8-9504-9CB10B386106}"/>
              </a:ext>
            </a:extLst>
          </p:cNvPr>
          <p:cNvSpPr>
            <a:spLocks/>
          </p:cNvSpPr>
          <p:nvPr/>
        </p:nvSpPr>
        <p:spPr>
          <a:xfrm>
            <a:off x="901600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6552">
            <a:extLst>
              <a:ext uri="{FF2B5EF4-FFF2-40B4-BE49-F238E27FC236}">
                <a16:creationId xmlns:a16="http://schemas.microsoft.com/office/drawing/2014/main" id="{F82236DD-CA36-42CD-A929-F8BBD845C388}"/>
              </a:ext>
            </a:extLst>
          </p:cNvPr>
          <p:cNvSpPr>
            <a:spLocks/>
          </p:cNvSpPr>
          <p:nvPr/>
        </p:nvSpPr>
        <p:spPr>
          <a:xfrm>
            <a:off x="899033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6553">
            <a:extLst>
              <a:ext uri="{FF2B5EF4-FFF2-40B4-BE49-F238E27FC236}">
                <a16:creationId xmlns:a16="http://schemas.microsoft.com/office/drawing/2014/main" id="{9FF84BDC-7251-48E2-AE75-A6461EE0163B}"/>
              </a:ext>
            </a:extLst>
          </p:cNvPr>
          <p:cNvSpPr>
            <a:spLocks/>
          </p:cNvSpPr>
          <p:nvPr/>
        </p:nvSpPr>
        <p:spPr>
          <a:xfrm>
            <a:off x="900407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6554">
            <a:extLst>
              <a:ext uri="{FF2B5EF4-FFF2-40B4-BE49-F238E27FC236}">
                <a16:creationId xmlns:a16="http://schemas.microsoft.com/office/drawing/2014/main" id="{0298453D-3F3D-413D-A510-9DFB6E5A5295}"/>
              </a:ext>
            </a:extLst>
          </p:cNvPr>
          <p:cNvSpPr>
            <a:spLocks/>
          </p:cNvSpPr>
          <p:nvPr/>
        </p:nvSpPr>
        <p:spPr>
          <a:xfrm>
            <a:off x="897654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6555">
            <a:extLst>
              <a:ext uri="{FF2B5EF4-FFF2-40B4-BE49-F238E27FC236}">
                <a16:creationId xmlns:a16="http://schemas.microsoft.com/office/drawing/2014/main" id="{13E9E9A2-B130-4C20-BBD2-7629B6FF0BF1}"/>
              </a:ext>
            </a:extLst>
          </p:cNvPr>
          <p:cNvSpPr>
            <a:spLocks/>
          </p:cNvSpPr>
          <p:nvPr/>
        </p:nvSpPr>
        <p:spPr>
          <a:xfrm>
            <a:off x="896594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6556">
            <a:extLst>
              <a:ext uri="{FF2B5EF4-FFF2-40B4-BE49-F238E27FC236}">
                <a16:creationId xmlns:a16="http://schemas.microsoft.com/office/drawing/2014/main" id="{5EFF5D4C-4F19-45C0-B162-47E321CD635E}"/>
              </a:ext>
            </a:extLst>
          </p:cNvPr>
          <p:cNvSpPr>
            <a:spLocks/>
          </p:cNvSpPr>
          <p:nvPr/>
        </p:nvSpPr>
        <p:spPr>
          <a:xfrm>
            <a:off x="8998103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6557">
            <a:extLst>
              <a:ext uri="{FF2B5EF4-FFF2-40B4-BE49-F238E27FC236}">
                <a16:creationId xmlns:a16="http://schemas.microsoft.com/office/drawing/2014/main" id="{9F7F43AC-DF12-4237-AC41-62B5ED308255}"/>
              </a:ext>
            </a:extLst>
          </p:cNvPr>
          <p:cNvSpPr>
            <a:spLocks/>
          </p:cNvSpPr>
          <p:nvPr/>
        </p:nvSpPr>
        <p:spPr>
          <a:xfrm>
            <a:off x="894336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6558">
            <a:extLst>
              <a:ext uri="{FF2B5EF4-FFF2-40B4-BE49-F238E27FC236}">
                <a16:creationId xmlns:a16="http://schemas.microsoft.com/office/drawing/2014/main" id="{E01B1894-10D9-4B5F-86A8-82303512E69D}"/>
              </a:ext>
            </a:extLst>
          </p:cNvPr>
          <p:cNvSpPr>
            <a:spLocks/>
          </p:cNvSpPr>
          <p:nvPr/>
        </p:nvSpPr>
        <p:spPr>
          <a:xfrm>
            <a:off x="8973368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6559">
            <a:extLst>
              <a:ext uri="{FF2B5EF4-FFF2-40B4-BE49-F238E27FC236}">
                <a16:creationId xmlns:a16="http://schemas.microsoft.com/office/drawing/2014/main" id="{721A8AD7-E444-4ADE-A867-A49613C55C37}"/>
              </a:ext>
            </a:extLst>
          </p:cNvPr>
          <p:cNvSpPr>
            <a:spLocks/>
          </p:cNvSpPr>
          <p:nvPr/>
        </p:nvSpPr>
        <p:spPr>
          <a:xfrm>
            <a:off x="900084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6560">
            <a:extLst>
              <a:ext uri="{FF2B5EF4-FFF2-40B4-BE49-F238E27FC236}">
                <a16:creationId xmlns:a16="http://schemas.microsoft.com/office/drawing/2014/main" id="{8E59CE4F-7F8D-41EE-AE5F-1D7EC46BC98C}"/>
              </a:ext>
            </a:extLst>
          </p:cNvPr>
          <p:cNvSpPr>
            <a:spLocks/>
          </p:cNvSpPr>
          <p:nvPr/>
        </p:nvSpPr>
        <p:spPr>
          <a:xfrm>
            <a:off x="901156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6561">
            <a:extLst>
              <a:ext uri="{FF2B5EF4-FFF2-40B4-BE49-F238E27FC236}">
                <a16:creationId xmlns:a16="http://schemas.microsoft.com/office/drawing/2014/main" id="{A4CCA9B9-7213-4307-9ED6-3F5C1925B3B0}"/>
              </a:ext>
            </a:extLst>
          </p:cNvPr>
          <p:cNvSpPr>
            <a:spLocks/>
          </p:cNvSpPr>
          <p:nvPr/>
        </p:nvSpPr>
        <p:spPr>
          <a:xfrm>
            <a:off x="901202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6562">
            <a:extLst>
              <a:ext uri="{FF2B5EF4-FFF2-40B4-BE49-F238E27FC236}">
                <a16:creationId xmlns:a16="http://schemas.microsoft.com/office/drawing/2014/main" id="{898FE94B-4692-400C-B8CB-38855A063880}"/>
              </a:ext>
            </a:extLst>
          </p:cNvPr>
          <p:cNvSpPr>
            <a:spLocks/>
          </p:cNvSpPr>
          <p:nvPr/>
        </p:nvSpPr>
        <p:spPr>
          <a:xfrm>
            <a:off x="902126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6563">
            <a:extLst>
              <a:ext uri="{FF2B5EF4-FFF2-40B4-BE49-F238E27FC236}">
                <a16:creationId xmlns:a16="http://schemas.microsoft.com/office/drawing/2014/main" id="{3758A622-B5F6-4231-89E7-0B98870F4661}"/>
              </a:ext>
            </a:extLst>
          </p:cNvPr>
          <p:cNvSpPr>
            <a:spLocks/>
          </p:cNvSpPr>
          <p:nvPr/>
        </p:nvSpPr>
        <p:spPr>
          <a:xfrm>
            <a:off x="896486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6564">
            <a:extLst>
              <a:ext uri="{FF2B5EF4-FFF2-40B4-BE49-F238E27FC236}">
                <a16:creationId xmlns:a16="http://schemas.microsoft.com/office/drawing/2014/main" id="{923A812C-70BD-4B8B-B1EE-DA96E1847518}"/>
              </a:ext>
            </a:extLst>
          </p:cNvPr>
          <p:cNvSpPr>
            <a:spLocks/>
          </p:cNvSpPr>
          <p:nvPr/>
        </p:nvSpPr>
        <p:spPr>
          <a:xfrm>
            <a:off x="9024485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6565">
            <a:extLst>
              <a:ext uri="{FF2B5EF4-FFF2-40B4-BE49-F238E27FC236}">
                <a16:creationId xmlns:a16="http://schemas.microsoft.com/office/drawing/2014/main" id="{9F1B0331-AED1-4DC0-B29C-975D9E152796}"/>
              </a:ext>
            </a:extLst>
          </p:cNvPr>
          <p:cNvSpPr>
            <a:spLocks/>
          </p:cNvSpPr>
          <p:nvPr/>
        </p:nvSpPr>
        <p:spPr>
          <a:xfrm>
            <a:off x="897139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6566">
            <a:extLst>
              <a:ext uri="{FF2B5EF4-FFF2-40B4-BE49-F238E27FC236}">
                <a16:creationId xmlns:a16="http://schemas.microsoft.com/office/drawing/2014/main" id="{44E3681C-6C87-4946-B2F8-334AD2478B29}"/>
              </a:ext>
            </a:extLst>
          </p:cNvPr>
          <p:cNvSpPr>
            <a:spLocks/>
          </p:cNvSpPr>
          <p:nvPr/>
        </p:nvSpPr>
        <p:spPr>
          <a:xfrm>
            <a:off x="898952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6567">
            <a:extLst>
              <a:ext uri="{FF2B5EF4-FFF2-40B4-BE49-F238E27FC236}">
                <a16:creationId xmlns:a16="http://schemas.microsoft.com/office/drawing/2014/main" id="{4F0E5FA6-78C6-418F-AE12-9471E28A47D4}"/>
              </a:ext>
            </a:extLst>
          </p:cNvPr>
          <p:cNvSpPr>
            <a:spLocks/>
          </p:cNvSpPr>
          <p:nvPr/>
        </p:nvSpPr>
        <p:spPr>
          <a:xfrm>
            <a:off x="8972315" y="26223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6568">
            <a:extLst>
              <a:ext uri="{FF2B5EF4-FFF2-40B4-BE49-F238E27FC236}">
                <a16:creationId xmlns:a16="http://schemas.microsoft.com/office/drawing/2014/main" id="{B75A902B-7D2F-4FF8-B5F0-1245BCD40F8F}"/>
              </a:ext>
            </a:extLst>
          </p:cNvPr>
          <p:cNvSpPr>
            <a:spLocks/>
          </p:cNvSpPr>
          <p:nvPr/>
        </p:nvSpPr>
        <p:spPr>
          <a:xfrm>
            <a:off x="901040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6569">
            <a:extLst>
              <a:ext uri="{FF2B5EF4-FFF2-40B4-BE49-F238E27FC236}">
                <a16:creationId xmlns:a16="http://schemas.microsoft.com/office/drawing/2014/main" id="{DC1C4183-7EB8-48CA-A251-19B9F01EE698}"/>
              </a:ext>
            </a:extLst>
          </p:cNvPr>
          <p:cNvSpPr>
            <a:spLocks/>
          </p:cNvSpPr>
          <p:nvPr/>
        </p:nvSpPr>
        <p:spPr>
          <a:xfrm>
            <a:off x="899999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6570">
            <a:extLst>
              <a:ext uri="{FF2B5EF4-FFF2-40B4-BE49-F238E27FC236}">
                <a16:creationId xmlns:a16="http://schemas.microsoft.com/office/drawing/2014/main" id="{D4673B20-9001-403E-90DF-E0BE69D6920C}"/>
              </a:ext>
            </a:extLst>
          </p:cNvPr>
          <p:cNvSpPr>
            <a:spLocks/>
          </p:cNvSpPr>
          <p:nvPr/>
        </p:nvSpPr>
        <p:spPr>
          <a:xfrm>
            <a:off x="903060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6571">
            <a:extLst>
              <a:ext uri="{FF2B5EF4-FFF2-40B4-BE49-F238E27FC236}">
                <a16:creationId xmlns:a16="http://schemas.microsoft.com/office/drawing/2014/main" id="{BA92D828-2126-4F72-888F-EBF1B4FCEB04}"/>
              </a:ext>
            </a:extLst>
          </p:cNvPr>
          <p:cNvSpPr>
            <a:spLocks/>
          </p:cNvSpPr>
          <p:nvPr/>
        </p:nvSpPr>
        <p:spPr>
          <a:xfrm>
            <a:off x="902174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6572">
            <a:extLst>
              <a:ext uri="{FF2B5EF4-FFF2-40B4-BE49-F238E27FC236}">
                <a16:creationId xmlns:a16="http://schemas.microsoft.com/office/drawing/2014/main" id="{807D8406-2C6F-4BFD-8421-75FE3E7A5054}"/>
              </a:ext>
            </a:extLst>
          </p:cNvPr>
          <p:cNvSpPr>
            <a:spLocks/>
          </p:cNvSpPr>
          <p:nvPr/>
        </p:nvSpPr>
        <p:spPr>
          <a:xfrm>
            <a:off x="900527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6573">
            <a:extLst>
              <a:ext uri="{FF2B5EF4-FFF2-40B4-BE49-F238E27FC236}">
                <a16:creationId xmlns:a16="http://schemas.microsoft.com/office/drawing/2014/main" id="{179C2478-0C78-44C8-B191-EF9AD65BEA7C}"/>
              </a:ext>
            </a:extLst>
          </p:cNvPr>
          <p:cNvSpPr>
            <a:spLocks/>
          </p:cNvSpPr>
          <p:nvPr/>
        </p:nvSpPr>
        <p:spPr>
          <a:xfrm>
            <a:off x="9008262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6574">
            <a:extLst>
              <a:ext uri="{FF2B5EF4-FFF2-40B4-BE49-F238E27FC236}">
                <a16:creationId xmlns:a16="http://schemas.microsoft.com/office/drawing/2014/main" id="{97CA6366-BA12-41DB-AEE4-D74AFDA6A666}"/>
              </a:ext>
            </a:extLst>
          </p:cNvPr>
          <p:cNvSpPr>
            <a:spLocks/>
          </p:cNvSpPr>
          <p:nvPr/>
        </p:nvSpPr>
        <p:spPr>
          <a:xfrm>
            <a:off x="9041311" y="26324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6575">
            <a:extLst>
              <a:ext uri="{FF2B5EF4-FFF2-40B4-BE49-F238E27FC236}">
                <a16:creationId xmlns:a16="http://schemas.microsoft.com/office/drawing/2014/main" id="{A8C64F00-8CA7-4BE6-B6C6-137C9CDC1D74}"/>
              </a:ext>
            </a:extLst>
          </p:cNvPr>
          <p:cNvSpPr>
            <a:spLocks/>
          </p:cNvSpPr>
          <p:nvPr/>
        </p:nvSpPr>
        <p:spPr>
          <a:xfrm>
            <a:off x="896940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6576">
            <a:extLst>
              <a:ext uri="{FF2B5EF4-FFF2-40B4-BE49-F238E27FC236}">
                <a16:creationId xmlns:a16="http://schemas.microsoft.com/office/drawing/2014/main" id="{9C68458D-7946-4A68-BD23-311312A91EE7}"/>
              </a:ext>
            </a:extLst>
          </p:cNvPr>
          <p:cNvSpPr>
            <a:spLocks/>
          </p:cNvSpPr>
          <p:nvPr/>
        </p:nvSpPr>
        <p:spPr>
          <a:xfrm>
            <a:off x="8962293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6577">
            <a:extLst>
              <a:ext uri="{FF2B5EF4-FFF2-40B4-BE49-F238E27FC236}">
                <a16:creationId xmlns:a16="http://schemas.microsoft.com/office/drawing/2014/main" id="{DF7C03BC-6A0B-4960-93D5-EAC20CC9CB50}"/>
              </a:ext>
            </a:extLst>
          </p:cNvPr>
          <p:cNvSpPr>
            <a:spLocks/>
          </p:cNvSpPr>
          <p:nvPr/>
        </p:nvSpPr>
        <p:spPr>
          <a:xfrm>
            <a:off x="895712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6578">
            <a:extLst>
              <a:ext uri="{FF2B5EF4-FFF2-40B4-BE49-F238E27FC236}">
                <a16:creationId xmlns:a16="http://schemas.microsoft.com/office/drawing/2014/main" id="{5E91B317-664D-4D7B-8E2F-63509D0249BE}"/>
              </a:ext>
            </a:extLst>
          </p:cNvPr>
          <p:cNvSpPr>
            <a:spLocks/>
          </p:cNvSpPr>
          <p:nvPr/>
        </p:nvSpPr>
        <p:spPr>
          <a:xfrm>
            <a:off x="898056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6579">
            <a:extLst>
              <a:ext uri="{FF2B5EF4-FFF2-40B4-BE49-F238E27FC236}">
                <a16:creationId xmlns:a16="http://schemas.microsoft.com/office/drawing/2014/main" id="{8D904723-3827-4ED5-9F85-D10F99C744AF}"/>
              </a:ext>
            </a:extLst>
          </p:cNvPr>
          <p:cNvSpPr>
            <a:spLocks/>
          </p:cNvSpPr>
          <p:nvPr/>
        </p:nvSpPr>
        <p:spPr>
          <a:xfrm>
            <a:off x="9003367" y="25834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6580">
            <a:extLst>
              <a:ext uri="{FF2B5EF4-FFF2-40B4-BE49-F238E27FC236}">
                <a16:creationId xmlns:a16="http://schemas.microsoft.com/office/drawing/2014/main" id="{5C0E32CB-EEDD-419B-A201-53ABB8797E6A}"/>
              </a:ext>
            </a:extLst>
          </p:cNvPr>
          <p:cNvSpPr>
            <a:spLocks/>
          </p:cNvSpPr>
          <p:nvPr/>
        </p:nvSpPr>
        <p:spPr>
          <a:xfrm>
            <a:off x="8972113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6581">
            <a:extLst>
              <a:ext uri="{FF2B5EF4-FFF2-40B4-BE49-F238E27FC236}">
                <a16:creationId xmlns:a16="http://schemas.microsoft.com/office/drawing/2014/main" id="{AEDCF367-2348-49AF-81B3-99A31871C7B0}"/>
              </a:ext>
            </a:extLst>
          </p:cNvPr>
          <p:cNvSpPr>
            <a:spLocks/>
          </p:cNvSpPr>
          <p:nvPr/>
        </p:nvSpPr>
        <p:spPr>
          <a:xfrm>
            <a:off x="893836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6582">
            <a:extLst>
              <a:ext uri="{FF2B5EF4-FFF2-40B4-BE49-F238E27FC236}">
                <a16:creationId xmlns:a16="http://schemas.microsoft.com/office/drawing/2014/main" id="{3BD8807F-1101-4681-BBA5-BF4614FEF608}"/>
              </a:ext>
            </a:extLst>
          </p:cNvPr>
          <p:cNvSpPr>
            <a:spLocks/>
          </p:cNvSpPr>
          <p:nvPr/>
        </p:nvSpPr>
        <p:spPr>
          <a:xfrm>
            <a:off x="900504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6583">
            <a:extLst>
              <a:ext uri="{FF2B5EF4-FFF2-40B4-BE49-F238E27FC236}">
                <a16:creationId xmlns:a16="http://schemas.microsoft.com/office/drawing/2014/main" id="{C58C94C1-E758-48A7-BDE7-E9C6DED1779B}"/>
              </a:ext>
            </a:extLst>
          </p:cNvPr>
          <p:cNvSpPr>
            <a:spLocks/>
          </p:cNvSpPr>
          <p:nvPr/>
        </p:nvSpPr>
        <p:spPr>
          <a:xfrm>
            <a:off x="8990380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6584">
            <a:extLst>
              <a:ext uri="{FF2B5EF4-FFF2-40B4-BE49-F238E27FC236}">
                <a16:creationId xmlns:a16="http://schemas.microsoft.com/office/drawing/2014/main" id="{374E3CE3-BCFE-4E1F-A603-172D61993DDA}"/>
              </a:ext>
            </a:extLst>
          </p:cNvPr>
          <p:cNvSpPr>
            <a:spLocks/>
          </p:cNvSpPr>
          <p:nvPr/>
        </p:nvSpPr>
        <p:spPr>
          <a:xfrm>
            <a:off x="898844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6585">
            <a:extLst>
              <a:ext uri="{FF2B5EF4-FFF2-40B4-BE49-F238E27FC236}">
                <a16:creationId xmlns:a16="http://schemas.microsoft.com/office/drawing/2014/main" id="{11C2BFA0-DAB2-448D-A5BE-D9B864F3ED9F}"/>
              </a:ext>
            </a:extLst>
          </p:cNvPr>
          <p:cNvSpPr>
            <a:spLocks/>
          </p:cNvSpPr>
          <p:nvPr/>
        </p:nvSpPr>
        <p:spPr>
          <a:xfrm>
            <a:off x="895744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6586">
            <a:extLst>
              <a:ext uri="{FF2B5EF4-FFF2-40B4-BE49-F238E27FC236}">
                <a16:creationId xmlns:a16="http://schemas.microsoft.com/office/drawing/2014/main" id="{6B66C73B-B198-4B4C-98A6-246E0B459A01}"/>
              </a:ext>
            </a:extLst>
          </p:cNvPr>
          <p:cNvSpPr>
            <a:spLocks/>
          </p:cNvSpPr>
          <p:nvPr/>
        </p:nvSpPr>
        <p:spPr>
          <a:xfrm>
            <a:off x="8967605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6587">
            <a:extLst>
              <a:ext uri="{FF2B5EF4-FFF2-40B4-BE49-F238E27FC236}">
                <a16:creationId xmlns:a16="http://schemas.microsoft.com/office/drawing/2014/main" id="{6FE1ACA2-E007-4D71-B5FC-C9B580AA6229}"/>
              </a:ext>
            </a:extLst>
          </p:cNvPr>
          <p:cNvSpPr>
            <a:spLocks/>
          </p:cNvSpPr>
          <p:nvPr/>
        </p:nvSpPr>
        <p:spPr>
          <a:xfrm>
            <a:off x="903150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6588">
            <a:extLst>
              <a:ext uri="{FF2B5EF4-FFF2-40B4-BE49-F238E27FC236}">
                <a16:creationId xmlns:a16="http://schemas.microsoft.com/office/drawing/2014/main" id="{D12C7342-8184-4ACD-ABBD-D1075414CC6E}"/>
              </a:ext>
            </a:extLst>
          </p:cNvPr>
          <p:cNvSpPr>
            <a:spLocks/>
          </p:cNvSpPr>
          <p:nvPr/>
        </p:nvSpPr>
        <p:spPr>
          <a:xfrm>
            <a:off x="8953447" y="26007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6589">
            <a:extLst>
              <a:ext uri="{FF2B5EF4-FFF2-40B4-BE49-F238E27FC236}">
                <a16:creationId xmlns:a16="http://schemas.microsoft.com/office/drawing/2014/main" id="{864D7ECE-6E1D-4CE4-81F7-066881F9618A}"/>
              </a:ext>
            </a:extLst>
          </p:cNvPr>
          <p:cNvSpPr>
            <a:spLocks/>
          </p:cNvSpPr>
          <p:nvPr/>
        </p:nvSpPr>
        <p:spPr>
          <a:xfrm>
            <a:off x="8986560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6590">
            <a:extLst>
              <a:ext uri="{FF2B5EF4-FFF2-40B4-BE49-F238E27FC236}">
                <a16:creationId xmlns:a16="http://schemas.microsoft.com/office/drawing/2014/main" id="{13FFC209-DBAA-408E-9217-374CAE16CFB8}"/>
              </a:ext>
            </a:extLst>
          </p:cNvPr>
          <p:cNvSpPr>
            <a:spLocks/>
          </p:cNvSpPr>
          <p:nvPr/>
        </p:nvSpPr>
        <p:spPr>
          <a:xfrm>
            <a:off x="9029937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6591">
            <a:extLst>
              <a:ext uri="{FF2B5EF4-FFF2-40B4-BE49-F238E27FC236}">
                <a16:creationId xmlns:a16="http://schemas.microsoft.com/office/drawing/2014/main" id="{8E76E487-3173-4624-9C8C-B7EB8F49E242}"/>
              </a:ext>
            </a:extLst>
          </p:cNvPr>
          <p:cNvSpPr>
            <a:spLocks/>
          </p:cNvSpPr>
          <p:nvPr/>
        </p:nvSpPr>
        <p:spPr>
          <a:xfrm>
            <a:off x="9008291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6592">
            <a:extLst>
              <a:ext uri="{FF2B5EF4-FFF2-40B4-BE49-F238E27FC236}">
                <a16:creationId xmlns:a16="http://schemas.microsoft.com/office/drawing/2014/main" id="{CDCCF5B6-384D-45D4-8170-6BCC162973C1}"/>
              </a:ext>
            </a:extLst>
          </p:cNvPr>
          <p:cNvSpPr>
            <a:spLocks/>
          </p:cNvSpPr>
          <p:nvPr/>
        </p:nvSpPr>
        <p:spPr>
          <a:xfrm>
            <a:off x="896008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6593">
            <a:extLst>
              <a:ext uri="{FF2B5EF4-FFF2-40B4-BE49-F238E27FC236}">
                <a16:creationId xmlns:a16="http://schemas.microsoft.com/office/drawing/2014/main" id="{DD4D6A57-D85D-401A-B055-345848F992EC}"/>
              </a:ext>
            </a:extLst>
          </p:cNvPr>
          <p:cNvSpPr>
            <a:spLocks/>
          </p:cNvSpPr>
          <p:nvPr/>
        </p:nvSpPr>
        <p:spPr>
          <a:xfrm>
            <a:off x="901926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6594">
            <a:extLst>
              <a:ext uri="{FF2B5EF4-FFF2-40B4-BE49-F238E27FC236}">
                <a16:creationId xmlns:a16="http://schemas.microsoft.com/office/drawing/2014/main" id="{0CFAF68A-727D-4301-BC24-323ADCF89F45}"/>
              </a:ext>
            </a:extLst>
          </p:cNvPr>
          <p:cNvSpPr>
            <a:spLocks/>
          </p:cNvSpPr>
          <p:nvPr/>
        </p:nvSpPr>
        <p:spPr>
          <a:xfrm>
            <a:off x="902105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6595">
            <a:extLst>
              <a:ext uri="{FF2B5EF4-FFF2-40B4-BE49-F238E27FC236}">
                <a16:creationId xmlns:a16="http://schemas.microsoft.com/office/drawing/2014/main" id="{640DCB7E-9D98-4697-9EA3-71770A43EBAE}"/>
              </a:ext>
            </a:extLst>
          </p:cNvPr>
          <p:cNvSpPr>
            <a:spLocks/>
          </p:cNvSpPr>
          <p:nvPr/>
        </p:nvSpPr>
        <p:spPr>
          <a:xfrm>
            <a:off x="895519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6596">
            <a:extLst>
              <a:ext uri="{FF2B5EF4-FFF2-40B4-BE49-F238E27FC236}">
                <a16:creationId xmlns:a16="http://schemas.microsoft.com/office/drawing/2014/main" id="{B8E05315-4F38-407F-A1F2-9251693EB2C7}"/>
              </a:ext>
            </a:extLst>
          </p:cNvPr>
          <p:cNvSpPr>
            <a:spLocks/>
          </p:cNvSpPr>
          <p:nvPr/>
        </p:nvSpPr>
        <p:spPr>
          <a:xfrm>
            <a:off x="8990332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6597">
            <a:extLst>
              <a:ext uri="{FF2B5EF4-FFF2-40B4-BE49-F238E27FC236}">
                <a16:creationId xmlns:a16="http://schemas.microsoft.com/office/drawing/2014/main" id="{BED0601D-1253-47FA-A195-E7C9C2CC98E4}"/>
              </a:ext>
            </a:extLst>
          </p:cNvPr>
          <p:cNvSpPr>
            <a:spLocks/>
          </p:cNvSpPr>
          <p:nvPr/>
        </p:nvSpPr>
        <p:spPr>
          <a:xfrm>
            <a:off x="901236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6598">
            <a:extLst>
              <a:ext uri="{FF2B5EF4-FFF2-40B4-BE49-F238E27FC236}">
                <a16:creationId xmlns:a16="http://schemas.microsoft.com/office/drawing/2014/main" id="{66B40D71-D9F9-4944-BD42-B8070148AD9C}"/>
              </a:ext>
            </a:extLst>
          </p:cNvPr>
          <p:cNvSpPr>
            <a:spLocks/>
          </p:cNvSpPr>
          <p:nvPr/>
        </p:nvSpPr>
        <p:spPr>
          <a:xfrm>
            <a:off x="8956456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6599">
            <a:extLst>
              <a:ext uri="{FF2B5EF4-FFF2-40B4-BE49-F238E27FC236}">
                <a16:creationId xmlns:a16="http://schemas.microsoft.com/office/drawing/2014/main" id="{166B3007-912D-48BA-87E8-F8A0857B8C3A}"/>
              </a:ext>
            </a:extLst>
          </p:cNvPr>
          <p:cNvSpPr>
            <a:spLocks/>
          </p:cNvSpPr>
          <p:nvPr/>
        </p:nvSpPr>
        <p:spPr>
          <a:xfrm>
            <a:off x="901491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6600">
            <a:extLst>
              <a:ext uri="{FF2B5EF4-FFF2-40B4-BE49-F238E27FC236}">
                <a16:creationId xmlns:a16="http://schemas.microsoft.com/office/drawing/2014/main" id="{307BE999-CC64-40E2-9738-399A8C2C035D}"/>
              </a:ext>
            </a:extLst>
          </p:cNvPr>
          <p:cNvSpPr>
            <a:spLocks/>
          </p:cNvSpPr>
          <p:nvPr/>
        </p:nvSpPr>
        <p:spPr>
          <a:xfrm>
            <a:off x="9041820" y="27234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6601">
            <a:extLst>
              <a:ext uri="{FF2B5EF4-FFF2-40B4-BE49-F238E27FC236}">
                <a16:creationId xmlns:a16="http://schemas.microsoft.com/office/drawing/2014/main" id="{06319842-4FA8-4371-B925-51DE0B4C336F}"/>
              </a:ext>
            </a:extLst>
          </p:cNvPr>
          <p:cNvSpPr>
            <a:spLocks/>
          </p:cNvSpPr>
          <p:nvPr/>
        </p:nvSpPr>
        <p:spPr>
          <a:xfrm>
            <a:off x="9029824" y="28750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6602">
            <a:extLst>
              <a:ext uri="{FF2B5EF4-FFF2-40B4-BE49-F238E27FC236}">
                <a16:creationId xmlns:a16="http://schemas.microsoft.com/office/drawing/2014/main" id="{9D016583-1D92-45A1-95E9-1A79F1E828F0}"/>
              </a:ext>
            </a:extLst>
          </p:cNvPr>
          <p:cNvSpPr>
            <a:spLocks/>
          </p:cNvSpPr>
          <p:nvPr/>
        </p:nvSpPr>
        <p:spPr>
          <a:xfrm>
            <a:off x="896875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6603">
            <a:extLst>
              <a:ext uri="{FF2B5EF4-FFF2-40B4-BE49-F238E27FC236}">
                <a16:creationId xmlns:a16="http://schemas.microsoft.com/office/drawing/2014/main" id="{C90996D0-7F4D-4225-9FC4-0BC3BC195D17}"/>
              </a:ext>
            </a:extLst>
          </p:cNvPr>
          <p:cNvSpPr>
            <a:spLocks/>
          </p:cNvSpPr>
          <p:nvPr/>
        </p:nvSpPr>
        <p:spPr>
          <a:xfrm>
            <a:off x="8982406" y="2116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6604">
            <a:extLst>
              <a:ext uri="{FF2B5EF4-FFF2-40B4-BE49-F238E27FC236}">
                <a16:creationId xmlns:a16="http://schemas.microsoft.com/office/drawing/2014/main" id="{9A66CF4F-7880-454C-BEFD-C1CC2B58AC5A}"/>
              </a:ext>
            </a:extLst>
          </p:cNvPr>
          <p:cNvSpPr>
            <a:spLocks/>
          </p:cNvSpPr>
          <p:nvPr/>
        </p:nvSpPr>
        <p:spPr>
          <a:xfrm>
            <a:off x="9007343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6605">
            <a:extLst>
              <a:ext uri="{FF2B5EF4-FFF2-40B4-BE49-F238E27FC236}">
                <a16:creationId xmlns:a16="http://schemas.microsoft.com/office/drawing/2014/main" id="{C9924C9E-2943-4DEF-8E8B-1816949DE305}"/>
              </a:ext>
            </a:extLst>
          </p:cNvPr>
          <p:cNvSpPr>
            <a:spLocks/>
          </p:cNvSpPr>
          <p:nvPr/>
        </p:nvSpPr>
        <p:spPr>
          <a:xfrm>
            <a:off x="900085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6606">
            <a:extLst>
              <a:ext uri="{FF2B5EF4-FFF2-40B4-BE49-F238E27FC236}">
                <a16:creationId xmlns:a16="http://schemas.microsoft.com/office/drawing/2014/main" id="{28578F8F-4C68-42F1-9DE8-BE5C164DC6AC}"/>
              </a:ext>
            </a:extLst>
          </p:cNvPr>
          <p:cNvSpPr>
            <a:spLocks/>
          </p:cNvSpPr>
          <p:nvPr/>
        </p:nvSpPr>
        <p:spPr>
          <a:xfrm>
            <a:off x="896151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6607">
            <a:extLst>
              <a:ext uri="{FF2B5EF4-FFF2-40B4-BE49-F238E27FC236}">
                <a16:creationId xmlns:a16="http://schemas.microsoft.com/office/drawing/2014/main" id="{145794BA-3C11-426D-A367-2F2170351AF0}"/>
              </a:ext>
            </a:extLst>
          </p:cNvPr>
          <p:cNvSpPr>
            <a:spLocks/>
          </p:cNvSpPr>
          <p:nvPr/>
        </p:nvSpPr>
        <p:spPr>
          <a:xfrm>
            <a:off x="895688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6608">
            <a:extLst>
              <a:ext uri="{FF2B5EF4-FFF2-40B4-BE49-F238E27FC236}">
                <a16:creationId xmlns:a16="http://schemas.microsoft.com/office/drawing/2014/main" id="{39958C67-2396-40C2-B3E6-9997455E6A6B}"/>
              </a:ext>
            </a:extLst>
          </p:cNvPr>
          <p:cNvSpPr>
            <a:spLocks/>
          </p:cNvSpPr>
          <p:nvPr/>
        </p:nvSpPr>
        <p:spPr>
          <a:xfrm>
            <a:off x="898397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6609">
            <a:extLst>
              <a:ext uri="{FF2B5EF4-FFF2-40B4-BE49-F238E27FC236}">
                <a16:creationId xmlns:a16="http://schemas.microsoft.com/office/drawing/2014/main" id="{6F605F08-D7C1-4204-9A2D-B228DAA4BBDA}"/>
              </a:ext>
            </a:extLst>
          </p:cNvPr>
          <p:cNvSpPr>
            <a:spLocks/>
          </p:cNvSpPr>
          <p:nvPr/>
        </p:nvSpPr>
        <p:spPr>
          <a:xfrm>
            <a:off x="9016162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6610">
            <a:extLst>
              <a:ext uri="{FF2B5EF4-FFF2-40B4-BE49-F238E27FC236}">
                <a16:creationId xmlns:a16="http://schemas.microsoft.com/office/drawing/2014/main" id="{9A6CD8D4-0D43-4184-A97E-C02DE4877FDF}"/>
              </a:ext>
            </a:extLst>
          </p:cNvPr>
          <p:cNvSpPr>
            <a:spLocks/>
          </p:cNvSpPr>
          <p:nvPr/>
        </p:nvSpPr>
        <p:spPr>
          <a:xfrm>
            <a:off x="9022449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6611">
            <a:extLst>
              <a:ext uri="{FF2B5EF4-FFF2-40B4-BE49-F238E27FC236}">
                <a16:creationId xmlns:a16="http://schemas.microsoft.com/office/drawing/2014/main" id="{4A3E2579-A2C9-4BAD-A129-B973B6E2DE61}"/>
              </a:ext>
            </a:extLst>
          </p:cNvPr>
          <p:cNvSpPr>
            <a:spLocks/>
          </p:cNvSpPr>
          <p:nvPr/>
        </p:nvSpPr>
        <p:spPr>
          <a:xfrm>
            <a:off x="9006757" y="35423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6612">
            <a:extLst>
              <a:ext uri="{FF2B5EF4-FFF2-40B4-BE49-F238E27FC236}">
                <a16:creationId xmlns:a16="http://schemas.microsoft.com/office/drawing/2014/main" id="{AFE6E4BA-D85A-4BB2-B53A-981421E4765E}"/>
              </a:ext>
            </a:extLst>
          </p:cNvPr>
          <p:cNvSpPr>
            <a:spLocks/>
          </p:cNvSpPr>
          <p:nvPr/>
        </p:nvSpPr>
        <p:spPr>
          <a:xfrm>
            <a:off x="8995869" y="35119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6613">
            <a:extLst>
              <a:ext uri="{FF2B5EF4-FFF2-40B4-BE49-F238E27FC236}">
                <a16:creationId xmlns:a16="http://schemas.microsoft.com/office/drawing/2014/main" id="{D8ABAA71-D45A-48AD-966A-CAA0835DC502}"/>
              </a:ext>
            </a:extLst>
          </p:cNvPr>
          <p:cNvSpPr>
            <a:spLocks/>
          </p:cNvSpPr>
          <p:nvPr/>
        </p:nvSpPr>
        <p:spPr>
          <a:xfrm>
            <a:off x="8994959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6614">
            <a:extLst>
              <a:ext uri="{FF2B5EF4-FFF2-40B4-BE49-F238E27FC236}">
                <a16:creationId xmlns:a16="http://schemas.microsoft.com/office/drawing/2014/main" id="{F8708AE8-B1F7-4F40-8190-5B6410390640}"/>
              </a:ext>
            </a:extLst>
          </p:cNvPr>
          <p:cNvSpPr>
            <a:spLocks/>
          </p:cNvSpPr>
          <p:nvPr/>
        </p:nvSpPr>
        <p:spPr>
          <a:xfrm>
            <a:off x="9026916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6615">
            <a:extLst>
              <a:ext uri="{FF2B5EF4-FFF2-40B4-BE49-F238E27FC236}">
                <a16:creationId xmlns:a16="http://schemas.microsoft.com/office/drawing/2014/main" id="{BE097069-2741-482F-B816-C96ED26A951B}"/>
              </a:ext>
            </a:extLst>
          </p:cNvPr>
          <p:cNvSpPr>
            <a:spLocks/>
          </p:cNvSpPr>
          <p:nvPr/>
        </p:nvSpPr>
        <p:spPr>
          <a:xfrm>
            <a:off x="8969889" y="19652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6616">
            <a:extLst>
              <a:ext uri="{FF2B5EF4-FFF2-40B4-BE49-F238E27FC236}">
                <a16:creationId xmlns:a16="http://schemas.microsoft.com/office/drawing/2014/main" id="{F0776408-47C4-4F71-8155-7E579B792041}"/>
              </a:ext>
            </a:extLst>
          </p:cNvPr>
          <p:cNvSpPr>
            <a:spLocks/>
          </p:cNvSpPr>
          <p:nvPr/>
        </p:nvSpPr>
        <p:spPr>
          <a:xfrm>
            <a:off x="901785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6617">
            <a:extLst>
              <a:ext uri="{FF2B5EF4-FFF2-40B4-BE49-F238E27FC236}">
                <a16:creationId xmlns:a16="http://schemas.microsoft.com/office/drawing/2014/main" id="{9CDD31DA-ED74-4BBA-AFA2-E5A66D6E2173}"/>
              </a:ext>
            </a:extLst>
          </p:cNvPr>
          <p:cNvSpPr>
            <a:spLocks/>
          </p:cNvSpPr>
          <p:nvPr/>
        </p:nvSpPr>
        <p:spPr>
          <a:xfrm>
            <a:off x="8956675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6618">
            <a:extLst>
              <a:ext uri="{FF2B5EF4-FFF2-40B4-BE49-F238E27FC236}">
                <a16:creationId xmlns:a16="http://schemas.microsoft.com/office/drawing/2014/main" id="{9E5FC12F-8258-4941-B234-5870D07A4620}"/>
              </a:ext>
            </a:extLst>
          </p:cNvPr>
          <p:cNvSpPr>
            <a:spLocks/>
          </p:cNvSpPr>
          <p:nvPr/>
        </p:nvSpPr>
        <p:spPr>
          <a:xfrm>
            <a:off x="900033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6619">
            <a:extLst>
              <a:ext uri="{FF2B5EF4-FFF2-40B4-BE49-F238E27FC236}">
                <a16:creationId xmlns:a16="http://schemas.microsoft.com/office/drawing/2014/main" id="{19158A0C-89F4-44DF-B838-3885B86E0496}"/>
              </a:ext>
            </a:extLst>
          </p:cNvPr>
          <p:cNvSpPr>
            <a:spLocks/>
          </p:cNvSpPr>
          <p:nvPr/>
        </p:nvSpPr>
        <p:spPr>
          <a:xfrm>
            <a:off x="9039522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6620">
            <a:extLst>
              <a:ext uri="{FF2B5EF4-FFF2-40B4-BE49-F238E27FC236}">
                <a16:creationId xmlns:a16="http://schemas.microsoft.com/office/drawing/2014/main" id="{38172BAD-B000-4DCC-A25E-66A3428BE053}"/>
              </a:ext>
            </a:extLst>
          </p:cNvPr>
          <p:cNvSpPr>
            <a:spLocks/>
          </p:cNvSpPr>
          <p:nvPr/>
        </p:nvSpPr>
        <p:spPr>
          <a:xfrm>
            <a:off x="8985454" y="24959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6621">
            <a:extLst>
              <a:ext uri="{FF2B5EF4-FFF2-40B4-BE49-F238E27FC236}">
                <a16:creationId xmlns:a16="http://schemas.microsoft.com/office/drawing/2014/main" id="{EE83BB25-7839-40F9-9282-09BFC97C1B94}"/>
              </a:ext>
            </a:extLst>
          </p:cNvPr>
          <p:cNvSpPr>
            <a:spLocks/>
          </p:cNvSpPr>
          <p:nvPr/>
        </p:nvSpPr>
        <p:spPr>
          <a:xfrm>
            <a:off x="8945757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6622">
            <a:extLst>
              <a:ext uri="{FF2B5EF4-FFF2-40B4-BE49-F238E27FC236}">
                <a16:creationId xmlns:a16="http://schemas.microsoft.com/office/drawing/2014/main" id="{E012A297-9417-4FDA-8792-8D61878B0FBD}"/>
              </a:ext>
            </a:extLst>
          </p:cNvPr>
          <p:cNvSpPr>
            <a:spLocks/>
          </p:cNvSpPr>
          <p:nvPr/>
        </p:nvSpPr>
        <p:spPr>
          <a:xfrm>
            <a:off x="899139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6623">
            <a:extLst>
              <a:ext uri="{FF2B5EF4-FFF2-40B4-BE49-F238E27FC236}">
                <a16:creationId xmlns:a16="http://schemas.microsoft.com/office/drawing/2014/main" id="{0DEFDD06-1DFF-4D9B-B509-7785F7AB06E8}"/>
              </a:ext>
            </a:extLst>
          </p:cNvPr>
          <p:cNvSpPr>
            <a:spLocks/>
          </p:cNvSpPr>
          <p:nvPr/>
        </p:nvSpPr>
        <p:spPr>
          <a:xfrm>
            <a:off x="9007140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6624">
            <a:extLst>
              <a:ext uri="{FF2B5EF4-FFF2-40B4-BE49-F238E27FC236}">
                <a16:creationId xmlns:a16="http://schemas.microsoft.com/office/drawing/2014/main" id="{E943F2A0-1F32-4E52-B342-4E761732DD89}"/>
              </a:ext>
            </a:extLst>
          </p:cNvPr>
          <p:cNvSpPr>
            <a:spLocks/>
          </p:cNvSpPr>
          <p:nvPr/>
        </p:nvSpPr>
        <p:spPr>
          <a:xfrm>
            <a:off x="8944115" y="31783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6625">
            <a:extLst>
              <a:ext uri="{FF2B5EF4-FFF2-40B4-BE49-F238E27FC236}">
                <a16:creationId xmlns:a16="http://schemas.microsoft.com/office/drawing/2014/main" id="{CC5A2F80-EF07-4C92-A140-AEDDC3AD9A8F}"/>
              </a:ext>
            </a:extLst>
          </p:cNvPr>
          <p:cNvSpPr>
            <a:spLocks/>
          </p:cNvSpPr>
          <p:nvPr/>
        </p:nvSpPr>
        <p:spPr>
          <a:xfrm>
            <a:off x="9024309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6626">
            <a:extLst>
              <a:ext uri="{FF2B5EF4-FFF2-40B4-BE49-F238E27FC236}">
                <a16:creationId xmlns:a16="http://schemas.microsoft.com/office/drawing/2014/main" id="{F412855C-892D-4C48-8C95-DE37E8A53FDE}"/>
              </a:ext>
            </a:extLst>
          </p:cNvPr>
          <p:cNvSpPr>
            <a:spLocks/>
          </p:cNvSpPr>
          <p:nvPr/>
        </p:nvSpPr>
        <p:spPr>
          <a:xfrm>
            <a:off x="9021104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6627">
            <a:extLst>
              <a:ext uri="{FF2B5EF4-FFF2-40B4-BE49-F238E27FC236}">
                <a16:creationId xmlns:a16="http://schemas.microsoft.com/office/drawing/2014/main" id="{A96B7B2F-6C95-4709-93FE-D729C615E92C}"/>
              </a:ext>
            </a:extLst>
          </p:cNvPr>
          <p:cNvSpPr>
            <a:spLocks/>
          </p:cNvSpPr>
          <p:nvPr/>
        </p:nvSpPr>
        <p:spPr>
          <a:xfrm>
            <a:off x="903355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6628">
            <a:extLst>
              <a:ext uri="{FF2B5EF4-FFF2-40B4-BE49-F238E27FC236}">
                <a16:creationId xmlns:a16="http://schemas.microsoft.com/office/drawing/2014/main" id="{DD5BFAB4-ABDB-4D99-BD15-975B08729AB2}"/>
              </a:ext>
            </a:extLst>
          </p:cNvPr>
          <p:cNvSpPr>
            <a:spLocks/>
          </p:cNvSpPr>
          <p:nvPr/>
        </p:nvSpPr>
        <p:spPr>
          <a:xfrm>
            <a:off x="8944872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6629">
            <a:extLst>
              <a:ext uri="{FF2B5EF4-FFF2-40B4-BE49-F238E27FC236}">
                <a16:creationId xmlns:a16="http://schemas.microsoft.com/office/drawing/2014/main" id="{B1AB89B6-28E9-484D-8AFD-250575602067}"/>
              </a:ext>
            </a:extLst>
          </p:cNvPr>
          <p:cNvSpPr>
            <a:spLocks/>
          </p:cNvSpPr>
          <p:nvPr/>
        </p:nvSpPr>
        <p:spPr>
          <a:xfrm>
            <a:off x="8977704" y="24201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6630">
            <a:extLst>
              <a:ext uri="{FF2B5EF4-FFF2-40B4-BE49-F238E27FC236}">
                <a16:creationId xmlns:a16="http://schemas.microsoft.com/office/drawing/2014/main" id="{B539F799-50DE-4352-85CE-3F2E561242EC}"/>
              </a:ext>
            </a:extLst>
          </p:cNvPr>
          <p:cNvSpPr>
            <a:spLocks/>
          </p:cNvSpPr>
          <p:nvPr/>
        </p:nvSpPr>
        <p:spPr>
          <a:xfrm>
            <a:off x="8952595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6631">
            <a:extLst>
              <a:ext uri="{FF2B5EF4-FFF2-40B4-BE49-F238E27FC236}">
                <a16:creationId xmlns:a16="http://schemas.microsoft.com/office/drawing/2014/main" id="{2528D017-3BE4-4A2B-8CCF-92AFAC0F3D38}"/>
              </a:ext>
            </a:extLst>
          </p:cNvPr>
          <p:cNvSpPr>
            <a:spLocks/>
          </p:cNvSpPr>
          <p:nvPr/>
        </p:nvSpPr>
        <p:spPr>
          <a:xfrm>
            <a:off x="895332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6632">
            <a:extLst>
              <a:ext uri="{FF2B5EF4-FFF2-40B4-BE49-F238E27FC236}">
                <a16:creationId xmlns:a16="http://schemas.microsoft.com/office/drawing/2014/main" id="{F6211442-2D7E-4BCE-9A30-3B1853E921FB}"/>
              </a:ext>
            </a:extLst>
          </p:cNvPr>
          <p:cNvSpPr>
            <a:spLocks/>
          </p:cNvSpPr>
          <p:nvPr/>
        </p:nvSpPr>
        <p:spPr>
          <a:xfrm>
            <a:off x="9041557" y="28534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6633">
            <a:extLst>
              <a:ext uri="{FF2B5EF4-FFF2-40B4-BE49-F238E27FC236}">
                <a16:creationId xmlns:a16="http://schemas.microsoft.com/office/drawing/2014/main" id="{25B1516E-FCA6-487B-BDC2-1924D9C77023}"/>
              </a:ext>
            </a:extLst>
          </p:cNvPr>
          <p:cNvSpPr>
            <a:spLocks/>
          </p:cNvSpPr>
          <p:nvPr/>
        </p:nvSpPr>
        <p:spPr>
          <a:xfrm>
            <a:off x="900972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6634">
            <a:extLst>
              <a:ext uri="{FF2B5EF4-FFF2-40B4-BE49-F238E27FC236}">
                <a16:creationId xmlns:a16="http://schemas.microsoft.com/office/drawing/2014/main" id="{74A0F97E-9F42-44B2-A52D-B29564B802C7}"/>
              </a:ext>
            </a:extLst>
          </p:cNvPr>
          <p:cNvSpPr>
            <a:spLocks/>
          </p:cNvSpPr>
          <p:nvPr/>
        </p:nvSpPr>
        <p:spPr>
          <a:xfrm>
            <a:off x="898902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6635">
            <a:extLst>
              <a:ext uri="{FF2B5EF4-FFF2-40B4-BE49-F238E27FC236}">
                <a16:creationId xmlns:a16="http://schemas.microsoft.com/office/drawing/2014/main" id="{97FAAE12-9DC6-4165-A787-B878014866B2}"/>
              </a:ext>
            </a:extLst>
          </p:cNvPr>
          <p:cNvSpPr>
            <a:spLocks/>
          </p:cNvSpPr>
          <p:nvPr/>
        </p:nvSpPr>
        <p:spPr>
          <a:xfrm>
            <a:off x="8946379" y="25038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6636">
            <a:extLst>
              <a:ext uri="{FF2B5EF4-FFF2-40B4-BE49-F238E27FC236}">
                <a16:creationId xmlns:a16="http://schemas.microsoft.com/office/drawing/2014/main" id="{BC10D3E8-5268-4511-9CEC-9E706077CBB1}"/>
              </a:ext>
            </a:extLst>
          </p:cNvPr>
          <p:cNvSpPr>
            <a:spLocks/>
          </p:cNvSpPr>
          <p:nvPr/>
        </p:nvSpPr>
        <p:spPr>
          <a:xfrm>
            <a:off x="9024477" y="2905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6637">
            <a:extLst>
              <a:ext uri="{FF2B5EF4-FFF2-40B4-BE49-F238E27FC236}">
                <a16:creationId xmlns:a16="http://schemas.microsoft.com/office/drawing/2014/main" id="{1E70170D-42B9-4E5F-8298-0D133686749E}"/>
              </a:ext>
            </a:extLst>
          </p:cNvPr>
          <p:cNvSpPr>
            <a:spLocks/>
          </p:cNvSpPr>
          <p:nvPr/>
        </p:nvSpPr>
        <p:spPr>
          <a:xfrm>
            <a:off x="9000611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6638">
            <a:extLst>
              <a:ext uri="{FF2B5EF4-FFF2-40B4-BE49-F238E27FC236}">
                <a16:creationId xmlns:a16="http://schemas.microsoft.com/office/drawing/2014/main" id="{369B2EC7-095B-447C-A998-4ABDC66D02DA}"/>
              </a:ext>
            </a:extLst>
          </p:cNvPr>
          <p:cNvSpPr>
            <a:spLocks/>
          </p:cNvSpPr>
          <p:nvPr/>
        </p:nvSpPr>
        <p:spPr>
          <a:xfrm>
            <a:off x="8980798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6639">
            <a:extLst>
              <a:ext uri="{FF2B5EF4-FFF2-40B4-BE49-F238E27FC236}">
                <a16:creationId xmlns:a16="http://schemas.microsoft.com/office/drawing/2014/main" id="{6982C5C2-88FF-4A05-81F3-85EAAF8C6379}"/>
              </a:ext>
            </a:extLst>
          </p:cNvPr>
          <p:cNvSpPr>
            <a:spLocks/>
          </p:cNvSpPr>
          <p:nvPr/>
        </p:nvSpPr>
        <p:spPr>
          <a:xfrm>
            <a:off x="8968606" y="3026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6640">
            <a:extLst>
              <a:ext uri="{FF2B5EF4-FFF2-40B4-BE49-F238E27FC236}">
                <a16:creationId xmlns:a16="http://schemas.microsoft.com/office/drawing/2014/main" id="{8EB3ADE2-509E-42DA-9C1C-46B79506770E}"/>
              </a:ext>
            </a:extLst>
          </p:cNvPr>
          <p:cNvSpPr>
            <a:spLocks/>
          </p:cNvSpPr>
          <p:nvPr/>
        </p:nvSpPr>
        <p:spPr>
          <a:xfrm>
            <a:off x="8947734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6641">
            <a:extLst>
              <a:ext uri="{FF2B5EF4-FFF2-40B4-BE49-F238E27FC236}">
                <a16:creationId xmlns:a16="http://schemas.microsoft.com/office/drawing/2014/main" id="{BA386964-96BD-4002-94C7-3DD89AF0B7E9}"/>
              </a:ext>
            </a:extLst>
          </p:cNvPr>
          <p:cNvSpPr>
            <a:spLocks/>
          </p:cNvSpPr>
          <p:nvPr/>
        </p:nvSpPr>
        <p:spPr>
          <a:xfrm>
            <a:off x="8985158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6642">
            <a:extLst>
              <a:ext uri="{FF2B5EF4-FFF2-40B4-BE49-F238E27FC236}">
                <a16:creationId xmlns:a16="http://schemas.microsoft.com/office/drawing/2014/main" id="{AB58296C-2964-4D15-964A-8035CFE5FEF5}"/>
              </a:ext>
            </a:extLst>
          </p:cNvPr>
          <p:cNvSpPr>
            <a:spLocks/>
          </p:cNvSpPr>
          <p:nvPr/>
        </p:nvSpPr>
        <p:spPr>
          <a:xfrm>
            <a:off x="8961397" y="181356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6643">
            <a:extLst>
              <a:ext uri="{FF2B5EF4-FFF2-40B4-BE49-F238E27FC236}">
                <a16:creationId xmlns:a16="http://schemas.microsoft.com/office/drawing/2014/main" id="{7381869B-8D91-4520-8418-56C3AFD90908}"/>
              </a:ext>
            </a:extLst>
          </p:cNvPr>
          <p:cNvSpPr>
            <a:spLocks/>
          </p:cNvSpPr>
          <p:nvPr/>
        </p:nvSpPr>
        <p:spPr>
          <a:xfrm>
            <a:off x="9005678" y="36254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6644">
            <a:extLst>
              <a:ext uri="{FF2B5EF4-FFF2-40B4-BE49-F238E27FC236}">
                <a16:creationId xmlns:a16="http://schemas.microsoft.com/office/drawing/2014/main" id="{57018CEE-A49A-4248-AD3A-03CBC464E61F}"/>
              </a:ext>
            </a:extLst>
          </p:cNvPr>
          <p:cNvSpPr>
            <a:spLocks/>
          </p:cNvSpPr>
          <p:nvPr/>
        </p:nvSpPr>
        <p:spPr>
          <a:xfrm>
            <a:off x="9014635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6645">
            <a:extLst>
              <a:ext uri="{FF2B5EF4-FFF2-40B4-BE49-F238E27FC236}">
                <a16:creationId xmlns:a16="http://schemas.microsoft.com/office/drawing/2014/main" id="{19105A96-8EB9-4150-A072-38AC1C1D6B8D}"/>
              </a:ext>
            </a:extLst>
          </p:cNvPr>
          <p:cNvSpPr>
            <a:spLocks/>
          </p:cNvSpPr>
          <p:nvPr/>
        </p:nvSpPr>
        <p:spPr>
          <a:xfrm>
            <a:off x="9035144" y="363329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6646">
            <a:extLst>
              <a:ext uri="{FF2B5EF4-FFF2-40B4-BE49-F238E27FC236}">
                <a16:creationId xmlns:a16="http://schemas.microsoft.com/office/drawing/2014/main" id="{FBE5FFDF-0CE4-4517-9120-5E3D817DE30E}"/>
              </a:ext>
            </a:extLst>
          </p:cNvPr>
          <p:cNvSpPr>
            <a:spLocks/>
          </p:cNvSpPr>
          <p:nvPr/>
        </p:nvSpPr>
        <p:spPr>
          <a:xfrm>
            <a:off x="5724170" y="1722120"/>
            <a:ext cx="191" cy="1928910"/>
          </a:xfrm>
          <a:custGeom>
            <a:avLst/>
            <a:gdLst/>
            <a:ahLst/>
            <a:cxnLst/>
            <a:rect l="0" t="0" r="0" b="0"/>
            <a:pathLst>
              <a:path w="191" h="1928910">
                <a:moveTo>
                  <a:pt x="0" y="1928910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896" name="data_6647">
            <a:extLst>
              <a:ext uri="{FF2B5EF4-FFF2-40B4-BE49-F238E27FC236}">
                <a16:creationId xmlns:a16="http://schemas.microsoft.com/office/drawing/2014/main" id="{BF175AE9-E77F-46A6-BEAD-3A3BC89B17E5}"/>
              </a:ext>
            </a:extLst>
          </p:cNvPr>
          <p:cNvSpPr>
            <a:spLocks/>
          </p:cNvSpPr>
          <p:nvPr/>
        </p:nvSpPr>
        <p:spPr>
          <a:xfrm>
            <a:off x="5724170" y="3651030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897" name="text_6648">
            <a:extLst>
              <a:ext uri="{FF2B5EF4-FFF2-40B4-BE49-F238E27FC236}">
                <a16:creationId xmlns:a16="http://schemas.microsoft.com/office/drawing/2014/main" id="{622C930B-A563-444C-9B60-4031B3A5E2B6}"/>
              </a:ext>
            </a:extLst>
          </p:cNvPr>
          <p:cNvSpPr>
            <a:spLocks/>
          </p:cNvSpPr>
          <p:nvPr/>
        </p:nvSpPr>
        <p:spPr>
          <a:xfrm>
            <a:off x="5245341" y="140871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3898" name="text_6649">
            <a:extLst>
              <a:ext uri="{FF2B5EF4-FFF2-40B4-BE49-F238E27FC236}">
                <a16:creationId xmlns:a16="http://schemas.microsoft.com/office/drawing/2014/main" id="{494E5C38-EEA2-4971-8352-9C0A5FEE92FD}"/>
              </a:ext>
            </a:extLst>
          </p:cNvPr>
          <p:cNvSpPr>
            <a:spLocks/>
          </p:cNvSpPr>
          <p:nvPr/>
        </p:nvSpPr>
        <p:spPr>
          <a:xfrm>
            <a:off x="5724170" y="1431293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3899" name="data_6650">
            <a:extLst>
              <a:ext uri="{FF2B5EF4-FFF2-40B4-BE49-F238E27FC236}">
                <a16:creationId xmlns:a16="http://schemas.microsoft.com/office/drawing/2014/main" id="{D15D634B-6736-4ACF-81DE-543CFD3F544A}"/>
              </a:ext>
            </a:extLst>
          </p:cNvPr>
          <p:cNvSpPr>
            <a:spLocks/>
          </p:cNvSpPr>
          <p:nvPr/>
        </p:nvSpPr>
        <p:spPr>
          <a:xfrm>
            <a:off x="5866961" y="3622510"/>
            <a:ext cx="191" cy="28520"/>
          </a:xfrm>
          <a:custGeom>
            <a:avLst/>
            <a:gdLst/>
            <a:ahLst/>
            <a:cxnLst/>
            <a:rect l="0" t="0" r="0" b="0"/>
            <a:pathLst>
              <a:path w="191" h="28520">
                <a:moveTo>
                  <a:pt x="0" y="2852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3900" name="data_6651">
            <a:extLst>
              <a:ext uri="{FF2B5EF4-FFF2-40B4-BE49-F238E27FC236}">
                <a16:creationId xmlns:a16="http://schemas.microsoft.com/office/drawing/2014/main" id="{FF8766ED-E56A-4639-A0B6-19B5B1B1C9BA}"/>
              </a:ext>
            </a:extLst>
          </p:cNvPr>
          <p:cNvSpPr>
            <a:spLocks/>
          </p:cNvSpPr>
          <p:nvPr/>
        </p:nvSpPr>
        <p:spPr>
          <a:xfrm>
            <a:off x="6086639" y="1831304"/>
            <a:ext cx="191" cy="1213151"/>
          </a:xfrm>
          <a:custGeom>
            <a:avLst/>
            <a:gdLst/>
            <a:ahLst/>
            <a:cxnLst/>
            <a:rect l="0" t="0" r="0" b="0"/>
            <a:pathLst>
              <a:path w="191" h="1213151">
                <a:moveTo>
                  <a:pt x="0" y="12131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3901" name="data_6652">
            <a:extLst>
              <a:ext uri="{FF2B5EF4-FFF2-40B4-BE49-F238E27FC236}">
                <a16:creationId xmlns:a16="http://schemas.microsoft.com/office/drawing/2014/main" id="{408D941E-0B1B-4B83-A017-B7A99D50A7A3}"/>
              </a:ext>
            </a:extLst>
          </p:cNvPr>
          <p:cNvSpPr>
            <a:spLocks/>
          </p:cNvSpPr>
          <p:nvPr/>
        </p:nvSpPr>
        <p:spPr>
          <a:xfrm>
            <a:off x="6306316" y="1831304"/>
            <a:ext cx="191" cy="705144"/>
          </a:xfrm>
          <a:custGeom>
            <a:avLst/>
            <a:gdLst/>
            <a:ahLst/>
            <a:cxnLst/>
            <a:rect l="0" t="0" r="0" b="0"/>
            <a:pathLst>
              <a:path w="191" h="705144">
                <a:moveTo>
                  <a:pt x="0" y="70514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3902" name="data_6653">
            <a:extLst>
              <a:ext uri="{FF2B5EF4-FFF2-40B4-BE49-F238E27FC236}">
                <a16:creationId xmlns:a16="http://schemas.microsoft.com/office/drawing/2014/main" id="{87776AF4-63EC-43E3-8962-FFED80791DAE}"/>
              </a:ext>
            </a:extLst>
          </p:cNvPr>
          <p:cNvSpPr>
            <a:spLocks/>
          </p:cNvSpPr>
          <p:nvPr/>
        </p:nvSpPr>
        <p:spPr>
          <a:xfrm>
            <a:off x="6767640" y="2741167"/>
            <a:ext cx="191" cy="909863"/>
          </a:xfrm>
          <a:custGeom>
            <a:avLst/>
            <a:gdLst/>
            <a:ahLst/>
            <a:cxnLst/>
            <a:rect l="0" t="0" r="0" b="0"/>
            <a:pathLst>
              <a:path w="191" h="909863">
                <a:moveTo>
                  <a:pt x="0" y="90986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3903" name="data_6654">
            <a:extLst>
              <a:ext uri="{FF2B5EF4-FFF2-40B4-BE49-F238E27FC236}">
                <a16:creationId xmlns:a16="http://schemas.microsoft.com/office/drawing/2014/main" id="{26B814F0-07C8-4985-B311-6681A9E57EF7}"/>
              </a:ext>
            </a:extLst>
          </p:cNvPr>
          <p:cNvSpPr>
            <a:spLocks/>
          </p:cNvSpPr>
          <p:nvPr/>
        </p:nvSpPr>
        <p:spPr>
          <a:xfrm>
            <a:off x="6987318" y="1831304"/>
            <a:ext cx="191" cy="1286807"/>
          </a:xfrm>
          <a:custGeom>
            <a:avLst/>
            <a:gdLst/>
            <a:ahLst/>
            <a:cxnLst/>
            <a:rect l="0" t="0" r="0" b="0"/>
            <a:pathLst>
              <a:path w="191" h="1286807">
                <a:moveTo>
                  <a:pt x="0" y="128680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3904" name="data_6655">
            <a:extLst>
              <a:ext uri="{FF2B5EF4-FFF2-40B4-BE49-F238E27FC236}">
                <a16:creationId xmlns:a16="http://schemas.microsoft.com/office/drawing/2014/main" id="{4037E5A2-E6EB-4856-8956-80703386C929}"/>
              </a:ext>
            </a:extLst>
          </p:cNvPr>
          <p:cNvSpPr>
            <a:spLocks/>
          </p:cNvSpPr>
          <p:nvPr/>
        </p:nvSpPr>
        <p:spPr>
          <a:xfrm>
            <a:off x="7206995" y="1831304"/>
            <a:ext cx="191" cy="909863"/>
          </a:xfrm>
          <a:custGeom>
            <a:avLst/>
            <a:gdLst/>
            <a:ahLst/>
            <a:cxnLst/>
            <a:rect l="0" t="0" r="0" b="0"/>
            <a:pathLst>
              <a:path w="191" h="909863">
                <a:moveTo>
                  <a:pt x="0" y="90986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3905" name="data_6656">
            <a:extLst>
              <a:ext uri="{FF2B5EF4-FFF2-40B4-BE49-F238E27FC236}">
                <a16:creationId xmlns:a16="http://schemas.microsoft.com/office/drawing/2014/main" id="{D160CE23-BF88-42C6-8607-E6D7945669AF}"/>
              </a:ext>
            </a:extLst>
          </p:cNvPr>
          <p:cNvSpPr>
            <a:spLocks/>
          </p:cNvSpPr>
          <p:nvPr/>
        </p:nvSpPr>
        <p:spPr>
          <a:xfrm>
            <a:off x="7668319" y="3637496"/>
            <a:ext cx="191" cy="13534"/>
          </a:xfrm>
          <a:custGeom>
            <a:avLst/>
            <a:gdLst/>
            <a:ahLst/>
            <a:cxnLst/>
            <a:rect l="0" t="0" r="0" b="0"/>
            <a:pathLst>
              <a:path w="191" h="13534">
                <a:moveTo>
                  <a:pt x="0" y="1353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3906" name="data_6657">
            <a:extLst>
              <a:ext uri="{FF2B5EF4-FFF2-40B4-BE49-F238E27FC236}">
                <a16:creationId xmlns:a16="http://schemas.microsoft.com/office/drawing/2014/main" id="{BAFC3039-03D3-4C10-8E01-D7472A883B89}"/>
              </a:ext>
            </a:extLst>
          </p:cNvPr>
          <p:cNvSpPr>
            <a:spLocks/>
          </p:cNvSpPr>
          <p:nvPr/>
        </p:nvSpPr>
        <p:spPr>
          <a:xfrm>
            <a:off x="7887996" y="1865002"/>
            <a:ext cx="191" cy="1482740"/>
          </a:xfrm>
          <a:custGeom>
            <a:avLst/>
            <a:gdLst/>
            <a:ahLst/>
            <a:cxnLst/>
            <a:rect l="0" t="0" r="0" b="0"/>
            <a:pathLst>
              <a:path w="191" h="1482740">
                <a:moveTo>
                  <a:pt x="0" y="148274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3907" name="data_6658">
            <a:extLst>
              <a:ext uri="{FF2B5EF4-FFF2-40B4-BE49-F238E27FC236}">
                <a16:creationId xmlns:a16="http://schemas.microsoft.com/office/drawing/2014/main" id="{8204317B-0F06-4DE9-9750-26A233DB0431}"/>
              </a:ext>
            </a:extLst>
          </p:cNvPr>
          <p:cNvSpPr>
            <a:spLocks/>
          </p:cNvSpPr>
          <p:nvPr/>
        </p:nvSpPr>
        <p:spPr>
          <a:xfrm>
            <a:off x="8107674" y="1831304"/>
            <a:ext cx="191" cy="1213151"/>
          </a:xfrm>
          <a:custGeom>
            <a:avLst/>
            <a:gdLst/>
            <a:ahLst/>
            <a:cxnLst/>
            <a:rect l="0" t="0" r="0" b="0"/>
            <a:pathLst>
              <a:path w="191" h="1213151">
                <a:moveTo>
                  <a:pt x="0" y="12131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3908" name="data_6659">
            <a:extLst>
              <a:ext uri="{FF2B5EF4-FFF2-40B4-BE49-F238E27FC236}">
                <a16:creationId xmlns:a16="http://schemas.microsoft.com/office/drawing/2014/main" id="{2B82013D-BA92-4C99-9728-145A735A2D4E}"/>
              </a:ext>
            </a:extLst>
          </p:cNvPr>
          <p:cNvSpPr>
            <a:spLocks/>
          </p:cNvSpPr>
          <p:nvPr/>
        </p:nvSpPr>
        <p:spPr>
          <a:xfrm>
            <a:off x="8568998" y="3196099"/>
            <a:ext cx="191" cy="454932"/>
          </a:xfrm>
          <a:custGeom>
            <a:avLst/>
            <a:gdLst/>
            <a:ahLst/>
            <a:cxnLst/>
            <a:rect l="0" t="0" r="0" b="0"/>
            <a:pathLst>
              <a:path w="191" h="454932">
                <a:moveTo>
                  <a:pt x="0" y="454932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3909" name="data_6660">
            <a:extLst>
              <a:ext uri="{FF2B5EF4-FFF2-40B4-BE49-F238E27FC236}">
                <a16:creationId xmlns:a16="http://schemas.microsoft.com/office/drawing/2014/main" id="{DF78B7F8-46E1-4885-8488-BBA28B9E4B7E}"/>
              </a:ext>
            </a:extLst>
          </p:cNvPr>
          <p:cNvSpPr>
            <a:spLocks/>
          </p:cNvSpPr>
          <p:nvPr/>
        </p:nvSpPr>
        <p:spPr>
          <a:xfrm>
            <a:off x="8788675" y="1831304"/>
            <a:ext cx="191" cy="1588650"/>
          </a:xfrm>
          <a:custGeom>
            <a:avLst/>
            <a:gdLst/>
            <a:ahLst/>
            <a:cxnLst/>
            <a:rect l="0" t="0" r="0" b="0"/>
            <a:pathLst>
              <a:path w="191" h="1588650">
                <a:moveTo>
                  <a:pt x="0" y="158865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3910" name="data_6661">
            <a:extLst>
              <a:ext uri="{FF2B5EF4-FFF2-40B4-BE49-F238E27FC236}">
                <a16:creationId xmlns:a16="http://schemas.microsoft.com/office/drawing/2014/main" id="{2483C394-3F4C-42E7-9FAF-8BECF75B630A}"/>
              </a:ext>
            </a:extLst>
          </p:cNvPr>
          <p:cNvSpPr>
            <a:spLocks/>
          </p:cNvSpPr>
          <p:nvPr/>
        </p:nvSpPr>
        <p:spPr>
          <a:xfrm>
            <a:off x="9008353" y="1831304"/>
            <a:ext cx="191" cy="1347298"/>
          </a:xfrm>
          <a:custGeom>
            <a:avLst/>
            <a:gdLst/>
            <a:ahLst/>
            <a:cxnLst/>
            <a:rect l="0" t="0" r="0" b="0"/>
            <a:pathLst>
              <a:path w="191" h="1347298">
                <a:moveTo>
                  <a:pt x="0" y="134729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3911" name="data_6662">
            <a:extLst>
              <a:ext uri="{FF2B5EF4-FFF2-40B4-BE49-F238E27FC236}">
                <a16:creationId xmlns:a16="http://schemas.microsoft.com/office/drawing/2014/main" id="{596DD662-4A1B-4216-9C8D-53D48CF6B9FE}"/>
              </a:ext>
            </a:extLst>
          </p:cNvPr>
          <p:cNvSpPr>
            <a:spLocks/>
          </p:cNvSpPr>
          <p:nvPr/>
        </p:nvSpPr>
        <p:spPr>
          <a:xfrm>
            <a:off x="5831492" y="361239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3912" name="data_6663">
            <a:extLst>
              <a:ext uri="{FF2B5EF4-FFF2-40B4-BE49-F238E27FC236}">
                <a16:creationId xmlns:a16="http://schemas.microsoft.com/office/drawing/2014/main" id="{779C853B-0CF5-4B49-A549-9A8A743D27BC}"/>
              </a:ext>
            </a:extLst>
          </p:cNvPr>
          <p:cNvSpPr>
            <a:spLocks/>
          </p:cNvSpPr>
          <p:nvPr/>
        </p:nvSpPr>
        <p:spPr>
          <a:xfrm>
            <a:off x="6051170" y="240241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3913" name="data_6664">
            <a:extLst>
              <a:ext uri="{FF2B5EF4-FFF2-40B4-BE49-F238E27FC236}">
                <a16:creationId xmlns:a16="http://schemas.microsoft.com/office/drawing/2014/main" id="{7FB2CB1B-5A89-412E-8006-7EC28ABCEED7}"/>
              </a:ext>
            </a:extLst>
          </p:cNvPr>
          <p:cNvSpPr>
            <a:spLocks/>
          </p:cNvSpPr>
          <p:nvPr/>
        </p:nvSpPr>
        <p:spPr>
          <a:xfrm>
            <a:off x="6270848" y="179583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3914" name="data_6665">
            <a:extLst>
              <a:ext uri="{FF2B5EF4-FFF2-40B4-BE49-F238E27FC236}">
                <a16:creationId xmlns:a16="http://schemas.microsoft.com/office/drawing/2014/main" id="{2B11A8CF-0575-4AAF-8CA8-0158D15E3ABA}"/>
              </a:ext>
            </a:extLst>
          </p:cNvPr>
          <p:cNvSpPr>
            <a:spLocks/>
          </p:cNvSpPr>
          <p:nvPr/>
        </p:nvSpPr>
        <p:spPr>
          <a:xfrm>
            <a:off x="6732171" y="3355601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3915" name="data_6666">
            <a:extLst>
              <a:ext uri="{FF2B5EF4-FFF2-40B4-BE49-F238E27FC236}">
                <a16:creationId xmlns:a16="http://schemas.microsoft.com/office/drawing/2014/main" id="{FF2EEA80-BC79-4176-AFFE-7E6B24C11FBD}"/>
              </a:ext>
            </a:extLst>
          </p:cNvPr>
          <p:cNvSpPr>
            <a:spLocks/>
          </p:cNvSpPr>
          <p:nvPr/>
        </p:nvSpPr>
        <p:spPr>
          <a:xfrm>
            <a:off x="6951849" y="240241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3916" name="data_6667">
            <a:extLst>
              <a:ext uri="{FF2B5EF4-FFF2-40B4-BE49-F238E27FC236}">
                <a16:creationId xmlns:a16="http://schemas.microsoft.com/office/drawing/2014/main" id="{5CDC8080-5290-43EE-AED0-68F61D5E40B5}"/>
              </a:ext>
            </a:extLst>
          </p:cNvPr>
          <p:cNvSpPr>
            <a:spLocks/>
          </p:cNvSpPr>
          <p:nvPr/>
        </p:nvSpPr>
        <p:spPr>
          <a:xfrm>
            <a:off x="7171527" y="219142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3917" name="data_6668">
            <a:extLst>
              <a:ext uri="{FF2B5EF4-FFF2-40B4-BE49-F238E27FC236}">
                <a16:creationId xmlns:a16="http://schemas.microsoft.com/office/drawing/2014/main" id="{A881FC0C-2EF5-4EBB-948F-96C45533C758}"/>
              </a:ext>
            </a:extLst>
          </p:cNvPr>
          <p:cNvSpPr>
            <a:spLocks/>
          </p:cNvSpPr>
          <p:nvPr/>
        </p:nvSpPr>
        <p:spPr>
          <a:xfrm>
            <a:off x="7632850" y="361556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3918" name="data_6669">
            <a:extLst>
              <a:ext uri="{FF2B5EF4-FFF2-40B4-BE49-F238E27FC236}">
                <a16:creationId xmlns:a16="http://schemas.microsoft.com/office/drawing/2014/main" id="{83BC91A9-D7EB-4B41-A491-C190DE7F7888}"/>
              </a:ext>
            </a:extLst>
          </p:cNvPr>
          <p:cNvSpPr>
            <a:spLocks/>
          </p:cNvSpPr>
          <p:nvPr/>
        </p:nvSpPr>
        <p:spPr>
          <a:xfrm>
            <a:off x="7852528" y="270569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3919" name="data_6670">
            <a:extLst>
              <a:ext uri="{FF2B5EF4-FFF2-40B4-BE49-F238E27FC236}">
                <a16:creationId xmlns:a16="http://schemas.microsoft.com/office/drawing/2014/main" id="{40117623-A035-4D94-AD19-82D8D8563A38}"/>
              </a:ext>
            </a:extLst>
          </p:cNvPr>
          <p:cNvSpPr>
            <a:spLocks/>
          </p:cNvSpPr>
          <p:nvPr/>
        </p:nvSpPr>
        <p:spPr>
          <a:xfrm>
            <a:off x="8072205" y="23590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3920" name="data_6671">
            <a:extLst>
              <a:ext uri="{FF2B5EF4-FFF2-40B4-BE49-F238E27FC236}">
                <a16:creationId xmlns:a16="http://schemas.microsoft.com/office/drawing/2014/main" id="{596852A8-52CC-4CE3-87E5-090960791770}"/>
              </a:ext>
            </a:extLst>
          </p:cNvPr>
          <p:cNvSpPr>
            <a:spLocks/>
          </p:cNvSpPr>
          <p:nvPr/>
        </p:nvSpPr>
        <p:spPr>
          <a:xfrm>
            <a:off x="8533529" y="361556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3921" name="data_6672">
            <a:extLst>
              <a:ext uri="{FF2B5EF4-FFF2-40B4-BE49-F238E27FC236}">
                <a16:creationId xmlns:a16="http://schemas.microsoft.com/office/drawing/2014/main" id="{DA588316-16A6-4B30-98C7-96CDBF368EC4}"/>
              </a:ext>
            </a:extLst>
          </p:cNvPr>
          <p:cNvSpPr>
            <a:spLocks/>
          </p:cNvSpPr>
          <p:nvPr/>
        </p:nvSpPr>
        <p:spPr>
          <a:xfrm>
            <a:off x="8753207" y="270569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3922" name="data_6673">
            <a:extLst>
              <a:ext uri="{FF2B5EF4-FFF2-40B4-BE49-F238E27FC236}">
                <a16:creationId xmlns:a16="http://schemas.microsoft.com/office/drawing/2014/main" id="{49E3E56A-2322-40C4-80F6-E8391279F8D0}"/>
              </a:ext>
            </a:extLst>
          </p:cNvPr>
          <p:cNvSpPr>
            <a:spLocks/>
          </p:cNvSpPr>
          <p:nvPr/>
        </p:nvSpPr>
        <p:spPr>
          <a:xfrm>
            <a:off x="8972884" y="240241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3923" name="data_6674">
            <a:extLst>
              <a:ext uri="{FF2B5EF4-FFF2-40B4-BE49-F238E27FC236}">
                <a16:creationId xmlns:a16="http://schemas.microsoft.com/office/drawing/2014/main" id="{54457CCB-366E-45D2-90F7-625D242A9D39}"/>
              </a:ext>
            </a:extLst>
          </p:cNvPr>
          <p:cNvSpPr>
            <a:spLocks/>
          </p:cNvSpPr>
          <p:nvPr/>
        </p:nvSpPr>
        <p:spPr>
          <a:xfrm>
            <a:off x="1097756" y="5001268"/>
            <a:ext cx="3426973" cy="1928911"/>
          </a:xfrm>
          <a:custGeom>
            <a:avLst/>
            <a:gdLst/>
            <a:ahLst/>
            <a:cxnLst/>
            <a:rect l="0" t="0" r="0" b="0"/>
            <a:pathLst>
              <a:path w="3426973" h="1928911">
                <a:moveTo>
                  <a:pt x="0" y="1928911"/>
                </a:moveTo>
                <a:lnTo>
                  <a:pt x="3426973" y="1928911"/>
                </a:lnTo>
                <a:lnTo>
                  <a:pt x="3426973" y="0"/>
                </a:lnTo>
                <a:lnTo>
                  <a:pt x="0" y="0"/>
                </a:lnTo>
                <a:lnTo>
                  <a:pt x="0" y="192891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24" name="data_6675">
            <a:extLst>
              <a:ext uri="{FF2B5EF4-FFF2-40B4-BE49-F238E27FC236}">
                <a16:creationId xmlns:a16="http://schemas.microsoft.com/office/drawing/2014/main" id="{7C3E22F2-A27D-4CDB-8FAE-A4DD2AFC4FB2}"/>
              </a:ext>
            </a:extLst>
          </p:cNvPr>
          <p:cNvSpPr>
            <a:spLocks/>
          </p:cNvSpPr>
          <p:nvPr/>
        </p:nvSpPr>
        <p:spPr>
          <a:xfrm>
            <a:off x="1668918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25" name="text_6676">
            <a:extLst>
              <a:ext uri="{FF2B5EF4-FFF2-40B4-BE49-F238E27FC236}">
                <a16:creationId xmlns:a16="http://schemas.microsoft.com/office/drawing/2014/main" id="{4487BE78-C0B7-4A0F-940D-30D05963C1CE}"/>
              </a:ext>
            </a:extLst>
          </p:cNvPr>
          <p:cNvSpPr>
            <a:spLocks/>
          </p:cNvSpPr>
          <p:nvPr/>
        </p:nvSpPr>
        <p:spPr>
          <a:xfrm>
            <a:off x="1429643" y="7066895"/>
            <a:ext cx="48744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</a:t>
            </a:r>
          </a:p>
        </p:txBody>
      </p:sp>
      <p:sp>
        <p:nvSpPr>
          <p:cNvPr id="3926" name="text_6677">
            <a:extLst>
              <a:ext uri="{FF2B5EF4-FFF2-40B4-BE49-F238E27FC236}">
                <a16:creationId xmlns:a16="http://schemas.microsoft.com/office/drawing/2014/main" id="{26114483-5BDF-4B6C-808C-D9767173CE24}"/>
              </a:ext>
            </a:extLst>
          </p:cNvPr>
          <p:cNvSpPr>
            <a:spLocks/>
          </p:cNvSpPr>
          <p:nvPr/>
        </p:nvSpPr>
        <p:spPr>
          <a:xfrm>
            <a:off x="1556224" y="7193817"/>
            <a:ext cx="23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Dice</a:t>
            </a:r>
          </a:p>
        </p:txBody>
      </p:sp>
      <p:sp>
        <p:nvSpPr>
          <p:cNvPr id="3927" name="data_6678">
            <a:extLst>
              <a:ext uri="{FF2B5EF4-FFF2-40B4-BE49-F238E27FC236}">
                <a16:creationId xmlns:a16="http://schemas.microsoft.com/office/drawing/2014/main" id="{D75A8C40-DD4A-42EA-B227-E0C22C2545E7}"/>
              </a:ext>
            </a:extLst>
          </p:cNvPr>
          <p:cNvSpPr>
            <a:spLocks/>
          </p:cNvSpPr>
          <p:nvPr/>
        </p:nvSpPr>
        <p:spPr>
          <a:xfrm>
            <a:off x="2811243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28" name="text_6679">
            <a:extLst>
              <a:ext uri="{FF2B5EF4-FFF2-40B4-BE49-F238E27FC236}">
                <a16:creationId xmlns:a16="http://schemas.microsoft.com/office/drawing/2014/main" id="{BD4AE009-FDDB-4387-B5AC-D69B826E4D7E}"/>
              </a:ext>
            </a:extLst>
          </p:cNvPr>
          <p:cNvSpPr>
            <a:spLocks/>
          </p:cNvSpPr>
          <p:nvPr/>
        </p:nvSpPr>
        <p:spPr>
          <a:xfrm>
            <a:off x="2451143" y="7066895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929" name="text_6680">
            <a:extLst>
              <a:ext uri="{FF2B5EF4-FFF2-40B4-BE49-F238E27FC236}">
                <a16:creationId xmlns:a16="http://schemas.microsoft.com/office/drawing/2014/main" id="{39E40259-9689-40F1-93C0-33544C03319F}"/>
              </a:ext>
            </a:extLst>
          </p:cNvPr>
          <p:cNvSpPr>
            <a:spLocks/>
          </p:cNvSpPr>
          <p:nvPr/>
        </p:nvSpPr>
        <p:spPr>
          <a:xfrm>
            <a:off x="2519476" y="7192604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3930" name="text_6681">
            <a:extLst>
              <a:ext uri="{FF2B5EF4-FFF2-40B4-BE49-F238E27FC236}">
                <a16:creationId xmlns:a16="http://schemas.microsoft.com/office/drawing/2014/main" id="{B33C2921-E79D-44DE-A85F-C67FE51E53A9}"/>
              </a:ext>
            </a:extLst>
          </p:cNvPr>
          <p:cNvSpPr>
            <a:spLocks/>
          </p:cNvSpPr>
          <p:nvPr/>
        </p:nvSpPr>
        <p:spPr>
          <a:xfrm>
            <a:off x="2596342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3931" name="text_6682">
            <a:extLst>
              <a:ext uri="{FF2B5EF4-FFF2-40B4-BE49-F238E27FC236}">
                <a16:creationId xmlns:a16="http://schemas.microsoft.com/office/drawing/2014/main" id="{E08F027F-C3B4-43AE-A3A0-2E51B7F32554}"/>
              </a:ext>
            </a:extLst>
          </p:cNvPr>
          <p:cNvSpPr>
            <a:spLocks/>
          </p:cNvSpPr>
          <p:nvPr/>
        </p:nvSpPr>
        <p:spPr>
          <a:xfrm>
            <a:off x="2684908" y="7192604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932" name="text_6683">
            <a:extLst>
              <a:ext uri="{FF2B5EF4-FFF2-40B4-BE49-F238E27FC236}">
                <a16:creationId xmlns:a16="http://schemas.microsoft.com/office/drawing/2014/main" id="{ADD0F8CC-001A-4E16-B31A-B754F067D3E0}"/>
              </a:ext>
            </a:extLst>
          </p:cNvPr>
          <p:cNvSpPr>
            <a:spLocks/>
          </p:cNvSpPr>
          <p:nvPr/>
        </p:nvSpPr>
        <p:spPr>
          <a:xfrm>
            <a:off x="2772106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3933" name="text_6684">
            <a:extLst>
              <a:ext uri="{FF2B5EF4-FFF2-40B4-BE49-F238E27FC236}">
                <a16:creationId xmlns:a16="http://schemas.microsoft.com/office/drawing/2014/main" id="{00F69595-7B28-4D5D-87DA-AB93EA23FB98}"/>
              </a:ext>
            </a:extLst>
          </p:cNvPr>
          <p:cNvSpPr>
            <a:spLocks/>
          </p:cNvSpPr>
          <p:nvPr/>
        </p:nvSpPr>
        <p:spPr>
          <a:xfrm>
            <a:off x="2865402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3934" name="text_6685">
            <a:extLst>
              <a:ext uri="{FF2B5EF4-FFF2-40B4-BE49-F238E27FC236}">
                <a16:creationId xmlns:a16="http://schemas.microsoft.com/office/drawing/2014/main" id="{EF0FED23-F08B-46D4-925D-0E27BC643D52}"/>
              </a:ext>
            </a:extLst>
          </p:cNvPr>
          <p:cNvSpPr>
            <a:spLocks/>
          </p:cNvSpPr>
          <p:nvPr/>
        </p:nvSpPr>
        <p:spPr>
          <a:xfrm>
            <a:off x="2955627" y="7243814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935" name="text_6686">
            <a:extLst>
              <a:ext uri="{FF2B5EF4-FFF2-40B4-BE49-F238E27FC236}">
                <a16:creationId xmlns:a16="http://schemas.microsoft.com/office/drawing/2014/main" id="{CB4D322C-5670-4F6D-B82A-3A1C0CCA82A7}"/>
              </a:ext>
            </a:extLst>
          </p:cNvPr>
          <p:cNvSpPr>
            <a:spLocks/>
          </p:cNvSpPr>
          <p:nvPr/>
        </p:nvSpPr>
        <p:spPr>
          <a:xfrm>
            <a:off x="3012395" y="7243814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936" name="text_6687">
            <a:extLst>
              <a:ext uri="{FF2B5EF4-FFF2-40B4-BE49-F238E27FC236}">
                <a16:creationId xmlns:a16="http://schemas.microsoft.com/office/drawing/2014/main" id="{5D750624-FAA6-46E9-96FE-6900F95B4D5C}"/>
              </a:ext>
            </a:extLst>
          </p:cNvPr>
          <p:cNvSpPr>
            <a:spLocks/>
          </p:cNvSpPr>
          <p:nvPr/>
        </p:nvSpPr>
        <p:spPr>
          <a:xfrm>
            <a:off x="3040758" y="7243814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937" name="data_6688">
            <a:extLst>
              <a:ext uri="{FF2B5EF4-FFF2-40B4-BE49-F238E27FC236}">
                <a16:creationId xmlns:a16="http://schemas.microsoft.com/office/drawing/2014/main" id="{FC002705-E83E-4CB1-B4B3-049F4064637B}"/>
              </a:ext>
            </a:extLst>
          </p:cNvPr>
          <p:cNvSpPr>
            <a:spLocks/>
          </p:cNvSpPr>
          <p:nvPr/>
        </p:nvSpPr>
        <p:spPr>
          <a:xfrm>
            <a:off x="3953567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38" name="text_6689">
            <a:extLst>
              <a:ext uri="{FF2B5EF4-FFF2-40B4-BE49-F238E27FC236}">
                <a16:creationId xmlns:a16="http://schemas.microsoft.com/office/drawing/2014/main" id="{3DB2FAE7-0094-47C5-B750-4C2352C9907F}"/>
              </a:ext>
            </a:extLst>
          </p:cNvPr>
          <p:cNvSpPr>
            <a:spLocks/>
          </p:cNvSpPr>
          <p:nvPr/>
        </p:nvSpPr>
        <p:spPr>
          <a:xfrm>
            <a:off x="3593468" y="7066895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939" name="text_6690">
            <a:extLst>
              <a:ext uri="{FF2B5EF4-FFF2-40B4-BE49-F238E27FC236}">
                <a16:creationId xmlns:a16="http://schemas.microsoft.com/office/drawing/2014/main" id="{90E94BDF-A9D6-468E-AD66-978712D86CC3}"/>
              </a:ext>
            </a:extLst>
          </p:cNvPr>
          <p:cNvSpPr>
            <a:spLocks/>
          </p:cNvSpPr>
          <p:nvPr/>
        </p:nvSpPr>
        <p:spPr>
          <a:xfrm>
            <a:off x="3661801" y="7192604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3940" name="text_6691">
            <a:extLst>
              <a:ext uri="{FF2B5EF4-FFF2-40B4-BE49-F238E27FC236}">
                <a16:creationId xmlns:a16="http://schemas.microsoft.com/office/drawing/2014/main" id="{FBFD7626-F663-4A1E-9C3B-4E57C5BCF9A2}"/>
              </a:ext>
            </a:extLst>
          </p:cNvPr>
          <p:cNvSpPr>
            <a:spLocks/>
          </p:cNvSpPr>
          <p:nvPr/>
        </p:nvSpPr>
        <p:spPr>
          <a:xfrm>
            <a:off x="3738666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3941" name="text_6692">
            <a:extLst>
              <a:ext uri="{FF2B5EF4-FFF2-40B4-BE49-F238E27FC236}">
                <a16:creationId xmlns:a16="http://schemas.microsoft.com/office/drawing/2014/main" id="{8200C80F-EEDC-4A1C-AC31-20E3577600AA}"/>
              </a:ext>
            </a:extLst>
          </p:cNvPr>
          <p:cNvSpPr>
            <a:spLocks/>
          </p:cNvSpPr>
          <p:nvPr/>
        </p:nvSpPr>
        <p:spPr>
          <a:xfrm>
            <a:off x="3827233" y="7192604"/>
            <a:ext cx="940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942" name="text_6693">
            <a:extLst>
              <a:ext uri="{FF2B5EF4-FFF2-40B4-BE49-F238E27FC236}">
                <a16:creationId xmlns:a16="http://schemas.microsoft.com/office/drawing/2014/main" id="{01563BA4-2928-40E8-B11F-EC7CC77545A0}"/>
              </a:ext>
            </a:extLst>
          </p:cNvPr>
          <p:cNvSpPr>
            <a:spLocks/>
          </p:cNvSpPr>
          <p:nvPr/>
        </p:nvSpPr>
        <p:spPr>
          <a:xfrm>
            <a:off x="3914430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U</a:t>
            </a:r>
          </a:p>
        </p:txBody>
      </p:sp>
      <p:sp>
        <p:nvSpPr>
          <p:cNvPr id="3943" name="text_6694">
            <a:extLst>
              <a:ext uri="{FF2B5EF4-FFF2-40B4-BE49-F238E27FC236}">
                <a16:creationId xmlns:a16="http://schemas.microsoft.com/office/drawing/2014/main" id="{E730B3E6-BE6E-46F5-B797-A9C3D5ADD720}"/>
              </a:ext>
            </a:extLst>
          </p:cNvPr>
          <p:cNvSpPr>
            <a:spLocks/>
          </p:cNvSpPr>
          <p:nvPr/>
        </p:nvSpPr>
        <p:spPr>
          <a:xfrm>
            <a:off x="4007727" y="7192604"/>
            <a:ext cx="1010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3944" name="text_6695">
            <a:extLst>
              <a:ext uri="{FF2B5EF4-FFF2-40B4-BE49-F238E27FC236}">
                <a16:creationId xmlns:a16="http://schemas.microsoft.com/office/drawing/2014/main" id="{80E2FC5C-0070-44E4-ADBA-E2325E675043}"/>
              </a:ext>
            </a:extLst>
          </p:cNvPr>
          <p:cNvSpPr>
            <a:spLocks/>
          </p:cNvSpPr>
          <p:nvPr/>
        </p:nvSpPr>
        <p:spPr>
          <a:xfrm>
            <a:off x="4097951" y="7243814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945" name="text_6696">
            <a:extLst>
              <a:ext uri="{FF2B5EF4-FFF2-40B4-BE49-F238E27FC236}">
                <a16:creationId xmlns:a16="http://schemas.microsoft.com/office/drawing/2014/main" id="{554BB8ED-2027-4B37-908F-33F3C4993967}"/>
              </a:ext>
            </a:extLst>
          </p:cNvPr>
          <p:cNvSpPr>
            <a:spLocks/>
          </p:cNvSpPr>
          <p:nvPr/>
        </p:nvSpPr>
        <p:spPr>
          <a:xfrm>
            <a:off x="4154720" y="7243814"/>
            <a:ext cx="33715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946" name="text_6697">
            <a:extLst>
              <a:ext uri="{FF2B5EF4-FFF2-40B4-BE49-F238E27FC236}">
                <a16:creationId xmlns:a16="http://schemas.microsoft.com/office/drawing/2014/main" id="{731E2585-A284-40D3-BF69-430E08EFE0EE}"/>
              </a:ext>
            </a:extLst>
          </p:cNvPr>
          <p:cNvSpPr>
            <a:spLocks/>
          </p:cNvSpPr>
          <p:nvPr/>
        </p:nvSpPr>
        <p:spPr>
          <a:xfrm>
            <a:off x="4183082" y="7243814"/>
            <a:ext cx="58563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704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947" name="data_6698">
            <a:extLst>
              <a:ext uri="{FF2B5EF4-FFF2-40B4-BE49-F238E27FC236}">
                <a16:creationId xmlns:a16="http://schemas.microsoft.com/office/drawing/2014/main" id="{31184197-D363-4963-8EA7-495F3CFE7D45}"/>
              </a:ext>
            </a:extLst>
          </p:cNvPr>
          <p:cNvSpPr>
            <a:spLocks/>
          </p:cNvSpPr>
          <p:nvPr/>
        </p:nvSpPr>
        <p:spPr>
          <a:xfrm>
            <a:off x="1097756" y="6930178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948" name="data_6699">
            <a:extLst>
              <a:ext uri="{FF2B5EF4-FFF2-40B4-BE49-F238E27FC236}">
                <a16:creationId xmlns:a16="http://schemas.microsoft.com/office/drawing/2014/main" id="{09EA0B5C-D05C-4759-AF62-29EFE1F59D89}"/>
              </a:ext>
            </a:extLst>
          </p:cNvPr>
          <p:cNvSpPr>
            <a:spLocks/>
          </p:cNvSpPr>
          <p:nvPr/>
        </p:nvSpPr>
        <p:spPr>
          <a:xfrm>
            <a:off x="1053420" y="69301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49" name="text_6700">
            <a:extLst>
              <a:ext uri="{FF2B5EF4-FFF2-40B4-BE49-F238E27FC236}">
                <a16:creationId xmlns:a16="http://schemas.microsoft.com/office/drawing/2014/main" id="{46F29D7D-81F6-486F-A546-9133E76F5E3F}"/>
              </a:ext>
            </a:extLst>
          </p:cNvPr>
          <p:cNvSpPr>
            <a:spLocks/>
          </p:cNvSpPr>
          <p:nvPr/>
        </p:nvSpPr>
        <p:spPr>
          <a:xfrm>
            <a:off x="829697" y="687272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950" name="data_6701">
            <a:extLst>
              <a:ext uri="{FF2B5EF4-FFF2-40B4-BE49-F238E27FC236}">
                <a16:creationId xmlns:a16="http://schemas.microsoft.com/office/drawing/2014/main" id="{457C3D16-180E-422C-BD68-DA0F25F352C4}"/>
              </a:ext>
            </a:extLst>
          </p:cNvPr>
          <p:cNvSpPr>
            <a:spLocks/>
          </p:cNvSpPr>
          <p:nvPr/>
        </p:nvSpPr>
        <p:spPr>
          <a:xfrm>
            <a:off x="1097756" y="6020315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951" name="data_6702">
            <a:extLst>
              <a:ext uri="{FF2B5EF4-FFF2-40B4-BE49-F238E27FC236}">
                <a16:creationId xmlns:a16="http://schemas.microsoft.com/office/drawing/2014/main" id="{BC93E9DB-1D7B-4298-AAC5-B0D24EC01D41}"/>
              </a:ext>
            </a:extLst>
          </p:cNvPr>
          <p:cNvSpPr>
            <a:spLocks/>
          </p:cNvSpPr>
          <p:nvPr/>
        </p:nvSpPr>
        <p:spPr>
          <a:xfrm>
            <a:off x="1053420" y="6020315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52" name="text_6703">
            <a:extLst>
              <a:ext uri="{FF2B5EF4-FFF2-40B4-BE49-F238E27FC236}">
                <a16:creationId xmlns:a16="http://schemas.microsoft.com/office/drawing/2014/main" id="{407325D2-089B-4C96-B990-5CC85E482EFB}"/>
              </a:ext>
            </a:extLst>
          </p:cNvPr>
          <p:cNvSpPr>
            <a:spLocks/>
          </p:cNvSpPr>
          <p:nvPr/>
        </p:nvSpPr>
        <p:spPr>
          <a:xfrm>
            <a:off x="829697" y="596286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953" name="data_6704">
            <a:extLst>
              <a:ext uri="{FF2B5EF4-FFF2-40B4-BE49-F238E27FC236}">
                <a16:creationId xmlns:a16="http://schemas.microsoft.com/office/drawing/2014/main" id="{D7A49C7D-BD52-48F0-A66E-F159DD99C6B0}"/>
              </a:ext>
            </a:extLst>
          </p:cNvPr>
          <p:cNvSpPr>
            <a:spLocks/>
          </p:cNvSpPr>
          <p:nvPr/>
        </p:nvSpPr>
        <p:spPr>
          <a:xfrm>
            <a:off x="1097756" y="5110451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954" name="data_6705">
            <a:extLst>
              <a:ext uri="{FF2B5EF4-FFF2-40B4-BE49-F238E27FC236}">
                <a16:creationId xmlns:a16="http://schemas.microsoft.com/office/drawing/2014/main" id="{240B811B-E3DB-46EC-A111-C5215C676B0B}"/>
              </a:ext>
            </a:extLst>
          </p:cNvPr>
          <p:cNvSpPr>
            <a:spLocks/>
          </p:cNvSpPr>
          <p:nvPr/>
        </p:nvSpPr>
        <p:spPr>
          <a:xfrm>
            <a:off x="1053420" y="511045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955" name="text_6706">
            <a:extLst>
              <a:ext uri="{FF2B5EF4-FFF2-40B4-BE49-F238E27FC236}">
                <a16:creationId xmlns:a16="http://schemas.microsoft.com/office/drawing/2014/main" id="{2EA73C3E-57CD-4CEF-ACBB-049A834DB513}"/>
              </a:ext>
            </a:extLst>
          </p:cNvPr>
          <p:cNvSpPr>
            <a:spLocks/>
          </p:cNvSpPr>
          <p:nvPr/>
        </p:nvSpPr>
        <p:spPr>
          <a:xfrm>
            <a:off x="829697" y="505300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956" name="text_6707">
            <a:extLst>
              <a:ext uri="{FF2B5EF4-FFF2-40B4-BE49-F238E27FC236}">
                <a16:creationId xmlns:a16="http://schemas.microsoft.com/office/drawing/2014/main" id="{9417A17F-F06D-49D2-BD85-8794C64DC7DD}"/>
              </a:ext>
            </a:extLst>
          </p:cNvPr>
          <p:cNvSpPr>
            <a:spLocks/>
          </p:cNvSpPr>
          <p:nvPr/>
        </p:nvSpPr>
        <p:spPr>
          <a:xfrm rot="-5400000">
            <a:off x="560489" y="5881485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957" name="data_6708">
            <a:extLst>
              <a:ext uri="{FF2B5EF4-FFF2-40B4-BE49-F238E27FC236}">
                <a16:creationId xmlns:a16="http://schemas.microsoft.com/office/drawing/2014/main" id="{A98E8E63-23AB-4A9E-BAC7-DCE6E64AD751}"/>
              </a:ext>
            </a:extLst>
          </p:cNvPr>
          <p:cNvSpPr>
            <a:spLocks/>
          </p:cNvSpPr>
          <p:nvPr/>
        </p:nvSpPr>
        <p:spPr>
          <a:xfrm>
            <a:off x="1277672" y="6798056"/>
            <a:ext cx="234177" cy="132123"/>
          </a:xfrm>
          <a:custGeom>
            <a:avLst/>
            <a:gdLst/>
            <a:ahLst/>
            <a:cxnLst/>
            <a:rect l="0" t="0" r="0" b="0"/>
            <a:pathLst>
              <a:path w="234177" h="132123">
                <a:moveTo>
                  <a:pt x="0" y="132123"/>
                </a:moveTo>
                <a:lnTo>
                  <a:pt x="234177" y="132123"/>
                </a:lnTo>
                <a:lnTo>
                  <a:pt x="234177" y="0"/>
                </a:lnTo>
                <a:lnTo>
                  <a:pt x="0" y="0"/>
                </a:lnTo>
                <a:lnTo>
                  <a:pt x="0" y="1321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958" name="data_6709">
            <a:extLst>
              <a:ext uri="{FF2B5EF4-FFF2-40B4-BE49-F238E27FC236}">
                <a16:creationId xmlns:a16="http://schemas.microsoft.com/office/drawing/2014/main" id="{83CD2BE9-DEDF-4726-A2C2-6C9BFF0CC830}"/>
              </a:ext>
            </a:extLst>
          </p:cNvPr>
          <p:cNvSpPr>
            <a:spLocks/>
          </p:cNvSpPr>
          <p:nvPr/>
        </p:nvSpPr>
        <p:spPr>
          <a:xfrm>
            <a:off x="1551830" y="6053973"/>
            <a:ext cx="234177" cy="876205"/>
          </a:xfrm>
          <a:custGeom>
            <a:avLst/>
            <a:gdLst/>
            <a:ahLst/>
            <a:cxnLst/>
            <a:rect l="0" t="0" r="0" b="0"/>
            <a:pathLst>
              <a:path w="234177" h="876205">
                <a:moveTo>
                  <a:pt x="0" y="876205"/>
                </a:moveTo>
                <a:lnTo>
                  <a:pt x="234177" y="876205"/>
                </a:lnTo>
                <a:lnTo>
                  <a:pt x="234177" y="0"/>
                </a:lnTo>
                <a:lnTo>
                  <a:pt x="0" y="0"/>
                </a:lnTo>
                <a:lnTo>
                  <a:pt x="0" y="87620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59" name="data_6710">
            <a:extLst>
              <a:ext uri="{FF2B5EF4-FFF2-40B4-BE49-F238E27FC236}">
                <a16:creationId xmlns:a16="http://schemas.microsoft.com/office/drawing/2014/main" id="{FFC945A6-F57C-4AF0-9071-CA51372C822C}"/>
              </a:ext>
            </a:extLst>
          </p:cNvPr>
          <p:cNvSpPr>
            <a:spLocks/>
          </p:cNvSpPr>
          <p:nvPr/>
        </p:nvSpPr>
        <p:spPr>
          <a:xfrm>
            <a:off x="1825988" y="5881625"/>
            <a:ext cx="234177" cy="1048553"/>
          </a:xfrm>
          <a:custGeom>
            <a:avLst/>
            <a:gdLst/>
            <a:ahLst/>
            <a:cxnLst/>
            <a:rect l="0" t="0" r="0" b="0"/>
            <a:pathLst>
              <a:path w="234177" h="1048553">
                <a:moveTo>
                  <a:pt x="0" y="1048553"/>
                </a:moveTo>
                <a:lnTo>
                  <a:pt x="234177" y="1048553"/>
                </a:lnTo>
                <a:lnTo>
                  <a:pt x="234177" y="0"/>
                </a:lnTo>
                <a:lnTo>
                  <a:pt x="0" y="0"/>
                </a:lnTo>
                <a:lnTo>
                  <a:pt x="0" y="104855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960" name="data_6711">
            <a:extLst>
              <a:ext uri="{FF2B5EF4-FFF2-40B4-BE49-F238E27FC236}">
                <a16:creationId xmlns:a16="http://schemas.microsoft.com/office/drawing/2014/main" id="{7D727256-DB86-4E09-B559-184643A0CBC8}"/>
              </a:ext>
            </a:extLst>
          </p:cNvPr>
          <p:cNvSpPr>
            <a:spLocks/>
          </p:cNvSpPr>
          <p:nvPr/>
        </p:nvSpPr>
        <p:spPr>
          <a:xfrm>
            <a:off x="2419997" y="6089404"/>
            <a:ext cx="234177" cy="840775"/>
          </a:xfrm>
          <a:custGeom>
            <a:avLst/>
            <a:gdLst/>
            <a:ahLst/>
            <a:cxnLst/>
            <a:rect l="0" t="0" r="0" b="0"/>
            <a:pathLst>
              <a:path w="234177" h="840775">
                <a:moveTo>
                  <a:pt x="0" y="840775"/>
                </a:moveTo>
                <a:lnTo>
                  <a:pt x="234177" y="840775"/>
                </a:lnTo>
                <a:lnTo>
                  <a:pt x="234177" y="0"/>
                </a:lnTo>
                <a:lnTo>
                  <a:pt x="0" y="0"/>
                </a:lnTo>
                <a:lnTo>
                  <a:pt x="0" y="8407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961" name="data_6712">
            <a:extLst>
              <a:ext uri="{FF2B5EF4-FFF2-40B4-BE49-F238E27FC236}">
                <a16:creationId xmlns:a16="http://schemas.microsoft.com/office/drawing/2014/main" id="{455A3A76-8F32-4080-91D1-DD8A9A111F6C}"/>
              </a:ext>
            </a:extLst>
          </p:cNvPr>
          <p:cNvSpPr>
            <a:spLocks/>
          </p:cNvSpPr>
          <p:nvPr/>
        </p:nvSpPr>
        <p:spPr>
          <a:xfrm>
            <a:off x="2694155" y="5888175"/>
            <a:ext cx="234177" cy="1042004"/>
          </a:xfrm>
          <a:custGeom>
            <a:avLst/>
            <a:gdLst/>
            <a:ahLst/>
            <a:cxnLst/>
            <a:rect l="0" t="0" r="0" b="0"/>
            <a:pathLst>
              <a:path w="234177" h="1042004">
                <a:moveTo>
                  <a:pt x="0" y="1042004"/>
                </a:moveTo>
                <a:lnTo>
                  <a:pt x="234177" y="1042004"/>
                </a:lnTo>
                <a:lnTo>
                  <a:pt x="234177" y="0"/>
                </a:lnTo>
                <a:lnTo>
                  <a:pt x="0" y="0"/>
                </a:lnTo>
                <a:lnTo>
                  <a:pt x="0" y="104200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62" name="data_6713">
            <a:extLst>
              <a:ext uri="{FF2B5EF4-FFF2-40B4-BE49-F238E27FC236}">
                <a16:creationId xmlns:a16="http://schemas.microsoft.com/office/drawing/2014/main" id="{421D0729-01B4-48C8-AC56-EBA9CDD6517E}"/>
              </a:ext>
            </a:extLst>
          </p:cNvPr>
          <p:cNvSpPr>
            <a:spLocks/>
          </p:cNvSpPr>
          <p:nvPr/>
        </p:nvSpPr>
        <p:spPr>
          <a:xfrm>
            <a:off x="2968313" y="5654288"/>
            <a:ext cx="234177" cy="1275890"/>
          </a:xfrm>
          <a:custGeom>
            <a:avLst/>
            <a:gdLst/>
            <a:ahLst/>
            <a:cxnLst/>
            <a:rect l="0" t="0" r="0" b="0"/>
            <a:pathLst>
              <a:path w="234177" h="1275890">
                <a:moveTo>
                  <a:pt x="0" y="1275890"/>
                </a:moveTo>
                <a:lnTo>
                  <a:pt x="234177" y="1275890"/>
                </a:lnTo>
                <a:lnTo>
                  <a:pt x="234177" y="0"/>
                </a:lnTo>
                <a:lnTo>
                  <a:pt x="0" y="0"/>
                </a:lnTo>
                <a:lnTo>
                  <a:pt x="0" y="1275890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963" name="data_6714">
            <a:extLst>
              <a:ext uri="{FF2B5EF4-FFF2-40B4-BE49-F238E27FC236}">
                <a16:creationId xmlns:a16="http://schemas.microsoft.com/office/drawing/2014/main" id="{025C4E18-8FE9-45FD-BD00-662034613A9E}"/>
              </a:ext>
            </a:extLst>
          </p:cNvPr>
          <p:cNvSpPr>
            <a:spLocks/>
          </p:cNvSpPr>
          <p:nvPr/>
        </p:nvSpPr>
        <p:spPr>
          <a:xfrm>
            <a:off x="3562321" y="6396609"/>
            <a:ext cx="234177" cy="533570"/>
          </a:xfrm>
          <a:custGeom>
            <a:avLst/>
            <a:gdLst/>
            <a:ahLst/>
            <a:cxnLst/>
            <a:rect l="0" t="0" r="0" b="0"/>
            <a:pathLst>
              <a:path w="234177" h="533570">
                <a:moveTo>
                  <a:pt x="0" y="533570"/>
                </a:moveTo>
                <a:lnTo>
                  <a:pt x="234177" y="533570"/>
                </a:lnTo>
                <a:lnTo>
                  <a:pt x="234177" y="0"/>
                </a:lnTo>
                <a:lnTo>
                  <a:pt x="0" y="0"/>
                </a:lnTo>
                <a:lnTo>
                  <a:pt x="0" y="53357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964" name="data_6715">
            <a:extLst>
              <a:ext uri="{FF2B5EF4-FFF2-40B4-BE49-F238E27FC236}">
                <a16:creationId xmlns:a16="http://schemas.microsoft.com/office/drawing/2014/main" id="{147534B6-94C6-48D1-8208-975F5092B552}"/>
              </a:ext>
            </a:extLst>
          </p:cNvPr>
          <p:cNvSpPr>
            <a:spLocks/>
          </p:cNvSpPr>
          <p:nvPr/>
        </p:nvSpPr>
        <p:spPr>
          <a:xfrm>
            <a:off x="3836479" y="6021600"/>
            <a:ext cx="234177" cy="908578"/>
          </a:xfrm>
          <a:custGeom>
            <a:avLst/>
            <a:gdLst/>
            <a:ahLst/>
            <a:cxnLst/>
            <a:rect l="0" t="0" r="0" b="0"/>
            <a:pathLst>
              <a:path w="234177" h="908578">
                <a:moveTo>
                  <a:pt x="0" y="908578"/>
                </a:moveTo>
                <a:lnTo>
                  <a:pt x="234177" y="908578"/>
                </a:lnTo>
                <a:lnTo>
                  <a:pt x="234177" y="0"/>
                </a:lnTo>
                <a:lnTo>
                  <a:pt x="0" y="0"/>
                </a:lnTo>
                <a:lnTo>
                  <a:pt x="0" y="90857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65" name="data_6716">
            <a:extLst>
              <a:ext uri="{FF2B5EF4-FFF2-40B4-BE49-F238E27FC236}">
                <a16:creationId xmlns:a16="http://schemas.microsoft.com/office/drawing/2014/main" id="{EDD4A44A-3A61-4F28-B200-3C2DA72EA53F}"/>
              </a:ext>
            </a:extLst>
          </p:cNvPr>
          <p:cNvSpPr>
            <a:spLocks/>
          </p:cNvSpPr>
          <p:nvPr/>
        </p:nvSpPr>
        <p:spPr>
          <a:xfrm>
            <a:off x="4110637" y="5829502"/>
            <a:ext cx="234177" cy="1100676"/>
          </a:xfrm>
          <a:custGeom>
            <a:avLst/>
            <a:gdLst/>
            <a:ahLst/>
            <a:cxnLst/>
            <a:rect l="0" t="0" r="0" b="0"/>
            <a:pathLst>
              <a:path w="234177" h="1100676">
                <a:moveTo>
                  <a:pt x="0" y="1100676"/>
                </a:moveTo>
                <a:lnTo>
                  <a:pt x="234177" y="1100676"/>
                </a:lnTo>
                <a:lnTo>
                  <a:pt x="234177" y="0"/>
                </a:lnTo>
                <a:lnTo>
                  <a:pt x="0" y="0"/>
                </a:lnTo>
                <a:lnTo>
                  <a:pt x="0" y="1100676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966" name="data_6717">
            <a:extLst>
              <a:ext uri="{FF2B5EF4-FFF2-40B4-BE49-F238E27FC236}">
                <a16:creationId xmlns:a16="http://schemas.microsoft.com/office/drawing/2014/main" id="{3A0EE6D9-5383-49B4-9FA6-9589B6D9038D}"/>
              </a:ext>
            </a:extLst>
          </p:cNvPr>
          <p:cNvSpPr>
            <a:spLocks/>
          </p:cNvSpPr>
          <p:nvPr/>
        </p:nvSpPr>
        <p:spPr>
          <a:xfrm>
            <a:off x="1331554" y="690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7" name="data_6718">
            <a:extLst>
              <a:ext uri="{FF2B5EF4-FFF2-40B4-BE49-F238E27FC236}">
                <a16:creationId xmlns:a16="http://schemas.microsoft.com/office/drawing/2014/main" id="{19CE4D72-0196-4509-8CA0-14C0095BE10D}"/>
              </a:ext>
            </a:extLst>
          </p:cNvPr>
          <p:cNvSpPr>
            <a:spLocks/>
          </p:cNvSpPr>
          <p:nvPr/>
        </p:nvSpPr>
        <p:spPr>
          <a:xfrm>
            <a:off x="1406949" y="6862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8" name="data_6719">
            <a:extLst>
              <a:ext uri="{FF2B5EF4-FFF2-40B4-BE49-F238E27FC236}">
                <a16:creationId xmlns:a16="http://schemas.microsoft.com/office/drawing/2014/main" id="{CE4BD869-852D-4BE3-A0DB-B5C57E6D96B9}"/>
              </a:ext>
            </a:extLst>
          </p:cNvPr>
          <p:cNvSpPr>
            <a:spLocks/>
          </p:cNvSpPr>
          <p:nvPr/>
        </p:nvSpPr>
        <p:spPr>
          <a:xfrm>
            <a:off x="130229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9" name="data_6720">
            <a:extLst>
              <a:ext uri="{FF2B5EF4-FFF2-40B4-BE49-F238E27FC236}">
                <a16:creationId xmlns:a16="http://schemas.microsoft.com/office/drawing/2014/main" id="{4C130CC9-B6D3-4CCD-88C6-63FD708AA46D}"/>
              </a:ext>
            </a:extLst>
          </p:cNvPr>
          <p:cNvSpPr>
            <a:spLocks/>
          </p:cNvSpPr>
          <p:nvPr/>
        </p:nvSpPr>
        <p:spPr>
          <a:xfrm>
            <a:off x="1365819" y="68820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0" name="data_6721">
            <a:extLst>
              <a:ext uri="{FF2B5EF4-FFF2-40B4-BE49-F238E27FC236}">
                <a16:creationId xmlns:a16="http://schemas.microsoft.com/office/drawing/2014/main" id="{7EB89AAE-3471-4224-B118-71EBE4E9BFD5}"/>
              </a:ext>
            </a:extLst>
          </p:cNvPr>
          <p:cNvSpPr>
            <a:spLocks/>
          </p:cNvSpPr>
          <p:nvPr/>
        </p:nvSpPr>
        <p:spPr>
          <a:xfrm>
            <a:off x="1316573" y="6902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1" name="data_6722">
            <a:extLst>
              <a:ext uri="{FF2B5EF4-FFF2-40B4-BE49-F238E27FC236}">
                <a16:creationId xmlns:a16="http://schemas.microsoft.com/office/drawing/2014/main" id="{D6807874-355A-410D-A6BE-088975ACD0F5}"/>
              </a:ext>
            </a:extLst>
          </p:cNvPr>
          <p:cNvSpPr>
            <a:spLocks/>
          </p:cNvSpPr>
          <p:nvPr/>
        </p:nvSpPr>
        <p:spPr>
          <a:xfrm>
            <a:off x="1429139" y="63110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2" name="data_6723">
            <a:extLst>
              <a:ext uri="{FF2B5EF4-FFF2-40B4-BE49-F238E27FC236}">
                <a16:creationId xmlns:a16="http://schemas.microsoft.com/office/drawing/2014/main" id="{1EDB311C-5200-4075-A00D-CF0FBF657794}"/>
              </a:ext>
            </a:extLst>
          </p:cNvPr>
          <p:cNvSpPr>
            <a:spLocks/>
          </p:cNvSpPr>
          <p:nvPr/>
        </p:nvSpPr>
        <p:spPr>
          <a:xfrm>
            <a:off x="1388051" y="66823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3" name="data_6724">
            <a:extLst>
              <a:ext uri="{FF2B5EF4-FFF2-40B4-BE49-F238E27FC236}">
                <a16:creationId xmlns:a16="http://schemas.microsoft.com/office/drawing/2014/main" id="{84221BF5-73AB-4B89-93CC-2E849293F3F7}"/>
              </a:ext>
            </a:extLst>
          </p:cNvPr>
          <p:cNvSpPr>
            <a:spLocks/>
          </p:cNvSpPr>
          <p:nvPr/>
        </p:nvSpPr>
        <p:spPr>
          <a:xfrm>
            <a:off x="1368969" y="69018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4" name="data_6725">
            <a:extLst>
              <a:ext uri="{FF2B5EF4-FFF2-40B4-BE49-F238E27FC236}">
                <a16:creationId xmlns:a16="http://schemas.microsoft.com/office/drawing/2014/main" id="{853A9FBD-672A-4D5B-8868-B68E6ADE3486}"/>
              </a:ext>
            </a:extLst>
          </p:cNvPr>
          <p:cNvSpPr>
            <a:spLocks/>
          </p:cNvSpPr>
          <p:nvPr/>
        </p:nvSpPr>
        <p:spPr>
          <a:xfrm>
            <a:off x="1311583" y="66022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5" name="data_6726">
            <a:extLst>
              <a:ext uri="{FF2B5EF4-FFF2-40B4-BE49-F238E27FC236}">
                <a16:creationId xmlns:a16="http://schemas.microsoft.com/office/drawing/2014/main" id="{E2C26065-042F-4C86-8582-C90004EC69C4}"/>
              </a:ext>
            </a:extLst>
          </p:cNvPr>
          <p:cNvSpPr>
            <a:spLocks/>
          </p:cNvSpPr>
          <p:nvPr/>
        </p:nvSpPr>
        <p:spPr>
          <a:xfrm>
            <a:off x="1347515" y="68947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6" name="data_6727">
            <a:extLst>
              <a:ext uri="{FF2B5EF4-FFF2-40B4-BE49-F238E27FC236}">
                <a16:creationId xmlns:a16="http://schemas.microsoft.com/office/drawing/2014/main" id="{86B8CACB-B442-4A3F-87E3-AF03D1FB58AE}"/>
              </a:ext>
            </a:extLst>
          </p:cNvPr>
          <p:cNvSpPr>
            <a:spLocks/>
          </p:cNvSpPr>
          <p:nvPr/>
        </p:nvSpPr>
        <p:spPr>
          <a:xfrm>
            <a:off x="1351173" y="65498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7" name="data_6728">
            <a:extLst>
              <a:ext uri="{FF2B5EF4-FFF2-40B4-BE49-F238E27FC236}">
                <a16:creationId xmlns:a16="http://schemas.microsoft.com/office/drawing/2014/main" id="{58EBE59B-5ADD-4BF6-BCB2-91CFDEE98B20}"/>
              </a:ext>
            </a:extLst>
          </p:cNvPr>
          <p:cNvSpPr>
            <a:spLocks/>
          </p:cNvSpPr>
          <p:nvPr/>
        </p:nvSpPr>
        <p:spPr>
          <a:xfrm>
            <a:off x="1374840" y="68214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8" name="data_6729">
            <a:extLst>
              <a:ext uri="{FF2B5EF4-FFF2-40B4-BE49-F238E27FC236}">
                <a16:creationId xmlns:a16="http://schemas.microsoft.com/office/drawing/2014/main" id="{6E83DE83-67F1-4037-8C2B-3F17E4F79050}"/>
              </a:ext>
            </a:extLst>
          </p:cNvPr>
          <p:cNvSpPr>
            <a:spLocks/>
          </p:cNvSpPr>
          <p:nvPr/>
        </p:nvSpPr>
        <p:spPr>
          <a:xfrm>
            <a:off x="1421616" y="68452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9" name="data_6730">
            <a:extLst>
              <a:ext uri="{FF2B5EF4-FFF2-40B4-BE49-F238E27FC236}">
                <a16:creationId xmlns:a16="http://schemas.microsoft.com/office/drawing/2014/main" id="{65E12412-90F6-4E66-81F3-6AA041946296}"/>
              </a:ext>
            </a:extLst>
          </p:cNvPr>
          <p:cNvSpPr>
            <a:spLocks/>
          </p:cNvSpPr>
          <p:nvPr/>
        </p:nvSpPr>
        <p:spPr>
          <a:xfrm>
            <a:off x="138176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0" name="data_6731">
            <a:extLst>
              <a:ext uri="{FF2B5EF4-FFF2-40B4-BE49-F238E27FC236}">
                <a16:creationId xmlns:a16="http://schemas.microsoft.com/office/drawing/2014/main" id="{96996B8B-E3E1-49BB-B515-C5AC9FC43A68}"/>
              </a:ext>
            </a:extLst>
          </p:cNvPr>
          <p:cNvSpPr>
            <a:spLocks/>
          </p:cNvSpPr>
          <p:nvPr/>
        </p:nvSpPr>
        <p:spPr>
          <a:xfrm>
            <a:off x="1443117" y="63043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1" name="data_6732">
            <a:extLst>
              <a:ext uri="{FF2B5EF4-FFF2-40B4-BE49-F238E27FC236}">
                <a16:creationId xmlns:a16="http://schemas.microsoft.com/office/drawing/2014/main" id="{3F7882DA-8EC3-4A64-8A58-0DDA2668658A}"/>
              </a:ext>
            </a:extLst>
          </p:cNvPr>
          <p:cNvSpPr>
            <a:spLocks/>
          </p:cNvSpPr>
          <p:nvPr/>
        </p:nvSpPr>
        <p:spPr>
          <a:xfrm>
            <a:off x="131804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2" name="data_6733">
            <a:extLst>
              <a:ext uri="{FF2B5EF4-FFF2-40B4-BE49-F238E27FC236}">
                <a16:creationId xmlns:a16="http://schemas.microsoft.com/office/drawing/2014/main" id="{E208F4AD-600D-4605-9C1A-0A339240C005}"/>
              </a:ext>
            </a:extLst>
          </p:cNvPr>
          <p:cNvSpPr>
            <a:spLocks/>
          </p:cNvSpPr>
          <p:nvPr/>
        </p:nvSpPr>
        <p:spPr>
          <a:xfrm>
            <a:off x="1305849" y="68677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3" name="data_6734">
            <a:extLst>
              <a:ext uri="{FF2B5EF4-FFF2-40B4-BE49-F238E27FC236}">
                <a16:creationId xmlns:a16="http://schemas.microsoft.com/office/drawing/2014/main" id="{60C9CAD3-E61D-4162-B943-D456D70044A1}"/>
              </a:ext>
            </a:extLst>
          </p:cNvPr>
          <p:cNvSpPr>
            <a:spLocks/>
          </p:cNvSpPr>
          <p:nvPr/>
        </p:nvSpPr>
        <p:spPr>
          <a:xfrm>
            <a:off x="1409276" y="66619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4" name="data_6735">
            <a:extLst>
              <a:ext uri="{FF2B5EF4-FFF2-40B4-BE49-F238E27FC236}">
                <a16:creationId xmlns:a16="http://schemas.microsoft.com/office/drawing/2014/main" id="{A3AD9591-CF50-4DE9-A77D-AE741783C137}"/>
              </a:ext>
            </a:extLst>
          </p:cNvPr>
          <p:cNvSpPr>
            <a:spLocks/>
          </p:cNvSpPr>
          <p:nvPr/>
        </p:nvSpPr>
        <p:spPr>
          <a:xfrm>
            <a:off x="1433061" y="6416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5" name="data_6736">
            <a:extLst>
              <a:ext uri="{FF2B5EF4-FFF2-40B4-BE49-F238E27FC236}">
                <a16:creationId xmlns:a16="http://schemas.microsoft.com/office/drawing/2014/main" id="{6499B117-321D-40A3-8F20-054F406C1843}"/>
              </a:ext>
            </a:extLst>
          </p:cNvPr>
          <p:cNvSpPr>
            <a:spLocks/>
          </p:cNvSpPr>
          <p:nvPr/>
        </p:nvSpPr>
        <p:spPr>
          <a:xfrm>
            <a:off x="145006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6" name="data_6737">
            <a:extLst>
              <a:ext uri="{FF2B5EF4-FFF2-40B4-BE49-F238E27FC236}">
                <a16:creationId xmlns:a16="http://schemas.microsoft.com/office/drawing/2014/main" id="{E4AD7176-1402-44DE-990C-2004371EE06D}"/>
              </a:ext>
            </a:extLst>
          </p:cNvPr>
          <p:cNvSpPr>
            <a:spLocks/>
          </p:cNvSpPr>
          <p:nvPr/>
        </p:nvSpPr>
        <p:spPr>
          <a:xfrm>
            <a:off x="1438880" y="69111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7" name="data_6738">
            <a:extLst>
              <a:ext uri="{FF2B5EF4-FFF2-40B4-BE49-F238E27FC236}">
                <a16:creationId xmlns:a16="http://schemas.microsoft.com/office/drawing/2014/main" id="{9FB9DDDF-FD54-4B58-BB09-64A8EB41403C}"/>
              </a:ext>
            </a:extLst>
          </p:cNvPr>
          <p:cNvSpPr>
            <a:spLocks/>
          </p:cNvSpPr>
          <p:nvPr/>
        </p:nvSpPr>
        <p:spPr>
          <a:xfrm>
            <a:off x="137803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8" name="data_6739">
            <a:extLst>
              <a:ext uri="{FF2B5EF4-FFF2-40B4-BE49-F238E27FC236}">
                <a16:creationId xmlns:a16="http://schemas.microsoft.com/office/drawing/2014/main" id="{2E981811-64F0-4278-89EC-FAAB6D493CCB}"/>
              </a:ext>
            </a:extLst>
          </p:cNvPr>
          <p:cNvSpPr>
            <a:spLocks/>
          </p:cNvSpPr>
          <p:nvPr/>
        </p:nvSpPr>
        <p:spPr>
          <a:xfrm>
            <a:off x="1423881" y="67648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9" name="data_6740">
            <a:extLst>
              <a:ext uri="{FF2B5EF4-FFF2-40B4-BE49-F238E27FC236}">
                <a16:creationId xmlns:a16="http://schemas.microsoft.com/office/drawing/2014/main" id="{1909C78E-949C-4C1B-93FF-75860A8E0459}"/>
              </a:ext>
            </a:extLst>
          </p:cNvPr>
          <p:cNvSpPr>
            <a:spLocks/>
          </p:cNvSpPr>
          <p:nvPr/>
        </p:nvSpPr>
        <p:spPr>
          <a:xfrm>
            <a:off x="1293835" y="5810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0" name="data_6741">
            <a:extLst>
              <a:ext uri="{FF2B5EF4-FFF2-40B4-BE49-F238E27FC236}">
                <a16:creationId xmlns:a16="http://schemas.microsoft.com/office/drawing/2014/main" id="{4CE7107A-7DCC-484C-BBE2-530C81863A4A}"/>
              </a:ext>
            </a:extLst>
          </p:cNvPr>
          <p:cNvSpPr>
            <a:spLocks/>
          </p:cNvSpPr>
          <p:nvPr/>
        </p:nvSpPr>
        <p:spPr>
          <a:xfrm>
            <a:off x="129177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1" name="data_6742">
            <a:extLst>
              <a:ext uri="{FF2B5EF4-FFF2-40B4-BE49-F238E27FC236}">
                <a16:creationId xmlns:a16="http://schemas.microsoft.com/office/drawing/2014/main" id="{7AB4B474-6185-4F43-A9AD-127607F7BE8E}"/>
              </a:ext>
            </a:extLst>
          </p:cNvPr>
          <p:cNvSpPr>
            <a:spLocks/>
          </p:cNvSpPr>
          <p:nvPr/>
        </p:nvSpPr>
        <p:spPr>
          <a:xfrm>
            <a:off x="1416761" y="6898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2" name="data_6743">
            <a:extLst>
              <a:ext uri="{FF2B5EF4-FFF2-40B4-BE49-F238E27FC236}">
                <a16:creationId xmlns:a16="http://schemas.microsoft.com/office/drawing/2014/main" id="{80291680-EE0B-4D6F-B77D-1EF1CAACC4EC}"/>
              </a:ext>
            </a:extLst>
          </p:cNvPr>
          <p:cNvSpPr>
            <a:spLocks/>
          </p:cNvSpPr>
          <p:nvPr/>
        </p:nvSpPr>
        <p:spPr>
          <a:xfrm>
            <a:off x="143352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3" name="data_6744">
            <a:extLst>
              <a:ext uri="{FF2B5EF4-FFF2-40B4-BE49-F238E27FC236}">
                <a16:creationId xmlns:a16="http://schemas.microsoft.com/office/drawing/2014/main" id="{85BBD97D-F267-4132-96B6-8499528F013D}"/>
              </a:ext>
            </a:extLst>
          </p:cNvPr>
          <p:cNvSpPr>
            <a:spLocks/>
          </p:cNvSpPr>
          <p:nvPr/>
        </p:nvSpPr>
        <p:spPr>
          <a:xfrm>
            <a:off x="1416688" y="5800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4" name="data_6745">
            <a:extLst>
              <a:ext uri="{FF2B5EF4-FFF2-40B4-BE49-F238E27FC236}">
                <a16:creationId xmlns:a16="http://schemas.microsoft.com/office/drawing/2014/main" id="{DA958B4A-762A-4D1F-A9FB-CFC07AEB2032}"/>
              </a:ext>
            </a:extLst>
          </p:cNvPr>
          <p:cNvSpPr>
            <a:spLocks/>
          </p:cNvSpPr>
          <p:nvPr/>
        </p:nvSpPr>
        <p:spPr>
          <a:xfrm>
            <a:off x="139302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5" name="data_6746">
            <a:extLst>
              <a:ext uri="{FF2B5EF4-FFF2-40B4-BE49-F238E27FC236}">
                <a16:creationId xmlns:a16="http://schemas.microsoft.com/office/drawing/2014/main" id="{88BD6E7E-A47B-42B3-BF1F-9872247F7922}"/>
              </a:ext>
            </a:extLst>
          </p:cNvPr>
          <p:cNvSpPr>
            <a:spLocks/>
          </p:cNvSpPr>
          <p:nvPr/>
        </p:nvSpPr>
        <p:spPr>
          <a:xfrm>
            <a:off x="1329051" y="68044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6" name="data_6747">
            <a:extLst>
              <a:ext uri="{FF2B5EF4-FFF2-40B4-BE49-F238E27FC236}">
                <a16:creationId xmlns:a16="http://schemas.microsoft.com/office/drawing/2014/main" id="{F9050D66-504E-42E8-9DA6-FBCC6E67E2E9}"/>
              </a:ext>
            </a:extLst>
          </p:cNvPr>
          <p:cNvSpPr>
            <a:spLocks/>
          </p:cNvSpPr>
          <p:nvPr/>
        </p:nvSpPr>
        <p:spPr>
          <a:xfrm>
            <a:off x="1430928" y="67691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7" name="data_6748">
            <a:extLst>
              <a:ext uri="{FF2B5EF4-FFF2-40B4-BE49-F238E27FC236}">
                <a16:creationId xmlns:a16="http://schemas.microsoft.com/office/drawing/2014/main" id="{FAFBF9D5-C204-4676-AA36-9002B1DFC197}"/>
              </a:ext>
            </a:extLst>
          </p:cNvPr>
          <p:cNvSpPr>
            <a:spLocks/>
          </p:cNvSpPr>
          <p:nvPr/>
        </p:nvSpPr>
        <p:spPr>
          <a:xfrm>
            <a:off x="1393315" y="66418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8" name="data_6749">
            <a:extLst>
              <a:ext uri="{FF2B5EF4-FFF2-40B4-BE49-F238E27FC236}">
                <a16:creationId xmlns:a16="http://schemas.microsoft.com/office/drawing/2014/main" id="{075CCB74-A65B-4459-82D9-BF4B86829162}"/>
              </a:ext>
            </a:extLst>
          </p:cNvPr>
          <p:cNvSpPr>
            <a:spLocks/>
          </p:cNvSpPr>
          <p:nvPr/>
        </p:nvSpPr>
        <p:spPr>
          <a:xfrm>
            <a:off x="1325695" y="5798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9" name="data_6750">
            <a:extLst>
              <a:ext uri="{FF2B5EF4-FFF2-40B4-BE49-F238E27FC236}">
                <a16:creationId xmlns:a16="http://schemas.microsoft.com/office/drawing/2014/main" id="{20DDA182-162A-4B57-A473-F44134AEA576}"/>
              </a:ext>
            </a:extLst>
          </p:cNvPr>
          <p:cNvSpPr>
            <a:spLocks/>
          </p:cNvSpPr>
          <p:nvPr/>
        </p:nvSpPr>
        <p:spPr>
          <a:xfrm>
            <a:off x="1411654" y="69043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0" name="data_6751">
            <a:extLst>
              <a:ext uri="{FF2B5EF4-FFF2-40B4-BE49-F238E27FC236}">
                <a16:creationId xmlns:a16="http://schemas.microsoft.com/office/drawing/2014/main" id="{AC855A1D-7D49-4F30-8EE5-A263AF7DE1D4}"/>
              </a:ext>
            </a:extLst>
          </p:cNvPr>
          <p:cNvSpPr>
            <a:spLocks/>
          </p:cNvSpPr>
          <p:nvPr/>
        </p:nvSpPr>
        <p:spPr>
          <a:xfrm>
            <a:off x="1343133" y="69095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1" name="data_6752">
            <a:extLst>
              <a:ext uri="{FF2B5EF4-FFF2-40B4-BE49-F238E27FC236}">
                <a16:creationId xmlns:a16="http://schemas.microsoft.com/office/drawing/2014/main" id="{CF70B8D4-C7EC-4E34-9F68-802125229B92}"/>
              </a:ext>
            </a:extLst>
          </p:cNvPr>
          <p:cNvSpPr>
            <a:spLocks/>
          </p:cNvSpPr>
          <p:nvPr/>
        </p:nvSpPr>
        <p:spPr>
          <a:xfrm>
            <a:off x="130533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2" name="data_6753">
            <a:extLst>
              <a:ext uri="{FF2B5EF4-FFF2-40B4-BE49-F238E27FC236}">
                <a16:creationId xmlns:a16="http://schemas.microsoft.com/office/drawing/2014/main" id="{6A4C046C-D1D2-4892-A809-D87CB9C50755}"/>
              </a:ext>
            </a:extLst>
          </p:cNvPr>
          <p:cNvSpPr>
            <a:spLocks/>
          </p:cNvSpPr>
          <p:nvPr/>
        </p:nvSpPr>
        <p:spPr>
          <a:xfrm>
            <a:off x="1422138" y="6908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3" name="data_6754">
            <a:extLst>
              <a:ext uri="{FF2B5EF4-FFF2-40B4-BE49-F238E27FC236}">
                <a16:creationId xmlns:a16="http://schemas.microsoft.com/office/drawing/2014/main" id="{51AB905A-C0AB-42B1-9018-3A510B5F1D4B}"/>
              </a:ext>
            </a:extLst>
          </p:cNvPr>
          <p:cNvSpPr>
            <a:spLocks/>
          </p:cNvSpPr>
          <p:nvPr/>
        </p:nvSpPr>
        <p:spPr>
          <a:xfrm>
            <a:off x="1372520" y="68920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4" name="data_6755">
            <a:extLst>
              <a:ext uri="{FF2B5EF4-FFF2-40B4-BE49-F238E27FC236}">
                <a16:creationId xmlns:a16="http://schemas.microsoft.com/office/drawing/2014/main" id="{DFAB6BA9-7536-4AAD-9562-5CF3FB57E76F}"/>
              </a:ext>
            </a:extLst>
          </p:cNvPr>
          <p:cNvSpPr>
            <a:spLocks/>
          </p:cNvSpPr>
          <p:nvPr/>
        </p:nvSpPr>
        <p:spPr>
          <a:xfrm>
            <a:off x="134179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5" name="data_6756">
            <a:extLst>
              <a:ext uri="{FF2B5EF4-FFF2-40B4-BE49-F238E27FC236}">
                <a16:creationId xmlns:a16="http://schemas.microsoft.com/office/drawing/2014/main" id="{E1EE1F80-8AED-456A-9B62-14F4994821D9}"/>
              </a:ext>
            </a:extLst>
          </p:cNvPr>
          <p:cNvSpPr>
            <a:spLocks/>
          </p:cNvSpPr>
          <p:nvPr/>
        </p:nvSpPr>
        <p:spPr>
          <a:xfrm>
            <a:off x="1300913" y="69084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6" name="data_6757">
            <a:extLst>
              <a:ext uri="{FF2B5EF4-FFF2-40B4-BE49-F238E27FC236}">
                <a16:creationId xmlns:a16="http://schemas.microsoft.com/office/drawing/2014/main" id="{473A46F4-F72D-48E3-94D6-8A0D02AB8597}"/>
              </a:ext>
            </a:extLst>
          </p:cNvPr>
          <p:cNvSpPr>
            <a:spLocks/>
          </p:cNvSpPr>
          <p:nvPr/>
        </p:nvSpPr>
        <p:spPr>
          <a:xfrm>
            <a:off x="1444263" y="6909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7" name="data_6758">
            <a:extLst>
              <a:ext uri="{FF2B5EF4-FFF2-40B4-BE49-F238E27FC236}">
                <a16:creationId xmlns:a16="http://schemas.microsoft.com/office/drawing/2014/main" id="{687E5F03-70DD-4BAB-9F97-0901B0B8800E}"/>
              </a:ext>
            </a:extLst>
          </p:cNvPr>
          <p:cNvSpPr>
            <a:spLocks/>
          </p:cNvSpPr>
          <p:nvPr/>
        </p:nvSpPr>
        <p:spPr>
          <a:xfrm>
            <a:off x="1344304" y="68654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8" name="data_6759">
            <a:extLst>
              <a:ext uri="{FF2B5EF4-FFF2-40B4-BE49-F238E27FC236}">
                <a16:creationId xmlns:a16="http://schemas.microsoft.com/office/drawing/2014/main" id="{9A0C0B3A-6FD3-41D0-B283-723124D91FD0}"/>
              </a:ext>
            </a:extLst>
          </p:cNvPr>
          <p:cNvSpPr>
            <a:spLocks/>
          </p:cNvSpPr>
          <p:nvPr/>
        </p:nvSpPr>
        <p:spPr>
          <a:xfrm>
            <a:off x="1422678" y="68352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9" name="data_6760">
            <a:extLst>
              <a:ext uri="{FF2B5EF4-FFF2-40B4-BE49-F238E27FC236}">
                <a16:creationId xmlns:a16="http://schemas.microsoft.com/office/drawing/2014/main" id="{72D8B6C8-0AC4-4F83-BC6C-94F03A8F3076}"/>
              </a:ext>
            </a:extLst>
          </p:cNvPr>
          <p:cNvSpPr>
            <a:spLocks/>
          </p:cNvSpPr>
          <p:nvPr/>
        </p:nvSpPr>
        <p:spPr>
          <a:xfrm>
            <a:off x="1376501" y="68958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0" name="data_6761">
            <a:extLst>
              <a:ext uri="{FF2B5EF4-FFF2-40B4-BE49-F238E27FC236}">
                <a16:creationId xmlns:a16="http://schemas.microsoft.com/office/drawing/2014/main" id="{1F38EFEC-51A8-4EC5-B39B-1933E650DD1B}"/>
              </a:ext>
            </a:extLst>
          </p:cNvPr>
          <p:cNvSpPr>
            <a:spLocks/>
          </p:cNvSpPr>
          <p:nvPr/>
        </p:nvSpPr>
        <p:spPr>
          <a:xfrm>
            <a:off x="1293467" y="604483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1" name="data_6762">
            <a:extLst>
              <a:ext uri="{FF2B5EF4-FFF2-40B4-BE49-F238E27FC236}">
                <a16:creationId xmlns:a16="http://schemas.microsoft.com/office/drawing/2014/main" id="{B56FC2CA-155A-4DFD-912A-A600B517B40B}"/>
              </a:ext>
            </a:extLst>
          </p:cNvPr>
          <p:cNvSpPr>
            <a:spLocks/>
          </p:cNvSpPr>
          <p:nvPr/>
        </p:nvSpPr>
        <p:spPr>
          <a:xfrm>
            <a:off x="133050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2" name="data_6763">
            <a:extLst>
              <a:ext uri="{FF2B5EF4-FFF2-40B4-BE49-F238E27FC236}">
                <a16:creationId xmlns:a16="http://schemas.microsoft.com/office/drawing/2014/main" id="{E977F543-BFA6-4581-BEA6-8D06314A77EA}"/>
              </a:ext>
            </a:extLst>
          </p:cNvPr>
          <p:cNvSpPr>
            <a:spLocks/>
          </p:cNvSpPr>
          <p:nvPr/>
        </p:nvSpPr>
        <p:spPr>
          <a:xfrm>
            <a:off x="1302361" y="68552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3" name="data_6764">
            <a:extLst>
              <a:ext uri="{FF2B5EF4-FFF2-40B4-BE49-F238E27FC236}">
                <a16:creationId xmlns:a16="http://schemas.microsoft.com/office/drawing/2014/main" id="{4E5AD490-80B4-43D8-8220-D3AA2944F76E}"/>
              </a:ext>
            </a:extLst>
          </p:cNvPr>
          <p:cNvSpPr>
            <a:spLocks/>
          </p:cNvSpPr>
          <p:nvPr/>
        </p:nvSpPr>
        <p:spPr>
          <a:xfrm>
            <a:off x="1360326" y="6888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4" name="data_6765">
            <a:extLst>
              <a:ext uri="{FF2B5EF4-FFF2-40B4-BE49-F238E27FC236}">
                <a16:creationId xmlns:a16="http://schemas.microsoft.com/office/drawing/2014/main" id="{443531C3-CE62-4942-855F-30F5A588988A}"/>
              </a:ext>
            </a:extLst>
          </p:cNvPr>
          <p:cNvSpPr>
            <a:spLocks/>
          </p:cNvSpPr>
          <p:nvPr/>
        </p:nvSpPr>
        <p:spPr>
          <a:xfrm>
            <a:off x="1411904" y="6813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5" name="data_6766">
            <a:extLst>
              <a:ext uri="{FF2B5EF4-FFF2-40B4-BE49-F238E27FC236}">
                <a16:creationId xmlns:a16="http://schemas.microsoft.com/office/drawing/2014/main" id="{088CCDA5-B027-4832-BCE4-5B968E341830}"/>
              </a:ext>
            </a:extLst>
          </p:cNvPr>
          <p:cNvSpPr>
            <a:spLocks/>
          </p:cNvSpPr>
          <p:nvPr/>
        </p:nvSpPr>
        <p:spPr>
          <a:xfrm>
            <a:off x="145872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6" name="data_6767">
            <a:extLst>
              <a:ext uri="{FF2B5EF4-FFF2-40B4-BE49-F238E27FC236}">
                <a16:creationId xmlns:a16="http://schemas.microsoft.com/office/drawing/2014/main" id="{BF74DB28-5A6A-45FF-88BB-FAAA11183365}"/>
              </a:ext>
            </a:extLst>
          </p:cNvPr>
          <p:cNvSpPr>
            <a:spLocks/>
          </p:cNvSpPr>
          <p:nvPr/>
        </p:nvSpPr>
        <p:spPr>
          <a:xfrm>
            <a:off x="1370164" y="68984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7" name="data_6768">
            <a:extLst>
              <a:ext uri="{FF2B5EF4-FFF2-40B4-BE49-F238E27FC236}">
                <a16:creationId xmlns:a16="http://schemas.microsoft.com/office/drawing/2014/main" id="{392823B4-1116-4831-810A-98B3850C89FA}"/>
              </a:ext>
            </a:extLst>
          </p:cNvPr>
          <p:cNvSpPr>
            <a:spLocks/>
          </p:cNvSpPr>
          <p:nvPr/>
        </p:nvSpPr>
        <p:spPr>
          <a:xfrm>
            <a:off x="1334322" y="6871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8" name="data_6769">
            <a:extLst>
              <a:ext uri="{FF2B5EF4-FFF2-40B4-BE49-F238E27FC236}">
                <a16:creationId xmlns:a16="http://schemas.microsoft.com/office/drawing/2014/main" id="{B6E4374F-20B3-4450-9387-1D0C77E722A7}"/>
              </a:ext>
            </a:extLst>
          </p:cNvPr>
          <p:cNvSpPr>
            <a:spLocks/>
          </p:cNvSpPr>
          <p:nvPr/>
        </p:nvSpPr>
        <p:spPr>
          <a:xfrm>
            <a:off x="1349790" y="69010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9" name="data_6770">
            <a:extLst>
              <a:ext uri="{FF2B5EF4-FFF2-40B4-BE49-F238E27FC236}">
                <a16:creationId xmlns:a16="http://schemas.microsoft.com/office/drawing/2014/main" id="{A7A0C1C8-0C9D-4DA6-8678-16633CE0FC48}"/>
              </a:ext>
            </a:extLst>
          </p:cNvPr>
          <p:cNvSpPr>
            <a:spLocks/>
          </p:cNvSpPr>
          <p:nvPr/>
        </p:nvSpPr>
        <p:spPr>
          <a:xfrm>
            <a:off x="1318556" y="6887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0" name="data_6771">
            <a:extLst>
              <a:ext uri="{FF2B5EF4-FFF2-40B4-BE49-F238E27FC236}">
                <a16:creationId xmlns:a16="http://schemas.microsoft.com/office/drawing/2014/main" id="{CAE904E3-17BC-4D54-B34C-D700E45F03B3}"/>
              </a:ext>
            </a:extLst>
          </p:cNvPr>
          <p:cNvSpPr>
            <a:spLocks/>
          </p:cNvSpPr>
          <p:nvPr/>
        </p:nvSpPr>
        <p:spPr>
          <a:xfrm>
            <a:off x="1315237" y="66304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1" name="data_6772">
            <a:extLst>
              <a:ext uri="{FF2B5EF4-FFF2-40B4-BE49-F238E27FC236}">
                <a16:creationId xmlns:a16="http://schemas.microsoft.com/office/drawing/2014/main" id="{C1A3C9A1-C5FE-4C43-A2F4-8792AEFDF51D}"/>
              </a:ext>
            </a:extLst>
          </p:cNvPr>
          <p:cNvSpPr>
            <a:spLocks/>
          </p:cNvSpPr>
          <p:nvPr/>
        </p:nvSpPr>
        <p:spPr>
          <a:xfrm>
            <a:off x="1416640" y="68757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2" name="data_6773">
            <a:extLst>
              <a:ext uri="{FF2B5EF4-FFF2-40B4-BE49-F238E27FC236}">
                <a16:creationId xmlns:a16="http://schemas.microsoft.com/office/drawing/2014/main" id="{BFF86A47-B6D0-4C85-A302-86780762D574}"/>
              </a:ext>
            </a:extLst>
          </p:cNvPr>
          <p:cNvSpPr>
            <a:spLocks/>
          </p:cNvSpPr>
          <p:nvPr/>
        </p:nvSpPr>
        <p:spPr>
          <a:xfrm>
            <a:off x="1451005" y="68738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3" name="data_6774">
            <a:extLst>
              <a:ext uri="{FF2B5EF4-FFF2-40B4-BE49-F238E27FC236}">
                <a16:creationId xmlns:a16="http://schemas.microsoft.com/office/drawing/2014/main" id="{07B9C1E3-73D3-4561-AAB1-4E8CBA1B440E}"/>
              </a:ext>
            </a:extLst>
          </p:cNvPr>
          <p:cNvSpPr>
            <a:spLocks/>
          </p:cNvSpPr>
          <p:nvPr/>
        </p:nvSpPr>
        <p:spPr>
          <a:xfrm>
            <a:off x="1393530" y="68245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4" name="data_6775">
            <a:extLst>
              <a:ext uri="{FF2B5EF4-FFF2-40B4-BE49-F238E27FC236}">
                <a16:creationId xmlns:a16="http://schemas.microsoft.com/office/drawing/2014/main" id="{CE1DBFF8-11B8-4F27-B442-FD8745ED0021}"/>
              </a:ext>
            </a:extLst>
          </p:cNvPr>
          <p:cNvSpPr>
            <a:spLocks/>
          </p:cNvSpPr>
          <p:nvPr/>
        </p:nvSpPr>
        <p:spPr>
          <a:xfrm>
            <a:off x="1329185" y="67912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5" name="data_6776">
            <a:extLst>
              <a:ext uri="{FF2B5EF4-FFF2-40B4-BE49-F238E27FC236}">
                <a16:creationId xmlns:a16="http://schemas.microsoft.com/office/drawing/2014/main" id="{FD102934-78C7-4DE3-B8A2-19CC2C97A65B}"/>
              </a:ext>
            </a:extLst>
          </p:cNvPr>
          <p:cNvSpPr>
            <a:spLocks/>
          </p:cNvSpPr>
          <p:nvPr/>
        </p:nvSpPr>
        <p:spPr>
          <a:xfrm>
            <a:off x="1356921" y="6890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6" name="data_6777">
            <a:extLst>
              <a:ext uri="{FF2B5EF4-FFF2-40B4-BE49-F238E27FC236}">
                <a16:creationId xmlns:a16="http://schemas.microsoft.com/office/drawing/2014/main" id="{E86DABCC-7A20-46F5-A067-8C8DA6D95FA6}"/>
              </a:ext>
            </a:extLst>
          </p:cNvPr>
          <p:cNvSpPr>
            <a:spLocks/>
          </p:cNvSpPr>
          <p:nvPr/>
        </p:nvSpPr>
        <p:spPr>
          <a:xfrm>
            <a:off x="1387080" y="67480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7" name="data_6778">
            <a:extLst>
              <a:ext uri="{FF2B5EF4-FFF2-40B4-BE49-F238E27FC236}">
                <a16:creationId xmlns:a16="http://schemas.microsoft.com/office/drawing/2014/main" id="{A199AFBA-43A0-4179-9A0F-FCF479234EDD}"/>
              </a:ext>
            </a:extLst>
          </p:cNvPr>
          <p:cNvSpPr>
            <a:spLocks/>
          </p:cNvSpPr>
          <p:nvPr/>
        </p:nvSpPr>
        <p:spPr>
          <a:xfrm>
            <a:off x="145761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8" name="data_6779">
            <a:extLst>
              <a:ext uri="{FF2B5EF4-FFF2-40B4-BE49-F238E27FC236}">
                <a16:creationId xmlns:a16="http://schemas.microsoft.com/office/drawing/2014/main" id="{744B5D5A-9852-442A-B4AA-57B378F06E52}"/>
              </a:ext>
            </a:extLst>
          </p:cNvPr>
          <p:cNvSpPr>
            <a:spLocks/>
          </p:cNvSpPr>
          <p:nvPr/>
        </p:nvSpPr>
        <p:spPr>
          <a:xfrm>
            <a:off x="1306893" y="68968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9" name="data_6780">
            <a:extLst>
              <a:ext uri="{FF2B5EF4-FFF2-40B4-BE49-F238E27FC236}">
                <a16:creationId xmlns:a16="http://schemas.microsoft.com/office/drawing/2014/main" id="{CF3932D6-3D22-4BF3-A5D6-642A7C40B6E1}"/>
              </a:ext>
            </a:extLst>
          </p:cNvPr>
          <p:cNvSpPr>
            <a:spLocks/>
          </p:cNvSpPr>
          <p:nvPr/>
        </p:nvSpPr>
        <p:spPr>
          <a:xfrm>
            <a:off x="1339588" y="6591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0" name="data_6781">
            <a:extLst>
              <a:ext uri="{FF2B5EF4-FFF2-40B4-BE49-F238E27FC236}">
                <a16:creationId xmlns:a16="http://schemas.microsoft.com/office/drawing/2014/main" id="{87E40F9E-6CBD-4F05-AF61-3C9D0E6A34AA}"/>
              </a:ext>
            </a:extLst>
          </p:cNvPr>
          <p:cNvSpPr>
            <a:spLocks/>
          </p:cNvSpPr>
          <p:nvPr/>
        </p:nvSpPr>
        <p:spPr>
          <a:xfrm>
            <a:off x="1330969" y="6850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1" name="data_6782">
            <a:extLst>
              <a:ext uri="{FF2B5EF4-FFF2-40B4-BE49-F238E27FC236}">
                <a16:creationId xmlns:a16="http://schemas.microsoft.com/office/drawing/2014/main" id="{F618C708-907B-4009-A044-E3A604BF21E6}"/>
              </a:ext>
            </a:extLst>
          </p:cNvPr>
          <p:cNvSpPr>
            <a:spLocks/>
          </p:cNvSpPr>
          <p:nvPr/>
        </p:nvSpPr>
        <p:spPr>
          <a:xfrm>
            <a:off x="1429189" y="6464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2" name="data_6783">
            <a:extLst>
              <a:ext uri="{FF2B5EF4-FFF2-40B4-BE49-F238E27FC236}">
                <a16:creationId xmlns:a16="http://schemas.microsoft.com/office/drawing/2014/main" id="{736385D8-5A13-419B-85A1-A5F02E8A5E85}"/>
              </a:ext>
            </a:extLst>
          </p:cNvPr>
          <p:cNvSpPr>
            <a:spLocks/>
          </p:cNvSpPr>
          <p:nvPr/>
        </p:nvSpPr>
        <p:spPr>
          <a:xfrm>
            <a:off x="1329053" y="69054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3" name="data_6784">
            <a:extLst>
              <a:ext uri="{FF2B5EF4-FFF2-40B4-BE49-F238E27FC236}">
                <a16:creationId xmlns:a16="http://schemas.microsoft.com/office/drawing/2014/main" id="{0205669C-8623-43F7-949B-0981F6D37EA6}"/>
              </a:ext>
            </a:extLst>
          </p:cNvPr>
          <p:cNvSpPr>
            <a:spLocks/>
          </p:cNvSpPr>
          <p:nvPr/>
        </p:nvSpPr>
        <p:spPr>
          <a:xfrm>
            <a:off x="1299483" y="6747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4" name="data_6785">
            <a:extLst>
              <a:ext uri="{FF2B5EF4-FFF2-40B4-BE49-F238E27FC236}">
                <a16:creationId xmlns:a16="http://schemas.microsoft.com/office/drawing/2014/main" id="{53498792-E20B-44A7-B59E-A99C26CCCD8E}"/>
              </a:ext>
            </a:extLst>
          </p:cNvPr>
          <p:cNvSpPr>
            <a:spLocks/>
          </p:cNvSpPr>
          <p:nvPr/>
        </p:nvSpPr>
        <p:spPr>
          <a:xfrm>
            <a:off x="1376697" y="69020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5" name="data_6786">
            <a:extLst>
              <a:ext uri="{FF2B5EF4-FFF2-40B4-BE49-F238E27FC236}">
                <a16:creationId xmlns:a16="http://schemas.microsoft.com/office/drawing/2014/main" id="{6D131251-F15A-4FE9-93D0-E043ADA6D866}"/>
              </a:ext>
            </a:extLst>
          </p:cNvPr>
          <p:cNvSpPr>
            <a:spLocks/>
          </p:cNvSpPr>
          <p:nvPr/>
        </p:nvSpPr>
        <p:spPr>
          <a:xfrm>
            <a:off x="1410863" y="68667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6" name="data_6787">
            <a:extLst>
              <a:ext uri="{FF2B5EF4-FFF2-40B4-BE49-F238E27FC236}">
                <a16:creationId xmlns:a16="http://schemas.microsoft.com/office/drawing/2014/main" id="{72D4F663-12C1-4485-B759-06C73BEF5B6D}"/>
              </a:ext>
            </a:extLst>
          </p:cNvPr>
          <p:cNvSpPr>
            <a:spLocks/>
          </p:cNvSpPr>
          <p:nvPr/>
        </p:nvSpPr>
        <p:spPr>
          <a:xfrm>
            <a:off x="1459994" y="6612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7" name="data_6788">
            <a:extLst>
              <a:ext uri="{FF2B5EF4-FFF2-40B4-BE49-F238E27FC236}">
                <a16:creationId xmlns:a16="http://schemas.microsoft.com/office/drawing/2014/main" id="{BA48B71F-1BD7-44EC-95E5-57C86FDA445A}"/>
              </a:ext>
            </a:extLst>
          </p:cNvPr>
          <p:cNvSpPr>
            <a:spLocks/>
          </p:cNvSpPr>
          <p:nvPr/>
        </p:nvSpPr>
        <p:spPr>
          <a:xfrm>
            <a:off x="1460829" y="69055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8" name="data_6789">
            <a:extLst>
              <a:ext uri="{FF2B5EF4-FFF2-40B4-BE49-F238E27FC236}">
                <a16:creationId xmlns:a16="http://schemas.microsoft.com/office/drawing/2014/main" id="{2426BCC4-07A5-44BF-A915-E2CA8FA3CB21}"/>
              </a:ext>
            </a:extLst>
          </p:cNvPr>
          <p:cNvSpPr>
            <a:spLocks/>
          </p:cNvSpPr>
          <p:nvPr/>
        </p:nvSpPr>
        <p:spPr>
          <a:xfrm>
            <a:off x="1461142" y="66632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9" name="data_6790">
            <a:extLst>
              <a:ext uri="{FF2B5EF4-FFF2-40B4-BE49-F238E27FC236}">
                <a16:creationId xmlns:a16="http://schemas.microsoft.com/office/drawing/2014/main" id="{55A3E999-5A91-4281-89AE-695ED879A1A7}"/>
              </a:ext>
            </a:extLst>
          </p:cNvPr>
          <p:cNvSpPr>
            <a:spLocks/>
          </p:cNvSpPr>
          <p:nvPr/>
        </p:nvSpPr>
        <p:spPr>
          <a:xfrm>
            <a:off x="1454574" y="6782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0" name="data_6791">
            <a:extLst>
              <a:ext uri="{FF2B5EF4-FFF2-40B4-BE49-F238E27FC236}">
                <a16:creationId xmlns:a16="http://schemas.microsoft.com/office/drawing/2014/main" id="{2EE07F0F-201C-47FD-B839-3E90BB22DCDF}"/>
              </a:ext>
            </a:extLst>
          </p:cNvPr>
          <p:cNvSpPr>
            <a:spLocks/>
          </p:cNvSpPr>
          <p:nvPr/>
        </p:nvSpPr>
        <p:spPr>
          <a:xfrm>
            <a:off x="1356017" y="68906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1" name="data_6792">
            <a:extLst>
              <a:ext uri="{FF2B5EF4-FFF2-40B4-BE49-F238E27FC236}">
                <a16:creationId xmlns:a16="http://schemas.microsoft.com/office/drawing/2014/main" id="{A591DBCB-B18E-407D-82FD-E9047D5E02DB}"/>
              </a:ext>
            </a:extLst>
          </p:cNvPr>
          <p:cNvSpPr>
            <a:spLocks/>
          </p:cNvSpPr>
          <p:nvPr/>
        </p:nvSpPr>
        <p:spPr>
          <a:xfrm>
            <a:off x="1449244" y="68658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2" name="data_6793">
            <a:extLst>
              <a:ext uri="{FF2B5EF4-FFF2-40B4-BE49-F238E27FC236}">
                <a16:creationId xmlns:a16="http://schemas.microsoft.com/office/drawing/2014/main" id="{AFD0449A-D75C-4982-9C33-CBF107A12441}"/>
              </a:ext>
            </a:extLst>
          </p:cNvPr>
          <p:cNvSpPr>
            <a:spLocks/>
          </p:cNvSpPr>
          <p:nvPr/>
        </p:nvSpPr>
        <p:spPr>
          <a:xfrm>
            <a:off x="1349040" y="685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3" name="data_6794">
            <a:extLst>
              <a:ext uri="{FF2B5EF4-FFF2-40B4-BE49-F238E27FC236}">
                <a16:creationId xmlns:a16="http://schemas.microsoft.com/office/drawing/2014/main" id="{C6252393-620A-439C-938F-7D8C62AE64BB}"/>
              </a:ext>
            </a:extLst>
          </p:cNvPr>
          <p:cNvSpPr>
            <a:spLocks/>
          </p:cNvSpPr>
          <p:nvPr/>
        </p:nvSpPr>
        <p:spPr>
          <a:xfrm>
            <a:off x="1406985" y="69078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4" name="data_6795">
            <a:extLst>
              <a:ext uri="{FF2B5EF4-FFF2-40B4-BE49-F238E27FC236}">
                <a16:creationId xmlns:a16="http://schemas.microsoft.com/office/drawing/2014/main" id="{059F8866-DE4F-4EB2-889A-C52C73C3EFF5}"/>
              </a:ext>
            </a:extLst>
          </p:cNvPr>
          <p:cNvSpPr>
            <a:spLocks/>
          </p:cNvSpPr>
          <p:nvPr/>
        </p:nvSpPr>
        <p:spPr>
          <a:xfrm>
            <a:off x="1304980" y="68482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5" name="data_6796">
            <a:extLst>
              <a:ext uri="{FF2B5EF4-FFF2-40B4-BE49-F238E27FC236}">
                <a16:creationId xmlns:a16="http://schemas.microsoft.com/office/drawing/2014/main" id="{DDEA8BA2-6E5C-483E-B15E-8193E3A784A8}"/>
              </a:ext>
            </a:extLst>
          </p:cNvPr>
          <p:cNvSpPr>
            <a:spLocks/>
          </p:cNvSpPr>
          <p:nvPr/>
        </p:nvSpPr>
        <p:spPr>
          <a:xfrm>
            <a:off x="1381048" y="6816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6" name="data_6797">
            <a:extLst>
              <a:ext uri="{FF2B5EF4-FFF2-40B4-BE49-F238E27FC236}">
                <a16:creationId xmlns:a16="http://schemas.microsoft.com/office/drawing/2014/main" id="{ABDFC909-3F30-4CC1-97F1-6212D0571F6F}"/>
              </a:ext>
            </a:extLst>
          </p:cNvPr>
          <p:cNvSpPr>
            <a:spLocks/>
          </p:cNvSpPr>
          <p:nvPr/>
        </p:nvSpPr>
        <p:spPr>
          <a:xfrm>
            <a:off x="1460754" y="68851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7" name="data_6798">
            <a:extLst>
              <a:ext uri="{FF2B5EF4-FFF2-40B4-BE49-F238E27FC236}">
                <a16:creationId xmlns:a16="http://schemas.microsoft.com/office/drawing/2014/main" id="{E9D344A9-38B1-45E7-88A4-B50BA32441C1}"/>
              </a:ext>
            </a:extLst>
          </p:cNvPr>
          <p:cNvSpPr>
            <a:spLocks/>
          </p:cNvSpPr>
          <p:nvPr/>
        </p:nvSpPr>
        <p:spPr>
          <a:xfrm>
            <a:off x="132836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8" name="data_6799">
            <a:extLst>
              <a:ext uri="{FF2B5EF4-FFF2-40B4-BE49-F238E27FC236}">
                <a16:creationId xmlns:a16="http://schemas.microsoft.com/office/drawing/2014/main" id="{104390ED-B037-47F9-A654-9A2A28EC993A}"/>
              </a:ext>
            </a:extLst>
          </p:cNvPr>
          <p:cNvSpPr>
            <a:spLocks/>
          </p:cNvSpPr>
          <p:nvPr/>
        </p:nvSpPr>
        <p:spPr>
          <a:xfrm>
            <a:off x="1300770" y="69082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9" name="data_6800">
            <a:extLst>
              <a:ext uri="{FF2B5EF4-FFF2-40B4-BE49-F238E27FC236}">
                <a16:creationId xmlns:a16="http://schemas.microsoft.com/office/drawing/2014/main" id="{EEFDE3C8-1084-435A-B0E5-A23E94252ACE}"/>
              </a:ext>
            </a:extLst>
          </p:cNvPr>
          <p:cNvSpPr>
            <a:spLocks/>
          </p:cNvSpPr>
          <p:nvPr/>
        </p:nvSpPr>
        <p:spPr>
          <a:xfrm>
            <a:off x="1395094" y="61566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0" name="data_6801">
            <a:extLst>
              <a:ext uri="{FF2B5EF4-FFF2-40B4-BE49-F238E27FC236}">
                <a16:creationId xmlns:a16="http://schemas.microsoft.com/office/drawing/2014/main" id="{B0114DC1-299F-4D48-A432-6020DBDC813B}"/>
              </a:ext>
            </a:extLst>
          </p:cNvPr>
          <p:cNvSpPr>
            <a:spLocks/>
          </p:cNvSpPr>
          <p:nvPr/>
        </p:nvSpPr>
        <p:spPr>
          <a:xfrm>
            <a:off x="1434178" y="69050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1" name="data_6802">
            <a:extLst>
              <a:ext uri="{FF2B5EF4-FFF2-40B4-BE49-F238E27FC236}">
                <a16:creationId xmlns:a16="http://schemas.microsoft.com/office/drawing/2014/main" id="{EA54A725-0A94-4E2D-A9BA-6AE7A8CA030E}"/>
              </a:ext>
            </a:extLst>
          </p:cNvPr>
          <p:cNvSpPr>
            <a:spLocks/>
          </p:cNvSpPr>
          <p:nvPr/>
        </p:nvSpPr>
        <p:spPr>
          <a:xfrm>
            <a:off x="1352310" y="68769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2" name="data_6803">
            <a:extLst>
              <a:ext uri="{FF2B5EF4-FFF2-40B4-BE49-F238E27FC236}">
                <a16:creationId xmlns:a16="http://schemas.microsoft.com/office/drawing/2014/main" id="{94BFB4B3-EB74-44A8-8F50-1D1C96A2DCD3}"/>
              </a:ext>
            </a:extLst>
          </p:cNvPr>
          <p:cNvSpPr>
            <a:spLocks/>
          </p:cNvSpPr>
          <p:nvPr/>
        </p:nvSpPr>
        <p:spPr>
          <a:xfrm>
            <a:off x="1312700" y="68717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3" name="data_6804">
            <a:extLst>
              <a:ext uri="{FF2B5EF4-FFF2-40B4-BE49-F238E27FC236}">
                <a16:creationId xmlns:a16="http://schemas.microsoft.com/office/drawing/2014/main" id="{E74252BE-8A80-4153-80AA-D705FF9E8B7A}"/>
              </a:ext>
            </a:extLst>
          </p:cNvPr>
          <p:cNvSpPr>
            <a:spLocks/>
          </p:cNvSpPr>
          <p:nvPr/>
        </p:nvSpPr>
        <p:spPr>
          <a:xfrm>
            <a:off x="139591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4" name="data_6805">
            <a:extLst>
              <a:ext uri="{FF2B5EF4-FFF2-40B4-BE49-F238E27FC236}">
                <a16:creationId xmlns:a16="http://schemas.microsoft.com/office/drawing/2014/main" id="{A91E34D1-BF4F-41F0-A1EA-C3A2616191FD}"/>
              </a:ext>
            </a:extLst>
          </p:cNvPr>
          <p:cNvSpPr>
            <a:spLocks/>
          </p:cNvSpPr>
          <p:nvPr/>
        </p:nvSpPr>
        <p:spPr>
          <a:xfrm>
            <a:off x="143431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5" name="data_6806">
            <a:extLst>
              <a:ext uri="{FF2B5EF4-FFF2-40B4-BE49-F238E27FC236}">
                <a16:creationId xmlns:a16="http://schemas.microsoft.com/office/drawing/2014/main" id="{5F1F50AD-9CA9-4416-BF23-021D4BD7EA43}"/>
              </a:ext>
            </a:extLst>
          </p:cNvPr>
          <p:cNvSpPr>
            <a:spLocks/>
          </p:cNvSpPr>
          <p:nvPr/>
        </p:nvSpPr>
        <p:spPr>
          <a:xfrm>
            <a:off x="1459511" y="68742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6" name="data_6807">
            <a:extLst>
              <a:ext uri="{FF2B5EF4-FFF2-40B4-BE49-F238E27FC236}">
                <a16:creationId xmlns:a16="http://schemas.microsoft.com/office/drawing/2014/main" id="{6EDE03B5-275C-4440-AC26-4D7615D55893}"/>
              </a:ext>
            </a:extLst>
          </p:cNvPr>
          <p:cNvSpPr>
            <a:spLocks/>
          </p:cNvSpPr>
          <p:nvPr/>
        </p:nvSpPr>
        <p:spPr>
          <a:xfrm>
            <a:off x="1448047" y="6855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7" name="data_6808">
            <a:extLst>
              <a:ext uri="{FF2B5EF4-FFF2-40B4-BE49-F238E27FC236}">
                <a16:creationId xmlns:a16="http://schemas.microsoft.com/office/drawing/2014/main" id="{8832E760-6A06-469C-B921-3899873C28C8}"/>
              </a:ext>
            </a:extLst>
          </p:cNvPr>
          <p:cNvSpPr>
            <a:spLocks/>
          </p:cNvSpPr>
          <p:nvPr/>
        </p:nvSpPr>
        <p:spPr>
          <a:xfrm>
            <a:off x="1393201" y="68965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8" name="data_6809">
            <a:extLst>
              <a:ext uri="{FF2B5EF4-FFF2-40B4-BE49-F238E27FC236}">
                <a16:creationId xmlns:a16="http://schemas.microsoft.com/office/drawing/2014/main" id="{DE6105C1-D095-4BC1-9CF0-32590CEDD3AF}"/>
              </a:ext>
            </a:extLst>
          </p:cNvPr>
          <p:cNvSpPr>
            <a:spLocks/>
          </p:cNvSpPr>
          <p:nvPr/>
        </p:nvSpPr>
        <p:spPr>
          <a:xfrm>
            <a:off x="1335974" y="69025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9" name="data_6810">
            <a:extLst>
              <a:ext uri="{FF2B5EF4-FFF2-40B4-BE49-F238E27FC236}">
                <a16:creationId xmlns:a16="http://schemas.microsoft.com/office/drawing/2014/main" id="{6F85AC86-8CE9-4E3D-A620-99764605BFB4}"/>
              </a:ext>
            </a:extLst>
          </p:cNvPr>
          <p:cNvSpPr>
            <a:spLocks/>
          </p:cNvSpPr>
          <p:nvPr/>
        </p:nvSpPr>
        <p:spPr>
          <a:xfrm>
            <a:off x="1350835" y="6814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0" name="data_6811">
            <a:extLst>
              <a:ext uri="{FF2B5EF4-FFF2-40B4-BE49-F238E27FC236}">
                <a16:creationId xmlns:a16="http://schemas.microsoft.com/office/drawing/2014/main" id="{A207EE05-39F4-4303-965E-83A2F1F8A4ED}"/>
              </a:ext>
            </a:extLst>
          </p:cNvPr>
          <p:cNvSpPr>
            <a:spLocks/>
          </p:cNvSpPr>
          <p:nvPr/>
        </p:nvSpPr>
        <p:spPr>
          <a:xfrm>
            <a:off x="1630445" y="55406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1" name="data_6812">
            <a:extLst>
              <a:ext uri="{FF2B5EF4-FFF2-40B4-BE49-F238E27FC236}">
                <a16:creationId xmlns:a16="http://schemas.microsoft.com/office/drawing/2014/main" id="{C70EACF1-7992-41D7-AF69-4DC793932D73}"/>
              </a:ext>
            </a:extLst>
          </p:cNvPr>
          <p:cNvSpPr>
            <a:spLocks/>
          </p:cNvSpPr>
          <p:nvPr/>
        </p:nvSpPr>
        <p:spPr>
          <a:xfrm>
            <a:off x="1736601" y="57187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2" name="data_6813">
            <a:extLst>
              <a:ext uri="{FF2B5EF4-FFF2-40B4-BE49-F238E27FC236}">
                <a16:creationId xmlns:a16="http://schemas.microsoft.com/office/drawing/2014/main" id="{57EF74BC-CA33-48C6-AF28-5C2F8A880608}"/>
              </a:ext>
            </a:extLst>
          </p:cNvPr>
          <p:cNvSpPr>
            <a:spLocks/>
          </p:cNvSpPr>
          <p:nvPr/>
        </p:nvSpPr>
        <p:spPr>
          <a:xfrm>
            <a:off x="1731870" y="5425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3" name="data_6814">
            <a:extLst>
              <a:ext uri="{FF2B5EF4-FFF2-40B4-BE49-F238E27FC236}">
                <a16:creationId xmlns:a16="http://schemas.microsoft.com/office/drawing/2014/main" id="{92543AE9-9A34-417E-8827-55E56E72425A}"/>
              </a:ext>
            </a:extLst>
          </p:cNvPr>
          <p:cNvSpPr>
            <a:spLocks/>
          </p:cNvSpPr>
          <p:nvPr/>
        </p:nvSpPr>
        <p:spPr>
          <a:xfrm>
            <a:off x="1672006" y="54622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4" name="data_6815">
            <a:extLst>
              <a:ext uri="{FF2B5EF4-FFF2-40B4-BE49-F238E27FC236}">
                <a16:creationId xmlns:a16="http://schemas.microsoft.com/office/drawing/2014/main" id="{8F23C1F2-5229-4D86-8082-8B00EE7138A0}"/>
              </a:ext>
            </a:extLst>
          </p:cNvPr>
          <p:cNvSpPr>
            <a:spLocks/>
          </p:cNvSpPr>
          <p:nvPr/>
        </p:nvSpPr>
        <p:spPr>
          <a:xfrm>
            <a:off x="1701863" y="53707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5" name="data_6816">
            <a:extLst>
              <a:ext uri="{FF2B5EF4-FFF2-40B4-BE49-F238E27FC236}">
                <a16:creationId xmlns:a16="http://schemas.microsoft.com/office/drawing/2014/main" id="{AC3A16A2-5D3D-480E-9367-37A44011C644}"/>
              </a:ext>
            </a:extLst>
          </p:cNvPr>
          <p:cNvSpPr>
            <a:spLocks/>
          </p:cNvSpPr>
          <p:nvPr/>
        </p:nvSpPr>
        <p:spPr>
          <a:xfrm>
            <a:off x="1573569" y="61238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6" name="data_6817">
            <a:extLst>
              <a:ext uri="{FF2B5EF4-FFF2-40B4-BE49-F238E27FC236}">
                <a16:creationId xmlns:a16="http://schemas.microsoft.com/office/drawing/2014/main" id="{C3673211-77F6-4C2B-A651-07DE2CE805DB}"/>
              </a:ext>
            </a:extLst>
          </p:cNvPr>
          <p:cNvSpPr>
            <a:spLocks/>
          </p:cNvSpPr>
          <p:nvPr/>
        </p:nvSpPr>
        <p:spPr>
          <a:xfrm>
            <a:off x="1617299" y="5887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7" name="data_6818">
            <a:extLst>
              <a:ext uri="{FF2B5EF4-FFF2-40B4-BE49-F238E27FC236}">
                <a16:creationId xmlns:a16="http://schemas.microsoft.com/office/drawing/2014/main" id="{D619B910-4B83-4B7E-8BC0-9B18EFC7A219}"/>
              </a:ext>
            </a:extLst>
          </p:cNvPr>
          <p:cNvSpPr>
            <a:spLocks/>
          </p:cNvSpPr>
          <p:nvPr/>
        </p:nvSpPr>
        <p:spPr>
          <a:xfrm>
            <a:off x="1604057" y="59865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8" name="data_6819">
            <a:extLst>
              <a:ext uri="{FF2B5EF4-FFF2-40B4-BE49-F238E27FC236}">
                <a16:creationId xmlns:a16="http://schemas.microsoft.com/office/drawing/2014/main" id="{D40D60DC-F9DB-4C0E-96BC-46D114E1FF4E}"/>
              </a:ext>
            </a:extLst>
          </p:cNvPr>
          <p:cNvSpPr>
            <a:spLocks/>
          </p:cNvSpPr>
          <p:nvPr/>
        </p:nvSpPr>
        <p:spPr>
          <a:xfrm>
            <a:off x="1624194" y="55872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9" name="data_6820">
            <a:extLst>
              <a:ext uri="{FF2B5EF4-FFF2-40B4-BE49-F238E27FC236}">
                <a16:creationId xmlns:a16="http://schemas.microsoft.com/office/drawing/2014/main" id="{D5C922C9-63ED-4217-9FB3-27B38224FBA2}"/>
              </a:ext>
            </a:extLst>
          </p:cNvPr>
          <p:cNvSpPr>
            <a:spLocks/>
          </p:cNvSpPr>
          <p:nvPr/>
        </p:nvSpPr>
        <p:spPr>
          <a:xfrm>
            <a:off x="1575227" y="55291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0" name="data_6821">
            <a:extLst>
              <a:ext uri="{FF2B5EF4-FFF2-40B4-BE49-F238E27FC236}">
                <a16:creationId xmlns:a16="http://schemas.microsoft.com/office/drawing/2014/main" id="{4EEFA528-ECA6-447C-B6E9-821910B585F6}"/>
              </a:ext>
            </a:extLst>
          </p:cNvPr>
          <p:cNvSpPr>
            <a:spLocks/>
          </p:cNvSpPr>
          <p:nvPr/>
        </p:nvSpPr>
        <p:spPr>
          <a:xfrm>
            <a:off x="1715092" y="60148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1" name="data_6822">
            <a:extLst>
              <a:ext uri="{FF2B5EF4-FFF2-40B4-BE49-F238E27FC236}">
                <a16:creationId xmlns:a16="http://schemas.microsoft.com/office/drawing/2014/main" id="{919B6FF9-1F10-4062-A821-4AF1BCD80584}"/>
              </a:ext>
            </a:extLst>
          </p:cNvPr>
          <p:cNvSpPr>
            <a:spLocks/>
          </p:cNvSpPr>
          <p:nvPr/>
        </p:nvSpPr>
        <p:spPr>
          <a:xfrm>
            <a:off x="1641312" y="59033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2" name="data_6823">
            <a:extLst>
              <a:ext uri="{FF2B5EF4-FFF2-40B4-BE49-F238E27FC236}">
                <a16:creationId xmlns:a16="http://schemas.microsoft.com/office/drawing/2014/main" id="{3C2161FC-E2C1-40E5-BF5A-2804AE07A14A}"/>
              </a:ext>
            </a:extLst>
          </p:cNvPr>
          <p:cNvSpPr>
            <a:spLocks/>
          </p:cNvSpPr>
          <p:nvPr/>
        </p:nvSpPr>
        <p:spPr>
          <a:xfrm>
            <a:off x="1681165" y="64857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3" name="data_6824">
            <a:extLst>
              <a:ext uri="{FF2B5EF4-FFF2-40B4-BE49-F238E27FC236}">
                <a16:creationId xmlns:a16="http://schemas.microsoft.com/office/drawing/2014/main" id="{8DBE1FE0-D360-4ED0-9EAD-5D0F58BC0A3A}"/>
              </a:ext>
            </a:extLst>
          </p:cNvPr>
          <p:cNvSpPr>
            <a:spLocks/>
          </p:cNvSpPr>
          <p:nvPr/>
        </p:nvSpPr>
        <p:spPr>
          <a:xfrm>
            <a:off x="1599133" y="6102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4" name="data_6825">
            <a:extLst>
              <a:ext uri="{FF2B5EF4-FFF2-40B4-BE49-F238E27FC236}">
                <a16:creationId xmlns:a16="http://schemas.microsoft.com/office/drawing/2014/main" id="{A28DB494-19E7-470E-AE76-BCDB99DD52A5}"/>
              </a:ext>
            </a:extLst>
          </p:cNvPr>
          <p:cNvSpPr>
            <a:spLocks/>
          </p:cNvSpPr>
          <p:nvPr/>
        </p:nvSpPr>
        <p:spPr>
          <a:xfrm>
            <a:off x="1645389" y="54420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5" name="data_6826">
            <a:extLst>
              <a:ext uri="{FF2B5EF4-FFF2-40B4-BE49-F238E27FC236}">
                <a16:creationId xmlns:a16="http://schemas.microsoft.com/office/drawing/2014/main" id="{8EF208EF-A3C7-4B12-80C4-64DC610D56BA}"/>
              </a:ext>
            </a:extLst>
          </p:cNvPr>
          <p:cNvSpPr>
            <a:spLocks/>
          </p:cNvSpPr>
          <p:nvPr/>
        </p:nvSpPr>
        <p:spPr>
          <a:xfrm>
            <a:off x="162031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6" name="data_6827">
            <a:extLst>
              <a:ext uri="{FF2B5EF4-FFF2-40B4-BE49-F238E27FC236}">
                <a16:creationId xmlns:a16="http://schemas.microsoft.com/office/drawing/2014/main" id="{3A31D096-8ADB-481B-BB74-CAE43F101AE3}"/>
              </a:ext>
            </a:extLst>
          </p:cNvPr>
          <p:cNvSpPr>
            <a:spLocks/>
          </p:cNvSpPr>
          <p:nvPr/>
        </p:nvSpPr>
        <p:spPr>
          <a:xfrm>
            <a:off x="1590954" y="5431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7" name="data_6828">
            <a:extLst>
              <a:ext uri="{FF2B5EF4-FFF2-40B4-BE49-F238E27FC236}">
                <a16:creationId xmlns:a16="http://schemas.microsoft.com/office/drawing/2014/main" id="{75D54E27-E435-4786-BF49-6548373D5AA0}"/>
              </a:ext>
            </a:extLst>
          </p:cNvPr>
          <p:cNvSpPr>
            <a:spLocks/>
          </p:cNvSpPr>
          <p:nvPr/>
        </p:nvSpPr>
        <p:spPr>
          <a:xfrm>
            <a:off x="1586073" y="5375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8" name="data_6829">
            <a:extLst>
              <a:ext uri="{FF2B5EF4-FFF2-40B4-BE49-F238E27FC236}">
                <a16:creationId xmlns:a16="http://schemas.microsoft.com/office/drawing/2014/main" id="{F0EB13B9-8EEB-4184-BDA5-367AA8D065FF}"/>
              </a:ext>
            </a:extLst>
          </p:cNvPr>
          <p:cNvSpPr>
            <a:spLocks/>
          </p:cNvSpPr>
          <p:nvPr/>
        </p:nvSpPr>
        <p:spPr>
          <a:xfrm>
            <a:off x="1714811" y="59926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9" name="data_6830">
            <a:extLst>
              <a:ext uri="{FF2B5EF4-FFF2-40B4-BE49-F238E27FC236}">
                <a16:creationId xmlns:a16="http://schemas.microsoft.com/office/drawing/2014/main" id="{146389B0-2E38-40FD-BF21-C2F5AD40E963}"/>
              </a:ext>
            </a:extLst>
          </p:cNvPr>
          <p:cNvSpPr>
            <a:spLocks/>
          </p:cNvSpPr>
          <p:nvPr/>
        </p:nvSpPr>
        <p:spPr>
          <a:xfrm>
            <a:off x="165868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0" name="data_6831">
            <a:extLst>
              <a:ext uri="{FF2B5EF4-FFF2-40B4-BE49-F238E27FC236}">
                <a16:creationId xmlns:a16="http://schemas.microsoft.com/office/drawing/2014/main" id="{91F3ACE0-8777-4A09-BDE8-B20CFB447CED}"/>
              </a:ext>
            </a:extLst>
          </p:cNvPr>
          <p:cNvSpPr>
            <a:spLocks/>
          </p:cNvSpPr>
          <p:nvPr/>
        </p:nvSpPr>
        <p:spPr>
          <a:xfrm>
            <a:off x="1625864" y="61069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1" name="data_6832">
            <a:extLst>
              <a:ext uri="{FF2B5EF4-FFF2-40B4-BE49-F238E27FC236}">
                <a16:creationId xmlns:a16="http://schemas.microsoft.com/office/drawing/2014/main" id="{806F8B52-82F4-48B1-8FE2-24C05A3219E2}"/>
              </a:ext>
            </a:extLst>
          </p:cNvPr>
          <p:cNvSpPr>
            <a:spLocks/>
          </p:cNvSpPr>
          <p:nvPr/>
        </p:nvSpPr>
        <p:spPr>
          <a:xfrm>
            <a:off x="171433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2" name="data_6833">
            <a:extLst>
              <a:ext uri="{FF2B5EF4-FFF2-40B4-BE49-F238E27FC236}">
                <a16:creationId xmlns:a16="http://schemas.microsoft.com/office/drawing/2014/main" id="{6E6C56A6-0759-4514-8EBF-100ECDCD5181}"/>
              </a:ext>
            </a:extLst>
          </p:cNvPr>
          <p:cNvSpPr>
            <a:spLocks/>
          </p:cNvSpPr>
          <p:nvPr/>
        </p:nvSpPr>
        <p:spPr>
          <a:xfrm>
            <a:off x="1596466" y="5391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3" name="data_6834">
            <a:extLst>
              <a:ext uri="{FF2B5EF4-FFF2-40B4-BE49-F238E27FC236}">
                <a16:creationId xmlns:a16="http://schemas.microsoft.com/office/drawing/2014/main" id="{69FDA90D-1B05-492F-A457-06C0E6A84783}"/>
              </a:ext>
            </a:extLst>
          </p:cNvPr>
          <p:cNvSpPr>
            <a:spLocks/>
          </p:cNvSpPr>
          <p:nvPr/>
        </p:nvSpPr>
        <p:spPr>
          <a:xfrm>
            <a:off x="1581250" y="55266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4" name="data_6835">
            <a:extLst>
              <a:ext uri="{FF2B5EF4-FFF2-40B4-BE49-F238E27FC236}">
                <a16:creationId xmlns:a16="http://schemas.microsoft.com/office/drawing/2014/main" id="{B4ECF03B-DABF-486B-9839-A67629B78DAC}"/>
              </a:ext>
            </a:extLst>
          </p:cNvPr>
          <p:cNvSpPr>
            <a:spLocks/>
          </p:cNvSpPr>
          <p:nvPr/>
        </p:nvSpPr>
        <p:spPr>
          <a:xfrm>
            <a:off x="1628578" y="56646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5" name="data_6836">
            <a:extLst>
              <a:ext uri="{FF2B5EF4-FFF2-40B4-BE49-F238E27FC236}">
                <a16:creationId xmlns:a16="http://schemas.microsoft.com/office/drawing/2014/main" id="{5D349520-263D-49B6-B835-05ADB91E4B9E}"/>
              </a:ext>
            </a:extLst>
          </p:cNvPr>
          <p:cNvSpPr>
            <a:spLocks/>
          </p:cNvSpPr>
          <p:nvPr/>
        </p:nvSpPr>
        <p:spPr>
          <a:xfrm>
            <a:off x="1590603" y="61787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6" name="data_6837">
            <a:extLst>
              <a:ext uri="{FF2B5EF4-FFF2-40B4-BE49-F238E27FC236}">
                <a16:creationId xmlns:a16="http://schemas.microsoft.com/office/drawing/2014/main" id="{C9ECEBCC-FEAC-49B9-AAD1-3BD528593573}"/>
              </a:ext>
            </a:extLst>
          </p:cNvPr>
          <p:cNvSpPr>
            <a:spLocks/>
          </p:cNvSpPr>
          <p:nvPr/>
        </p:nvSpPr>
        <p:spPr>
          <a:xfrm>
            <a:off x="1682657" y="67759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7" name="data_6838">
            <a:extLst>
              <a:ext uri="{FF2B5EF4-FFF2-40B4-BE49-F238E27FC236}">
                <a16:creationId xmlns:a16="http://schemas.microsoft.com/office/drawing/2014/main" id="{708CD2F9-AADB-449E-A64C-8E2AA6831FE5}"/>
              </a:ext>
            </a:extLst>
          </p:cNvPr>
          <p:cNvSpPr>
            <a:spLocks/>
          </p:cNvSpPr>
          <p:nvPr/>
        </p:nvSpPr>
        <p:spPr>
          <a:xfrm>
            <a:off x="1580599" y="55537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8" name="data_6839">
            <a:extLst>
              <a:ext uri="{FF2B5EF4-FFF2-40B4-BE49-F238E27FC236}">
                <a16:creationId xmlns:a16="http://schemas.microsoft.com/office/drawing/2014/main" id="{DCA8D887-DE5F-4D39-98A3-6CAAD1506A6A}"/>
              </a:ext>
            </a:extLst>
          </p:cNvPr>
          <p:cNvSpPr>
            <a:spLocks/>
          </p:cNvSpPr>
          <p:nvPr/>
        </p:nvSpPr>
        <p:spPr>
          <a:xfrm>
            <a:off x="163661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9" name="data_6840">
            <a:extLst>
              <a:ext uri="{FF2B5EF4-FFF2-40B4-BE49-F238E27FC236}">
                <a16:creationId xmlns:a16="http://schemas.microsoft.com/office/drawing/2014/main" id="{193C952D-FF4D-4743-8399-CB4E7B1BEAE2}"/>
              </a:ext>
            </a:extLst>
          </p:cNvPr>
          <p:cNvSpPr>
            <a:spLocks/>
          </p:cNvSpPr>
          <p:nvPr/>
        </p:nvSpPr>
        <p:spPr>
          <a:xfrm>
            <a:off x="1644350" y="60548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0" name="data_6841">
            <a:extLst>
              <a:ext uri="{FF2B5EF4-FFF2-40B4-BE49-F238E27FC236}">
                <a16:creationId xmlns:a16="http://schemas.microsoft.com/office/drawing/2014/main" id="{16FB8D4D-DDC0-471D-BDE7-306C13D8E7C5}"/>
              </a:ext>
            </a:extLst>
          </p:cNvPr>
          <p:cNvSpPr>
            <a:spLocks/>
          </p:cNvSpPr>
          <p:nvPr/>
        </p:nvSpPr>
        <p:spPr>
          <a:xfrm>
            <a:off x="1707310" y="6851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1" name="data_6842">
            <a:extLst>
              <a:ext uri="{FF2B5EF4-FFF2-40B4-BE49-F238E27FC236}">
                <a16:creationId xmlns:a16="http://schemas.microsoft.com/office/drawing/2014/main" id="{AF5E70E6-59D0-4EDB-BEF8-4905C0363EC7}"/>
              </a:ext>
            </a:extLst>
          </p:cNvPr>
          <p:cNvSpPr>
            <a:spLocks/>
          </p:cNvSpPr>
          <p:nvPr/>
        </p:nvSpPr>
        <p:spPr>
          <a:xfrm>
            <a:off x="1667644" y="53294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2" name="data_6843">
            <a:extLst>
              <a:ext uri="{FF2B5EF4-FFF2-40B4-BE49-F238E27FC236}">
                <a16:creationId xmlns:a16="http://schemas.microsoft.com/office/drawing/2014/main" id="{56A44DF5-A582-42E9-BD78-FA09124177E5}"/>
              </a:ext>
            </a:extLst>
          </p:cNvPr>
          <p:cNvSpPr>
            <a:spLocks/>
          </p:cNvSpPr>
          <p:nvPr/>
        </p:nvSpPr>
        <p:spPr>
          <a:xfrm>
            <a:off x="1617245" y="55375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3" name="data_6844">
            <a:extLst>
              <a:ext uri="{FF2B5EF4-FFF2-40B4-BE49-F238E27FC236}">
                <a16:creationId xmlns:a16="http://schemas.microsoft.com/office/drawing/2014/main" id="{E35C7461-D9B1-4FBE-8DF0-C6D7D93115CD}"/>
              </a:ext>
            </a:extLst>
          </p:cNvPr>
          <p:cNvSpPr>
            <a:spLocks/>
          </p:cNvSpPr>
          <p:nvPr/>
        </p:nvSpPr>
        <p:spPr>
          <a:xfrm>
            <a:off x="1574103" y="54723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4" name="data_6845">
            <a:extLst>
              <a:ext uri="{FF2B5EF4-FFF2-40B4-BE49-F238E27FC236}">
                <a16:creationId xmlns:a16="http://schemas.microsoft.com/office/drawing/2014/main" id="{E9537362-0937-4E64-9FC4-7DB38401208B}"/>
              </a:ext>
            </a:extLst>
          </p:cNvPr>
          <p:cNvSpPr>
            <a:spLocks/>
          </p:cNvSpPr>
          <p:nvPr/>
        </p:nvSpPr>
        <p:spPr>
          <a:xfrm>
            <a:off x="1568565" y="66099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5" name="data_6846">
            <a:extLst>
              <a:ext uri="{FF2B5EF4-FFF2-40B4-BE49-F238E27FC236}">
                <a16:creationId xmlns:a16="http://schemas.microsoft.com/office/drawing/2014/main" id="{CC4B6137-4112-43DC-82DC-5A4AECD3FA36}"/>
              </a:ext>
            </a:extLst>
          </p:cNvPr>
          <p:cNvSpPr>
            <a:spLocks/>
          </p:cNvSpPr>
          <p:nvPr/>
        </p:nvSpPr>
        <p:spPr>
          <a:xfrm>
            <a:off x="159329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6" name="data_6847">
            <a:extLst>
              <a:ext uri="{FF2B5EF4-FFF2-40B4-BE49-F238E27FC236}">
                <a16:creationId xmlns:a16="http://schemas.microsoft.com/office/drawing/2014/main" id="{4D388518-44D0-49EE-B1B9-A9246CB310B7}"/>
              </a:ext>
            </a:extLst>
          </p:cNvPr>
          <p:cNvSpPr>
            <a:spLocks/>
          </p:cNvSpPr>
          <p:nvPr/>
        </p:nvSpPr>
        <p:spPr>
          <a:xfrm>
            <a:off x="1612336" y="5429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7" name="data_6848">
            <a:extLst>
              <a:ext uri="{FF2B5EF4-FFF2-40B4-BE49-F238E27FC236}">
                <a16:creationId xmlns:a16="http://schemas.microsoft.com/office/drawing/2014/main" id="{3DB2D63A-577D-4064-BF5D-94198EABF197}"/>
              </a:ext>
            </a:extLst>
          </p:cNvPr>
          <p:cNvSpPr>
            <a:spLocks/>
          </p:cNvSpPr>
          <p:nvPr/>
        </p:nvSpPr>
        <p:spPr>
          <a:xfrm>
            <a:off x="1716760" y="62185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8" name="data_6849">
            <a:extLst>
              <a:ext uri="{FF2B5EF4-FFF2-40B4-BE49-F238E27FC236}">
                <a16:creationId xmlns:a16="http://schemas.microsoft.com/office/drawing/2014/main" id="{58E64198-E282-4657-B858-C164A6B8B18E}"/>
              </a:ext>
            </a:extLst>
          </p:cNvPr>
          <p:cNvSpPr>
            <a:spLocks/>
          </p:cNvSpPr>
          <p:nvPr/>
        </p:nvSpPr>
        <p:spPr>
          <a:xfrm>
            <a:off x="1594611" y="6131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9" name="data_6850">
            <a:extLst>
              <a:ext uri="{FF2B5EF4-FFF2-40B4-BE49-F238E27FC236}">
                <a16:creationId xmlns:a16="http://schemas.microsoft.com/office/drawing/2014/main" id="{569DE385-6E16-42AA-99D4-01A4715408CA}"/>
              </a:ext>
            </a:extLst>
          </p:cNvPr>
          <p:cNvSpPr>
            <a:spLocks/>
          </p:cNvSpPr>
          <p:nvPr/>
        </p:nvSpPr>
        <p:spPr>
          <a:xfrm>
            <a:off x="1676226" y="59907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0" name="data_6851">
            <a:extLst>
              <a:ext uri="{FF2B5EF4-FFF2-40B4-BE49-F238E27FC236}">
                <a16:creationId xmlns:a16="http://schemas.microsoft.com/office/drawing/2014/main" id="{7DFB7028-A145-4E60-8648-B936B7C632E5}"/>
              </a:ext>
            </a:extLst>
          </p:cNvPr>
          <p:cNvSpPr>
            <a:spLocks/>
          </p:cNvSpPr>
          <p:nvPr/>
        </p:nvSpPr>
        <p:spPr>
          <a:xfrm>
            <a:off x="1687930" y="64602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1" name="data_6852">
            <a:extLst>
              <a:ext uri="{FF2B5EF4-FFF2-40B4-BE49-F238E27FC236}">
                <a16:creationId xmlns:a16="http://schemas.microsoft.com/office/drawing/2014/main" id="{A160890D-3BB4-4767-925D-4A1AA33EE55C}"/>
              </a:ext>
            </a:extLst>
          </p:cNvPr>
          <p:cNvSpPr>
            <a:spLocks/>
          </p:cNvSpPr>
          <p:nvPr/>
        </p:nvSpPr>
        <p:spPr>
          <a:xfrm>
            <a:off x="1660068" y="56266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2" name="data_6853">
            <a:extLst>
              <a:ext uri="{FF2B5EF4-FFF2-40B4-BE49-F238E27FC236}">
                <a16:creationId xmlns:a16="http://schemas.microsoft.com/office/drawing/2014/main" id="{2DBD52FF-538A-472F-9185-CC402460F8F4}"/>
              </a:ext>
            </a:extLst>
          </p:cNvPr>
          <p:cNvSpPr>
            <a:spLocks/>
          </p:cNvSpPr>
          <p:nvPr/>
        </p:nvSpPr>
        <p:spPr>
          <a:xfrm>
            <a:off x="1630594" y="5467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3" name="data_6854">
            <a:extLst>
              <a:ext uri="{FF2B5EF4-FFF2-40B4-BE49-F238E27FC236}">
                <a16:creationId xmlns:a16="http://schemas.microsoft.com/office/drawing/2014/main" id="{2C462ADD-FF7E-4496-B2FD-E933C3DE388F}"/>
              </a:ext>
            </a:extLst>
          </p:cNvPr>
          <p:cNvSpPr>
            <a:spLocks/>
          </p:cNvSpPr>
          <p:nvPr/>
        </p:nvSpPr>
        <p:spPr>
          <a:xfrm>
            <a:off x="1686487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4" name="data_6855">
            <a:extLst>
              <a:ext uri="{FF2B5EF4-FFF2-40B4-BE49-F238E27FC236}">
                <a16:creationId xmlns:a16="http://schemas.microsoft.com/office/drawing/2014/main" id="{DC1FBDAF-27D5-418D-9ED8-FA2A158540C0}"/>
              </a:ext>
            </a:extLst>
          </p:cNvPr>
          <p:cNvSpPr>
            <a:spLocks/>
          </p:cNvSpPr>
          <p:nvPr/>
        </p:nvSpPr>
        <p:spPr>
          <a:xfrm>
            <a:off x="1601609" y="55377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5" name="data_6856">
            <a:extLst>
              <a:ext uri="{FF2B5EF4-FFF2-40B4-BE49-F238E27FC236}">
                <a16:creationId xmlns:a16="http://schemas.microsoft.com/office/drawing/2014/main" id="{9670DAEE-9D21-49C2-A5D8-22BDF9970B31}"/>
              </a:ext>
            </a:extLst>
          </p:cNvPr>
          <p:cNvSpPr>
            <a:spLocks/>
          </p:cNvSpPr>
          <p:nvPr/>
        </p:nvSpPr>
        <p:spPr>
          <a:xfrm>
            <a:off x="1571498" y="563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6" name="data_6857">
            <a:extLst>
              <a:ext uri="{FF2B5EF4-FFF2-40B4-BE49-F238E27FC236}">
                <a16:creationId xmlns:a16="http://schemas.microsoft.com/office/drawing/2014/main" id="{B4B217FC-2667-47BC-95E0-81EE88073037}"/>
              </a:ext>
            </a:extLst>
          </p:cNvPr>
          <p:cNvSpPr>
            <a:spLocks/>
          </p:cNvSpPr>
          <p:nvPr/>
        </p:nvSpPr>
        <p:spPr>
          <a:xfrm>
            <a:off x="1732748" y="53237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7" name="data_6858">
            <a:extLst>
              <a:ext uri="{FF2B5EF4-FFF2-40B4-BE49-F238E27FC236}">
                <a16:creationId xmlns:a16="http://schemas.microsoft.com/office/drawing/2014/main" id="{C66B0BA6-3924-4381-950A-01C649ED4C6B}"/>
              </a:ext>
            </a:extLst>
          </p:cNvPr>
          <p:cNvSpPr>
            <a:spLocks/>
          </p:cNvSpPr>
          <p:nvPr/>
        </p:nvSpPr>
        <p:spPr>
          <a:xfrm>
            <a:off x="1685919" y="64027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8" name="data_6859">
            <a:extLst>
              <a:ext uri="{FF2B5EF4-FFF2-40B4-BE49-F238E27FC236}">
                <a16:creationId xmlns:a16="http://schemas.microsoft.com/office/drawing/2014/main" id="{99AAA6D1-7C51-4404-BA13-AE33DE1EE5EC}"/>
              </a:ext>
            </a:extLst>
          </p:cNvPr>
          <p:cNvSpPr>
            <a:spLocks/>
          </p:cNvSpPr>
          <p:nvPr/>
        </p:nvSpPr>
        <p:spPr>
          <a:xfrm>
            <a:off x="1616380" y="53812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9" name="data_6860">
            <a:extLst>
              <a:ext uri="{FF2B5EF4-FFF2-40B4-BE49-F238E27FC236}">
                <a16:creationId xmlns:a16="http://schemas.microsoft.com/office/drawing/2014/main" id="{232CEBC0-8E64-4733-9882-1B355DC04D46}"/>
              </a:ext>
            </a:extLst>
          </p:cNvPr>
          <p:cNvSpPr>
            <a:spLocks/>
          </p:cNvSpPr>
          <p:nvPr/>
        </p:nvSpPr>
        <p:spPr>
          <a:xfrm>
            <a:off x="159219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0" name="data_6861">
            <a:extLst>
              <a:ext uri="{FF2B5EF4-FFF2-40B4-BE49-F238E27FC236}">
                <a16:creationId xmlns:a16="http://schemas.microsoft.com/office/drawing/2014/main" id="{8E95DB41-2FCB-473B-9FBC-FF4F3F4D3B84}"/>
              </a:ext>
            </a:extLst>
          </p:cNvPr>
          <p:cNvSpPr>
            <a:spLocks/>
          </p:cNvSpPr>
          <p:nvPr/>
        </p:nvSpPr>
        <p:spPr>
          <a:xfrm>
            <a:off x="1718185" y="66396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1" name="data_6862">
            <a:extLst>
              <a:ext uri="{FF2B5EF4-FFF2-40B4-BE49-F238E27FC236}">
                <a16:creationId xmlns:a16="http://schemas.microsoft.com/office/drawing/2014/main" id="{07917502-EE4D-4512-9F26-DCF42F346FFA}"/>
              </a:ext>
            </a:extLst>
          </p:cNvPr>
          <p:cNvSpPr>
            <a:spLocks/>
          </p:cNvSpPr>
          <p:nvPr/>
        </p:nvSpPr>
        <p:spPr>
          <a:xfrm>
            <a:off x="1599925" y="6213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2" name="data_6863">
            <a:extLst>
              <a:ext uri="{FF2B5EF4-FFF2-40B4-BE49-F238E27FC236}">
                <a16:creationId xmlns:a16="http://schemas.microsoft.com/office/drawing/2014/main" id="{EC74D255-0C98-4CAF-9C05-8FF6C1F12F10}"/>
              </a:ext>
            </a:extLst>
          </p:cNvPr>
          <p:cNvSpPr>
            <a:spLocks/>
          </p:cNvSpPr>
          <p:nvPr/>
        </p:nvSpPr>
        <p:spPr>
          <a:xfrm>
            <a:off x="1680257" y="624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3" name="data_6864">
            <a:extLst>
              <a:ext uri="{FF2B5EF4-FFF2-40B4-BE49-F238E27FC236}">
                <a16:creationId xmlns:a16="http://schemas.microsoft.com/office/drawing/2014/main" id="{808B0AB5-E88D-4BD1-B756-37756AC7B9CF}"/>
              </a:ext>
            </a:extLst>
          </p:cNvPr>
          <p:cNvSpPr>
            <a:spLocks/>
          </p:cNvSpPr>
          <p:nvPr/>
        </p:nvSpPr>
        <p:spPr>
          <a:xfrm>
            <a:off x="159226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4" name="data_6865">
            <a:extLst>
              <a:ext uri="{FF2B5EF4-FFF2-40B4-BE49-F238E27FC236}">
                <a16:creationId xmlns:a16="http://schemas.microsoft.com/office/drawing/2014/main" id="{82500D37-5417-4C25-8F00-81FA858FFC46}"/>
              </a:ext>
            </a:extLst>
          </p:cNvPr>
          <p:cNvSpPr>
            <a:spLocks/>
          </p:cNvSpPr>
          <p:nvPr/>
        </p:nvSpPr>
        <p:spPr>
          <a:xfrm>
            <a:off x="1659489" y="5403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5" name="data_6866">
            <a:extLst>
              <a:ext uri="{FF2B5EF4-FFF2-40B4-BE49-F238E27FC236}">
                <a16:creationId xmlns:a16="http://schemas.microsoft.com/office/drawing/2014/main" id="{97A50253-116C-4E51-86A2-C7964FCD06CE}"/>
              </a:ext>
            </a:extLst>
          </p:cNvPr>
          <p:cNvSpPr>
            <a:spLocks/>
          </p:cNvSpPr>
          <p:nvPr/>
        </p:nvSpPr>
        <p:spPr>
          <a:xfrm>
            <a:off x="1727211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6" name="data_6867">
            <a:extLst>
              <a:ext uri="{FF2B5EF4-FFF2-40B4-BE49-F238E27FC236}">
                <a16:creationId xmlns:a16="http://schemas.microsoft.com/office/drawing/2014/main" id="{170136B5-F4F8-4A62-B9F3-9876A91F0E07}"/>
              </a:ext>
            </a:extLst>
          </p:cNvPr>
          <p:cNvSpPr>
            <a:spLocks/>
          </p:cNvSpPr>
          <p:nvPr/>
        </p:nvSpPr>
        <p:spPr>
          <a:xfrm>
            <a:off x="1628044" y="63921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7" name="data_6868">
            <a:extLst>
              <a:ext uri="{FF2B5EF4-FFF2-40B4-BE49-F238E27FC236}">
                <a16:creationId xmlns:a16="http://schemas.microsoft.com/office/drawing/2014/main" id="{327E857D-E2B0-4ECB-88F2-D5191B7EB1AC}"/>
              </a:ext>
            </a:extLst>
          </p:cNvPr>
          <p:cNvSpPr>
            <a:spLocks/>
          </p:cNvSpPr>
          <p:nvPr/>
        </p:nvSpPr>
        <p:spPr>
          <a:xfrm>
            <a:off x="1594404" y="54205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8" name="data_6869">
            <a:extLst>
              <a:ext uri="{FF2B5EF4-FFF2-40B4-BE49-F238E27FC236}">
                <a16:creationId xmlns:a16="http://schemas.microsoft.com/office/drawing/2014/main" id="{8ADA7118-6DD7-4037-AA57-43E0CEAB185D}"/>
              </a:ext>
            </a:extLst>
          </p:cNvPr>
          <p:cNvSpPr>
            <a:spLocks/>
          </p:cNvSpPr>
          <p:nvPr/>
        </p:nvSpPr>
        <p:spPr>
          <a:xfrm>
            <a:off x="1660269" y="572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9" name="data_6870">
            <a:extLst>
              <a:ext uri="{FF2B5EF4-FFF2-40B4-BE49-F238E27FC236}">
                <a16:creationId xmlns:a16="http://schemas.microsoft.com/office/drawing/2014/main" id="{AA660DF1-BF7F-4900-AE24-D9EC1D23329E}"/>
              </a:ext>
            </a:extLst>
          </p:cNvPr>
          <p:cNvSpPr>
            <a:spLocks/>
          </p:cNvSpPr>
          <p:nvPr/>
        </p:nvSpPr>
        <p:spPr>
          <a:xfrm>
            <a:off x="1628628" y="61172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0" name="data_6871">
            <a:extLst>
              <a:ext uri="{FF2B5EF4-FFF2-40B4-BE49-F238E27FC236}">
                <a16:creationId xmlns:a16="http://schemas.microsoft.com/office/drawing/2014/main" id="{5969D71A-06DA-4F96-A14F-59286BB96507}"/>
              </a:ext>
            </a:extLst>
          </p:cNvPr>
          <p:cNvSpPr>
            <a:spLocks/>
          </p:cNvSpPr>
          <p:nvPr/>
        </p:nvSpPr>
        <p:spPr>
          <a:xfrm>
            <a:off x="1633332" y="5587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1" name="data_6872">
            <a:extLst>
              <a:ext uri="{FF2B5EF4-FFF2-40B4-BE49-F238E27FC236}">
                <a16:creationId xmlns:a16="http://schemas.microsoft.com/office/drawing/2014/main" id="{9BCC3EB7-A215-41CB-8430-1C1B6509FC70}"/>
              </a:ext>
            </a:extLst>
          </p:cNvPr>
          <p:cNvSpPr>
            <a:spLocks/>
          </p:cNvSpPr>
          <p:nvPr/>
        </p:nvSpPr>
        <p:spPr>
          <a:xfrm>
            <a:off x="162679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2" name="data_6873">
            <a:extLst>
              <a:ext uri="{FF2B5EF4-FFF2-40B4-BE49-F238E27FC236}">
                <a16:creationId xmlns:a16="http://schemas.microsoft.com/office/drawing/2014/main" id="{F79BE973-4F81-4F6A-BDA3-21B359772257}"/>
              </a:ext>
            </a:extLst>
          </p:cNvPr>
          <p:cNvSpPr>
            <a:spLocks/>
          </p:cNvSpPr>
          <p:nvPr/>
        </p:nvSpPr>
        <p:spPr>
          <a:xfrm>
            <a:off x="1717379" y="55392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3" name="data_6874">
            <a:extLst>
              <a:ext uri="{FF2B5EF4-FFF2-40B4-BE49-F238E27FC236}">
                <a16:creationId xmlns:a16="http://schemas.microsoft.com/office/drawing/2014/main" id="{30BBBAD7-00F4-4CE9-8729-A2BFC158D9FB}"/>
              </a:ext>
            </a:extLst>
          </p:cNvPr>
          <p:cNvSpPr>
            <a:spLocks/>
          </p:cNvSpPr>
          <p:nvPr/>
        </p:nvSpPr>
        <p:spPr>
          <a:xfrm>
            <a:off x="161480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4" name="data_6875">
            <a:extLst>
              <a:ext uri="{FF2B5EF4-FFF2-40B4-BE49-F238E27FC236}">
                <a16:creationId xmlns:a16="http://schemas.microsoft.com/office/drawing/2014/main" id="{16FEFC78-02D7-49A1-B5EC-F9C865CF615C}"/>
              </a:ext>
            </a:extLst>
          </p:cNvPr>
          <p:cNvSpPr>
            <a:spLocks/>
          </p:cNvSpPr>
          <p:nvPr/>
        </p:nvSpPr>
        <p:spPr>
          <a:xfrm>
            <a:off x="161211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5" name="data_6876">
            <a:extLst>
              <a:ext uri="{FF2B5EF4-FFF2-40B4-BE49-F238E27FC236}">
                <a16:creationId xmlns:a16="http://schemas.microsoft.com/office/drawing/2014/main" id="{D146014C-3C0A-410D-A7AB-87E6FB409941}"/>
              </a:ext>
            </a:extLst>
          </p:cNvPr>
          <p:cNvSpPr>
            <a:spLocks/>
          </p:cNvSpPr>
          <p:nvPr/>
        </p:nvSpPr>
        <p:spPr>
          <a:xfrm>
            <a:off x="1664885" y="5914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6" name="data_6877">
            <a:extLst>
              <a:ext uri="{FF2B5EF4-FFF2-40B4-BE49-F238E27FC236}">
                <a16:creationId xmlns:a16="http://schemas.microsoft.com/office/drawing/2014/main" id="{804B35B1-B96C-45AB-83FB-0BC362D8F0F3}"/>
              </a:ext>
            </a:extLst>
          </p:cNvPr>
          <p:cNvSpPr>
            <a:spLocks/>
          </p:cNvSpPr>
          <p:nvPr/>
        </p:nvSpPr>
        <p:spPr>
          <a:xfrm>
            <a:off x="1599248" y="54962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7" name="data_6878">
            <a:extLst>
              <a:ext uri="{FF2B5EF4-FFF2-40B4-BE49-F238E27FC236}">
                <a16:creationId xmlns:a16="http://schemas.microsoft.com/office/drawing/2014/main" id="{7567B025-92A7-4804-9D93-A47CC2509854}"/>
              </a:ext>
            </a:extLst>
          </p:cNvPr>
          <p:cNvSpPr>
            <a:spLocks/>
          </p:cNvSpPr>
          <p:nvPr/>
        </p:nvSpPr>
        <p:spPr>
          <a:xfrm>
            <a:off x="1638895" y="57566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8" name="data_6879">
            <a:extLst>
              <a:ext uri="{FF2B5EF4-FFF2-40B4-BE49-F238E27FC236}">
                <a16:creationId xmlns:a16="http://schemas.microsoft.com/office/drawing/2014/main" id="{5D081F71-D980-49ED-8F63-893B6724C85C}"/>
              </a:ext>
            </a:extLst>
          </p:cNvPr>
          <p:cNvSpPr>
            <a:spLocks/>
          </p:cNvSpPr>
          <p:nvPr/>
        </p:nvSpPr>
        <p:spPr>
          <a:xfrm>
            <a:off x="1612189" y="5811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9" name="data_6880">
            <a:extLst>
              <a:ext uri="{FF2B5EF4-FFF2-40B4-BE49-F238E27FC236}">
                <a16:creationId xmlns:a16="http://schemas.microsoft.com/office/drawing/2014/main" id="{CB92C222-E2CD-44C2-9727-6337AEA6CAE9}"/>
              </a:ext>
            </a:extLst>
          </p:cNvPr>
          <p:cNvSpPr>
            <a:spLocks/>
          </p:cNvSpPr>
          <p:nvPr/>
        </p:nvSpPr>
        <p:spPr>
          <a:xfrm>
            <a:off x="1675949" y="5542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0" name="data_6881">
            <a:extLst>
              <a:ext uri="{FF2B5EF4-FFF2-40B4-BE49-F238E27FC236}">
                <a16:creationId xmlns:a16="http://schemas.microsoft.com/office/drawing/2014/main" id="{158F093C-63BE-47A7-8249-B45996163EF6}"/>
              </a:ext>
            </a:extLst>
          </p:cNvPr>
          <p:cNvSpPr>
            <a:spLocks/>
          </p:cNvSpPr>
          <p:nvPr/>
        </p:nvSpPr>
        <p:spPr>
          <a:xfrm>
            <a:off x="1581087" y="56778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1" name="data_6882">
            <a:extLst>
              <a:ext uri="{FF2B5EF4-FFF2-40B4-BE49-F238E27FC236}">
                <a16:creationId xmlns:a16="http://schemas.microsoft.com/office/drawing/2014/main" id="{43EB872D-2F26-4ACD-B0D7-5248018A8073}"/>
              </a:ext>
            </a:extLst>
          </p:cNvPr>
          <p:cNvSpPr>
            <a:spLocks/>
          </p:cNvSpPr>
          <p:nvPr/>
        </p:nvSpPr>
        <p:spPr>
          <a:xfrm>
            <a:off x="1622191" y="5684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2" name="data_6883">
            <a:extLst>
              <a:ext uri="{FF2B5EF4-FFF2-40B4-BE49-F238E27FC236}">
                <a16:creationId xmlns:a16="http://schemas.microsoft.com/office/drawing/2014/main" id="{BF1F4848-AC49-492E-A0E6-1A3756EAD413}"/>
              </a:ext>
            </a:extLst>
          </p:cNvPr>
          <p:cNvSpPr>
            <a:spLocks/>
          </p:cNvSpPr>
          <p:nvPr/>
        </p:nvSpPr>
        <p:spPr>
          <a:xfrm>
            <a:off x="1688677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3" name="data_6884">
            <a:extLst>
              <a:ext uri="{FF2B5EF4-FFF2-40B4-BE49-F238E27FC236}">
                <a16:creationId xmlns:a16="http://schemas.microsoft.com/office/drawing/2014/main" id="{43672847-877C-47B7-9CF1-9D1EB7137BAB}"/>
              </a:ext>
            </a:extLst>
          </p:cNvPr>
          <p:cNvSpPr>
            <a:spLocks/>
          </p:cNvSpPr>
          <p:nvPr/>
        </p:nvSpPr>
        <p:spPr>
          <a:xfrm>
            <a:off x="1582198" y="56288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4" name="data_6885">
            <a:extLst>
              <a:ext uri="{FF2B5EF4-FFF2-40B4-BE49-F238E27FC236}">
                <a16:creationId xmlns:a16="http://schemas.microsoft.com/office/drawing/2014/main" id="{BCEA00B0-0BCF-4199-A74F-58D3268BCCEA}"/>
              </a:ext>
            </a:extLst>
          </p:cNvPr>
          <p:cNvSpPr>
            <a:spLocks/>
          </p:cNvSpPr>
          <p:nvPr/>
        </p:nvSpPr>
        <p:spPr>
          <a:xfrm>
            <a:off x="1680341" y="593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5" name="data_6886">
            <a:extLst>
              <a:ext uri="{FF2B5EF4-FFF2-40B4-BE49-F238E27FC236}">
                <a16:creationId xmlns:a16="http://schemas.microsoft.com/office/drawing/2014/main" id="{49F35969-6D20-410A-9544-B3DA255BAC0A}"/>
              </a:ext>
            </a:extLst>
          </p:cNvPr>
          <p:cNvSpPr>
            <a:spLocks/>
          </p:cNvSpPr>
          <p:nvPr/>
        </p:nvSpPr>
        <p:spPr>
          <a:xfrm>
            <a:off x="159311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6" name="data_6887">
            <a:extLst>
              <a:ext uri="{FF2B5EF4-FFF2-40B4-BE49-F238E27FC236}">
                <a16:creationId xmlns:a16="http://schemas.microsoft.com/office/drawing/2014/main" id="{DAC82A56-052A-4494-AAB5-BD29472300CA}"/>
              </a:ext>
            </a:extLst>
          </p:cNvPr>
          <p:cNvSpPr>
            <a:spLocks/>
          </p:cNvSpPr>
          <p:nvPr/>
        </p:nvSpPr>
        <p:spPr>
          <a:xfrm>
            <a:off x="1709979" y="67150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7" name="data_6888">
            <a:extLst>
              <a:ext uri="{FF2B5EF4-FFF2-40B4-BE49-F238E27FC236}">
                <a16:creationId xmlns:a16="http://schemas.microsoft.com/office/drawing/2014/main" id="{16D45992-0164-4F0A-8E11-CF51EEB465A0}"/>
              </a:ext>
            </a:extLst>
          </p:cNvPr>
          <p:cNvSpPr>
            <a:spLocks/>
          </p:cNvSpPr>
          <p:nvPr/>
        </p:nvSpPr>
        <p:spPr>
          <a:xfrm>
            <a:off x="1646519" y="66911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8" name="data_6889">
            <a:extLst>
              <a:ext uri="{FF2B5EF4-FFF2-40B4-BE49-F238E27FC236}">
                <a16:creationId xmlns:a16="http://schemas.microsoft.com/office/drawing/2014/main" id="{B7F7E6FF-EF55-410F-ACF8-CD613843213D}"/>
              </a:ext>
            </a:extLst>
          </p:cNvPr>
          <p:cNvSpPr>
            <a:spLocks/>
          </p:cNvSpPr>
          <p:nvPr/>
        </p:nvSpPr>
        <p:spPr>
          <a:xfrm>
            <a:off x="1643267" y="6676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9" name="data_6890">
            <a:extLst>
              <a:ext uri="{FF2B5EF4-FFF2-40B4-BE49-F238E27FC236}">
                <a16:creationId xmlns:a16="http://schemas.microsoft.com/office/drawing/2014/main" id="{92A37EF4-3997-4F0B-8EE3-19A5FED01DED}"/>
              </a:ext>
            </a:extLst>
          </p:cNvPr>
          <p:cNvSpPr>
            <a:spLocks/>
          </p:cNvSpPr>
          <p:nvPr/>
        </p:nvSpPr>
        <p:spPr>
          <a:xfrm>
            <a:off x="1635309" y="5446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0" name="data_6891">
            <a:extLst>
              <a:ext uri="{FF2B5EF4-FFF2-40B4-BE49-F238E27FC236}">
                <a16:creationId xmlns:a16="http://schemas.microsoft.com/office/drawing/2014/main" id="{8562713E-AEED-4DF6-97F7-E7E4E2C9F49F}"/>
              </a:ext>
            </a:extLst>
          </p:cNvPr>
          <p:cNvSpPr>
            <a:spLocks/>
          </p:cNvSpPr>
          <p:nvPr/>
        </p:nvSpPr>
        <p:spPr>
          <a:xfrm>
            <a:off x="1731990" y="64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1" name="data_6892">
            <a:extLst>
              <a:ext uri="{FF2B5EF4-FFF2-40B4-BE49-F238E27FC236}">
                <a16:creationId xmlns:a16="http://schemas.microsoft.com/office/drawing/2014/main" id="{719B46A9-345E-4D2A-967F-669F960FA657}"/>
              </a:ext>
            </a:extLst>
          </p:cNvPr>
          <p:cNvSpPr>
            <a:spLocks/>
          </p:cNvSpPr>
          <p:nvPr/>
        </p:nvSpPr>
        <p:spPr>
          <a:xfrm>
            <a:off x="1614612" y="553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2" name="data_6893">
            <a:extLst>
              <a:ext uri="{FF2B5EF4-FFF2-40B4-BE49-F238E27FC236}">
                <a16:creationId xmlns:a16="http://schemas.microsoft.com/office/drawing/2014/main" id="{9B093EF7-9C74-4D8B-A91F-5295ADA7AF67}"/>
              </a:ext>
            </a:extLst>
          </p:cNvPr>
          <p:cNvSpPr>
            <a:spLocks/>
          </p:cNvSpPr>
          <p:nvPr/>
        </p:nvSpPr>
        <p:spPr>
          <a:xfrm>
            <a:off x="1711356" y="6181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3" name="data_6894">
            <a:extLst>
              <a:ext uri="{FF2B5EF4-FFF2-40B4-BE49-F238E27FC236}">
                <a16:creationId xmlns:a16="http://schemas.microsoft.com/office/drawing/2014/main" id="{BEAFCD52-68A9-497F-8900-E9CC5E1E53F8}"/>
              </a:ext>
            </a:extLst>
          </p:cNvPr>
          <p:cNvSpPr>
            <a:spLocks/>
          </p:cNvSpPr>
          <p:nvPr/>
        </p:nvSpPr>
        <p:spPr>
          <a:xfrm>
            <a:off x="1626027" y="65438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4" name="data_6895">
            <a:extLst>
              <a:ext uri="{FF2B5EF4-FFF2-40B4-BE49-F238E27FC236}">
                <a16:creationId xmlns:a16="http://schemas.microsoft.com/office/drawing/2014/main" id="{7200AAFF-5AFF-4C41-9A98-B15FD7ACFA9B}"/>
              </a:ext>
            </a:extLst>
          </p:cNvPr>
          <p:cNvSpPr>
            <a:spLocks/>
          </p:cNvSpPr>
          <p:nvPr/>
        </p:nvSpPr>
        <p:spPr>
          <a:xfrm>
            <a:off x="1609771" y="56780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5" name="data_6896">
            <a:extLst>
              <a:ext uri="{FF2B5EF4-FFF2-40B4-BE49-F238E27FC236}">
                <a16:creationId xmlns:a16="http://schemas.microsoft.com/office/drawing/2014/main" id="{7EF66720-5129-4680-8A5A-23FB2CE1A290}"/>
              </a:ext>
            </a:extLst>
          </p:cNvPr>
          <p:cNvSpPr>
            <a:spLocks/>
          </p:cNvSpPr>
          <p:nvPr/>
        </p:nvSpPr>
        <p:spPr>
          <a:xfrm>
            <a:off x="1736332" y="5516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6" name="data_6897">
            <a:extLst>
              <a:ext uri="{FF2B5EF4-FFF2-40B4-BE49-F238E27FC236}">
                <a16:creationId xmlns:a16="http://schemas.microsoft.com/office/drawing/2014/main" id="{4DD44158-7882-4AC4-8538-E58A16D67F82}"/>
              </a:ext>
            </a:extLst>
          </p:cNvPr>
          <p:cNvSpPr>
            <a:spLocks/>
          </p:cNvSpPr>
          <p:nvPr/>
        </p:nvSpPr>
        <p:spPr>
          <a:xfrm>
            <a:off x="1644615" y="55037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7" name="data_6898">
            <a:extLst>
              <a:ext uri="{FF2B5EF4-FFF2-40B4-BE49-F238E27FC236}">
                <a16:creationId xmlns:a16="http://schemas.microsoft.com/office/drawing/2014/main" id="{A8954B05-AEDA-42B9-A8D8-F66DDC7B149E}"/>
              </a:ext>
            </a:extLst>
          </p:cNvPr>
          <p:cNvSpPr>
            <a:spLocks/>
          </p:cNvSpPr>
          <p:nvPr/>
        </p:nvSpPr>
        <p:spPr>
          <a:xfrm>
            <a:off x="164790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8" name="data_6899">
            <a:extLst>
              <a:ext uri="{FF2B5EF4-FFF2-40B4-BE49-F238E27FC236}">
                <a16:creationId xmlns:a16="http://schemas.microsoft.com/office/drawing/2014/main" id="{F2EF256F-C5DE-4AD6-8AB8-FB47EADB4924}"/>
              </a:ext>
            </a:extLst>
          </p:cNvPr>
          <p:cNvSpPr>
            <a:spLocks/>
          </p:cNvSpPr>
          <p:nvPr/>
        </p:nvSpPr>
        <p:spPr>
          <a:xfrm>
            <a:off x="1632472" y="5449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9" name="data_6900">
            <a:extLst>
              <a:ext uri="{FF2B5EF4-FFF2-40B4-BE49-F238E27FC236}">
                <a16:creationId xmlns:a16="http://schemas.microsoft.com/office/drawing/2014/main" id="{218D5A75-F362-4AAD-A089-8B43FD4F7D31}"/>
              </a:ext>
            </a:extLst>
          </p:cNvPr>
          <p:cNvSpPr>
            <a:spLocks/>
          </p:cNvSpPr>
          <p:nvPr/>
        </p:nvSpPr>
        <p:spPr>
          <a:xfrm>
            <a:off x="1690784" y="57483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0" name="data_6901">
            <a:extLst>
              <a:ext uri="{FF2B5EF4-FFF2-40B4-BE49-F238E27FC236}">
                <a16:creationId xmlns:a16="http://schemas.microsoft.com/office/drawing/2014/main" id="{5AAEEC2E-D13F-4C81-BBCD-F58AC9655FB3}"/>
              </a:ext>
            </a:extLst>
          </p:cNvPr>
          <p:cNvSpPr>
            <a:spLocks/>
          </p:cNvSpPr>
          <p:nvPr/>
        </p:nvSpPr>
        <p:spPr>
          <a:xfrm>
            <a:off x="1665203" y="5560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1" name="data_6902">
            <a:extLst>
              <a:ext uri="{FF2B5EF4-FFF2-40B4-BE49-F238E27FC236}">
                <a16:creationId xmlns:a16="http://schemas.microsoft.com/office/drawing/2014/main" id="{0B095777-FDCE-41CA-B3BA-063E0B8ADEFE}"/>
              </a:ext>
            </a:extLst>
          </p:cNvPr>
          <p:cNvSpPr>
            <a:spLocks/>
          </p:cNvSpPr>
          <p:nvPr/>
        </p:nvSpPr>
        <p:spPr>
          <a:xfrm>
            <a:off x="1713143" y="6130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2" name="data_6903">
            <a:extLst>
              <a:ext uri="{FF2B5EF4-FFF2-40B4-BE49-F238E27FC236}">
                <a16:creationId xmlns:a16="http://schemas.microsoft.com/office/drawing/2014/main" id="{0024631F-50FA-43DE-9634-42D08284E2C6}"/>
              </a:ext>
            </a:extLst>
          </p:cNvPr>
          <p:cNvSpPr>
            <a:spLocks/>
          </p:cNvSpPr>
          <p:nvPr/>
        </p:nvSpPr>
        <p:spPr>
          <a:xfrm>
            <a:off x="1659263" y="6242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3" name="data_6904">
            <a:extLst>
              <a:ext uri="{FF2B5EF4-FFF2-40B4-BE49-F238E27FC236}">
                <a16:creationId xmlns:a16="http://schemas.microsoft.com/office/drawing/2014/main" id="{56FA4900-00EC-4AA3-8C96-B6BF6A8855C9}"/>
              </a:ext>
            </a:extLst>
          </p:cNvPr>
          <p:cNvSpPr>
            <a:spLocks/>
          </p:cNvSpPr>
          <p:nvPr/>
        </p:nvSpPr>
        <p:spPr>
          <a:xfrm>
            <a:off x="163103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4" name="data_6905">
            <a:extLst>
              <a:ext uri="{FF2B5EF4-FFF2-40B4-BE49-F238E27FC236}">
                <a16:creationId xmlns:a16="http://schemas.microsoft.com/office/drawing/2014/main" id="{8891BC67-C549-47A6-A23A-8F92FC83635E}"/>
              </a:ext>
            </a:extLst>
          </p:cNvPr>
          <p:cNvSpPr>
            <a:spLocks/>
          </p:cNvSpPr>
          <p:nvPr/>
        </p:nvSpPr>
        <p:spPr>
          <a:xfrm>
            <a:off x="1952970" y="53758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5" name="data_6906">
            <a:extLst>
              <a:ext uri="{FF2B5EF4-FFF2-40B4-BE49-F238E27FC236}">
                <a16:creationId xmlns:a16="http://schemas.microsoft.com/office/drawing/2014/main" id="{604125F3-7B7F-4C19-9F18-9E6FDA7799AB}"/>
              </a:ext>
            </a:extLst>
          </p:cNvPr>
          <p:cNvSpPr>
            <a:spLocks/>
          </p:cNvSpPr>
          <p:nvPr/>
        </p:nvSpPr>
        <p:spPr>
          <a:xfrm>
            <a:off x="1859952" y="55741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6" name="data_6907">
            <a:extLst>
              <a:ext uri="{FF2B5EF4-FFF2-40B4-BE49-F238E27FC236}">
                <a16:creationId xmlns:a16="http://schemas.microsoft.com/office/drawing/2014/main" id="{330E3960-8F4C-4252-BC86-C2CC4022DA83}"/>
              </a:ext>
            </a:extLst>
          </p:cNvPr>
          <p:cNvSpPr>
            <a:spLocks/>
          </p:cNvSpPr>
          <p:nvPr/>
        </p:nvSpPr>
        <p:spPr>
          <a:xfrm>
            <a:off x="1990276" y="54047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7" name="data_6908">
            <a:extLst>
              <a:ext uri="{FF2B5EF4-FFF2-40B4-BE49-F238E27FC236}">
                <a16:creationId xmlns:a16="http://schemas.microsoft.com/office/drawing/2014/main" id="{73CA174B-96D6-467F-99F9-BFAABD610B43}"/>
              </a:ext>
            </a:extLst>
          </p:cNvPr>
          <p:cNvSpPr>
            <a:spLocks/>
          </p:cNvSpPr>
          <p:nvPr/>
        </p:nvSpPr>
        <p:spPr>
          <a:xfrm>
            <a:off x="1861322" y="54592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8" name="data_6909">
            <a:extLst>
              <a:ext uri="{FF2B5EF4-FFF2-40B4-BE49-F238E27FC236}">
                <a16:creationId xmlns:a16="http://schemas.microsoft.com/office/drawing/2014/main" id="{02FC2697-B8E8-44DD-BD87-ABF4D1671281}"/>
              </a:ext>
            </a:extLst>
          </p:cNvPr>
          <p:cNvSpPr>
            <a:spLocks/>
          </p:cNvSpPr>
          <p:nvPr/>
        </p:nvSpPr>
        <p:spPr>
          <a:xfrm>
            <a:off x="1942078" y="6143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9" name="data_6910">
            <a:extLst>
              <a:ext uri="{FF2B5EF4-FFF2-40B4-BE49-F238E27FC236}">
                <a16:creationId xmlns:a16="http://schemas.microsoft.com/office/drawing/2014/main" id="{85840BD2-E7B5-4F2C-B6F6-BA015B4501AA}"/>
              </a:ext>
            </a:extLst>
          </p:cNvPr>
          <p:cNvSpPr>
            <a:spLocks/>
          </p:cNvSpPr>
          <p:nvPr/>
        </p:nvSpPr>
        <p:spPr>
          <a:xfrm>
            <a:off x="1943860" y="61809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0" name="data_6911">
            <a:extLst>
              <a:ext uri="{FF2B5EF4-FFF2-40B4-BE49-F238E27FC236}">
                <a16:creationId xmlns:a16="http://schemas.microsoft.com/office/drawing/2014/main" id="{4B7BD1BA-CCE1-4A3B-B567-66A0FB8BFBF0}"/>
              </a:ext>
            </a:extLst>
          </p:cNvPr>
          <p:cNvSpPr>
            <a:spLocks/>
          </p:cNvSpPr>
          <p:nvPr/>
        </p:nvSpPr>
        <p:spPr>
          <a:xfrm>
            <a:off x="2010280" y="5418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1" name="data_6912">
            <a:extLst>
              <a:ext uri="{FF2B5EF4-FFF2-40B4-BE49-F238E27FC236}">
                <a16:creationId xmlns:a16="http://schemas.microsoft.com/office/drawing/2014/main" id="{2824E9DC-8711-41DF-8391-1E5946311976}"/>
              </a:ext>
            </a:extLst>
          </p:cNvPr>
          <p:cNvSpPr>
            <a:spLocks/>
          </p:cNvSpPr>
          <p:nvPr/>
        </p:nvSpPr>
        <p:spPr>
          <a:xfrm>
            <a:off x="1938489" y="56374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2" name="data_6913">
            <a:extLst>
              <a:ext uri="{FF2B5EF4-FFF2-40B4-BE49-F238E27FC236}">
                <a16:creationId xmlns:a16="http://schemas.microsoft.com/office/drawing/2014/main" id="{25AAE38A-F99F-4F0A-B2A6-F1943CEEF34A}"/>
              </a:ext>
            </a:extLst>
          </p:cNvPr>
          <p:cNvSpPr>
            <a:spLocks/>
          </p:cNvSpPr>
          <p:nvPr/>
        </p:nvSpPr>
        <p:spPr>
          <a:xfrm>
            <a:off x="1937421" y="558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3" name="data_6914">
            <a:extLst>
              <a:ext uri="{FF2B5EF4-FFF2-40B4-BE49-F238E27FC236}">
                <a16:creationId xmlns:a16="http://schemas.microsoft.com/office/drawing/2014/main" id="{E3811CE3-E46F-4BE8-8258-1C437739CCBC}"/>
              </a:ext>
            </a:extLst>
          </p:cNvPr>
          <p:cNvSpPr>
            <a:spLocks/>
          </p:cNvSpPr>
          <p:nvPr/>
        </p:nvSpPr>
        <p:spPr>
          <a:xfrm>
            <a:off x="1937361" y="5501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4" name="data_6915">
            <a:extLst>
              <a:ext uri="{FF2B5EF4-FFF2-40B4-BE49-F238E27FC236}">
                <a16:creationId xmlns:a16="http://schemas.microsoft.com/office/drawing/2014/main" id="{50A457AF-FFD3-4022-960C-56CA70699273}"/>
              </a:ext>
            </a:extLst>
          </p:cNvPr>
          <p:cNvSpPr>
            <a:spLocks/>
          </p:cNvSpPr>
          <p:nvPr/>
        </p:nvSpPr>
        <p:spPr>
          <a:xfrm>
            <a:off x="1898868" y="55489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5" name="data_6916">
            <a:extLst>
              <a:ext uri="{FF2B5EF4-FFF2-40B4-BE49-F238E27FC236}">
                <a16:creationId xmlns:a16="http://schemas.microsoft.com/office/drawing/2014/main" id="{DDC81E44-85F8-4E74-81D1-E3608F94B2BF}"/>
              </a:ext>
            </a:extLst>
          </p:cNvPr>
          <p:cNvSpPr>
            <a:spLocks/>
          </p:cNvSpPr>
          <p:nvPr/>
        </p:nvSpPr>
        <p:spPr>
          <a:xfrm>
            <a:off x="1850115" y="56012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6" name="data_6917">
            <a:extLst>
              <a:ext uri="{FF2B5EF4-FFF2-40B4-BE49-F238E27FC236}">
                <a16:creationId xmlns:a16="http://schemas.microsoft.com/office/drawing/2014/main" id="{D774D946-6802-4448-95A3-8DA1B1BC5B40}"/>
              </a:ext>
            </a:extLst>
          </p:cNvPr>
          <p:cNvSpPr>
            <a:spLocks/>
          </p:cNvSpPr>
          <p:nvPr/>
        </p:nvSpPr>
        <p:spPr>
          <a:xfrm>
            <a:off x="1987159" y="60754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7" name="data_6918">
            <a:extLst>
              <a:ext uri="{FF2B5EF4-FFF2-40B4-BE49-F238E27FC236}">
                <a16:creationId xmlns:a16="http://schemas.microsoft.com/office/drawing/2014/main" id="{6F6DAACF-73AE-436C-BD22-9CE356A0B9E2}"/>
              </a:ext>
            </a:extLst>
          </p:cNvPr>
          <p:cNvSpPr>
            <a:spLocks/>
          </p:cNvSpPr>
          <p:nvPr/>
        </p:nvSpPr>
        <p:spPr>
          <a:xfrm>
            <a:off x="1840716" y="5627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8" name="data_6919">
            <a:extLst>
              <a:ext uri="{FF2B5EF4-FFF2-40B4-BE49-F238E27FC236}">
                <a16:creationId xmlns:a16="http://schemas.microsoft.com/office/drawing/2014/main" id="{0A0562DB-5F5C-43E7-AB02-B38B6B5CBD00}"/>
              </a:ext>
            </a:extLst>
          </p:cNvPr>
          <p:cNvSpPr>
            <a:spLocks/>
          </p:cNvSpPr>
          <p:nvPr/>
        </p:nvSpPr>
        <p:spPr>
          <a:xfrm>
            <a:off x="2009087" y="5441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9" name="data_6920">
            <a:extLst>
              <a:ext uri="{FF2B5EF4-FFF2-40B4-BE49-F238E27FC236}">
                <a16:creationId xmlns:a16="http://schemas.microsoft.com/office/drawing/2014/main" id="{8CC9147F-3A19-4B5E-9F48-2A380D1B75FD}"/>
              </a:ext>
            </a:extLst>
          </p:cNvPr>
          <p:cNvSpPr>
            <a:spLocks/>
          </p:cNvSpPr>
          <p:nvPr/>
        </p:nvSpPr>
        <p:spPr>
          <a:xfrm>
            <a:off x="199139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0" name="data_6921">
            <a:extLst>
              <a:ext uri="{FF2B5EF4-FFF2-40B4-BE49-F238E27FC236}">
                <a16:creationId xmlns:a16="http://schemas.microsoft.com/office/drawing/2014/main" id="{C523BF46-AA8B-4D34-8961-A4CAAAB16645}"/>
              </a:ext>
            </a:extLst>
          </p:cNvPr>
          <p:cNvSpPr>
            <a:spLocks/>
          </p:cNvSpPr>
          <p:nvPr/>
        </p:nvSpPr>
        <p:spPr>
          <a:xfrm>
            <a:off x="1902126" y="54325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1" name="data_6922">
            <a:extLst>
              <a:ext uri="{FF2B5EF4-FFF2-40B4-BE49-F238E27FC236}">
                <a16:creationId xmlns:a16="http://schemas.microsoft.com/office/drawing/2014/main" id="{32A1808A-05B6-4E8C-A7A2-576FBAE49200}"/>
              </a:ext>
            </a:extLst>
          </p:cNvPr>
          <p:cNvSpPr>
            <a:spLocks/>
          </p:cNvSpPr>
          <p:nvPr/>
        </p:nvSpPr>
        <p:spPr>
          <a:xfrm>
            <a:off x="1967685" y="53696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2" name="data_6923">
            <a:extLst>
              <a:ext uri="{FF2B5EF4-FFF2-40B4-BE49-F238E27FC236}">
                <a16:creationId xmlns:a16="http://schemas.microsoft.com/office/drawing/2014/main" id="{922F8493-27DB-4547-86B9-DC641416A84B}"/>
              </a:ext>
            </a:extLst>
          </p:cNvPr>
          <p:cNvSpPr>
            <a:spLocks/>
          </p:cNvSpPr>
          <p:nvPr/>
        </p:nvSpPr>
        <p:spPr>
          <a:xfrm>
            <a:off x="1886490" y="58198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3" name="data_6924">
            <a:extLst>
              <a:ext uri="{FF2B5EF4-FFF2-40B4-BE49-F238E27FC236}">
                <a16:creationId xmlns:a16="http://schemas.microsoft.com/office/drawing/2014/main" id="{DB995E2C-C952-4281-8861-48783FA0AE9B}"/>
              </a:ext>
            </a:extLst>
          </p:cNvPr>
          <p:cNvSpPr>
            <a:spLocks/>
          </p:cNvSpPr>
          <p:nvPr/>
        </p:nvSpPr>
        <p:spPr>
          <a:xfrm>
            <a:off x="184699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4" name="data_6925">
            <a:extLst>
              <a:ext uri="{FF2B5EF4-FFF2-40B4-BE49-F238E27FC236}">
                <a16:creationId xmlns:a16="http://schemas.microsoft.com/office/drawing/2014/main" id="{B8841BAD-7C43-440A-97DE-C2B8323C5649}"/>
              </a:ext>
            </a:extLst>
          </p:cNvPr>
          <p:cNvSpPr>
            <a:spLocks/>
          </p:cNvSpPr>
          <p:nvPr/>
        </p:nvSpPr>
        <p:spPr>
          <a:xfrm>
            <a:off x="1984503" y="6325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5" name="data_6926">
            <a:extLst>
              <a:ext uri="{FF2B5EF4-FFF2-40B4-BE49-F238E27FC236}">
                <a16:creationId xmlns:a16="http://schemas.microsoft.com/office/drawing/2014/main" id="{0D927998-6792-4C0B-AD92-F266ADF513D0}"/>
              </a:ext>
            </a:extLst>
          </p:cNvPr>
          <p:cNvSpPr>
            <a:spLocks/>
          </p:cNvSpPr>
          <p:nvPr/>
        </p:nvSpPr>
        <p:spPr>
          <a:xfrm>
            <a:off x="185949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6" name="data_6927">
            <a:extLst>
              <a:ext uri="{FF2B5EF4-FFF2-40B4-BE49-F238E27FC236}">
                <a16:creationId xmlns:a16="http://schemas.microsoft.com/office/drawing/2014/main" id="{45F554E3-2377-4A77-8CA7-7DDE001E2C1A}"/>
              </a:ext>
            </a:extLst>
          </p:cNvPr>
          <p:cNvSpPr>
            <a:spLocks/>
          </p:cNvSpPr>
          <p:nvPr/>
        </p:nvSpPr>
        <p:spPr>
          <a:xfrm>
            <a:off x="1873771" y="53917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7" name="data_6928">
            <a:extLst>
              <a:ext uri="{FF2B5EF4-FFF2-40B4-BE49-F238E27FC236}">
                <a16:creationId xmlns:a16="http://schemas.microsoft.com/office/drawing/2014/main" id="{4019D677-663E-4CAC-BB2D-4A02122AE3EE}"/>
              </a:ext>
            </a:extLst>
          </p:cNvPr>
          <p:cNvSpPr>
            <a:spLocks/>
          </p:cNvSpPr>
          <p:nvPr/>
        </p:nvSpPr>
        <p:spPr>
          <a:xfrm>
            <a:off x="1877145" y="55122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8" name="data_6929">
            <a:extLst>
              <a:ext uri="{FF2B5EF4-FFF2-40B4-BE49-F238E27FC236}">
                <a16:creationId xmlns:a16="http://schemas.microsoft.com/office/drawing/2014/main" id="{B7AC3C81-0ADC-49F4-8C8E-7510FCADB8AA}"/>
              </a:ext>
            </a:extLst>
          </p:cNvPr>
          <p:cNvSpPr>
            <a:spLocks/>
          </p:cNvSpPr>
          <p:nvPr/>
        </p:nvSpPr>
        <p:spPr>
          <a:xfrm>
            <a:off x="1967507" y="55826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9" name="data_6930">
            <a:extLst>
              <a:ext uri="{FF2B5EF4-FFF2-40B4-BE49-F238E27FC236}">
                <a16:creationId xmlns:a16="http://schemas.microsoft.com/office/drawing/2014/main" id="{4A71BA15-5628-4EF0-BEE3-735F0FFA219F}"/>
              </a:ext>
            </a:extLst>
          </p:cNvPr>
          <p:cNvSpPr>
            <a:spLocks/>
          </p:cNvSpPr>
          <p:nvPr/>
        </p:nvSpPr>
        <p:spPr>
          <a:xfrm>
            <a:off x="1922292" y="59947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0" name="data_6931">
            <a:extLst>
              <a:ext uri="{FF2B5EF4-FFF2-40B4-BE49-F238E27FC236}">
                <a16:creationId xmlns:a16="http://schemas.microsoft.com/office/drawing/2014/main" id="{8709F632-C998-44FC-A5B9-B2D5004AD05D}"/>
              </a:ext>
            </a:extLst>
          </p:cNvPr>
          <p:cNvSpPr>
            <a:spLocks/>
          </p:cNvSpPr>
          <p:nvPr/>
        </p:nvSpPr>
        <p:spPr>
          <a:xfrm>
            <a:off x="1840377" y="549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1" name="data_6932">
            <a:extLst>
              <a:ext uri="{FF2B5EF4-FFF2-40B4-BE49-F238E27FC236}">
                <a16:creationId xmlns:a16="http://schemas.microsoft.com/office/drawing/2014/main" id="{5CECB30E-E96F-457D-8FD4-A59E7678BFE2}"/>
              </a:ext>
            </a:extLst>
          </p:cNvPr>
          <p:cNvSpPr>
            <a:spLocks/>
          </p:cNvSpPr>
          <p:nvPr/>
        </p:nvSpPr>
        <p:spPr>
          <a:xfrm>
            <a:off x="1863001" y="5547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2" name="data_6933">
            <a:extLst>
              <a:ext uri="{FF2B5EF4-FFF2-40B4-BE49-F238E27FC236}">
                <a16:creationId xmlns:a16="http://schemas.microsoft.com/office/drawing/2014/main" id="{0CACA0F9-3CF8-4728-A9EE-1AE2A6B35ADD}"/>
              </a:ext>
            </a:extLst>
          </p:cNvPr>
          <p:cNvSpPr>
            <a:spLocks/>
          </p:cNvSpPr>
          <p:nvPr/>
        </p:nvSpPr>
        <p:spPr>
          <a:xfrm>
            <a:off x="1923622" y="57291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3" name="data_6934">
            <a:extLst>
              <a:ext uri="{FF2B5EF4-FFF2-40B4-BE49-F238E27FC236}">
                <a16:creationId xmlns:a16="http://schemas.microsoft.com/office/drawing/2014/main" id="{65B4DCA2-7CC3-4EAF-8DAD-CFC2C1CE1ED2}"/>
              </a:ext>
            </a:extLst>
          </p:cNvPr>
          <p:cNvSpPr>
            <a:spLocks/>
          </p:cNvSpPr>
          <p:nvPr/>
        </p:nvSpPr>
        <p:spPr>
          <a:xfrm>
            <a:off x="1984903" y="6018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4" name="data_6935">
            <a:extLst>
              <a:ext uri="{FF2B5EF4-FFF2-40B4-BE49-F238E27FC236}">
                <a16:creationId xmlns:a16="http://schemas.microsoft.com/office/drawing/2014/main" id="{89F4B6D7-63A5-4579-AAF2-238D856CEEF4}"/>
              </a:ext>
            </a:extLst>
          </p:cNvPr>
          <p:cNvSpPr>
            <a:spLocks/>
          </p:cNvSpPr>
          <p:nvPr/>
        </p:nvSpPr>
        <p:spPr>
          <a:xfrm>
            <a:off x="1906643" y="6367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5" name="data_6936">
            <a:extLst>
              <a:ext uri="{FF2B5EF4-FFF2-40B4-BE49-F238E27FC236}">
                <a16:creationId xmlns:a16="http://schemas.microsoft.com/office/drawing/2014/main" id="{17DD71A7-2938-4C55-ADAE-41597E777C52}"/>
              </a:ext>
            </a:extLst>
          </p:cNvPr>
          <p:cNvSpPr>
            <a:spLocks/>
          </p:cNvSpPr>
          <p:nvPr/>
        </p:nvSpPr>
        <p:spPr>
          <a:xfrm>
            <a:off x="1908515" y="5329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6" name="data_6937">
            <a:extLst>
              <a:ext uri="{FF2B5EF4-FFF2-40B4-BE49-F238E27FC236}">
                <a16:creationId xmlns:a16="http://schemas.microsoft.com/office/drawing/2014/main" id="{2D93657C-F643-4C2D-B48C-1C4CEB0831E6}"/>
              </a:ext>
            </a:extLst>
          </p:cNvPr>
          <p:cNvSpPr>
            <a:spLocks/>
          </p:cNvSpPr>
          <p:nvPr/>
        </p:nvSpPr>
        <p:spPr>
          <a:xfrm>
            <a:off x="1856382" y="54847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7" name="data_6938">
            <a:extLst>
              <a:ext uri="{FF2B5EF4-FFF2-40B4-BE49-F238E27FC236}">
                <a16:creationId xmlns:a16="http://schemas.microsoft.com/office/drawing/2014/main" id="{D297617E-B936-4555-9CC6-6069405F804F}"/>
              </a:ext>
            </a:extLst>
          </p:cNvPr>
          <p:cNvSpPr>
            <a:spLocks/>
          </p:cNvSpPr>
          <p:nvPr/>
        </p:nvSpPr>
        <p:spPr>
          <a:xfrm>
            <a:off x="1962123" y="5419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8" name="data_6939">
            <a:extLst>
              <a:ext uri="{FF2B5EF4-FFF2-40B4-BE49-F238E27FC236}">
                <a16:creationId xmlns:a16="http://schemas.microsoft.com/office/drawing/2014/main" id="{72458216-E4FC-40DC-B5D1-CCACAD982BCE}"/>
              </a:ext>
            </a:extLst>
          </p:cNvPr>
          <p:cNvSpPr>
            <a:spLocks/>
          </p:cNvSpPr>
          <p:nvPr/>
        </p:nvSpPr>
        <p:spPr>
          <a:xfrm>
            <a:off x="1927814" y="54816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9" name="data_6940">
            <a:extLst>
              <a:ext uri="{FF2B5EF4-FFF2-40B4-BE49-F238E27FC236}">
                <a16:creationId xmlns:a16="http://schemas.microsoft.com/office/drawing/2014/main" id="{5F19D823-C11D-4EA2-AA03-9C12FFB55D03}"/>
              </a:ext>
            </a:extLst>
          </p:cNvPr>
          <p:cNvSpPr>
            <a:spLocks/>
          </p:cNvSpPr>
          <p:nvPr/>
        </p:nvSpPr>
        <p:spPr>
          <a:xfrm>
            <a:off x="186923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0" name="data_6941">
            <a:extLst>
              <a:ext uri="{FF2B5EF4-FFF2-40B4-BE49-F238E27FC236}">
                <a16:creationId xmlns:a16="http://schemas.microsoft.com/office/drawing/2014/main" id="{4E0508A5-AD14-47DB-BC9E-0A26D7139632}"/>
              </a:ext>
            </a:extLst>
          </p:cNvPr>
          <p:cNvSpPr>
            <a:spLocks/>
          </p:cNvSpPr>
          <p:nvPr/>
        </p:nvSpPr>
        <p:spPr>
          <a:xfrm>
            <a:off x="2000990" y="5427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1" name="data_6942">
            <a:extLst>
              <a:ext uri="{FF2B5EF4-FFF2-40B4-BE49-F238E27FC236}">
                <a16:creationId xmlns:a16="http://schemas.microsoft.com/office/drawing/2014/main" id="{C2387665-5DFD-4EE8-8526-502896EB606A}"/>
              </a:ext>
            </a:extLst>
          </p:cNvPr>
          <p:cNvSpPr>
            <a:spLocks/>
          </p:cNvSpPr>
          <p:nvPr/>
        </p:nvSpPr>
        <p:spPr>
          <a:xfrm>
            <a:off x="1930545" y="60122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2" name="data_6943">
            <a:extLst>
              <a:ext uri="{FF2B5EF4-FFF2-40B4-BE49-F238E27FC236}">
                <a16:creationId xmlns:a16="http://schemas.microsoft.com/office/drawing/2014/main" id="{40AAED03-73CC-4F00-83D3-101ED485333D}"/>
              </a:ext>
            </a:extLst>
          </p:cNvPr>
          <p:cNvSpPr>
            <a:spLocks/>
          </p:cNvSpPr>
          <p:nvPr/>
        </p:nvSpPr>
        <p:spPr>
          <a:xfrm>
            <a:off x="1879572" y="58997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3" name="data_6944">
            <a:extLst>
              <a:ext uri="{FF2B5EF4-FFF2-40B4-BE49-F238E27FC236}">
                <a16:creationId xmlns:a16="http://schemas.microsoft.com/office/drawing/2014/main" id="{15D3D8D5-7E66-44E7-8117-4B155FA469E2}"/>
              </a:ext>
            </a:extLst>
          </p:cNvPr>
          <p:cNvSpPr>
            <a:spLocks/>
          </p:cNvSpPr>
          <p:nvPr/>
        </p:nvSpPr>
        <p:spPr>
          <a:xfrm>
            <a:off x="2000373" y="5659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4" name="data_6945">
            <a:extLst>
              <a:ext uri="{FF2B5EF4-FFF2-40B4-BE49-F238E27FC236}">
                <a16:creationId xmlns:a16="http://schemas.microsoft.com/office/drawing/2014/main" id="{09F3B878-C2A9-4575-B6D3-4198E1114E2D}"/>
              </a:ext>
            </a:extLst>
          </p:cNvPr>
          <p:cNvSpPr>
            <a:spLocks/>
          </p:cNvSpPr>
          <p:nvPr/>
        </p:nvSpPr>
        <p:spPr>
          <a:xfrm>
            <a:off x="1857111" y="5854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5" name="data_6946">
            <a:extLst>
              <a:ext uri="{FF2B5EF4-FFF2-40B4-BE49-F238E27FC236}">
                <a16:creationId xmlns:a16="http://schemas.microsoft.com/office/drawing/2014/main" id="{521B045F-88F4-430A-B1DB-8EF6C5B8C773}"/>
              </a:ext>
            </a:extLst>
          </p:cNvPr>
          <p:cNvSpPr>
            <a:spLocks/>
          </p:cNvSpPr>
          <p:nvPr/>
        </p:nvSpPr>
        <p:spPr>
          <a:xfrm>
            <a:off x="1840037" y="54614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6" name="data_6947">
            <a:extLst>
              <a:ext uri="{FF2B5EF4-FFF2-40B4-BE49-F238E27FC236}">
                <a16:creationId xmlns:a16="http://schemas.microsoft.com/office/drawing/2014/main" id="{BD3ACAF1-32E1-4DA7-BACF-4A7F64401F85}"/>
              </a:ext>
            </a:extLst>
          </p:cNvPr>
          <p:cNvSpPr>
            <a:spLocks/>
          </p:cNvSpPr>
          <p:nvPr/>
        </p:nvSpPr>
        <p:spPr>
          <a:xfrm>
            <a:off x="1968127" y="5465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7" name="data_6948">
            <a:extLst>
              <a:ext uri="{FF2B5EF4-FFF2-40B4-BE49-F238E27FC236}">
                <a16:creationId xmlns:a16="http://schemas.microsoft.com/office/drawing/2014/main" id="{437F7326-B03E-480C-BD4F-D5E336E67497}"/>
              </a:ext>
            </a:extLst>
          </p:cNvPr>
          <p:cNvSpPr>
            <a:spLocks/>
          </p:cNvSpPr>
          <p:nvPr/>
        </p:nvSpPr>
        <p:spPr>
          <a:xfrm>
            <a:off x="1996038" y="6102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8" name="data_6949">
            <a:extLst>
              <a:ext uri="{FF2B5EF4-FFF2-40B4-BE49-F238E27FC236}">
                <a16:creationId xmlns:a16="http://schemas.microsoft.com/office/drawing/2014/main" id="{3465CE86-1DB5-4D90-BA07-4441707318CC}"/>
              </a:ext>
            </a:extLst>
          </p:cNvPr>
          <p:cNvSpPr>
            <a:spLocks/>
          </p:cNvSpPr>
          <p:nvPr/>
        </p:nvSpPr>
        <p:spPr>
          <a:xfrm>
            <a:off x="1958031" y="55300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9" name="data_6950">
            <a:extLst>
              <a:ext uri="{FF2B5EF4-FFF2-40B4-BE49-F238E27FC236}">
                <a16:creationId xmlns:a16="http://schemas.microsoft.com/office/drawing/2014/main" id="{434E0DC7-3282-49DE-8EE0-FA9BB8222D5D}"/>
              </a:ext>
            </a:extLst>
          </p:cNvPr>
          <p:cNvSpPr>
            <a:spLocks/>
          </p:cNvSpPr>
          <p:nvPr/>
        </p:nvSpPr>
        <p:spPr>
          <a:xfrm>
            <a:off x="1990319" y="5633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0" name="data_6951">
            <a:extLst>
              <a:ext uri="{FF2B5EF4-FFF2-40B4-BE49-F238E27FC236}">
                <a16:creationId xmlns:a16="http://schemas.microsoft.com/office/drawing/2014/main" id="{3FB74C1F-8F5B-408B-9CBD-996624030A24}"/>
              </a:ext>
            </a:extLst>
          </p:cNvPr>
          <p:cNvSpPr>
            <a:spLocks/>
          </p:cNvSpPr>
          <p:nvPr/>
        </p:nvSpPr>
        <p:spPr>
          <a:xfrm>
            <a:off x="1850681" y="5321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1" name="data_6952">
            <a:extLst>
              <a:ext uri="{FF2B5EF4-FFF2-40B4-BE49-F238E27FC236}">
                <a16:creationId xmlns:a16="http://schemas.microsoft.com/office/drawing/2014/main" id="{7F983129-2D49-492A-8B9F-E872F0DBF9A8}"/>
              </a:ext>
            </a:extLst>
          </p:cNvPr>
          <p:cNvSpPr>
            <a:spLocks/>
          </p:cNvSpPr>
          <p:nvPr/>
        </p:nvSpPr>
        <p:spPr>
          <a:xfrm>
            <a:off x="1974838" y="6352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2" name="data_6953">
            <a:extLst>
              <a:ext uri="{FF2B5EF4-FFF2-40B4-BE49-F238E27FC236}">
                <a16:creationId xmlns:a16="http://schemas.microsoft.com/office/drawing/2014/main" id="{41EE4FF8-4327-4C6E-8536-DEE5DF5818DC}"/>
              </a:ext>
            </a:extLst>
          </p:cNvPr>
          <p:cNvSpPr>
            <a:spLocks/>
          </p:cNvSpPr>
          <p:nvPr/>
        </p:nvSpPr>
        <p:spPr>
          <a:xfrm>
            <a:off x="1854312" y="5365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3" name="data_6954">
            <a:extLst>
              <a:ext uri="{FF2B5EF4-FFF2-40B4-BE49-F238E27FC236}">
                <a16:creationId xmlns:a16="http://schemas.microsoft.com/office/drawing/2014/main" id="{AAB00057-C3FD-4B9A-AD92-2B493131CF23}"/>
              </a:ext>
            </a:extLst>
          </p:cNvPr>
          <p:cNvSpPr>
            <a:spLocks/>
          </p:cNvSpPr>
          <p:nvPr/>
        </p:nvSpPr>
        <p:spPr>
          <a:xfrm>
            <a:off x="184643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4" name="data_6955">
            <a:extLst>
              <a:ext uri="{FF2B5EF4-FFF2-40B4-BE49-F238E27FC236}">
                <a16:creationId xmlns:a16="http://schemas.microsoft.com/office/drawing/2014/main" id="{446B440F-2F83-43F6-8F6E-E9DC7B7675C1}"/>
              </a:ext>
            </a:extLst>
          </p:cNvPr>
          <p:cNvSpPr>
            <a:spLocks/>
          </p:cNvSpPr>
          <p:nvPr/>
        </p:nvSpPr>
        <p:spPr>
          <a:xfrm>
            <a:off x="1916007" y="66196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5" name="data_6956">
            <a:extLst>
              <a:ext uri="{FF2B5EF4-FFF2-40B4-BE49-F238E27FC236}">
                <a16:creationId xmlns:a16="http://schemas.microsoft.com/office/drawing/2014/main" id="{E4075E7D-234C-4E0B-B6E4-BDAE5446842A}"/>
              </a:ext>
            </a:extLst>
          </p:cNvPr>
          <p:cNvSpPr>
            <a:spLocks/>
          </p:cNvSpPr>
          <p:nvPr/>
        </p:nvSpPr>
        <p:spPr>
          <a:xfrm>
            <a:off x="200335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6" name="data_6957">
            <a:extLst>
              <a:ext uri="{FF2B5EF4-FFF2-40B4-BE49-F238E27FC236}">
                <a16:creationId xmlns:a16="http://schemas.microsoft.com/office/drawing/2014/main" id="{C0F6B098-5211-44A7-B8AF-61416C0A3DED}"/>
              </a:ext>
            </a:extLst>
          </p:cNvPr>
          <p:cNvSpPr>
            <a:spLocks/>
          </p:cNvSpPr>
          <p:nvPr/>
        </p:nvSpPr>
        <p:spPr>
          <a:xfrm>
            <a:off x="1878498" y="6229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7" name="data_6958">
            <a:extLst>
              <a:ext uri="{FF2B5EF4-FFF2-40B4-BE49-F238E27FC236}">
                <a16:creationId xmlns:a16="http://schemas.microsoft.com/office/drawing/2014/main" id="{48240A59-7133-4111-BE2E-62C3C41A061F}"/>
              </a:ext>
            </a:extLst>
          </p:cNvPr>
          <p:cNvSpPr>
            <a:spLocks/>
          </p:cNvSpPr>
          <p:nvPr/>
        </p:nvSpPr>
        <p:spPr>
          <a:xfrm>
            <a:off x="1899905" y="6461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8" name="data_6959">
            <a:extLst>
              <a:ext uri="{FF2B5EF4-FFF2-40B4-BE49-F238E27FC236}">
                <a16:creationId xmlns:a16="http://schemas.microsoft.com/office/drawing/2014/main" id="{7583B3D6-9163-4ADA-B26A-F40963CEC07D}"/>
              </a:ext>
            </a:extLst>
          </p:cNvPr>
          <p:cNvSpPr>
            <a:spLocks/>
          </p:cNvSpPr>
          <p:nvPr/>
        </p:nvSpPr>
        <p:spPr>
          <a:xfrm>
            <a:off x="1982850" y="53904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9" name="data_6960">
            <a:extLst>
              <a:ext uri="{FF2B5EF4-FFF2-40B4-BE49-F238E27FC236}">
                <a16:creationId xmlns:a16="http://schemas.microsoft.com/office/drawing/2014/main" id="{6DD60AD1-375F-4962-AEBC-3B4AC030C608}"/>
              </a:ext>
            </a:extLst>
          </p:cNvPr>
          <p:cNvSpPr>
            <a:spLocks/>
          </p:cNvSpPr>
          <p:nvPr/>
        </p:nvSpPr>
        <p:spPr>
          <a:xfrm>
            <a:off x="1851850" y="56255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0" name="data_6961">
            <a:extLst>
              <a:ext uri="{FF2B5EF4-FFF2-40B4-BE49-F238E27FC236}">
                <a16:creationId xmlns:a16="http://schemas.microsoft.com/office/drawing/2014/main" id="{6BB6B7CC-BF05-4C64-B719-A5ACAE331F56}"/>
              </a:ext>
            </a:extLst>
          </p:cNvPr>
          <p:cNvSpPr>
            <a:spLocks/>
          </p:cNvSpPr>
          <p:nvPr/>
        </p:nvSpPr>
        <p:spPr>
          <a:xfrm>
            <a:off x="1942053" y="5886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1" name="data_6962">
            <a:extLst>
              <a:ext uri="{FF2B5EF4-FFF2-40B4-BE49-F238E27FC236}">
                <a16:creationId xmlns:a16="http://schemas.microsoft.com/office/drawing/2014/main" id="{BB280CCB-25B7-47A2-8C96-5D39EAE1AAA1}"/>
              </a:ext>
            </a:extLst>
          </p:cNvPr>
          <p:cNvSpPr>
            <a:spLocks/>
          </p:cNvSpPr>
          <p:nvPr/>
        </p:nvSpPr>
        <p:spPr>
          <a:xfrm>
            <a:off x="1945538" y="54170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2" name="data_6963">
            <a:extLst>
              <a:ext uri="{FF2B5EF4-FFF2-40B4-BE49-F238E27FC236}">
                <a16:creationId xmlns:a16="http://schemas.microsoft.com/office/drawing/2014/main" id="{0B9391EE-48B0-4B97-A3C1-F740A9F7EEDF}"/>
              </a:ext>
            </a:extLst>
          </p:cNvPr>
          <p:cNvSpPr>
            <a:spLocks/>
          </p:cNvSpPr>
          <p:nvPr/>
        </p:nvSpPr>
        <p:spPr>
          <a:xfrm>
            <a:off x="1943721" y="5536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3" name="data_6964">
            <a:extLst>
              <a:ext uri="{FF2B5EF4-FFF2-40B4-BE49-F238E27FC236}">
                <a16:creationId xmlns:a16="http://schemas.microsoft.com/office/drawing/2014/main" id="{FB69CC2A-9C49-433F-A533-814C001C6FAE}"/>
              </a:ext>
            </a:extLst>
          </p:cNvPr>
          <p:cNvSpPr>
            <a:spLocks/>
          </p:cNvSpPr>
          <p:nvPr/>
        </p:nvSpPr>
        <p:spPr>
          <a:xfrm>
            <a:off x="1957127" y="60186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4" name="data_6965">
            <a:extLst>
              <a:ext uri="{FF2B5EF4-FFF2-40B4-BE49-F238E27FC236}">
                <a16:creationId xmlns:a16="http://schemas.microsoft.com/office/drawing/2014/main" id="{419E416B-8B57-4F13-971D-DFE450BED28D}"/>
              </a:ext>
            </a:extLst>
          </p:cNvPr>
          <p:cNvSpPr>
            <a:spLocks/>
          </p:cNvSpPr>
          <p:nvPr/>
        </p:nvSpPr>
        <p:spPr>
          <a:xfrm>
            <a:off x="1957353" y="55875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5" name="data_6966">
            <a:extLst>
              <a:ext uri="{FF2B5EF4-FFF2-40B4-BE49-F238E27FC236}">
                <a16:creationId xmlns:a16="http://schemas.microsoft.com/office/drawing/2014/main" id="{4C86488B-1415-4142-901D-2EE81A899AA3}"/>
              </a:ext>
            </a:extLst>
          </p:cNvPr>
          <p:cNvSpPr>
            <a:spLocks/>
          </p:cNvSpPr>
          <p:nvPr/>
        </p:nvSpPr>
        <p:spPr>
          <a:xfrm>
            <a:off x="187702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6" name="data_6967">
            <a:extLst>
              <a:ext uri="{FF2B5EF4-FFF2-40B4-BE49-F238E27FC236}">
                <a16:creationId xmlns:a16="http://schemas.microsoft.com/office/drawing/2014/main" id="{80A87BBF-5FE7-48F1-8CF5-81755FB47729}"/>
              </a:ext>
            </a:extLst>
          </p:cNvPr>
          <p:cNvSpPr>
            <a:spLocks/>
          </p:cNvSpPr>
          <p:nvPr/>
        </p:nvSpPr>
        <p:spPr>
          <a:xfrm>
            <a:off x="1999935" y="55440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7" name="data_6968">
            <a:extLst>
              <a:ext uri="{FF2B5EF4-FFF2-40B4-BE49-F238E27FC236}">
                <a16:creationId xmlns:a16="http://schemas.microsoft.com/office/drawing/2014/main" id="{04501592-75F1-4738-A6F5-63DDF5521D95}"/>
              </a:ext>
            </a:extLst>
          </p:cNvPr>
          <p:cNvSpPr>
            <a:spLocks/>
          </p:cNvSpPr>
          <p:nvPr/>
        </p:nvSpPr>
        <p:spPr>
          <a:xfrm>
            <a:off x="196743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8" name="data_6969">
            <a:extLst>
              <a:ext uri="{FF2B5EF4-FFF2-40B4-BE49-F238E27FC236}">
                <a16:creationId xmlns:a16="http://schemas.microsoft.com/office/drawing/2014/main" id="{D9436D1E-C510-45B7-B65A-1EAA51A79526}"/>
              </a:ext>
            </a:extLst>
          </p:cNvPr>
          <p:cNvSpPr>
            <a:spLocks/>
          </p:cNvSpPr>
          <p:nvPr/>
        </p:nvSpPr>
        <p:spPr>
          <a:xfrm>
            <a:off x="1892464" y="60303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9" name="data_6970">
            <a:extLst>
              <a:ext uri="{FF2B5EF4-FFF2-40B4-BE49-F238E27FC236}">
                <a16:creationId xmlns:a16="http://schemas.microsoft.com/office/drawing/2014/main" id="{E72FB1FF-DF87-4A06-A624-55516F00CA96}"/>
              </a:ext>
            </a:extLst>
          </p:cNvPr>
          <p:cNvSpPr>
            <a:spLocks/>
          </p:cNvSpPr>
          <p:nvPr/>
        </p:nvSpPr>
        <p:spPr>
          <a:xfrm>
            <a:off x="1911620" y="56526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0" name="data_6971">
            <a:extLst>
              <a:ext uri="{FF2B5EF4-FFF2-40B4-BE49-F238E27FC236}">
                <a16:creationId xmlns:a16="http://schemas.microsoft.com/office/drawing/2014/main" id="{12872075-F2AF-4348-9DBA-9607D897D89C}"/>
              </a:ext>
            </a:extLst>
          </p:cNvPr>
          <p:cNvSpPr>
            <a:spLocks/>
          </p:cNvSpPr>
          <p:nvPr/>
        </p:nvSpPr>
        <p:spPr>
          <a:xfrm>
            <a:off x="1854527" y="5479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1" name="data_6972">
            <a:extLst>
              <a:ext uri="{FF2B5EF4-FFF2-40B4-BE49-F238E27FC236}">
                <a16:creationId xmlns:a16="http://schemas.microsoft.com/office/drawing/2014/main" id="{CAA64608-6BB7-4627-9C98-9ADD284F1D10}"/>
              </a:ext>
            </a:extLst>
          </p:cNvPr>
          <p:cNvSpPr>
            <a:spLocks/>
          </p:cNvSpPr>
          <p:nvPr/>
        </p:nvSpPr>
        <p:spPr>
          <a:xfrm>
            <a:off x="1897324" y="58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2" name="data_6973">
            <a:extLst>
              <a:ext uri="{FF2B5EF4-FFF2-40B4-BE49-F238E27FC236}">
                <a16:creationId xmlns:a16="http://schemas.microsoft.com/office/drawing/2014/main" id="{B636DEA6-0C9F-4F02-AFA0-45072B8FFD75}"/>
              </a:ext>
            </a:extLst>
          </p:cNvPr>
          <p:cNvSpPr>
            <a:spLocks/>
          </p:cNvSpPr>
          <p:nvPr/>
        </p:nvSpPr>
        <p:spPr>
          <a:xfrm>
            <a:off x="1849432" y="57422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3" name="data_6974">
            <a:extLst>
              <a:ext uri="{FF2B5EF4-FFF2-40B4-BE49-F238E27FC236}">
                <a16:creationId xmlns:a16="http://schemas.microsoft.com/office/drawing/2014/main" id="{BDD75B6E-8E8F-4945-AE56-891868DC9540}"/>
              </a:ext>
            </a:extLst>
          </p:cNvPr>
          <p:cNvSpPr>
            <a:spLocks/>
          </p:cNvSpPr>
          <p:nvPr/>
        </p:nvSpPr>
        <p:spPr>
          <a:xfrm>
            <a:off x="1977145" y="55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4" name="data_6975">
            <a:extLst>
              <a:ext uri="{FF2B5EF4-FFF2-40B4-BE49-F238E27FC236}">
                <a16:creationId xmlns:a16="http://schemas.microsoft.com/office/drawing/2014/main" id="{CE6A3130-DFEB-46BD-9294-9E88BC899E91}"/>
              </a:ext>
            </a:extLst>
          </p:cNvPr>
          <p:cNvSpPr>
            <a:spLocks/>
          </p:cNvSpPr>
          <p:nvPr/>
        </p:nvSpPr>
        <p:spPr>
          <a:xfrm>
            <a:off x="1944180" y="53020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5" name="data_6976">
            <a:extLst>
              <a:ext uri="{FF2B5EF4-FFF2-40B4-BE49-F238E27FC236}">
                <a16:creationId xmlns:a16="http://schemas.microsoft.com/office/drawing/2014/main" id="{83DC8416-CAE1-4F0B-82EA-14BC231AFCE2}"/>
              </a:ext>
            </a:extLst>
          </p:cNvPr>
          <p:cNvSpPr>
            <a:spLocks/>
          </p:cNvSpPr>
          <p:nvPr/>
        </p:nvSpPr>
        <p:spPr>
          <a:xfrm>
            <a:off x="1978560" y="56919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6" name="data_6977">
            <a:extLst>
              <a:ext uri="{FF2B5EF4-FFF2-40B4-BE49-F238E27FC236}">
                <a16:creationId xmlns:a16="http://schemas.microsoft.com/office/drawing/2014/main" id="{A1F4C7CE-0A72-48E8-9D49-C5B0D960C385}"/>
              </a:ext>
            </a:extLst>
          </p:cNvPr>
          <p:cNvSpPr>
            <a:spLocks/>
          </p:cNvSpPr>
          <p:nvPr/>
        </p:nvSpPr>
        <p:spPr>
          <a:xfrm>
            <a:off x="193177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7" name="data_6978">
            <a:extLst>
              <a:ext uri="{FF2B5EF4-FFF2-40B4-BE49-F238E27FC236}">
                <a16:creationId xmlns:a16="http://schemas.microsoft.com/office/drawing/2014/main" id="{949D1E68-D823-4B41-96EF-A8F4EC50919C}"/>
              </a:ext>
            </a:extLst>
          </p:cNvPr>
          <p:cNvSpPr>
            <a:spLocks/>
          </p:cNvSpPr>
          <p:nvPr/>
        </p:nvSpPr>
        <p:spPr>
          <a:xfrm>
            <a:off x="1852285" y="56078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8" name="data_6979">
            <a:extLst>
              <a:ext uri="{FF2B5EF4-FFF2-40B4-BE49-F238E27FC236}">
                <a16:creationId xmlns:a16="http://schemas.microsoft.com/office/drawing/2014/main" id="{460FFC0B-839C-4865-8582-AD9DF720F172}"/>
              </a:ext>
            </a:extLst>
          </p:cNvPr>
          <p:cNvSpPr>
            <a:spLocks/>
          </p:cNvSpPr>
          <p:nvPr/>
        </p:nvSpPr>
        <p:spPr>
          <a:xfrm>
            <a:off x="1983082" y="6016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9" name="data_6980">
            <a:extLst>
              <a:ext uri="{FF2B5EF4-FFF2-40B4-BE49-F238E27FC236}">
                <a16:creationId xmlns:a16="http://schemas.microsoft.com/office/drawing/2014/main" id="{4B029FCA-66CB-4B84-B29A-7E7CB465AB6E}"/>
              </a:ext>
            </a:extLst>
          </p:cNvPr>
          <p:cNvSpPr>
            <a:spLocks/>
          </p:cNvSpPr>
          <p:nvPr/>
        </p:nvSpPr>
        <p:spPr>
          <a:xfrm>
            <a:off x="1862844" y="67672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0" name="data_6981">
            <a:extLst>
              <a:ext uri="{FF2B5EF4-FFF2-40B4-BE49-F238E27FC236}">
                <a16:creationId xmlns:a16="http://schemas.microsoft.com/office/drawing/2014/main" id="{D75D433E-6274-4BED-A8B7-218B72E24663}"/>
              </a:ext>
            </a:extLst>
          </p:cNvPr>
          <p:cNvSpPr>
            <a:spLocks/>
          </p:cNvSpPr>
          <p:nvPr/>
        </p:nvSpPr>
        <p:spPr>
          <a:xfrm>
            <a:off x="1939796" y="59491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1" name="data_6982">
            <a:extLst>
              <a:ext uri="{FF2B5EF4-FFF2-40B4-BE49-F238E27FC236}">
                <a16:creationId xmlns:a16="http://schemas.microsoft.com/office/drawing/2014/main" id="{ADC2FE10-5587-4D3F-BDCA-0C67BA73C928}"/>
              </a:ext>
            </a:extLst>
          </p:cNvPr>
          <p:cNvSpPr>
            <a:spLocks/>
          </p:cNvSpPr>
          <p:nvPr/>
        </p:nvSpPr>
        <p:spPr>
          <a:xfrm>
            <a:off x="1908723" y="62426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2" name="data_6983">
            <a:extLst>
              <a:ext uri="{FF2B5EF4-FFF2-40B4-BE49-F238E27FC236}">
                <a16:creationId xmlns:a16="http://schemas.microsoft.com/office/drawing/2014/main" id="{29ED353D-E00B-4056-8096-CD97EAA9009F}"/>
              </a:ext>
            </a:extLst>
          </p:cNvPr>
          <p:cNvSpPr>
            <a:spLocks/>
          </p:cNvSpPr>
          <p:nvPr/>
        </p:nvSpPr>
        <p:spPr>
          <a:xfrm>
            <a:off x="1871289" y="66910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3" name="data_6984">
            <a:extLst>
              <a:ext uri="{FF2B5EF4-FFF2-40B4-BE49-F238E27FC236}">
                <a16:creationId xmlns:a16="http://schemas.microsoft.com/office/drawing/2014/main" id="{4D6E3827-C010-4E3C-AC4D-0E86F1918C2C}"/>
              </a:ext>
            </a:extLst>
          </p:cNvPr>
          <p:cNvSpPr>
            <a:spLocks/>
          </p:cNvSpPr>
          <p:nvPr/>
        </p:nvSpPr>
        <p:spPr>
          <a:xfrm>
            <a:off x="1977769" y="5501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4" name="data_6985">
            <a:extLst>
              <a:ext uri="{FF2B5EF4-FFF2-40B4-BE49-F238E27FC236}">
                <a16:creationId xmlns:a16="http://schemas.microsoft.com/office/drawing/2014/main" id="{7F152773-2720-4F90-94BC-C2C851E89A4C}"/>
              </a:ext>
            </a:extLst>
          </p:cNvPr>
          <p:cNvSpPr>
            <a:spLocks/>
          </p:cNvSpPr>
          <p:nvPr/>
        </p:nvSpPr>
        <p:spPr>
          <a:xfrm>
            <a:off x="1880441" y="53924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5" name="data_6986">
            <a:extLst>
              <a:ext uri="{FF2B5EF4-FFF2-40B4-BE49-F238E27FC236}">
                <a16:creationId xmlns:a16="http://schemas.microsoft.com/office/drawing/2014/main" id="{3B569005-DE7E-4A77-BCA4-9C2EE301CB9D}"/>
              </a:ext>
            </a:extLst>
          </p:cNvPr>
          <p:cNvSpPr>
            <a:spLocks/>
          </p:cNvSpPr>
          <p:nvPr/>
        </p:nvSpPr>
        <p:spPr>
          <a:xfrm>
            <a:off x="1978709" y="54361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6" name="data_6987">
            <a:extLst>
              <a:ext uri="{FF2B5EF4-FFF2-40B4-BE49-F238E27FC236}">
                <a16:creationId xmlns:a16="http://schemas.microsoft.com/office/drawing/2014/main" id="{5D58004D-C88A-42F6-BDE5-7031BB255BA6}"/>
              </a:ext>
            </a:extLst>
          </p:cNvPr>
          <p:cNvSpPr>
            <a:spLocks/>
          </p:cNvSpPr>
          <p:nvPr/>
        </p:nvSpPr>
        <p:spPr>
          <a:xfrm>
            <a:off x="1907985" y="6067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7" name="data_6988">
            <a:extLst>
              <a:ext uri="{FF2B5EF4-FFF2-40B4-BE49-F238E27FC236}">
                <a16:creationId xmlns:a16="http://schemas.microsoft.com/office/drawing/2014/main" id="{1F1C5D82-AEF1-4977-84AD-85E48CF33317}"/>
              </a:ext>
            </a:extLst>
          </p:cNvPr>
          <p:cNvSpPr>
            <a:spLocks/>
          </p:cNvSpPr>
          <p:nvPr/>
        </p:nvSpPr>
        <p:spPr>
          <a:xfrm>
            <a:off x="1971823" y="65408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8" name="data_6989">
            <a:extLst>
              <a:ext uri="{FF2B5EF4-FFF2-40B4-BE49-F238E27FC236}">
                <a16:creationId xmlns:a16="http://schemas.microsoft.com/office/drawing/2014/main" id="{B526B5FD-64A8-4D6A-9769-FD95CB3FD1EE}"/>
              </a:ext>
            </a:extLst>
          </p:cNvPr>
          <p:cNvSpPr>
            <a:spLocks/>
          </p:cNvSpPr>
          <p:nvPr/>
        </p:nvSpPr>
        <p:spPr>
          <a:xfrm>
            <a:off x="1863110" y="57153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9" name="data_6990">
            <a:extLst>
              <a:ext uri="{FF2B5EF4-FFF2-40B4-BE49-F238E27FC236}">
                <a16:creationId xmlns:a16="http://schemas.microsoft.com/office/drawing/2014/main" id="{749C8BA4-B793-439C-AF14-48982868F60B}"/>
              </a:ext>
            </a:extLst>
          </p:cNvPr>
          <p:cNvSpPr>
            <a:spLocks/>
          </p:cNvSpPr>
          <p:nvPr/>
        </p:nvSpPr>
        <p:spPr>
          <a:xfrm>
            <a:off x="1953780" y="54186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0" name="data_6991">
            <a:extLst>
              <a:ext uri="{FF2B5EF4-FFF2-40B4-BE49-F238E27FC236}">
                <a16:creationId xmlns:a16="http://schemas.microsoft.com/office/drawing/2014/main" id="{C03EFAF4-5CBE-4D76-871F-6C84A00C1885}"/>
              </a:ext>
            </a:extLst>
          </p:cNvPr>
          <p:cNvSpPr>
            <a:spLocks/>
          </p:cNvSpPr>
          <p:nvPr/>
        </p:nvSpPr>
        <p:spPr>
          <a:xfrm>
            <a:off x="1866007" y="5505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1" name="data_6992">
            <a:extLst>
              <a:ext uri="{FF2B5EF4-FFF2-40B4-BE49-F238E27FC236}">
                <a16:creationId xmlns:a16="http://schemas.microsoft.com/office/drawing/2014/main" id="{91AD2C6A-F5B7-4D9A-9319-CADD8AD8ED98}"/>
              </a:ext>
            </a:extLst>
          </p:cNvPr>
          <p:cNvSpPr>
            <a:spLocks/>
          </p:cNvSpPr>
          <p:nvPr/>
        </p:nvSpPr>
        <p:spPr>
          <a:xfrm>
            <a:off x="185427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2" name="data_6993">
            <a:extLst>
              <a:ext uri="{FF2B5EF4-FFF2-40B4-BE49-F238E27FC236}">
                <a16:creationId xmlns:a16="http://schemas.microsoft.com/office/drawing/2014/main" id="{FB805518-BA3A-4190-BFE4-96D77AC41ACD}"/>
              </a:ext>
            </a:extLst>
          </p:cNvPr>
          <p:cNvSpPr>
            <a:spLocks/>
          </p:cNvSpPr>
          <p:nvPr/>
        </p:nvSpPr>
        <p:spPr>
          <a:xfrm>
            <a:off x="1879209" y="54148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3" name="data_6994">
            <a:extLst>
              <a:ext uri="{FF2B5EF4-FFF2-40B4-BE49-F238E27FC236}">
                <a16:creationId xmlns:a16="http://schemas.microsoft.com/office/drawing/2014/main" id="{63FE64AD-EC84-4297-9416-FAD658D5BBA7}"/>
              </a:ext>
            </a:extLst>
          </p:cNvPr>
          <p:cNvSpPr>
            <a:spLocks/>
          </p:cNvSpPr>
          <p:nvPr/>
        </p:nvSpPr>
        <p:spPr>
          <a:xfrm>
            <a:off x="1893218" y="5741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4" name="data_6995">
            <a:extLst>
              <a:ext uri="{FF2B5EF4-FFF2-40B4-BE49-F238E27FC236}">
                <a16:creationId xmlns:a16="http://schemas.microsoft.com/office/drawing/2014/main" id="{5AC3A732-261D-4EFD-91AC-4C0B5CC59A02}"/>
              </a:ext>
            </a:extLst>
          </p:cNvPr>
          <p:cNvSpPr>
            <a:spLocks/>
          </p:cNvSpPr>
          <p:nvPr/>
        </p:nvSpPr>
        <p:spPr>
          <a:xfrm>
            <a:off x="1959266" y="53991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5" name="data_6996">
            <a:extLst>
              <a:ext uri="{FF2B5EF4-FFF2-40B4-BE49-F238E27FC236}">
                <a16:creationId xmlns:a16="http://schemas.microsoft.com/office/drawing/2014/main" id="{9E9A1B94-ACFB-46B5-8C22-269391C6C2DC}"/>
              </a:ext>
            </a:extLst>
          </p:cNvPr>
          <p:cNvSpPr>
            <a:spLocks/>
          </p:cNvSpPr>
          <p:nvPr/>
        </p:nvSpPr>
        <p:spPr>
          <a:xfrm>
            <a:off x="1909623" y="55310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6" name="data_6997">
            <a:extLst>
              <a:ext uri="{FF2B5EF4-FFF2-40B4-BE49-F238E27FC236}">
                <a16:creationId xmlns:a16="http://schemas.microsoft.com/office/drawing/2014/main" id="{F32694AE-6E54-45F5-A00B-32D0980B3095}"/>
              </a:ext>
            </a:extLst>
          </p:cNvPr>
          <p:cNvSpPr>
            <a:spLocks/>
          </p:cNvSpPr>
          <p:nvPr/>
        </p:nvSpPr>
        <p:spPr>
          <a:xfrm>
            <a:off x="1989477" y="56391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7" name="data_6998">
            <a:extLst>
              <a:ext uri="{FF2B5EF4-FFF2-40B4-BE49-F238E27FC236}">
                <a16:creationId xmlns:a16="http://schemas.microsoft.com/office/drawing/2014/main" id="{A7D3F1A3-3AF4-4E55-BB32-7CB362328594}"/>
              </a:ext>
            </a:extLst>
          </p:cNvPr>
          <p:cNvSpPr>
            <a:spLocks/>
          </p:cNvSpPr>
          <p:nvPr/>
        </p:nvSpPr>
        <p:spPr>
          <a:xfrm>
            <a:off x="1919311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8" name="data_6999">
            <a:extLst>
              <a:ext uri="{FF2B5EF4-FFF2-40B4-BE49-F238E27FC236}">
                <a16:creationId xmlns:a16="http://schemas.microsoft.com/office/drawing/2014/main" id="{D85E8671-2332-479C-871D-2E007B575AD5}"/>
              </a:ext>
            </a:extLst>
          </p:cNvPr>
          <p:cNvSpPr>
            <a:spLocks/>
          </p:cNvSpPr>
          <p:nvPr/>
        </p:nvSpPr>
        <p:spPr>
          <a:xfrm>
            <a:off x="2460156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9" name="data_7000">
            <a:extLst>
              <a:ext uri="{FF2B5EF4-FFF2-40B4-BE49-F238E27FC236}">
                <a16:creationId xmlns:a16="http://schemas.microsoft.com/office/drawing/2014/main" id="{0BDAEDED-8735-443B-86F9-FD7FCA540318}"/>
              </a:ext>
            </a:extLst>
          </p:cNvPr>
          <p:cNvSpPr>
            <a:spLocks/>
          </p:cNvSpPr>
          <p:nvPr/>
        </p:nvSpPr>
        <p:spPr>
          <a:xfrm>
            <a:off x="2438501" y="54273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0" name="data_7001">
            <a:extLst>
              <a:ext uri="{FF2B5EF4-FFF2-40B4-BE49-F238E27FC236}">
                <a16:creationId xmlns:a16="http://schemas.microsoft.com/office/drawing/2014/main" id="{4A193FB7-058A-49E1-BAE4-772DCDE3FF2F}"/>
              </a:ext>
            </a:extLst>
          </p:cNvPr>
          <p:cNvSpPr>
            <a:spLocks/>
          </p:cNvSpPr>
          <p:nvPr/>
        </p:nvSpPr>
        <p:spPr>
          <a:xfrm>
            <a:off x="245905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1" name="data_7002">
            <a:extLst>
              <a:ext uri="{FF2B5EF4-FFF2-40B4-BE49-F238E27FC236}">
                <a16:creationId xmlns:a16="http://schemas.microsoft.com/office/drawing/2014/main" id="{1789E03E-5F08-4E75-B4CA-E53966410F17}"/>
              </a:ext>
            </a:extLst>
          </p:cNvPr>
          <p:cNvSpPr>
            <a:spLocks/>
          </p:cNvSpPr>
          <p:nvPr/>
        </p:nvSpPr>
        <p:spPr>
          <a:xfrm>
            <a:off x="2462292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2" name="data_7003">
            <a:extLst>
              <a:ext uri="{FF2B5EF4-FFF2-40B4-BE49-F238E27FC236}">
                <a16:creationId xmlns:a16="http://schemas.microsoft.com/office/drawing/2014/main" id="{63DBDCAC-6EA4-45C5-91EE-31219D5F00C7}"/>
              </a:ext>
            </a:extLst>
          </p:cNvPr>
          <p:cNvSpPr>
            <a:spLocks/>
          </p:cNvSpPr>
          <p:nvPr/>
        </p:nvSpPr>
        <p:spPr>
          <a:xfrm>
            <a:off x="2578674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3" name="data_7004">
            <a:extLst>
              <a:ext uri="{FF2B5EF4-FFF2-40B4-BE49-F238E27FC236}">
                <a16:creationId xmlns:a16="http://schemas.microsoft.com/office/drawing/2014/main" id="{CE1A1368-DEDA-487B-91D4-E7A71C9530EC}"/>
              </a:ext>
            </a:extLst>
          </p:cNvPr>
          <p:cNvSpPr>
            <a:spLocks/>
          </p:cNvSpPr>
          <p:nvPr/>
        </p:nvSpPr>
        <p:spPr>
          <a:xfrm>
            <a:off x="2568430" y="54791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4" name="data_7005">
            <a:extLst>
              <a:ext uri="{FF2B5EF4-FFF2-40B4-BE49-F238E27FC236}">
                <a16:creationId xmlns:a16="http://schemas.microsoft.com/office/drawing/2014/main" id="{B99F049B-D498-401F-ADA0-075EEDF9BA5D}"/>
              </a:ext>
            </a:extLst>
          </p:cNvPr>
          <p:cNvSpPr>
            <a:spLocks/>
          </p:cNvSpPr>
          <p:nvPr/>
        </p:nvSpPr>
        <p:spPr>
          <a:xfrm>
            <a:off x="2442494" y="57729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5" name="data_7006">
            <a:extLst>
              <a:ext uri="{FF2B5EF4-FFF2-40B4-BE49-F238E27FC236}">
                <a16:creationId xmlns:a16="http://schemas.microsoft.com/office/drawing/2014/main" id="{46E8C35F-E3AB-485B-888B-678F8D5CF086}"/>
              </a:ext>
            </a:extLst>
          </p:cNvPr>
          <p:cNvSpPr>
            <a:spLocks/>
          </p:cNvSpPr>
          <p:nvPr/>
        </p:nvSpPr>
        <p:spPr>
          <a:xfrm>
            <a:off x="2548164" y="5466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6" name="data_7007">
            <a:extLst>
              <a:ext uri="{FF2B5EF4-FFF2-40B4-BE49-F238E27FC236}">
                <a16:creationId xmlns:a16="http://schemas.microsoft.com/office/drawing/2014/main" id="{6CC6BAE1-6262-441E-95D8-652612A1F9BB}"/>
              </a:ext>
            </a:extLst>
          </p:cNvPr>
          <p:cNvSpPr>
            <a:spLocks/>
          </p:cNvSpPr>
          <p:nvPr/>
        </p:nvSpPr>
        <p:spPr>
          <a:xfrm>
            <a:off x="2465608" y="6103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7" name="data_7008">
            <a:extLst>
              <a:ext uri="{FF2B5EF4-FFF2-40B4-BE49-F238E27FC236}">
                <a16:creationId xmlns:a16="http://schemas.microsoft.com/office/drawing/2014/main" id="{EB66B833-8CAA-49AB-9958-FB669864DE73}"/>
              </a:ext>
            </a:extLst>
          </p:cNvPr>
          <p:cNvSpPr>
            <a:spLocks/>
          </p:cNvSpPr>
          <p:nvPr/>
        </p:nvSpPr>
        <p:spPr>
          <a:xfrm>
            <a:off x="250041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8" name="data_7009">
            <a:extLst>
              <a:ext uri="{FF2B5EF4-FFF2-40B4-BE49-F238E27FC236}">
                <a16:creationId xmlns:a16="http://schemas.microsoft.com/office/drawing/2014/main" id="{3CA124FC-70DE-45FF-88E6-B29E9FDEDDFF}"/>
              </a:ext>
            </a:extLst>
          </p:cNvPr>
          <p:cNvSpPr>
            <a:spLocks/>
          </p:cNvSpPr>
          <p:nvPr/>
        </p:nvSpPr>
        <p:spPr>
          <a:xfrm>
            <a:off x="2585168" y="64575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9" name="data_7010">
            <a:extLst>
              <a:ext uri="{FF2B5EF4-FFF2-40B4-BE49-F238E27FC236}">
                <a16:creationId xmlns:a16="http://schemas.microsoft.com/office/drawing/2014/main" id="{C67A94CB-64BC-4BFD-AE9C-6E2706FC235D}"/>
              </a:ext>
            </a:extLst>
          </p:cNvPr>
          <p:cNvSpPr>
            <a:spLocks/>
          </p:cNvSpPr>
          <p:nvPr/>
        </p:nvSpPr>
        <p:spPr>
          <a:xfrm>
            <a:off x="2596622" y="55370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0" name="data_7011">
            <a:extLst>
              <a:ext uri="{FF2B5EF4-FFF2-40B4-BE49-F238E27FC236}">
                <a16:creationId xmlns:a16="http://schemas.microsoft.com/office/drawing/2014/main" id="{2B8FE66E-547A-4BE7-B743-E9F4E6BBD0AC}"/>
              </a:ext>
            </a:extLst>
          </p:cNvPr>
          <p:cNvSpPr>
            <a:spLocks/>
          </p:cNvSpPr>
          <p:nvPr/>
        </p:nvSpPr>
        <p:spPr>
          <a:xfrm>
            <a:off x="2496841" y="65014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1" name="data_7012">
            <a:extLst>
              <a:ext uri="{FF2B5EF4-FFF2-40B4-BE49-F238E27FC236}">
                <a16:creationId xmlns:a16="http://schemas.microsoft.com/office/drawing/2014/main" id="{049D5505-890E-4B4A-B363-A40DEA32049F}"/>
              </a:ext>
            </a:extLst>
          </p:cNvPr>
          <p:cNvSpPr>
            <a:spLocks/>
          </p:cNvSpPr>
          <p:nvPr/>
        </p:nvSpPr>
        <p:spPr>
          <a:xfrm>
            <a:off x="256212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2" name="data_7013">
            <a:extLst>
              <a:ext uri="{FF2B5EF4-FFF2-40B4-BE49-F238E27FC236}">
                <a16:creationId xmlns:a16="http://schemas.microsoft.com/office/drawing/2014/main" id="{CFA048B1-F0BA-409A-AB6A-43F480DCCEEC}"/>
              </a:ext>
            </a:extLst>
          </p:cNvPr>
          <p:cNvSpPr>
            <a:spLocks/>
          </p:cNvSpPr>
          <p:nvPr/>
        </p:nvSpPr>
        <p:spPr>
          <a:xfrm>
            <a:off x="2526263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3" name="data_7014">
            <a:extLst>
              <a:ext uri="{FF2B5EF4-FFF2-40B4-BE49-F238E27FC236}">
                <a16:creationId xmlns:a16="http://schemas.microsoft.com/office/drawing/2014/main" id="{95223D8B-17F7-4008-B921-BC761ADFD81D}"/>
              </a:ext>
            </a:extLst>
          </p:cNvPr>
          <p:cNvSpPr>
            <a:spLocks/>
          </p:cNvSpPr>
          <p:nvPr/>
        </p:nvSpPr>
        <p:spPr>
          <a:xfrm>
            <a:off x="255373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4" name="data_7015">
            <a:extLst>
              <a:ext uri="{FF2B5EF4-FFF2-40B4-BE49-F238E27FC236}">
                <a16:creationId xmlns:a16="http://schemas.microsoft.com/office/drawing/2014/main" id="{24DB93F0-38F9-4C61-B1E3-0AB7AB62901C}"/>
              </a:ext>
            </a:extLst>
          </p:cNvPr>
          <p:cNvSpPr>
            <a:spLocks/>
          </p:cNvSpPr>
          <p:nvPr/>
        </p:nvSpPr>
        <p:spPr>
          <a:xfrm>
            <a:off x="2452082" y="63058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5" name="data_7016">
            <a:extLst>
              <a:ext uri="{FF2B5EF4-FFF2-40B4-BE49-F238E27FC236}">
                <a16:creationId xmlns:a16="http://schemas.microsoft.com/office/drawing/2014/main" id="{D99B5F9D-E84C-4116-A9DB-0BE554D352B2}"/>
              </a:ext>
            </a:extLst>
          </p:cNvPr>
          <p:cNvSpPr>
            <a:spLocks/>
          </p:cNvSpPr>
          <p:nvPr/>
        </p:nvSpPr>
        <p:spPr>
          <a:xfrm>
            <a:off x="2594082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6" name="data_7017">
            <a:extLst>
              <a:ext uri="{FF2B5EF4-FFF2-40B4-BE49-F238E27FC236}">
                <a16:creationId xmlns:a16="http://schemas.microsoft.com/office/drawing/2014/main" id="{B298CEF7-11E2-4E99-B765-0F7911D8B524}"/>
              </a:ext>
            </a:extLst>
          </p:cNvPr>
          <p:cNvSpPr>
            <a:spLocks/>
          </p:cNvSpPr>
          <p:nvPr/>
        </p:nvSpPr>
        <p:spPr>
          <a:xfrm>
            <a:off x="2518313" y="65788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7" name="data_7018">
            <a:extLst>
              <a:ext uri="{FF2B5EF4-FFF2-40B4-BE49-F238E27FC236}">
                <a16:creationId xmlns:a16="http://schemas.microsoft.com/office/drawing/2014/main" id="{C407D5A9-529E-45D2-8CCA-4E44B164C2CD}"/>
              </a:ext>
            </a:extLst>
          </p:cNvPr>
          <p:cNvSpPr>
            <a:spLocks/>
          </p:cNvSpPr>
          <p:nvPr/>
        </p:nvSpPr>
        <p:spPr>
          <a:xfrm>
            <a:off x="253000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8" name="data_7019">
            <a:extLst>
              <a:ext uri="{FF2B5EF4-FFF2-40B4-BE49-F238E27FC236}">
                <a16:creationId xmlns:a16="http://schemas.microsoft.com/office/drawing/2014/main" id="{59464BC5-DD88-49A3-A73C-84208BB03EBC}"/>
              </a:ext>
            </a:extLst>
          </p:cNvPr>
          <p:cNvSpPr>
            <a:spLocks/>
          </p:cNvSpPr>
          <p:nvPr/>
        </p:nvSpPr>
        <p:spPr>
          <a:xfrm>
            <a:off x="2577396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9" name="data_7020">
            <a:extLst>
              <a:ext uri="{FF2B5EF4-FFF2-40B4-BE49-F238E27FC236}">
                <a16:creationId xmlns:a16="http://schemas.microsoft.com/office/drawing/2014/main" id="{76B5551A-4DEA-401B-92A5-658523EA6CD3}"/>
              </a:ext>
            </a:extLst>
          </p:cNvPr>
          <p:cNvSpPr>
            <a:spLocks/>
          </p:cNvSpPr>
          <p:nvPr/>
        </p:nvSpPr>
        <p:spPr>
          <a:xfrm>
            <a:off x="247487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0" name="data_7021">
            <a:extLst>
              <a:ext uri="{FF2B5EF4-FFF2-40B4-BE49-F238E27FC236}">
                <a16:creationId xmlns:a16="http://schemas.microsoft.com/office/drawing/2014/main" id="{3E9AE681-D81D-4FCB-8799-B264A89A7B49}"/>
              </a:ext>
            </a:extLst>
          </p:cNvPr>
          <p:cNvSpPr>
            <a:spLocks/>
          </p:cNvSpPr>
          <p:nvPr/>
        </p:nvSpPr>
        <p:spPr>
          <a:xfrm>
            <a:off x="2490540" y="62300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1" name="data_7022">
            <a:extLst>
              <a:ext uri="{FF2B5EF4-FFF2-40B4-BE49-F238E27FC236}">
                <a16:creationId xmlns:a16="http://schemas.microsoft.com/office/drawing/2014/main" id="{2F221B96-8CBB-4D2D-B3F1-A59D65913B89}"/>
              </a:ext>
            </a:extLst>
          </p:cNvPr>
          <p:cNvSpPr>
            <a:spLocks/>
          </p:cNvSpPr>
          <p:nvPr/>
        </p:nvSpPr>
        <p:spPr>
          <a:xfrm>
            <a:off x="2545872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2" name="data_7023">
            <a:extLst>
              <a:ext uri="{FF2B5EF4-FFF2-40B4-BE49-F238E27FC236}">
                <a16:creationId xmlns:a16="http://schemas.microsoft.com/office/drawing/2014/main" id="{9473C626-61C7-4AB6-9E92-D4C82A2EF3DE}"/>
              </a:ext>
            </a:extLst>
          </p:cNvPr>
          <p:cNvSpPr>
            <a:spLocks/>
          </p:cNvSpPr>
          <p:nvPr/>
        </p:nvSpPr>
        <p:spPr>
          <a:xfrm>
            <a:off x="243603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3" name="data_7024">
            <a:extLst>
              <a:ext uri="{FF2B5EF4-FFF2-40B4-BE49-F238E27FC236}">
                <a16:creationId xmlns:a16="http://schemas.microsoft.com/office/drawing/2014/main" id="{307DA675-4B48-4D28-80A1-335C220369DF}"/>
              </a:ext>
            </a:extLst>
          </p:cNvPr>
          <p:cNvSpPr>
            <a:spLocks/>
          </p:cNvSpPr>
          <p:nvPr/>
        </p:nvSpPr>
        <p:spPr>
          <a:xfrm>
            <a:off x="2435751" y="65288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4" name="data_7025">
            <a:extLst>
              <a:ext uri="{FF2B5EF4-FFF2-40B4-BE49-F238E27FC236}">
                <a16:creationId xmlns:a16="http://schemas.microsoft.com/office/drawing/2014/main" id="{C1DB04E0-A376-4986-B9F4-33720C09986B}"/>
              </a:ext>
            </a:extLst>
          </p:cNvPr>
          <p:cNvSpPr>
            <a:spLocks/>
          </p:cNvSpPr>
          <p:nvPr/>
        </p:nvSpPr>
        <p:spPr>
          <a:xfrm>
            <a:off x="246894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5" name="data_7026">
            <a:extLst>
              <a:ext uri="{FF2B5EF4-FFF2-40B4-BE49-F238E27FC236}">
                <a16:creationId xmlns:a16="http://schemas.microsoft.com/office/drawing/2014/main" id="{B752EBA0-1107-4126-8246-4697B5E98EB9}"/>
              </a:ext>
            </a:extLst>
          </p:cNvPr>
          <p:cNvSpPr>
            <a:spLocks/>
          </p:cNvSpPr>
          <p:nvPr/>
        </p:nvSpPr>
        <p:spPr>
          <a:xfrm>
            <a:off x="2561380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6" name="data_7027">
            <a:extLst>
              <a:ext uri="{FF2B5EF4-FFF2-40B4-BE49-F238E27FC236}">
                <a16:creationId xmlns:a16="http://schemas.microsoft.com/office/drawing/2014/main" id="{D0FCFF25-8E5B-4087-B294-24701A3FA801}"/>
              </a:ext>
            </a:extLst>
          </p:cNvPr>
          <p:cNvSpPr>
            <a:spLocks/>
          </p:cNvSpPr>
          <p:nvPr/>
        </p:nvSpPr>
        <p:spPr>
          <a:xfrm>
            <a:off x="245902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7" name="data_7028">
            <a:extLst>
              <a:ext uri="{FF2B5EF4-FFF2-40B4-BE49-F238E27FC236}">
                <a16:creationId xmlns:a16="http://schemas.microsoft.com/office/drawing/2014/main" id="{2666191E-CA02-46CF-9EFC-2A8EB42F2340}"/>
              </a:ext>
            </a:extLst>
          </p:cNvPr>
          <p:cNvSpPr>
            <a:spLocks/>
          </p:cNvSpPr>
          <p:nvPr/>
        </p:nvSpPr>
        <p:spPr>
          <a:xfrm>
            <a:off x="246727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8" name="data_7029">
            <a:extLst>
              <a:ext uri="{FF2B5EF4-FFF2-40B4-BE49-F238E27FC236}">
                <a16:creationId xmlns:a16="http://schemas.microsoft.com/office/drawing/2014/main" id="{087B9322-64BF-4062-ACDD-9B383C4CB4F7}"/>
              </a:ext>
            </a:extLst>
          </p:cNvPr>
          <p:cNvSpPr>
            <a:spLocks/>
          </p:cNvSpPr>
          <p:nvPr/>
        </p:nvSpPr>
        <p:spPr>
          <a:xfrm>
            <a:off x="245217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9" name="data_7030">
            <a:extLst>
              <a:ext uri="{FF2B5EF4-FFF2-40B4-BE49-F238E27FC236}">
                <a16:creationId xmlns:a16="http://schemas.microsoft.com/office/drawing/2014/main" id="{3F2E3B39-D592-4CAD-9A52-1714D124D8DD}"/>
              </a:ext>
            </a:extLst>
          </p:cNvPr>
          <p:cNvSpPr>
            <a:spLocks/>
          </p:cNvSpPr>
          <p:nvPr/>
        </p:nvSpPr>
        <p:spPr>
          <a:xfrm>
            <a:off x="2571365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0" name="data_7031">
            <a:extLst>
              <a:ext uri="{FF2B5EF4-FFF2-40B4-BE49-F238E27FC236}">
                <a16:creationId xmlns:a16="http://schemas.microsoft.com/office/drawing/2014/main" id="{8CCB9AD3-0277-440E-90B7-C57596CD282D}"/>
              </a:ext>
            </a:extLst>
          </p:cNvPr>
          <p:cNvSpPr>
            <a:spLocks/>
          </p:cNvSpPr>
          <p:nvPr/>
        </p:nvSpPr>
        <p:spPr>
          <a:xfrm>
            <a:off x="2585021" y="68826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1" name="data_7032">
            <a:extLst>
              <a:ext uri="{FF2B5EF4-FFF2-40B4-BE49-F238E27FC236}">
                <a16:creationId xmlns:a16="http://schemas.microsoft.com/office/drawing/2014/main" id="{8F585757-1231-4818-B278-A396E86829B3}"/>
              </a:ext>
            </a:extLst>
          </p:cNvPr>
          <p:cNvSpPr>
            <a:spLocks/>
          </p:cNvSpPr>
          <p:nvPr/>
        </p:nvSpPr>
        <p:spPr>
          <a:xfrm>
            <a:off x="2591267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2" name="data_7033">
            <a:extLst>
              <a:ext uri="{FF2B5EF4-FFF2-40B4-BE49-F238E27FC236}">
                <a16:creationId xmlns:a16="http://schemas.microsoft.com/office/drawing/2014/main" id="{D2844831-E952-41E0-BB65-71866E91CFBC}"/>
              </a:ext>
            </a:extLst>
          </p:cNvPr>
          <p:cNvSpPr>
            <a:spLocks/>
          </p:cNvSpPr>
          <p:nvPr/>
        </p:nvSpPr>
        <p:spPr>
          <a:xfrm>
            <a:off x="2535154" y="63058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3" name="data_7034">
            <a:extLst>
              <a:ext uri="{FF2B5EF4-FFF2-40B4-BE49-F238E27FC236}">
                <a16:creationId xmlns:a16="http://schemas.microsoft.com/office/drawing/2014/main" id="{E3211F61-E0F6-46EA-B9B3-C06A92DFE0BE}"/>
              </a:ext>
            </a:extLst>
          </p:cNvPr>
          <p:cNvSpPr>
            <a:spLocks/>
          </p:cNvSpPr>
          <p:nvPr/>
        </p:nvSpPr>
        <p:spPr>
          <a:xfrm>
            <a:off x="245605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4" name="data_7035">
            <a:extLst>
              <a:ext uri="{FF2B5EF4-FFF2-40B4-BE49-F238E27FC236}">
                <a16:creationId xmlns:a16="http://schemas.microsoft.com/office/drawing/2014/main" id="{E8A32560-7FCE-48D7-8422-581A9F64A393}"/>
              </a:ext>
            </a:extLst>
          </p:cNvPr>
          <p:cNvSpPr>
            <a:spLocks/>
          </p:cNvSpPr>
          <p:nvPr/>
        </p:nvSpPr>
        <p:spPr>
          <a:xfrm>
            <a:off x="244949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5" name="data_7036">
            <a:extLst>
              <a:ext uri="{FF2B5EF4-FFF2-40B4-BE49-F238E27FC236}">
                <a16:creationId xmlns:a16="http://schemas.microsoft.com/office/drawing/2014/main" id="{C9DEF6E8-8261-4F1E-B599-4D0913FB363B}"/>
              </a:ext>
            </a:extLst>
          </p:cNvPr>
          <p:cNvSpPr>
            <a:spLocks/>
          </p:cNvSpPr>
          <p:nvPr/>
        </p:nvSpPr>
        <p:spPr>
          <a:xfrm>
            <a:off x="2516179" y="5439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6" name="data_7037">
            <a:extLst>
              <a:ext uri="{FF2B5EF4-FFF2-40B4-BE49-F238E27FC236}">
                <a16:creationId xmlns:a16="http://schemas.microsoft.com/office/drawing/2014/main" id="{30A6776F-D61B-4115-90AF-848B6D68A676}"/>
              </a:ext>
            </a:extLst>
          </p:cNvPr>
          <p:cNvSpPr>
            <a:spLocks/>
          </p:cNvSpPr>
          <p:nvPr/>
        </p:nvSpPr>
        <p:spPr>
          <a:xfrm>
            <a:off x="251725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7" name="data_7038">
            <a:extLst>
              <a:ext uri="{FF2B5EF4-FFF2-40B4-BE49-F238E27FC236}">
                <a16:creationId xmlns:a16="http://schemas.microsoft.com/office/drawing/2014/main" id="{21632BCA-15A1-453E-9EC8-5EEB14071AC8}"/>
              </a:ext>
            </a:extLst>
          </p:cNvPr>
          <p:cNvSpPr>
            <a:spLocks/>
          </p:cNvSpPr>
          <p:nvPr/>
        </p:nvSpPr>
        <p:spPr>
          <a:xfrm>
            <a:off x="2456252" y="64827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8" name="data_7039">
            <a:extLst>
              <a:ext uri="{FF2B5EF4-FFF2-40B4-BE49-F238E27FC236}">
                <a16:creationId xmlns:a16="http://schemas.microsoft.com/office/drawing/2014/main" id="{F50C924C-51DC-4C29-94F1-889D2AC3CB85}"/>
              </a:ext>
            </a:extLst>
          </p:cNvPr>
          <p:cNvSpPr>
            <a:spLocks/>
          </p:cNvSpPr>
          <p:nvPr/>
        </p:nvSpPr>
        <p:spPr>
          <a:xfrm>
            <a:off x="2547421" y="68517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9" name="data_7040">
            <a:extLst>
              <a:ext uri="{FF2B5EF4-FFF2-40B4-BE49-F238E27FC236}">
                <a16:creationId xmlns:a16="http://schemas.microsoft.com/office/drawing/2014/main" id="{ADBA5445-006F-4F92-86EA-8624C867DEC0}"/>
              </a:ext>
            </a:extLst>
          </p:cNvPr>
          <p:cNvSpPr>
            <a:spLocks/>
          </p:cNvSpPr>
          <p:nvPr/>
        </p:nvSpPr>
        <p:spPr>
          <a:xfrm>
            <a:off x="256014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0" name="data_7041">
            <a:extLst>
              <a:ext uri="{FF2B5EF4-FFF2-40B4-BE49-F238E27FC236}">
                <a16:creationId xmlns:a16="http://schemas.microsoft.com/office/drawing/2014/main" id="{3C9ED7AF-C903-48E2-9B14-E872FD300DBC}"/>
              </a:ext>
            </a:extLst>
          </p:cNvPr>
          <p:cNvSpPr>
            <a:spLocks/>
          </p:cNvSpPr>
          <p:nvPr/>
        </p:nvSpPr>
        <p:spPr>
          <a:xfrm>
            <a:off x="256234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1" name="data_7042">
            <a:extLst>
              <a:ext uri="{FF2B5EF4-FFF2-40B4-BE49-F238E27FC236}">
                <a16:creationId xmlns:a16="http://schemas.microsoft.com/office/drawing/2014/main" id="{43A54640-4549-4C04-9DFE-AE393BE86A7F}"/>
              </a:ext>
            </a:extLst>
          </p:cNvPr>
          <p:cNvSpPr>
            <a:spLocks/>
          </p:cNvSpPr>
          <p:nvPr/>
        </p:nvSpPr>
        <p:spPr>
          <a:xfrm>
            <a:off x="255022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2" name="data_7043">
            <a:extLst>
              <a:ext uri="{FF2B5EF4-FFF2-40B4-BE49-F238E27FC236}">
                <a16:creationId xmlns:a16="http://schemas.microsoft.com/office/drawing/2014/main" id="{D09295FC-AE7D-4DFD-BBEC-7CA13F6C0B44}"/>
              </a:ext>
            </a:extLst>
          </p:cNvPr>
          <p:cNvSpPr>
            <a:spLocks/>
          </p:cNvSpPr>
          <p:nvPr/>
        </p:nvSpPr>
        <p:spPr>
          <a:xfrm>
            <a:off x="2571673" y="5612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3" name="data_7044">
            <a:extLst>
              <a:ext uri="{FF2B5EF4-FFF2-40B4-BE49-F238E27FC236}">
                <a16:creationId xmlns:a16="http://schemas.microsoft.com/office/drawing/2014/main" id="{E8110CB3-75FB-44ED-B990-AC171C20277D}"/>
              </a:ext>
            </a:extLst>
          </p:cNvPr>
          <p:cNvSpPr>
            <a:spLocks/>
          </p:cNvSpPr>
          <p:nvPr/>
        </p:nvSpPr>
        <p:spPr>
          <a:xfrm>
            <a:off x="248676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4" name="data_7045">
            <a:extLst>
              <a:ext uri="{FF2B5EF4-FFF2-40B4-BE49-F238E27FC236}">
                <a16:creationId xmlns:a16="http://schemas.microsoft.com/office/drawing/2014/main" id="{141D56CE-447E-43CD-B7FF-3CBE5C248EC8}"/>
              </a:ext>
            </a:extLst>
          </p:cNvPr>
          <p:cNvSpPr>
            <a:spLocks/>
          </p:cNvSpPr>
          <p:nvPr/>
        </p:nvSpPr>
        <p:spPr>
          <a:xfrm>
            <a:off x="2493229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5" name="data_7046">
            <a:extLst>
              <a:ext uri="{FF2B5EF4-FFF2-40B4-BE49-F238E27FC236}">
                <a16:creationId xmlns:a16="http://schemas.microsoft.com/office/drawing/2014/main" id="{B6949095-F559-489F-B0B3-BFED680BF4ED}"/>
              </a:ext>
            </a:extLst>
          </p:cNvPr>
          <p:cNvSpPr>
            <a:spLocks/>
          </p:cNvSpPr>
          <p:nvPr/>
        </p:nvSpPr>
        <p:spPr>
          <a:xfrm>
            <a:off x="2549498" y="66416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6" name="data_7047">
            <a:extLst>
              <a:ext uri="{FF2B5EF4-FFF2-40B4-BE49-F238E27FC236}">
                <a16:creationId xmlns:a16="http://schemas.microsoft.com/office/drawing/2014/main" id="{524DC65D-C324-403E-9F80-00021CD36944}"/>
              </a:ext>
            </a:extLst>
          </p:cNvPr>
          <p:cNvSpPr>
            <a:spLocks/>
          </p:cNvSpPr>
          <p:nvPr/>
        </p:nvSpPr>
        <p:spPr>
          <a:xfrm>
            <a:off x="2433820" y="58018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7" name="data_7048">
            <a:extLst>
              <a:ext uri="{FF2B5EF4-FFF2-40B4-BE49-F238E27FC236}">
                <a16:creationId xmlns:a16="http://schemas.microsoft.com/office/drawing/2014/main" id="{5BD03EB2-E041-434E-86A0-258B3946B562}"/>
              </a:ext>
            </a:extLst>
          </p:cNvPr>
          <p:cNvSpPr>
            <a:spLocks/>
          </p:cNvSpPr>
          <p:nvPr/>
        </p:nvSpPr>
        <p:spPr>
          <a:xfrm>
            <a:off x="249296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8" name="data_7049">
            <a:extLst>
              <a:ext uri="{FF2B5EF4-FFF2-40B4-BE49-F238E27FC236}">
                <a16:creationId xmlns:a16="http://schemas.microsoft.com/office/drawing/2014/main" id="{53B3AD0E-FF12-414A-9B2E-A894C40EAD71}"/>
              </a:ext>
            </a:extLst>
          </p:cNvPr>
          <p:cNvSpPr>
            <a:spLocks/>
          </p:cNvSpPr>
          <p:nvPr/>
        </p:nvSpPr>
        <p:spPr>
          <a:xfrm>
            <a:off x="2498208" y="69107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9" name="data_7050">
            <a:extLst>
              <a:ext uri="{FF2B5EF4-FFF2-40B4-BE49-F238E27FC236}">
                <a16:creationId xmlns:a16="http://schemas.microsoft.com/office/drawing/2014/main" id="{2274F3A7-87AC-41AE-B451-6DD26055719F}"/>
              </a:ext>
            </a:extLst>
          </p:cNvPr>
          <p:cNvSpPr>
            <a:spLocks/>
          </p:cNvSpPr>
          <p:nvPr/>
        </p:nvSpPr>
        <p:spPr>
          <a:xfrm>
            <a:off x="2499878" y="66091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0" name="data_7051">
            <a:extLst>
              <a:ext uri="{FF2B5EF4-FFF2-40B4-BE49-F238E27FC236}">
                <a16:creationId xmlns:a16="http://schemas.microsoft.com/office/drawing/2014/main" id="{8E8186CC-8D16-486A-A85E-04EA96386018}"/>
              </a:ext>
            </a:extLst>
          </p:cNvPr>
          <p:cNvSpPr>
            <a:spLocks/>
          </p:cNvSpPr>
          <p:nvPr/>
        </p:nvSpPr>
        <p:spPr>
          <a:xfrm>
            <a:off x="2493723" y="55476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1" name="data_7052">
            <a:extLst>
              <a:ext uri="{FF2B5EF4-FFF2-40B4-BE49-F238E27FC236}">
                <a16:creationId xmlns:a16="http://schemas.microsoft.com/office/drawing/2014/main" id="{2E2EF5AF-92B8-41A4-81DB-DB262CA3F81F}"/>
              </a:ext>
            </a:extLst>
          </p:cNvPr>
          <p:cNvSpPr>
            <a:spLocks/>
          </p:cNvSpPr>
          <p:nvPr/>
        </p:nvSpPr>
        <p:spPr>
          <a:xfrm>
            <a:off x="256620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2" name="data_7053">
            <a:extLst>
              <a:ext uri="{FF2B5EF4-FFF2-40B4-BE49-F238E27FC236}">
                <a16:creationId xmlns:a16="http://schemas.microsoft.com/office/drawing/2014/main" id="{60E55798-7602-4953-A6E1-48940A2EEC36}"/>
              </a:ext>
            </a:extLst>
          </p:cNvPr>
          <p:cNvSpPr>
            <a:spLocks/>
          </p:cNvSpPr>
          <p:nvPr/>
        </p:nvSpPr>
        <p:spPr>
          <a:xfrm>
            <a:off x="2486950" y="55476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3" name="data_7054">
            <a:extLst>
              <a:ext uri="{FF2B5EF4-FFF2-40B4-BE49-F238E27FC236}">
                <a16:creationId xmlns:a16="http://schemas.microsoft.com/office/drawing/2014/main" id="{4F3EC1DC-CBE7-4264-8B50-7C9F0E350C58}"/>
              </a:ext>
            </a:extLst>
          </p:cNvPr>
          <p:cNvSpPr>
            <a:spLocks/>
          </p:cNvSpPr>
          <p:nvPr/>
        </p:nvSpPr>
        <p:spPr>
          <a:xfrm>
            <a:off x="2568952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4" name="data_7055">
            <a:extLst>
              <a:ext uri="{FF2B5EF4-FFF2-40B4-BE49-F238E27FC236}">
                <a16:creationId xmlns:a16="http://schemas.microsoft.com/office/drawing/2014/main" id="{BA40EF20-EBB3-4935-9587-9BBBA099593A}"/>
              </a:ext>
            </a:extLst>
          </p:cNvPr>
          <p:cNvSpPr>
            <a:spLocks/>
          </p:cNvSpPr>
          <p:nvPr/>
        </p:nvSpPr>
        <p:spPr>
          <a:xfrm>
            <a:off x="253424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5" name="data_7056">
            <a:extLst>
              <a:ext uri="{FF2B5EF4-FFF2-40B4-BE49-F238E27FC236}">
                <a16:creationId xmlns:a16="http://schemas.microsoft.com/office/drawing/2014/main" id="{2B9AC168-0E99-41DA-AF28-7AF80316FE24}"/>
              </a:ext>
            </a:extLst>
          </p:cNvPr>
          <p:cNvSpPr>
            <a:spLocks/>
          </p:cNvSpPr>
          <p:nvPr/>
        </p:nvSpPr>
        <p:spPr>
          <a:xfrm>
            <a:off x="2553628" y="51704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6" name="data_7057">
            <a:extLst>
              <a:ext uri="{FF2B5EF4-FFF2-40B4-BE49-F238E27FC236}">
                <a16:creationId xmlns:a16="http://schemas.microsoft.com/office/drawing/2014/main" id="{D1526AE0-0899-4848-9CEB-E7691123D51D}"/>
              </a:ext>
            </a:extLst>
          </p:cNvPr>
          <p:cNvSpPr>
            <a:spLocks/>
          </p:cNvSpPr>
          <p:nvPr/>
        </p:nvSpPr>
        <p:spPr>
          <a:xfrm>
            <a:off x="2531863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7" name="data_7058">
            <a:extLst>
              <a:ext uri="{FF2B5EF4-FFF2-40B4-BE49-F238E27FC236}">
                <a16:creationId xmlns:a16="http://schemas.microsoft.com/office/drawing/2014/main" id="{2EDDFA9A-0F44-47F3-83AA-A9C1E7F2049A}"/>
              </a:ext>
            </a:extLst>
          </p:cNvPr>
          <p:cNvSpPr>
            <a:spLocks/>
          </p:cNvSpPr>
          <p:nvPr/>
        </p:nvSpPr>
        <p:spPr>
          <a:xfrm>
            <a:off x="2461499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8" name="data_7059">
            <a:extLst>
              <a:ext uri="{FF2B5EF4-FFF2-40B4-BE49-F238E27FC236}">
                <a16:creationId xmlns:a16="http://schemas.microsoft.com/office/drawing/2014/main" id="{C71CD6AB-4024-44A4-9757-199256FDD0AC}"/>
              </a:ext>
            </a:extLst>
          </p:cNvPr>
          <p:cNvSpPr>
            <a:spLocks/>
          </p:cNvSpPr>
          <p:nvPr/>
        </p:nvSpPr>
        <p:spPr>
          <a:xfrm>
            <a:off x="2536416" y="59172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9" name="data_7060">
            <a:extLst>
              <a:ext uri="{FF2B5EF4-FFF2-40B4-BE49-F238E27FC236}">
                <a16:creationId xmlns:a16="http://schemas.microsoft.com/office/drawing/2014/main" id="{3589095F-BDB7-4D33-9FF8-1979CD72A2B6}"/>
              </a:ext>
            </a:extLst>
          </p:cNvPr>
          <p:cNvSpPr>
            <a:spLocks/>
          </p:cNvSpPr>
          <p:nvPr/>
        </p:nvSpPr>
        <p:spPr>
          <a:xfrm>
            <a:off x="248227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0" name="data_7061">
            <a:extLst>
              <a:ext uri="{FF2B5EF4-FFF2-40B4-BE49-F238E27FC236}">
                <a16:creationId xmlns:a16="http://schemas.microsoft.com/office/drawing/2014/main" id="{3E37C7AD-46C1-4FF6-92A7-CE8D82C64181}"/>
              </a:ext>
            </a:extLst>
          </p:cNvPr>
          <p:cNvSpPr>
            <a:spLocks/>
          </p:cNvSpPr>
          <p:nvPr/>
        </p:nvSpPr>
        <p:spPr>
          <a:xfrm>
            <a:off x="2527577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1" name="data_7062">
            <a:extLst>
              <a:ext uri="{FF2B5EF4-FFF2-40B4-BE49-F238E27FC236}">
                <a16:creationId xmlns:a16="http://schemas.microsoft.com/office/drawing/2014/main" id="{1DF7EB4C-281C-4A27-83BB-A965CFECAA08}"/>
              </a:ext>
            </a:extLst>
          </p:cNvPr>
          <p:cNvSpPr>
            <a:spLocks/>
          </p:cNvSpPr>
          <p:nvPr/>
        </p:nvSpPr>
        <p:spPr>
          <a:xfrm>
            <a:off x="248548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2" name="data_7063">
            <a:extLst>
              <a:ext uri="{FF2B5EF4-FFF2-40B4-BE49-F238E27FC236}">
                <a16:creationId xmlns:a16="http://schemas.microsoft.com/office/drawing/2014/main" id="{F53CCBA8-83A1-4604-979E-2E10D0E1EA56}"/>
              </a:ext>
            </a:extLst>
          </p:cNvPr>
          <p:cNvSpPr>
            <a:spLocks/>
          </p:cNvSpPr>
          <p:nvPr/>
        </p:nvSpPr>
        <p:spPr>
          <a:xfrm>
            <a:off x="2592992" y="65772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3" name="data_7064">
            <a:extLst>
              <a:ext uri="{FF2B5EF4-FFF2-40B4-BE49-F238E27FC236}">
                <a16:creationId xmlns:a16="http://schemas.microsoft.com/office/drawing/2014/main" id="{D738A358-AEA9-42B1-A550-136980A73BEA}"/>
              </a:ext>
            </a:extLst>
          </p:cNvPr>
          <p:cNvSpPr>
            <a:spLocks/>
          </p:cNvSpPr>
          <p:nvPr/>
        </p:nvSpPr>
        <p:spPr>
          <a:xfrm>
            <a:off x="253546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4" name="data_7065">
            <a:extLst>
              <a:ext uri="{FF2B5EF4-FFF2-40B4-BE49-F238E27FC236}">
                <a16:creationId xmlns:a16="http://schemas.microsoft.com/office/drawing/2014/main" id="{B478A708-F3AF-4612-80FE-1C9B2D0A98BB}"/>
              </a:ext>
            </a:extLst>
          </p:cNvPr>
          <p:cNvSpPr>
            <a:spLocks/>
          </p:cNvSpPr>
          <p:nvPr/>
        </p:nvSpPr>
        <p:spPr>
          <a:xfrm>
            <a:off x="250185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5" name="data_7066">
            <a:extLst>
              <a:ext uri="{FF2B5EF4-FFF2-40B4-BE49-F238E27FC236}">
                <a16:creationId xmlns:a16="http://schemas.microsoft.com/office/drawing/2014/main" id="{07823D67-B883-412C-A601-41F33803E199}"/>
              </a:ext>
            </a:extLst>
          </p:cNvPr>
          <p:cNvSpPr>
            <a:spLocks/>
          </p:cNvSpPr>
          <p:nvPr/>
        </p:nvSpPr>
        <p:spPr>
          <a:xfrm>
            <a:off x="248996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6" name="data_7067">
            <a:extLst>
              <a:ext uri="{FF2B5EF4-FFF2-40B4-BE49-F238E27FC236}">
                <a16:creationId xmlns:a16="http://schemas.microsoft.com/office/drawing/2014/main" id="{F922ED62-D238-4C37-B861-D0A5817A7654}"/>
              </a:ext>
            </a:extLst>
          </p:cNvPr>
          <p:cNvSpPr>
            <a:spLocks/>
          </p:cNvSpPr>
          <p:nvPr/>
        </p:nvSpPr>
        <p:spPr>
          <a:xfrm>
            <a:off x="249003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7" name="data_7068">
            <a:extLst>
              <a:ext uri="{FF2B5EF4-FFF2-40B4-BE49-F238E27FC236}">
                <a16:creationId xmlns:a16="http://schemas.microsoft.com/office/drawing/2014/main" id="{1061B32B-A37B-4783-B740-A04F195134B9}"/>
              </a:ext>
            </a:extLst>
          </p:cNvPr>
          <p:cNvSpPr>
            <a:spLocks/>
          </p:cNvSpPr>
          <p:nvPr/>
        </p:nvSpPr>
        <p:spPr>
          <a:xfrm>
            <a:off x="2575605" y="51360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8" name="data_7069">
            <a:extLst>
              <a:ext uri="{FF2B5EF4-FFF2-40B4-BE49-F238E27FC236}">
                <a16:creationId xmlns:a16="http://schemas.microsoft.com/office/drawing/2014/main" id="{6F5A0F6F-48AD-4700-A26D-CFD8CFD23F6A}"/>
              </a:ext>
            </a:extLst>
          </p:cNvPr>
          <p:cNvSpPr>
            <a:spLocks/>
          </p:cNvSpPr>
          <p:nvPr/>
        </p:nvSpPr>
        <p:spPr>
          <a:xfrm>
            <a:off x="251760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9" name="data_7070">
            <a:extLst>
              <a:ext uri="{FF2B5EF4-FFF2-40B4-BE49-F238E27FC236}">
                <a16:creationId xmlns:a16="http://schemas.microsoft.com/office/drawing/2014/main" id="{81D21DD9-EE2F-4A03-858E-6E43BE91F37C}"/>
              </a:ext>
            </a:extLst>
          </p:cNvPr>
          <p:cNvSpPr>
            <a:spLocks/>
          </p:cNvSpPr>
          <p:nvPr/>
        </p:nvSpPr>
        <p:spPr>
          <a:xfrm>
            <a:off x="2510689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0" name="data_7071">
            <a:extLst>
              <a:ext uri="{FF2B5EF4-FFF2-40B4-BE49-F238E27FC236}">
                <a16:creationId xmlns:a16="http://schemas.microsoft.com/office/drawing/2014/main" id="{697FFBB1-C84B-4327-B5F7-C65B1C913ED8}"/>
              </a:ext>
            </a:extLst>
          </p:cNvPr>
          <p:cNvSpPr>
            <a:spLocks/>
          </p:cNvSpPr>
          <p:nvPr/>
        </p:nvSpPr>
        <p:spPr>
          <a:xfrm>
            <a:off x="2434045" y="6884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1" name="data_7072">
            <a:extLst>
              <a:ext uri="{FF2B5EF4-FFF2-40B4-BE49-F238E27FC236}">
                <a16:creationId xmlns:a16="http://schemas.microsoft.com/office/drawing/2014/main" id="{3B21BDF1-2B05-4F13-B0E5-11F2B476C801}"/>
              </a:ext>
            </a:extLst>
          </p:cNvPr>
          <p:cNvSpPr>
            <a:spLocks/>
          </p:cNvSpPr>
          <p:nvPr/>
        </p:nvSpPr>
        <p:spPr>
          <a:xfrm>
            <a:off x="2580522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2" name="data_7073">
            <a:extLst>
              <a:ext uri="{FF2B5EF4-FFF2-40B4-BE49-F238E27FC236}">
                <a16:creationId xmlns:a16="http://schemas.microsoft.com/office/drawing/2014/main" id="{E04CF3D4-2E83-433A-8E28-ABD678F35EA1}"/>
              </a:ext>
            </a:extLst>
          </p:cNvPr>
          <p:cNvSpPr>
            <a:spLocks/>
          </p:cNvSpPr>
          <p:nvPr/>
        </p:nvSpPr>
        <p:spPr>
          <a:xfrm>
            <a:off x="246709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3" name="data_7074">
            <a:extLst>
              <a:ext uri="{FF2B5EF4-FFF2-40B4-BE49-F238E27FC236}">
                <a16:creationId xmlns:a16="http://schemas.microsoft.com/office/drawing/2014/main" id="{59979DF5-11B2-4B25-A536-0F470894DD55}"/>
              </a:ext>
            </a:extLst>
          </p:cNvPr>
          <p:cNvSpPr>
            <a:spLocks/>
          </p:cNvSpPr>
          <p:nvPr/>
        </p:nvSpPr>
        <p:spPr>
          <a:xfrm>
            <a:off x="2470880" y="64813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4" name="data_7075">
            <a:extLst>
              <a:ext uri="{FF2B5EF4-FFF2-40B4-BE49-F238E27FC236}">
                <a16:creationId xmlns:a16="http://schemas.microsoft.com/office/drawing/2014/main" id="{96F99DA0-0104-4365-80DD-986D957A7F1E}"/>
              </a:ext>
            </a:extLst>
          </p:cNvPr>
          <p:cNvSpPr>
            <a:spLocks/>
          </p:cNvSpPr>
          <p:nvPr/>
        </p:nvSpPr>
        <p:spPr>
          <a:xfrm>
            <a:off x="256850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5" name="data_7076">
            <a:extLst>
              <a:ext uri="{FF2B5EF4-FFF2-40B4-BE49-F238E27FC236}">
                <a16:creationId xmlns:a16="http://schemas.microsoft.com/office/drawing/2014/main" id="{4AD0D1DE-7BE1-400B-931D-8B909D8022F3}"/>
              </a:ext>
            </a:extLst>
          </p:cNvPr>
          <p:cNvSpPr>
            <a:spLocks/>
          </p:cNvSpPr>
          <p:nvPr/>
        </p:nvSpPr>
        <p:spPr>
          <a:xfrm>
            <a:off x="249143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6" name="data_7077">
            <a:extLst>
              <a:ext uri="{FF2B5EF4-FFF2-40B4-BE49-F238E27FC236}">
                <a16:creationId xmlns:a16="http://schemas.microsoft.com/office/drawing/2014/main" id="{218283B2-1A17-44AE-931D-D3F8C5DA7647}"/>
              </a:ext>
            </a:extLst>
          </p:cNvPr>
          <p:cNvSpPr>
            <a:spLocks/>
          </p:cNvSpPr>
          <p:nvPr/>
        </p:nvSpPr>
        <p:spPr>
          <a:xfrm>
            <a:off x="2583300" y="68517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7" name="data_7078">
            <a:extLst>
              <a:ext uri="{FF2B5EF4-FFF2-40B4-BE49-F238E27FC236}">
                <a16:creationId xmlns:a16="http://schemas.microsoft.com/office/drawing/2014/main" id="{E67F3870-860A-446A-94C4-A19610694DC3}"/>
              </a:ext>
            </a:extLst>
          </p:cNvPr>
          <p:cNvSpPr>
            <a:spLocks/>
          </p:cNvSpPr>
          <p:nvPr/>
        </p:nvSpPr>
        <p:spPr>
          <a:xfrm>
            <a:off x="2576066" y="65002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8" name="data_7079">
            <a:extLst>
              <a:ext uri="{FF2B5EF4-FFF2-40B4-BE49-F238E27FC236}">
                <a16:creationId xmlns:a16="http://schemas.microsoft.com/office/drawing/2014/main" id="{5ABDAECD-A21C-4373-A190-2590FFFFDC04}"/>
              </a:ext>
            </a:extLst>
          </p:cNvPr>
          <p:cNvSpPr>
            <a:spLocks/>
          </p:cNvSpPr>
          <p:nvPr/>
        </p:nvSpPr>
        <p:spPr>
          <a:xfrm>
            <a:off x="2474422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9" name="data_7080">
            <a:extLst>
              <a:ext uri="{FF2B5EF4-FFF2-40B4-BE49-F238E27FC236}">
                <a16:creationId xmlns:a16="http://schemas.microsoft.com/office/drawing/2014/main" id="{95BD9537-55A6-427A-9001-22ABEF74BA6E}"/>
              </a:ext>
            </a:extLst>
          </p:cNvPr>
          <p:cNvSpPr>
            <a:spLocks/>
          </p:cNvSpPr>
          <p:nvPr/>
        </p:nvSpPr>
        <p:spPr>
          <a:xfrm>
            <a:off x="246615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0" name="data_7081">
            <a:extLst>
              <a:ext uri="{FF2B5EF4-FFF2-40B4-BE49-F238E27FC236}">
                <a16:creationId xmlns:a16="http://schemas.microsoft.com/office/drawing/2014/main" id="{C296B65E-FED7-4F81-8E2D-10A72CAEF888}"/>
              </a:ext>
            </a:extLst>
          </p:cNvPr>
          <p:cNvSpPr>
            <a:spLocks/>
          </p:cNvSpPr>
          <p:nvPr/>
        </p:nvSpPr>
        <p:spPr>
          <a:xfrm>
            <a:off x="254172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1" name="data_7082">
            <a:extLst>
              <a:ext uri="{FF2B5EF4-FFF2-40B4-BE49-F238E27FC236}">
                <a16:creationId xmlns:a16="http://schemas.microsoft.com/office/drawing/2014/main" id="{0CF2B453-B3CF-4EEE-BC38-D8BD24305387}"/>
              </a:ext>
            </a:extLst>
          </p:cNvPr>
          <p:cNvSpPr>
            <a:spLocks/>
          </p:cNvSpPr>
          <p:nvPr/>
        </p:nvSpPr>
        <p:spPr>
          <a:xfrm>
            <a:off x="249559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2" name="data_7083">
            <a:extLst>
              <a:ext uri="{FF2B5EF4-FFF2-40B4-BE49-F238E27FC236}">
                <a16:creationId xmlns:a16="http://schemas.microsoft.com/office/drawing/2014/main" id="{92B45883-6CA1-4413-8C14-210987BD6656}"/>
              </a:ext>
            </a:extLst>
          </p:cNvPr>
          <p:cNvSpPr>
            <a:spLocks/>
          </p:cNvSpPr>
          <p:nvPr/>
        </p:nvSpPr>
        <p:spPr>
          <a:xfrm>
            <a:off x="2538384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3" name="data_7084">
            <a:extLst>
              <a:ext uri="{FF2B5EF4-FFF2-40B4-BE49-F238E27FC236}">
                <a16:creationId xmlns:a16="http://schemas.microsoft.com/office/drawing/2014/main" id="{7D107A0C-8983-4998-B5B7-0E710936D455}"/>
              </a:ext>
            </a:extLst>
          </p:cNvPr>
          <p:cNvSpPr>
            <a:spLocks/>
          </p:cNvSpPr>
          <p:nvPr/>
        </p:nvSpPr>
        <p:spPr>
          <a:xfrm>
            <a:off x="2579590" y="66091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4" name="data_7085">
            <a:extLst>
              <a:ext uri="{FF2B5EF4-FFF2-40B4-BE49-F238E27FC236}">
                <a16:creationId xmlns:a16="http://schemas.microsoft.com/office/drawing/2014/main" id="{846E68DC-9C10-474E-8EC0-3B5FA70EB4D9}"/>
              </a:ext>
            </a:extLst>
          </p:cNvPr>
          <p:cNvSpPr>
            <a:spLocks/>
          </p:cNvSpPr>
          <p:nvPr/>
        </p:nvSpPr>
        <p:spPr>
          <a:xfrm>
            <a:off x="2437841" y="57646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5" name="data_7086">
            <a:extLst>
              <a:ext uri="{FF2B5EF4-FFF2-40B4-BE49-F238E27FC236}">
                <a16:creationId xmlns:a16="http://schemas.microsoft.com/office/drawing/2014/main" id="{7F5945AF-C087-47C0-B31F-A6D383418480}"/>
              </a:ext>
            </a:extLst>
          </p:cNvPr>
          <p:cNvSpPr>
            <a:spLocks/>
          </p:cNvSpPr>
          <p:nvPr/>
        </p:nvSpPr>
        <p:spPr>
          <a:xfrm>
            <a:off x="244153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6" name="data_7087">
            <a:extLst>
              <a:ext uri="{FF2B5EF4-FFF2-40B4-BE49-F238E27FC236}">
                <a16:creationId xmlns:a16="http://schemas.microsoft.com/office/drawing/2014/main" id="{359BBE3F-363B-4035-A84F-06213D82B5D4}"/>
              </a:ext>
            </a:extLst>
          </p:cNvPr>
          <p:cNvSpPr>
            <a:spLocks/>
          </p:cNvSpPr>
          <p:nvPr/>
        </p:nvSpPr>
        <p:spPr>
          <a:xfrm>
            <a:off x="247438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7" name="data_7088">
            <a:extLst>
              <a:ext uri="{FF2B5EF4-FFF2-40B4-BE49-F238E27FC236}">
                <a16:creationId xmlns:a16="http://schemas.microsoft.com/office/drawing/2014/main" id="{06B6D752-D580-41E6-A346-C2A972B2BDE2}"/>
              </a:ext>
            </a:extLst>
          </p:cNvPr>
          <p:cNvSpPr>
            <a:spLocks/>
          </p:cNvSpPr>
          <p:nvPr/>
        </p:nvSpPr>
        <p:spPr>
          <a:xfrm>
            <a:off x="2569916" y="51360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8" name="data_7089">
            <a:extLst>
              <a:ext uri="{FF2B5EF4-FFF2-40B4-BE49-F238E27FC236}">
                <a16:creationId xmlns:a16="http://schemas.microsoft.com/office/drawing/2014/main" id="{3EFEC70E-D4C9-40F4-AA9C-6FB23996A861}"/>
              </a:ext>
            </a:extLst>
          </p:cNvPr>
          <p:cNvSpPr>
            <a:spLocks/>
          </p:cNvSpPr>
          <p:nvPr/>
        </p:nvSpPr>
        <p:spPr>
          <a:xfrm>
            <a:off x="260120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9" name="data_7090">
            <a:extLst>
              <a:ext uri="{FF2B5EF4-FFF2-40B4-BE49-F238E27FC236}">
                <a16:creationId xmlns:a16="http://schemas.microsoft.com/office/drawing/2014/main" id="{E54FAEF5-0E62-45DE-BA70-B0F4404998D1}"/>
              </a:ext>
            </a:extLst>
          </p:cNvPr>
          <p:cNvSpPr>
            <a:spLocks/>
          </p:cNvSpPr>
          <p:nvPr/>
        </p:nvSpPr>
        <p:spPr>
          <a:xfrm>
            <a:off x="2564041" y="68982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0" name="data_7091">
            <a:extLst>
              <a:ext uri="{FF2B5EF4-FFF2-40B4-BE49-F238E27FC236}">
                <a16:creationId xmlns:a16="http://schemas.microsoft.com/office/drawing/2014/main" id="{E71D5D60-CFB7-447D-84E4-5F1B5ED9854B}"/>
              </a:ext>
            </a:extLst>
          </p:cNvPr>
          <p:cNvSpPr>
            <a:spLocks/>
          </p:cNvSpPr>
          <p:nvPr/>
        </p:nvSpPr>
        <p:spPr>
          <a:xfrm>
            <a:off x="2480139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1" name="data_7092">
            <a:extLst>
              <a:ext uri="{FF2B5EF4-FFF2-40B4-BE49-F238E27FC236}">
                <a16:creationId xmlns:a16="http://schemas.microsoft.com/office/drawing/2014/main" id="{6EF05982-CDEE-46E4-BEA3-E94780F816C2}"/>
              </a:ext>
            </a:extLst>
          </p:cNvPr>
          <p:cNvSpPr>
            <a:spLocks/>
          </p:cNvSpPr>
          <p:nvPr/>
        </p:nvSpPr>
        <p:spPr>
          <a:xfrm>
            <a:off x="2480459" y="67304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2" name="data_7093">
            <a:extLst>
              <a:ext uri="{FF2B5EF4-FFF2-40B4-BE49-F238E27FC236}">
                <a16:creationId xmlns:a16="http://schemas.microsoft.com/office/drawing/2014/main" id="{216625F9-F11A-4646-9133-1897B404A7AF}"/>
              </a:ext>
            </a:extLst>
          </p:cNvPr>
          <p:cNvSpPr>
            <a:spLocks/>
          </p:cNvSpPr>
          <p:nvPr/>
        </p:nvSpPr>
        <p:spPr>
          <a:xfrm>
            <a:off x="280306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3" name="data_7094">
            <a:extLst>
              <a:ext uri="{FF2B5EF4-FFF2-40B4-BE49-F238E27FC236}">
                <a16:creationId xmlns:a16="http://schemas.microsoft.com/office/drawing/2014/main" id="{0B63CAFA-2660-43C3-BFA2-C6DF9F190F0C}"/>
              </a:ext>
            </a:extLst>
          </p:cNvPr>
          <p:cNvSpPr>
            <a:spLocks/>
          </p:cNvSpPr>
          <p:nvPr/>
        </p:nvSpPr>
        <p:spPr>
          <a:xfrm>
            <a:off x="2862604" y="5121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4" name="data_7095">
            <a:extLst>
              <a:ext uri="{FF2B5EF4-FFF2-40B4-BE49-F238E27FC236}">
                <a16:creationId xmlns:a16="http://schemas.microsoft.com/office/drawing/2014/main" id="{1C112D0F-B7FB-4E4E-BD1F-51FBFDD64322}"/>
              </a:ext>
            </a:extLst>
          </p:cNvPr>
          <p:cNvSpPr>
            <a:spLocks/>
          </p:cNvSpPr>
          <p:nvPr/>
        </p:nvSpPr>
        <p:spPr>
          <a:xfrm>
            <a:off x="285470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5" name="data_7096">
            <a:extLst>
              <a:ext uri="{FF2B5EF4-FFF2-40B4-BE49-F238E27FC236}">
                <a16:creationId xmlns:a16="http://schemas.microsoft.com/office/drawing/2014/main" id="{3E76C4BF-0411-46AA-A7E8-360898C1E435}"/>
              </a:ext>
            </a:extLst>
          </p:cNvPr>
          <p:cNvSpPr>
            <a:spLocks/>
          </p:cNvSpPr>
          <p:nvPr/>
        </p:nvSpPr>
        <p:spPr>
          <a:xfrm>
            <a:off x="277421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6" name="data_7097">
            <a:extLst>
              <a:ext uri="{FF2B5EF4-FFF2-40B4-BE49-F238E27FC236}">
                <a16:creationId xmlns:a16="http://schemas.microsoft.com/office/drawing/2014/main" id="{3D920619-3A5D-4D86-B02E-5F6C441657BB}"/>
              </a:ext>
            </a:extLst>
          </p:cNvPr>
          <p:cNvSpPr>
            <a:spLocks/>
          </p:cNvSpPr>
          <p:nvPr/>
        </p:nvSpPr>
        <p:spPr>
          <a:xfrm>
            <a:off x="274973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7" name="data_7098">
            <a:extLst>
              <a:ext uri="{FF2B5EF4-FFF2-40B4-BE49-F238E27FC236}">
                <a16:creationId xmlns:a16="http://schemas.microsoft.com/office/drawing/2014/main" id="{C26498E6-7C9F-4CFF-BC33-0E33542F7225}"/>
              </a:ext>
            </a:extLst>
          </p:cNvPr>
          <p:cNvSpPr>
            <a:spLocks/>
          </p:cNvSpPr>
          <p:nvPr/>
        </p:nvSpPr>
        <p:spPr>
          <a:xfrm>
            <a:off x="2760476" y="6035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8" name="data_7099">
            <a:extLst>
              <a:ext uri="{FF2B5EF4-FFF2-40B4-BE49-F238E27FC236}">
                <a16:creationId xmlns:a16="http://schemas.microsoft.com/office/drawing/2014/main" id="{9710BC11-C9D9-4CDF-9E37-B465ABB46E34}"/>
              </a:ext>
            </a:extLst>
          </p:cNvPr>
          <p:cNvSpPr>
            <a:spLocks/>
          </p:cNvSpPr>
          <p:nvPr/>
        </p:nvSpPr>
        <p:spPr>
          <a:xfrm>
            <a:off x="2794621" y="58124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9" name="data_7100">
            <a:extLst>
              <a:ext uri="{FF2B5EF4-FFF2-40B4-BE49-F238E27FC236}">
                <a16:creationId xmlns:a16="http://schemas.microsoft.com/office/drawing/2014/main" id="{258680EE-2965-49A2-9C64-26550A1C468F}"/>
              </a:ext>
            </a:extLst>
          </p:cNvPr>
          <p:cNvSpPr>
            <a:spLocks/>
          </p:cNvSpPr>
          <p:nvPr/>
        </p:nvSpPr>
        <p:spPr>
          <a:xfrm>
            <a:off x="2831705" y="6079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0" name="data_7101">
            <a:extLst>
              <a:ext uri="{FF2B5EF4-FFF2-40B4-BE49-F238E27FC236}">
                <a16:creationId xmlns:a16="http://schemas.microsoft.com/office/drawing/2014/main" id="{FE6D7515-C8ED-4C89-992F-B25CBABE13C5}"/>
              </a:ext>
            </a:extLst>
          </p:cNvPr>
          <p:cNvSpPr>
            <a:spLocks/>
          </p:cNvSpPr>
          <p:nvPr/>
        </p:nvSpPr>
        <p:spPr>
          <a:xfrm>
            <a:off x="2715564" y="5699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1" name="data_7102">
            <a:extLst>
              <a:ext uri="{FF2B5EF4-FFF2-40B4-BE49-F238E27FC236}">
                <a16:creationId xmlns:a16="http://schemas.microsoft.com/office/drawing/2014/main" id="{7B011899-6C8F-4D3C-991D-5D517CFC7620}"/>
              </a:ext>
            </a:extLst>
          </p:cNvPr>
          <p:cNvSpPr>
            <a:spLocks/>
          </p:cNvSpPr>
          <p:nvPr/>
        </p:nvSpPr>
        <p:spPr>
          <a:xfrm>
            <a:off x="283075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2" name="data_7103">
            <a:extLst>
              <a:ext uri="{FF2B5EF4-FFF2-40B4-BE49-F238E27FC236}">
                <a16:creationId xmlns:a16="http://schemas.microsoft.com/office/drawing/2014/main" id="{B57F6E5D-B496-4AE1-8111-C91AC24265E2}"/>
              </a:ext>
            </a:extLst>
          </p:cNvPr>
          <p:cNvSpPr>
            <a:spLocks/>
          </p:cNvSpPr>
          <p:nvPr/>
        </p:nvSpPr>
        <p:spPr>
          <a:xfrm>
            <a:off x="2713884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3" name="data_7104">
            <a:extLst>
              <a:ext uri="{FF2B5EF4-FFF2-40B4-BE49-F238E27FC236}">
                <a16:creationId xmlns:a16="http://schemas.microsoft.com/office/drawing/2014/main" id="{507FB5E2-9B8F-4891-BA98-9024B97249EF}"/>
              </a:ext>
            </a:extLst>
          </p:cNvPr>
          <p:cNvSpPr>
            <a:spLocks/>
          </p:cNvSpPr>
          <p:nvPr/>
        </p:nvSpPr>
        <p:spPr>
          <a:xfrm>
            <a:off x="2824579" y="516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4" name="data_7105">
            <a:extLst>
              <a:ext uri="{FF2B5EF4-FFF2-40B4-BE49-F238E27FC236}">
                <a16:creationId xmlns:a16="http://schemas.microsoft.com/office/drawing/2014/main" id="{0F7E86CE-5B21-48DB-979E-8D977E5528B6}"/>
              </a:ext>
            </a:extLst>
          </p:cNvPr>
          <p:cNvSpPr>
            <a:spLocks/>
          </p:cNvSpPr>
          <p:nvPr/>
        </p:nvSpPr>
        <p:spPr>
          <a:xfrm>
            <a:off x="2863565" y="6077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5" name="data_7106">
            <a:extLst>
              <a:ext uri="{FF2B5EF4-FFF2-40B4-BE49-F238E27FC236}">
                <a16:creationId xmlns:a16="http://schemas.microsoft.com/office/drawing/2014/main" id="{6CC08A16-0A13-4FC9-A255-726033F6DF63}"/>
              </a:ext>
            </a:extLst>
          </p:cNvPr>
          <p:cNvSpPr>
            <a:spLocks/>
          </p:cNvSpPr>
          <p:nvPr/>
        </p:nvSpPr>
        <p:spPr>
          <a:xfrm>
            <a:off x="2755860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6" name="data_7107">
            <a:extLst>
              <a:ext uri="{FF2B5EF4-FFF2-40B4-BE49-F238E27FC236}">
                <a16:creationId xmlns:a16="http://schemas.microsoft.com/office/drawing/2014/main" id="{2F64877C-F6D2-42BD-BC8B-24F14C8ADA6C}"/>
              </a:ext>
            </a:extLst>
          </p:cNvPr>
          <p:cNvSpPr>
            <a:spLocks/>
          </p:cNvSpPr>
          <p:nvPr/>
        </p:nvSpPr>
        <p:spPr>
          <a:xfrm>
            <a:off x="2739724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7" name="data_7108">
            <a:extLst>
              <a:ext uri="{FF2B5EF4-FFF2-40B4-BE49-F238E27FC236}">
                <a16:creationId xmlns:a16="http://schemas.microsoft.com/office/drawing/2014/main" id="{5D92FB54-3620-421C-930F-2EF93F003223}"/>
              </a:ext>
            </a:extLst>
          </p:cNvPr>
          <p:cNvSpPr>
            <a:spLocks/>
          </p:cNvSpPr>
          <p:nvPr/>
        </p:nvSpPr>
        <p:spPr>
          <a:xfrm>
            <a:off x="271973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8" name="data_7109">
            <a:extLst>
              <a:ext uri="{FF2B5EF4-FFF2-40B4-BE49-F238E27FC236}">
                <a16:creationId xmlns:a16="http://schemas.microsoft.com/office/drawing/2014/main" id="{0C8A477B-C130-46E6-9E31-1B4DC15C244F}"/>
              </a:ext>
            </a:extLst>
          </p:cNvPr>
          <p:cNvSpPr>
            <a:spLocks/>
          </p:cNvSpPr>
          <p:nvPr/>
        </p:nvSpPr>
        <p:spPr>
          <a:xfrm>
            <a:off x="2755475" y="5699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9" name="data_7110">
            <a:extLst>
              <a:ext uri="{FF2B5EF4-FFF2-40B4-BE49-F238E27FC236}">
                <a16:creationId xmlns:a16="http://schemas.microsoft.com/office/drawing/2014/main" id="{BD7A1C2F-5EAF-440B-A748-46CE9DA48514}"/>
              </a:ext>
            </a:extLst>
          </p:cNvPr>
          <p:cNvSpPr>
            <a:spLocks/>
          </p:cNvSpPr>
          <p:nvPr/>
        </p:nvSpPr>
        <p:spPr>
          <a:xfrm>
            <a:off x="287102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0" name="data_7111">
            <a:extLst>
              <a:ext uri="{FF2B5EF4-FFF2-40B4-BE49-F238E27FC236}">
                <a16:creationId xmlns:a16="http://schemas.microsoft.com/office/drawing/2014/main" id="{3CC9C4F7-C703-4561-AC9B-FE62C007B500}"/>
              </a:ext>
            </a:extLst>
          </p:cNvPr>
          <p:cNvSpPr>
            <a:spLocks/>
          </p:cNvSpPr>
          <p:nvPr/>
        </p:nvSpPr>
        <p:spPr>
          <a:xfrm>
            <a:off x="2757318" y="63222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1" name="data_7112">
            <a:extLst>
              <a:ext uri="{FF2B5EF4-FFF2-40B4-BE49-F238E27FC236}">
                <a16:creationId xmlns:a16="http://schemas.microsoft.com/office/drawing/2014/main" id="{A5FC7792-CD3C-47D7-B9F8-83C7F4E292FE}"/>
              </a:ext>
            </a:extLst>
          </p:cNvPr>
          <p:cNvSpPr>
            <a:spLocks/>
          </p:cNvSpPr>
          <p:nvPr/>
        </p:nvSpPr>
        <p:spPr>
          <a:xfrm>
            <a:off x="272737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2" name="data_7113">
            <a:extLst>
              <a:ext uri="{FF2B5EF4-FFF2-40B4-BE49-F238E27FC236}">
                <a16:creationId xmlns:a16="http://schemas.microsoft.com/office/drawing/2014/main" id="{1CDF3B9E-8F58-4F07-B757-CFB098CA0C19}"/>
              </a:ext>
            </a:extLst>
          </p:cNvPr>
          <p:cNvSpPr>
            <a:spLocks/>
          </p:cNvSpPr>
          <p:nvPr/>
        </p:nvSpPr>
        <p:spPr>
          <a:xfrm>
            <a:off x="2763708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3" name="data_7114">
            <a:extLst>
              <a:ext uri="{FF2B5EF4-FFF2-40B4-BE49-F238E27FC236}">
                <a16:creationId xmlns:a16="http://schemas.microsoft.com/office/drawing/2014/main" id="{7CABBCC6-2000-4CD1-AA56-5DF6737031AF}"/>
              </a:ext>
            </a:extLst>
          </p:cNvPr>
          <p:cNvSpPr>
            <a:spLocks/>
          </p:cNvSpPr>
          <p:nvPr/>
        </p:nvSpPr>
        <p:spPr>
          <a:xfrm>
            <a:off x="276998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4" name="data_7115">
            <a:extLst>
              <a:ext uri="{FF2B5EF4-FFF2-40B4-BE49-F238E27FC236}">
                <a16:creationId xmlns:a16="http://schemas.microsoft.com/office/drawing/2014/main" id="{F69E43F2-CA11-4B47-97D4-5E667651EB07}"/>
              </a:ext>
            </a:extLst>
          </p:cNvPr>
          <p:cNvSpPr>
            <a:spLocks/>
          </p:cNvSpPr>
          <p:nvPr/>
        </p:nvSpPr>
        <p:spPr>
          <a:xfrm>
            <a:off x="2849793" y="53201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5" name="data_7116">
            <a:extLst>
              <a:ext uri="{FF2B5EF4-FFF2-40B4-BE49-F238E27FC236}">
                <a16:creationId xmlns:a16="http://schemas.microsoft.com/office/drawing/2014/main" id="{52B662E2-1CDD-449A-8C76-D49E91C09570}"/>
              </a:ext>
            </a:extLst>
          </p:cNvPr>
          <p:cNvSpPr>
            <a:spLocks/>
          </p:cNvSpPr>
          <p:nvPr/>
        </p:nvSpPr>
        <p:spPr>
          <a:xfrm>
            <a:off x="2838282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6" name="data_7117">
            <a:extLst>
              <a:ext uri="{FF2B5EF4-FFF2-40B4-BE49-F238E27FC236}">
                <a16:creationId xmlns:a16="http://schemas.microsoft.com/office/drawing/2014/main" id="{C1F163A1-F4BA-4432-9316-158EBAC35C59}"/>
              </a:ext>
            </a:extLst>
          </p:cNvPr>
          <p:cNvSpPr>
            <a:spLocks/>
          </p:cNvSpPr>
          <p:nvPr/>
        </p:nvSpPr>
        <p:spPr>
          <a:xfrm>
            <a:off x="271169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7" name="data_7118">
            <a:extLst>
              <a:ext uri="{FF2B5EF4-FFF2-40B4-BE49-F238E27FC236}">
                <a16:creationId xmlns:a16="http://schemas.microsoft.com/office/drawing/2014/main" id="{5E508143-BF98-4175-BCCC-56DD0FA2C116}"/>
              </a:ext>
            </a:extLst>
          </p:cNvPr>
          <p:cNvSpPr>
            <a:spLocks/>
          </p:cNvSpPr>
          <p:nvPr/>
        </p:nvSpPr>
        <p:spPr>
          <a:xfrm>
            <a:off x="2861451" y="63527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8" name="data_7119">
            <a:extLst>
              <a:ext uri="{FF2B5EF4-FFF2-40B4-BE49-F238E27FC236}">
                <a16:creationId xmlns:a16="http://schemas.microsoft.com/office/drawing/2014/main" id="{2B9250E8-DE8F-474F-BDE6-C94EA8E2BD56}"/>
              </a:ext>
            </a:extLst>
          </p:cNvPr>
          <p:cNvSpPr>
            <a:spLocks/>
          </p:cNvSpPr>
          <p:nvPr/>
        </p:nvSpPr>
        <p:spPr>
          <a:xfrm>
            <a:off x="2761811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9" name="data_7120">
            <a:extLst>
              <a:ext uri="{FF2B5EF4-FFF2-40B4-BE49-F238E27FC236}">
                <a16:creationId xmlns:a16="http://schemas.microsoft.com/office/drawing/2014/main" id="{239F03FA-9D8C-498B-8823-B8058110448B}"/>
              </a:ext>
            </a:extLst>
          </p:cNvPr>
          <p:cNvSpPr>
            <a:spLocks/>
          </p:cNvSpPr>
          <p:nvPr/>
        </p:nvSpPr>
        <p:spPr>
          <a:xfrm>
            <a:off x="2753627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0" name="data_7121">
            <a:extLst>
              <a:ext uri="{FF2B5EF4-FFF2-40B4-BE49-F238E27FC236}">
                <a16:creationId xmlns:a16="http://schemas.microsoft.com/office/drawing/2014/main" id="{2D3F54A0-EA27-4E8D-B9B4-9A0E95626D63}"/>
              </a:ext>
            </a:extLst>
          </p:cNvPr>
          <p:cNvSpPr>
            <a:spLocks/>
          </p:cNvSpPr>
          <p:nvPr/>
        </p:nvSpPr>
        <p:spPr>
          <a:xfrm>
            <a:off x="279704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1" name="data_7122">
            <a:extLst>
              <a:ext uri="{FF2B5EF4-FFF2-40B4-BE49-F238E27FC236}">
                <a16:creationId xmlns:a16="http://schemas.microsoft.com/office/drawing/2014/main" id="{1BF1B57E-557F-4E6D-93FF-D73364AA9953}"/>
              </a:ext>
            </a:extLst>
          </p:cNvPr>
          <p:cNvSpPr>
            <a:spLocks/>
          </p:cNvSpPr>
          <p:nvPr/>
        </p:nvSpPr>
        <p:spPr>
          <a:xfrm>
            <a:off x="2855168" y="64951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2" name="data_7123">
            <a:extLst>
              <a:ext uri="{FF2B5EF4-FFF2-40B4-BE49-F238E27FC236}">
                <a16:creationId xmlns:a16="http://schemas.microsoft.com/office/drawing/2014/main" id="{BB1E279C-7F23-4284-97C8-0B1E257B52EA}"/>
              </a:ext>
            </a:extLst>
          </p:cNvPr>
          <p:cNvSpPr>
            <a:spLocks/>
          </p:cNvSpPr>
          <p:nvPr/>
        </p:nvSpPr>
        <p:spPr>
          <a:xfrm>
            <a:off x="2850765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3" name="data_7124">
            <a:extLst>
              <a:ext uri="{FF2B5EF4-FFF2-40B4-BE49-F238E27FC236}">
                <a16:creationId xmlns:a16="http://schemas.microsoft.com/office/drawing/2014/main" id="{29FD6223-471C-44B7-8B49-A59564AD4632}"/>
              </a:ext>
            </a:extLst>
          </p:cNvPr>
          <p:cNvSpPr>
            <a:spLocks/>
          </p:cNvSpPr>
          <p:nvPr/>
        </p:nvSpPr>
        <p:spPr>
          <a:xfrm>
            <a:off x="2787192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4" name="data_7125">
            <a:extLst>
              <a:ext uri="{FF2B5EF4-FFF2-40B4-BE49-F238E27FC236}">
                <a16:creationId xmlns:a16="http://schemas.microsoft.com/office/drawing/2014/main" id="{0A7C2B08-F713-454D-A3C6-AE56A92A121B}"/>
              </a:ext>
            </a:extLst>
          </p:cNvPr>
          <p:cNvSpPr>
            <a:spLocks/>
          </p:cNvSpPr>
          <p:nvPr/>
        </p:nvSpPr>
        <p:spPr>
          <a:xfrm>
            <a:off x="2833884" y="68829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5" name="data_7126">
            <a:extLst>
              <a:ext uri="{FF2B5EF4-FFF2-40B4-BE49-F238E27FC236}">
                <a16:creationId xmlns:a16="http://schemas.microsoft.com/office/drawing/2014/main" id="{106BF5F9-3602-42DC-818E-7C57F1CB2D29}"/>
              </a:ext>
            </a:extLst>
          </p:cNvPr>
          <p:cNvSpPr>
            <a:spLocks/>
          </p:cNvSpPr>
          <p:nvPr/>
        </p:nvSpPr>
        <p:spPr>
          <a:xfrm>
            <a:off x="2856712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6" name="data_7127">
            <a:extLst>
              <a:ext uri="{FF2B5EF4-FFF2-40B4-BE49-F238E27FC236}">
                <a16:creationId xmlns:a16="http://schemas.microsoft.com/office/drawing/2014/main" id="{9C224E5B-997D-4D6F-83F5-6136D42FA5B6}"/>
              </a:ext>
            </a:extLst>
          </p:cNvPr>
          <p:cNvSpPr>
            <a:spLocks/>
          </p:cNvSpPr>
          <p:nvPr/>
        </p:nvSpPr>
        <p:spPr>
          <a:xfrm>
            <a:off x="279811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7" name="data_7128">
            <a:extLst>
              <a:ext uri="{FF2B5EF4-FFF2-40B4-BE49-F238E27FC236}">
                <a16:creationId xmlns:a16="http://schemas.microsoft.com/office/drawing/2014/main" id="{97D89C65-45E0-4488-84C3-FA3B8D6610F1}"/>
              </a:ext>
            </a:extLst>
          </p:cNvPr>
          <p:cNvSpPr>
            <a:spLocks/>
          </p:cNvSpPr>
          <p:nvPr/>
        </p:nvSpPr>
        <p:spPr>
          <a:xfrm>
            <a:off x="282387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8" name="data_7129">
            <a:extLst>
              <a:ext uri="{FF2B5EF4-FFF2-40B4-BE49-F238E27FC236}">
                <a16:creationId xmlns:a16="http://schemas.microsoft.com/office/drawing/2014/main" id="{A0396675-B82A-428A-A911-67F417D262C7}"/>
              </a:ext>
            </a:extLst>
          </p:cNvPr>
          <p:cNvSpPr>
            <a:spLocks/>
          </p:cNvSpPr>
          <p:nvPr/>
        </p:nvSpPr>
        <p:spPr>
          <a:xfrm>
            <a:off x="2800363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9" name="data_7130">
            <a:extLst>
              <a:ext uri="{FF2B5EF4-FFF2-40B4-BE49-F238E27FC236}">
                <a16:creationId xmlns:a16="http://schemas.microsoft.com/office/drawing/2014/main" id="{AE1BE50A-52C3-40BF-9744-E60FAE62BC75}"/>
              </a:ext>
            </a:extLst>
          </p:cNvPr>
          <p:cNvSpPr>
            <a:spLocks/>
          </p:cNvSpPr>
          <p:nvPr/>
        </p:nvSpPr>
        <p:spPr>
          <a:xfrm>
            <a:off x="2823752" y="52443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0" name="data_7131">
            <a:extLst>
              <a:ext uri="{FF2B5EF4-FFF2-40B4-BE49-F238E27FC236}">
                <a16:creationId xmlns:a16="http://schemas.microsoft.com/office/drawing/2014/main" id="{162B62F4-4432-4C33-BA2D-E3DCDE9899A5}"/>
              </a:ext>
            </a:extLst>
          </p:cNvPr>
          <p:cNvSpPr>
            <a:spLocks/>
          </p:cNvSpPr>
          <p:nvPr/>
        </p:nvSpPr>
        <p:spPr>
          <a:xfrm>
            <a:off x="275423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1" name="data_7132">
            <a:extLst>
              <a:ext uri="{FF2B5EF4-FFF2-40B4-BE49-F238E27FC236}">
                <a16:creationId xmlns:a16="http://schemas.microsoft.com/office/drawing/2014/main" id="{7B1AF5E8-54EA-49A9-A4E1-0D1DEC426833}"/>
              </a:ext>
            </a:extLst>
          </p:cNvPr>
          <p:cNvSpPr>
            <a:spLocks/>
          </p:cNvSpPr>
          <p:nvPr/>
        </p:nvSpPr>
        <p:spPr>
          <a:xfrm>
            <a:off x="2846247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2" name="data_7133">
            <a:extLst>
              <a:ext uri="{FF2B5EF4-FFF2-40B4-BE49-F238E27FC236}">
                <a16:creationId xmlns:a16="http://schemas.microsoft.com/office/drawing/2014/main" id="{666C871E-7CCA-4770-9A5E-E95010C5C083}"/>
              </a:ext>
            </a:extLst>
          </p:cNvPr>
          <p:cNvSpPr>
            <a:spLocks/>
          </p:cNvSpPr>
          <p:nvPr/>
        </p:nvSpPr>
        <p:spPr>
          <a:xfrm>
            <a:off x="2786601" y="58837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3" name="data_7134">
            <a:extLst>
              <a:ext uri="{FF2B5EF4-FFF2-40B4-BE49-F238E27FC236}">
                <a16:creationId xmlns:a16="http://schemas.microsoft.com/office/drawing/2014/main" id="{018A4197-A054-4D4C-8EBB-3BE9E59FC213}"/>
              </a:ext>
            </a:extLst>
          </p:cNvPr>
          <p:cNvSpPr>
            <a:spLocks/>
          </p:cNvSpPr>
          <p:nvPr/>
        </p:nvSpPr>
        <p:spPr>
          <a:xfrm>
            <a:off x="285520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4" name="data_7135">
            <a:extLst>
              <a:ext uri="{FF2B5EF4-FFF2-40B4-BE49-F238E27FC236}">
                <a16:creationId xmlns:a16="http://schemas.microsoft.com/office/drawing/2014/main" id="{CDB16AC2-234E-4A87-83C7-EA76E0713583}"/>
              </a:ext>
            </a:extLst>
          </p:cNvPr>
          <p:cNvSpPr>
            <a:spLocks/>
          </p:cNvSpPr>
          <p:nvPr/>
        </p:nvSpPr>
        <p:spPr>
          <a:xfrm>
            <a:off x="281889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5" name="data_7136">
            <a:extLst>
              <a:ext uri="{FF2B5EF4-FFF2-40B4-BE49-F238E27FC236}">
                <a16:creationId xmlns:a16="http://schemas.microsoft.com/office/drawing/2014/main" id="{8689F9B3-4C6C-4051-B89C-F1CD4FA603F4}"/>
              </a:ext>
            </a:extLst>
          </p:cNvPr>
          <p:cNvSpPr>
            <a:spLocks/>
          </p:cNvSpPr>
          <p:nvPr/>
        </p:nvSpPr>
        <p:spPr>
          <a:xfrm>
            <a:off x="2735899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6" name="data_7137">
            <a:extLst>
              <a:ext uri="{FF2B5EF4-FFF2-40B4-BE49-F238E27FC236}">
                <a16:creationId xmlns:a16="http://schemas.microsoft.com/office/drawing/2014/main" id="{3684A262-FDCE-43E1-8A7F-5222E7998C6D}"/>
              </a:ext>
            </a:extLst>
          </p:cNvPr>
          <p:cNvSpPr>
            <a:spLocks/>
          </p:cNvSpPr>
          <p:nvPr/>
        </p:nvSpPr>
        <p:spPr>
          <a:xfrm>
            <a:off x="2832918" y="5612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7" name="data_7138">
            <a:extLst>
              <a:ext uri="{FF2B5EF4-FFF2-40B4-BE49-F238E27FC236}">
                <a16:creationId xmlns:a16="http://schemas.microsoft.com/office/drawing/2014/main" id="{627FC608-2FA6-4940-978A-CE48380307C2}"/>
              </a:ext>
            </a:extLst>
          </p:cNvPr>
          <p:cNvSpPr>
            <a:spLocks/>
          </p:cNvSpPr>
          <p:nvPr/>
        </p:nvSpPr>
        <p:spPr>
          <a:xfrm>
            <a:off x="2829738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8" name="data_7139">
            <a:extLst>
              <a:ext uri="{FF2B5EF4-FFF2-40B4-BE49-F238E27FC236}">
                <a16:creationId xmlns:a16="http://schemas.microsoft.com/office/drawing/2014/main" id="{70E15F6B-66C2-4FC1-ADF1-E01910EAC32C}"/>
              </a:ext>
            </a:extLst>
          </p:cNvPr>
          <p:cNvSpPr>
            <a:spLocks/>
          </p:cNvSpPr>
          <p:nvPr/>
        </p:nvSpPr>
        <p:spPr>
          <a:xfrm>
            <a:off x="2781564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9" name="data_7140">
            <a:extLst>
              <a:ext uri="{FF2B5EF4-FFF2-40B4-BE49-F238E27FC236}">
                <a16:creationId xmlns:a16="http://schemas.microsoft.com/office/drawing/2014/main" id="{C2A62463-9FE8-459D-9FE0-A72B1C4C5620}"/>
              </a:ext>
            </a:extLst>
          </p:cNvPr>
          <p:cNvSpPr>
            <a:spLocks/>
          </p:cNvSpPr>
          <p:nvPr/>
        </p:nvSpPr>
        <p:spPr>
          <a:xfrm>
            <a:off x="2847919" y="63616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0" name="data_7141">
            <a:extLst>
              <a:ext uri="{FF2B5EF4-FFF2-40B4-BE49-F238E27FC236}">
                <a16:creationId xmlns:a16="http://schemas.microsoft.com/office/drawing/2014/main" id="{F66EC702-F5DB-4B82-8511-ACEB1DCC71F1}"/>
              </a:ext>
            </a:extLst>
          </p:cNvPr>
          <p:cNvSpPr>
            <a:spLocks/>
          </p:cNvSpPr>
          <p:nvPr/>
        </p:nvSpPr>
        <p:spPr>
          <a:xfrm>
            <a:off x="2820082" y="51849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1" name="data_7142">
            <a:extLst>
              <a:ext uri="{FF2B5EF4-FFF2-40B4-BE49-F238E27FC236}">
                <a16:creationId xmlns:a16="http://schemas.microsoft.com/office/drawing/2014/main" id="{E2F1CE28-8CB0-4A60-BC40-8DCE160C0291}"/>
              </a:ext>
            </a:extLst>
          </p:cNvPr>
          <p:cNvSpPr>
            <a:spLocks/>
          </p:cNvSpPr>
          <p:nvPr/>
        </p:nvSpPr>
        <p:spPr>
          <a:xfrm>
            <a:off x="273636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2" name="data_7143">
            <a:extLst>
              <a:ext uri="{FF2B5EF4-FFF2-40B4-BE49-F238E27FC236}">
                <a16:creationId xmlns:a16="http://schemas.microsoft.com/office/drawing/2014/main" id="{DB664705-B775-4152-9A8E-FE4093F4EF48}"/>
              </a:ext>
            </a:extLst>
          </p:cNvPr>
          <p:cNvSpPr>
            <a:spLocks/>
          </p:cNvSpPr>
          <p:nvPr/>
        </p:nvSpPr>
        <p:spPr>
          <a:xfrm>
            <a:off x="2868956" y="64575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3" name="data_7144">
            <a:extLst>
              <a:ext uri="{FF2B5EF4-FFF2-40B4-BE49-F238E27FC236}">
                <a16:creationId xmlns:a16="http://schemas.microsoft.com/office/drawing/2014/main" id="{F6247961-0997-465A-8B19-4D1B8E481264}"/>
              </a:ext>
            </a:extLst>
          </p:cNvPr>
          <p:cNvSpPr>
            <a:spLocks/>
          </p:cNvSpPr>
          <p:nvPr/>
        </p:nvSpPr>
        <p:spPr>
          <a:xfrm>
            <a:off x="2795859" y="64069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4" name="data_7145">
            <a:extLst>
              <a:ext uri="{FF2B5EF4-FFF2-40B4-BE49-F238E27FC236}">
                <a16:creationId xmlns:a16="http://schemas.microsoft.com/office/drawing/2014/main" id="{A134024E-776C-4F24-9BB0-3DC029A1EB82}"/>
              </a:ext>
            </a:extLst>
          </p:cNvPr>
          <p:cNvSpPr>
            <a:spLocks/>
          </p:cNvSpPr>
          <p:nvPr/>
        </p:nvSpPr>
        <p:spPr>
          <a:xfrm>
            <a:off x="2732444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5" name="data_7146">
            <a:extLst>
              <a:ext uri="{FF2B5EF4-FFF2-40B4-BE49-F238E27FC236}">
                <a16:creationId xmlns:a16="http://schemas.microsoft.com/office/drawing/2014/main" id="{691688FD-B486-4084-B9E5-BCB6FEC55A10}"/>
              </a:ext>
            </a:extLst>
          </p:cNvPr>
          <p:cNvSpPr>
            <a:spLocks/>
          </p:cNvSpPr>
          <p:nvPr/>
        </p:nvSpPr>
        <p:spPr>
          <a:xfrm>
            <a:off x="2749848" y="6652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6" name="data_7147">
            <a:extLst>
              <a:ext uri="{FF2B5EF4-FFF2-40B4-BE49-F238E27FC236}">
                <a16:creationId xmlns:a16="http://schemas.microsoft.com/office/drawing/2014/main" id="{75FA9463-ADB5-4BA1-9C3A-3F0FE86B27B9}"/>
              </a:ext>
            </a:extLst>
          </p:cNvPr>
          <p:cNvSpPr>
            <a:spLocks/>
          </p:cNvSpPr>
          <p:nvPr/>
        </p:nvSpPr>
        <p:spPr>
          <a:xfrm>
            <a:off x="2839773" y="5547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7" name="data_7148">
            <a:extLst>
              <a:ext uri="{FF2B5EF4-FFF2-40B4-BE49-F238E27FC236}">
                <a16:creationId xmlns:a16="http://schemas.microsoft.com/office/drawing/2014/main" id="{C19ED725-9DF1-4C6D-8BB2-6DBB1CBDD8B0}"/>
              </a:ext>
            </a:extLst>
          </p:cNvPr>
          <p:cNvSpPr>
            <a:spLocks/>
          </p:cNvSpPr>
          <p:nvPr/>
        </p:nvSpPr>
        <p:spPr>
          <a:xfrm>
            <a:off x="2878158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8" name="data_7149">
            <a:extLst>
              <a:ext uri="{FF2B5EF4-FFF2-40B4-BE49-F238E27FC236}">
                <a16:creationId xmlns:a16="http://schemas.microsoft.com/office/drawing/2014/main" id="{FA23707F-356F-4435-883A-85514463C8C7}"/>
              </a:ext>
            </a:extLst>
          </p:cNvPr>
          <p:cNvSpPr>
            <a:spLocks/>
          </p:cNvSpPr>
          <p:nvPr/>
        </p:nvSpPr>
        <p:spPr>
          <a:xfrm>
            <a:off x="2826362" y="5676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9" name="data_7150">
            <a:extLst>
              <a:ext uri="{FF2B5EF4-FFF2-40B4-BE49-F238E27FC236}">
                <a16:creationId xmlns:a16="http://schemas.microsoft.com/office/drawing/2014/main" id="{02F8584C-BF25-4A4B-88A3-CF509DC9A89A}"/>
              </a:ext>
            </a:extLst>
          </p:cNvPr>
          <p:cNvSpPr>
            <a:spLocks/>
          </p:cNvSpPr>
          <p:nvPr/>
        </p:nvSpPr>
        <p:spPr>
          <a:xfrm>
            <a:off x="282146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0" name="data_7151">
            <a:extLst>
              <a:ext uri="{FF2B5EF4-FFF2-40B4-BE49-F238E27FC236}">
                <a16:creationId xmlns:a16="http://schemas.microsoft.com/office/drawing/2014/main" id="{ECDD14C7-7921-42AF-A5D8-9D71DD334D2F}"/>
              </a:ext>
            </a:extLst>
          </p:cNvPr>
          <p:cNvSpPr>
            <a:spLocks/>
          </p:cNvSpPr>
          <p:nvPr/>
        </p:nvSpPr>
        <p:spPr>
          <a:xfrm>
            <a:off x="2790225" y="60535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1" name="data_7152">
            <a:extLst>
              <a:ext uri="{FF2B5EF4-FFF2-40B4-BE49-F238E27FC236}">
                <a16:creationId xmlns:a16="http://schemas.microsoft.com/office/drawing/2014/main" id="{AE3256B0-4283-460D-B5C7-0D89562A5375}"/>
              </a:ext>
            </a:extLst>
          </p:cNvPr>
          <p:cNvSpPr>
            <a:spLocks/>
          </p:cNvSpPr>
          <p:nvPr/>
        </p:nvSpPr>
        <p:spPr>
          <a:xfrm>
            <a:off x="280439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2" name="data_7153">
            <a:extLst>
              <a:ext uri="{FF2B5EF4-FFF2-40B4-BE49-F238E27FC236}">
                <a16:creationId xmlns:a16="http://schemas.microsoft.com/office/drawing/2014/main" id="{1AFACBDA-76D5-444B-95F0-EE62C5E8F9D4}"/>
              </a:ext>
            </a:extLst>
          </p:cNvPr>
          <p:cNvSpPr>
            <a:spLocks/>
          </p:cNvSpPr>
          <p:nvPr/>
        </p:nvSpPr>
        <p:spPr>
          <a:xfrm>
            <a:off x="2776180" y="5547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3" name="data_7154">
            <a:extLst>
              <a:ext uri="{FF2B5EF4-FFF2-40B4-BE49-F238E27FC236}">
                <a16:creationId xmlns:a16="http://schemas.microsoft.com/office/drawing/2014/main" id="{AEA7811D-2316-4355-A321-84B527315038}"/>
              </a:ext>
            </a:extLst>
          </p:cNvPr>
          <p:cNvSpPr>
            <a:spLocks/>
          </p:cNvSpPr>
          <p:nvPr/>
        </p:nvSpPr>
        <p:spPr>
          <a:xfrm>
            <a:off x="277521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4" name="data_7155">
            <a:extLst>
              <a:ext uri="{FF2B5EF4-FFF2-40B4-BE49-F238E27FC236}">
                <a16:creationId xmlns:a16="http://schemas.microsoft.com/office/drawing/2014/main" id="{B74F9C89-0CE2-4A1F-9E52-AF4D726919FC}"/>
              </a:ext>
            </a:extLst>
          </p:cNvPr>
          <p:cNvSpPr>
            <a:spLocks/>
          </p:cNvSpPr>
          <p:nvPr/>
        </p:nvSpPr>
        <p:spPr>
          <a:xfrm>
            <a:off x="286205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5" name="data_7156">
            <a:extLst>
              <a:ext uri="{FF2B5EF4-FFF2-40B4-BE49-F238E27FC236}">
                <a16:creationId xmlns:a16="http://schemas.microsoft.com/office/drawing/2014/main" id="{292D5F7E-0375-4EA3-97E7-4E37CF40B3A3}"/>
              </a:ext>
            </a:extLst>
          </p:cNvPr>
          <p:cNvSpPr>
            <a:spLocks/>
          </p:cNvSpPr>
          <p:nvPr/>
        </p:nvSpPr>
        <p:spPr>
          <a:xfrm>
            <a:off x="283414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6" name="data_7157">
            <a:extLst>
              <a:ext uri="{FF2B5EF4-FFF2-40B4-BE49-F238E27FC236}">
                <a16:creationId xmlns:a16="http://schemas.microsoft.com/office/drawing/2014/main" id="{19192192-F356-4553-8AC6-60FDE5074CD8}"/>
              </a:ext>
            </a:extLst>
          </p:cNvPr>
          <p:cNvSpPr>
            <a:spLocks/>
          </p:cNvSpPr>
          <p:nvPr/>
        </p:nvSpPr>
        <p:spPr>
          <a:xfrm>
            <a:off x="2790983" y="68821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7" name="data_7158">
            <a:extLst>
              <a:ext uri="{FF2B5EF4-FFF2-40B4-BE49-F238E27FC236}">
                <a16:creationId xmlns:a16="http://schemas.microsoft.com/office/drawing/2014/main" id="{4329F9ED-DE90-4A13-841C-DBABAEBB9FB5}"/>
              </a:ext>
            </a:extLst>
          </p:cNvPr>
          <p:cNvSpPr>
            <a:spLocks/>
          </p:cNvSpPr>
          <p:nvPr/>
        </p:nvSpPr>
        <p:spPr>
          <a:xfrm>
            <a:off x="2772108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8" name="data_7159">
            <a:extLst>
              <a:ext uri="{FF2B5EF4-FFF2-40B4-BE49-F238E27FC236}">
                <a16:creationId xmlns:a16="http://schemas.microsoft.com/office/drawing/2014/main" id="{C73878DB-FBEE-4FBA-85DE-0B344B93373D}"/>
              </a:ext>
            </a:extLst>
          </p:cNvPr>
          <p:cNvSpPr>
            <a:spLocks/>
          </p:cNvSpPr>
          <p:nvPr/>
        </p:nvSpPr>
        <p:spPr>
          <a:xfrm>
            <a:off x="277419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9" name="data_7160">
            <a:extLst>
              <a:ext uri="{FF2B5EF4-FFF2-40B4-BE49-F238E27FC236}">
                <a16:creationId xmlns:a16="http://schemas.microsoft.com/office/drawing/2014/main" id="{47F0FEC8-38A5-43E2-9671-7D26347C5B60}"/>
              </a:ext>
            </a:extLst>
          </p:cNvPr>
          <p:cNvSpPr>
            <a:spLocks/>
          </p:cNvSpPr>
          <p:nvPr/>
        </p:nvSpPr>
        <p:spPr>
          <a:xfrm>
            <a:off x="2872911" y="69016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0" name="data_7161">
            <a:extLst>
              <a:ext uri="{FF2B5EF4-FFF2-40B4-BE49-F238E27FC236}">
                <a16:creationId xmlns:a16="http://schemas.microsoft.com/office/drawing/2014/main" id="{BB73ABF6-38A2-42F2-A6EF-3B78AAD37399}"/>
              </a:ext>
            </a:extLst>
          </p:cNvPr>
          <p:cNvSpPr>
            <a:spLocks/>
          </p:cNvSpPr>
          <p:nvPr/>
        </p:nvSpPr>
        <p:spPr>
          <a:xfrm>
            <a:off x="2822600" y="63058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1" name="data_7162">
            <a:extLst>
              <a:ext uri="{FF2B5EF4-FFF2-40B4-BE49-F238E27FC236}">
                <a16:creationId xmlns:a16="http://schemas.microsoft.com/office/drawing/2014/main" id="{3AE9E935-CCAA-4A97-B74A-E1353E8EF59A}"/>
              </a:ext>
            </a:extLst>
          </p:cNvPr>
          <p:cNvSpPr>
            <a:spLocks/>
          </p:cNvSpPr>
          <p:nvPr/>
        </p:nvSpPr>
        <p:spPr>
          <a:xfrm>
            <a:off x="2755602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2" name="data_7163">
            <a:extLst>
              <a:ext uri="{FF2B5EF4-FFF2-40B4-BE49-F238E27FC236}">
                <a16:creationId xmlns:a16="http://schemas.microsoft.com/office/drawing/2014/main" id="{84683B99-A041-4BB2-BE43-575003BA4827}"/>
              </a:ext>
            </a:extLst>
          </p:cNvPr>
          <p:cNvSpPr>
            <a:spLocks/>
          </p:cNvSpPr>
          <p:nvPr/>
        </p:nvSpPr>
        <p:spPr>
          <a:xfrm>
            <a:off x="286989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3" name="data_7164">
            <a:extLst>
              <a:ext uri="{FF2B5EF4-FFF2-40B4-BE49-F238E27FC236}">
                <a16:creationId xmlns:a16="http://schemas.microsoft.com/office/drawing/2014/main" id="{2482267B-2409-40FF-8128-171E42C94236}"/>
              </a:ext>
            </a:extLst>
          </p:cNvPr>
          <p:cNvSpPr>
            <a:spLocks/>
          </p:cNvSpPr>
          <p:nvPr/>
        </p:nvSpPr>
        <p:spPr>
          <a:xfrm>
            <a:off x="281023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4" name="data_7165">
            <a:extLst>
              <a:ext uri="{FF2B5EF4-FFF2-40B4-BE49-F238E27FC236}">
                <a16:creationId xmlns:a16="http://schemas.microsoft.com/office/drawing/2014/main" id="{485143EF-C437-482B-B27F-AD71C9EFFE17}"/>
              </a:ext>
            </a:extLst>
          </p:cNvPr>
          <p:cNvSpPr>
            <a:spLocks/>
          </p:cNvSpPr>
          <p:nvPr/>
        </p:nvSpPr>
        <p:spPr>
          <a:xfrm>
            <a:off x="2746801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5" name="data_7166">
            <a:extLst>
              <a:ext uri="{FF2B5EF4-FFF2-40B4-BE49-F238E27FC236}">
                <a16:creationId xmlns:a16="http://schemas.microsoft.com/office/drawing/2014/main" id="{23A850AD-5025-4D6F-8ECD-A13346C418BB}"/>
              </a:ext>
            </a:extLst>
          </p:cNvPr>
          <p:cNvSpPr>
            <a:spLocks/>
          </p:cNvSpPr>
          <p:nvPr/>
        </p:nvSpPr>
        <p:spPr>
          <a:xfrm>
            <a:off x="282325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6" name="data_7167">
            <a:extLst>
              <a:ext uri="{FF2B5EF4-FFF2-40B4-BE49-F238E27FC236}">
                <a16:creationId xmlns:a16="http://schemas.microsoft.com/office/drawing/2014/main" id="{E525FEAF-5B20-4AED-992A-C992FDDFE76C}"/>
              </a:ext>
            </a:extLst>
          </p:cNvPr>
          <p:cNvSpPr>
            <a:spLocks/>
          </p:cNvSpPr>
          <p:nvPr/>
        </p:nvSpPr>
        <p:spPr>
          <a:xfrm>
            <a:off x="2854610" y="6408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7" name="data_7168">
            <a:extLst>
              <a:ext uri="{FF2B5EF4-FFF2-40B4-BE49-F238E27FC236}">
                <a16:creationId xmlns:a16="http://schemas.microsoft.com/office/drawing/2014/main" id="{60BACEA6-5CC8-4DF7-AAE0-0CBDEA5E9F92}"/>
              </a:ext>
            </a:extLst>
          </p:cNvPr>
          <p:cNvSpPr>
            <a:spLocks/>
          </p:cNvSpPr>
          <p:nvPr/>
        </p:nvSpPr>
        <p:spPr>
          <a:xfrm>
            <a:off x="2757098" y="62836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8" name="data_7169">
            <a:extLst>
              <a:ext uri="{FF2B5EF4-FFF2-40B4-BE49-F238E27FC236}">
                <a16:creationId xmlns:a16="http://schemas.microsoft.com/office/drawing/2014/main" id="{37278A67-CC79-438B-9041-0F84E0A74266}"/>
              </a:ext>
            </a:extLst>
          </p:cNvPr>
          <p:cNvSpPr>
            <a:spLocks/>
          </p:cNvSpPr>
          <p:nvPr/>
        </p:nvSpPr>
        <p:spPr>
          <a:xfrm>
            <a:off x="2752716" y="67850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9" name="data_7170">
            <a:extLst>
              <a:ext uri="{FF2B5EF4-FFF2-40B4-BE49-F238E27FC236}">
                <a16:creationId xmlns:a16="http://schemas.microsoft.com/office/drawing/2014/main" id="{DB63E02D-80DB-488B-9294-079CCC9853D7}"/>
              </a:ext>
            </a:extLst>
          </p:cNvPr>
          <p:cNvSpPr>
            <a:spLocks/>
          </p:cNvSpPr>
          <p:nvPr/>
        </p:nvSpPr>
        <p:spPr>
          <a:xfrm>
            <a:off x="2820497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0" name="data_7171">
            <a:extLst>
              <a:ext uri="{FF2B5EF4-FFF2-40B4-BE49-F238E27FC236}">
                <a16:creationId xmlns:a16="http://schemas.microsoft.com/office/drawing/2014/main" id="{DF5CCEC6-B111-427F-B594-065EC9365C53}"/>
              </a:ext>
            </a:extLst>
          </p:cNvPr>
          <p:cNvSpPr>
            <a:spLocks/>
          </p:cNvSpPr>
          <p:nvPr/>
        </p:nvSpPr>
        <p:spPr>
          <a:xfrm>
            <a:off x="286241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1" name="data_7172">
            <a:extLst>
              <a:ext uri="{FF2B5EF4-FFF2-40B4-BE49-F238E27FC236}">
                <a16:creationId xmlns:a16="http://schemas.microsoft.com/office/drawing/2014/main" id="{06B76007-A53E-4CA1-97BF-740AE30F0246}"/>
              </a:ext>
            </a:extLst>
          </p:cNvPr>
          <p:cNvSpPr>
            <a:spLocks/>
          </p:cNvSpPr>
          <p:nvPr/>
        </p:nvSpPr>
        <p:spPr>
          <a:xfrm>
            <a:off x="271815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2" name="data_7173">
            <a:extLst>
              <a:ext uri="{FF2B5EF4-FFF2-40B4-BE49-F238E27FC236}">
                <a16:creationId xmlns:a16="http://schemas.microsoft.com/office/drawing/2014/main" id="{3843F3D2-49B4-4D09-BF2B-84D194728E03}"/>
              </a:ext>
            </a:extLst>
          </p:cNvPr>
          <p:cNvSpPr>
            <a:spLocks/>
          </p:cNvSpPr>
          <p:nvPr/>
        </p:nvSpPr>
        <p:spPr>
          <a:xfrm>
            <a:off x="2806213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3" name="data_7174">
            <a:extLst>
              <a:ext uri="{FF2B5EF4-FFF2-40B4-BE49-F238E27FC236}">
                <a16:creationId xmlns:a16="http://schemas.microsoft.com/office/drawing/2014/main" id="{85707026-8200-4C9A-B428-FAD51BFEA0D0}"/>
              </a:ext>
            </a:extLst>
          </p:cNvPr>
          <p:cNvSpPr>
            <a:spLocks/>
          </p:cNvSpPr>
          <p:nvPr/>
        </p:nvSpPr>
        <p:spPr>
          <a:xfrm>
            <a:off x="277377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4" name="data_7175">
            <a:extLst>
              <a:ext uri="{FF2B5EF4-FFF2-40B4-BE49-F238E27FC236}">
                <a16:creationId xmlns:a16="http://schemas.microsoft.com/office/drawing/2014/main" id="{5D6EA0D0-828B-4009-929A-6D41325082FC}"/>
              </a:ext>
            </a:extLst>
          </p:cNvPr>
          <p:cNvSpPr>
            <a:spLocks/>
          </p:cNvSpPr>
          <p:nvPr/>
        </p:nvSpPr>
        <p:spPr>
          <a:xfrm>
            <a:off x="2744932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5" name="data_7176">
            <a:extLst>
              <a:ext uri="{FF2B5EF4-FFF2-40B4-BE49-F238E27FC236}">
                <a16:creationId xmlns:a16="http://schemas.microsoft.com/office/drawing/2014/main" id="{571B3D8E-DC75-4298-9D60-4D2D13B28BD3}"/>
              </a:ext>
            </a:extLst>
          </p:cNvPr>
          <p:cNvSpPr>
            <a:spLocks/>
          </p:cNvSpPr>
          <p:nvPr/>
        </p:nvSpPr>
        <p:spPr>
          <a:xfrm>
            <a:off x="2807028" y="65282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6" name="data_7177">
            <a:extLst>
              <a:ext uri="{FF2B5EF4-FFF2-40B4-BE49-F238E27FC236}">
                <a16:creationId xmlns:a16="http://schemas.microsoft.com/office/drawing/2014/main" id="{BF88DAEF-02BE-4DD9-A2E2-798F4BA017C5}"/>
              </a:ext>
            </a:extLst>
          </p:cNvPr>
          <p:cNvSpPr>
            <a:spLocks/>
          </p:cNvSpPr>
          <p:nvPr/>
        </p:nvSpPr>
        <p:spPr>
          <a:xfrm>
            <a:off x="2798032" y="6154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7" name="data_7178">
            <a:extLst>
              <a:ext uri="{FF2B5EF4-FFF2-40B4-BE49-F238E27FC236}">
                <a16:creationId xmlns:a16="http://schemas.microsoft.com/office/drawing/2014/main" id="{4E01EC64-149F-406A-A3CE-5354B9DC2464}"/>
              </a:ext>
            </a:extLst>
          </p:cNvPr>
          <p:cNvSpPr>
            <a:spLocks/>
          </p:cNvSpPr>
          <p:nvPr/>
        </p:nvSpPr>
        <p:spPr>
          <a:xfrm>
            <a:off x="2741968" y="5699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8" name="data_7179">
            <a:extLst>
              <a:ext uri="{FF2B5EF4-FFF2-40B4-BE49-F238E27FC236}">
                <a16:creationId xmlns:a16="http://schemas.microsoft.com/office/drawing/2014/main" id="{B0A89FCD-E74B-477F-A18F-79A548D3C374}"/>
              </a:ext>
            </a:extLst>
          </p:cNvPr>
          <p:cNvSpPr>
            <a:spLocks/>
          </p:cNvSpPr>
          <p:nvPr/>
        </p:nvSpPr>
        <p:spPr>
          <a:xfrm>
            <a:off x="2776086" y="58206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9" name="data_7180">
            <a:extLst>
              <a:ext uri="{FF2B5EF4-FFF2-40B4-BE49-F238E27FC236}">
                <a16:creationId xmlns:a16="http://schemas.microsoft.com/office/drawing/2014/main" id="{ACDAAED9-3604-4984-911E-1D37B6F40321}"/>
              </a:ext>
            </a:extLst>
          </p:cNvPr>
          <p:cNvSpPr>
            <a:spLocks/>
          </p:cNvSpPr>
          <p:nvPr/>
        </p:nvSpPr>
        <p:spPr>
          <a:xfrm>
            <a:off x="271159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0" name="data_7181">
            <a:extLst>
              <a:ext uri="{FF2B5EF4-FFF2-40B4-BE49-F238E27FC236}">
                <a16:creationId xmlns:a16="http://schemas.microsoft.com/office/drawing/2014/main" id="{D4DB1D89-0024-4134-BB50-533A7D805333}"/>
              </a:ext>
            </a:extLst>
          </p:cNvPr>
          <p:cNvSpPr>
            <a:spLocks/>
          </p:cNvSpPr>
          <p:nvPr/>
        </p:nvSpPr>
        <p:spPr>
          <a:xfrm>
            <a:off x="2767983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1" name="data_7182">
            <a:extLst>
              <a:ext uri="{FF2B5EF4-FFF2-40B4-BE49-F238E27FC236}">
                <a16:creationId xmlns:a16="http://schemas.microsoft.com/office/drawing/2014/main" id="{E0A47F73-A618-4AED-9BD0-7CE4AB45A4C3}"/>
              </a:ext>
            </a:extLst>
          </p:cNvPr>
          <p:cNvSpPr>
            <a:spLocks/>
          </p:cNvSpPr>
          <p:nvPr/>
        </p:nvSpPr>
        <p:spPr>
          <a:xfrm>
            <a:off x="2809717" y="5831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2" name="data_7183">
            <a:extLst>
              <a:ext uri="{FF2B5EF4-FFF2-40B4-BE49-F238E27FC236}">
                <a16:creationId xmlns:a16="http://schemas.microsoft.com/office/drawing/2014/main" id="{17E650EF-831D-465D-95CF-2B55507DC539}"/>
              </a:ext>
            </a:extLst>
          </p:cNvPr>
          <p:cNvSpPr>
            <a:spLocks/>
          </p:cNvSpPr>
          <p:nvPr/>
        </p:nvSpPr>
        <p:spPr>
          <a:xfrm>
            <a:off x="2750243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3" name="data_7184">
            <a:extLst>
              <a:ext uri="{FF2B5EF4-FFF2-40B4-BE49-F238E27FC236}">
                <a16:creationId xmlns:a16="http://schemas.microsoft.com/office/drawing/2014/main" id="{A6F84EF5-8E49-400F-A5BE-65D8CD78B697}"/>
              </a:ext>
            </a:extLst>
          </p:cNvPr>
          <p:cNvSpPr>
            <a:spLocks/>
          </p:cNvSpPr>
          <p:nvPr/>
        </p:nvSpPr>
        <p:spPr>
          <a:xfrm>
            <a:off x="2865397" y="64575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4" name="data_7185">
            <a:extLst>
              <a:ext uri="{FF2B5EF4-FFF2-40B4-BE49-F238E27FC236}">
                <a16:creationId xmlns:a16="http://schemas.microsoft.com/office/drawing/2014/main" id="{82FE052A-C972-4911-B1E3-7F172A0AACCA}"/>
              </a:ext>
            </a:extLst>
          </p:cNvPr>
          <p:cNvSpPr>
            <a:spLocks/>
          </p:cNvSpPr>
          <p:nvPr/>
        </p:nvSpPr>
        <p:spPr>
          <a:xfrm>
            <a:off x="2833883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5" name="data_7186">
            <a:extLst>
              <a:ext uri="{FF2B5EF4-FFF2-40B4-BE49-F238E27FC236}">
                <a16:creationId xmlns:a16="http://schemas.microsoft.com/office/drawing/2014/main" id="{D98A6A3A-C3B7-4CF4-9507-BC90D81A84FC}"/>
              </a:ext>
            </a:extLst>
          </p:cNvPr>
          <p:cNvSpPr>
            <a:spLocks/>
          </p:cNvSpPr>
          <p:nvPr/>
        </p:nvSpPr>
        <p:spPr>
          <a:xfrm>
            <a:off x="2837506" y="67824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6" name="data_7187">
            <a:extLst>
              <a:ext uri="{FF2B5EF4-FFF2-40B4-BE49-F238E27FC236}">
                <a16:creationId xmlns:a16="http://schemas.microsoft.com/office/drawing/2014/main" id="{20B337F5-7684-4C7B-9AD9-49A5737988F7}"/>
              </a:ext>
            </a:extLst>
          </p:cNvPr>
          <p:cNvSpPr>
            <a:spLocks/>
          </p:cNvSpPr>
          <p:nvPr/>
        </p:nvSpPr>
        <p:spPr>
          <a:xfrm>
            <a:off x="3045768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7" name="data_7188">
            <a:extLst>
              <a:ext uri="{FF2B5EF4-FFF2-40B4-BE49-F238E27FC236}">
                <a16:creationId xmlns:a16="http://schemas.microsoft.com/office/drawing/2014/main" id="{4259B9AA-84F9-480B-9BC1-0EC4DA6A98AD}"/>
              </a:ext>
            </a:extLst>
          </p:cNvPr>
          <p:cNvSpPr>
            <a:spLocks/>
          </p:cNvSpPr>
          <p:nvPr/>
        </p:nvSpPr>
        <p:spPr>
          <a:xfrm>
            <a:off x="3119172" y="51065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8" name="data_7189">
            <a:extLst>
              <a:ext uri="{FF2B5EF4-FFF2-40B4-BE49-F238E27FC236}">
                <a16:creationId xmlns:a16="http://schemas.microsoft.com/office/drawing/2014/main" id="{19B0A8B6-C621-4664-B951-6F68AC1B9542}"/>
              </a:ext>
            </a:extLst>
          </p:cNvPr>
          <p:cNvSpPr>
            <a:spLocks/>
          </p:cNvSpPr>
          <p:nvPr/>
        </p:nvSpPr>
        <p:spPr>
          <a:xfrm>
            <a:off x="314597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9" name="data_7190">
            <a:extLst>
              <a:ext uri="{FF2B5EF4-FFF2-40B4-BE49-F238E27FC236}">
                <a16:creationId xmlns:a16="http://schemas.microsoft.com/office/drawing/2014/main" id="{C1D450DB-7C5F-443D-A2B2-2B82CA73E7AD}"/>
              </a:ext>
            </a:extLst>
          </p:cNvPr>
          <p:cNvSpPr>
            <a:spLocks/>
          </p:cNvSpPr>
          <p:nvPr/>
        </p:nvSpPr>
        <p:spPr>
          <a:xfrm>
            <a:off x="3057058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0" name="data_7191">
            <a:extLst>
              <a:ext uri="{FF2B5EF4-FFF2-40B4-BE49-F238E27FC236}">
                <a16:creationId xmlns:a16="http://schemas.microsoft.com/office/drawing/2014/main" id="{3C8FF224-0224-47AB-BB9E-E5C7717E282C}"/>
              </a:ext>
            </a:extLst>
          </p:cNvPr>
          <p:cNvSpPr>
            <a:spLocks/>
          </p:cNvSpPr>
          <p:nvPr/>
        </p:nvSpPr>
        <p:spPr>
          <a:xfrm>
            <a:off x="314597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1" name="data_7192">
            <a:extLst>
              <a:ext uri="{FF2B5EF4-FFF2-40B4-BE49-F238E27FC236}">
                <a16:creationId xmlns:a16="http://schemas.microsoft.com/office/drawing/2014/main" id="{225A21A1-4E17-4113-88C0-E18F31F72BB2}"/>
              </a:ext>
            </a:extLst>
          </p:cNvPr>
          <p:cNvSpPr>
            <a:spLocks/>
          </p:cNvSpPr>
          <p:nvPr/>
        </p:nvSpPr>
        <p:spPr>
          <a:xfrm>
            <a:off x="3142513" y="5893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2" name="data_7193">
            <a:extLst>
              <a:ext uri="{FF2B5EF4-FFF2-40B4-BE49-F238E27FC236}">
                <a16:creationId xmlns:a16="http://schemas.microsoft.com/office/drawing/2014/main" id="{98CF2F99-BCDB-48F1-B457-6084241D9794}"/>
              </a:ext>
            </a:extLst>
          </p:cNvPr>
          <p:cNvSpPr>
            <a:spLocks/>
          </p:cNvSpPr>
          <p:nvPr/>
        </p:nvSpPr>
        <p:spPr>
          <a:xfrm>
            <a:off x="303290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3" name="data_7194">
            <a:extLst>
              <a:ext uri="{FF2B5EF4-FFF2-40B4-BE49-F238E27FC236}">
                <a16:creationId xmlns:a16="http://schemas.microsoft.com/office/drawing/2014/main" id="{131019DB-D711-4656-97CD-703A3EDEA46D}"/>
              </a:ext>
            </a:extLst>
          </p:cNvPr>
          <p:cNvSpPr>
            <a:spLocks/>
          </p:cNvSpPr>
          <p:nvPr/>
        </p:nvSpPr>
        <p:spPr>
          <a:xfrm>
            <a:off x="307801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4" name="data_7195">
            <a:extLst>
              <a:ext uri="{FF2B5EF4-FFF2-40B4-BE49-F238E27FC236}">
                <a16:creationId xmlns:a16="http://schemas.microsoft.com/office/drawing/2014/main" id="{934061D2-8C5B-4256-878A-1FA38411ED63}"/>
              </a:ext>
            </a:extLst>
          </p:cNvPr>
          <p:cNvSpPr>
            <a:spLocks/>
          </p:cNvSpPr>
          <p:nvPr/>
        </p:nvSpPr>
        <p:spPr>
          <a:xfrm>
            <a:off x="3103205" y="5699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5" name="data_7196">
            <a:extLst>
              <a:ext uri="{FF2B5EF4-FFF2-40B4-BE49-F238E27FC236}">
                <a16:creationId xmlns:a16="http://schemas.microsoft.com/office/drawing/2014/main" id="{3F631677-A203-4111-B156-3F9C5B5D1111}"/>
              </a:ext>
            </a:extLst>
          </p:cNvPr>
          <p:cNvSpPr>
            <a:spLocks/>
          </p:cNvSpPr>
          <p:nvPr/>
        </p:nvSpPr>
        <p:spPr>
          <a:xfrm>
            <a:off x="309821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6" name="data_7197">
            <a:extLst>
              <a:ext uri="{FF2B5EF4-FFF2-40B4-BE49-F238E27FC236}">
                <a16:creationId xmlns:a16="http://schemas.microsoft.com/office/drawing/2014/main" id="{F742C16E-31CF-471B-8CA1-903F743548FE}"/>
              </a:ext>
            </a:extLst>
          </p:cNvPr>
          <p:cNvSpPr>
            <a:spLocks/>
          </p:cNvSpPr>
          <p:nvPr/>
        </p:nvSpPr>
        <p:spPr>
          <a:xfrm>
            <a:off x="298786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7" name="data_7198">
            <a:extLst>
              <a:ext uri="{FF2B5EF4-FFF2-40B4-BE49-F238E27FC236}">
                <a16:creationId xmlns:a16="http://schemas.microsoft.com/office/drawing/2014/main" id="{B86F434C-29EE-4D74-960D-B7FF0A53B961}"/>
              </a:ext>
            </a:extLst>
          </p:cNvPr>
          <p:cNvSpPr>
            <a:spLocks/>
          </p:cNvSpPr>
          <p:nvPr/>
        </p:nvSpPr>
        <p:spPr>
          <a:xfrm>
            <a:off x="312137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8" name="data_7199">
            <a:extLst>
              <a:ext uri="{FF2B5EF4-FFF2-40B4-BE49-F238E27FC236}">
                <a16:creationId xmlns:a16="http://schemas.microsoft.com/office/drawing/2014/main" id="{8915FBE2-4972-4F34-B3B7-02C1763893C0}"/>
              </a:ext>
            </a:extLst>
          </p:cNvPr>
          <p:cNvSpPr>
            <a:spLocks/>
          </p:cNvSpPr>
          <p:nvPr/>
        </p:nvSpPr>
        <p:spPr>
          <a:xfrm>
            <a:off x="3077548" y="58003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9" name="data_7200">
            <a:extLst>
              <a:ext uri="{FF2B5EF4-FFF2-40B4-BE49-F238E27FC236}">
                <a16:creationId xmlns:a16="http://schemas.microsoft.com/office/drawing/2014/main" id="{A054D57C-8577-480B-AF65-624F76EB3246}"/>
              </a:ext>
            </a:extLst>
          </p:cNvPr>
          <p:cNvSpPr>
            <a:spLocks/>
          </p:cNvSpPr>
          <p:nvPr/>
        </p:nvSpPr>
        <p:spPr>
          <a:xfrm>
            <a:off x="311180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0" name="data_7201">
            <a:extLst>
              <a:ext uri="{FF2B5EF4-FFF2-40B4-BE49-F238E27FC236}">
                <a16:creationId xmlns:a16="http://schemas.microsoft.com/office/drawing/2014/main" id="{885F5BAA-BBEC-4308-BFF1-38D9B788F7EE}"/>
              </a:ext>
            </a:extLst>
          </p:cNvPr>
          <p:cNvSpPr>
            <a:spLocks/>
          </p:cNvSpPr>
          <p:nvPr/>
        </p:nvSpPr>
        <p:spPr>
          <a:xfrm>
            <a:off x="313800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1" name="data_7202">
            <a:extLst>
              <a:ext uri="{FF2B5EF4-FFF2-40B4-BE49-F238E27FC236}">
                <a16:creationId xmlns:a16="http://schemas.microsoft.com/office/drawing/2014/main" id="{0DC4CC4F-F852-42E3-889E-05652DB68F99}"/>
              </a:ext>
            </a:extLst>
          </p:cNvPr>
          <p:cNvSpPr>
            <a:spLocks/>
          </p:cNvSpPr>
          <p:nvPr/>
        </p:nvSpPr>
        <p:spPr>
          <a:xfrm>
            <a:off x="307173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2" name="data_7203">
            <a:extLst>
              <a:ext uri="{FF2B5EF4-FFF2-40B4-BE49-F238E27FC236}">
                <a16:creationId xmlns:a16="http://schemas.microsoft.com/office/drawing/2014/main" id="{495DBEE4-5A22-459D-9133-9006C2C1089D}"/>
              </a:ext>
            </a:extLst>
          </p:cNvPr>
          <p:cNvSpPr>
            <a:spLocks/>
          </p:cNvSpPr>
          <p:nvPr/>
        </p:nvSpPr>
        <p:spPr>
          <a:xfrm>
            <a:off x="3054216" y="5699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3" name="data_7204">
            <a:extLst>
              <a:ext uri="{FF2B5EF4-FFF2-40B4-BE49-F238E27FC236}">
                <a16:creationId xmlns:a16="http://schemas.microsoft.com/office/drawing/2014/main" id="{1223F7F0-42D4-4418-9D3A-603EDD975647}"/>
              </a:ext>
            </a:extLst>
          </p:cNvPr>
          <p:cNvSpPr>
            <a:spLocks/>
          </p:cNvSpPr>
          <p:nvPr/>
        </p:nvSpPr>
        <p:spPr>
          <a:xfrm>
            <a:off x="299907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4" name="data_7205">
            <a:extLst>
              <a:ext uri="{FF2B5EF4-FFF2-40B4-BE49-F238E27FC236}">
                <a16:creationId xmlns:a16="http://schemas.microsoft.com/office/drawing/2014/main" id="{6920BD19-0D5E-4E3E-A101-4EB58823CE5F}"/>
              </a:ext>
            </a:extLst>
          </p:cNvPr>
          <p:cNvSpPr>
            <a:spLocks/>
          </p:cNvSpPr>
          <p:nvPr/>
        </p:nvSpPr>
        <p:spPr>
          <a:xfrm>
            <a:off x="3073590" y="63001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5" name="data_7206">
            <a:extLst>
              <a:ext uri="{FF2B5EF4-FFF2-40B4-BE49-F238E27FC236}">
                <a16:creationId xmlns:a16="http://schemas.microsoft.com/office/drawing/2014/main" id="{D9D3CF84-B36C-4120-9FBA-2BD54576BF94}"/>
              </a:ext>
            </a:extLst>
          </p:cNvPr>
          <p:cNvSpPr>
            <a:spLocks/>
          </p:cNvSpPr>
          <p:nvPr/>
        </p:nvSpPr>
        <p:spPr>
          <a:xfrm>
            <a:off x="308617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6" name="data_7207">
            <a:extLst>
              <a:ext uri="{FF2B5EF4-FFF2-40B4-BE49-F238E27FC236}">
                <a16:creationId xmlns:a16="http://schemas.microsoft.com/office/drawing/2014/main" id="{AA97A225-1764-47B3-A7A1-02D81DFC6D0E}"/>
              </a:ext>
            </a:extLst>
          </p:cNvPr>
          <p:cNvSpPr>
            <a:spLocks/>
          </p:cNvSpPr>
          <p:nvPr/>
        </p:nvSpPr>
        <p:spPr>
          <a:xfrm>
            <a:off x="3041666" y="6457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7" name="data_7208">
            <a:extLst>
              <a:ext uri="{FF2B5EF4-FFF2-40B4-BE49-F238E27FC236}">
                <a16:creationId xmlns:a16="http://schemas.microsoft.com/office/drawing/2014/main" id="{F82DEF9A-63E3-4FFF-981D-05CEB3935C49}"/>
              </a:ext>
            </a:extLst>
          </p:cNvPr>
          <p:cNvSpPr>
            <a:spLocks/>
          </p:cNvSpPr>
          <p:nvPr/>
        </p:nvSpPr>
        <p:spPr>
          <a:xfrm>
            <a:off x="305594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8" name="data_7209">
            <a:extLst>
              <a:ext uri="{FF2B5EF4-FFF2-40B4-BE49-F238E27FC236}">
                <a16:creationId xmlns:a16="http://schemas.microsoft.com/office/drawing/2014/main" id="{E0CE0304-D682-43A4-9353-32DE24C9C805}"/>
              </a:ext>
            </a:extLst>
          </p:cNvPr>
          <p:cNvSpPr>
            <a:spLocks/>
          </p:cNvSpPr>
          <p:nvPr/>
        </p:nvSpPr>
        <p:spPr>
          <a:xfrm>
            <a:off x="3138403" y="53201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9" name="data_7210">
            <a:extLst>
              <a:ext uri="{FF2B5EF4-FFF2-40B4-BE49-F238E27FC236}">
                <a16:creationId xmlns:a16="http://schemas.microsoft.com/office/drawing/2014/main" id="{E5B74926-6201-4950-90D6-B1A8E62824E2}"/>
              </a:ext>
            </a:extLst>
          </p:cNvPr>
          <p:cNvSpPr>
            <a:spLocks/>
          </p:cNvSpPr>
          <p:nvPr/>
        </p:nvSpPr>
        <p:spPr>
          <a:xfrm>
            <a:off x="301772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0" name="data_7211">
            <a:extLst>
              <a:ext uri="{FF2B5EF4-FFF2-40B4-BE49-F238E27FC236}">
                <a16:creationId xmlns:a16="http://schemas.microsoft.com/office/drawing/2014/main" id="{786C2DB9-2D4E-4458-ABCB-8244ED54F47E}"/>
              </a:ext>
            </a:extLst>
          </p:cNvPr>
          <p:cNvSpPr>
            <a:spLocks/>
          </p:cNvSpPr>
          <p:nvPr/>
        </p:nvSpPr>
        <p:spPr>
          <a:xfrm>
            <a:off x="299290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1" name="data_7212">
            <a:extLst>
              <a:ext uri="{FF2B5EF4-FFF2-40B4-BE49-F238E27FC236}">
                <a16:creationId xmlns:a16="http://schemas.microsoft.com/office/drawing/2014/main" id="{F46E413E-23D3-453B-89F9-95C03FFCC21C}"/>
              </a:ext>
            </a:extLst>
          </p:cNvPr>
          <p:cNvSpPr>
            <a:spLocks/>
          </p:cNvSpPr>
          <p:nvPr/>
        </p:nvSpPr>
        <p:spPr>
          <a:xfrm>
            <a:off x="3052571" y="54696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2" name="data_7213">
            <a:extLst>
              <a:ext uri="{FF2B5EF4-FFF2-40B4-BE49-F238E27FC236}">
                <a16:creationId xmlns:a16="http://schemas.microsoft.com/office/drawing/2014/main" id="{53C69940-A0A9-4675-A94D-2FE7DBC7FB75}"/>
              </a:ext>
            </a:extLst>
          </p:cNvPr>
          <p:cNvSpPr>
            <a:spLocks/>
          </p:cNvSpPr>
          <p:nvPr/>
        </p:nvSpPr>
        <p:spPr>
          <a:xfrm>
            <a:off x="304680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3" name="data_7214">
            <a:extLst>
              <a:ext uri="{FF2B5EF4-FFF2-40B4-BE49-F238E27FC236}">
                <a16:creationId xmlns:a16="http://schemas.microsoft.com/office/drawing/2014/main" id="{D6DE32E8-AE08-454E-8CB7-811CE249129D}"/>
              </a:ext>
            </a:extLst>
          </p:cNvPr>
          <p:cNvSpPr>
            <a:spLocks/>
          </p:cNvSpPr>
          <p:nvPr/>
        </p:nvSpPr>
        <p:spPr>
          <a:xfrm>
            <a:off x="308877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4" name="data_7215">
            <a:extLst>
              <a:ext uri="{FF2B5EF4-FFF2-40B4-BE49-F238E27FC236}">
                <a16:creationId xmlns:a16="http://schemas.microsoft.com/office/drawing/2014/main" id="{0FB732EA-73E7-468A-9253-6B13444E02CC}"/>
              </a:ext>
            </a:extLst>
          </p:cNvPr>
          <p:cNvSpPr>
            <a:spLocks/>
          </p:cNvSpPr>
          <p:nvPr/>
        </p:nvSpPr>
        <p:spPr>
          <a:xfrm>
            <a:off x="313157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5" name="data_7216">
            <a:extLst>
              <a:ext uri="{FF2B5EF4-FFF2-40B4-BE49-F238E27FC236}">
                <a16:creationId xmlns:a16="http://schemas.microsoft.com/office/drawing/2014/main" id="{4345D2F8-DF26-4D56-B0D3-34AA984315D8}"/>
              </a:ext>
            </a:extLst>
          </p:cNvPr>
          <p:cNvSpPr>
            <a:spLocks/>
          </p:cNvSpPr>
          <p:nvPr/>
        </p:nvSpPr>
        <p:spPr>
          <a:xfrm>
            <a:off x="3043090" y="61108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6" name="data_7217">
            <a:extLst>
              <a:ext uri="{FF2B5EF4-FFF2-40B4-BE49-F238E27FC236}">
                <a16:creationId xmlns:a16="http://schemas.microsoft.com/office/drawing/2014/main" id="{0EFC2182-AA33-413B-8F2E-B07C7C3B3C55}"/>
              </a:ext>
            </a:extLst>
          </p:cNvPr>
          <p:cNvSpPr>
            <a:spLocks/>
          </p:cNvSpPr>
          <p:nvPr/>
        </p:nvSpPr>
        <p:spPr>
          <a:xfrm>
            <a:off x="3000792" y="6002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7" name="data_7218">
            <a:extLst>
              <a:ext uri="{FF2B5EF4-FFF2-40B4-BE49-F238E27FC236}">
                <a16:creationId xmlns:a16="http://schemas.microsoft.com/office/drawing/2014/main" id="{421DE80E-6EF4-41A8-BB91-ED72434A6CB0}"/>
              </a:ext>
            </a:extLst>
          </p:cNvPr>
          <p:cNvSpPr>
            <a:spLocks/>
          </p:cNvSpPr>
          <p:nvPr/>
        </p:nvSpPr>
        <p:spPr>
          <a:xfrm>
            <a:off x="3107871" y="6002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8" name="data_7219">
            <a:extLst>
              <a:ext uri="{FF2B5EF4-FFF2-40B4-BE49-F238E27FC236}">
                <a16:creationId xmlns:a16="http://schemas.microsoft.com/office/drawing/2014/main" id="{3B6A876D-00AE-4817-BE7C-C8B1B4824D5E}"/>
              </a:ext>
            </a:extLst>
          </p:cNvPr>
          <p:cNvSpPr>
            <a:spLocks/>
          </p:cNvSpPr>
          <p:nvPr/>
        </p:nvSpPr>
        <p:spPr>
          <a:xfrm>
            <a:off x="3080813" y="6873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9" name="data_7220">
            <a:extLst>
              <a:ext uri="{FF2B5EF4-FFF2-40B4-BE49-F238E27FC236}">
                <a16:creationId xmlns:a16="http://schemas.microsoft.com/office/drawing/2014/main" id="{9D3D3373-2427-4644-8816-48CC372F23D0}"/>
              </a:ext>
            </a:extLst>
          </p:cNvPr>
          <p:cNvSpPr>
            <a:spLocks/>
          </p:cNvSpPr>
          <p:nvPr/>
        </p:nvSpPr>
        <p:spPr>
          <a:xfrm>
            <a:off x="309946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0" name="data_7221">
            <a:extLst>
              <a:ext uri="{FF2B5EF4-FFF2-40B4-BE49-F238E27FC236}">
                <a16:creationId xmlns:a16="http://schemas.microsoft.com/office/drawing/2014/main" id="{7BF6744B-D83D-4BD7-8167-E1DFB4BD64C7}"/>
              </a:ext>
            </a:extLst>
          </p:cNvPr>
          <p:cNvSpPr>
            <a:spLocks/>
          </p:cNvSpPr>
          <p:nvPr/>
        </p:nvSpPr>
        <p:spPr>
          <a:xfrm>
            <a:off x="312912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1" name="data_7222">
            <a:extLst>
              <a:ext uri="{FF2B5EF4-FFF2-40B4-BE49-F238E27FC236}">
                <a16:creationId xmlns:a16="http://schemas.microsoft.com/office/drawing/2014/main" id="{CE1B63F7-DDA6-4FDB-A91F-D327890A8937}"/>
              </a:ext>
            </a:extLst>
          </p:cNvPr>
          <p:cNvSpPr>
            <a:spLocks/>
          </p:cNvSpPr>
          <p:nvPr/>
        </p:nvSpPr>
        <p:spPr>
          <a:xfrm>
            <a:off x="311377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2" name="data_7223">
            <a:extLst>
              <a:ext uri="{FF2B5EF4-FFF2-40B4-BE49-F238E27FC236}">
                <a16:creationId xmlns:a16="http://schemas.microsoft.com/office/drawing/2014/main" id="{D03BA5AC-516B-46F8-B967-B2BE28B0E35F}"/>
              </a:ext>
            </a:extLst>
          </p:cNvPr>
          <p:cNvSpPr>
            <a:spLocks/>
          </p:cNvSpPr>
          <p:nvPr/>
        </p:nvSpPr>
        <p:spPr>
          <a:xfrm>
            <a:off x="311666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3" name="data_7224">
            <a:extLst>
              <a:ext uri="{FF2B5EF4-FFF2-40B4-BE49-F238E27FC236}">
                <a16:creationId xmlns:a16="http://schemas.microsoft.com/office/drawing/2014/main" id="{8498EAA5-EA8B-4E21-9782-948CE36DFA17}"/>
              </a:ext>
            </a:extLst>
          </p:cNvPr>
          <p:cNvSpPr>
            <a:spLocks/>
          </p:cNvSpPr>
          <p:nvPr/>
        </p:nvSpPr>
        <p:spPr>
          <a:xfrm>
            <a:off x="3120929" y="54465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4" name="data_7225">
            <a:extLst>
              <a:ext uri="{FF2B5EF4-FFF2-40B4-BE49-F238E27FC236}">
                <a16:creationId xmlns:a16="http://schemas.microsoft.com/office/drawing/2014/main" id="{063CB58A-6056-49C2-9F2E-BAE85415E61B}"/>
              </a:ext>
            </a:extLst>
          </p:cNvPr>
          <p:cNvSpPr>
            <a:spLocks/>
          </p:cNvSpPr>
          <p:nvPr/>
        </p:nvSpPr>
        <p:spPr>
          <a:xfrm>
            <a:off x="312563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5" name="data_7226">
            <a:extLst>
              <a:ext uri="{FF2B5EF4-FFF2-40B4-BE49-F238E27FC236}">
                <a16:creationId xmlns:a16="http://schemas.microsoft.com/office/drawing/2014/main" id="{44AFB7A3-DCD1-4557-A4D0-83A915C8A20B}"/>
              </a:ext>
            </a:extLst>
          </p:cNvPr>
          <p:cNvSpPr>
            <a:spLocks/>
          </p:cNvSpPr>
          <p:nvPr/>
        </p:nvSpPr>
        <p:spPr>
          <a:xfrm>
            <a:off x="305193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6" name="data_7227">
            <a:extLst>
              <a:ext uri="{FF2B5EF4-FFF2-40B4-BE49-F238E27FC236}">
                <a16:creationId xmlns:a16="http://schemas.microsoft.com/office/drawing/2014/main" id="{6438B260-CEE0-4E95-A518-BE64175C1061}"/>
              </a:ext>
            </a:extLst>
          </p:cNvPr>
          <p:cNvSpPr>
            <a:spLocks/>
          </p:cNvSpPr>
          <p:nvPr/>
        </p:nvSpPr>
        <p:spPr>
          <a:xfrm>
            <a:off x="309231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7" name="data_7228">
            <a:extLst>
              <a:ext uri="{FF2B5EF4-FFF2-40B4-BE49-F238E27FC236}">
                <a16:creationId xmlns:a16="http://schemas.microsoft.com/office/drawing/2014/main" id="{54CF8B9A-BF7B-43E8-B6ED-0F3668C9AC4B}"/>
              </a:ext>
            </a:extLst>
          </p:cNvPr>
          <p:cNvSpPr>
            <a:spLocks/>
          </p:cNvSpPr>
          <p:nvPr/>
        </p:nvSpPr>
        <p:spPr>
          <a:xfrm>
            <a:off x="304875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8" name="data_7229">
            <a:extLst>
              <a:ext uri="{FF2B5EF4-FFF2-40B4-BE49-F238E27FC236}">
                <a16:creationId xmlns:a16="http://schemas.microsoft.com/office/drawing/2014/main" id="{FB82B33E-B837-4AFC-A087-51D4AEC5AFC2}"/>
              </a:ext>
            </a:extLst>
          </p:cNvPr>
          <p:cNvSpPr>
            <a:spLocks/>
          </p:cNvSpPr>
          <p:nvPr/>
        </p:nvSpPr>
        <p:spPr>
          <a:xfrm>
            <a:off x="307372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9" name="data_7230">
            <a:extLst>
              <a:ext uri="{FF2B5EF4-FFF2-40B4-BE49-F238E27FC236}">
                <a16:creationId xmlns:a16="http://schemas.microsoft.com/office/drawing/2014/main" id="{A9CBDD08-5B94-4B59-B8DE-EBF190686BB9}"/>
              </a:ext>
            </a:extLst>
          </p:cNvPr>
          <p:cNvSpPr>
            <a:spLocks/>
          </p:cNvSpPr>
          <p:nvPr/>
        </p:nvSpPr>
        <p:spPr>
          <a:xfrm>
            <a:off x="303032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0" name="data_7231">
            <a:extLst>
              <a:ext uri="{FF2B5EF4-FFF2-40B4-BE49-F238E27FC236}">
                <a16:creationId xmlns:a16="http://schemas.microsoft.com/office/drawing/2014/main" id="{E68A3AA4-A0E2-40A8-8D83-921A1CCFECAD}"/>
              </a:ext>
            </a:extLst>
          </p:cNvPr>
          <p:cNvSpPr>
            <a:spLocks/>
          </p:cNvSpPr>
          <p:nvPr/>
        </p:nvSpPr>
        <p:spPr>
          <a:xfrm>
            <a:off x="3097659" y="56126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1" name="data_7232">
            <a:extLst>
              <a:ext uri="{FF2B5EF4-FFF2-40B4-BE49-F238E27FC236}">
                <a16:creationId xmlns:a16="http://schemas.microsoft.com/office/drawing/2014/main" id="{ED17DD49-76D4-4B51-AADF-5157CA13AE82}"/>
              </a:ext>
            </a:extLst>
          </p:cNvPr>
          <p:cNvSpPr>
            <a:spLocks/>
          </p:cNvSpPr>
          <p:nvPr/>
        </p:nvSpPr>
        <p:spPr>
          <a:xfrm>
            <a:off x="305459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2" name="data_7233">
            <a:extLst>
              <a:ext uri="{FF2B5EF4-FFF2-40B4-BE49-F238E27FC236}">
                <a16:creationId xmlns:a16="http://schemas.microsoft.com/office/drawing/2014/main" id="{8FEC632B-E1F6-454F-B781-389A1D898F37}"/>
              </a:ext>
            </a:extLst>
          </p:cNvPr>
          <p:cNvSpPr>
            <a:spLocks/>
          </p:cNvSpPr>
          <p:nvPr/>
        </p:nvSpPr>
        <p:spPr>
          <a:xfrm>
            <a:off x="307605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3" name="data_7234">
            <a:extLst>
              <a:ext uri="{FF2B5EF4-FFF2-40B4-BE49-F238E27FC236}">
                <a16:creationId xmlns:a16="http://schemas.microsoft.com/office/drawing/2014/main" id="{C3934C57-EBC8-41FA-B2FD-10661BF3F396}"/>
              </a:ext>
            </a:extLst>
          </p:cNvPr>
          <p:cNvSpPr>
            <a:spLocks/>
          </p:cNvSpPr>
          <p:nvPr/>
        </p:nvSpPr>
        <p:spPr>
          <a:xfrm>
            <a:off x="3062021" y="60007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4" name="data_7235">
            <a:extLst>
              <a:ext uri="{FF2B5EF4-FFF2-40B4-BE49-F238E27FC236}">
                <a16:creationId xmlns:a16="http://schemas.microsoft.com/office/drawing/2014/main" id="{5D8B7562-766C-46D3-9AD0-9A13136956B4}"/>
              </a:ext>
            </a:extLst>
          </p:cNvPr>
          <p:cNvSpPr>
            <a:spLocks/>
          </p:cNvSpPr>
          <p:nvPr/>
        </p:nvSpPr>
        <p:spPr>
          <a:xfrm>
            <a:off x="312902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5" name="data_7236">
            <a:extLst>
              <a:ext uri="{FF2B5EF4-FFF2-40B4-BE49-F238E27FC236}">
                <a16:creationId xmlns:a16="http://schemas.microsoft.com/office/drawing/2014/main" id="{6B377E92-103F-4DCC-92FF-BC7080D245C7}"/>
              </a:ext>
            </a:extLst>
          </p:cNvPr>
          <p:cNvSpPr>
            <a:spLocks/>
          </p:cNvSpPr>
          <p:nvPr/>
        </p:nvSpPr>
        <p:spPr>
          <a:xfrm>
            <a:off x="306064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6" name="data_7237">
            <a:extLst>
              <a:ext uri="{FF2B5EF4-FFF2-40B4-BE49-F238E27FC236}">
                <a16:creationId xmlns:a16="http://schemas.microsoft.com/office/drawing/2014/main" id="{537AD4D0-0109-46F5-B2C8-CE7AB2106E84}"/>
              </a:ext>
            </a:extLst>
          </p:cNvPr>
          <p:cNvSpPr>
            <a:spLocks/>
          </p:cNvSpPr>
          <p:nvPr/>
        </p:nvSpPr>
        <p:spPr>
          <a:xfrm>
            <a:off x="3117201" y="6457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7" name="data_7238">
            <a:extLst>
              <a:ext uri="{FF2B5EF4-FFF2-40B4-BE49-F238E27FC236}">
                <a16:creationId xmlns:a16="http://schemas.microsoft.com/office/drawing/2014/main" id="{76505B0B-3013-4A09-ADA0-62EC40335198}"/>
              </a:ext>
            </a:extLst>
          </p:cNvPr>
          <p:cNvSpPr>
            <a:spLocks/>
          </p:cNvSpPr>
          <p:nvPr/>
        </p:nvSpPr>
        <p:spPr>
          <a:xfrm>
            <a:off x="3090807" y="62047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8" name="data_7239">
            <a:extLst>
              <a:ext uri="{FF2B5EF4-FFF2-40B4-BE49-F238E27FC236}">
                <a16:creationId xmlns:a16="http://schemas.microsoft.com/office/drawing/2014/main" id="{AC6865C0-0151-44EA-9B7D-FB988DD35AF6}"/>
              </a:ext>
            </a:extLst>
          </p:cNvPr>
          <p:cNvSpPr>
            <a:spLocks/>
          </p:cNvSpPr>
          <p:nvPr/>
        </p:nvSpPr>
        <p:spPr>
          <a:xfrm>
            <a:off x="3095171" y="55476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9" name="data_7240">
            <a:extLst>
              <a:ext uri="{FF2B5EF4-FFF2-40B4-BE49-F238E27FC236}">
                <a16:creationId xmlns:a16="http://schemas.microsoft.com/office/drawing/2014/main" id="{C93A3EB4-8ABA-4E38-994B-781BB8392381}"/>
              </a:ext>
            </a:extLst>
          </p:cNvPr>
          <p:cNvSpPr>
            <a:spLocks/>
          </p:cNvSpPr>
          <p:nvPr/>
        </p:nvSpPr>
        <p:spPr>
          <a:xfrm>
            <a:off x="3032767" y="66524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0" name="data_7241">
            <a:extLst>
              <a:ext uri="{FF2B5EF4-FFF2-40B4-BE49-F238E27FC236}">
                <a16:creationId xmlns:a16="http://schemas.microsoft.com/office/drawing/2014/main" id="{55F0FCD0-B1C1-45CE-B40D-B7B26927E7C2}"/>
              </a:ext>
            </a:extLst>
          </p:cNvPr>
          <p:cNvSpPr>
            <a:spLocks/>
          </p:cNvSpPr>
          <p:nvPr/>
        </p:nvSpPr>
        <p:spPr>
          <a:xfrm>
            <a:off x="3036424" y="55476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1" name="data_7242">
            <a:extLst>
              <a:ext uri="{FF2B5EF4-FFF2-40B4-BE49-F238E27FC236}">
                <a16:creationId xmlns:a16="http://schemas.microsoft.com/office/drawing/2014/main" id="{2371D1AF-B679-4A2F-A061-C71816F382E8}"/>
              </a:ext>
            </a:extLst>
          </p:cNvPr>
          <p:cNvSpPr>
            <a:spLocks/>
          </p:cNvSpPr>
          <p:nvPr/>
        </p:nvSpPr>
        <p:spPr>
          <a:xfrm>
            <a:off x="3129811" y="53960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2" name="data_7243">
            <a:extLst>
              <a:ext uri="{FF2B5EF4-FFF2-40B4-BE49-F238E27FC236}">
                <a16:creationId xmlns:a16="http://schemas.microsoft.com/office/drawing/2014/main" id="{23338CF8-5E7A-4104-9B34-D71BA2CE149B}"/>
              </a:ext>
            </a:extLst>
          </p:cNvPr>
          <p:cNvSpPr>
            <a:spLocks/>
          </p:cNvSpPr>
          <p:nvPr/>
        </p:nvSpPr>
        <p:spPr>
          <a:xfrm>
            <a:off x="2996109" y="56765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3" name="data_7244">
            <a:extLst>
              <a:ext uri="{FF2B5EF4-FFF2-40B4-BE49-F238E27FC236}">
                <a16:creationId xmlns:a16="http://schemas.microsoft.com/office/drawing/2014/main" id="{A6D6F110-5BCC-4223-A8AC-2EC6454B827E}"/>
              </a:ext>
            </a:extLst>
          </p:cNvPr>
          <p:cNvSpPr>
            <a:spLocks/>
          </p:cNvSpPr>
          <p:nvPr/>
        </p:nvSpPr>
        <p:spPr>
          <a:xfrm>
            <a:off x="309461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4" name="data_7245">
            <a:extLst>
              <a:ext uri="{FF2B5EF4-FFF2-40B4-BE49-F238E27FC236}">
                <a16:creationId xmlns:a16="http://schemas.microsoft.com/office/drawing/2014/main" id="{42A46966-69BD-4BA6-AACE-20964A69B7D9}"/>
              </a:ext>
            </a:extLst>
          </p:cNvPr>
          <p:cNvSpPr>
            <a:spLocks/>
          </p:cNvSpPr>
          <p:nvPr/>
        </p:nvSpPr>
        <p:spPr>
          <a:xfrm>
            <a:off x="304435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5" name="data_7246">
            <a:extLst>
              <a:ext uri="{FF2B5EF4-FFF2-40B4-BE49-F238E27FC236}">
                <a16:creationId xmlns:a16="http://schemas.microsoft.com/office/drawing/2014/main" id="{CE36CF6C-3F1B-4C9D-848B-8D74C1530A73}"/>
              </a:ext>
            </a:extLst>
          </p:cNvPr>
          <p:cNvSpPr>
            <a:spLocks/>
          </p:cNvSpPr>
          <p:nvPr/>
        </p:nvSpPr>
        <p:spPr>
          <a:xfrm>
            <a:off x="300733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6" name="data_7247">
            <a:extLst>
              <a:ext uri="{FF2B5EF4-FFF2-40B4-BE49-F238E27FC236}">
                <a16:creationId xmlns:a16="http://schemas.microsoft.com/office/drawing/2014/main" id="{EBF3E6F8-FC34-4CA7-B866-E378985FDCE6}"/>
              </a:ext>
            </a:extLst>
          </p:cNvPr>
          <p:cNvSpPr>
            <a:spLocks/>
          </p:cNvSpPr>
          <p:nvPr/>
        </p:nvSpPr>
        <p:spPr>
          <a:xfrm>
            <a:off x="3046761" y="55476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7" name="data_7248">
            <a:extLst>
              <a:ext uri="{FF2B5EF4-FFF2-40B4-BE49-F238E27FC236}">
                <a16:creationId xmlns:a16="http://schemas.microsoft.com/office/drawing/2014/main" id="{9A2A743E-4F97-4792-A436-D6EEEF9E6848}"/>
              </a:ext>
            </a:extLst>
          </p:cNvPr>
          <p:cNvSpPr>
            <a:spLocks/>
          </p:cNvSpPr>
          <p:nvPr/>
        </p:nvSpPr>
        <p:spPr>
          <a:xfrm>
            <a:off x="3032629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8" name="data_7249">
            <a:extLst>
              <a:ext uri="{FF2B5EF4-FFF2-40B4-BE49-F238E27FC236}">
                <a16:creationId xmlns:a16="http://schemas.microsoft.com/office/drawing/2014/main" id="{DAB4F991-4C2B-4DCD-8579-81034FBFCED4}"/>
              </a:ext>
            </a:extLst>
          </p:cNvPr>
          <p:cNvSpPr>
            <a:spLocks/>
          </p:cNvSpPr>
          <p:nvPr/>
        </p:nvSpPr>
        <p:spPr>
          <a:xfrm>
            <a:off x="308320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9" name="data_7250">
            <a:extLst>
              <a:ext uri="{FF2B5EF4-FFF2-40B4-BE49-F238E27FC236}">
                <a16:creationId xmlns:a16="http://schemas.microsoft.com/office/drawing/2014/main" id="{C01BC73A-637B-4B6B-9FB3-9247245ACF02}"/>
              </a:ext>
            </a:extLst>
          </p:cNvPr>
          <p:cNvSpPr>
            <a:spLocks/>
          </p:cNvSpPr>
          <p:nvPr/>
        </p:nvSpPr>
        <p:spPr>
          <a:xfrm>
            <a:off x="300752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0" name="data_7251">
            <a:extLst>
              <a:ext uri="{FF2B5EF4-FFF2-40B4-BE49-F238E27FC236}">
                <a16:creationId xmlns:a16="http://schemas.microsoft.com/office/drawing/2014/main" id="{117203F2-3D8F-4EF7-8800-441A370A3612}"/>
              </a:ext>
            </a:extLst>
          </p:cNvPr>
          <p:cNvSpPr>
            <a:spLocks/>
          </p:cNvSpPr>
          <p:nvPr/>
        </p:nvSpPr>
        <p:spPr>
          <a:xfrm>
            <a:off x="3000046" y="68821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1" name="data_7252">
            <a:extLst>
              <a:ext uri="{FF2B5EF4-FFF2-40B4-BE49-F238E27FC236}">
                <a16:creationId xmlns:a16="http://schemas.microsoft.com/office/drawing/2014/main" id="{DF33D613-E4C3-45A9-85D0-0818E851C0F7}"/>
              </a:ext>
            </a:extLst>
          </p:cNvPr>
          <p:cNvSpPr>
            <a:spLocks/>
          </p:cNvSpPr>
          <p:nvPr/>
        </p:nvSpPr>
        <p:spPr>
          <a:xfrm>
            <a:off x="299565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2" name="data_7253">
            <a:extLst>
              <a:ext uri="{FF2B5EF4-FFF2-40B4-BE49-F238E27FC236}">
                <a16:creationId xmlns:a16="http://schemas.microsoft.com/office/drawing/2014/main" id="{44C31787-0B9A-4CD7-A96C-62E4B4E29026}"/>
              </a:ext>
            </a:extLst>
          </p:cNvPr>
          <p:cNvSpPr>
            <a:spLocks/>
          </p:cNvSpPr>
          <p:nvPr/>
        </p:nvSpPr>
        <p:spPr>
          <a:xfrm>
            <a:off x="306787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3" name="data_7254">
            <a:extLst>
              <a:ext uri="{FF2B5EF4-FFF2-40B4-BE49-F238E27FC236}">
                <a16:creationId xmlns:a16="http://schemas.microsoft.com/office/drawing/2014/main" id="{466408FB-A5D7-4B5E-9374-FAB50298ECBC}"/>
              </a:ext>
            </a:extLst>
          </p:cNvPr>
          <p:cNvSpPr>
            <a:spLocks/>
          </p:cNvSpPr>
          <p:nvPr/>
        </p:nvSpPr>
        <p:spPr>
          <a:xfrm>
            <a:off x="3060502" y="68087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4" name="data_7255">
            <a:extLst>
              <a:ext uri="{FF2B5EF4-FFF2-40B4-BE49-F238E27FC236}">
                <a16:creationId xmlns:a16="http://schemas.microsoft.com/office/drawing/2014/main" id="{41F7C0A6-AD6A-4586-AEE8-514C03F97BC7}"/>
              </a:ext>
            </a:extLst>
          </p:cNvPr>
          <p:cNvSpPr>
            <a:spLocks/>
          </p:cNvSpPr>
          <p:nvPr/>
        </p:nvSpPr>
        <p:spPr>
          <a:xfrm>
            <a:off x="311987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5" name="data_7256">
            <a:extLst>
              <a:ext uri="{FF2B5EF4-FFF2-40B4-BE49-F238E27FC236}">
                <a16:creationId xmlns:a16="http://schemas.microsoft.com/office/drawing/2014/main" id="{D478D682-B530-4261-AF05-033B7D948D48}"/>
              </a:ext>
            </a:extLst>
          </p:cNvPr>
          <p:cNvSpPr>
            <a:spLocks/>
          </p:cNvSpPr>
          <p:nvPr/>
        </p:nvSpPr>
        <p:spPr>
          <a:xfrm>
            <a:off x="306703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6" name="data_7257">
            <a:extLst>
              <a:ext uri="{FF2B5EF4-FFF2-40B4-BE49-F238E27FC236}">
                <a16:creationId xmlns:a16="http://schemas.microsoft.com/office/drawing/2014/main" id="{6A972F3B-B7E5-48DC-9B0E-578046B68ED5}"/>
              </a:ext>
            </a:extLst>
          </p:cNvPr>
          <p:cNvSpPr>
            <a:spLocks/>
          </p:cNvSpPr>
          <p:nvPr/>
        </p:nvSpPr>
        <p:spPr>
          <a:xfrm>
            <a:off x="302566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7" name="data_7258">
            <a:extLst>
              <a:ext uri="{FF2B5EF4-FFF2-40B4-BE49-F238E27FC236}">
                <a16:creationId xmlns:a16="http://schemas.microsoft.com/office/drawing/2014/main" id="{9F96A69B-C801-4B40-833B-C5D94527FAD5}"/>
              </a:ext>
            </a:extLst>
          </p:cNvPr>
          <p:cNvSpPr>
            <a:spLocks/>
          </p:cNvSpPr>
          <p:nvPr/>
        </p:nvSpPr>
        <p:spPr>
          <a:xfrm>
            <a:off x="311693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8" name="data_7259">
            <a:extLst>
              <a:ext uri="{FF2B5EF4-FFF2-40B4-BE49-F238E27FC236}">
                <a16:creationId xmlns:a16="http://schemas.microsoft.com/office/drawing/2014/main" id="{D6CE9E33-61EB-41D9-9CDA-854142FFE4F9}"/>
              </a:ext>
            </a:extLst>
          </p:cNvPr>
          <p:cNvSpPr>
            <a:spLocks/>
          </p:cNvSpPr>
          <p:nvPr/>
        </p:nvSpPr>
        <p:spPr>
          <a:xfrm>
            <a:off x="3006234" y="6902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9" name="data_7260">
            <a:extLst>
              <a:ext uri="{FF2B5EF4-FFF2-40B4-BE49-F238E27FC236}">
                <a16:creationId xmlns:a16="http://schemas.microsoft.com/office/drawing/2014/main" id="{C17AAE8B-1417-4D21-A1F1-7D6679876C2A}"/>
              </a:ext>
            </a:extLst>
          </p:cNvPr>
          <p:cNvSpPr>
            <a:spLocks/>
          </p:cNvSpPr>
          <p:nvPr/>
        </p:nvSpPr>
        <p:spPr>
          <a:xfrm>
            <a:off x="314066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0" name="data_7261">
            <a:extLst>
              <a:ext uri="{FF2B5EF4-FFF2-40B4-BE49-F238E27FC236}">
                <a16:creationId xmlns:a16="http://schemas.microsoft.com/office/drawing/2014/main" id="{770EA102-9F97-475A-BBF9-12B07DCB23B6}"/>
              </a:ext>
            </a:extLst>
          </p:cNvPr>
          <p:cNvSpPr>
            <a:spLocks/>
          </p:cNvSpPr>
          <p:nvPr/>
        </p:nvSpPr>
        <p:spPr>
          <a:xfrm>
            <a:off x="3152733" y="64676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1" name="data_7262">
            <a:extLst>
              <a:ext uri="{FF2B5EF4-FFF2-40B4-BE49-F238E27FC236}">
                <a16:creationId xmlns:a16="http://schemas.microsoft.com/office/drawing/2014/main" id="{836B6951-5753-47C2-A1D2-7FA284F0ED29}"/>
              </a:ext>
            </a:extLst>
          </p:cNvPr>
          <p:cNvSpPr>
            <a:spLocks/>
          </p:cNvSpPr>
          <p:nvPr/>
        </p:nvSpPr>
        <p:spPr>
          <a:xfrm>
            <a:off x="3092511" y="62860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2" name="data_7263">
            <a:extLst>
              <a:ext uri="{FF2B5EF4-FFF2-40B4-BE49-F238E27FC236}">
                <a16:creationId xmlns:a16="http://schemas.microsoft.com/office/drawing/2014/main" id="{C25EFCB6-C3B5-4ECA-BA30-218870101A61}"/>
              </a:ext>
            </a:extLst>
          </p:cNvPr>
          <p:cNvSpPr>
            <a:spLocks/>
          </p:cNvSpPr>
          <p:nvPr/>
        </p:nvSpPr>
        <p:spPr>
          <a:xfrm>
            <a:off x="2983742" y="6366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3" name="data_7264">
            <a:extLst>
              <a:ext uri="{FF2B5EF4-FFF2-40B4-BE49-F238E27FC236}">
                <a16:creationId xmlns:a16="http://schemas.microsoft.com/office/drawing/2014/main" id="{16B10A86-6F29-4938-9B6F-F770CF0D3F8D}"/>
              </a:ext>
            </a:extLst>
          </p:cNvPr>
          <p:cNvSpPr>
            <a:spLocks/>
          </p:cNvSpPr>
          <p:nvPr/>
        </p:nvSpPr>
        <p:spPr>
          <a:xfrm>
            <a:off x="302660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4" name="data_7265">
            <a:extLst>
              <a:ext uri="{FF2B5EF4-FFF2-40B4-BE49-F238E27FC236}">
                <a16:creationId xmlns:a16="http://schemas.microsoft.com/office/drawing/2014/main" id="{574FD247-ADFD-447E-80EE-4E29B810CE71}"/>
              </a:ext>
            </a:extLst>
          </p:cNvPr>
          <p:cNvSpPr>
            <a:spLocks/>
          </p:cNvSpPr>
          <p:nvPr/>
        </p:nvSpPr>
        <p:spPr>
          <a:xfrm>
            <a:off x="313894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5" name="data_7266">
            <a:extLst>
              <a:ext uri="{FF2B5EF4-FFF2-40B4-BE49-F238E27FC236}">
                <a16:creationId xmlns:a16="http://schemas.microsoft.com/office/drawing/2014/main" id="{1C4E5B21-6A69-47EB-B57E-32808D0963C2}"/>
              </a:ext>
            </a:extLst>
          </p:cNvPr>
          <p:cNvSpPr>
            <a:spLocks/>
          </p:cNvSpPr>
          <p:nvPr/>
        </p:nvSpPr>
        <p:spPr>
          <a:xfrm>
            <a:off x="299911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6" name="data_7267">
            <a:extLst>
              <a:ext uri="{FF2B5EF4-FFF2-40B4-BE49-F238E27FC236}">
                <a16:creationId xmlns:a16="http://schemas.microsoft.com/office/drawing/2014/main" id="{5B21DECD-CDB8-4A05-9071-F80CFD24F1EE}"/>
              </a:ext>
            </a:extLst>
          </p:cNvPr>
          <p:cNvSpPr>
            <a:spLocks/>
          </p:cNvSpPr>
          <p:nvPr/>
        </p:nvSpPr>
        <p:spPr>
          <a:xfrm>
            <a:off x="305654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7" name="data_7268">
            <a:extLst>
              <a:ext uri="{FF2B5EF4-FFF2-40B4-BE49-F238E27FC236}">
                <a16:creationId xmlns:a16="http://schemas.microsoft.com/office/drawing/2014/main" id="{A005A5E7-FB24-4D3B-9B41-AD13617081EF}"/>
              </a:ext>
            </a:extLst>
          </p:cNvPr>
          <p:cNvSpPr>
            <a:spLocks/>
          </p:cNvSpPr>
          <p:nvPr/>
        </p:nvSpPr>
        <p:spPr>
          <a:xfrm>
            <a:off x="307576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8" name="data_7269">
            <a:extLst>
              <a:ext uri="{FF2B5EF4-FFF2-40B4-BE49-F238E27FC236}">
                <a16:creationId xmlns:a16="http://schemas.microsoft.com/office/drawing/2014/main" id="{645A61D2-6093-486A-BB1B-2D5F9B588AC0}"/>
              </a:ext>
            </a:extLst>
          </p:cNvPr>
          <p:cNvSpPr>
            <a:spLocks/>
          </p:cNvSpPr>
          <p:nvPr/>
        </p:nvSpPr>
        <p:spPr>
          <a:xfrm>
            <a:off x="315015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9" name="data_7270">
            <a:extLst>
              <a:ext uri="{FF2B5EF4-FFF2-40B4-BE49-F238E27FC236}">
                <a16:creationId xmlns:a16="http://schemas.microsoft.com/office/drawing/2014/main" id="{88E52D70-00CF-41D6-AA07-47EC4CA922B8}"/>
              </a:ext>
            </a:extLst>
          </p:cNvPr>
          <p:cNvSpPr>
            <a:spLocks/>
          </p:cNvSpPr>
          <p:nvPr/>
        </p:nvSpPr>
        <p:spPr>
          <a:xfrm>
            <a:off x="3086402" y="65766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0" name="data_7271">
            <a:extLst>
              <a:ext uri="{FF2B5EF4-FFF2-40B4-BE49-F238E27FC236}">
                <a16:creationId xmlns:a16="http://schemas.microsoft.com/office/drawing/2014/main" id="{7EE0A492-D8C0-4F7A-B187-61ECD4BDC666}"/>
              </a:ext>
            </a:extLst>
          </p:cNvPr>
          <p:cNvSpPr>
            <a:spLocks/>
          </p:cNvSpPr>
          <p:nvPr/>
        </p:nvSpPr>
        <p:spPr>
          <a:xfrm>
            <a:off x="304542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1" name="data_7272">
            <a:extLst>
              <a:ext uri="{FF2B5EF4-FFF2-40B4-BE49-F238E27FC236}">
                <a16:creationId xmlns:a16="http://schemas.microsoft.com/office/drawing/2014/main" id="{B32ED9BA-2A17-4769-B1DF-5BE4B0E10BDD}"/>
              </a:ext>
            </a:extLst>
          </p:cNvPr>
          <p:cNvSpPr>
            <a:spLocks/>
          </p:cNvSpPr>
          <p:nvPr/>
        </p:nvSpPr>
        <p:spPr>
          <a:xfrm>
            <a:off x="3109189" y="5699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2" name="data_7273">
            <a:extLst>
              <a:ext uri="{FF2B5EF4-FFF2-40B4-BE49-F238E27FC236}">
                <a16:creationId xmlns:a16="http://schemas.microsoft.com/office/drawing/2014/main" id="{416FC3C3-C2D8-4674-95C2-89DE5C1AFA47}"/>
              </a:ext>
            </a:extLst>
          </p:cNvPr>
          <p:cNvSpPr>
            <a:spLocks/>
          </p:cNvSpPr>
          <p:nvPr/>
        </p:nvSpPr>
        <p:spPr>
          <a:xfrm>
            <a:off x="2985985" y="6487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3" name="data_7274">
            <a:extLst>
              <a:ext uri="{FF2B5EF4-FFF2-40B4-BE49-F238E27FC236}">
                <a16:creationId xmlns:a16="http://schemas.microsoft.com/office/drawing/2014/main" id="{2226E75E-CDA2-4E26-A07D-2AFD92716771}"/>
              </a:ext>
            </a:extLst>
          </p:cNvPr>
          <p:cNvSpPr>
            <a:spLocks/>
          </p:cNvSpPr>
          <p:nvPr/>
        </p:nvSpPr>
        <p:spPr>
          <a:xfrm>
            <a:off x="299335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4" name="data_7275">
            <a:extLst>
              <a:ext uri="{FF2B5EF4-FFF2-40B4-BE49-F238E27FC236}">
                <a16:creationId xmlns:a16="http://schemas.microsoft.com/office/drawing/2014/main" id="{190B9DF8-0008-4315-8915-0B8162DF63BC}"/>
              </a:ext>
            </a:extLst>
          </p:cNvPr>
          <p:cNvSpPr>
            <a:spLocks/>
          </p:cNvSpPr>
          <p:nvPr/>
        </p:nvSpPr>
        <p:spPr>
          <a:xfrm>
            <a:off x="307384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5" name="data_7276">
            <a:extLst>
              <a:ext uri="{FF2B5EF4-FFF2-40B4-BE49-F238E27FC236}">
                <a16:creationId xmlns:a16="http://schemas.microsoft.com/office/drawing/2014/main" id="{508D7BAA-0455-46F9-8DD3-87338A5BEB9F}"/>
              </a:ext>
            </a:extLst>
          </p:cNvPr>
          <p:cNvSpPr>
            <a:spLocks/>
          </p:cNvSpPr>
          <p:nvPr/>
        </p:nvSpPr>
        <p:spPr>
          <a:xfrm>
            <a:off x="3135719" y="51685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6" name="data_7277">
            <a:extLst>
              <a:ext uri="{FF2B5EF4-FFF2-40B4-BE49-F238E27FC236}">
                <a16:creationId xmlns:a16="http://schemas.microsoft.com/office/drawing/2014/main" id="{390B3756-08E4-44FA-9E4C-0E64F5B1428C}"/>
              </a:ext>
            </a:extLst>
          </p:cNvPr>
          <p:cNvSpPr>
            <a:spLocks/>
          </p:cNvSpPr>
          <p:nvPr/>
        </p:nvSpPr>
        <p:spPr>
          <a:xfrm>
            <a:off x="304504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7" name="data_7278">
            <a:extLst>
              <a:ext uri="{FF2B5EF4-FFF2-40B4-BE49-F238E27FC236}">
                <a16:creationId xmlns:a16="http://schemas.microsoft.com/office/drawing/2014/main" id="{4E4B1A75-63BC-4D7D-9F58-CA93311BD67B}"/>
              </a:ext>
            </a:extLst>
          </p:cNvPr>
          <p:cNvSpPr>
            <a:spLocks/>
          </p:cNvSpPr>
          <p:nvPr/>
        </p:nvSpPr>
        <p:spPr>
          <a:xfrm>
            <a:off x="309270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8" name="data_7279">
            <a:extLst>
              <a:ext uri="{FF2B5EF4-FFF2-40B4-BE49-F238E27FC236}">
                <a16:creationId xmlns:a16="http://schemas.microsoft.com/office/drawing/2014/main" id="{D77CCF79-6EC8-4B82-B82A-FEFA8ABC31B9}"/>
              </a:ext>
            </a:extLst>
          </p:cNvPr>
          <p:cNvSpPr>
            <a:spLocks/>
          </p:cNvSpPr>
          <p:nvPr/>
        </p:nvSpPr>
        <p:spPr>
          <a:xfrm>
            <a:off x="310567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9" name="data_7280">
            <a:extLst>
              <a:ext uri="{FF2B5EF4-FFF2-40B4-BE49-F238E27FC236}">
                <a16:creationId xmlns:a16="http://schemas.microsoft.com/office/drawing/2014/main" id="{A998BC37-193A-4D44-B6FC-E3F2DEFD9A3E}"/>
              </a:ext>
            </a:extLst>
          </p:cNvPr>
          <p:cNvSpPr>
            <a:spLocks/>
          </p:cNvSpPr>
          <p:nvPr/>
        </p:nvSpPr>
        <p:spPr>
          <a:xfrm>
            <a:off x="3029952" y="66958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0" name="data_7281">
            <a:extLst>
              <a:ext uri="{FF2B5EF4-FFF2-40B4-BE49-F238E27FC236}">
                <a16:creationId xmlns:a16="http://schemas.microsoft.com/office/drawing/2014/main" id="{E6DD72EA-811D-4FD3-8334-87775B9B7A12}"/>
              </a:ext>
            </a:extLst>
          </p:cNvPr>
          <p:cNvSpPr>
            <a:spLocks/>
          </p:cNvSpPr>
          <p:nvPr/>
        </p:nvSpPr>
        <p:spPr>
          <a:xfrm>
            <a:off x="362180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1" name="data_7282">
            <a:extLst>
              <a:ext uri="{FF2B5EF4-FFF2-40B4-BE49-F238E27FC236}">
                <a16:creationId xmlns:a16="http://schemas.microsoft.com/office/drawing/2014/main" id="{5AA1A0F5-84AC-4971-AEF9-5FE76595FF65}"/>
              </a:ext>
            </a:extLst>
          </p:cNvPr>
          <p:cNvSpPr>
            <a:spLocks/>
          </p:cNvSpPr>
          <p:nvPr/>
        </p:nvSpPr>
        <p:spPr>
          <a:xfrm>
            <a:off x="3624308" y="57544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2" name="data_7283">
            <a:extLst>
              <a:ext uri="{FF2B5EF4-FFF2-40B4-BE49-F238E27FC236}">
                <a16:creationId xmlns:a16="http://schemas.microsoft.com/office/drawing/2014/main" id="{243EA3DF-00C0-4B3B-AFDF-E88B991821BF}"/>
              </a:ext>
            </a:extLst>
          </p:cNvPr>
          <p:cNvSpPr>
            <a:spLocks/>
          </p:cNvSpPr>
          <p:nvPr/>
        </p:nvSpPr>
        <p:spPr>
          <a:xfrm>
            <a:off x="365406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3" name="data_7284">
            <a:extLst>
              <a:ext uri="{FF2B5EF4-FFF2-40B4-BE49-F238E27FC236}">
                <a16:creationId xmlns:a16="http://schemas.microsoft.com/office/drawing/2014/main" id="{FAE1C7C8-F8FA-49C9-9D00-7BDED31A1745}"/>
              </a:ext>
            </a:extLst>
          </p:cNvPr>
          <p:cNvSpPr>
            <a:spLocks/>
          </p:cNvSpPr>
          <p:nvPr/>
        </p:nvSpPr>
        <p:spPr>
          <a:xfrm>
            <a:off x="3679388" y="55476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4" name="data_7285">
            <a:extLst>
              <a:ext uri="{FF2B5EF4-FFF2-40B4-BE49-F238E27FC236}">
                <a16:creationId xmlns:a16="http://schemas.microsoft.com/office/drawing/2014/main" id="{10DF9E8A-10D4-4AFB-87B9-D522766A8A15}"/>
              </a:ext>
            </a:extLst>
          </p:cNvPr>
          <p:cNvSpPr>
            <a:spLocks/>
          </p:cNvSpPr>
          <p:nvPr/>
        </p:nvSpPr>
        <p:spPr>
          <a:xfrm>
            <a:off x="3626231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5" name="data_7286">
            <a:extLst>
              <a:ext uri="{FF2B5EF4-FFF2-40B4-BE49-F238E27FC236}">
                <a16:creationId xmlns:a16="http://schemas.microsoft.com/office/drawing/2014/main" id="{9B8DDE92-F2B3-4956-BF9B-C399B08EA853}"/>
              </a:ext>
            </a:extLst>
          </p:cNvPr>
          <p:cNvSpPr>
            <a:spLocks/>
          </p:cNvSpPr>
          <p:nvPr/>
        </p:nvSpPr>
        <p:spPr>
          <a:xfrm>
            <a:off x="3732014" y="657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6" name="data_7287">
            <a:extLst>
              <a:ext uri="{FF2B5EF4-FFF2-40B4-BE49-F238E27FC236}">
                <a16:creationId xmlns:a16="http://schemas.microsoft.com/office/drawing/2014/main" id="{4078677B-4E30-4DA2-8CB8-5E7BBB28E435}"/>
              </a:ext>
            </a:extLst>
          </p:cNvPr>
          <p:cNvSpPr>
            <a:spLocks/>
          </p:cNvSpPr>
          <p:nvPr/>
        </p:nvSpPr>
        <p:spPr>
          <a:xfrm>
            <a:off x="3625506" y="61282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7" name="data_7288">
            <a:extLst>
              <a:ext uri="{FF2B5EF4-FFF2-40B4-BE49-F238E27FC236}">
                <a16:creationId xmlns:a16="http://schemas.microsoft.com/office/drawing/2014/main" id="{042AB0A2-7887-4F10-BC22-21523B32A28F}"/>
              </a:ext>
            </a:extLst>
          </p:cNvPr>
          <p:cNvSpPr>
            <a:spLocks/>
          </p:cNvSpPr>
          <p:nvPr/>
        </p:nvSpPr>
        <p:spPr>
          <a:xfrm>
            <a:off x="3679210" y="5466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8" name="data_7289">
            <a:extLst>
              <a:ext uri="{FF2B5EF4-FFF2-40B4-BE49-F238E27FC236}">
                <a16:creationId xmlns:a16="http://schemas.microsoft.com/office/drawing/2014/main" id="{D57BDC85-3049-427B-A2F7-0C9F25CC117B}"/>
              </a:ext>
            </a:extLst>
          </p:cNvPr>
          <p:cNvSpPr>
            <a:spLocks/>
          </p:cNvSpPr>
          <p:nvPr/>
        </p:nvSpPr>
        <p:spPr>
          <a:xfrm>
            <a:off x="369057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9" name="data_7290">
            <a:extLst>
              <a:ext uri="{FF2B5EF4-FFF2-40B4-BE49-F238E27FC236}">
                <a16:creationId xmlns:a16="http://schemas.microsoft.com/office/drawing/2014/main" id="{3F22D84F-FC51-42F4-A085-FFE35DD7178D}"/>
              </a:ext>
            </a:extLst>
          </p:cNvPr>
          <p:cNvSpPr>
            <a:spLocks/>
          </p:cNvSpPr>
          <p:nvPr/>
        </p:nvSpPr>
        <p:spPr>
          <a:xfrm>
            <a:off x="369253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0" name="data_7291">
            <a:extLst>
              <a:ext uri="{FF2B5EF4-FFF2-40B4-BE49-F238E27FC236}">
                <a16:creationId xmlns:a16="http://schemas.microsoft.com/office/drawing/2014/main" id="{11484527-8008-4F58-9EC5-76B163F8C7E4}"/>
              </a:ext>
            </a:extLst>
          </p:cNvPr>
          <p:cNvSpPr>
            <a:spLocks/>
          </p:cNvSpPr>
          <p:nvPr/>
        </p:nvSpPr>
        <p:spPr>
          <a:xfrm>
            <a:off x="3723501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1" name="data_7292">
            <a:extLst>
              <a:ext uri="{FF2B5EF4-FFF2-40B4-BE49-F238E27FC236}">
                <a16:creationId xmlns:a16="http://schemas.microsoft.com/office/drawing/2014/main" id="{4FFA7099-4A0D-45E5-8C2A-87C0C04B26AB}"/>
              </a:ext>
            </a:extLst>
          </p:cNvPr>
          <p:cNvSpPr>
            <a:spLocks/>
          </p:cNvSpPr>
          <p:nvPr/>
        </p:nvSpPr>
        <p:spPr>
          <a:xfrm>
            <a:off x="3731354" y="66781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2" name="data_7293">
            <a:extLst>
              <a:ext uri="{FF2B5EF4-FFF2-40B4-BE49-F238E27FC236}">
                <a16:creationId xmlns:a16="http://schemas.microsoft.com/office/drawing/2014/main" id="{B4E88F74-E992-4F4F-BA49-1BE050C8C9B3}"/>
              </a:ext>
            </a:extLst>
          </p:cNvPr>
          <p:cNvSpPr>
            <a:spLocks/>
          </p:cNvSpPr>
          <p:nvPr/>
        </p:nvSpPr>
        <p:spPr>
          <a:xfrm>
            <a:off x="370770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3" name="data_7294">
            <a:extLst>
              <a:ext uri="{FF2B5EF4-FFF2-40B4-BE49-F238E27FC236}">
                <a16:creationId xmlns:a16="http://schemas.microsoft.com/office/drawing/2014/main" id="{B5A8DCBF-4E3D-48B9-85FD-6B5CDDE618B0}"/>
              </a:ext>
            </a:extLst>
          </p:cNvPr>
          <p:cNvSpPr>
            <a:spLocks/>
          </p:cNvSpPr>
          <p:nvPr/>
        </p:nvSpPr>
        <p:spPr>
          <a:xfrm>
            <a:off x="366967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4" name="data_7295">
            <a:extLst>
              <a:ext uri="{FF2B5EF4-FFF2-40B4-BE49-F238E27FC236}">
                <a16:creationId xmlns:a16="http://schemas.microsoft.com/office/drawing/2014/main" id="{33BA9949-46C0-47F0-8E3A-7E10703BBC6D}"/>
              </a:ext>
            </a:extLst>
          </p:cNvPr>
          <p:cNvSpPr>
            <a:spLocks/>
          </p:cNvSpPr>
          <p:nvPr/>
        </p:nvSpPr>
        <p:spPr>
          <a:xfrm>
            <a:off x="3726074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5" name="data_7296">
            <a:extLst>
              <a:ext uri="{FF2B5EF4-FFF2-40B4-BE49-F238E27FC236}">
                <a16:creationId xmlns:a16="http://schemas.microsoft.com/office/drawing/2014/main" id="{56BC84E2-1BC7-413A-9F79-6664652CFD0F}"/>
              </a:ext>
            </a:extLst>
          </p:cNvPr>
          <p:cNvSpPr>
            <a:spLocks/>
          </p:cNvSpPr>
          <p:nvPr/>
        </p:nvSpPr>
        <p:spPr>
          <a:xfrm>
            <a:off x="367691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6" name="data_7297">
            <a:extLst>
              <a:ext uri="{FF2B5EF4-FFF2-40B4-BE49-F238E27FC236}">
                <a16:creationId xmlns:a16="http://schemas.microsoft.com/office/drawing/2014/main" id="{285B86F3-B648-473C-B20B-1A9367535985}"/>
              </a:ext>
            </a:extLst>
          </p:cNvPr>
          <p:cNvSpPr>
            <a:spLocks/>
          </p:cNvSpPr>
          <p:nvPr/>
        </p:nvSpPr>
        <p:spPr>
          <a:xfrm>
            <a:off x="3586652" y="63058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7" name="data_7298">
            <a:extLst>
              <a:ext uri="{FF2B5EF4-FFF2-40B4-BE49-F238E27FC236}">
                <a16:creationId xmlns:a16="http://schemas.microsoft.com/office/drawing/2014/main" id="{A2B8A0BE-964D-4051-85A3-7642411D1FE7}"/>
              </a:ext>
            </a:extLst>
          </p:cNvPr>
          <p:cNvSpPr>
            <a:spLocks/>
          </p:cNvSpPr>
          <p:nvPr/>
        </p:nvSpPr>
        <p:spPr>
          <a:xfrm>
            <a:off x="3635892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8" name="data_7299">
            <a:extLst>
              <a:ext uri="{FF2B5EF4-FFF2-40B4-BE49-F238E27FC236}">
                <a16:creationId xmlns:a16="http://schemas.microsoft.com/office/drawing/2014/main" id="{8635DFFD-737C-45E4-8FFB-519EF497FF47}"/>
              </a:ext>
            </a:extLst>
          </p:cNvPr>
          <p:cNvSpPr>
            <a:spLocks/>
          </p:cNvSpPr>
          <p:nvPr/>
        </p:nvSpPr>
        <p:spPr>
          <a:xfrm>
            <a:off x="3741657" y="68062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9" name="data_7300">
            <a:extLst>
              <a:ext uri="{FF2B5EF4-FFF2-40B4-BE49-F238E27FC236}">
                <a16:creationId xmlns:a16="http://schemas.microsoft.com/office/drawing/2014/main" id="{A8A838F7-A7C7-42F6-9744-7C964AC5F600}"/>
              </a:ext>
            </a:extLst>
          </p:cNvPr>
          <p:cNvSpPr>
            <a:spLocks/>
          </p:cNvSpPr>
          <p:nvPr/>
        </p:nvSpPr>
        <p:spPr>
          <a:xfrm>
            <a:off x="358432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0" name="data_7301">
            <a:extLst>
              <a:ext uri="{FF2B5EF4-FFF2-40B4-BE49-F238E27FC236}">
                <a16:creationId xmlns:a16="http://schemas.microsoft.com/office/drawing/2014/main" id="{B7FEB86C-886A-4C1C-AACA-B0133E1362A8}"/>
              </a:ext>
            </a:extLst>
          </p:cNvPr>
          <p:cNvSpPr>
            <a:spLocks/>
          </p:cNvSpPr>
          <p:nvPr/>
        </p:nvSpPr>
        <p:spPr>
          <a:xfrm>
            <a:off x="371544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1" name="data_7302">
            <a:extLst>
              <a:ext uri="{FF2B5EF4-FFF2-40B4-BE49-F238E27FC236}">
                <a16:creationId xmlns:a16="http://schemas.microsoft.com/office/drawing/2014/main" id="{E39C690C-F912-485C-95BA-D8E5EB13CBE0}"/>
              </a:ext>
            </a:extLst>
          </p:cNvPr>
          <p:cNvSpPr>
            <a:spLocks/>
          </p:cNvSpPr>
          <p:nvPr/>
        </p:nvSpPr>
        <p:spPr>
          <a:xfrm>
            <a:off x="370307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2" name="data_7303">
            <a:extLst>
              <a:ext uri="{FF2B5EF4-FFF2-40B4-BE49-F238E27FC236}">
                <a16:creationId xmlns:a16="http://schemas.microsoft.com/office/drawing/2014/main" id="{E349C92E-20E5-4F5F-8694-41294A1094DE}"/>
              </a:ext>
            </a:extLst>
          </p:cNvPr>
          <p:cNvSpPr>
            <a:spLocks/>
          </p:cNvSpPr>
          <p:nvPr/>
        </p:nvSpPr>
        <p:spPr>
          <a:xfrm>
            <a:off x="3690618" y="68366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3" name="data_7304">
            <a:extLst>
              <a:ext uri="{FF2B5EF4-FFF2-40B4-BE49-F238E27FC236}">
                <a16:creationId xmlns:a16="http://schemas.microsoft.com/office/drawing/2014/main" id="{5C1C2A2E-C84D-4456-AB7C-70EA9853C9D1}"/>
              </a:ext>
            </a:extLst>
          </p:cNvPr>
          <p:cNvSpPr>
            <a:spLocks/>
          </p:cNvSpPr>
          <p:nvPr/>
        </p:nvSpPr>
        <p:spPr>
          <a:xfrm>
            <a:off x="3740939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4" name="data_7305">
            <a:extLst>
              <a:ext uri="{FF2B5EF4-FFF2-40B4-BE49-F238E27FC236}">
                <a16:creationId xmlns:a16="http://schemas.microsoft.com/office/drawing/2014/main" id="{E589F4CC-A203-4256-B736-E67E3432FE12}"/>
              </a:ext>
            </a:extLst>
          </p:cNvPr>
          <p:cNvSpPr>
            <a:spLocks/>
          </p:cNvSpPr>
          <p:nvPr/>
        </p:nvSpPr>
        <p:spPr>
          <a:xfrm>
            <a:off x="373216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5" name="data_7306">
            <a:extLst>
              <a:ext uri="{FF2B5EF4-FFF2-40B4-BE49-F238E27FC236}">
                <a16:creationId xmlns:a16="http://schemas.microsoft.com/office/drawing/2014/main" id="{105D94BC-84B8-4C69-BADF-327AA2D8B3EC}"/>
              </a:ext>
            </a:extLst>
          </p:cNvPr>
          <p:cNvSpPr>
            <a:spLocks/>
          </p:cNvSpPr>
          <p:nvPr/>
        </p:nvSpPr>
        <p:spPr>
          <a:xfrm>
            <a:off x="3677964" y="6570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6" name="data_7307">
            <a:extLst>
              <a:ext uri="{FF2B5EF4-FFF2-40B4-BE49-F238E27FC236}">
                <a16:creationId xmlns:a16="http://schemas.microsoft.com/office/drawing/2014/main" id="{D3F20033-E4FE-4836-A663-237A39F788DA}"/>
              </a:ext>
            </a:extLst>
          </p:cNvPr>
          <p:cNvSpPr>
            <a:spLocks/>
          </p:cNvSpPr>
          <p:nvPr/>
        </p:nvSpPr>
        <p:spPr>
          <a:xfrm>
            <a:off x="364832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7" name="data_7308">
            <a:extLst>
              <a:ext uri="{FF2B5EF4-FFF2-40B4-BE49-F238E27FC236}">
                <a16:creationId xmlns:a16="http://schemas.microsoft.com/office/drawing/2014/main" id="{9F3AF7D8-5CD6-4583-9CF1-73D558DB0601}"/>
              </a:ext>
            </a:extLst>
          </p:cNvPr>
          <p:cNvSpPr>
            <a:spLocks/>
          </p:cNvSpPr>
          <p:nvPr/>
        </p:nvSpPr>
        <p:spPr>
          <a:xfrm>
            <a:off x="362960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8" name="data_7309">
            <a:extLst>
              <a:ext uri="{FF2B5EF4-FFF2-40B4-BE49-F238E27FC236}">
                <a16:creationId xmlns:a16="http://schemas.microsoft.com/office/drawing/2014/main" id="{5331FF04-A7DA-4614-817E-7C626D7E3788}"/>
              </a:ext>
            </a:extLst>
          </p:cNvPr>
          <p:cNvSpPr>
            <a:spLocks/>
          </p:cNvSpPr>
          <p:nvPr/>
        </p:nvSpPr>
        <p:spPr>
          <a:xfrm>
            <a:off x="362830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9" name="data_7310">
            <a:extLst>
              <a:ext uri="{FF2B5EF4-FFF2-40B4-BE49-F238E27FC236}">
                <a16:creationId xmlns:a16="http://schemas.microsoft.com/office/drawing/2014/main" id="{83ADA110-542E-4889-A29D-83E6E8C16B77}"/>
              </a:ext>
            </a:extLst>
          </p:cNvPr>
          <p:cNvSpPr>
            <a:spLocks/>
          </p:cNvSpPr>
          <p:nvPr/>
        </p:nvSpPr>
        <p:spPr>
          <a:xfrm>
            <a:off x="360077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0" name="data_7311">
            <a:extLst>
              <a:ext uri="{FF2B5EF4-FFF2-40B4-BE49-F238E27FC236}">
                <a16:creationId xmlns:a16="http://schemas.microsoft.com/office/drawing/2014/main" id="{5FD03308-3DFE-486B-A61F-937159567651}"/>
              </a:ext>
            </a:extLst>
          </p:cNvPr>
          <p:cNvSpPr>
            <a:spLocks/>
          </p:cNvSpPr>
          <p:nvPr/>
        </p:nvSpPr>
        <p:spPr>
          <a:xfrm>
            <a:off x="359492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1" name="data_7312">
            <a:extLst>
              <a:ext uri="{FF2B5EF4-FFF2-40B4-BE49-F238E27FC236}">
                <a16:creationId xmlns:a16="http://schemas.microsoft.com/office/drawing/2014/main" id="{35E6A1E3-DF86-4A1F-8023-EE33B4F07A89}"/>
              </a:ext>
            </a:extLst>
          </p:cNvPr>
          <p:cNvSpPr>
            <a:spLocks/>
          </p:cNvSpPr>
          <p:nvPr/>
        </p:nvSpPr>
        <p:spPr>
          <a:xfrm>
            <a:off x="3718243" y="6855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2" name="data_7313">
            <a:extLst>
              <a:ext uri="{FF2B5EF4-FFF2-40B4-BE49-F238E27FC236}">
                <a16:creationId xmlns:a16="http://schemas.microsoft.com/office/drawing/2014/main" id="{36065308-342E-4F16-953A-FC70929F7A2B}"/>
              </a:ext>
            </a:extLst>
          </p:cNvPr>
          <p:cNvSpPr>
            <a:spLocks/>
          </p:cNvSpPr>
          <p:nvPr/>
        </p:nvSpPr>
        <p:spPr>
          <a:xfrm>
            <a:off x="3688722" y="68826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3" name="data_7314">
            <a:extLst>
              <a:ext uri="{FF2B5EF4-FFF2-40B4-BE49-F238E27FC236}">
                <a16:creationId xmlns:a16="http://schemas.microsoft.com/office/drawing/2014/main" id="{8A16888F-4B74-4107-842C-9C4036C2A2CD}"/>
              </a:ext>
            </a:extLst>
          </p:cNvPr>
          <p:cNvSpPr>
            <a:spLocks/>
          </p:cNvSpPr>
          <p:nvPr/>
        </p:nvSpPr>
        <p:spPr>
          <a:xfrm>
            <a:off x="3628039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4" name="data_7315">
            <a:extLst>
              <a:ext uri="{FF2B5EF4-FFF2-40B4-BE49-F238E27FC236}">
                <a16:creationId xmlns:a16="http://schemas.microsoft.com/office/drawing/2014/main" id="{CC4BBC29-EFA2-43E0-B7DC-FCD330EFA27F}"/>
              </a:ext>
            </a:extLst>
          </p:cNvPr>
          <p:cNvSpPr>
            <a:spLocks/>
          </p:cNvSpPr>
          <p:nvPr/>
        </p:nvSpPr>
        <p:spPr>
          <a:xfrm>
            <a:off x="3620496" y="63058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5" name="data_7316">
            <a:extLst>
              <a:ext uri="{FF2B5EF4-FFF2-40B4-BE49-F238E27FC236}">
                <a16:creationId xmlns:a16="http://schemas.microsoft.com/office/drawing/2014/main" id="{E43884C7-C128-4A78-8839-A4A91DEBB047}"/>
              </a:ext>
            </a:extLst>
          </p:cNvPr>
          <p:cNvSpPr>
            <a:spLocks/>
          </p:cNvSpPr>
          <p:nvPr/>
        </p:nvSpPr>
        <p:spPr>
          <a:xfrm>
            <a:off x="372707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6" name="data_7317">
            <a:extLst>
              <a:ext uri="{FF2B5EF4-FFF2-40B4-BE49-F238E27FC236}">
                <a16:creationId xmlns:a16="http://schemas.microsoft.com/office/drawing/2014/main" id="{7380B9B5-DCF1-476C-82C2-4D8D0E32BBF0}"/>
              </a:ext>
            </a:extLst>
          </p:cNvPr>
          <p:cNvSpPr>
            <a:spLocks/>
          </p:cNvSpPr>
          <p:nvPr/>
        </p:nvSpPr>
        <p:spPr>
          <a:xfrm>
            <a:off x="3742636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7" name="data_7318">
            <a:extLst>
              <a:ext uri="{FF2B5EF4-FFF2-40B4-BE49-F238E27FC236}">
                <a16:creationId xmlns:a16="http://schemas.microsoft.com/office/drawing/2014/main" id="{131C0650-4610-4C6C-9D3D-3244133B8FD1}"/>
              </a:ext>
            </a:extLst>
          </p:cNvPr>
          <p:cNvSpPr>
            <a:spLocks/>
          </p:cNvSpPr>
          <p:nvPr/>
        </p:nvSpPr>
        <p:spPr>
          <a:xfrm>
            <a:off x="3710273" y="68257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8" name="data_7319">
            <a:extLst>
              <a:ext uri="{FF2B5EF4-FFF2-40B4-BE49-F238E27FC236}">
                <a16:creationId xmlns:a16="http://schemas.microsoft.com/office/drawing/2014/main" id="{C715347C-D652-46DF-8E2A-ACB999BD198E}"/>
              </a:ext>
            </a:extLst>
          </p:cNvPr>
          <p:cNvSpPr>
            <a:spLocks/>
          </p:cNvSpPr>
          <p:nvPr/>
        </p:nvSpPr>
        <p:spPr>
          <a:xfrm>
            <a:off x="359878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9" name="data_7320">
            <a:extLst>
              <a:ext uri="{FF2B5EF4-FFF2-40B4-BE49-F238E27FC236}">
                <a16:creationId xmlns:a16="http://schemas.microsoft.com/office/drawing/2014/main" id="{941BAD1E-3C43-49BE-944B-4BF4897F4614}"/>
              </a:ext>
            </a:extLst>
          </p:cNvPr>
          <p:cNvSpPr>
            <a:spLocks/>
          </p:cNvSpPr>
          <p:nvPr/>
        </p:nvSpPr>
        <p:spPr>
          <a:xfrm>
            <a:off x="3711706" y="68113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0" name="data_7321">
            <a:extLst>
              <a:ext uri="{FF2B5EF4-FFF2-40B4-BE49-F238E27FC236}">
                <a16:creationId xmlns:a16="http://schemas.microsoft.com/office/drawing/2014/main" id="{DA051CAE-6E6A-40F9-9022-E2EF9B4D5575}"/>
              </a:ext>
            </a:extLst>
          </p:cNvPr>
          <p:cNvSpPr>
            <a:spLocks/>
          </p:cNvSpPr>
          <p:nvPr/>
        </p:nvSpPr>
        <p:spPr>
          <a:xfrm>
            <a:off x="361872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1" name="data_7322">
            <a:extLst>
              <a:ext uri="{FF2B5EF4-FFF2-40B4-BE49-F238E27FC236}">
                <a16:creationId xmlns:a16="http://schemas.microsoft.com/office/drawing/2014/main" id="{1BFB6ADD-D965-47E7-A564-8F06AED7DC09}"/>
              </a:ext>
            </a:extLst>
          </p:cNvPr>
          <p:cNvSpPr>
            <a:spLocks/>
          </p:cNvSpPr>
          <p:nvPr/>
        </p:nvSpPr>
        <p:spPr>
          <a:xfrm>
            <a:off x="359785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2" name="data_7323">
            <a:extLst>
              <a:ext uri="{FF2B5EF4-FFF2-40B4-BE49-F238E27FC236}">
                <a16:creationId xmlns:a16="http://schemas.microsoft.com/office/drawing/2014/main" id="{6B9E1765-2302-4132-AB03-6AB73D105C8A}"/>
              </a:ext>
            </a:extLst>
          </p:cNvPr>
          <p:cNvSpPr>
            <a:spLocks/>
          </p:cNvSpPr>
          <p:nvPr/>
        </p:nvSpPr>
        <p:spPr>
          <a:xfrm>
            <a:off x="371041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3" name="data_7324">
            <a:extLst>
              <a:ext uri="{FF2B5EF4-FFF2-40B4-BE49-F238E27FC236}">
                <a16:creationId xmlns:a16="http://schemas.microsoft.com/office/drawing/2014/main" id="{7C8F6B0A-E6FE-4EC6-8EB7-3A09DE259ACE}"/>
              </a:ext>
            </a:extLst>
          </p:cNvPr>
          <p:cNvSpPr>
            <a:spLocks/>
          </p:cNvSpPr>
          <p:nvPr/>
        </p:nvSpPr>
        <p:spPr>
          <a:xfrm>
            <a:off x="3592410" y="64575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4" name="data_7325">
            <a:extLst>
              <a:ext uri="{FF2B5EF4-FFF2-40B4-BE49-F238E27FC236}">
                <a16:creationId xmlns:a16="http://schemas.microsoft.com/office/drawing/2014/main" id="{50E55113-C474-4AE6-97AF-86269DEB1379}"/>
              </a:ext>
            </a:extLst>
          </p:cNvPr>
          <p:cNvSpPr>
            <a:spLocks/>
          </p:cNvSpPr>
          <p:nvPr/>
        </p:nvSpPr>
        <p:spPr>
          <a:xfrm>
            <a:off x="3741881" y="67824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5" name="data_7326">
            <a:extLst>
              <a:ext uri="{FF2B5EF4-FFF2-40B4-BE49-F238E27FC236}">
                <a16:creationId xmlns:a16="http://schemas.microsoft.com/office/drawing/2014/main" id="{3FDEB65A-463E-488F-990E-4782DE7C8343}"/>
              </a:ext>
            </a:extLst>
          </p:cNvPr>
          <p:cNvSpPr>
            <a:spLocks/>
          </p:cNvSpPr>
          <p:nvPr/>
        </p:nvSpPr>
        <p:spPr>
          <a:xfrm>
            <a:off x="364772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6" name="data_7327">
            <a:extLst>
              <a:ext uri="{FF2B5EF4-FFF2-40B4-BE49-F238E27FC236}">
                <a16:creationId xmlns:a16="http://schemas.microsoft.com/office/drawing/2014/main" id="{F3F3A4E5-7DA9-466D-A232-2E53B24772F5}"/>
              </a:ext>
            </a:extLst>
          </p:cNvPr>
          <p:cNvSpPr>
            <a:spLocks/>
          </p:cNvSpPr>
          <p:nvPr/>
        </p:nvSpPr>
        <p:spPr>
          <a:xfrm>
            <a:off x="371046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7" name="data_7328">
            <a:extLst>
              <a:ext uri="{FF2B5EF4-FFF2-40B4-BE49-F238E27FC236}">
                <a16:creationId xmlns:a16="http://schemas.microsoft.com/office/drawing/2014/main" id="{06BC5FAB-0A61-4457-BE21-C02EACA33B3F}"/>
              </a:ext>
            </a:extLst>
          </p:cNvPr>
          <p:cNvSpPr>
            <a:spLocks/>
          </p:cNvSpPr>
          <p:nvPr/>
        </p:nvSpPr>
        <p:spPr>
          <a:xfrm>
            <a:off x="3593423" y="69016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8" name="data_7329">
            <a:extLst>
              <a:ext uri="{FF2B5EF4-FFF2-40B4-BE49-F238E27FC236}">
                <a16:creationId xmlns:a16="http://schemas.microsoft.com/office/drawing/2014/main" id="{8C4089F9-6FD0-44AD-A3C5-860EF59EE168}"/>
              </a:ext>
            </a:extLst>
          </p:cNvPr>
          <p:cNvSpPr>
            <a:spLocks/>
          </p:cNvSpPr>
          <p:nvPr/>
        </p:nvSpPr>
        <p:spPr>
          <a:xfrm>
            <a:off x="3710667" y="58018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9" name="data_7330">
            <a:extLst>
              <a:ext uri="{FF2B5EF4-FFF2-40B4-BE49-F238E27FC236}">
                <a16:creationId xmlns:a16="http://schemas.microsoft.com/office/drawing/2014/main" id="{00C1C912-37FB-40C3-BBC2-B06E3E53878A}"/>
              </a:ext>
            </a:extLst>
          </p:cNvPr>
          <p:cNvSpPr>
            <a:spLocks/>
          </p:cNvSpPr>
          <p:nvPr/>
        </p:nvSpPr>
        <p:spPr>
          <a:xfrm>
            <a:off x="358783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0" name="data_7331">
            <a:extLst>
              <a:ext uri="{FF2B5EF4-FFF2-40B4-BE49-F238E27FC236}">
                <a16:creationId xmlns:a16="http://schemas.microsoft.com/office/drawing/2014/main" id="{561EBF3D-0CED-4C52-94E4-5270B0114998}"/>
              </a:ext>
            </a:extLst>
          </p:cNvPr>
          <p:cNvSpPr>
            <a:spLocks/>
          </p:cNvSpPr>
          <p:nvPr/>
        </p:nvSpPr>
        <p:spPr>
          <a:xfrm>
            <a:off x="3682732" y="69107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1" name="data_7332">
            <a:extLst>
              <a:ext uri="{FF2B5EF4-FFF2-40B4-BE49-F238E27FC236}">
                <a16:creationId xmlns:a16="http://schemas.microsoft.com/office/drawing/2014/main" id="{99C558F4-4854-4FFF-8523-E23DD8E7159C}"/>
              </a:ext>
            </a:extLst>
          </p:cNvPr>
          <p:cNvSpPr>
            <a:spLocks/>
          </p:cNvSpPr>
          <p:nvPr/>
        </p:nvSpPr>
        <p:spPr>
          <a:xfrm>
            <a:off x="3607699" y="66091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2" name="data_7333">
            <a:extLst>
              <a:ext uri="{FF2B5EF4-FFF2-40B4-BE49-F238E27FC236}">
                <a16:creationId xmlns:a16="http://schemas.microsoft.com/office/drawing/2014/main" id="{D29FB393-74D1-4349-A071-52CA5864DBA8}"/>
              </a:ext>
            </a:extLst>
          </p:cNvPr>
          <p:cNvSpPr>
            <a:spLocks/>
          </p:cNvSpPr>
          <p:nvPr/>
        </p:nvSpPr>
        <p:spPr>
          <a:xfrm>
            <a:off x="3600637" y="6684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3" name="data_7334">
            <a:extLst>
              <a:ext uri="{FF2B5EF4-FFF2-40B4-BE49-F238E27FC236}">
                <a16:creationId xmlns:a16="http://schemas.microsoft.com/office/drawing/2014/main" id="{DCD984E4-B9A0-4624-A1EC-D89AB0E3EEC6}"/>
              </a:ext>
            </a:extLst>
          </p:cNvPr>
          <p:cNvSpPr>
            <a:spLocks/>
          </p:cNvSpPr>
          <p:nvPr/>
        </p:nvSpPr>
        <p:spPr>
          <a:xfrm>
            <a:off x="361837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4" name="data_7335">
            <a:extLst>
              <a:ext uri="{FF2B5EF4-FFF2-40B4-BE49-F238E27FC236}">
                <a16:creationId xmlns:a16="http://schemas.microsoft.com/office/drawing/2014/main" id="{B221C874-9ADE-4D7C-A998-D5A0EB81E602}"/>
              </a:ext>
            </a:extLst>
          </p:cNvPr>
          <p:cNvSpPr>
            <a:spLocks/>
          </p:cNvSpPr>
          <p:nvPr/>
        </p:nvSpPr>
        <p:spPr>
          <a:xfrm>
            <a:off x="3696205" y="59153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5" name="data_7336">
            <a:extLst>
              <a:ext uri="{FF2B5EF4-FFF2-40B4-BE49-F238E27FC236}">
                <a16:creationId xmlns:a16="http://schemas.microsoft.com/office/drawing/2014/main" id="{60F25135-CC87-456A-8BFC-1C9D860B7C4B}"/>
              </a:ext>
            </a:extLst>
          </p:cNvPr>
          <p:cNvSpPr>
            <a:spLocks/>
          </p:cNvSpPr>
          <p:nvPr/>
        </p:nvSpPr>
        <p:spPr>
          <a:xfrm>
            <a:off x="3695646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6" name="data_7337">
            <a:extLst>
              <a:ext uri="{FF2B5EF4-FFF2-40B4-BE49-F238E27FC236}">
                <a16:creationId xmlns:a16="http://schemas.microsoft.com/office/drawing/2014/main" id="{206BAE41-5B43-46D0-AAA9-868AABBC702E}"/>
              </a:ext>
            </a:extLst>
          </p:cNvPr>
          <p:cNvSpPr>
            <a:spLocks/>
          </p:cNvSpPr>
          <p:nvPr/>
        </p:nvSpPr>
        <p:spPr>
          <a:xfrm>
            <a:off x="366575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7" name="data_7338">
            <a:extLst>
              <a:ext uri="{FF2B5EF4-FFF2-40B4-BE49-F238E27FC236}">
                <a16:creationId xmlns:a16="http://schemas.microsoft.com/office/drawing/2014/main" id="{52CAC23A-DD96-4317-A5B1-F8B50316CAF6}"/>
              </a:ext>
            </a:extLst>
          </p:cNvPr>
          <p:cNvSpPr>
            <a:spLocks/>
          </p:cNvSpPr>
          <p:nvPr/>
        </p:nvSpPr>
        <p:spPr>
          <a:xfrm>
            <a:off x="3598422" y="58170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8" name="data_7339">
            <a:extLst>
              <a:ext uri="{FF2B5EF4-FFF2-40B4-BE49-F238E27FC236}">
                <a16:creationId xmlns:a16="http://schemas.microsoft.com/office/drawing/2014/main" id="{5FF3F7C1-3E60-473A-80B8-51D21731B10F}"/>
              </a:ext>
            </a:extLst>
          </p:cNvPr>
          <p:cNvSpPr>
            <a:spLocks/>
          </p:cNvSpPr>
          <p:nvPr/>
        </p:nvSpPr>
        <p:spPr>
          <a:xfrm>
            <a:off x="3604993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9" name="data_7340">
            <a:extLst>
              <a:ext uri="{FF2B5EF4-FFF2-40B4-BE49-F238E27FC236}">
                <a16:creationId xmlns:a16="http://schemas.microsoft.com/office/drawing/2014/main" id="{AFE8DE55-76DB-44C5-A4CB-70DFAB1614AB}"/>
              </a:ext>
            </a:extLst>
          </p:cNvPr>
          <p:cNvSpPr>
            <a:spLocks/>
          </p:cNvSpPr>
          <p:nvPr/>
        </p:nvSpPr>
        <p:spPr>
          <a:xfrm>
            <a:off x="3621581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0" name="data_7341">
            <a:extLst>
              <a:ext uri="{FF2B5EF4-FFF2-40B4-BE49-F238E27FC236}">
                <a16:creationId xmlns:a16="http://schemas.microsoft.com/office/drawing/2014/main" id="{0166FA91-6981-4263-B6ED-87A90D6DE8B4}"/>
              </a:ext>
            </a:extLst>
          </p:cNvPr>
          <p:cNvSpPr>
            <a:spLocks/>
          </p:cNvSpPr>
          <p:nvPr/>
        </p:nvSpPr>
        <p:spPr>
          <a:xfrm>
            <a:off x="3608498" y="6002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1" name="data_7342">
            <a:extLst>
              <a:ext uri="{FF2B5EF4-FFF2-40B4-BE49-F238E27FC236}">
                <a16:creationId xmlns:a16="http://schemas.microsoft.com/office/drawing/2014/main" id="{759DE07A-318A-4FE0-9A0E-FBE1AE6421C0}"/>
              </a:ext>
            </a:extLst>
          </p:cNvPr>
          <p:cNvSpPr>
            <a:spLocks/>
          </p:cNvSpPr>
          <p:nvPr/>
        </p:nvSpPr>
        <p:spPr>
          <a:xfrm>
            <a:off x="3720640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2" name="data_7343">
            <a:extLst>
              <a:ext uri="{FF2B5EF4-FFF2-40B4-BE49-F238E27FC236}">
                <a16:creationId xmlns:a16="http://schemas.microsoft.com/office/drawing/2014/main" id="{AF2D5195-8407-4A0D-9917-C974A5973A5F}"/>
              </a:ext>
            </a:extLst>
          </p:cNvPr>
          <p:cNvSpPr>
            <a:spLocks/>
          </p:cNvSpPr>
          <p:nvPr/>
        </p:nvSpPr>
        <p:spPr>
          <a:xfrm>
            <a:off x="3611316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3" name="data_7344">
            <a:extLst>
              <a:ext uri="{FF2B5EF4-FFF2-40B4-BE49-F238E27FC236}">
                <a16:creationId xmlns:a16="http://schemas.microsoft.com/office/drawing/2014/main" id="{60976FF2-67FA-4CF3-B924-CD9A8A0493FC}"/>
              </a:ext>
            </a:extLst>
          </p:cNvPr>
          <p:cNvSpPr>
            <a:spLocks/>
          </p:cNvSpPr>
          <p:nvPr/>
        </p:nvSpPr>
        <p:spPr>
          <a:xfrm>
            <a:off x="366866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4" name="data_7345">
            <a:extLst>
              <a:ext uri="{FF2B5EF4-FFF2-40B4-BE49-F238E27FC236}">
                <a16:creationId xmlns:a16="http://schemas.microsoft.com/office/drawing/2014/main" id="{3F2FB4CB-B86A-4A9B-BBDF-D2D53B190496}"/>
              </a:ext>
            </a:extLst>
          </p:cNvPr>
          <p:cNvSpPr>
            <a:spLocks/>
          </p:cNvSpPr>
          <p:nvPr/>
        </p:nvSpPr>
        <p:spPr>
          <a:xfrm>
            <a:off x="3662228" y="68366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5" name="data_7346">
            <a:extLst>
              <a:ext uri="{FF2B5EF4-FFF2-40B4-BE49-F238E27FC236}">
                <a16:creationId xmlns:a16="http://schemas.microsoft.com/office/drawing/2014/main" id="{77913278-DE21-4FDA-BF81-CAAD13A77533}"/>
              </a:ext>
            </a:extLst>
          </p:cNvPr>
          <p:cNvSpPr>
            <a:spLocks/>
          </p:cNvSpPr>
          <p:nvPr/>
        </p:nvSpPr>
        <p:spPr>
          <a:xfrm>
            <a:off x="357994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6" name="data_7347">
            <a:extLst>
              <a:ext uri="{FF2B5EF4-FFF2-40B4-BE49-F238E27FC236}">
                <a16:creationId xmlns:a16="http://schemas.microsoft.com/office/drawing/2014/main" id="{14373387-FF3E-4755-8B27-7C00F54BD960}"/>
              </a:ext>
            </a:extLst>
          </p:cNvPr>
          <p:cNvSpPr>
            <a:spLocks/>
          </p:cNvSpPr>
          <p:nvPr/>
        </p:nvSpPr>
        <p:spPr>
          <a:xfrm>
            <a:off x="373979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7" name="data_7348">
            <a:extLst>
              <a:ext uri="{FF2B5EF4-FFF2-40B4-BE49-F238E27FC236}">
                <a16:creationId xmlns:a16="http://schemas.microsoft.com/office/drawing/2014/main" id="{7343D3F4-977E-4E6C-B63B-270BE088A7AF}"/>
              </a:ext>
            </a:extLst>
          </p:cNvPr>
          <p:cNvSpPr>
            <a:spLocks/>
          </p:cNvSpPr>
          <p:nvPr/>
        </p:nvSpPr>
        <p:spPr>
          <a:xfrm>
            <a:off x="3587425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8" name="data_7349">
            <a:extLst>
              <a:ext uri="{FF2B5EF4-FFF2-40B4-BE49-F238E27FC236}">
                <a16:creationId xmlns:a16="http://schemas.microsoft.com/office/drawing/2014/main" id="{B2CAE334-7951-41DA-A146-0C77E5B14F9C}"/>
              </a:ext>
            </a:extLst>
          </p:cNvPr>
          <p:cNvSpPr>
            <a:spLocks/>
          </p:cNvSpPr>
          <p:nvPr/>
        </p:nvSpPr>
        <p:spPr>
          <a:xfrm>
            <a:off x="3643430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9" name="data_7350">
            <a:extLst>
              <a:ext uri="{FF2B5EF4-FFF2-40B4-BE49-F238E27FC236}">
                <a16:creationId xmlns:a16="http://schemas.microsoft.com/office/drawing/2014/main" id="{1067741E-A0F2-4ED3-86F8-B00118C891C9}"/>
              </a:ext>
            </a:extLst>
          </p:cNvPr>
          <p:cNvSpPr>
            <a:spLocks/>
          </p:cNvSpPr>
          <p:nvPr/>
        </p:nvSpPr>
        <p:spPr>
          <a:xfrm>
            <a:off x="3673133" y="56191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0" name="data_7351">
            <a:extLst>
              <a:ext uri="{FF2B5EF4-FFF2-40B4-BE49-F238E27FC236}">
                <a16:creationId xmlns:a16="http://schemas.microsoft.com/office/drawing/2014/main" id="{4FE7DD07-43B5-4436-9741-79531E27B011}"/>
              </a:ext>
            </a:extLst>
          </p:cNvPr>
          <p:cNvSpPr>
            <a:spLocks/>
          </p:cNvSpPr>
          <p:nvPr/>
        </p:nvSpPr>
        <p:spPr>
          <a:xfrm>
            <a:off x="368863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1" name="data_7352">
            <a:extLst>
              <a:ext uri="{FF2B5EF4-FFF2-40B4-BE49-F238E27FC236}">
                <a16:creationId xmlns:a16="http://schemas.microsoft.com/office/drawing/2014/main" id="{BD6CA5F6-3E7F-46B3-98BE-FF752FA4400F}"/>
              </a:ext>
            </a:extLst>
          </p:cNvPr>
          <p:cNvSpPr>
            <a:spLocks/>
          </p:cNvSpPr>
          <p:nvPr/>
        </p:nvSpPr>
        <p:spPr>
          <a:xfrm>
            <a:off x="3710258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2" name="data_7353">
            <a:extLst>
              <a:ext uri="{FF2B5EF4-FFF2-40B4-BE49-F238E27FC236}">
                <a16:creationId xmlns:a16="http://schemas.microsoft.com/office/drawing/2014/main" id="{C6EE2DF3-61DB-4B85-BA59-2DB77BC47A78}"/>
              </a:ext>
            </a:extLst>
          </p:cNvPr>
          <p:cNvSpPr>
            <a:spLocks/>
          </p:cNvSpPr>
          <p:nvPr/>
        </p:nvSpPr>
        <p:spPr>
          <a:xfrm>
            <a:off x="369620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3" name="data_7354">
            <a:extLst>
              <a:ext uri="{FF2B5EF4-FFF2-40B4-BE49-F238E27FC236}">
                <a16:creationId xmlns:a16="http://schemas.microsoft.com/office/drawing/2014/main" id="{4114AC61-9CD0-4F28-B286-3259120BDC75}"/>
              </a:ext>
            </a:extLst>
          </p:cNvPr>
          <p:cNvSpPr>
            <a:spLocks/>
          </p:cNvSpPr>
          <p:nvPr/>
        </p:nvSpPr>
        <p:spPr>
          <a:xfrm>
            <a:off x="367539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4" name="data_7355">
            <a:extLst>
              <a:ext uri="{FF2B5EF4-FFF2-40B4-BE49-F238E27FC236}">
                <a16:creationId xmlns:a16="http://schemas.microsoft.com/office/drawing/2014/main" id="{DDA2D3D1-9721-4CF5-B809-7EA5F3BC20CC}"/>
              </a:ext>
            </a:extLst>
          </p:cNvPr>
          <p:cNvSpPr>
            <a:spLocks/>
          </p:cNvSpPr>
          <p:nvPr/>
        </p:nvSpPr>
        <p:spPr>
          <a:xfrm>
            <a:off x="362965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5" name="data_7356">
            <a:extLst>
              <a:ext uri="{FF2B5EF4-FFF2-40B4-BE49-F238E27FC236}">
                <a16:creationId xmlns:a16="http://schemas.microsoft.com/office/drawing/2014/main" id="{FA20A416-CAB7-44C9-911D-7DF49B9839C1}"/>
              </a:ext>
            </a:extLst>
          </p:cNvPr>
          <p:cNvSpPr>
            <a:spLocks/>
          </p:cNvSpPr>
          <p:nvPr/>
        </p:nvSpPr>
        <p:spPr>
          <a:xfrm>
            <a:off x="3590165" y="67709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6" name="data_7357">
            <a:extLst>
              <a:ext uri="{FF2B5EF4-FFF2-40B4-BE49-F238E27FC236}">
                <a16:creationId xmlns:a16="http://schemas.microsoft.com/office/drawing/2014/main" id="{DC6855E9-9EFA-47FF-9A18-2BE4FD16A986}"/>
              </a:ext>
            </a:extLst>
          </p:cNvPr>
          <p:cNvSpPr>
            <a:spLocks/>
          </p:cNvSpPr>
          <p:nvPr/>
        </p:nvSpPr>
        <p:spPr>
          <a:xfrm>
            <a:off x="364918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7" name="data_7358">
            <a:extLst>
              <a:ext uri="{FF2B5EF4-FFF2-40B4-BE49-F238E27FC236}">
                <a16:creationId xmlns:a16="http://schemas.microsoft.com/office/drawing/2014/main" id="{BC55A244-853F-43A9-B154-699CEB39C89C}"/>
              </a:ext>
            </a:extLst>
          </p:cNvPr>
          <p:cNvSpPr>
            <a:spLocks/>
          </p:cNvSpPr>
          <p:nvPr/>
        </p:nvSpPr>
        <p:spPr>
          <a:xfrm>
            <a:off x="369417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8" name="data_7359">
            <a:extLst>
              <a:ext uri="{FF2B5EF4-FFF2-40B4-BE49-F238E27FC236}">
                <a16:creationId xmlns:a16="http://schemas.microsoft.com/office/drawing/2014/main" id="{5E574635-806F-44F4-A6A0-49C74F8FE2E2}"/>
              </a:ext>
            </a:extLst>
          </p:cNvPr>
          <p:cNvSpPr>
            <a:spLocks/>
          </p:cNvSpPr>
          <p:nvPr/>
        </p:nvSpPr>
        <p:spPr>
          <a:xfrm>
            <a:off x="360591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9" name="data_7360">
            <a:extLst>
              <a:ext uri="{FF2B5EF4-FFF2-40B4-BE49-F238E27FC236}">
                <a16:creationId xmlns:a16="http://schemas.microsoft.com/office/drawing/2014/main" id="{2224935E-C8F9-47D5-9560-D24C5D34C7CF}"/>
              </a:ext>
            </a:extLst>
          </p:cNvPr>
          <p:cNvSpPr>
            <a:spLocks/>
          </p:cNvSpPr>
          <p:nvPr/>
        </p:nvSpPr>
        <p:spPr>
          <a:xfrm>
            <a:off x="369660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0" name="data_7361">
            <a:extLst>
              <a:ext uri="{FF2B5EF4-FFF2-40B4-BE49-F238E27FC236}">
                <a16:creationId xmlns:a16="http://schemas.microsoft.com/office/drawing/2014/main" id="{BB0F1754-32D4-474D-B102-7228361AD448}"/>
              </a:ext>
            </a:extLst>
          </p:cNvPr>
          <p:cNvSpPr>
            <a:spLocks/>
          </p:cNvSpPr>
          <p:nvPr/>
        </p:nvSpPr>
        <p:spPr>
          <a:xfrm>
            <a:off x="3629245" y="50927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1" name="data_7362">
            <a:extLst>
              <a:ext uri="{FF2B5EF4-FFF2-40B4-BE49-F238E27FC236}">
                <a16:creationId xmlns:a16="http://schemas.microsoft.com/office/drawing/2014/main" id="{DC81A802-54B8-40BC-9802-0AB3058C17A5}"/>
              </a:ext>
            </a:extLst>
          </p:cNvPr>
          <p:cNvSpPr>
            <a:spLocks/>
          </p:cNvSpPr>
          <p:nvPr/>
        </p:nvSpPr>
        <p:spPr>
          <a:xfrm>
            <a:off x="3614229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2" name="data_7363">
            <a:extLst>
              <a:ext uri="{FF2B5EF4-FFF2-40B4-BE49-F238E27FC236}">
                <a16:creationId xmlns:a16="http://schemas.microsoft.com/office/drawing/2014/main" id="{24031E0A-9348-42C1-B65B-024A15DFBC8F}"/>
              </a:ext>
            </a:extLst>
          </p:cNvPr>
          <p:cNvSpPr>
            <a:spLocks/>
          </p:cNvSpPr>
          <p:nvPr/>
        </p:nvSpPr>
        <p:spPr>
          <a:xfrm>
            <a:off x="368811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3" name="data_7364">
            <a:extLst>
              <a:ext uri="{FF2B5EF4-FFF2-40B4-BE49-F238E27FC236}">
                <a16:creationId xmlns:a16="http://schemas.microsoft.com/office/drawing/2014/main" id="{530F77C3-329C-4DDD-82AD-D71BB9B5151E}"/>
              </a:ext>
            </a:extLst>
          </p:cNvPr>
          <p:cNvSpPr>
            <a:spLocks/>
          </p:cNvSpPr>
          <p:nvPr/>
        </p:nvSpPr>
        <p:spPr>
          <a:xfrm>
            <a:off x="3735786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4" name="data_7365">
            <a:extLst>
              <a:ext uri="{FF2B5EF4-FFF2-40B4-BE49-F238E27FC236}">
                <a16:creationId xmlns:a16="http://schemas.microsoft.com/office/drawing/2014/main" id="{593A99A6-7FAB-426B-B599-822AEB63C7E6}"/>
              </a:ext>
            </a:extLst>
          </p:cNvPr>
          <p:cNvSpPr>
            <a:spLocks/>
          </p:cNvSpPr>
          <p:nvPr/>
        </p:nvSpPr>
        <p:spPr>
          <a:xfrm>
            <a:off x="3582894" y="64575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5" name="data_7366">
            <a:extLst>
              <a:ext uri="{FF2B5EF4-FFF2-40B4-BE49-F238E27FC236}">
                <a16:creationId xmlns:a16="http://schemas.microsoft.com/office/drawing/2014/main" id="{E890A91C-389D-4F53-85DB-0A690858684B}"/>
              </a:ext>
            </a:extLst>
          </p:cNvPr>
          <p:cNvSpPr>
            <a:spLocks/>
          </p:cNvSpPr>
          <p:nvPr/>
        </p:nvSpPr>
        <p:spPr>
          <a:xfrm>
            <a:off x="3682879" y="66091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6" name="data_7367">
            <a:extLst>
              <a:ext uri="{FF2B5EF4-FFF2-40B4-BE49-F238E27FC236}">
                <a16:creationId xmlns:a16="http://schemas.microsoft.com/office/drawing/2014/main" id="{EAB41C2F-41FB-489F-AB17-9F02BCED9E72}"/>
              </a:ext>
            </a:extLst>
          </p:cNvPr>
          <p:cNvSpPr>
            <a:spLocks/>
          </p:cNvSpPr>
          <p:nvPr/>
        </p:nvSpPr>
        <p:spPr>
          <a:xfrm>
            <a:off x="3706786" y="62638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7" name="data_7368">
            <a:extLst>
              <a:ext uri="{FF2B5EF4-FFF2-40B4-BE49-F238E27FC236}">
                <a16:creationId xmlns:a16="http://schemas.microsoft.com/office/drawing/2014/main" id="{37387A6E-F44E-47B2-A8BD-78D654D1E08B}"/>
              </a:ext>
            </a:extLst>
          </p:cNvPr>
          <p:cNvSpPr>
            <a:spLocks/>
          </p:cNvSpPr>
          <p:nvPr/>
        </p:nvSpPr>
        <p:spPr>
          <a:xfrm>
            <a:off x="3626364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8" name="data_7369">
            <a:extLst>
              <a:ext uri="{FF2B5EF4-FFF2-40B4-BE49-F238E27FC236}">
                <a16:creationId xmlns:a16="http://schemas.microsoft.com/office/drawing/2014/main" id="{1D387683-C609-4414-B4E0-FA9A32FFCEC8}"/>
              </a:ext>
            </a:extLst>
          </p:cNvPr>
          <p:cNvSpPr>
            <a:spLocks/>
          </p:cNvSpPr>
          <p:nvPr/>
        </p:nvSpPr>
        <p:spPr>
          <a:xfrm>
            <a:off x="3718788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9" name="data_7370">
            <a:extLst>
              <a:ext uri="{FF2B5EF4-FFF2-40B4-BE49-F238E27FC236}">
                <a16:creationId xmlns:a16="http://schemas.microsoft.com/office/drawing/2014/main" id="{F48351B1-7F97-4D39-8246-C55A961D371A}"/>
              </a:ext>
            </a:extLst>
          </p:cNvPr>
          <p:cNvSpPr>
            <a:spLocks/>
          </p:cNvSpPr>
          <p:nvPr/>
        </p:nvSpPr>
        <p:spPr>
          <a:xfrm>
            <a:off x="3690868" y="51360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0" name="data_7371">
            <a:extLst>
              <a:ext uri="{FF2B5EF4-FFF2-40B4-BE49-F238E27FC236}">
                <a16:creationId xmlns:a16="http://schemas.microsoft.com/office/drawing/2014/main" id="{2EB64E20-3E30-4987-BD2D-5937E67130B9}"/>
              </a:ext>
            </a:extLst>
          </p:cNvPr>
          <p:cNvSpPr>
            <a:spLocks/>
          </p:cNvSpPr>
          <p:nvPr/>
        </p:nvSpPr>
        <p:spPr>
          <a:xfrm>
            <a:off x="3700727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1" name="data_7372">
            <a:extLst>
              <a:ext uri="{FF2B5EF4-FFF2-40B4-BE49-F238E27FC236}">
                <a16:creationId xmlns:a16="http://schemas.microsoft.com/office/drawing/2014/main" id="{3A32868B-0C82-4D2D-AE93-E3BF40B00BC4}"/>
              </a:ext>
            </a:extLst>
          </p:cNvPr>
          <p:cNvSpPr>
            <a:spLocks/>
          </p:cNvSpPr>
          <p:nvPr/>
        </p:nvSpPr>
        <p:spPr>
          <a:xfrm>
            <a:off x="3727582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2" name="data_7373">
            <a:extLst>
              <a:ext uri="{FF2B5EF4-FFF2-40B4-BE49-F238E27FC236}">
                <a16:creationId xmlns:a16="http://schemas.microsoft.com/office/drawing/2014/main" id="{07C30E97-3C67-449A-A770-636ED02E5F35}"/>
              </a:ext>
            </a:extLst>
          </p:cNvPr>
          <p:cNvSpPr>
            <a:spLocks/>
          </p:cNvSpPr>
          <p:nvPr/>
        </p:nvSpPr>
        <p:spPr>
          <a:xfrm>
            <a:off x="3660733" y="6912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3" name="data_7374">
            <a:extLst>
              <a:ext uri="{FF2B5EF4-FFF2-40B4-BE49-F238E27FC236}">
                <a16:creationId xmlns:a16="http://schemas.microsoft.com/office/drawing/2014/main" id="{87262113-9899-4F5B-BE17-A79315AACDB1}"/>
              </a:ext>
            </a:extLst>
          </p:cNvPr>
          <p:cNvSpPr>
            <a:spLocks/>
          </p:cNvSpPr>
          <p:nvPr/>
        </p:nvSpPr>
        <p:spPr>
          <a:xfrm>
            <a:off x="3723272" y="67824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4" name="data_7375">
            <a:extLst>
              <a:ext uri="{FF2B5EF4-FFF2-40B4-BE49-F238E27FC236}">
                <a16:creationId xmlns:a16="http://schemas.microsoft.com/office/drawing/2014/main" id="{05C8B89D-204F-4FC0-836D-52AA783CF68A}"/>
              </a:ext>
            </a:extLst>
          </p:cNvPr>
          <p:cNvSpPr>
            <a:spLocks/>
          </p:cNvSpPr>
          <p:nvPr/>
        </p:nvSpPr>
        <p:spPr>
          <a:xfrm>
            <a:off x="3969548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5" name="data_7376">
            <a:extLst>
              <a:ext uri="{FF2B5EF4-FFF2-40B4-BE49-F238E27FC236}">
                <a16:creationId xmlns:a16="http://schemas.microsoft.com/office/drawing/2014/main" id="{E84FD749-6167-44F1-9718-FA66E36F4808}"/>
              </a:ext>
            </a:extLst>
          </p:cNvPr>
          <p:cNvSpPr>
            <a:spLocks/>
          </p:cNvSpPr>
          <p:nvPr/>
        </p:nvSpPr>
        <p:spPr>
          <a:xfrm>
            <a:off x="3919772" y="5121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6" name="data_7377">
            <a:extLst>
              <a:ext uri="{FF2B5EF4-FFF2-40B4-BE49-F238E27FC236}">
                <a16:creationId xmlns:a16="http://schemas.microsoft.com/office/drawing/2014/main" id="{774545C4-88EA-44F3-9981-BB6E1689BC12}"/>
              </a:ext>
            </a:extLst>
          </p:cNvPr>
          <p:cNvSpPr>
            <a:spLocks/>
          </p:cNvSpPr>
          <p:nvPr/>
        </p:nvSpPr>
        <p:spPr>
          <a:xfrm>
            <a:off x="387172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7" name="data_7378">
            <a:extLst>
              <a:ext uri="{FF2B5EF4-FFF2-40B4-BE49-F238E27FC236}">
                <a16:creationId xmlns:a16="http://schemas.microsoft.com/office/drawing/2014/main" id="{EC5527C0-C0BE-4770-96CB-BD6D4C6AE411}"/>
              </a:ext>
            </a:extLst>
          </p:cNvPr>
          <p:cNvSpPr>
            <a:spLocks/>
          </p:cNvSpPr>
          <p:nvPr/>
        </p:nvSpPr>
        <p:spPr>
          <a:xfrm>
            <a:off x="3953316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8" name="data_7379">
            <a:extLst>
              <a:ext uri="{FF2B5EF4-FFF2-40B4-BE49-F238E27FC236}">
                <a16:creationId xmlns:a16="http://schemas.microsoft.com/office/drawing/2014/main" id="{8FDA1237-DBCA-41C7-B156-EB4C62C5A14A}"/>
              </a:ext>
            </a:extLst>
          </p:cNvPr>
          <p:cNvSpPr>
            <a:spLocks/>
          </p:cNvSpPr>
          <p:nvPr/>
        </p:nvSpPr>
        <p:spPr>
          <a:xfrm>
            <a:off x="394890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9" name="data_7380">
            <a:extLst>
              <a:ext uri="{FF2B5EF4-FFF2-40B4-BE49-F238E27FC236}">
                <a16:creationId xmlns:a16="http://schemas.microsoft.com/office/drawing/2014/main" id="{1F09D87D-309E-4E5A-B05E-CDB4670D92CF}"/>
              </a:ext>
            </a:extLst>
          </p:cNvPr>
          <p:cNvSpPr>
            <a:spLocks/>
          </p:cNvSpPr>
          <p:nvPr/>
        </p:nvSpPr>
        <p:spPr>
          <a:xfrm>
            <a:off x="3898698" y="6035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0" name="data_7381">
            <a:extLst>
              <a:ext uri="{FF2B5EF4-FFF2-40B4-BE49-F238E27FC236}">
                <a16:creationId xmlns:a16="http://schemas.microsoft.com/office/drawing/2014/main" id="{014E7C99-91AE-4F77-AF5A-94C1E00BB7F1}"/>
              </a:ext>
            </a:extLst>
          </p:cNvPr>
          <p:cNvSpPr>
            <a:spLocks/>
          </p:cNvSpPr>
          <p:nvPr/>
        </p:nvSpPr>
        <p:spPr>
          <a:xfrm>
            <a:off x="3893626" y="58124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1" name="data_7382">
            <a:extLst>
              <a:ext uri="{FF2B5EF4-FFF2-40B4-BE49-F238E27FC236}">
                <a16:creationId xmlns:a16="http://schemas.microsoft.com/office/drawing/2014/main" id="{B8E7E127-BC29-4321-8077-5C6B0279FDB2}"/>
              </a:ext>
            </a:extLst>
          </p:cNvPr>
          <p:cNvSpPr>
            <a:spLocks/>
          </p:cNvSpPr>
          <p:nvPr/>
        </p:nvSpPr>
        <p:spPr>
          <a:xfrm>
            <a:off x="3975385" y="6079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2" name="data_7383">
            <a:extLst>
              <a:ext uri="{FF2B5EF4-FFF2-40B4-BE49-F238E27FC236}">
                <a16:creationId xmlns:a16="http://schemas.microsoft.com/office/drawing/2014/main" id="{2309D8BD-2497-4F3E-AF55-2118D114CBCE}"/>
              </a:ext>
            </a:extLst>
          </p:cNvPr>
          <p:cNvSpPr>
            <a:spLocks/>
          </p:cNvSpPr>
          <p:nvPr/>
        </p:nvSpPr>
        <p:spPr>
          <a:xfrm>
            <a:off x="3867992" y="63058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3" name="data_7384">
            <a:extLst>
              <a:ext uri="{FF2B5EF4-FFF2-40B4-BE49-F238E27FC236}">
                <a16:creationId xmlns:a16="http://schemas.microsoft.com/office/drawing/2014/main" id="{58A4D38C-AF90-46CB-96A6-1CDA4AD82ACE}"/>
              </a:ext>
            </a:extLst>
          </p:cNvPr>
          <p:cNvSpPr>
            <a:spLocks/>
          </p:cNvSpPr>
          <p:nvPr/>
        </p:nvSpPr>
        <p:spPr>
          <a:xfrm>
            <a:off x="396327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4" name="data_7385">
            <a:extLst>
              <a:ext uri="{FF2B5EF4-FFF2-40B4-BE49-F238E27FC236}">
                <a16:creationId xmlns:a16="http://schemas.microsoft.com/office/drawing/2014/main" id="{D8195777-CEDF-4631-8C4A-B19FCEEB4A8C}"/>
              </a:ext>
            </a:extLst>
          </p:cNvPr>
          <p:cNvSpPr>
            <a:spLocks/>
          </p:cNvSpPr>
          <p:nvPr/>
        </p:nvSpPr>
        <p:spPr>
          <a:xfrm>
            <a:off x="3911352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5" name="data_7386">
            <a:extLst>
              <a:ext uri="{FF2B5EF4-FFF2-40B4-BE49-F238E27FC236}">
                <a16:creationId xmlns:a16="http://schemas.microsoft.com/office/drawing/2014/main" id="{CC4C9555-4E84-4C22-AE67-8DB1DBA53693}"/>
              </a:ext>
            </a:extLst>
          </p:cNvPr>
          <p:cNvSpPr>
            <a:spLocks/>
          </p:cNvSpPr>
          <p:nvPr/>
        </p:nvSpPr>
        <p:spPr>
          <a:xfrm>
            <a:off x="3961890" y="516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6" name="data_7387">
            <a:extLst>
              <a:ext uri="{FF2B5EF4-FFF2-40B4-BE49-F238E27FC236}">
                <a16:creationId xmlns:a16="http://schemas.microsoft.com/office/drawing/2014/main" id="{9F7CD66A-1C98-4AF7-8E10-1D061F290670}"/>
              </a:ext>
            </a:extLst>
          </p:cNvPr>
          <p:cNvSpPr>
            <a:spLocks/>
          </p:cNvSpPr>
          <p:nvPr/>
        </p:nvSpPr>
        <p:spPr>
          <a:xfrm>
            <a:off x="3940629" y="66147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7" name="data_7388">
            <a:extLst>
              <a:ext uri="{FF2B5EF4-FFF2-40B4-BE49-F238E27FC236}">
                <a16:creationId xmlns:a16="http://schemas.microsoft.com/office/drawing/2014/main" id="{94AFF13A-9A48-4734-B7A4-5708CCCD931B}"/>
              </a:ext>
            </a:extLst>
          </p:cNvPr>
          <p:cNvSpPr>
            <a:spLocks/>
          </p:cNvSpPr>
          <p:nvPr/>
        </p:nvSpPr>
        <p:spPr>
          <a:xfrm>
            <a:off x="393095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8" name="data_7389">
            <a:extLst>
              <a:ext uri="{FF2B5EF4-FFF2-40B4-BE49-F238E27FC236}">
                <a16:creationId xmlns:a16="http://schemas.microsoft.com/office/drawing/2014/main" id="{EF67FD91-348C-4028-A61E-AF3904E3E8A2}"/>
              </a:ext>
            </a:extLst>
          </p:cNvPr>
          <p:cNvSpPr>
            <a:spLocks/>
          </p:cNvSpPr>
          <p:nvPr/>
        </p:nvSpPr>
        <p:spPr>
          <a:xfrm>
            <a:off x="3864352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9" name="data_7390">
            <a:extLst>
              <a:ext uri="{FF2B5EF4-FFF2-40B4-BE49-F238E27FC236}">
                <a16:creationId xmlns:a16="http://schemas.microsoft.com/office/drawing/2014/main" id="{E2E4A9EF-E7E8-4EDA-88DF-F5D1B3F6C9C3}"/>
              </a:ext>
            </a:extLst>
          </p:cNvPr>
          <p:cNvSpPr>
            <a:spLocks/>
          </p:cNvSpPr>
          <p:nvPr/>
        </p:nvSpPr>
        <p:spPr>
          <a:xfrm>
            <a:off x="3962092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0" name="data_7391">
            <a:extLst>
              <a:ext uri="{FF2B5EF4-FFF2-40B4-BE49-F238E27FC236}">
                <a16:creationId xmlns:a16="http://schemas.microsoft.com/office/drawing/2014/main" id="{7688A7E1-D479-4A12-8C39-90380D4DFE33}"/>
              </a:ext>
            </a:extLst>
          </p:cNvPr>
          <p:cNvSpPr>
            <a:spLocks/>
          </p:cNvSpPr>
          <p:nvPr/>
        </p:nvSpPr>
        <p:spPr>
          <a:xfrm>
            <a:off x="3901037" y="66907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1" name="data_7392">
            <a:extLst>
              <a:ext uri="{FF2B5EF4-FFF2-40B4-BE49-F238E27FC236}">
                <a16:creationId xmlns:a16="http://schemas.microsoft.com/office/drawing/2014/main" id="{5F4ACFB3-B1E9-45E0-BA0C-6C1119C4FC7E}"/>
              </a:ext>
            </a:extLst>
          </p:cNvPr>
          <p:cNvSpPr>
            <a:spLocks/>
          </p:cNvSpPr>
          <p:nvPr/>
        </p:nvSpPr>
        <p:spPr>
          <a:xfrm>
            <a:off x="386134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2" name="data_7393">
            <a:extLst>
              <a:ext uri="{FF2B5EF4-FFF2-40B4-BE49-F238E27FC236}">
                <a16:creationId xmlns:a16="http://schemas.microsoft.com/office/drawing/2014/main" id="{C12DD7CF-E584-4942-AED9-043710FB8C32}"/>
              </a:ext>
            </a:extLst>
          </p:cNvPr>
          <p:cNvSpPr>
            <a:spLocks/>
          </p:cNvSpPr>
          <p:nvPr/>
        </p:nvSpPr>
        <p:spPr>
          <a:xfrm>
            <a:off x="3993826" y="64856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3" name="data_7394">
            <a:extLst>
              <a:ext uri="{FF2B5EF4-FFF2-40B4-BE49-F238E27FC236}">
                <a16:creationId xmlns:a16="http://schemas.microsoft.com/office/drawing/2014/main" id="{2610C039-856D-44F1-A66F-AE81B20092E4}"/>
              </a:ext>
            </a:extLst>
          </p:cNvPr>
          <p:cNvSpPr>
            <a:spLocks/>
          </p:cNvSpPr>
          <p:nvPr/>
        </p:nvSpPr>
        <p:spPr>
          <a:xfrm>
            <a:off x="391687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4" name="data_7395">
            <a:extLst>
              <a:ext uri="{FF2B5EF4-FFF2-40B4-BE49-F238E27FC236}">
                <a16:creationId xmlns:a16="http://schemas.microsoft.com/office/drawing/2014/main" id="{E82B0DCF-9B8E-4011-B6BB-A988D45D6ECB}"/>
              </a:ext>
            </a:extLst>
          </p:cNvPr>
          <p:cNvSpPr>
            <a:spLocks/>
          </p:cNvSpPr>
          <p:nvPr/>
        </p:nvSpPr>
        <p:spPr>
          <a:xfrm>
            <a:off x="3963502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5" name="data_7396">
            <a:extLst>
              <a:ext uri="{FF2B5EF4-FFF2-40B4-BE49-F238E27FC236}">
                <a16:creationId xmlns:a16="http://schemas.microsoft.com/office/drawing/2014/main" id="{57830E07-BE88-4649-BF0C-A9892035A36E}"/>
              </a:ext>
            </a:extLst>
          </p:cNvPr>
          <p:cNvSpPr>
            <a:spLocks/>
          </p:cNvSpPr>
          <p:nvPr/>
        </p:nvSpPr>
        <p:spPr>
          <a:xfrm>
            <a:off x="400232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6" name="data_7397">
            <a:extLst>
              <a:ext uri="{FF2B5EF4-FFF2-40B4-BE49-F238E27FC236}">
                <a16:creationId xmlns:a16="http://schemas.microsoft.com/office/drawing/2014/main" id="{381C4164-343F-414B-9EA5-96E869FE47F4}"/>
              </a:ext>
            </a:extLst>
          </p:cNvPr>
          <p:cNvSpPr>
            <a:spLocks/>
          </p:cNvSpPr>
          <p:nvPr/>
        </p:nvSpPr>
        <p:spPr>
          <a:xfrm>
            <a:off x="4000744" y="53201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7" name="data_7398">
            <a:extLst>
              <a:ext uri="{FF2B5EF4-FFF2-40B4-BE49-F238E27FC236}">
                <a16:creationId xmlns:a16="http://schemas.microsoft.com/office/drawing/2014/main" id="{283A0443-71C7-48D9-8E37-02285D367EE3}"/>
              </a:ext>
            </a:extLst>
          </p:cNvPr>
          <p:cNvSpPr>
            <a:spLocks/>
          </p:cNvSpPr>
          <p:nvPr/>
        </p:nvSpPr>
        <p:spPr>
          <a:xfrm>
            <a:off x="386174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8" name="data_7399">
            <a:extLst>
              <a:ext uri="{FF2B5EF4-FFF2-40B4-BE49-F238E27FC236}">
                <a16:creationId xmlns:a16="http://schemas.microsoft.com/office/drawing/2014/main" id="{919CCA15-14C0-4A3D-B308-4851701CF1A6}"/>
              </a:ext>
            </a:extLst>
          </p:cNvPr>
          <p:cNvSpPr>
            <a:spLocks/>
          </p:cNvSpPr>
          <p:nvPr/>
        </p:nvSpPr>
        <p:spPr>
          <a:xfrm>
            <a:off x="3937378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9" name="data_7400">
            <a:extLst>
              <a:ext uri="{FF2B5EF4-FFF2-40B4-BE49-F238E27FC236}">
                <a16:creationId xmlns:a16="http://schemas.microsoft.com/office/drawing/2014/main" id="{9E76EF89-1913-44F3-AF79-26B167BB7DDF}"/>
              </a:ext>
            </a:extLst>
          </p:cNvPr>
          <p:cNvSpPr>
            <a:spLocks/>
          </p:cNvSpPr>
          <p:nvPr/>
        </p:nvSpPr>
        <p:spPr>
          <a:xfrm>
            <a:off x="4020737" y="6545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0" name="data_7401">
            <a:extLst>
              <a:ext uri="{FF2B5EF4-FFF2-40B4-BE49-F238E27FC236}">
                <a16:creationId xmlns:a16="http://schemas.microsoft.com/office/drawing/2014/main" id="{C2F0114F-C8A9-4424-BD68-6779B5D0D0EB}"/>
              </a:ext>
            </a:extLst>
          </p:cNvPr>
          <p:cNvSpPr>
            <a:spLocks/>
          </p:cNvSpPr>
          <p:nvPr/>
        </p:nvSpPr>
        <p:spPr>
          <a:xfrm>
            <a:off x="4002755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1" name="data_7402">
            <a:extLst>
              <a:ext uri="{FF2B5EF4-FFF2-40B4-BE49-F238E27FC236}">
                <a16:creationId xmlns:a16="http://schemas.microsoft.com/office/drawing/2014/main" id="{11BB09B3-A71B-4975-BEE4-69CA8EB29E84}"/>
              </a:ext>
            </a:extLst>
          </p:cNvPr>
          <p:cNvSpPr>
            <a:spLocks/>
          </p:cNvSpPr>
          <p:nvPr/>
        </p:nvSpPr>
        <p:spPr>
          <a:xfrm>
            <a:off x="391023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2" name="data_7403">
            <a:extLst>
              <a:ext uri="{FF2B5EF4-FFF2-40B4-BE49-F238E27FC236}">
                <a16:creationId xmlns:a16="http://schemas.microsoft.com/office/drawing/2014/main" id="{0A224DE5-3E2C-4988-943D-731AF923EC8D}"/>
              </a:ext>
            </a:extLst>
          </p:cNvPr>
          <p:cNvSpPr>
            <a:spLocks/>
          </p:cNvSpPr>
          <p:nvPr/>
        </p:nvSpPr>
        <p:spPr>
          <a:xfrm>
            <a:off x="392908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3" name="data_7404">
            <a:extLst>
              <a:ext uri="{FF2B5EF4-FFF2-40B4-BE49-F238E27FC236}">
                <a16:creationId xmlns:a16="http://schemas.microsoft.com/office/drawing/2014/main" id="{4CC76451-B4A8-4EAD-AC2C-8ADD3F897764}"/>
              </a:ext>
            </a:extLst>
          </p:cNvPr>
          <p:cNvSpPr>
            <a:spLocks/>
          </p:cNvSpPr>
          <p:nvPr/>
        </p:nvSpPr>
        <p:spPr>
          <a:xfrm>
            <a:off x="399399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4" name="data_7405">
            <a:extLst>
              <a:ext uri="{FF2B5EF4-FFF2-40B4-BE49-F238E27FC236}">
                <a16:creationId xmlns:a16="http://schemas.microsoft.com/office/drawing/2014/main" id="{FF9D2465-D754-464B-BF99-6D52B72F3902}"/>
              </a:ext>
            </a:extLst>
          </p:cNvPr>
          <p:cNvSpPr>
            <a:spLocks/>
          </p:cNvSpPr>
          <p:nvPr/>
        </p:nvSpPr>
        <p:spPr>
          <a:xfrm>
            <a:off x="4008536" y="67608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5" name="data_7406">
            <a:extLst>
              <a:ext uri="{FF2B5EF4-FFF2-40B4-BE49-F238E27FC236}">
                <a16:creationId xmlns:a16="http://schemas.microsoft.com/office/drawing/2014/main" id="{7E0C557B-88AC-4AF6-B6DA-85EFCA0F8592}"/>
              </a:ext>
            </a:extLst>
          </p:cNvPr>
          <p:cNvSpPr>
            <a:spLocks/>
          </p:cNvSpPr>
          <p:nvPr/>
        </p:nvSpPr>
        <p:spPr>
          <a:xfrm>
            <a:off x="3953075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6" name="data_7407">
            <a:extLst>
              <a:ext uri="{FF2B5EF4-FFF2-40B4-BE49-F238E27FC236}">
                <a16:creationId xmlns:a16="http://schemas.microsoft.com/office/drawing/2014/main" id="{6DB7C06B-D140-4B27-A5F1-FDF16B29C680}"/>
              </a:ext>
            </a:extLst>
          </p:cNvPr>
          <p:cNvSpPr>
            <a:spLocks/>
          </p:cNvSpPr>
          <p:nvPr/>
        </p:nvSpPr>
        <p:spPr>
          <a:xfrm>
            <a:off x="3997378" y="68896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7" name="data_7408">
            <a:extLst>
              <a:ext uri="{FF2B5EF4-FFF2-40B4-BE49-F238E27FC236}">
                <a16:creationId xmlns:a16="http://schemas.microsoft.com/office/drawing/2014/main" id="{59F26D12-4693-494A-B3CF-85AE49E30414}"/>
              </a:ext>
            </a:extLst>
          </p:cNvPr>
          <p:cNvSpPr>
            <a:spLocks/>
          </p:cNvSpPr>
          <p:nvPr/>
        </p:nvSpPr>
        <p:spPr>
          <a:xfrm>
            <a:off x="392435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8" name="data_7409">
            <a:extLst>
              <a:ext uri="{FF2B5EF4-FFF2-40B4-BE49-F238E27FC236}">
                <a16:creationId xmlns:a16="http://schemas.microsoft.com/office/drawing/2014/main" id="{F798A691-B8B2-4AA2-AEA2-AE5B67D1A888}"/>
              </a:ext>
            </a:extLst>
          </p:cNvPr>
          <p:cNvSpPr>
            <a:spLocks/>
          </p:cNvSpPr>
          <p:nvPr/>
        </p:nvSpPr>
        <p:spPr>
          <a:xfrm>
            <a:off x="4010064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9" name="data_7410">
            <a:extLst>
              <a:ext uri="{FF2B5EF4-FFF2-40B4-BE49-F238E27FC236}">
                <a16:creationId xmlns:a16="http://schemas.microsoft.com/office/drawing/2014/main" id="{E883A148-4C7B-4038-AA4D-1A01779F9357}"/>
              </a:ext>
            </a:extLst>
          </p:cNvPr>
          <p:cNvSpPr>
            <a:spLocks/>
          </p:cNvSpPr>
          <p:nvPr/>
        </p:nvSpPr>
        <p:spPr>
          <a:xfrm>
            <a:off x="393345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0" name="data_7411">
            <a:extLst>
              <a:ext uri="{FF2B5EF4-FFF2-40B4-BE49-F238E27FC236}">
                <a16:creationId xmlns:a16="http://schemas.microsoft.com/office/drawing/2014/main" id="{C0382161-C398-48ED-8760-67DD049E0D0D}"/>
              </a:ext>
            </a:extLst>
          </p:cNvPr>
          <p:cNvSpPr>
            <a:spLocks/>
          </p:cNvSpPr>
          <p:nvPr/>
        </p:nvSpPr>
        <p:spPr>
          <a:xfrm>
            <a:off x="3961087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1" name="data_7412">
            <a:extLst>
              <a:ext uri="{FF2B5EF4-FFF2-40B4-BE49-F238E27FC236}">
                <a16:creationId xmlns:a16="http://schemas.microsoft.com/office/drawing/2014/main" id="{791819C4-F00B-4990-A7E8-3AB97D7496B1}"/>
              </a:ext>
            </a:extLst>
          </p:cNvPr>
          <p:cNvSpPr>
            <a:spLocks/>
          </p:cNvSpPr>
          <p:nvPr/>
        </p:nvSpPr>
        <p:spPr>
          <a:xfrm>
            <a:off x="3889959" y="52443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2" name="data_7413">
            <a:extLst>
              <a:ext uri="{FF2B5EF4-FFF2-40B4-BE49-F238E27FC236}">
                <a16:creationId xmlns:a16="http://schemas.microsoft.com/office/drawing/2014/main" id="{D10D9D40-0EB8-49B1-98C3-CC0ADAD22878}"/>
              </a:ext>
            </a:extLst>
          </p:cNvPr>
          <p:cNvSpPr>
            <a:spLocks/>
          </p:cNvSpPr>
          <p:nvPr/>
        </p:nvSpPr>
        <p:spPr>
          <a:xfrm>
            <a:off x="398270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3" name="data_7414">
            <a:extLst>
              <a:ext uri="{FF2B5EF4-FFF2-40B4-BE49-F238E27FC236}">
                <a16:creationId xmlns:a16="http://schemas.microsoft.com/office/drawing/2014/main" id="{9E336837-6D1F-40ED-BD76-0A1E24C884AB}"/>
              </a:ext>
            </a:extLst>
          </p:cNvPr>
          <p:cNvSpPr>
            <a:spLocks/>
          </p:cNvSpPr>
          <p:nvPr/>
        </p:nvSpPr>
        <p:spPr>
          <a:xfrm>
            <a:off x="4012536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4" name="data_7415">
            <a:extLst>
              <a:ext uri="{FF2B5EF4-FFF2-40B4-BE49-F238E27FC236}">
                <a16:creationId xmlns:a16="http://schemas.microsoft.com/office/drawing/2014/main" id="{29B2EE2A-0F15-4CD6-A34C-F98A9AC7F7E0}"/>
              </a:ext>
            </a:extLst>
          </p:cNvPr>
          <p:cNvSpPr>
            <a:spLocks/>
          </p:cNvSpPr>
          <p:nvPr/>
        </p:nvSpPr>
        <p:spPr>
          <a:xfrm>
            <a:off x="3961635" y="66015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5" name="data_7416">
            <a:extLst>
              <a:ext uri="{FF2B5EF4-FFF2-40B4-BE49-F238E27FC236}">
                <a16:creationId xmlns:a16="http://schemas.microsoft.com/office/drawing/2014/main" id="{C27EFBCB-9BF3-4FED-B15E-B45C27FEC28C}"/>
              </a:ext>
            </a:extLst>
          </p:cNvPr>
          <p:cNvSpPr>
            <a:spLocks/>
          </p:cNvSpPr>
          <p:nvPr/>
        </p:nvSpPr>
        <p:spPr>
          <a:xfrm>
            <a:off x="3962014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6" name="data_7417">
            <a:extLst>
              <a:ext uri="{FF2B5EF4-FFF2-40B4-BE49-F238E27FC236}">
                <a16:creationId xmlns:a16="http://schemas.microsoft.com/office/drawing/2014/main" id="{EE9D3325-B0A7-4916-9863-724161DB3F81}"/>
              </a:ext>
            </a:extLst>
          </p:cNvPr>
          <p:cNvSpPr>
            <a:spLocks/>
          </p:cNvSpPr>
          <p:nvPr/>
        </p:nvSpPr>
        <p:spPr>
          <a:xfrm>
            <a:off x="3880084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7" name="data_7418">
            <a:extLst>
              <a:ext uri="{FF2B5EF4-FFF2-40B4-BE49-F238E27FC236}">
                <a16:creationId xmlns:a16="http://schemas.microsoft.com/office/drawing/2014/main" id="{7F811930-5E3F-4400-BCFD-1403C992A601}"/>
              </a:ext>
            </a:extLst>
          </p:cNvPr>
          <p:cNvSpPr>
            <a:spLocks/>
          </p:cNvSpPr>
          <p:nvPr/>
        </p:nvSpPr>
        <p:spPr>
          <a:xfrm>
            <a:off x="3907056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8" name="data_7419">
            <a:extLst>
              <a:ext uri="{FF2B5EF4-FFF2-40B4-BE49-F238E27FC236}">
                <a16:creationId xmlns:a16="http://schemas.microsoft.com/office/drawing/2014/main" id="{A7B7AB8C-FBD7-4933-A207-8C0CAE545904}"/>
              </a:ext>
            </a:extLst>
          </p:cNvPr>
          <p:cNvSpPr>
            <a:spLocks/>
          </p:cNvSpPr>
          <p:nvPr/>
        </p:nvSpPr>
        <p:spPr>
          <a:xfrm>
            <a:off x="3893212" y="6652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9" name="data_7420">
            <a:extLst>
              <a:ext uri="{FF2B5EF4-FFF2-40B4-BE49-F238E27FC236}">
                <a16:creationId xmlns:a16="http://schemas.microsoft.com/office/drawing/2014/main" id="{152C2C75-4F4F-418B-9C38-E919EFB88E66}"/>
              </a:ext>
            </a:extLst>
          </p:cNvPr>
          <p:cNvSpPr>
            <a:spLocks/>
          </p:cNvSpPr>
          <p:nvPr/>
        </p:nvSpPr>
        <p:spPr>
          <a:xfrm>
            <a:off x="3867437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0" name="data_7421">
            <a:extLst>
              <a:ext uri="{FF2B5EF4-FFF2-40B4-BE49-F238E27FC236}">
                <a16:creationId xmlns:a16="http://schemas.microsoft.com/office/drawing/2014/main" id="{3CF783CD-FE71-4AFB-AEB4-2A5820697FA3}"/>
              </a:ext>
            </a:extLst>
          </p:cNvPr>
          <p:cNvSpPr>
            <a:spLocks/>
          </p:cNvSpPr>
          <p:nvPr/>
        </p:nvSpPr>
        <p:spPr>
          <a:xfrm>
            <a:off x="398654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1" name="data_7422">
            <a:extLst>
              <a:ext uri="{FF2B5EF4-FFF2-40B4-BE49-F238E27FC236}">
                <a16:creationId xmlns:a16="http://schemas.microsoft.com/office/drawing/2014/main" id="{75015BB9-178D-4238-8A07-B342EEBAFBF5}"/>
              </a:ext>
            </a:extLst>
          </p:cNvPr>
          <p:cNvSpPr>
            <a:spLocks/>
          </p:cNvSpPr>
          <p:nvPr/>
        </p:nvSpPr>
        <p:spPr>
          <a:xfrm>
            <a:off x="3971610" y="6722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2" name="data_7423">
            <a:extLst>
              <a:ext uri="{FF2B5EF4-FFF2-40B4-BE49-F238E27FC236}">
                <a16:creationId xmlns:a16="http://schemas.microsoft.com/office/drawing/2014/main" id="{E7F7AE2D-484E-4081-A1EE-52400F5CF4B1}"/>
              </a:ext>
            </a:extLst>
          </p:cNvPr>
          <p:cNvSpPr>
            <a:spLocks/>
          </p:cNvSpPr>
          <p:nvPr/>
        </p:nvSpPr>
        <p:spPr>
          <a:xfrm>
            <a:off x="4002109" y="51849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3" name="data_7424">
            <a:extLst>
              <a:ext uri="{FF2B5EF4-FFF2-40B4-BE49-F238E27FC236}">
                <a16:creationId xmlns:a16="http://schemas.microsoft.com/office/drawing/2014/main" id="{15CCAB51-D965-45BD-8092-033867D2977B}"/>
              </a:ext>
            </a:extLst>
          </p:cNvPr>
          <p:cNvSpPr>
            <a:spLocks/>
          </p:cNvSpPr>
          <p:nvPr/>
        </p:nvSpPr>
        <p:spPr>
          <a:xfrm>
            <a:off x="3997479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4" name="data_7425">
            <a:extLst>
              <a:ext uri="{FF2B5EF4-FFF2-40B4-BE49-F238E27FC236}">
                <a16:creationId xmlns:a16="http://schemas.microsoft.com/office/drawing/2014/main" id="{001749BB-4294-405E-AF45-1E99F06E4FEE}"/>
              </a:ext>
            </a:extLst>
          </p:cNvPr>
          <p:cNvSpPr>
            <a:spLocks/>
          </p:cNvSpPr>
          <p:nvPr/>
        </p:nvSpPr>
        <p:spPr>
          <a:xfrm>
            <a:off x="3989780" y="64575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5" name="data_7426">
            <a:extLst>
              <a:ext uri="{FF2B5EF4-FFF2-40B4-BE49-F238E27FC236}">
                <a16:creationId xmlns:a16="http://schemas.microsoft.com/office/drawing/2014/main" id="{D08C5C6C-35D9-4B52-BD94-2427E068E5B9}"/>
              </a:ext>
            </a:extLst>
          </p:cNvPr>
          <p:cNvSpPr>
            <a:spLocks/>
          </p:cNvSpPr>
          <p:nvPr/>
        </p:nvSpPr>
        <p:spPr>
          <a:xfrm>
            <a:off x="3988221" y="64069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6" name="data_7427">
            <a:extLst>
              <a:ext uri="{FF2B5EF4-FFF2-40B4-BE49-F238E27FC236}">
                <a16:creationId xmlns:a16="http://schemas.microsoft.com/office/drawing/2014/main" id="{9FF9716C-CC04-45BE-B5FA-4F8247D7D7BD}"/>
              </a:ext>
            </a:extLst>
          </p:cNvPr>
          <p:cNvSpPr>
            <a:spLocks/>
          </p:cNvSpPr>
          <p:nvPr/>
        </p:nvSpPr>
        <p:spPr>
          <a:xfrm>
            <a:off x="3990774" y="64575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7" name="data_7428">
            <a:extLst>
              <a:ext uri="{FF2B5EF4-FFF2-40B4-BE49-F238E27FC236}">
                <a16:creationId xmlns:a16="http://schemas.microsoft.com/office/drawing/2014/main" id="{4E607FA7-12A2-4B04-AFBC-791B07ED2383}"/>
              </a:ext>
            </a:extLst>
          </p:cNvPr>
          <p:cNvSpPr>
            <a:spLocks/>
          </p:cNvSpPr>
          <p:nvPr/>
        </p:nvSpPr>
        <p:spPr>
          <a:xfrm>
            <a:off x="3956105" y="6652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8" name="data_7429">
            <a:extLst>
              <a:ext uri="{FF2B5EF4-FFF2-40B4-BE49-F238E27FC236}">
                <a16:creationId xmlns:a16="http://schemas.microsoft.com/office/drawing/2014/main" id="{DB3DEA07-4083-41D4-ACE4-BE2A8D7B1259}"/>
              </a:ext>
            </a:extLst>
          </p:cNvPr>
          <p:cNvSpPr>
            <a:spLocks/>
          </p:cNvSpPr>
          <p:nvPr/>
        </p:nvSpPr>
        <p:spPr>
          <a:xfrm>
            <a:off x="3931828" y="61049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9" name="data_7430">
            <a:extLst>
              <a:ext uri="{FF2B5EF4-FFF2-40B4-BE49-F238E27FC236}">
                <a16:creationId xmlns:a16="http://schemas.microsoft.com/office/drawing/2014/main" id="{0E10BBEF-02D0-4514-ADAE-1357CE78B417}"/>
              </a:ext>
            </a:extLst>
          </p:cNvPr>
          <p:cNvSpPr>
            <a:spLocks/>
          </p:cNvSpPr>
          <p:nvPr/>
        </p:nvSpPr>
        <p:spPr>
          <a:xfrm>
            <a:off x="3913677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0" name="data_7431">
            <a:extLst>
              <a:ext uri="{FF2B5EF4-FFF2-40B4-BE49-F238E27FC236}">
                <a16:creationId xmlns:a16="http://schemas.microsoft.com/office/drawing/2014/main" id="{AAED75BF-2CD7-4346-8EA0-FE987C3B057F}"/>
              </a:ext>
            </a:extLst>
          </p:cNvPr>
          <p:cNvSpPr>
            <a:spLocks/>
          </p:cNvSpPr>
          <p:nvPr/>
        </p:nvSpPr>
        <p:spPr>
          <a:xfrm>
            <a:off x="3996630" y="5676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1" name="data_7432">
            <a:extLst>
              <a:ext uri="{FF2B5EF4-FFF2-40B4-BE49-F238E27FC236}">
                <a16:creationId xmlns:a16="http://schemas.microsoft.com/office/drawing/2014/main" id="{6BDA2BE9-C5AB-4557-AA2F-743CA43ECB03}"/>
              </a:ext>
            </a:extLst>
          </p:cNvPr>
          <p:cNvSpPr>
            <a:spLocks/>
          </p:cNvSpPr>
          <p:nvPr/>
        </p:nvSpPr>
        <p:spPr>
          <a:xfrm>
            <a:off x="400654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2" name="data_7433">
            <a:extLst>
              <a:ext uri="{FF2B5EF4-FFF2-40B4-BE49-F238E27FC236}">
                <a16:creationId xmlns:a16="http://schemas.microsoft.com/office/drawing/2014/main" id="{FAF6F693-5B4B-42FC-A843-87294FD33874}"/>
              </a:ext>
            </a:extLst>
          </p:cNvPr>
          <p:cNvSpPr>
            <a:spLocks/>
          </p:cNvSpPr>
          <p:nvPr/>
        </p:nvSpPr>
        <p:spPr>
          <a:xfrm>
            <a:off x="3948989" y="60535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3" name="data_7434">
            <a:extLst>
              <a:ext uri="{FF2B5EF4-FFF2-40B4-BE49-F238E27FC236}">
                <a16:creationId xmlns:a16="http://schemas.microsoft.com/office/drawing/2014/main" id="{963DEA86-8E20-4EE9-B74C-C9E0A2E16385}"/>
              </a:ext>
            </a:extLst>
          </p:cNvPr>
          <p:cNvSpPr>
            <a:spLocks/>
          </p:cNvSpPr>
          <p:nvPr/>
        </p:nvSpPr>
        <p:spPr>
          <a:xfrm>
            <a:off x="396612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4" name="data_7435">
            <a:extLst>
              <a:ext uri="{FF2B5EF4-FFF2-40B4-BE49-F238E27FC236}">
                <a16:creationId xmlns:a16="http://schemas.microsoft.com/office/drawing/2014/main" id="{36F705B3-03EA-416D-88F2-31A5A8B17503}"/>
              </a:ext>
            </a:extLst>
          </p:cNvPr>
          <p:cNvSpPr>
            <a:spLocks/>
          </p:cNvSpPr>
          <p:nvPr/>
        </p:nvSpPr>
        <p:spPr>
          <a:xfrm>
            <a:off x="3957797" y="55476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5" name="data_7436">
            <a:extLst>
              <a:ext uri="{FF2B5EF4-FFF2-40B4-BE49-F238E27FC236}">
                <a16:creationId xmlns:a16="http://schemas.microsoft.com/office/drawing/2014/main" id="{1ED2A984-381F-442C-8099-ECA37FC17EF1}"/>
              </a:ext>
            </a:extLst>
          </p:cNvPr>
          <p:cNvSpPr>
            <a:spLocks/>
          </p:cNvSpPr>
          <p:nvPr/>
        </p:nvSpPr>
        <p:spPr>
          <a:xfrm>
            <a:off x="399131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6" name="data_7437">
            <a:extLst>
              <a:ext uri="{FF2B5EF4-FFF2-40B4-BE49-F238E27FC236}">
                <a16:creationId xmlns:a16="http://schemas.microsoft.com/office/drawing/2014/main" id="{E4A1D23B-DABD-4C01-AF45-821355C419D4}"/>
              </a:ext>
            </a:extLst>
          </p:cNvPr>
          <p:cNvSpPr>
            <a:spLocks/>
          </p:cNvSpPr>
          <p:nvPr/>
        </p:nvSpPr>
        <p:spPr>
          <a:xfrm>
            <a:off x="393338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7" name="data_7438">
            <a:extLst>
              <a:ext uri="{FF2B5EF4-FFF2-40B4-BE49-F238E27FC236}">
                <a16:creationId xmlns:a16="http://schemas.microsoft.com/office/drawing/2014/main" id="{812B686D-358F-441B-AF59-6B743C50B939}"/>
              </a:ext>
            </a:extLst>
          </p:cNvPr>
          <p:cNvSpPr>
            <a:spLocks/>
          </p:cNvSpPr>
          <p:nvPr/>
        </p:nvSpPr>
        <p:spPr>
          <a:xfrm>
            <a:off x="3974851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8" name="data_7439">
            <a:extLst>
              <a:ext uri="{FF2B5EF4-FFF2-40B4-BE49-F238E27FC236}">
                <a16:creationId xmlns:a16="http://schemas.microsoft.com/office/drawing/2014/main" id="{9E03E2DE-D3FB-4C69-9B2A-F9E26B1B7C47}"/>
              </a:ext>
            </a:extLst>
          </p:cNvPr>
          <p:cNvSpPr>
            <a:spLocks/>
          </p:cNvSpPr>
          <p:nvPr/>
        </p:nvSpPr>
        <p:spPr>
          <a:xfrm>
            <a:off x="3910474" y="68821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9" name="data_7440">
            <a:extLst>
              <a:ext uri="{FF2B5EF4-FFF2-40B4-BE49-F238E27FC236}">
                <a16:creationId xmlns:a16="http://schemas.microsoft.com/office/drawing/2014/main" id="{745703BD-7686-45BF-B088-2DFF0B50C104}"/>
              </a:ext>
            </a:extLst>
          </p:cNvPr>
          <p:cNvSpPr>
            <a:spLocks/>
          </p:cNvSpPr>
          <p:nvPr/>
        </p:nvSpPr>
        <p:spPr>
          <a:xfrm>
            <a:off x="3902978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0" name="data_7441">
            <a:extLst>
              <a:ext uri="{FF2B5EF4-FFF2-40B4-BE49-F238E27FC236}">
                <a16:creationId xmlns:a16="http://schemas.microsoft.com/office/drawing/2014/main" id="{9572014C-386D-4F3E-8B24-5E6440F395F7}"/>
              </a:ext>
            </a:extLst>
          </p:cNvPr>
          <p:cNvSpPr>
            <a:spLocks/>
          </p:cNvSpPr>
          <p:nvPr/>
        </p:nvSpPr>
        <p:spPr>
          <a:xfrm>
            <a:off x="399773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1" name="data_7442">
            <a:extLst>
              <a:ext uri="{FF2B5EF4-FFF2-40B4-BE49-F238E27FC236}">
                <a16:creationId xmlns:a16="http://schemas.microsoft.com/office/drawing/2014/main" id="{E2AABC6B-2CFA-4BB2-BB35-AADDA6A8044D}"/>
              </a:ext>
            </a:extLst>
          </p:cNvPr>
          <p:cNvSpPr>
            <a:spLocks/>
          </p:cNvSpPr>
          <p:nvPr/>
        </p:nvSpPr>
        <p:spPr>
          <a:xfrm>
            <a:off x="3895084" y="69016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2" name="data_7443">
            <a:extLst>
              <a:ext uri="{FF2B5EF4-FFF2-40B4-BE49-F238E27FC236}">
                <a16:creationId xmlns:a16="http://schemas.microsoft.com/office/drawing/2014/main" id="{1508CDFE-1770-4F35-AB38-4BA87C45358B}"/>
              </a:ext>
            </a:extLst>
          </p:cNvPr>
          <p:cNvSpPr>
            <a:spLocks/>
          </p:cNvSpPr>
          <p:nvPr/>
        </p:nvSpPr>
        <p:spPr>
          <a:xfrm>
            <a:off x="3940235" y="63058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3" name="data_7444">
            <a:extLst>
              <a:ext uri="{FF2B5EF4-FFF2-40B4-BE49-F238E27FC236}">
                <a16:creationId xmlns:a16="http://schemas.microsoft.com/office/drawing/2014/main" id="{92034A03-FBAF-4C94-A4BC-EBBF21BE429B}"/>
              </a:ext>
            </a:extLst>
          </p:cNvPr>
          <p:cNvSpPr>
            <a:spLocks/>
          </p:cNvSpPr>
          <p:nvPr/>
        </p:nvSpPr>
        <p:spPr>
          <a:xfrm>
            <a:off x="3966060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4" name="data_7445">
            <a:extLst>
              <a:ext uri="{FF2B5EF4-FFF2-40B4-BE49-F238E27FC236}">
                <a16:creationId xmlns:a16="http://schemas.microsoft.com/office/drawing/2014/main" id="{D63BDCB8-4A0B-4800-85E6-CF92F9C94BFD}"/>
              </a:ext>
            </a:extLst>
          </p:cNvPr>
          <p:cNvSpPr>
            <a:spLocks/>
          </p:cNvSpPr>
          <p:nvPr/>
        </p:nvSpPr>
        <p:spPr>
          <a:xfrm>
            <a:off x="396442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5" name="data_7446">
            <a:extLst>
              <a:ext uri="{FF2B5EF4-FFF2-40B4-BE49-F238E27FC236}">
                <a16:creationId xmlns:a16="http://schemas.microsoft.com/office/drawing/2014/main" id="{32FB5F6F-93E5-4F9F-9F79-899649F05A9A}"/>
              </a:ext>
            </a:extLst>
          </p:cNvPr>
          <p:cNvSpPr>
            <a:spLocks/>
          </p:cNvSpPr>
          <p:nvPr/>
        </p:nvSpPr>
        <p:spPr>
          <a:xfrm>
            <a:off x="399320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6" name="data_7447">
            <a:extLst>
              <a:ext uri="{FF2B5EF4-FFF2-40B4-BE49-F238E27FC236}">
                <a16:creationId xmlns:a16="http://schemas.microsoft.com/office/drawing/2014/main" id="{AA19DCD4-EE8E-4131-A7CA-4A6254887E7D}"/>
              </a:ext>
            </a:extLst>
          </p:cNvPr>
          <p:cNvSpPr>
            <a:spLocks/>
          </p:cNvSpPr>
          <p:nvPr/>
        </p:nvSpPr>
        <p:spPr>
          <a:xfrm>
            <a:off x="392248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7" name="data_7448">
            <a:extLst>
              <a:ext uri="{FF2B5EF4-FFF2-40B4-BE49-F238E27FC236}">
                <a16:creationId xmlns:a16="http://schemas.microsoft.com/office/drawing/2014/main" id="{853C59F8-BA86-4707-A86D-2E454EB3CDFA}"/>
              </a:ext>
            </a:extLst>
          </p:cNvPr>
          <p:cNvSpPr>
            <a:spLocks/>
          </p:cNvSpPr>
          <p:nvPr/>
        </p:nvSpPr>
        <p:spPr>
          <a:xfrm>
            <a:off x="4016405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8" name="data_7449">
            <a:extLst>
              <a:ext uri="{FF2B5EF4-FFF2-40B4-BE49-F238E27FC236}">
                <a16:creationId xmlns:a16="http://schemas.microsoft.com/office/drawing/2014/main" id="{AF5341F6-62C7-465D-A13B-C112825C0B41}"/>
              </a:ext>
            </a:extLst>
          </p:cNvPr>
          <p:cNvSpPr>
            <a:spLocks/>
          </p:cNvSpPr>
          <p:nvPr/>
        </p:nvSpPr>
        <p:spPr>
          <a:xfrm>
            <a:off x="4009656" y="6895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9" name="data_7450">
            <a:extLst>
              <a:ext uri="{FF2B5EF4-FFF2-40B4-BE49-F238E27FC236}">
                <a16:creationId xmlns:a16="http://schemas.microsoft.com/office/drawing/2014/main" id="{36526D2A-CECE-477E-A9CF-A805C826AD31}"/>
              </a:ext>
            </a:extLst>
          </p:cNvPr>
          <p:cNvSpPr>
            <a:spLocks/>
          </p:cNvSpPr>
          <p:nvPr/>
        </p:nvSpPr>
        <p:spPr>
          <a:xfrm>
            <a:off x="3966821" y="64448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0" name="data_7451">
            <a:extLst>
              <a:ext uri="{FF2B5EF4-FFF2-40B4-BE49-F238E27FC236}">
                <a16:creationId xmlns:a16="http://schemas.microsoft.com/office/drawing/2014/main" id="{FB1B0807-4C9B-470B-BD83-3CA1AC9F469C}"/>
              </a:ext>
            </a:extLst>
          </p:cNvPr>
          <p:cNvSpPr>
            <a:spLocks/>
          </p:cNvSpPr>
          <p:nvPr/>
        </p:nvSpPr>
        <p:spPr>
          <a:xfrm>
            <a:off x="3979572" y="68800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1" name="data_7452">
            <a:extLst>
              <a:ext uri="{FF2B5EF4-FFF2-40B4-BE49-F238E27FC236}">
                <a16:creationId xmlns:a16="http://schemas.microsoft.com/office/drawing/2014/main" id="{C350BDDA-70B0-4E71-B130-C5EEFAFC3FCE}"/>
              </a:ext>
            </a:extLst>
          </p:cNvPr>
          <p:cNvSpPr>
            <a:spLocks/>
          </p:cNvSpPr>
          <p:nvPr/>
        </p:nvSpPr>
        <p:spPr>
          <a:xfrm>
            <a:off x="3959576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2" name="data_7453">
            <a:extLst>
              <a:ext uri="{FF2B5EF4-FFF2-40B4-BE49-F238E27FC236}">
                <a16:creationId xmlns:a16="http://schemas.microsoft.com/office/drawing/2014/main" id="{5D90347E-7D21-49D7-8BA5-D5BA40C25307}"/>
              </a:ext>
            </a:extLst>
          </p:cNvPr>
          <p:cNvSpPr>
            <a:spLocks/>
          </p:cNvSpPr>
          <p:nvPr/>
        </p:nvSpPr>
        <p:spPr>
          <a:xfrm>
            <a:off x="3935128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3" name="data_7454">
            <a:extLst>
              <a:ext uri="{FF2B5EF4-FFF2-40B4-BE49-F238E27FC236}">
                <a16:creationId xmlns:a16="http://schemas.microsoft.com/office/drawing/2014/main" id="{C669789F-EC9B-4FBA-86F6-1D4808BBAA1D}"/>
              </a:ext>
            </a:extLst>
          </p:cNvPr>
          <p:cNvSpPr>
            <a:spLocks/>
          </p:cNvSpPr>
          <p:nvPr/>
        </p:nvSpPr>
        <p:spPr>
          <a:xfrm>
            <a:off x="3860349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4" name="data_7455">
            <a:extLst>
              <a:ext uri="{FF2B5EF4-FFF2-40B4-BE49-F238E27FC236}">
                <a16:creationId xmlns:a16="http://schemas.microsoft.com/office/drawing/2014/main" id="{314228B3-34FB-4116-A76B-542A17A53C44}"/>
              </a:ext>
            </a:extLst>
          </p:cNvPr>
          <p:cNvSpPr>
            <a:spLocks/>
          </p:cNvSpPr>
          <p:nvPr/>
        </p:nvSpPr>
        <p:spPr>
          <a:xfrm>
            <a:off x="3896598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5" name="data_7456">
            <a:extLst>
              <a:ext uri="{FF2B5EF4-FFF2-40B4-BE49-F238E27FC236}">
                <a16:creationId xmlns:a16="http://schemas.microsoft.com/office/drawing/2014/main" id="{1D5617AA-AF3F-4F1D-B203-3F81368D9C1C}"/>
              </a:ext>
            </a:extLst>
          </p:cNvPr>
          <p:cNvSpPr>
            <a:spLocks/>
          </p:cNvSpPr>
          <p:nvPr/>
        </p:nvSpPr>
        <p:spPr>
          <a:xfrm>
            <a:off x="3904081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6" name="data_7457">
            <a:extLst>
              <a:ext uri="{FF2B5EF4-FFF2-40B4-BE49-F238E27FC236}">
                <a16:creationId xmlns:a16="http://schemas.microsoft.com/office/drawing/2014/main" id="{D609DA23-FD07-436B-8D7D-51866CEB24D9}"/>
              </a:ext>
            </a:extLst>
          </p:cNvPr>
          <p:cNvSpPr>
            <a:spLocks/>
          </p:cNvSpPr>
          <p:nvPr/>
        </p:nvSpPr>
        <p:spPr>
          <a:xfrm>
            <a:off x="4001474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7" name="data_7458">
            <a:extLst>
              <a:ext uri="{FF2B5EF4-FFF2-40B4-BE49-F238E27FC236}">
                <a16:creationId xmlns:a16="http://schemas.microsoft.com/office/drawing/2014/main" id="{6C9BAAEA-0C51-49F9-9793-2E414EC6F550}"/>
              </a:ext>
            </a:extLst>
          </p:cNvPr>
          <p:cNvSpPr>
            <a:spLocks/>
          </p:cNvSpPr>
          <p:nvPr/>
        </p:nvSpPr>
        <p:spPr>
          <a:xfrm>
            <a:off x="3995403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8" name="data_7459">
            <a:extLst>
              <a:ext uri="{FF2B5EF4-FFF2-40B4-BE49-F238E27FC236}">
                <a16:creationId xmlns:a16="http://schemas.microsoft.com/office/drawing/2014/main" id="{CCBBEA8C-6CD8-4013-A532-8F934BE6D852}"/>
              </a:ext>
            </a:extLst>
          </p:cNvPr>
          <p:cNvSpPr>
            <a:spLocks/>
          </p:cNvSpPr>
          <p:nvPr/>
        </p:nvSpPr>
        <p:spPr>
          <a:xfrm>
            <a:off x="3858782" y="6154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9" name="data_7460">
            <a:extLst>
              <a:ext uri="{FF2B5EF4-FFF2-40B4-BE49-F238E27FC236}">
                <a16:creationId xmlns:a16="http://schemas.microsoft.com/office/drawing/2014/main" id="{498769BB-B0BA-4973-9F5E-C842557AC7F7}"/>
              </a:ext>
            </a:extLst>
          </p:cNvPr>
          <p:cNvSpPr>
            <a:spLocks/>
          </p:cNvSpPr>
          <p:nvPr/>
        </p:nvSpPr>
        <p:spPr>
          <a:xfrm>
            <a:off x="3977362" y="66091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0" name="data_7461">
            <a:extLst>
              <a:ext uri="{FF2B5EF4-FFF2-40B4-BE49-F238E27FC236}">
                <a16:creationId xmlns:a16="http://schemas.microsoft.com/office/drawing/2014/main" id="{96BD0E93-BBF1-4019-B55B-EF6793A73D82}"/>
              </a:ext>
            </a:extLst>
          </p:cNvPr>
          <p:cNvSpPr>
            <a:spLocks/>
          </p:cNvSpPr>
          <p:nvPr/>
        </p:nvSpPr>
        <p:spPr>
          <a:xfrm>
            <a:off x="3953232" y="64878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1" name="data_7462">
            <a:extLst>
              <a:ext uri="{FF2B5EF4-FFF2-40B4-BE49-F238E27FC236}">
                <a16:creationId xmlns:a16="http://schemas.microsoft.com/office/drawing/2014/main" id="{307DFA7B-903E-4FA2-A1B4-F601CF76A86D}"/>
              </a:ext>
            </a:extLst>
          </p:cNvPr>
          <p:cNvSpPr>
            <a:spLocks/>
          </p:cNvSpPr>
          <p:nvPr/>
        </p:nvSpPr>
        <p:spPr>
          <a:xfrm>
            <a:off x="3957790" y="69124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2" name="data_7463">
            <a:extLst>
              <a:ext uri="{FF2B5EF4-FFF2-40B4-BE49-F238E27FC236}">
                <a16:creationId xmlns:a16="http://schemas.microsoft.com/office/drawing/2014/main" id="{0BDB9FB0-663B-47E7-BAEE-D6864186F1C2}"/>
              </a:ext>
            </a:extLst>
          </p:cNvPr>
          <p:cNvSpPr>
            <a:spLocks/>
          </p:cNvSpPr>
          <p:nvPr/>
        </p:nvSpPr>
        <p:spPr>
          <a:xfrm>
            <a:off x="3866477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3" name="data_7464">
            <a:extLst>
              <a:ext uri="{FF2B5EF4-FFF2-40B4-BE49-F238E27FC236}">
                <a16:creationId xmlns:a16="http://schemas.microsoft.com/office/drawing/2014/main" id="{7E953E58-1BE0-475D-8771-2DC734136F1C}"/>
              </a:ext>
            </a:extLst>
          </p:cNvPr>
          <p:cNvSpPr>
            <a:spLocks/>
          </p:cNvSpPr>
          <p:nvPr/>
        </p:nvSpPr>
        <p:spPr>
          <a:xfrm>
            <a:off x="3930712" y="5831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4" name="data_7465">
            <a:extLst>
              <a:ext uri="{FF2B5EF4-FFF2-40B4-BE49-F238E27FC236}">
                <a16:creationId xmlns:a16="http://schemas.microsoft.com/office/drawing/2014/main" id="{4FB61E22-7ECA-4123-B68D-D6AEA3914158}"/>
              </a:ext>
            </a:extLst>
          </p:cNvPr>
          <p:cNvSpPr>
            <a:spLocks/>
          </p:cNvSpPr>
          <p:nvPr/>
        </p:nvSpPr>
        <p:spPr>
          <a:xfrm>
            <a:off x="3958047" y="50927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5" name="data_7466">
            <a:extLst>
              <a:ext uri="{FF2B5EF4-FFF2-40B4-BE49-F238E27FC236}">
                <a16:creationId xmlns:a16="http://schemas.microsoft.com/office/drawing/2014/main" id="{40801D24-61E5-49D5-BBCC-A97623D99454}"/>
              </a:ext>
            </a:extLst>
          </p:cNvPr>
          <p:cNvSpPr>
            <a:spLocks/>
          </p:cNvSpPr>
          <p:nvPr/>
        </p:nvSpPr>
        <p:spPr>
          <a:xfrm>
            <a:off x="3856609" y="64575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6" name="data_7467">
            <a:extLst>
              <a:ext uri="{FF2B5EF4-FFF2-40B4-BE49-F238E27FC236}">
                <a16:creationId xmlns:a16="http://schemas.microsoft.com/office/drawing/2014/main" id="{6E33020D-B75A-49BE-A3BE-49C5BB6E02C0}"/>
              </a:ext>
            </a:extLst>
          </p:cNvPr>
          <p:cNvSpPr>
            <a:spLocks/>
          </p:cNvSpPr>
          <p:nvPr/>
        </p:nvSpPr>
        <p:spPr>
          <a:xfrm>
            <a:off x="3946548" y="6002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7" name="data_7468">
            <a:extLst>
              <a:ext uri="{FF2B5EF4-FFF2-40B4-BE49-F238E27FC236}">
                <a16:creationId xmlns:a16="http://schemas.microsoft.com/office/drawing/2014/main" id="{89E6C563-6B30-4B60-A4FC-9DFF3EA88484}"/>
              </a:ext>
            </a:extLst>
          </p:cNvPr>
          <p:cNvSpPr>
            <a:spLocks/>
          </p:cNvSpPr>
          <p:nvPr/>
        </p:nvSpPr>
        <p:spPr>
          <a:xfrm>
            <a:off x="3975870" y="67824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8" name="data_7469">
            <a:extLst>
              <a:ext uri="{FF2B5EF4-FFF2-40B4-BE49-F238E27FC236}">
                <a16:creationId xmlns:a16="http://schemas.microsoft.com/office/drawing/2014/main" id="{F7FB8795-837C-462A-A9AD-93F65C32FCC5}"/>
              </a:ext>
            </a:extLst>
          </p:cNvPr>
          <p:cNvSpPr>
            <a:spLocks/>
          </p:cNvSpPr>
          <p:nvPr/>
        </p:nvSpPr>
        <p:spPr>
          <a:xfrm>
            <a:off x="427978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9" name="data_7470">
            <a:extLst>
              <a:ext uri="{FF2B5EF4-FFF2-40B4-BE49-F238E27FC236}">
                <a16:creationId xmlns:a16="http://schemas.microsoft.com/office/drawing/2014/main" id="{52619995-D70C-49F2-9ECD-503CA6FE54C6}"/>
              </a:ext>
            </a:extLst>
          </p:cNvPr>
          <p:cNvSpPr>
            <a:spLocks/>
          </p:cNvSpPr>
          <p:nvPr/>
        </p:nvSpPr>
        <p:spPr>
          <a:xfrm>
            <a:off x="4191540" y="51065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0" name="data_7471">
            <a:extLst>
              <a:ext uri="{FF2B5EF4-FFF2-40B4-BE49-F238E27FC236}">
                <a16:creationId xmlns:a16="http://schemas.microsoft.com/office/drawing/2014/main" id="{58A136FB-A774-4EC9-B4F5-5B42F98D2B07}"/>
              </a:ext>
            </a:extLst>
          </p:cNvPr>
          <p:cNvSpPr>
            <a:spLocks/>
          </p:cNvSpPr>
          <p:nvPr/>
        </p:nvSpPr>
        <p:spPr>
          <a:xfrm>
            <a:off x="425115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1" name="data_7472">
            <a:extLst>
              <a:ext uri="{FF2B5EF4-FFF2-40B4-BE49-F238E27FC236}">
                <a16:creationId xmlns:a16="http://schemas.microsoft.com/office/drawing/2014/main" id="{A30266A4-66B2-47F7-B243-71B3DE657414}"/>
              </a:ext>
            </a:extLst>
          </p:cNvPr>
          <p:cNvSpPr>
            <a:spLocks/>
          </p:cNvSpPr>
          <p:nvPr/>
        </p:nvSpPr>
        <p:spPr>
          <a:xfrm>
            <a:off x="422539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2" name="data_7473">
            <a:extLst>
              <a:ext uri="{FF2B5EF4-FFF2-40B4-BE49-F238E27FC236}">
                <a16:creationId xmlns:a16="http://schemas.microsoft.com/office/drawing/2014/main" id="{8E47C4A0-3824-4C2C-B421-41EF4B34ECE5}"/>
              </a:ext>
            </a:extLst>
          </p:cNvPr>
          <p:cNvSpPr>
            <a:spLocks/>
          </p:cNvSpPr>
          <p:nvPr/>
        </p:nvSpPr>
        <p:spPr>
          <a:xfrm>
            <a:off x="414924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3" name="data_7474">
            <a:extLst>
              <a:ext uri="{FF2B5EF4-FFF2-40B4-BE49-F238E27FC236}">
                <a16:creationId xmlns:a16="http://schemas.microsoft.com/office/drawing/2014/main" id="{7BD6EBDE-AF29-4CA3-BA63-7FD4C07EEB42}"/>
              </a:ext>
            </a:extLst>
          </p:cNvPr>
          <p:cNvSpPr>
            <a:spLocks/>
          </p:cNvSpPr>
          <p:nvPr/>
        </p:nvSpPr>
        <p:spPr>
          <a:xfrm>
            <a:off x="4245316" y="59079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4" name="data_7475">
            <a:extLst>
              <a:ext uri="{FF2B5EF4-FFF2-40B4-BE49-F238E27FC236}">
                <a16:creationId xmlns:a16="http://schemas.microsoft.com/office/drawing/2014/main" id="{20087484-CE68-47CD-A434-9AD0A485AC09}"/>
              </a:ext>
            </a:extLst>
          </p:cNvPr>
          <p:cNvSpPr>
            <a:spLocks/>
          </p:cNvSpPr>
          <p:nvPr/>
        </p:nvSpPr>
        <p:spPr>
          <a:xfrm>
            <a:off x="429109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5" name="data_7476">
            <a:extLst>
              <a:ext uri="{FF2B5EF4-FFF2-40B4-BE49-F238E27FC236}">
                <a16:creationId xmlns:a16="http://schemas.microsoft.com/office/drawing/2014/main" id="{C7106074-9F51-4BF1-94AE-509360273091}"/>
              </a:ext>
            </a:extLst>
          </p:cNvPr>
          <p:cNvSpPr>
            <a:spLocks/>
          </p:cNvSpPr>
          <p:nvPr/>
        </p:nvSpPr>
        <p:spPr>
          <a:xfrm>
            <a:off x="4176037" y="5741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6" name="data_7477">
            <a:extLst>
              <a:ext uri="{FF2B5EF4-FFF2-40B4-BE49-F238E27FC236}">
                <a16:creationId xmlns:a16="http://schemas.microsoft.com/office/drawing/2014/main" id="{98D47D88-9E6C-40EA-B110-8DFE31BF1A45}"/>
              </a:ext>
            </a:extLst>
          </p:cNvPr>
          <p:cNvSpPr>
            <a:spLocks/>
          </p:cNvSpPr>
          <p:nvPr/>
        </p:nvSpPr>
        <p:spPr>
          <a:xfrm>
            <a:off x="4242771" y="6609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7" name="data_7478">
            <a:extLst>
              <a:ext uri="{FF2B5EF4-FFF2-40B4-BE49-F238E27FC236}">
                <a16:creationId xmlns:a16="http://schemas.microsoft.com/office/drawing/2014/main" id="{1FDBC263-9823-4B29-9BCB-61490879A36E}"/>
              </a:ext>
            </a:extLst>
          </p:cNvPr>
          <p:cNvSpPr>
            <a:spLocks/>
          </p:cNvSpPr>
          <p:nvPr/>
        </p:nvSpPr>
        <p:spPr>
          <a:xfrm>
            <a:off x="425534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8" name="data_7479">
            <a:extLst>
              <a:ext uri="{FF2B5EF4-FFF2-40B4-BE49-F238E27FC236}">
                <a16:creationId xmlns:a16="http://schemas.microsoft.com/office/drawing/2014/main" id="{D085CE2A-1AB7-4B17-A405-7D6F14A592D8}"/>
              </a:ext>
            </a:extLst>
          </p:cNvPr>
          <p:cNvSpPr>
            <a:spLocks/>
          </p:cNvSpPr>
          <p:nvPr/>
        </p:nvSpPr>
        <p:spPr>
          <a:xfrm>
            <a:off x="413973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9" name="data_7480">
            <a:extLst>
              <a:ext uri="{FF2B5EF4-FFF2-40B4-BE49-F238E27FC236}">
                <a16:creationId xmlns:a16="http://schemas.microsoft.com/office/drawing/2014/main" id="{579B4F91-6326-465D-9F01-534DA953BEA0}"/>
              </a:ext>
            </a:extLst>
          </p:cNvPr>
          <p:cNvSpPr>
            <a:spLocks/>
          </p:cNvSpPr>
          <p:nvPr/>
        </p:nvSpPr>
        <p:spPr>
          <a:xfrm>
            <a:off x="425157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0" name="data_7481">
            <a:extLst>
              <a:ext uri="{FF2B5EF4-FFF2-40B4-BE49-F238E27FC236}">
                <a16:creationId xmlns:a16="http://schemas.microsoft.com/office/drawing/2014/main" id="{C433878B-04BA-4791-872C-8A4514269950}"/>
              </a:ext>
            </a:extLst>
          </p:cNvPr>
          <p:cNvSpPr>
            <a:spLocks/>
          </p:cNvSpPr>
          <p:nvPr/>
        </p:nvSpPr>
        <p:spPr>
          <a:xfrm>
            <a:off x="4281244" y="6609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1" name="data_7482">
            <a:extLst>
              <a:ext uri="{FF2B5EF4-FFF2-40B4-BE49-F238E27FC236}">
                <a16:creationId xmlns:a16="http://schemas.microsoft.com/office/drawing/2014/main" id="{65478CF6-1CE1-4ABD-B947-6EE9C5712373}"/>
              </a:ext>
            </a:extLst>
          </p:cNvPr>
          <p:cNvSpPr>
            <a:spLocks/>
          </p:cNvSpPr>
          <p:nvPr/>
        </p:nvSpPr>
        <p:spPr>
          <a:xfrm>
            <a:off x="415566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2" name="data_7483">
            <a:extLst>
              <a:ext uri="{FF2B5EF4-FFF2-40B4-BE49-F238E27FC236}">
                <a16:creationId xmlns:a16="http://schemas.microsoft.com/office/drawing/2014/main" id="{762AE999-2E67-41E9-8741-5A242E0291D4}"/>
              </a:ext>
            </a:extLst>
          </p:cNvPr>
          <p:cNvSpPr>
            <a:spLocks/>
          </p:cNvSpPr>
          <p:nvPr/>
        </p:nvSpPr>
        <p:spPr>
          <a:xfrm>
            <a:off x="415683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3" name="data_7484">
            <a:extLst>
              <a:ext uri="{FF2B5EF4-FFF2-40B4-BE49-F238E27FC236}">
                <a16:creationId xmlns:a16="http://schemas.microsoft.com/office/drawing/2014/main" id="{238B4576-B5B5-4319-BE69-63F2392296DD}"/>
              </a:ext>
            </a:extLst>
          </p:cNvPr>
          <p:cNvSpPr>
            <a:spLocks/>
          </p:cNvSpPr>
          <p:nvPr/>
        </p:nvSpPr>
        <p:spPr>
          <a:xfrm>
            <a:off x="429064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4" name="data_7485">
            <a:extLst>
              <a:ext uri="{FF2B5EF4-FFF2-40B4-BE49-F238E27FC236}">
                <a16:creationId xmlns:a16="http://schemas.microsoft.com/office/drawing/2014/main" id="{07396DB7-B50C-4381-A11E-A4C1DA09A33D}"/>
              </a:ext>
            </a:extLst>
          </p:cNvPr>
          <p:cNvSpPr>
            <a:spLocks/>
          </p:cNvSpPr>
          <p:nvPr/>
        </p:nvSpPr>
        <p:spPr>
          <a:xfrm>
            <a:off x="4185784" y="66907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5" name="data_7486">
            <a:extLst>
              <a:ext uri="{FF2B5EF4-FFF2-40B4-BE49-F238E27FC236}">
                <a16:creationId xmlns:a16="http://schemas.microsoft.com/office/drawing/2014/main" id="{CEF5F355-4503-43F3-B87A-F9D64E47219E}"/>
              </a:ext>
            </a:extLst>
          </p:cNvPr>
          <p:cNvSpPr>
            <a:spLocks/>
          </p:cNvSpPr>
          <p:nvPr/>
        </p:nvSpPr>
        <p:spPr>
          <a:xfrm>
            <a:off x="416302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6" name="data_7487">
            <a:extLst>
              <a:ext uri="{FF2B5EF4-FFF2-40B4-BE49-F238E27FC236}">
                <a16:creationId xmlns:a16="http://schemas.microsoft.com/office/drawing/2014/main" id="{133605F8-0B56-41B9-9E32-7DB2D5DF77E4}"/>
              </a:ext>
            </a:extLst>
          </p:cNvPr>
          <p:cNvSpPr>
            <a:spLocks/>
          </p:cNvSpPr>
          <p:nvPr/>
        </p:nvSpPr>
        <p:spPr>
          <a:xfrm>
            <a:off x="4282380" y="64378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7" name="data_7488">
            <a:extLst>
              <a:ext uri="{FF2B5EF4-FFF2-40B4-BE49-F238E27FC236}">
                <a16:creationId xmlns:a16="http://schemas.microsoft.com/office/drawing/2014/main" id="{DAA747D1-AD9F-4A1C-AC04-24916E5A5D42}"/>
              </a:ext>
            </a:extLst>
          </p:cNvPr>
          <p:cNvSpPr>
            <a:spLocks/>
          </p:cNvSpPr>
          <p:nvPr/>
        </p:nvSpPr>
        <p:spPr>
          <a:xfrm>
            <a:off x="412450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8" name="data_7489">
            <a:extLst>
              <a:ext uri="{FF2B5EF4-FFF2-40B4-BE49-F238E27FC236}">
                <a16:creationId xmlns:a16="http://schemas.microsoft.com/office/drawing/2014/main" id="{76B7BF9C-384C-46B5-9201-BA56BBD077A6}"/>
              </a:ext>
            </a:extLst>
          </p:cNvPr>
          <p:cNvSpPr>
            <a:spLocks/>
          </p:cNvSpPr>
          <p:nvPr/>
        </p:nvSpPr>
        <p:spPr>
          <a:xfrm>
            <a:off x="4294566" y="6457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9" name="data_7490">
            <a:extLst>
              <a:ext uri="{FF2B5EF4-FFF2-40B4-BE49-F238E27FC236}">
                <a16:creationId xmlns:a16="http://schemas.microsoft.com/office/drawing/2014/main" id="{EE209365-8880-41B2-AE60-3918FE1993A1}"/>
              </a:ext>
            </a:extLst>
          </p:cNvPr>
          <p:cNvSpPr>
            <a:spLocks/>
          </p:cNvSpPr>
          <p:nvPr/>
        </p:nvSpPr>
        <p:spPr>
          <a:xfrm>
            <a:off x="4154083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0" name="data_7491">
            <a:extLst>
              <a:ext uri="{FF2B5EF4-FFF2-40B4-BE49-F238E27FC236}">
                <a16:creationId xmlns:a16="http://schemas.microsoft.com/office/drawing/2014/main" id="{360DFE8D-2E81-425E-B487-AA83C5C018E5}"/>
              </a:ext>
            </a:extLst>
          </p:cNvPr>
          <p:cNvSpPr>
            <a:spLocks/>
          </p:cNvSpPr>
          <p:nvPr/>
        </p:nvSpPr>
        <p:spPr>
          <a:xfrm>
            <a:off x="4169115" y="53201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1" name="data_7492">
            <a:extLst>
              <a:ext uri="{FF2B5EF4-FFF2-40B4-BE49-F238E27FC236}">
                <a16:creationId xmlns:a16="http://schemas.microsoft.com/office/drawing/2014/main" id="{E641DBA7-9C1E-488B-A933-95445AF3F252}"/>
              </a:ext>
            </a:extLst>
          </p:cNvPr>
          <p:cNvSpPr>
            <a:spLocks/>
          </p:cNvSpPr>
          <p:nvPr/>
        </p:nvSpPr>
        <p:spPr>
          <a:xfrm>
            <a:off x="429471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2" name="data_7493">
            <a:extLst>
              <a:ext uri="{FF2B5EF4-FFF2-40B4-BE49-F238E27FC236}">
                <a16:creationId xmlns:a16="http://schemas.microsoft.com/office/drawing/2014/main" id="{7A84FBE0-E903-470F-84B9-C0D42D0E2545}"/>
              </a:ext>
            </a:extLst>
          </p:cNvPr>
          <p:cNvSpPr>
            <a:spLocks/>
          </p:cNvSpPr>
          <p:nvPr/>
        </p:nvSpPr>
        <p:spPr>
          <a:xfrm>
            <a:off x="425571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3" name="data_7494">
            <a:extLst>
              <a:ext uri="{FF2B5EF4-FFF2-40B4-BE49-F238E27FC236}">
                <a16:creationId xmlns:a16="http://schemas.microsoft.com/office/drawing/2014/main" id="{81AB45A6-9453-43C0-9792-7A6E98298E9C}"/>
              </a:ext>
            </a:extLst>
          </p:cNvPr>
          <p:cNvSpPr>
            <a:spLocks/>
          </p:cNvSpPr>
          <p:nvPr/>
        </p:nvSpPr>
        <p:spPr>
          <a:xfrm>
            <a:off x="4145680" y="5729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4" name="data_7495">
            <a:extLst>
              <a:ext uri="{FF2B5EF4-FFF2-40B4-BE49-F238E27FC236}">
                <a16:creationId xmlns:a16="http://schemas.microsoft.com/office/drawing/2014/main" id="{5285B2E0-85A6-4A13-82B5-E1FEF8838563}"/>
              </a:ext>
            </a:extLst>
          </p:cNvPr>
          <p:cNvSpPr>
            <a:spLocks/>
          </p:cNvSpPr>
          <p:nvPr/>
        </p:nvSpPr>
        <p:spPr>
          <a:xfrm>
            <a:off x="428056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5" name="data_7496">
            <a:extLst>
              <a:ext uri="{FF2B5EF4-FFF2-40B4-BE49-F238E27FC236}">
                <a16:creationId xmlns:a16="http://schemas.microsoft.com/office/drawing/2014/main" id="{919657F0-570B-4600-ACB2-FF762EBF9F33}"/>
              </a:ext>
            </a:extLst>
          </p:cNvPr>
          <p:cNvSpPr>
            <a:spLocks/>
          </p:cNvSpPr>
          <p:nvPr/>
        </p:nvSpPr>
        <p:spPr>
          <a:xfrm>
            <a:off x="424639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6" name="data_7497">
            <a:extLst>
              <a:ext uri="{FF2B5EF4-FFF2-40B4-BE49-F238E27FC236}">
                <a16:creationId xmlns:a16="http://schemas.microsoft.com/office/drawing/2014/main" id="{A53F0F4D-A700-4616-AA69-EA442F34B23E}"/>
              </a:ext>
            </a:extLst>
          </p:cNvPr>
          <p:cNvSpPr>
            <a:spLocks/>
          </p:cNvSpPr>
          <p:nvPr/>
        </p:nvSpPr>
        <p:spPr>
          <a:xfrm>
            <a:off x="425096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7" name="data_7498">
            <a:extLst>
              <a:ext uri="{FF2B5EF4-FFF2-40B4-BE49-F238E27FC236}">
                <a16:creationId xmlns:a16="http://schemas.microsoft.com/office/drawing/2014/main" id="{952493E2-D24D-44D6-8A53-90EA6849599D}"/>
              </a:ext>
            </a:extLst>
          </p:cNvPr>
          <p:cNvSpPr>
            <a:spLocks/>
          </p:cNvSpPr>
          <p:nvPr/>
        </p:nvSpPr>
        <p:spPr>
          <a:xfrm>
            <a:off x="4179460" y="61108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8" name="data_7499">
            <a:extLst>
              <a:ext uri="{FF2B5EF4-FFF2-40B4-BE49-F238E27FC236}">
                <a16:creationId xmlns:a16="http://schemas.microsoft.com/office/drawing/2014/main" id="{C8922185-1DA3-428C-B3C8-8FE0E87DE970}"/>
              </a:ext>
            </a:extLst>
          </p:cNvPr>
          <p:cNvSpPr>
            <a:spLocks/>
          </p:cNvSpPr>
          <p:nvPr/>
        </p:nvSpPr>
        <p:spPr>
          <a:xfrm>
            <a:off x="4246365" y="6609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9" name="data_7500">
            <a:extLst>
              <a:ext uri="{FF2B5EF4-FFF2-40B4-BE49-F238E27FC236}">
                <a16:creationId xmlns:a16="http://schemas.microsoft.com/office/drawing/2014/main" id="{123C2B10-9841-4A8B-B397-973D1319945F}"/>
              </a:ext>
            </a:extLst>
          </p:cNvPr>
          <p:cNvSpPr>
            <a:spLocks/>
          </p:cNvSpPr>
          <p:nvPr/>
        </p:nvSpPr>
        <p:spPr>
          <a:xfrm>
            <a:off x="4231611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0" name="data_7501">
            <a:extLst>
              <a:ext uri="{FF2B5EF4-FFF2-40B4-BE49-F238E27FC236}">
                <a16:creationId xmlns:a16="http://schemas.microsoft.com/office/drawing/2014/main" id="{361E8658-11FB-4CA7-9402-126C5F05C90D}"/>
              </a:ext>
            </a:extLst>
          </p:cNvPr>
          <p:cNvSpPr>
            <a:spLocks/>
          </p:cNvSpPr>
          <p:nvPr/>
        </p:nvSpPr>
        <p:spPr>
          <a:xfrm>
            <a:off x="4229896" y="6889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1" name="data_7502">
            <a:extLst>
              <a:ext uri="{FF2B5EF4-FFF2-40B4-BE49-F238E27FC236}">
                <a16:creationId xmlns:a16="http://schemas.microsoft.com/office/drawing/2014/main" id="{5F69622D-7250-4FEF-A450-952E6C365E05}"/>
              </a:ext>
            </a:extLst>
          </p:cNvPr>
          <p:cNvSpPr>
            <a:spLocks/>
          </p:cNvSpPr>
          <p:nvPr/>
        </p:nvSpPr>
        <p:spPr>
          <a:xfrm>
            <a:off x="418090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2" name="data_7503">
            <a:extLst>
              <a:ext uri="{FF2B5EF4-FFF2-40B4-BE49-F238E27FC236}">
                <a16:creationId xmlns:a16="http://schemas.microsoft.com/office/drawing/2014/main" id="{8004F0FA-48C6-4C0A-9388-23ED0EF3BE79}"/>
              </a:ext>
            </a:extLst>
          </p:cNvPr>
          <p:cNvSpPr>
            <a:spLocks/>
          </p:cNvSpPr>
          <p:nvPr/>
        </p:nvSpPr>
        <p:spPr>
          <a:xfrm>
            <a:off x="4197564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3" name="data_7504">
            <a:extLst>
              <a:ext uri="{FF2B5EF4-FFF2-40B4-BE49-F238E27FC236}">
                <a16:creationId xmlns:a16="http://schemas.microsoft.com/office/drawing/2014/main" id="{64CBDFAF-8611-4C7E-91FB-563C4C15A767}"/>
              </a:ext>
            </a:extLst>
          </p:cNvPr>
          <p:cNvSpPr>
            <a:spLocks/>
          </p:cNvSpPr>
          <p:nvPr/>
        </p:nvSpPr>
        <p:spPr>
          <a:xfrm>
            <a:off x="4176140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4" name="data_7505">
            <a:extLst>
              <a:ext uri="{FF2B5EF4-FFF2-40B4-BE49-F238E27FC236}">
                <a16:creationId xmlns:a16="http://schemas.microsoft.com/office/drawing/2014/main" id="{9D18803B-5ADF-44C8-947D-06DF6945A842}"/>
              </a:ext>
            </a:extLst>
          </p:cNvPr>
          <p:cNvSpPr>
            <a:spLocks/>
          </p:cNvSpPr>
          <p:nvPr/>
        </p:nvSpPr>
        <p:spPr>
          <a:xfrm>
            <a:off x="415876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5" name="data_7506">
            <a:extLst>
              <a:ext uri="{FF2B5EF4-FFF2-40B4-BE49-F238E27FC236}">
                <a16:creationId xmlns:a16="http://schemas.microsoft.com/office/drawing/2014/main" id="{3A1FB357-88F2-47F6-BB5B-7D6973425867}"/>
              </a:ext>
            </a:extLst>
          </p:cNvPr>
          <p:cNvSpPr>
            <a:spLocks/>
          </p:cNvSpPr>
          <p:nvPr/>
        </p:nvSpPr>
        <p:spPr>
          <a:xfrm>
            <a:off x="4229777" y="54465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6" name="data_7507">
            <a:extLst>
              <a:ext uri="{FF2B5EF4-FFF2-40B4-BE49-F238E27FC236}">
                <a16:creationId xmlns:a16="http://schemas.microsoft.com/office/drawing/2014/main" id="{A1C0F803-E3BF-4431-8EB8-DD4BFC8D8AD1}"/>
              </a:ext>
            </a:extLst>
          </p:cNvPr>
          <p:cNvSpPr>
            <a:spLocks/>
          </p:cNvSpPr>
          <p:nvPr/>
        </p:nvSpPr>
        <p:spPr>
          <a:xfrm>
            <a:off x="415631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7" name="data_7508">
            <a:extLst>
              <a:ext uri="{FF2B5EF4-FFF2-40B4-BE49-F238E27FC236}">
                <a16:creationId xmlns:a16="http://schemas.microsoft.com/office/drawing/2014/main" id="{8A18EFC4-7E7B-4DAE-A1A9-731DE3D914BC}"/>
              </a:ext>
            </a:extLst>
          </p:cNvPr>
          <p:cNvSpPr>
            <a:spLocks/>
          </p:cNvSpPr>
          <p:nvPr/>
        </p:nvSpPr>
        <p:spPr>
          <a:xfrm>
            <a:off x="4207918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8" name="data_7509">
            <a:extLst>
              <a:ext uri="{FF2B5EF4-FFF2-40B4-BE49-F238E27FC236}">
                <a16:creationId xmlns:a16="http://schemas.microsoft.com/office/drawing/2014/main" id="{D1E62684-5664-4CBF-9F72-2777D1ED0727}"/>
              </a:ext>
            </a:extLst>
          </p:cNvPr>
          <p:cNvSpPr>
            <a:spLocks/>
          </p:cNvSpPr>
          <p:nvPr/>
        </p:nvSpPr>
        <p:spPr>
          <a:xfrm>
            <a:off x="417012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9" name="data_7510">
            <a:extLst>
              <a:ext uri="{FF2B5EF4-FFF2-40B4-BE49-F238E27FC236}">
                <a16:creationId xmlns:a16="http://schemas.microsoft.com/office/drawing/2014/main" id="{BE92E318-82CD-4821-A8CB-0A9F82F6BC56}"/>
              </a:ext>
            </a:extLst>
          </p:cNvPr>
          <p:cNvSpPr>
            <a:spLocks/>
          </p:cNvSpPr>
          <p:nvPr/>
        </p:nvSpPr>
        <p:spPr>
          <a:xfrm>
            <a:off x="4172928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0" name="data_7511">
            <a:extLst>
              <a:ext uri="{FF2B5EF4-FFF2-40B4-BE49-F238E27FC236}">
                <a16:creationId xmlns:a16="http://schemas.microsoft.com/office/drawing/2014/main" id="{1CE7F1ED-4C8D-453D-8181-85F8C0411E5C}"/>
              </a:ext>
            </a:extLst>
          </p:cNvPr>
          <p:cNvSpPr>
            <a:spLocks/>
          </p:cNvSpPr>
          <p:nvPr/>
        </p:nvSpPr>
        <p:spPr>
          <a:xfrm>
            <a:off x="412454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1" name="data_7512">
            <a:extLst>
              <a:ext uri="{FF2B5EF4-FFF2-40B4-BE49-F238E27FC236}">
                <a16:creationId xmlns:a16="http://schemas.microsoft.com/office/drawing/2014/main" id="{7B89D9EF-8014-4887-9402-CCF0825ECCB8}"/>
              </a:ext>
            </a:extLst>
          </p:cNvPr>
          <p:cNvSpPr>
            <a:spLocks/>
          </p:cNvSpPr>
          <p:nvPr/>
        </p:nvSpPr>
        <p:spPr>
          <a:xfrm>
            <a:off x="4182255" y="6457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2" name="data_7513">
            <a:extLst>
              <a:ext uri="{FF2B5EF4-FFF2-40B4-BE49-F238E27FC236}">
                <a16:creationId xmlns:a16="http://schemas.microsoft.com/office/drawing/2014/main" id="{0B9FD3CF-B144-4573-81E3-F0E50BFF8BE2}"/>
              </a:ext>
            </a:extLst>
          </p:cNvPr>
          <p:cNvSpPr>
            <a:spLocks/>
          </p:cNvSpPr>
          <p:nvPr/>
        </p:nvSpPr>
        <p:spPr>
          <a:xfrm>
            <a:off x="4295238" y="66958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3" name="data_7514">
            <a:extLst>
              <a:ext uri="{FF2B5EF4-FFF2-40B4-BE49-F238E27FC236}">
                <a16:creationId xmlns:a16="http://schemas.microsoft.com/office/drawing/2014/main" id="{B6327B8F-10A9-408B-BFE9-3D5B07260744}"/>
              </a:ext>
            </a:extLst>
          </p:cNvPr>
          <p:cNvSpPr>
            <a:spLocks/>
          </p:cNvSpPr>
          <p:nvPr/>
        </p:nvSpPr>
        <p:spPr>
          <a:xfrm>
            <a:off x="419415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4" name="data_7515">
            <a:extLst>
              <a:ext uri="{FF2B5EF4-FFF2-40B4-BE49-F238E27FC236}">
                <a16:creationId xmlns:a16="http://schemas.microsoft.com/office/drawing/2014/main" id="{45FA0736-84F0-4B3F-B862-D3E6181748D4}"/>
              </a:ext>
            </a:extLst>
          </p:cNvPr>
          <p:cNvSpPr>
            <a:spLocks/>
          </p:cNvSpPr>
          <p:nvPr/>
        </p:nvSpPr>
        <p:spPr>
          <a:xfrm>
            <a:off x="425209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5" name="data_7516">
            <a:extLst>
              <a:ext uri="{FF2B5EF4-FFF2-40B4-BE49-F238E27FC236}">
                <a16:creationId xmlns:a16="http://schemas.microsoft.com/office/drawing/2014/main" id="{F587CBE0-EC23-4251-9925-5CF8FAB01ADD}"/>
              </a:ext>
            </a:extLst>
          </p:cNvPr>
          <p:cNvSpPr>
            <a:spLocks/>
          </p:cNvSpPr>
          <p:nvPr/>
        </p:nvSpPr>
        <p:spPr>
          <a:xfrm>
            <a:off x="4230713" y="66966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6" name="data_7517">
            <a:extLst>
              <a:ext uri="{FF2B5EF4-FFF2-40B4-BE49-F238E27FC236}">
                <a16:creationId xmlns:a16="http://schemas.microsoft.com/office/drawing/2014/main" id="{B1624F98-C6BE-42B0-90F5-F64170909ABE}"/>
              </a:ext>
            </a:extLst>
          </p:cNvPr>
          <p:cNvSpPr>
            <a:spLocks/>
          </p:cNvSpPr>
          <p:nvPr/>
        </p:nvSpPr>
        <p:spPr>
          <a:xfrm>
            <a:off x="4218048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7" name="data_7518">
            <a:extLst>
              <a:ext uri="{FF2B5EF4-FFF2-40B4-BE49-F238E27FC236}">
                <a16:creationId xmlns:a16="http://schemas.microsoft.com/office/drawing/2014/main" id="{999EBBE9-FCB9-4EF6-93DB-A2D282716496}"/>
              </a:ext>
            </a:extLst>
          </p:cNvPr>
          <p:cNvSpPr>
            <a:spLocks/>
          </p:cNvSpPr>
          <p:nvPr/>
        </p:nvSpPr>
        <p:spPr>
          <a:xfrm>
            <a:off x="4133005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8" name="data_7519">
            <a:extLst>
              <a:ext uri="{FF2B5EF4-FFF2-40B4-BE49-F238E27FC236}">
                <a16:creationId xmlns:a16="http://schemas.microsoft.com/office/drawing/2014/main" id="{92B0F48E-5E2A-4A24-8894-BED678A2E07C}"/>
              </a:ext>
            </a:extLst>
          </p:cNvPr>
          <p:cNvSpPr>
            <a:spLocks/>
          </p:cNvSpPr>
          <p:nvPr/>
        </p:nvSpPr>
        <p:spPr>
          <a:xfrm>
            <a:off x="4277267" y="6457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9" name="data_7520">
            <a:extLst>
              <a:ext uri="{FF2B5EF4-FFF2-40B4-BE49-F238E27FC236}">
                <a16:creationId xmlns:a16="http://schemas.microsoft.com/office/drawing/2014/main" id="{967D02C8-2723-4CA1-B3E3-DFABB7FC1DB8}"/>
              </a:ext>
            </a:extLst>
          </p:cNvPr>
          <p:cNvSpPr>
            <a:spLocks/>
          </p:cNvSpPr>
          <p:nvPr/>
        </p:nvSpPr>
        <p:spPr>
          <a:xfrm>
            <a:off x="4262139" y="67102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0" name="data_7521">
            <a:extLst>
              <a:ext uri="{FF2B5EF4-FFF2-40B4-BE49-F238E27FC236}">
                <a16:creationId xmlns:a16="http://schemas.microsoft.com/office/drawing/2014/main" id="{3DA2077E-5456-41E7-81CE-DFCBC4D1A8F8}"/>
              </a:ext>
            </a:extLst>
          </p:cNvPr>
          <p:cNvSpPr>
            <a:spLocks/>
          </p:cNvSpPr>
          <p:nvPr/>
        </p:nvSpPr>
        <p:spPr>
          <a:xfrm>
            <a:off x="4150365" y="6002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1" name="data_7522">
            <a:extLst>
              <a:ext uri="{FF2B5EF4-FFF2-40B4-BE49-F238E27FC236}">
                <a16:creationId xmlns:a16="http://schemas.microsoft.com/office/drawing/2014/main" id="{7EC98B6B-E788-4315-B34B-E3C162101E78}"/>
              </a:ext>
            </a:extLst>
          </p:cNvPr>
          <p:cNvSpPr>
            <a:spLocks/>
          </p:cNvSpPr>
          <p:nvPr/>
        </p:nvSpPr>
        <p:spPr>
          <a:xfrm>
            <a:off x="425211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2" name="data_7523">
            <a:extLst>
              <a:ext uri="{FF2B5EF4-FFF2-40B4-BE49-F238E27FC236}">
                <a16:creationId xmlns:a16="http://schemas.microsoft.com/office/drawing/2014/main" id="{395A0C5A-B972-4814-85F1-075DDD37026E}"/>
              </a:ext>
            </a:extLst>
          </p:cNvPr>
          <p:cNvSpPr>
            <a:spLocks/>
          </p:cNvSpPr>
          <p:nvPr/>
        </p:nvSpPr>
        <p:spPr>
          <a:xfrm>
            <a:off x="4214594" y="61049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3" name="data_7524">
            <a:extLst>
              <a:ext uri="{FF2B5EF4-FFF2-40B4-BE49-F238E27FC236}">
                <a16:creationId xmlns:a16="http://schemas.microsoft.com/office/drawing/2014/main" id="{892FE579-EDC5-4911-B2C1-A5C1E866A0F2}"/>
              </a:ext>
            </a:extLst>
          </p:cNvPr>
          <p:cNvSpPr>
            <a:spLocks/>
          </p:cNvSpPr>
          <p:nvPr/>
        </p:nvSpPr>
        <p:spPr>
          <a:xfrm>
            <a:off x="4186043" y="53960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4" name="data_7525">
            <a:extLst>
              <a:ext uri="{FF2B5EF4-FFF2-40B4-BE49-F238E27FC236}">
                <a16:creationId xmlns:a16="http://schemas.microsoft.com/office/drawing/2014/main" id="{57B40605-FD56-413C-8F11-A75D8608CEF0}"/>
              </a:ext>
            </a:extLst>
          </p:cNvPr>
          <p:cNvSpPr>
            <a:spLocks/>
          </p:cNvSpPr>
          <p:nvPr/>
        </p:nvSpPr>
        <p:spPr>
          <a:xfrm>
            <a:off x="4284373" y="56765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5" name="data_7526">
            <a:extLst>
              <a:ext uri="{FF2B5EF4-FFF2-40B4-BE49-F238E27FC236}">
                <a16:creationId xmlns:a16="http://schemas.microsoft.com/office/drawing/2014/main" id="{4F3A077C-8CE4-4094-92F4-38356D2FFBB9}"/>
              </a:ext>
            </a:extLst>
          </p:cNvPr>
          <p:cNvSpPr>
            <a:spLocks/>
          </p:cNvSpPr>
          <p:nvPr/>
        </p:nvSpPr>
        <p:spPr>
          <a:xfrm>
            <a:off x="422186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6" name="data_7527">
            <a:extLst>
              <a:ext uri="{FF2B5EF4-FFF2-40B4-BE49-F238E27FC236}">
                <a16:creationId xmlns:a16="http://schemas.microsoft.com/office/drawing/2014/main" id="{C290872F-D5BE-4554-A400-D5D7ED8A3BC1}"/>
              </a:ext>
            </a:extLst>
          </p:cNvPr>
          <p:cNvSpPr>
            <a:spLocks/>
          </p:cNvSpPr>
          <p:nvPr/>
        </p:nvSpPr>
        <p:spPr>
          <a:xfrm>
            <a:off x="416025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7" name="data_7528">
            <a:extLst>
              <a:ext uri="{FF2B5EF4-FFF2-40B4-BE49-F238E27FC236}">
                <a16:creationId xmlns:a16="http://schemas.microsoft.com/office/drawing/2014/main" id="{9C119AAD-1969-449F-826D-CF8B928E6CBC}"/>
              </a:ext>
            </a:extLst>
          </p:cNvPr>
          <p:cNvSpPr>
            <a:spLocks/>
          </p:cNvSpPr>
          <p:nvPr/>
        </p:nvSpPr>
        <p:spPr>
          <a:xfrm>
            <a:off x="428882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8" name="data_7529">
            <a:extLst>
              <a:ext uri="{FF2B5EF4-FFF2-40B4-BE49-F238E27FC236}">
                <a16:creationId xmlns:a16="http://schemas.microsoft.com/office/drawing/2014/main" id="{4EF03656-D085-411F-9190-621B5546FB7D}"/>
              </a:ext>
            </a:extLst>
          </p:cNvPr>
          <p:cNvSpPr>
            <a:spLocks/>
          </p:cNvSpPr>
          <p:nvPr/>
        </p:nvSpPr>
        <p:spPr>
          <a:xfrm>
            <a:off x="4143201" y="55476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9" name="data_7530">
            <a:extLst>
              <a:ext uri="{FF2B5EF4-FFF2-40B4-BE49-F238E27FC236}">
                <a16:creationId xmlns:a16="http://schemas.microsoft.com/office/drawing/2014/main" id="{CADE1472-3CDC-4157-9F2D-3F4DA437C85C}"/>
              </a:ext>
            </a:extLst>
          </p:cNvPr>
          <p:cNvSpPr>
            <a:spLocks/>
          </p:cNvSpPr>
          <p:nvPr/>
        </p:nvSpPr>
        <p:spPr>
          <a:xfrm>
            <a:off x="412515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0" name="data_7531">
            <a:extLst>
              <a:ext uri="{FF2B5EF4-FFF2-40B4-BE49-F238E27FC236}">
                <a16:creationId xmlns:a16="http://schemas.microsoft.com/office/drawing/2014/main" id="{67C5E325-B4DD-4634-A262-67D811BEC5D4}"/>
              </a:ext>
            </a:extLst>
          </p:cNvPr>
          <p:cNvSpPr>
            <a:spLocks/>
          </p:cNvSpPr>
          <p:nvPr/>
        </p:nvSpPr>
        <p:spPr>
          <a:xfrm>
            <a:off x="421223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1" name="data_7532">
            <a:extLst>
              <a:ext uri="{FF2B5EF4-FFF2-40B4-BE49-F238E27FC236}">
                <a16:creationId xmlns:a16="http://schemas.microsoft.com/office/drawing/2014/main" id="{0C5BF39C-3C88-4BAC-BDEA-6F732A939BEB}"/>
              </a:ext>
            </a:extLst>
          </p:cNvPr>
          <p:cNvSpPr>
            <a:spLocks/>
          </p:cNvSpPr>
          <p:nvPr/>
        </p:nvSpPr>
        <p:spPr>
          <a:xfrm>
            <a:off x="418346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2" name="data_7533">
            <a:extLst>
              <a:ext uri="{FF2B5EF4-FFF2-40B4-BE49-F238E27FC236}">
                <a16:creationId xmlns:a16="http://schemas.microsoft.com/office/drawing/2014/main" id="{F9AD4FF2-113F-410F-A364-C984BBF0F624}"/>
              </a:ext>
            </a:extLst>
          </p:cNvPr>
          <p:cNvSpPr>
            <a:spLocks/>
          </p:cNvSpPr>
          <p:nvPr/>
        </p:nvSpPr>
        <p:spPr>
          <a:xfrm>
            <a:off x="4201357" y="68821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3" name="data_7534">
            <a:extLst>
              <a:ext uri="{FF2B5EF4-FFF2-40B4-BE49-F238E27FC236}">
                <a16:creationId xmlns:a16="http://schemas.microsoft.com/office/drawing/2014/main" id="{06571918-A124-4F0A-9FF2-619AB89CB745}"/>
              </a:ext>
            </a:extLst>
          </p:cNvPr>
          <p:cNvSpPr>
            <a:spLocks/>
          </p:cNvSpPr>
          <p:nvPr/>
        </p:nvSpPr>
        <p:spPr>
          <a:xfrm>
            <a:off x="4169097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4" name="data_7535">
            <a:extLst>
              <a:ext uri="{FF2B5EF4-FFF2-40B4-BE49-F238E27FC236}">
                <a16:creationId xmlns:a16="http://schemas.microsoft.com/office/drawing/2014/main" id="{D38D87A9-5B93-423D-9C19-A4DF08B0E105}"/>
              </a:ext>
            </a:extLst>
          </p:cNvPr>
          <p:cNvSpPr>
            <a:spLocks/>
          </p:cNvSpPr>
          <p:nvPr/>
        </p:nvSpPr>
        <p:spPr>
          <a:xfrm>
            <a:off x="420207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5" name="data_7536">
            <a:extLst>
              <a:ext uri="{FF2B5EF4-FFF2-40B4-BE49-F238E27FC236}">
                <a16:creationId xmlns:a16="http://schemas.microsoft.com/office/drawing/2014/main" id="{0AAFC412-D138-4B8B-8CE2-350A3E67CD03}"/>
              </a:ext>
            </a:extLst>
          </p:cNvPr>
          <p:cNvSpPr>
            <a:spLocks/>
          </p:cNvSpPr>
          <p:nvPr/>
        </p:nvSpPr>
        <p:spPr>
          <a:xfrm>
            <a:off x="4199598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6" name="data_7537">
            <a:extLst>
              <a:ext uri="{FF2B5EF4-FFF2-40B4-BE49-F238E27FC236}">
                <a16:creationId xmlns:a16="http://schemas.microsoft.com/office/drawing/2014/main" id="{A21A13B2-E969-49F3-B99E-F49696D60194}"/>
              </a:ext>
            </a:extLst>
          </p:cNvPr>
          <p:cNvSpPr>
            <a:spLocks/>
          </p:cNvSpPr>
          <p:nvPr/>
        </p:nvSpPr>
        <p:spPr>
          <a:xfrm>
            <a:off x="426820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7" name="data_7538">
            <a:extLst>
              <a:ext uri="{FF2B5EF4-FFF2-40B4-BE49-F238E27FC236}">
                <a16:creationId xmlns:a16="http://schemas.microsoft.com/office/drawing/2014/main" id="{7D6DD9DF-8B13-499C-B342-EA4CEC50C2A2}"/>
              </a:ext>
            </a:extLst>
          </p:cNvPr>
          <p:cNvSpPr>
            <a:spLocks/>
          </p:cNvSpPr>
          <p:nvPr/>
        </p:nvSpPr>
        <p:spPr>
          <a:xfrm>
            <a:off x="425611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8" name="data_7539">
            <a:extLst>
              <a:ext uri="{FF2B5EF4-FFF2-40B4-BE49-F238E27FC236}">
                <a16:creationId xmlns:a16="http://schemas.microsoft.com/office/drawing/2014/main" id="{25E277A8-9598-4D00-9973-E80F4E9F38B6}"/>
              </a:ext>
            </a:extLst>
          </p:cNvPr>
          <p:cNvSpPr>
            <a:spLocks/>
          </p:cNvSpPr>
          <p:nvPr/>
        </p:nvSpPr>
        <p:spPr>
          <a:xfrm>
            <a:off x="422586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9" name="data_7540">
            <a:extLst>
              <a:ext uri="{FF2B5EF4-FFF2-40B4-BE49-F238E27FC236}">
                <a16:creationId xmlns:a16="http://schemas.microsoft.com/office/drawing/2014/main" id="{EB501E71-7107-4DBB-9E36-17E80C256275}"/>
              </a:ext>
            </a:extLst>
          </p:cNvPr>
          <p:cNvSpPr>
            <a:spLocks/>
          </p:cNvSpPr>
          <p:nvPr/>
        </p:nvSpPr>
        <p:spPr>
          <a:xfrm>
            <a:off x="426579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0" name="data_7541">
            <a:extLst>
              <a:ext uri="{FF2B5EF4-FFF2-40B4-BE49-F238E27FC236}">
                <a16:creationId xmlns:a16="http://schemas.microsoft.com/office/drawing/2014/main" id="{DBF38C26-4004-4402-A39C-144CF5B7B8DC}"/>
              </a:ext>
            </a:extLst>
          </p:cNvPr>
          <p:cNvSpPr>
            <a:spLocks/>
          </p:cNvSpPr>
          <p:nvPr/>
        </p:nvSpPr>
        <p:spPr>
          <a:xfrm>
            <a:off x="4177359" y="6902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1" name="data_7542">
            <a:extLst>
              <a:ext uri="{FF2B5EF4-FFF2-40B4-BE49-F238E27FC236}">
                <a16:creationId xmlns:a16="http://schemas.microsoft.com/office/drawing/2014/main" id="{5A72003D-460F-451C-AD18-BE7F0FCD2E96}"/>
              </a:ext>
            </a:extLst>
          </p:cNvPr>
          <p:cNvSpPr>
            <a:spLocks/>
          </p:cNvSpPr>
          <p:nvPr/>
        </p:nvSpPr>
        <p:spPr>
          <a:xfrm>
            <a:off x="4139576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2" name="data_7543">
            <a:extLst>
              <a:ext uri="{FF2B5EF4-FFF2-40B4-BE49-F238E27FC236}">
                <a16:creationId xmlns:a16="http://schemas.microsoft.com/office/drawing/2014/main" id="{BABECFF4-F654-49C3-8894-0C244E7D48EB}"/>
              </a:ext>
            </a:extLst>
          </p:cNvPr>
          <p:cNvSpPr>
            <a:spLocks/>
          </p:cNvSpPr>
          <p:nvPr/>
        </p:nvSpPr>
        <p:spPr>
          <a:xfrm>
            <a:off x="4245413" y="68972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3" name="data_7544">
            <a:extLst>
              <a:ext uri="{FF2B5EF4-FFF2-40B4-BE49-F238E27FC236}">
                <a16:creationId xmlns:a16="http://schemas.microsoft.com/office/drawing/2014/main" id="{34004E8D-00ED-4FED-BE4F-AE848CD3AD26}"/>
              </a:ext>
            </a:extLst>
          </p:cNvPr>
          <p:cNvSpPr>
            <a:spLocks/>
          </p:cNvSpPr>
          <p:nvPr/>
        </p:nvSpPr>
        <p:spPr>
          <a:xfrm>
            <a:off x="4210223" y="6567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4" name="data_7545">
            <a:extLst>
              <a:ext uri="{FF2B5EF4-FFF2-40B4-BE49-F238E27FC236}">
                <a16:creationId xmlns:a16="http://schemas.microsoft.com/office/drawing/2014/main" id="{9FE5ECE0-43CC-4230-A8C6-7F9DCF771C60}"/>
              </a:ext>
            </a:extLst>
          </p:cNvPr>
          <p:cNvSpPr>
            <a:spLocks/>
          </p:cNvSpPr>
          <p:nvPr/>
        </p:nvSpPr>
        <p:spPr>
          <a:xfrm>
            <a:off x="4224282" y="68251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5" name="data_7546">
            <a:extLst>
              <a:ext uri="{FF2B5EF4-FFF2-40B4-BE49-F238E27FC236}">
                <a16:creationId xmlns:a16="http://schemas.microsoft.com/office/drawing/2014/main" id="{1B2A9843-9928-4566-86D6-C505CCA5345D}"/>
              </a:ext>
            </a:extLst>
          </p:cNvPr>
          <p:cNvSpPr>
            <a:spLocks/>
          </p:cNvSpPr>
          <p:nvPr/>
        </p:nvSpPr>
        <p:spPr>
          <a:xfrm>
            <a:off x="4188501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6" name="data_7547">
            <a:extLst>
              <a:ext uri="{FF2B5EF4-FFF2-40B4-BE49-F238E27FC236}">
                <a16:creationId xmlns:a16="http://schemas.microsoft.com/office/drawing/2014/main" id="{FD69DC52-FD9A-4FC4-B7EF-92615462EE39}"/>
              </a:ext>
            </a:extLst>
          </p:cNvPr>
          <p:cNvSpPr>
            <a:spLocks/>
          </p:cNvSpPr>
          <p:nvPr/>
        </p:nvSpPr>
        <p:spPr>
          <a:xfrm>
            <a:off x="4188227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7" name="data_7548">
            <a:extLst>
              <a:ext uri="{FF2B5EF4-FFF2-40B4-BE49-F238E27FC236}">
                <a16:creationId xmlns:a16="http://schemas.microsoft.com/office/drawing/2014/main" id="{B12BA677-9447-4561-8DB9-F05C2508A5FB}"/>
              </a:ext>
            </a:extLst>
          </p:cNvPr>
          <p:cNvSpPr>
            <a:spLocks/>
          </p:cNvSpPr>
          <p:nvPr/>
        </p:nvSpPr>
        <p:spPr>
          <a:xfrm>
            <a:off x="423114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8" name="data_7549">
            <a:extLst>
              <a:ext uri="{FF2B5EF4-FFF2-40B4-BE49-F238E27FC236}">
                <a16:creationId xmlns:a16="http://schemas.microsoft.com/office/drawing/2014/main" id="{457CE094-E123-45AD-9234-43F70B13DEBF}"/>
              </a:ext>
            </a:extLst>
          </p:cNvPr>
          <p:cNvSpPr>
            <a:spLocks/>
          </p:cNvSpPr>
          <p:nvPr/>
        </p:nvSpPr>
        <p:spPr>
          <a:xfrm>
            <a:off x="4137321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9" name="data_7550">
            <a:extLst>
              <a:ext uri="{FF2B5EF4-FFF2-40B4-BE49-F238E27FC236}">
                <a16:creationId xmlns:a16="http://schemas.microsoft.com/office/drawing/2014/main" id="{23379944-B003-4A86-A3F5-DFC14EA77FD5}"/>
              </a:ext>
            </a:extLst>
          </p:cNvPr>
          <p:cNvSpPr>
            <a:spLocks/>
          </p:cNvSpPr>
          <p:nvPr/>
        </p:nvSpPr>
        <p:spPr>
          <a:xfrm>
            <a:off x="4201849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0" name="data_7551">
            <a:extLst>
              <a:ext uri="{FF2B5EF4-FFF2-40B4-BE49-F238E27FC236}">
                <a16:creationId xmlns:a16="http://schemas.microsoft.com/office/drawing/2014/main" id="{C9A976C8-DC55-4AF8-985C-E6F586870909}"/>
              </a:ext>
            </a:extLst>
          </p:cNvPr>
          <p:cNvSpPr>
            <a:spLocks/>
          </p:cNvSpPr>
          <p:nvPr/>
        </p:nvSpPr>
        <p:spPr>
          <a:xfrm>
            <a:off x="4289215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1" name="data_7552">
            <a:extLst>
              <a:ext uri="{FF2B5EF4-FFF2-40B4-BE49-F238E27FC236}">
                <a16:creationId xmlns:a16="http://schemas.microsoft.com/office/drawing/2014/main" id="{23D0E08D-7601-477B-828C-1E769433E217}"/>
              </a:ext>
            </a:extLst>
          </p:cNvPr>
          <p:cNvSpPr>
            <a:spLocks/>
          </p:cNvSpPr>
          <p:nvPr/>
        </p:nvSpPr>
        <p:spPr>
          <a:xfrm>
            <a:off x="4139164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2" name="data_7553">
            <a:extLst>
              <a:ext uri="{FF2B5EF4-FFF2-40B4-BE49-F238E27FC236}">
                <a16:creationId xmlns:a16="http://schemas.microsoft.com/office/drawing/2014/main" id="{AF953960-70E4-494D-A5BE-62E78E192EE5}"/>
              </a:ext>
            </a:extLst>
          </p:cNvPr>
          <p:cNvSpPr>
            <a:spLocks/>
          </p:cNvSpPr>
          <p:nvPr/>
        </p:nvSpPr>
        <p:spPr>
          <a:xfrm>
            <a:off x="426586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3" name="data_7554">
            <a:extLst>
              <a:ext uri="{FF2B5EF4-FFF2-40B4-BE49-F238E27FC236}">
                <a16:creationId xmlns:a16="http://schemas.microsoft.com/office/drawing/2014/main" id="{9D1A32E8-A47A-4055-8A7D-4A6E5C4A6206}"/>
              </a:ext>
            </a:extLst>
          </p:cNvPr>
          <p:cNvSpPr>
            <a:spLocks/>
          </p:cNvSpPr>
          <p:nvPr/>
        </p:nvSpPr>
        <p:spPr>
          <a:xfrm>
            <a:off x="4128734" y="6609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4" name="data_7555">
            <a:extLst>
              <a:ext uri="{FF2B5EF4-FFF2-40B4-BE49-F238E27FC236}">
                <a16:creationId xmlns:a16="http://schemas.microsoft.com/office/drawing/2014/main" id="{36953A09-5E7E-43C7-802E-5171961D5CF6}"/>
              </a:ext>
            </a:extLst>
          </p:cNvPr>
          <p:cNvSpPr>
            <a:spLocks/>
          </p:cNvSpPr>
          <p:nvPr/>
        </p:nvSpPr>
        <p:spPr>
          <a:xfrm>
            <a:off x="4149517" y="6487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5" name="data_7556">
            <a:extLst>
              <a:ext uri="{FF2B5EF4-FFF2-40B4-BE49-F238E27FC236}">
                <a16:creationId xmlns:a16="http://schemas.microsoft.com/office/drawing/2014/main" id="{227108E1-4ECE-4CEC-BBD5-0770C183A2A8}"/>
              </a:ext>
            </a:extLst>
          </p:cNvPr>
          <p:cNvSpPr>
            <a:spLocks/>
          </p:cNvSpPr>
          <p:nvPr/>
        </p:nvSpPr>
        <p:spPr>
          <a:xfrm>
            <a:off x="4181042" y="69124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6" name="data_7557">
            <a:extLst>
              <a:ext uri="{FF2B5EF4-FFF2-40B4-BE49-F238E27FC236}">
                <a16:creationId xmlns:a16="http://schemas.microsoft.com/office/drawing/2014/main" id="{3244BAA0-C20F-4B04-A2F5-30874CEDA34B}"/>
              </a:ext>
            </a:extLst>
          </p:cNvPr>
          <p:cNvSpPr>
            <a:spLocks/>
          </p:cNvSpPr>
          <p:nvPr/>
        </p:nvSpPr>
        <p:spPr>
          <a:xfrm>
            <a:off x="4196930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7" name="data_7558">
            <a:extLst>
              <a:ext uri="{FF2B5EF4-FFF2-40B4-BE49-F238E27FC236}">
                <a16:creationId xmlns:a16="http://schemas.microsoft.com/office/drawing/2014/main" id="{54D721DC-D82D-471A-862D-F3FF97345ADA}"/>
              </a:ext>
            </a:extLst>
          </p:cNvPr>
          <p:cNvSpPr>
            <a:spLocks/>
          </p:cNvSpPr>
          <p:nvPr/>
        </p:nvSpPr>
        <p:spPr>
          <a:xfrm>
            <a:off x="4164856" y="51685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8" name="data_7559">
            <a:extLst>
              <a:ext uri="{FF2B5EF4-FFF2-40B4-BE49-F238E27FC236}">
                <a16:creationId xmlns:a16="http://schemas.microsoft.com/office/drawing/2014/main" id="{02EC222F-7AE6-4644-B1D0-4E4CA7D6E42C}"/>
              </a:ext>
            </a:extLst>
          </p:cNvPr>
          <p:cNvSpPr>
            <a:spLocks/>
          </p:cNvSpPr>
          <p:nvPr/>
        </p:nvSpPr>
        <p:spPr>
          <a:xfrm>
            <a:off x="418141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9" name="data_7560">
            <a:extLst>
              <a:ext uri="{FF2B5EF4-FFF2-40B4-BE49-F238E27FC236}">
                <a16:creationId xmlns:a16="http://schemas.microsoft.com/office/drawing/2014/main" id="{42E4D323-98A5-4F28-B05A-5565EF2AF968}"/>
              </a:ext>
            </a:extLst>
          </p:cNvPr>
          <p:cNvSpPr>
            <a:spLocks/>
          </p:cNvSpPr>
          <p:nvPr/>
        </p:nvSpPr>
        <p:spPr>
          <a:xfrm>
            <a:off x="4222453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0" name="data_7561">
            <a:extLst>
              <a:ext uri="{FF2B5EF4-FFF2-40B4-BE49-F238E27FC236}">
                <a16:creationId xmlns:a16="http://schemas.microsoft.com/office/drawing/2014/main" id="{56DA8AD1-D762-428C-89D6-E9CE3BB07899}"/>
              </a:ext>
            </a:extLst>
          </p:cNvPr>
          <p:cNvSpPr>
            <a:spLocks/>
          </p:cNvSpPr>
          <p:nvPr/>
        </p:nvSpPr>
        <p:spPr>
          <a:xfrm>
            <a:off x="4146962" y="50927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1" name="data_7562">
            <a:extLst>
              <a:ext uri="{FF2B5EF4-FFF2-40B4-BE49-F238E27FC236}">
                <a16:creationId xmlns:a16="http://schemas.microsoft.com/office/drawing/2014/main" id="{120CDFF4-0A24-47B3-A7E7-DE80B4527BF1}"/>
              </a:ext>
            </a:extLst>
          </p:cNvPr>
          <p:cNvSpPr>
            <a:spLocks/>
          </p:cNvSpPr>
          <p:nvPr/>
        </p:nvSpPr>
        <p:spPr>
          <a:xfrm>
            <a:off x="4241287" y="67824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2" name="data_7563">
            <a:extLst>
              <a:ext uri="{FF2B5EF4-FFF2-40B4-BE49-F238E27FC236}">
                <a16:creationId xmlns:a16="http://schemas.microsoft.com/office/drawing/2014/main" id="{CC73587D-1C09-411F-A188-1AB95D9FE74D}"/>
              </a:ext>
            </a:extLst>
          </p:cNvPr>
          <p:cNvSpPr>
            <a:spLocks/>
          </p:cNvSpPr>
          <p:nvPr/>
        </p:nvSpPr>
        <p:spPr>
          <a:xfrm>
            <a:off x="1097756" y="5001268"/>
            <a:ext cx="191" cy="1928911"/>
          </a:xfrm>
          <a:custGeom>
            <a:avLst/>
            <a:gdLst/>
            <a:ahLst/>
            <a:cxnLst/>
            <a:rect l="0" t="0" r="0" b="0"/>
            <a:pathLst>
              <a:path w="191" h="1928911">
                <a:moveTo>
                  <a:pt x="0" y="1928911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813" name="data_7564">
            <a:extLst>
              <a:ext uri="{FF2B5EF4-FFF2-40B4-BE49-F238E27FC236}">
                <a16:creationId xmlns:a16="http://schemas.microsoft.com/office/drawing/2014/main" id="{9477EDFA-26A0-4A5B-9162-665823CD868D}"/>
              </a:ext>
            </a:extLst>
          </p:cNvPr>
          <p:cNvSpPr>
            <a:spLocks/>
          </p:cNvSpPr>
          <p:nvPr/>
        </p:nvSpPr>
        <p:spPr>
          <a:xfrm>
            <a:off x="1097756" y="6930178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814" name="text_7565">
            <a:extLst>
              <a:ext uri="{FF2B5EF4-FFF2-40B4-BE49-F238E27FC236}">
                <a16:creationId xmlns:a16="http://schemas.microsoft.com/office/drawing/2014/main" id="{18F3C6E6-EE3A-4035-9E14-ECA7CC97C003}"/>
              </a:ext>
            </a:extLst>
          </p:cNvPr>
          <p:cNvSpPr>
            <a:spLocks/>
          </p:cNvSpPr>
          <p:nvPr/>
        </p:nvSpPr>
        <p:spPr>
          <a:xfrm>
            <a:off x="618927" y="4687867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4815" name="text_7566">
            <a:extLst>
              <a:ext uri="{FF2B5EF4-FFF2-40B4-BE49-F238E27FC236}">
                <a16:creationId xmlns:a16="http://schemas.microsoft.com/office/drawing/2014/main" id="{CEA7052F-97FB-49DF-BAAD-BD3202EDC9BA}"/>
              </a:ext>
            </a:extLst>
          </p:cNvPr>
          <p:cNvSpPr>
            <a:spLocks/>
          </p:cNvSpPr>
          <p:nvPr/>
        </p:nvSpPr>
        <p:spPr>
          <a:xfrm>
            <a:off x="1097756" y="471044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816" name="data_7567">
            <a:extLst>
              <a:ext uri="{FF2B5EF4-FFF2-40B4-BE49-F238E27FC236}">
                <a16:creationId xmlns:a16="http://schemas.microsoft.com/office/drawing/2014/main" id="{4F417600-B93A-41CE-AE40-FECA5D2E39D3}"/>
              </a:ext>
            </a:extLst>
          </p:cNvPr>
          <p:cNvSpPr>
            <a:spLocks/>
          </p:cNvSpPr>
          <p:nvPr/>
        </p:nvSpPr>
        <p:spPr>
          <a:xfrm>
            <a:off x="1394761" y="6744305"/>
            <a:ext cx="191" cy="98452"/>
          </a:xfrm>
          <a:custGeom>
            <a:avLst/>
            <a:gdLst/>
            <a:ahLst/>
            <a:cxnLst/>
            <a:rect l="0" t="0" r="0" b="0"/>
            <a:pathLst>
              <a:path w="191" h="98452">
                <a:moveTo>
                  <a:pt x="0" y="9845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17" name="data_7568">
            <a:extLst>
              <a:ext uri="{FF2B5EF4-FFF2-40B4-BE49-F238E27FC236}">
                <a16:creationId xmlns:a16="http://schemas.microsoft.com/office/drawing/2014/main" id="{FBA4C661-E7E3-41B3-88D5-9A0ECC666D22}"/>
              </a:ext>
            </a:extLst>
          </p:cNvPr>
          <p:cNvSpPr>
            <a:spLocks/>
          </p:cNvSpPr>
          <p:nvPr/>
        </p:nvSpPr>
        <p:spPr>
          <a:xfrm>
            <a:off x="1343356" y="6842756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18" name="data_7569">
            <a:extLst>
              <a:ext uri="{FF2B5EF4-FFF2-40B4-BE49-F238E27FC236}">
                <a16:creationId xmlns:a16="http://schemas.microsoft.com/office/drawing/2014/main" id="{D963D105-CCA9-40C5-A94D-70E54DA5D2C1}"/>
              </a:ext>
            </a:extLst>
          </p:cNvPr>
          <p:cNvSpPr>
            <a:spLocks/>
          </p:cNvSpPr>
          <p:nvPr/>
        </p:nvSpPr>
        <p:spPr>
          <a:xfrm>
            <a:off x="1343356" y="6744305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19" name="data_7570">
            <a:extLst>
              <a:ext uri="{FF2B5EF4-FFF2-40B4-BE49-F238E27FC236}">
                <a16:creationId xmlns:a16="http://schemas.microsoft.com/office/drawing/2014/main" id="{2BFDE3A9-EA59-47DC-BB3E-B3202CD22C51}"/>
              </a:ext>
            </a:extLst>
          </p:cNvPr>
          <p:cNvSpPr>
            <a:spLocks/>
          </p:cNvSpPr>
          <p:nvPr/>
        </p:nvSpPr>
        <p:spPr>
          <a:xfrm>
            <a:off x="1668918" y="5945514"/>
            <a:ext cx="191" cy="220554"/>
          </a:xfrm>
          <a:custGeom>
            <a:avLst/>
            <a:gdLst/>
            <a:ahLst/>
            <a:cxnLst/>
            <a:rect l="0" t="0" r="0" b="0"/>
            <a:pathLst>
              <a:path w="191" h="220554">
                <a:moveTo>
                  <a:pt x="0" y="220554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20" name="data_7571">
            <a:extLst>
              <a:ext uri="{FF2B5EF4-FFF2-40B4-BE49-F238E27FC236}">
                <a16:creationId xmlns:a16="http://schemas.microsoft.com/office/drawing/2014/main" id="{5EBA73D6-B018-4539-98AD-62095574706D}"/>
              </a:ext>
            </a:extLst>
          </p:cNvPr>
          <p:cNvSpPr>
            <a:spLocks/>
          </p:cNvSpPr>
          <p:nvPr/>
        </p:nvSpPr>
        <p:spPr>
          <a:xfrm>
            <a:off x="1617514" y="6166068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21" name="data_7572">
            <a:extLst>
              <a:ext uri="{FF2B5EF4-FFF2-40B4-BE49-F238E27FC236}">
                <a16:creationId xmlns:a16="http://schemas.microsoft.com/office/drawing/2014/main" id="{EE451551-FDAB-4B37-93EA-A940B2B03DEC}"/>
              </a:ext>
            </a:extLst>
          </p:cNvPr>
          <p:cNvSpPr>
            <a:spLocks/>
          </p:cNvSpPr>
          <p:nvPr/>
        </p:nvSpPr>
        <p:spPr>
          <a:xfrm>
            <a:off x="1617514" y="5945514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22" name="data_7573">
            <a:extLst>
              <a:ext uri="{FF2B5EF4-FFF2-40B4-BE49-F238E27FC236}">
                <a16:creationId xmlns:a16="http://schemas.microsoft.com/office/drawing/2014/main" id="{BDC7A6CF-6D94-451A-96F2-D0DC60F8A539}"/>
              </a:ext>
            </a:extLst>
          </p:cNvPr>
          <p:cNvSpPr>
            <a:spLocks/>
          </p:cNvSpPr>
          <p:nvPr/>
        </p:nvSpPr>
        <p:spPr>
          <a:xfrm>
            <a:off x="1943076" y="5782108"/>
            <a:ext cx="191" cy="201822"/>
          </a:xfrm>
          <a:custGeom>
            <a:avLst/>
            <a:gdLst/>
            <a:ahLst/>
            <a:cxnLst/>
            <a:rect l="0" t="0" r="0" b="0"/>
            <a:pathLst>
              <a:path w="191" h="201822">
                <a:moveTo>
                  <a:pt x="0" y="2018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23" name="data_7574">
            <a:extLst>
              <a:ext uri="{FF2B5EF4-FFF2-40B4-BE49-F238E27FC236}">
                <a16:creationId xmlns:a16="http://schemas.microsoft.com/office/drawing/2014/main" id="{B239EB49-E2C6-41CD-AB06-94A5A433AEC8}"/>
              </a:ext>
            </a:extLst>
          </p:cNvPr>
          <p:cNvSpPr>
            <a:spLocks/>
          </p:cNvSpPr>
          <p:nvPr/>
        </p:nvSpPr>
        <p:spPr>
          <a:xfrm>
            <a:off x="1891672" y="5983930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24" name="data_7575">
            <a:extLst>
              <a:ext uri="{FF2B5EF4-FFF2-40B4-BE49-F238E27FC236}">
                <a16:creationId xmlns:a16="http://schemas.microsoft.com/office/drawing/2014/main" id="{A5A19A93-3FFF-4ABE-9546-21A0B7EEC078}"/>
              </a:ext>
            </a:extLst>
          </p:cNvPr>
          <p:cNvSpPr>
            <a:spLocks/>
          </p:cNvSpPr>
          <p:nvPr/>
        </p:nvSpPr>
        <p:spPr>
          <a:xfrm>
            <a:off x="1891672" y="5782108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25" name="data_7576">
            <a:extLst>
              <a:ext uri="{FF2B5EF4-FFF2-40B4-BE49-F238E27FC236}">
                <a16:creationId xmlns:a16="http://schemas.microsoft.com/office/drawing/2014/main" id="{C4D8CFF1-82B7-4D82-A2DF-4014A325C02C}"/>
              </a:ext>
            </a:extLst>
          </p:cNvPr>
          <p:cNvSpPr>
            <a:spLocks/>
          </p:cNvSpPr>
          <p:nvPr/>
        </p:nvSpPr>
        <p:spPr>
          <a:xfrm>
            <a:off x="2537085" y="5931540"/>
            <a:ext cx="191" cy="313096"/>
          </a:xfrm>
          <a:custGeom>
            <a:avLst/>
            <a:gdLst/>
            <a:ahLst/>
            <a:cxnLst/>
            <a:rect l="0" t="0" r="0" b="0"/>
            <a:pathLst>
              <a:path w="191" h="313096">
                <a:moveTo>
                  <a:pt x="0" y="313096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26" name="data_7577">
            <a:extLst>
              <a:ext uri="{FF2B5EF4-FFF2-40B4-BE49-F238E27FC236}">
                <a16:creationId xmlns:a16="http://schemas.microsoft.com/office/drawing/2014/main" id="{5D5077A8-644A-4047-8E33-54623E4A46A6}"/>
              </a:ext>
            </a:extLst>
          </p:cNvPr>
          <p:cNvSpPr>
            <a:spLocks/>
          </p:cNvSpPr>
          <p:nvPr/>
        </p:nvSpPr>
        <p:spPr>
          <a:xfrm>
            <a:off x="2485680" y="6244635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27" name="data_7578">
            <a:extLst>
              <a:ext uri="{FF2B5EF4-FFF2-40B4-BE49-F238E27FC236}">
                <a16:creationId xmlns:a16="http://schemas.microsoft.com/office/drawing/2014/main" id="{5EF4700D-A4FC-46D1-A6B2-D9D9EBA7A8FF}"/>
              </a:ext>
            </a:extLst>
          </p:cNvPr>
          <p:cNvSpPr>
            <a:spLocks/>
          </p:cNvSpPr>
          <p:nvPr/>
        </p:nvSpPr>
        <p:spPr>
          <a:xfrm>
            <a:off x="2485680" y="5931540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28" name="data_7579">
            <a:extLst>
              <a:ext uri="{FF2B5EF4-FFF2-40B4-BE49-F238E27FC236}">
                <a16:creationId xmlns:a16="http://schemas.microsoft.com/office/drawing/2014/main" id="{54153F07-1C32-4B16-93B8-9704ED3DC768}"/>
              </a:ext>
            </a:extLst>
          </p:cNvPr>
          <p:cNvSpPr>
            <a:spLocks/>
          </p:cNvSpPr>
          <p:nvPr/>
        </p:nvSpPr>
        <p:spPr>
          <a:xfrm>
            <a:off x="2811243" y="5745990"/>
            <a:ext cx="191" cy="282749"/>
          </a:xfrm>
          <a:custGeom>
            <a:avLst/>
            <a:gdLst/>
            <a:ahLst/>
            <a:cxnLst/>
            <a:rect l="0" t="0" r="0" b="0"/>
            <a:pathLst>
              <a:path w="191" h="282749">
                <a:moveTo>
                  <a:pt x="0" y="28274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29" name="data_7580">
            <a:extLst>
              <a:ext uri="{FF2B5EF4-FFF2-40B4-BE49-F238E27FC236}">
                <a16:creationId xmlns:a16="http://schemas.microsoft.com/office/drawing/2014/main" id="{934D7399-34F7-49E7-B34E-835F04C09F6E}"/>
              </a:ext>
            </a:extLst>
          </p:cNvPr>
          <p:cNvSpPr>
            <a:spLocks/>
          </p:cNvSpPr>
          <p:nvPr/>
        </p:nvSpPr>
        <p:spPr>
          <a:xfrm>
            <a:off x="2759838" y="6028740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30" name="data_7581">
            <a:extLst>
              <a:ext uri="{FF2B5EF4-FFF2-40B4-BE49-F238E27FC236}">
                <a16:creationId xmlns:a16="http://schemas.microsoft.com/office/drawing/2014/main" id="{68D035B5-B89B-4A70-BFFD-B720BC310330}"/>
              </a:ext>
            </a:extLst>
          </p:cNvPr>
          <p:cNvSpPr>
            <a:spLocks/>
          </p:cNvSpPr>
          <p:nvPr/>
        </p:nvSpPr>
        <p:spPr>
          <a:xfrm>
            <a:off x="2759838" y="5745990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31" name="data_7582">
            <a:extLst>
              <a:ext uri="{FF2B5EF4-FFF2-40B4-BE49-F238E27FC236}">
                <a16:creationId xmlns:a16="http://schemas.microsoft.com/office/drawing/2014/main" id="{0ABCD458-BF37-4A00-9D5C-306E59E0CD8C}"/>
              </a:ext>
            </a:extLst>
          </p:cNvPr>
          <p:cNvSpPr>
            <a:spLocks/>
          </p:cNvSpPr>
          <p:nvPr/>
        </p:nvSpPr>
        <p:spPr>
          <a:xfrm>
            <a:off x="3085401" y="5515349"/>
            <a:ext cx="191" cy="279421"/>
          </a:xfrm>
          <a:custGeom>
            <a:avLst/>
            <a:gdLst/>
            <a:ahLst/>
            <a:cxnLst/>
            <a:rect l="0" t="0" r="0" b="0"/>
            <a:pathLst>
              <a:path w="191" h="279421">
                <a:moveTo>
                  <a:pt x="0" y="27942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32" name="data_7583">
            <a:extLst>
              <a:ext uri="{FF2B5EF4-FFF2-40B4-BE49-F238E27FC236}">
                <a16:creationId xmlns:a16="http://schemas.microsoft.com/office/drawing/2014/main" id="{0D7563D0-E8CA-4482-AF3C-6B49F7A420FB}"/>
              </a:ext>
            </a:extLst>
          </p:cNvPr>
          <p:cNvSpPr>
            <a:spLocks/>
          </p:cNvSpPr>
          <p:nvPr/>
        </p:nvSpPr>
        <p:spPr>
          <a:xfrm>
            <a:off x="3033996" y="5794770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33" name="data_7584">
            <a:extLst>
              <a:ext uri="{FF2B5EF4-FFF2-40B4-BE49-F238E27FC236}">
                <a16:creationId xmlns:a16="http://schemas.microsoft.com/office/drawing/2014/main" id="{1364B95F-FCF6-4E10-A291-72F2B3344B75}"/>
              </a:ext>
            </a:extLst>
          </p:cNvPr>
          <p:cNvSpPr>
            <a:spLocks/>
          </p:cNvSpPr>
          <p:nvPr/>
        </p:nvSpPr>
        <p:spPr>
          <a:xfrm>
            <a:off x="3033996" y="5515349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34" name="data_7585">
            <a:extLst>
              <a:ext uri="{FF2B5EF4-FFF2-40B4-BE49-F238E27FC236}">
                <a16:creationId xmlns:a16="http://schemas.microsoft.com/office/drawing/2014/main" id="{79D58662-454F-4058-A10D-6AE501F2CF70}"/>
              </a:ext>
            </a:extLst>
          </p:cNvPr>
          <p:cNvSpPr>
            <a:spLocks/>
          </p:cNvSpPr>
          <p:nvPr/>
        </p:nvSpPr>
        <p:spPr>
          <a:xfrm>
            <a:off x="3679410" y="6247763"/>
            <a:ext cx="191" cy="287555"/>
          </a:xfrm>
          <a:custGeom>
            <a:avLst/>
            <a:gdLst/>
            <a:ahLst/>
            <a:cxnLst/>
            <a:rect l="0" t="0" r="0" b="0"/>
            <a:pathLst>
              <a:path w="191" h="287555">
                <a:moveTo>
                  <a:pt x="0" y="28755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35" name="data_7586">
            <a:extLst>
              <a:ext uri="{FF2B5EF4-FFF2-40B4-BE49-F238E27FC236}">
                <a16:creationId xmlns:a16="http://schemas.microsoft.com/office/drawing/2014/main" id="{069B3F34-3BE4-4922-B3DC-AF5891E132A0}"/>
              </a:ext>
            </a:extLst>
          </p:cNvPr>
          <p:cNvSpPr>
            <a:spLocks/>
          </p:cNvSpPr>
          <p:nvPr/>
        </p:nvSpPr>
        <p:spPr>
          <a:xfrm>
            <a:off x="3628005" y="6535318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36" name="data_7587">
            <a:extLst>
              <a:ext uri="{FF2B5EF4-FFF2-40B4-BE49-F238E27FC236}">
                <a16:creationId xmlns:a16="http://schemas.microsoft.com/office/drawing/2014/main" id="{10247BD0-4A71-4B2F-891D-208C92C5C3C8}"/>
              </a:ext>
            </a:extLst>
          </p:cNvPr>
          <p:cNvSpPr>
            <a:spLocks/>
          </p:cNvSpPr>
          <p:nvPr/>
        </p:nvSpPr>
        <p:spPr>
          <a:xfrm>
            <a:off x="3628005" y="6247763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4837" name="data_7588">
            <a:extLst>
              <a:ext uri="{FF2B5EF4-FFF2-40B4-BE49-F238E27FC236}">
                <a16:creationId xmlns:a16="http://schemas.microsoft.com/office/drawing/2014/main" id="{EE8C2BF5-3D88-4E9F-9C86-7ADBFF49A8CE}"/>
              </a:ext>
            </a:extLst>
          </p:cNvPr>
          <p:cNvSpPr>
            <a:spLocks/>
          </p:cNvSpPr>
          <p:nvPr/>
        </p:nvSpPr>
        <p:spPr>
          <a:xfrm>
            <a:off x="3953567" y="5865312"/>
            <a:ext cx="191" cy="307479"/>
          </a:xfrm>
          <a:custGeom>
            <a:avLst/>
            <a:gdLst/>
            <a:ahLst/>
            <a:cxnLst/>
            <a:rect l="0" t="0" r="0" b="0"/>
            <a:pathLst>
              <a:path w="191" h="307479">
                <a:moveTo>
                  <a:pt x="0" y="30747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38" name="data_7589">
            <a:extLst>
              <a:ext uri="{FF2B5EF4-FFF2-40B4-BE49-F238E27FC236}">
                <a16:creationId xmlns:a16="http://schemas.microsoft.com/office/drawing/2014/main" id="{46A167BA-0D17-4D50-B16E-8391056B951C}"/>
              </a:ext>
            </a:extLst>
          </p:cNvPr>
          <p:cNvSpPr>
            <a:spLocks/>
          </p:cNvSpPr>
          <p:nvPr/>
        </p:nvSpPr>
        <p:spPr>
          <a:xfrm>
            <a:off x="3902163" y="6172791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39" name="data_7590">
            <a:extLst>
              <a:ext uri="{FF2B5EF4-FFF2-40B4-BE49-F238E27FC236}">
                <a16:creationId xmlns:a16="http://schemas.microsoft.com/office/drawing/2014/main" id="{65A771CC-A3A6-43D7-9A9D-35646BDB95DE}"/>
              </a:ext>
            </a:extLst>
          </p:cNvPr>
          <p:cNvSpPr>
            <a:spLocks/>
          </p:cNvSpPr>
          <p:nvPr/>
        </p:nvSpPr>
        <p:spPr>
          <a:xfrm>
            <a:off x="3902163" y="5865312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4840" name="data_7591">
            <a:extLst>
              <a:ext uri="{FF2B5EF4-FFF2-40B4-BE49-F238E27FC236}">
                <a16:creationId xmlns:a16="http://schemas.microsoft.com/office/drawing/2014/main" id="{5B3DCCA6-1381-4748-9882-FFE964501A74}"/>
              </a:ext>
            </a:extLst>
          </p:cNvPr>
          <p:cNvSpPr>
            <a:spLocks/>
          </p:cNvSpPr>
          <p:nvPr/>
        </p:nvSpPr>
        <p:spPr>
          <a:xfrm>
            <a:off x="4227725" y="5671133"/>
            <a:ext cx="191" cy="319247"/>
          </a:xfrm>
          <a:custGeom>
            <a:avLst/>
            <a:gdLst/>
            <a:ahLst/>
            <a:cxnLst/>
            <a:rect l="0" t="0" r="0" b="0"/>
            <a:pathLst>
              <a:path w="191" h="319247">
                <a:moveTo>
                  <a:pt x="0" y="3192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41" name="data_7592">
            <a:extLst>
              <a:ext uri="{FF2B5EF4-FFF2-40B4-BE49-F238E27FC236}">
                <a16:creationId xmlns:a16="http://schemas.microsoft.com/office/drawing/2014/main" id="{48488987-47A3-4FB8-9A2D-D559AD78C934}"/>
              </a:ext>
            </a:extLst>
          </p:cNvPr>
          <p:cNvSpPr>
            <a:spLocks/>
          </p:cNvSpPr>
          <p:nvPr/>
        </p:nvSpPr>
        <p:spPr>
          <a:xfrm>
            <a:off x="4176321" y="5990380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42" name="data_7593">
            <a:extLst>
              <a:ext uri="{FF2B5EF4-FFF2-40B4-BE49-F238E27FC236}">
                <a16:creationId xmlns:a16="http://schemas.microsoft.com/office/drawing/2014/main" id="{6DE90E4D-4523-4DE0-9370-82A8C9423BA3}"/>
              </a:ext>
            </a:extLst>
          </p:cNvPr>
          <p:cNvSpPr>
            <a:spLocks/>
          </p:cNvSpPr>
          <p:nvPr/>
        </p:nvSpPr>
        <p:spPr>
          <a:xfrm>
            <a:off x="4176321" y="5671133"/>
            <a:ext cx="102809" cy="191"/>
          </a:xfrm>
          <a:custGeom>
            <a:avLst/>
            <a:gdLst/>
            <a:ahLst/>
            <a:cxnLst/>
            <a:rect l="0" t="0" r="0" b="0"/>
            <a:pathLst>
              <a:path w="102809" h="191">
                <a:moveTo>
                  <a:pt x="0" y="0"/>
                </a:moveTo>
                <a:lnTo>
                  <a:pt x="102809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4843" name="data_7594">
            <a:extLst>
              <a:ext uri="{FF2B5EF4-FFF2-40B4-BE49-F238E27FC236}">
                <a16:creationId xmlns:a16="http://schemas.microsoft.com/office/drawing/2014/main" id="{B77CF1A5-A504-4612-B7B5-4DFF9D1F8C57}"/>
              </a:ext>
            </a:extLst>
          </p:cNvPr>
          <p:cNvSpPr>
            <a:spLocks/>
          </p:cNvSpPr>
          <p:nvPr/>
        </p:nvSpPr>
        <p:spPr>
          <a:xfrm>
            <a:off x="1297663" y="6798056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4844" name="data_7595">
            <a:extLst>
              <a:ext uri="{FF2B5EF4-FFF2-40B4-BE49-F238E27FC236}">
                <a16:creationId xmlns:a16="http://schemas.microsoft.com/office/drawing/2014/main" id="{A0A7C7DB-0333-49F9-9217-0101163EBF55}"/>
              </a:ext>
            </a:extLst>
          </p:cNvPr>
          <p:cNvSpPr>
            <a:spLocks/>
          </p:cNvSpPr>
          <p:nvPr/>
        </p:nvSpPr>
        <p:spPr>
          <a:xfrm>
            <a:off x="1571821" y="6053973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4845" name="data_7596">
            <a:extLst>
              <a:ext uri="{FF2B5EF4-FFF2-40B4-BE49-F238E27FC236}">
                <a16:creationId xmlns:a16="http://schemas.microsoft.com/office/drawing/2014/main" id="{6FA23D8E-1395-4F4D-AEC8-654908789269}"/>
              </a:ext>
            </a:extLst>
          </p:cNvPr>
          <p:cNvSpPr>
            <a:spLocks/>
          </p:cNvSpPr>
          <p:nvPr/>
        </p:nvSpPr>
        <p:spPr>
          <a:xfrm>
            <a:off x="1845979" y="5881625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4846" name="data_7597">
            <a:extLst>
              <a:ext uri="{FF2B5EF4-FFF2-40B4-BE49-F238E27FC236}">
                <a16:creationId xmlns:a16="http://schemas.microsoft.com/office/drawing/2014/main" id="{D9D40E59-A24C-4D62-8D8F-62E8B9A77609}"/>
              </a:ext>
            </a:extLst>
          </p:cNvPr>
          <p:cNvSpPr>
            <a:spLocks/>
          </p:cNvSpPr>
          <p:nvPr/>
        </p:nvSpPr>
        <p:spPr>
          <a:xfrm>
            <a:off x="2439987" y="6089404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4847" name="data_7598">
            <a:extLst>
              <a:ext uri="{FF2B5EF4-FFF2-40B4-BE49-F238E27FC236}">
                <a16:creationId xmlns:a16="http://schemas.microsoft.com/office/drawing/2014/main" id="{4A189D5D-C24C-44DD-95D5-8F1903FF2670}"/>
              </a:ext>
            </a:extLst>
          </p:cNvPr>
          <p:cNvSpPr>
            <a:spLocks/>
          </p:cNvSpPr>
          <p:nvPr/>
        </p:nvSpPr>
        <p:spPr>
          <a:xfrm>
            <a:off x="2714145" y="5888175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4848" name="data_7599">
            <a:extLst>
              <a:ext uri="{FF2B5EF4-FFF2-40B4-BE49-F238E27FC236}">
                <a16:creationId xmlns:a16="http://schemas.microsoft.com/office/drawing/2014/main" id="{5DF3CD4B-A67B-413D-83B7-6A3BBA7E815C}"/>
              </a:ext>
            </a:extLst>
          </p:cNvPr>
          <p:cNvSpPr>
            <a:spLocks/>
          </p:cNvSpPr>
          <p:nvPr/>
        </p:nvSpPr>
        <p:spPr>
          <a:xfrm>
            <a:off x="2988303" y="5654288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4849" name="data_7600">
            <a:extLst>
              <a:ext uri="{FF2B5EF4-FFF2-40B4-BE49-F238E27FC236}">
                <a16:creationId xmlns:a16="http://schemas.microsoft.com/office/drawing/2014/main" id="{5F3F2436-844D-4A83-93DD-B41FBBC83F59}"/>
              </a:ext>
            </a:extLst>
          </p:cNvPr>
          <p:cNvSpPr>
            <a:spLocks/>
          </p:cNvSpPr>
          <p:nvPr/>
        </p:nvSpPr>
        <p:spPr>
          <a:xfrm>
            <a:off x="3582312" y="6396609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4850" name="data_7601">
            <a:extLst>
              <a:ext uri="{FF2B5EF4-FFF2-40B4-BE49-F238E27FC236}">
                <a16:creationId xmlns:a16="http://schemas.microsoft.com/office/drawing/2014/main" id="{C659BA4F-63BB-4896-B7A3-A96C2FD7CF9E}"/>
              </a:ext>
            </a:extLst>
          </p:cNvPr>
          <p:cNvSpPr>
            <a:spLocks/>
          </p:cNvSpPr>
          <p:nvPr/>
        </p:nvSpPr>
        <p:spPr>
          <a:xfrm>
            <a:off x="3856470" y="6021600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4851" name="data_7602">
            <a:extLst>
              <a:ext uri="{FF2B5EF4-FFF2-40B4-BE49-F238E27FC236}">
                <a16:creationId xmlns:a16="http://schemas.microsoft.com/office/drawing/2014/main" id="{56D65EBF-2BCE-4643-9357-7152E46F982C}"/>
              </a:ext>
            </a:extLst>
          </p:cNvPr>
          <p:cNvSpPr>
            <a:spLocks/>
          </p:cNvSpPr>
          <p:nvPr/>
        </p:nvSpPr>
        <p:spPr>
          <a:xfrm>
            <a:off x="4130628" y="5829502"/>
            <a:ext cx="194195" cy="191"/>
          </a:xfrm>
          <a:custGeom>
            <a:avLst/>
            <a:gdLst/>
            <a:ahLst/>
            <a:cxnLst/>
            <a:rect l="0" t="0" r="0" b="0"/>
            <a:pathLst>
              <a:path w="194195" h="191">
                <a:moveTo>
                  <a:pt x="0" y="0"/>
                </a:moveTo>
                <a:lnTo>
                  <a:pt x="194195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4852" name="data_7603">
            <a:extLst>
              <a:ext uri="{FF2B5EF4-FFF2-40B4-BE49-F238E27FC236}">
                <a16:creationId xmlns:a16="http://schemas.microsoft.com/office/drawing/2014/main" id="{43818B8E-38D6-454B-AD1E-215E2B198372}"/>
              </a:ext>
            </a:extLst>
          </p:cNvPr>
          <p:cNvSpPr>
            <a:spLocks/>
          </p:cNvSpPr>
          <p:nvPr/>
        </p:nvSpPr>
        <p:spPr>
          <a:xfrm>
            <a:off x="5724170" y="5001268"/>
            <a:ext cx="3426973" cy="1928911"/>
          </a:xfrm>
          <a:custGeom>
            <a:avLst/>
            <a:gdLst/>
            <a:ahLst/>
            <a:cxnLst/>
            <a:rect l="0" t="0" r="0" b="0"/>
            <a:pathLst>
              <a:path w="3426973" h="1928911">
                <a:moveTo>
                  <a:pt x="0" y="1928911"/>
                </a:moveTo>
                <a:lnTo>
                  <a:pt x="3426973" y="1928911"/>
                </a:lnTo>
                <a:lnTo>
                  <a:pt x="3426973" y="0"/>
                </a:lnTo>
                <a:lnTo>
                  <a:pt x="0" y="0"/>
                </a:lnTo>
                <a:lnTo>
                  <a:pt x="0" y="192891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853" name="data_7604">
            <a:extLst>
              <a:ext uri="{FF2B5EF4-FFF2-40B4-BE49-F238E27FC236}">
                <a16:creationId xmlns:a16="http://schemas.microsoft.com/office/drawing/2014/main" id="{863FD633-CCA3-4DB1-B704-95BFEFA21EB2}"/>
              </a:ext>
            </a:extLst>
          </p:cNvPr>
          <p:cNvSpPr>
            <a:spLocks/>
          </p:cNvSpPr>
          <p:nvPr/>
        </p:nvSpPr>
        <p:spPr>
          <a:xfrm>
            <a:off x="6086639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54" name="text_7605">
            <a:extLst>
              <a:ext uri="{FF2B5EF4-FFF2-40B4-BE49-F238E27FC236}">
                <a16:creationId xmlns:a16="http://schemas.microsoft.com/office/drawing/2014/main" id="{9022087F-1C01-49E7-B6C6-4A85F096ED4C}"/>
              </a:ext>
            </a:extLst>
          </p:cNvPr>
          <p:cNvSpPr>
            <a:spLocks/>
          </p:cNvSpPr>
          <p:nvPr/>
        </p:nvSpPr>
        <p:spPr>
          <a:xfrm>
            <a:off x="5851154" y="7066895"/>
            <a:ext cx="48003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4855" name="text_7606">
            <a:extLst>
              <a:ext uri="{FF2B5EF4-FFF2-40B4-BE49-F238E27FC236}">
                <a16:creationId xmlns:a16="http://schemas.microsoft.com/office/drawing/2014/main" id="{05AB0876-D848-4E44-8F50-9428C3861C35}"/>
              </a:ext>
            </a:extLst>
          </p:cNvPr>
          <p:cNvSpPr>
            <a:spLocks/>
          </p:cNvSpPr>
          <p:nvPr/>
        </p:nvSpPr>
        <p:spPr>
          <a:xfrm>
            <a:off x="5868292" y="7181902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4856" name="text_7607">
            <a:extLst>
              <a:ext uri="{FF2B5EF4-FFF2-40B4-BE49-F238E27FC236}">
                <a16:creationId xmlns:a16="http://schemas.microsoft.com/office/drawing/2014/main" id="{DD601939-7004-47C1-AEE0-5B8FBF4AC5FF}"/>
              </a:ext>
            </a:extLst>
          </p:cNvPr>
          <p:cNvSpPr>
            <a:spLocks/>
          </p:cNvSpPr>
          <p:nvPr/>
        </p:nvSpPr>
        <p:spPr>
          <a:xfrm>
            <a:off x="5969867" y="7181902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857" name="text_7608">
            <a:extLst>
              <a:ext uri="{FF2B5EF4-FFF2-40B4-BE49-F238E27FC236}">
                <a16:creationId xmlns:a16="http://schemas.microsoft.com/office/drawing/2014/main" id="{610F01B6-CA68-4903-AEB7-852C109D7E25}"/>
              </a:ext>
            </a:extLst>
          </p:cNvPr>
          <p:cNvSpPr>
            <a:spLocks/>
          </p:cNvSpPr>
          <p:nvPr/>
        </p:nvSpPr>
        <p:spPr>
          <a:xfrm>
            <a:off x="6101503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58" name="text_7609">
            <a:extLst>
              <a:ext uri="{FF2B5EF4-FFF2-40B4-BE49-F238E27FC236}">
                <a16:creationId xmlns:a16="http://schemas.microsoft.com/office/drawing/2014/main" id="{DBE4482C-4F96-49C3-8634-E431C806E036}"/>
              </a:ext>
            </a:extLst>
          </p:cNvPr>
          <p:cNvSpPr>
            <a:spLocks/>
          </p:cNvSpPr>
          <p:nvPr/>
        </p:nvSpPr>
        <p:spPr>
          <a:xfrm>
            <a:off x="6182601" y="7181902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859" name="text_7610">
            <a:extLst>
              <a:ext uri="{FF2B5EF4-FFF2-40B4-BE49-F238E27FC236}">
                <a16:creationId xmlns:a16="http://schemas.microsoft.com/office/drawing/2014/main" id="{B9893985-37F1-407E-8739-33A081C2E03A}"/>
              </a:ext>
            </a:extLst>
          </p:cNvPr>
          <p:cNvSpPr>
            <a:spLocks/>
          </p:cNvSpPr>
          <p:nvPr/>
        </p:nvSpPr>
        <p:spPr>
          <a:xfrm>
            <a:off x="6223119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860" name="data_7611">
            <a:extLst>
              <a:ext uri="{FF2B5EF4-FFF2-40B4-BE49-F238E27FC236}">
                <a16:creationId xmlns:a16="http://schemas.microsoft.com/office/drawing/2014/main" id="{5C2F872B-1906-4640-B402-C0AB3B407DAD}"/>
              </a:ext>
            </a:extLst>
          </p:cNvPr>
          <p:cNvSpPr>
            <a:spLocks/>
          </p:cNvSpPr>
          <p:nvPr/>
        </p:nvSpPr>
        <p:spPr>
          <a:xfrm>
            <a:off x="6987318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61" name="text_7612">
            <a:extLst>
              <a:ext uri="{FF2B5EF4-FFF2-40B4-BE49-F238E27FC236}">
                <a16:creationId xmlns:a16="http://schemas.microsoft.com/office/drawing/2014/main" id="{1F90FD26-3CF6-40E1-B8FB-C7A4327440BA}"/>
              </a:ext>
            </a:extLst>
          </p:cNvPr>
          <p:cNvSpPr>
            <a:spLocks/>
          </p:cNvSpPr>
          <p:nvPr/>
        </p:nvSpPr>
        <p:spPr>
          <a:xfrm>
            <a:off x="6834002" y="7066895"/>
            <a:ext cx="31570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4862" name="text_7613">
            <a:extLst>
              <a:ext uri="{FF2B5EF4-FFF2-40B4-BE49-F238E27FC236}">
                <a16:creationId xmlns:a16="http://schemas.microsoft.com/office/drawing/2014/main" id="{3BD1BC84-2621-4CBF-ABE5-E205CFAEB7F4}"/>
              </a:ext>
            </a:extLst>
          </p:cNvPr>
          <p:cNvSpPr>
            <a:spLocks/>
          </p:cNvSpPr>
          <p:nvPr/>
        </p:nvSpPr>
        <p:spPr>
          <a:xfrm>
            <a:off x="6768971" y="7181902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4863" name="text_7614">
            <a:extLst>
              <a:ext uri="{FF2B5EF4-FFF2-40B4-BE49-F238E27FC236}">
                <a16:creationId xmlns:a16="http://schemas.microsoft.com/office/drawing/2014/main" id="{2455D6F4-78CF-4BCC-93FA-EE5E6973DC35}"/>
              </a:ext>
            </a:extLst>
          </p:cNvPr>
          <p:cNvSpPr>
            <a:spLocks/>
          </p:cNvSpPr>
          <p:nvPr/>
        </p:nvSpPr>
        <p:spPr>
          <a:xfrm>
            <a:off x="6870546" y="7181902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864" name="text_7615">
            <a:extLst>
              <a:ext uri="{FF2B5EF4-FFF2-40B4-BE49-F238E27FC236}">
                <a16:creationId xmlns:a16="http://schemas.microsoft.com/office/drawing/2014/main" id="{CE544B67-F306-4571-A76F-C70BF411BEB3}"/>
              </a:ext>
            </a:extLst>
          </p:cNvPr>
          <p:cNvSpPr>
            <a:spLocks/>
          </p:cNvSpPr>
          <p:nvPr/>
        </p:nvSpPr>
        <p:spPr>
          <a:xfrm>
            <a:off x="7002182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65" name="text_7616">
            <a:extLst>
              <a:ext uri="{FF2B5EF4-FFF2-40B4-BE49-F238E27FC236}">
                <a16:creationId xmlns:a16="http://schemas.microsoft.com/office/drawing/2014/main" id="{4A7CCF37-641E-4814-AE58-35164925F81B}"/>
              </a:ext>
            </a:extLst>
          </p:cNvPr>
          <p:cNvSpPr>
            <a:spLocks/>
          </p:cNvSpPr>
          <p:nvPr/>
        </p:nvSpPr>
        <p:spPr>
          <a:xfrm>
            <a:off x="7083280" y="7181902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866" name="text_7617">
            <a:extLst>
              <a:ext uri="{FF2B5EF4-FFF2-40B4-BE49-F238E27FC236}">
                <a16:creationId xmlns:a16="http://schemas.microsoft.com/office/drawing/2014/main" id="{0A44C599-76CC-4BE7-958B-D8B0106844D1}"/>
              </a:ext>
            </a:extLst>
          </p:cNvPr>
          <p:cNvSpPr>
            <a:spLocks/>
          </p:cNvSpPr>
          <p:nvPr/>
        </p:nvSpPr>
        <p:spPr>
          <a:xfrm>
            <a:off x="7123798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867" name="data_7618">
            <a:extLst>
              <a:ext uri="{FF2B5EF4-FFF2-40B4-BE49-F238E27FC236}">
                <a16:creationId xmlns:a16="http://schemas.microsoft.com/office/drawing/2014/main" id="{11E31F00-B36F-4006-9C5C-221672BD5723}"/>
              </a:ext>
            </a:extLst>
          </p:cNvPr>
          <p:cNvSpPr>
            <a:spLocks/>
          </p:cNvSpPr>
          <p:nvPr/>
        </p:nvSpPr>
        <p:spPr>
          <a:xfrm>
            <a:off x="7887996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68" name="text_7619">
            <a:extLst>
              <a:ext uri="{FF2B5EF4-FFF2-40B4-BE49-F238E27FC236}">
                <a16:creationId xmlns:a16="http://schemas.microsoft.com/office/drawing/2014/main" id="{30AC8006-FC65-4ABD-88A7-DB94D208DB07}"/>
              </a:ext>
            </a:extLst>
          </p:cNvPr>
          <p:cNvSpPr>
            <a:spLocks/>
          </p:cNvSpPr>
          <p:nvPr/>
        </p:nvSpPr>
        <p:spPr>
          <a:xfrm>
            <a:off x="7652512" y="7066895"/>
            <a:ext cx="48003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4869" name="text_7620">
            <a:extLst>
              <a:ext uri="{FF2B5EF4-FFF2-40B4-BE49-F238E27FC236}">
                <a16:creationId xmlns:a16="http://schemas.microsoft.com/office/drawing/2014/main" id="{2C8D889F-6505-49DE-B545-0C16C1D3D584}"/>
              </a:ext>
            </a:extLst>
          </p:cNvPr>
          <p:cNvSpPr>
            <a:spLocks/>
          </p:cNvSpPr>
          <p:nvPr/>
        </p:nvSpPr>
        <p:spPr>
          <a:xfrm>
            <a:off x="7669650" y="7181902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4870" name="text_7621">
            <a:extLst>
              <a:ext uri="{FF2B5EF4-FFF2-40B4-BE49-F238E27FC236}">
                <a16:creationId xmlns:a16="http://schemas.microsoft.com/office/drawing/2014/main" id="{422A2456-7485-4D83-9FE6-F400348F51AE}"/>
              </a:ext>
            </a:extLst>
          </p:cNvPr>
          <p:cNvSpPr>
            <a:spLocks/>
          </p:cNvSpPr>
          <p:nvPr/>
        </p:nvSpPr>
        <p:spPr>
          <a:xfrm>
            <a:off x="7771225" y="7181902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871" name="text_7622">
            <a:extLst>
              <a:ext uri="{FF2B5EF4-FFF2-40B4-BE49-F238E27FC236}">
                <a16:creationId xmlns:a16="http://schemas.microsoft.com/office/drawing/2014/main" id="{0BF8C8D1-2781-4D73-805C-BF6A11FA8D7B}"/>
              </a:ext>
            </a:extLst>
          </p:cNvPr>
          <p:cNvSpPr>
            <a:spLocks/>
          </p:cNvSpPr>
          <p:nvPr/>
        </p:nvSpPr>
        <p:spPr>
          <a:xfrm>
            <a:off x="7902861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72" name="text_7623">
            <a:extLst>
              <a:ext uri="{FF2B5EF4-FFF2-40B4-BE49-F238E27FC236}">
                <a16:creationId xmlns:a16="http://schemas.microsoft.com/office/drawing/2014/main" id="{E03A2625-AF8E-48C0-8826-56A02F10A371}"/>
              </a:ext>
            </a:extLst>
          </p:cNvPr>
          <p:cNvSpPr>
            <a:spLocks/>
          </p:cNvSpPr>
          <p:nvPr/>
        </p:nvSpPr>
        <p:spPr>
          <a:xfrm>
            <a:off x="7983959" y="7181902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873" name="text_7624">
            <a:extLst>
              <a:ext uri="{FF2B5EF4-FFF2-40B4-BE49-F238E27FC236}">
                <a16:creationId xmlns:a16="http://schemas.microsoft.com/office/drawing/2014/main" id="{5EEF0381-E4DF-4BCF-8151-0F8F01E0FC7A}"/>
              </a:ext>
            </a:extLst>
          </p:cNvPr>
          <p:cNvSpPr>
            <a:spLocks/>
          </p:cNvSpPr>
          <p:nvPr/>
        </p:nvSpPr>
        <p:spPr>
          <a:xfrm>
            <a:off x="8024477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874" name="data_7625">
            <a:extLst>
              <a:ext uri="{FF2B5EF4-FFF2-40B4-BE49-F238E27FC236}">
                <a16:creationId xmlns:a16="http://schemas.microsoft.com/office/drawing/2014/main" id="{8FDC5432-D7CB-4C5E-87FE-6420C9C69035}"/>
              </a:ext>
            </a:extLst>
          </p:cNvPr>
          <p:cNvSpPr>
            <a:spLocks/>
          </p:cNvSpPr>
          <p:nvPr/>
        </p:nvSpPr>
        <p:spPr>
          <a:xfrm>
            <a:off x="8788675" y="69301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75" name="text_7626">
            <a:extLst>
              <a:ext uri="{FF2B5EF4-FFF2-40B4-BE49-F238E27FC236}">
                <a16:creationId xmlns:a16="http://schemas.microsoft.com/office/drawing/2014/main" id="{5E6476BF-F428-465A-A6C9-253A73C35E4A}"/>
              </a:ext>
            </a:extLst>
          </p:cNvPr>
          <p:cNvSpPr>
            <a:spLocks/>
          </p:cNvSpPr>
          <p:nvPr/>
        </p:nvSpPr>
        <p:spPr>
          <a:xfrm>
            <a:off x="8635360" y="7066895"/>
            <a:ext cx="31570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4876" name="text_7627">
            <a:extLst>
              <a:ext uri="{FF2B5EF4-FFF2-40B4-BE49-F238E27FC236}">
                <a16:creationId xmlns:a16="http://schemas.microsoft.com/office/drawing/2014/main" id="{2E2A03D1-DB39-4F5E-81D3-14B3E7FD0504}"/>
              </a:ext>
            </a:extLst>
          </p:cNvPr>
          <p:cNvSpPr>
            <a:spLocks/>
          </p:cNvSpPr>
          <p:nvPr/>
        </p:nvSpPr>
        <p:spPr>
          <a:xfrm>
            <a:off x="8570329" y="7181902"/>
            <a:ext cx="5930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τ</a:t>
            </a:r>
          </a:p>
        </p:txBody>
      </p:sp>
      <p:sp>
        <p:nvSpPr>
          <p:cNvPr id="4877" name="text_7628">
            <a:extLst>
              <a:ext uri="{FF2B5EF4-FFF2-40B4-BE49-F238E27FC236}">
                <a16:creationId xmlns:a16="http://schemas.microsoft.com/office/drawing/2014/main" id="{F1597AAB-D7EA-48C2-9BB0-F30511D2E8EF}"/>
              </a:ext>
            </a:extLst>
          </p:cNvPr>
          <p:cNvSpPr>
            <a:spLocks/>
          </p:cNvSpPr>
          <p:nvPr/>
        </p:nvSpPr>
        <p:spPr>
          <a:xfrm>
            <a:off x="8671904" y="7181902"/>
            <a:ext cx="834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878" name="text_7629">
            <a:extLst>
              <a:ext uri="{FF2B5EF4-FFF2-40B4-BE49-F238E27FC236}">
                <a16:creationId xmlns:a16="http://schemas.microsoft.com/office/drawing/2014/main" id="{62FB015E-FC1A-4429-9606-3835D1DFB880}"/>
              </a:ext>
            </a:extLst>
          </p:cNvPr>
          <p:cNvSpPr>
            <a:spLocks/>
          </p:cNvSpPr>
          <p:nvPr/>
        </p:nvSpPr>
        <p:spPr>
          <a:xfrm>
            <a:off x="8803540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79" name="text_7630">
            <a:extLst>
              <a:ext uri="{FF2B5EF4-FFF2-40B4-BE49-F238E27FC236}">
                <a16:creationId xmlns:a16="http://schemas.microsoft.com/office/drawing/2014/main" id="{DDD5B909-9089-4596-BAD1-A64D6F9939CE}"/>
              </a:ext>
            </a:extLst>
          </p:cNvPr>
          <p:cNvSpPr>
            <a:spLocks/>
          </p:cNvSpPr>
          <p:nvPr/>
        </p:nvSpPr>
        <p:spPr>
          <a:xfrm>
            <a:off x="8884638" y="7181902"/>
            <a:ext cx="44364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880" name="text_7631">
            <a:extLst>
              <a:ext uri="{FF2B5EF4-FFF2-40B4-BE49-F238E27FC236}">
                <a16:creationId xmlns:a16="http://schemas.microsoft.com/office/drawing/2014/main" id="{5A3A7A9B-DBC2-41C6-87C0-D127998611D0}"/>
              </a:ext>
            </a:extLst>
          </p:cNvPr>
          <p:cNvSpPr>
            <a:spLocks/>
          </p:cNvSpPr>
          <p:nvPr/>
        </p:nvSpPr>
        <p:spPr>
          <a:xfrm>
            <a:off x="8925156" y="7181902"/>
            <a:ext cx="7986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00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881" name="data_7632">
            <a:extLst>
              <a:ext uri="{FF2B5EF4-FFF2-40B4-BE49-F238E27FC236}">
                <a16:creationId xmlns:a16="http://schemas.microsoft.com/office/drawing/2014/main" id="{2F21752D-AEB4-42EE-9AC4-AF7942272ABD}"/>
              </a:ext>
            </a:extLst>
          </p:cNvPr>
          <p:cNvSpPr>
            <a:spLocks/>
          </p:cNvSpPr>
          <p:nvPr/>
        </p:nvSpPr>
        <p:spPr>
          <a:xfrm>
            <a:off x="5724170" y="6930178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4882" name="data_7633">
            <a:extLst>
              <a:ext uri="{FF2B5EF4-FFF2-40B4-BE49-F238E27FC236}">
                <a16:creationId xmlns:a16="http://schemas.microsoft.com/office/drawing/2014/main" id="{65A10642-8AB8-433D-9380-8AEBCD1CB8A8}"/>
              </a:ext>
            </a:extLst>
          </p:cNvPr>
          <p:cNvSpPr>
            <a:spLocks/>
          </p:cNvSpPr>
          <p:nvPr/>
        </p:nvSpPr>
        <p:spPr>
          <a:xfrm>
            <a:off x="5679834" y="69301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83" name="text_7634">
            <a:extLst>
              <a:ext uri="{FF2B5EF4-FFF2-40B4-BE49-F238E27FC236}">
                <a16:creationId xmlns:a16="http://schemas.microsoft.com/office/drawing/2014/main" id="{F6FFE2F8-5D00-4767-AE31-080FBCFE7F26}"/>
              </a:ext>
            </a:extLst>
          </p:cNvPr>
          <p:cNvSpPr>
            <a:spLocks/>
          </p:cNvSpPr>
          <p:nvPr/>
        </p:nvSpPr>
        <p:spPr>
          <a:xfrm>
            <a:off x="5456111" y="687272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4884" name="data_7635">
            <a:extLst>
              <a:ext uri="{FF2B5EF4-FFF2-40B4-BE49-F238E27FC236}">
                <a16:creationId xmlns:a16="http://schemas.microsoft.com/office/drawing/2014/main" id="{5A6B5E74-D653-4D16-A1FC-A07E30AC0563}"/>
              </a:ext>
            </a:extLst>
          </p:cNvPr>
          <p:cNvSpPr>
            <a:spLocks/>
          </p:cNvSpPr>
          <p:nvPr/>
        </p:nvSpPr>
        <p:spPr>
          <a:xfrm>
            <a:off x="5724170" y="6020315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4885" name="data_7636">
            <a:extLst>
              <a:ext uri="{FF2B5EF4-FFF2-40B4-BE49-F238E27FC236}">
                <a16:creationId xmlns:a16="http://schemas.microsoft.com/office/drawing/2014/main" id="{AA0F4110-CF8D-44B1-82AA-2B593A593546}"/>
              </a:ext>
            </a:extLst>
          </p:cNvPr>
          <p:cNvSpPr>
            <a:spLocks/>
          </p:cNvSpPr>
          <p:nvPr/>
        </p:nvSpPr>
        <p:spPr>
          <a:xfrm>
            <a:off x="5679834" y="6020315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86" name="text_7637">
            <a:extLst>
              <a:ext uri="{FF2B5EF4-FFF2-40B4-BE49-F238E27FC236}">
                <a16:creationId xmlns:a16="http://schemas.microsoft.com/office/drawing/2014/main" id="{71E3618A-BC03-42CB-BFDA-26CAC1382894}"/>
              </a:ext>
            </a:extLst>
          </p:cNvPr>
          <p:cNvSpPr>
            <a:spLocks/>
          </p:cNvSpPr>
          <p:nvPr/>
        </p:nvSpPr>
        <p:spPr>
          <a:xfrm>
            <a:off x="5456111" y="596286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4887" name="data_7638">
            <a:extLst>
              <a:ext uri="{FF2B5EF4-FFF2-40B4-BE49-F238E27FC236}">
                <a16:creationId xmlns:a16="http://schemas.microsoft.com/office/drawing/2014/main" id="{A897C399-AD45-4622-A1EE-3A6B74F39BC3}"/>
              </a:ext>
            </a:extLst>
          </p:cNvPr>
          <p:cNvSpPr>
            <a:spLocks/>
          </p:cNvSpPr>
          <p:nvPr/>
        </p:nvSpPr>
        <p:spPr>
          <a:xfrm>
            <a:off x="5724170" y="5110451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4888" name="data_7639">
            <a:extLst>
              <a:ext uri="{FF2B5EF4-FFF2-40B4-BE49-F238E27FC236}">
                <a16:creationId xmlns:a16="http://schemas.microsoft.com/office/drawing/2014/main" id="{6AE7D149-657A-4BB0-B75F-3D49749072B1}"/>
              </a:ext>
            </a:extLst>
          </p:cNvPr>
          <p:cNvSpPr>
            <a:spLocks/>
          </p:cNvSpPr>
          <p:nvPr/>
        </p:nvSpPr>
        <p:spPr>
          <a:xfrm>
            <a:off x="5679834" y="511045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889" name="text_7640">
            <a:extLst>
              <a:ext uri="{FF2B5EF4-FFF2-40B4-BE49-F238E27FC236}">
                <a16:creationId xmlns:a16="http://schemas.microsoft.com/office/drawing/2014/main" id="{952D0788-8A44-4050-BE64-1A610A23D149}"/>
              </a:ext>
            </a:extLst>
          </p:cNvPr>
          <p:cNvSpPr>
            <a:spLocks/>
          </p:cNvSpPr>
          <p:nvPr/>
        </p:nvSpPr>
        <p:spPr>
          <a:xfrm>
            <a:off x="5456111" y="505300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4890" name="text_7641">
            <a:extLst>
              <a:ext uri="{FF2B5EF4-FFF2-40B4-BE49-F238E27FC236}">
                <a16:creationId xmlns:a16="http://schemas.microsoft.com/office/drawing/2014/main" id="{169A87C7-7950-40C7-A5EA-00734E6CED95}"/>
              </a:ext>
            </a:extLst>
          </p:cNvPr>
          <p:cNvSpPr>
            <a:spLocks/>
          </p:cNvSpPr>
          <p:nvPr/>
        </p:nvSpPr>
        <p:spPr>
          <a:xfrm rot="-5400000">
            <a:off x="5186903" y="5881485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4891" name="data_7642">
            <a:extLst>
              <a:ext uri="{FF2B5EF4-FFF2-40B4-BE49-F238E27FC236}">
                <a16:creationId xmlns:a16="http://schemas.microsoft.com/office/drawing/2014/main" id="{27155805-A765-4EAF-89C7-5851BC8AD7B9}"/>
              </a:ext>
            </a:extLst>
          </p:cNvPr>
          <p:cNvSpPr>
            <a:spLocks/>
          </p:cNvSpPr>
          <p:nvPr/>
        </p:nvSpPr>
        <p:spPr>
          <a:xfrm>
            <a:off x="5785680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62562" y="1819727"/>
                </a:moveTo>
                <a:lnTo>
                  <a:pt x="0" y="1819727"/>
                </a:lnTo>
                <a:lnTo>
                  <a:pt x="778" y="1808354"/>
                </a:lnTo>
                <a:lnTo>
                  <a:pt x="3064" y="1796980"/>
                </a:lnTo>
                <a:lnTo>
                  <a:pt x="6723" y="1785607"/>
                </a:lnTo>
                <a:lnTo>
                  <a:pt x="11544" y="1774234"/>
                </a:lnTo>
                <a:lnTo>
                  <a:pt x="17258" y="1762860"/>
                </a:lnTo>
                <a:lnTo>
                  <a:pt x="23571" y="1751487"/>
                </a:lnTo>
                <a:lnTo>
                  <a:pt x="30180" y="1740114"/>
                </a:lnTo>
                <a:lnTo>
                  <a:pt x="36805" y="1728741"/>
                </a:lnTo>
                <a:lnTo>
                  <a:pt x="43201" y="1717367"/>
                </a:lnTo>
                <a:lnTo>
                  <a:pt x="49175" y="1705994"/>
                </a:lnTo>
                <a:lnTo>
                  <a:pt x="54592" y="1694621"/>
                </a:lnTo>
                <a:lnTo>
                  <a:pt x="59371" y="1683247"/>
                </a:lnTo>
                <a:lnTo>
                  <a:pt x="63483" y="1671874"/>
                </a:lnTo>
                <a:lnTo>
                  <a:pt x="66940" y="1660501"/>
                </a:lnTo>
                <a:lnTo>
                  <a:pt x="69786" y="1649127"/>
                </a:lnTo>
                <a:lnTo>
                  <a:pt x="72082" y="1637754"/>
                </a:lnTo>
                <a:lnTo>
                  <a:pt x="73903" y="1626381"/>
                </a:lnTo>
                <a:lnTo>
                  <a:pt x="75323" y="1615008"/>
                </a:lnTo>
                <a:lnTo>
                  <a:pt x="76413" y="1603634"/>
                </a:lnTo>
                <a:lnTo>
                  <a:pt x="77237" y="1592261"/>
                </a:lnTo>
                <a:lnTo>
                  <a:pt x="77849" y="1580888"/>
                </a:lnTo>
                <a:lnTo>
                  <a:pt x="78293" y="1569514"/>
                </a:lnTo>
                <a:lnTo>
                  <a:pt x="78608" y="1558141"/>
                </a:lnTo>
                <a:lnTo>
                  <a:pt x="78820" y="1546768"/>
                </a:lnTo>
                <a:lnTo>
                  <a:pt x="78956" y="1535395"/>
                </a:lnTo>
                <a:lnTo>
                  <a:pt x="79034" y="1524021"/>
                </a:lnTo>
                <a:lnTo>
                  <a:pt x="79072" y="1512648"/>
                </a:lnTo>
                <a:lnTo>
                  <a:pt x="79083" y="1501275"/>
                </a:lnTo>
                <a:lnTo>
                  <a:pt x="79083" y="1489901"/>
                </a:lnTo>
                <a:lnTo>
                  <a:pt x="79081" y="1478528"/>
                </a:lnTo>
                <a:lnTo>
                  <a:pt x="79087" y="1467155"/>
                </a:lnTo>
                <a:lnTo>
                  <a:pt x="79111" y="1455782"/>
                </a:lnTo>
                <a:lnTo>
                  <a:pt x="79157" y="1444408"/>
                </a:lnTo>
                <a:lnTo>
                  <a:pt x="79228" y="1433035"/>
                </a:lnTo>
                <a:lnTo>
                  <a:pt x="79326" y="1421662"/>
                </a:lnTo>
                <a:lnTo>
                  <a:pt x="79449" y="1410288"/>
                </a:lnTo>
                <a:lnTo>
                  <a:pt x="79593" y="1398915"/>
                </a:lnTo>
                <a:lnTo>
                  <a:pt x="79753" y="1387542"/>
                </a:lnTo>
                <a:lnTo>
                  <a:pt x="79923" y="1376168"/>
                </a:lnTo>
                <a:lnTo>
                  <a:pt x="80096" y="1364795"/>
                </a:lnTo>
                <a:lnTo>
                  <a:pt x="80268" y="1353422"/>
                </a:lnTo>
                <a:lnTo>
                  <a:pt x="80431" y="1342049"/>
                </a:lnTo>
                <a:lnTo>
                  <a:pt x="80582" y="1330675"/>
                </a:lnTo>
                <a:lnTo>
                  <a:pt x="80718" y="1319302"/>
                </a:lnTo>
                <a:lnTo>
                  <a:pt x="80836" y="1307929"/>
                </a:lnTo>
                <a:lnTo>
                  <a:pt x="80937" y="1296555"/>
                </a:lnTo>
                <a:lnTo>
                  <a:pt x="81020" y="1285182"/>
                </a:lnTo>
                <a:lnTo>
                  <a:pt x="81087" y="1273809"/>
                </a:lnTo>
                <a:lnTo>
                  <a:pt x="81140" y="1262436"/>
                </a:lnTo>
                <a:lnTo>
                  <a:pt x="81180" y="1251062"/>
                </a:lnTo>
                <a:lnTo>
                  <a:pt x="81211" y="1239689"/>
                </a:lnTo>
                <a:lnTo>
                  <a:pt x="81233" y="1228316"/>
                </a:lnTo>
                <a:lnTo>
                  <a:pt x="81249" y="1216942"/>
                </a:lnTo>
                <a:lnTo>
                  <a:pt x="81260" y="1205569"/>
                </a:lnTo>
                <a:lnTo>
                  <a:pt x="81267" y="1194196"/>
                </a:lnTo>
                <a:lnTo>
                  <a:pt x="81272" y="1182822"/>
                </a:lnTo>
                <a:lnTo>
                  <a:pt x="81276" y="1171449"/>
                </a:lnTo>
                <a:lnTo>
                  <a:pt x="81278" y="1160076"/>
                </a:lnTo>
                <a:lnTo>
                  <a:pt x="81279" y="1148703"/>
                </a:lnTo>
                <a:lnTo>
                  <a:pt x="81279" y="1137329"/>
                </a:lnTo>
                <a:lnTo>
                  <a:pt x="81280" y="1125956"/>
                </a:lnTo>
                <a:lnTo>
                  <a:pt x="81279" y="1114583"/>
                </a:lnTo>
                <a:lnTo>
                  <a:pt x="81279" y="1103209"/>
                </a:lnTo>
                <a:lnTo>
                  <a:pt x="81278" y="1091836"/>
                </a:lnTo>
                <a:lnTo>
                  <a:pt x="81276" y="1080463"/>
                </a:lnTo>
                <a:lnTo>
                  <a:pt x="81274" y="1069090"/>
                </a:lnTo>
                <a:lnTo>
                  <a:pt x="81271" y="1057716"/>
                </a:lnTo>
                <a:lnTo>
                  <a:pt x="81265" y="1046343"/>
                </a:lnTo>
                <a:lnTo>
                  <a:pt x="81258" y="1034970"/>
                </a:lnTo>
                <a:lnTo>
                  <a:pt x="81249" y="1023596"/>
                </a:lnTo>
                <a:lnTo>
                  <a:pt x="81236" y="1012223"/>
                </a:lnTo>
                <a:lnTo>
                  <a:pt x="81219" y="1000850"/>
                </a:lnTo>
                <a:lnTo>
                  <a:pt x="81197" y="989476"/>
                </a:lnTo>
                <a:lnTo>
                  <a:pt x="81171" y="978103"/>
                </a:lnTo>
                <a:lnTo>
                  <a:pt x="81140" y="966730"/>
                </a:lnTo>
                <a:lnTo>
                  <a:pt x="81103" y="955357"/>
                </a:lnTo>
                <a:lnTo>
                  <a:pt x="81062" y="943983"/>
                </a:lnTo>
                <a:lnTo>
                  <a:pt x="81018" y="932610"/>
                </a:lnTo>
                <a:lnTo>
                  <a:pt x="80971" y="921237"/>
                </a:lnTo>
                <a:lnTo>
                  <a:pt x="80925" y="909863"/>
                </a:lnTo>
                <a:lnTo>
                  <a:pt x="80880" y="898490"/>
                </a:lnTo>
                <a:lnTo>
                  <a:pt x="80839" y="887117"/>
                </a:lnTo>
                <a:lnTo>
                  <a:pt x="80804" y="875744"/>
                </a:lnTo>
                <a:lnTo>
                  <a:pt x="80779" y="864370"/>
                </a:lnTo>
                <a:lnTo>
                  <a:pt x="80763" y="852997"/>
                </a:lnTo>
                <a:lnTo>
                  <a:pt x="80758" y="841624"/>
                </a:lnTo>
                <a:lnTo>
                  <a:pt x="80765" y="830250"/>
                </a:lnTo>
                <a:lnTo>
                  <a:pt x="80783" y="818877"/>
                </a:lnTo>
                <a:lnTo>
                  <a:pt x="80811" y="807504"/>
                </a:lnTo>
                <a:lnTo>
                  <a:pt x="80847" y="796131"/>
                </a:lnTo>
                <a:lnTo>
                  <a:pt x="80889" y="784757"/>
                </a:lnTo>
                <a:lnTo>
                  <a:pt x="80934" y="773384"/>
                </a:lnTo>
                <a:lnTo>
                  <a:pt x="80981" y="762011"/>
                </a:lnTo>
                <a:lnTo>
                  <a:pt x="81028" y="750637"/>
                </a:lnTo>
                <a:lnTo>
                  <a:pt x="81071" y="739264"/>
                </a:lnTo>
                <a:lnTo>
                  <a:pt x="81111" y="727891"/>
                </a:lnTo>
                <a:lnTo>
                  <a:pt x="81147" y="716517"/>
                </a:lnTo>
                <a:lnTo>
                  <a:pt x="81177" y="705144"/>
                </a:lnTo>
                <a:lnTo>
                  <a:pt x="81202" y="693771"/>
                </a:lnTo>
                <a:lnTo>
                  <a:pt x="81223" y="682398"/>
                </a:lnTo>
                <a:lnTo>
                  <a:pt x="81239" y="671024"/>
                </a:lnTo>
                <a:lnTo>
                  <a:pt x="81251" y="659651"/>
                </a:lnTo>
                <a:lnTo>
                  <a:pt x="81260" y="648278"/>
                </a:lnTo>
                <a:lnTo>
                  <a:pt x="81267" y="636904"/>
                </a:lnTo>
                <a:lnTo>
                  <a:pt x="81271" y="625531"/>
                </a:lnTo>
                <a:lnTo>
                  <a:pt x="81275" y="614158"/>
                </a:lnTo>
                <a:lnTo>
                  <a:pt x="81277" y="602785"/>
                </a:lnTo>
                <a:lnTo>
                  <a:pt x="81278" y="591411"/>
                </a:lnTo>
                <a:lnTo>
                  <a:pt x="81279" y="580038"/>
                </a:lnTo>
                <a:lnTo>
                  <a:pt x="81280" y="568665"/>
                </a:lnTo>
                <a:lnTo>
                  <a:pt x="81280" y="557291"/>
                </a:lnTo>
                <a:lnTo>
                  <a:pt x="81281" y="545918"/>
                </a:lnTo>
                <a:lnTo>
                  <a:pt x="81281" y="534545"/>
                </a:lnTo>
                <a:lnTo>
                  <a:pt x="81281" y="523171"/>
                </a:lnTo>
                <a:lnTo>
                  <a:pt x="81281" y="511798"/>
                </a:lnTo>
                <a:lnTo>
                  <a:pt x="81281" y="500425"/>
                </a:lnTo>
                <a:lnTo>
                  <a:pt x="81281" y="489052"/>
                </a:lnTo>
                <a:lnTo>
                  <a:pt x="81281" y="477678"/>
                </a:lnTo>
                <a:lnTo>
                  <a:pt x="81281" y="466305"/>
                </a:lnTo>
                <a:lnTo>
                  <a:pt x="81281" y="454932"/>
                </a:lnTo>
                <a:lnTo>
                  <a:pt x="81281" y="443558"/>
                </a:lnTo>
                <a:lnTo>
                  <a:pt x="81281" y="432185"/>
                </a:lnTo>
                <a:lnTo>
                  <a:pt x="81281" y="420812"/>
                </a:lnTo>
                <a:lnTo>
                  <a:pt x="81281" y="409439"/>
                </a:lnTo>
                <a:lnTo>
                  <a:pt x="81281" y="398065"/>
                </a:lnTo>
                <a:lnTo>
                  <a:pt x="81281" y="386692"/>
                </a:lnTo>
                <a:lnTo>
                  <a:pt x="81281" y="375319"/>
                </a:lnTo>
                <a:lnTo>
                  <a:pt x="81281" y="363945"/>
                </a:lnTo>
                <a:lnTo>
                  <a:pt x="81281" y="352572"/>
                </a:lnTo>
                <a:lnTo>
                  <a:pt x="81281" y="341199"/>
                </a:lnTo>
                <a:lnTo>
                  <a:pt x="81281" y="329825"/>
                </a:lnTo>
                <a:lnTo>
                  <a:pt x="81280" y="318452"/>
                </a:lnTo>
                <a:lnTo>
                  <a:pt x="81280" y="307079"/>
                </a:lnTo>
                <a:lnTo>
                  <a:pt x="81280" y="295706"/>
                </a:lnTo>
                <a:lnTo>
                  <a:pt x="81279" y="284332"/>
                </a:lnTo>
                <a:lnTo>
                  <a:pt x="81277" y="272959"/>
                </a:lnTo>
                <a:lnTo>
                  <a:pt x="81275" y="261586"/>
                </a:lnTo>
                <a:lnTo>
                  <a:pt x="81271" y="250212"/>
                </a:lnTo>
                <a:lnTo>
                  <a:pt x="81265" y="238839"/>
                </a:lnTo>
                <a:lnTo>
                  <a:pt x="81255" y="227466"/>
                </a:lnTo>
                <a:lnTo>
                  <a:pt x="81242" y="216093"/>
                </a:lnTo>
                <a:lnTo>
                  <a:pt x="81222" y="204719"/>
                </a:lnTo>
                <a:lnTo>
                  <a:pt x="81194" y="193346"/>
                </a:lnTo>
                <a:lnTo>
                  <a:pt x="81156" y="181973"/>
                </a:lnTo>
                <a:lnTo>
                  <a:pt x="81106" y="170599"/>
                </a:lnTo>
                <a:lnTo>
                  <a:pt x="81040" y="159226"/>
                </a:lnTo>
                <a:lnTo>
                  <a:pt x="80956" y="147853"/>
                </a:lnTo>
                <a:lnTo>
                  <a:pt x="80854" y="136480"/>
                </a:lnTo>
                <a:lnTo>
                  <a:pt x="80730" y="125106"/>
                </a:lnTo>
                <a:lnTo>
                  <a:pt x="80587" y="113733"/>
                </a:lnTo>
                <a:lnTo>
                  <a:pt x="80425" y="102360"/>
                </a:lnTo>
                <a:lnTo>
                  <a:pt x="80249" y="90986"/>
                </a:lnTo>
                <a:lnTo>
                  <a:pt x="80063" y="79613"/>
                </a:lnTo>
                <a:lnTo>
                  <a:pt x="79875" y="68240"/>
                </a:lnTo>
                <a:lnTo>
                  <a:pt x="79694" y="56866"/>
                </a:lnTo>
                <a:lnTo>
                  <a:pt x="79529" y="45493"/>
                </a:lnTo>
                <a:lnTo>
                  <a:pt x="79388" y="34120"/>
                </a:lnTo>
                <a:lnTo>
                  <a:pt x="79281" y="22747"/>
                </a:lnTo>
                <a:lnTo>
                  <a:pt x="79214" y="11373"/>
                </a:lnTo>
                <a:lnTo>
                  <a:pt x="79191" y="0"/>
                </a:lnTo>
                <a:lnTo>
                  <a:pt x="83371" y="0"/>
                </a:lnTo>
                <a:lnTo>
                  <a:pt x="83371" y="0"/>
                </a:lnTo>
                <a:lnTo>
                  <a:pt x="83348" y="11373"/>
                </a:lnTo>
                <a:lnTo>
                  <a:pt x="83281" y="22747"/>
                </a:lnTo>
                <a:lnTo>
                  <a:pt x="83173" y="34120"/>
                </a:lnTo>
                <a:lnTo>
                  <a:pt x="83033" y="45493"/>
                </a:lnTo>
                <a:lnTo>
                  <a:pt x="82867" y="56866"/>
                </a:lnTo>
                <a:lnTo>
                  <a:pt x="82686" y="68240"/>
                </a:lnTo>
                <a:lnTo>
                  <a:pt x="82499" y="79613"/>
                </a:lnTo>
                <a:lnTo>
                  <a:pt x="82313" y="90986"/>
                </a:lnTo>
                <a:lnTo>
                  <a:pt x="82137" y="102360"/>
                </a:lnTo>
                <a:lnTo>
                  <a:pt x="81975" y="113733"/>
                </a:lnTo>
                <a:lnTo>
                  <a:pt x="81831" y="125106"/>
                </a:lnTo>
                <a:lnTo>
                  <a:pt x="81708" y="136480"/>
                </a:lnTo>
                <a:lnTo>
                  <a:pt x="81605" y="147853"/>
                </a:lnTo>
                <a:lnTo>
                  <a:pt x="81522" y="159226"/>
                </a:lnTo>
                <a:lnTo>
                  <a:pt x="81456" y="170599"/>
                </a:lnTo>
                <a:lnTo>
                  <a:pt x="81405" y="181973"/>
                </a:lnTo>
                <a:lnTo>
                  <a:pt x="81367" y="193346"/>
                </a:lnTo>
                <a:lnTo>
                  <a:pt x="81340" y="204719"/>
                </a:lnTo>
                <a:lnTo>
                  <a:pt x="81320" y="216093"/>
                </a:lnTo>
                <a:lnTo>
                  <a:pt x="81306" y="227466"/>
                </a:lnTo>
                <a:lnTo>
                  <a:pt x="81297" y="238839"/>
                </a:lnTo>
                <a:lnTo>
                  <a:pt x="81291" y="250212"/>
                </a:lnTo>
                <a:lnTo>
                  <a:pt x="81287" y="261586"/>
                </a:lnTo>
                <a:lnTo>
                  <a:pt x="81284" y="272959"/>
                </a:lnTo>
                <a:lnTo>
                  <a:pt x="81283" y="284332"/>
                </a:lnTo>
                <a:lnTo>
                  <a:pt x="81282" y="295706"/>
                </a:lnTo>
                <a:lnTo>
                  <a:pt x="81281" y="307079"/>
                </a:lnTo>
                <a:lnTo>
                  <a:pt x="81281" y="318452"/>
                </a:lnTo>
                <a:lnTo>
                  <a:pt x="81281" y="329825"/>
                </a:lnTo>
                <a:lnTo>
                  <a:pt x="81281" y="341199"/>
                </a:lnTo>
                <a:lnTo>
                  <a:pt x="81281" y="352572"/>
                </a:lnTo>
                <a:lnTo>
                  <a:pt x="81281" y="363945"/>
                </a:lnTo>
                <a:lnTo>
                  <a:pt x="81281" y="375319"/>
                </a:lnTo>
                <a:lnTo>
                  <a:pt x="81281" y="386692"/>
                </a:lnTo>
                <a:lnTo>
                  <a:pt x="81281" y="398065"/>
                </a:lnTo>
                <a:lnTo>
                  <a:pt x="81281" y="409439"/>
                </a:lnTo>
                <a:lnTo>
                  <a:pt x="81281" y="420812"/>
                </a:lnTo>
                <a:lnTo>
                  <a:pt x="81281" y="432185"/>
                </a:lnTo>
                <a:lnTo>
                  <a:pt x="81281" y="443558"/>
                </a:lnTo>
                <a:lnTo>
                  <a:pt x="81281" y="454932"/>
                </a:lnTo>
                <a:lnTo>
                  <a:pt x="81281" y="466305"/>
                </a:lnTo>
                <a:lnTo>
                  <a:pt x="81281" y="477678"/>
                </a:lnTo>
                <a:lnTo>
                  <a:pt x="81281" y="489052"/>
                </a:lnTo>
                <a:lnTo>
                  <a:pt x="81281" y="500425"/>
                </a:lnTo>
                <a:lnTo>
                  <a:pt x="81281" y="511798"/>
                </a:lnTo>
                <a:lnTo>
                  <a:pt x="81281" y="523171"/>
                </a:lnTo>
                <a:lnTo>
                  <a:pt x="81281" y="534545"/>
                </a:lnTo>
                <a:lnTo>
                  <a:pt x="81281" y="545918"/>
                </a:lnTo>
                <a:lnTo>
                  <a:pt x="81281" y="557291"/>
                </a:lnTo>
                <a:lnTo>
                  <a:pt x="81282" y="568665"/>
                </a:lnTo>
                <a:lnTo>
                  <a:pt x="81282" y="580038"/>
                </a:lnTo>
                <a:lnTo>
                  <a:pt x="81283" y="591411"/>
                </a:lnTo>
                <a:lnTo>
                  <a:pt x="81285" y="602785"/>
                </a:lnTo>
                <a:lnTo>
                  <a:pt x="81287" y="614158"/>
                </a:lnTo>
                <a:lnTo>
                  <a:pt x="81290" y="625531"/>
                </a:lnTo>
                <a:lnTo>
                  <a:pt x="81295" y="636904"/>
                </a:lnTo>
                <a:lnTo>
                  <a:pt x="81302" y="648278"/>
                </a:lnTo>
                <a:lnTo>
                  <a:pt x="81311" y="659651"/>
                </a:lnTo>
                <a:lnTo>
                  <a:pt x="81323" y="671024"/>
                </a:lnTo>
                <a:lnTo>
                  <a:pt x="81339" y="682398"/>
                </a:lnTo>
                <a:lnTo>
                  <a:pt x="81359" y="693771"/>
                </a:lnTo>
                <a:lnTo>
                  <a:pt x="81385" y="705144"/>
                </a:lnTo>
                <a:lnTo>
                  <a:pt x="81415" y="716517"/>
                </a:lnTo>
                <a:lnTo>
                  <a:pt x="81450" y="727891"/>
                </a:lnTo>
                <a:lnTo>
                  <a:pt x="81490" y="739264"/>
                </a:lnTo>
                <a:lnTo>
                  <a:pt x="81534" y="750637"/>
                </a:lnTo>
                <a:lnTo>
                  <a:pt x="81580" y="762011"/>
                </a:lnTo>
                <a:lnTo>
                  <a:pt x="81627" y="773384"/>
                </a:lnTo>
                <a:lnTo>
                  <a:pt x="81673" y="784757"/>
                </a:lnTo>
                <a:lnTo>
                  <a:pt x="81715" y="796131"/>
                </a:lnTo>
                <a:lnTo>
                  <a:pt x="81751" y="807504"/>
                </a:lnTo>
                <a:lnTo>
                  <a:pt x="81778" y="818877"/>
                </a:lnTo>
                <a:lnTo>
                  <a:pt x="81796" y="830250"/>
                </a:lnTo>
                <a:lnTo>
                  <a:pt x="81803" y="841624"/>
                </a:lnTo>
                <a:lnTo>
                  <a:pt x="81799" y="852997"/>
                </a:lnTo>
                <a:lnTo>
                  <a:pt x="81783" y="864370"/>
                </a:lnTo>
                <a:lnTo>
                  <a:pt x="81757" y="875744"/>
                </a:lnTo>
                <a:lnTo>
                  <a:pt x="81723" y="887117"/>
                </a:lnTo>
                <a:lnTo>
                  <a:pt x="81682" y="898490"/>
                </a:lnTo>
                <a:lnTo>
                  <a:pt x="81637" y="909863"/>
                </a:lnTo>
                <a:lnTo>
                  <a:pt x="81590" y="921237"/>
                </a:lnTo>
                <a:lnTo>
                  <a:pt x="81544" y="932610"/>
                </a:lnTo>
                <a:lnTo>
                  <a:pt x="81499" y="943983"/>
                </a:lnTo>
                <a:lnTo>
                  <a:pt x="81458" y="955357"/>
                </a:lnTo>
                <a:lnTo>
                  <a:pt x="81422" y="966730"/>
                </a:lnTo>
                <a:lnTo>
                  <a:pt x="81391" y="978103"/>
                </a:lnTo>
                <a:lnTo>
                  <a:pt x="81364" y="989476"/>
                </a:lnTo>
                <a:lnTo>
                  <a:pt x="81343" y="1000850"/>
                </a:lnTo>
                <a:lnTo>
                  <a:pt x="81326" y="1012223"/>
                </a:lnTo>
                <a:lnTo>
                  <a:pt x="81313" y="1023596"/>
                </a:lnTo>
                <a:lnTo>
                  <a:pt x="81303" y="1034970"/>
                </a:lnTo>
                <a:lnTo>
                  <a:pt x="81296" y="1046343"/>
                </a:lnTo>
                <a:lnTo>
                  <a:pt x="81291" y="1057716"/>
                </a:lnTo>
                <a:lnTo>
                  <a:pt x="81287" y="1069090"/>
                </a:lnTo>
                <a:lnTo>
                  <a:pt x="81285" y="1080463"/>
                </a:lnTo>
                <a:lnTo>
                  <a:pt x="81284" y="1091836"/>
                </a:lnTo>
                <a:lnTo>
                  <a:pt x="81283" y="1103209"/>
                </a:lnTo>
                <a:lnTo>
                  <a:pt x="81282" y="1114583"/>
                </a:lnTo>
                <a:lnTo>
                  <a:pt x="81282" y="1125956"/>
                </a:lnTo>
                <a:lnTo>
                  <a:pt x="81282" y="1137329"/>
                </a:lnTo>
                <a:lnTo>
                  <a:pt x="81283" y="1148703"/>
                </a:lnTo>
                <a:lnTo>
                  <a:pt x="81284" y="1160076"/>
                </a:lnTo>
                <a:lnTo>
                  <a:pt x="81286" y="1171449"/>
                </a:lnTo>
                <a:lnTo>
                  <a:pt x="81289" y="1182822"/>
                </a:lnTo>
                <a:lnTo>
                  <a:pt x="81294" y="1194196"/>
                </a:lnTo>
                <a:lnTo>
                  <a:pt x="81302" y="1205569"/>
                </a:lnTo>
                <a:lnTo>
                  <a:pt x="81313" y="1216942"/>
                </a:lnTo>
                <a:lnTo>
                  <a:pt x="81329" y="1228316"/>
                </a:lnTo>
                <a:lnTo>
                  <a:pt x="81351" y="1239689"/>
                </a:lnTo>
                <a:lnTo>
                  <a:pt x="81381" y="1251062"/>
                </a:lnTo>
                <a:lnTo>
                  <a:pt x="81422" y="1262436"/>
                </a:lnTo>
                <a:lnTo>
                  <a:pt x="81474" y="1273809"/>
                </a:lnTo>
                <a:lnTo>
                  <a:pt x="81542" y="1285182"/>
                </a:lnTo>
                <a:lnTo>
                  <a:pt x="81625" y="1296555"/>
                </a:lnTo>
                <a:lnTo>
                  <a:pt x="81726" y="1307929"/>
                </a:lnTo>
                <a:lnTo>
                  <a:pt x="81844" y="1319302"/>
                </a:lnTo>
                <a:lnTo>
                  <a:pt x="81980" y="1330675"/>
                </a:lnTo>
                <a:lnTo>
                  <a:pt x="82131" y="1342049"/>
                </a:lnTo>
                <a:lnTo>
                  <a:pt x="82294" y="1353422"/>
                </a:lnTo>
                <a:lnTo>
                  <a:pt x="82465" y="1364795"/>
                </a:lnTo>
                <a:lnTo>
                  <a:pt x="82639" y="1376168"/>
                </a:lnTo>
                <a:lnTo>
                  <a:pt x="82809" y="1387542"/>
                </a:lnTo>
                <a:lnTo>
                  <a:pt x="82969" y="1398915"/>
                </a:lnTo>
                <a:lnTo>
                  <a:pt x="83113" y="1410288"/>
                </a:lnTo>
                <a:lnTo>
                  <a:pt x="83236" y="1421662"/>
                </a:lnTo>
                <a:lnTo>
                  <a:pt x="83333" y="1433035"/>
                </a:lnTo>
                <a:lnTo>
                  <a:pt x="83405" y="1444408"/>
                </a:lnTo>
                <a:lnTo>
                  <a:pt x="83451" y="1455782"/>
                </a:lnTo>
                <a:lnTo>
                  <a:pt x="83474" y="1467155"/>
                </a:lnTo>
                <a:lnTo>
                  <a:pt x="83481" y="1478528"/>
                </a:lnTo>
                <a:lnTo>
                  <a:pt x="83479" y="1489901"/>
                </a:lnTo>
                <a:lnTo>
                  <a:pt x="83478" y="1501275"/>
                </a:lnTo>
                <a:lnTo>
                  <a:pt x="83490" y="1512648"/>
                </a:lnTo>
                <a:lnTo>
                  <a:pt x="83528" y="1524021"/>
                </a:lnTo>
                <a:lnTo>
                  <a:pt x="83606" y="1535395"/>
                </a:lnTo>
                <a:lnTo>
                  <a:pt x="83741" y="1546768"/>
                </a:lnTo>
                <a:lnTo>
                  <a:pt x="83954" y="1558141"/>
                </a:lnTo>
                <a:lnTo>
                  <a:pt x="84268" y="1569514"/>
                </a:lnTo>
                <a:lnTo>
                  <a:pt x="84713" y="1580888"/>
                </a:lnTo>
                <a:lnTo>
                  <a:pt x="85324" y="1592261"/>
                </a:lnTo>
                <a:lnTo>
                  <a:pt x="86148" y="1603634"/>
                </a:lnTo>
                <a:lnTo>
                  <a:pt x="87238" y="1615008"/>
                </a:lnTo>
                <a:lnTo>
                  <a:pt x="88658" y="1626381"/>
                </a:lnTo>
                <a:lnTo>
                  <a:pt x="90479" y="1637754"/>
                </a:lnTo>
                <a:lnTo>
                  <a:pt x="92776" y="1649127"/>
                </a:lnTo>
                <a:lnTo>
                  <a:pt x="95621" y="1660501"/>
                </a:lnTo>
                <a:lnTo>
                  <a:pt x="99078" y="1671874"/>
                </a:lnTo>
                <a:lnTo>
                  <a:pt x="103190" y="1683247"/>
                </a:lnTo>
                <a:lnTo>
                  <a:pt x="107969" y="1694621"/>
                </a:lnTo>
                <a:lnTo>
                  <a:pt x="113386" y="1705994"/>
                </a:lnTo>
                <a:lnTo>
                  <a:pt x="119361" y="1717367"/>
                </a:lnTo>
                <a:lnTo>
                  <a:pt x="125757" y="1728741"/>
                </a:lnTo>
                <a:lnTo>
                  <a:pt x="132382" y="1740114"/>
                </a:lnTo>
                <a:lnTo>
                  <a:pt x="138991" y="1751487"/>
                </a:lnTo>
                <a:lnTo>
                  <a:pt x="145303" y="1762860"/>
                </a:lnTo>
                <a:lnTo>
                  <a:pt x="151018" y="1774234"/>
                </a:lnTo>
                <a:lnTo>
                  <a:pt x="155838" y="1785607"/>
                </a:lnTo>
                <a:lnTo>
                  <a:pt x="159497" y="1796980"/>
                </a:lnTo>
                <a:lnTo>
                  <a:pt x="161784" y="1808354"/>
                </a:lnTo>
                <a:lnTo>
                  <a:pt x="162562" y="1819727"/>
                </a:lnTo>
                <a:lnTo>
                  <a:pt x="162562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4892" name="data_7643">
            <a:extLst>
              <a:ext uri="{FF2B5EF4-FFF2-40B4-BE49-F238E27FC236}">
                <a16:creationId xmlns:a16="http://schemas.microsoft.com/office/drawing/2014/main" id="{FFE55AEF-16A0-4666-82F9-9F22407FBE58}"/>
              </a:ext>
            </a:extLst>
          </p:cNvPr>
          <p:cNvSpPr>
            <a:spLocks/>
          </p:cNvSpPr>
          <p:nvPr/>
        </p:nvSpPr>
        <p:spPr>
          <a:xfrm>
            <a:off x="6005358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24072" y="1819727"/>
                </a:moveTo>
                <a:lnTo>
                  <a:pt x="38490" y="1819727"/>
                </a:lnTo>
                <a:lnTo>
                  <a:pt x="38972" y="1808354"/>
                </a:lnTo>
                <a:lnTo>
                  <a:pt x="40387" y="1796980"/>
                </a:lnTo>
                <a:lnTo>
                  <a:pt x="42639" y="1785607"/>
                </a:lnTo>
                <a:lnTo>
                  <a:pt x="45579" y="1774234"/>
                </a:lnTo>
                <a:lnTo>
                  <a:pt x="49023" y="1762860"/>
                </a:lnTo>
                <a:lnTo>
                  <a:pt x="52770" y="1751487"/>
                </a:lnTo>
                <a:lnTo>
                  <a:pt x="56619" y="1740114"/>
                </a:lnTo>
                <a:lnTo>
                  <a:pt x="60391" y="1728741"/>
                </a:lnTo>
                <a:lnTo>
                  <a:pt x="63933" y="1717367"/>
                </a:lnTo>
                <a:lnTo>
                  <a:pt x="67137" y="1705994"/>
                </a:lnTo>
                <a:lnTo>
                  <a:pt x="69932" y="1694621"/>
                </a:lnTo>
                <a:lnTo>
                  <a:pt x="72288" y="1683247"/>
                </a:lnTo>
                <a:lnTo>
                  <a:pt x="74210" y="1671874"/>
                </a:lnTo>
                <a:lnTo>
                  <a:pt x="75727" y="1660501"/>
                </a:lnTo>
                <a:lnTo>
                  <a:pt x="76886" y="1649127"/>
                </a:lnTo>
                <a:lnTo>
                  <a:pt x="77743" y="1637754"/>
                </a:lnTo>
                <a:lnTo>
                  <a:pt x="78355" y="1626381"/>
                </a:lnTo>
                <a:lnTo>
                  <a:pt x="78777" y="1615008"/>
                </a:lnTo>
                <a:lnTo>
                  <a:pt x="79058" y="1603634"/>
                </a:lnTo>
                <a:lnTo>
                  <a:pt x="79239" y="1592261"/>
                </a:lnTo>
                <a:lnTo>
                  <a:pt x="79351" y="1580888"/>
                </a:lnTo>
                <a:lnTo>
                  <a:pt x="79417" y="1569514"/>
                </a:lnTo>
                <a:lnTo>
                  <a:pt x="79453" y="1558141"/>
                </a:lnTo>
                <a:lnTo>
                  <a:pt x="79469" y="1546768"/>
                </a:lnTo>
                <a:lnTo>
                  <a:pt x="79470" y="1535395"/>
                </a:lnTo>
                <a:lnTo>
                  <a:pt x="79457" y="1524021"/>
                </a:lnTo>
                <a:lnTo>
                  <a:pt x="79428" y="1512648"/>
                </a:lnTo>
                <a:lnTo>
                  <a:pt x="79382" y="1501275"/>
                </a:lnTo>
                <a:lnTo>
                  <a:pt x="79313" y="1489901"/>
                </a:lnTo>
                <a:lnTo>
                  <a:pt x="79221" y="1478528"/>
                </a:lnTo>
                <a:lnTo>
                  <a:pt x="79101" y="1467155"/>
                </a:lnTo>
                <a:lnTo>
                  <a:pt x="78956" y="1455782"/>
                </a:lnTo>
                <a:lnTo>
                  <a:pt x="78788" y="1444408"/>
                </a:lnTo>
                <a:lnTo>
                  <a:pt x="78602" y="1433035"/>
                </a:lnTo>
                <a:lnTo>
                  <a:pt x="78405" y="1421662"/>
                </a:lnTo>
                <a:lnTo>
                  <a:pt x="78205" y="1410288"/>
                </a:lnTo>
                <a:lnTo>
                  <a:pt x="78012" y="1398915"/>
                </a:lnTo>
                <a:lnTo>
                  <a:pt x="77831" y="1387542"/>
                </a:lnTo>
                <a:lnTo>
                  <a:pt x="77669" y="1376168"/>
                </a:lnTo>
                <a:lnTo>
                  <a:pt x="77525" y="1364795"/>
                </a:lnTo>
                <a:lnTo>
                  <a:pt x="77400" y="1353422"/>
                </a:lnTo>
                <a:lnTo>
                  <a:pt x="77286" y="1342049"/>
                </a:lnTo>
                <a:lnTo>
                  <a:pt x="77176" y="1330675"/>
                </a:lnTo>
                <a:lnTo>
                  <a:pt x="77062" y="1319302"/>
                </a:lnTo>
                <a:lnTo>
                  <a:pt x="76937" y="1307929"/>
                </a:lnTo>
                <a:lnTo>
                  <a:pt x="76794" y="1296555"/>
                </a:lnTo>
                <a:lnTo>
                  <a:pt x="76634" y="1285182"/>
                </a:lnTo>
                <a:lnTo>
                  <a:pt x="76461" y="1273809"/>
                </a:lnTo>
                <a:lnTo>
                  <a:pt x="76283" y="1262436"/>
                </a:lnTo>
                <a:lnTo>
                  <a:pt x="76114" y="1251062"/>
                </a:lnTo>
                <a:lnTo>
                  <a:pt x="75970" y="1239689"/>
                </a:lnTo>
                <a:lnTo>
                  <a:pt x="75866" y="1228316"/>
                </a:lnTo>
                <a:lnTo>
                  <a:pt x="75817" y="1216942"/>
                </a:lnTo>
                <a:lnTo>
                  <a:pt x="75833" y="1205569"/>
                </a:lnTo>
                <a:lnTo>
                  <a:pt x="75919" y="1194196"/>
                </a:lnTo>
                <a:lnTo>
                  <a:pt x="76074" y="1182822"/>
                </a:lnTo>
                <a:lnTo>
                  <a:pt x="76290" y="1171449"/>
                </a:lnTo>
                <a:lnTo>
                  <a:pt x="76555" y="1160076"/>
                </a:lnTo>
                <a:lnTo>
                  <a:pt x="76852" y="1148703"/>
                </a:lnTo>
                <a:lnTo>
                  <a:pt x="77160" y="1137329"/>
                </a:lnTo>
                <a:lnTo>
                  <a:pt x="77459" y="1125956"/>
                </a:lnTo>
                <a:lnTo>
                  <a:pt x="77728" y="1114583"/>
                </a:lnTo>
                <a:lnTo>
                  <a:pt x="77945" y="1103209"/>
                </a:lnTo>
                <a:lnTo>
                  <a:pt x="78093" y="1091836"/>
                </a:lnTo>
                <a:lnTo>
                  <a:pt x="78155" y="1080463"/>
                </a:lnTo>
                <a:lnTo>
                  <a:pt x="78116" y="1069090"/>
                </a:lnTo>
                <a:lnTo>
                  <a:pt x="77964" y="1057716"/>
                </a:lnTo>
                <a:lnTo>
                  <a:pt x="77690" y="1046343"/>
                </a:lnTo>
                <a:lnTo>
                  <a:pt x="77289" y="1034970"/>
                </a:lnTo>
                <a:lnTo>
                  <a:pt x="76762" y="1023596"/>
                </a:lnTo>
                <a:lnTo>
                  <a:pt x="76115" y="1012223"/>
                </a:lnTo>
                <a:lnTo>
                  <a:pt x="75365" y="1000850"/>
                </a:lnTo>
                <a:lnTo>
                  <a:pt x="74534" y="989476"/>
                </a:lnTo>
                <a:lnTo>
                  <a:pt x="73657" y="978103"/>
                </a:lnTo>
                <a:lnTo>
                  <a:pt x="72770" y="966730"/>
                </a:lnTo>
                <a:lnTo>
                  <a:pt x="71919" y="955357"/>
                </a:lnTo>
                <a:lnTo>
                  <a:pt x="71149" y="943983"/>
                </a:lnTo>
                <a:lnTo>
                  <a:pt x="70499" y="932610"/>
                </a:lnTo>
                <a:lnTo>
                  <a:pt x="70007" y="921237"/>
                </a:lnTo>
                <a:lnTo>
                  <a:pt x="69695" y="909863"/>
                </a:lnTo>
                <a:lnTo>
                  <a:pt x="69575" y="898490"/>
                </a:lnTo>
                <a:lnTo>
                  <a:pt x="69647" y="887117"/>
                </a:lnTo>
                <a:lnTo>
                  <a:pt x="69895" y="875744"/>
                </a:lnTo>
                <a:lnTo>
                  <a:pt x="70295" y="864370"/>
                </a:lnTo>
                <a:lnTo>
                  <a:pt x="70817" y="852997"/>
                </a:lnTo>
                <a:lnTo>
                  <a:pt x="71425" y="841624"/>
                </a:lnTo>
                <a:lnTo>
                  <a:pt x="72085" y="830250"/>
                </a:lnTo>
                <a:lnTo>
                  <a:pt x="72765" y="818877"/>
                </a:lnTo>
                <a:lnTo>
                  <a:pt x="73438" y="807504"/>
                </a:lnTo>
                <a:lnTo>
                  <a:pt x="74083" y="796131"/>
                </a:lnTo>
                <a:lnTo>
                  <a:pt x="74684" y="784757"/>
                </a:lnTo>
                <a:lnTo>
                  <a:pt x="75228" y="773384"/>
                </a:lnTo>
                <a:lnTo>
                  <a:pt x="75706" y="762011"/>
                </a:lnTo>
                <a:lnTo>
                  <a:pt x="76112" y="750637"/>
                </a:lnTo>
                <a:lnTo>
                  <a:pt x="76440" y="739264"/>
                </a:lnTo>
                <a:lnTo>
                  <a:pt x="76685" y="727891"/>
                </a:lnTo>
                <a:lnTo>
                  <a:pt x="76846" y="716517"/>
                </a:lnTo>
                <a:lnTo>
                  <a:pt x="76924" y="705144"/>
                </a:lnTo>
                <a:lnTo>
                  <a:pt x="76921" y="693771"/>
                </a:lnTo>
                <a:lnTo>
                  <a:pt x="76848" y="682398"/>
                </a:lnTo>
                <a:lnTo>
                  <a:pt x="76718" y="671024"/>
                </a:lnTo>
                <a:lnTo>
                  <a:pt x="76549" y="659651"/>
                </a:lnTo>
                <a:lnTo>
                  <a:pt x="76363" y="648278"/>
                </a:lnTo>
                <a:lnTo>
                  <a:pt x="76184" y="636904"/>
                </a:lnTo>
                <a:lnTo>
                  <a:pt x="76035" y="625531"/>
                </a:lnTo>
                <a:lnTo>
                  <a:pt x="75934" y="614158"/>
                </a:lnTo>
                <a:lnTo>
                  <a:pt x="75897" y="602785"/>
                </a:lnTo>
                <a:lnTo>
                  <a:pt x="75933" y="591411"/>
                </a:lnTo>
                <a:lnTo>
                  <a:pt x="76043" y="580038"/>
                </a:lnTo>
                <a:lnTo>
                  <a:pt x="76221" y="568665"/>
                </a:lnTo>
                <a:lnTo>
                  <a:pt x="76456" y="557291"/>
                </a:lnTo>
                <a:lnTo>
                  <a:pt x="76733" y="545918"/>
                </a:lnTo>
                <a:lnTo>
                  <a:pt x="77033" y="534545"/>
                </a:lnTo>
                <a:lnTo>
                  <a:pt x="77339" y="523171"/>
                </a:lnTo>
                <a:lnTo>
                  <a:pt x="77635" y="511798"/>
                </a:lnTo>
                <a:lnTo>
                  <a:pt x="77910" y="500425"/>
                </a:lnTo>
                <a:lnTo>
                  <a:pt x="78156" y="489052"/>
                </a:lnTo>
                <a:lnTo>
                  <a:pt x="78369" y="477678"/>
                </a:lnTo>
                <a:lnTo>
                  <a:pt x="78552" y="466305"/>
                </a:lnTo>
                <a:lnTo>
                  <a:pt x="78708" y="454932"/>
                </a:lnTo>
                <a:lnTo>
                  <a:pt x="78844" y="443558"/>
                </a:lnTo>
                <a:lnTo>
                  <a:pt x="78969" y="432185"/>
                </a:lnTo>
                <a:lnTo>
                  <a:pt x="79089" y="420812"/>
                </a:lnTo>
                <a:lnTo>
                  <a:pt x="79211" y="409439"/>
                </a:lnTo>
                <a:lnTo>
                  <a:pt x="79340" y="398065"/>
                </a:lnTo>
                <a:lnTo>
                  <a:pt x="79478" y="386692"/>
                </a:lnTo>
                <a:lnTo>
                  <a:pt x="79625" y="375319"/>
                </a:lnTo>
                <a:lnTo>
                  <a:pt x="79780" y="363945"/>
                </a:lnTo>
                <a:lnTo>
                  <a:pt x="79939" y="352572"/>
                </a:lnTo>
                <a:lnTo>
                  <a:pt x="80096" y="341199"/>
                </a:lnTo>
                <a:lnTo>
                  <a:pt x="80247" y="329825"/>
                </a:lnTo>
                <a:lnTo>
                  <a:pt x="80385" y="318452"/>
                </a:lnTo>
                <a:lnTo>
                  <a:pt x="80503" y="307079"/>
                </a:lnTo>
                <a:lnTo>
                  <a:pt x="80594" y="295706"/>
                </a:lnTo>
                <a:lnTo>
                  <a:pt x="80649" y="284332"/>
                </a:lnTo>
                <a:lnTo>
                  <a:pt x="80658" y="272959"/>
                </a:lnTo>
                <a:lnTo>
                  <a:pt x="80607" y="261586"/>
                </a:lnTo>
                <a:lnTo>
                  <a:pt x="80478" y="250212"/>
                </a:lnTo>
                <a:lnTo>
                  <a:pt x="80247" y="238839"/>
                </a:lnTo>
                <a:lnTo>
                  <a:pt x="79879" y="227466"/>
                </a:lnTo>
                <a:lnTo>
                  <a:pt x="79331" y="216093"/>
                </a:lnTo>
                <a:lnTo>
                  <a:pt x="78546" y="204719"/>
                </a:lnTo>
                <a:lnTo>
                  <a:pt x="77454" y="193346"/>
                </a:lnTo>
                <a:lnTo>
                  <a:pt x="75973" y="181973"/>
                </a:lnTo>
                <a:lnTo>
                  <a:pt x="74012" y="170599"/>
                </a:lnTo>
                <a:lnTo>
                  <a:pt x="71476" y="159226"/>
                </a:lnTo>
                <a:lnTo>
                  <a:pt x="68275" y="147853"/>
                </a:lnTo>
                <a:lnTo>
                  <a:pt x="64336" y="136480"/>
                </a:lnTo>
                <a:lnTo>
                  <a:pt x="59616" y="125106"/>
                </a:lnTo>
                <a:lnTo>
                  <a:pt x="54119" y="113733"/>
                </a:lnTo>
                <a:lnTo>
                  <a:pt x="47909" y="102360"/>
                </a:lnTo>
                <a:lnTo>
                  <a:pt x="41117" y="90986"/>
                </a:lnTo>
                <a:lnTo>
                  <a:pt x="33949" y="79613"/>
                </a:lnTo>
                <a:lnTo>
                  <a:pt x="26682" y="68240"/>
                </a:lnTo>
                <a:lnTo>
                  <a:pt x="19646" y="56866"/>
                </a:lnTo>
                <a:lnTo>
                  <a:pt x="13203" y="45493"/>
                </a:lnTo>
                <a:lnTo>
                  <a:pt x="7719" y="34120"/>
                </a:lnTo>
                <a:lnTo>
                  <a:pt x="3528" y="22747"/>
                </a:lnTo>
                <a:lnTo>
                  <a:pt x="897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65" y="11373"/>
                </a:lnTo>
                <a:lnTo>
                  <a:pt x="159034" y="22747"/>
                </a:lnTo>
                <a:lnTo>
                  <a:pt x="154843" y="34120"/>
                </a:lnTo>
                <a:lnTo>
                  <a:pt x="149359" y="45493"/>
                </a:lnTo>
                <a:lnTo>
                  <a:pt x="142916" y="56866"/>
                </a:lnTo>
                <a:lnTo>
                  <a:pt x="135879" y="68240"/>
                </a:lnTo>
                <a:lnTo>
                  <a:pt x="128612" y="79613"/>
                </a:lnTo>
                <a:lnTo>
                  <a:pt x="121445" y="90986"/>
                </a:lnTo>
                <a:lnTo>
                  <a:pt x="114653" y="102360"/>
                </a:lnTo>
                <a:lnTo>
                  <a:pt x="108442" y="113733"/>
                </a:lnTo>
                <a:lnTo>
                  <a:pt x="102946" y="125106"/>
                </a:lnTo>
                <a:lnTo>
                  <a:pt x="98226" y="136480"/>
                </a:lnTo>
                <a:lnTo>
                  <a:pt x="94287" y="147853"/>
                </a:lnTo>
                <a:lnTo>
                  <a:pt x="91086" y="159226"/>
                </a:lnTo>
                <a:lnTo>
                  <a:pt x="88550" y="170599"/>
                </a:lnTo>
                <a:lnTo>
                  <a:pt x="86589" y="181973"/>
                </a:lnTo>
                <a:lnTo>
                  <a:pt x="85108" y="193346"/>
                </a:lnTo>
                <a:lnTo>
                  <a:pt x="84016" y="204719"/>
                </a:lnTo>
                <a:lnTo>
                  <a:pt x="83231" y="216093"/>
                </a:lnTo>
                <a:lnTo>
                  <a:pt x="82683" y="227466"/>
                </a:lnTo>
                <a:lnTo>
                  <a:pt x="82315" y="238839"/>
                </a:lnTo>
                <a:lnTo>
                  <a:pt x="82083" y="250212"/>
                </a:lnTo>
                <a:lnTo>
                  <a:pt x="81954" y="261586"/>
                </a:lnTo>
                <a:lnTo>
                  <a:pt x="81904" y="272959"/>
                </a:lnTo>
                <a:lnTo>
                  <a:pt x="81912" y="284332"/>
                </a:lnTo>
                <a:lnTo>
                  <a:pt x="81967" y="295706"/>
                </a:lnTo>
                <a:lnTo>
                  <a:pt x="82058" y="307079"/>
                </a:lnTo>
                <a:lnTo>
                  <a:pt x="82176" y="318452"/>
                </a:lnTo>
                <a:lnTo>
                  <a:pt x="82314" y="329825"/>
                </a:lnTo>
                <a:lnTo>
                  <a:pt x="82465" y="341199"/>
                </a:lnTo>
                <a:lnTo>
                  <a:pt x="82623" y="352572"/>
                </a:lnTo>
                <a:lnTo>
                  <a:pt x="82782" y="363945"/>
                </a:lnTo>
                <a:lnTo>
                  <a:pt x="82936" y="375319"/>
                </a:lnTo>
                <a:lnTo>
                  <a:pt x="83084" y="386692"/>
                </a:lnTo>
                <a:lnTo>
                  <a:pt x="83222" y="398065"/>
                </a:lnTo>
                <a:lnTo>
                  <a:pt x="83351" y="409439"/>
                </a:lnTo>
                <a:lnTo>
                  <a:pt x="83473" y="420812"/>
                </a:lnTo>
                <a:lnTo>
                  <a:pt x="83593" y="432185"/>
                </a:lnTo>
                <a:lnTo>
                  <a:pt x="83717" y="443558"/>
                </a:lnTo>
                <a:lnTo>
                  <a:pt x="83853" y="454932"/>
                </a:lnTo>
                <a:lnTo>
                  <a:pt x="84010" y="466305"/>
                </a:lnTo>
                <a:lnTo>
                  <a:pt x="84192" y="477678"/>
                </a:lnTo>
                <a:lnTo>
                  <a:pt x="84406" y="489052"/>
                </a:lnTo>
                <a:lnTo>
                  <a:pt x="84651" y="500425"/>
                </a:lnTo>
                <a:lnTo>
                  <a:pt x="84926" y="511798"/>
                </a:lnTo>
                <a:lnTo>
                  <a:pt x="85223" y="523171"/>
                </a:lnTo>
                <a:lnTo>
                  <a:pt x="85529" y="534545"/>
                </a:lnTo>
                <a:lnTo>
                  <a:pt x="85829" y="545918"/>
                </a:lnTo>
                <a:lnTo>
                  <a:pt x="86105" y="557291"/>
                </a:lnTo>
                <a:lnTo>
                  <a:pt x="86340" y="568665"/>
                </a:lnTo>
                <a:lnTo>
                  <a:pt x="86519" y="580038"/>
                </a:lnTo>
                <a:lnTo>
                  <a:pt x="86628" y="591411"/>
                </a:lnTo>
                <a:lnTo>
                  <a:pt x="86664" y="602785"/>
                </a:lnTo>
                <a:lnTo>
                  <a:pt x="86628" y="614158"/>
                </a:lnTo>
                <a:lnTo>
                  <a:pt x="86527" y="625531"/>
                </a:lnTo>
                <a:lnTo>
                  <a:pt x="86377" y="636904"/>
                </a:lnTo>
                <a:lnTo>
                  <a:pt x="86198" y="648278"/>
                </a:lnTo>
                <a:lnTo>
                  <a:pt x="86013" y="659651"/>
                </a:lnTo>
                <a:lnTo>
                  <a:pt x="85844" y="671024"/>
                </a:lnTo>
                <a:lnTo>
                  <a:pt x="85714" y="682398"/>
                </a:lnTo>
                <a:lnTo>
                  <a:pt x="85640" y="693771"/>
                </a:lnTo>
                <a:lnTo>
                  <a:pt x="85638" y="705144"/>
                </a:lnTo>
                <a:lnTo>
                  <a:pt x="85715" y="716517"/>
                </a:lnTo>
                <a:lnTo>
                  <a:pt x="85876" y="727891"/>
                </a:lnTo>
                <a:lnTo>
                  <a:pt x="86122" y="739264"/>
                </a:lnTo>
                <a:lnTo>
                  <a:pt x="86450" y="750637"/>
                </a:lnTo>
                <a:lnTo>
                  <a:pt x="86856" y="762011"/>
                </a:lnTo>
                <a:lnTo>
                  <a:pt x="87334" y="773384"/>
                </a:lnTo>
                <a:lnTo>
                  <a:pt x="87878" y="784757"/>
                </a:lnTo>
                <a:lnTo>
                  <a:pt x="88478" y="796131"/>
                </a:lnTo>
                <a:lnTo>
                  <a:pt x="89123" y="807504"/>
                </a:lnTo>
                <a:lnTo>
                  <a:pt x="89796" y="818877"/>
                </a:lnTo>
                <a:lnTo>
                  <a:pt x="90476" y="830250"/>
                </a:lnTo>
                <a:lnTo>
                  <a:pt x="91136" y="841624"/>
                </a:lnTo>
                <a:lnTo>
                  <a:pt x="91744" y="852997"/>
                </a:lnTo>
                <a:lnTo>
                  <a:pt x="92266" y="864370"/>
                </a:lnTo>
                <a:lnTo>
                  <a:pt x="92667" y="875744"/>
                </a:lnTo>
                <a:lnTo>
                  <a:pt x="92915" y="887117"/>
                </a:lnTo>
                <a:lnTo>
                  <a:pt x="92986" y="898490"/>
                </a:lnTo>
                <a:lnTo>
                  <a:pt x="92867" y="909863"/>
                </a:lnTo>
                <a:lnTo>
                  <a:pt x="92555" y="921237"/>
                </a:lnTo>
                <a:lnTo>
                  <a:pt x="92062" y="932610"/>
                </a:lnTo>
                <a:lnTo>
                  <a:pt x="91413" y="943983"/>
                </a:lnTo>
                <a:lnTo>
                  <a:pt x="90642" y="955357"/>
                </a:lnTo>
                <a:lnTo>
                  <a:pt x="89791" y="966730"/>
                </a:lnTo>
                <a:lnTo>
                  <a:pt x="88905" y="978103"/>
                </a:lnTo>
                <a:lnTo>
                  <a:pt x="88027" y="989476"/>
                </a:lnTo>
                <a:lnTo>
                  <a:pt x="87197" y="1000850"/>
                </a:lnTo>
                <a:lnTo>
                  <a:pt x="86446" y="1012223"/>
                </a:lnTo>
                <a:lnTo>
                  <a:pt x="85800" y="1023596"/>
                </a:lnTo>
                <a:lnTo>
                  <a:pt x="85272" y="1034970"/>
                </a:lnTo>
                <a:lnTo>
                  <a:pt x="84871" y="1046343"/>
                </a:lnTo>
                <a:lnTo>
                  <a:pt x="84597" y="1057716"/>
                </a:lnTo>
                <a:lnTo>
                  <a:pt x="84445" y="1069090"/>
                </a:lnTo>
                <a:lnTo>
                  <a:pt x="84406" y="1080463"/>
                </a:lnTo>
                <a:lnTo>
                  <a:pt x="84468" y="1091836"/>
                </a:lnTo>
                <a:lnTo>
                  <a:pt x="84616" y="1103209"/>
                </a:lnTo>
                <a:lnTo>
                  <a:pt x="84834" y="1114583"/>
                </a:lnTo>
                <a:lnTo>
                  <a:pt x="85102" y="1125956"/>
                </a:lnTo>
                <a:lnTo>
                  <a:pt x="85401" y="1137329"/>
                </a:lnTo>
                <a:lnTo>
                  <a:pt x="85709" y="1148703"/>
                </a:lnTo>
                <a:lnTo>
                  <a:pt x="86006" y="1160076"/>
                </a:lnTo>
                <a:lnTo>
                  <a:pt x="86271" y="1171449"/>
                </a:lnTo>
                <a:lnTo>
                  <a:pt x="86488" y="1182822"/>
                </a:lnTo>
                <a:lnTo>
                  <a:pt x="86643" y="1194196"/>
                </a:lnTo>
                <a:lnTo>
                  <a:pt x="86729" y="1205569"/>
                </a:lnTo>
                <a:lnTo>
                  <a:pt x="86745" y="1216942"/>
                </a:lnTo>
                <a:lnTo>
                  <a:pt x="86695" y="1228316"/>
                </a:lnTo>
                <a:lnTo>
                  <a:pt x="86592" y="1239689"/>
                </a:lnTo>
                <a:lnTo>
                  <a:pt x="86447" y="1251062"/>
                </a:lnTo>
                <a:lnTo>
                  <a:pt x="86278" y="1262436"/>
                </a:lnTo>
                <a:lnTo>
                  <a:pt x="86101" y="1273809"/>
                </a:lnTo>
                <a:lnTo>
                  <a:pt x="85927" y="1285182"/>
                </a:lnTo>
                <a:lnTo>
                  <a:pt x="85767" y="1296555"/>
                </a:lnTo>
                <a:lnTo>
                  <a:pt x="85625" y="1307929"/>
                </a:lnTo>
                <a:lnTo>
                  <a:pt x="85499" y="1319302"/>
                </a:lnTo>
                <a:lnTo>
                  <a:pt x="85385" y="1330675"/>
                </a:lnTo>
                <a:lnTo>
                  <a:pt x="85276" y="1342049"/>
                </a:lnTo>
                <a:lnTo>
                  <a:pt x="85162" y="1353422"/>
                </a:lnTo>
                <a:lnTo>
                  <a:pt x="85036" y="1364795"/>
                </a:lnTo>
                <a:lnTo>
                  <a:pt x="84893" y="1376168"/>
                </a:lnTo>
                <a:lnTo>
                  <a:pt x="84730" y="1387542"/>
                </a:lnTo>
                <a:lnTo>
                  <a:pt x="84550" y="1398915"/>
                </a:lnTo>
                <a:lnTo>
                  <a:pt x="84356" y="1410288"/>
                </a:lnTo>
                <a:lnTo>
                  <a:pt x="84157" y="1421662"/>
                </a:lnTo>
                <a:lnTo>
                  <a:pt x="83960" y="1433035"/>
                </a:lnTo>
                <a:lnTo>
                  <a:pt x="83774" y="1444408"/>
                </a:lnTo>
                <a:lnTo>
                  <a:pt x="83605" y="1455782"/>
                </a:lnTo>
                <a:lnTo>
                  <a:pt x="83460" y="1467155"/>
                </a:lnTo>
                <a:lnTo>
                  <a:pt x="83341" y="1478528"/>
                </a:lnTo>
                <a:lnTo>
                  <a:pt x="83248" y="1489901"/>
                </a:lnTo>
                <a:lnTo>
                  <a:pt x="83180" y="1501275"/>
                </a:lnTo>
                <a:lnTo>
                  <a:pt x="83133" y="1512648"/>
                </a:lnTo>
                <a:lnTo>
                  <a:pt x="83105" y="1524021"/>
                </a:lnTo>
                <a:lnTo>
                  <a:pt x="83092" y="1535395"/>
                </a:lnTo>
                <a:lnTo>
                  <a:pt x="83093" y="1546768"/>
                </a:lnTo>
                <a:lnTo>
                  <a:pt x="83109" y="1558141"/>
                </a:lnTo>
                <a:lnTo>
                  <a:pt x="83145" y="1569514"/>
                </a:lnTo>
                <a:lnTo>
                  <a:pt x="83211" y="1580888"/>
                </a:lnTo>
                <a:lnTo>
                  <a:pt x="83323" y="1592261"/>
                </a:lnTo>
                <a:lnTo>
                  <a:pt x="83503" y="1603634"/>
                </a:lnTo>
                <a:lnTo>
                  <a:pt x="83785" y="1615008"/>
                </a:lnTo>
                <a:lnTo>
                  <a:pt x="84207" y="1626381"/>
                </a:lnTo>
                <a:lnTo>
                  <a:pt x="84819" y="1637754"/>
                </a:lnTo>
                <a:lnTo>
                  <a:pt x="85675" y="1649127"/>
                </a:lnTo>
                <a:lnTo>
                  <a:pt x="86834" y="1660501"/>
                </a:lnTo>
                <a:lnTo>
                  <a:pt x="88351" y="1671874"/>
                </a:lnTo>
                <a:lnTo>
                  <a:pt x="90273" y="1683247"/>
                </a:lnTo>
                <a:lnTo>
                  <a:pt x="92630" y="1694621"/>
                </a:lnTo>
                <a:lnTo>
                  <a:pt x="95425" y="1705994"/>
                </a:lnTo>
                <a:lnTo>
                  <a:pt x="98628" y="1717367"/>
                </a:lnTo>
                <a:lnTo>
                  <a:pt x="102171" y="1728741"/>
                </a:lnTo>
                <a:lnTo>
                  <a:pt x="105942" y="1740114"/>
                </a:lnTo>
                <a:lnTo>
                  <a:pt x="109792" y="1751487"/>
                </a:lnTo>
                <a:lnTo>
                  <a:pt x="113539" y="1762860"/>
                </a:lnTo>
                <a:lnTo>
                  <a:pt x="116983" y="1774234"/>
                </a:lnTo>
                <a:lnTo>
                  <a:pt x="119923" y="1785607"/>
                </a:lnTo>
                <a:lnTo>
                  <a:pt x="122174" y="1796980"/>
                </a:lnTo>
                <a:lnTo>
                  <a:pt x="123589" y="1808354"/>
                </a:lnTo>
                <a:lnTo>
                  <a:pt x="124072" y="1819727"/>
                </a:lnTo>
                <a:lnTo>
                  <a:pt x="124072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4893" name="data_7644">
            <a:extLst>
              <a:ext uri="{FF2B5EF4-FFF2-40B4-BE49-F238E27FC236}">
                <a16:creationId xmlns:a16="http://schemas.microsoft.com/office/drawing/2014/main" id="{876A9180-D69C-4886-AA47-4F7EF070BB80}"/>
              </a:ext>
            </a:extLst>
          </p:cNvPr>
          <p:cNvSpPr>
            <a:spLocks/>
          </p:cNvSpPr>
          <p:nvPr/>
        </p:nvSpPr>
        <p:spPr>
          <a:xfrm>
            <a:off x="6225036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02712" y="1819727"/>
                </a:moveTo>
                <a:lnTo>
                  <a:pt x="59850" y="1819727"/>
                </a:lnTo>
                <a:lnTo>
                  <a:pt x="60088" y="1808354"/>
                </a:lnTo>
                <a:lnTo>
                  <a:pt x="60787" y="1796980"/>
                </a:lnTo>
                <a:lnTo>
                  <a:pt x="61901" y="1785607"/>
                </a:lnTo>
                <a:lnTo>
                  <a:pt x="63356" y="1774234"/>
                </a:lnTo>
                <a:lnTo>
                  <a:pt x="65063" y="1762860"/>
                </a:lnTo>
                <a:lnTo>
                  <a:pt x="66924" y="1751487"/>
                </a:lnTo>
                <a:lnTo>
                  <a:pt x="68839" y="1740114"/>
                </a:lnTo>
                <a:lnTo>
                  <a:pt x="70719" y="1728741"/>
                </a:lnTo>
                <a:lnTo>
                  <a:pt x="72488" y="1717367"/>
                </a:lnTo>
                <a:lnTo>
                  <a:pt x="74092" y="1705994"/>
                </a:lnTo>
                <a:lnTo>
                  <a:pt x="75493" y="1694621"/>
                </a:lnTo>
                <a:lnTo>
                  <a:pt x="76675" y="1683247"/>
                </a:lnTo>
                <a:lnTo>
                  <a:pt x="77639" y="1671874"/>
                </a:lnTo>
                <a:lnTo>
                  <a:pt x="78400" y="1660501"/>
                </a:lnTo>
                <a:lnTo>
                  <a:pt x="78978" y="1649127"/>
                </a:lnTo>
                <a:lnTo>
                  <a:pt x="79404" y="1637754"/>
                </a:lnTo>
                <a:lnTo>
                  <a:pt x="79705" y="1626381"/>
                </a:lnTo>
                <a:lnTo>
                  <a:pt x="79910" y="1615008"/>
                </a:lnTo>
                <a:lnTo>
                  <a:pt x="80044" y="1603634"/>
                </a:lnTo>
                <a:lnTo>
                  <a:pt x="80129" y="1592261"/>
                </a:lnTo>
                <a:lnTo>
                  <a:pt x="80180" y="1580888"/>
                </a:lnTo>
                <a:lnTo>
                  <a:pt x="80210" y="1569514"/>
                </a:lnTo>
                <a:lnTo>
                  <a:pt x="80228" y="1558141"/>
                </a:lnTo>
                <a:lnTo>
                  <a:pt x="80238" y="1546768"/>
                </a:lnTo>
                <a:lnTo>
                  <a:pt x="80245" y="1535395"/>
                </a:lnTo>
                <a:lnTo>
                  <a:pt x="80250" y="1524021"/>
                </a:lnTo>
                <a:lnTo>
                  <a:pt x="80257" y="1512648"/>
                </a:lnTo>
                <a:lnTo>
                  <a:pt x="80266" y="1501275"/>
                </a:lnTo>
                <a:lnTo>
                  <a:pt x="80279" y="1489901"/>
                </a:lnTo>
                <a:lnTo>
                  <a:pt x="80298" y="1478528"/>
                </a:lnTo>
                <a:lnTo>
                  <a:pt x="80323" y="1467155"/>
                </a:lnTo>
                <a:lnTo>
                  <a:pt x="80356" y="1455782"/>
                </a:lnTo>
                <a:lnTo>
                  <a:pt x="80396" y="1444408"/>
                </a:lnTo>
                <a:lnTo>
                  <a:pt x="80443" y="1433035"/>
                </a:lnTo>
                <a:lnTo>
                  <a:pt x="80495" y="1421662"/>
                </a:lnTo>
                <a:lnTo>
                  <a:pt x="80548" y="1410288"/>
                </a:lnTo>
                <a:lnTo>
                  <a:pt x="80599" y="1398915"/>
                </a:lnTo>
                <a:lnTo>
                  <a:pt x="80643" y="1387542"/>
                </a:lnTo>
                <a:lnTo>
                  <a:pt x="80676" y="1376168"/>
                </a:lnTo>
                <a:lnTo>
                  <a:pt x="80694" y="1364795"/>
                </a:lnTo>
                <a:lnTo>
                  <a:pt x="80693" y="1353422"/>
                </a:lnTo>
                <a:lnTo>
                  <a:pt x="80670" y="1342049"/>
                </a:lnTo>
                <a:lnTo>
                  <a:pt x="80624" y="1330675"/>
                </a:lnTo>
                <a:lnTo>
                  <a:pt x="80555" y="1319302"/>
                </a:lnTo>
                <a:lnTo>
                  <a:pt x="80467" y="1307929"/>
                </a:lnTo>
                <a:lnTo>
                  <a:pt x="80361" y="1296555"/>
                </a:lnTo>
                <a:lnTo>
                  <a:pt x="80246" y="1285182"/>
                </a:lnTo>
                <a:lnTo>
                  <a:pt x="80126" y="1273809"/>
                </a:lnTo>
                <a:lnTo>
                  <a:pt x="80010" y="1262436"/>
                </a:lnTo>
                <a:lnTo>
                  <a:pt x="79906" y="1251062"/>
                </a:lnTo>
                <a:lnTo>
                  <a:pt x="79821" y="1239689"/>
                </a:lnTo>
                <a:lnTo>
                  <a:pt x="79760" y="1228316"/>
                </a:lnTo>
                <a:lnTo>
                  <a:pt x="79728" y="1216942"/>
                </a:lnTo>
                <a:lnTo>
                  <a:pt x="79726" y="1205569"/>
                </a:lnTo>
                <a:lnTo>
                  <a:pt x="79753" y="1194196"/>
                </a:lnTo>
                <a:lnTo>
                  <a:pt x="79805" y="1182822"/>
                </a:lnTo>
                <a:lnTo>
                  <a:pt x="79876" y="1171449"/>
                </a:lnTo>
                <a:lnTo>
                  <a:pt x="79960" y="1160076"/>
                </a:lnTo>
                <a:lnTo>
                  <a:pt x="80047" y="1148703"/>
                </a:lnTo>
                <a:lnTo>
                  <a:pt x="80128" y="1137329"/>
                </a:lnTo>
                <a:lnTo>
                  <a:pt x="80196" y="1125956"/>
                </a:lnTo>
                <a:lnTo>
                  <a:pt x="80241" y="1114583"/>
                </a:lnTo>
                <a:lnTo>
                  <a:pt x="80258" y="1103209"/>
                </a:lnTo>
                <a:lnTo>
                  <a:pt x="80242" y="1091836"/>
                </a:lnTo>
                <a:lnTo>
                  <a:pt x="80190" y="1080463"/>
                </a:lnTo>
                <a:lnTo>
                  <a:pt x="80100" y="1069090"/>
                </a:lnTo>
                <a:lnTo>
                  <a:pt x="79971" y="1057716"/>
                </a:lnTo>
                <a:lnTo>
                  <a:pt x="79804" y="1046343"/>
                </a:lnTo>
                <a:lnTo>
                  <a:pt x="79602" y="1034970"/>
                </a:lnTo>
                <a:lnTo>
                  <a:pt x="79368" y="1023596"/>
                </a:lnTo>
                <a:lnTo>
                  <a:pt x="79108" y="1012223"/>
                </a:lnTo>
                <a:lnTo>
                  <a:pt x="78828" y="1000850"/>
                </a:lnTo>
                <a:lnTo>
                  <a:pt x="78536" y="989476"/>
                </a:lnTo>
                <a:lnTo>
                  <a:pt x="78244" y="978103"/>
                </a:lnTo>
                <a:lnTo>
                  <a:pt x="77963" y="966730"/>
                </a:lnTo>
                <a:lnTo>
                  <a:pt x="77704" y="955357"/>
                </a:lnTo>
                <a:lnTo>
                  <a:pt x="77482" y="943983"/>
                </a:lnTo>
                <a:lnTo>
                  <a:pt x="77307" y="932610"/>
                </a:lnTo>
                <a:lnTo>
                  <a:pt x="77189" y="921237"/>
                </a:lnTo>
                <a:lnTo>
                  <a:pt x="77135" y="909863"/>
                </a:lnTo>
                <a:lnTo>
                  <a:pt x="77147" y="898490"/>
                </a:lnTo>
                <a:lnTo>
                  <a:pt x="77224" y="887117"/>
                </a:lnTo>
                <a:lnTo>
                  <a:pt x="77360" y="875744"/>
                </a:lnTo>
                <a:lnTo>
                  <a:pt x="77546" y="864370"/>
                </a:lnTo>
                <a:lnTo>
                  <a:pt x="77768" y="852997"/>
                </a:lnTo>
                <a:lnTo>
                  <a:pt x="78013" y="841624"/>
                </a:lnTo>
                <a:lnTo>
                  <a:pt x="78265" y="830250"/>
                </a:lnTo>
                <a:lnTo>
                  <a:pt x="78510" y="818877"/>
                </a:lnTo>
                <a:lnTo>
                  <a:pt x="78734" y="807504"/>
                </a:lnTo>
                <a:lnTo>
                  <a:pt x="78926" y="796131"/>
                </a:lnTo>
                <a:lnTo>
                  <a:pt x="79075" y="784757"/>
                </a:lnTo>
                <a:lnTo>
                  <a:pt x="79175" y="773384"/>
                </a:lnTo>
                <a:lnTo>
                  <a:pt x="79218" y="762011"/>
                </a:lnTo>
                <a:lnTo>
                  <a:pt x="79200" y="750637"/>
                </a:lnTo>
                <a:lnTo>
                  <a:pt x="79119" y="739264"/>
                </a:lnTo>
                <a:lnTo>
                  <a:pt x="78974" y="727891"/>
                </a:lnTo>
                <a:lnTo>
                  <a:pt x="78767" y="716517"/>
                </a:lnTo>
                <a:lnTo>
                  <a:pt x="78503" y="705144"/>
                </a:lnTo>
                <a:lnTo>
                  <a:pt x="78189" y="693771"/>
                </a:lnTo>
                <a:lnTo>
                  <a:pt x="77836" y="682398"/>
                </a:lnTo>
                <a:lnTo>
                  <a:pt x="77458" y="671024"/>
                </a:lnTo>
                <a:lnTo>
                  <a:pt x="77070" y="659651"/>
                </a:lnTo>
                <a:lnTo>
                  <a:pt x="76689" y="648278"/>
                </a:lnTo>
                <a:lnTo>
                  <a:pt x="76332" y="636904"/>
                </a:lnTo>
                <a:lnTo>
                  <a:pt x="76012" y="625531"/>
                </a:lnTo>
                <a:lnTo>
                  <a:pt x="75741" y="614158"/>
                </a:lnTo>
                <a:lnTo>
                  <a:pt x="75524" y="602785"/>
                </a:lnTo>
                <a:lnTo>
                  <a:pt x="75364" y="591411"/>
                </a:lnTo>
                <a:lnTo>
                  <a:pt x="75258" y="580038"/>
                </a:lnTo>
                <a:lnTo>
                  <a:pt x="75200" y="568665"/>
                </a:lnTo>
                <a:lnTo>
                  <a:pt x="75182" y="557291"/>
                </a:lnTo>
                <a:lnTo>
                  <a:pt x="75194" y="545918"/>
                </a:lnTo>
                <a:lnTo>
                  <a:pt x="75231" y="534545"/>
                </a:lnTo>
                <a:lnTo>
                  <a:pt x="75287" y="523171"/>
                </a:lnTo>
                <a:lnTo>
                  <a:pt x="75360" y="511798"/>
                </a:lnTo>
                <a:lnTo>
                  <a:pt x="75452" y="500425"/>
                </a:lnTo>
                <a:lnTo>
                  <a:pt x="75565" y="489052"/>
                </a:lnTo>
                <a:lnTo>
                  <a:pt x="75703" y="477678"/>
                </a:lnTo>
                <a:lnTo>
                  <a:pt x="75869" y="466305"/>
                </a:lnTo>
                <a:lnTo>
                  <a:pt x="76064" y="454932"/>
                </a:lnTo>
                <a:lnTo>
                  <a:pt x="76288" y="443558"/>
                </a:lnTo>
                <a:lnTo>
                  <a:pt x="76536" y="432185"/>
                </a:lnTo>
                <a:lnTo>
                  <a:pt x="76799" y="420812"/>
                </a:lnTo>
                <a:lnTo>
                  <a:pt x="77069" y="409439"/>
                </a:lnTo>
                <a:lnTo>
                  <a:pt x="77334" y="398065"/>
                </a:lnTo>
                <a:lnTo>
                  <a:pt x="77585" y="386692"/>
                </a:lnTo>
                <a:lnTo>
                  <a:pt x="77812" y="375319"/>
                </a:lnTo>
                <a:lnTo>
                  <a:pt x="78010" y="363945"/>
                </a:lnTo>
                <a:lnTo>
                  <a:pt x="78176" y="352572"/>
                </a:lnTo>
                <a:lnTo>
                  <a:pt x="78309" y="341199"/>
                </a:lnTo>
                <a:lnTo>
                  <a:pt x="78415" y="329825"/>
                </a:lnTo>
                <a:lnTo>
                  <a:pt x="78496" y="318452"/>
                </a:lnTo>
                <a:lnTo>
                  <a:pt x="78560" y="307079"/>
                </a:lnTo>
                <a:lnTo>
                  <a:pt x="78609" y="295706"/>
                </a:lnTo>
                <a:lnTo>
                  <a:pt x="78645" y="284332"/>
                </a:lnTo>
                <a:lnTo>
                  <a:pt x="78666" y="272959"/>
                </a:lnTo>
                <a:lnTo>
                  <a:pt x="78662" y="261586"/>
                </a:lnTo>
                <a:lnTo>
                  <a:pt x="78617" y="250212"/>
                </a:lnTo>
                <a:lnTo>
                  <a:pt x="78504" y="238839"/>
                </a:lnTo>
                <a:lnTo>
                  <a:pt x="78286" y="227466"/>
                </a:lnTo>
                <a:lnTo>
                  <a:pt x="77913" y="216093"/>
                </a:lnTo>
                <a:lnTo>
                  <a:pt x="77320" y="204719"/>
                </a:lnTo>
                <a:lnTo>
                  <a:pt x="76429" y="193346"/>
                </a:lnTo>
                <a:lnTo>
                  <a:pt x="75150" y="181973"/>
                </a:lnTo>
                <a:lnTo>
                  <a:pt x="73383" y="170599"/>
                </a:lnTo>
                <a:lnTo>
                  <a:pt x="71026" y="159226"/>
                </a:lnTo>
                <a:lnTo>
                  <a:pt x="67983" y="147853"/>
                </a:lnTo>
                <a:lnTo>
                  <a:pt x="64175" y="136480"/>
                </a:lnTo>
                <a:lnTo>
                  <a:pt x="59559" y="125106"/>
                </a:lnTo>
                <a:lnTo>
                  <a:pt x="54138" y="113733"/>
                </a:lnTo>
                <a:lnTo>
                  <a:pt x="47976" y="102360"/>
                </a:lnTo>
                <a:lnTo>
                  <a:pt x="41209" y="90986"/>
                </a:lnTo>
                <a:lnTo>
                  <a:pt x="34048" y="79613"/>
                </a:lnTo>
                <a:lnTo>
                  <a:pt x="26772" y="68240"/>
                </a:lnTo>
                <a:lnTo>
                  <a:pt x="19719" y="56866"/>
                </a:lnTo>
                <a:lnTo>
                  <a:pt x="13255" y="45493"/>
                </a:lnTo>
                <a:lnTo>
                  <a:pt x="7751" y="34120"/>
                </a:lnTo>
                <a:lnTo>
                  <a:pt x="3543" y="22747"/>
                </a:lnTo>
                <a:lnTo>
                  <a:pt x="901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61" y="11373"/>
                </a:lnTo>
                <a:lnTo>
                  <a:pt x="159019" y="22747"/>
                </a:lnTo>
                <a:lnTo>
                  <a:pt x="154811" y="34120"/>
                </a:lnTo>
                <a:lnTo>
                  <a:pt x="149307" y="45493"/>
                </a:lnTo>
                <a:lnTo>
                  <a:pt x="142843" y="56866"/>
                </a:lnTo>
                <a:lnTo>
                  <a:pt x="135789" y="68240"/>
                </a:lnTo>
                <a:lnTo>
                  <a:pt x="128514" y="79613"/>
                </a:lnTo>
                <a:lnTo>
                  <a:pt x="121352" y="90986"/>
                </a:lnTo>
                <a:lnTo>
                  <a:pt x="114585" y="102360"/>
                </a:lnTo>
                <a:lnTo>
                  <a:pt x="108423" y="113733"/>
                </a:lnTo>
                <a:lnTo>
                  <a:pt x="103002" y="125106"/>
                </a:lnTo>
                <a:lnTo>
                  <a:pt x="98386" y="136480"/>
                </a:lnTo>
                <a:lnTo>
                  <a:pt x="94579" y="147853"/>
                </a:lnTo>
                <a:lnTo>
                  <a:pt x="91535" y="159226"/>
                </a:lnTo>
                <a:lnTo>
                  <a:pt x="89178" y="170599"/>
                </a:lnTo>
                <a:lnTo>
                  <a:pt x="87411" y="181973"/>
                </a:lnTo>
                <a:lnTo>
                  <a:pt x="86132" y="193346"/>
                </a:lnTo>
                <a:lnTo>
                  <a:pt x="85242" y="204719"/>
                </a:lnTo>
                <a:lnTo>
                  <a:pt x="84649" y="216093"/>
                </a:lnTo>
                <a:lnTo>
                  <a:pt x="84275" y="227466"/>
                </a:lnTo>
                <a:lnTo>
                  <a:pt x="84057" y="238839"/>
                </a:lnTo>
                <a:lnTo>
                  <a:pt x="83945" y="250212"/>
                </a:lnTo>
                <a:lnTo>
                  <a:pt x="83900" y="261586"/>
                </a:lnTo>
                <a:lnTo>
                  <a:pt x="83896" y="272959"/>
                </a:lnTo>
                <a:lnTo>
                  <a:pt x="83917" y="284332"/>
                </a:lnTo>
                <a:lnTo>
                  <a:pt x="83953" y="295706"/>
                </a:lnTo>
                <a:lnTo>
                  <a:pt x="84002" y="307079"/>
                </a:lnTo>
                <a:lnTo>
                  <a:pt x="84065" y="318452"/>
                </a:lnTo>
                <a:lnTo>
                  <a:pt x="84147" y="329825"/>
                </a:lnTo>
                <a:lnTo>
                  <a:pt x="84252" y="341199"/>
                </a:lnTo>
                <a:lnTo>
                  <a:pt x="84386" y="352572"/>
                </a:lnTo>
                <a:lnTo>
                  <a:pt x="84552" y="363945"/>
                </a:lnTo>
                <a:lnTo>
                  <a:pt x="84750" y="375319"/>
                </a:lnTo>
                <a:lnTo>
                  <a:pt x="84977" y="386692"/>
                </a:lnTo>
                <a:lnTo>
                  <a:pt x="85227" y="398065"/>
                </a:lnTo>
                <a:lnTo>
                  <a:pt x="85493" y="409439"/>
                </a:lnTo>
                <a:lnTo>
                  <a:pt x="85762" y="420812"/>
                </a:lnTo>
                <a:lnTo>
                  <a:pt x="86026" y="432185"/>
                </a:lnTo>
                <a:lnTo>
                  <a:pt x="86273" y="443558"/>
                </a:lnTo>
                <a:lnTo>
                  <a:pt x="86497" y="454932"/>
                </a:lnTo>
                <a:lnTo>
                  <a:pt x="86693" y="466305"/>
                </a:lnTo>
                <a:lnTo>
                  <a:pt x="86859" y="477678"/>
                </a:lnTo>
                <a:lnTo>
                  <a:pt x="86997" y="489052"/>
                </a:lnTo>
                <a:lnTo>
                  <a:pt x="87110" y="500425"/>
                </a:lnTo>
                <a:lnTo>
                  <a:pt x="87201" y="511798"/>
                </a:lnTo>
                <a:lnTo>
                  <a:pt x="87274" y="523171"/>
                </a:lnTo>
                <a:lnTo>
                  <a:pt x="87330" y="534545"/>
                </a:lnTo>
                <a:lnTo>
                  <a:pt x="87367" y="545918"/>
                </a:lnTo>
                <a:lnTo>
                  <a:pt x="87380" y="557291"/>
                </a:lnTo>
                <a:lnTo>
                  <a:pt x="87361" y="568665"/>
                </a:lnTo>
                <a:lnTo>
                  <a:pt x="87303" y="580038"/>
                </a:lnTo>
                <a:lnTo>
                  <a:pt x="87197" y="591411"/>
                </a:lnTo>
                <a:lnTo>
                  <a:pt x="87037" y="602785"/>
                </a:lnTo>
                <a:lnTo>
                  <a:pt x="86821" y="614158"/>
                </a:lnTo>
                <a:lnTo>
                  <a:pt x="86549" y="625531"/>
                </a:lnTo>
                <a:lnTo>
                  <a:pt x="86230" y="636904"/>
                </a:lnTo>
                <a:lnTo>
                  <a:pt x="85872" y="648278"/>
                </a:lnTo>
                <a:lnTo>
                  <a:pt x="85491" y="659651"/>
                </a:lnTo>
                <a:lnTo>
                  <a:pt x="85103" y="671024"/>
                </a:lnTo>
                <a:lnTo>
                  <a:pt x="84725" y="682398"/>
                </a:lnTo>
                <a:lnTo>
                  <a:pt x="84372" y="693771"/>
                </a:lnTo>
                <a:lnTo>
                  <a:pt x="84058" y="705144"/>
                </a:lnTo>
                <a:lnTo>
                  <a:pt x="83794" y="716517"/>
                </a:lnTo>
                <a:lnTo>
                  <a:pt x="83588" y="727891"/>
                </a:lnTo>
                <a:lnTo>
                  <a:pt x="83443" y="739264"/>
                </a:lnTo>
                <a:lnTo>
                  <a:pt x="83362" y="750637"/>
                </a:lnTo>
                <a:lnTo>
                  <a:pt x="83344" y="762011"/>
                </a:lnTo>
                <a:lnTo>
                  <a:pt x="83387" y="773384"/>
                </a:lnTo>
                <a:lnTo>
                  <a:pt x="83486" y="784757"/>
                </a:lnTo>
                <a:lnTo>
                  <a:pt x="83636" y="796131"/>
                </a:lnTo>
                <a:lnTo>
                  <a:pt x="83828" y="807504"/>
                </a:lnTo>
                <a:lnTo>
                  <a:pt x="84052" y="818877"/>
                </a:lnTo>
                <a:lnTo>
                  <a:pt x="84297" y="830250"/>
                </a:lnTo>
                <a:lnTo>
                  <a:pt x="84549" y="841624"/>
                </a:lnTo>
                <a:lnTo>
                  <a:pt x="84794" y="852997"/>
                </a:lnTo>
                <a:lnTo>
                  <a:pt x="85016" y="864370"/>
                </a:lnTo>
                <a:lnTo>
                  <a:pt x="85201" y="875744"/>
                </a:lnTo>
                <a:lnTo>
                  <a:pt x="85337" y="887117"/>
                </a:lnTo>
                <a:lnTo>
                  <a:pt x="85414" y="898490"/>
                </a:lnTo>
                <a:lnTo>
                  <a:pt x="85426" y="909863"/>
                </a:lnTo>
                <a:lnTo>
                  <a:pt x="85372" y="921237"/>
                </a:lnTo>
                <a:lnTo>
                  <a:pt x="85255" y="932610"/>
                </a:lnTo>
                <a:lnTo>
                  <a:pt x="85080" y="943983"/>
                </a:lnTo>
                <a:lnTo>
                  <a:pt x="84857" y="955357"/>
                </a:lnTo>
                <a:lnTo>
                  <a:pt x="84599" y="966730"/>
                </a:lnTo>
                <a:lnTo>
                  <a:pt x="84317" y="978103"/>
                </a:lnTo>
                <a:lnTo>
                  <a:pt x="84025" y="989476"/>
                </a:lnTo>
                <a:lnTo>
                  <a:pt x="83734" y="1000850"/>
                </a:lnTo>
                <a:lnTo>
                  <a:pt x="83454" y="1012223"/>
                </a:lnTo>
                <a:lnTo>
                  <a:pt x="83193" y="1023596"/>
                </a:lnTo>
                <a:lnTo>
                  <a:pt x="82960" y="1034970"/>
                </a:lnTo>
                <a:lnTo>
                  <a:pt x="82758" y="1046343"/>
                </a:lnTo>
                <a:lnTo>
                  <a:pt x="82591" y="1057716"/>
                </a:lnTo>
                <a:lnTo>
                  <a:pt x="82462" y="1069090"/>
                </a:lnTo>
                <a:lnTo>
                  <a:pt x="82371" y="1080463"/>
                </a:lnTo>
                <a:lnTo>
                  <a:pt x="82319" y="1091836"/>
                </a:lnTo>
                <a:lnTo>
                  <a:pt x="82303" y="1103209"/>
                </a:lnTo>
                <a:lnTo>
                  <a:pt x="82321" y="1114583"/>
                </a:lnTo>
                <a:lnTo>
                  <a:pt x="82366" y="1125956"/>
                </a:lnTo>
                <a:lnTo>
                  <a:pt x="82433" y="1137329"/>
                </a:lnTo>
                <a:lnTo>
                  <a:pt x="82515" y="1148703"/>
                </a:lnTo>
                <a:lnTo>
                  <a:pt x="82602" y="1160076"/>
                </a:lnTo>
                <a:lnTo>
                  <a:pt x="82685" y="1171449"/>
                </a:lnTo>
                <a:lnTo>
                  <a:pt x="82757" y="1182822"/>
                </a:lnTo>
                <a:lnTo>
                  <a:pt x="82809" y="1194196"/>
                </a:lnTo>
                <a:lnTo>
                  <a:pt x="82836" y="1205569"/>
                </a:lnTo>
                <a:lnTo>
                  <a:pt x="82834" y="1216942"/>
                </a:lnTo>
                <a:lnTo>
                  <a:pt x="82801" y="1228316"/>
                </a:lnTo>
                <a:lnTo>
                  <a:pt x="82741" y="1239689"/>
                </a:lnTo>
                <a:lnTo>
                  <a:pt x="82655" y="1251062"/>
                </a:lnTo>
                <a:lnTo>
                  <a:pt x="82551" y="1262436"/>
                </a:lnTo>
                <a:lnTo>
                  <a:pt x="82436" y="1273809"/>
                </a:lnTo>
                <a:lnTo>
                  <a:pt x="82316" y="1285182"/>
                </a:lnTo>
                <a:lnTo>
                  <a:pt x="82200" y="1296555"/>
                </a:lnTo>
                <a:lnTo>
                  <a:pt x="82095" y="1307929"/>
                </a:lnTo>
                <a:lnTo>
                  <a:pt x="82006" y="1319302"/>
                </a:lnTo>
                <a:lnTo>
                  <a:pt x="81938" y="1330675"/>
                </a:lnTo>
                <a:lnTo>
                  <a:pt x="81892" y="1342049"/>
                </a:lnTo>
                <a:lnTo>
                  <a:pt x="81869" y="1353422"/>
                </a:lnTo>
                <a:lnTo>
                  <a:pt x="81867" y="1364795"/>
                </a:lnTo>
                <a:lnTo>
                  <a:pt x="81885" y="1376168"/>
                </a:lnTo>
                <a:lnTo>
                  <a:pt x="81918" y="1387542"/>
                </a:lnTo>
                <a:lnTo>
                  <a:pt x="81963" y="1398915"/>
                </a:lnTo>
                <a:lnTo>
                  <a:pt x="82014" y="1410288"/>
                </a:lnTo>
                <a:lnTo>
                  <a:pt x="82067" y="1421662"/>
                </a:lnTo>
                <a:lnTo>
                  <a:pt x="82119" y="1433035"/>
                </a:lnTo>
                <a:lnTo>
                  <a:pt x="82165" y="1444408"/>
                </a:lnTo>
                <a:lnTo>
                  <a:pt x="82206" y="1455782"/>
                </a:lnTo>
                <a:lnTo>
                  <a:pt x="82239" y="1467155"/>
                </a:lnTo>
                <a:lnTo>
                  <a:pt x="82264" y="1478528"/>
                </a:lnTo>
                <a:lnTo>
                  <a:pt x="82282" y="1489901"/>
                </a:lnTo>
                <a:lnTo>
                  <a:pt x="82295" y="1501275"/>
                </a:lnTo>
                <a:lnTo>
                  <a:pt x="82304" y="1512648"/>
                </a:lnTo>
                <a:lnTo>
                  <a:pt x="82311" y="1524021"/>
                </a:lnTo>
                <a:lnTo>
                  <a:pt x="82317" y="1535395"/>
                </a:lnTo>
                <a:lnTo>
                  <a:pt x="82324" y="1546768"/>
                </a:lnTo>
                <a:lnTo>
                  <a:pt x="82334" y="1558141"/>
                </a:lnTo>
                <a:lnTo>
                  <a:pt x="82351" y="1569514"/>
                </a:lnTo>
                <a:lnTo>
                  <a:pt x="82381" y="1580888"/>
                </a:lnTo>
                <a:lnTo>
                  <a:pt x="82432" y="1592261"/>
                </a:lnTo>
                <a:lnTo>
                  <a:pt x="82517" y="1603634"/>
                </a:lnTo>
                <a:lnTo>
                  <a:pt x="82652" y="1615008"/>
                </a:lnTo>
                <a:lnTo>
                  <a:pt x="82857" y="1626381"/>
                </a:lnTo>
                <a:lnTo>
                  <a:pt x="83158" y="1637754"/>
                </a:lnTo>
                <a:lnTo>
                  <a:pt x="83583" y="1649127"/>
                </a:lnTo>
                <a:lnTo>
                  <a:pt x="84162" y="1660501"/>
                </a:lnTo>
                <a:lnTo>
                  <a:pt x="84922" y="1671874"/>
                </a:lnTo>
                <a:lnTo>
                  <a:pt x="85887" y="1683247"/>
                </a:lnTo>
                <a:lnTo>
                  <a:pt x="87069" y="1694621"/>
                </a:lnTo>
                <a:lnTo>
                  <a:pt x="88470" y="1705994"/>
                </a:lnTo>
                <a:lnTo>
                  <a:pt x="90073" y="1717367"/>
                </a:lnTo>
                <a:lnTo>
                  <a:pt x="91843" y="1728741"/>
                </a:lnTo>
                <a:lnTo>
                  <a:pt x="93723" y="1740114"/>
                </a:lnTo>
                <a:lnTo>
                  <a:pt x="95638" y="1751487"/>
                </a:lnTo>
                <a:lnTo>
                  <a:pt x="97498" y="1762860"/>
                </a:lnTo>
                <a:lnTo>
                  <a:pt x="99206" y="1774234"/>
                </a:lnTo>
                <a:lnTo>
                  <a:pt x="100661" y="1785607"/>
                </a:lnTo>
                <a:lnTo>
                  <a:pt x="101774" y="1796980"/>
                </a:lnTo>
                <a:lnTo>
                  <a:pt x="102474" y="1808354"/>
                </a:lnTo>
                <a:lnTo>
                  <a:pt x="102712" y="1819727"/>
                </a:lnTo>
                <a:lnTo>
                  <a:pt x="102712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4894" name="data_7645">
            <a:extLst>
              <a:ext uri="{FF2B5EF4-FFF2-40B4-BE49-F238E27FC236}">
                <a16:creationId xmlns:a16="http://schemas.microsoft.com/office/drawing/2014/main" id="{21CDC8D6-2345-4915-A674-C3A3C0EA9F44}"/>
              </a:ext>
            </a:extLst>
          </p:cNvPr>
          <p:cNvSpPr>
            <a:spLocks/>
          </p:cNvSpPr>
          <p:nvPr/>
        </p:nvSpPr>
        <p:spPr>
          <a:xfrm>
            <a:off x="6686359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42238" y="1819727"/>
                </a:moveTo>
                <a:lnTo>
                  <a:pt x="20323" y="1819727"/>
                </a:lnTo>
                <a:lnTo>
                  <a:pt x="20979" y="1808354"/>
                </a:lnTo>
                <a:lnTo>
                  <a:pt x="22902" y="1796980"/>
                </a:lnTo>
                <a:lnTo>
                  <a:pt x="25970" y="1785607"/>
                </a:lnTo>
                <a:lnTo>
                  <a:pt x="29988" y="1774234"/>
                </a:lnTo>
                <a:lnTo>
                  <a:pt x="34716" y="1762860"/>
                </a:lnTo>
                <a:lnTo>
                  <a:pt x="39888" y="1751487"/>
                </a:lnTo>
                <a:lnTo>
                  <a:pt x="45236" y="1740114"/>
                </a:lnTo>
                <a:lnTo>
                  <a:pt x="50514" y="1728741"/>
                </a:lnTo>
                <a:lnTo>
                  <a:pt x="55513" y="1717367"/>
                </a:lnTo>
                <a:lnTo>
                  <a:pt x="60075" y="1705994"/>
                </a:lnTo>
                <a:lnTo>
                  <a:pt x="64092" y="1694621"/>
                </a:lnTo>
                <a:lnTo>
                  <a:pt x="67511" y="1683247"/>
                </a:lnTo>
                <a:lnTo>
                  <a:pt x="70322" y="1671874"/>
                </a:lnTo>
                <a:lnTo>
                  <a:pt x="72552" y="1660501"/>
                </a:lnTo>
                <a:lnTo>
                  <a:pt x="74258" y="1649127"/>
                </a:lnTo>
                <a:lnTo>
                  <a:pt x="75510" y="1637754"/>
                </a:lnTo>
                <a:lnTo>
                  <a:pt x="76386" y="1626381"/>
                </a:lnTo>
                <a:lnTo>
                  <a:pt x="76966" y="1615008"/>
                </a:lnTo>
                <a:lnTo>
                  <a:pt x="77322" y="1603634"/>
                </a:lnTo>
                <a:lnTo>
                  <a:pt x="77521" y="1592261"/>
                </a:lnTo>
                <a:lnTo>
                  <a:pt x="77616" y="1580888"/>
                </a:lnTo>
                <a:lnTo>
                  <a:pt x="77652" y="1569514"/>
                </a:lnTo>
                <a:lnTo>
                  <a:pt x="77663" y="1558141"/>
                </a:lnTo>
                <a:lnTo>
                  <a:pt x="77672" y="1546768"/>
                </a:lnTo>
                <a:lnTo>
                  <a:pt x="77695" y="1535395"/>
                </a:lnTo>
                <a:lnTo>
                  <a:pt x="77741" y="1524021"/>
                </a:lnTo>
                <a:lnTo>
                  <a:pt x="77814" y="1512648"/>
                </a:lnTo>
                <a:lnTo>
                  <a:pt x="77911" y="1501275"/>
                </a:lnTo>
                <a:lnTo>
                  <a:pt x="78027" y="1489901"/>
                </a:lnTo>
                <a:lnTo>
                  <a:pt x="78154" y="1478528"/>
                </a:lnTo>
                <a:lnTo>
                  <a:pt x="78283" y="1467155"/>
                </a:lnTo>
                <a:lnTo>
                  <a:pt x="78402" y="1455782"/>
                </a:lnTo>
                <a:lnTo>
                  <a:pt x="78499" y="1444408"/>
                </a:lnTo>
                <a:lnTo>
                  <a:pt x="78562" y="1433035"/>
                </a:lnTo>
                <a:lnTo>
                  <a:pt x="78578" y="1421662"/>
                </a:lnTo>
                <a:lnTo>
                  <a:pt x="78538" y="1410288"/>
                </a:lnTo>
                <a:lnTo>
                  <a:pt x="78431" y="1398915"/>
                </a:lnTo>
                <a:lnTo>
                  <a:pt x="78251" y="1387542"/>
                </a:lnTo>
                <a:lnTo>
                  <a:pt x="77993" y="1376168"/>
                </a:lnTo>
                <a:lnTo>
                  <a:pt x="77657" y="1364795"/>
                </a:lnTo>
                <a:lnTo>
                  <a:pt x="77246" y="1353422"/>
                </a:lnTo>
                <a:lnTo>
                  <a:pt x="76767" y="1342049"/>
                </a:lnTo>
                <a:lnTo>
                  <a:pt x="76230" y="1330675"/>
                </a:lnTo>
                <a:lnTo>
                  <a:pt x="75652" y="1319302"/>
                </a:lnTo>
                <a:lnTo>
                  <a:pt x="75051" y="1307929"/>
                </a:lnTo>
                <a:lnTo>
                  <a:pt x="74451" y="1296555"/>
                </a:lnTo>
                <a:lnTo>
                  <a:pt x="73875" y="1285182"/>
                </a:lnTo>
                <a:lnTo>
                  <a:pt x="73349" y="1273809"/>
                </a:lnTo>
                <a:lnTo>
                  <a:pt x="72900" y="1262436"/>
                </a:lnTo>
                <a:lnTo>
                  <a:pt x="72552" y="1251062"/>
                </a:lnTo>
                <a:lnTo>
                  <a:pt x="72324" y="1239689"/>
                </a:lnTo>
                <a:lnTo>
                  <a:pt x="72230" y="1228316"/>
                </a:lnTo>
                <a:lnTo>
                  <a:pt x="72280" y="1216942"/>
                </a:lnTo>
                <a:lnTo>
                  <a:pt x="72473" y="1205569"/>
                </a:lnTo>
                <a:lnTo>
                  <a:pt x="72802" y="1194196"/>
                </a:lnTo>
                <a:lnTo>
                  <a:pt x="73252" y="1182822"/>
                </a:lnTo>
                <a:lnTo>
                  <a:pt x="73802" y="1171449"/>
                </a:lnTo>
                <a:lnTo>
                  <a:pt x="74428" y="1160076"/>
                </a:lnTo>
                <a:lnTo>
                  <a:pt x="75100" y="1148703"/>
                </a:lnTo>
                <a:lnTo>
                  <a:pt x="75790" y="1137329"/>
                </a:lnTo>
                <a:lnTo>
                  <a:pt x="76470" y="1125956"/>
                </a:lnTo>
                <a:lnTo>
                  <a:pt x="77114" y="1114583"/>
                </a:lnTo>
                <a:lnTo>
                  <a:pt x="77700" y="1103209"/>
                </a:lnTo>
                <a:lnTo>
                  <a:pt x="78211" y="1091836"/>
                </a:lnTo>
                <a:lnTo>
                  <a:pt x="78634" y="1080463"/>
                </a:lnTo>
                <a:lnTo>
                  <a:pt x="78958" y="1069090"/>
                </a:lnTo>
                <a:lnTo>
                  <a:pt x="79179" y="1057716"/>
                </a:lnTo>
                <a:lnTo>
                  <a:pt x="79297" y="1046343"/>
                </a:lnTo>
                <a:lnTo>
                  <a:pt x="79313" y="1034970"/>
                </a:lnTo>
                <a:lnTo>
                  <a:pt x="79235" y="1023596"/>
                </a:lnTo>
                <a:lnTo>
                  <a:pt x="79073" y="1012223"/>
                </a:lnTo>
                <a:lnTo>
                  <a:pt x="78842" y="1000850"/>
                </a:lnTo>
                <a:lnTo>
                  <a:pt x="78560" y="989476"/>
                </a:lnTo>
                <a:lnTo>
                  <a:pt x="78248" y="978103"/>
                </a:lnTo>
                <a:lnTo>
                  <a:pt x="77929" y="966730"/>
                </a:lnTo>
                <a:lnTo>
                  <a:pt x="77626" y="955357"/>
                </a:lnTo>
                <a:lnTo>
                  <a:pt x="77362" y="943983"/>
                </a:lnTo>
                <a:lnTo>
                  <a:pt x="77159" y="932610"/>
                </a:lnTo>
                <a:lnTo>
                  <a:pt x="77033" y="921237"/>
                </a:lnTo>
                <a:lnTo>
                  <a:pt x="76994" y="909863"/>
                </a:lnTo>
                <a:lnTo>
                  <a:pt x="77046" y="898490"/>
                </a:lnTo>
                <a:lnTo>
                  <a:pt x="77189" y="887117"/>
                </a:lnTo>
                <a:lnTo>
                  <a:pt x="77412" y="875744"/>
                </a:lnTo>
                <a:lnTo>
                  <a:pt x="77702" y="864370"/>
                </a:lnTo>
                <a:lnTo>
                  <a:pt x="78043" y="852997"/>
                </a:lnTo>
                <a:lnTo>
                  <a:pt x="78413" y="841624"/>
                </a:lnTo>
                <a:lnTo>
                  <a:pt x="78795" y="830250"/>
                </a:lnTo>
                <a:lnTo>
                  <a:pt x="79168" y="818877"/>
                </a:lnTo>
                <a:lnTo>
                  <a:pt x="79519" y="807504"/>
                </a:lnTo>
                <a:lnTo>
                  <a:pt x="79833" y="796131"/>
                </a:lnTo>
                <a:lnTo>
                  <a:pt x="80104" y="784757"/>
                </a:lnTo>
                <a:lnTo>
                  <a:pt x="80325" y="773384"/>
                </a:lnTo>
                <a:lnTo>
                  <a:pt x="80494" y="762011"/>
                </a:lnTo>
                <a:lnTo>
                  <a:pt x="80612" y="750637"/>
                </a:lnTo>
                <a:lnTo>
                  <a:pt x="80682" y="739264"/>
                </a:lnTo>
                <a:lnTo>
                  <a:pt x="80706" y="727891"/>
                </a:lnTo>
                <a:lnTo>
                  <a:pt x="80689" y="716517"/>
                </a:lnTo>
                <a:lnTo>
                  <a:pt x="80635" y="705144"/>
                </a:lnTo>
                <a:lnTo>
                  <a:pt x="80549" y="693771"/>
                </a:lnTo>
                <a:lnTo>
                  <a:pt x="80436" y="682398"/>
                </a:lnTo>
                <a:lnTo>
                  <a:pt x="80298" y="671024"/>
                </a:lnTo>
                <a:lnTo>
                  <a:pt x="80140" y="659651"/>
                </a:lnTo>
                <a:lnTo>
                  <a:pt x="79965" y="648278"/>
                </a:lnTo>
                <a:lnTo>
                  <a:pt x="79775" y="636904"/>
                </a:lnTo>
                <a:lnTo>
                  <a:pt x="79571" y="625531"/>
                </a:lnTo>
                <a:lnTo>
                  <a:pt x="79356" y="614158"/>
                </a:lnTo>
                <a:lnTo>
                  <a:pt x="79129" y="602785"/>
                </a:lnTo>
                <a:lnTo>
                  <a:pt x="78892" y="591411"/>
                </a:lnTo>
                <a:lnTo>
                  <a:pt x="78644" y="580038"/>
                </a:lnTo>
                <a:lnTo>
                  <a:pt x="78387" y="568665"/>
                </a:lnTo>
                <a:lnTo>
                  <a:pt x="78124" y="557291"/>
                </a:lnTo>
                <a:lnTo>
                  <a:pt x="77859" y="545918"/>
                </a:lnTo>
                <a:lnTo>
                  <a:pt x="77597" y="534545"/>
                </a:lnTo>
                <a:lnTo>
                  <a:pt x="77344" y="523171"/>
                </a:lnTo>
                <a:lnTo>
                  <a:pt x="77109" y="511798"/>
                </a:lnTo>
                <a:lnTo>
                  <a:pt x="76901" y="500425"/>
                </a:lnTo>
                <a:lnTo>
                  <a:pt x="76726" y="489052"/>
                </a:lnTo>
                <a:lnTo>
                  <a:pt x="76591" y="477678"/>
                </a:lnTo>
                <a:lnTo>
                  <a:pt x="76501" y="466305"/>
                </a:lnTo>
                <a:lnTo>
                  <a:pt x="76457" y="454932"/>
                </a:lnTo>
                <a:lnTo>
                  <a:pt x="76458" y="443558"/>
                </a:lnTo>
                <a:lnTo>
                  <a:pt x="76499" y="432185"/>
                </a:lnTo>
                <a:lnTo>
                  <a:pt x="76574" y="420812"/>
                </a:lnTo>
                <a:lnTo>
                  <a:pt x="76675" y="409439"/>
                </a:lnTo>
                <a:lnTo>
                  <a:pt x="76792" y="398065"/>
                </a:lnTo>
                <a:lnTo>
                  <a:pt x="76918" y="386692"/>
                </a:lnTo>
                <a:lnTo>
                  <a:pt x="77046" y="375319"/>
                </a:lnTo>
                <a:lnTo>
                  <a:pt x="77172" y="363945"/>
                </a:lnTo>
                <a:lnTo>
                  <a:pt x="77292" y="352572"/>
                </a:lnTo>
                <a:lnTo>
                  <a:pt x="77405" y="341199"/>
                </a:lnTo>
                <a:lnTo>
                  <a:pt x="77514" y="329825"/>
                </a:lnTo>
                <a:lnTo>
                  <a:pt x="77619" y="318452"/>
                </a:lnTo>
                <a:lnTo>
                  <a:pt x="77721" y="307079"/>
                </a:lnTo>
                <a:lnTo>
                  <a:pt x="77819" y="295706"/>
                </a:lnTo>
                <a:lnTo>
                  <a:pt x="77911" y="284332"/>
                </a:lnTo>
                <a:lnTo>
                  <a:pt x="77989" y="272959"/>
                </a:lnTo>
                <a:lnTo>
                  <a:pt x="78039" y="261586"/>
                </a:lnTo>
                <a:lnTo>
                  <a:pt x="78042" y="250212"/>
                </a:lnTo>
                <a:lnTo>
                  <a:pt x="77969" y="238839"/>
                </a:lnTo>
                <a:lnTo>
                  <a:pt x="77781" y="227466"/>
                </a:lnTo>
                <a:lnTo>
                  <a:pt x="77427" y="216093"/>
                </a:lnTo>
                <a:lnTo>
                  <a:pt x="76844" y="204719"/>
                </a:lnTo>
                <a:lnTo>
                  <a:pt x="75956" y="193346"/>
                </a:lnTo>
                <a:lnTo>
                  <a:pt x="74674" y="181973"/>
                </a:lnTo>
                <a:lnTo>
                  <a:pt x="72899" y="170599"/>
                </a:lnTo>
                <a:lnTo>
                  <a:pt x="70534" y="159226"/>
                </a:lnTo>
                <a:lnTo>
                  <a:pt x="67484" y="147853"/>
                </a:lnTo>
                <a:lnTo>
                  <a:pt x="63675" y="136480"/>
                </a:lnTo>
                <a:lnTo>
                  <a:pt x="59065" y="125106"/>
                </a:lnTo>
                <a:lnTo>
                  <a:pt x="53661" y="113733"/>
                </a:lnTo>
                <a:lnTo>
                  <a:pt x="47527" y="102360"/>
                </a:lnTo>
                <a:lnTo>
                  <a:pt x="40802" y="90986"/>
                </a:lnTo>
                <a:lnTo>
                  <a:pt x="33694" y="79613"/>
                </a:lnTo>
                <a:lnTo>
                  <a:pt x="26481" y="68240"/>
                </a:lnTo>
                <a:lnTo>
                  <a:pt x="19496" y="56866"/>
                </a:lnTo>
                <a:lnTo>
                  <a:pt x="13100" y="45493"/>
                </a:lnTo>
                <a:lnTo>
                  <a:pt x="7658" y="34120"/>
                </a:lnTo>
                <a:lnTo>
                  <a:pt x="3499" y="22747"/>
                </a:lnTo>
                <a:lnTo>
                  <a:pt x="890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72" y="11373"/>
                </a:lnTo>
                <a:lnTo>
                  <a:pt x="159062" y="22747"/>
                </a:lnTo>
                <a:lnTo>
                  <a:pt x="154904" y="34120"/>
                </a:lnTo>
                <a:lnTo>
                  <a:pt x="149461" y="45493"/>
                </a:lnTo>
                <a:lnTo>
                  <a:pt x="143066" y="56866"/>
                </a:lnTo>
                <a:lnTo>
                  <a:pt x="136080" y="68240"/>
                </a:lnTo>
                <a:lnTo>
                  <a:pt x="128868" y="79613"/>
                </a:lnTo>
                <a:lnTo>
                  <a:pt x="121760" y="90986"/>
                </a:lnTo>
                <a:lnTo>
                  <a:pt x="115034" y="102360"/>
                </a:lnTo>
                <a:lnTo>
                  <a:pt x="108901" y="113733"/>
                </a:lnTo>
                <a:lnTo>
                  <a:pt x="103496" y="125106"/>
                </a:lnTo>
                <a:lnTo>
                  <a:pt x="98887" y="136480"/>
                </a:lnTo>
                <a:lnTo>
                  <a:pt x="95078" y="147853"/>
                </a:lnTo>
                <a:lnTo>
                  <a:pt x="92028" y="159226"/>
                </a:lnTo>
                <a:lnTo>
                  <a:pt x="89662" y="170599"/>
                </a:lnTo>
                <a:lnTo>
                  <a:pt x="87888" y="181973"/>
                </a:lnTo>
                <a:lnTo>
                  <a:pt x="86605" y="193346"/>
                </a:lnTo>
                <a:lnTo>
                  <a:pt x="85717" y="204719"/>
                </a:lnTo>
                <a:lnTo>
                  <a:pt x="85135" y="216093"/>
                </a:lnTo>
                <a:lnTo>
                  <a:pt x="84781" y="227466"/>
                </a:lnTo>
                <a:lnTo>
                  <a:pt x="84593" y="238839"/>
                </a:lnTo>
                <a:lnTo>
                  <a:pt x="84520" y="250212"/>
                </a:lnTo>
                <a:lnTo>
                  <a:pt x="84522" y="261586"/>
                </a:lnTo>
                <a:lnTo>
                  <a:pt x="84573" y="272959"/>
                </a:lnTo>
                <a:lnTo>
                  <a:pt x="84650" y="284332"/>
                </a:lnTo>
                <a:lnTo>
                  <a:pt x="84742" y="295706"/>
                </a:lnTo>
                <a:lnTo>
                  <a:pt x="84841" y="307079"/>
                </a:lnTo>
                <a:lnTo>
                  <a:pt x="84943" y="318452"/>
                </a:lnTo>
                <a:lnTo>
                  <a:pt x="85048" y="329825"/>
                </a:lnTo>
                <a:lnTo>
                  <a:pt x="85156" y="341199"/>
                </a:lnTo>
                <a:lnTo>
                  <a:pt x="85270" y="352572"/>
                </a:lnTo>
                <a:lnTo>
                  <a:pt x="85390" y="363945"/>
                </a:lnTo>
                <a:lnTo>
                  <a:pt x="85515" y="375319"/>
                </a:lnTo>
                <a:lnTo>
                  <a:pt x="85643" y="386692"/>
                </a:lnTo>
                <a:lnTo>
                  <a:pt x="85769" y="398065"/>
                </a:lnTo>
                <a:lnTo>
                  <a:pt x="85887" y="409439"/>
                </a:lnTo>
                <a:lnTo>
                  <a:pt x="85987" y="420812"/>
                </a:lnTo>
                <a:lnTo>
                  <a:pt x="86062" y="432185"/>
                </a:lnTo>
                <a:lnTo>
                  <a:pt x="86103" y="443558"/>
                </a:lnTo>
                <a:lnTo>
                  <a:pt x="86104" y="454932"/>
                </a:lnTo>
                <a:lnTo>
                  <a:pt x="86060" y="466305"/>
                </a:lnTo>
                <a:lnTo>
                  <a:pt x="85970" y="477678"/>
                </a:lnTo>
                <a:lnTo>
                  <a:pt x="85836" y="489052"/>
                </a:lnTo>
                <a:lnTo>
                  <a:pt x="85661" y="500425"/>
                </a:lnTo>
                <a:lnTo>
                  <a:pt x="85452" y="511798"/>
                </a:lnTo>
                <a:lnTo>
                  <a:pt x="85218" y="523171"/>
                </a:lnTo>
                <a:lnTo>
                  <a:pt x="84965" y="534545"/>
                </a:lnTo>
                <a:lnTo>
                  <a:pt x="84703" y="545918"/>
                </a:lnTo>
                <a:lnTo>
                  <a:pt x="84437" y="557291"/>
                </a:lnTo>
                <a:lnTo>
                  <a:pt x="84174" y="568665"/>
                </a:lnTo>
                <a:lnTo>
                  <a:pt x="83918" y="580038"/>
                </a:lnTo>
                <a:lnTo>
                  <a:pt x="83670" y="591411"/>
                </a:lnTo>
                <a:lnTo>
                  <a:pt x="83432" y="602785"/>
                </a:lnTo>
                <a:lnTo>
                  <a:pt x="83206" y="614158"/>
                </a:lnTo>
                <a:lnTo>
                  <a:pt x="82990" y="625531"/>
                </a:lnTo>
                <a:lnTo>
                  <a:pt x="82787" y="636904"/>
                </a:lnTo>
                <a:lnTo>
                  <a:pt x="82597" y="648278"/>
                </a:lnTo>
                <a:lnTo>
                  <a:pt x="82422" y="659651"/>
                </a:lnTo>
                <a:lnTo>
                  <a:pt x="82264" y="671024"/>
                </a:lnTo>
                <a:lnTo>
                  <a:pt x="82126" y="682398"/>
                </a:lnTo>
                <a:lnTo>
                  <a:pt x="82012" y="693771"/>
                </a:lnTo>
                <a:lnTo>
                  <a:pt x="81926" y="705144"/>
                </a:lnTo>
                <a:lnTo>
                  <a:pt x="81873" y="716517"/>
                </a:lnTo>
                <a:lnTo>
                  <a:pt x="81856" y="727891"/>
                </a:lnTo>
                <a:lnTo>
                  <a:pt x="81880" y="739264"/>
                </a:lnTo>
                <a:lnTo>
                  <a:pt x="81949" y="750637"/>
                </a:lnTo>
                <a:lnTo>
                  <a:pt x="82068" y="762011"/>
                </a:lnTo>
                <a:lnTo>
                  <a:pt x="82237" y="773384"/>
                </a:lnTo>
                <a:lnTo>
                  <a:pt x="82458" y="784757"/>
                </a:lnTo>
                <a:lnTo>
                  <a:pt x="82728" y="796131"/>
                </a:lnTo>
                <a:lnTo>
                  <a:pt x="83043" y="807504"/>
                </a:lnTo>
                <a:lnTo>
                  <a:pt x="83393" y="818877"/>
                </a:lnTo>
                <a:lnTo>
                  <a:pt x="83767" y="830250"/>
                </a:lnTo>
                <a:lnTo>
                  <a:pt x="84148" y="841624"/>
                </a:lnTo>
                <a:lnTo>
                  <a:pt x="84519" y="852997"/>
                </a:lnTo>
                <a:lnTo>
                  <a:pt x="84859" y="864370"/>
                </a:lnTo>
                <a:lnTo>
                  <a:pt x="85150" y="875744"/>
                </a:lnTo>
                <a:lnTo>
                  <a:pt x="85373" y="887117"/>
                </a:lnTo>
                <a:lnTo>
                  <a:pt x="85515" y="898490"/>
                </a:lnTo>
                <a:lnTo>
                  <a:pt x="85568" y="909863"/>
                </a:lnTo>
                <a:lnTo>
                  <a:pt x="85529" y="921237"/>
                </a:lnTo>
                <a:lnTo>
                  <a:pt x="85402" y="932610"/>
                </a:lnTo>
                <a:lnTo>
                  <a:pt x="85199" y="943983"/>
                </a:lnTo>
                <a:lnTo>
                  <a:pt x="84936" y="955357"/>
                </a:lnTo>
                <a:lnTo>
                  <a:pt x="84633" y="966730"/>
                </a:lnTo>
                <a:lnTo>
                  <a:pt x="84313" y="978103"/>
                </a:lnTo>
                <a:lnTo>
                  <a:pt x="84001" y="989476"/>
                </a:lnTo>
                <a:lnTo>
                  <a:pt x="83719" y="1000850"/>
                </a:lnTo>
                <a:lnTo>
                  <a:pt x="83488" y="1012223"/>
                </a:lnTo>
                <a:lnTo>
                  <a:pt x="83327" y="1023596"/>
                </a:lnTo>
                <a:lnTo>
                  <a:pt x="83249" y="1034970"/>
                </a:lnTo>
                <a:lnTo>
                  <a:pt x="83265" y="1046343"/>
                </a:lnTo>
                <a:lnTo>
                  <a:pt x="83382" y="1057716"/>
                </a:lnTo>
                <a:lnTo>
                  <a:pt x="83604" y="1069090"/>
                </a:lnTo>
                <a:lnTo>
                  <a:pt x="83928" y="1080463"/>
                </a:lnTo>
                <a:lnTo>
                  <a:pt x="84350" y="1091836"/>
                </a:lnTo>
                <a:lnTo>
                  <a:pt x="84861" y="1103209"/>
                </a:lnTo>
                <a:lnTo>
                  <a:pt x="85448" y="1114583"/>
                </a:lnTo>
                <a:lnTo>
                  <a:pt x="86092" y="1125956"/>
                </a:lnTo>
                <a:lnTo>
                  <a:pt x="86772" y="1137329"/>
                </a:lnTo>
                <a:lnTo>
                  <a:pt x="87461" y="1148703"/>
                </a:lnTo>
                <a:lnTo>
                  <a:pt x="88134" y="1160076"/>
                </a:lnTo>
                <a:lnTo>
                  <a:pt x="88759" y="1171449"/>
                </a:lnTo>
                <a:lnTo>
                  <a:pt x="89310" y="1182822"/>
                </a:lnTo>
                <a:lnTo>
                  <a:pt x="89760" y="1194196"/>
                </a:lnTo>
                <a:lnTo>
                  <a:pt x="90089" y="1205569"/>
                </a:lnTo>
                <a:lnTo>
                  <a:pt x="90282" y="1216942"/>
                </a:lnTo>
                <a:lnTo>
                  <a:pt x="90331" y="1228316"/>
                </a:lnTo>
                <a:lnTo>
                  <a:pt x="90238" y="1239689"/>
                </a:lnTo>
                <a:lnTo>
                  <a:pt x="90010" y="1251062"/>
                </a:lnTo>
                <a:lnTo>
                  <a:pt x="89661" y="1262436"/>
                </a:lnTo>
                <a:lnTo>
                  <a:pt x="89212" y="1273809"/>
                </a:lnTo>
                <a:lnTo>
                  <a:pt x="88687" y="1285182"/>
                </a:lnTo>
                <a:lnTo>
                  <a:pt x="88111" y="1296555"/>
                </a:lnTo>
                <a:lnTo>
                  <a:pt x="87510" y="1307929"/>
                </a:lnTo>
                <a:lnTo>
                  <a:pt x="86909" y="1319302"/>
                </a:lnTo>
                <a:lnTo>
                  <a:pt x="86331" y="1330675"/>
                </a:lnTo>
                <a:lnTo>
                  <a:pt x="85795" y="1342049"/>
                </a:lnTo>
                <a:lnTo>
                  <a:pt x="85315" y="1353422"/>
                </a:lnTo>
                <a:lnTo>
                  <a:pt x="84904" y="1364795"/>
                </a:lnTo>
                <a:lnTo>
                  <a:pt x="84568" y="1376168"/>
                </a:lnTo>
                <a:lnTo>
                  <a:pt x="84311" y="1387542"/>
                </a:lnTo>
                <a:lnTo>
                  <a:pt x="84131" y="1398915"/>
                </a:lnTo>
                <a:lnTo>
                  <a:pt x="84024" y="1410288"/>
                </a:lnTo>
                <a:lnTo>
                  <a:pt x="83983" y="1421662"/>
                </a:lnTo>
                <a:lnTo>
                  <a:pt x="84000" y="1433035"/>
                </a:lnTo>
                <a:lnTo>
                  <a:pt x="84063" y="1444408"/>
                </a:lnTo>
                <a:lnTo>
                  <a:pt x="84160" y="1455782"/>
                </a:lnTo>
                <a:lnTo>
                  <a:pt x="84279" y="1467155"/>
                </a:lnTo>
                <a:lnTo>
                  <a:pt x="84408" y="1478528"/>
                </a:lnTo>
                <a:lnTo>
                  <a:pt x="84535" y="1489901"/>
                </a:lnTo>
                <a:lnTo>
                  <a:pt x="84651" y="1501275"/>
                </a:lnTo>
                <a:lnTo>
                  <a:pt x="84748" y="1512648"/>
                </a:lnTo>
                <a:lnTo>
                  <a:pt x="84820" y="1524021"/>
                </a:lnTo>
                <a:lnTo>
                  <a:pt x="84866" y="1535395"/>
                </a:lnTo>
                <a:lnTo>
                  <a:pt x="84890" y="1546768"/>
                </a:lnTo>
                <a:lnTo>
                  <a:pt x="84899" y="1558141"/>
                </a:lnTo>
                <a:lnTo>
                  <a:pt x="84909" y="1569514"/>
                </a:lnTo>
                <a:lnTo>
                  <a:pt x="84946" y="1580888"/>
                </a:lnTo>
                <a:lnTo>
                  <a:pt x="85041" y="1592261"/>
                </a:lnTo>
                <a:lnTo>
                  <a:pt x="85239" y="1603634"/>
                </a:lnTo>
                <a:lnTo>
                  <a:pt x="85596" y="1615008"/>
                </a:lnTo>
                <a:lnTo>
                  <a:pt x="86175" y="1626381"/>
                </a:lnTo>
                <a:lnTo>
                  <a:pt x="87052" y="1637754"/>
                </a:lnTo>
                <a:lnTo>
                  <a:pt x="88303" y="1649127"/>
                </a:lnTo>
                <a:lnTo>
                  <a:pt x="90009" y="1660501"/>
                </a:lnTo>
                <a:lnTo>
                  <a:pt x="92240" y="1671874"/>
                </a:lnTo>
                <a:lnTo>
                  <a:pt x="95051" y="1683247"/>
                </a:lnTo>
                <a:lnTo>
                  <a:pt x="98469" y="1694621"/>
                </a:lnTo>
                <a:lnTo>
                  <a:pt x="102487" y="1705994"/>
                </a:lnTo>
                <a:lnTo>
                  <a:pt x="107048" y="1717367"/>
                </a:lnTo>
                <a:lnTo>
                  <a:pt x="112048" y="1728741"/>
                </a:lnTo>
                <a:lnTo>
                  <a:pt x="117326" y="1740114"/>
                </a:lnTo>
                <a:lnTo>
                  <a:pt x="122674" y="1751487"/>
                </a:lnTo>
                <a:lnTo>
                  <a:pt x="127845" y="1762860"/>
                </a:lnTo>
                <a:lnTo>
                  <a:pt x="132573" y="1774234"/>
                </a:lnTo>
                <a:lnTo>
                  <a:pt x="136592" y="1785607"/>
                </a:lnTo>
                <a:lnTo>
                  <a:pt x="139659" y="1796980"/>
                </a:lnTo>
                <a:lnTo>
                  <a:pt x="141583" y="1808354"/>
                </a:lnTo>
                <a:lnTo>
                  <a:pt x="142238" y="1819727"/>
                </a:lnTo>
                <a:lnTo>
                  <a:pt x="142238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4895" name="data_7646">
            <a:extLst>
              <a:ext uri="{FF2B5EF4-FFF2-40B4-BE49-F238E27FC236}">
                <a16:creationId xmlns:a16="http://schemas.microsoft.com/office/drawing/2014/main" id="{9A3CD2D3-2D63-4850-8DAE-163284A2E586}"/>
              </a:ext>
            </a:extLst>
          </p:cNvPr>
          <p:cNvSpPr>
            <a:spLocks/>
          </p:cNvSpPr>
          <p:nvPr/>
        </p:nvSpPr>
        <p:spPr>
          <a:xfrm>
            <a:off x="6906037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20257" y="1819727"/>
                </a:moveTo>
                <a:lnTo>
                  <a:pt x="42305" y="1819727"/>
                </a:lnTo>
                <a:lnTo>
                  <a:pt x="42716" y="1808354"/>
                </a:lnTo>
                <a:lnTo>
                  <a:pt x="43923" y="1796980"/>
                </a:lnTo>
                <a:lnTo>
                  <a:pt x="45847" y="1785607"/>
                </a:lnTo>
                <a:lnTo>
                  <a:pt x="48364" y="1774234"/>
                </a:lnTo>
                <a:lnTo>
                  <a:pt x="51322" y="1762860"/>
                </a:lnTo>
                <a:lnTo>
                  <a:pt x="54553" y="1751487"/>
                </a:lnTo>
                <a:lnTo>
                  <a:pt x="57890" y="1740114"/>
                </a:lnTo>
                <a:lnTo>
                  <a:pt x="61181" y="1728741"/>
                </a:lnTo>
                <a:lnTo>
                  <a:pt x="64297" y="1717367"/>
                </a:lnTo>
                <a:lnTo>
                  <a:pt x="67143" y="1705994"/>
                </a:lnTo>
                <a:lnTo>
                  <a:pt x="69658" y="1694621"/>
                </a:lnTo>
                <a:lnTo>
                  <a:pt x="71812" y="1683247"/>
                </a:lnTo>
                <a:lnTo>
                  <a:pt x="73603" y="1671874"/>
                </a:lnTo>
                <a:lnTo>
                  <a:pt x="75052" y="1660501"/>
                </a:lnTo>
                <a:lnTo>
                  <a:pt x="76193" y="1649127"/>
                </a:lnTo>
                <a:lnTo>
                  <a:pt x="77070" y="1637754"/>
                </a:lnTo>
                <a:lnTo>
                  <a:pt x="77726" y="1626381"/>
                </a:lnTo>
                <a:lnTo>
                  <a:pt x="78206" y="1615008"/>
                </a:lnTo>
                <a:lnTo>
                  <a:pt x="78547" y="1603634"/>
                </a:lnTo>
                <a:lnTo>
                  <a:pt x="78781" y="1592261"/>
                </a:lnTo>
                <a:lnTo>
                  <a:pt x="78935" y="1580888"/>
                </a:lnTo>
                <a:lnTo>
                  <a:pt x="79028" y="1569514"/>
                </a:lnTo>
                <a:lnTo>
                  <a:pt x="79077" y="1558141"/>
                </a:lnTo>
                <a:lnTo>
                  <a:pt x="79091" y="1546768"/>
                </a:lnTo>
                <a:lnTo>
                  <a:pt x="79079" y="1535395"/>
                </a:lnTo>
                <a:lnTo>
                  <a:pt x="79047" y="1524021"/>
                </a:lnTo>
                <a:lnTo>
                  <a:pt x="79000" y="1512648"/>
                </a:lnTo>
                <a:lnTo>
                  <a:pt x="78941" y="1501275"/>
                </a:lnTo>
                <a:lnTo>
                  <a:pt x="78871" y="1489901"/>
                </a:lnTo>
                <a:lnTo>
                  <a:pt x="78794" y="1478528"/>
                </a:lnTo>
                <a:lnTo>
                  <a:pt x="78709" y="1467155"/>
                </a:lnTo>
                <a:lnTo>
                  <a:pt x="78620" y="1455782"/>
                </a:lnTo>
                <a:lnTo>
                  <a:pt x="78526" y="1444408"/>
                </a:lnTo>
                <a:lnTo>
                  <a:pt x="78432" y="1433035"/>
                </a:lnTo>
                <a:lnTo>
                  <a:pt x="78338" y="1421662"/>
                </a:lnTo>
                <a:lnTo>
                  <a:pt x="78249" y="1410288"/>
                </a:lnTo>
                <a:lnTo>
                  <a:pt x="78168" y="1398915"/>
                </a:lnTo>
                <a:lnTo>
                  <a:pt x="78098" y="1387542"/>
                </a:lnTo>
                <a:lnTo>
                  <a:pt x="78044" y="1376168"/>
                </a:lnTo>
                <a:lnTo>
                  <a:pt x="78007" y="1364795"/>
                </a:lnTo>
                <a:lnTo>
                  <a:pt x="77990" y="1353422"/>
                </a:lnTo>
                <a:lnTo>
                  <a:pt x="77991" y="1342049"/>
                </a:lnTo>
                <a:lnTo>
                  <a:pt x="78011" y="1330675"/>
                </a:lnTo>
                <a:lnTo>
                  <a:pt x="78048" y="1319302"/>
                </a:lnTo>
                <a:lnTo>
                  <a:pt x="78098" y="1307929"/>
                </a:lnTo>
                <a:lnTo>
                  <a:pt x="78159" y="1296555"/>
                </a:lnTo>
                <a:lnTo>
                  <a:pt x="78230" y="1285182"/>
                </a:lnTo>
                <a:lnTo>
                  <a:pt x="78309" y="1273809"/>
                </a:lnTo>
                <a:lnTo>
                  <a:pt x="78396" y="1262436"/>
                </a:lnTo>
                <a:lnTo>
                  <a:pt x="78492" y="1251062"/>
                </a:lnTo>
                <a:lnTo>
                  <a:pt x="78598" y="1239689"/>
                </a:lnTo>
                <a:lnTo>
                  <a:pt x="78718" y="1228316"/>
                </a:lnTo>
                <a:lnTo>
                  <a:pt x="78851" y="1216942"/>
                </a:lnTo>
                <a:lnTo>
                  <a:pt x="79000" y="1205569"/>
                </a:lnTo>
                <a:lnTo>
                  <a:pt x="79164" y="1194196"/>
                </a:lnTo>
                <a:lnTo>
                  <a:pt x="79340" y="1182822"/>
                </a:lnTo>
                <a:lnTo>
                  <a:pt x="79524" y="1171449"/>
                </a:lnTo>
                <a:lnTo>
                  <a:pt x="79711" y="1160076"/>
                </a:lnTo>
                <a:lnTo>
                  <a:pt x="79895" y="1148703"/>
                </a:lnTo>
                <a:lnTo>
                  <a:pt x="80066" y="1137329"/>
                </a:lnTo>
                <a:lnTo>
                  <a:pt x="80217" y="1125956"/>
                </a:lnTo>
                <a:lnTo>
                  <a:pt x="80340" y="1114583"/>
                </a:lnTo>
                <a:lnTo>
                  <a:pt x="80426" y="1103209"/>
                </a:lnTo>
                <a:lnTo>
                  <a:pt x="80468" y="1091836"/>
                </a:lnTo>
                <a:lnTo>
                  <a:pt x="80457" y="1080463"/>
                </a:lnTo>
                <a:lnTo>
                  <a:pt x="80389" y="1069090"/>
                </a:lnTo>
                <a:lnTo>
                  <a:pt x="80257" y="1057716"/>
                </a:lnTo>
                <a:lnTo>
                  <a:pt x="80060" y="1046343"/>
                </a:lnTo>
                <a:lnTo>
                  <a:pt x="79796" y="1034970"/>
                </a:lnTo>
                <a:lnTo>
                  <a:pt x="79468" y="1023596"/>
                </a:lnTo>
                <a:lnTo>
                  <a:pt x="79083" y="1012223"/>
                </a:lnTo>
                <a:lnTo>
                  <a:pt x="78652" y="1000850"/>
                </a:lnTo>
                <a:lnTo>
                  <a:pt x="78191" y="989476"/>
                </a:lnTo>
                <a:lnTo>
                  <a:pt x="77718" y="978103"/>
                </a:lnTo>
                <a:lnTo>
                  <a:pt x="77258" y="966730"/>
                </a:lnTo>
                <a:lnTo>
                  <a:pt x="76833" y="955357"/>
                </a:lnTo>
                <a:lnTo>
                  <a:pt x="76469" y="943983"/>
                </a:lnTo>
                <a:lnTo>
                  <a:pt x="76187" y="932610"/>
                </a:lnTo>
                <a:lnTo>
                  <a:pt x="76003" y="921237"/>
                </a:lnTo>
                <a:lnTo>
                  <a:pt x="75929" y="909863"/>
                </a:lnTo>
                <a:lnTo>
                  <a:pt x="75966" y="898490"/>
                </a:lnTo>
                <a:lnTo>
                  <a:pt x="76109" y="887117"/>
                </a:lnTo>
                <a:lnTo>
                  <a:pt x="76346" y="875744"/>
                </a:lnTo>
                <a:lnTo>
                  <a:pt x="76658" y="864370"/>
                </a:lnTo>
                <a:lnTo>
                  <a:pt x="77022" y="852997"/>
                </a:lnTo>
                <a:lnTo>
                  <a:pt x="77411" y="841624"/>
                </a:lnTo>
                <a:lnTo>
                  <a:pt x="77801" y="830250"/>
                </a:lnTo>
                <a:lnTo>
                  <a:pt x="78167" y="818877"/>
                </a:lnTo>
                <a:lnTo>
                  <a:pt x="78492" y="807504"/>
                </a:lnTo>
                <a:lnTo>
                  <a:pt x="78758" y="796131"/>
                </a:lnTo>
                <a:lnTo>
                  <a:pt x="78957" y="784757"/>
                </a:lnTo>
                <a:lnTo>
                  <a:pt x="79080" y="773384"/>
                </a:lnTo>
                <a:lnTo>
                  <a:pt x="79128" y="762011"/>
                </a:lnTo>
                <a:lnTo>
                  <a:pt x="79099" y="750637"/>
                </a:lnTo>
                <a:lnTo>
                  <a:pt x="78999" y="739264"/>
                </a:lnTo>
                <a:lnTo>
                  <a:pt x="78833" y="727891"/>
                </a:lnTo>
                <a:lnTo>
                  <a:pt x="78608" y="716517"/>
                </a:lnTo>
                <a:lnTo>
                  <a:pt x="78334" y="705144"/>
                </a:lnTo>
                <a:lnTo>
                  <a:pt x="78022" y="693771"/>
                </a:lnTo>
                <a:lnTo>
                  <a:pt x="77684" y="682398"/>
                </a:lnTo>
                <a:lnTo>
                  <a:pt x="77336" y="671024"/>
                </a:lnTo>
                <a:lnTo>
                  <a:pt x="76994" y="659651"/>
                </a:lnTo>
                <a:lnTo>
                  <a:pt x="76673" y="648278"/>
                </a:lnTo>
                <a:lnTo>
                  <a:pt x="76390" y="636904"/>
                </a:lnTo>
                <a:lnTo>
                  <a:pt x="76158" y="625531"/>
                </a:lnTo>
                <a:lnTo>
                  <a:pt x="75987" y="614158"/>
                </a:lnTo>
                <a:lnTo>
                  <a:pt x="75885" y="602785"/>
                </a:lnTo>
                <a:lnTo>
                  <a:pt x="75852" y="591411"/>
                </a:lnTo>
                <a:lnTo>
                  <a:pt x="75887" y="580038"/>
                </a:lnTo>
                <a:lnTo>
                  <a:pt x="75983" y="568665"/>
                </a:lnTo>
                <a:lnTo>
                  <a:pt x="76129" y="557291"/>
                </a:lnTo>
                <a:lnTo>
                  <a:pt x="76314" y="545918"/>
                </a:lnTo>
                <a:lnTo>
                  <a:pt x="76528" y="534545"/>
                </a:lnTo>
                <a:lnTo>
                  <a:pt x="76759" y="523171"/>
                </a:lnTo>
                <a:lnTo>
                  <a:pt x="76998" y="511798"/>
                </a:lnTo>
                <a:lnTo>
                  <a:pt x="77239" y="500425"/>
                </a:lnTo>
                <a:lnTo>
                  <a:pt x="77478" y="489052"/>
                </a:lnTo>
                <a:lnTo>
                  <a:pt x="77712" y="477678"/>
                </a:lnTo>
                <a:lnTo>
                  <a:pt x="77941" y="466305"/>
                </a:lnTo>
                <a:lnTo>
                  <a:pt x="78163" y="454932"/>
                </a:lnTo>
                <a:lnTo>
                  <a:pt x="78378" y="443558"/>
                </a:lnTo>
                <a:lnTo>
                  <a:pt x="78584" y="432185"/>
                </a:lnTo>
                <a:lnTo>
                  <a:pt x="78779" y="420812"/>
                </a:lnTo>
                <a:lnTo>
                  <a:pt x="78958" y="409439"/>
                </a:lnTo>
                <a:lnTo>
                  <a:pt x="79119" y="398065"/>
                </a:lnTo>
                <a:lnTo>
                  <a:pt x="79258" y="386692"/>
                </a:lnTo>
                <a:lnTo>
                  <a:pt x="79373" y="375319"/>
                </a:lnTo>
                <a:lnTo>
                  <a:pt x="79462" y="363945"/>
                </a:lnTo>
                <a:lnTo>
                  <a:pt x="79525" y="352572"/>
                </a:lnTo>
                <a:lnTo>
                  <a:pt x="79565" y="341199"/>
                </a:lnTo>
                <a:lnTo>
                  <a:pt x="79584" y="329825"/>
                </a:lnTo>
                <a:lnTo>
                  <a:pt x="79587" y="318452"/>
                </a:lnTo>
                <a:lnTo>
                  <a:pt x="79578" y="307079"/>
                </a:lnTo>
                <a:lnTo>
                  <a:pt x="79559" y="295706"/>
                </a:lnTo>
                <a:lnTo>
                  <a:pt x="79531" y="284332"/>
                </a:lnTo>
                <a:lnTo>
                  <a:pt x="79491" y="272959"/>
                </a:lnTo>
                <a:lnTo>
                  <a:pt x="79430" y="261586"/>
                </a:lnTo>
                <a:lnTo>
                  <a:pt x="79332" y="250212"/>
                </a:lnTo>
                <a:lnTo>
                  <a:pt x="79171" y="238839"/>
                </a:lnTo>
                <a:lnTo>
                  <a:pt x="78911" y="227466"/>
                </a:lnTo>
                <a:lnTo>
                  <a:pt x="78501" y="216093"/>
                </a:lnTo>
                <a:lnTo>
                  <a:pt x="77875" y="204719"/>
                </a:lnTo>
                <a:lnTo>
                  <a:pt x="76955" y="193346"/>
                </a:lnTo>
                <a:lnTo>
                  <a:pt x="75647" y="181973"/>
                </a:lnTo>
                <a:lnTo>
                  <a:pt x="73850" y="170599"/>
                </a:lnTo>
                <a:lnTo>
                  <a:pt x="71459" y="159226"/>
                </a:lnTo>
                <a:lnTo>
                  <a:pt x="68376" y="147853"/>
                </a:lnTo>
                <a:lnTo>
                  <a:pt x="64524" y="136480"/>
                </a:lnTo>
                <a:lnTo>
                  <a:pt x="59858" y="125106"/>
                </a:lnTo>
                <a:lnTo>
                  <a:pt x="54385" y="113733"/>
                </a:lnTo>
                <a:lnTo>
                  <a:pt x="48170" y="102360"/>
                </a:lnTo>
                <a:lnTo>
                  <a:pt x="41354" y="90986"/>
                </a:lnTo>
                <a:lnTo>
                  <a:pt x="34149" y="79613"/>
                </a:lnTo>
                <a:lnTo>
                  <a:pt x="26838" y="68240"/>
                </a:lnTo>
                <a:lnTo>
                  <a:pt x="19758" y="56866"/>
                </a:lnTo>
                <a:lnTo>
                  <a:pt x="13276" y="45493"/>
                </a:lnTo>
                <a:lnTo>
                  <a:pt x="7760" y="34120"/>
                </a:lnTo>
                <a:lnTo>
                  <a:pt x="3546" y="22747"/>
                </a:lnTo>
                <a:lnTo>
                  <a:pt x="901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60" y="11373"/>
                </a:lnTo>
                <a:lnTo>
                  <a:pt x="159016" y="22747"/>
                </a:lnTo>
                <a:lnTo>
                  <a:pt x="154802" y="34120"/>
                </a:lnTo>
                <a:lnTo>
                  <a:pt x="149286" y="45493"/>
                </a:lnTo>
                <a:lnTo>
                  <a:pt x="142804" y="56866"/>
                </a:lnTo>
                <a:lnTo>
                  <a:pt x="135723" y="68240"/>
                </a:lnTo>
                <a:lnTo>
                  <a:pt x="128412" y="79613"/>
                </a:lnTo>
                <a:lnTo>
                  <a:pt x="121207" y="90986"/>
                </a:lnTo>
                <a:lnTo>
                  <a:pt x="114391" y="102360"/>
                </a:lnTo>
                <a:lnTo>
                  <a:pt x="108177" y="113733"/>
                </a:lnTo>
                <a:lnTo>
                  <a:pt x="102703" y="125106"/>
                </a:lnTo>
                <a:lnTo>
                  <a:pt x="98038" y="136480"/>
                </a:lnTo>
                <a:lnTo>
                  <a:pt x="94185" y="147853"/>
                </a:lnTo>
                <a:lnTo>
                  <a:pt x="91103" y="159226"/>
                </a:lnTo>
                <a:lnTo>
                  <a:pt x="88711" y="170599"/>
                </a:lnTo>
                <a:lnTo>
                  <a:pt x="86914" y="181973"/>
                </a:lnTo>
                <a:lnTo>
                  <a:pt x="85607" y="193346"/>
                </a:lnTo>
                <a:lnTo>
                  <a:pt x="84686" y="204719"/>
                </a:lnTo>
                <a:lnTo>
                  <a:pt x="84061" y="216093"/>
                </a:lnTo>
                <a:lnTo>
                  <a:pt x="83651" y="227466"/>
                </a:lnTo>
                <a:lnTo>
                  <a:pt x="83390" y="238839"/>
                </a:lnTo>
                <a:lnTo>
                  <a:pt x="83230" y="250212"/>
                </a:lnTo>
                <a:lnTo>
                  <a:pt x="83132" y="261586"/>
                </a:lnTo>
                <a:lnTo>
                  <a:pt x="83071" y="272959"/>
                </a:lnTo>
                <a:lnTo>
                  <a:pt x="83031" y="284332"/>
                </a:lnTo>
                <a:lnTo>
                  <a:pt x="83003" y="295706"/>
                </a:lnTo>
                <a:lnTo>
                  <a:pt x="82984" y="307079"/>
                </a:lnTo>
                <a:lnTo>
                  <a:pt x="82974" y="318452"/>
                </a:lnTo>
                <a:lnTo>
                  <a:pt x="82977" y="329825"/>
                </a:lnTo>
                <a:lnTo>
                  <a:pt x="82997" y="341199"/>
                </a:lnTo>
                <a:lnTo>
                  <a:pt x="83036" y="352572"/>
                </a:lnTo>
                <a:lnTo>
                  <a:pt x="83100" y="363945"/>
                </a:lnTo>
                <a:lnTo>
                  <a:pt x="83189" y="375319"/>
                </a:lnTo>
                <a:lnTo>
                  <a:pt x="83303" y="386692"/>
                </a:lnTo>
                <a:lnTo>
                  <a:pt x="83442" y="398065"/>
                </a:lnTo>
                <a:lnTo>
                  <a:pt x="83603" y="409439"/>
                </a:lnTo>
                <a:lnTo>
                  <a:pt x="83783" y="420812"/>
                </a:lnTo>
                <a:lnTo>
                  <a:pt x="83977" y="432185"/>
                </a:lnTo>
                <a:lnTo>
                  <a:pt x="84183" y="443558"/>
                </a:lnTo>
                <a:lnTo>
                  <a:pt x="84398" y="454932"/>
                </a:lnTo>
                <a:lnTo>
                  <a:pt x="84621" y="466305"/>
                </a:lnTo>
                <a:lnTo>
                  <a:pt x="84849" y="477678"/>
                </a:lnTo>
                <a:lnTo>
                  <a:pt x="85084" y="489052"/>
                </a:lnTo>
                <a:lnTo>
                  <a:pt x="85323" y="500425"/>
                </a:lnTo>
                <a:lnTo>
                  <a:pt x="85564" y="511798"/>
                </a:lnTo>
                <a:lnTo>
                  <a:pt x="85803" y="523171"/>
                </a:lnTo>
                <a:lnTo>
                  <a:pt x="86034" y="534545"/>
                </a:lnTo>
                <a:lnTo>
                  <a:pt x="86247" y="545918"/>
                </a:lnTo>
                <a:lnTo>
                  <a:pt x="86433" y="557291"/>
                </a:lnTo>
                <a:lnTo>
                  <a:pt x="86579" y="568665"/>
                </a:lnTo>
                <a:lnTo>
                  <a:pt x="86674" y="580038"/>
                </a:lnTo>
                <a:lnTo>
                  <a:pt x="86709" y="591411"/>
                </a:lnTo>
                <a:lnTo>
                  <a:pt x="86677" y="602785"/>
                </a:lnTo>
                <a:lnTo>
                  <a:pt x="86574" y="614158"/>
                </a:lnTo>
                <a:lnTo>
                  <a:pt x="86404" y="625531"/>
                </a:lnTo>
                <a:lnTo>
                  <a:pt x="86172" y="636904"/>
                </a:lnTo>
                <a:lnTo>
                  <a:pt x="85888" y="648278"/>
                </a:lnTo>
                <a:lnTo>
                  <a:pt x="85568" y="659651"/>
                </a:lnTo>
                <a:lnTo>
                  <a:pt x="85225" y="671024"/>
                </a:lnTo>
                <a:lnTo>
                  <a:pt x="84877" y="682398"/>
                </a:lnTo>
                <a:lnTo>
                  <a:pt x="84540" y="693771"/>
                </a:lnTo>
                <a:lnTo>
                  <a:pt x="84228" y="705144"/>
                </a:lnTo>
                <a:lnTo>
                  <a:pt x="83953" y="716517"/>
                </a:lnTo>
                <a:lnTo>
                  <a:pt x="83729" y="727891"/>
                </a:lnTo>
                <a:lnTo>
                  <a:pt x="83562" y="739264"/>
                </a:lnTo>
                <a:lnTo>
                  <a:pt x="83462" y="750637"/>
                </a:lnTo>
                <a:lnTo>
                  <a:pt x="83434" y="762011"/>
                </a:lnTo>
                <a:lnTo>
                  <a:pt x="83481" y="773384"/>
                </a:lnTo>
                <a:lnTo>
                  <a:pt x="83605" y="784757"/>
                </a:lnTo>
                <a:lnTo>
                  <a:pt x="83803" y="796131"/>
                </a:lnTo>
                <a:lnTo>
                  <a:pt x="84070" y="807504"/>
                </a:lnTo>
                <a:lnTo>
                  <a:pt x="84394" y="818877"/>
                </a:lnTo>
                <a:lnTo>
                  <a:pt x="84761" y="830250"/>
                </a:lnTo>
                <a:lnTo>
                  <a:pt x="85151" y="841624"/>
                </a:lnTo>
                <a:lnTo>
                  <a:pt x="85540" y="852997"/>
                </a:lnTo>
                <a:lnTo>
                  <a:pt x="85903" y="864370"/>
                </a:lnTo>
                <a:lnTo>
                  <a:pt x="86215" y="875744"/>
                </a:lnTo>
                <a:lnTo>
                  <a:pt x="86452" y="887117"/>
                </a:lnTo>
                <a:lnTo>
                  <a:pt x="86596" y="898490"/>
                </a:lnTo>
                <a:lnTo>
                  <a:pt x="86633" y="909863"/>
                </a:lnTo>
                <a:lnTo>
                  <a:pt x="86558" y="921237"/>
                </a:lnTo>
                <a:lnTo>
                  <a:pt x="86375" y="932610"/>
                </a:lnTo>
                <a:lnTo>
                  <a:pt x="86092" y="943983"/>
                </a:lnTo>
                <a:lnTo>
                  <a:pt x="85728" y="955357"/>
                </a:lnTo>
                <a:lnTo>
                  <a:pt x="85304" y="966730"/>
                </a:lnTo>
                <a:lnTo>
                  <a:pt x="84843" y="978103"/>
                </a:lnTo>
                <a:lnTo>
                  <a:pt x="84371" y="989476"/>
                </a:lnTo>
                <a:lnTo>
                  <a:pt x="83910" y="1000850"/>
                </a:lnTo>
                <a:lnTo>
                  <a:pt x="83479" y="1012223"/>
                </a:lnTo>
                <a:lnTo>
                  <a:pt x="83094" y="1023596"/>
                </a:lnTo>
                <a:lnTo>
                  <a:pt x="82766" y="1034970"/>
                </a:lnTo>
                <a:lnTo>
                  <a:pt x="82502" y="1046343"/>
                </a:lnTo>
                <a:lnTo>
                  <a:pt x="82304" y="1057716"/>
                </a:lnTo>
                <a:lnTo>
                  <a:pt x="82173" y="1069090"/>
                </a:lnTo>
                <a:lnTo>
                  <a:pt x="82104" y="1080463"/>
                </a:lnTo>
                <a:lnTo>
                  <a:pt x="82094" y="1091836"/>
                </a:lnTo>
                <a:lnTo>
                  <a:pt x="82135" y="1103209"/>
                </a:lnTo>
                <a:lnTo>
                  <a:pt x="82221" y="1114583"/>
                </a:lnTo>
                <a:lnTo>
                  <a:pt x="82344" y="1125956"/>
                </a:lnTo>
                <a:lnTo>
                  <a:pt x="82496" y="1137329"/>
                </a:lnTo>
                <a:lnTo>
                  <a:pt x="82667" y="1148703"/>
                </a:lnTo>
                <a:lnTo>
                  <a:pt x="82850" y="1160076"/>
                </a:lnTo>
                <a:lnTo>
                  <a:pt x="83037" y="1171449"/>
                </a:lnTo>
                <a:lnTo>
                  <a:pt x="83222" y="1182822"/>
                </a:lnTo>
                <a:lnTo>
                  <a:pt x="83398" y="1194196"/>
                </a:lnTo>
                <a:lnTo>
                  <a:pt x="83561" y="1205569"/>
                </a:lnTo>
                <a:lnTo>
                  <a:pt x="83710" y="1216942"/>
                </a:lnTo>
                <a:lnTo>
                  <a:pt x="83844" y="1228316"/>
                </a:lnTo>
                <a:lnTo>
                  <a:pt x="83963" y="1239689"/>
                </a:lnTo>
                <a:lnTo>
                  <a:pt x="84070" y="1251062"/>
                </a:lnTo>
                <a:lnTo>
                  <a:pt x="84166" y="1262436"/>
                </a:lnTo>
                <a:lnTo>
                  <a:pt x="84253" y="1273809"/>
                </a:lnTo>
                <a:lnTo>
                  <a:pt x="84332" y="1285182"/>
                </a:lnTo>
                <a:lnTo>
                  <a:pt x="84402" y="1296555"/>
                </a:lnTo>
                <a:lnTo>
                  <a:pt x="84464" y="1307929"/>
                </a:lnTo>
                <a:lnTo>
                  <a:pt x="84514" y="1319302"/>
                </a:lnTo>
                <a:lnTo>
                  <a:pt x="84550" y="1330675"/>
                </a:lnTo>
                <a:lnTo>
                  <a:pt x="84570" y="1342049"/>
                </a:lnTo>
                <a:lnTo>
                  <a:pt x="84572" y="1353422"/>
                </a:lnTo>
                <a:lnTo>
                  <a:pt x="84554" y="1364795"/>
                </a:lnTo>
                <a:lnTo>
                  <a:pt x="84518" y="1376168"/>
                </a:lnTo>
                <a:lnTo>
                  <a:pt x="84463" y="1387542"/>
                </a:lnTo>
                <a:lnTo>
                  <a:pt x="84394" y="1398915"/>
                </a:lnTo>
                <a:lnTo>
                  <a:pt x="84313" y="1410288"/>
                </a:lnTo>
                <a:lnTo>
                  <a:pt x="84224" y="1421662"/>
                </a:lnTo>
                <a:lnTo>
                  <a:pt x="84130" y="1433035"/>
                </a:lnTo>
                <a:lnTo>
                  <a:pt x="84035" y="1444408"/>
                </a:lnTo>
                <a:lnTo>
                  <a:pt x="83942" y="1455782"/>
                </a:lnTo>
                <a:lnTo>
                  <a:pt x="83852" y="1467155"/>
                </a:lnTo>
                <a:lnTo>
                  <a:pt x="83768" y="1478528"/>
                </a:lnTo>
                <a:lnTo>
                  <a:pt x="83690" y="1489901"/>
                </a:lnTo>
                <a:lnTo>
                  <a:pt x="83621" y="1501275"/>
                </a:lnTo>
                <a:lnTo>
                  <a:pt x="83561" y="1512648"/>
                </a:lnTo>
                <a:lnTo>
                  <a:pt x="83514" y="1524021"/>
                </a:lnTo>
                <a:lnTo>
                  <a:pt x="83483" y="1535395"/>
                </a:lnTo>
                <a:lnTo>
                  <a:pt x="83471" y="1546768"/>
                </a:lnTo>
                <a:lnTo>
                  <a:pt x="83485" y="1558141"/>
                </a:lnTo>
                <a:lnTo>
                  <a:pt x="83533" y="1569514"/>
                </a:lnTo>
                <a:lnTo>
                  <a:pt x="83626" y="1580888"/>
                </a:lnTo>
                <a:lnTo>
                  <a:pt x="83780" y="1592261"/>
                </a:lnTo>
                <a:lnTo>
                  <a:pt x="84015" y="1603634"/>
                </a:lnTo>
                <a:lnTo>
                  <a:pt x="84356" y="1615008"/>
                </a:lnTo>
                <a:lnTo>
                  <a:pt x="84835" y="1626381"/>
                </a:lnTo>
                <a:lnTo>
                  <a:pt x="85492" y="1637754"/>
                </a:lnTo>
                <a:lnTo>
                  <a:pt x="86368" y="1649127"/>
                </a:lnTo>
                <a:lnTo>
                  <a:pt x="87510" y="1660501"/>
                </a:lnTo>
                <a:lnTo>
                  <a:pt x="88959" y="1671874"/>
                </a:lnTo>
                <a:lnTo>
                  <a:pt x="90750" y="1683247"/>
                </a:lnTo>
                <a:lnTo>
                  <a:pt x="92904" y="1694621"/>
                </a:lnTo>
                <a:lnTo>
                  <a:pt x="95418" y="1705994"/>
                </a:lnTo>
                <a:lnTo>
                  <a:pt x="98264" y="1717367"/>
                </a:lnTo>
                <a:lnTo>
                  <a:pt x="101381" y="1728741"/>
                </a:lnTo>
                <a:lnTo>
                  <a:pt x="104671" y="1740114"/>
                </a:lnTo>
                <a:lnTo>
                  <a:pt x="108008" y="1751487"/>
                </a:lnTo>
                <a:lnTo>
                  <a:pt x="111240" y="1762860"/>
                </a:lnTo>
                <a:lnTo>
                  <a:pt x="114198" y="1774234"/>
                </a:lnTo>
                <a:lnTo>
                  <a:pt x="116715" y="1785607"/>
                </a:lnTo>
                <a:lnTo>
                  <a:pt x="118638" y="1796980"/>
                </a:lnTo>
                <a:lnTo>
                  <a:pt x="119845" y="1808354"/>
                </a:lnTo>
                <a:lnTo>
                  <a:pt x="120257" y="1819727"/>
                </a:lnTo>
                <a:lnTo>
                  <a:pt x="120257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4896" name="data_7647">
            <a:extLst>
              <a:ext uri="{FF2B5EF4-FFF2-40B4-BE49-F238E27FC236}">
                <a16:creationId xmlns:a16="http://schemas.microsoft.com/office/drawing/2014/main" id="{B7D74885-0BB6-4BBC-8D0E-BC4D5B2EF245}"/>
              </a:ext>
            </a:extLst>
          </p:cNvPr>
          <p:cNvSpPr>
            <a:spLocks/>
          </p:cNvSpPr>
          <p:nvPr/>
        </p:nvSpPr>
        <p:spPr>
          <a:xfrm>
            <a:off x="7125715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04159" y="1819727"/>
                </a:moveTo>
                <a:lnTo>
                  <a:pt x="58403" y="1819727"/>
                </a:lnTo>
                <a:lnTo>
                  <a:pt x="58619" y="1808354"/>
                </a:lnTo>
                <a:lnTo>
                  <a:pt x="59254" y="1796980"/>
                </a:lnTo>
                <a:lnTo>
                  <a:pt x="60265" y="1785607"/>
                </a:lnTo>
                <a:lnTo>
                  <a:pt x="61591" y="1774234"/>
                </a:lnTo>
                <a:lnTo>
                  <a:pt x="63150" y="1762860"/>
                </a:lnTo>
                <a:lnTo>
                  <a:pt x="64855" y="1751487"/>
                </a:lnTo>
                <a:lnTo>
                  <a:pt x="66618" y="1740114"/>
                </a:lnTo>
                <a:lnTo>
                  <a:pt x="68359" y="1728741"/>
                </a:lnTo>
                <a:lnTo>
                  <a:pt x="70011" y="1717367"/>
                </a:lnTo>
                <a:lnTo>
                  <a:pt x="71521" y="1705994"/>
                </a:lnTo>
                <a:lnTo>
                  <a:pt x="72857" y="1694621"/>
                </a:lnTo>
                <a:lnTo>
                  <a:pt x="74003" y="1683247"/>
                </a:lnTo>
                <a:lnTo>
                  <a:pt x="74957" y="1671874"/>
                </a:lnTo>
                <a:lnTo>
                  <a:pt x="75730" y="1660501"/>
                </a:lnTo>
                <a:lnTo>
                  <a:pt x="76343" y="1649127"/>
                </a:lnTo>
                <a:lnTo>
                  <a:pt x="76820" y="1637754"/>
                </a:lnTo>
                <a:lnTo>
                  <a:pt x="77187" y="1626381"/>
                </a:lnTo>
                <a:lnTo>
                  <a:pt x="77471" y="1615008"/>
                </a:lnTo>
                <a:lnTo>
                  <a:pt x="77694" y="1603634"/>
                </a:lnTo>
                <a:lnTo>
                  <a:pt x="77877" y="1592261"/>
                </a:lnTo>
                <a:lnTo>
                  <a:pt x="78034" y="1580888"/>
                </a:lnTo>
                <a:lnTo>
                  <a:pt x="78177" y="1569514"/>
                </a:lnTo>
                <a:lnTo>
                  <a:pt x="78312" y="1558141"/>
                </a:lnTo>
                <a:lnTo>
                  <a:pt x="78442" y="1546768"/>
                </a:lnTo>
                <a:lnTo>
                  <a:pt x="78566" y="1535395"/>
                </a:lnTo>
                <a:lnTo>
                  <a:pt x="78681" y="1524021"/>
                </a:lnTo>
                <a:lnTo>
                  <a:pt x="78785" y="1512648"/>
                </a:lnTo>
                <a:lnTo>
                  <a:pt x="78872" y="1501275"/>
                </a:lnTo>
                <a:lnTo>
                  <a:pt x="78938" y="1489901"/>
                </a:lnTo>
                <a:lnTo>
                  <a:pt x="78981" y="1478528"/>
                </a:lnTo>
                <a:lnTo>
                  <a:pt x="79000" y="1467155"/>
                </a:lnTo>
                <a:lnTo>
                  <a:pt x="78997" y="1455782"/>
                </a:lnTo>
                <a:lnTo>
                  <a:pt x="78974" y="1444408"/>
                </a:lnTo>
                <a:lnTo>
                  <a:pt x="78939" y="1433035"/>
                </a:lnTo>
                <a:lnTo>
                  <a:pt x="78898" y="1421662"/>
                </a:lnTo>
                <a:lnTo>
                  <a:pt x="78860" y="1410288"/>
                </a:lnTo>
                <a:lnTo>
                  <a:pt x="78832" y="1398915"/>
                </a:lnTo>
                <a:lnTo>
                  <a:pt x="78823" y="1387542"/>
                </a:lnTo>
                <a:lnTo>
                  <a:pt x="78838" y="1376168"/>
                </a:lnTo>
                <a:lnTo>
                  <a:pt x="78878" y="1364795"/>
                </a:lnTo>
                <a:lnTo>
                  <a:pt x="78945" y="1353422"/>
                </a:lnTo>
                <a:lnTo>
                  <a:pt x="79037" y="1342049"/>
                </a:lnTo>
                <a:lnTo>
                  <a:pt x="79147" y="1330675"/>
                </a:lnTo>
                <a:lnTo>
                  <a:pt x="79271" y="1319302"/>
                </a:lnTo>
                <a:lnTo>
                  <a:pt x="79400" y="1307929"/>
                </a:lnTo>
                <a:lnTo>
                  <a:pt x="79528" y="1296555"/>
                </a:lnTo>
                <a:lnTo>
                  <a:pt x="79649" y="1285182"/>
                </a:lnTo>
                <a:lnTo>
                  <a:pt x="79757" y="1273809"/>
                </a:lnTo>
                <a:lnTo>
                  <a:pt x="79851" y="1262436"/>
                </a:lnTo>
                <a:lnTo>
                  <a:pt x="79927" y="1251062"/>
                </a:lnTo>
                <a:lnTo>
                  <a:pt x="79987" y="1239689"/>
                </a:lnTo>
                <a:lnTo>
                  <a:pt x="80031" y="1228316"/>
                </a:lnTo>
                <a:lnTo>
                  <a:pt x="80061" y="1216942"/>
                </a:lnTo>
                <a:lnTo>
                  <a:pt x="80079" y="1205569"/>
                </a:lnTo>
                <a:lnTo>
                  <a:pt x="80087" y="1194196"/>
                </a:lnTo>
                <a:lnTo>
                  <a:pt x="80087" y="1182822"/>
                </a:lnTo>
                <a:lnTo>
                  <a:pt x="80079" y="1171449"/>
                </a:lnTo>
                <a:lnTo>
                  <a:pt x="80064" y="1160076"/>
                </a:lnTo>
                <a:lnTo>
                  <a:pt x="80043" y="1148703"/>
                </a:lnTo>
                <a:lnTo>
                  <a:pt x="80016" y="1137329"/>
                </a:lnTo>
                <a:lnTo>
                  <a:pt x="79982" y="1125956"/>
                </a:lnTo>
                <a:lnTo>
                  <a:pt x="79941" y="1114583"/>
                </a:lnTo>
                <a:lnTo>
                  <a:pt x="79894" y="1103209"/>
                </a:lnTo>
                <a:lnTo>
                  <a:pt x="79838" y="1091836"/>
                </a:lnTo>
                <a:lnTo>
                  <a:pt x="79774" y="1080463"/>
                </a:lnTo>
                <a:lnTo>
                  <a:pt x="79702" y="1069090"/>
                </a:lnTo>
                <a:lnTo>
                  <a:pt x="79620" y="1057716"/>
                </a:lnTo>
                <a:lnTo>
                  <a:pt x="79527" y="1046343"/>
                </a:lnTo>
                <a:lnTo>
                  <a:pt x="79425" y="1034970"/>
                </a:lnTo>
                <a:lnTo>
                  <a:pt x="79314" y="1023596"/>
                </a:lnTo>
                <a:lnTo>
                  <a:pt x="79196" y="1012223"/>
                </a:lnTo>
                <a:lnTo>
                  <a:pt x="79074" y="1000850"/>
                </a:lnTo>
                <a:lnTo>
                  <a:pt x="78952" y="989476"/>
                </a:lnTo>
                <a:lnTo>
                  <a:pt x="78837" y="978103"/>
                </a:lnTo>
                <a:lnTo>
                  <a:pt x="78734" y="966730"/>
                </a:lnTo>
                <a:lnTo>
                  <a:pt x="78651" y="955357"/>
                </a:lnTo>
                <a:lnTo>
                  <a:pt x="78595" y="943983"/>
                </a:lnTo>
                <a:lnTo>
                  <a:pt x="78571" y="932610"/>
                </a:lnTo>
                <a:lnTo>
                  <a:pt x="78584" y="921237"/>
                </a:lnTo>
                <a:lnTo>
                  <a:pt x="78635" y="909863"/>
                </a:lnTo>
                <a:lnTo>
                  <a:pt x="78724" y="898490"/>
                </a:lnTo>
                <a:lnTo>
                  <a:pt x="78848" y="887117"/>
                </a:lnTo>
                <a:lnTo>
                  <a:pt x="78999" y="875744"/>
                </a:lnTo>
                <a:lnTo>
                  <a:pt x="79170" y="864370"/>
                </a:lnTo>
                <a:lnTo>
                  <a:pt x="79350" y="852997"/>
                </a:lnTo>
                <a:lnTo>
                  <a:pt x="79529" y="841624"/>
                </a:lnTo>
                <a:lnTo>
                  <a:pt x="79698" y="830250"/>
                </a:lnTo>
                <a:lnTo>
                  <a:pt x="79845" y="818877"/>
                </a:lnTo>
                <a:lnTo>
                  <a:pt x="79964" y="807504"/>
                </a:lnTo>
                <a:lnTo>
                  <a:pt x="80050" y="796131"/>
                </a:lnTo>
                <a:lnTo>
                  <a:pt x="80098" y="784757"/>
                </a:lnTo>
                <a:lnTo>
                  <a:pt x="80107" y="773384"/>
                </a:lnTo>
                <a:lnTo>
                  <a:pt x="80078" y="762011"/>
                </a:lnTo>
                <a:lnTo>
                  <a:pt x="80013" y="750637"/>
                </a:lnTo>
                <a:lnTo>
                  <a:pt x="79916" y="739264"/>
                </a:lnTo>
                <a:lnTo>
                  <a:pt x="79790" y="727891"/>
                </a:lnTo>
                <a:lnTo>
                  <a:pt x="79640" y="716517"/>
                </a:lnTo>
                <a:lnTo>
                  <a:pt x="79473" y="705144"/>
                </a:lnTo>
                <a:lnTo>
                  <a:pt x="79293" y="693771"/>
                </a:lnTo>
                <a:lnTo>
                  <a:pt x="79108" y="682398"/>
                </a:lnTo>
                <a:lnTo>
                  <a:pt x="78923" y="671024"/>
                </a:lnTo>
                <a:lnTo>
                  <a:pt x="78745" y="659651"/>
                </a:lnTo>
                <a:lnTo>
                  <a:pt x="78580" y="648278"/>
                </a:lnTo>
                <a:lnTo>
                  <a:pt x="78433" y="636904"/>
                </a:lnTo>
                <a:lnTo>
                  <a:pt x="78308" y="625531"/>
                </a:lnTo>
                <a:lnTo>
                  <a:pt x="78209" y="614158"/>
                </a:lnTo>
                <a:lnTo>
                  <a:pt x="78137" y="602785"/>
                </a:lnTo>
                <a:lnTo>
                  <a:pt x="78092" y="591411"/>
                </a:lnTo>
                <a:lnTo>
                  <a:pt x="78071" y="580038"/>
                </a:lnTo>
                <a:lnTo>
                  <a:pt x="78071" y="568665"/>
                </a:lnTo>
                <a:lnTo>
                  <a:pt x="78089" y="557291"/>
                </a:lnTo>
                <a:lnTo>
                  <a:pt x="78120" y="545918"/>
                </a:lnTo>
                <a:lnTo>
                  <a:pt x="78161" y="534545"/>
                </a:lnTo>
                <a:lnTo>
                  <a:pt x="78208" y="523171"/>
                </a:lnTo>
                <a:lnTo>
                  <a:pt x="78260" y="511798"/>
                </a:lnTo>
                <a:lnTo>
                  <a:pt x="78317" y="500425"/>
                </a:lnTo>
                <a:lnTo>
                  <a:pt x="78379" y="489052"/>
                </a:lnTo>
                <a:lnTo>
                  <a:pt x="78446" y="477678"/>
                </a:lnTo>
                <a:lnTo>
                  <a:pt x="78522" y="466305"/>
                </a:lnTo>
                <a:lnTo>
                  <a:pt x="78606" y="454932"/>
                </a:lnTo>
                <a:lnTo>
                  <a:pt x="78701" y="443558"/>
                </a:lnTo>
                <a:lnTo>
                  <a:pt x="78806" y="432185"/>
                </a:lnTo>
                <a:lnTo>
                  <a:pt x="78921" y="420812"/>
                </a:lnTo>
                <a:lnTo>
                  <a:pt x="79044" y="409439"/>
                </a:lnTo>
                <a:lnTo>
                  <a:pt x="79172" y="398065"/>
                </a:lnTo>
                <a:lnTo>
                  <a:pt x="79303" y="386692"/>
                </a:lnTo>
                <a:lnTo>
                  <a:pt x="79434" y="375319"/>
                </a:lnTo>
                <a:lnTo>
                  <a:pt x="79560" y="363945"/>
                </a:lnTo>
                <a:lnTo>
                  <a:pt x="79679" y="352572"/>
                </a:lnTo>
                <a:lnTo>
                  <a:pt x="79787" y="341199"/>
                </a:lnTo>
                <a:lnTo>
                  <a:pt x="79883" y="329825"/>
                </a:lnTo>
                <a:lnTo>
                  <a:pt x="79963" y="318452"/>
                </a:lnTo>
                <a:lnTo>
                  <a:pt x="80025" y="307079"/>
                </a:lnTo>
                <a:lnTo>
                  <a:pt x="80067" y="295706"/>
                </a:lnTo>
                <a:lnTo>
                  <a:pt x="80085" y="284332"/>
                </a:lnTo>
                <a:lnTo>
                  <a:pt x="80073" y="272959"/>
                </a:lnTo>
                <a:lnTo>
                  <a:pt x="80021" y="261586"/>
                </a:lnTo>
                <a:lnTo>
                  <a:pt x="79912" y="250212"/>
                </a:lnTo>
                <a:lnTo>
                  <a:pt x="79722" y="238839"/>
                </a:lnTo>
                <a:lnTo>
                  <a:pt x="79417" y="227466"/>
                </a:lnTo>
                <a:lnTo>
                  <a:pt x="78948" y="216093"/>
                </a:lnTo>
                <a:lnTo>
                  <a:pt x="78256" y="204719"/>
                </a:lnTo>
                <a:lnTo>
                  <a:pt x="77262" y="193346"/>
                </a:lnTo>
                <a:lnTo>
                  <a:pt x="75878" y="181973"/>
                </a:lnTo>
                <a:lnTo>
                  <a:pt x="74004" y="170599"/>
                </a:lnTo>
                <a:lnTo>
                  <a:pt x="71540" y="159226"/>
                </a:lnTo>
                <a:lnTo>
                  <a:pt x="68390" y="147853"/>
                </a:lnTo>
                <a:lnTo>
                  <a:pt x="64478" y="136480"/>
                </a:lnTo>
                <a:lnTo>
                  <a:pt x="59765" y="125106"/>
                </a:lnTo>
                <a:lnTo>
                  <a:pt x="54256" y="113733"/>
                </a:lnTo>
                <a:lnTo>
                  <a:pt x="48020" y="102360"/>
                </a:lnTo>
                <a:lnTo>
                  <a:pt x="41196" y="90986"/>
                </a:lnTo>
                <a:lnTo>
                  <a:pt x="33997" y="79613"/>
                </a:lnTo>
                <a:lnTo>
                  <a:pt x="26704" y="68240"/>
                </a:lnTo>
                <a:lnTo>
                  <a:pt x="19650" y="56866"/>
                </a:lnTo>
                <a:lnTo>
                  <a:pt x="13198" y="45493"/>
                </a:lnTo>
                <a:lnTo>
                  <a:pt x="7712" y="34120"/>
                </a:lnTo>
                <a:lnTo>
                  <a:pt x="3523" y="22747"/>
                </a:lnTo>
                <a:lnTo>
                  <a:pt x="896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66" y="11373"/>
                </a:lnTo>
                <a:lnTo>
                  <a:pt x="159038" y="22747"/>
                </a:lnTo>
                <a:lnTo>
                  <a:pt x="154850" y="34120"/>
                </a:lnTo>
                <a:lnTo>
                  <a:pt x="149364" y="45493"/>
                </a:lnTo>
                <a:lnTo>
                  <a:pt x="142912" y="56866"/>
                </a:lnTo>
                <a:lnTo>
                  <a:pt x="135857" y="68240"/>
                </a:lnTo>
                <a:lnTo>
                  <a:pt x="128564" y="79613"/>
                </a:lnTo>
                <a:lnTo>
                  <a:pt x="121365" y="90986"/>
                </a:lnTo>
                <a:lnTo>
                  <a:pt x="114542" y="102360"/>
                </a:lnTo>
                <a:lnTo>
                  <a:pt x="108306" y="113733"/>
                </a:lnTo>
                <a:lnTo>
                  <a:pt x="102797" y="125106"/>
                </a:lnTo>
                <a:lnTo>
                  <a:pt x="98083" y="136480"/>
                </a:lnTo>
                <a:lnTo>
                  <a:pt x="94172" y="147853"/>
                </a:lnTo>
                <a:lnTo>
                  <a:pt x="91022" y="159226"/>
                </a:lnTo>
                <a:lnTo>
                  <a:pt x="88557" y="170599"/>
                </a:lnTo>
                <a:lnTo>
                  <a:pt x="86684" y="181973"/>
                </a:lnTo>
                <a:lnTo>
                  <a:pt x="85300" y="193346"/>
                </a:lnTo>
                <a:lnTo>
                  <a:pt x="84306" y="204719"/>
                </a:lnTo>
                <a:lnTo>
                  <a:pt x="83613" y="216093"/>
                </a:lnTo>
                <a:lnTo>
                  <a:pt x="83145" y="227466"/>
                </a:lnTo>
                <a:lnTo>
                  <a:pt x="82840" y="238839"/>
                </a:lnTo>
                <a:lnTo>
                  <a:pt x="82650" y="250212"/>
                </a:lnTo>
                <a:lnTo>
                  <a:pt x="82541" y="261586"/>
                </a:lnTo>
                <a:lnTo>
                  <a:pt x="82488" y="272959"/>
                </a:lnTo>
                <a:lnTo>
                  <a:pt x="82476" y="284332"/>
                </a:lnTo>
                <a:lnTo>
                  <a:pt x="82494" y="295706"/>
                </a:lnTo>
                <a:lnTo>
                  <a:pt x="82537" y="307079"/>
                </a:lnTo>
                <a:lnTo>
                  <a:pt x="82599" y="318452"/>
                </a:lnTo>
                <a:lnTo>
                  <a:pt x="82679" y="329825"/>
                </a:lnTo>
                <a:lnTo>
                  <a:pt x="82774" y="341199"/>
                </a:lnTo>
                <a:lnTo>
                  <a:pt x="82883" y="352572"/>
                </a:lnTo>
                <a:lnTo>
                  <a:pt x="83002" y="363945"/>
                </a:lnTo>
                <a:lnTo>
                  <a:pt x="83128" y="375319"/>
                </a:lnTo>
                <a:lnTo>
                  <a:pt x="83258" y="386692"/>
                </a:lnTo>
                <a:lnTo>
                  <a:pt x="83389" y="398065"/>
                </a:lnTo>
                <a:lnTo>
                  <a:pt x="83518" y="409439"/>
                </a:lnTo>
                <a:lnTo>
                  <a:pt x="83641" y="420812"/>
                </a:lnTo>
                <a:lnTo>
                  <a:pt x="83755" y="432185"/>
                </a:lnTo>
                <a:lnTo>
                  <a:pt x="83860" y="443558"/>
                </a:lnTo>
                <a:lnTo>
                  <a:pt x="83955" y="454932"/>
                </a:lnTo>
                <a:lnTo>
                  <a:pt x="84040" y="466305"/>
                </a:lnTo>
                <a:lnTo>
                  <a:pt x="84115" y="477678"/>
                </a:lnTo>
                <a:lnTo>
                  <a:pt x="84183" y="489052"/>
                </a:lnTo>
                <a:lnTo>
                  <a:pt x="84245" y="500425"/>
                </a:lnTo>
                <a:lnTo>
                  <a:pt x="84301" y="511798"/>
                </a:lnTo>
                <a:lnTo>
                  <a:pt x="84354" y="523171"/>
                </a:lnTo>
                <a:lnTo>
                  <a:pt x="84401" y="534545"/>
                </a:lnTo>
                <a:lnTo>
                  <a:pt x="84442" y="545918"/>
                </a:lnTo>
                <a:lnTo>
                  <a:pt x="84473" y="557291"/>
                </a:lnTo>
                <a:lnTo>
                  <a:pt x="84490" y="568665"/>
                </a:lnTo>
                <a:lnTo>
                  <a:pt x="84491" y="580038"/>
                </a:lnTo>
                <a:lnTo>
                  <a:pt x="84470" y="591411"/>
                </a:lnTo>
                <a:lnTo>
                  <a:pt x="84424" y="602785"/>
                </a:lnTo>
                <a:lnTo>
                  <a:pt x="84352" y="614158"/>
                </a:lnTo>
                <a:lnTo>
                  <a:pt x="84253" y="625531"/>
                </a:lnTo>
                <a:lnTo>
                  <a:pt x="84129" y="636904"/>
                </a:lnTo>
                <a:lnTo>
                  <a:pt x="83982" y="648278"/>
                </a:lnTo>
                <a:lnTo>
                  <a:pt x="83817" y="659651"/>
                </a:lnTo>
                <a:lnTo>
                  <a:pt x="83639" y="671024"/>
                </a:lnTo>
                <a:lnTo>
                  <a:pt x="83454" y="682398"/>
                </a:lnTo>
                <a:lnTo>
                  <a:pt x="83268" y="693771"/>
                </a:lnTo>
                <a:lnTo>
                  <a:pt x="83089" y="705144"/>
                </a:lnTo>
                <a:lnTo>
                  <a:pt x="82921" y="716517"/>
                </a:lnTo>
                <a:lnTo>
                  <a:pt x="82772" y="727891"/>
                </a:lnTo>
                <a:lnTo>
                  <a:pt x="82646" y="739264"/>
                </a:lnTo>
                <a:lnTo>
                  <a:pt x="82548" y="750637"/>
                </a:lnTo>
                <a:lnTo>
                  <a:pt x="82483" y="762011"/>
                </a:lnTo>
                <a:lnTo>
                  <a:pt x="82454" y="773384"/>
                </a:lnTo>
                <a:lnTo>
                  <a:pt x="82464" y="784757"/>
                </a:lnTo>
                <a:lnTo>
                  <a:pt x="82512" y="796131"/>
                </a:lnTo>
                <a:lnTo>
                  <a:pt x="82597" y="807504"/>
                </a:lnTo>
                <a:lnTo>
                  <a:pt x="82716" y="818877"/>
                </a:lnTo>
                <a:lnTo>
                  <a:pt x="82864" y="830250"/>
                </a:lnTo>
                <a:lnTo>
                  <a:pt x="83032" y="841624"/>
                </a:lnTo>
                <a:lnTo>
                  <a:pt x="83211" y="852997"/>
                </a:lnTo>
                <a:lnTo>
                  <a:pt x="83392" y="864370"/>
                </a:lnTo>
                <a:lnTo>
                  <a:pt x="83562" y="875744"/>
                </a:lnTo>
                <a:lnTo>
                  <a:pt x="83714" y="887117"/>
                </a:lnTo>
                <a:lnTo>
                  <a:pt x="83837" y="898490"/>
                </a:lnTo>
                <a:lnTo>
                  <a:pt x="83926" y="909863"/>
                </a:lnTo>
                <a:lnTo>
                  <a:pt x="83978" y="921237"/>
                </a:lnTo>
                <a:lnTo>
                  <a:pt x="83991" y="932610"/>
                </a:lnTo>
                <a:lnTo>
                  <a:pt x="83967" y="943983"/>
                </a:lnTo>
                <a:lnTo>
                  <a:pt x="83911" y="955357"/>
                </a:lnTo>
                <a:lnTo>
                  <a:pt x="83828" y="966730"/>
                </a:lnTo>
                <a:lnTo>
                  <a:pt x="83725" y="978103"/>
                </a:lnTo>
                <a:lnTo>
                  <a:pt x="83609" y="989476"/>
                </a:lnTo>
                <a:lnTo>
                  <a:pt x="83488" y="1000850"/>
                </a:lnTo>
                <a:lnTo>
                  <a:pt x="83365" y="1012223"/>
                </a:lnTo>
                <a:lnTo>
                  <a:pt x="83247" y="1023596"/>
                </a:lnTo>
                <a:lnTo>
                  <a:pt x="83136" y="1034970"/>
                </a:lnTo>
                <a:lnTo>
                  <a:pt x="83034" y="1046343"/>
                </a:lnTo>
                <a:lnTo>
                  <a:pt x="82942" y="1057716"/>
                </a:lnTo>
                <a:lnTo>
                  <a:pt x="82860" y="1069090"/>
                </a:lnTo>
                <a:lnTo>
                  <a:pt x="82787" y="1080463"/>
                </a:lnTo>
                <a:lnTo>
                  <a:pt x="82723" y="1091836"/>
                </a:lnTo>
                <a:lnTo>
                  <a:pt x="82668" y="1103209"/>
                </a:lnTo>
                <a:lnTo>
                  <a:pt x="82620" y="1114583"/>
                </a:lnTo>
                <a:lnTo>
                  <a:pt x="82580" y="1125956"/>
                </a:lnTo>
                <a:lnTo>
                  <a:pt x="82546" y="1137329"/>
                </a:lnTo>
                <a:lnTo>
                  <a:pt x="82518" y="1148703"/>
                </a:lnTo>
                <a:lnTo>
                  <a:pt x="82497" y="1160076"/>
                </a:lnTo>
                <a:lnTo>
                  <a:pt x="82483" y="1171449"/>
                </a:lnTo>
                <a:lnTo>
                  <a:pt x="82475" y="1182822"/>
                </a:lnTo>
                <a:lnTo>
                  <a:pt x="82474" y="1194196"/>
                </a:lnTo>
                <a:lnTo>
                  <a:pt x="82483" y="1205569"/>
                </a:lnTo>
                <a:lnTo>
                  <a:pt x="82501" y="1216942"/>
                </a:lnTo>
                <a:lnTo>
                  <a:pt x="82531" y="1228316"/>
                </a:lnTo>
                <a:lnTo>
                  <a:pt x="82575" y="1239689"/>
                </a:lnTo>
                <a:lnTo>
                  <a:pt x="82634" y="1251062"/>
                </a:lnTo>
                <a:lnTo>
                  <a:pt x="82711" y="1262436"/>
                </a:lnTo>
                <a:lnTo>
                  <a:pt x="82804" y="1273809"/>
                </a:lnTo>
                <a:lnTo>
                  <a:pt x="82913" y="1285182"/>
                </a:lnTo>
                <a:lnTo>
                  <a:pt x="83034" y="1296555"/>
                </a:lnTo>
                <a:lnTo>
                  <a:pt x="83162" y="1307929"/>
                </a:lnTo>
                <a:lnTo>
                  <a:pt x="83291" y="1319302"/>
                </a:lnTo>
                <a:lnTo>
                  <a:pt x="83414" y="1330675"/>
                </a:lnTo>
                <a:lnTo>
                  <a:pt x="83525" y="1342049"/>
                </a:lnTo>
                <a:lnTo>
                  <a:pt x="83616" y="1353422"/>
                </a:lnTo>
                <a:lnTo>
                  <a:pt x="83683" y="1364795"/>
                </a:lnTo>
                <a:lnTo>
                  <a:pt x="83724" y="1376168"/>
                </a:lnTo>
                <a:lnTo>
                  <a:pt x="83738" y="1387542"/>
                </a:lnTo>
                <a:lnTo>
                  <a:pt x="83729" y="1398915"/>
                </a:lnTo>
                <a:lnTo>
                  <a:pt x="83702" y="1410288"/>
                </a:lnTo>
                <a:lnTo>
                  <a:pt x="83664" y="1421662"/>
                </a:lnTo>
                <a:lnTo>
                  <a:pt x="83623" y="1433035"/>
                </a:lnTo>
                <a:lnTo>
                  <a:pt x="83587" y="1444408"/>
                </a:lnTo>
                <a:lnTo>
                  <a:pt x="83565" y="1455782"/>
                </a:lnTo>
                <a:lnTo>
                  <a:pt x="83561" y="1467155"/>
                </a:lnTo>
                <a:lnTo>
                  <a:pt x="83580" y="1478528"/>
                </a:lnTo>
                <a:lnTo>
                  <a:pt x="83624" y="1489901"/>
                </a:lnTo>
                <a:lnTo>
                  <a:pt x="83690" y="1501275"/>
                </a:lnTo>
                <a:lnTo>
                  <a:pt x="83777" y="1512648"/>
                </a:lnTo>
                <a:lnTo>
                  <a:pt x="83880" y="1524021"/>
                </a:lnTo>
                <a:lnTo>
                  <a:pt x="83996" y="1535395"/>
                </a:lnTo>
                <a:lnTo>
                  <a:pt x="84120" y="1546768"/>
                </a:lnTo>
                <a:lnTo>
                  <a:pt x="84249" y="1558141"/>
                </a:lnTo>
                <a:lnTo>
                  <a:pt x="84384" y="1569514"/>
                </a:lnTo>
                <a:lnTo>
                  <a:pt x="84527" y="1580888"/>
                </a:lnTo>
                <a:lnTo>
                  <a:pt x="84685" y="1592261"/>
                </a:lnTo>
                <a:lnTo>
                  <a:pt x="84867" y="1603634"/>
                </a:lnTo>
                <a:lnTo>
                  <a:pt x="85091" y="1615008"/>
                </a:lnTo>
                <a:lnTo>
                  <a:pt x="85374" y="1626381"/>
                </a:lnTo>
                <a:lnTo>
                  <a:pt x="85742" y="1637754"/>
                </a:lnTo>
                <a:lnTo>
                  <a:pt x="86218" y="1649127"/>
                </a:lnTo>
                <a:lnTo>
                  <a:pt x="86831" y="1660501"/>
                </a:lnTo>
                <a:lnTo>
                  <a:pt x="87605" y="1671874"/>
                </a:lnTo>
                <a:lnTo>
                  <a:pt x="88559" y="1683247"/>
                </a:lnTo>
                <a:lnTo>
                  <a:pt x="89704" y="1694621"/>
                </a:lnTo>
                <a:lnTo>
                  <a:pt x="91040" y="1705994"/>
                </a:lnTo>
                <a:lnTo>
                  <a:pt x="92551" y="1717367"/>
                </a:lnTo>
                <a:lnTo>
                  <a:pt x="94202" y="1728741"/>
                </a:lnTo>
                <a:lnTo>
                  <a:pt x="95944" y="1740114"/>
                </a:lnTo>
                <a:lnTo>
                  <a:pt x="97707" y="1751487"/>
                </a:lnTo>
                <a:lnTo>
                  <a:pt x="99412" y="1762860"/>
                </a:lnTo>
                <a:lnTo>
                  <a:pt x="100971" y="1774234"/>
                </a:lnTo>
                <a:lnTo>
                  <a:pt x="102296" y="1785607"/>
                </a:lnTo>
                <a:lnTo>
                  <a:pt x="103308" y="1796980"/>
                </a:lnTo>
                <a:lnTo>
                  <a:pt x="103943" y="1808354"/>
                </a:lnTo>
                <a:lnTo>
                  <a:pt x="104159" y="1819727"/>
                </a:lnTo>
                <a:lnTo>
                  <a:pt x="104159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4897" name="data_7648">
            <a:extLst>
              <a:ext uri="{FF2B5EF4-FFF2-40B4-BE49-F238E27FC236}">
                <a16:creationId xmlns:a16="http://schemas.microsoft.com/office/drawing/2014/main" id="{C9B1DA76-E3C8-4EB5-8FEA-95BD7068C4FB}"/>
              </a:ext>
            </a:extLst>
          </p:cNvPr>
          <p:cNvSpPr>
            <a:spLocks/>
          </p:cNvSpPr>
          <p:nvPr/>
        </p:nvSpPr>
        <p:spPr>
          <a:xfrm>
            <a:off x="7587038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62562" y="1819727"/>
                </a:moveTo>
                <a:lnTo>
                  <a:pt x="0" y="1819727"/>
                </a:lnTo>
                <a:lnTo>
                  <a:pt x="824" y="1808354"/>
                </a:lnTo>
                <a:lnTo>
                  <a:pt x="3245" y="1796980"/>
                </a:lnTo>
                <a:lnTo>
                  <a:pt x="7113" y="1785607"/>
                </a:lnTo>
                <a:lnTo>
                  <a:pt x="12200" y="1774234"/>
                </a:lnTo>
                <a:lnTo>
                  <a:pt x="18215" y="1762860"/>
                </a:lnTo>
                <a:lnTo>
                  <a:pt x="24838" y="1751487"/>
                </a:lnTo>
                <a:lnTo>
                  <a:pt x="31743" y="1740114"/>
                </a:lnTo>
                <a:lnTo>
                  <a:pt x="38630" y="1728741"/>
                </a:lnTo>
                <a:lnTo>
                  <a:pt x="45238" y="1717367"/>
                </a:lnTo>
                <a:lnTo>
                  <a:pt x="51365" y="1705994"/>
                </a:lnTo>
                <a:lnTo>
                  <a:pt x="56871" y="1694621"/>
                </a:lnTo>
                <a:lnTo>
                  <a:pt x="61678" y="1683247"/>
                </a:lnTo>
                <a:lnTo>
                  <a:pt x="65762" y="1671874"/>
                </a:lnTo>
                <a:lnTo>
                  <a:pt x="69146" y="1660501"/>
                </a:lnTo>
                <a:lnTo>
                  <a:pt x="71882" y="1649127"/>
                </a:lnTo>
                <a:lnTo>
                  <a:pt x="74047" y="1637754"/>
                </a:lnTo>
                <a:lnTo>
                  <a:pt x="75723" y="1626381"/>
                </a:lnTo>
                <a:lnTo>
                  <a:pt x="76996" y="1615008"/>
                </a:lnTo>
                <a:lnTo>
                  <a:pt x="77947" y="1603634"/>
                </a:lnTo>
                <a:lnTo>
                  <a:pt x="78645" y="1592261"/>
                </a:lnTo>
                <a:lnTo>
                  <a:pt x="79150" y="1580888"/>
                </a:lnTo>
                <a:lnTo>
                  <a:pt x="79512" y="1569514"/>
                </a:lnTo>
                <a:lnTo>
                  <a:pt x="79767" y="1558141"/>
                </a:lnTo>
                <a:lnTo>
                  <a:pt x="79946" y="1546768"/>
                </a:lnTo>
                <a:lnTo>
                  <a:pt x="80069" y="1535395"/>
                </a:lnTo>
                <a:lnTo>
                  <a:pt x="80153" y="1524021"/>
                </a:lnTo>
                <a:lnTo>
                  <a:pt x="80210" y="1512648"/>
                </a:lnTo>
                <a:lnTo>
                  <a:pt x="80249" y="1501275"/>
                </a:lnTo>
                <a:lnTo>
                  <a:pt x="80274" y="1489901"/>
                </a:lnTo>
                <a:lnTo>
                  <a:pt x="80292" y="1478528"/>
                </a:lnTo>
                <a:lnTo>
                  <a:pt x="80305" y="1467155"/>
                </a:lnTo>
                <a:lnTo>
                  <a:pt x="80315" y="1455782"/>
                </a:lnTo>
                <a:lnTo>
                  <a:pt x="80324" y="1444408"/>
                </a:lnTo>
                <a:lnTo>
                  <a:pt x="80334" y="1433035"/>
                </a:lnTo>
                <a:lnTo>
                  <a:pt x="80344" y="1421662"/>
                </a:lnTo>
                <a:lnTo>
                  <a:pt x="80357" y="1410288"/>
                </a:lnTo>
                <a:lnTo>
                  <a:pt x="80372" y="1398915"/>
                </a:lnTo>
                <a:lnTo>
                  <a:pt x="80390" y="1387542"/>
                </a:lnTo>
                <a:lnTo>
                  <a:pt x="80412" y="1376168"/>
                </a:lnTo>
                <a:lnTo>
                  <a:pt x="80437" y="1364795"/>
                </a:lnTo>
                <a:lnTo>
                  <a:pt x="80467" y="1353422"/>
                </a:lnTo>
                <a:lnTo>
                  <a:pt x="80502" y="1342049"/>
                </a:lnTo>
                <a:lnTo>
                  <a:pt x="80543" y="1330675"/>
                </a:lnTo>
                <a:lnTo>
                  <a:pt x="80588" y="1319302"/>
                </a:lnTo>
                <a:lnTo>
                  <a:pt x="80638" y="1307929"/>
                </a:lnTo>
                <a:lnTo>
                  <a:pt x="80692" y="1296555"/>
                </a:lnTo>
                <a:lnTo>
                  <a:pt x="80749" y="1285182"/>
                </a:lnTo>
                <a:lnTo>
                  <a:pt x="80808" y="1273809"/>
                </a:lnTo>
                <a:lnTo>
                  <a:pt x="80866" y="1262436"/>
                </a:lnTo>
                <a:lnTo>
                  <a:pt x="80924" y="1251062"/>
                </a:lnTo>
                <a:lnTo>
                  <a:pt x="80979" y="1239689"/>
                </a:lnTo>
                <a:lnTo>
                  <a:pt x="81030" y="1228316"/>
                </a:lnTo>
                <a:lnTo>
                  <a:pt x="81077" y="1216942"/>
                </a:lnTo>
                <a:lnTo>
                  <a:pt x="81118" y="1205569"/>
                </a:lnTo>
                <a:lnTo>
                  <a:pt x="81153" y="1194196"/>
                </a:lnTo>
                <a:lnTo>
                  <a:pt x="81182" y="1182822"/>
                </a:lnTo>
                <a:lnTo>
                  <a:pt x="81206" y="1171449"/>
                </a:lnTo>
                <a:lnTo>
                  <a:pt x="81224" y="1160076"/>
                </a:lnTo>
                <a:lnTo>
                  <a:pt x="81238" y="1148703"/>
                </a:lnTo>
                <a:lnTo>
                  <a:pt x="81247" y="1137329"/>
                </a:lnTo>
                <a:lnTo>
                  <a:pt x="81252" y="1125956"/>
                </a:lnTo>
                <a:lnTo>
                  <a:pt x="81254" y="1114583"/>
                </a:lnTo>
                <a:lnTo>
                  <a:pt x="81252" y="1103209"/>
                </a:lnTo>
                <a:lnTo>
                  <a:pt x="81246" y="1091836"/>
                </a:lnTo>
                <a:lnTo>
                  <a:pt x="81236" y="1080463"/>
                </a:lnTo>
                <a:lnTo>
                  <a:pt x="81222" y="1069090"/>
                </a:lnTo>
                <a:lnTo>
                  <a:pt x="81204" y="1057716"/>
                </a:lnTo>
                <a:lnTo>
                  <a:pt x="81180" y="1046343"/>
                </a:lnTo>
                <a:lnTo>
                  <a:pt x="81152" y="1034970"/>
                </a:lnTo>
                <a:lnTo>
                  <a:pt x="81119" y="1023596"/>
                </a:lnTo>
                <a:lnTo>
                  <a:pt x="81081" y="1012223"/>
                </a:lnTo>
                <a:lnTo>
                  <a:pt x="81041" y="1000850"/>
                </a:lnTo>
                <a:lnTo>
                  <a:pt x="80998" y="989476"/>
                </a:lnTo>
                <a:lnTo>
                  <a:pt x="80954" y="978103"/>
                </a:lnTo>
                <a:lnTo>
                  <a:pt x="80913" y="966730"/>
                </a:lnTo>
                <a:lnTo>
                  <a:pt x="80875" y="955357"/>
                </a:lnTo>
                <a:lnTo>
                  <a:pt x="80842" y="943983"/>
                </a:lnTo>
                <a:lnTo>
                  <a:pt x="80817" y="932610"/>
                </a:lnTo>
                <a:lnTo>
                  <a:pt x="80802" y="921237"/>
                </a:lnTo>
                <a:lnTo>
                  <a:pt x="80797" y="909863"/>
                </a:lnTo>
                <a:lnTo>
                  <a:pt x="80802" y="898490"/>
                </a:lnTo>
                <a:lnTo>
                  <a:pt x="80817" y="887117"/>
                </a:lnTo>
                <a:lnTo>
                  <a:pt x="80842" y="875744"/>
                </a:lnTo>
                <a:lnTo>
                  <a:pt x="80875" y="864370"/>
                </a:lnTo>
                <a:lnTo>
                  <a:pt x="80913" y="852997"/>
                </a:lnTo>
                <a:lnTo>
                  <a:pt x="80955" y="841624"/>
                </a:lnTo>
                <a:lnTo>
                  <a:pt x="80998" y="830250"/>
                </a:lnTo>
                <a:lnTo>
                  <a:pt x="81041" y="818877"/>
                </a:lnTo>
                <a:lnTo>
                  <a:pt x="81082" y="807504"/>
                </a:lnTo>
                <a:lnTo>
                  <a:pt x="81119" y="796131"/>
                </a:lnTo>
                <a:lnTo>
                  <a:pt x="81152" y="784757"/>
                </a:lnTo>
                <a:lnTo>
                  <a:pt x="81181" y="773384"/>
                </a:lnTo>
                <a:lnTo>
                  <a:pt x="81205" y="762011"/>
                </a:lnTo>
                <a:lnTo>
                  <a:pt x="81224" y="750637"/>
                </a:lnTo>
                <a:lnTo>
                  <a:pt x="81240" y="739264"/>
                </a:lnTo>
                <a:lnTo>
                  <a:pt x="81252" y="727891"/>
                </a:lnTo>
                <a:lnTo>
                  <a:pt x="81260" y="716517"/>
                </a:lnTo>
                <a:lnTo>
                  <a:pt x="81267" y="705144"/>
                </a:lnTo>
                <a:lnTo>
                  <a:pt x="81272" y="693771"/>
                </a:lnTo>
                <a:lnTo>
                  <a:pt x="81275" y="682398"/>
                </a:lnTo>
                <a:lnTo>
                  <a:pt x="81277" y="671024"/>
                </a:lnTo>
                <a:lnTo>
                  <a:pt x="81278" y="659651"/>
                </a:lnTo>
                <a:lnTo>
                  <a:pt x="81279" y="648278"/>
                </a:lnTo>
                <a:lnTo>
                  <a:pt x="81280" y="636904"/>
                </a:lnTo>
                <a:lnTo>
                  <a:pt x="81280" y="625531"/>
                </a:lnTo>
                <a:lnTo>
                  <a:pt x="81280" y="614158"/>
                </a:lnTo>
                <a:lnTo>
                  <a:pt x="81281" y="602785"/>
                </a:lnTo>
                <a:lnTo>
                  <a:pt x="81281" y="591411"/>
                </a:lnTo>
                <a:lnTo>
                  <a:pt x="81281" y="580038"/>
                </a:lnTo>
                <a:lnTo>
                  <a:pt x="81281" y="568665"/>
                </a:lnTo>
                <a:lnTo>
                  <a:pt x="81281" y="557291"/>
                </a:lnTo>
                <a:lnTo>
                  <a:pt x="81281" y="545918"/>
                </a:lnTo>
                <a:lnTo>
                  <a:pt x="81281" y="534545"/>
                </a:lnTo>
                <a:lnTo>
                  <a:pt x="81281" y="523171"/>
                </a:lnTo>
                <a:lnTo>
                  <a:pt x="81281" y="511798"/>
                </a:lnTo>
                <a:lnTo>
                  <a:pt x="81281" y="500425"/>
                </a:lnTo>
                <a:lnTo>
                  <a:pt x="81281" y="489052"/>
                </a:lnTo>
                <a:lnTo>
                  <a:pt x="81281" y="477678"/>
                </a:lnTo>
                <a:lnTo>
                  <a:pt x="81281" y="466305"/>
                </a:lnTo>
                <a:lnTo>
                  <a:pt x="81281" y="454932"/>
                </a:lnTo>
                <a:lnTo>
                  <a:pt x="81281" y="443558"/>
                </a:lnTo>
                <a:lnTo>
                  <a:pt x="81281" y="432185"/>
                </a:lnTo>
                <a:lnTo>
                  <a:pt x="81281" y="420812"/>
                </a:lnTo>
                <a:lnTo>
                  <a:pt x="81281" y="409439"/>
                </a:lnTo>
                <a:lnTo>
                  <a:pt x="81281" y="398065"/>
                </a:lnTo>
                <a:lnTo>
                  <a:pt x="81281" y="386692"/>
                </a:lnTo>
                <a:lnTo>
                  <a:pt x="81281" y="375319"/>
                </a:lnTo>
                <a:lnTo>
                  <a:pt x="81281" y="363945"/>
                </a:lnTo>
                <a:lnTo>
                  <a:pt x="81281" y="352572"/>
                </a:lnTo>
                <a:lnTo>
                  <a:pt x="81281" y="341199"/>
                </a:lnTo>
                <a:lnTo>
                  <a:pt x="81281" y="329825"/>
                </a:lnTo>
                <a:lnTo>
                  <a:pt x="81281" y="318452"/>
                </a:lnTo>
                <a:lnTo>
                  <a:pt x="81280" y="307079"/>
                </a:lnTo>
                <a:lnTo>
                  <a:pt x="81280" y="295706"/>
                </a:lnTo>
                <a:lnTo>
                  <a:pt x="81280" y="284332"/>
                </a:lnTo>
                <a:lnTo>
                  <a:pt x="81279" y="272959"/>
                </a:lnTo>
                <a:lnTo>
                  <a:pt x="81278" y="261586"/>
                </a:lnTo>
                <a:lnTo>
                  <a:pt x="81276" y="250212"/>
                </a:lnTo>
                <a:lnTo>
                  <a:pt x="81273" y="238839"/>
                </a:lnTo>
                <a:lnTo>
                  <a:pt x="81269" y="227466"/>
                </a:lnTo>
                <a:lnTo>
                  <a:pt x="81262" y="216093"/>
                </a:lnTo>
                <a:lnTo>
                  <a:pt x="81253" y="204719"/>
                </a:lnTo>
                <a:lnTo>
                  <a:pt x="81240" y="193346"/>
                </a:lnTo>
                <a:lnTo>
                  <a:pt x="81222" y="181973"/>
                </a:lnTo>
                <a:lnTo>
                  <a:pt x="81199" y="170599"/>
                </a:lnTo>
                <a:lnTo>
                  <a:pt x="81168" y="159226"/>
                </a:lnTo>
                <a:lnTo>
                  <a:pt x="81129" y="147853"/>
                </a:lnTo>
                <a:lnTo>
                  <a:pt x="81081" y="136480"/>
                </a:lnTo>
                <a:lnTo>
                  <a:pt x="81024" y="125106"/>
                </a:lnTo>
                <a:lnTo>
                  <a:pt x="80957" y="113733"/>
                </a:lnTo>
                <a:lnTo>
                  <a:pt x="80882" y="102360"/>
                </a:lnTo>
                <a:lnTo>
                  <a:pt x="80801" y="90986"/>
                </a:lnTo>
                <a:lnTo>
                  <a:pt x="80715" y="79613"/>
                </a:lnTo>
                <a:lnTo>
                  <a:pt x="80628" y="68240"/>
                </a:lnTo>
                <a:lnTo>
                  <a:pt x="80545" y="56866"/>
                </a:lnTo>
                <a:lnTo>
                  <a:pt x="80468" y="45493"/>
                </a:lnTo>
                <a:lnTo>
                  <a:pt x="80403" y="34120"/>
                </a:lnTo>
                <a:lnTo>
                  <a:pt x="80354" y="22747"/>
                </a:lnTo>
                <a:lnTo>
                  <a:pt x="80323" y="11373"/>
                </a:lnTo>
                <a:lnTo>
                  <a:pt x="80312" y="0"/>
                </a:lnTo>
                <a:lnTo>
                  <a:pt x="82249" y="0"/>
                </a:lnTo>
                <a:lnTo>
                  <a:pt x="82249" y="0"/>
                </a:lnTo>
                <a:lnTo>
                  <a:pt x="82239" y="11373"/>
                </a:lnTo>
                <a:lnTo>
                  <a:pt x="82208" y="22747"/>
                </a:lnTo>
                <a:lnTo>
                  <a:pt x="82158" y="34120"/>
                </a:lnTo>
                <a:lnTo>
                  <a:pt x="82093" y="45493"/>
                </a:lnTo>
                <a:lnTo>
                  <a:pt x="82017" y="56866"/>
                </a:lnTo>
                <a:lnTo>
                  <a:pt x="81933" y="68240"/>
                </a:lnTo>
                <a:lnTo>
                  <a:pt x="81847" y="79613"/>
                </a:lnTo>
                <a:lnTo>
                  <a:pt x="81761" y="90986"/>
                </a:lnTo>
                <a:lnTo>
                  <a:pt x="81679" y="102360"/>
                </a:lnTo>
                <a:lnTo>
                  <a:pt x="81604" y="113733"/>
                </a:lnTo>
                <a:lnTo>
                  <a:pt x="81538" y="125106"/>
                </a:lnTo>
                <a:lnTo>
                  <a:pt x="81480" y="136480"/>
                </a:lnTo>
                <a:lnTo>
                  <a:pt x="81433" y="147853"/>
                </a:lnTo>
                <a:lnTo>
                  <a:pt x="81394" y="159226"/>
                </a:lnTo>
                <a:lnTo>
                  <a:pt x="81363" y="170599"/>
                </a:lnTo>
                <a:lnTo>
                  <a:pt x="81339" y="181973"/>
                </a:lnTo>
                <a:lnTo>
                  <a:pt x="81321" y="193346"/>
                </a:lnTo>
                <a:lnTo>
                  <a:pt x="81309" y="204719"/>
                </a:lnTo>
                <a:lnTo>
                  <a:pt x="81299" y="216093"/>
                </a:lnTo>
                <a:lnTo>
                  <a:pt x="81293" y="227466"/>
                </a:lnTo>
                <a:lnTo>
                  <a:pt x="81288" y="238839"/>
                </a:lnTo>
                <a:lnTo>
                  <a:pt x="81286" y="250212"/>
                </a:lnTo>
                <a:lnTo>
                  <a:pt x="81284" y="261586"/>
                </a:lnTo>
                <a:lnTo>
                  <a:pt x="81283" y="272959"/>
                </a:lnTo>
                <a:lnTo>
                  <a:pt x="81282" y="284332"/>
                </a:lnTo>
                <a:lnTo>
                  <a:pt x="81281" y="295706"/>
                </a:lnTo>
                <a:lnTo>
                  <a:pt x="81281" y="307079"/>
                </a:lnTo>
                <a:lnTo>
                  <a:pt x="81281" y="318452"/>
                </a:lnTo>
                <a:lnTo>
                  <a:pt x="81281" y="329825"/>
                </a:lnTo>
                <a:lnTo>
                  <a:pt x="81281" y="341199"/>
                </a:lnTo>
                <a:lnTo>
                  <a:pt x="81281" y="352572"/>
                </a:lnTo>
                <a:lnTo>
                  <a:pt x="81281" y="363945"/>
                </a:lnTo>
                <a:lnTo>
                  <a:pt x="81281" y="375319"/>
                </a:lnTo>
                <a:lnTo>
                  <a:pt x="81281" y="386692"/>
                </a:lnTo>
                <a:lnTo>
                  <a:pt x="81281" y="398065"/>
                </a:lnTo>
                <a:lnTo>
                  <a:pt x="81281" y="409439"/>
                </a:lnTo>
                <a:lnTo>
                  <a:pt x="81281" y="420812"/>
                </a:lnTo>
                <a:lnTo>
                  <a:pt x="81281" y="432185"/>
                </a:lnTo>
                <a:lnTo>
                  <a:pt x="81281" y="443558"/>
                </a:lnTo>
                <a:lnTo>
                  <a:pt x="81281" y="454932"/>
                </a:lnTo>
                <a:lnTo>
                  <a:pt x="81281" y="466305"/>
                </a:lnTo>
                <a:lnTo>
                  <a:pt x="81281" y="477678"/>
                </a:lnTo>
                <a:lnTo>
                  <a:pt x="81281" y="489052"/>
                </a:lnTo>
                <a:lnTo>
                  <a:pt x="81281" y="500425"/>
                </a:lnTo>
                <a:lnTo>
                  <a:pt x="81281" y="511798"/>
                </a:lnTo>
                <a:lnTo>
                  <a:pt x="81281" y="523171"/>
                </a:lnTo>
                <a:lnTo>
                  <a:pt x="81281" y="534545"/>
                </a:lnTo>
                <a:lnTo>
                  <a:pt x="81281" y="545918"/>
                </a:lnTo>
                <a:lnTo>
                  <a:pt x="81281" y="557291"/>
                </a:lnTo>
                <a:lnTo>
                  <a:pt x="81281" y="568665"/>
                </a:lnTo>
                <a:lnTo>
                  <a:pt x="81281" y="580038"/>
                </a:lnTo>
                <a:lnTo>
                  <a:pt x="81281" y="591411"/>
                </a:lnTo>
                <a:lnTo>
                  <a:pt x="81281" y="602785"/>
                </a:lnTo>
                <a:lnTo>
                  <a:pt x="81281" y="614158"/>
                </a:lnTo>
                <a:lnTo>
                  <a:pt x="81281" y="625531"/>
                </a:lnTo>
                <a:lnTo>
                  <a:pt x="81282" y="636904"/>
                </a:lnTo>
                <a:lnTo>
                  <a:pt x="81282" y="648278"/>
                </a:lnTo>
                <a:lnTo>
                  <a:pt x="81283" y="659651"/>
                </a:lnTo>
                <a:lnTo>
                  <a:pt x="81285" y="671024"/>
                </a:lnTo>
                <a:lnTo>
                  <a:pt x="81287" y="682398"/>
                </a:lnTo>
                <a:lnTo>
                  <a:pt x="81290" y="693771"/>
                </a:lnTo>
                <a:lnTo>
                  <a:pt x="81295" y="705144"/>
                </a:lnTo>
                <a:lnTo>
                  <a:pt x="81301" y="716517"/>
                </a:lnTo>
                <a:lnTo>
                  <a:pt x="81310" y="727891"/>
                </a:lnTo>
                <a:lnTo>
                  <a:pt x="81322" y="739264"/>
                </a:lnTo>
                <a:lnTo>
                  <a:pt x="81337" y="750637"/>
                </a:lnTo>
                <a:lnTo>
                  <a:pt x="81357" y="762011"/>
                </a:lnTo>
                <a:lnTo>
                  <a:pt x="81381" y="773384"/>
                </a:lnTo>
                <a:lnTo>
                  <a:pt x="81409" y="784757"/>
                </a:lnTo>
                <a:lnTo>
                  <a:pt x="81443" y="796131"/>
                </a:lnTo>
                <a:lnTo>
                  <a:pt x="81480" y="807504"/>
                </a:lnTo>
                <a:lnTo>
                  <a:pt x="81521" y="818877"/>
                </a:lnTo>
                <a:lnTo>
                  <a:pt x="81564" y="830250"/>
                </a:lnTo>
                <a:lnTo>
                  <a:pt x="81607" y="841624"/>
                </a:lnTo>
                <a:lnTo>
                  <a:pt x="81649" y="852997"/>
                </a:lnTo>
                <a:lnTo>
                  <a:pt x="81687" y="864370"/>
                </a:lnTo>
                <a:lnTo>
                  <a:pt x="81719" y="875744"/>
                </a:lnTo>
                <a:lnTo>
                  <a:pt x="81744" y="887117"/>
                </a:lnTo>
                <a:lnTo>
                  <a:pt x="81760" y="898490"/>
                </a:lnTo>
                <a:lnTo>
                  <a:pt x="81765" y="909863"/>
                </a:lnTo>
                <a:lnTo>
                  <a:pt x="81760" y="921237"/>
                </a:lnTo>
                <a:lnTo>
                  <a:pt x="81744" y="932610"/>
                </a:lnTo>
                <a:lnTo>
                  <a:pt x="81719" y="943983"/>
                </a:lnTo>
                <a:lnTo>
                  <a:pt x="81687" y="955357"/>
                </a:lnTo>
                <a:lnTo>
                  <a:pt x="81649" y="966730"/>
                </a:lnTo>
                <a:lnTo>
                  <a:pt x="81607" y="978103"/>
                </a:lnTo>
                <a:lnTo>
                  <a:pt x="81564" y="989476"/>
                </a:lnTo>
                <a:lnTo>
                  <a:pt x="81521" y="1000850"/>
                </a:lnTo>
                <a:lnTo>
                  <a:pt x="81480" y="1012223"/>
                </a:lnTo>
                <a:lnTo>
                  <a:pt x="81443" y="1023596"/>
                </a:lnTo>
                <a:lnTo>
                  <a:pt x="81410" y="1034970"/>
                </a:lnTo>
                <a:lnTo>
                  <a:pt x="81381" y="1046343"/>
                </a:lnTo>
                <a:lnTo>
                  <a:pt x="81358" y="1057716"/>
                </a:lnTo>
                <a:lnTo>
                  <a:pt x="81339" y="1069090"/>
                </a:lnTo>
                <a:lnTo>
                  <a:pt x="81325" y="1080463"/>
                </a:lnTo>
                <a:lnTo>
                  <a:pt x="81316" y="1091836"/>
                </a:lnTo>
                <a:lnTo>
                  <a:pt x="81310" y="1103209"/>
                </a:lnTo>
                <a:lnTo>
                  <a:pt x="81308" y="1114583"/>
                </a:lnTo>
                <a:lnTo>
                  <a:pt x="81309" y="1125956"/>
                </a:lnTo>
                <a:lnTo>
                  <a:pt x="81314" y="1137329"/>
                </a:lnTo>
                <a:lnTo>
                  <a:pt x="81324" y="1148703"/>
                </a:lnTo>
                <a:lnTo>
                  <a:pt x="81337" y="1160076"/>
                </a:lnTo>
                <a:lnTo>
                  <a:pt x="81356" y="1171449"/>
                </a:lnTo>
                <a:lnTo>
                  <a:pt x="81380" y="1182822"/>
                </a:lnTo>
                <a:lnTo>
                  <a:pt x="81409" y="1194196"/>
                </a:lnTo>
                <a:lnTo>
                  <a:pt x="81444" y="1205569"/>
                </a:lnTo>
                <a:lnTo>
                  <a:pt x="81485" y="1216942"/>
                </a:lnTo>
                <a:lnTo>
                  <a:pt x="81531" y="1228316"/>
                </a:lnTo>
                <a:lnTo>
                  <a:pt x="81582" y="1239689"/>
                </a:lnTo>
                <a:lnTo>
                  <a:pt x="81637" y="1251062"/>
                </a:lnTo>
                <a:lnTo>
                  <a:pt x="81695" y="1262436"/>
                </a:lnTo>
                <a:lnTo>
                  <a:pt x="81754" y="1273809"/>
                </a:lnTo>
                <a:lnTo>
                  <a:pt x="81813" y="1285182"/>
                </a:lnTo>
                <a:lnTo>
                  <a:pt x="81870" y="1296555"/>
                </a:lnTo>
                <a:lnTo>
                  <a:pt x="81924" y="1307929"/>
                </a:lnTo>
                <a:lnTo>
                  <a:pt x="81974" y="1319302"/>
                </a:lnTo>
                <a:lnTo>
                  <a:pt x="82019" y="1330675"/>
                </a:lnTo>
                <a:lnTo>
                  <a:pt x="82059" y="1342049"/>
                </a:lnTo>
                <a:lnTo>
                  <a:pt x="82094" y="1353422"/>
                </a:lnTo>
                <a:lnTo>
                  <a:pt x="82124" y="1364795"/>
                </a:lnTo>
                <a:lnTo>
                  <a:pt x="82150" y="1376168"/>
                </a:lnTo>
                <a:lnTo>
                  <a:pt x="82172" y="1387542"/>
                </a:lnTo>
                <a:lnTo>
                  <a:pt x="82190" y="1398915"/>
                </a:lnTo>
                <a:lnTo>
                  <a:pt x="82205" y="1410288"/>
                </a:lnTo>
                <a:lnTo>
                  <a:pt x="82217" y="1421662"/>
                </a:lnTo>
                <a:lnTo>
                  <a:pt x="82228" y="1433035"/>
                </a:lnTo>
                <a:lnTo>
                  <a:pt x="82238" y="1444408"/>
                </a:lnTo>
                <a:lnTo>
                  <a:pt x="82247" y="1455782"/>
                </a:lnTo>
                <a:lnTo>
                  <a:pt x="82257" y="1467155"/>
                </a:lnTo>
                <a:lnTo>
                  <a:pt x="82270" y="1478528"/>
                </a:lnTo>
                <a:lnTo>
                  <a:pt x="82287" y="1489901"/>
                </a:lnTo>
                <a:lnTo>
                  <a:pt x="82313" y="1501275"/>
                </a:lnTo>
                <a:lnTo>
                  <a:pt x="82351" y="1512648"/>
                </a:lnTo>
                <a:lnTo>
                  <a:pt x="82408" y="1524021"/>
                </a:lnTo>
                <a:lnTo>
                  <a:pt x="82493" y="1535395"/>
                </a:lnTo>
                <a:lnTo>
                  <a:pt x="82616" y="1546768"/>
                </a:lnTo>
                <a:lnTo>
                  <a:pt x="82794" y="1558141"/>
                </a:lnTo>
                <a:lnTo>
                  <a:pt x="83050" y="1569514"/>
                </a:lnTo>
                <a:lnTo>
                  <a:pt x="83411" y="1580888"/>
                </a:lnTo>
                <a:lnTo>
                  <a:pt x="83917" y="1592261"/>
                </a:lnTo>
                <a:lnTo>
                  <a:pt x="84615" y="1603634"/>
                </a:lnTo>
                <a:lnTo>
                  <a:pt x="85565" y="1615008"/>
                </a:lnTo>
                <a:lnTo>
                  <a:pt x="86839" y="1626381"/>
                </a:lnTo>
                <a:lnTo>
                  <a:pt x="88515" y="1637754"/>
                </a:lnTo>
                <a:lnTo>
                  <a:pt x="90679" y="1649127"/>
                </a:lnTo>
                <a:lnTo>
                  <a:pt x="93416" y="1660501"/>
                </a:lnTo>
                <a:lnTo>
                  <a:pt x="96799" y="1671874"/>
                </a:lnTo>
                <a:lnTo>
                  <a:pt x="100884" y="1683247"/>
                </a:lnTo>
                <a:lnTo>
                  <a:pt x="105691" y="1694621"/>
                </a:lnTo>
                <a:lnTo>
                  <a:pt x="111197" y="1705994"/>
                </a:lnTo>
                <a:lnTo>
                  <a:pt x="117324" y="1717367"/>
                </a:lnTo>
                <a:lnTo>
                  <a:pt x="123932" y="1728741"/>
                </a:lnTo>
                <a:lnTo>
                  <a:pt x="130818" y="1740114"/>
                </a:lnTo>
                <a:lnTo>
                  <a:pt x="137724" y="1751487"/>
                </a:lnTo>
                <a:lnTo>
                  <a:pt x="144346" y="1762860"/>
                </a:lnTo>
                <a:lnTo>
                  <a:pt x="150361" y="1774234"/>
                </a:lnTo>
                <a:lnTo>
                  <a:pt x="155448" y="1785607"/>
                </a:lnTo>
                <a:lnTo>
                  <a:pt x="159317" y="1796980"/>
                </a:lnTo>
                <a:lnTo>
                  <a:pt x="161738" y="1808354"/>
                </a:lnTo>
                <a:lnTo>
                  <a:pt x="162562" y="1819727"/>
                </a:lnTo>
                <a:lnTo>
                  <a:pt x="162562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4898" name="data_7649">
            <a:extLst>
              <a:ext uri="{FF2B5EF4-FFF2-40B4-BE49-F238E27FC236}">
                <a16:creationId xmlns:a16="http://schemas.microsoft.com/office/drawing/2014/main" id="{F079702D-46FB-4FD4-BDA3-AD9EE5D6D10B}"/>
              </a:ext>
            </a:extLst>
          </p:cNvPr>
          <p:cNvSpPr>
            <a:spLocks/>
          </p:cNvSpPr>
          <p:nvPr/>
        </p:nvSpPr>
        <p:spPr>
          <a:xfrm>
            <a:off x="7806716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62562" y="1819727"/>
                </a:moveTo>
                <a:lnTo>
                  <a:pt x="0" y="1819727"/>
                </a:lnTo>
                <a:lnTo>
                  <a:pt x="926" y="1808354"/>
                </a:lnTo>
                <a:lnTo>
                  <a:pt x="3640" y="1796980"/>
                </a:lnTo>
                <a:lnTo>
                  <a:pt x="7958" y="1785607"/>
                </a:lnTo>
                <a:lnTo>
                  <a:pt x="13594" y="1774234"/>
                </a:lnTo>
                <a:lnTo>
                  <a:pt x="20197" y="1762860"/>
                </a:lnTo>
                <a:lnTo>
                  <a:pt x="27378" y="1751487"/>
                </a:lnTo>
                <a:lnTo>
                  <a:pt x="34754" y="1740114"/>
                </a:lnTo>
                <a:lnTo>
                  <a:pt x="41979" y="1728741"/>
                </a:lnTo>
                <a:lnTo>
                  <a:pt x="48767" y="1717367"/>
                </a:lnTo>
                <a:lnTo>
                  <a:pt x="54905" y="1705994"/>
                </a:lnTo>
                <a:lnTo>
                  <a:pt x="60263" y="1694621"/>
                </a:lnTo>
                <a:lnTo>
                  <a:pt x="64784" y="1683247"/>
                </a:lnTo>
                <a:lnTo>
                  <a:pt x="68476" y="1671874"/>
                </a:lnTo>
                <a:lnTo>
                  <a:pt x="71395" y="1660501"/>
                </a:lnTo>
                <a:lnTo>
                  <a:pt x="73629" y="1649127"/>
                </a:lnTo>
                <a:lnTo>
                  <a:pt x="75284" y="1637754"/>
                </a:lnTo>
                <a:lnTo>
                  <a:pt x="76468" y="1626381"/>
                </a:lnTo>
                <a:lnTo>
                  <a:pt x="77283" y="1615008"/>
                </a:lnTo>
                <a:lnTo>
                  <a:pt x="77820" y="1603634"/>
                </a:lnTo>
                <a:lnTo>
                  <a:pt x="78154" y="1592261"/>
                </a:lnTo>
                <a:lnTo>
                  <a:pt x="78344" y="1580888"/>
                </a:lnTo>
                <a:lnTo>
                  <a:pt x="78434" y="1569514"/>
                </a:lnTo>
                <a:lnTo>
                  <a:pt x="78456" y="1558141"/>
                </a:lnTo>
                <a:lnTo>
                  <a:pt x="78430" y="1546768"/>
                </a:lnTo>
                <a:lnTo>
                  <a:pt x="78371" y="1535395"/>
                </a:lnTo>
                <a:lnTo>
                  <a:pt x="78286" y="1524021"/>
                </a:lnTo>
                <a:lnTo>
                  <a:pt x="78181" y="1512648"/>
                </a:lnTo>
                <a:lnTo>
                  <a:pt x="78058" y="1501275"/>
                </a:lnTo>
                <a:lnTo>
                  <a:pt x="77921" y="1489901"/>
                </a:lnTo>
                <a:lnTo>
                  <a:pt x="77773" y="1478528"/>
                </a:lnTo>
                <a:lnTo>
                  <a:pt x="77616" y="1467155"/>
                </a:lnTo>
                <a:lnTo>
                  <a:pt x="77457" y="1455782"/>
                </a:lnTo>
                <a:lnTo>
                  <a:pt x="77302" y="1444408"/>
                </a:lnTo>
                <a:lnTo>
                  <a:pt x="77157" y="1433035"/>
                </a:lnTo>
                <a:lnTo>
                  <a:pt x="77029" y="1421662"/>
                </a:lnTo>
                <a:lnTo>
                  <a:pt x="76925" y="1410288"/>
                </a:lnTo>
                <a:lnTo>
                  <a:pt x="76848" y="1398915"/>
                </a:lnTo>
                <a:lnTo>
                  <a:pt x="76802" y="1387542"/>
                </a:lnTo>
                <a:lnTo>
                  <a:pt x="76784" y="1376168"/>
                </a:lnTo>
                <a:lnTo>
                  <a:pt x="76791" y="1364795"/>
                </a:lnTo>
                <a:lnTo>
                  <a:pt x="76813" y="1353422"/>
                </a:lnTo>
                <a:lnTo>
                  <a:pt x="76841" y="1342049"/>
                </a:lnTo>
                <a:lnTo>
                  <a:pt x="76863" y="1330675"/>
                </a:lnTo>
                <a:lnTo>
                  <a:pt x="76868" y="1319302"/>
                </a:lnTo>
                <a:lnTo>
                  <a:pt x="76845" y="1307929"/>
                </a:lnTo>
                <a:lnTo>
                  <a:pt x="76790" y="1296555"/>
                </a:lnTo>
                <a:lnTo>
                  <a:pt x="76700" y="1285182"/>
                </a:lnTo>
                <a:lnTo>
                  <a:pt x="76578" y="1273809"/>
                </a:lnTo>
                <a:lnTo>
                  <a:pt x="76431" y="1262436"/>
                </a:lnTo>
                <a:lnTo>
                  <a:pt x="76269" y="1251062"/>
                </a:lnTo>
                <a:lnTo>
                  <a:pt x="76103" y="1239689"/>
                </a:lnTo>
                <a:lnTo>
                  <a:pt x="75945" y="1228316"/>
                </a:lnTo>
                <a:lnTo>
                  <a:pt x="75802" y="1216942"/>
                </a:lnTo>
                <a:lnTo>
                  <a:pt x="75683" y="1205569"/>
                </a:lnTo>
                <a:lnTo>
                  <a:pt x="75589" y="1194196"/>
                </a:lnTo>
                <a:lnTo>
                  <a:pt x="75520" y="1182822"/>
                </a:lnTo>
                <a:lnTo>
                  <a:pt x="75472" y="1171449"/>
                </a:lnTo>
                <a:lnTo>
                  <a:pt x="75439" y="1160076"/>
                </a:lnTo>
                <a:lnTo>
                  <a:pt x="75414" y="1148703"/>
                </a:lnTo>
                <a:lnTo>
                  <a:pt x="75389" y="1137329"/>
                </a:lnTo>
                <a:lnTo>
                  <a:pt x="75356" y="1125956"/>
                </a:lnTo>
                <a:lnTo>
                  <a:pt x="75306" y="1114583"/>
                </a:lnTo>
                <a:lnTo>
                  <a:pt x="75226" y="1103209"/>
                </a:lnTo>
                <a:lnTo>
                  <a:pt x="75102" y="1091836"/>
                </a:lnTo>
                <a:lnTo>
                  <a:pt x="74914" y="1080463"/>
                </a:lnTo>
                <a:lnTo>
                  <a:pt x="74641" y="1069090"/>
                </a:lnTo>
                <a:lnTo>
                  <a:pt x="74258" y="1057716"/>
                </a:lnTo>
                <a:lnTo>
                  <a:pt x="73738" y="1046343"/>
                </a:lnTo>
                <a:lnTo>
                  <a:pt x="73059" y="1034970"/>
                </a:lnTo>
                <a:lnTo>
                  <a:pt x="72208" y="1023596"/>
                </a:lnTo>
                <a:lnTo>
                  <a:pt x="71181" y="1012223"/>
                </a:lnTo>
                <a:lnTo>
                  <a:pt x="69993" y="1000850"/>
                </a:lnTo>
                <a:lnTo>
                  <a:pt x="68675" y="989476"/>
                </a:lnTo>
                <a:lnTo>
                  <a:pt x="67277" y="978103"/>
                </a:lnTo>
                <a:lnTo>
                  <a:pt x="65866" y="966730"/>
                </a:lnTo>
                <a:lnTo>
                  <a:pt x="64520" y="955357"/>
                </a:lnTo>
                <a:lnTo>
                  <a:pt x="63321" y="943983"/>
                </a:lnTo>
                <a:lnTo>
                  <a:pt x="62347" y="932610"/>
                </a:lnTo>
                <a:lnTo>
                  <a:pt x="61665" y="921237"/>
                </a:lnTo>
                <a:lnTo>
                  <a:pt x="61321" y="909863"/>
                </a:lnTo>
                <a:lnTo>
                  <a:pt x="61339" y="898490"/>
                </a:lnTo>
                <a:lnTo>
                  <a:pt x="61717" y="887117"/>
                </a:lnTo>
                <a:lnTo>
                  <a:pt x="62424" y="875744"/>
                </a:lnTo>
                <a:lnTo>
                  <a:pt x="63414" y="864370"/>
                </a:lnTo>
                <a:lnTo>
                  <a:pt x="64619" y="852997"/>
                </a:lnTo>
                <a:lnTo>
                  <a:pt x="65970" y="841624"/>
                </a:lnTo>
                <a:lnTo>
                  <a:pt x="67392" y="830250"/>
                </a:lnTo>
                <a:lnTo>
                  <a:pt x="68818" y="818877"/>
                </a:lnTo>
                <a:lnTo>
                  <a:pt x="70190" y="807504"/>
                </a:lnTo>
                <a:lnTo>
                  <a:pt x="71462" y="796131"/>
                </a:lnTo>
                <a:lnTo>
                  <a:pt x="72603" y="784757"/>
                </a:lnTo>
                <a:lnTo>
                  <a:pt x="73591" y="773384"/>
                </a:lnTo>
                <a:lnTo>
                  <a:pt x="74415" y="762011"/>
                </a:lnTo>
                <a:lnTo>
                  <a:pt x="75069" y="750637"/>
                </a:lnTo>
                <a:lnTo>
                  <a:pt x="75555" y="739264"/>
                </a:lnTo>
                <a:lnTo>
                  <a:pt x="75878" y="727891"/>
                </a:lnTo>
                <a:lnTo>
                  <a:pt x="76047" y="716517"/>
                </a:lnTo>
                <a:lnTo>
                  <a:pt x="76074" y="705144"/>
                </a:lnTo>
                <a:lnTo>
                  <a:pt x="75975" y="693771"/>
                </a:lnTo>
                <a:lnTo>
                  <a:pt x="75773" y="682398"/>
                </a:lnTo>
                <a:lnTo>
                  <a:pt x="75493" y="671024"/>
                </a:lnTo>
                <a:lnTo>
                  <a:pt x="75166" y="659651"/>
                </a:lnTo>
                <a:lnTo>
                  <a:pt x="74826" y="648278"/>
                </a:lnTo>
                <a:lnTo>
                  <a:pt x="74507" y="636904"/>
                </a:lnTo>
                <a:lnTo>
                  <a:pt x="74241" y="625531"/>
                </a:lnTo>
                <a:lnTo>
                  <a:pt x="74055" y="614158"/>
                </a:lnTo>
                <a:lnTo>
                  <a:pt x="73968" y="602785"/>
                </a:lnTo>
                <a:lnTo>
                  <a:pt x="73990" y="591411"/>
                </a:lnTo>
                <a:lnTo>
                  <a:pt x="74122" y="580038"/>
                </a:lnTo>
                <a:lnTo>
                  <a:pt x="74354" y="568665"/>
                </a:lnTo>
                <a:lnTo>
                  <a:pt x="74669" y="557291"/>
                </a:lnTo>
                <a:lnTo>
                  <a:pt x="75043" y="545918"/>
                </a:lnTo>
                <a:lnTo>
                  <a:pt x="75449" y="534545"/>
                </a:lnTo>
                <a:lnTo>
                  <a:pt x="75863" y="523171"/>
                </a:lnTo>
                <a:lnTo>
                  <a:pt x="76260" y="511798"/>
                </a:lnTo>
                <a:lnTo>
                  <a:pt x="76623" y="500425"/>
                </a:lnTo>
                <a:lnTo>
                  <a:pt x="76939" y="489052"/>
                </a:lnTo>
                <a:lnTo>
                  <a:pt x="77203" y="477678"/>
                </a:lnTo>
                <a:lnTo>
                  <a:pt x="77414" y="466305"/>
                </a:lnTo>
                <a:lnTo>
                  <a:pt x="77577" y="454932"/>
                </a:lnTo>
                <a:lnTo>
                  <a:pt x="77701" y="443558"/>
                </a:lnTo>
                <a:lnTo>
                  <a:pt x="77793" y="432185"/>
                </a:lnTo>
                <a:lnTo>
                  <a:pt x="77866" y="420812"/>
                </a:lnTo>
                <a:lnTo>
                  <a:pt x="77929" y="409439"/>
                </a:lnTo>
                <a:lnTo>
                  <a:pt x="77989" y="398065"/>
                </a:lnTo>
                <a:lnTo>
                  <a:pt x="78054" y="386692"/>
                </a:lnTo>
                <a:lnTo>
                  <a:pt x="78128" y="375319"/>
                </a:lnTo>
                <a:lnTo>
                  <a:pt x="78214" y="363945"/>
                </a:lnTo>
                <a:lnTo>
                  <a:pt x="78314" y="352572"/>
                </a:lnTo>
                <a:lnTo>
                  <a:pt x="78427" y="341199"/>
                </a:lnTo>
                <a:lnTo>
                  <a:pt x="78553" y="329825"/>
                </a:lnTo>
                <a:lnTo>
                  <a:pt x="78689" y="318452"/>
                </a:lnTo>
                <a:lnTo>
                  <a:pt x="78829" y="307079"/>
                </a:lnTo>
                <a:lnTo>
                  <a:pt x="78966" y="295706"/>
                </a:lnTo>
                <a:lnTo>
                  <a:pt x="79091" y="284332"/>
                </a:lnTo>
                <a:lnTo>
                  <a:pt x="79189" y="272959"/>
                </a:lnTo>
                <a:lnTo>
                  <a:pt x="79243" y="261586"/>
                </a:lnTo>
                <a:lnTo>
                  <a:pt x="79229" y="250212"/>
                </a:lnTo>
                <a:lnTo>
                  <a:pt x="79115" y="238839"/>
                </a:lnTo>
                <a:lnTo>
                  <a:pt x="78863" y="227466"/>
                </a:lnTo>
                <a:lnTo>
                  <a:pt x="78424" y="216093"/>
                </a:lnTo>
                <a:lnTo>
                  <a:pt x="77739" y="204719"/>
                </a:lnTo>
                <a:lnTo>
                  <a:pt x="76736" y="193346"/>
                </a:lnTo>
                <a:lnTo>
                  <a:pt x="75334" y="181973"/>
                </a:lnTo>
                <a:lnTo>
                  <a:pt x="73442" y="170599"/>
                </a:lnTo>
                <a:lnTo>
                  <a:pt x="70968" y="159226"/>
                </a:lnTo>
                <a:lnTo>
                  <a:pt x="67825" y="147853"/>
                </a:lnTo>
                <a:lnTo>
                  <a:pt x="63944" y="136480"/>
                </a:lnTo>
                <a:lnTo>
                  <a:pt x="59284" y="125106"/>
                </a:lnTo>
                <a:lnTo>
                  <a:pt x="53851" y="113733"/>
                </a:lnTo>
                <a:lnTo>
                  <a:pt x="47708" y="102360"/>
                </a:lnTo>
                <a:lnTo>
                  <a:pt x="40986" y="90986"/>
                </a:lnTo>
                <a:lnTo>
                  <a:pt x="33891" y="79613"/>
                </a:lnTo>
                <a:lnTo>
                  <a:pt x="26694" y="68240"/>
                </a:lnTo>
                <a:lnTo>
                  <a:pt x="19723" y="56866"/>
                </a:lnTo>
                <a:lnTo>
                  <a:pt x="13339" y="45493"/>
                </a:lnTo>
                <a:lnTo>
                  <a:pt x="7904" y="34120"/>
                </a:lnTo>
                <a:lnTo>
                  <a:pt x="3750" y="22747"/>
                </a:lnTo>
                <a:lnTo>
                  <a:pt x="1141" y="11373"/>
                </a:lnTo>
                <a:lnTo>
                  <a:pt x="252" y="0"/>
                </a:lnTo>
                <a:lnTo>
                  <a:pt x="162309" y="0"/>
                </a:lnTo>
                <a:lnTo>
                  <a:pt x="162309" y="0"/>
                </a:lnTo>
                <a:lnTo>
                  <a:pt x="161420" y="11373"/>
                </a:lnTo>
                <a:lnTo>
                  <a:pt x="158812" y="22747"/>
                </a:lnTo>
                <a:lnTo>
                  <a:pt x="154657" y="34120"/>
                </a:lnTo>
                <a:lnTo>
                  <a:pt x="149223" y="45493"/>
                </a:lnTo>
                <a:lnTo>
                  <a:pt x="142839" y="56866"/>
                </a:lnTo>
                <a:lnTo>
                  <a:pt x="135868" y="68240"/>
                </a:lnTo>
                <a:lnTo>
                  <a:pt x="128671" y="79613"/>
                </a:lnTo>
                <a:lnTo>
                  <a:pt x="121575" y="90986"/>
                </a:lnTo>
                <a:lnTo>
                  <a:pt x="114854" y="102360"/>
                </a:lnTo>
                <a:lnTo>
                  <a:pt x="108710" y="113733"/>
                </a:lnTo>
                <a:lnTo>
                  <a:pt x="103277" y="125106"/>
                </a:lnTo>
                <a:lnTo>
                  <a:pt x="98617" y="136480"/>
                </a:lnTo>
                <a:lnTo>
                  <a:pt x="94736" y="147853"/>
                </a:lnTo>
                <a:lnTo>
                  <a:pt x="91594" y="159226"/>
                </a:lnTo>
                <a:lnTo>
                  <a:pt x="89120" y="170599"/>
                </a:lnTo>
                <a:lnTo>
                  <a:pt x="87228" y="181973"/>
                </a:lnTo>
                <a:lnTo>
                  <a:pt x="85825" y="193346"/>
                </a:lnTo>
                <a:lnTo>
                  <a:pt x="84823" y="204719"/>
                </a:lnTo>
                <a:lnTo>
                  <a:pt x="84137" y="216093"/>
                </a:lnTo>
                <a:lnTo>
                  <a:pt x="83699" y="227466"/>
                </a:lnTo>
                <a:lnTo>
                  <a:pt x="83447" y="238839"/>
                </a:lnTo>
                <a:lnTo>
                  <a:pt x="83333" y="250212"/>
                </a:lnTo>
                <a:lnTo>
                  <a:pt x="83318" y="261586"/>
                </a:lnTo>
                <a:lnTo>
                  <a:pt x="83372" y="272959"/>
                </a:lnTo>
                <a:lnTo>
                  <a:pt x="83470" y="284332"/>
                </a:lnTo>
                <a:lnTo>
                  <a:pt x="83595" y="295706"/>
                </a:lnTo>
                <a:lnTo>
                  <a:pt x="83733" y="307079"/>
                </a:lnTo>
                <a:lnTo>
                  <a:pt x="83873" y="318452"/>
                </a:lnTo>
                <a:lnTo>
                  <a:pt x="84008" y="329825"/>
                </a:lnTo>
                <a:lnTo>
                  <a:pt x="84134" y="341199"/>
                </a:lnTo>
                <a:lnTo>
                  <a:pt x="84248" y="352572"/>
                </a:lnTo>
                <a:lnTo>
                  <a:pt x="84348" y="363945"/>
                </a:lnTo>
                <a:lnTo>
                  <a:pt x="84434" y="375319"/>
                </a:lnTo>
                <a:lnTo>
                  <a:pt x="84508" y="386692"/>
                </a:lnTo>
                <a:lnTo>
                  <a:pt x="84572" y="398065"/>
                </a:lnTo>
                <a:lnTo>
                  <a:pt x="84633" y="409439"/>
                </a:lnTo>
                <a:lnTo>
                  <a:pt x="84695" y="420812"/>
                </a:lnTo>
                <a:lnTo>
                  <a:pt x="84768" y="432185"/>
                </a:lnTo>
                <a:lnTo>
                  <a:pt x="84861" y="443558"/>
                </a:lnTo>
                <a:lnTo>
                  <a:pt x="84984" y="454932"/>
                </a:lnTo>
                <a:lnTo>
                  <a:pt x="85147" y="466305"/>
                </a:lnTo>
                <a:lnTo>
                  <a:pt x="85359" y="477678"/>
                </a:lnTo>
                <a:lnTo>
                  <a:pt x="85622" y="489052"/>
                </a:lnTo>
                <a:lnTo>
                  <a:pt x="85939" y="500425"/>
                </a:lnTo>
                <a:lnTo>
                  <a:pt x="86302" y="511798"/>
                </a:lnTo>
                <a:lnTo>
                  <a:pt x="86699" y="523171"/>
                </a:lnTo>
                <a:lnTo>
                  <a:pt x="87112" y="534545"/>
                </a:lnTo>
                <a:lnTo>
                  <a:pt x="87519" y="545918"/>
                </a:lnTo>
                <a:lnTo>
                  <a:pt x="87893" y="557291"/>
                </a:lnTo>
                <a:lnTo>
                  <a:pt x="88207" y="568665"/>
                </a:lnTo>
                <a:lnTo>
                  <a:pt x="88439" y="580038"/>
                </a:lnTo>
                <a:lnTo>
                  <a:pt x="88571" y="591411"/>
                </a:lnTo>
                <a:lnTo>
                  <a:pt x="88594" y="602785"/>
                </a:lnTo>
                <a:lnTo>
                  <a:pt x="88507" y="614158"/>
                </a:lnTo>
                <a:lnTo>
                  <a:pt x="88321" y="625531"/>
                </a:lnTo>
                <a:lnTo>
                  <a:pt x="88054" y="636904"/>
                </a:lnTo>
                <a:lnTo>
                  <a:pt x="87735" y="648278"/>
                </a:lnTo>
                <a:lnTo>
                  <a:pt x="87395" y="659651"/>
                </a:lnTo>
                <a:lnTo>
                  <a:pt x="87069" y="671024"/>
                </a:lnTo>
                <a:lnTo>
                  <a:pt x="86789" y="682398"/>
                </a:lnTo>
                <a:lnTo>
                  <a:pt x="86586" y="693771"/>
                </a:lnTo>
                <a:lnTo>
                  <a:pt x="86487" y="705144"/>
                </a:lnTo>
                <a:lnTo>
                  <a:pt x="86514" y="716517"/>
                </a:lnTo>
                <a:lnTo>
                  <a:pt x="86683" y="727891"/>
                </a:lnTo>
                <a:lnTo>
                  <a:pt x="87006" y="739264"/>
                </a:lnTo>
                <a:lnTo>
                  <a:pt x="87493" y="750637"/>
                </a:lnTo>
                <a:lnTo>
                  <a:pt x="88147" y="762011"/>
                </a:lnTo>
                <a:lnTo>
                  <a:pt x="88970" y="773384"/>
                </a:lnTo>
                <a:lnTo>
                  <a:pt x="89958" y="784757"/>
                </a:lnTo>
                <a:lnTo>
                  <a:pt x="91099" y="796131"/>
                </a:lnTo>
                <a:lnTo>
                  <a:pt x="92372" y="807504"/>
                </a:lnTo>
                <a:lnTo>
                  <a:pt x="93744" y="818877"/>
                </a:lnTo>
                <a:lnTo>
                  <a:pt x="95170" y="830250"/>
                </a:lnTo>
                <a:lnTo>
                  <a:pt x="96592" y="841624"/>
                </a:lnTo>
                <a:lnTo>
                  <a:pt x="97942" y="852997"/>
                </a:lnTo>
                <a:lnTo>
                  <a:pt x="99148" y="864370"/>
                </a:lnTo>
                <a:lnTo>
                  <a:pt x="100137" y="875744"/>
                </a:lnTo>
                <a:lnTo>
                  <a:pt x="100845" y="887117"/>
                </a:lnTo>
                <a:lnTo>
                  <a:pt x="101222" y="898490"/>
                </a:lnTo>
                <a:lnTo>
                  <a:pt x="101241" y="909863"/>
                </a:lnTo>
                <a:lnTo>
                  <a:pt x="100897" y="921237"/>
                </a:lnTo>
                <a:lnTo>
                  <a:pt x="100215" y="932610"/>
                </a:lnTo>
                <a:lnTo>
                  <a:pt x="99241" y="943983"/>
                </a:lnTo>
                <a:lnTo>
                  <a:pt x="98041" y="955357"/>
                </a:lnTo>
                <a:lnTo>
                  <a:pt x="96695" y="966730"/>
                </a:lnTo>
                <a:lnTo>
                  <a:pt x="95284" y="978103"/>
                </a:lnTo>
                <a:lnTo>
                  <a:pt x="93887" y="989476"/>
                </a:lnTo>
                <a:lnTo>
                  <a:pt x="92568" y="1000850"/>
                </a:lnTo>
                <a:lnTo>
                  <a:pt x="91380" y="1012223"/>
                </a:lnTo>
                <a:lnTo>
                  <a:pt x="90354" y="1023596"/>
                </a:lnTo>
                <a:lnTo>
                  <a:pt x="89502" y="1034970"/>
                </a:lnTo>
                <a:lnTo>
                  <a:pt x="88824" y="1046343"/>
                </a:lnTo>
                <a:lnTo>
                  <a:pt x="88304" y="1057716"/>
                </a:lnTo>
                <a:lnTo>
                  <a:pt x="87920" y="1069090"/>
                </a:lnTo>
                <a:lnTo>
                  <a:pt x="87647" y="1080463"/>
                </a:lnTo>
                <a:lnTo>
                  <a:pt x="87460" y="1091836"/>
                </a:lnTo>
                <a:lnTo>
                  <a:pt x="87336" y="1103209"/>
                </a:lnTo>
                <a:lnTo>
                  <a:pt x="87256" y="1114583"/>
                </a:lnTo>
                <a:lnTo>
                  <a:pt x="87205" y="1125956"/>
                </a:lnTo>
                <a:lnTo>
                  <a:pt x="87172" y="1137329"/>
                </a:lnTo>
                <a:lnTo>
                  <a:pt x="87148" y="1148703"/>
                </a:lnTo>
                <a:lnTo>
                  <a:pt x="87123" y="1160076"/>
                </a:lnTo>
                <a:lnTo>
                  <a:pt x="87090" y="1171449"/>
                </a:lnTo>
                <a:lnTo>
                  <a:pt x="87041" y="1182822"/>
                </a:lnTo>
                <a:lnTo>
                  <a:pt x="86972" y="1194196"/>
                </a:lnTo>
                <a:lnTo>
                  <a:pt x="86879" y="1205569"/>
                </a:lnTo>
                <a:lnTo>
                  <a:pt x="86759" y="1216942"/>
                </a:lnTo>
                <a:lnTo>
                  <a:pt x="86617" y="1228316"/>
                </a:lnTo>
                <a:lnTo>
                  <a:pt x="86458" y="1239689"/>
                </a:lnTo>
                <a:lnTo>
                  <a:pt x="86292" y="1251062"/>
                </a:lnTo>
                <a:lnTo>
                  <a:pt x="86130" y="1262436"/>
                </a:lnTo>
                <a:lnTo>
                  <a:pt x="85983" y="1273809"/>
                </a:lnTo>
                <a:lnTo>
                  <a:pt x="85861" y="1285182"/>
                </a:lnTo>
                <a:lnTo>
                  <a:pt x="85771" y="1296555"/>
                </a:lnTo>
                <a:lnTo>
                  <a:pt x="85716" y="1307929"/>
                </a:lnTo>
                <a:lnTo>
                  <a:pt x="85694" y="1319302"/>
                </a:lnTo>
                <a:lnTo>
                  <a:pt x="85698" y="1330675"/>
                </a:lnTo>
                <a:lnTo>
                  <a:pt x="85720" y="1342049"/>
                </a:lnTo>
                <a:lnTo>
                  <a:pt x="85748" y="1353422"/>
                </a:lnTo>
                <a:lnTo>
                  <a:pt x="85771" y="1364795"/>
                </a:lnTo>
                <a:lnTo>
                  <a:pt x="85777" y="1376168"/>
                </a:lnTo>
                <a:lnTo>
                  <a:pt x="85760" y="1387542"/>
                </a:lnTo>
                <a:lnTo>
                  <a:pt x="85713" y="1398915"/>
                </a:lnTo>
                <a:lnTo>
                  <a:pt x="85637" y="1410288"/>
                </a:lnTo>
                <a:lnTo>
                  <a:pt x="85533" y="1421662"/>
                </a:lnTo>
                <a:lnTo>
                  <a:pt x="85405" y="1433035"/>
                </a:lnTo>
                <a:lnTo>
                  <a:pt x="85260" y="1444408"/>
                </a:lnTo>
                <a:lnTo>
                  <a:pt x="85104" y="1455782"/>
                </a:lnTo>
                <a:lnTo>
                  <a:pt x="84945" y="1467155"/>
                </a:lnTo>
                <a:lnTo>
                  <a:pt x="84789" y="1478528"/>
                </a:lnTo>
                <a:lnTo>
                  <a:pt x="84640" y="1489901"/>
                </a:lnTo>
                <a:lnTo>
                  <a:pt x="84503" y="1501275"/>
                </a:lnTo>
                <a:lnTo>
                  <a:pt x="84381" y="1512648"/>
                </a:lnTo>
                <a:lnTo>
                  <a:pt x="84276" y="1524021"/>
                </a:lnTo>
                <a:lnTo>
                  <a:pt x="84191" y="1535395"/>
                </a:lnTo>
                <a:lnTo>
                  <a:pt x="84131" y="1546768"/>
                </a:lnTo>
                <a:lnTo>
                  <a:pt x="84106" y="1558141"/>
                </a:lnTo>
                <a:lnTo>
                  <a:pt x="84127" y="1569514"/>
                </a:lnTo>
                <a:lnTo>
                  <a:pt x="84217" y="1580888"/>
                </a:lnTo>
                <a:lnTo>
                  <a:pt x="84407" y="1592261"/>
                </a:lnTo>
                <a:lnTo>
                  <a:pt x="84741" y="1603634"/>
                </a:lnTo>
                <a:lnTo>
                  <a:pt x="85278" y="1615008"/>
                </a:lnTo>
                <a:lnTo>
                  <a:pt x="86094" y="1626381"/>
                </a:lnTo>
                <a:lnTo>
                  <a:pt x="87277" y="1637754"/>
                </a:lnTo>
                <a:lnTo>
                  <a:pt x="88932" y="1649127"/>
                </a:lnTo>
                <a:lnTo>
                  <a:pt x="91166" y="1660501"/>
                </a:lnTo>
                <a:lnTo>
                  <a:pt x="94085" y="1671874"/>
                </a:lnTo>
                <a:lnTo>
                  <a:pt x="97778" y="1683247"/>
                </a:lnTo>
                <a:lnTo>
                  <a:pt x="102299" y="1694621"/>
                </a:lnTo>
                <a:lnTo>
                  <a:pt x="107657" y="1705994"/>
                </a:lnTo>
                <a:lnTo>
                  <a:pt x="113795" y="1717367"/>
                </a:lnTo>
                <a:lnTo>
                  <a:pt x="120582" y="1728741"/>
                </a:lnTo>
                <a:lnTo>
                  <a:pt x="127807" y="1740114"/>
                </a:lnTo>
                <a:lnTo>
                  <a:pt x="135184" y="1751487"/>
                </a:lnTo>
                <a:lnTo>
                  <a:pt x="142365" y="1762860"/>
                </a:lnTo>
                <a:lnTo>
                  <a:pt x="148967" y="1774234"/>
                </a:lnTo>
                <a:lnTo>
                  <a:pt x="154604" y="1785607"/>
                </a:lnTo>
                <a:lnTo>
                  <a:pt x="158922" y="1796980"/>
                </a:lnTo>
                <a:lnTo>
                  <a:pt x="161636" y="1808354"/>
                </a:lnTo>
                <a:lnTo>
                  <a:pt x="162562" y="1819727"/>
                </a:lnTo>
                <a:lnTo>
                  <a:pt x="162562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4899" name="data_7650">
            <a:extLst>
              <a:ext uri="{FF2B5EF4-FFF2-40B4-BE49-F238E27FC236}">
                <a16:creationId xmlns:a16="http://schemas.microsoft.com/office/drawing/2014/main" id="{A7E5C378-2261-459D-B9FA-1ED8A650C302}"/>
              </a:ext>
            </a:extLst>
          </p:cNvPr>
          <p:cNvSpPr>
            <a:spLocks/>
          </p:cNvSpPr>
          <p:nvPr/>
        </p:nvSpPr>
        <p:spPr>
          <a:xfrm>
            <a:off x="8026394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25812" y="1819727"/>
                </a:moveTo>
                <a:lnTo>
                  <a:pt x="36750" y="1819727"/>
                </a:lnTo>
                <a:lnTo>
                  <a:pt x="37249" y="1808354"/>
                </a:lnTo>
                <a:lnTo>
                  <a:pt x="38711" y="1796980"/>
                </a:lnTo>
                <a:lnTo>
                  <a:pt x="41039" y="1785607"/>
                </a:lnTo>
                <a:lnTo>
                  <a:pt x="44084" y="1774234"/>
                </a:lnTo>
                <a:lnTo>
                  <a:pt x="47656" y="1762860"/>
                </a:lnTo>
                <a:lnTo>
                  <a:pt x="51551" y="1751487"/>
                </a:lnTo>
                <a:lnTo>
                  <a:pt x="55564" y="1740114"/>
                </a:lnTo>
                <a:lnTo>
                  <a:pt x="59507" y="1728741"/>
                </a:lnTo>
                <a:lnTo>
                  <a:pt x="63224" y="1717367"/>
                </a:lnTo>
                <a:lnTo>
                  <a:pt x="66600" y="1705994"/>
                </a:lnTo>
                <a:lnTo>
                  <a:pt x="69559" y="1694621"/>
                </a:lnTo>
                <a:lnTo>
                  <a:pt x="72068" y="1683247"/>
                </a:lnTo>
                <a:lnTo>
                  <a:pt x="74126" y="1671874"/>
                </a:lnTo>
                <a:lnTo>
                  <a:pt x="75761" y="1660501"/>
                </a:lnTo>
                <a:lnTo>
                  <a:pt x="77020" y="1649127"/>
                </a:lnTo>
                <a:lnTo>
                  <a:pt x="77958" y="1637754"/>
                </a:lnTo>
                <a:lnTo>
                  <a:pt x="78634" y="1626381"/>
                </a:lnTo>
                <a:lnTo>
                  <a:pt x="79106" y="1615008"/>
                </a:lnTo>
                <a:lnTo>
                  <a:pt x="79424" y="1603634"/>
                </a:lnTo>
                <a:lnTo>
                  <a:pt x="79629" y="1592261"/>
                </a:lnTo>
                <a:lnTo>
                  <a:pt x="79757" y="1580888"/>
                </a:lnTo>
                <a:lnTo>
                  <a:pt x="79831" y="1569514"/>
                </a:lnTo>
                <a:lnTo>
                  <a:pt x="79868" y="1558141"/>
                </a:lnTo>
                <a:lnTo>
                  <a:pt x="79880" y="1546768"/>
                </a:lnTo>
                <a:lnTo>
                  <a:pt x="79874" y="1535395"/>
                </a:lnTo>
                <a:lnTo>
                  <a:pt x="79854" y="1524021"/>
                </a:lnTo>
                <a:lnTo>
                  <a:pt x="79822" y="1512648"/>
                </a:lnTo>
                <a:lnTo>
                  <a:pt x="79779" y="1501275"/>
                </a:lnTo>
                <a:lnTo>
                  <a:pt x="79727" y="1489901"/>
                </a:lnTo>
                <a:lnTo>
                  <a:pt x="79666" y="1478528"/>
                </a:lnTo>
                <a:lnTo>
                  <a:pt x="79599" y="1467155"/>
                </a:lnTo>
                <a:lnTo>
                  <a:pt x="79527" y="1455782"/>
                </a:lnTo>
                <a:lnTo>
                  <a:pt x="79451" y="1444408"/>
                </a:lnTo>
                <a:lnTo>
                  <a:pt x="79373" y="1433035"/>
                </a:lnTo>
                <a:lnTo>
                  <a:pt x="79294" y="1421662"/>
                </a:lnTo>
                <a:lnTo>
                  <a:pt x="79215" y="1410288"/>
                </a:lnTo>
                <a:lnTo>
                  <a:pt x="79136" y="1398915"/>
                </a:lnTo>
                <a:lnTo>
                  <a:pt x="79058" y="1387542"/>
                </a:lnTo>
                <a:lnTo>
                  <a:pt x="78980" y="1376168"/>
                </a:lnTo>
                <a:lnTo>
                  <a:pt x="78904" y="1364795"/>
                </a:lnTo>
                <a:lnTo>
                  <a:pt x="78829" y="1353422"/>
                </a:lnTo>
                <a:lnTo>
                  <a:pt x="78755" y="1342049"/>
                </a:lnTo>
                <a:lnTo>
                  <a:pt x="78683" y="1330675"/>
                </a:lnTo>
                <a:lnTo>
                  <a:pt x="78613" y="1319302"/>
                </a:lnTo>
                <a:lnTo>
                  <a:pt x="78547" y="1307929"/>
                </a:lnTo>
                <a:lnTo>
                  <a:pt x="78486" y="1296555"/>
                </a:lnTo>
                <a:lnTo>
                  <a:pt x="78433" y="1285182"/>
                </a:lnTo>
                <a:lnTo>
                  <a:pt x="78389" y="1273809"/>
                </a:lnTo>
                <a:lnTo>
                  <a:pt x="78359" y="1262436"/>
                </a:lnTo>
                <a:lnTo>
                  <a:pt x="78345" y="1251062"/>
                </a:lnTo>
                <a:lnTo>
                  <a:pt x="78350" y="1239689"/>
                </a:lnTo>
                <a:lnTo>
                  <a:pt x="78374" y="1228316"/>
                </a:lnTo>
                <a:lnTo>
                  <a:pt x="78420" y="1216942"/>
                </a:lnTo>
                <a:lnTo>
                  <a:pt x="78486" y="1205569"/>
                </a:lnTo>
                <a:lnTo>
                  <a:pt x="78570" y="1194196"/>
                </a:lnTo>
                <a:lnTo>
                  <a:pt x="78670" y="1182822"/>
                </a:lnTo>
                <a:lnTo>
                  <a:pt x="78781" y="1171449"/>
                </a:lnTo>
                <a:lnTo>
                  <a:pt x="78898" y="1160076"/>
                </a:lnTo>
                <a:lnTo>
                  <a:pt x="79017" y="1148703"/>
                </a:lnTo>
                <a:lnTo>
                  <a:pt x="79131" y="1137329"/>
                </a:lnTo>
                <a:lnTo>
                  <a:pt x="79235" y="1125956"/>
                </a:lnTo>
                <a:lnTo>
                  <a:pt x="79322" y="1114583"/>
                </a:lnTo>
                <a:lnTo>
                  <a:pt x="79386" y="1103209"/>
                </a:lnTo>
                <a:lnTo>
                  <a:pt x="79421" y="1091836"/>
                </a:lnTo>
                <a:lnTo>
                  <a:pt x="79417" y="1080463"/>
                </a:lnTo>
                <a:lnTo>
                  <a:pt x="79367" y="1069090"/>
                </a:lnTo>
                <a:lnTo>
                  <a:pt x="79262" y="1057716"/>
                </a:lnTo>
                <a:lnTo>
                  <a:pt x="79094" y="1046343"/>
                </a:lnTo>
                <a:lnTo>
                  <a:pt x="78856" y="1034970"/>
                </a:lnTo>
                <a:lnTo>
                  <a:pt x="78547" y="1023596"/>
                </a:lnTo>
                <a:lnTo>
                  <a:pt x="78166" y="1012223"/>
                </a:lnTo>
                <a:lnTo>
                  <a:pt x="77721" y="1000850"/>
                </a:lnTo>
                <a:lnTo>
                  <a:pt x="77224" y="989476"/>
                </a:lnTo>
                <a:lnTo>
                  <a:pt x="76693" y="978103"/>
                </a:lnTo>
                <a:lnTo>
                  <a:pt x="76153" y="966730"/>
                </a:lnTo>
                <a:lnTo>
                  <a:pt x="75628" y="955357"/>
                </a:lnTo>
                <a:lnTo>
                  <a:pt x="75149" y="943983"/>
                </a:lnTo>
                <a:lnTo>
                  <a:pt x="74741" y="932610"/>
                </a:lnTo>
                <a:lnTo>
                  <a:pt x="74428" y="921237"/>
                </a:lnTo>
                <a:lnTo>
                  <a:pt x="74225" y="909863"/>
                </a:lnTo>
                <a:lnTo>
                  <a:pt x="74142" y="898490"/>
                </a:lnTo>
                <a:lnTo>
                  <a:pt x="74178" y="887117"/>
                </a:lnTo>
                <a:lnTo>
                  <a:pt x="74324" y="875744"/>
                </a:lnTo>
                <a:lnTo>
                  <a:pt x="74567" y="864370"/>
                </a:lnTo>
                <a:lnTo>
                  <a:pt x="74884" y="852997"/>
                </a:lnTo>
                <a:lnTo>
                  <a:pt x="75254" y="841624"/>
                </a:lnTo>
                <a:lnTo>
                  <a:pt x="75651" y="830250"/>
                </a:lnTo>
                <a:lnTo>
                  <a:pt x="76053" y="818877"/>
                </a:lnTo>
                <a:lnTo>
                  <a:pt x="76441" y="807504"/>
                </a:lnTo>
                <a:lnTo>
                  <a:pt x="76799" y="796131"/>
                </a:lnTo>
                <a:lnTo>
                  <a:pt x="77113" y="784757"/>
                </a:lnTo>
                <a:lnTo>
                  <a:pt x="77373" y="773384"/>
                </a:lnTo>
                <a:lnTo>
                  <a:pt x="77573" y="762011"/>
                </a:lnTo>
                <a:lnTo>
                  <a:pt x="77707" y="750637"/>
                </a:lnTo>
                <a:lnTo>
                  <a:pt x="77771" y="739264"/>
                </a:lnTo>
                <a:lnTo>
                  <a:pt x="77763" y="727891"/>
                </a:lnTo>
                <a:lnTo>
                  <a:pt x="77683" y="716517"/>
                </a:lnTo>
                <a:lnTo>
                  <a:pt x="77531" y="705144"/>
                </a:lnTo>
                <a:lnTo>
                  <a:pt x="77314" y="693771"/>
                </a:lnTo>
                <a:lnTo>
                  <a:pt x="77040" y="682398"/>
                </a:lnTo>
                <a:lnTo>
                  <a:pt x="76719" y="671024"/>
                </a:lnTo>
                <a:lnTo>
                  <a:pt x="76368" y="659651"/>
                </a:lnTo>
                <a:lnTo>
                  <a:pt x="76001" y="648278"/>
                </a:lnTo>
                <a:lnTo>
                  <a:pt x="75635" y="636904"/>
                </a:lnTo>
                <a:lnTo>
                  <a:pt x="75287" y="625531"/>
                </a:lnTo>
                <a:lnTo>
                  <a:pt x="74968" y="614158"/>
                </a:lnTo>
                <a:lnTo>
                  <a:pt x="74688" y="602785"/>
                </a:lnTo>
                <a:lnTo>
                  <a:pt x="74451" y="591411"/>
                </a:lnTo>
                <a:lnTo>
                  <a:pt x="74261" y="580038"/>
                </a:lnTo>
                <a:lnTo>
                  <a:pt x="74114" y="568665"/>
                </a:lnTo>
                <a:lnTo>
                  <a:pt x="74007" y="557291"/>
                </a:lnTo>
                <a:lnTo>
                  <a:pt x="73938" y="545918"/>
                </a:lnTo>
                <a:lnTo>
                  <a:pt x="73904" y="534545"/>
                </a:lnTo>
                <a:lnTo>
                  <a:pt x="73904" y="523171"/>
                </a:lnTo>
                <a:lnTo>
                  <a:pt x="73939" y="511798"/>
                </a:lnTo>
                <a:lnTo>
                  <a:pt x="74013" y="500425"/>
                </a:lnTo>
                <a:lnTo>
                  <a:pt x="74131" y="489052"/>
                </a:lnTo>
                <a:lnTo>
                  <a:pt x="74295" y="477678"/>
                </a:lnTo>
                <a:lnTo>
                  <a:pt x="74509" y="466305"/>
                </a:lnTo>
                <a:lnTo>
                  <a:pt x="74772" y="454932"/>
                </a:lnTo>
                <a:lnTo>
                  <a:pt x="75080" y="443558"/>
                </a:lnTo>
                <a:lnTo>
                  <a:pt x="75427" y="432185"/>
                </a:lnTo>
                <a:lnTo>
                  <a:pt x="75804" y="420812"/>
                </a:lnTo>
                <a:lnTo>
                  <a:pt x="76198" y="409439"/>
                </a:lnTo>
                <a:lnTo>
                  <a:pt x="76598" y="398065"/>
                </a:lnTo>
                <a:lnTo>
                  <a:pt x="76992" y="386692"/>
                </a:lnTo>
                <a:lnTo>
                  <a:pt x="77370" y="375319"/>
                </a:lnTo>
                <a:lnTo>
                  <a:pt x="77725" y="363945"/>
                </a:lnTo>
                <a:lnTo>
                  <a:pt x="78051" y="352572"/>
                </a:lnTo>
                <a:lnTo>
                  <a:pt x="78347" y="341199"/>
                </a:lnTo>
                <a:lnTo>
                  <a:pt x="78612" y="329825"/>
                </a:lnTo>
                <a:lnTo>
                  <a:pt x="78848" y="318452"/>
                </a:lnTo>
                <a:lnTo>
                  <a:pt x="79058" y="307079"/>
                </a:lnTo>
                <a:lnTo>
                  <a:pt x="79242" y="295706"/>
                </a:lnTo>
                <a:lnTo>
                  <a:pt x="79399" y="284332"/>
                </a:lnTo>
                <a:lnTo>
                  <a:pt x="79526" y="272959"/>
                </a:lnTo>
                <a:lnTo>
                  <a:pt x="79612" y="261586"/>
                </a:lnTo>
                <a:lnTo>
                  <a:pt x="79641" y="250212"/>
                </a:lnTo>
                <a:lnTo>
                  <a:pt x="79586" y="238839"/>
                </a:lnTo>
                <a:lnTo>
                  <a:pt x="79411" y="227466"/>
                </a:lnTo>
                <a:lnTo>
                  <a:pt x="79067" y="216093"/>
                </a:lnTo>
                <a:lnTo>
                  <a:pt x="78489" y="204719"/>
                </a:lnTo>
                <a:lnTo>
                  <a:pt x="77600" y="193346"/>
                </a:lnTo>
                <a:lnTo>
                  <a:pt x="76311" y="181973"/>
                </a:lnTo>
                <a:lnTo>
                  <a:pt x="74521" y="170599"/>
                </a:lnTo>
                <a:lnTo>
                  <a:pt x="72127" y="159226"/>
                </a:lnTo>
                <a:lnTo>
                  <a:pt x="69033" y="147853"/>
                </a:lnTo>
                <a:lnTo>
                  <a:pt x="65163" y="136480"/>
                </a:lnTo>
                <a:lnTo>
                  <a:pt x="60470" y="125106"/>
                </a:lnTo>
                <a:lnTo>
                  <a:pt x="54960" y="113733"/>
                </a:lnTo>
                <a:lnTo>
                  <a:pt x="48699" y="102360"/>
                </a:lnTo>
                <a:lnTo>
                  <a:pt x="41825" y="90986"/>
                </a:lnTo>
                <a:lnTo>
                  <a:pt x="34553" y="79613"/>
                </a:lnTo>
                <a:lnTo>
                  <a:pt x="27166" y="68240"/>
                </a:lnTo>
                <a:lnTo>
                  <a:pt x="20007" y="56866"/>
                </a:lnTo>
                <a:lnTo>
                  <a:pt x="13448" y="45493"/>
                </a:lnTo>
                <a:lnTo>
                  <a:pt x="7863" y="34120"/>
                </a:lnTo>
                <a:lnTo>
                  <a:pt x="3594" y="22747"/>
                </a:lnTo>
                <a:lnTo>
                  <a:pt x="914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48" y="11373"/>
                </a:lnTo>
                <a:lnTo>
                  <a:pt x="158968" y="22747"/>
                </a:lnTo>
                <a:lnTo>
                  <a:pt x="154699" y="34120"/>
                </a:lnTo>
                <a:lnTo>
                  <a:pt x="149114" y="45493"/>
                </a:lnTo>
                <a:lnTo>
                  <a:pt x="142554" y="56866"/>
                </a:lnTo>
                <a:lnTo>
                  <a:pt x="135395" y="68240"/>
                </a:lnTo>
                <a:lnTo>
                  <a:pt x="128009" y="79613"/>
                </a:lnTo>
                <a:lnTo>
                  <a:pt x="120737" y="90986"/>
                </a:lnTo>
                <a:lnTo>
                  <a:pt x="113863" y="102360"/>
                </a:lnTo>
                <a:lnTo>
                  <a:pt x="107602" y="113733"/>
                </a:lnTo>
                <a:lnTo>
                  <a:pt x="102092" y="125106"/>
                </a:lnTo>
                <a:lnTo>
                  <a:pt x="97399" y="136480"/>
                </a:lnTo>
                <a:lnTo>
                  <a:pt x="93528" y="147853"/>
                </a:lnTo>
                <a:lnTo>
                  <a:pt x="90434" y="159226"/>
                </a:lnTo>
                <a:lnTo>
                  <a:pt x="88041" y="170599"/>
                </a:lnTo>
                <a:lnTo>
                  <a:pt x="86251" y="181973"/>
                </a:lnTo>
                <a:lnTo>
                  <a:pt x="84961" y="193346"/>
                </a:lnTo>
                <a:lnTo>
                  <a:pt x="84073" y="204719"/>
                </a:lnTo>
                <a:lnTo>
                  <a:pt x="83495" y="216093"/>
                </a:lnTo>
                <a:lnTo>
                  <a:pt x="83150" y="227466"/>
                </a:lnTo>
                <a:lnTo>
                  <a:pt x="82975" y="238839"/>
                </a:lnTo>
                <a:lnTo>
                  <a:pt x="82921" y="250212"/>
                </a:lnTo>
                <a:lnTo>
                  <a:pt x="82949" y="261586"/>
                </a:lnTo>
                <a:lnTo>
                  <a:pt x="83035" y="272959"/>
                </a:lnTo>
                <a:lnTo>
                  <a:pt x="83162" y="284332"/>
                </a:lnTo>
                <a:lnTo>
                  <a:pt x="83320" y="295706"/>
                </a:lnTo>
                <a:lnTo>
                  <a:pt x="83504" y="307079"/>
                </a:lnTo>
                <a:lnTo>
                  <a:pt x="83713" y="318452"/>
                </a:lnTo>
                <a:lnTo>
                  <a:pt x="83950" y="329825"/>
                </a:lnTo>
                <a:lnTo>
                  <a:pt x="84215" y="341199"/>
                </a:lnTo>
                <a:lnTo>
                  <a:pt x="84510" y="352572"/>
                </a:lnTo>
                <a:lnTo>
                  <a:pt x="84836" y="363945"/>
                </a:lnTo>
                <a:lnTo>
                  <a:pt x="85191" y="375319"/>
                </a:lnTo>
                <a:lnTo>
                  <a:pt x="85569" y="386692"/>
                </a:lnTo>
                <a:lnTo>
                  <a:pt x="85964" y="398065"/>
                </a:lnTo>
                <a:lnTo>
                  <a:pt x="86364" y="409439"/>
                </a:lnTo>
                <a:lnTo>
                  <a:pt x="86758" y="420812"/>
                </a:lnTo>
                <a:lnTo>
                  <a:pt x="87134" y="432185"/>
                </a:lnTo>
                <a:lnTo>
                  <a:pt x="87482" y="443558"/>
                </a:lnTo>
                <a:lnTo>
                  <a:pt x="87790" y="454932"/>
                </a:lnTo>
                <a:lnTo>
                  <a:pt x="88053" y="466305"/>
                </a:lnTo>
                <a:lnTo>
                  <a:pt x="88266" y="477678"/>
                </a:lnTo>
                <a:lnTo>
                  <a:pt x="88431" y="489052"/>
                </a:lnTo>
                <a:lnTo>
                  <a:pt x="88548" y="500425"/>
                </a:lnTo>
                <a:lnTo>
                  <a:pt x="88623" y="511798"/>
                </a:lnTo>
                <a:lnTo>
                  <a:pt x="88658" y="523171"/>
                </a:lnTo>
                <a:lnTo>
                  <a:pt x="88658" y="534545"/>
                </a:lnTo>
                <a:lnTo>
                  <a:pt x="88623" y="545918"/>
                </a:lnTo>
                <a:lnTo>
                  <a:pt x="88554" y="557291"/>
                </a:lnTo>
                <a:lnTo>
                  <a:pt x="88448" y="568665"/>
                </a:lnTo>
                <a:lnTo>
                  <a:pt x="88301" y="580038"/>
                </a:lnTo>
                <a:lnTo>
                  <a:pt x="88110" y="591411"/>
                </a:lnTo>
                <a:lnTo>
                  <a:pt x="87874" y="602785"/>
                </a:lnTo>
                <a:lnTo>
                  <a:pt x="87594" y="614158"/>
                </a:lnTo>
                <a:lnTo>
                  <a:pt x="87275" y="625531"/>
                </a:lnTo>
                <a:lnTo>
                  <a:pt x="86926" y="636904"/>
                </a:lnTo>
                <a:lnTo>
                  <a:pt x="86561" y="648278"/>
                </a:lnTo>
                <a:lnTo>
                  <a:pt x="86194" y="659651"/>
                </a:lnTo>
                <a:lnTo>
                  <a:pt x="85842" y="671024"/>
                </a:lnTo>
                <a:lnTo>
                  <a:pt x="85522" y="682398"/>
                </a:lnTo>
                <a:lnTo>
                  <a:pt x="85247" y="693771"/>
                </a:lnTo>
                <a:lnTo>
                  <a:pt x="85030" y="705144"/>
                </a:lnTo>
                <a:lnTo>
                  <a:pt x="84879" y="716517"/>
                </a:lnTo>
                <a:lnTo>
                  <a:pt x="84798" y="727891"/>
                </a:lnTo>
                <a:lnTo>
                  <a:pt x="84790" y="739264"/>
                </a:lnTo>
                <a:lnTo>
                  <a:pt x="84854" y="750637"/>
                </a:lnTo>
                <a:lnTo>
                  <a:pt x="84988" y="762011"/>
                </a:lnTo>
                <a:lnTo>
                  <a:pt x="85188" y="773384"/>
                </a:lnTo>
                <a:lnTo>
                  <a:pt x="85449" y="784757"/>
                </a:lnTo>
                <a:lnTo>
                  <a:pt x="85763" y="796131"/>
                </a:lnTo>
                <a:lnTo>
                  <a:pt x="86120" y="807504"/>
                </a:lnTo>
                <a:lnTo>
                  <a:pt x="86508" y="818877"/>
                </a:lnTo>
                <a:lnTo>
                  <a:pt x="86911" y="830250"/>
                </a:lnTo>
                <a:lnTo>
                  <a:pt x="87308" y="841624"/>
                </a:lnTo>
                <a:lnTo>
                  <a:pt x="87677" y="852997"/>
                </a:lnTo>
                <a:lnTo>
                  <a:pt x="87995" y="864370"/>
                </a:lnTo>
                <a:lnTo>
                  <a:pt x="88237" y="875744"/>
                </a:lnTo>
                <a:lnTo>
                  <a:pt x="88384" y="887117"/>
                </a:lnTo>
                <a:lnTo>
                  <a:pt x="88420" y="898490"/>
                </a:lnTo>
                <a:lnTo>
                  <a:pt x="88336" y="909863"/>
                </a:lnTo>
                <a:lnTo>
                  <a:pt x="88134" y="921237"/>
                </a:lnTo>
                <a:lnTo>
                  <a:pt x="87820" y="932610"/>
                </a:lnTo>
                <a:lnTo>
                  <a:pt x="87412" y="943983"/>
                </a:lnTo>
                <a:lnTo>
                  <a:pt x="86933" y="955357"/>
                </a:lnTo>
                <a:lnTo>
                  <a:pt x="86409" y="966730"/>
                </a:lnTo>
                <a:lnTo>
                  <a:pt x="85868" y="978103"/>
                </a:lnTo>
                <a:lnTo>
                  <a:pt x="85337" y="989476"/>
                </a:lnTo>
                <a:lnTo>
                  <a:pt x="84840" y="1000850"/>
                </a:lnTo>
                <a:lnTo>
                  <a:pt x="84395" y="1012223"/>
                </a:lnTo>
                <a:lnTo>
                  <a:pt x="84015" y="1023596"/>
                </a:lnTo>
                <a:lnTo>
                  <a:pt x="83705" y="1034970"/>
                </a:lnTo>
                <a:lnTo>
                  <a:pt x="83468" y="1046343"/>
                </a:lnTo>
                <a:lnTo>
                  <a:pt x="83300" y="1057716"/>
                </a:lnTo>
                <a:lnTo>
                  <a:pt x="83195" y="1069090"/>
                </a:lnTo>
                <a:lnTo>
                  <a:pt x="83144" y="1080463"/>
                </a:lnTo>
                <a:lnTo>
                  <a:pt x="83141" y="1091836"/>
                </a:lnTo>
                <a:lnTo>
                  <a:pt x="83175" y="1103209"/>
                </a:lnTo>
                <a:lnTo>
                  <a:pt x="83240" y="1114583"/>
                </a:lnTo>
                <a:lnTo>
                  <a:pt x="83327" y="1125956"/>
                </a:lnTo>
                <a:lnTo>
                  <a:pt x="83431" y="1137329"/>
                </a:lnTo>
                <a:lnTo>
                  <a:pt x="83545" y="1148703"/>
                </a:lnTo>
                <a:lnTo>
                  <a:pt x="83663" y="1160076"/>
                </a:lnTo>
                <a:lnTo>
                  <a:pt x="83781" y="1171449"/>
                </a:lnTo>
                <a:lnTo>
                  <a:pt x="83892" y="1182822"/>
                </a:lnTo>
                <a:lnTo>
                  <a:pt x="83992" y="1194196"/>
                </a:lnTo>
                <a:lnTo>
                  <a:pt x="84076" y="1205569"/>
                </a:lnTo>
                <a:lnTo>
                  <a:pt x="84142" y="1216942"/>
                </a:lnTo>
                <a:lnTo>
                  <a:pt x="84187" y="1228316"/>
                </a:lnTo>
                <a:lnTo>
                  <a:pt x="84212" y="1239689"/>
                </a:lnTo>
                <a:lnTo>
                  <a:pt x="84216" y="1251062"/>
                </a:lnTo>
                <a:lnTo>
                  <a:pt x="84202" y="1262436"/>
                </a:lnTo>
                <a:lnTo>
                  <a:pt x="84172" y="1273809"/>
                </a:lnTo>
                <a:lnTo>
                  <a:pt x="84129" y="1285182"/>
                </a:lnTo>
                <a:lnTo>
                  <a:pt x="84076" y="1296555"/>
                </a:lnTo>
                <a:lnTo>
                  <a:pt x="84015" y="1307929"/>
                </a:lnTo>
                <a:lnTo>
                  <a:pt x="83949" y="1319302"/>
                </a:lnTo>
                <a:lnTo>
                  <a:pt x="83879" y="1330675"/>
                </a:lnTo>
                <a:lnTo>
                  <a:pt x="83807" y="1342049"/>
                </a:lnTo>
                <a:lnTo>
                  <a:pt x="83733" y="1353422"/>
                </a:lnTo>
                <a:lnTo>
                  <a:pt x="83657" y="1364795"/>
                </a:lnTo>
                <a:lnTo>
                  <a:pt x="83581" y="1376168"/>
                </a:lnTo>
                <a:lnTo>
                  <a:pt x="83504" y="1387542"/>
                </a:lnTo>
                <a:lnTo>
                  <a:pt x="83426" y="1398915"/>
                </a:lnTo>
                <a:lnTo>
                  <a:pt x="83347" y="1410288"/>
                </a:lnTo>
                <a:lnTo>
                  <a:pt x="83267" y="1421662"/>
                </a:lnTo>
                <a:lnTo>
                  <a:pt x="83188" y="1433035"/>
                </a:lnTo>
                <a:lnTo>
                  <a:pt x="83110" y="1444408"/>
                </a:lnTo>
                <a:lnTo>
                  <a:pt x="83034" y="1455782"/>
                </a:lnTo>
                <a:lnTo>
                  <a:pt x="82962" y="1467155"/>
                </a:lnTo>
                <a:lnTo>
                  <a:pt x="82895" y="1478528"/>
                </a:lnTo>
                <a:lnTo>
                  <a:pt x="82835" y="1489901"/>
                </a:lnTo>
                <a:lnTo>
                  <a:pt x="82783" y="1501275"/>
                </a:lnTo>
                <a:lnTo>
                  <a:pt x="82740" y="1512648"/>
                </a:lnTo>
                <a:lnTo>
                  <a:pt x="82708" y="1524021"/>
                </a:lnTo>
                <a:lnTo>
                  <a:pt x="82688" y="1535395"/>
                </a:lnTo>
                <a:lnTo>
                  <a:pt x="82682" y="1546768"/>
                </a:lnTo>
                <a:lnTo>
                  <a:pt x="82694" y="1558141"/>
                </a:lnTo>
                <a:lnTo>
                  <a:pt x="82731" y="1569514"/>
                </a:lnTo>
                <a:lnTo>
                  <a:pt x="82805" y="1580888"/>
                </a:lnTo>
                <a:lnTo>
                  <a:pt x="82932" y="1592261"/>
                </a:lnTo>
                <a:lnTo>
                  <a:pt x="83138" y="1603634"/>
                </a:lnTo>
                <a:lnTo>
                  <a:pt x="83456" y="1615008"/>
                </a:lnTo>
                <a:lnTo>
                  <a:pt x="83927" y="1626381"/>
                </a:lnTo>
                <a:lnTo>
                  <a:pt x="84604" y="1637754"/>
                </a:lnTo>
                <a:lnTo>
                  <a:pt x="85542" y="1649127"/>
                </a:lnTo>
                <a:lnTo>
                  <a:pt x="86800" y="1660501"/>
                </a:lnTo>
                <a:lnTo>
                  <a:pt x="88436" y="1671874"/>
                </a:lnTo>
                <a:lnTo>
                  <a:pt x="90494" y="1683247"/>
                </a:lnTo>
                <a:lnTo>
                  <a:pt x="93002" y="1694621"/>
                </a:lnTo>
                <a:lnTo>
                  <a:pt x="95961" y="1705994"/>
                </a:lnTo>
                <a:lnTo>
                  <a:pt x="99337" y="1717367"/>
                </a:lnTo>
                <a:lnTo>
                  <a:pt x="103055" y="1728741"/>
                </a:lnTo>
                <a:lnTo>
                  <a:pt x="106998" y="1740114"/>
                </a:lnTo>
                <a:lnTo>
                  <a:pt x="111010" y="1751487"/>
                </a:lnTo>
                <a:lnTo>
                  <a:pt x="114905" y="1762860"/>
                </a:lnTo>
                <a:lnTo>
                  <a:pt x="118478" y="1774234"/>
                </a:lnTo>
                <a:lnTo>
                  <a:pt x="121522" y="1785607"/>
                </a:lnTo>
                <a:lnTo>
                  <a:pt x="123851" y="1796980"/>
                </a:lnTo>
                <a:lnTo>
                  <a:pt x="125313" y="1808354"/>
                </a:lnTo>
                <a:lnTo>
                  <a:pt x="125812" y="1819727"/>
                </a:lnTo>
                <a:lnTo>
                  <a:pt x="125812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4900" name="data_7651">
            <a:extLst>
              <a:ext uri="{FF2B5EF4-FFF2-40B4-BE49-F238E27FC236}">
                <a16:creationId xmlns:a16="http://schemas.microsoft.com/office/drawing/2014/main" id="{0393B4A6-A2E0-4146-9FBE-F42E871720BB}"/>
              </a:ext>
            </a:extLst>
          </p:cNvPr>
          <p:cNvSpPr>
            <a:spLocks/>
          </p:cNvSpPr>
          <p:nvPr/>
        </p:nvSpPr>
        <p:spPr>
          <a:xfrm>
            <a:off x="8487717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62562" y="1819727"/>
                </a:moveTo>
                <a:lnTo>
                  <a:pt x="0" y="1819727"/>
                </a:lnTo>
                <a:lnTo>
                  <a:pt x="856" y="1808354"/>
                </a:lnTo>
                <a:lnTo>
                  <a:pt x="3365" y="1796980"/>
                </a:lnTo>
                <a:lnTo>
                  <a:pt x="7358" y="1785607"/>
                </a:lnTo>
                <a:lnTo>
                  <a:pt x="12576" y="1774234"/>
                </a:lnTo>
                <a:lnTo>
                  <a:pt x="18694" y="1762860"/>
                </a:lnTo>
                <a:lnTo>
                  <a:pt x="25356" y="1751487"/>
                </a:lnTo>
                <a:lnTo>
                  <a:pt x="32211" y="1740114"/>
                </a:lnTo>
                <a:lnTo>
                  <a:pt x="38937" y="1728741"/>
                </a:lnTo>
                <a:lnTo>
                  <a:pt x="45268" y="1717367"/>
                </a:lnTo>
                <a:lnTo>
                  <a:pt x="51009" y="1705994"/>
                </a:lnTo>
                <a:lnTo>
                  <a:pt x="56037" y="1694621"/>
                </a:lnTo>
                <a:lnTo>
                  <a:pt x="60300" y="1683247"/>
                </a:lnTo>
                <a:lnTo>
                  <a:pt x="63805" y="1671874"/>
                </a:lnTo>
                <a:lnTo>
                  <a:pt x="66609" y="1660501"/>
                </a:lnTo>
                <a:lnTo>
                  <a:pt x="68797" y="1649127"/>
                </a:lnTo>
                <a:lnTo>
                  <a:pt x="70473" y="1637754"/>
                </a:lnTo>
                <a:lnTo>
                  <a:pt x="71746" y="1626381"/>
                </a:lnTo>
                <a:lnTo>
                  <a:pt x="72719" y="1615008"/>
                </a:lnTo>
                <a:lnTo>
                  <a:pt x="73480" y="1603634"/>
                </a:lnTo>
                <a:lnTo>
                  <a:pt x="74105" y="1592261"/>
                </a:lnTo>
                <a:lnTo>
                  <a:pt x="74651" y="1580888"/>
                </a:lnTo>
                <a:lnTo>
                  <a:pt x="75157" y="1569514"/>
                </a:lnTo>
                <a:lnTo>
                  <a:pt x="75649" y="1558141"/>
                </a:lnTo>
                <a:lnTo>
                  <a:pt x="76138" y="1546768"/>
                </a:lnTo>
                <a:lnTo>
                  <a:pt x="76627" y="1535395"/>
                </a:lnTo>
                <a:lnTo>
                  <a:pt x="77111" y="1524021"/>
                </a:lnTo>
                <a:lnTo>
                  <a:pt x="77581" y="1512648"/>
                </a:lnTo>
                <a:lnTo>
                  <a:pt x="78027" y="1501275"/>
                </a:lnTo>
                <a:lnTo>
                  <a:pt x="78438" y="1489901"/>
                </a:lnTo>
                <a:lnTo>
                  <a:pt x="78803" y="1478528"/>
                </a:lnTo>
                <a:lnTo>
                  <a:pt x="79118" y="1467155"/>
                </a:lnTo>
                <a:lnTo>
                  <a:pt x="79376" y="1455782"/>
                </a:lnTo>
                <a:lnTo>
                  <a:pt x="79578" y="1444408"/>
                </a:lnTo>
                <a:lnTo>
                  <a:pt x="79725" y="1433035"/>
                </a:lnTo>
                <a:lnTo>
                  <a:pt x="79821" y="1421662"/>
                </a:lnTo>
                <a:lnTo>
                  <a:pt x="79869" y="1410288"/>
                </a:lnTo>
                <a:lnTo>
                  <a:pt x="79876" y="1398915"/>
                </a:lnTo>
                <a:lnTo>
                  <a:pt x="79845" y="1387542"/>
                </a:lnTo>
                <a:lnTo>
                  <a:pt x="79780" y="1376168"/>
                </a:lnTo>
                <a:lnTo>
                  <a:pt x="79682" y="1364795"/>
                </a:lnTo>
                <a:lnTo>
                  <a:pt x="79552" y="1353422"/>
                </a:lnTo>
                <a:lnTo>
                  <a:pt x="79388" y="1342049"/>
                </a:lnTo>
                <a:lnTo>
                  <a:pt x="79191" y="1330675"/>
                </a:lnTo>
                <a:lnTo>
                  <a:pt x="78960" y="1319302"/>
                </a:lnTo>
                <a:lnTo>
                  <a:pt x="78697" y="1307929"/>
                </a:lnTo>
                <a:lnTo>
                  <a:pt x="78407" y="1296555"/>
                </a:lnTo>
                <a:lnTo>
                  <a:pt x="78097" y="1285182"/>
                </a:lnTo>
                <a:lnTo>
                  <a:pt x="77780" y="1273809"/>
                </a:lnTo>
                <a:lnTo>
                  <a:pt x="77470" y="1262436"/>
                </a:lnTo>
                <a:lnTo>
                  <a:pt x="77183" y="1251062"/>
                </a:lnTo>
                <a:lnTo>
                  <a:pt x="76935" y="1239689"/>
                </a:lnTo>
                <a:lnTo>
                  <a:pt x="76743" y="1228316"/>
                </a:lnTo>
                <a:lnTo>
                  <a:pt x="76618" y="1216942"/>
                </a:lnTo>
                <a:lnTo>
                  <a:pt x="76570" y="1205569"/>
                </a:lnTo>
                <a:lnTo>
                  <a:pt x="76600" y="1194196"/>
                </a:lnTo>
                <a:lnTo>
                  <a:pt x="76706" y="1182822"/>
                </a:lnTo>
                <a:lnTo>
                  <a:pt x="76878" y="1171449"/>
                </a:lnTo>
                <a:lnTo>
                  <a:pt x="77103" y="1160076"/>
                </a:lnTo>
                <a:lnTo>
                  <a:pt x="77363" y="1148703"/>
                </a:lnTo>
                <a:lnTo>
                  <a:pt x="77638" y="1137329"/>
                </a:lnTo>
                <a:lnTo>
                  <a:pt x="77907" y="1125956"/>
                </a:lnTo>
                <a:lnTo>
                  <a:pt x="78150" y="1114583"/>
                </a:lnTo>
                <a:lnTo>
                  <a:pt x="78349" y="1103209"/>
                </a:lnTo>
                <a:lnTo>
                  <a:pt x="78488" y="1091836"/>
                </a:lnTo>
                <a:lnTo>
                  <a:pt x="78553" y="1080463"/>
                </a:lnTo>
                <a:lnTo>
                  <a:pt x="78534" y="1069090"/>
                </a:lnTo>
                <a:lnTo>
                  <a:pt x="78424" y="1057716"/>
                </a:lnTo>
                <a:lnTo>
                  <a:pt x="78221" y="1046343"/>
                </a:lnTo>
                <a:lnTo>
                  <a:pt x="77925" y="1034970"/>
                </a:lnTo>
                <a:lnTo>
                  <a:pt x="77542" y="1023596"/>
                </a:lnTo>
                <a:lnTo>
                  <a:pt x="77081" y="1012223"/>
                </a:lnTo>
                <a:lnTo>
                  <a:pt x="76558" y="1000850"/>
                </a:lnTo>
                <a:lnTo>
                  <a:pt x="75995" y="989476"/>
                </a:lnTo>
                <a:lnTo>
                  <a:pt x="75418" y="978103"/>
                </a:lnTo>
                <a:lnTo>
                  <a:pt x="74859" y="966730"/>
                </a:lnTo>
                <a:lnTo>
                  <a:pt x="74349" y="955357"/>
                </a:lnTo>
                <a:lnTo>
                  <a:pt x="73920" y="943983"/>
                </a:lnTo>
                <a:lnTo>
                  <a:pt x="73603" y="932610"/>
                </a:lnTo>
                <a:lnTo>
                  <a:pt x="73420" y="921237"/>
                </a:lnTo>
                <a:lnTo>
                  <a:pt x="73384" y="909863"/>
                </a:lnTo>
                <a:lnTo>
                  <a:pt x="73499" y="898490"/>
                </a:lnTo>
                <a:lnTo>
                  <a:pt x="73757" y="887117"/>
                </a:lnTo>
                <a:lnTo>
                  <a:pt x="74140" y="875744"/>
                </a:lnTo>
                <a:lnTo>
                  <a:pt x="74620" y="864370"/>
                </a:lnTo>
                <a:lnTo>
                  <a:pt x="75164" y="852997"/>
                </a:lnTo>
                <a:lnTo>
                  <a:pt x="75735" y="841624"/>
                </a:lnTo>
                <a:lnTo>
                  <a:pt x="76299" y="830250"/>
                </a:lnTo>
                <a:lnTo>
                  <a:pt x="76823" y="818877"/>
                </a:lnTo>
                <a:lnTo>
                  <a:pt x="77283" y="807504"/>
                </a:lnTo>
                <a:lnTo>
                  <a:pt x="77660" y="796131"/>
                </a:lnTo>
                <a:lnTo>
                  <a:pt x="77945" y="784757"/>
                </a:lnTo>
                <a:lnTo>
                  <a:pt x="78137" y="773384"/>
                </a:lnTo>
                <a:lnTo>
                  <a:pt x="78241" y="762011"/>
                </a:lnTo>
                <a:lnTo>
                  <a:pt x="78271" y="750637"/>
                </a:lnTo>
                <a:lnTo>
                  <a:pt x="78241" y="739264"/>
                </a:lnTo>
                <a:lnTo>
                  <a:pt x="78168" y="727891"/>
                </a:lnTo>
                <a:lnTo>
                  <a:pt x="78070" y="716517"/>
                </a:lnTo>
                <a:lnTo>
                  <a:pt x="77963" y="705144"/>
                </a:lnTo>
                <a:lnTo>
                  <a:pt x="77862" y="693771"/>
                </a:lnTo>
                <a:lnTo>
                  <a:pt x="77776" y="682398"/>
                </a:lnTo>
                <a:lnTo>
                  <a:pt x="77714" y="671024"/>
                </a:lnTo>
                <a:lnTo>
                  <a:pt x="77679" y="659651"/>
                </a:lnTo>
                <a:lnTo>
                  <a:pt x="77672" y="648278"/>
                </a:lnTo>
                <a:lnTo>
                  <a:pt x="77691" y="636904"/>
                </a:lnTo>
                <a:lnTo>
                  <a:pt x="77733" y="625531"/>
                </a:lnTo>
                <a:lnTo>
                  <a:pt x="77791" y="614158"/>
                </a:lnTo>
                <a:lnTo>
                  <a:pt x="77861" y="602785"/>
                </a:lnTo>
                <a:lnTo>
                  <a:pt x="77936" y="591411"/>
                </a:lnTo>
                <a:lnTo>
                  <a:pt x="78010" y="580038"/>
                </a:lnTo>
                <a:lnTo>
                  <a:pt x="78080" y="568665"/>
                </a:lnTo>
                <a:lnTo>
                  <a:pt x="78143" y="557291"/>
                </a:lnTo>
                <a:lnTo>
                  <a:pt x="78198" y="545918"/>
                </a:lnTo>
                <a:lnTo>
                  <a:pt x="78245" y="534545"/>
                </a:lnTo>
                <a:lnTo>
                  <a:pt x="78287" y="523171"/>
                </a:lnTo>
                <a:lnTo>
                  <a:pt x="78327" y="511798"/>
                </a:lnTo>
                <a:lnTo>
                  <a:pt x="78370" y="500425"/>
                </a:lnTo>
                <a:lnTo>
                  <a:pt x="78420" y="489052"/>
                </a:lnTo>
                <a:lnTo>
                  <a:pt x="78480" y="477678"/>
                </a:lnTo>
                <a:lnTo>
                  <a:pt x="78555" y="466305"/>
                </a:lnTo>
                <a:lnTo>
                  <a:pt x="78645" y="454932"/>
                </a:lnTo>
                <a:lnTo>
                  <a:pt x="78750" y="443558"/>
                </a:lnTo>
                <a:lnTo>
                  <a:pt x="78868" y="432185"/>
                </a:lnTo>
                <a:lnTo>
                  <a:pt x="78995" y="420812"/>
                </a:lnTo>
                <a:lnTo>
                  <a:pt x="79128" y="409439"/>
                </a:lnTo>
                <a:lnTo>
                  <a:pt x="79261" y="398065"/>
                </a:lnTo>
                <a:lnTo>
                  <a:pt x="79389" y="386692"/>
                </a:lnTo>
                <a:lnTo>
                  <a:pt x="79510" y="375319"/>
                </a:lnTo>
                <a:lnTo>
                  <a:pt x="79620" y="363945"/>
                </a:lnTo>
                <a:lnTo>
                  <a:pt x="79720" y="352572"/>
                </a:lnTo>
                <a:lnTo>
                  <a:pt x="79809" y="341199"/>
                </a:lnTo>
                <a:lnTo>
                  <a:pt x="79891" y="329825"/>
                </a:lnTo>
                <a:lnTo>
                  <a:pt x="79967" y="318452"/>
                </a:lnTo>
                <a:lnTo>
                  <a:pt x="80040" y="307079"/>
                </a:lnTo>
                <a:lnTo>
                  <a:pt x="80111" y="295706"/>
                </a:lnTo>
                <a:lnTo>
                  <a:pt x="80181" y="284332"/>
                </a:lnTo>
                <a:lnTo>
                  <a:pt x="80245" y="272959"/>
                </a:lnTo>
                <a:lnTo>
                  <a:pt x="80298" y="261586"/>
                </a:lnTo>
                <a:lnTo>
                  <a:pt x="80331" y="250212"/>
                </a:lnTo>
                <a:lnTo>
                  <a:pt x="80328" y="238839"/>
                </a:lnTo>
                <a:lnTo>
                  <a:pt x="80271" y="227466"/>
                </a:lnTo>
                <a:lnTo>
                  <a:pt x="80134" y="216093"/>
                </a:lnTo>
                <a:lnTo>
                  <a:pt x="79886" y="204719"/>
                </a:lnTo>
                <a:lnTo>
                  <a:pt x="79491" y="193346"/>
                </a:lnTo>
                <a:lnTo>
                  <a:pt x="78905" y="181973"/>
                </a:lnTo>
                <a:lnTo>
                  <a:pt x="78082" y="170599"/>
                </a:lnTo>
                <a:lnTo>
                  <a:pt x="76975" y="159226"/>
                </a:lnTo>
                <a:lnTo>
                  <a:pt x="75540" y="147853"/>
                </a:lnTo>
                <a:lnTo>
                  <a:pt x="73743" y="136480"/>
                </a:lnTo>
                <a:lnTo>
                  <a:pt x="71563" y="125106"/>
                </a:lnTo>
                <a:lnTo>
                  <a:pt x="69005" y="113733"/>
                </a:lnTo>
                <a:lnTo>
                  <a:pt x="66099" y="102360"/>
                </a:lnTo>
                <a:lnTo>
                  <a:pt x="62912" y="90986"/>
                </a:lnTo>
                <a:lnTo>
                  <a:pt x="59541" y="79613"/>
                </a:lnTo>
                <a:lnTo>
                  <a:pt x="56120" y="68240"/>
                </a:lnTo>
                <a:lnTo>
                  <a:pt x="52806" y="56866"/>
                </a:lnTo>
                <a:lnTo>
                  <a:pt x="49771" y="45493"/>
                </a:lnTo>
                <a:lnTo>
                  <a:pt x="47187" y="34120"/>
                </a:lnTo>
                <a:lnTo>
                  <a:pt x="45213" y="22747"/>
                </a:lnTo>
                <a:lnTo>
                  <a:pt x="43974" y="11373"/>
                </a:lnTo>
                <a:lnTo>
                  <a:pt x="43552" y="0"/>
                </a:lnTo>
                <a:lnTo>
                  <a:pt x="119010" y="0"/>
                </a:lnTo>
                <a:lnTo>
                  <a:pt x="119010" y="0"/>
                </a:lnTo>
                <a:lnTo>
                  <a:pt x="118587" y="11373"/>
                </a:lnTo>
                <a:lnTo>
                  <a:pt x="117348" y="22747"/>
                </a:lnTo>
                <a:lnTo>
                  <a:pt x="115374" y="34120"/>
                </a:lnTo>
                <a:lnTo>
                  <a:pt x="112791" y="45493"/>
                </a:lnTo>
                <a:lnTo>
                  <a:pt x="109756" y="56866"/>
                </a:lnTo>
                <a:lnTo>
                  <a:pt x="106442" y="68240"/>
                </a:lnTo>
                <a:lnTo>
                  <a:pt x="103020" y="79613"/>
                </a:lnTo>
                <a:lnTo>
                  <a:pt x="99650" y="90986"/>
                </a:lnTo>
                <a:lnTo>
                  <a:pt x="96462" y="102360"/>
                </a:lnTo>
                <a:lnTo>
                  <a:pt x="93557" y="113733"/>
                </a:lnTo>
                <a:lnTo>
                  <a:pt x="90998" y="125106"/>
                </a:lnTo>
                <a:lnTo>
                  <a:pt x="88819" y="136480"/>
                </a:lnTo>
                <a:lnTo>
                  <a:pt x="87021" y="147853"/>
                </a:lnTo>
                <a:lnTo>
                  <a:pt x="85587" y="159226"/>
                </a:lnTo>
                <a:lnTo>
                  <a:pt x="84480" y="170599"/>
                </a:lnTo>
                <a:lnTo>
                  <a:pt x="83657" y="181973"/>
                </a:lnTo>
                <a:lnTo>
                  <a:pt x="83071" y="193346"/>
                </a:lnTo>
                <a:lnTo>
                  <a:pt x="82675" y="204719"/>
                </a:lnTo>
                <a:lnTo>
                  <a:pt x="82428" y="216093"/>
                </a:lnTo>
                <a:lnTo>
                  <a:pt x="82291" y="227466"/>
                </a:lnTo>
                <a:lnTo>
                  <a:pt x="82234" y="238839"/>
                </a:lnTo>
                <a:lnTo>
                  <a:pt x="82231" y="250212"/>
                </a:lnTo>
                <a:lnTo>
                  <a:pt x="82263" y="261586"/>
                </a:lnTo>
                <a:lnTo>
                  <a:pt x="82317" y="272959"/>
                </a:lnTo>
                <a:lnTo>
                  <a:pt x="82381" y="284332"/>
                </a:lnTo>
                <a:lnTo>
                  <a:pt x="82450" y="295706"/>
                </a:lnTo>
                <a:lnTo>
                  <a:pt x="82522" y="307079"/>
                </a:lnTo>
                <a:lnTo>
                  <a:pt x="82595" y="318452"/>
                </a:lnTo>
                <a:lnTo>
                  <a:pt x="82671" y="329825"/>
                </a:lnTo>
                <a:lnTo>
                  <a:pt x="82752" y="341199"/>
                </a:lnTo>
                <a:lnTo>
                  <a:pt x="82842" y="352572"/>
                </a:lnTo>
                <a:lnTo>
                  <a:pt x="82941" y="363945"/>
                </a:lnTo>
                <a:lnTo>
                  <a:pt x="83052" y="375319"/>
                </a:lnTo>
                <a:lnTo>
                  <a:pt x="83172" y="386692"/>
                </a:lnTo>
                <a:lnTo>
                  <a:pt x="83301" y="398065"/>
                </a:lnTo>
                <a:lnTo>
                  <a:pt x="83434" y="409439"/>
                </a:lnTo>
                <a:lnTo>
                  <a:pt x="83566" y="420812"/>
                </a:lnTo>
                <a:lnTo>
                  <a:pt x="83694" y="432185"/>
                </a:lnTo>
                <a:lnTo>
                  <a:pt x="83812" y="443558"/>
                </a:lnTo>
                <a:lnTo>
                  <a:pt x="83917" y="454932"/>
                </a:lnTo>
                <a:lnTo>
                  <a:pt x="84007" y="466305"/>
                </a:lnTo>
                <a:lnTo>
                  <a:pt x="84081" y="477678"/>
                </a:lnTo>
                <a:lnTo>
                  <a:pt x="84142" y="489052"/>
                </a:lnTo>
                <a:lnTo>
                  <a:pt x="84191" y="500425"/>
                </a:lnTo>
                <a:lnTo>
                  <a:pt x="84234" y="511798"/>
                </a:lnTo>
                <a:lnTo>
                  <a:pt x="84274" y="523171"/>
                </a:lnTo>
                <a:lnTo>
                  <a:pt x="84316" y="534545"/>
                </a:lnTo>
                <a:lnTo>
                  <a:pt x="84364" y="545918"/>
                </a:lnTo>
                <a:lnTo>
                  <a:pt x="84419" y="557291"/>
                </a:lnTo>
                <a:lnTo>
                  <a:pt x="84482" y="568665"/>
                </a:lnTo>
                <a:lnTo>
                  <a:pt x="84552" y="580038"/>
                </a:lnTo>
                <a:lnTo>
                  <a:pt x="84626" y="591411"/>
                </a:lnTo>
                <a:lnTo>
                  <a:pt x="84701" y="602785"/>
                </a:lnTo>
                <a:lnTo>
                  <a:pt x="84770" y="614158"/>
                </a:lnTo>
                <a:lnTo>
                  <a:pt x="84829" y="625531"/>
                </a:lnTo>
                <a:lnTo>
                  <a:pt x="84870" y="636904"/>
                </a:lnTo>
                <a:lnTo>
                  <a:pt x="84889" y="648278"/>
                </a:lnTo>
                <a:lnTo>
                  <a:pt x="84883" y="659651"/>
                </a:lnTo>
                <a:lnTo>
                  <a:pt x="84848" y="671024"/>
                </a:lnTo>
                <a:lnTo>
                  <a:pt x="84785" y="682398"/>
                </a:lnTo>
                <a:lnTo>
                  <a:pt x="84700" y="693771"/>
                </a:lnTo>
                <a:lnTo>
                  <a:pt x="84598" y="705144"/>
                </a:lnTo>
                <a:lnTo>
                  <a:pt x="84492" y="716517"/>
                </a:lnTo>
                <a:lnTo>
                  <a:pt x="84394" y="727891"/>
                </a:lnTo>
                <a:lnTo>
                  <a:pt x="84321" y="739264"/>
                </a:lnTo>
                <a:lnTo>
                  <a:pt x="84290" y="750637"/>
                </a:lnTo>
                <a:lnTo>
                  <a:pt x="84320" y="762011"/>
                </a:lnTo>
                <a:lnTo>
                  <a:pt x="84425" y="773384"/>
                </a:lnTo>
                <a:lnTo>
                  <a:pt x="84617" y="784757"/>
                </a:lnTo>
                <a:lnTo>
                  <a:pt x="84902" y="796131"/>
                </a:lnTo>
                <a:lnTo>
                  <a:pt x="85279" y="807504"/>
                </a:lnTo>
                <a:lnTo>
                  <a:pt x="85738" y="818877"/>
                </a:lnTo>
                <a:lnTo>
                  <a:pt x="86263" y="830250"/>
                </a:lnTo>
                <a:lnTo>
                  <a:pt x="86826" y="841624"/>
                </a:lnTo>
                <a:lnTo>
                  <a:pt x="87398" y="852997"/>
                </a:lnTo>
                <a:lnTo>
                  <a:pt x="87942" y="864370"/>
                </a:lnTo>
                <a:lnTo>
                  <a:pt x="88422" y="875744"/>
                </a:lnTo>
                <a:lnTo>
                  <a:pt x="88804" y="887117"/>
                </a:lnTo>
                <a:lnTo>
                  <a:pt x="89063" y="898490"/>
                </a:lnTo>
                <a:lnTo>
                  <a:pt x="89178" y="909863"/>
                </a:lnTo>
                <a:lnTo>
                  <a:pt x="89142" y="921237"/>
                </a:lnTo>
                <a:lnTo>
                  <a:pt x="88958" y="932610"/>
                </a:lnTo>
                <a:lnTo>
                  <a:pt x="88641" y="943983"/>
                </a:lnTo>
                <a:lnTo>
                  <a:pt x="88213" y="955357"/>
                </a:lnTo>
                <a:lnTo>
                  <a:pt x="87703" y="966730"/>
                </a:lnTo>
                <a:lnTo>
                  <a:pt x="87143" y="978103"/>
                </a:lnTo>
                <a:lnTo>
                  <a:pt x="86567" y="989476"/>
                </a:lnTo>
                <a:lnTo>
                  <a:pt x="86004" y="1000850"/>
                </a:lnTo>
                <a:lnTo>
                  <a:pt x="85481" y="1012223"/>
                </a:lnTo>
                <a:lnTo>
                  <a:pt x="85020" y="1023596"/>
                </a:lnTo>
                <a:lnTo>
                  <a:pt x="84636" y="1034970"/>
                </a:lnTo>
                <a:lnTo>
                  <a:pt x="84340" y="1046343"/>
                </a:lnTo>
                <a:lnTo>
                  <a:pt x="84137" y="1057716"/>
                </a:lnTo>
                <a:lnTo>
                  <a:pt x="84028" y="1069090"/>
                </a:lnTo>
                <a:lnTo>
                  <a:pt x="84009" y="1080463"/>
                </a:lnTo>
                <a:lnTo>
                  <a:pt x="84074" y="1091836"/>
                </a:lnTo>
                <a:lnTo>
                  <a:pt x="84212" y="1103209"/>
                </a:lnTo>
                <a:lnTo>
                  <a:pt x="84411" y="1114583"/>
                </a:lnTo>
                <a:lnTo>
                  <a:pt x="84654" y="1125956"/>
                </a:lnTo>
                <a:lnTo>
                  <a:pt x="84924" y="1137329"/>
                </a:lnTo>
                <a:lnTo>
                  <a:pt x="85199" y="1148703"/>
                </a:lnTo>
                <a:lnTo>
                  <a:pt x="85459" y="1160076"/>
                </a:lnTo>
                <a:lnTo>
                  <a:pt x="85684" y="1171449"/>
                </a:lnTo>
                <a:lnTo>
                  <a:pt x="85856" y="1182822"/>
                </a:lnTo>
                <a:lnTo>
                  <a:pt x="85962" y="1194196"/>
                </a:lnTo>
                <a:lnTo>
                  <a:pt x="85992" y="1205569"/>
                </a:lnTo>
                <a:lnTo>
                  <a:pt x="85943" y="1216942"/>
                </a:lnTo>
                <a:lnTo>
                  <a:pt x="85819" y="1228316"/>
                </a:lnTo>
                <a:lnTo>
                  <a:pt x="85627" y="1239689"/>
                </a:lnTo>
                <a:lnTo>
                  <a:pt x="85379" y="1251062"/>
                </a:lnTo>
                <a:lnTo>
                  <a:pt x="85092" y="1262436"/>
                </a:lnTo>
                <a:lnTo>
                  <a:pt x="84781" y="1273809"/>
                </a:lnTo>
                <a:lnTo>
                  <a:pt x="84464" y="1285182"/>
                </a:lnTo>
                <a:lnTo>
                  <a:pt x="84155" y="1296555"/>
                </a:lnTo>
                <a:lnTo>
                  <a:pt x="83865" y="1307929"/>
                </a:lnTo>
                <a:lnTo>
                  <a:pt x="83602" y="1319302"/>
                </a:lnTo>
                <a:lnTo>
                  <a:pt x="83371" y="1330675"/>
                </a:lnTo>
                <a:lnTo>
                  <a:pt x="83173" y="1342049"/>
                </a:lnTo>
                <a:lnTo>
                  <a:pt x="83010" y="1353422"/>
                </a:lnTo>
                <a:lnTo>
                  <a:pt x="82880" y="1364795"/>
                </a:lnTo>
                <a:lnTo>
                  <a:pt x="82782" y="1376168"/>
                </a:lnTo>
                <a:lnTo>
                  <a:pt x="82716" y="1387542"/>
                </a:lnTo>
                <a:lnTo>
                  <a:pt x="82686" y="1398915"/>
                </a:lnTo>
                <a:lnTo>
                  <a:pt x="82692" y="1410288"/>
                </a:lnTo>
                <a:lnTo>
                  <a:pt x="82741" y="1421662"/>
                </a:lnTo>
                <a:lnTo>
                  <a:pt x="82836" y="1433035"/>
                </a:lnTo>
                <a:lnTo>
                  <a:pt x="82983" y="1444408"/>
                </a:lnTo>
                <a:lnTo>
                  <a:pt x="83185" y="1455782"/>
                </a:lnTo>
                <a:lnTo>
                  <a:pt x="83444" y="1467155"/>
                </a:lnTo>
                <a:lnTo>
                  <a:pt x="83758" y="1478528"/>
                </a:lnTo>
                <a:lnTo>
                  <a:pt x="84124" y="1489901"/>
                </a:lnTo>
                <a:lnTo>
                  <a:pt x="84535" y="1501275"/>
                </a:lnTo>
                <a:lnTo>
                  <a:pt x="84980" y="1512648"/>
                </a:lnTo>
                <a:lnTo>
                  <a:pt x="85451" y="1524021"/>
                </a:lnTo>
                <a:lnTo>
                  <a:pt x="85935" y="1535395"/>
                </a:lnTo>
                <a:lnTo>
                  <a:pt x="86424" y="1546768"/>
                </a:lnTo>
                <a:lnTo>
                  <a:pt x="86913" y="1558141"/>
                </a:lnTo>
                <a:lnTo>
                  <a:pt x="87404" y="1569514"/>
                </a:lnTo>
                <a:lnTo>
                  <a:pt x="87911" y="1580888"/>
                </a:lnTo>
                <a:lnTo>
                  <a:pt x="88456" y="1592261"/>
                </a:lnTo>
                <a:lnTo>
                  <a:pt x="89081" y="1603634"/>
                </a:lnTo>
                <a:lnTo>
                  <a:pt x="89843" y="1615008"/>
                </a:lnTo>
                <a:lnTo>
                  <a:pt x="90815" y="1626381"/>
                </a:lnTo>
                <a:lnTo>
                  <a:pt x="92088" y="1637754"/>
                </a:lnTo>
                <a:lnTo>
                  <a:pt x="93765" y="1649127"/>
                </a:lnTo>
                <a:lnTo>
                  <a:pt x="95953" y="1660501"/>
                </a:lnTo>
                <a:lnTo>
                  <a:pt x="98756" y="1671874"/>
                </a:lnTo>
                <a:lnTo>
                  <a:pt x="102262" y="1683247"/>
                </a:lnTo>
                <a:lnTo>
                  <a:pt x="106524" y="1694621"/>
                </a:lnTo>
                <a:lnTo>
                  <a:pt x="111552" y="1705994"/>
                </a:lnTo>
                <a:lnTo>
                  <a:pt x="117293" y="1717367"/>
                </a:lnTo>
                <a:lnTo>
                  <a:pt x="123625" y="1728741"/>
                </a:lnTo>
                <a:lnTo>
                  <a:pt x="130351" y="1740114"/>
                </a:lnTo>
                <a:lnTo>
                  <a:pt x="137205" y="1751487"/>
                </a:lnTo>
                <a:lnTo>
                  <a:pt x="143868" y="1762860"/>
                </a:lnTo>
                <a:lnTo>
                  <a:pt x="149986" y="1774234"/>
                </a:lnTo>
                <a:lnTo>
                  <a:pt x="155203" y="1785607"/>
                </a:lnTo>
                <a:lnTo>
                  <a:pt x="159197" y="1796980"/>
                </a:lnTo>
                <a:lnTo>
                  <a:pt x="161706" y="1808354"/>
                </a:lnTo>
                <a:lnTo>
                  <a:pt x="162562" y="1819727"/>
                </a:lnTo>
                <a:lnTo>
                  <a:pt x="162562" y="181972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4901" name="data_7652">
            <a:extLst>
              <a:ext uri="{FF2B5EF4-FFF2-40B4-BE49-F238E27FC236}">
                <a16:creationId xmlns:a16="http://schemas.microsoft.com/office/drawing/2014/main" id="{B6F80011-45B3-46D6-B3EB-D74963FCBB94}"/>
              </a:ext>
            </a:extLst>
          </p:cNvPr>
          <p:cNvSpPr>
            <a:spLocks/>
          </p:cNvSpPr>
          <p:nvPr/>
        </p:nvSpPr>
        <p:spPr>
          <a:xfrm>
            <a:off x="8707395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36468" y="1819727"/>
                </a:moveTo>
                <a:lnTo>
                  <a:pt x="26094" y="1819727"/>
                </a:lnTo>
                <a:lnTo>
                  <a:pt x="26689" y="1808354"/>
                </a:lnTo>
                <a:lnTo>
                  <a:pt x="28437" y="1796980"/>
                </a:lnTo>
                <a:lnTo>
                  <a:pt x="31224" y="1785607"/>
                </a:lnTo>
                <a:lnTo>
                  <a:pt x="34875" y="1774234"/>
                </a:lnTo>
                <a:lnTo>
                  <a:pt x="39173" y="1762860"/>
                </a:lnTo>
                <a:lnTo>
                  <a:pt x="43878" y="1751487"/>
                </a:lnTo>
                <a:lnTo>
                  <a:pt x="48746" y="1740114"/>
                </a:lnTo>
                <a:lnTo>
                  <a:pt x="53558" y="1728741"/>
                </a:lnTo>
                <a:lnTo>
                  <a:pt x="58127" y="1717367"/>
                </a:lnTo>
                <a:lnTo>
                  <a:pt x="62310" y="1705994"/>
                </a:lnTo>
                <a:lnTo>
                  <a:pt x="66013" y="1694621"/>
                </a:lnTo>
                <a:lnTo>
                  <a:pt x="69190" y="1683247"/>
                </a:lnTo>
                <a:lnTo>
                  <a:pt x="71836" y="1671874"/>
                </a:lnTo>
                <a:lnTo>
                  <a:pt x="73978" y="1660501"/>
                </a:lnTo>
                <a:lnTo>
                  <a:pt x="75664" y="1649127"/>
                </a:lnTo>
                <a:lnTo>
                  <a:pt x="76958" y="1637754"/>
                </a:lnTo>
                <a:lnTo>
                  <a:pt x="77927" y="1626381"/>
                </a:lnTo>
                <a:lnTo>
                  <a:pt x="78635" y="1615008"/>
                </a:lnTo>
                <a:lnTo>
                  <a:pt x="79140" y="1603634"/>
                </a:lnTo>
                <a:lnTo>
                  <a:pt x="79492" y="1592261"/>
                </a:lnTo>
                <a:lnTo>
                  <a:pt x="79729" y="1580888"/>
                </a:lnTo>
                <a:lnTo>
                  <a:pt x="79880" y="1569514"/>
                </a:lnTo>
                <a:lnTo>
                  <a:pt x="79967" y="1558141"/>
                </a:lnTo>
                <a:lnTo>
                  <a:pt x="80004" y="1546768"/>
                </a:lnTo>
                <a:lnTo>
                  <a:pt x="79999" y="1535395"/>
                </a:lnTo>
                <a:lnTo>
                  <a:pt x="79961" y="1524021"/>
                </a:lnTo>
                <a:lnTo>
                  <a:pt x="79891" y="1512648"/>
                </a:lnTo>
                <a:lnTo>
                  <a:pt x="79795" y="1501275"/>
                </a:lnTo>
                <a:lnTo>
                  <a:pt x="79675" y="1489901"/>
                </a:lnTo>
                <a:lnTo>
                  <a:pt x="79534" y="1478528"/>
                </a:lnTo>
                <a:lnTo>
                  <a:pt x="79376" y="1467155"/>
                </a:lnTo>
                <a:lnTo>
                  <a:pt x="79205" y="1455782"/>
                </a:lnTo>
                <a:lnTo>
                  <a:pt x="79026" y="1444408"/>
                </a:lnTo>
                <a:lnTo>
                  <a:pt x="78842" y="1433035"/>
                </a:lnTo>
                <a:lnTo>
                  <a:pt x="78657" y="1421662"/>
                </a:lnTo>
                <a:lnTo>
                  <a:pt x="78474" y="1410288"/>
                </a:lnTo>
                <a:lnTo>
                  <a:pt x="78297" y="1398915"/>
                </a:lnTo>
                <a:lnTo>
                  <a:pt x="78127" y="1387542"/>
                </a:lnTo>
                <a:lnTo>
                  <a:pt x="77964" y="1376168"/>
                </a:lnTo>
                <a:lnTo>
                  <a:pt x="77809" y="1364795"/>
                </a:lnTo>
                <a:lnTo>
                  <a:pt x="77659" y="1353422"/>
                </a:lnTo>
                <a:lnTo>
                  <a:pt x="77513" y="1342049"/>
                </a:lnTo>
                <a:lnTo>
                  <a:pt x="77369" y="1330675"/>
                </a:lnTo>
                <a:lnTo>
                  <a:pt x="77225" y="1319302"/>
                </a:lnTo>
                <a:lnTo>
                  <a:pt x="77083" y="1307929"/>
                </a:lnTo>
                <a:lnTo>
                  <a:pt x="76943" y="1296555"/>
                </a:lnTo>
                <a:lnTo>
                  <a:pt x="76810" y="1285182"/>
                </a:lnTo>
                <a:lnTo>
                  <a:pt x="76689" y="1273809"/>
                </a:lnTo>
                <a:lnTo>
                  <a:pt x="76587" y="1262436"/>
                </a:lnTo>
                <a:lnTo>
                  <a:pt x="76514" y="1251062"/>
                </a:lnTo>
                <a:lnTo>
                  <a:pt x="76477" y="1239689"/>
                </a:lnTo>
                <a:lnTo>
                  <a:pt x="76484" y="1228316"/>
                </a:lnTo>
                <a:lnTo>
                  <a:pt x="76539" y="1216942"/>
                </a:lnTo>
                <a:lnTo>
                  <a:pt x="76646" y="1205569"/>
                </a:lnTo>
                <a:lnTo>
                  <a:pt x="76802" y="1194196"/>
                </a:lnTo>
                <a:lnTo>
                  <a:pt x="77003" y="1182822"/>
                </a:lnTo>
                <a:lnTo>
                  <a:pt x="77241" y="1171449"/>
                </a:lnTo>
                <a:lnTo>
                  <a:pt x="77506" y="1160076"/>
                </a:lnTo>
                <a:lnTo>
                  <a:pt x="77786" y="1148703"/>
                </a:lnTo>
                <a:lnTo>
                  <a:pt x="78069" y="1137329"/>
                </a:lnTo>
                <a:lnTo>
                  <a:pt x="78342" y="1125956"/>
                </a:lnTo>
                <a:lnTo>
                  <a:pt x="78596" y="1114583"/>
                </a:lnTo>
                <a:lnTo>
                  <a:pt x="78820" y="1103209"/>
                </a:lnTo>
                <a:lnTo>
                  <a:pt x="79004" y="1091836"/>
                </a:lnTo>
                <a:lnTo>
                  <a:pt x="79141" y="1080463"/>
                </a:lnTo>
                <a:lnTo>
                  <a:pt x="79225" y="1069090"/>
                </a:lnTo>
                <a:lnTo>
                  <a:pt x="79251" y="1057716"/>
                </a:lnTo>
                <a:lnTo>
                  <a:pt x="79215" y="1046343"/>
                </a:lnTo>
                <a:lnTo>
                  <a:pt x="79115" y="1034970"/>
                </a:lnTo>
                <a:lnTo>
                  <a:pt x="78954" y="1023596"/>
                </a:lnTo>
                <a:lnTo>
                  <a:pt x="78734" y="1012223"/>
                </a:lnTo>
                <a:lnTo>
                  <a:pt x="78466" y="1000850"/>
                </a:lnTo>
                <a:lnTo>
                  <a:pt x="78161" y="989476"/>
                </a:lnTo>
                <a:lnTo>
                  <a:pt x="77836" y="978103"/>
                </a:lnTo>
                <a:lnTo>
                  <a:pt x="77511" y="966730"/>
                </a:lnTo>
                <a:lnTo>
                  <a:pt x="77208" y="955357"/>
                </a:lnTo>
                <a:lnTo>
                  <a:pt x="76946" y="943983"/>
                </a:lnTo>
                <a:lnTo>
                  <a:pt x="76748" y="932610"/>
                </a:lnTo>
                <a:lnTo>
                  <a:pt x="76627" y="921237"/>
                </a:lnTo>
                <a:lnTo>
                  <a:pt x="76596" y="909863"/>
                </a:lnTo>
                <a:lnTo>
                  <a:pt x="76657" y="898490"/>
                </a:lnTo>
                <a:lnTo>
                  <a:pt x="76809" y="887117"/>
                </a:lnTo>
                <a:lnTo>
                  <a:pt x="77041" y="875744"/>
                </a:lnTo>
                <a:lnTo>
                  <a:pt x="77338" y="864370"/>
                </a:lnTo>
                <a:lnTo>
                  <a:pt x="77682" y="852997"/>
                </a:lnTo>
                <a:lnTo>
                  <a:pt x="78049" y="841624"/>
                </a:lnTo>
                <a:lnTo>
                  <a:pt x="78420" y="830250"/>
                </a:lnTo>
                <a:lnTo>
                  <a:pt x="78772" y="818877"/>
                </a:lnTo>
                <a:lnTo>
                  <a:pt x="79088" y="807504"/>
                </a:lnTo>
                <a:lnTo>
                  <a:pt x="79355" y="796131"/>
                </a:lnTo>
                <a:lnTo>
                  <a:pt x="79564" y="784757"/>
                </a:lnTo>
                <a:lnTo>
                  <a:pt x="79709" y="773384"/>
                </a:lnTo>
                <a:lnTo>
                  <a:pt x="79791" y="762011"/>
                </a:lnTo>
                <a:lnTo>
                  <a:pt x="79813" y="750637"/>
                </a:lnTo>
                <a:lnTo>
                  <a:pt x="79781" y="739264"/>
                </a:lnTo>
                <a:lnTo>
                  <a:pt x="79704" y="727891"/>
                </a:lnTo>
                <a:lnTo>
                  <a:pt x="79592" y="716517"/>
                </a:lnTo>
                <a:lnTo>
                  <a:pt x="79457" y="705144"/>
                </a:lnTo>
                <a:lnTo>
                  <a:pt x="79309" y="693771"/>
                </a:lnTo>
                <a:lnTo>
                  <a:pt x="79159" y="682398"/>
                </a:lnTo>
                <a:lnTo>
                  <a:pt x="79019" y="671024"/>
                </a:lnTo>
                <a:lnTo>
                  <a:pt x="78897" y="659651"/>
                </a:lnTo>
                <a:lnTo>
                  <a:pt x="78801" y="648278"/>
                </a:lnTo>
                <a:lnTo>
                  <a:pt x="78736" y="636904"/>
                </a:lnTo>
                <a:lnTo>
                  <a:pt x="78707" y="625531"/>
                </a:lnTo>
                <a:lnTo>
                  <a:pt x="78713" y="614158"/>
                </a:lnTo>
                <a:lnTo>
                  <a:pt x="78754" y="602785"/>
                </a:lnTo>
                <a:lnTo>
                  <a:pt x="78825" y="591411"/>
                </a:lnTo>
                <a:lnTo>
                  <a:pt x="78920" y="580038"/>
                </a:lnTo>
                <a:lnTo>
                  <a:pt x="79034" y="568665"/>
                </a:lnTo>
                <a:lnTo>
                  <a:pt x="79158" y="557291"/>
                </a:lnTo>
                <a:lnTo>
                  <a:pt x="79287" y="545918"/>
                </a:lnTo>
                <a:lnTo>
                  <a:pt x="79413" y="534545"/>
                </a:lnTo>
                <a:lnTo>
                  <a:pt x="79533" y="523171"/>
                </a:lnTo>
                <a:lnTo>
                  <a:pt x="79643" y="511798"/>
                </a:lnTo>
                <a:lnTo>
                  <a:pt x="79744" y="500425"/>
                </a:lnTo>
                <a:lnTo>
                  <a:pt x="79835" y="489052"/>
                </a:lnTo>
                <a:lnTo>
                  <a:pt x="79919" y="477678"/>
                </a:lnTo>
                <a:lnTo>
                  <a:pt x="79998" y="466305"/>
                </a:lnTo>
                <a:lnTo>
                  <a:pt x="80075" y="454932"/>
                </a:lnTo>
                <a:lnTo>
                  <a:pt x="80152" y="443558"/>
                </a:lnTo>
                <a:lnTo>
                  <a:pt x="80229" y="432185"/>
                </a:lnTo>
                <a:lnTo>
                  <a:pt x="80306" y="420812"/>
                </a:lnTo>
                <a:lnTo>
                  <a:pt x="80383" y="409439"/>
                </a:lnTo>
                <a:lnTo>
                  <a:pt x="80456" y="398065"/>
                </a:lnTo>
                <a:lnTo>
                  <a:pt x="80523" y="386692"/>
                </a:lnTo>
                <a:lnTo>
                  <a:pt x="80580" y="375319"/>
                </a:lnTo>
                <a:lnTo>
                  <a:pt x="80623" y="363945"/>
                </a:lnTo>
                <a:lnTo>
                  <a:pt x="80650" y="352572"/>
                </a:lnTo>
                <a:lnTo>
                  <a:pt x="80659" y="341199"/>
                </a:lnTo>
                <a:lnTo>
                  <a:pt x="80649" y="329825"/>
                </a:lnTo>
                <a:lnTo>
                  <a:pt x="80620" y="318452"/>
                </a:lnTo>
                <a:lnTo>
                  <a:pt x="80573" y="307079"/>
                </a:lnTo>
                <a:lnTo>
                  <a:pt x="80506" y="295706"/>
                </a:lnTo>
                <a:lnTo>
                  <a:pt x="80420" y="284332"/>
                </a:lnTo>
                <a:lnTo>
                  <a:pt x="80310" y="272959"/>
                </a:lnTo>
                <a:lnTo>
                  <a:pt x="80169" y="261586"/>
                </a:lnTo>
                <a:lnTo>
                  <a:pt x="79981" y="250212"/>
                </a:lnTo>
                <a:lnTo>
                  <a:pt x="79723" y="238839"/>
                </a:lnTo>
                <a:lnTo>
                  <a:pt x="79360" y="227466"/>
                </a:lnTo>
                <a:lnTo>
                  <a:pt x="78845" y="216093"/>
                </a:lnTo>
                <a:lnTo>
                  <a:pt x="78113" y="204719"/>
                </a:lnTo>
                <a:lnTo>
                  <a:pt x="77088" y="193346"/>
                </a:lnTo>
                <a:lnTo>
                  <a:pt x="75679" y="181973"/>
                </a:lnTo>
                <a:lnTo>
                  <a:pt x="73785" y="170599"/>
                </a:lnTo>
                <a:lnTo>
                  <a:pt x="71305" y="159226"/>
                </a:lnTo>
                <a:lnTo>
                  <a:pt x="68143" y="147853"/>
                </a:lnTo>
                <a:lnTo>
                  <a:pt x="64225" y="136480"/>
                </a:lnTo>
                <a:lnTo>
                  <a:pt x="59510" y="125106"/>
                </a:lnTo>
                <a:lnTo>
                  <a:pt x="54005" y="113733"/>
                </a:lnTo>
                <a:lnTo>
                  <a:pt x="47781" y="102360"/>
                </a:lnTo>
                <a:lnTo>
                  <a:pt x="40977" y="90986"/>
                </a:lnTo>
                <a:lnTo>
                  <a:pt x="33805" y="79613"/>
                </a:lnTo>
                <a:lnTo>
                  <a:pt x="26545" y="68240"/>
                </a:lnTo>
                <a:lnTo>
                  <a:pt x="19527" y="56866"/>
                </a:lnTo>
                <a:lnTo>
                  <a:pt x="13112" y="45493"/>
                </a:lnTo>
                <a:lnTo>
                  <a:pt x="7660" y="34120"/>
                </a:lnTo>
                <a:lnTo>
                  <a:pt x="3499" y="22747"/>
                </a:lnTo>
                <a:lnTo>
                  <a:pt x="889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72" y="11373"/>
                </a:lnTo>
                <a:lnTo>
                  <a:pt x="159062" y="22747"/>
                </a:lnTo>
                <a:lnTo>
                  <a:pt x="154901" y="34120"/>
                </a:lnTo>
                <a:lnTo>
                  <a:pt x="149450" y="45493"/>
                </a:lnTo>
                <a:lnTo>
                  <a:pt x="143035" y="56866"/>
                </a:lnTo>
                <a:lnTo>
                  <a:pt x="136017" y="68240"/>
                </a:lnTo>
                <a:lnTo>
                  <a:pt x="128756" y="79613"/>
                </a:lnTo>
                <a:lnTo>
                  <a:pt x="121584" y="90986"/>
                </a:lnTo>
                <a:lnTo>
                  <a:pt x="114780" y="102360"/>
                </a:lnTo>
                <a:lnTo>
                  <a:pt x="108556" y="113733"/>
                </a:lnTo>
                <a:lnTo>
                  <a:pt x="103052" y="125106"/>
                </a:lnTo>
                <a:lnTo>
                  <a:pt x="98336" y="136480"/>
                </a:lnTo>
                <a:lnTo>
                  <a:pt x="94418" y="147853"/>
                </a:lnTo>
                <a:lnTo>
                  <a:pt x="91257" y="159226"/>
                </a:lnTo>
                <a:lnTo>
                  <a:pt x="88776" y="170599"/>
                </a:lnTo>
                <a:lnTo>
                  <a:pt x="86883" y="181973"/>
                </a:lnTo>
                <a:lnTo>
                  <a:pt x="85473" y="193346"/>
                </a:lnTo>
                <a:lnTo>
                  <a:pt x="84449" y="204719"/>
                </a:lnTo>
                <a:lnTo>
                  <a:pt x="83717" y="216093"/>
                </a:lnTo>
                <a:lnTo>
                  <a:pt x="83201" y="227466"/>
                </a:lnTo>
                <a:lnTo>
                  <a:pt x="82839" y="238839"/>
                </a:lnTo>
                <a:lnTo>
                  <a:pt x="82581" y="250212"/>
                </a:lnTo>
                <a:lnTo>
                  <a:pt x="82393" y="261586"/>
                </a:lnTo>
                <a:lnTo>
                  <a:pt x="82251" y="272959"/>
                </a:lnTo>
                <a:lnTo>
                  <a:pt x="82142" y="284332"/>
                </a:lnTo>
                <a:lnTo>
                  <a:pt x="82055" y="295706"/>
                </a:lnTo>
                <a:lnTo>
                  <a:pt x="81989" y="307079"/>
                </a:lnTo>
                <a:lnTo>
                  <a:pt x="81941" y="318452"/>
                </a:lnTo>
                <a:lnTo>
                  <a:pt x="81912" y="329825"/>
                </a:lnTo>
                <a:lnTo>
                  <a:pt x="81902" y="341199"/>
                </a:lnTo>
                <a:lnTo>
                  <a:pt x="81911" y="352572"/>
                </a:lnTo>
                <a:lnTo>
                  <a:pt x="81939" y="363945"/>
                </a:lnTo>
                <a:lnTo>
                  <a:pt x="81982" y="375319"/>
                </a:lnTo>
                <a:lnTo>
                  <a:pt x="82039" y="386692"/>
                </a:lnTo>
                <a:lnTo>
                  <a:pt x="82105" y="398065"/>
                </a:lnTo>
                <a:lnTo>
                  <a:pt x="82178" y="409439"/>
                </a:lnTo>
                <a:lnTo>
                  <a:pt x="82255" y="420812"/>
                </a:lnTo>
                <a:lnTo>
                  <a:pt x="82333" y="432185"/>
                </a:lnTo>
                <a:lnTo>
                  <a:pt x="82410" y="443558"/>
                </a:lnTo>
                <a:lnTo>
                  <a:pt x="82487" y="454932"/>
                </a:lnTo>
                <a:lnTo>
                  <a:pt x="82563" y="466305"/>
                </a:lnTo>
                <a:lnTo>
                  <a:pt x="82643" y="477678"/>
                </a:lnTo>
                <a:lnTo>
                  <a:pt x="82727" y="489052"/>
                </a:lnTo>
                <a:lnTo>
                  <a:pt x="82818" y="500425"/>
                </a:lnTo>
                <a:lnTo>
                  <a:pt x="82918" y="511798"/>
                </a:lnTo>
                <a:lnTo>
                  <a:pt x="83029" y="523171"/>
                </a:lnTo>
                <a:lnTo>
                  <a:pt x="83149" y="534545"/>
                </a:lnTo>
                <a:lnTo>
                  <a:pt x="83275" y="545918"/>
                </a:lnTo>
                <a:lnTo>
                  <a:pt x="83403" y="557291"/>
                </a:lnTo>
                <a:lnTo>
                  <a:pt x="83528" y="568665"/>
                </a:lnTo>
                <a:lnTo>
                  <a:pt x="83641" y="580038"/>
                </a:lnTo>
                <a:lnTo>
                  <a:pt x="83737" y="591411"/>
                </a:lnTo>
                <a:lnTo>
                  <a:pt x="83808" y="602785"/>
                </a:lnTo>
                <a:lnTo>
                  <a:pt x="83848" y="614158"/>
                </a:lnTo>
                <a:lnTo>
                  <a:pt x="83855" y="625531"/>
                </a:lnTo>
                <a:lnTo>
                  <a:pt x="83825" y="636904"/>
                </a:lnTo>
                <a:lnTo>
                  <a:pt x="83761" y="648278"/>
                </a:lnTo>
                <a:lnTo>
                  <a:pt x="83665" y="659651"/>
                </a:lnTo>
                <a:lnTo>
                  <a:pt x="83543" y="671024"/>
                </a:lnTo>
                <a:lnTo>
                  <a:pt x="83403" y="682398"/>
                </a:lnTo>
                <a:lnTo>
                  <a:pt x="83253" y="693771"/>
                </a:lnTo>
                <a:lnTo>
                  <a:pt x="83105" y="705144"/>
                </a:lnTo>
                <a:lnTo>
                  <a:pt x="82969" y="716517"/>
                </a:lnTo>
                <a:lnTo>
                  <a:pt x="82857" y="727891"/>
                </a:lnTo>
                <a:lnTo>
                  <a:pt x="82780" y="739264"/>
                </a:lnTo>
                <a:lnTo>
                  <a:pt x="82748" y="750637"/>
                </a:lnTo>
                <a:lnTo>
                  <a:pt x="82770" y="762011"/>
                </a:lnTo>
                <a:lnTo>
                  <a:pt x="82852" y="773384"/>
                </a:lnTo>
                <a:lnTo>
                  <a:pt x="82998" y="784757"/>
                </a:lnTo>
                <a:lnTo>
                  <a:pt x="83206" y="796131"/>
                </a:lnTo>
                <a:lnTo>
                  <a:pt x="83473" y="807504"/>
                </a:lnTo>
                <a:lnTo>
                  <a:pt x="83790" y="818877"/>
                </a:lnTo>
                <a:lnTo>
                  <a:pt x="84142" y="830250"/>
                </a:lnTo>
                <a:lnTo>
                  <a:pt x="84512" y="841624"/>
                </a:lnTo>
                <a:lnTo>
                  <a:pt x="84880" y="852997"/>
                </a:lnTo>
                <a:lnTo>
                  <a:pt x="85223" y="864370"/>
                </a:lnTo>
                <a:lnTo>
                  <a:pt x="85521" y="875744"/>
                </a:lnTo>
                <a:lnTo>
                  <a:pt x="85753" y="887117"/>
                </a:lnTo>
                <a:lnTo>
                  <a:pt x="85905" y="898490"/>
                </a:lnTo>
                <a:lnTo>
                  <a:pt x="85966" y="909863"/>
                </a:lnTo>
                <a:lnTo>
                  <a:pt x="85934" y="921237"/>
                </a:lnTo>
                <a:lnTo>
                  <a:pt x="85814" y="932610"/>
                </a:lnTo>
                <a:lnTo>
                  <a:pt x="85615" y="943983"/>
                </a:lnTo>
                <a:lnTo>
                  <a:pt x="85354" y="955357"/>
                </a:lnTo>
                <a:lnTo>
                  <a:pt x="85050" y="966730"/>
                </a:lnTo>
                <a:lnTo>
                  <a:pt x="84725" y="978103"/>
                </a:lnTo>
                <a:lnTo>
                  <a:pt x="84400" y="989476"/>
                </a:lnTo>
                <a:lnTo>
                  <a:pt x="84096" y="1000850"/>
                </a:lnTo>
                <a:lnTo>
                  <a:pt x="83827" y="1012223"/>
                </a:lnTo>
                <a:lnTo>
                  <a:pt x="83608" y="1023596"/>
                </a:lnTo>
                <a:lnTo>
                  <a:pt x="83446" y="1034970"/>
                </a:lnTo>
                <a:lnTo>
                  <a:pt x="83347" y="1046343"/>
                </a:lnTo>
                <a:lnTo>
                  <a:pt x="83310" y="1057716"/>
                </a:lnTo>
                <a:lnTo>
                  <a:pt x="83336" y="1069090"/>
                </a:lnTo>
                <a:lnTo>
                  <a:pt x="83420" y="1080463"/>
                </a:lnTo>
                <a:lnTo>
                  <a:pt x="83558" y="1091836"/>
                </a:lnTo>
                <a:lnTo>
                  <a:pt x="83742" y="1103209"/>
                </a:lnTo>
                <a:lnTo>
                  <a:pt x="83965" y="1114583"/>
                </a:lnTo>
                <a:lnTo>
                  <a:pt x="84219" y="1125956"/>
                </a:lnTo>
                <a:lnTo>
                  <a:pt x="84493" y="1137329"/>
                </a:lnTo>
                <a:lnTo>
                  <a:pt x="84776" y="1148703"/>
                </a:lnTo>
                <a:lnTo>
                  <a:pt x="85056" y="1160076"/>
                </a:lnTo>
                <a:lnTo>
                  <a:pt x="85320" y="1171449"/>
                </a:lnTo>
                <a:lnTo>
                  <a:pt x="85558" y="1182822"/>
                </a:lnTo>
                <a:lnTo>
                  <a:pt x="85759" y="1194196"/>
                </a:lnTo>
                <a:lnTo>
                  <a:pt x="85915" y="1205569"/>
                </a:lnTo>
                <a:lnTo>
                  <a:pt x="86022" y="1216942"/>
                </a:lnTo>
                <a:lnTo>
                  <a:pt x="86078" y="1228316"/>
                </a:lnTo>
                <a:lnTo>
                  <a:pt x="86085" y="1239689"/>
                </a:lnTo>
                <a:lnTo>
                  <a:pt x="86048" y="1251062"/>
                </a:lnTo>
                <a:lnTo>
                  <a:pt x="85974" y="1262436"/>
                </a:lnTo>
                <a:lnTo>
                  <a:pt x="85873" y="1273809"/>
                </a:lnTo>
                <a:lnTo>
                  <a:pt x="85752" y="1285182"/>
                </a:lnTo>
                <a:lnTo>
                  <a:pt x="85618" y="1296555"/>
                </a:lnTo>
                <a:lnTo>
                  <a:pt x="85479" y="1307929"/>
                </a:lnTo>
                <a:lnTo>
                  <a:pt x="85336" y="1319302"/>
                </a:lnTo>
                <a:lnTo>
                  <a:pt x="85193" y="1330675"/>
                </a:lnTo>
                <a:lnTo>
                  <a:pt x="85049" y="1342049"/>
                </a:lnTo>
                <a:lnTo>
                  <a:pt x="84903" y="1353422"/>
                </a:lnTo>
                <a:lnTo>
                  <a:pt x="84753" y="1364795"/>
                </a:lnTo>
                <a:lnTo>
                  <a:pt x="84597" y="1376168"/>
                </a:lnTo>
                <a:lnTo>
                  <a:pt x="84435" y="1387542"/>
                </a:lnTo>
                <a:lnTo>
                  <a:pt x="84264" y="1398915"/>
                </a:lnTo>
                <a:lnTo>
                  <a:pt x="84087" y="1410288"/>
                </a:lnTo>
                <a:lnTo>
                  <a:pt x="83905" y="1421662"/>
                </a:lnTo>
                <a:lnTo>
                  <a:pt x="83720" y="1433035"/>
                </a:lnTo>
                <a:lnTo>
                  <a:pt x="83536" y="1444408"/>
                </a:lnTo>
                <a:lnTo>
                  <a:pt x="83356" y="1455782"/>
                </a:lnTo>
                <a:lnTo>
                  <a:pt x="83186" y="1467155"/>
                </a:lnTo>
                <a:lnTo>
                  <a:pt x="83028" y="1478528"/>
                </a:lnTo>
                <a:lnTo>
                  <a:pt x="82887" y="1489901"/>
                </a:lnTo>
                <a:lnTo>
                  <a:pt x="82767" y="1501275"/>
                </a:lnTo>
                <a:lnTo>
                  <a:pt x="82670" y="1512648"/>
                </a:lnTo>
                <a:lnTo>
                  <a:pt x="82601" y="1524021"/>
                </a:lnTo>
                <a:lnTo>
                  <a:pt x="82562" y="1535395"/>
                </a:lnTo>
                <a:lnTo>
                  <a:pt x="82558" y="1546768"/>
                </a:lnTo>
                <a:lnTo>
                  <a:pt x="82595" y="1558141"/>
                </a:lnTo>
                <a:lnTo>
                  <a:pt x="82681" y="1569514"/>
                </a:lnTo>
                <a:lnTo>
                  <a:pt x="82833" y="1580888"/>
                </a:lnTo>
                <a:lnTo>
                  <a:pt x="83070" y="1592261"/>
                </a:lnTo>
                <a:lnTo>
                  <a:pt x="83421" y="1603634"/>
                </a:lnTo>
                <a:lnTo>
                  <a:pt x="83927" y="1615008"/>
                </a:lnTo>
                <a:lnTo>
                  <a:pt x="84635" y="1626381"/>
                </a:lnTo>
                <a:lnTo>
                  <a:pt x="85603" y="1637754"/>
                </a:lnTo>
                <a:lnTo>
                  <a:pt x="86897" y="1649127"/>
                </a:lnTo>
                <a:lnTo>
                  <a:pt x="88584" y="1660501"/>
                </a:lnTo>
                <a:lnTo>
                  <a:pt x="90725" y="1671874"/>
                </a:lnTo>
                <a:lnTo>
                  <a:pt x="93371" y="1683247"/>
                </a:lnTo>
                <a:lnTo>
                  <a:pt x="96549" y="1694621"/>
                </a:lnTo>
                <a:lnTo>
                  <a:pt x="100252" y="1705994"/>
                </a:lnTo>
                <a:lnTo>
                  <a:pt x="104435" y="1717367"/>
                </a:lnTo>
                <a:lnTo>
                  <a:pt x="109003" y="1728741"/>
                </a:lnTo>
                <a:lnTo>
                  <a:pt x="113815" y="1740114"/>
                </a:lnTo>
                <a:lnTo>
                  <a:pt x="118684" y="1751487"/>
                </a:lnTo>
                <a:lnTo>
                  <a:pt x="123388" y="1762860"/>
                </a:lnTo>
                <a:lnTo>
                  <a:pt x="127686" y="1774234"/>
                </a:lnTo>
                <a:lnTo>
                  <a:pt x="131338" y="1785607"/>
                </a:lnTo>
                <a:lnTo>
                  <a:pt x="134125" y="1796980"/>
                </a:lnTo>
                <a:lnTo>
                  <a:pt x="135872" y="1808354"/>
                </a:lnTo>
                <a:lnTo>
                  <a:pt x="136468" y="1819727"/>
                </a:lnTo>
                <a:lnTo>
                  <a:pt x="136468" y="181972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4902" name="data_7653">
            <a:extLst>
              <a:ext uri="{FF2B5EF4-FFF2-40B4-BE49-F238E27FC236}">
                <a16:creationId xmlns:a16="http://schemas.microsoft.com/office/drawing/2014/main" id="{73AF26EA-4AA4-4F65-A51F-D4A7CF22B124}"/>
              </a:ext>
            </a:extLst>
          </p:cNvPr>
          <p:cNvSpPr>
            <a:spLocks/>
          </p:cNvSpPr>
          <p:nvPr/>
        </p:nvSpPr>
        <p:spPr>
          <a:xfrm>
            <a:off x="8927072" y="5110451"/>
            <a:ext cx="162562" cy="1819727"/>
          </a:xfrm>
          <a:custGeom>
            <a:avLst/>
            <a:gdLst/>
            <a:ahLst/>
            <a:cxnLst/>
            <a:rect l="0" t="0" r="0" b="0"/>
            <a:pathLst>
              <a:path w="162562" h="1819727">
                <a:moveTo>
                  <a:pt x="119669" y="1819727"/>
                </a:moveTo>
                <a:lnTo>
                  <a:pt x="42893" y="1819727"/>
                </a:lnTo>
                <a:lnTo>
                  <a:pt x="43280" y="1808354"/>
                </a:lnTo>
                <a:lnTo>
                  <a:pt x="44419" y="1796980"/>
                </a:lnTo>
                <a:lnTo>
                  <a:pt x="46237" y="1785607"/>
                </a:lnTo>
                <a:lnTo>
                  <a:pt x="48626" y="1774234"/>
                </a:lnTo>
                <a:lnTo>
                  <a:pt x="51449" y="1762860"/>
                </a:lnTo>
                <a:lnTo>
                  <a:pt x="54554" y="1751487"/>
                </a:lnTo>
                <a:lnTo>
                  <a:pt x="57789" y="1740114"/>
                </a:lnTo>
                <a:lnTo>
                  <a:pt x="61011" y="1728741"/>
                </a:lnTo>
                <a:lnTo>
                  <a:pt x="64099" y="1717367"/>
                </a:lnTo>
                <a:lnTo>
                  <a:pt x="66960" y="1705994"/>
                </a:lnTo>
                <a:lnTo>
                  <a:pt x="69528" y="1694621"/>
                </a:lnTo>
                <a:lnTo>
                  <a:pt x="71765" y="1683247"/>
                </a:lnTo>
                <a:lnTo>
                  <a:pt x="73660" y="1671874"/>
                </a:lnTo>
                <a:lnTo>
                  <a:pt x="75221" y="1660501"/>
                </a:lnTo>
                <a:lnTo>
                  <a:pt x="76471" y="1649127"/>
                </a:lnTo>
                <a:lnTo>
                  <a:pt x="77442" y="1637754"/>
                </a:lnTo>
                <a:lnTo>
                  <a:pt x="78171" y="1626381"/>
                </a:lnTo>
                <a:lnTo>
                  <a:pt x="78698" y="1615008"/>
                </a:lnTo>
                <a:lnTo>
                  <a:pt x="79060" y="1603634"/>
                </a:lnTo>
                <a:lnTo>
                  <a:pt x="79291" y="1592261"/>
                </a:lnTo>
                <a:lnTo>
                  <a:pt x="79424" y="1580888"/>
                </a:lnTo>
                <a:lnTo>
                  <a:pt x="79486" y="1569514"/>
                </a:lnTo>
                <a:lnTo>
                  <a:pt x="79499" y="1558141"/>
                </a:lnTo>
                <a:lnTo>
                  <a:pt x="79482" y="1546768"/>
                </a:lnTo>
                <a:lnTo>
                  <a:pt x="79449" y="1535395"/>
                </a:lnTo>
                <a:lnTo>
                  <a:pt x="79412" y="1524021"/>
                </a:lnTo>
                <a:lnTo>
                  <a:pt x="79376" y="1512648"/>
                </a:lnTo>
                <a:lnTo>
                  <a:pt x="79344" y="1501275"/>
                </a:lnTo>
                <a:lnTo>
                  <a:pt x="79317" y="1489901"/>
                </a:lnTo>
                <a:lnTo>
                  <a:pt x="79292" y="1478528"/>
                </a:lnTo>
                <a:lnTo>
                  <a:pt x="79265" y="1467155"/>
                </a:lnTo>
                <a:lnTo>
                  <a:pt x="79233" y="1455782"/>
                </a:lnTo>
                <a:lnTo>
                  <a:pt x="79193" y="1444408"/>
                </a:lnTo>
                <a:lnTo>
                  <a:pt x="79140" y="1433035"/>
                </a:lnTo>
                <a:lnTo>
                  <a:pt x="79075" y="1421662"/>
                </a:lnTo>
                <a:lnTo>
                  <a:pt x="78997" y="1410288"/>
                </a:lnTo>
                <a:lnTo>
                  <a:pt x="78908" y="1398915"/>
                </a:lnTo>
                <a:lnTo>
                  <a:pt x="78811" y="1387542"/>
                </a:lnTo>
                <a:lnTo>
                  <a:pt x="78710" y="1376168"/>
                </a:lnTo>
                <a:lnTo>
                  <a:pt x="78607" y="1364795"/>
                </a:lnTo>
                <a:lnTo>
                  <a:pt x="78506" y="1353422"/>
                </a:lnTo>
                <a:lnTo>
                  <a:pt x="78408" y="1342049"/>
                </a:lnTo>
                <a:lnTo>
                  <a:pt x="78315" y="1330675"/>
                </a:lnTo>
                <a:lnTo>
                  <a:pt x="78228" y="1319302"/>
                </a:lnTo>
                <a:lnTo>
                  <a:pt x="78146" y="1307929"/>
                </a:lnTo>
                <a:lnTo>
                  <a:pt x="78070" y="1296555"/>
                </a:lnTo>
                <a:lnTo>
                  <a:pt x="78002" y="1285182"/>
                </a:lnTo>
                <a:lnTo>
                  <a:pt x="77941" y="1273809"/>
                </a:lnTo>
                <a:lnTo>
                  <a:pt x="77891" y="1262436"/>
                </a:lnTo>
                <a:lnTo>
                  <a:pt x="77853" y="1251062"/>
                </a:lnTo>
                <a:lnTo>
                  <a:pt x="77830" y="1239689"/>
                </a:lnTo>
                <a:lnTo>
                  <a:pt x="77824" y="1228316"/>
                </a:lnTo>
                <a:lnTo>
                  <a:pt x="77837" y="1216942"/>
                </a:lnTo>
                <a:lnTo>
                  <a:pt x="77870" y="1205569"/>
                </a:lnTo>
                <a:lnTo>
                  <a:pt x="77922" y="1194196"/>
                </a:lnTo>
                <a:lnTo>
                  <a:pt x="77992" y="1182822"/>
                </a:lnTo>
                <a:lnTo>
                  <a:pt x="78078" y="1171449"/>
                </a:lnTo>
                <a:lnTo>
                  <a:pt x="78178" y="1160076"/>
                </a:lnTo>
                <a:lnTo>
                  <a:pt x="78290" y="1148703"/>
                </a:lnTo>
                <a:lnTo>
                  <a:pt x="78412" y="1137329"/>
                </a:lnTo>
                <a:lnTo>
                  <a:pt x="78542" y="1125956"/>
                </a:lnTo>
                <a:lnTo>
                  <a:pt x="78679" y="1114583"/>
                </a:lnTo>
                <a:lnTo>
                  <a:pt x="78822" y="1103209"/>
                </a:lnTo>
                <a:lnTo>
                  <a:pt x="78970" y="1091836"/>
                </a:lnTo>
                <a:lnTo>
                  <a:pt x="79123" y="1080463"/>
                </a:lnTo>
                <a:lnTo>
                  <a:pt x="79277" y="1069090"/>
                </a:lnTo>
                <a:lnTo>
                  <a:pt x="79430" y="1057716"/>
                </a:lnTo>
                <a:lnTo>
                  <a:pt x="79579" y="1046343"/>
                </a:lnTo>
                <a:lnTo>
                  <a:pt x="79720" y="1034970"/>
                </a:lnTo>
                <a:lnTo>
                  <a:pt x="79849" y="1023596"/>
                </a:lnTo>
                <a:lnTo>
                  <a:pt x="79964" y="1012223"/>
                </a:lnTo>
                <a:lnTo>
                  <a:pt x="80063" y="1000850"/>
                </a:lnTo>
                <a:lnTo>
                  <a:pt x="80143" y="989476"/>
                </a:lnTo>
                <a:lnTo>
                  <a:pt x="80206" y="978103"/>
                </a:lnTo>
                <a:lnTo>
                  <a:pt x="80254" y="966730"/>
                </a:lnTo>
                <a:lnTo>
                  <a:pt x="80290" y="955357"/>
                </a:lnTo>
                <a:lnTo>
                  <a:pt x="80318" y="943983"/>
                </a:lnTo>
                <a:lnTo>
                  <a:pt x="80342" y="932610"/>
                </a:lnTo>
                <a:lnTo>
                  <a:pt x="80366" y="921237"/>
                </a:lnTo>
                <a:lnTo>
                  <a:pt x="80393" y="909863"/>
                </a:lnTo>
                <a:lnTo>
                  <a:pt x="80426" y="898490"/>
                </a:lnTo>
                <a:lnTo>
                  <a:pt x="80464" y="887117"/>
                </a:lnTo>
                <a:lnTo>
                  <a:pt x="80509" y="875744"/>
                </a:lnTo>
                <a:lnTo>
                  <a:pt x="80557" y="864370"/>
                </a:lnTo>
                <a:lnTo>
                  <a:pt x="80606" y="852997"/>
                </a:lnTo>
                <a:lnTo>
                  <a:pt x="80654" y="841624"/>
                </a:lnTo>
                <a:lnTo>
                  <a:pt x="80695" y="830250"/>
                </a:lnTo>
                <a:lnTo>
                  <a:pt x="80727" y="818877"/>
                </a:lnTo>
                <a:lnTo>
                  <a:pt x="80748" y="807504"/>
                </a:lnTo>
                <a:lnTo>
                  <a:pt x="80755" y="796131"/>
                </a:lnTo>
                <a:lnTo>
                  <a:pt x="80749" y="784757"/>
                </a:lnTo>
                <a:lnTo>
                  <a:pt x="80730" y="773384"/>
                </a:lnTo>
                <a:lnTo>
                  <a:pt x="80699" y="762011"/>
                </a:lnTo>
                <a:lnTo>
                  <a:pt x="80661" y="750637"/>
                </a:lnTo>
                <a:lnTo>
                  <a:pt x="80618" y="739264"/>
                </a:lnTo>
                <a:lnTo>
                  <a:pt x="80575" y="727891"/>
                </a:lnTo>
                <a:lnTo>
                  <a:pt x="80537" y="716517"/>
                </a:lnTo>
                <a:lnTo>
                  <a:pt x="80506" y="705144"/>
                </a:lnTo>
                <a:lnTo>
                  <a:pt x="80486" y="693771"/>
                </a:lnTo>
                <a:lnTo>
                  <a:pt x="80479" y="682398"/>
                </a:lnTo>
                <a:lnTo>
                  <a:pt x="80486" y="671024"/>
                </a:lnTo>
                <a:lnTo>
                  <a:pt x="80505" y="659651"/>
                </a:lnTo>
                <a:lnTo>
                  <a:pt x="80535" y="648278"/>
                </a:lnTo>
                <a:lnTo>
                  <a:pt x="80573" y="636904"/>
                </a:lnTo>
                <a:lnTo>
                  <a:pt x="80613" y="625531"/>
                </a:lnTo>
                <a:lnTo>
                  <a:pt x="80653" y="614158"/>
                </a:lnTo>
                <a:lnTo>
                  <a:pt x="80687" y="602785"/>
                </a:lnTo>
                <a:lnTo>
                  <a:pt x="80710" y="591411"/>
                </a:lnTo>
                <a:lnTo>
                  <a:pt x="80719" y="580038"/>
                </a:lnTo>
                <a:lnTo>
                  <a:pt x="80711" y="568665"/>
                </a:lnTo>
                <a:lnTo>
                  <a:pt x="80683" y="557291"/>
                </a:lnTo>
                <a:lnTo>
                  <a:pt x="80634" y="545918"/>
                </a:lnTo>
                <a:lnTo>
                  <a:pt x="80565" y="534545"/>
                </a:lnTo>
                <a:lnTo>
                  <a:pt x="80477" y="523171"/>
                </a:lnTo>
                <a:lnTo>
                  <a:pt x="80371" y="511798"/>
                </a:lnTo>
                <a:lnTo>
                  <a:pt x="80251" y="500425"/>
                </a:lnTo>
                <a:lnTo>
                  <a:pt x="80120" y="489052"/>
                </a:lnTo>
                <a:lnTo>
                  <a:pt x="79982" y="477678"/>
                </a:lnTo>
                <a:lnTo>
                  <a:pt x="79841" y="466305"/>
                </a:lnTo>
                <a:lnTo>
                  <a:pt x="79703" y="454932"/>
                </a:lnTo>
                <a:lnTo>
                  <a:pt x="79571" y="443558"/>
                </a:lnTo>
                <a:lnTo>
                  <a:pt x="79451" y="432185"/>
                </a:lnTo>
                <a:lnTo>
                  <a:pt x="79347" y="420812"/>
                </a:lnTo>
                <a:lnTo>
                  <a:pt x="79263" y="409439"/>
                </a:lnTo>
                <a:lnTo>
                  <a:pt x="79202" y="398065"/>
                </a:lnTo>
                <a:lnTo>
                  <a:pt x="79165" y="386692"/>
                </a:lnTo>
                <a:lnTo>
                  <a:pt x="79153" y="375319"/>
                </a:lnTo>
                <a:lnTo>
                  <a:pt x="79166" y="363945"/>
                </a:lnTo>
                <a:lnTo>
                  <a:pt x="79202" y="352572"/>
                </a:lnTo>
                <a:lnTo>
                  <a:pt x="79256" y="341199"/>
                </a:lnTo>
                <a:lnTo>
                  <a:pt x="79325" y="329825"/>
                </a:lnTo>
                <a:lnTo>
                  <a:pt x="79402" y="318452"/>
                </a:lnTo>
                <a:lnTo>
                  <a:pt x="79482" y="307079"/>
                </a:lnTo>
                <a:lnTo>
                  <a:pt x="79556" y="295706"/>
                </a:lnTo>
                <a:lnTo>
                  <a:pt x="79616" y="284332"/>
                </a:lnTo>
                <a:lnTo>
                  <a:pt x="79649" y="272959"/>
                </a:lnTo>
                <a:lnTo>
                  <a:pt x="79642" y="261586"/>
                </a:lnTo>
                <a:lnTo>
                  <a:pt x="79574" y="250212"/>
                </a:lnTo>
                <a:lnTo>
                  <a:pt x="79417" y="238839"/>
                </a:lnTo>
                <a:lnTo>
                  <a:pt x="79134" y="227466"/>
                </a:lnTo>
                <a:lnTo>
                  <a:pt x="78677" y="216093"/>
                </a:lnTo>
                <a:lnTo>
                  <a:pt x="77982" y="204719"/>
                </a:lnTo>
                <a:lnTo>
                  <a:pt x="76973" y="193346"/>
                </a:lnTo>
                <a:lnTo>
                  <a:pt x="75562" y="181973"/>
                </a:lnTo>
                <a:lnTo>
                  <a:pt x="73653" y="170599"/>
                </a:lnTo>
                <a:lnTo>
                  <a:pt x="71147" y="159226"/>
                </a:lnTo>
                <a:lnTo>
                  <a:pt x="67954" y="147853"/>
                </a:lnTo>
                <a:lnTo>
                  <a:pt x="64005" y="136480"/>
                </a:lnTo>
                <a:lnTo>
                  <a:pt x="59263" y="125106"/>
                </a:lnTo>
                <a:lnTo>
                  <a:pt x="53740" y="113733"/>
                </a:lnTo>
                <a:lnTo>
                  <a:pt x="47510" y="102360"/>
                </a:lnTo>
                <a:lnTo>
                  <a:pt x="40714" y="90986"/>
                </a:lnTo>
                <a:lnTo>
                  <a:pt x="33564" y="79613"/>
                </a:lnTo>
                <a:lnTo>
                  <a:pt x="26338" y="68240"/>
                </a:lnTo>
                <a:lnTo>
                  <a:pt x="19363" y="56866"/>
                </a:lnTo>
                <a:lnTo>
                  <a:pt x="12996" y="45493"/>
                </a:lnTo>
                <a:lnTo>
                  <a:pt x="7589" y="34120"/>
                </a:lnTo>
                <a:lnTo>
                  <a:pt x="3466" y="22747"/>
                </a:lnTo>
                <a:lnTo>
                  <a:pt x="881" y="11373"/>
                </a:lnTo>
                <a:lnTo>
                  <a:pt x="0" y="0"/>
                </a:lnTo>
                <a:lnTo>
                  <a:pt x="162562" y="0"/>
                </a:lnTo>
                <a:lnTo>
                  <a:pt x="162562" y="0"/>
                </a:lnTo>
                <a:lnTo>
                  <a:pt x="161681" y="11373"/>
                </a:lnTo>
                <a:lnTo>
                  <a:pt x="159096" y="22747"/>
                </a:lnTo>
                <a:lnTo>
                  <a:pt x="154972" y="34120"/>
                </a:lnTo>
                <a:lnTo>
                  <a:pt x="149566" y="45493"/>
                </a:lnTo>
                <a:lnTo>
                  <a:pt x="143198" y="56866"/>
                </a:lnTo>
                <a:lnTo>
                  <a:pt x="136224" y="68240"/>
                </a:lnTo>
                <a:lnTo>
                  <a:pt x="128998" y="79613"/>
                </a:lnTo>
                <a:lnTo>
                  <a:pt x="121848" y="90986"/>
                </a:lnTo>
                <a:lnTo>
                  <a:pt x="115052" y="102360"/>
                </a:lnTo>
                <a:lnTo>
                  <a:pt x="108822" y="113733"/>
                </a:lnTo>
                <a:lnTo>
                  <a:pt x="103299" y="125106"/>
                </a:lnTo>
                <a:lnTo>
                  <a:pt x="98557" y="136480"/>
                </a:lnTo>
                <a:lnTo>
                  <a:pt x="94607" y="147853"/>
                </a:lnTo>
                <a:lnTo>
                  <a:pt x="91414" y="159226"/>
                </a:lnTo>
                <a:lnTo>
                  <a:pt x="88909" y="170599"/>
                </a:lnTo>
                <a:lnTo>
                  <a:pt x="86999" y="181973"/>
                </a:lnTo>
                <a:lnTo>
                  <a:pt x="85589" y="193346"/>
                </a:lnTo>
                <a:lnTo>
                  <a:pt x="84580" y="204719"/>
                </a:lnTo>
                <a:lnTo>
                  <a:pt x="83885" y="216093"/>
                </a:lnTo>
                <a:lnTo>
                  <a:pt x="83427" y="227466"/>
                </a:lnTo>
                <a:lnTo>
                  <a:pt x="83145" y="238839"/>
                </a:lnTo>
                <a:lnTo>
                  <a:pt x="82988" y="250212"/>
                </a:lnTo>
                <a:lnTo>
                  <a:pt x="82920" y="261586"/>
                </a:lnTo>
                <a:lnTo>
                  <a:pt x="82912" y="272959"/>
                </a:lnTo>
                <a:lnTo>
                  <a:pt x="82946" y="284332"/>
                </a:lnTo>
                <a:lnTo>
                  <a:pt x="83006" y="295706"/>
                </a:lnTo>
                <a:lnTo>
                  <a:pt x="83080" y="307079"/>
                </a:lnTo>
                <a:lnTo>
                  <a:pt x="83159" y="318452"/>
                </a:lnTo>
                <a:lnTo>
                  <a:pt x="83237" y="329825"/>
                </a:lnTo>
                <a:lnTo>
                  <a:pt x="83306" y="341199"/>
                </a:lnTo>
                <a:lnTo>
                  <a:pt x="83360" y="352572"/>
                </a:lnTo>
                <a:lnTo>
                  <a:pt x="83395" y="363945"/>
                </a:lnTo>
                <a:lnTo>
                  <a:pt x="83408" y="375319"/>
                </a:lnTo>
                <a:lnTo>
                  <a:pt x="83397" y="386692"/>
                </a:lnTo>
                <a:lnTo>
                  <a:pt x="83360" y="398065"/>
                </a:lnTo>
                <a:lnTo>
                  <a:pt x="83298" y="409439"/>
                </a:lnTo>
                <a:lnTo>
                  <a:pt x="83214" y="420812"/>
                </a:lnTo>
                <a:lnTo>
                  <a:pt x="83110" y="432185"/>
                </a:lnTo>
                <a:lnTo>
                  <a:pt x="82990" y="443558"/>
                </a:lnTo>
                <a:lnTo>
                  <a:pt x="82859" y="454932"/>
                </a:lnTo>
                <a:lnTo>
                  <a:pt x="82720" y="466305"/>
                </a:lnTo>
                <a:lnTo>
                  <a:pt x="82580" y="477678"/>
                </a:lnTo>
                <a:lnTo>
                  <a:pt x="82442" y="489052"/>
                </a:lnTo>
                <a:lnTo>
                  <a:pt x="82310" y="500425"/>
                </a:lnTo>
                <a:lnTo>
                  <a:pt x="82190" y="511798"/>
                </a:lnTo>
                <a:lnTo>
                  <a:pt x="82084" y="523171"/>
                </a:lnTo>
                <a:lnTo>
                  <a:pt x="81996" y="534545"/>
                </a:lnTo>
                <a:lnTo>
                  <a:pt x="81927" y="545918"/>
                </a:lnTo>
                <a:lnTo>
                  <a:pt x="81879" y="557291"/>
                </a:lnTo>
                <a:lnTo>
                  <a:pt x="81851" y="568665"/>
                </a:lnTo>
                <a:lnTo>
                  <a:pt x="81842" y="580038"/>
                </a:lnTo>
                <a:lnTo>
                  <a:pt x="81851" y="591411"/>
                </a:lnTo>
                <a:lnTo>
                  <a:pt x="81875" y="602785"/>
                </a:lnTo>
                <a:lnTo>
                  <a:pt x="81909" y="614158"/>
                </a:lnTo>
                <a:lnTo>
                  <a:pt x="81948" y="625531"/>
                </a:lnTo>
                <a:lnTo>
                  <a:pt x="81989" y="636904"/>
                </a:lnTo>
                <a:lnTo>
                  <a:pt x="82026" y="648278"/>
                </a:lnTo>
                <a:lnTo>
                  <a:pt x="82056" y="659651"/>
                </a:lnTo>
                <a:lnTo>
                  <a:pt x="82076" y="671024"/>
                </a:lnTo>
                <a:lnTo>
                  <a:pt x="82082" y="682398"/>
                </a:lnTo>
                <a:lnTo>
                  <a:pt x="82075" y="693771"/>
                </a:lnTo>
                <a:lnTo>
                  <a:pt x="82056" y="705144"/>
                </a:lnTo>
                <a:lnTo>
                  <a:pt x="82025" y="716517"/>
                </a:lnTo>
                <a:lnTo>
                  <a:pt x="81986" y="727891"/>
                </a:lnTo>
                <a:lnTo>
                  <a:pt x="81943" y="739264"/>
                </a:lnTo>
                <a:lnTo>
                  <a:pt x="81901" y="750637"/>
                </a:lnTo>
                <a:lnTo>
                  <a:pt x="81862" y="762011"/>
                </a:lnTo>
                <a:lnTo>
                  <a:pt x="81832" y="773384"/>
                </a:lnTo>
                <a:lnTo>
                  <a:pt x="81813" y="784757"/>
                </a:lnTo>
                <a:lnTo>
                  <a:pt x="81806" y="796131"/>
                </a:lnTo>
                <a:lnTo>
                  <a:pt x="81814" y="807504"/>
                </a:lnTo>
                <a:lnTo>
                  <a:pt x="81834" y="818877"/>
                </a:lnTo>
                <a:lnTo>
                  <a:pt x="81867" y="830250"/>
                </a:lnTo>
                <a:lnTo>
                  <a:pt x="81908" y="841624"/>
                </a:lnTo>
                <a:lnTo>
                  <a:pt x="81955" y="852997"/>
                </a:lnTo>
                <a:lnTo>
                  <a:pt x="82005" y="864370"/>
                </a:lnTo>
                <a:lnTo>
                  <a:pt x="82053" y="875744"/>
                </a:lnTo>
                <a:lnTo>
                  <a:pt x="82097" y="887117"/>
                </a:lnTo>
                <a:lnTo>
                  <a:pt x="82136" y="898490"/>
                </a:lnTo>
                <a:lnTo>
                  <a:pt x="82169" y="909863"/>
                </a:lnTo>
                <a:lnTo>
                  <a:pt x="82196" y="921237"/>
                </a:lnTo>
                <a:lnTo>
                  <a:pt x="82220" y="932610"/>
                </a:lnTo>
                <a:lnTo>
                  <a:pt x="82244" y="943983"/>
                </a:lnTo>
                <a:lnTo>
                  <a:pt x="82271" y="955357"/>
                </a:lnTo>
                <a:lnTo>
                  <a:pt x="82307" y="966730"/>
                </a:lnTo>
                <a:lnTo>
                  <a:pt x="82355" y="978103"/>
                </a:lnTo>
                <a:lnTo>
                  <a:pt x="82419" y="989476"/>
                </a:lnTo>
                <a:lnTo>
                  <a:pt x="82499" y="1000850"/>
                </a:lnTo>
                <a:lnTo>
                  <a:pt x="82597" y="1012223"/>
                </a:lnTo>
                <a:lnTo>
                  <a:pt x="82712" y="1023596"/>
                </a:lnTo>
                <a:lnTo>
                  <a:pt x="82842" y="1034970"/>
                </a:lnTo>
                <a:lnTo>
                  <a:pt x="82983" y="1046343"/>
                </a:lnTo>
                <a:lnTo>
                  <a:pt x="83132" y="1057716"/>
                </a:lnTo>
                <a:lnTo>
                  <a:pt x="83285" y="1069090"/>
                </a:lnTo>
                <a:lnTo>
                  <a:pt x="83439" y="1080463"/>
                </a:lnTo>
                <a:lnTo>
                  <a:pt x="83591" y="1091836"/>
                </a:lnTo>
                <a:lnTo>
                  <a:pt x="83740" y="1103209"/>
                </a:lnTo>
                <a:lnTo>
                  <a:pt x="83883" y="1114583"/>
                </a:lnTo>
                <a:lnTo>
                  <a:pt x="84020" y="1125956"/>
                </a:lnTo>
                <a:lnTo>
                  <a:pt x="84150" y="1137329"/>
                </a:lnTo>
                <a:lnTo>
                  <a:pt x="84271" y="1148703"/>
                </a:lnTo>
                <a:lnTo>
                  <a:pt x="84383" y="1160076"/>
                </a:lnTo>
                <a:lnTo>
                  <a:pt x="84484" y="1171449"/>
                </a:lnTo>
                <a:lnTo>
                  <a:pt x="84570" y="1182822"/>
                </a:lnTo>
                <a:lnTo>
                  <a:pt x="84640" y="1194196"/>
                </a:lnTo>
                <a:lnTo>
                  <a:pt x="84692" y="1205569"/>
                </a:lnTo>
                <a:lnTo>
                  <a:pt x="84725" y="1216942"/>
                </a:lnTo>
                <a:lnTo>
                  <a:pt x="84738" y="1228316"/>
                </a:lnTo>
                <a:lnTo>
                  <a:pt x="84732" y="1239689"/>
                </a:lnTo>
                <a:lnTo>
                  <a:pt x="84709" y="1251062"/>
                </a:lnTo>
                <a:lnTo>
                  <a:pt x="84671" y="1262436"/>
                </a:lnTo>
                <a:lnTo>
                  <a:pt x="84620" y="1273809"/>
                </a:lnTo>
                <a:lnTo>
                  <a:pt x="84560" y="1285182"/>
                </a:lnTo>
                <a:lnTo>
                  <a:pt x="84491" y="1296555"/>
                </a:lnTo>
                <a:lnTo>
                  <a:pt x="84416" y="1307929"/>
                </a:lnTo>
                <a:lnTo>
                  <a:pt x="84334" y="1319302"/>
                </a:lnTo>
                <a:lnTo>
                  <a:pt x="84246" y="1330675"/>
                </a:lnTo>
                <a:lnTo>
                  <a:pt x="84153" y="1342049"/>
                </a:lnTo>
                <a:lnTo>
                  <a:pt x="84056" y="1353422"/>
                </a:lnTo>
                <a:lnTo>
                  <a:pt x="83954" y="1364795"/>
                </a:lnTo>
                <a:lnTo>
                  <a:pt x="83852" y="1376168"/>
                </a:lnTo>
                <a:lnTo>
                  <a:pt x="83750" y="1387542"/>
                </a:lnTo>
                <a:lnTo>
                  <a:pt x="83654" y="1398915"/>
                </a:lnTo>
                <a:lnTo>
                  <a:pt x="83565" y="1410288"/>
                </a:lnTo>
                <a:lnTo>
                  <a:pt x="83487" y="1421662"/>
                </a:lnTo>
                <a:lnTo>
                  <a:pt x="83422" y="1433035"/>
                </a:lnTo>
                <a:lnTo>
                  <a:pt x="83369" y="1444408"/>
                </a:lnTo>
                <a:lnTo>
                  <a:pt x="83328" y="1455782"/>
                </a:lnTo>
                <a:lnTo>
                  <a:pt x="83296" y="1467155"/>
                </a:lnTo>
                <a:lnTo>
                  <a:pt x="83270" y="1478528"/>
                </a:lnTo>
                <a:lnTo>
                  <a:pt x="83245" y="1489901"/>
                </a:lnTo>
                <a:lnTo>
                  <a:pt x="83217" y="1501275"/>
                </a:lnTo>
                <a:lnTo>
                  <a:pt x="83186" y="1512648"/>
                </a:lnTo>
                <a:lnTo>
                  <a:pt x="83150" y="1524021"/>
                </a:lnTo>
                <a:lnTo>
                  <a:pt x="83112" y="1535395"/>
                </a:lnTo>
                <a:lnTo>
                  <a:pt x="83080" y="1546768"/>
                </a:lnTo>
                <a:lnTo>
                  <a:pt x="83063" y="1558141"/>
                </a:lnTo>
                <a:lnTo>
                  <a:pt x="83076" y="1569514"/>
                </a:lnTo>
                <a:lnTo>
                  <a:pt x="83137" y="1580888"/>
                </a:lnTo>
                <a:lnTo>
                  <a:pt x="83270" y="1592261"/>
                </a:lnTo>
                <a:lnTo>
                  <a:pt x="83502" y="1603634"/>
                </a:lnTo>
                <a:lnTo>
                  <a:pt x="83864" y="1615008"/>
                </a:lnTo>
                <a:lnTo>
                  <a:pt x="84391" y="1626381"/>
                </a:lnTo>
                <a:lnTo>
                  <a:pt x="85120" y="1637754"/>
                </a:lnTo>
                <a:lnTo>
                  <a:pt x="86091" y="1649127"/>
                </a:lnTo>
                <a:lnTo>
                  <a:pt x="87341" y="1660501"/>
                </a:lnTo>
                <a:lnTo>
                  <a:pt x="88901" y="1671874"/>
                </a:lnTo>
                <a:lnTo>
                  <a:pt x="90796" y="1683247"/>
                </a:lnTo>
                <a:lnTo>
                  <a:pt x="93034" y="1694621"/>
                </a:lnTo>
                <a:lnTo>
                  <a:pt x="95601" y="1705994"/>
                </a:lnTo>
                <a:lnTo>
                  <a:pt x="98462" y="1717367"/>
                </a:lnTo>
                <a:lnTo>
                  <a:pt x="101551" y="1728741"/>
                </a:lnTo>
                <a:lnTo>
                  <a:pt x="104773" y="1740114"/>
                </a:lnTo>
                <a:lnTo>
                  <a:pt x="108007" y="1751487"/>
                </a:lnTo>
                <a:lnTo>
                  <a:pt x="111112" y="1762860"/>
                </a:lnTo>
                <a:lnTo>
                  <a:pt x="113935" y="1774234"/>
                </a:lnTo>
                <a:lnTo>
                  <a:pt x="116324" y="1785607"/>
                </a:lnTo>
                <a:lnTo>
                  <a:pt x="118143" y="1796980"/>
                </a:lnTo>
                <a:lnTo>
                  <a:pt x="119281" y="1808354"/>
                </a:lnTo>
                <a:lnTo>
                  <a:pt x="119669" y="1819727"/>
                </a:lnTo>
                <a:lnTo>
                  <a:pt x="119669" y="181972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4903" name="data_7654">
            <a:extLst>
              <a:ext uri="{FF2B5EF4-FFF2-40B4-BE49-F238E27FC236}">
                <a16:creationId xmlns:a16="http://schemas.microsoft.com/office/drawing/2014/main" id="{4C893DAA-FE35-4F97-83C6-6C6381B0FDD1}"/>
              </a:ext>
            </a:extLst>
          </p:cNvPr>
          <p:cNvSpPr>
            <a:spLocks/>
          </p:cNvSpPr>
          <p:nvPr/>
        </p:nvSpPr>
        <p:spPr>
          <a:xfrm>
            <a:off x="5896436" y="69019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4" name="data_7655">
            <a:extLst>
              <a:ext uri="{FF2B5EF4-FFF2-40B4-BE49-F238E27FC236}">
                <a16:creationId xmlns:a16="http://schemas.microsoft.com/office/drawing/2014/main" id="{029EC8D3-5D73-4B11-9AA4-29A412B6E188}"/>
              </a:ext>
            </a:extLst>
          </p:cNvPr>
          <p:cNvSpPr>
            <a:spLocks/>
          </p:cNvSpPr>
          <p:nvPr/>
        </p:nvSpPr>
        <p:spPr>
          <a:xfrm>
            <a:off x="5868016" y="68527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5" name="data_7656">
            <a:extLst>
              <a:ext uri="{FF2B5EF4-FFF2-40B4-BE49-F238E27FC236}">
                <a16:creationId xmlns:a16="http://schemas.microsoft.com/office/drawing/2014/main" id="{84E7A091-2E4A-4D4C-B274-6688AAF4E626}"/>
              </a:ext>
            </a:extLst>
          </p:cNvPr>
          <p:cNvSpPr>
            <a:spLocks/>
          </p:cNvSpPr>
          <p:nvPr/>
        </p:nvSpPr>
        <p:spPr>
          <a:xfrm>
            <a:off x="580051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6" name="data_7657">
            <a:extLst>
              <a:ext uri="{FF2B5EF4-FFF2-40B4-BE49-F238E27FC236}">
                <a16:creationId xmlns:a16="http://schemas.microsoft.com/office/drawing/2014/main" id="{3DC99A63-F998-4A8E-9E48-ED67DE7590DC}"/>
              </a:ext>
            </a:extLst>
          </p:cNvPr>
          <p:cNvSpPr>
            <a:spLocks/>
          </p:cNvSpPr>
          <p:nvPr/>
        </p:nvSpPr>
        <p:spPr>
          <a:xfrm>
            <a:off x="5830827" y="68897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7" name="data_7658">
            <a:extLst>
              <a:ext uri="{FF2B5EF4-FFF2-40B4-BE49-F238E27FC236}">
                <a16:creationId xmlns:a16="http://schemas.microsoft.com/office/drawing/2014/main" id="{620253F1-FAE1-49CD-BCAB-52D349077F4E}"/>
              </a:ext>
            </a:extLst>
          </p:cNvPr>
          <p:cNvSpPr>
            <a:spLocks/>
          </p:cNvSpPr>
          <p:nvPr/>
        </p:nvSpPr>
        <p:spPr>
          <a:xfrm>
            <a:off x="5824065" y="69021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8" name="data_7659">
            <a:extLst>
              <a:ext uri="{FF2B5EF4-FFF2-40B4-BE49-F238E27FC236}">
                <a16:creationId xmlns:a16="http://schemas.microsoft.com/office/drawing/2014/main" id="{10C31684-D3D1-4725-B860-7515F64F1E96}"/>
              </a:ext>
            </a:extLst>
          </p:cNvPr>
          <p:cNvSpPr>
            <a:spLocks/>
          </p:cNvSpPr>
          <p:nvPr/>
        </p:nvSpPr>
        <p:spPr>
          <a:xfrm>
            <a:off x="5817992" y="59355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9" name="data_7660">
            <a:extLst>
              <a:ext uri="{FF2B5EF4-FFF2-40B4-BE49-F238E27FC236}">
                <a16:creationId xmlns:a16="http://schemas.microsoft.com/office/drawing/2014/main" id="{F4317C71-8A03-42DF-99BE-D8B669A691D3}"/>
              </a:ext>
            </a:extLst>
          </p:cNvPr>
          <p:cNvSpPr>
            <a:spLocks/>
          </p:cNvSpPr>
          <p:nvPr/>
        </p:nvSpPr>
        <p:spPr>
          <a:xfrm>
            <a:off x="5857718" y="66730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0" name="data_7661">
            <a:extLst>
              <a:ext uri="{FF2B5EF4-FFF2-40B4-BE49-F238E27FC236}">
                <a16:creationId xmlns:a16="http://schemas.microsoft.com/office/drawing/2014/main" id="{C1CABD5D-3726-4BFF-ABD0-018EC9CD5996}"/>
              </a:ext>
            </a:extLst>
          </p:cNvPr>
          <p:cNvSpPr>
            <a:spLocks/>
          </p:cNvSpPr>
          <p:nvPr/>
        </p:nvSpPr>
        <p:spPr>
          <a:xfrm>
            <a:off x="5826164" y="68994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1" name="data_7662">
            <a:extLst>
              <a:ext uri="{FF2B5EF4-FFF2-40B4-BE49-F238E27FC236}">
                <a16:creationId xmlns:a16="http://schemas.microsoft.com/office/drawing/2014/main" id="{2CA38C66-3FD3-4DCE-B67C-F0EC4DCC5908}"/>
              </a:ext>
            </a:extLst>
          </p:cNvPr>
          <p:cNvSpPr>
            <a:spLocks/>
          </p:cNvSpPr>
          <p:nvPr/>
        </p:nvSpPr>
        <p:spPr>
          <a:xfrm>
            <a:off x="5886085" y="658158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2" name="data_7663">
            <a:extLst>
              <a:ext uri="{FF2B5EF4-FFF2-40B4-BE49-F238E27FC236}">
                <a16:creationId xmlns:a16="http://schemas.microsoft.com/office/drawing/2014/main" id="{62E6B793-BC87-40F7-B818-21FEFEB2DFC2}"/>
              </a:ext>
            </a:extLst>
          </p:cNvPr>
          <p:cNvSpPr>
            <a:spLocks/>
          </p:cNvSpPr>
          <p:nvPr/>
        </p:nvSpPr>
        <p:spPr>
          <a:xfrm>
            <a:off x="5843915" y="68911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3" name="data_7664">
            <a:extLst>
              <a:ext uri="{FF2B5EF4-FFF2-40B4-BE49-F238E27FC236}">
                <a16:creationId xmlns:a16="http://schemas.microsoft.com/office/drawing/2014/main" id="{B5776B7E-9413-4307-84DE-61F012FD9B93}"/>
              </a:ext>
            </a:extLst>
          </p:cNvPr>
          <p:cNvSpPr>
            <a:spLocks/>
          </p:cNvSpPr>
          <p:nvPr/>
        </p:nvSpPr>
        <p:spPr>
          <a:xfrm>
            <a:off x="5825974" y="67304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4" name="data_7665">
            <a:extLst>
              <a:ext uri="{FF2B5EF4-FFF2-40B4-BE49-F238E27FC236}">
                <a16:creationId xmlns:a16="http://schemas.microsoft.com/office/drawing/2014/main" id="{5E886E89-C453-49E0-A14E-688D220EEFA5}"/>
              </a:ext>
            </a:extLst>
          </p:cNvPr>
          <p:cNvSpPr>
            <a:spLocks/>
          </p:cNvSpPr>
          <p:nvPr/>
        </p:nvSpPr>
        <p:spPr>
          <a:xfrm>
            <a:off x="5889319" y="68632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5" name="data_7666">
            <a:extLst>
              <a:ext uri="{FF2B5EF4-FFF2-40B4-BE49-F238E27FC236}">
                <a16:creationId xmlns:a16="http://schemas.microsoft.com/office/drawing/2014/main" id="{E3390BB9-6767-44EA-BD30-354A61BAD5C2}"/>
              </a:ext>
            </a:extLst>
          </p:cNvPr>
          <p:cNvSpPr>
            <a:spLocks/>
          </p:cNvSpPr>
          <p:nvPr/>
        </p:nvSpPr>
        <p:spPr>
          <a:xfrm>
            <a:off x="5880990" y="69029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6" name="data_7667">
            <a:extLst>
              <a:ext uri="{FF2B5EF4-FFF2-40B4-BE49-F238E27FC236}">
                <a16:creationId xmlns:a16="http://schemas.microsoft.com/office/drawing/2014/main" id="{2E90B691-EF4A-472D-BC33-E50ED742D3BD}"/>
              </a:ext>
            </a:extLst>
          </p:cNvPr>
          <p:cNvSpPr>
            <a:spLocks/>
          </p:cNvSpPr>
          <p:nvPr/>
        </p:nvSpPr>
        <p:spPr>
          <a:xfrm>
            <a:off x="589505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7" name="data_7668">
            <a:extLst>
              <a:ext uri="{FF2B5EF4-FFF2-40B4-BE49-F238E27FC236}">
                <a16:creationId xmlns:a16="http://schemas.microsoft.com/office/drawing/2014/main" id="{A9FA78EB-CCE8-4F93-800D-9DAAC2C58DEB}"/>
              </a:ext>
            </a:extLst>
          </p:cNvPr>
          <p:cNvSpPr>
            <a:spLocks/>
          </p:cNvSpPr>
          <p:nvPr/>
        </p:nvSpPr>
        <p:spPr>
          <a:xfrm>
            <a:off x="5836724" y="6516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8" name="data_7669">
            <a:extLst>
              <a:ext uri="{FF2B5EF4-FFF2-40B4-BE49-F238E27FC236}">
                <a16:creationId xmlns:a16="http://schemas.microsoft.com/office/drawing/2014/main" id="{0FCB7D50-6067-4B85-9D4B-4D062205196B}"/>
              </a:ext>
            </a:extLst>
          </p:cNvPr>
          <p:cNvSpPr>
            <a:spLocks/>
          </p:cNvSpPr>
          <p:nvPr/>
        </p:nvSpPr>
        <p:spPr>
          <a:xfrm>
            <a:off x="586946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9" name="data_7670">
            <a:extLst>
              <a:ext uri="{FF2B5EF4-FFF2-40B4-BE49-F238E27FC236}">
                <a16:creationId xmlns:a16="http://schemas.microsoft.com/office/drawing/2014/main" id="{C086A533-5587-4447-9B7F-CB010CCD8B61}"/>
              </a:ext>
            </a:extLst>
          </p:cNvPr>
          <p:cNvSpPr>
            <a:spLocks/>
          </p:cNvSpPr>
          <p:nvPr/>
        </p:nvSpPr>
        <p:spPr>
          <a:xfrm>
            <a:off x="5826412" y="69038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0" name="data_7671">
            <a:extLst>
              <a:ext uri="{FF2B5EF4-FFF2-40B4-BE49-F238E27FC236}">
                <a16:creationId xmlns:a16="http://schemas.microsoft.com/office/drawing/2014/main" id="{BC2FE939-CD81-4F9F-AC6A-44E26AFF89B2}"/>
              </a:ext>
            </a:extLst>
          </p:cNvPr>
          <p:cNvSpPr>
            <a:spLocks/>
          </p:cNvSpPr>
          <p:nvPr/>
        </p:nvSpPr>
        <p:spPr>
          <a:xfrm>
            <a:off x="5901751" y="67987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1" name="data_7672">
            <a:extLst>
              <a:ext uri="{FF2B5EF4-FFF2-40B4-BE49-F238E27FC236}">
                <a16:creationId xmlns:a16="http://schemas.microsoft.com/office/drawing/2014/main" id="{CEE0B1BD-15C4-4E5C-8971-58AC57928B18}"/>
              </a:ext>
            </a:extLst>
          </p:cNvPr>
          <p:cNvSpPr>
            <a:spLocks/>
          </p:cNvSpPr>
          <p:nvPr/>
        </p:nvSpPr>
        <p:spPr>
          <a:xfrm>
            <a:off x="5873670" y="6842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2" name="data_7673">
            <a:extLst>
              <a:ext uri="{FF2B5EF4-FFF2-40B4-BE49-F238E27FC236}">
                <a16:creationId xmlns:a16="http://schemas.microsoft.com/office/drawing/2014/main" id="{58485272-3F6D-4AB4-A7C6-2F1671C6D1DE}"/>
              </a:ext>
            </a:extLst>
          </p:cNvPr>
          <p:cNvSpPr>
            <a:spLocks/>
          </p:cNvSpPr>
          <p:nvPr/>
        </p:nvSpPr>
        <p:spPr>
          <a:xfrm>
            <a:off x="590169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3" name="data_7674">
            <a:extLst>
              <a:ext uri="{FF2B5EF4-FFF2-40B4-BE49-F238E27FC236}">
                <a16:creationId xmlns:a16="http://schemas.microsoft.com/office/drawing/2014/main" id="{5FA39BB1-8312-4573-8298-B3AFC44609F2}"/>
              </a:ext>
            </a:extLst>
          </p:cNvPr>
          <p:cNvSpPr>
            <a:spLocks/>
          </p:cNvSpPr>
          <p:nvPr/>
        </p:nvSpPr>
        <p:spPr>
          <a:xfrm>
            <a:off x="5809740" y="69115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4" name="data_7675">
            <a:extLst>
              <a:ext uri="{FF2B5EF4-FFF2-40B4-BE49-F238E27FC236}">
                <a16:creationId xmlns:a16="http://schemas.microsoft.com/office/drawing/2014/main" id="{325C3224-7AD9-4B62-8994-1EADDC9D6F2F}"/>
              </a:ext>
            </a:extLst>
          </p:cNvPr>
          <p:cNvSpPr>
            <a:spLocks/>
          </p:cNvSpPr>
          <p:nvPr/>
        </p:nvSpPr>
        <p:spPr>
          <a:xfrm>
            <a:off x="581970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5" name="data_7676">
            <a:extLst>
              <a:ext uri="{FF2B5EF4-FFF2-40B4-BE49-F238E27FC236}">
                <a16:creationId xmlns:a16="http://schemas.microsoft.com/office/drawing/2014/main" id="{B5B10756-4BC8-4733-9C17-85EDE1F40F2A}"/>
              </a:ext>
            </a:extLst>
          </p:cNvPr>
          <p:cNvSpPr>
            <a:spLocks/>
          </p:cNvSpPr>
          <p:nvPr/>
        </p:nvSpPr>
        <p:spPr>
          <a:xfrm>
            <a:off x="5868965" y="68776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6" name="data_7677">
            <a:extLst>
              <a:ext uri="{FF2B5EF4-FFF2-40B4-BE49-F238E27FC236}">
                <a16:creationId xmlns:a16="http://schemas.microsoft.com/office/drawing/2014/main" id="{46AAA79E-33F9-49F2-8468-25238FB57096}"/>
              </a:ext>
            </a:extLst>
          </p:cNvPr>
          <p:cNvSpPr>
            <a:spLocks/>
          </p:cNvSpPr>
          <p:nvPr/>
        </p:nvSpPr>
        <p:spPr>
          <a:xfrm>
            <a:off x="583389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7" name="data_7678">
            <a:extLst>
              <a:ext uri="{FF2B5EF4-FFF2-40B4-BE49-F238E27FC236}">
                <a16:creationId xmlns:a16="http://schemas.microsoft.com/office/drawing/2014/main" id="{18EBB46E-8ED3-48D4-80E1-61C9F08F6E57}"/>
              </a:ext>
            </a:extLst>
          </p:cNvPr>
          <p:cNvSpPr>
            <a:spLocks/>
          </p:cNvSpPr>
          <p:nvPr/>
        </p:nvSpPr>
        <p:spPr>
          <a:xfrm>
            <a:off x="587819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8" name="data_7679">
            <a:extLst>
              <a:ext uri="{FF2B5EF4-FFF2-40B4-BE49-F238E27FC236}">
                <a16:creationId xmlns:a16="http://schemas.microsoft.com/office/drawing/2014/main" id="{673D05E3-BEC2-41F2-83FD-3FFA867B4DC5}"/>
              </a:ext>
            </a:extLst>
          </p:cNvPr>
          <p:cNvSpPr>
            <a:spLocks/>
          </p:cNvSpPr>
          <p:nvPr/>
        </p:nvSpPr>
        <p:spPr>
          <a:xfrm>
            <a:off x="5800700" y="68829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9" name="data_7680">
            <a:extLst>
              <a:ext uri="{FF2B5EF4-FFF2-40B4-BE49-F238E27FC236}">
                <a16:creationId xmlns:a16="http://schemas.microsoft.com/office/drawing/2014/main" id="{C3EE1930-EB6D-48DE-9BA0-CEF4054763F1}"/>
              </a:ext>
            </a:extLst>
          </p:cNvPr>
          <p:cNvSpPr>
            <a:spLocks/>
          </p:cNvSpPr>
          <p:nvPr/>
        </p:nvSpPr>
        <p:spPr>
          <a:xfrm>
            <a:off x="581102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0" name="data_7681">
            <a:extLst>
              <a:ext uri="{FF2B5EF4-FFF2-40B4-BE49-F238E27FC236}">
                <a16:creationId xmlns:a16="http://schemas.microsoft.com/office/drawing/2014/main" id="{E4851A8F-FF89-4138-B4E1-0D16BE8BA116}"/>
              </a:ext>
            </a:extLst>
          </p:cNvPr>
          <p:cNvSpPr>
            <a:spLocks/>
          </p:cNvSpPr>
          <p:nvPr/>
        </p:nvSpPr>
        <p:spPr>
          <a:xfrm>
            <a:off x="583334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1" name="data_7682">
            <a:extLst>
              <a:ext uri="{FF2B5EF4-FFF2-40B4-BE49-F238E27FC236}">
                <a16:creationId xmlns:a16="http://schemas.microsoft.com/office/drawing/2014/main" id="{A479B1D1-58B0-44AE-BDFE-7D8E954D6A2D}"/>
              </a:ext>
            </a:extLst>
          </p:cNvPr>
          <p:cNvSpPr>
            <a:spLocks/>
          </p:cNvSpPr>
          <p:nvPr/>
        </p:nvSpPr>
        <p:spPr>
          <a:xfrm>
            <a:off x="581014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2" name="data_7683">
            <a:extLst>
              <a:ext uri="{FF2B5EF4-FFF2-40B4-BE49-F238E27FC236}">
                <a16:creationId xmlns:a16="http://schemas.microsoft.com/office/drawing/2014/main" id="{11D484CE-15F3-4BD2-BAB7-3B71FD758DFB}"/>
              </a:ext>
            </a:extLst>
          </p:cNvPr>
          <p:cNvSpPr>
            <a:spLocks/>
          </p:cNvSpPr>
          <p:nvPr/>
        </p:nvSpPr>
        <p:spPr>
          <a:xfrm>
            <a:off x="589664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3" name="data_7684">
            <a:extLst>
              <a:ext uri="{FF2B5EF4-FFF2-40B4-BE49-F238E27FC236}">
                <a16:creationId xmlns:a16="http://schemas.microsoft.com/office/drawing/2014/main" id="{1722E0DE-197B-47C9-B3F9-478340411FEF}"/>
              </a:ext>
            </a:extLst>
          </p:cNvPr>
          <p:cNvSpPr>
            <a:spLocks/>
          </p:cNvSpPr>
          <p:nvPr/>
        </p:nvSpPr>
        <p:spPr>
          <a:xfrm>
            <a:off x="589291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4" name="data_7685">
            <a:extLst>
              <a:ext uri="{FF2B5EF4-FFF2-40B4-BE49-F238E27FC236}">
                <a16:creationId xmlns:a16="http://schemas.microsoft.com/office/drawing/2014/main" id="{7DEA0424-160C-4E12-AC5F-7D5C9C170268}"/>
              </a:ext>
            </a:extLst>
          </p:cNvPr>
          <p:cNvSpPr>
            <a:spLocks/>
          </p:cNvSpPr>
          <p:nvPr/>
        </p:nvSpPr>
        <p:spPr>
          <a:xfrm>
            <a:off x="5869123" y="675757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5" name="data_7686">
            <a:extLst>
              <a:ext uri="{FF2B5EF4-FFF2-40B4-BE49-F238E27FC236}">
                <a16:creationId xmlns:a16="http://schemas.microsoft.com/office/drawing/2014/main" id="{EB162F6E-218F-444E-A247-9B9E8DADD00B}"/>
              </a:ext>
            </a:extLst>
          </p:cNvPr>
          <p:cNvSpPr>
            <a:spLocks/>
          </p:cNvSpPr>
          <p:nvPr/>
        </p:nvSpPr>
        <p:spPr>
          <a:xfrm>
            <a:off x="5875519" y="6852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6" name="data_7687">
            <a:extLst>
              <a:ext uri="{FF2B5EF4-FFF2-40B4-BE49-F238E27FC236}">
                <a16:creationId xmlns:a16="http://schemas.microsoft.com/office/drawing/2014/main" id="{97EAEF2A-431D-4E46-81D5-D2EAAB986B73}"/>
              </a:ext>
            </a:extLst>
          </p:cNvPr>
          <p:cNvSpPr>
            <a:spLocks/>
          </p:cNvSpPr>
          <p:nvPr/>
        </p:nvSpPr>
        <p:spPr>
          <a:xfrm>
            <a:off x="5854498" y="68937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7" name="data_7688">
            <a:extLst>
              <a:ext uri="{FF2B5EF4-FFF2-40B4-BE49-F238E27FC236}">
                <a16:creationId xmlns:a16="http://schemas.microsoft.com/office/drawing/2014/main" id="{4E5CBCFF-8A73-47F0-9A14-1FE457CF393F}"/>
              </a:ext>
            </a:extLst>
          </p:cNvPr>
          <p:cNvSpPr>
            <a:spLocks/>
          </p:cNvSpPr>
          <p:nvPr/>
        </p:nvSpPr>
        <p:spPr>
          <a:xfrm>
            <a:off x="5823442" y="69100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8" name="data_7689">
            <a:extLst>
              <a:ext uri="{FF2B5EF4-FFF2-40B4-BE49-F238E27FC236}">
                <a16:creationId xmlns:a16="http://schemas.microsoft.com/office/drawing/2014/main" id="{E3C05179-DA20-4DEA-B20D-F5FF42587307}"/>
              </a:ext>
            </a:extLst>
          </p:cNvPr>
          <p:cNvSpPr>
            <a:spLocks/>
          </p:cNvSpPr>
          <p:nvPr/>
        </p:nvSpPr>
        <p:spPr>
          <a:xfrm>
            <a:off x="580725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9" name="data_7690">
            <a:extLst>
              <a:ext uri="{FF2B5EF4-FFF2-40B4-BE49-F238E27FC236}">
                <a16:creationId xmlns:a16="http://schemas.microsoft.com/office/drawing/2014/main" id="{ED9E5ED6-FB50-4467-945A-523DF4FC8C07}"/>
              </a:ext>
            </a:extLst>
          </p:cNvPr>
          <p:cNvSpPr>
            <a:spLocks/>
          </p:cNvSpPr>
          <p:nvPr/>
        </p:nvSpPr>
        <p:spPr>
          <a:xfrm>
            <a:off x="5900437" y="69093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0" name="data_7691">
            <a:extLst>
              <a:ext uri="{FF2B5EF4-FFF2-40B4-BE49-F238E27FC236}">
                <a16:creationId xmlns:a16="http://schemas.microsoft.com/office/drawing/2014/main" id="{1A2D4F13-5861-4C0F-B256-543862FD6E34}"/>
              </a:ext>
            </a:extLst>
          </p:cNvPr>
          <p:cNvSpPr>
            <a:spLocks/>
          </p:cNvSpPr>
          <p:nvPr/>
        </p:nvSpPr>
        <p:spPr>
          <a:xfrm>
            <a:off x="5821993" y="6901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1" name="data_7692">
            <a:extLst>
              <a:ext uri="{FF2B5EF4-FFF2-40B4-BE49-F238E27FC236}">
                <a16:creationId xmlns:a16="http://schemas.microsoft.com/office/drawing/2014/main" id="{9C14E70C-2B7F-4712-AC48-F2F526C10E4F}"/>
              </a:ext>
            </a:extLst>
          </p:cNvPr>
          <p:cNvSpPr>
            <a:spLocks/>
          </p:cNvSpPr>
          <p:nvPr/>
        </p:nvSpPr>
        <p:spPr>
          <a:xfrm>
            <a:off x="588202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2" name="data_7693">
            <a:extLst>
              <a:ext uri="{FF2B5EF4-FFF2-40B4-BE49-F238E27FC236}">
                <a16:creationId xmlns:a16="http://schemas.microsoft.com/office/drawing/2014/main" id="{9B082ED4-D870-4122-BE3C-DC430873DA6C}"/>
              </a:ext>
            </a:extLst>
          </p:cNvPr>
          <p:cNvSpPr>
            <a:spLocks/>
          </p:cNvSpPr>
          <p:nvPr/>
        </p:nvSpPr>
        <p:spPr>
          <a:xfrm>
            <a:off x="5817643" y="69083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3" name="data_7694">
            <a:extLst>
              <a:ext uri="{FF2B5EF4-FFF2-40B4-BE49-F238E27FC236}">
                <a16:creationId xmlns:a16="http://schemas.microsoft.com/office/drawing/2014/main" id="{03E8C113-B935-4343-9670-FCC78E56DE2F}"/>
              </a:ext>
            </a:extLst>
          </p:cNvPr>
          <p:cNvSpPr>
            <a:spLocks/>
          </p:cNvSpPr>
          <p:nvPr/>
        </p:nvSpPr>
        <p:spPr>
          <a:xfrm>
            <a:off x="5893439" y="69104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4" name="data_7695">
            <a:extLst>
              <a:ext uri="{FF2B5EF4-FFF2-40B4-BE49-F238E27FC236}">
                <a16:creationId xmlns:a16="http://schemas.microsoft.com/office/drawing/2014/main" id="{839B5D7F-A7B9-4FF5-B65E-11D1A6587D0C}"/>
              </a:ext>
            </a:extLst>
          </p:cNvPr>
          <p:cNvSpPr>
            <a:spLocks/>
          </p:cNvSpPr>
          <p:nvPr/>
        </p:nvSpPr>
        <p:spPr>
          <a:xfrm>
            <a:off x="5875241" y="68930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5" name="data_7696">
            <a:extLst>
              <a:ext uri="{FF2B5EF4-FFF2-40B4-BE49-F238E27FC236}">
                <a16:creationId xmlns:a16="http://schemas.microsoft.com/office/drawing/2014/main" id="{7501A2A1-61F7-43BE-B3F0-ACBB69CEF119}"/>
              </a:ext>
            </a:extLst>
          </p:cNvPr>
          <p:cNvSpPr>
            <a:spLocks/>
          </p:cNvSpPr>
          <p:nvPr/>
        </p:nvSpPr>
        <p:spPr>
          <a:xfrm>
            <a:off x="5880395" y="68696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6" name="data_7697">
            <a:extLst>
              <a:ext uri="{FF2B5EF4-FFF2-40B4-BE49-F238E27FC236}">
                <a16:creationId xmlns:a16="http://schemas.microsoft.com/office/drawing/2014/main" id="{44331198-39B2-4E74-A5D2-873C1569BC62}"/>
              </a:ext>
            </a:extLst>
          </p:cNvPr>
          <p:cNvSpPr>
            <a:spLocks/>
          </p:cNvSpPr>
          <p:nvPr/>
        </p:nvSpPr>
        <p:spPr>
          <a:xfrm>
            <a:off x="5863988" y="69008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7" name="data_7698">
            <a:extLst>
              <a:ext uri="{FF2B5EF4-FFF2-40B4-BE49-F238E27FC236}">
                <a16:creationId xmlns:a16="http://schemas.microsoft.com/office/drawing/2014/main" id="{8AAD9703-E1C3-4249-8B05-FA091F82776F}"/>
              </a:ext>
            </a:extLst>
          </p:cNvPr>
          <p:cNvSpPr>
            <a:spLocks/>
          </p:cNvSpPr>
          <p:nvPr/>
        </p:nvSpPr>
        <p:spPr>
          <a:xfrm>
            <a:off x="5827016" y="6516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8" name="data_7699">
            <a:extLst>
              <a:ext uri="{FF2B5EF4-FFF2-40B4-BE49-F238E27FC236}">
                <a16:creationId xmlns:a16="http://schemas.microsoft.com/office/drawing/2014/main" id="{9734E629-FA8C-4230-9F3A-0A457C3E5239}"/>
              </a:ext>
            </a:extLst>
          </p:cNvPr>
          <p:cNvSpPr>
            <a:spLocks/>
          </p:cNvSpPr>
          <p:nvPr/>
        </p:nvSpPr>
        <p:spPr>
          <a:xfrm>
            <a:off x="583903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9" name="data_7700">
            <a:extLst>
              <a:ext uri="{FF2B5EF4-FFF2-40B4-BE49-F238E27FC236}">
                <a16:creationId xmlns:a16="http://schemas.microsoft.com/office/drawing/2014/main" id="{108EAFF3-0B09-48F8-8066-0DA7BB9C853A}"/>
              </a:ext>
            </a:extLst>
          </p:cNvPr>
          <p:cNvSpPr>
            <a:spLocks/>
          </p:cNvSpPr>
          <p:nvPr/>
        </p:nvSpPr>
        <p:spPr>
          <a:xfrm>
            <a:off x="5861796" y="68710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0" name="data_7701">
            <a:extLst>
              <a:ext uri="{FF2B5EF4-FFF2-40B4-BE49-F238E27FC236}">
                <a16:creationId xmlns:a16="http://schemas.microsoft.com/office/drawing/2014/main" id="{C20BE87F-9B4E-4716-B934-F84ACFBF787B}"/>
              </a:ext>
            </a:extLst>
          </p:cNvPr>
          <p:cNvSpPr>
            <a:spLocks/>
          </p:cNvSpPr>
          <p:nvPr/>
        </p:nvSpPr>
        <p:spPr>
          <a:xfrm>
            <a:off x="5829455" y="68980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1" name="data_7702">
            <a:extLst>
              <a:ext uri="{FF2B5EF4-FFF2-40B4-BE49-F238E27FC236}">
                <a16:creationId xmlns:a16="http://schemas.microsoft.com/office/drawing/2014/main" id="{A373BA7D-F2E5-4FF5-8FEC-E4598474A0F5}"/>
              </a:ext>
            </a:extLst>
          </p:cNvPr>
          <p:cNvSpPr>
            <a:spLocks/>
          </p:cNvSpPr>
          <p:nvPr/>
        </p:nvSpPr>
        <p:spPr>
          <a:xfrm>
            <a:off x="5889533" y="6884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2" name="data_7703">
            <a:extLst>
              <a:ext uri="{FF2B5EF4-FFF2-40B4-BE49-F238E27FC236}">
                <a16:creationId xmlns:a16="http://schemas.microsoft.com/office/drawing/2014/main" id="{05906EC1-6FE6-4AA3-8C7C-E2FCD8EDC3C4}"/>
              </a:ext>
            </a:extLst>
          </p:cNvPr>
          <p:cNvSpPr>
            <a:spLocks/>
          </p:cNvSpPr>
          <p:nvPr/>
        </p:nvSpPr>
        <p:spPr>
          <a:xfrm>
            <a:off x="584610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3" name="data_7704">
            <a:extLst>
              <a:ext uri="{FF2B5EF4-FFF2-40B4-BE49-F238E27FC236}">
                <a16:creationId xmlns:a16="http://schemas.microsoft.com/office/drawing/2014/main" id="{C68047F9-4A69-4F39-8806-DD24DE2DDE4A}"/>
              </a:ext>
            </a:extLst>
          </p:cNvPr>
          <p:cNvSpPr>
            <a:spLocks/>
          </p:cNvSpPr>
          <p:nvPr/>
        </p:nvSpPr>
        <p:spPr>
          <a:xfrm>
            <a:off x="5855766" y="69087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4" name="data_7705">
            <a:extLst>
              <a:ext uri="{FF2B5EF4-FFF2-40B4-BE49-F238E27FC236}">
                <a16:creationId xmlns:a16="http://schemas.microsoft.com/office/drawing/2014/main" id="{873F15EB-FE42-4163-9ED8-D5A74408441D}"/>
              </a:ext>
            </a:extLst>
          </p:cNvPr>
          <p:cNvSpPr>
            <a:spLocks/>
          </p:cNvSpPr>
          <p:nvPr/>
        </p:nvSpPr>
        <p:spPr>
          <a:xfrm>
            <a:off x="5797676" y="6874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5" name="data_7706">
            <a:extLst>
              <a:ext uri="{FF2B5EF4-FFF2-40B4-BE49-F238E27FC236}">
                <a16:creationId xmlns:a16="http://schemas.microsoft.com/office/drawing/2014/main" id="{09A5FEA5-8DEA-475B-943D-031196AF0F65}"/>
              </a:ext>
            </a:extLst>
          </p:cNvPr>
          <p:cNvSpPr>
            <a:spLocks/>
          </p:cNvSpPr>
          <p:nvPr/>
        </p:nvSpPr>
        <p:spPr>
          <a:xfrm>
            <a:off x="5831283" y="68917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6" name="data_7707">
            <a:extLst>
              <a:ext uri="{FF2B5EF4-FFF2-40B4-BE49-F238E27FC236}">
                <a16:creationId xmlns:a16="http://schemas.microsoft.com/office/drawing/2014/main" id="{4D3BDBA1-0A10-4AEB-8ECC-0990BCBF8AAF}"/>
              </a:ext>
            </a:extLst>
          </p:cNvPr>
          <p:cNvSpPr>
            <a:spLocks/>
          </p:cNvSpPr>
          <p:nvPr/>
        </p:nvSpPr>
        <p:spPr>
          <a:xfrm>
            <a:off x="583902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7" name="data_7708">
            <a:extLst>
              <a:ext uri="{FF2B5EF4-FFF2-40B4-BE49-F238E27FC236}">
                <a16:creationId xmlns:a16="http://schemas.microsoft.com/office/drawing/2014/main" id="{8313A61B-279D-41E2-B4D6-61185FA59DAD}"/>
              </a:ext>
            </a:extLst>
          </p:cNvPr>
          <p:cNvSpPr>
            <a:spLocks/>
          </p:cNvSpPr>
          <p:nvPr/>
        </p:nvSpPr>
        <p:spPr>
          <a:xfrm>
            <a:off x="5818055" y="6548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8" name="data_7709">
            <a:extLst>
              <a:ext uri="{FF2B5EF4-FFF2-40B4-BE49-F238E27FC236}">
                <a16:creationId xmlns:a16="http://schemas.microsoft.com/office/drawing/2014/main" id="{A3E1A0A5-21D7-4EA7-95A2-8887600BECED}"/>
              </a:ext>
            </a:extLst>
          </p:cNvPr>
          <p:cNvSpPr>
            <a:spLocks/>
          </p:cNvSpPr>
          <p:nvPr/>
        </p:nvSpPr>
        <p:spPr>
          <a:xfrm>
            <a:off x="5813191" y="68963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9" name="data_7710">
            <a:extLst>
              <a:ext uri="{FF2B5EF4-FFF2-40B4-BE49-F238E27FC236}">
                <a16:creationId xmlns:a16="http://schemas.microsoft.com/office/drawing/2014/main" id="{D612AFE3-005C-4724-81D1-D708D99A299A}"/>
              </a:ext>
            </a:extLst>
          </p:cNvPr>
          <p:cNvSpPr>
            <a:spLocks/>
          </p:cNvSpPr>
          <p:nvPr/>
        </p:nvSpPr>
        <p:spPr>
          <a:xfrm>
            <a:off x="5899284" y="68722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0" name="data_7711">
            <a:extLst>
              <a:ext uri="{FF2B5EF4-FFF2-40B4-BE49-F238E27FC236}">
                <a16:creationId xmlns:a16="http://schemas.microsoft.com/office/drawing/2014/main" id="{28546FF5-C6CC-42B4-BF0B-F47B728E21AF}"/>
              </a:ext>
            </a:extLst>
          </p:cNvPr>
          <p:cNvSpPr>
            <a:spLocks/>
          </p:cNvSpPr>
          <p:nvPr/>
        </p:nvSpPr>
        <p:spPr>
          <a:xfrm>
            <a:off x="5804862" y="68715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1" name="data_7712">
            <a:extLst>
              <a:ext uri="{FF2B5EF4-FFF2-40B4-BE49-F238E27FC236}">
                <a16:creationId xmlns:a16="http://schemas.microsoft.com/office/drawing/2014/main" id="{85EB82F0-210A-49F0-9BD2-B38BE87EDF58}"/>
              </a:ext>
            </a:extLst>
          </p:cNvPr>
          <p:cNvSpPr>
            <a:spLocks/>
          </p:cNvSpPr>
          <p:nvPr/>
        </p:nvSpPr>
        <p:spPr>
          <a:xfrm>
            <a:off x="5805989" y="68797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2" name="data_7713">
            <a:extLst>
              <a:ext uri="{FF2B5EF4-FFF2-40B4-BE49-F238E27FC236}">
                <a16:creationId xmlns:a16="http://schemas.microsoft.com/office/drawing/2014/main" id="{DDC9E5B2-3193-49DE-BBA9-65B3283FA96D}"/>
              </a:ext>
            </a:extLst>
          </p:cNvPr>
          <p:cNvSpPr>
            <a:spLocks/>
          </p:cNvSpPr>
          <p:nvPr/>
        </p:nvSpPr>
        <p:spPr>
          <a:xfrm>
            <a:off x="5877711" y="68989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3" name="data_7714">
            <a:extLst>
              <a:ext uri="{FF2B5EF4-FFF2-40B4-BE49-F238E27FC236}">
                <a16:creationId xmlns:a16="http://schemas.microsoft.com/office/drawing/2014/main" id="{C9789EC4-8933-4418-8687-BFE20970CEB7}"/>
              </a:ext>
            </a:extLst>
          </p:cNvPr>
          <p:cNvSpPr>
            <a:spLocks/>
          </p:cNvSpPr>
          <p:nvPr/>
        </p:nvSpPr>
        <p:spPr>
          <a:xfrm>
            <a:off x="5804613" y="67911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4" name="data_7715">
            <a:extLst>
              <a:ext uri="{FF2B5EF4-FFF2-40B4-BE49-F238E27FC236}">
                <a16:creationId xmlns:a16="http://schemas.microsoft.com/office/drawing/2014/main" id="{10605323-11DF-4C37-8F48-DB86C6E499C0}"/>
              </a:ext>
            </a:extLst>
          </p:cNvPr>
          <p:cNvSpPr>
            <a:spLocks/>
          </p:cNvSpPr>
          <p:nvPr/>
        </p:nvSpPr>
        <p:spPr>
          <a:xfrm>
            <a:off x="586896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5" name="data_7716">
            <a:extLst>
              <a:ext uri="{FF2B5EF4-FFF2-40B4-BE49-F238E27FC236}">
                <a16:creationId xmlns:a16="http://schemas.microsoft.com/office/drawing/2014/main" id="{491962C0-6462-46A3-8F23-9F093DFE472C}"/>
              </a:ext>
            </a:extLst>
          </p:cNvPr>
          <p:cNvSpPr>
            <a:spLocks/>
          </p:cNvSpPr>
          <p:nvPr/>
        </p:nvSpPr>
        <p:spPr>
          <a:xfrm>
            <a:off x="5800358" y="6900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6" name="data_7717">
            <a:extLst>
              <a:ext uri="{FF2B5EF4-FFF2-40B4-BE49-F238E27FC236}">
                <a16:creationId xmlns:a16="http://schemas.microsoft.com/office/drawing/2014/main" id="{0F0A51BE-FB45-4890-8E77-F9D7A8A7E1BF}"/>
              </a:ext>
            </a:extLst>
          </p:cNvPr>
          <p:cNvSpPr>
            <a:spLocks/>
          </p:cNvSpPr>
          <p:nvPr/>
        </p:nvSpPr>
        <p:spPr>
          <a:xfrm>
            <a:off x="586335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7" name="data_7718">
            <a:extLst>
              <a:ext uri="{FF2B5EF4-FFF2-40B4-BE49-F238E27FC236}">
                <a16:creationId xmlns:a16="http://schemas.microsoft.com/office/drawing/2014/main" id="{F544BFC0-CD3C-41A0-91EE-EBD753C90624}"/>
              </a:ext>
            </a:extLst>
          </p:cNvPr>
          <p:cNvSpPr>
            <a:spLocks/>
          </p:cNvSpPr>
          <p:nvPr/>
        </p:nvSpPr>
        <p:spPr>
          <a:xfrm>
            <a:off x="5858695" y="68710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8" name="data_7719">
            <a:extLst>
              <a:ext uri="{FF2B5EF4-FFF2-40B4-BE49-F238E27FC236}">
                <a16:creationId xmlns:a16="http://schemas.microsoft.com/office/drawing/2014/main" id="{EA058334-7596-4F20-8EE1-8177E04FDCBA}"/>
              </a:ext>
            </a:extLst>
          </p:cNvPr>
          <p:cNvSpPr>
            <a:spLocks/>
          </p:cNvSpPr>
          <p:nvPr/>
        </p:nvSpPr>
        <p:spPr>
          <a:xfrm>
            <a:off x="588067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9" name="data_7720">
            <a:extLst>
              <a:ext uri="{FF2B5EF4-FFF2-40B4-BE49-F238E27FC236}">
                <a16:creationId xmlns:a16="http://schemas.microsoft.com/office/drawing/2014/main" id="{973AF152-7A92-434E-89E4-FF10AB2DEAF8}"/>
              </a:ext>
            </a:extLst>
          </p:cNvPr>
          <p:cNvSpPr>
            <a:spLocks/>
          </p:cNvSpPr>
          <p:nvPr/>
        </p:nvSpPr>
        <p:spPr>
          <a:xfrm>
            <a:off x="5848332" y="6907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0" name="data_7721">
            <a:extLst>
              <a:ext uri="{FF2B5EF4-FFF2-40B4-BE49-F238E27FC236}">
                <a16:creationId xmlns:a16="http://schemas.microsoft.com/office/drawing/2014/main" id="{034073CD-0C62-4D31-88A0-F97381365CBB}"/>
              </a:ext>
            </a:extLst>
          </p:cNvPr>
          <p:cNvSpPr>
            <a:spLocks/>
          </p:cNvSpPr>
          <p:nvPr/>
        </p:nvSpPr>
        <p:spPr>
          <a:xfrm>
            <a:off x="581398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1" name="data_7722">
            <a:extLst>
              <a:ext uri="{FF2B5EF4-FFF2-40B4-BE49-F238E27FC236}">
                <a16:creationId xmlns:a16="http://schemas.microsoft.com/office/drawing/2014/main" id="{25FA9980-CA6D-4162-A962-EDA179681496}"/>
              </a:ext>
            </a:extLst>
          </p:cNvPr>
          <p:cNvSpPr>
            <a:spLocks/>
          </p:cNvSpPr>
          <p:nvPr/>
        </p:nvSpPr>
        <p:spPr>
          <a:xfrm>
            <a:off x="5894224" y="69049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2" name="data_7723">
            <a:extLst>
              <a:ext uri="{FF2B5EF4-FFF2-40B4-BE49-F238E27FC236}">
                <a16:creationId xmlns:a16="http://schemas.microsoft.com/office/drawing/2014/main" id="{E0C44C4F-4813-4879-91C0-B82CD417C60B}"/>
              </a:ext>
            </a:extLst>
          </p:cNvPr>
          <p:cNvSpPr>
            <a:spLocks/>
          </p:cNvSpPr>
          <p:nvPr/>
        </p:nvSpPr>
        <p:spPr>
          <a:xfrm>
            <a:off x="5802633" y="6874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3" name="data_7724">
            <a:extLst>
              <a:ext uri="{FF2B5EF4-FFF2-40B4-BE49-F238E27FC236}">
                <a16:creationId xmlns:a16="http://schemas.microsoft.com/office/drawing/2014/main" id="{0776AD82-DAB1-4BDE-8F9F-420664B8A41E}"/>
              </a:ext>
            </a:extLst>
          </p:cNvPr>
          <p:cNvSpPr>
            <a:spLocks/>
          </p:cNvSpPr>
          <p:nvPr/>
        </p:nvSpPr>
        <p:spPr>
          <a:xfrm>
            <a:off x="5880845" y="6747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4" name="data_7725">
            <a:extLst>
              <a:ext uri="{FF2B5EF4-FFF2-40B4-BE49-F238E27FC236}">
                <a16:creationId xmlns:a16="http://schemas.microsoft.com/office/drawing/2014/main" id="{117EF2DF-EA7B-4241-8C70-4EA1CA45D1B3}"/>
              </a:ext>
            </a:extLst>
          </p:cNvPr>
          <p:cNvSpPr>
            <a:spLocks/>
          </p:cNvSpPr>
          <p:nvPr/>
        </p:nvSpPr>
        <p:spPr>
          <a:xfrm>
            <a:off x="5799200" y="69077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5" name="data_7726">
            <a:extLst>
              <a:ext uri="{FF2B5EF4-FFF2-40B4-BE49-F238E27FC236}">
                <a16:creationId xmlns:a16="http://schemas.microsoft.com/office/drawing/2014/main" id="{DDC8270B-9C95-4FD7-B29C-8B36C3BB9352}"/>
              </a:ext>
            </a:extLst>
          </p:cNvPr>
          <p:cNvSpPr>
            <a:spLocks/>
          </p:cNvSpPr>
          <p:nvPr/>
        </p:nvSpPr>
        <p:spPr>
          <a:xfrm>
            <a:off x="5858066" y="6825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6" name="data_7727">
            <a:extLst>
              <a:ext uri="{FF2B5EF4-FFF2-40B4-BE49-F238E27FC236}">
                <a16:creationId xmlns:a16="http://schemas.microsoft.com/office/drawing/2014/main" id="{F85A8E19-AE04-46A7-B43D-8C242796CBC8}"/>
              </a:ext>
            </a:extLst>
          </p:cNvPr>
          <p:cNvSpPr>
            <a:spLocks/>
          </p:cNvSpPr>
          <p:nvPr/>
        </p:nvSpPr>
        <p:spPr>
          <a:xfrm>
            <a:off x="5801738" y="68149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7" name="data_7728">
            <a:extLst>
              <a:ext uri="{FF2B5EF4-FFF2-40B4-BE49-F238E27FC236}">
                <a16:creationId xmlns:a16="http://schemas.microsoft.com/office/drawing/2014/main" id="{A5F446D2-BF2E-4946-8AA8-EC2AF85DA0B4}"/>
              </a:ext>
            </a:extLst>
          </p:cNvPr>
          <p:cNvSpPr>
            <a:spLocks/>
          </p:cNvSpPr>
          <p:nvPr/>
        </p:nvSpPr>
        <p:spPr>
          <a:xfrm>
            <a:off x="588121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8" name="data_7729">
            <a:extLst>
              <a:ext uri="{FF2B5EF4-FFF2-40B4-BE49-F238E27FC236}">
                <a16:creationId xmlns:a16="http://schemas.microsoft.com/office/drawing/2014/main" id="{B0B7B045-9CE9-45E7-B877-794302E84487}"/>
              </a:ext>
            </a:extLst>
          </p:cNvPr>
          <p:cNvSpPr>
            <a:spLocks/>
          </p:cNvSpPr>
          <p:nvPr/>
        </p:nvSpPr>
        <p:spPr>
          <a:xfrm>
            <a:off x="5886697" y="6886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9" name="data_7730">
            <a:extLst>
              <a:ext uri="{FF2B5EF4-FFF2-40B4-BE49-F238E27FC236}">
                <a16:creationId xmlns:a16="http://schemas.microsoft.com/office/drawing/2014/main" id="{2B7A1369-6A3C-4462-B111-03F18C1D5E06}"/>
              </a:ext>
            </a:extLst>
          </p:cNvPr>
          <p:cNvSpPr>
            <a:spLocks/>
          </p:cNvSpPr>
          <p:nvPr/>
        </p:nvSpPr>
        <p:spPr>
          <a:xfrm>
            <a:off x="586489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0" name="data_7731">
            <a:extLst>
              <a:ext uri="{FF2B5EF4-FFF2-40B4-BE49-F238E27FC236}">
                <a16:creationId xmlns:a16="http://schemas.microsoft.com/office/drawing/2014/main" id="{F14E2755-6311-4FBF-B0CA-86F9F786293C}"/>
              </a:ext>
            </a:extLst>
          </p:cNvPr>
          <p:cNvSpPr>
            <a:spLocks/>
          </p:cNvSpPr>
          <p:nvPr/>
        </p:nvSpPr>
        <p:spPr>
          <a:xfrm>
            <a:off x="582438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1" name="data_7732">
            <a:extLst>
              <a:ext uri="{FF2B5EF4-FFF2-40B4-BE49-F238E27FC236}">
                <a16:creationId xmlns:a16="http://schemas.microsoft.com/office/drawing/2014/main" id="{A76B1D05-746F-4FD4-9826-775E37BFE322}"/>
              </a:ext>
            </a:extLst>
          </p:cNvPr>
          <p:cNvSpPr>
            <a:spLocks/>
          </p:cNvSpPr>
          <p:nvPr/>
        </p:nvSpPr>
        <p:spPr>
          <a:xfrm>
            <a:off x="5898562" y="68907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2" name="data_7733">
            <a:extLst>
              <a:ext uri="{FF2B5EF4-FFF2-40B4-BE49-F238E27FC236}">
                <a16:creationId xmlns:a16="http://schemas.microsoft.com/office/drawing/2014/main" id="{1DB54110-2233-4767-A0AD-C7C6AF880FB5}"/>
              </a:ext>
            </a:extLst>
          </p:cNvPr>
          <p:cNvSpPr>
            <a:spLocks/>
          </p:cNvSpPr>
          <p:nvPr/>
        </p:nvSpPr>
        <p:spPr>
          <a:xfrm>
            <a:off x="5877859" y="6895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3" name="data_7734">
            <a:extLst>
              <a:ext uri="{FF2B5EF4-FFF2-40B4-BE49-F238E27FC236}">
                <a16:creationId xmlns:a16="http://schemas.microsoft.com/office/drawing/2014/main" id="{BCC7C561-5DDF-41B3-AF36-74AB5DF1FBC9}"/>
              </a:ext>
            </a:extLst>
          </p:cNvPr>
          <p:cNvSpPr>
            <a:spLocks/>
          </p:cNvSpPr>
          <p:nvPr/>
        </p:nvSpPr>
        <p:spPr>
          <a:xfrm>
            <a:off x="5848071" y="69092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4" name="data_7735">
            <a:extLst>
              <a:ext uri="{FF2B5EF4-FFF2-40B4-BE49-F238E27FC236}">
                <a16:creationId xmlns:a16="http://schemas.microsoft.com/office/drawing/2014/main" id="{992A1FC4-94F5-4C5C-80DE-78EAB79B7412}"/>
              </a:ext>
            </a:extLst>
          </p:cNvPr>
          <p:cNvSpPr>
            <a:spLocks/>
          </p:cNvSpPr>
          <p:nvPr/>
        </p:nvSpPr>
        <p:spPr>
          <a:xfrm>
            <a:off x="589851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5" name="data_7736">
            <a:extLst>
              <a:ext uri="{FF2B5EF4-FFF2-40B4-BE49-F238E27FC236}">
                <a16:creationId xmlns:a16="http://schemas.microsoft.com/office/drawing/2014/main" id="{79AC781D-FADF-4EA9-863F-88FCB68E255F}"/>
              </a:ext>
            </a:extLst>
          </p:cNvPr>
          <p:cNvSpPr>
            <a:spLocks/>
          </p:cNvSpPr>
          <p:nvPr/>
        </p:nvSpPr>
        <p:spPr>
          <a:xfrm>
            <a:off x="585568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6" name="data_7737">
            <a:extLst>
              <a:ext uri="{FF2B5EF4-FFF2-40B4-BE49-F238E27FC236}">
                <a16:creationId xmlns:a16="http://schemas.microsoft.com/office/drawing/2014/main" id="{4A8BB236-EFA4-4F8F-BF3B-6B6BA373E03A}"/>
              </a:ext>
            </a:extLst>
          </p:cNvPr>
          <p:cNvSpPr>
            <a:spLocks/>
          </p:cNvSpPr>
          <p:nvPr/>
        </p:nvSpPr>
        <p:spPr>
          <a:xfrm>
            <a:off x="58374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7" name="data_7738">
            <a:extLst>
              <a:ext uri="{FF2B5EF4-FFF2-40B4-BE49-F238E27FC236}">
                <a16:creationId xmlns:a16="http://schemas.microsoft.com/office/drawing/2014/main" id="{9A238A24-CB25-42E0-A131-C02EE3CE1E11}"/>
              </a:ext>
            </a:extLst>
          </p:cNvPr>
          <p:cNvSpPr>
            <a:spLocks/>
          </p:cNvSpPr>
          <p:nvPr/>
        </p:nvSpPr>
        <p:spPr>
          <a:xfrm>
            <a:off x="5858627" y="69071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8" name="data_7739">
            <a:extLst>
              <a:ext uri="{FF2B5EF4-FFF2-40B4-BE49-F238E27FC236}">
                <a16:creationId xmlns:a16="http://schemas.microsoft.com/office/drawing/2014/main" id="{A655CC1E-967D-4C7A-8AF5-465DE2417B9B}"/>
              </a:ext>
            </a:extLst>
          </p:cNvPr>
          <p:cNvSpPr>
            <a:spLocks/>
          </p:cNvSpPr>
          <p:nvPr/>
        </p:nvSpPr>
        <p:spPr>
          <a:xfrm>
            <a:off x="5809775" y="68946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9" name="data_7740">
            <a:extLst>
              <a:ext uri="{FF2B5EF4-FFF2-40B4-BE49-F238E27FC236}">
                <a16:creationId xmlns:a16="http://schemas.microsoft.com/office/drawing/2014/main" id="{7D8BE0D7-FB8B-4D77-8B4C-FA5895F0B075}"/>
              </a:ext>
            </a:extLst>
          </p:cNvPr>
          <p:cNvSpPr>
            <a:spLocks/>
          </p:cNvSpPr>
          <p:nvPr/>
        </p:nvSpPr>
        <p:spPr>
          <a:xfrm>
            <a:off x="5823356" y="6904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0" name="data_7741">
            <a:extLst>
              <a:ext uri="{FF2B5EF4-FFF2-40B4-BE49-F238E27FC236}">
                <a16:creationId xmlns:a16="http://schemas.microsoft.com/office/drawing/2014/main" id="{6D7BFB4D-ACAC-4AA7-A756-8BBFDD7A93C1}"/>
              </a:ext>
            </a:extLst>
          </p:cNvPr>
          <p:cNvSpPr>
            <a:spLocks/>
          </p:cNvSpPr>
          <p:nvPr/>
        </p:nvSpPr>
        <p:spPr>
          <a:xfrm>
            <a:off x="589862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1" name="data_7742">
            <a:extLst>
              <a:ext uri="{FF2B5EF4-FFF2-40B4-BE49-F238E27FC236}">
                <a16:creationId xmlns:a16="http://schemas.microsoft.com/office/drawing/2014/main" id="{B4C8CF6A-6409-4255-B022-30B83B110221}"/>
              </a:ext>
            </a:extLst>
          </p:cNvPr>
          <p:cNvSpPr>
            <a:spLocks/>
          </p:cNvSpPr>
          <p:nvPr/>
        </p:nvSpPr>
        <p:spPr>
          <a:xfrm>
            <a:off x="58220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2" name="data_7743">
            <a:extLst>
              <a:ext uri="{FF2B5EF4-FFF2-40B4-BE49-F238E27FC236}">
                <a16:creationId xmlns:a16="http://schemas.microsoft.com/office/drawing/2014/main" id="{377322F7-80B2-42CE-AD48-7E9B7C021DF9}"/>
              </a:ext>
            </a:extLst>
          </p:cNvPr>
          <p:cNvSpPr>
            <a:spLocks/>
          </p:cNvSpPr>
          <p:nvPr/>
        </p:nvSpPr>
        <p:spPr>
          <a:xfrm>
            <a:off x="5851147" y="68894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3" name="data_7744">
            <a:extLst>
              <a:ext uri="{FF2B5EF4-FFF2-40B4-BE49-F238E27FC236}">
                <a16:creationId xmlns:a16="http://schemas.microsoft.com/office/drawing/2014/main" id="{E9562B9D-E015-4D46-91EE-050C5947D4CE}"/>
              </a:ext>
            </a:extLst>
          </p:cNvPr>
          <p:cNvSpPr>
            <a:spLocks/>
          </p:cNvSpPr>
          <p:nvPr/>
        </p:nvSpPr>
        <p:spPr>
          <a:xfrm>
            <a:off x="5874258" y="68767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4" name="data_7745">
            <a:extLst>
              <a:ext uri="{FF2B5EF4-FFF2-40B4-BE49-F238E27FC236}">
                <a16:creationId xmlns:a16="http://schemas.microsoft.com/office/drawing/2014/main" id="{86B88857-9FB4-4488-B53A-F1668920E0DE}"/>
              </a:ext>
            </a:extLst>
          </p:cNvPr>
          <p:cNvSpPr>
            <a:spLocks/>
          </p:cNvSpPr>
          <p:nvPr/>
        </p:nvSpPr>
        <p:spPr>
          <a:xfrm>
            <a:off x="5838922" y="6890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5" name="data_7746">
            <a:extLst>
              <a:ext uri="{FF2B5EF4-FFF2-40B4-BE49-F238E27FC236}">
                <a16:creationId xmlns:a16="http://schemas.microsoft.com/office/drawing/2014/main" id="{677E7BB8-FCA4-40B7-B548-3E202B2B3EE3}"/>
              </a:ext>
            </a:extLst>
          </p:cNvPr>
          <p:cNvSpPr>
            <a:spLocks/>
          </p:cNvSpPr>
          <p:nvPr/>
        </p:nvSpPr>
        <p:spPr>
          <a:xfrm>
            <a:off x="5853544" y="6901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6" name="data_7747">
            <a:extLst>
              <a:ext uri="{FF2B5EF4-FFF2-40B4-BE49-F238E27FC236}">
                <a16:creationId xmlns:a16="http://schemas.microsoft.com/office/drawing/2014/main" id="{729C84BB-DCA4-44C3-BEF1-D41FD324F170}"/>
              </a:ext>
            </a:extLst>
          </p:cNvPr>
          <p:cNvSpPr>
            <a:spLocks/>
          </p:cNvSpPr>
          <p:nvPr/>
        </p:nvSpPr>
        <p:spPr>
          <a:xfrm>
            <a:off x="5862937" y="68691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7" name="data_7748">
            <a:extLst>
              <a:ext uri="{FF2B5EF4-FFF2-40B4-BE49-F238E27FC236}">
                <a16:creationId xmlns:a16="http://schemas.microsoft.com/office/drawing/2014/main" id="{BD29C871-CD3A-492E-80F0-8EC211D18223}"/>
              </a:ext>
            </a:extLst>
          </p:cNvPr>
          <p:cNvSpPr>
            <a:spLocks/>
          </p:cNvSpPr>
          <p:nvPr/>
        </p:nvSpPr>
        <p:spPr>
          <a:xfrm>
            <a:off x="602688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8" name="data_7749">
            <a:extLst>
              <a:ext uri="{FF2B5EF4-FFF2-40B4-BE49-F238E27FC236}">
                <a16:creationId xmlns:a16="http://schemas.microsoft.com/office/drawing/2014/main" id="{B9EBDB02-EACE-403E-B5A9-C92337AD2CBA}"/>
              </a:ext>
            </a:extLst>
          </p:cNvPr>
          <p:cNvSpPr>
            <a:spLocks/>
          </p:cNvSpPr>
          <p:nvPr/>
        </p:nvSpPr>
        <p:spPr>
          <a:xfrm>
            <a:off x="6084014" y="54826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9" name="data_7750">
            <a:extLst>
              <a:ext uri="{FF2B5EF4-FFF2-40B4-BE49-F238E27FC236}">
                <a16:creationId xmlns:a16="http://schemas.microsoft.com/office/drawing/2014/main" id="{94300E7C-1044-4727-8ABF-88EBD18D6D66}"/>
              </a:ext>
            </a:extLst>
          </p:cNvPr>
          <p:cNvSpPr>
            <a:spLocks/>
          </p:cNvSpPr>
          <p:nvPr/>
        </p:nvSpPr>
        <p:spPr>
          <a:xfrm>
            <a:off x="607601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0" name="data_7751">
            <a:extLst>
              <a:ext uri="{FF2B5EF4-FFF2-40B4-BE49-F238E27FC236}">
                <a16:creationId xmlns:a16="http://schemas.microsoft.com/office/drawing/2014/main" id="{C4749346-1345-44D1-BEDC-58BF53DE3D17}"/>
              </a:ext>
            </a:extLst>
          </p:cNvPr>
          <p:cNvSpPr>
            <a:spLocks/>
          </p:cNvSpPr>
          <p:nvPr/>
        </p:nvSpPr>
        <p:spPr>
          <a:xfrm>
            <a:off x="607733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1" name="data_7752">
            <a:extLst>
              <a:ext uri="{FF2B5EF4-FFF2-40B4-BE49-F238E27FC236}">
                <a16:creationId xmlns:a16="http://schemas.microsoft.com/office/drawing/2014/main" id="{765F2ACA-01D3-438C-B626-7B6DAD36F630}"/>
              </a:ext>
            </a:extLst>
          </p:cNvPr>
          <p:cNvSpPr>
            <a:spLocks/>
          </p:cNvSpPr>
          <p:nvPr/>
        </p:nvSpPr>
        <p:spPr>
          <a:xfrm>
            <a:off x="605773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2" name="data_7753">
            <a:extLst>
              <a:ext uri="{FF2B5EF4-FFF2-40B4-BE49-F238E27FC236}">
                <a16:creationId xmlns:a16="http://schemas.microsoft.com/office/drawing/2014/main" id="{E4599FD5-0725-4B03-9033-81B47FFF2189}"/>
              </a:ext>
            </a:extLst>
          </p:cNvPr>
          <p:cNvSpPr>
            <a:spLocks/>
          </p:cNvSpPr>
          <p:nvPr/>
        </p:nvSpPr>
        <p:spPr>
          <a:xfrm>
            <a:off x="6086784" y="5857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3" name="data_7754">
            <a:extLst>
              <a:ext uri="{FF2B5EF4-FFF2-40B4-BE49-F238E27FC236}">
                <a16:creationId xmlns:a16="http://schemas.microsoft.com/office/drawing/2014/main" id="{95B048D2-29D5-40D7-B0EF-02ED281CE02D}"/>
              </a:ext>
            </a:extLst>
          </p:cNvPr>
          <p:cNvSpPr>
            <a:spLocks/>
          </p:cNvSpPr>
          <p:nvPr/>
        </p:nvSpPr>
        <p:spPr>
          <a:xfrm>
            <a:off x="6025469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4" name="data_7755">
            <a:extLst>
              <a:ext uri="{FF2B5EF4-FFF2-40B4-BE49-F238E27FC236}">
                <a16:creationId xmlns:a16="http://schemas.microsoft.com/office/drawing/2014/main" id="{3EDC5381-A4EE-4064-9D3A-7E091CB62E5B}"/>
              </a:ext>
            </a:extLst>
          </p:cNvPr>
          <p:cNvSpPr>
            <a:spLocks/>
          </p:cNvSpPr>
          <p:nvPr/>
        </p:nvSpPr>
        <p:spPr>
          <a:xfrm>
            <a:off x="6057028" y="61542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5" name="data_7756">
            <a:extLst>
              <a:ext uri="{FF2B5EF4-FFF2-40B4-BE49-F238E27FC236}">
                <a16:creationId xmlns:a16="http://schemas.microsoft.com/office/drawing/2014/main" id="{9E976AE4-7B8A-41BD-819B-7AF3632965E0}"/>
              </a:ext>
            </a:extLst>
          </p:cNvPr>
          <p:cNvSpPr>
            <a:spLocks/>
          </p:cNvSpPr>
          <p:nvPr/>
        </p:nvSpPr>
        <p:spPr>
          <a:xfrm>
            <a:off x="611542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6" name="data_7757">
            <a:extLst>
              <a:ext uri="{FF2B5EF4-FFF2-40B4-BE49-F238E27FC236}">
                <a16:creationId xmlns:a16="http://schemas.microsoft.com/office/drawing/2014/main" id="{1D088977-968D-4A63-ACD8-FEAD94630E42}"/>
              </a:ext>
            </a:extLst>
          </p:cNvPr>
          <p:cNvSpPr>
            <a:spLocks/>
          </p:cNvSpPr>
          <p:nvPr/>
        </p:nvSpPr>
        <p:spPr>
          <a:xfrm>
            <a:off x="605666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7" name="data_7758">
            <a:extLst>
              <a:ext uri="{FF2B5EF4-FFF2-40B4-BE49-F238E27FC236}">
                <a16:creationId xmlns:a16="http://schemas.microsoft.com/office/drawing/2014/main" id="{F84C8224-B56E-495F-A793-44A92520607D}"/>
              </a:ext>
            </a:extLst>
          </p:cNvPr>
          <p:cNvSpPr>
            <a:spLocks/>
          </p:cNvSpPr>
          <p:nvPr/>
        </p:nvSpPr>
        <p:spPr>
          <a:xfrm>
            <a:off x="6063654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8" name="data_7759">
            <a:extLst>
              <a:ext uri="{FF2B5EF4-FFF2-40B4-BE49-F238E27FC236}">
                <a16:creationId xmlns:a16="http://schemas.microsoft.com/office/drawing/2014/main" id="{1A22D902-FA7E-4EE1-82A4-EE04E99DC066}"/>
              </a:ext>
            </a:extLst>
          </p:cNvPr>
          <p:cNvSpPr>
            <a:spLocks/>
          </p:cNvSpPr>
          <p:nvPr/>
        </p:nvSpPr>
        <p:spPr>
          <a:xfrm>
            <a:off x="6023425" y="5661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9" name="data_7760">
            <a:extLst>
              <a:ext uri="{FF2B5EF4-FFF2-40B4-BE49-F238E27FC236}">
                <a16:creationId xmlns:a16="http://schemas.microsoft.com/office/drawing/2014/main" id="{8644164C-5AE1-4120-9EA8-2DF24A4605D5}"/>
              </a:ext>
            </a:extLst>
          </p:cNvPr>
          <p:cNvSpPr>
            <a:spLocks/>
          </p:cNvSpPr>
          <p:nvPr/>
        </p:nvSpPr>
        <p:spPr>
          <a:xfrm>
            <a:off x="603695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0" name="data_7761">
            <a:extLst>
              <a:ext uri="{FF2B5EF4-FFF2-40B4-BE49-F238E27FC236}">
                <a16:creationId xmlns:a16="http://schemas.microsoft.com/office/drawing/2014/main" id="{4B44C5B4-0FC2-4DDA-8E0C-00A282998928}"/>
              </a:ext>
            </a:extLst>
          </p:cNvPr>
          <p:cNvSpPr>
            <a:spLocks/>
          </p:cNvSpPr>
          <p:nvPr/>
        </p:nvSpPr>
        <p:spPr>
          <a:xfrm>
            <a:off x="6080346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1" name="data_7762">
            <a:extLst>
              <a:ext uri="{FF2B5EF4-FFF2-40B4-BE49-F238E27FC236}">
                <a16:creationId xmlns:a16="http://schemas.microsoft.com/office/drawing/2014/main" id="{4D3725F1-2B21-4723-BBBD-221AA96272D9}"/>
              </a:ext>
            </a:extLst>
          </p:cNvPr>
          <p:cNvSpPr>
            <a:spLocks/>
          </p:cNvSpPr>
          <p:nvPr/>
        </p:nvSpPr>
        <p:spPr>
          <a:xfrm>
            <a:off x="610719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2" name="data_7763">
            <a:extLst>
              <a:ext uri="{FF2B5EF4-FFF2-40B4-BE49-F238E27FC236}">
                <a16:creationId xmlns:a16="http://schemas.microsoft.com/office/drawing/2014/main" id="{E2CA28BB-9190-4A0C-9138-2FF4854643D6}"/>
              </a:ext>
            </a:extLst>
          </p:cNvPr>
          <p:cNvSpPr>
            <a:spLocks/>
          </p:cNvSpPr>
          <p:nvPr/>
        </p:nvSpPr>
        <p:spPr>
          <a:xfrm>
            <a:off x="609782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3" name="data_7764">
            <a:extLst>
              <a:ext uri="{FF2B5EF4-FFF2-40B4-BE49-F238E27FC236}">
                <a16:creationId xmlns:a16="http://schemas.microsoft.com/office/drawing/2014/main" id="{CE7454D8-1CCB-44F6-8F0A-81DD17CA3B37}"/>
              </a:ext>
            </a:extLst>
          </p:cNvPr>
          <p:cNvSpPr>
            <a:spLocks/>
          </p:cNvSpPr>
          <p:nvPr/>
        </p:nvSpPr>
        <p:spPr>
          <a:xfrm>
            <a:off x="607459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4" name="data_7765">
            <a:extLst>
              <a:ext uri="{FF2B5EF4-FFF2-40B4-BE49-F238E27FC236}">
                <a16:creationId xmlns:a16="http://schemas.microsoft.com/office/drawing/2014/main" id="{FE358AE7-D0DD-4CF8-A4C9-6C64374CB8A0}"/>
              </a:ext>
            </a:extLst>
          </p:cNvPr>
          <p:cNvSpPr>
            <a:spLocks/>
          </p:cNvSpPr>
          <p:nvPr/>
        </p:nvSpPr>
        <p:spPr>
          <a:xfrm>
            <a:off x="603953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5" name="data_7766">
            <a:extLst>
              <a:ext uri="{FF2B5EF4-FFF2-40B4-BE49-F238E27FC236}">
                <a16:creationId xmlns:a16="http://schemas.microsoft.com/office/drawing/2014/main" id="{68FBE686-95B4-4F7D-86CF-80FF92953A89}"/>
              </a:ext>
            </a:extLst>
          </p:cNvPr>
          <p:cNvSpPr>
            <a:spLocks/>
          </p:cNvSpPr>
          <p:nvPr/>
        </p:nvSpPr>
        <p:spPr>
          <a:xfrm>
            <a:off x="6072938" y="58726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6" name="data_7767">
            <a:extLst>
              <a:ext uri="{FF2B5EF4-FFF2-40B4-BE49-F238E27FC236}">
                <a16:creationId xmlns:a16="http://schemas.microsoft.com/office/drawing/2014/main" id="{E0535AC0-B288-413F-96EF-0DFEC5D8E7F3}"/>
              </a:ext>
            </a:extLst>
          </p:cNvPr>
          <p:cNvSpPr>
            <a:spLocks/>
          </p:cNvSpPr>
          <p:nvPr/>
        </p:nvSpPr>
        <p:spPr>
          <a:xfrm>
            <a:off x="608059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7" name="data_7768">
            <a:extLst>
              <a:ext uri="{FF2B5EF4-FFF2-40B4-BE49-F238E27FC236}">
                <a16:creationId xmlns:a16="http://schemas.microsoft.com/office/drawing/2014/main" id="{9D3C8DB5-09BE-44F2-91C3-537C7EB2553F}"/>
              </a:ext>
            </a:extLst>
          </p:cNvPr>
          <p:cNvSpPr>
            <a:spLocks/>
          </p:cNvSpPr>
          <p:nvPr/>
        </p:nvSpPr>
        <p:spPr>
          <a:xfrm>
            <a:off x="6041090" y="66091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8" name="data_7769">
            <a:extLst>
              <a:ext uri="{FF2B5EF4-FFF2-40B4-BE49-F238E27FC236}">
                <a16:creationId xmlns:a16="http://schemas.microsoft.com/office/drawing/2014/main" id="{54390DF5-6D8F-4F07-8E67-7EB557129895}"/>
              </a:ext>
            </a:extLst>
          </p:cNvPr>
          <p:cNvSpPr>
            <a:spLocks/>
          </p:cNvSpPr>
          <p:nvPr/>
        </p:nvSpPr>
        <p:spPr>
          <a:xfrm>
            <a:off x="606908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9" name="data_7770">
            <a:extLst>
              <a:ext uri="{FF2B5EF4-FFF2-40B4-BE49-F238E27FC236}">
                <a16:creationId xmlns:a16="http://schemas.microsoft.com/office/drawing/2014/main" id="{6DD9506D-0948-405A-81CE-B8E87A897FA5}"/>
              </a:ext>
            </a:extLst>
          </p:cNvPr>
          <p:cNvSpPr>
            <a:spLocks/>
          </p:cNvSpPr>
          <p:nvPr/>
        </p:nvSpPr>
        <p:spPr>
          <a:xfrm>
            <a:off x="603634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0" name="data_7771">
            <a:extLst>
              <a:ext uri="{FF2B5EF4-FFF2-40B4-BE49-F238E27FC236}">
                <a16:creationId xmlns:a16="http://schemas.microsoft.com/office/drawing/2014/main" id="{2E7FEB18-6379-4AC0-A374-AE57477B6B11}"/>
              </a:ext>
            </a:extLst>
          </p:cNvPr>
          <p:cNvSpPr>
            <a:spLocks/>
          </p:cNvSpPr>
          <p:nvPr/>
        </p:nvSpPr>
        <p:spPr>
          <a:xfrm>
            <a:off x="607610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1" name="data_7772">
            <a:extLst>
              <a:ext uri="{FF2B5EF4-FFF2-40B4-BE49-F238E27FC236}">
                <a16:creationId xmlns:a16="http://schemas.microsoft.com/office/drawing/2014/main" id="{E8B9CE9A-8B77-4AA2-A988-88440F76EF5C}"/>
              </a:ext>
            </a:extLst>
          </p:cNvPr>
          <p:cNvSpPr>
            <a:spLocks/>
          </p:cNvSpPr>
          <p:nvPr/>
        </p:nvSpPr>
        <p:spPr>
          <a:xfrm>
            <a:off x="604198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2" name="data_7773">
            <a:extLst>
              <a:ext uri="{FF2B5EF4-FFF2-40B4-BE49-F238E27FC236}">
                <a16:creationId xmlns:a16="http://schemas.microsoft.com/office/drawing/2014/main" id="{2BBC6426-1CD5-48C7-B63B-CB7DD72AF71D}"/>
              </a:ext>
            </a:extLst>
          </p:cNvPr>
          <p:cNvSpPr>
            <a:spLocks/>
          </p:cNvSpPr>
          <p:nvPr/>
        </p:nvSpPr>
        <p:spPr>
          <a:xfrm>
            <a:off x="6024890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3" name="data_7774">
            <a:extLst>
              <a:ext uri="{FF2B5EF4-FFF2-40B4-BE49-F238E27FC236}">
                <a16:creationId xmlns:a16="http://schemas.microsoft.com/office/drawing/2014/main" id="{560953CB-B5CC-47AD-B3FE-D4AFC28D6181}"/>
              </a:ext>
            </a:extLst>
          </p:cNvPr>
          <p:cNvSpPr>
            <a:spLocks/>
          </p:cNvSpPr>
          <p:nvPr/>
        </p:nvSpPr>
        <p:spPr>
          <a:xfrm>
            <a:off x="6067061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4" name="data_7775">
            <a:extLst>
              <a:ext uri="{FF2B5EF4-FFF2-40B4-BE49-F238E27FC236}">
                <a16:creationId xmlns:a16="http://schemas.microsoft.com/office/drawing/2014/main" id="{B0DDA411-E21E-4DBC-9927-40CBD48819E0}"/>
              </a:ext>
            </a:extLst>
          </p:cNvPr>
          <p:cNvSpPr>
            <a:spLocks/>
          </p:cNvSpPr>
          <p:nvPr/>
        </p:nvSpPr>
        <p:spPr>
          <a:xfrm>
            <a:off x="607561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5" name="data_7776">
            <a:extLst>
              <a:ext uri="{FF2B5EF4-FFF2-40B4-BE49-F238E27FC236}">
                <a16:creationId xmlns:a16="http://schemas.microsoft.com/office/drawing/2014/main" id="{5F4F7A8F-F673-48A1-B432-5BAF300403DE}"/>
              </a:ext>
            </a:extLst>
          </p:cNvPr>
          <p:cNvSpPr>
            <a:spLocks/>
          </p:cNvSpPr>
          <p:nvPr/>
        </p:nvSpPr>
        <p:spPr>
          <a:xfrm>
            <a:off x="611893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6" name="data_7777">
            <a:extLst>
              <a:ext uri="{FF2B5EF4-FFF2-40B4-BE49-F238E27FC236}">
                <a16:creationId xmlns:a16="http://schemas.microsoft.com/office/drawing/2014/main" id="{E520DA6C-453A-49A4-B566-928B1D298143}"/>
              </a:ext>
            </a:extLst>
          </p:cNvPr>
          <p:cNvSpPr>
            <a:spLocks/>
          </p:cNvSpPr>
          <p:nvPr/>
        </p:nvSpPr>
        <p:spPr>
          <a:xfrm>
            <a:off x="6110959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7" name="data_7778">
            <a:extLst>
              <a:ext uri="{FF2B5EF4-FFF2-40B4-BE49-F238E27FC236}">
                <a16:creationId xmlns:a16="http://schemas.microsoft.com/office/drawing/2014/main" id="{2A117879-72C0-45BE-BFEF-1F488CFF1EC9}"/>
              </a:ext>
            </a:extLst>
          </p:cNvPr>
          <p:cNvSpPr>
            <a:spLocks/>
          </p:cNvSpPr>
          <p:nvPr/>
        </p:nvSpPr>
        <p:spPr>
          <a:xfrm>
            <a:off x="605718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8" name="data_7779">
            <a:extLst>
              <a:ext uri="{FF2B5EF4-FFF2-40B4-BE49-F238E27FC236}">
                <a16:creationId xmlns:a16="http://schemas.microsoft.com/office/drawing/2014/main" id="{61D87165-B940-4D9C-94F3-CD910CBC4584}"/>
              </a:ext>
            </a:extLst>
          </p:cNvPr>
          <p:cNvSpPr>
            <a:spLocks/>
          </p:cNvSpPr>
          <p:nvPr/>
        </p:nvSpPr>
        <p:spPr>
          <a:xfrm>
            <a:off x="606490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9" name="data_7780">
            <a:extLst>
              <a:ext uri="{FF2B5EF4-FFF2-40B4-BE49-F238E27FC236}">
                <a16:creationId xmlns:a16="http://schemas.microsoft.com/office/drawing/2014/main" id="{17DD5638-4E10-4940-BD00-4DDD4168E618}"/>
              </a:ext>
            </a:extLst>
          </p:cNvPr>
          <p:cNvSpPr>
            <a:spLocks/>
          </p:cNvSpPr>
          <p:nvPr/>
        </p:nvSpPr>
        <p:spPr>
          <a:xfrm>
            <a:off x="6080648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0" name="data_7781">
            <a:extLst>
              <a:ext uri="{FF2B5EF4-FFF2-40B4-BE49-F238E27FC236}">
                <a16:creationId xmlns:a16="http://schemas.microsoft.com/office/drawing/2014/main" id="{530B35E0-5397-48CB-B636-10351F98E4A6}"/>
              </a:ext>
            </a:extLst>
          </p:cNvPr>
          <p:cNvSpPr>
            <a:spLocks/>
          </p:cNvSpPr>
          <p:nvPr/>
        </p:nvSpPr>
        <p:spPr>
          <a:xfrm>
            <a:off x="604929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1" name="data_7782">
            <a:extLst>
              <a:ext uri="{FF2B5EF4-FFF2-40B4-BE49-F238E27FC236}">
                <a16:creationId xmlns:a16="http://schemas.microsoft.com/office/drawing/2014/main" id="{73C020A9-6910-4C9A-BC25-6BF7FC7C1DF8}"/>
              </a:ext>
            </a:extLst>
          </p:cNvPr>
          <p:cNvSpPr>
            <a:spLocks/>
          </p:cNvSpPr>
          <p:nvPr/>
        </p:nvSpPr>
        <p:spPr>
          <a:xfrm>
            <a:off x="603103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2" name="data_7783">
            <a:extLst>
              <a:ext uri="{FF2B5EF4-FFF2-40B4-BE49-F238E27FC236}">
                <a16:creationId xmlns:a16="http://schemas.microsoft.com/office/drawing/2014/main" id="{E3B47AAB-AB8B-4113-8B5F-F46526979BC1}"/>
              </a:ext>
            </a:extLst>
          </p:cNvPr>
          <p:cNvSpPr>
            <a:spLocks/>
          </p:cNvSpPr>
          <p:nvPr/>
        </p:nvSpPr>
        <p:spPr>
          <a:xfrm>
            <a:off x="608144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3" name="data_7784">
            <a:extLst>
              <a:ext uri="{FF2B5EF4-FFF2-40B4-BE49-F238E27FC236}">
                <a16:creationId xmlns:a16="http://schemas.microsoft.com/office/drawing/2014/main" id="{7224253F-255D-401F-B1E8-3977D5923EFE}"/>
              </a:ext>
            </a:extLst>
          </p:cNvPr>
          <p:cNvSpPr>
            <a:spLocks/>
          </p:cNvSpPr>
          <p:nvPr/>
        </p:nvSpPr>
        <p:spPr>
          <a:xfrm>
            <a:off x="609210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4" name="data_7785">
            <a:extLst>
              <a:ext uri="{FF2B5EF4-FFF2-40B4-BE49-F238E27FC236}">
                <a16:creationId xmlns:a16="http://schemas.microsoft.com/office/drawing/2014/main" id="{8ECA4977-2310-48AC-9BB2-0BB01506DED3}"/>
              </a:ext>
            </a:extLst>
          </p:cNvPr>
          <p:cNvSpPr>
            <a:spLocks/>
          </p:cNvSpPr>
          <p:nvPr/>
        </p:nvSpPr>
        <p:spPr>
          <a:xfrm>
            <a:off x="6075987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5" name="data_7786">
            <a:extLst>
              <a:ext uri="{FF2B5EF4-FFF2-40B4-BE49-F238E27FC236}">
                <a16:creationId xmlns:a16="http://schemas.microsoft.com/office/drawing/2014/main" id="{C54DAB10-019D-422C-AB28-18743AC5FD15}"/>
              </a:ext>
            </a:extLst>
          </p:cNvPr>
          <p:cNvSpPr>
            <a:spLocks/>
          </p:cNvSpPr>
          <p:nvPr/>
        </p:nvSpPr>
        <p:spPr>
          <a:xfrm>
            <a:off x="6121534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6" name="data_7787">
            <a:extLst>
              <a:ext uri="{FF2B5EF4-FFF2-40B4-BE49-F238E27FC236}">
                <a16:creationId xmlns:a16="http://schemas.microsoft.com/office/drawing/2014/main" id="{BD89605E-AF2C-49E0-B80F-8C15A52BE88F}"/>
              </a:ext>
            </a:extLst>
          </p:cNvPr>
          <p:cNvSpPr>
            <a:spLocks/>
          </p:cNvSpPr>
          <p:nvPr/>
        </p:nvSpPr>
        <p:spPr>
          <a:xfrm>
            <a:off x="604219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7" name="data_7788">
            <a:extLst>
              <a:ext uri="{FF2B5EF4-FFF2-40B4-BE49-F238E27FC236}">
                <a16:creationId xmlns:a16="http://schemas.microsoft.com/office/drawing/2014/main" id="{592416A8-50F2-4894-BDE5-56E9F0DE3898}"/>
              </a:ext>
            </a:extLst>
          </p:cNvPr>
          <p:cNvSpPr>
            <a:spLocks/>
          </p:cNvSpPr>
          <p:nvPr/>
        </p:nvSpPr>
        <p:spPr>
          <a:xfrm>
            <a:off x="6109630" y="62625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8" name="data_7789">
            <a:extLst>
              <a:ext uri="{FF2B5EF4-FFF2-40B4-BE49-F238E27FC236}">
                <a16:creationId xmlns:a16="http://schemas.microsoft.com/office/drawing/2014/main" id="{404717F1-7151-48DF-94E0-B2142BE613E8}"/>
              </a:ext>
            </a:extLst>
          </p:cNvPr>
          <p:cNvSpPr>
            <a:spLocks/>
          </p:cNvSpPr>
          <p:nvPr/>
        </p:nvSpPr>
        <p:spPr>
          <a:xfrm>
            <a:off x="6065609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9" name="data_7790">
            <a:extLst>
              <a:ext uri="{FF2B5EF4-FFF2-40B4-BE49-F238E27FC236}">
                <a16:creationId xmlns:a16="http://schemas.microsoft.com/office/drawing/2014/main" id="{35811C4A-FFA8-499C-A928-D3B063B81729}"/>
              </a:ext>
            </a:extLst>
          </p:cNvPr>
          <p:cNvSpPr>
            <a:spLocks/>
          </p:cNvSpPr>
          <p:nvPr/>
        </p:nvSpPr>
        <p:spPr>
          <a:xfrm>
            <a:off x="603420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0" name="data_7791">
            <a:extLst>
              <a:ext uri="{FF2B5EF4-FFF2-40B4-BE49-F238E27FC236}">
                <a16:creationId xmlns:a16="http://schemas.microsoft.com/office/drawing/2014/main" id="{18EEF856-CC87-41D6-A7C5-73D3883DE859}"/>
              </a:ext>
            </a:extLst>
          </p:cNvPr>
          <p:cNvSpPr>
            <a:spLocks/>
          </p:cNvSpPr>
          <p:nvPr/>
        </p:nvSpPr>
        <p:spPr>
          <a:xfrm>
            <a:off x="607180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1" name="data_7792">
            <a:extLst>
              <a:ext uri="{FF2B5EF4-FFF2-40B4-BE49-F238E27FC236}">
                <a16:creationId xmlns:a16="http://schemas.microsoft.com/office/drawing/2014/main" id="{1F25AE0C-C042-4CBD-91F6-3A459E819F88}"/>
              </a:ext>
            </a:extLst>
          </p:cNvPr>
          <p:cNvSpPr>
            <a:spLocks/>
          </p:cNvSpPr>
          <p:nvPr/>
        </p:nvSpPr>
        <p:spPr>
          <a:xfrm>
            <a:off x="607564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2" name="data_7793">
            <a:extLst>
              <a:ext uri="{FF2B5EF4-FFF2-40B4-BE49-F238E27FC236}">
                <a16:creationId xmlns:a16="http://schemas.microsoft.com/office/drawing/2014/main" id="{448C6BBF-6D85-4330-BE65-0C6C607B3700}"/>
              </a:ext>
            </a:extLst>
          </p:cNvPr>
          <p:cNvSpPr>
            <a:spLocks/>
          </p:cNvSpPr>
          <p:nvPr/>
        </p:nvSpPr>
        <p:spPr>
          <a:xfrm>
            <a:off x="603458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3" name="data_7794">
            <a:extLst>
              <a:ext uri="{FF2B5EF4-FFF2-40B4-BE49-F238E27FC236}">
                <a16:creationId xmlns:a16="http://schemas.microsoft.com/office/drawing/2014/main" id="{6E364E50-830E-44BF-B361-C078633A5813}"/>
              </a:ext>
            </a:extLst>
          </p:cNvPr>
          <p:cNvSpPr>
            <a:spLocks/>
          </p:cNvSpPr>
          <p:nvPr/>
        </p:nvSpPr>
        <p:spPr>
          <a:xfrm>
            <a:off x="605106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4" name="data_7795">
            <a:extLst>
              <a:ext uri="{FF2B5EF4-FFF2-40B4-BE49-F238E27FC236}">
                <a16:creationId xmlns:a16="http://schemas.microsoft.com/office/drawing/2014/main" id="{62DB0BD3-21C4-4BB8-B33E-7048567EEB30}"/>
              </a:ext>
            </a:extLst>
          </p:cNvPr>
          <p:cNvSpPr>
            <a:spLocks/>
          </p:cNvSpPr>
          <p:nvPr/>
        </p:nvSpPr>
        <p:spPr>
          <a:xfrm>
            <a:off x="602749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5" name="data_7796">
            <a:extLst>
              <a:ext uri="{FF2B5EF4-FFF2-40B4-BE49-F238E27FC236}">
                <a16:creationId xmlns:a16="http://schemas.microsoft.com/office/drawing/2014/main" id="{05C77EF0-8BAF-4E40-ACE5-5A62A52C7D05}"/>
              </a:ext>
            </a:extLst>
          </p:cNvPr>
          <p:cNvSpPr>
            <a:spLocks/>
          </p:cNvSpPr>
          <p:nvPr/>
        </p:nvSpPr>
        <p:spPr>
          <a:xfrm>
            <a:off x="6073197" y="51601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6" name="data_7797">
            <a:extLst>
              <a:ext uri="{FF2B5EF4-FFF2-40B4-BE49-F238E27FC236}">
                <a16:creationId xmlns:a16="http://schemas.microsoft.com/office/drawing/2014/main" id="{863ADD25-FBD7-4B17-9350-FDFE19D42757}"/>
              </a:ext>
            </a:extLst>
          </p:cNvPr>
          <p:cNvSpPr>
            <a:spLocks/>
          </p:cNvSpPr>
          <p:nvPr/>
        </p:nvSpPr>
        <p:spPr>
          <a:xfrm>
            <a:off x="606622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7" name="data_7798">
            <a:extLst>
              <a:ext uri="{FF2B5EF4-FFF2-40B4-BE49-F238E27FC236}">
                <a16:creationId xmlns:a16="http://schemas.microsoft.com/office/drawing/2014/main" id="{693C8EAB-BD5E-4AF8-AA42-4C132BAA5482}"/>
              </a:ext>
            </a:extLst>
          </p:cNvPr>
          <p:cNvSpPr>
            <a:spLocks/>
          </p:cNvSpPr>
          <p:nvPr/>
        </p:nvSpPr>
        <p:spPr>
          <a:xfrm>
            <a:off x="602764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8" name="data_7799">
            <a:extLst>
              <a:ext uri="{FF2B5EF4-FFF2-40B4-BE49-F238E27FC236}">
                <a16:creationId xmlns:a16="http://schemas.microsoft.com/office/drawing/2014/main" id="{1D88CC4F-4F51-4707-ADF1-45D57934B686}"/>
              </a:ext>
            </a:extLst>
          </p:cNvPr>
          <p:cNvSpPr>
            <a:spLocks/>
          </p:cNvSpPr>
          <p:nvPr/>
        </p:nvSpPr>
        <p:spPr>
          <a:xfrm>
            <a:off x="6088560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9" name="data_7800">
            <a:extLst>
              <a:ext uri="{FF2B5EF4-FFF2-40B4-BE49-F238E27FC236}">
                <a16:creationId xmlns:a16="http://schemas.microsoft.com/office/drawing/2014/main" id="{D7D15746-DFF6-4263-B4DE-B429A4991B03}"/>
              </a:ext>
            </a:extLst>
          </p:cNvPr>
          <p:cNvSpPr>
            <a:spLocks/>
          </p:cNvSpPr>
          <p:nvPr/>
        </p:nvSpPr>
        <p:spPr>
          <a:xfrm>
            <a:off x="607940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0" name="data_7801">
            <a:extLst>
              <a:ext uri="{FF2B5EF4-FFF2-40B4-BE49-F238E27FC236}">
                <a16:creationId xmlns:a16="http://schemas.microsoft.com/office/drawing/2014/main" id="{1B95D74B-9B36-4FC5-9AA6-1319BCA24E04}"/>
              </a:ext>
            </a:extLst>
          </p:cNvPr>
          <p:cNvSpPr>
            <a:spLocks/>
          </p:cNvSpPr>
          <p:nvPr/>
        </p:nvSpPr>
        <p:spPr>
          <a:xfrm>
            <a:off x="605042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1" name="data_7802">
            <a:extLst>
              <a:ext uri="{FF2B5EF4-FFF2-40B4-BE49-F238E27FC236}">
                <a16:creationId xmlns:a16="http://schemas.microsoft.com/office/drawing/2014/main" id="{9B27B551-36AE-406E-9517-3754B404966D}"/>
              </a:ext>
            </a:extLst>
          </p:cNvPr>
          <p:cNvSpPr>
            <a:spLocks/>
          </p:cNvSpPr>
          <p:nvPr/>
        </p:nvSpPr>
        <p:spPr>
          <a:xfrm>
            <a:off x="609477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2" name="data_7803">
            <a:extLst>
              <a:ext uri="{FF2B5EF4-FFF2-40B4-BE49-F238E27FC236}">
                <a16:creationId xmlns:a16="http://schemas.microsoft.com/office/drawing/2014/main" id="{9532AE4F-3364-4E42-A3A0-FCDDD56A8F7C}"/>
              </a:ext>
            </a:extLst>
          </p:cNvPr>
          <p:cNvSpPr>
            <a:spLocks/>
          </p:cNvSpPr>
          <p:nvPr/>
        </p:nvSpPr>
        <p:spPr>
          <a:xfrm>
            <a:off x="608370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3" name="data_7804">
            <a:extLst>
              <a:ext uri="{FF2B5EF4-FFF2-40B4-BE49-F238E27FC236}">
                <a16:creationId xmlns:a16="http://schemas.microsoft.com/office/drawing/2014/main" id="{E0A571BD-3472-4271-B60A-BA29F47160F3}"/>
              </a:ext>
            </a:extLst>
          </p:cNvPr>
          <p:cNvSpPr>
            <a:spLocks/>
          </p:cNvSpPr>
          <p:nvPr/>
        </p:nvSpPr>
        <p:spPr>
          <a:xfrm>
            <a:off x="6105007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4" name="data_7805">
            <a:extLst>
              <a:ext uri="{FF2B5EF4-FFF2-40B4-BE49-F238E27FC236}">
                <a16:creationId xmlns:a16="http://schemas.microsoft.com/office/drawing/2014/main" id="{5BD1E941-918E-4D25-8491-E36B4A77FA42}"/>
              </a:ext>
            </a:extLst>
          </p:cNvPr>
          <p:cNvSpPr>
            <a:spLocks/>
          </p:cNvSpPr>
          <p:nvPr/>
        </p:nvSpPr>
        <p:spPr>
          <a:xfrm>
            <a:off x="606583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5" name="data_7806">
            <a:extLst>
              <a:ext uri="{FF2B5EF4-FFF2-40B4-BE49-F238E27FC236}">
                <a16:creationId xmlns:a16="http://schemas.microsoft.com/office/drawing/2014/main" id="{B497B468-2133-4318-84AA-7F4306A3D735}"/>
              </a:ext>
            </a:extLst>
          </p:cNvPr>
          <p:cNvSpPr>
            <a:spLocks/>
          </p:cNvSpPr>
          <p:nvPr/>
        </p:nvSpPr>
        <p:spPr>
          <a:xfrm>
            <a:off x="6053286" y="59325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6" name="data_7807">
            <a:extLst>
              <a:ext uri="{FF2B5EF4-FFF2-40B4-BE49-F238E27FC236}">
                <a16:creationId xmlns:a16="http://schemas.microsoft.com/office/drawing/2014/main" id="{071ED681-E51C-4AEC-B6BD-C08C16E2F2C2}"/>
              </a:ext>
            </a:extLst>
          </p:cNvPr>
          <p:cNvSpPr>
            <a:spLocks/>
          </p:cNvSpPr>
          <p:nvPr/>
        </p:nvSpPr>
        <p:spPr>
          <a:xfrm>
            <a:off x="6055847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7" name="data_7808">
            <a:extLst>
              <a:ext uri="{FF2B5EF4-FFF2-40B4-BE49-F238E27FC236}">
                <a16:creationId xmlns:a16="http://schemas.microsoft.com/office/drawing/2014/main" id="{B2FCDD1F-963F-4DAD-A33C-C629A7660678}"/>
              </a:ext>
            </a:extLst>
          </p:cNvPr>
          <p:cNvSpPr>
            <a:spLocks/>
          </p:cNvSpPr>
          <p:nvPr/>
        </p:nvSpPr>
        <p:spPr>
          <a:xfrm>
            <a:off x="606146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8" name="data_7809">
            <a:extLst>
              <a:ext uri="{FF2B5EF4-FFF2-40B4-BE49-F238E27FC236}">
                <a16:creationId xmlns:a16="http://schemas.microsoft.com/office/drawing/2014/main" id="{B9E62E65-CBF0-47AB-8EC5-75469DD129ED}"/>
              </a:ext>
            </a:extLst>
          </p:cNvPr>
          <p:cNvSpPr>
            <a:spLocks/>
          </p:cNvSpPr>
          <p:nvPr/>
        </p:nvSpPr>
        <p:spPr>
          <a:xfrm>
            <a:off x="608138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9" name="data_7810">
            <a:extLst>
              <a:ext uri="{FF2B5EF4-FFF2-40B4-BE49-F238E27FC236}">
                <a16:creationId xmlns:a16="http://schemas.microsoft.com/office/drawing/2014/main" id="{63775502-3702-4F26-8365-5F7C0D9EA23A}"/>
              </a:ext>
            </a:extLst>
          </p:cNvPr>
          <p:cNvSpPr>
            <a:spLocks/>
          </p:cNvSpPr>
          <p:nvPr/>
        </p:nvSpPr>
        <p:spPr>
          <a:xfrm>
            <a:off x="609115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0" name="data_7811">
            <a:extLst>
              <a:ext uri="{FF2B5EF4-FFF2-40B4-BE49-F238E27FC236}">
                <a16:creationId xmlns:a16="http://schemas.microsoft.com/office/drawing/2014/main" id="{6EFA6FC9-8CCD-4198-B25D-B0A9325A090B}"/>
              </a:ext>
            </a:extLst>
          </p:cNvPr>
          <p:cNvSpPr>
            <a:spLocks/>
          </p:cNvSpPr>
          <p:nvPr/>
        </p:nvSpPr>
        <p:spPr>
          <a:xfrm>
            <a:off x="605990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1" name="data_7812">
            <a:extLst>
              <a:ext uri="{FF2B5EF4-FFF2-40B4-BE49-F238E27FC236}">
                <a16:creationId xmlns:a16="http://schemas.microsoft.com/office/drawing/2014/main" id="{0F6BE050-E0DE-453C-ABE5-F0097E164D79}"/>
              </a:ext>
            </a:extLst>
          </p:cNvPr>
          <p:cNvSpPr>
            <a:spLocks/>
          </p:cNvSpPr>
          <p:nvPr/>
        </p:nvSpPr>
        <p:spPr>
          <a:xfrm>
            <a:off x="610718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2" name="data_7813">
            <a:extLst>
              <a:ext uri="{FF2B5EF4-FFF2-40B4-BE49-F238E27FC236}">
                <a16:creationId xmlns:a16="http://schemas.microsoft.com/office/drawing/2014/main" id="{26F6275E-DF8F-4116-8F3F-EFF5F0DF78D8}"/>
              </a:ext>
            </a:extLst>
          </p:cNvPr>
          <p:cNvSpPr>
            <a:spLocks/>
          </p:cNvSpPr>
          <p:nvPr/>
        </p:nvSpPr>
        <p:spPr>
          <a:xfrm>
            <a:off x="6087699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3" name="data_7814">
            <a:extLst>
              <a:ext uri="{FF2B5EF4-FFF2-40B4-BE49-F238E27FC236}">
                <a16:creationId xmlns:a16="http://schemas.microsoft.com/office/drawing/2014/main" id="{BCCDA4D3-BB0A-40EB-96C4-D8A7557ED248}"/>
              </a:ext>
            </a:extLst>
          </p:cNvPr>
          <p:cNvSpPr>
            <a:spLocks/>
          </p:cNvSpPr>
          <p:nvPr/>
        </p:nvSpPr>
        <p:spPr>
          <a:xfrm>
            <a:off x="611383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4" name="data_7815">
            <a:extLst>
              <a:ext uri="{FF2B5EF4-FFF2-40B4-BE49-F238E27FC236}">
                <a16:creationId xmlns:a16="http://schemas.microsoft.com/office/drawing/2014/main" id="{46DEDF35-1ACE-4EE9-9EA2-EB72A603CF40}"/>
              </a:ext>
            </a:extLst>
          </p:cNvPr>
          <p:cNvSpPr>
            <a:spLocks/>
          </p:cNvSpPr>
          <p:nvPr/>
        </p:nvSpPr>
        <p:spPr>
          <a:xfrm>
            <a:off x="610824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5" name="data_7816">
            <a:extLst>
              <a:ext uri="{FF2B5EF4-FFF2-40B4-BE49-F238E27FC236}">
                <a16:creationId xmlns:a16="http://schemas.microsoft.com/office/drawing/2014/main" id="{25CF2A46-B624-427A-B7A9-7BDB6B2A878D}"/>
              </a:ext>
            </a:extLst>
          </p:cNvPr>
          <p:cNvSpPr>
            <a:spLocks/>
          </p:cNvSpPr>
          <p:nvPr/>
        </p:nvSpPr>
        <p:spPr>
          <a:xfrm>
            <a:off x="6103728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6" name="data_7817">
            <a:extLst>
              <a:ext uri="{FF2B5EF4-FFF2-40B4-BE49-F238E27FC236}">
                <a16:creationId xmlns:a16="http://schemas.microsoft.com/office/drawing/2014/main" id="{670F7DDB-9E7E-4342-9CDF-34F132CF8CCD}"/>
              </a:ext>
            </a:extLst>
          </p:cNvPr>
          <p:cNvSpPr>
            <a:spLocks/>
          </p:cNvSpPr>
          <p:nvPr/>
        </p:nvSpPr>
        <p:spPr>
          <a:xfrm>
            <a:off x="602097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7" name="data_7818">
            <a:extLst>
              <a:ext uri="{FF2B5EF4-FFF2-40B4-BE49-F238E27FC236}">
                <a16:creationId xmlns:a16="http://schemas.microsoft.com/office/drawing/2014/main" id="{34A1C1E6-6A49-4F6A-A5E4-338A84A0F9E6}"/>
              </a:ext>
            </a:extLst>
          </p:cNvPr>
          <p:cNvSpPr>
            <a:spLocks/>
          </p:cNvSpPr>
          <p:nvPr/>
        </p:nvSpPr>
        <p:spPr>
          <a:xfrm>
            <a:off x="6120584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8" name="data_7819">
            <a:extLst>
              <a:ext uri="{FF2B5EF4-FFF2-40B4-BE49-F238E27FC236}">
                <a16:creationId xmlns:a16="http://schemas.microsoft.com/office/drawing/2014/main" id="{1D55158D-2E7F-4B44-AC0B-8ECFEF4A4F75}"/>
              </a:ext>
            </a:extLst>
          </p:cNvPr>
          <p:cNvSpPr>
            <a:spLocks/>
          </p:cNvSpPr>
          <p:nvPr/>
        </p:nvSpPr>
        <p:spPr>
          <a:xfrm>
            <a:off x="607211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9" name="data_7820">
            <a:extLst>
              <a:ext uri="{FF2B5EF4-FFF2-40B4-BE49-F238E27FC236}">
                <a16:creationId xmlns:a16="http://schemas.microsoft.com/office/drawing/2014/main" id="{0D063B4D-28A4-412A-8448-0006ACDE6D94}"/>
              </a:ext>
            </a:extLst>
          </p:cNvPr>
          <p:cNvSpPr>
            <a:spLocks/>
          </p:cNvSpPr>
          <p:nvPr/>
        </p:nvSpPr>
        <p:spPr>
          <a:xfrm>
            <a:off x="610170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0" name="data_7821">
            <a:extLst>
              <a:ext uri="{FF2B5EF4-FFF2-40B4-BE49-F238E27FC236}">
                <a16:creationId xmlns:a16="http://schemas.microsoft.com/office/drawing/2014/main" id="{39FB4189-7910-43AA-BE93-DCE1A05E3A2B}"/>
              </a:ext>
            </a:extLst>
          </p:cNvPr>
          <p:cNvSpPr>
            <a:spLocks/>
          </p:cNvSpPr>
          <p:nvPr/>
        </p:nvSpPr>
        <p:spPr>
          <a:xfrm>
            <a:off x="606089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1" name="data_7822">
            <a:extLst>
              <a:ext uri="{FF2B5EF4-FFF2-40B4-BE49-F238E27FC236}">
                <a16:creationId xmlns:a16="http://schemas.microsoft.com/office/drawing/2014/main" id="{0B9D73A8-8ED1-4011-BFEB-81F34DFE8547}"/>
              </a:ext>
            </a:extLst>
          </p:cNvPr>
          <p:cNvSpPr>
            <a:spLocks/>
          </p:cNvSpPr>
          <p:nvPr/>
        </p:nvSpPr>
        <p:spPr>
          <a:xfrm>
            <a:off x="6022739" y="58726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2" name="data_7823">
            <a:extLst>
              <a:ext uri="{FF2B5EF4-FFF2-40B4-BE49-F238E27FC236}">
                <a16:creationId xmlns:a16="http://schemas.microsoft.com/office/drawing/2014/main" id="{8B415665-C956-4008-9872-87F8CA60518C}"/>
              </a:ext>
            </a:extLst>
          </p:cNvPr>
          <p:cNvSpPr>
            <a:spLocks/>
          </p:cNvSpPr>
          <p:nvPr/>
        </p:nvSpPr>
        <p:spPr>
          <a:xfrm>
            <a:off x="606441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3" name="data_7824">
            <a:extLst>
              <a:ext uri="{FF2B5EF4-FFF2-40B4-BE49-F238E27FC236}">
                <a16:creationId xmlns:a16="http://schemas.microsoft.com/office/drawing/2014/main" id="{E7965D25-BA7F-44FC-85CB-0BD38AD126F3}"/>
              </a:ext>
            </a:extLst>
          </p:cNvPr>
          <p:cNvSpPr>
            <a:spLocks/>
          </p:cNvSpPr>
          <p:nvPr/>
        </p:nvSpPr>
        <p:spPr>
          <a:xfrm>
            <a:off x="603111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4" name="data_7825">
            <a:extLst>
              <a:ext uri="{FF2B5EF4-FFF2-40B4-BE49-F238E27FC236}">
                <a16:creationId xmlns:a16="http://schemas.microsoft.com/office/drawing/2014/main" id="{8D1BFFFF-8F05-46EF-9F04-6D3007447E4B}"/>
              </a:ext>
            </a:extLst>
          </p:cNvPr>
          <p:cNvSpPr>
            <a:spLocks/>
          </p:cNvSpPr>
          <p:nvPr/>
        </p:nvSpPr>
        <p:spPr>
          <a:xfrm>
            <a:off x="604879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5" name="data_7826">
            <a:extLst>
              <a:ext uri="{FF2B5EF4-FFF2-40B4-BE49-F238E27FC236}">
                <a16:creationId xmlns:a16="http://schemas.microsoft.com/office/drawing/2014/main" id="{EB78752C-20AC-476B-BF37-BA4A08B81AFC}"/>
              </a:ext>
            </a:extLst>
          </p:cNvPr>
          <p:cNvSpPr>
            <a:spLocks/>
          </p:cNvSpPr>
          <p:nvPr/>
        </p:nvSpPr>
        <p:spPr>
          <a:xfrm>
            <a:off x="608491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6" name="data_7827">
            <a:extLst>
              <a:ext uri="{FF2B5EF4-FFF2-40B4-BE49-F238E27FC236}">
                <a16:creationId xmlns:a16="http://schemas.microsoft.com/office/drawing/2014/main" id="{0518C18C-CF71-4F57-AB82-340845430836}"/>
              </a:ext>
            </a:extLst>
          </p:cNvPr>
          <p:cNvSpPr>
            <a:spLocks/>
          </p:cNvSpPr>
          <p:nvPr/>
        </p:nvSpPr>
        <p:spPr>
          <a:xfrm>
            <a:off x="6052506" y="52140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7" name="data_7828">
            <a:extLst>
              <a:ext uri="{FF2B5EF4-FFF2-40B4-BE49-F238E27FC236}">
                <a16:creationId xmlns:a16="http://schemas.microsoft.com/office/drawing/2014/main" id="{383B113A-9BAB-4B05-B429-DA169152E944}"/>
              </a:ext>
            </a:extLst>
          </p:cNvPr>
          <p:cNvSpPr>
            <a:spLocks/>
          </p:cNvSpPr>
          <p:nvPr/>
        </p:nvSpPr>
        <p:spPr>
          <a:xfrm>
            <a:off x="6104818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8" name="data_7829">
            <a:extLst>
              <a:ext uri="{FF2B5EF4-FFF2-40B4-BE49-F238E27FC236}">
                <a16:creationId xmlns:a16="http://schemas.microsoft.com/office/drawing/2014/main" id="{EED53AC0-F557-44A4-9B13-63BC3E313E9C}"/>
              </a:ext>
            </a:extLst>
          </p:cNvPr>
          <p:cNvSpPr>
            <a:spLocks/>
          </p:cNvSpPr>
          <p:nvPr/>
        </p:nvSpPr>
        <p:spPr>
          <a:xfrm>
            <a:off x="611764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9" name="data_7830">
            <a:extLst>
              <a:ext uri="{FF2B5EF4-FFF2-40B4-BE49-F238E27FC236}">
                <a16:creationId xmlns:a16="http://schemas.microsoft.com/office/drawing/2014/main" id="{5017A685-3365-4B80-BB4B-8F6417E14B80}"/>
              </a:ext>
            </a:extLst>
          </p:cNvPr>
          <p:cNvSpPr>
            <a:spLocks/>
          </p:cNvSpPr>
          <p:nvPr/>
        </p:nvSpPr>
        <p:spPr>
          <a:xfrm>
            <a:off x="6072148" y="6710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0" name="data_7831">
            <a:extLst>
              <a:ext uri="{FF2B5EF4-FFF2-40B4-BE49-F238E27FC236}">
                <a16:creationId xmlns:a16="http://schemas.microsoft.com/office/drawing/2014/main" id="{EEC877F0-7D17-4289-8785-90C7CA9527D8}"/>
              </a:ext>
            </a:extLst>
          </p:cNvPr>
          <p:cNvSpPr>
            <a:spLocks/>
          </p:cNvSpPr>
          <p:nvPr/>
        </p:nvSpPr>
        <p:spPr>
          <a:xfrm>
            <a:off x="605741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1" name="data_7832">
            <a:extLst>
              <a:ext uri="{FF2B5EF4-FFF2-40B4-BE49-F238E27FC236}">
                <a16:creationId xmlns:a16="http://schemas.microsoft.com/office/drawing/2014/main" id="{7F09C093-B69E-4A79-A77C-B7DD1BD9762D}"/>
              </a:ext>
            </a:extLst>
          </p:cNvPr>
          <p:cNvSpPr>
            <a:spLocks/>
          </p:cNvSpPr>
          <p:nvPr/>
        </p:nvSpPr>
        <p:spPr>
          <a:xfrm>
            <a:off x="606004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2" name="data_7833">
            <a:extLst>
              <a:ext uri="{FF2B5EF4-FFF2-40B4-BE49-F238E27FC236}">
                <a16:creationId xmlns:a16="http://schemas.microsoft.com/office/drawing/2014/main" id="{ADE02790-EBD1-4A62-96BB-FD81DF571822}"/>
              </a:ext>
            </a:extLst>
          </p:cNvPr>
          <p:cNvSpPr>
            <a:spLocks/>
          </p:cNvSpPr>
          <p:nvPr/>
        </p:nvSpPr>
        <p:spPr>
          <a:xfrm>
            <a:off x="605456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3" name="data_7834">
            <a:extLst>
              <a:ext uri="{FF2B5EF4-FFF2-40B4-BE49-F238E27FC236}">
                <a16:creationId xmlns:a16="http://schemas.microsoft.com/office/drawing/2014/main" id="{6FEFC084-21AC-4E4C-9905-602D6AF33CEF}"/>
              </a:ext>
            </a:extLst>
          </p:cNvPr>
          <p:cNvSpPr>
            <a:spLocks/>
          </p:cNvSpPr>
          <p:nvPr/>
        </p:nvSpPr>
        <p:spPr>
          <a:xfrm>
            <a:off x="611471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4" name="data_7835">
            <a:extLst>
              <a:ext uri="{FF2B5EF4-FFF2-40B4-BE49-F238E27FC236}">
                <a16:creationId xmlns:a16="http://schemas.microsoft.com/office/drawing/2014/main" id="{0B510793-56F9-4B60-993D-4A140268F813}"/>
              </a:ext>
            </a:extLst>
          </p:cNvPr>
          <p:cNvSpPr>
            <a:spLocks/>
          </p:cNvSpPr>
          <p:nvPr/>
        </p:nvSpPr>
        <p:spPr>
          <a:xfrm>
            <a:off x="603671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5" name="data_7836">
            <a:extLst>
              <a:ext uri="{FF2B5EF4-FFF2-40B4-BE49-F238E27FC236}">
                <a16:creationId xmlns:a16="http://schemas.microsoft.com/office/drawing/2014/main" id="{2090BF82-12B4-4306-9922-EEF94262F751}"/>
              </a:ext>
            </a:extLst>
          </p:cNvPr>
          <p:cNvSpPr>
            <a:spLocks/>
          </p:cNvSpPr>
          <p:nvPr/>
        </p:nvSpPr>
        <p:spPr>
          <a:xfrm>
            <a:off x="605388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6" name="data_7837">
            <a:extLst>
              <a:ext uri="{FF2B5EF4-FFF2-40B4-BE49-F238E27FC236}">
                <a16:creationId xmlns:a16="http://schemas.microsoft.com/office/drawing/2014/main" id="{E669E567-31E6-461E-B5CF-C947AEF747C5}"/>
              </a:ext>
            </a:extLst>
          </p:cNvPr>
          <p:cNvSpPr>
            <a:spLocks/>
          </p:cNvSpPr>
          <p:nvPr/>
        </p:nvSpPr>
        <p:spPr>
          <a:xfrm>
            <a:off x="6059741" y="55476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7" name="data_7838">
            <a:extLst>
              <a:ext uri="{FF2B5EF4-FFF2-40B4-BE49-F238E27FC236}">
                <a16:creationId xmlns:a16="http://schemas.microsoft.com/office/drawing/2014/main" id="{D292FA00-602A-4472-B88C-7FAB44F0CBD7}"/>
              </a:ext>
            </a:extLst>
          </p:cNvPr>
          <p:cNvSpPr>
            <a:spLocks/>
          </p:cNvSpPr>
          <p:nvPr/>
        </p:nvSpPr>
        <p:spPr>
          <a:xfrm>
            <a:off x="6091996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8" name="data_7839">
            <a:extLst>
              <a:ext uri="{FF2B5EF4-FFF2-40B4-BE49-F238E27FC236}">
                <a16:creationId xmlns:a16="http://schemas.microsoft.com/office/drawing/2014/main" id="{74F8FE47-8567-43E9-B505-C09EA91E025D}"/>
              </a:ext>
            </a:extLst>
          </p:cNvPr>
          <p:cNvSpPr>
            <a:spLocks/>
          </p:cNvSpPr>
          <p:nvPr/>
        </p:nvSpPr>
        <p:spPr>
          <a:xfrm>
            <a:off x="6062564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9" name="data_7840">
            <a:extLst>
              <a:ext uri="{FF2B5EF4-FFF2-40B4-BE49-F238E27FC236}">
                <a16:creationId xmlns:a16="http://schemas.microsoft.com/office/drawing/2014/main" id="{52A2CC73-5509-4226-A146-CF5FE093534A}"/>
              </a:ext>
            </a:extLst>
          </p:cNvPr>
          <p:cNvSpPr>
            <a:spLocks/>
          </p:cNvSpPr>
          <p:nvPr/>
        </p:nvSpPr>
        <p:spPr>
          <a:xfrm>
            <a:off x="6095199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0" name="data_7841">
            <a:extLst>
              <a:ext uri="{FF2B5EF4-FFF2-40B4-BE49-F238E27FC236}">
                <a16:creationId xmlns:a16="http://schemas.microsoft.com/office/drawing/2014/main" id="{AAD1434A-BDBE-498D-AEE1-34706CF7B6E7}"/>
              </a:ext>
            </a:extLst>
          </p:cNvPr>
          <p:cNvSpPr>
            <a:spLocks/>
          </p:cNvSpPr>
          <p:nvPr/>
        </p:nvSpPr>
        <p:spPr>
          <a:xfrm>
            <a:off x="608137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1" name="data_7842">
            <a:extLst>
              <a:ext uri="{FF2B5EF4-FFF2-40B4-BE49-F238E27FC236}">
                <a16:creationId xmlns:a16="http://schemas.microsoft.com/office/drawing/2014/main" id="{FA45BABC-2B8B-4166-84D7-638EF0973FAC}"/>
              </a:ext>
            </a:extLst>
          </p:cNvPr>
          <p:cNvSpPr>
            <a:spLocks/>
          </p:cNvSpPr>
          <p:nvPr/>
        </p:nvSpPr>
        <p:spPr>
          <a:xfrm>
            <a:off x="631751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2" name="data_7843">
            <a:extLst>
              <a:ext uri="{FF2B5EF4-FFF2-40B4-BE49-F238E27FC236}">
                <a16:creationId xmlns:a16="http://schemas.microsoft.com/office/drawing/2014/main" id="{8EC87C91-4A44-409B-901B-443642CB35E6}"/>
              </a:ext>
            </a:extLst>
          </p:cNvPr>
          <p:cNvSpPr>
            <a:spLocks/>
          </p:cNvSpPr>
          <p:nvPr/>
        </p:nvSpPr>
        <p:spPr>
          <a:xfrm>
            <a:off x="6317470" y="537267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3" name="data_7844">
            <a:extLst>
              <a:ext uri="{FF2B5EF4-FFF2-40B4-BE49-F238E27FC236}">
                <a16:creationId xmlns:a16="http://schemas.microsoft.com/office/drawing/2014/main" id="{2E246067-A7D4-414E-9796-2B9565DB0A10}"/>
              </a:ext>
            </a:extLst>
          </p:cNvPr>
          <p:cNvSpPr>
            <a:spLocks/>
          </p:cNvSpPr>
          <p:nvPr/>
        </p:nvSpPr>
        <p:spPr>
          <a:xfrm>
            <a:off x="631188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4" name="data_7845">
            <a:extLst>
              <a:ext uri="{FF2B5EF4-FFF2-40B4-BE49-F238E27FC236}">
                <a16:creationId xmlns:a16="http://schemas.microsoft.com/office/drawing/2014/main" id="{AD32E9E6-552B-4E1E-8A0C-E18E41A0B62D}"/>
              </a:ext>
            </a:extLst>
          </p:cNvPr>
          <p:cNvSpPr>
            <a:spLocks/>
          </p:cNvSpPr>
          <p:nvPr/>
        </p:nvSpPr>
        <p:spPr>
          <a:xfrm>
            <a:off x="632220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5" name="data_7846">
            <a:extLst>
              <a:ext uri="{FF2B5EF4-FFF2-40B4-BE49-F238E27FC236}">
                <a16:creationId xmlns:a16="http://schemas.microsoft.com/office/drawing/2014/main" id="{6ED3A5C1-F172-45FF-AC8F-27DB710FC618}"/>
              </a:ext>
            </a:extLst>
          </p:cNvPr>
          <p:cNvSpPr>
            <a:spLocks/>
          </p:cNvSpPr>
          <p:nvPr/>
        </p:nvSpPr>
        <p:spPr>
          <a:xfrm>
            <a:off x="6277802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6" name="data_7847">
            <a:extLst>
              <a:ext uri="{FF2B5EF4-FFF2-40B4-BE49-F238E27FC236}">
                <a16:creationId xmlns:a16="http://schemas.microsoft.com/office/drawing/2014/main" id="{65336057-979F-4086-95B9-343D31B3E5E0}"/>
              </a:ext>
            </a:extLst>
          </p:cNvPr>
          <p:cNvSpPr>
            <a:spLocks/>
          </p:cNvSpPr>
          <p:nvPr/>
        </p:nvSpPr>
        <p:spPr>
          <a:xfrm>
            <a:off x="6332185" y="59630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7" name="data_7848">
            <a:extLst>
              <a:ext uri="{FF2B5EF4-FFF2-40B4-BE49-F238E27FC236}">
                <a16:creationId xmlns:a16="http://schemas.microsoft.com/office/drawing/2014/main" id="{AAF91A63-E25A-4E58-9A1D-3894A56E2852}"/>
              </a:ext>
            </a:extLst>
          </p:cNvPr>
          <p:cNvSpPr>
            <a:spLocks/>
          </p:cNvSpPr>
          <p:nvPr/>
        </p:nvSpPr>
        <p:spPr>
          <a:xfrm>
            <a:off x="629504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8" name="data_7849">
            <a:extLst>
              <a:ext uri="{FF2B5EF4-FFF2-40B4-BE49-F238E27FC236}">
                <a16:creationId xmlns:a16="http://schemas.microsoft.com/office/drawing/2014/main" id="{5F324A14-F8BC-4CCD-84F3-131293A0A27D}"/>
              </a:ext>
            </a:extLst>
          </p:cNvPr>
          <p:cNvSpPr>
            <a:spLocks/>
          </p:cNvSpPr>
          <p:nvPr/>
        </p:nvSpPr>
        <p:spPr>
          <a:xfrm>
            <a:off x="624648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9" name="data_7850">
            <a:extLst>
              <a:ext uri="{FF2B5EF4-FFF2-40B4-BE49-F238E27FC236}">
                <a16:creationId xmlns:a16="http://schemas.microsoft.com/office/drawing/2014/main" id="{DD12CB0A-6E44-4BB3-B5AD-FD0912181EC9}"/>
              </a:ext>
            </a:extLst>
          </p:cNvPr>
          <p:cNvSpPr>
            <a:spLocks/>
          </p:cNvSpPr>
          <p:nvPr/>
        </p:nvSpPr>
        <p:spPr>
          <a:xfrm>
            <a:off x="623736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0" name="data_7851">
            <a:extLst>
              <a:ext uri="{FF2B5EF4-FFF2-40B4-BE49-F238E27FC236}">
                <a16:creationId xmlns:a16="http://schemas.microsoft.com/office/drawing/2014/main" id="{7463D9B9-463D-4D3A-946C-6DC1732C4EFF}"/>
              </a:ext>
            </a:extLst>
          </p:cNvPr>
          <p:cNvSpPr>
            <a:spLocks/>
          </p:cNvSpPr>
          <p:nvPr/>
        </p:nvSpPr>
        <p:spPr>
          <a:xfrm>
            <a:off x="631896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1" name="data_7852">
            <a:extLst>
              <a:ext uri="{FF2B5EF4-FFF2-40B4-BE49-F238E27FC236}">
                <a16:creationId xmlns:a16="http://schemas.microsoft.com/office/drawing/2014/main" id="{185EF9B6-086F-4DE7-9100-0506933720E7}"/>
              </a:ext>
            </a:extLst>
          </p:cNvPr>
          <p:cNvSpPr>
            <a:spLocks/>
          </p:cNvSpPr>
          <p:nvPr/>
        </p:nvSpPr>
        <p:spPr>
          <a:xfrm>
            <a:off x="629435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2" name="data_7853">
            <a:extLst>
              <a:ext uri="{FF2B5EF4-FFF2-40B4-BE49-F238E27FC236}">
                <a16:creationId xmlns:a16="http://schemas.microsoft.com/office/drawing/2014/main" id="{268BCDAA-B1C4-4669-81CF-4D0A2649C5B6}"/>
              </a:ext>
            </a:extLst>
          </p:cNvPr>
          <p:cNvSpPr>
            <a:spLocks/>
          </p:cNvSpPr>
          <p:nvPr/>
        </p:nvSpPr>
        <p:spPr>
          <a:xfrm>
            <a:off x="626175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3" name="data_7854">
            <a:extLst>
              <a:ext uri="{FF2B5EF4-FFF2-40B4-BE49-F238E27FC236}">
                <a16:creationId xmlns:a16="http://schemas.microsoft.com/office/drawing/2014/main" id="{B42E29D6-B426-4B56-932E-53F8C1183079}"/>
              </a:ext>
            </a:extLst>
          </p:cNvPr>
          <p:cNvSpPr>
            <a:spLocks/>
          </p:cNvSpPr>
          <p:nvPr/>
        </p:nvSpPr>
        <p:spPr>
          <a:xfrm>
            <a:off x="6291594" y="52443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4" name="data_7855">
            <a:extLst>
              <a:ext uri="{FF2B5EF4-FFF2-40B4-BE49-F238E27FC236}">
                <a16:creationId xmlns:a16="http://schemas.microsoft.com/office/drawing/2014/main" id="{667BC7AC-20C3-479F-BAB4-99C855B7C7A4}"/>
              </a:ext>
            </a:extLst>
          </p:cNvPr>
          <p:cNvSpPr>
            <a:spLocks/>
          </p:cNvSpPr>
          <p:nvPr/>
        </p:nvSpPr>
        <p:spPr>
          <a:xfrm>
            <a:off x="6295802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5" name="data_7856">
            <a:extLst>
              <a:ext uri="{FF2B5EF4-FFF2-40B4-BE49-F238E27FC236}">
                <a16:creationId xmlns:a16="http://schemas.microsoft.com/office/drawing/2014/main" id="{BD35721B-E904-4201-B242-F4A06951B37C}"/>
              </a:ext>
            </a:extLst>
          </p:cNvPr>
          <p:cNvSpPr>
            <a:spLocks/>
          </p:cNvSpPr>
          <p:nvPr/>
        </p:nvSpPr>
        <p:spPr>
          <a:xfrm>
            <a:off x="623941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6" name="data_7857">
            <a:extLst>
              <a:ext uri="{FF2B5EF4-FFF2-40B4-BE49-F238E27FC236}">
                <a16:creationId xmlns:a16="http://schemas.microsoft.com/office/drawing/2014/main" id="{9CCFFC2A-4AC9-4304-9DAA-0A831C3F1DB3}"/>
              </a:ext>
            </a:extLst>
          </p:cNvPr>
          <p:cNvSpPr>
            <a:spLocks/>
          </p:cNvSpPr>
          <p:nvPr/>
        </p:nvSpPr>
        <p:spPr>
          <a:xfrm>
            <a:off x="631422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7" name="data_7858">
            <a:extLst>
              <a:ext uri="{FF2B5EF4-FFF2-40B4-BE49-F238E27FC236}">
                <a16:creationId xmlns:a16="http://schemas.microsoft.com/office/drawing/2014/main" id="{38E018CD-E58E-49B3-A608-278187DF70D6}"/>
              </a:ext>
            </a:extLst>
          </p:cNvPr>
          <p:cNvSpPr>
            <a:spLocks/>
          </p:cNvSpPr>
          <p:nvPr/>
        </p:nvSpPr>
        <p:spPr>
          <a:xfrm>
            <a:off x="633205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8" name="data_7859">
            <a:extLst>
              <a:ext uri="{FF2B5EF4-FFF2-40B4-BE49-F238E27FC236}">
                <a16:creationId xmlns:a16="http://schemas.microsoft.com/office/drawing/2014/main" id="{7F031457-7398-41D1-B2FD-886A37CE8A61}"/>
              </a:ext>
            </a:extLst>
          </p:cNvPr>
          <p:cNvSpPr>
            <a:spLocks/>
          </p:cNvSpPr>
          <p:nvPr/>
        </p:nvSpPr>
        <p:spPr>
          <a:xfrm>
            <a:off x="628079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9" name="data_7860">
            <a:extLst>
              <a:ext uri="{FF2B5EF4-FFF2-40B4-BE49-F238E27FC236}">
                <a16:creationId xmlns:a16="http://schemas.microsoft.com/office/drawing/2014/main" id="{F049BE8B-9076-4DDA-9157-C3BCFB56BC21}"/>
              </a:ext>
            </a:extLst>
          </p:cNvPr>
          <p:cNvSpPr>
            <a:spLocks/>
          </p:cNvSpPr>
          <p:nvPr/>
        </p:nvSpPr>
        <p:spPr>
          <a:xfrm>
            <a:off x="6301198" y="5423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0" name="data_7861">
            <a:extLst>
              <a:ext uri="{FF2B5EF4-FFF2-40B4-BE49-F238E27FC236}">
                <a16:creationId xmlns:a16="http://schemas.microsoft.com/office/drawing/2014/main" id="{555C4C3F-D34D-4ECA-A821-9CBB366BEE62}"/>
              </a:ext>
            </a:extLst>
          </p:cNvPr>
          <p:cNvSpPr>
            <a:spLocks/>
          </p:cNvSpPr>
          <p:nvPr/>
        </p:nvSpPr>
        <p:spPr>
          <a:xfrm>
            <a:off x="631874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1" name="data_7862">
            <a:extLst>
              <a:ext uri="{FF2B5EF4-FFF2-40B4-BE49-F238E27FC236}">
                <a16:creationId xmlns:a16="http://schemas.microsoft.com/office/drawing/2014/main" id="{ADD10060-636F-489C-B5C0-6E3198682B67}"/>
              </a:ext>
            </a:extLst>
          </p:cNvPr>
          <p:cNvSpPr>
            <a:spLocks/>
          </p:cNvSpPr>
          <p:nvPr/>
        </p:nvSpPr>
        <p:spPr>
          <a:xfrm>
            <a:off x="6256739" y="668497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2" name="data_7863">
            <a:extLst>
              <a:ext uri="{FF2B5EF4-FFF2-40B4-BE49-F238E27FC236}">
                <a16:creationId xmlns:a16="http://schemas.microsoft.com/office/drawing/2014/main" id="{2A57750E-773F-4E0D-BCE9-1C6FF89FEF55}"/>
              </a:ext>
            </a:extLst>
          </p:cNvPr>
          <p:cNvSpPr>
            <a:spLocks/>
          </p:cNvSpPr>
          <p:nvPr/>
        </p:nvSpPr>
        <p:spPr>
          <a:xfrm>
            <a:off x="629656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3" name="data_7864">
            <a:extLst>
              <a:ext uri="{FF2B5EF4-FFF2-40B4-BE49-F238E27FC236}">
                <a16:creationId xmlns:a16="http://schemas.microsoft.com/office/drawing/2014/main" id="{93C29007-AE87-4D0F-9168-4C517DE4AE47}"/>
              </a:ext>
            </a:extLst>
          </p:cNvPr>
          <p:cNvSpPr>
            <a:spLocks/>
          </p:cNvSpPr>
          <p:nvPr/>
        </p:nvSpPr>
        <p:spPr>
          <a:xfrm>
            <a:off x="633940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4" name="data_7865">
            <a:extLst>
              <a:ext uri="{FF2B5EF4-FFF2-40B4-BE49-F238E27FC236}">
                <a16:creationId xmlns:a16="http://schemas.microsoft.com/office/drawing/2014/main" id="{4683744A-A7BE-47BE-AEA1-7D2EA0539958}"/>
              </a:ext>
            </a:extLst>
          </p:cNvPr>
          <p:cNvSpPr>
            <a:spLocks/>
          </p:cNvSpPr>
          <p:nvPr/>
        </p:nvSpPr>
        <p:spPr>
          <a:xfrm>
            <a:off x="625875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5" name="data_7866">
            <a:extLst>
              <a:ext uri="{FF2B5EF4-FFF2-40B4-BE49-F238E27FC236}">
                <a16:creationId xmlns:a16="http://schemas.microsoft.com/office/drawing/2014/main" id="{6A24C154-B4EB-40CF-81E3-36C88CF8D7F0}"/>
              </a:ext>
            </a:extLst>
          </p:cNvPr>
          <p:cNvSpPr>
            <a:spLocks/>
          </p:cNvSpPr>
          <p:nvPr/>
        </p:nvSpPr>
        <p:spPr>
          <a:xfrm>
            <a:off x="628677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6" name="data_7867">
            <a:extLst>
              <a:ext uri="{FF2B5EF4-FFF2-40B4-BE49-F238E27FC236}">
                <a16:creationId xmlns:a16="http://schemas.microsoft.com/office/drawing/2014/main" id="{0FCC0DB4-1916-49A4-9A40-45F78114955D}"/>
              </a:ext>
            </a:extLst>
          </p:cNvPr>
          <p:cNvSpPr>
            <a:spLocks/>
          </p:cNvSpPr>
          <p:nvPr/>
        </p:nvSpPr>
        <p:spPr>
          <a:xfrm>
            <a:off x="6266299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7" name="data_7868">
            <a:extLst>
              <a:ext uri="{FF2B5EF4-FFF2-40B4-BE49-F238E27FC236}">
                <a16:creationId xmlns:a16="http://schemas.microsoft.com/office/drawing/2014/main" id="{4535D97B-A99D-4D19-A441-7C1D015DF959}"/>
              </a:ext>
            </a:extLst>
          </p:cNvPr>
          <p:cNvSpPr>
            <a:spLocks/>
          </p:cNvSpPr>
          <p:nvPr/>
        </p:nvSpPr>
        <p:spPr>
          <a:xfrm>
            <a:off x="629192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8" name="data_7869">
            <a:extLst>
              <a:ext uri="{FF2B5EF4-FFF2-40B4-BE49-F238E27FC236}">
                <a16:creationId xmlns:a16="http://schemas.microsoft.com/office/drawing/2014/main" id="{45625C2F-C8EC-4109-8E7A-184554A13BAF}"/>
              </a:ext>
            </a:extLst>
          </p:cNvPr>
          <p:cNvSpPr>
            <a:spLocks/>
          </p:cNvSpPr>
          <p:nvPr/>
        </p:nvSpPr>
        <p:spPr>
          <a:xfrm>
            <a:off x="631353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9" name="data_7870">
            <a:extLst>
              <a:ext uri="{FF2B5EF4-FFF2-40B4-BE49-F238E27FC236}">
                <a16:creationId xmlns:a16="http://schemas.microsoft.com/office/drawing/2014/main" id="{681B7D94-78C9-4F7F-9593-C3411C070CA2}"/>
              </a:ext>
            </a:extLst>
          </p:cNvPr>
          <p:cNvSpPr>
            <a:spLocks/>
          </p:cNvSpPr>
          <p:nvPr/>
        </p:nvSpPr>
        <p:spPr>
          <a:xfrm>
            <a:off x="630291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0" name="data_7871">
            <a:extLst>
              <a:ext uri="{FF2B5EF4-FFF2-40B4-BE49-F238E27FC236}">
                <a16:creationId xmlns:a16="http://schemas.microsoft.com/office/drawing/2014/main" id="{E55E1FAD-34AB-4C42-B208-B069245AE187}"/>
              </a:ext>
            </a:extLst>
          </p:cNvPr>
          <p:cNvSpPr>
            <a:spLocks/>
          </p:cNvSpPr>
          <p:nvPr/>
        </p:nvSpPr>
        <p:spPr>
          <a:xfrm>
            <a:off x="6277063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1" name="data_7872">
            <a:extLst>
              <a:ext uri="{FF2B5EF4-FFF2-40B4-BE49-F238E27FC236}">
                <a16:creationId xmlns:a16="http://schemas.microsoft.com/office/drawing/2014/main" id="{BAB8E480-E74B-445E-A7FC-DBAF8447001F}"/>
              </a:ext>
            </a:extLst>
          </p:cNvPr>
          <p:cNvSpPr>
            <a:spLocks/>
          </p:cNvSpPr>
          <p:nvPr/>
        </p:nvSpPr>
        <p:spPr>
          <a:xfrm>
            <a:off x="628829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2" name="data_7873">
            <a:extLst>
              <a:ext uri="{FF2B5EF4-FFF2-40B4-BE49-F238E27FC236}">
                <a16:creationId xmlns:a16="http://schemas.microsoft.com/office/drawing/2014/main" id="{38E2B524-8DD6-4AD1-AF8D-7B1F7F762A9E}"/>
              </a:ext>
            </a:extLst>
          </p:cNvPr>
          <p:cNvSpPr>
            <a:spLocks/>
          </p:cNvSpPr>
          <p:nvPr/>
        </p:nvSpPr>
        <p:spPr>
          <a:xfrm>
            <a:off x="624772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3" name="data_7874">
            <a:extLst>
              <a:ext uri="{FF2B5EF4-FFF2-40B4-BE49-F238E27FC236}">
                <a16:creationId xmlns:a16="http://schemas.microsoft.com/office/drawing/2014/main" id="{5BF0124B-3032-4B0B-B755-5A1154007991}"/>
              </a:ext>
            </a:extLst>
          </p:cNvPr>
          <p:cNvSpPr>
            <a:spLocks/>
          </p:cNvSpPr>
          <p:nvPr/>
        </p:nvSpPr>
        <p:spPr>
          <a:xfrm>
            <a:off x="6328733" y="5612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4" name="data_7875">
            <a:extLst>
              <a:ext uri="{FF2B5EF4-FFF2-40B4-BE49-F238E27FC236}">
                <a16:creationId xmlns:a16="http://schemas.microsoft.com/office/drawing/2014/main" id="{29378A07-0B80-4694-8AC5-636AF76B4B33}"/>
              </a:ext>
            </a:extLst>
          </p:cNvPr>
          <p:cNvSpPr>
            <a:spLocks/>
          </p:cNvSpPr>
          <p:nvPr/>
        </p:nvSpPr>
        <p:spPr>
          <a:xfrm>
            <a:off x="624232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5" name="data_7876">
            <a:extLst>
              <a:ext uri="{FF2B5EF4-FFF2-40B4-BE49-F238E27FC236}">
                <a16:creationId xmlns:a16="http://schemas.microsoft.com/office/drawing/2014/main" id="{428E85D4-E2DC-4182-B200-E247C1E773DF}"/>
              </a:ext>
            </a:extLst>
          </p:cNvPr>
          <p:cNvSpPr>
            <a:spLocks/>
          </p:cNvSpPr>
          <p:nvPr/>
        </p:nvSpPr>
        <p:spPr>
          <a:xfrm>
            <a:off x="629041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6" name="data_7877">
            <a:extLst>
              <a:ext uri="{FF2B5EF4-FFF2-40B4-BE49-F238E27FC236}">
                <a16:creationId xmlns:a16="http://schemas.microsoft.com/office/drawing/2014/main" id="{953E8047-E595-429D-A4C3-953DD504CB01}"/>
              </a:ext>
            </a:extLst>
          </p:cNvPr>
          <p:cNvSpPr>
            <a:spLocks/>
          </p:cNvSpPr>
          <p:nvPr/>
        </p:nvSpPr>
        <p:spPr>
          <a:xfrm>
            <a:off x="626717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7" name="data_7878">
            <a:extLst>
              <a:ext uri="{FF2B5EF4-FFF2-40B4-BE49-F238E27FC236}">
                <a16:creationId xmlns:a16="http://schemas.microsoft.com/office/drawing/2014/main" id="{4B72D53E-5092-464D-A934-E186F4AEA857}"/>
              </a:ext>
            </a:extLst>
          </p:cNvPr>
          <p:cNvSpPr>
            <a:spLocks/>
          </p:cNvSpPr>
          <p:nvPr/>
        </p:nvSpPr>
        <p:spPr>
          <a:xfrm>
            <a:off x="627295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8" name="data_7879">
            <a:extLst>
              <a:ext uri="{FF2B5EF4-FFF2-40B4-BE49-F238E27FC236}">
                <a16:creationId xmlns:a16="http://schemas.microsoft.com/office/drawing/2014/main" id="{4CE4A7F4-8276-4665-91E6-1D814526BDD1}"/>
              </a:ext>
            </a:extLst>
          </p:cNvPr>
          <p:cNvSpPr>
            <a:spLocks/>
          </p:cNvSpPr>
          <p:nvPr/>
        </p:nvSpPr>
        <p:spPr>
          <a:xfrm>
            <a:off x="6293717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9" name="data_7880">
            <a:extLst>
              <a:ext uri="{FF2B5EF4-FFF2-40B4-BE49-F238E27FC236}">
                <a16:creationId xmlns:a16="http://schemas.microsoft.com/office/drawing/2014/main" id="{B590944B-C1A6-4B42-83C2-03FE8418D9D4}"/>
              </a:ext>
            </a:extLst>
          </p:cNvPr>
          <p:cNvSpPr>
            <a:spLocks/>
          </p:cNvSpPr>
          <p:nvPr/>
        </p:nvSpPr>
        <p:spPr>
          <a:xfrm>
            <a:off x="624176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0" name="data_7881">
            <a:extLst>
              <a:ext uri="{FF2B5EF4-FFF2-40B4-BE49-F238E27FC236}">
                <a16:creationId xmlns:a16="http://schemas.microsoft.com/office/drawing/2014/main" id="{47AAF3E4-29F6-482E-A70E-B330E99E5085}"/>
              </a:ext>
            </a:extLst>
          </p:cNvPr>
          <p:cNvSpPr>
            <a:spLocks/>
          </p:cNvSpPr>
          <p:nvPr/>
        </p:nvSpPr>
        <p:spPr>
          <a:xfrm>
            <a:off x="633913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1" name="data_7882">
            <a:extLst>
              <a:ext uri="{FF2B5EF4-FFF2-40B4-BE49-F238E27FC236}">
                <a16:creationId xmlns:a16="http://schemas.microsoft.com/office/drawing/2014/main" id="{57C12085-15E8-4A08-9E32-B746C521571F}"/>
              </a:ext>
            </a:extLst>
          </p:cNvPr>
          <p:cNvSpPr>
            <a:spLocks/>
          </p:cNvSpPr>
          <p:nvPr/>
        </p:nvSpPr>
        <p:spPr>
          <a:xfrm>
            <a:off x="6312632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2" name="data_7883">
            <a:extLst>
              <a:ext uri="{FF2B5EF4-FFF2-40B4-BE49-F238E27FC236}">
                <a16:creationId xmlns:a16="http://schemas.microsoft.com/office/drawing/2014/main" id="{565B9134-3033-48B5-B6FA-A821616C5CA1}"/>
              </a:ext>
            </a:extLst>
          </p:cNvPr>
          <p:cNvSpPr>
            <a:spLocks/>
          </p:cNvSpPr>
          <p:nvPr/>
        </p:nvSpPr>
        <p:spPr>
          <a:xfrm>
            <a:off x="630949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3" name="data_7884">
            <a:extLst>
              <a:ext uri="{FF2B5EF4-FFF2-40B4-BE49-F238E27FC236}">
                <a16:creationId xmlns:a16="http://schemas.microsoft.com/office/drawing/2014/main" id="{4F5995DC-93E2-482A-BEDA-A12F93C62BE2}"/>
              </a:ext>
            </a:extLst>
          </p:cNvPr>
          <p:cNvSpPr>
            <a:spLocks/>
          </p:cNvSpPr>
          <p:nvPr/>
        </p:nvSpPr>
        <p:spPr>
          <a:xfrm>
            <a:off x="633829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4" name="data_7885">
            <a:extLst>
              <a:ext uri="{FF2B5EF4-FFF2-40B4-BE49-F238E27FC236}">
                <a16:creationId xmlns:a16="http://schemas.microsoft.com/office/drawing/2014/main" id="{29526CA1-E9C2-438E-9148-64A461196FCA}"/>
              </a:ext>
            </a:extLst>
          </p:cNvPr>
          <p:cNvSpPr>
            <a:spLocks/>
          </p:cNvSpPr>
          <p:nvPr/>
        </p:nvSpPr>
        <p:spPr>
          <a:xfrm>
            <a:off x="629728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5" name="data_7886">
            <a:extLst>
              <a:ext uri="{FF2B5EF4-FFF2-40B4-BE49-F238E27FC236}">
                <a16:creationId xmlns:a16="http://schemas.microsoft.com/office/drawing/2014/main" id="{B9E11D24-4AD8-4560-8A0F-91F200E24EDD}"/>
              </a:ext>
            </a:extLst>
          </p:cNvPr>
          <p:cNvSpPr>
            <a:spLocks/>
          </p:cNvSpPr>
          <p:nvPr/>
        </p:nvSpPr>
        <p:spPr>
          <a:xfrm>
            <a:off x="631662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6" name="data_7887">
            <a:extLst>
              <a:ext uri="{FF2B5EF4-FFF2-40B4-BE49-F238E27FC236}">
                <a16:creationId xmlns:a16="http://schemas.microsoft.com/office/drawing/2014/main" id="{FB213CB1-E969-46C3-9173-32D3577A21B6}"/>
              </a:ext>
            </a:extLst>
          </p:cNvPr>
          <p:cNvSpPr>
            <a:spLocks/>
          </p:cNvSpPr>
          <p:nvPr/>
        </p:nvSpPr>
        <p:spPr>
          <a:xfrm>
            <a:off x="627092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7" name="data_7888">
            <a:extLst>
              <a:ext uri="{FF2B5EF4-FFF2-40B4-BE49-F238E27FC236}">
                <a16:creationId xmlns:a16="http://schemas.microsoft.com/office/drawing/2014/main" id="{E5D7780C-9930-4C6D-AF09-5901BA6834D5}"/>
              </a:ext>
            </a:extLst>
          </p:cNvPr>
          <p:cNvSpPr>
            <a:spLocks/>
          </p:cNvSpPr>
          <p:nvPr/>
        </p:nvSpPr>
        <p:spPr>
          <a:xfrm>
            <a:off x="625554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8" name="data_7889">
            <a:extLst>
              <a:ext uri="{FF2B5EF4-FFF2-40B4-BE49-F238E27FC236}">
                <a16:creationId xmlns:a16="http://schemas.microsoft.com/office/drawing/2014/main" id="{337EC054-0B01-45E7-80FF-D514F35C3CAF}"/>
              </a:ext>
            </a:extLst>
          </p:cNvPr>
          <p:cNvSpPr>
            <a:spLocks/>
          </p:cNvSpPr>
          <p:nvPr/>
        </p:nvSpPr>
        <p:spPr>
          <a:xfrm>
            <a:off x="6295657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9" name="data_7890">
            <a:extLst>
              <a:ext uri="{FF2B5EF4-FFF2-40B4-BE49-F238E27FC236}">
                <a16:creationId xmlns:a16="http://schemas.microsoft.com/office/drawing/2014/main" id="{42AC372A-39B6-4945-ACA8-45807F8E6611}"/>
              </a:ext>
            </a:extLst>
          </p:cNvPr>
          <p:cNvSpPr>
            <a:spLocks/>
          </p:cNvSpPr>
          <p:nvPr/>
        </p:nvSpPr>
        <p:spPr>
          <a:xfrm>
            <a:off x="623767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0" name="data_7891">
            <a:extLst>
              <a:ext uri="{FF2B5EF4-FFF2-40B4-BE49-F238E27FC236}">
                <a16:creationId xmlns:a16="http://schemas.microsoft.com/office/drawing/2014/main" id="{98DB197D-A195-4BE8-AA8F-CEC4FD95EDB9}"/>
              </a:ext>
            </a:extLst>
          </p:cNvPr>
          <p:cNvSpPr>
            <a:spLocks/>
          </p:cNvSpPr>
          <p:nvPr/>
        </p:nvSpPr>
        <p:spPr>
          <a:xfrm>
            <a:off x="627436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1" name="data_7892">
            <a:extLst>
              <a:ext uri="{FF2B5EF4-FFF2-40B4-BE49-F238E27FC236}">
                <a16:creationId xmlns:a16="http://schemas.microsoft.com/office/drawing/2014/main" id="{3EB5ABED-34D8-404F-B425-3C6E8377CE8C}"/>
              </a:ext>
            </a:extLst>
          </p:cNvPr>
          <p:cNvSpPr>
            <a:spLocks/>
          </p:cNvSpPr>
          <p:nvPr/>
        </p:nvSpPr>
        <p:spPr>
          <a:xfrm>
            <a:off x="628031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2" name="data_7893">
            <a:extLst>
              <a:ext uri="{FF2B5EF4-FFF2-40B4-BE49-F238E27FC236}">
                <a16:creationId xmlns:a16="http://schemas.microsoft.com/office/drawing/2014/main" id="{88E88C40-5EE2-47DE-8DC3-A265B71151E7}"/>
              </a:ext>
            </a:extLst>
          </p:cNvPr>
          <p:cNvSpPr>
            <a:spLocks/>
          </p:cNvSpPr>
          <p:nvPr/>
        </p:nvSpPr>
        <p:spPr>
          <a:xfrm>
            <a:off x="630638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3" name="data_7894">
            <a:extLst>
              <a:ext uri="{FF2B5EF4-FFF2-40B4-BE49-F238E27FC236}">
                <a16:creationId xmlns:a16="http://schemas.microsoft.com/office/drawing/2014/main" id="{D3A3F136-5F0B-4B50-87FB-44D7D38B2FB4}"/>
              </a:ext>
            </a:extLst>
          </p:cNvPr>
          <p:cNvSpPr>
            <a:spLocks/>
          </p:cNvSpPr>
          <p:nvPr/>
        </p:nvSpPr>
        <p:spPr>
          <a:xfrm>
            <a:off x="632617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4" name="data_7895">
            <a:extLst>
              <a:ext uri="{FF2B5EF4-FFF2-40B4-BE49-F238E27FC236}">
                <a16:creationId xmlns:a16="http://schemas.microsoft.com/office/drawing/2014/main" id="{6592D07F-40F0-4106-A580-78B7DB76F051}"/>
              </a:ext>
            </a:extLst>
          </p:cNvPr>
          <p:cNvSpPr>
            <a:spLocks/>
          </p:cNvSpPr>
          <p:nvPr/>
        </p:nvSpPr>
        <p:spPr>
          <a:xfrm>
            <a:off x="629280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5" name="data_7896">
            <a:extLst>
              <a:ext uri="{FF2B5EF4-FFF2-40B4-BE49-F238E27FC236}">
                <a16:creationId xmlns:a16="http://schemas.microsoft.com/office/drawing/2014/main" id="{A5DBB8D5-2E09-4EFF-B525-42EE3A4BA3FC}"/>
              </a:ext>
            </a:extLst>
          </p:cNvPr>
          <p:cNvSpPr>
            <a:spLocks/>
          </p:cNvSpPr>
          <p:nvPr/>
        </p:nvSpPr>
        <p:spPr>
          <a:xfrm>
            <a:off x="6322682" y="535267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6" name="data_7897">
            <a:extLst>
              <a:ext uri="{FF2B5EF4-FFF2-40B4-BE49-F238E27FC236}">
                <a16:creationId xmlns:a16="http://schemas.microsoft.com/office/drawing/2014/main" id="{FF76D870-E9E5-431C-9EAB-D9335CE0E3EA}"/>
              </a:ext>
            </a:extLst>
          </p:cNvPr>
          <p:cNvSpPr>
            <a:spLocks/>
          </p:cNvSpPr>
          <p:nvPr/>
        </p:nvSpPr>
        <p:spPr>
          <a:xfrm>
            <a:off x="6238090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7" name="data_7898">
            <a:extLst>
              <a:ext uri="{FF2B5EF4-FFF2-40B4-BE49-F238E27FC236}">
                <a16:creationId xmlns:a16="http://schemas.microsoft.com/office/drawing/2014/main" id="{04AAC797-45EA-463A-BDC4-EB2311B3E4C0}"/>
              </a:ext>
            </a:extLst>
          </p:cNvPr>
          <p:cNvSpPr>
            <a:spLocks/>
          </p:cNvSpPr>
          <p:nvPr/>
        </p:nvSpPr>
        <p:spPr>
          <a:xfrm>
            <a:off x="6239826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8" name="data_7899">
            <a:extLst>
              <a:ext uri="{FF2B5EF4-FFF2-40B4-BE49-F238E27FC236}">
                <a16:creationId xmlns:a16="http://schemas.microsoft.com/office/drawing/2014/main" id="{449C6DD2-25AC-4C31-8B0F-B8DD935F413D}"/>
              </a:ext>
            </a:extLst>
          </p:cNvPr>
          <p:cNvSpPr>
            <a:spLocks/>
          </p:cNvSpPr>
          <p:nvPr/>
        </p:nvSpPr>
        <p:spPr>
          <a:xfrm>
            <a:off x="626282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9" name="data_7900">
            <a:extLst>
              <a:ext uri="{FF2B5EF4-FFF2-40B4-BE49-F238E27FC236}">
                <a16:creationId xmlns:a16="http://schemas.microsoft.com/office/drawing/2014/main" id="{FFA6FB89-2FA6-4BF8-92B3-C0025D833029}"/>
              </a:ext>
            </a:extLst>
          </p:cNvPr>
          <p:cNvSpPr>
            <a:spLocks/>
          </p:cNvSpPr>
          <p:nvPr/>
        </p:nvSpPr>
        <p:spPr>
          <a:xfrm>
            <a:off x="6293413" y="58509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0" name="data_7901">
            <a:extLst>
              <a:ext uri="{FF2B5EF4-FFF2-40B4-BE49-F238E27FC236}">
                <a16:creationId xmlns:a16="http://schemas.microsoft.com/office/drawing/2014/main" id="{FCB62460-1AED-4632-AC88-684B39288411}"/>
              </a:ext>
            </a:extLst>
          </p:cNvPr>
          <p:cNvSpPr>
            <a:spLocks/>
          </p:cNvSpPr>
          <p:nvPr/>
        </p:nvSpPr>
        <p:spPr>
          <a:xfrm>
            <a:off x="6257744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1" name="data_7902">
            <a:extLst>
              <a:ext uri="{FF2B5EF4-FFF2-40B4-BE49-F238E27FC236}">
                <a16:creationId xmlns:a16="http://schemas.microsoft.com/office/drawing/2014/main" id="{AC1D492B-B86C-481D-A8AE-955C08E6DDE4}"/>
              </a:ext>
            </a:extLst>
          </p:cNvPr>
          <p:cNvSpPr>
            <a:spLocks/>
          </p:cNvSpPr>
          <p:nvPr/>
        </p:nvSpPr>
        <p:spPr>
          <a:xfrm>
            <a:off x="628456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2" name="data_7903">
            <a:extLst>
              <a:ext uri="{FF2B5EF4-FFF2-40B4-BE49-F238E27FC236}">
                <a16:creationId xmlns:a16="http://schemas.microsoft.com/office/drawing/2014/main" id="{A7E5AC30-F35A-4322-963A-C126C1DAC1CB}"/>
              </a:ext>
            </a:extLst>
          </p:cNvPr>
          <p:cNvSpPr>
            <a:spLocks/>
          </p:cNvSpPr>
          <p:nvPr/>
        </p:nvSpPr>
        <p:spPr>
          <a:xfrm>
            <a:off x="629809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3" name="data_7904">
            <a:extLst>
              <a:ext uri="{FF2B5EF4-FFF2-40B4-BE49-F238E27FC236}">
                <a16:creationId xmlns:a16="http://schemas.microsoft.com/office/drawing/2014/main" id="{EB093C7C-2D25-4970-B723-2727FD597ABA}"/>
              </a:ext>
            </a:extLst>
          </p:cNvPr>
          <p:cNvSpPr>
            <a:spLocks/>
          </p:cNvSpPr>
          <p:nvPr/>
        </p:nvSpPr>
        <p:spPr>
          <a:xfrm>
            <a:off x="629885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4" name="data_7905">
            <a:extLst>
              <a:ext uri="{FF2B5EF4-FFF2-40B4-BE49-F238E27FC236}">
                <a16:creationId xmlns:a16="http://schemas.microsoft.com/office/drawing/2014/main" id="{F2DBF531-4094-4063-A3B4-0EF70A998530}"/>
              </a:ext>
            </a:extLst>
          </p:cNvPr>
          <p:cNvSpPr>
            <a:spLocks/>
          </p:cNvSpPr>
          <p:nvPr/>
        </p:nvSpPr>
        <p:spPr>
          <a:xfrm>
            <a:off x="626682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5" name="data_7906">
            <a:extLst>
              <a:ext uri="{FF2B5EF4-FFF2-40B4-BE49-F238E27FC236}">
                <a16:creationId xmlns:a16="http://schemas.microsoft.com/office/drawing/2014/main" id="{F4650B38-012A-4F53-8EBF-05CF6B3A21FC}"/>
              </a:ext>
            </a:extLst>
          </p:cNvPr>
          <p:cNvSpPr>
            <a:spLocks/>
          </p:cNvSpPr>
          <p:nvPr/>
        </p:nvSpPr>
        <p:spPr>
          <a:xfrm>
            <a:off x="631282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6" name="data_7907">
            <a:extLst>
              <a:ext uri="{FF2B5EF4-FFF2-40B4-BE49-F238E27FC236}">
                <a16:creationId xmlns:a16="http://schemas.microsoft.com/office/drawing/2014/main" id="{901E320F-8BFA-43F2-82FD-A234BF187626}"/>
              </a:ext>
            </a:extLst>
          </p:cNvPr>
          <p:cNvSpPr>
            <a:spLocks/>
          </p:cNvSpPr>
          <p:nvPr/>
        </p:nvSpPr>
        <p:spPr>
          <a:xfrm>
            <a:off x="6302451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7" name="data_7908">
            <a:extLst>
              <a:ext uri="{FF2B5EF4-FFF2-40B4-BE49-F238E27FC236}">
                <a16:creationId xmlns:a16="http://schemas.microsoft.com/office/drawing/2014/main" id="{8BB49D12-745C-4340-BABB-85C79CD947B0}"/>
              </a:ext>
            </a:extLst>
          </p:cNvPr>
          <p:cNvSpPr>
            <a:spLocks/>
          </p:cNvSpPr>
          <p:nvPr/>
        </p:nvSpPr>
        <p:spPr>
          <a:xfrm>
            <a:off x="631564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8" name="data_7909">
            <a:extLst>
              <a:ext uri="{FF2B5EF4-FFF2-40B4-BE49-F238E27FC236}">
                <a16:creationId xmlns:a16="http://schemas.microsoft.com/office/drawing/2014/main" id="{85E3BA47-C5D5-43D6-BE12-0193E70072AB}"/>
              </a:ext>
            </a:extLst>
          </p:cNvPr>
          <p:cNvSpPr>
            <a:spLocks/>
          </p:cNvSpPr>
          <p:nvPr/>
        </p:nvSpPr>
        <p:spPr>
          <a:xfrm>
            <a:off x="6272483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9" name="data_7910">
            <a:extLst>
              <a:ext uri="{FF2B5EF4-FFF2-40B4-BE49-F238E27FC236}">
                <a16:creationId xmlns:a16="http://schemas.microsoft.com/office/drawing/2014/main" id="{6BABD03F-8B64-4E52-B1E2-774578D2FD3C}"/>
              </a:ext>
            </a:extLst>
          </p:cNvPr>
          <p:cNvSpPr>
            <a:spLocks/>
          </p:cNvSpPr>
          <p:nvPr/>
        </p:nvSpPr>
        <p:spPr>
          <a:xfrm>
            <a:off x="6301511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0" name="data_7911">
            <a:extLst>
              <a:ext uri="{FF2B5EF4-FFF2-40B4-BE49-F238E27FC236}">
                <a16:creationId xmlns:a16="http://schemas.microsoft.com/office/drawing/2014/main" id="{4D4DD7FD-E3E0-42C8-BA21-0F0002920715}"/>
              </a:ext>
            </a:extLst>
          </p:cNvPr>
          <p:cNvSpPr>
            <a:spLocks/>
          </p:cNvSpPr>
          <p:nvPr/>
        </p:nvSpPr>
        <p:spPr>
          <a:xfrm>
            <a:off x="632815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1" name="data_7912">
            <a:extLst>
              <a:ext uri="{FF2B5EF4-FFF2-40B4-BE49-F238E27FC236}">
                <a16:creationId xmlns:a16="http://schemas.microsoft.com/office/drawing/2014/main" id="{679BE206-B4C3-439A-AB98-C81FAE97A2BF}"/>
              </a:ext>
            </a:extLst>
          </p:cNvPr>
          <p:cNvSpPr>
            <a:spLocks/>
          </p:cNvSpPr>
          <p:nvPr/>
        </p:nvSpPr>
        <p:spPr>
          <a:xfrm>
            <a:off x="628797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2" name="data_7913">
            <a:extLst>
              <a:ext uri="{FF2B5EF4-FFF2-40B4-BE49-F238E27FC236}">
                <a16:creationId xmlns:a16="http://schemas.microsoft.com/office/drawing/2014/main" id="{677F2576-6757-4734-90F3-CB0E1F920918}"/>
              </a:ext>
            </a:extLst>
          </p:cNvPr>
          <p:cNvSpPr>
            <a:spLocks/>
          </p:cNvSpPr>
          <p:nvPr/>
        </p:nvSpPr>
        <p:spPr>
          <a:xfrm>
            <a:off x="624130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3" name="data_7914">
            <a:extLst>
              <a:ext uri="{FF2B5EF4-FFF2-40B4-BE49-F238E27FC236}">
                <a16:creationId xmlns:a16="http://schemas.microsoft.com/office/drawing/2014/main" id="{4678E005-FA2B-4BE0-8DEA-3D82AFFF3EB4}"/>
              </a:ext>
            </a:extLst>
          </p:cNvPr>
          <p:cNvSpPr>
            <a:spLocks/>
          </p:cNvSpPr>
          <p:nvPr/>
        </p:nvSpPr>
        <p:spPr>
          <a:xfrm>
            <a:off x="631054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4" name="data_7915">
            <a:extLst>
              <a:ext uri="{FF2B5EF4-FFF2-40B4-BE49-F238E27FC236}">
                <a16:creationId xmlns:a16="http://schemas.microsoft.com/office/drawing/2014/main" id="{A81FB9C2-4DCF-4E03-8170-8E5FB8F294F8}"/>
              </a:ext>
            </a:extLst>
          </p:cNvPr>
          <p:cNvSpPr>
            <a:spLocks/>
          </p:cNvSpPr>
          <p:nvPr/>
        </p:nvSpPr>
        <p:spPr>
          <a:xfrm>
            <a:off x="626216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5" name="data_7916">
            <a:extLst>
              <a:ext uri="{FF2B5EF4-FFF2-40B4-BE49-F238E27FC236}">
                <a16:creationId xmlns:a16="http://schemas.microsoft.com/office/drawing/2014/main" id="{D6CCEAA0-A240-4712-98C3-F6B6002A6349}"/>
              </a:ext>
            </a:extLst>
          </p:cNvPr>
          <p:cNvSpPr>
            <a:spLocks/>
          </p:cNvSpPr>
          <p:nvPr/>
        </p:nvSpPr>
        <p:spPr>
          <a:xfrm>
            <a:off x="6333901" y="6103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6" name="data_7917">
            <a:extLst>
              <a:ext uri="{FF2B5EF4-FFF2-40B4-BE49-F238E27FC236}">
                <a16:creationId xmlns:a16="http://schemas.microsoft.com/office/drawing/2014/main" id="{9AE38576-6963-4916-839C-5550CFA73DDD}"/>
              </a:ext>
            </a:extLst>
          </p:cNvPr>
          <p:cNvSpPr>
            <a:spLocks/>
          </p:cNvSpPr>
          <p:nvPr/>
        </p:nvSpPr>
        <p:spPr>
          <a:xfrm>
            <a:off x="627044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7" name="data_7918">
            <a:extLst>
              <a:ext uri="{FF2B5EF4-FFF2-40B4-BE49-F238E27FC236}">
                <a16:creationId xmlns:a16="http://schemas.microsoft.com/office/drawing/2014/main" id="{1B5FF8F3-EF4F-4AD1-B466-09225FDDE81B}"/>
              </a:ext>
            </a:extLst>
          </p:cNvPr>
          <p:cNvSpPr>
            <a:spLocks/>
          </p:cNvSpPr>
          <p:nvPr/>
        </p:nvSpPr>
        <p:spPr>
          <a:xfrm>
            <a:off x="623623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8" name="data_7919">
            <a:extLst>
              <a:ext uri="{FF2B5EF4-FFF2-40B4-BE49-F238E27FC236}">
                <a16:creationId xmlns:a16="http://schemas.microsoft.com/office/drawing/2014/main" id="{F947B6CA-BEF5-4269-84F1-2070E6DC245B}"/>
              </a:ext>
            </a:extLst>
          </p:cNvPr>
          <p:cNvSpPr>
            <a:spLocks/>
          </p:cNvSpPr>
          <p:nvPr/>
        </p:nvSpPr>
        <p:spPr>
          <a:xfrm>
            <a:off x="632114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9" name="data_7920">
            <a:extLst>
              <a:ext uri="{FF2B5EF4-FFF2-40B4-BE49-F238E27FC236}">
                <a16:creationId xmlns:a16="http://schemas.microsoft.com/office/drawing/2014/main" id="{36FB7F80-31E5-4680-B280-BA4DFAE41ACE}"/>
              </a:ext>
            </a:extLst>
          </p:cNvPr>
          <p:cNvSpPr>
            <a:spLocks/>
          </p:cNvSpPr>
          <p:nvPr/>
        </p:nvSpPr>
        <p:spPr>
          <a:xfrm>
            <a:off x="628856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0" name="data_7921">
            <a:extLst>
              <a:ext uri="{FF2B5EF4-FFF2-40B4-BE49-F238E27FC236}">
                <a16:creationId xmlns:a16="http://schemas.microsoft.com/office/drawing/2014/main" id="{CA2E20A9-E31E-4646-8AFE-9093AB70C34C}"/>
              </a:ext>
            </a:extLst>
          </p:cNvPr>
          <p:cNvSpPr>
            <a:spLocks/>
          </p:cNvSpPr>
          <p:nvPr/>
        </p:nvSpPr>
        <p:spPr>
          <a:xfrm>
            <a:off x="6321013" y="55715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1" name="data_7922">
            <a:extLst>
              <a:ext uri="{FF2B5EF4-FFF2-40B4-BE49-F238E27FC236}">
                <a16:creationId xmlns:a16="http://schemas.microsoft.com/office/drawing/2014/main" id="{162365C6-372B-4A5D-97F0-B9F694DAAAA9}"/>
              </a:ext>
            </a:extLst>
          </p:cNvPr>
          <p:cNvSpPr>
            <a:spLocks/>
          </p:cNvSpPr>
          <p:nvPr/>
        </p:nvSpPr>
        <p:spPr>
          <a:xfrm>
            <a:off x="625527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2" name="data_7923">
            <a:extLst>
              <a:ext uri="{FF2B5EF4-FFF2-40B4-BE49-F238E27FC236}">
                <a16:creationId xmlns:a16="http://schemas.microsoft.com/office/drawing/2014/main" id="{51E92303-4223-40F8-9E2F-25BB0D858275}"/>
              </a:ext>
            </a:extLst>
          </p:cNvPr>
          <p:cNvSpPr>
            <a:spLocks/>
          </p:cNvSpPr>
          <p:nvPr/>
        </p:nvSpPr>
        <p:spPr>
          <a:xfrm>
            <a:off x="626730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3" name="data_7924">
            <a:extLst>
              <a:ext uri="{FF2B5EF4-FFF2-40B4-BE49-F238E27FC236}">
                <a16:creationId xmlns:a16="http://schemas.microsoft.com/office/drawing/2014/main" id="{926E3FE5-268C-4A54-9113-47AE501E8621}"/>
              </a:ext>
            </a:extLst>
          </p:cNvPr>
          <p:cNvSpPr>
            <a:spLocks/>
          </p:cNvSpPr>
          <p:nvPr/>
        </p:nvSpPr>
        <p:spPr>
          <a:xfrm>
            <a:off x="6244191" y="6548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4" name="data_7925">
            <a:extLst>
              <a:ext uri="{FF2B5EF4-FFF2-40B4-BE49-F238E27FC236}">
                <a16:creationId xmlns:a16="http://schemas.microsoft.com/office/drawing/2014/main" id="{5BB2B359-58AB-4D63-897B-BBAE0948611A}"/>
              </a:ext>
            </a:extLst>
          </p:cNvPr>
          <p:cNvSpPr>
            <a:spLocks/>
          </p:cNvSpPr>
          <p:nvPr/>
        </p:nvSpPr>
        <p:spPr>
          <a:xfrm>
            <a:off x="628985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5" name="data_7926">
            <a:extLst>
              <a:ext uri="{FF2B5EF4-FFF2-40B4-BE49-F238E27FC236}">
                <a16:creationId xmlns:a16="http://schemas.microsoft.com/office/drawing/2014/main" id="{F0406FA9-2791-40CF-9DA9-2FC593167B61}"/>
              </a:ext>
            </a:extLst>
          </p:cNvPr>
          <p:cNvSpPr>
            <a:spLocks/>
          </p:cNvSpPr>
          <p:nvPr/>
        </p:nvSpPr>
        <p:spPr>
          <a:xfrm>
            <a:off x="6325070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6" name="data_7927">
            <a:extLst>
              <a:ext uri="{FF2B5EF4-FFF2-40B4-BE49-F238E27FC236}">
                <a16:creationId xmlns:a16="http://schemas.microsoft.com/office/drawing/2014/main" id="{5F5C24CF-92A2-4E5E-BE7B-1A771550A905}"/>
              </a:ext>
            </a:extLst>
          </p:cNvPr>
          <p:cNvSpPr>
            <a:spLocks/>
          </p:cNvSpPr>
          <p:nvPr/>
        </p:nvSpPr>
        <p:spPr>
          <a:xfrm>
            <a:off x="630369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7" name="data_7928">
            <a:extLst>
              <a:ext uri="{FF2B5EF4-FFF2-40B4-BE49-F238E27FC236}">
                <a16:creationId xmlns:a16="http://schemas.microsoft.com/office/drawing/2014/main" id="{F31E410B-E8D1-4AC7-9488-F808EC5F99F5}"/>
              </a:ext>
            </a:extLst>
          </p:cNvPr>
          <p:cNvSpPr>
            <a:spLocks/>
          </p:cNvSpPr>
          <p:nvPr/>
        </p:nvSpPr>
        <p:spPr>
          <a:xfrm>
            <a:off x="6249453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8" name="data_7929">
            <a:extLst>
              <a:ext uri="{FF2B5EF4-FFF2-40B4-BE49-F238E27FC236}">
                <a16:creationId xmlns:a16="http://schemas.microsoft.com/office/drawing/2014/main" id="{954FD07E-D2BB-4A92-97EB-3078B72DBA9A}"/>
              </a:ext>
            </a:extLst>
          </p:cNvPr>
          <p:cNvSpPr>
            <a:spLocks/>
          </p:cNvSpPr>
          <p:nvPr/>
        </p:nvSpPr>
        <p:spPr>
          <a:xfrm>
            <a:off x="624397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9" name="data_7930">
            <a:extLst>
              <a:ext uri="{FF2B5EF4-FFF2-40B4-BE49-F238E27FC236}">
                <a16:creationId xmlns:a16="http://schemas.microsoft.com/office/drawing/2014/main" id="{A4FC96D7-D383-4808-96B2-F1297B22CD85}"/>
              </a:ext>
            </a:extLst>
          </p:cNvPr>
          <p:cNvSpPr>
            <a:spLocks/>
          </p:cNvSpPr>
          <p:nvPr/>
        </p:nvSpPr>
        <p:spPr>
          <a:xfrm>
            <a:off x="628520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0" name="data_7931">
            <a:extLst>
              <a:ext uri="{FF2B5EF4-FFF2-40B4-BE49-F238E27FC236}">
                <a16:creationId xmlns:a16="http://schemas.microsoft.com/office/drawing/2014/main" id="{79BD2697-ADB8-455C-821E-EF2C44F8A5CE}"/>
              </a:ext>
            </a:extLst>
          </p:cNvPr>
          <p:cNvSpPr>
            <a:spLocks/>
          </p:cNvSpPr>
          <p:nvPr/>
        </p:nvSpPr>
        <p:spPr>
          <a:xfrm>
            <a:off x="6267444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1" name="data_7932">
            <a:extLst>
              <a:ext uri="{FF2B5EF4-FFF2-40B4-BE49-F238E27FC236}">
                <a16:creationId xmlns:a16="http://schemas.microsoft.com/office/drawing/2014/main" id="{8B9D43DD-F3FF-447D-BD64-2EB81535F843}"/>
              </a:ext>
            </a:extLst>
          </p:cNvPr>
          <p:cNvSpPr>
            <a:spLocks/>
          </p:cNvSpPr>
          <p:nvPr/>
        </p:nvSpPr>
        <p:spPr>
          <a:xfrm>
            <a:off x="627772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2" name="data_7933">
            <a:extLst>
              <a:ext uri="{FF2B5EF4-FFF2-40B4-BE49-F238E27FC236}">
                <a16:creationId xmlns:a16="http://schemas.microsoft.com/office/drawing/2014/main" id="{B8CF390E-BCF5-41E6-B322-E1A45FCEB41D}"/>
              </a:ext>
            </a:extLst>
          </p:cNvPr>
          <p:cNvSpPr>
            <a:spLocks/>
          </p:cNvSpPr>
          <p:nvPr/>
        </p:nvSpPr>
        <p:spPr>
          <a:xfrm>
            <a:off x="631280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3" name="data_7934">
            <a:extLst>
              <a:ext uri="{FF2B5EF4-FFF2-40B4-BE49-F238E27FC236}">
                <a16:creationId xmlns:a16="http://schemas.microsoft.com/office/drawing/2014/main" id="{22D9DD67-3D1B-4721-8DEA-58988FB3E878}"/>
              </a:ext>
            </a:extLst>
          </p:cNvPr>
          <p:cNvSpPr>
            <a:spLocks/>
          </p:cNvSpPr>
          <p:nvPr/>
        </p:nvSpPr>
        <p:spPr>
          <a:xfrm>
            <a:off x="626853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4" name="data_7935">
            <a:extLst>
              <a:ext uri="{FF2B5EF4-FFF2-40B4-BE49-F238E27FC236}">
                <a16:creationId xmlns:a16="http://schemas.microsoft.com/office/drawing/2014/main" id="{57BCD87F-1428-4F1A-8AB5-07B4495C22A9}"/>
              </a:ext>
            </a:extLst>
          </p:cNvPr>
          <p:cNvSpPr>
            <a:spLocks/>
          </p:cNvSpPr>
          <p:nvPr/>
        </p:nvSpPr>
        <p:spPr>
          <a:xfrm>
            <a:off x="627244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5" name="data_7936">
            <a:extLst>
              <a:ext uri="{FF2B5EF4-FFF2-40B4-BE49-F238E27FC236}">
                <a16:creationId xmlns:a16="http://schemas.microsoft.com/office/drawing/2014/main" id="{522085B4-BD92-4309-B875-5A12822C8266}"/>
              </a:ext>
            </a:extLst>
          </p:cNvPr>
          <p:cNvSpPr>
            <a:spLocks/>
          </p:cNvSpPr>
          <p:nvPr/>
        </p:nvSpPr>
        <p:spPr>
          <a:xfrm>
            <a:off x="6751710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6" name="data_7937">
            <a:extLst>
              <a:ext uri="{FF2B5EF4-FFF2-40B4-BE49-F238E27FC236}">
                <a16:creationId xmlns:a16="http://schemas.microsoft.com/office/drawing/2014/main" id="{4D4558A6-089C-4851-A7FF-FF0CFD3BD493}"/>
              </a:ext>
            </a:extLst>
          </p:cNvPr>
          <p:cNvSpPr>
            <a:spLocks/>
          </p:cNvSpPr>
          <p:nvPr/>
        </p:nvSpPr>
        <p:spPr>
          <a:xfrm>
            <a:off x="6759256" y="52581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7" name="data_7938">
            <a:extLst>
              <a:ext uri="{FF2B5EF4-FFF2-40B4-BE49-F238E27FC236}">
                <a16:creationId xmlns:a16="http://schemas.microsoft.com/office/drawing/2014/main" id="{3413BDF1-B91C-40A1-85EF-A16F258875E1}"/>
              </a:ext>
            </a:extLst>
          </p:cNvPr>
          <p:cNvSpPr>
            <a:spLocks/>
          </p:cNvSpPr>
          <p:nvPr/>
        </p:nvSpPr>
        <p:spPr>
          <a:xfrm>
            <a:off x="673755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8" name="data_7939">
            <a:extLst>
              <a:ext uri="{FF2B5EF4-FFF2-40B4-BE49-F238E27FC236}">
                <a16:creationId xmlns:a16="http://schemas.microsoft.com/office/drawing/2014/main" id="{37B3FCA8-0C7B-47C8-9915-E488CEA164A7}"/>
              </a:ext>
            </a:extLst>
          </p:cNvPr>
          <p:cNvSpPr>
            <a:spLocks/>
          </p:cNvSpPr>
          <p:nvPr/>
        </p:nvSpPr>
        <p:spPr>
          <a:xfrm>
            <a:off x="6736370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9" name="data_7940">
            <a:extLst>
              <a:ext uri="{FF2B5EF4-FFF2-40B4-BE49-F238E27FC236}">
                <a16:creationId xmlns:a16="http://schemas.microsoft.com/office/drawing/2014/main" id="{CC435E50-C172-4D20-8B18-6C2DB073BDE1}"/>
              </a:ext>
            </a:extLst>
          </p:cNvPr>
          <p:cNvSpPr>
            <a:spLocks/>
          </p:cNvSpPr>
          <p:nvPr/>
        </p:nvSpPr>
        <p:spPr>
          <a:xfrm>
            <a:off x="6736928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0" name="data_7941">
            <a:extLst>
              <a:ext uri="{FF2B5EF4-FFF2-40B4-BE49-F238E27FC236}">
                <a16:creationId xmlns:a16="http://schemas.microsoft.com/office/drawing/2014/main" id="{43ECD7C0-3EC2-425B-A043-C2A6EB19C63B}"/>
              </a:ext>
            </a:extLst>
          </p:cNvPr>
          <p:cNvSpPr>
            <a:spLocks/>
          </p:cNvSpPr>
          <p:nvPr/>
        </p:nvSpPr>
        <p:spPr>
          <a:xfrm>
            <a:off x="6777178" y="53656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1" name="data_7942">
            <a:extLst>
              <a:ext uri="{FF2B5EF4-FFF2-40B4-BE49-F238E27FC236}">
                <a16:creationId xmlns:a16="http://schemas.microsoft.com/office/drawing/2014/main" id="{EAAD8D0D-2180-4EB1-9C43-09BB1245A0E9}"/>
              </a:ext>
            </a:extLst>
          </p:cNvPr>
          <p:cNvSpPr>
            <a:spLocks/>
          </p:cNvSpPr>
          <p:nvPr/>
        </p:nvSpPr>
        <p:spPr>
          <a:xfrm>
            <a:off x="6746928" y="53960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2" name="data_7943">
            <a:extLst>
              <a:ext uri="{FF2B5EF4-FFF2-40B4-BE49-F238E27FC236}">
                <a16:creationId xmlns:a16="http://schemas.microsoft.com/office/drawing/2014/main" id="{DE3B85B1-E889-45A0-A248-877EC7A3708E}"/>
              </a:ext>
            </a:extLst>
          </p:cNvPr>
          <p:cNvSpPr>
            <a:spLocks/>
          </p:cNvSpPr>
          <p:nvPr/>
        </p:nvSpPr>
        <p:spPr>
          <a:xfrm>
            <a:off x="675593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3" name="data_7944">
            <a:extLst>
              <a:ext uri="{FF2B5EF4-FFF2-40B4-BE49-F238E27FC236}">
                <a16:creationId xmlns:a16="http://schemas.microsoft.com/office/drawing/2014/main" id="{0AB1CB30-1E64-45F6-A14F-9DAB37433BAF}"/>
              </a:ext>
            </a:extLst>
          </p:cNvPr>
          <p:cNvSpPr>
            <a:spLocks/>
          </p:cNvSpPr>
          <p:nvPr/>
        </p:nvSpPr>
        <p:spPr>
          <a:xfrm>
            <a:off x="6704058" y="56992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4" name="data_7945">
            <a:extLst>
              <a:ext uri="{FF2B5EF4-FFF2-40B4-BE49-F238E27FC236}">
                <a16:creationId xmlns:a16="http://schemas.microsoft.com/office/drawing/2014/main" id="{A4106B6B-C3A5-44C2-B604-BBB68493AC92}"/>
              </a:ext>
            </a:extLst>
          </p:cNvPr>
          <p:cNvSpPr>
            <a:spLocks/>
          </p:cNvSpPr>
          <p:nvPr/>
        </p:nvSpPr>
        <p:spPr>
          <a:xfrm>
            <a:off x="6797222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5" name="data_7946">
            <a:extLst>
              <a:ext uri="{FF2B5EF4-FFF2-40B4-BE49-F238E27FC236}">
                <a16:creationId xmlns:a16="http://schemas.microsoft.com/office/drawing/2014/main" id="{9305C1AA-C005-4125-8D76-7D3FFCCAC361}"/>
              </a:ext>
            </a:extLst>
          </p:cNvPr>
          <p:cNvSpPr>
            <a:spLocks/>
          </p:cNvSpPr>
          <p:nvPr/>
        </p:nvSpPr>
        <p:spPr>
          <a:xfrm>
            <a:off x="6783896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6" name="data_7947">
            <a:extLst>
              <a:ext uri="{FF2B5EF4-FFF2-40B4-BE49-F238E27FC236}">
                <a16:creationId xmlns:a16="http://schemas.microsoft.com/office/drawing/2014/main" id="{A7A5E4D6-90B4-4AFA-84F7-FB706AA99C7B}"/>
              </a:ext>
            </a:extLst>
          </p:cNvPr>
          <p:cNvSpPr>
            <a:spLocks/>
          </p:cNvSpPr>
          <p:nvPr/>
        </p:nvSpPr>
        <p:spPr>
          <a:xfrm>
            <a:off x="671525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7" name="data_7948">
            <a:extLst>
              <a:ext uri="{FF2B5EF4-FFF2-40B4-BE49-F238E27FC236}">
                <a16:creationId xmlns:a16="http://schemas.microsoft.com/office/drawing/2014/main" id="{F6F1AC77-8341-4F9F-84DD-583C53278123}"/>
              </a:ext>
            </a:extLst>
          </p:cNvPr>
          <p:cNvSpPr>
            <a:spLocks/>
          </p:cNvSpPr>
          <p:nvPr/>
        </p:nvSpPr>
        <p:spPr>
          <a:xfrm>
            <a:off x="6739110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8" name="data_7949">
            <a:extLst>
              <a:ext uri="{FF2B5EF4-FFF2-40B4-BE49-F238E27FC236}">
                <a16:creationId xmlns:a16="http://schemas.microsoft.com/office/drawing/2014/main" id="{D453B344-828C-4C17-B932-D9098A0D9A02}"/>
              </a:ext>
            </a:extLst>
          </p:cNvPr>
          <p:cNvSpPr>
            <a:spLocks/>
          </p:cNvSpPr>
          <p:nvPr/>
        </p:nvSpPr>
        <p:spPr>
          <a:xfrm>
            <a:off x="680076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9" name="data_7950">
            <a:extLst>
              <a:ext uri="{FF2B5EF4-FFF2-40B4-BE49-F238E27FC236}">
                <a16:creationId xmlns:a16="http://schemas.microsoft.com/office/drawing/2014/main" id="{0F44612D-10C4-4EA6-9CD1-17530A426FDF}"/>
              </a:ext>
            </a:extLst>
          </p:cNvPr>
          <p:cNvSpPr>
            <a:spLocks/>
          </p:cNvSpPr>
          <p:nvPr/>
        </p:nvSpPr>
        <p:spPr>
          <a:xfrm>
            <a:off x="670103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0" name="data_7951">
            <a:extLst>
              <a:ext uri="{FF2B5EF4-FFF2-40B4-BE49-F238E27FC236}">
                <a16:creationId xmlns:a16="http://schemas.microsoft.com/office/drawing/2014/main" id="{7A69FADF-DE11-4052-86A2-399BF0C55DDD}"/>
              </a:ext>
            </a:extLst>
          </p:cNvPr>
          <p:cNvSpPr>
            <a:spLocks/>
          </p:cNvSpPr>
          <p:nvPr/>
        </p:nvSpPr>
        <p:spPr>
          <a:xfrm>
            <a:off x="67508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1" name="data_7952">
            <a:extLst>
              <a:ext uri="{FF2B5EF4-FFF2-40B4-BE49-F238E27FC236}">
                <a16:creationId xmlns:a16="http://schemas.microsoft.com/office/drawing/2014/main" id="{8900DE05-BF2D-4E11-B4E9-E7111014686F}"/>
              </a:ext>
            </a:extLst>
          </p:cNvPr>
          <p:cNvSpPr>
            <a:spLocks/>
          </p:cNvSpPr>
          <p:nvPr/>
        </p:nvSpPr>
        <p:spPr>
          <a:xfrm>
            <a:off x="6756067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2" name="data_7953">
            <a:extLst>
              <a:ext uri="{FF2B5EF4-FFF2-40B4-BE49-F238E27FC236}">
                <a16:creationId xmlns:a16="http://schemas.microsoft.com/office/drawing/2014/main" id="{BD237D3E-5F83-4DED-95F3-136BA47A1F43}"/>
              </a:ext>
            </a:extLst>
          </p:cNvPr>
          <p:cNvSpPr>
            <a:spLocks/>
          </p:cNvSpPr>
          <p:nvPr/>
        </p:nvSpPr>
        <p:spPr>
          <a:xfrm>
            <a:off x="6749499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3" name="data_7954">
            <a:extLst>
              <a:ext uri="{FF2B5EF4-FFF2-40B4-BE49-F238E27FC236}">
                <a16:creationId xmlns:a16="http://schemas.microsoft.com/office/drawing/2014/main" id="{D10FB6CC-9185-4415-9BD9-EC1C079426E2}"/>
              </a:ext>
            </a:extLst>
          </p:cNvPr>
          <p:cNvSpPr>
            <a:spLocks/>
          </p:cNvSpPr>
          <p:nvPr/>
        </p:nvSpPr>
        <p:spPr>
          <a:xfrm>
            <a:off x="6801384" y="6548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4" name="data_7955">
            <a:extLst>
              <a:ext uri="{FF2B5EF4-FFF2-40B4-BE49-F238E27FC236}">
                <a16:creationId xmlns:a16="http://schemas.microsoft.com/office/drawing/2014/main" id="{93FC48A2-261B-45DA-B72F-CBCFA3ED8DD4}"/>
              </a:ext>
            </a:extLst>
          </p:cNvPr>
          <p:cNvSpPr>
            <a:spLocks/>
          </p:cNvSpPr>
          <p:nvPr/>
        </p:nvSpPr>
        <p:spPr>
          <a:xfrm>
            <a:off x="678678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5" name="data_7956">
            <a:extLst>
              <a:ext uri="{FF2B5EF4-FFF2-40B4-BE49-F238E27FC236}">
                <a16:creationId xmlns:a16="http://schemas.microsoft.com/office/drawing/2014/main" id="{E99E2D32-B844-4E62-BE5A-3D180B031845}"/>
              </a:ext>
            </a:extLst>
          </p:cNvPr>
          <p:cNvSpPr>
            <a:spLocks/>
          </p:cNvSpPr>
          <p:nvPr/>
        </p:nvSpPr>
        <p:spPr>
          <a:xfrm>
            <a:off x="6708581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6" name="data_7957">
            <a:extLst>
              <a:ext uri="{FF2B5EF4-FFF2-40B4-BE49-F238E27FC236}">
                <a16:creationId xmlns:a16="http://schemas.microsoft.com/office/drawing/2014/main" id="{FEEEED4D-6BD8-4F1C-933C-590D03974698}"/>
              </a:ext>
            </a:extLst>
          </p:cNvPr>
          <p:cNvSpPr>
            <a:spLocks/>
          </p:cNvSpPr>
          <p:nvPr/>
        </p:nvSpPr>
        <p:spPr>
          <a:xfrm>
            <a:off x="67201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7" name="data_7958">
            <a:extLst>
              <a:ext uri="{FF2B5EF4-FFF2-40B4-BE49-F238E27FC236}">
                <a16:creationId xmlns:a16="http://schemas.microsoft.com/office/drawing/2014/main" id="{4C36F526-D6A0-4C60-88E2-F20432E96570}"/>
              </a:ext>
            </a:extLst>
          </p:cNvPr>
          <p:cNvSpPr>
            <a:spLocks/>
          </p:cNvSpPr>
          <p:nvPr/>
        </p:nvSpPr>
        <p:spPr>
          <a:xfrm>
            <a:off x="6731901" y="62300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8" name="data_7959">
            <a:extLst>
              <a:ext uri="{FF2B5EF4-FFF2-40B4-BE49-F238E27FC236}">
                <a16:creationId xmlns:a16="http://schemas.microsoft.com/office/drawing/2014/main" id="{28CBF521-E809-40CA-AB8C-C98A7CECC91E}"/>
              </a:ext>
            </a:extLst>
          </p:cNvPr>
          <p:cNvSpPr>
            <a:spLocks/>
          </p:cNvSpPr>
          <p:nvPr/>
        </p:nvSpPr>
        <p:spPr>
          <a:xfrm>
            <a:off x="6750828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9" name="data_7960">
            <a:extLst>
              <a:ext uri="{FF2B5EF4-FFF2-40B4-BE49-F238E27FC236}">
                <a16:creationId xmlns:a16="http://schemas.microsoft.com/office/drawing/2014/main" id="{014DF3EE-19C8-429F-9573-3A56A70B114E}"/>
              </a:ext>
            </a:extLst>
          </p:cNvPr>
          <p:cNvSpPr>
            <a:spLocks/>
          </p:cNvSpPr>
          <p:nvPr/>
        </p:nvSpPr>
        <p:spPr>
          <a:xfrm>
            <a:off x="678208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0" name="data_7961">
            <a:extLst>
              <a:ext uri="{FF2B5EF4-FFF2-40B4-BE49-F238E27FC236}">
                <a16:creationId xmlns:a16="http://schemas.microsoft.com/office/drawing/2014/main" id="{72D956BB-49ED-4A5D-8D91-1DD41B4BF6CD}"/>
              </a:ext>
            </a:extLst>
          </p:cNvPr>
          <p:cNvSpPr>
            <a:spLocks/>
          </p:cNvSpPr>
          <p:nvPr/>
        </p:nvSpPr>
        <p:spPr>
          <a:xfrm>
            <a:off x="676344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1" name="data_7962">
            <a:extLst>
              <a:ext uri="{FF2B5EF4-FFF2-40B4-BE49-F238E27FC236}">
                <a16:creationId xmlns:a16="http://schemas.microsoft.com/office/drawing/2014/main" id="{1956B2DC-D787-4D21-A8C4-4FB568F7716F}"/>
              </a:ext>
            </a:extLst>
          </p:cNvPr>
          <p:cNvSpPr>
            <a:spLocks/>
          </p:cNvSpPr>
          <p:nvPr/>
        </p:nvSpPr>
        <p:spPr>
          <a:xfrm>
            <a:off x="678787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2" name="data_7963">
            <a:extLst>
              <a:ext uri="{FF2B5EF4-FFF2-40B4-BE49-F238E27FC236}">
                <a16:creationId xmlns:a16="http://schemas.microsoft.com/office/drawing/2014/main" id="{223CD865-8ADA-40F3-9FAC-9248BCD7FC3F}"/>
              </a:ext>
            </a:extLst>
          </p:cNvPr>
          <p:cNvSpPr>
            <a:spLocks/>
          </p:cNvSpPr>
          <p:nvPr/>
        </p:nvSpPr>
        <p:spPr>
          <a:xfrm>
            <a:off x="672228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3" name="data_7964">
            <a:extLst>
              <a:ext uri="{FF2B5EF4-FFF2-40B4-BE49-F238E27FC236}">
                <a16:creationId xmlns:a16="http://schemas.microsoft.com/office/drawing/2014/main" id="{429AAEBF-A196-40F3-B632-9DD2F4196DA1}"/>
              </a:ext>
            </a:extLst>
          </p:cNvPr>
          <p:cNvSpPr>
            <a:spLocks/>
          </p:cNvSpPr>
          <p:nvPr/>
        </p:nvSpPr>
        <p:spPr>
          <a:xfrm>
            <a:off x="675785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4" name="data_7965">
            <a:extLst>
              <a:ext uri="{FF2B5EF4-FFF2-40B4-BE49-F238E27FC236}">
                <a16:creationId xmlns:a16="http://schemas.microsoft.com/office/drawing/2014/main" id="{550BD2E6-963A-4906-8C81-6F297D1C6916}"/>
              </a:ext>
            </a:extLst>
          </p:cNvPr>
          <p:cNvSpPr>
            <a:spLocks/>
          </p:cNvSpPr>
          <p:nvPr/>
        </p:nvSpPr>
        <p:spPr>
          <a:xfrm>
            <a:off x="675843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5" name="data_7966">
            <a:extLst>
              <a:ext uri="{FF2B5EF4-FFF2-40B4-BE49-F238E27FC236}">
                <a16:creationId xmlns:a16="http://schemas.microsoft.com/office/drawing/2014/main" id="{4AC30015-DDB7-416E-8B2D-77F13F123ECC}"/>
              </a:ext>
            </a:extLst>
          </p:cNvPr>
          <p:cNvSpPr>
            <a:spLocks/>
          </p:cNvSpPr>
          <p:nvPr/>
        </p:nvSpPr>
        <p:spPr>
          <a:xfrm>
            <a:off x="670039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6" name="data_7967">
            <a:extLst>
              <a:ext uri="{FF2B5EF4-FFF2-40B4-BE49-F238E27FC236}">
                <a16:creationId xmlns:a16="http://schemas.microsoft.com/office/drawing/2014/main" id="{AA52EE25-8781-4C55-8F20-719EFDE7419A}"/>
              </a:ext>
            </a:extLst>
          </p:cNvPr>
          <p:cNvSpPr>
            <a:spLocks/>
          </p:cNvSpPr>
          <p:nvPr/>
        </p:nvSpPr>
        <p:spPr>
          <a:xfrm>
            <a:off x="6703503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7" name="data_7968">
            <a:extLst>
              <a:ext uri="{FF2B5EF4-FFF2-40B4-BE49-F238E27FC236}">
                <a16:creationId xmlns:a16="http://schemas.microsoft.com/office/drawing/2014/main" id="{964EDDA2-0682-4571-A8B9-922A593DA9AB}"/>
              </a:ext>
            </a:extLst>
          </p:cNvPr>
          <p:cNvSpPr>
            <a:spLocks/>
          </p:cNvSpPr>
          <p:nvPr/>
        </p:nvSpPr>
        <p:spPr>
          <a:xfrm>
            <a:off x="6730294" y="68799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8" name="data_7969">
            <a:extLst>
              <a:ext uri="{FF2B5EF4-FFF2-40B4-BE49-F238E27FC236}">
                <a16:creationId xmlns:a16="http://schemas.microsoft.com/office/drawing/2014/main" id="{DC7ABE1D-D79F-4DB5-AC66-DA10373AA8F7}"/>
              </a:ext>
            </a:extLst>
          </p:cNvPr>
          <p:cNvSpPr>
            <a:spLocks/>
          </p:cNvSpPr>
          <p:nvPr/>
        </p:nvSpPr>
        <p:spPr>
          <a:xfrm>
            <a:off x="671872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9" name="data_7970">
            <a:extLst>
              <a:ext uri="{FF2B5EF4-FFF2-40B4-BE49-F238E27FC236}">
                <a16:creationId xmlns:a16="http://schemas.microsoft.com/office/drawing/2014/main" id="{298302B4-B17C-473F-9ED5-8F9486D3E61B}"/>
              </a:ext>
            </a:extLst>
          </p:cNvPr>
          <p:cNvSpPr>
            <a:spLocks/>
          </p:cNvSpPr>
          <p:nvPr/>
        </p:nvSpPr>
        <p:spPr>
          <a:xfrm>
            <a:off x="674402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0" name="data_7971">
            <a:extLst>
              <a:ext uri="{FF2B5EF4-FFF2-40B4-BE49-F238E27FC236}">
                <a16:creationId xmlns:a16="http://schemas.microsoft.com/office/drawing/2014/main" id="{DDD8B302-808E-4445-AF69-14DD7216E1CC}"/>
              </a:ext>
            </a:extLst>
          </p:cNvPr>
          <p:cNvSpPr>
            <a:spLocks/>
          </p:cNvSpPr>
          <p:nvPr/>
        </p:nvSpPr>
        <p:spPr>
          <a:xfrm>
            <a:off x="673017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1" name="data_7972">
            <a:extLst>
              <a:ext uri="{FF2B5EF4-FFF2-40B4-BE49-F238E27FC236}">
                <a16:creationId xmlns:a16="http://schemas.microsoft.com/office/drawing/2014/main" id="{33D52B5E-8059-400D-9AD0-3740CAE84BCE}"/>
              </a:ext>
            </a:extLst>
          </p:cNvPr>
          <p:cNvSpPr>
            <a:spLocks/>
          </p:cNvSpPr>
          <p:nvPr/>
        </p:nvSpPr>
        <p:spPr>
          <a:xfrm>
            <a:off x="677612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2" name="data_7973">
            <a:extLst>
              <a:ext uri="{FF2B5EF4-FFF2-40B4-BE49-F238E27FC236}">
                <a16:creationId xmlns:a16="http://schemas.microsoft.com/office/drawing/2014/main" id="{DEF62499-610D-4E8C-B7D1-DCCCE487EC75}"/>
              </a:ext>
            </a:extLst>
          </p:cNvPr>
          <p:cNvSpPr>
            <a:spLocks/>
          </p:cNvSpPr>
          <p:nvPr/>
        </p:nvSpPr>
        <p:spPr>
          <a:xfrm>
            <a:off x="6773400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3" name="data_7974">
            <a:extLst>
              <a:ext uri="{FF2B5EF4-FFF2-40B4-BE49-F238E27FC236}">
                <a16:creationId xmlns:a16="http://schemas.microsoft.com/office/drawing/2014/main" id="{DD84EA6F-A569-4D20-B97A-C28AEDC6029B}"/>
              </a:ext>
            </a:extLst>
          </p:cNvPr>
          <p:cNvSpPr>
            <a:spLocks/>
          </p:cNvSpPr>
          <p:nvPr/>
        </p:nvSpPr>
        <p:spPr>
          <a:xfrm>
            <a:off x="669818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4" name="data_7975">
            <a:extLst>
              <a:ext uri="{FF2B5EF4-FFF2-40B4-BE49-F238E27FC236}">
                <a16:creationId xmlns:a16="http://schemas.microsoft.com/office/drawing/2014/main" id="{9047759D-B180-4689-BA03-EA928A8120AF}"/>
              </a:ext>
            </a:extLst>
          </p:cNvPr>
          <p:cNvSpPr>
            <a:spLocks/>
          </p:cNvSpPr>
          <p:nvPr/>
        </p:nvSpPr>
        <p:spPr>
          <a:xfrm>
            <a:off x="6739540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5" name="data_7976">
            <a:extLst>
              <a:ext uri="{FF2B5EF4-FFF2-40B4-BE49-F238E27FC236}">
                <a16:creationId xmlns:a16="http://schemas.microsoft.com/office/drawing/2014/main" id="{C26821AF-D61E-4348-88F4-5076EFA507F7}"/>
              </a:ext>
            </a:extLst>
          </p:cNvPr>
          <p:cNvSpPr>
            <a:spLocks/>
          </p:cNvSpPr>
          <p:nvPr/>
        </p:nvSpPr>
        <p:spPr>
          <a:xfrm>
            <a:off x="6750650" y="66091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6" name="data_7977">
            <a:extLst>
              <a:ext uri="{FF2B5EF4-FFF2-40B4-BE49-F238E27FC236}">
                <a16:creationId xmlns:a16="http://schemas.microsoft.com/office/drawing/2014/main" id="{FBD8A9CA-8A7F-4412-861F-1151CBE90990}"/>
              </a:ext>
            </a:extLst>
          </p:cNvPr>
          <p:cNvSpPr>
            <a:spLocks/>
          </p:cNvSpPr>
          <p:nvPr/>
        </p:nvSpPr>
        <p:spPr>
          <a:xfrm>
            <a:off x="675283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7" name="data_7978">
            <a:extLst>
              <a:ext uri="{FF2B5EF4-FFF2-40B4-BE49-F238E27FC236}">
                <a16:creationId xmlns:a16="http://schemas.microsoft.com/office/drawing/2014/main" id="{7E17A4E2-1C0E-4802-AAFD-CF0768537151}"/>
              </a:ext>
            </a:extLst>
          </p:cNvPr>
          <p:cNvSpPr>
            <a:spLocks/>
          </p:cNvSpPr>
          <p:nvPr/>
        </p:nvSpPr>
        <p:spPr>
          <a:xfrm>
            <a:off x="6748440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8" name="data_7979">
            <a:extLst>
              <a:ext uri="{FF2B5EF4-FFF2-40B4-BE49-F238E27FC236}">
                <a16:creationId xmlns:a16="http://schemas.microsoft.com/office/drawing/2014/main" id="{D235AACF-E33B-4298-B459-0891C652BAD7}"/>
              </a:ext>
            </a:extLst>
          </p:cNvPr>
          <p:cNvSpPr>
            <a:spLocks/>
          </p:cNvSpPr>
          <p:nvPr/>
        </p:nvSpPr>
        <p:spPr>
          <a:xfrm>
            <a:off x="6781898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9" name="data_7980">
            <a:extLst>
              <a:ext uri="{FF2B5EF4-FFF2-40B4-BE49-F238E27FC236}">
                <a16:creationId xmlns:a16="http://schemas.microsoft.com/office/drawing/2014/main" id="{643AAA90-D14C-47FF-A704-230D04495BE3}"/>
              </a:ext>
            </a:extLst>
          </p:cNvPr>
          <p:cNvSpPr>
            <a:spLocks/>
          </p:cNvSpPr>
          <p:nvPr/>
        </p:nvSpPr>
        <p:spPr>
          <a:xfrm>
            <a:off x="6707446" y="5612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0" name="data_7981">
            <a:extLst>
              <a:ext uri="{FF2B5EF4-FFF2-40B4-BE49-F238E27FC236}">
                <a16:creationId xmlns:a16="http://schemas.microsoft.com/office/drawing/2014/main" id="{DA1F9D2E-3C04-4086-BA75-C4F2F5A3EB87}"/>
              </a:ext>
            </a:extLst>
          </p:cNvPr>
          <p:cNvSpPr>
            <a:spLocks/>
          </p:cNvSpPr>
          <p:nvPr/>
        </p:nvSpPr>
        <p:spPr>
          <a:xfrm>
            <a:off x="670672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1" name="data_7982">
            <a:extLst>
              <a:ext uri="{FF2B5EF4-FFF2-40B4-BE49-F238E27FC236}">
                <a16:creationId xmlns:a16="http://schemas.microsoft.com/office/drawing/2014/main" id="{89C7939A-895F-4E41-A4C5-99949C467589}"/>
              </a:ext>
            </a:extLst>
          </p:cNvPr>
          <p:cNvSpPr>
            <a:spLocks/>
          </p:cNvSpPr>
          <p:nvPr/>
        </p:nvSpPr>
        <p:spPr>
          <a:xfrm>
            <a:off x="672046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2" name="data_7983">
            <a:extLst>
              <a:ext uri="{FF2B5EF4-FFF2-40B4-BE49-F238E27FC236}">
                <a16:creationId xmlns:a16="http://schemas.microsoft.com/office/drawing/2014/main" id="{ADEA3173-8979-4509-813D-767F8ABA3C31}"/>
              </a:ext>
            </a:extLst>
          </p:cNvPr>
          <p:cNvSpPr>
            <a:spLocks/>
          </p:cNvSpPr>
          <p:nvPr/>
        </p:nvSpPr>
        <p:spPr>
          <a:xfrm>
            <a:off x="6759456" y="63525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3" name="data_7984">
            <a:extLst>
              <a:ext uri="{FF2B5EF4-FFF2-40B4-BE49-F238E27FC236}">
                <a16:creationId xmlns:a16="http://schemas.microsoft.com/office/drawing/2014/main" id="{E1F4D5C2-368F-4697-87E3-36BE7E16D6A5}"/>
              </a:ext>
            </a:extLst>
          </p:cNvPr>
          <p:cNvSpPr>
            <a:spLocks/>
          </p:cNvSpPr>
          <p:nvPr/>
        </p:nvSpPr>
        <p:spPr>
          <a:xfrm>
            <a:off x="6741145" y="5116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4" name="data_7985">
            <a:extLst>
              <a:ext uri="{FF2B5EF4-FFF2-40B4-BE49-F238E27FC236}">
                <a16:creationId xmlns:a16="http://schemas.microsoft.com/office/drawing/2014/main" id="{00F1F53F-440A-4940-A799-42D914FC338C}"/>
              </a:ext>
            </a:extLst>
          </p:cNvPr>
          <p:cNvSpPr>
            <a:spLocks/>
          </p:cNvSpPr>
          <p:nvPr/>
        </p:nvSpPr>
        <p:spPr>
          <a:xfrm>
            <a:off x="678352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5" name="data_7986">
            <a:extLst>
              <a:ext uri="{FF2B5EF4-FFF2-40B4-BE49-F238E27FC236}">
                <a16:creationId xmlns:a16="http://schemas.microsoft.com/office/drawing/2014/main" id="{434170EF-B6D3-4078-A662-EE2D97845796}"/>
              </a:ext>
            </a:extLst>
          </p:cNvPr>
          <p:cNvSpPr>
            <a:spLocks/>
          </p:cNvSpPr>
          <p:nvPr/>
        </p:nvSpPr>
        <p:spPr>
          <a:xfrm>
            <a:off x="6785813" y="68366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6" name="data_7987">
            <a:extLst>
              <a:ext uri="{FF2B5EF4-FFF2-40B4-BE49-F238E27FC236}">
                <a16:creationId xmlns:a16="http://schemas.microsoft.com/office/drawing/2014/main" id="{F85CE59D-D47E-4EC4-BC26-6F8DFEC2DC40}"/>
              </a:ext>
            </a:extLst>
          </p:cNvPr>
          <p:cNvSpPr>
            <a:spLocks/>
          </p:cNvSpPr>
          <p:nvPr/>
        </p:nvSpPr>
        <p:spPr>
          <a:xfrm>
            <a:off x="6728458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7" name="data_7988">
            <a:extLst>
              <a:ext uri="{FF2B5EF4-FFF2-40B4-BE49-F238E27FC236}">
                <a16:creationId xmlns:a16="http://schemas.microsoft.com/office/drawing/2014/main" id="{170DFCF7-C32C-4507-88F8-313F27841315}"/>
              </a:ext>
            </a:extLst>
          </p:cNvPr>
          <p:cNvSpPr>
            <a:spLocks/>
          </p:cNvSpPr>
          <p:nvPr/>
        </p:nvSpPr>
        <p:spPr>
          <a:xfrm>
            <a:off x="6733630" y="55476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8" name="data_7989">
            <a:extLst>
              <a:ext uri="{FF2B5EF4-FFF2-40B4-BE49-F238E27FC236}">
                <a16:creationId xmlns:a16="http://schemas.microsoft.com/office/drawing/2014/main" id="{79A0CD79-A9BC-4099-A125-33F9CDD696BA}"/>
              </a:ext>
            </a:extLst>
          </p:cNvPr>
          <p:cNvSpPr>
            <a:spLocks/>
          </p:cNvSpPr>
          <p:nvPr/>
        </p:nvSpPr>
        <p:spPr>
          <a:xfrm>
            <a:off x="672271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9" name="data_7990">
            <a:extLst>
              <a:ext uri="{FF2B5EF4-FFF2-40B4-BE49-F238E27FC236}">
                <a16:creationId xmlns:a16="http://schemas.microsoft.com/office/drawing/2014/main" id="{FA7B7F3E-8703-41E3-AA86-3B57E85DB193}"/>
              </a:ext>
            </a:extLst>
          </p:cNvPr>
          <p:cNvSpPr>
            <a:spLocks/>
          </p:cNvSpPr>
          <p:nvPr/>
        </p:nvSpPr>
        <p:spPr>
          <a:xfrm>
            <a:off x="6756338" y="55476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0" name="data_7991">
            <a:extLst>
              <a:ext uri="{FF2B5EF4-FFF2-40B4-BE49-F238E27FC236}">
                <a16:creationId xmlns:a16="http://schemas.microsoft.com/office/drawing/2014/main" id="{5C4BFE4B-D8A1-4258-8F82-7099316EFFB8}"/>
              </a:ext>
            </a:extLst>
          </p:cNvPr>
          <p:cNvSpPr>
            <a:spLocks/>
          </p:cNvSpPr>
          <p:nvPr/>
        </p:nvSpPr>
        <p:spPr>
          <a:xfrm>
            <a:off x="6771139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1" name="data_7992">
            <a:extLst>
              <a:ext uri="{FF2B5EF4-FFF2-40B4-BE49-F238E27FC236}">
                <a16:creationId xmlns:a16="http://schemas.microsoft.com/office/drawing/2014/main" id="{4CB7BC22-A49C-4732-82B5-EC04A291FF19}"/>
              </a:ext>
            </a:extLst>
          </p:cNvPr>
          <p:cNvSpPr>
            <a:spLocks/>
          </p:cNvSpPr>
          <p:nvPr/>
        </p:nvSpPr>
        <p:spPr>
          <a:xfrm>
            <a:off x="6751858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2" name="data_7993">
            <a:extLst>
              <a:ext uri="{FF2B5EF4-FFF2-40B4-BE49-F238E27FC236}">
                <a16:creationId xmlns:a16="http://schemas.microsoft.com/office/drawing/2014/main" id="{1E7F79B9-4E3F-48DA-8930-FBE8C09EEE49}"/>
              </a:ext>
            </a:extLst>
          </p:cNvPr>
          <p:cNvSpPr>
            <a:spLocks/>
          </p:cNvSpPr>
          <p:nvPr/>
        </p:nvSpPr>
        <p:spPr>
          <a:xfrm>
            <a:off x="6795098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3" name="data_7994">
            <a:extLst>
              <a:ext uri="{FF2B5EF4-FFF2-40B4-BE49-F238E27FC236}">
                <a16:creationId xmlns:a16="http://schemas.microsoft.com/office/drawing/2014/main" id="{6486B87C-9E66-4ED3-84F6-302E36FA3F66}"/>
              </a:ext>
            </a:extLst>
          </p:cNvPr>
          <p:cNvSpPr>
            <a:spLocks/>
          </p:cNvSpPr>
          <p:nvPr/>
        </p:nvSpPr>
        <p:spPr>
          <a:xfrm>
            <a:off x="679962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4" name="data_7995">
            <a:extLst>
              <a:ext uri="{FF2B5EF4-FFF2-40B4-BE49-F238E27FC236}">
                <a16:creationId xmlns:a16="http://schemas.microsoft.com/office/drawing/2014/main" id="{7221C3BB-39DC-4232-85FC-FADB3536E7C1}"/>
              </a:ext>
            </a:extLst>
          </p:cNvPr>
          <p:cNvSpPr>
            <a:spLocks/>
          </p:cNvSpPr>
          <p:nvPr/>
        </p:nvSpPr>
        <p:spPr>
          <a:xfrm>
            <a:off x="675826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5" name="data_7996">
            <a:extLst>
              <a:ext uri="{FF2B5EF4-FFF2-40B4-BE49-F238E27FC236}">
                <a16:creationId xmlns:a16="http://schemas.microsoft.com/office/drawing/2014/main" id="{A76965CE-929B-4132-9C5E-ABB6BD0BCD65}"/>
              </a:ext>
            </a:extLst>
          </p:cNvPr>
          <p:cNvSpPr>
            <a:spLocks/>
          </p:cNvSpPr>
          <p:nvPr/>
        </p:nvSpPr>
        <p:spPr>
          <a:xfrm>
            <a:off x="6747593" y="55476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6" name="data_7997">
            <a:extLst>
              <a:ext uri="{FF2B5EF4-FFF2-40B4-BE49-F238E27FC236}">
                <a16:creationId xmlns:a16="http://schemas.microsoft.com/office/drawing/2014/main" id="{914CDF8A-E880-414D-8D75-7873585DDE25}"/>
              </a:ext>
            </a:extLst>
          </p:cNvPr>
          <p:cNvSpPr>
            <a:spLocks/>
          </p:cNvSpPr>
          <p:nvPr/>
        </p:nvSpPr>
        <p:spPr>
          <a:xfrm>
            <a:off x="675975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7" name="data_7998">
            <a:extLst>
              <a:ext uri="{FF2B5EF4-FFF2-40B4-BE49-F238E27FC236}">
                <a16:creationId xmlns:a16="http://schemas.microsoft.com/office/drawing/2014/main" id="{8AEA9733-115F-40D9-9976-E42F99D71FC0}"/>
              </a:ext>
            </a:extLst>
          </p:cNvPr>
          <p:cNvSpPr>
            <a:spLocks/>
          </p:cNvSpPr>
          <p:nvPr/>
        </p:nvSpPr>
        <p:spPr>
          <a:xfrm>
            <a:off x="6763441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8" name="data_7999">
            <a:extLst>
              <a:ext uri="{FF2B5EF4-FFF2-40B4-BE49-F238E27FC236}">
                <a16:creationId xmlns:a16="http://schemas.microsoft.com/office/drawing/2014/main" id="{460DEFA9-FECE-43FB-84D7-A88601165C1D}"/>
              </a:ext>
            </a:extLst>
          </p:cNvPr>
          <p:cNvSpPr>
            <a:spLocks/>
          </p:cNvSpPr>
          <p:nvPr/>
        </p:nvSpPr>
        <p:spPr>
          <a:xfrm>
            <a:off x="671941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9" name="data_8000">
            <a:extLst>
              <a:ext uri="{FF2B5EF4-FFF2-40B4-BE49-F238E27FC236}">
                <a16:creationId xmlns:a16="http://schemas.microsoft.com/office/drawing/2014/main" id="{61AD794B-918D-4564-8FC0-D09293F40D58}"/>
              </a:ext>
            </a:extLst>
          </p:cNvPr>
          <p:cNvSpPr>
            <a:spLocks/>
          </p:cNvSpPr>
          <p:nvPr/>
        </p:nvSpPr>
        <p:spPr>
          <a:xfrm>
            <a:off x="6770594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0" name="data_8001">
            <a:extLst>
              <a:ext uri="{FF2B5EF4-FFF2-40B4-BE49-F238E27FC236}">
                <a16:creationId xmlns:a16="http://schemas.microsoft.com/office/drawing/2014/main" id="{05D5D805-03D4-43B9-9B15-3A29AB874B5E}"/>
              </a:ext>
            </a:extLst>
          </p:cNvPr>
          <p:cNvSpPr>
            <a:spLocks/>
          </p:cNvSpPr>
          <p:nvPr/>
        </p:nvSpPr>
        <p:spPr>
          <a:xfrm>
            <a:off x="679017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1" name="data_8002">
            <a:extLst>
              <a:ext uri="{FF2B5EF4-FFF2-40B4-BE49-F238E27FC236}">
                <a16:creationId xmlns:a16="http://schemas.microsoft.com/office/drawing/2014/main" id="{49ACB4B2-3A08-4FAB-B92E-DAE4E3E31FEC}"/>
              </a:ext>
            </a:extLst>
          </p:cNvPr>
          <p:cNvSpPr>
            <a:spLocks/>
          </p:cNvSpPr>
          <p:nvPr/>
        </p:nvSpPr>
        <p:spPr>
          <a:xfrm>
            <a:off x="672330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2" name="data_8003">
            <a:extLst>
              <a:ext uri="{FF2B5EF4-FFF2-40B4-BE49-F238E27FC236}">
                <a16:creationId xmlns:a16="http://schemas.microsoft.com/office/drawing/2014/main" id="{99EC8207-295A-46BD-9208-F75A36125D16}"/>
              </a:ext>
            </a:extLst>
          </p:cNvPr>
          <p:cNvSpPr>
            <a:spLocks/>
          </p:cNvSpPr>
          <p:nvPr/>
        </p:nvSpPr>
        <p:spPr>
          <a:xfrm>
            <a:off x="669901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3" name="data_8004">
            <a:extLst>
              <a:ext uri="{FF2B5EF4-FFF2-40B4-BE49-F238E27FC236}">
                <a16:creationId xmlns:a16="http://schemas.microsoft.com/office/drawing/2014/main" id="{3114C8F2-C23A-47F4-94FF-970BF498CEFA}"/>
              </a:ext>
            </a:extLst>
          </p:cNvPr>
          <p:cNvSpPr>
            <a:spLocks/>
          </p:cNvSpPr>
          <p:nvPr/>
        </p:nvSpPr>
        <p:spPr>
          <a:xfrm>
            <a:off x="677412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4" name="data_8005">
            <a:extLst>
              <a:ext uri="{FF2B5EF4-FFF2-40B4-BE49-F238E27FC236}">
                <a16:creationId xmlns:a16="http://schemas.microsoft.com/office/drawing/2014/main" id="{A6D38047-D741-4DE3-8599-C8562DFEA766}"/>
              </a:ext>
            </a:extLst>
          </p:cNvPr>
          <p:cNvSpPr>
            <a:spLocks/>
          </p:cNvSpPr>
          <p:nvPr/>
        </p:nvSpPr>
        <p:spPr>
          <a:xfrm>
            <a:off x="671891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5" name="data_8006">
            <a:extLst>
              <a:ext uri="{FF2B5EF4-FFF2-40B4-BE49-F238E27FC236}">
                <a16:creationId xmlns:a16="http://schemas.microsoft.com/office/drawing/2014/main" id="{EFF95AE8-B89B-4C6B-8704-9FF857F3128B}"/>
              </a:ext>
            </a:extLst>
          </p:cNvPr>
          <p:cNvSpPr>
            <a:spLocks/>
          </p:cNvSpPr>
          <p:nvPr/>
        </p:nvSpPr>
        <p:spPr>
          <a:xfrm>
            <a:off x="673565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6" name="data_8007">
            <a:extLst>
              <a:ext uri="{FF2B5EF4-FFF2-40B4-BE49-F238E27FC236}">
                <a16:creationId xmlns:a16="http://schemas.microsoft.com/office/drawing/2014/main" id="{6289E7F6-4439-4344-93FD-99FC084F0D29}"/>
              </a:ext>
            </a:extLst>
          </p:cNvPr>
          <p:cNvSpPr>
            <a:spLocks/>
          </p:cNvSpPr>
          <p:nvPr/>
        </p:nvSpPr>
        <p:spPr>
          <a:xfrm>
            <a:off x="6722102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7" name="data_8008">
            <a:extLst>
              <a:ext uri="{FF2B5EF4-FFF2-40B4-BE49-F238E27FC236}">
                <a16:creationId xmlns:a16="http://schemas.microsoft.com/office/drawing/2014/main" id="{38AE1660-1431-4D4D-BFF9-90A35BD3D0DE}"/>
              </a:ext>
            </a:extLst>
          </p:cNvPr>
          <p:cNvSpPr>
            <a:spLocks/>
          </p:cNvSpPr>
          <p:nvPr/>
        </p:nvSpPr>
        <p:spPr>
          <a:xfrm>
            <a:off x="6710956" y="66849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8" name="data_8009">
            <a:extLst>
              <a:ext uri="{FF2B5EF4-FFF2-40B4-BE49-F238E27FC236}">
                <a16:creationId xmlns:a16="http://schemas.microsoft.com/office/drawing/2014/main" id="{634CD98A-37A7-4161-8D46-54165E93E9E8}"/>
              </a:ext>
            </a:extLst>
          </p:cNvPr>
          <p:cNvSpPr>
            <a:spLocks/>
          </p:cNvSpPr>
          <p:nvPr/>
        </p:nvSpPr>
        <p:spPr>
          <a:xfrm>
            <a:off x="676240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9" name="data_8010">
            <a:extLst>
              <a:ext uri="{FF2B5EF4-FFF2-40B4-BE49-F238E27FC236}">
                <a16:creationId xmlns:a16="http://schemas.microsoft.com/office/drawing/2014/main" id="{68593697-2C2A-4E79-9827-096CA22F157A}"/>
              </a:ext>
            </a:extLst>
          </p:cNvPr>
          <p:cNvSpPr>
            <a:spLocks/>
          </p:cNvSpPr>
          <p:nvPr/>
        </p:nvSpPr>
        <p:spPr>
          <a:xfrm>
            <a:off x="678063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0" name="data_8011">
            <a:extLst>
              <a:ext uri="{FF2B5EF4-FFF2-40B4-BE49-F238E27FC236}">
                <a16:creationId xmlns:a16="http://schemas.microsoft.com/office/drawing/2014/main" id="{27FFE46B-2C39-446D-8D35-BF42208C08F8}"/>
              </a:ext>
            </a:extLst>
          </p:cNvPr>
          <p:cNvSpPr>
            <a:spLocks/>
          </p:cNvSpPr>
          <p:nvPr/>
        </p:nvSpPr>
        <p:spPr>
          <a:xfrm>
            <a:off x="6711150" y="64069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1" name="data_8012">
            <a:extLst>
              <a:ext uri="{FF2B5EF4-FFF2-40B4-BE49-F238E27FC236}">
                <a16:creationId xmlns:a16="http://schemas.microsoft.com/office/drawing/2014/main" id="{594C8931-4C54-4551-9F18-2FE2013E251A}"/>
              </a:ext>
            </a:extLst>
          </p:cNvPr>
          <p:cNvSpPr>
            <a:spLocks/>
          </p:cNvSpPr>
          <p:nvPr/>
        </p:nvSpPr>
        <p:spPr>
          <a:xfrm>
            <a:off x="672778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2" name="data_8013">
            <a:extLst>
              <a:ext uri="{FF2B5EF4-FFF2-40B4-BE49-F238E27FC236}">
                <a16:creationId xmlns:a16="http://schemas.microsoft.com/office/drawing/2014/main" id="{6620CB28-E7FE-4401-834B-3B1169ED9E4D}"/>
              </a:ext>
            </a:extLst>
          </p:cNvPr>
          <p:cNvSpPr>
            <a:spLocks/>
          </p:cNvSpPr>
          <p:nvPr/>
        </p:nvSpPr>
        <p:spPr>
          <a:xfrm>
            <a:off x="678160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3" name="data_8014">
            <a:extLst>
              <a:ext uri="{FF2B5EF4-FFF2-40B4-BE49-F238E27FC236}">
                <a16:creationId xmlns:a16="http://schemas.microsoft.com/office/drawing/2014/main" id="{9328ADC9-ED53-4EC1-9C65-1579633D9711}"/>
              </a:ext>
            </a:extLst>
          </p:cNvPr>
          <p:cNvSpPr>
            <a:spLocks/>
          </p:cNvSpPr>
          <p:nvPr/>
        </p:nvSpPr>
        <p:spPr>
          <a:xfrm>
            <a:off x="6737987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4" name="data_8015">
            <a:extLst>
              <a:ext uri="{FF2B5EF4-FFF2-40B4-BE49-F238E27FC236}">
                <a16:creationId xmlns:a16="http://schemas.microsoft.com/office/drawing/2014/main" id="{1E65785D-6E48-4C12-AF22-E8EB7F4422B5}"/>
              </a:ext>
            </a:extLst>
          </p:cNvPr>
          <p:cNvSpPr>
            <a:spLocks/>
          </p:cNvSpPr>
          <p:nvPr/>
        </p:nvSpPr>
        <p:spPr>
          <a:xfrm>
            <a:off x="6735683" y="63925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5" name="data_8016">
            <a:extLst>
              <a:ext uri="{FF2B5EF4-FFF2-40B4-BE49-F238E27FC236}">
                <a16:creationId xmlns:a16="http://schemas.microsoft.com/office/drawing/2014/main" id="{7DC8C010-B315-4BEA-B65A-6D1C3D1E0272}"/>
              </a:ext>
            </a:extLst>
          </p:cNvPr>
          <p:cNvSpPr>
            <a:spLocks/>
          </p:cNvSpPr>
          <p:nvPr/>
        </p:nvSpPr>
        <p:spPr>
          <a:xfrm>
            <a:off x="671231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6" name="data_8017">
            <a:extLst>
              <a:ext uri="{FF2B5EF4-FFF2-40B4-BE49-F238E27FC236}">
                <a16:creationId xmlns:a16="http://schemas.microsoft.com/office/drawing/2014/main" id="{D16C327F-78A5-4F5D-9D12-700A8166F446}"/>
              </a:ext>
            </a:extLst>
          </p:cNvPr>
          <p:cNvSpPr>
            <a:spLocks/>
          </p:cNvSpPr>
          <p:nvPr/>
        </p:nvSpPr>
        <p:spPr>
          <a:xfrm>
            <a:off x="680059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7" name="data_8018">
            <a:extLst>
              <a:ext uri="{FF2B5EF4-FFF2-40B4-BE49-F238E27FC236}">
                <a16:creationId xmlns:a16="http://schemas.microsoft.com/office/drawing/2014/main" id="{191B3C93-9405-4BF5-BBF8-E2668F15E58E}"/>
              </a:ext>
            </a:extLst>
          </p:cNvPr>
          <p:cNvSpPr>
            <a:spLocks/>
          </p:cNvSpPr>
          <p:nvPr/>
        </p:nvSpPr>
        <p:spPr>
          <a:xfrm>
            <a:off x="676848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8" name="data_8019">
            <a:extLst>
              <a:ext uri="{FF2B5EF4-FFF2-40B4-BE49-F238E27FC236}">
                <a16:creationId xmlns:a16="http://schemas.microsoft.com/office/drawing/2014/main" id="{DA0F0B07-1AE6-4638-8A48-CE76EB1AA267}"/>
              </a:ext>
            </a:extLst>
          </p:cNvPr>
          <p:cNvSpPr>
            <a:spLocks/>
          </p:cNvSpPr>
          <p:nvPr/>
        </p:nvSpPr>
        <p:spPr>
          <a:xfrm>
            <a:off x="673765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9" name="data_8020">
            <a:extLst>
              <a:ext uri="{FF2B5EF4-FFF2-40B4-BE49-F238E27FC236}">
                <a16:creationId xmlns:a16="http://schemas.microsoft.com/office/drawing/2014/main" id="{7F8A4CB4-FD3D-4F26-877D-AEC27A432856}"/>
              </a:ext>
            </a:extLst>
          </p:cNvPr>
          <p:cNvSpPr>
            <a:spLocks/>
          </p:cNvSpPr>
          <p:nvPr/>
        </p:nvSpPr>
        <p:spPr>
          <a:xfrm>
            <a:off x="671435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0" name="data_8021">
            <a:extLst>
              <a:ext uri="{FF2B5EF4-FFF2-40B4-BE49-F238E27FC236}">
                <a16:creationId xmlns:a16="http://schemas.microsoft.com/office/drawing/2014/main" id="{8CB400F7-8978-448B-AF11-FF4F66E6D1BD}"/>
              </a:ext>
            </a:extLst>
          </p:cNvPr>
          <p:cNvSpPr>
            <a:spLocks/>
          </p:cNvSpPr>
          <p:nvPr/>
        </p:nvSpPr>
        <p:spPr>
          <a:xfrm>
            <a:off x="6767050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1" name="data_8022">
            <a:extLst>
              <a:ext uri="{FF2B5EF4-FFF2-40B4-BE49-F238E27FC236}">
                <a16:creationId xmlns:a16="http://schemas.microsoft.com/office/drawing/2014/main" id="{37EF48DA-5836-430F-BB15-A05DF4D1024F}"/>
              </a:ext>
            </a:extLst>
          </p:cNvPr>
          <p:cNvSpPr>
            <a:spLocks/>
          </p:cNvSpPr>
          <p:nvPr/>
        </p:nvSpPr>
        <p:spPr>
          <a:xfrm>
            <a:off x="6741758" y="5456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2" name="data_8023">
            <a:extLst>
              <a:ext uri="{FF2B5EF4-FFF2-40B4-BE49-F238E27FC236}">
                <a16:creationId xmlns:a16="http://schemas.microsoft.com/office/drawing/2014/main" id="{49371858-9C02-421D-9E62-BE988E1BDF1A}"/>
              </a:ext>
            </a:extLst>
          </p:cNvPr>
          <p:cNvSpPr>
            <a:spLocks/>
          </p:cNvSpPr>
          <p:nvPr/>
        </p:nvSpPr>
        <p:spPr>
          <a:xfrm>
            <a:off x="673914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3" name="data_8024">
            <a:extLst>
              <a:ext uri="{FF2B5EF4-FFF2-40B4-BE49-F238E27FC236}">
                <a16:creationId xmlns:a16="http://schemas.microsoft.com/office/drawing/2014/main" id="{255AF3F5-04A4-4E28-87DF-362F42385666}"/>
              </a:ext>
            </a:extLst>
          </p:cNvPr>
          <p:cNvSpPr>
            <a:spLocks/>
          </p:cNvSpPr>
          <p:nvPr/>
        </p:nvSpPr>
        <p:spPr>
          <a:xfrm>
            <a:off x="672513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4" name="data_8025">
            <a:extLst>
              <a:ext uri="{FF2B5EF4-FFF2-40B4-BE49-F238E27FC236}">
                <a16:creationId xmlns:a16="http://schemas.microsoft.com/office/drawing/2014/main" id="{9FC7B262-E6CB-41C9-8469-3BCAD06B6ACA}"/>
              </a:ext>
            </a:extLst>
          </p:cNvPr>
          <p:cNvSpPr>
            <a:spLocks/>
          </p:cNvSpPr>
          <p:nvPr/>
        </p:nvSpPr>
        <p:spPr>
          <a:xfrm>
            <a:off x="674565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5" name="data_8026">
            <a:extLst>
              <a:ext uri="{FF2B5EF4-FFF2-40B4-BE49-F238E27FC236}">
                <a16:creationId xmlns:a16="http://schemas.microsoft.com/office/drawing/2014/main" id="{8E47589E-2A66-40F6-AA2D-58BFCE432FFC}"/>
              </a:ext>
            </a:extLst>
          </p:cNvPr>
          <p:cNvSpPr>
            <a:spLocks/>
          </p:cNvSpPr>
          <p:nvPr/>
        </p:nvSpPr>
        <p:spPr>
          <a:xfrm>
            <a:off x="673607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6" name="data_8027">
            <a:extLst>
              <a:ext uri="{FF2B5EF4-FFF2-40B4-BE49-F238E27FC236}">
                <a16:creationId xmlns:a16="http://schemas.microsoft.com/office/drawing/2014/main" id="{BD488986-4073-418D-86D9-C3185F16E50A}"/>
              </a:ext>
            </a:extLst>
          </p:cNvPr>
          <p:cNvSpPr>
            <a:spLocks/>
          </p:cNvSpPr>
          <p:nvPr/>
        </p:nvSpPr>
        <p:spPr>
          <a:xfrm>
            <a:off x="6744347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7" name="data_8028">
            <a:extLst>
              <a:ext uri="{FF2B5EF4-FFF2-40B4-BE49-F238E27FC236}">
                <a16:creationId xmlns:a16="http://schemas.microsoft.com/office/drawing/2014/main" id="{6C22D408-8E10-4EB9-98FB-7F64B2DB46D8}"/>
              </a:ext>
            </a:extLst>
          </p:cNvPr>
          <p:cNvSpPr>
            <a:spLocks/>
          </p:cNvSpPr>
          <p:nvPr/>
        </p:nvSpPr>
        <p:spPr>
          <a:xfrm>
            <a:off x="679634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8" name="data_8029">
            <a:extLst>
              <a:ext uri="{FF2B5EF4-FFF2-40B4-BE49-F238E27FC236}">
                <a16:creationId xmlns:a16="http://schemas.microsoft.com/office/drawing/2014/main" id="{63108F93-AC46-4F4E-B567-1CE5571664CB}"/>
              </a:ext>
            </a:extLst>
          </p:cNvPr>
          <p:cNvSpPr>
            <a:spLocks/>
          </p:cNvSpPr>
          <p:nvPr/>
        </p:nvSpPr>
        <p:spPr>
          <a:xfrm>
            <a:off x="6706448" y="66524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9" name="data_8030">
            <a:extLst>
              <a:ext uri="{FF2B5EF4-FFF2-40B4-BE49-F238E27FC236}">
                <a16:creationId xmlns:a16="http://schemas.microsoft.com/office/drawing/2014/main" id="{91D6FD3F-9F57-4BB1-87F7-EC71E0AB15EB}"/>
              </a:ext>
            </a:extLst>
          </p:cNvPr>
          <p:cNvSpPr>
            <a:spLocks/>
          </p:cNvSpPr>
          <p:nvPr/>
        </p:nvSpPr>
        <p:spPr>
          <a:xfrm>
            <a:off x="693724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0" name="data_8031">
            <a:extLst>
              <a:ext uri="{FF2B5EF4-FFF2-40B4-BE49-F238E27FC236}">
                <a16:creationId xmlns:a16="http://schemas.microsoft.com/office/drawing/2014/main" id="{3CE0C35F-86E1-4129-8018-31288AD47F9D}"/>
              </a:ext>
            </a:extLst>
          </p:cNvPr>
          <p:cNvSpPr>
            <a:spLocks/>
          </p:cNvSpPr>
          <p:nvPr/>
        </p:nvSpPr>
        <p:spPr>
          <a:xfrm>
            <a:off x="697444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1" name="data_8032">
            <a:extLst>
              <a:ext uri="{FF2B5EF4-FFF2-40B4-BE49-F238E27FC236}">
                <a16:creationId xmlns:a16="http://schemas.microsoft.com/office/drawing/2014/main" id="{60764B0C-8B52-4527-9E3C-FEFA044383E4}"/>
              </a:ext>
            </a:extLst>
          </p:cNvPr>
          <p:cNvSpPr>
            <a:spLocks/>
          </p:cNvSpPr>
          <p:nvPr/>
        </p:nvSpPr>
        <p:spPr>
          <a:xfrm>
            <a:off x="697678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2" name="data_8033">
            <a:extLst>
              <a:ext uri="{FF2B5EF4-FFF2-40B4-BE49-F238E27FC236}">
                <a16:creationId xmlns:a16="http://schemas.microsoft.com/office/drawing/2014/main" id="{D815C661-39D1-4DDD-A9BB-FACE4A72B42D}"/>
              </a:ext>
            </a:extLst>
          </p:cNvPr>
          <p:cNvSpPr>
            <a:spLocks/>
          </p:cNvSpPr>
          <p:nvPr/>
        </p:nvSpPr>
        <p:spPr>
          <a:xfrm>
            <a:off x="696009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3" name="data_8034">
            <a:extLst>
              <a:ext uri="{FF2B5EF4-FFF2-40B4-BE49-F238E27FC236}">
                <a16:creationId xmlns:a16="http://schemas.microsoft.com/office/drawing/2014/main" id="{D1C81630-93A6-4353-959D-15DE766AC49C}"/>
              </a:ext>
            </a:extLst>
          </p:cNvPr>
          <p:cNvSpPr>
            <a:spLocks/>
          </p:cNvSpPr>
          <p:nvPr/>
        </p:nvSpPr>
        <p:spPr>
          <a:xfrm>
            <a:off x="694342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4" name="data_8035">
            <a:extLst>
              <a:ext uri="{FF2B5EF4-FFF2-40B4-BE49-F238E27FC236}">
                <a16:creationId xmlns:a16="http://schemas.microsoft.com/office/drawing/2014/main" id="{4F20F415-4038-4B28-9742-74F26FC46FB4}"/>
              </a:ext>
            </a:extLst>
          </p:cNvPr>
          <p:cNvSpPr>
            <a:spLocks/>
          </p:cNvSpPr>
          <p:nvPr/>
        </p:nvSpPr>
        <p:spPr>
          <a:xfrm>
            <a:off x="6966349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5" name="data_8036">
            <a:extLst>
              <a:ext uri="{FF2B5EF4-FFF2-40B4-BE49-F238E27FC236}">
                <a16:creationId xmlns:a16="http://schemas.microsoft.com/office/drawing/2014/main" id="{856310E3-EA9B-4297-8E09-6DD9223C9497}"/>
              </a:ext>
            </a:extLst>
          </p:cNvPr>
          <p:cNvSpPr>
            <a:spLocks/>
          </p:cNvSpPr>
          <p:nvPr/>
        </p:nvSpPr>
        <p:spPr>
          <a:xfrm>
            <a:off x="694164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6" name="data_8037">
            <a:extLst>
              <a:ext uri="{FF2B5EF4-FFF2-40B4-BE49-F238E27FC236}">
                <a16:creationId xmlns:a16="http://schemas.microsoft.com/office/drawing/2014/main" id="{5D7418AA-9752-4755-AD4C-A6E755B194CA}"/>
              </a:ext>
            </a:extLst>
          </p:cNvPr>
          <p:cNvSpPr>
            <a:spLocks/>
          </p:cNvSpPr>
          <p:nvPr/>
        </p:nvSpPr>
        <p:spPr>
          <a:xfrm>
            <a:off x="695388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7" name="data_8038">
            <a:extLst>
              <a:ext uri="{FF2B5EF4-FFF2-40B4-BE49-F238E27FC236}">
                <a16:creationId xmlns:a16="http://schemas.microsoft.com/office/drawing/2014/main" id="{6C32EC50-CF4A-4A35-9C76-7D74A34C0E5D}"/>
              </a:ext>
            </a:extLst>
          </p:cNvPr>
          <p:cNvSpPr>
            <a:spLocks/>
          </p:cNvSpPr>
          <p:nvPr/>
        </p:nvSpPr>
        <p:spPr>
          <a:xfrm>
            <a:off x="7022268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8" name="data_8039">
            <a:extLst>
              <a:ext uri="{FF2B5EF4-FFF2-40B4-BE49-F238E27FC236}">
                <a16:creationId xmlns:a16="http://schemas.microsoft.com/office/drawing/2014/main" id="{7E39CC03-7341-4BC1-B252-5F7531EA7CE5}"/>
              </a:ext>
            </a:extLst>
          </p:cNvPr>
          <p:cNvSpPr>
            <a:spLocks/>
          </p:cNvSpPr>
          <p:nvPr/>
        </p:nvSpPr>
        <p:spPr>
          <a:xfrm>
            <a:off x="701085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9" name="data_8040">
            <a:extLst>
              <a:ext uri="{FF2B5EF4-FFF2-40B4-BE49-F238E27FC236}">
                <a16:creationId xmlns:a16="http://schemas.microsoft.com/office/drawing/2014/main" id="{358F04AF-BBD1-49C2-94D6-7DE3309FE0A4}"/>
              </a:ext>
            </a:extLst>
          </p:cNvPr>
          <p:cNvSpPr>
            <a:spLocks/>
          </p:cNvSpPr>
          <p:nvPr/>
        </p:nvSpPr>
        <p:spPr>
          <a:xfrm>
            <a:off x="698288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0" name="data_8041">
            <a:extLst>
              <a:ext uri="{FF2B5EF4-FFF2-40B4-BE49-F238E27FC236}">
                <a16:creationId xmlns:a16="http://schemas.microsoft.com/office/drawing/2014/main" id="{FA8D4A8D-14CB-4024-B63F-E670888DC293}"/>
              </a:ext>
            </a:extLst>
          </p:cNvPr>
          <p:cNvSpPr>
            <a:spLocks/>
          </p:cNvSpPr>
          <p:nvPr/>
        </p:nvSpPr>
        <p:spPr>
          <a:xfrm>
            <a:off x="694810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1" name="data_8042">
            <a:extLst>
              <a:ext uri="{FF2B5EF4-FFF2-40B4-BE49-F238E27FC236}">
                <a16:creationId xmlns:a16="http://schemas.microsoft.com/office/drawing/2014/main" id="{96410EB8-59BE-4B05-B43E-A42857646515}"/>
              </a:ext>
            </a:extLst>
          </p:cNvPr>
          <p:cNvSpPr>
            <a:spLocks/>
          </p:cNvSpPr>
          <p:nvPr/>
        </p:nvSpPr>
        <p:spPr>
          <a:xfrm>
            <a:off x="6932244" y="64069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2" name="data_8043">
            <a:extLst>
              <a:ext uri="{FF2B5EF4-FFF2-40B4-BE49-F238E27FC236}">
                <a16:creationId xmlns:a16="http://schemas.microsoft.com/office/drawing/2014/main" id="{FD1D8C2A-2862-420B-9724-F236E5C96BB8}"/>
              </a:ext>
            </a:extLst>
          </p:cNvPr>
          <p:cNvSpPr>
            <a:spLocks/>
          </p:cNvSpPr>
          <p:nvPr/>
        </p:nvSpPr>
        <p:spPr>
          <a:xfrm>
            <a:off x="694205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3" name="data_8044">
            <a:extLst>
              <a:ext uri="{FF2B5EF4-FFF2-40B4-BE49-F238E27FC236}">
                <a16:creationId xmlns:a16="http://schemas.microsoft.com/office/drawing/2014/main" id="{B2C2ED8C-AD1B-4C92-A8A7-625A9580602E}"/>
              </a:ext>
            </a:extLst>
          </p:cNvPr>
          <p:cNvSpPr>
            <a:spLocks/>
          </p:cNvSpPr>
          <p:nvPr/>
        </p:nvSpPr>
        <p:spPr>
          <a:xfrm>
            <a:off x="695227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4" name="data_8045">
            <a:extLst>
              <a:ext uri="{FF2B5EF4-FFF2-40B4-BE49-F238E27FC236}">
                <a16:creationId xmlns:a16="http://schemas.microsoft.com/office/drawing/2014/main" id="{E7879F08-C4B4-4DF4-B240-156BE697060A}"/>
              </a:ext>
            </a:extLst>
          </p:cNvPr>
          <p:cNvSpPr>
            <a:spLocks/>
          </p:cNvSpPr>
          <p:nvPr/>
        </p:nvSpPr>
        <p:spPr>
          <a:xfrm>
            <a:off x="694912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5" name="data_8046">
            <a:extLst>
              <a:ext uri="{FF2B5EF4-FFF2-40B4-BE49-F238E27FC236}">
                <a16:creationId xmlns:a16="http://schemas.microsoft.com/office/drawing/2014/main" id="{D00F88B9-D3BA-4C79-B1EA-C4118EC7FC8B}"/>
              </a:ext>
            </a:extLst>
          </p:cNvPr>
          <p:cNvSpPr>
            <a:spLocks/>
          </p:cNvSpPr>
          <p:nvPr/>
        </p:nvSpPr>
        <p:spPr>
          <a:xfrm>
            <a:off x="6928157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6" name="data_8047">
            <a:extLst>
              <a:ext uri="{FF2B5EF4-FFF2-40B4-BE49-F238E27FC236}">
                <a16:creationId xmlns:a16="http://schemas.microsoft.com/office/drawing/2014/main" id="{0DA420FA-03BE-4AE4-BDCA-A9805BA20966}"/>
              </a:ext>
            </a:extLst>
          </p:cNvPr>
          <p:cNvSpPr>
            <a:spLocks/>
          </p:cNvSpPr>
          <p:nvPr/>
        </p:nvSpPr>
        <p:spPr>
          <a:xfrm>
            <a:off x="698018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7" name="data_8048">
            <a:extLst>
              <a:ext uri="{FF2B5EF4-FFF2-40B4-BE49-F238E27FC236}">
                <a16:creationId xmlns:a16="http://schemas.microsoft.com/office/drawing/2014/main" id="{0CAC6B75-B35B-4397-8D3F-249812F5C34B}"/>
              </a:ext>
            </a:extLst>
          </p:cNvPr>
          <p:cNvSpPr>
            <a:spLocks/>
          </p:cNvSpPr>
          <p:nvPr/>
        </p:nvSpPr>
        <p:spPr>
          <a:xfrm>
            <a:off x="7009903" y="6548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8" name="data_8049">
            <a:extLst>
              <a:ext uri="{FF2B5EF4-FFF2-40B4-BE49-F238E27FC236}">
                <a16:creationId xmlns:a16="http://schemas.microsoft.com/office/drawing/2014/main" id="{CC1242AF-3D5E-4F29-962D-D4CBDF9F6A3A}"/>
              </a:ext>
            </a:extLst>
          </p:cNvPr>
          <p:cNvSpPr>
            <a:spLocks/>
          </p:cNvSpPr>
          <p:nvPr/>
        </p:nvSpPr>
        <p:spPr>
          <a:xfrm>
            <a:off x="693286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9" name="data_8050">
            <a:extLst>
              <a:ext uri="{FF2B5EF4-FFF2-40B4-BE49-F238E27FC236}">
                <a16:creationId xmlns:a16="http://schemas.microsoft.com/office/drawing/2014/main" id="{1AF73AF4-A3C8-4D12-8D5D-9332C92D26AE}"/>
              </a:ext>
            </a:extLst>
          </p:cNvPr>
          <p:cNvSpPr>
            <a:spLocks/>
          </p:cNvSpPr>
          <p:nvPr/>
        </p:nvSpPr>
        <p:spPr>
          <a:xfrm>
            <a:off x="699049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0" name="data_8051">
            <a:extLst>
              <a:ext uri="{FF2B5EF4-FFF2-40B4-BE49-F238E27FC236}">
                <a16:creationId xmlns:a16="http://schemas.microsoft.com/office/drawing/2014/main" id="{E1629E2C-D0EB-42F9-BBA8-3B5E2E16CA20}"/>
              </a:ext>
            </a:extLst>
          </p:cNvPr>
          <p:cNvSpPr>
            <a:spLocks/>
          </p:cNvSpPr>
          <p:nvPr/>
        </p:nvSpPr>
        <p:spPr>
          <a:xfrm>
            <a:off x="699993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1" name="data_8052">
            <a:extLst>
              <a:ext uri="{FF2B5EF4-FFF2-40B4-BE49-F238E27FC236}">
                <a16:creationId xmlns:a16="http://schemas.microsoft.com/office/drawing/2014/main" id="{546BBF87-BE94-4E5B-BECC-C4EF7CFC879A}"/>
              </a:ext>
            </a:extLst>
          </p:cNvPr>
          <p:cNvSpPr>
            <a:spLocks/>
          </p:cNvSpPr>
          <p:nvPr/>
        </p:nvSpPr>
        <p:spPr>
          <a:xfrm>
            <a:off x="6956033" y="53201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2" name="data_8053">
            <a:extLst>
              <a:ext uri="{FF2B5EF4-FFF2-40B4-BE49-F238E27FC236}">
                <a16:creationId xmlns:a16="http://schemas.microsoft.com/office/drawing/2014/main" id="{58911962-75DC-4191-B356-B770D06F0D16}"/>
              </a:ext>
            </a:extLst>
          </p:cNvPr>
          <p:cNvSpPr>
            <a:spLocks/>
          </p:cNvSpPr>
          <p:nvPr/>
        </p:nvSpPr>
        <p:spPr>
          <a:xfrm>
            <a:off x="700657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3" name="data_8054">
            <a:extLst>
              <a:ext uri="{FF2B5EF4-FFF2-40B4-BE49-F238E27FC236}">
                <a16:creationId xmlns:a16="http://schemas.microsoft.com/office/drawing/2014/main" id="{3B815CC6-6A18-4896-A117-5D21CF2344A6}"/>
              </a:ext>
            </a:extLst>
          </p:cNvPr>
          <p:cNvSpPr>
            <a:spLocks/>
          </p:cNvSpPr>
          <p:nvPr/>
        </p:nvSpPr>
        <p:spPr>
          <a:xfrm>
            <a:off x="697156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4" name="data_8055">
            <a:extLst>
              <a:ext uri="{FF2B5EF4-FFF2-40B4-BE49-F238E27FC236}">
                <a16:creationId xmlns:a16="http://schemas.microsoft.com/office/drawing/2014/main" id="{1FFD2EF5-EE4D-4783-A2B6-5A165DDEC1FA}"/>
              </a:ext>
            </a:extLst>
          </p:cNvPr>
          <p:cNvSpPr>
            <a:spLocks/>
          </p:cNvSpPr>
          <p:nvPr/>
        </p:nvSpPr>
        <p:spPr>
          <a:xfrm>
            <a:off x="6973957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5" name="data_8056">
            <a:extLst>
              <a:ext uri="{FF2B5EF4-FFF2-40B4-BE49-F238E27FC236}">
                <a16:creationId xmlns:a16="http://schemas.microsoft.com/office/drawing/2014/main" id="{5CD769E5-C078-452B-B67A-D3A30FB23FF2}"/>
              </a:ext>
            </a:extLst>
          </p:cNvPr>
          <p:cNvSpPr>
            <a:spLocks/>
          </p:cNvSpPr>
          <p:nvPr/>
        </p:nvSpPr>
        <p:spPr>
          <a:xfrm>
            <a:off x="701507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6" name="data_8057">
            <a:extLst>
              <a:ext uri="{FF2B5EF4-FFF2-40B4-BE49-F238E27FC236}">
                <a16:creationId xmlns:a16="http://schemas.microsoft.com/office/drawing/2014/main" id="{FCC20445-34E5-4B2F-90D1-546C0427E87B}"/>
              </a:ext>
            </a:extLst>
          </p:cNvPr>
          <p:cNvSpPr>
            <a:spLocks/>
          </p:cNvSpPr>
          <p:nvPr/>
        </p:nvSpPr>
        <p:spPr>
          <a:xfrm>
            <a:off x="700492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7" name="data_8058">
            <a:extLst>
              <a:ext uri="{FF2B5EF4-FFF2-40B4-BE49-F238E27FC236}">
                <a16:creationId xmlns:a16="http://schemas.microsoft.com/office/drawing/2014/main" id="{F3DF0AF7-38D9-4C12-8298-2FF48029AF7A}"/>
              </a:ext>
            </a:extLst>
          </p:cNvPr>
          <p:cNvSpPr>
            <a:spLocks/>
          </p:cNvSpPr>
          <p:nvPr/>
        </p:nvSpPr>
        <p:spPr>
          <a:xfrm>
            <a:off x="699262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8" name="data_8059">
            <a:extLst>
              <a:ext uri="{FF2B5EF4-FFF2-40B4-BE49-F238E27FC236}">
                <a16:creationId xmlns:a16="http://schemas.microsoft.com/office/drawing/2014/main" id="{59677F9A-8A4C-43B6-8169-6B0337ADFE27}"/>
              </a:ext>
            </a:extLst>
          </p:cNvPr>
          <p:cNvSpPr>
            <a:spLocks/>
          </p:cNvSpPr>
          <p:nvPr/>
        </p:nvSpPr>
        <p:spPr>
          <a:xfrm>
            <a:off x="695954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9" name="data_8060">
            <a:extLst>
              <a:ext uri="{FF2B5EF4-FFF2-40B4-BE49-F238E27FC236}">
                <a16:creationId xmlns:a16="http://schemas.microsoft.com/office/drawing/2014/main" id="{10E26968-7C44-4B9B-BB28-4277FDE23E05}"/>
              </a:ext>
            </a:extLst>
          </p:cNvPr>
          <p:cNvSpPr>
            <a:spLocks/>
          </p:cNvSpPr>
          <p:nvPr/>
        </p:nvSpPr>
        <p:spPr>
          <a:xfrm>
            <a:off x="6999252" y="66091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0" name="data_8061">
            <a:extLst>
              <a:ext uri="{FF2B5EF4-FFF2-40B4-BE49-F238E27FC236}">
                <a16:creationId xmlns:a16="http://schemas.microsoft.com/office/drawing/2014/main" id="{682BD2E0-1239-48FC-A6CD-F3F9AE834F7D}"/>
              </a:ext>
            </a:extLst>
          </p:cNvPr>
          <p:cNvSpPr>
            <a:spLocks/>
          </p:cNvSpPr>
          <p:nvPr/>
        </p:nvSpPr>
        <p:spPr>
          <a:xfrm>
            <a:off x="700188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1" name="data_8062">
            <a:extLst>
              <a:ext uri="{FF2B5EF4-FFF2-40B4-BE49-F238E27FC236}">
                <a16:creationId xmlns:a16="http://schemas.microsoft.com/office/drawing/2014/main" id="{733F97DB-B8EA-4083-9CC9-04D483965EC2}"/>
              </a:ext>
            </a:extLst>
          </p:cNvPr>
          <p:cNvSpPr>
            <a:spLocks/>
          </p:cNvSpPr>
          <p:nvPr/>
        </p:nvSpPr>
        <p:spPr>
          <a:xfrm>
            <a:off x="6963647" y="68691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2" name="data_8063">
            <a:extLst>
              <a:ext uri="{FF2B5EF4-FFF2-40B4-BE49-F238E27FC236}">
                <a16:creationId xmlns:a16="http://schemas.microsoft.com/office/drawing/2014/main" id="{58B7D361-C889-40C3-8037-2F20A7B6C37B}"/>
              </a:ext>
            </a:extLst>
          </p:cNvPr>
          <p:cNvSpPr>
            <a:spLocks/>
          </p:cNvSpPr>
          <p:nvPr/>
        </p:nvSpPr>
        <p:spPr>
          <a:xfrm>
            <a:off x="692552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3" name="data_8064">
            <a:extLst>
              <a:ext uri="{FF2B5EF4-FFF2-40B4-BE49-F238E27FC236}">
                <a16:creationId xmlns:a16="http://schemas.microsoft.com/office/drawing/2014/main" id="{7143C1C3-788B-4DCF-9417-CA88F11607A3}"/>
              </a:ext>
            </a:extLst>
          </p:cNvPr>
          <p:cNvSpPr>
            <a:spLocks/>
          </p:cNvSpPr>
          <p:nvPr/>
        </p:nvSpPr>
        <p:spPr>
          <a:xfrm>
            <a:off x="695171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4" name="data_8065">
            <a:extLst>
              <a:ext uri="{FF2B5EF4-FFF2-40B4-BE49-F238E27FC236}">
                <a16:creationId xmlns:a16="http://schemas.microsoft.com/office/drawing/2014/main" id="{D0E8A1F7-AC4E-41EC-A89B-9117D7D12FD4}"/>
              </a:ext>
            </a:extLst>
          </p:cNvPr>
          <p:cNvSpPr>
            <a:spLocks/>
          </p:cNvSpPr>
          <p:nvPr/>
        </p:nvSpPr>
        <p:spPr>
          <a:xfrm>
            <a:off x="693546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5" name="data_8066">
            <a:extLst>
              <a:ext uri="{FF2B5EF4-FFF2-40B4-BE49-F238E27FC236}">
                <a16:creationId xmlns:a16="http://schemas.microsoft.com/office/drawing/2014/main" id="{6567ADEB-8539-4890-BAC6-244EF5B45436}"/>
              </a:ext>
            </a:extLst>
          </p:cNvPr>
          <p:cNvSpPr>
            <a:spLocks/>
          </p:cNvSpPr>
          <p:nvPr/>
        </p:nvSpPr>
        <p:spPr>
          <a:xfrm>
            <a:off x="695237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6" name="data_8067">
            <a:extLst>
              <a:ext uri="{FF2B5EF4-FFF2-40B4-BE49-F238E27FC236}">
                <a16:creationId xmlns:a16="http://schemas.microsoft.com/office/drawing/2014/main" id="{A47D923B-AA60-4861-819D-1A192BB1192B}"/>
              </a:ext>
            </a:extLst>
          </p:cNvPr>
          <p:cNvSpPr>
            <a:spLocks/>
          </p:cNvSpPr>
          <p:nvPr/>
        </p:nvSpPr>
        <p:spPr>
          <a:xfrm>
            <a:off x="6927194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7" name="data_8068">
            <a:extLst>
              <a:ext uri="{FF2B5EF4-FFF2-40B4-BE49-F238E27FC236}">
                <a16:creationId xmlns:a16="http://schemas.microsoft.com/office/drawing/2014/main" id="{E14A1A08-DC66-466E-9BF0-382743FC11F6}"/>
              </a:ext>
            </a:extLst>
          </p:cNvPr>
          <p:cNvSpPr>
            <a:spLocks/>
          </p:cNvSpPr>
          <p:nvPr/>
        </p:nvSpPr>
        <p:spPr>
          <a:xfrm>
            <a:off x="701202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8" name="data_8069">
            <a:extLst>
              <a:ext uri="{FF2B5EF4-FFF2-40B4-BE49-F238E27FC236}">
                <a16:creationId xmlns:a16="http://schemas.microsoft.com/office/drawing/2014/main" id="{3AD259D3-15C7-45BC-9994-CBDDA689BBF1}"/>
              </a:ext>
            </a:extLst>
          </p:cNvPr>
          <p:cNvSpPr>
            <a:spLocks/>
          </p:cNvSpPr>
          <p:nvPr/>
        </p:nvSpPr>
        <p:spPr>
          <a:xfrm>
            <a:off x="6992218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9" name="data_8070">
            <a:extLst>
              <a:ext uri="{FF2B5EF4-FFF2-40B4-BE49-F238E27FC236}">
                <a16:creationId xmlns:a16="http://schemas.microsoft.com/office/drawing/2014/main" id="{DBE40809-7ECF-40D0-9D97-6BB373D15025}"/>
              </a:ext>
            </a:extLst>
          </p:cNvPr>
          <p:cNvSpPr>
            <a:spLocks/>
          </p:cNvSpPr>
          <p:nvPr/>
        </p:nvSpPr>
        <p:spPr>
          <a:xfrm>
            <a:off x="7010515" y="53960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0" name="data_8071">
            <a:extLst>
              <a:ext uri="{FF2B5EF4-FFF2-40B4-BE49-F238E27FC236}">
                <a16:creationId xmlns:a16="http://schemas.microsoft.com/office/drawing/2014/main" id="{00FA4A22-C1D3-4FF2-B1B5-F6E78E59ABCC}"/>
              </a:ext>
            </a:extLst>
          </p:cNvPr>
          <p:cNvSpPr>
            <a:spLocks/>
          </p:cNvSpPr>
          <p:nvPr/>
        </p:nvSpPr>
        <p:spPr>
          <a:xfrm>
            <a:off x="692489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1" name="data_8072">
            <a:extLst>
              <a:ext uri="{FF2B5EF4-FFF2-40B4-BE49-F238E27FC236}">
                <a16:creationId xmlns:a16="http://schemas.microsoft.com/office/drawing/2014/main" id="{E8C55647-FACB-4CD0-9A36-97350C3C2DD2}"/>
              </a:ext>
            </a:extLst>
          </p:cNvPr>
          <p:cNvSpPr>
            <a:spLocks/>
          </p:cNvSpPr>
          <p:nvPr/>
        </p:nvSpPr>
        <p:spPr>
          <a:xfrm>
            <a:off x="700165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2" name="data_8073">
            <a:extLst>
              <a:ext uri="{FF2B5EF4-FFF2-40B4-BE49-F238E27FC236}">
                <a16:creationId xmlns:a16="http://schemas.microsoft.com/office/drawing/2014/main" id="{CAD4B9AF-1D99-42EF-8D59-5B09E3320F0A}"/>
              </a:ext>
            </a:extLst>
          </p:cNvPr>
          <p:cNvSpPr>
            <a:spLocks/>
          </p:cNvSpPr>
          <p:nvPr/>
        </p:nvSpPr>
        <p:spPr>
          <a:xfrm>
            <a:off x="700694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3" name="data_8074">
            <a:extLst>
              <a:ext uri="{FF2B5EF4-FFF2-40B4-BE49-F238E27FC236}">
                <a16:creationId xmlns:a16="http://schemas.microsoft.com/office/drawing/2014/main" id="{0390AA67-64DE-4559-9BF5-2A8ABC36733C}"/>
              </a:ext>
            </a:extLst>
          </p:cNvPr>
          <p:cNvSpPr>
            <a:spLocks/>
          </p:cNvSpPr>
          <p:nvPr/>
        </p:nvSpPr>
        <p:spPr>
          <a:xfrm>
            <a:off x="6922551" y="5612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4" name="data_8075">
            <a:extLst>
              <a:ext uri="{FF2B5EF4-FFF2-40B4-BE49-F238E27FC236}">
                <a16:creationId xmlns:a16="http://schemas.microsoft.com/office/drawing/2014/main" id="{5929A16F-73EB-417C-B2C2-EBEA329B6AAD}"/>
              </a:ext>
            </a:extLst>
          </p:cNvPr>
          <p:cNvSpPr>
            <a:spLocks/>
          </p:cNvSpPr>
          <p:nvPr/>
        </p:nvSpPr>
        <p:spPr>
          <a:xfrm>
            <a:off x="696477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5" name="data_8076">
            <a:extLst>
              <a:ext uri="{FF2B5EF4-FFF2-40B4-BE49-F238E27FC236}">
                <a16:creationId xmlns:a16="http://schemas.microsoft.com/office/drawing/2014/main" id="{6CE9F67D-9B75-4672-A10C-A4125D557E60}"/>
              </a:ext>
            </a:extLst>
          </p:cNvPr>
          <p:cNvSpPr>
            <a:spLocks/>
          </p:cNvSpPr>
          <p:nvPr/>
        </p:nvSpPr>
        <p:spPr>
          <a:xfrm>
            <a:off x="699080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6" name="data_8077">
            <a:extLst>
              <a:ext uri="{FF2B5EF4-FFF2-40B4-BE49-F238E27FC236}">
                <a16:creationId xmlns:a16="http://schemas.microsoft.com/office/drawing/2014/main" id="{A2AEB81A-B688-477D-903F-247CA98F4969}"/>
              </a:ext>
            </a:extLst>
          </p:cNvPr>
          <p:cNvSpPr>
            <a:spLocks/>
          </p:cNvSpPr>
          <p:nvPr/>
        </p:nvSpPr>
        <p:spPr>
          <a:xfrm>
            <a:off x="6938191" y="67724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7" name="data_8078">
            <a:extLst>
              <a:ext uri="{FF2B5EF4-FFF2-40B4-BE49-F238E27FC236}">
                <a16:creationId xmlns:a16="http://schemas.microsoft.com/office/drawing/2014/main" id="{7F9DEC97-5BD6-4E26-94A3-415EBB0A2F6D}"/>
              </a:ext>
            </a:extLst>
          </p:cNvPr>
          <p:cNvSpPr>
            <a:spLocks/>
          </p:cNvSpPr>
          <p:nvPr/>
        </p:nvSpPr>
        <p:spPr>
          <a:xfrm>
            <a:off x="697144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8" name="data_8079">
            <a:extLst>
              <a:ext uri="{FF2B5EF4-FFF2-40B4-BE49-F238E27FC236}">
                <a16:creationId xmlns:a16="http://schemas.microsoft.com/office/drawing/2014/main" id="{804D2E3E-2556-4B53-8F56-05952576A7FD}"/>
              </a:ext>
            </a:extLst>
          </p:cNvPr>
          <p:cNvSpPr>
            <a:spLocks/>
          </p:cNvSpPr>
          <p:nvPr/>
        </p:nvSpPr>
        <p:spPr>
          <a:xfrm>
            <a:off x="700856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9" name="data_8080">
            <a:extLst>
              <a:ext uri="{FF2B5EF4-FFF2-40B4-BE49-F238E27FC236}">
                <a16:creationId xmlns:a16="http://schemas.microsoft.com/office/drawing/2014/main" id="{1914E766-4DFF-47C3-AAF9-BBBA62D0B97D}"/>
              </a:ext>
            </a:extLst>
          </p:cNvPr>
          <p:cNvSpPr>
            <a:spLocks/>
          </p:cNvSpPr>
          <p:nvPr/>
        </p:nvSpPr>
        <p:spPr>
          <a:xfrm>
            <a:off x="6960169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0" name="data_8081">
            <a:extLst>
              <a:ext uri="{FF2B5EF4-FFF2-40B4-BE49-F238E27FC236}">
                <a16:creationId xmlns:a16="http://schemas.microsoft.com/office/drawing/2014/main" id="{B36E7307-50F4-44F1-9A36-34AC7247F4E4}"/>
              </a:ext>
            </a:extLst>
          </p:cNvPr>
          <p:cNvSpPr>
            <a:spLocks/>
          </p:cNvSpPr>
          <p:nvPr/>
        </p:nvSpPr>
        <p:spPr>
          <a:xfrm>
            <a:off x="6929666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1" name="data_8082">
            <a:extLst>
              <a:ext uri="{FF2B5EF4-FFF2-40B4-BE49-F238E27FC236}">
                <a16:creationId xmlns:a16="http://schemas.microsoft.com/office/drawing/2014/main" id="{8D59A227-DBDC-4366-A349-EB37ABC330F9}"/>
              </a:ext>
            </a:extLst>
          </p:cNvPr>
          <p:cNvSpPr>
            <a:spLocks/>
          </p:cNvSpPr>
          <p:nvPr/>
        </p:nvSpPr>
        <p:spPr>
          <a:xfrm>
            <a:off x="7003204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2" name="data_8083">
            <a:extLst>
              <a:ext uri="{FF2B5EF4-FFF2-40B4-BE49-F238E27FC236}">
                <a16:creationId xmlns:a16="http://schemas.microsoft.com/office/drawing/2014/main" id="{A29DC4E6-D548-41F8-A774-1BF2DC626BEF}"/>
              </a:ext>
            </a:extLst>
          </p:cNvPr>
          <p:cNvSpPr>
            <a:spLocks/>
          </p:cNvSpPr>
          <p:nvPr/>
        </p:nvSpPr>
        <p:spPr>
          <a:xfrm>
            <a:off x="694273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3" name="data_8084">
            <a:extLst>
              <a:ext uri="{FF2B5EF4-FFF2-40B4-BE49-F238E27FC236}">
                <a16:creationId xmlns:a16="http://schemas.microsoft.com/office/drawing/2014/main" id="{911F5C53-CC72-4894-9E32-2EBB1BFFB601}"/>
              </a:ext>
            </a:extLst>
          </p:cNvPr>
          <p:cNvSpPr>
            <a:spLocks/>
          </p:cNvSpPr>
          <p:nvPr/>
        </p:nvSpPr>
        <p:spPr>
          <a:xfrm>
            <a:off x="6962162" y="55476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4" name="data_8085">
            <a:extLst>
              <a:ext uri="{FF2B5EF4-FFF2-40B4-BE49-F238E27FC236}">
                <a16:creationId xmlns:a16="http://schemas.microsoft.com/office/drawing/2014/main" id="{122B7EAF-CAF2-41FB-9C90-DE2CB220173D}"/>
              </a:ext>
            </a:extLst>
          </p:cNvPr>
          <p:cNvSpPr>
            <a:spLocks/>
          </p:cNvSpPr>
          <p:nvPr/>
        </p:nvSpPr>
        <p:spPr>
          <a:xfrm>
            <a:off x="697268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5" name="data_8086">
            <a:extLst>
              <a:ext uri="{FF2B5EF4-FFF2-40B4-BE49-F238E27FC236}">
                <a16:creationId xmlns:a16="http://schemas.microsoft.com/office/drawing/2014/main" id="{37926104-8BB5-4E6C-AE0D-87B67A94C17B}"/>
              </a:ext>
            </a:extLst>
          </p:cNvPr>
          <p:cNvSpPr>
            <a:spLocks/>
          </p:cNvSpPr>
          <p:nvPr/>
        </p:nvSpPr>
        <p:spPr>
          <a:xfrm>
            <a:off x="691824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6" name="data_8087">
            <a:extLst>
              <a:ext uri="{FF2B5EF4-FFF2-40B4-BE49-F238E27FC236}">
                <a16:creationId xmlns:a16="http://schemas.microsoft.com/office/drawing/2014/main" id="{75D353E6-D42B-4188-B44B-F7E3AEAACE57}"/>
              </a:ext>
            </a:extLst>
          </p:cNvPr>
          <p:cNvSpPr>
            <a:spLocks/>
          </p:cNvSpPr>
          <p:nvPr/>
        </p:nvSpPr>
        <p:spPr>
          <a:xfrm>
            <a:off x="700542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7" name="data_8088">
            <a:extLst>
              <a:ext uri="{FF2B5EF4-FFF2-40B4-BE49-F238E27FC236}">
                <a16:creationId xmlns:a16="http://schemas.microsoft.com/office/drawing/2014/main" id="{85342726-8EF9-41C7-9822-FAC527F398EA}"/>
              </a:ext>
            </a:extLst>
          </p:cNvPr>
          <p:cNvSpPr>
            <a:spLocks/>
          </p:cNvSpPr>
          <p:nvPr/>
        </p:nvSpPr>
        <p:spPr>
          <a:xfrm>
            <a:off x="701630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8" name="data_8089">
            <a:extLst>
              <a:ext uri="{FF2B5EF4-FFF2-40B4-BE49-F238E27FC236}">
                <a16:creationId xmlns:a16="http://schemas.microsoft.com/office/drawing/2014/main" id="{59C13BBA-458B-4600-8317-910A69D1472C}"/>
              </a:ext>
            </a:extLst>
          </p:cNvPr>
          <p:cNvSpPr>
            <a:spLocks/>
          </p:cNvSpPr>
          <p:nvPr/>
        </p:nvSpPr>
        <p:spPr>
          <a:xfrm>
            <a:off x="694742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9" name="data_8090">
            <a:extLst>
              <a:ext uri="{FF2B5EF4-FFF2-40B4-BE49-F238E27FC236}">
                <a16:creationId xmlns:a16="http://schemas.microsoft.com/office/drawing/2014/main" id="{8EB5E5CC-229E-4EED-9A85-E82A0AC9D81D}"/>
              </a:ext>
            </a:extLst>
          </p:cNvPr>
          <p:cNvSpPr>
            <a:spLocks/>
          </p:cNvSpPr>
          <p:nvPr/>
        </p:nvSpPr>
        <p:spPr>
          <a:xfrm>
            <a:off x="6984625" y="55476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0" name="data_8091">
            <a:extLst>
              <a:ext uri="{FF2B5EF4-FFF2-40B4-BE49-F238E27FC236}">
                <a16:creationId xmlns:a16="http://schemas.microsoft.com/office/drawing/2014/main" id="{3FFFBF06-9F74-4568-BA46-AD9F0E737FDC}"/>
              </a:ext>
            </a:extLst>
          </p:cNvPr>
          <p:cNvSpPr>
            <a:spLocks/>
          </p:cNvSpPr>
          <p:nvPr/>
        </p:nvSpPr>
        <p:spPr>
          <a:xfrm>
            <a:off x="695321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1" name="data_8092">
            <a:extLst>
              <a:ext uri="{FF2B5EF4-FFF2-40B4-BE49-F238E27FC236}">
                <a16:creationId xmlns:a16="http://schemas.microsoft.com/office/drawing/2014/main" id="{AC574884-6498-44C4-969D-305EBE7AAD75}"/>
              </a:ext>
            </a:extLst>
          </p:cNvPr>
          <p:cNvSpPr>
            <a:spLocks/>
          </p:cNvSpPr>
          <p:nvPr/>
        </p:nvSpPr>
        <p:spPr>
          <a:xfrm>
            <a:off x="696397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2" name="data_8093">
            <a:extLst>
              <a:ext uri="{FF2B5EF4-FFF2-40B4-BE49-F238E27FC236}">
                <a16:creationId xmlns:a16="http://schemas.microsoft.com/office/drawing/2014/main" id="{0C186FDE-4B9E-4F39-87EF-3945749E3551}"/>
              </a:ext>
            </a:extLst>
          </p:cNvPr>
          <p:cNvSpPr>
            <a:spLocks/>
          </p:cNvSpPr>
          <p:nvPr/>
        </p:nvSpPr>
        <p:spPr>
          <a:xfrm>
            <a:off x="701752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3" name="data_8094">
            <a:extLst>
              <a:ext uri="{FF2B5EF4-FFF2-40B4-BE49-F238E27FC236}">
                <a16:creationId xmlns:a16="http://schemas.microsoft.com/office/drawing/2014/main" id="{173DBF64-767F-4496-B40B-F57CB3F94046}"/>
              </a:ext>
            </a:extLst>
          </p:cNvPr>
          <p:cNvSpPr>
            <a:spLocks/>
          </p:cNvSpPr>
          <p:nvPr/>
        </p:nvSpPr>
        <p:spPr>
          <a:xfrm>
            <a:off x="696942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4" name="data_8095">
            <a:extLst>
              <a:ext uri="{FF2B5EF4-FFF2-40B4-BE49-F238E27FC236}">
                <a16:creationId xmlns:a16="http://schemas.microsoft.com/office/drawing/2014/main" id="{0B433016-63D2-47F1-BF76-E86BF2D351B7}"/>
              </a:ext>
            </a:extLst>
          </p:cNvPr>
          <p:cNvSpPr>
            <a:spLocks/>
          </p:cNvSpPr>
          <p:nvPr/>
        </p:nvSpPr>
        <p:spPr>
          <a:xfrm>
            <a:off x="701608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5" name="data_8096">
            <a:extLst>
              <a:ext uri="{FF2B5EF4-FFF2-40B4-BE49-F238E27FC236}">
                <a16:creationId xmlns:a16="http://schemas.microsoft.com/office/drawing/2014/main" id="{E1F0CFA3-8D62-4B91-988B-2250FE10B4CC}"/>
              </a:ext>
            </a:extLst>
          </p:cNvPr>
          <p:cNvSpPr>
            <a:spLocks/>
          </p:cNvSpPr>
          <p:nvPr/>
        </p:nvSpPr>
        <p:spPr>
          <a:xfrm>
            <a:off x="696277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6" name="data_8097">
            <a:extLst>
              <a:ext uri="{FF2B5EF4-FFF2-40B4-BE49-F238E27FC236}">
                <a16:creationId xmlns:a16="http://schemas.microsoft.com/office/drawing/2014/main" id="{1FB80023-A006-43FC-830C-04240B2AE90F}"/>
              </a:ext>
            </a:extLst>
          </p:cNvPr>
          <p:cNvSpPr>
            <a:spLocks/>
          </p:cNvSpPr>
          <p:nvPr/>
        </p:nvSpPr>
        <p:spPr>
          <a:xfrm>
            <a:off x="699804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7" name="data_8098">
            <a:extLst>
              <a:ext uri="{FF2B5EF4-FFF2-40B4-BE49-F238E27FC236}">
                <a16:creationId xmlns:a16="http://schemas.microsoft.com/office/drawing/2014/main" id="{EB63329B-8029-498A-9A45-D9D8F561CD6C}"/>
              </a:ext>
            </a:extLst>
          </p:cNvPr>
          <p:cNvSpPr>
            <a:spLocks/>
          </p:cNvSpPr>
          <p:nvPr/>
        </p:nvSpPr>
        <p:spPr>
          <a:xfrm>
            <a:off x="698368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8" name="data_8099">
            <a:extLst>
              <a:ext uri="{FF2B5EF4-FFF2-40B4-BE49-F238E27FC236}">
                <a16:creationId xmlns:a16="http://schemas.microsoft.com/office/drawing/2014/main" id="{250D680E-74AD-4C86-AAEA-BBA08C44BD44}"/>
              </a:ext>
            </a:extLst>
          </p:cNvPr>
          <p:cNvSpPr>
            <a:spLocks/>
          </p:cNvSpPr>
          <p:nvPr/>
        </p:nvSpPr>
        <p:spPr>
          <a:xfrm>
            <a:off x="697949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9" name="data_8100">
            <a:extLst>
              <a:ext uri="{FF2B5EF4-FFF2-40B4-BE49-F238E27FC236}">
                <a16:creationId xmlns:a16="http://schemas.microsoft.com/office/drawing/2014/main" id="{6D9B41D6-DC7A-48DE-A8A1-A84C424C0FC6}"/>
              </a:ext>
            </a:extLst>
          </p:cNvPr>
          <p:cNvSpPr>
            <a:spLocks/>
          </p:cNvSpPr>
          <p:nvPr/>
        </p:nvSpPr>
        <p:spPr>
          <a:xfrm>
            <a:off x="692186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0" name="data_8101">
            <a:extLst>
              <a:ext uri="{FF2B5EF4-FFF2-40B4-BE49-F238E27FC236}">
                <a16:creationId xmlns:a16="http://schemas.microsoft.com/office/drawing/2014/main" id="{65E2AC0F-C7EE-4AC5-8C8A-13E49A3B058F}"/>
              </a:ext>
            </a:extLst>
          </p:cNvPr>
          <p:cNvSpPr>
            <a:spLocks/>
          </p:cNvSpPr>
          <p:nvPr/>
        </p:nvSpPr>
        <p:spPr>
          <a:xfrm>
            <a:off x="694056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1" name="data_8102">
            <a:extLst>
              <a:ext uri="{FF2B5EF4-FFF2-40B4-BE49-F238E27FC236}">
                <a16:creationId xmlns:a16="http://schemas.microsoft.com/office/drawing/2014/main" id="{E4BBE1D9-9021-417A-922E-724E4E2DA39A}"/>
              </a:ext>
            </a:extLst>
          </p:cNvPr>
          <p:cNvSpPr>
            <a:spLocks/>
          </p:cNvSpPr>
          <p:nvPr/>
        </p:nvSpPr>
        <p:spPr>
          <a:xfrm>
            <a:off x="702136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2" name="data_8103">
            <a:extLst>
              <a:ext uri="{FF2B5EF4-FFF2-40B4-BE49-F238E27FC236}">
                <a16:creationId xmlns:a16="http://schemas.microsoft.com/office/drawing/2014/main" id="{7508A209-67FF-4F42-AED9-D1B45A3D83CB}"/>
              </a:ext>
            </a:extLst>
          </p:cNvPr>
          <p:cNvSpPr>
            <a:spLocks/>
          </p:cNvSpPr>
          <p:nvPr/>
        </p:nvSpPr>
        <p:spPr>
          <a:xfrm>
            <a:off x="699585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3" name="data_8104">
            <a:extLst>
              <a:ext uri="{FF2B5EF4-FFF2-40B4-BE49-F238E27FC236}">
                <a16:creationId xmlns:a16="http://schemas.microsoft.com/office/drawing/2014/main" id="{9DD6AE14-7B0B-4CA8-8182-C0027E5EC17B}"/>
              </a:ext>
            </a:extLst>
          </p:cNvPr>
          <p:cNvSpPr>
            <a:spLocks/>
          </p:cNvSpPr>
          <p:nvPr/>
        </p:nvSpPr>
        <p:spPr>
          <a:xfrm>
            <a:off x="6993375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4" name="data_8105">
            <a:extLst>
              <a:ext uri="{FF2B5EF4-FFF2-40B4-BE49-F238E27FC236}">
                <a16:creationId xmlns:a16="http://schemas.microsoft.com/office/drawing/2014/main" id="{19EFBD05-0262-4CF6-B6DD-11161F29D653}"/>
              </a:ext>
            </a:extLst>
          </p:cNvPr>
          <p:cNvSpPr>
            <a:spLocks/>
          </p:cNvSpPr>
          <p:nvPr/>
        </p:nvSpPr>
        <p:spPr>
          <a:xfrm>
            <a:off x="694434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5" name="data_8106">
            <a:extLst>
              <a:ext uri="{FF2B5EF4-FFF2-40B4-BE49-F238E27FC236}">
                <a16:creationId xmlns:a16="http://schemas.microsoft.com/office/drawing/2014/main" id="{4F339D0A-511B-4436-AA09-A27DB859847F}"/>
              </a:ext>
            </a:extLst>
          </p:cNvPr>
          <p:cNvSpPr>
            <a:spLocks/>
          </p:cNvSpPr>
          <p:nvPr/>
        </p:nvSpPr>
        <p:spPr>
          <a:xfrm>
            <a:off x="698705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6" name="data_8107">
            <a:extLst>
              <a:ext uri="{FF2B5EF4-FFF2-40B4-BE49-F238E27FC236}">
                <a16:creationId xmlns:a16="http://schemas.microsoft.com/office/drawing/2014/main" id="{7066C6AE-C92D-49FC-904B-1748060858BA}"/>
              </a:ext>
            </a:extLst>
          </p:cNvPr>
          <p:cNvSpPr>
            <a:spLocks/>
          </p:cNvSpPr>
          <p:nvPr/>
        </p:nvSpPr>
        <p:spPr>
          <a:xfrm>
            <a:off x="695801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7" name="data_8108">
            <a:extLst>
              <a:ext uri="{FF2B5EF4-FFF2-40B4-BE49-F238E27FC236}">
                <a16:creationId xmlns:a16="http://schemas.microsoft.com/office/drawing/2014/main" id="{374F2E76-6010-4149-9A86-AEC1A698D6A4}"/>
              </a:ext>
            </a:extLst>
          </p:cNvPr>
          <p:cNvSpPr>
            <a:spLocks/>
          </p:cNvSpPr>
          <p:nvPr/>
        </p:nvSpPr>
        <p:spPr>
          <a:xfrm>
            <a:off x="692137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8" name="data_8109">
            <a:extLst>
              <a:ext uri="{FF2B5EF4-FFF2-40B4-BE49-F238E27FC236}">
                <a16:creationId xmlns:a16="http://schemas.microsoft.com/office/drawing/2014/main" id="{D455ACF1-3B85-43EA-B1A8-AEC986F6A2FA}"/>
              </a:ext>
            </a:extLst>
          </p:cNvPr>
          <p:cNvSpPr>
            <a:spLocks/>
          </p:cNvSpPr>
          <p:nvPr/>
        </p:nvSpPr>
        <p:spPr>
          <a:xfrm>
            <a:off x="693233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9" name="data_8110">
            <a:extLst>
              <a:ext uri="{FF2B5EF4-FFF2-40B4-BE49-F238E27FC236}">
                <a16:creationId xmlns:a16="http://schemas.microsoft.com/office/drawing/2014/main" id="{E43CA318-6FED-41B0-804E-E2B38C313C58}"/>
              </a:ext>
            </a:extLst>
          </p:cNvPr>
          <p:cNvSpPr>
            <a:spLocks/>
          </p:cNvSpPr>
          <p:nvPr/>
        </p:nvSpPr>
        <p:spPr>
          <a:xfrm>
            <a:off x="699746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0" name="data_8111">
            <a:extLst>
              <a:ext uri="{FF2B5EF4-FFF2-40B4-BE49-F238E27FC236}">
                <a16:creationId xmlns:a16="http://schemas.microsoft.com/office/drawing/2014/main" id="{66E8B31A-C549-4F07-A954-90FC249B2B9E}"/>
              </a:ext>
            </a:extLst>
          </p:cNvPr>
          <p:cNvSpPr>
            <a:spLocks/>
          </p:cNvSpPr>
          <p:nvPr/>
        </p:nvSpPr>
        <p:spPr>
          <a:xfrm>
            <a:off x="701222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1" name="data_8112">
            <a:extLst>
              <a:ext uri="{FF2B5EF4-FFF2-40B4-BE49-F238E27FC236}">
                <a16:creationId xmlns:a16="http://schemas.microsoft.com/office/drawing/2014/main" id="{E9A5E95B-59CA-441B-9A3B-44E30AFF0A2C}"/>
              </a:ext>
            </a:extLst>
          </p:cNvPr>
          <p:cNvSpPr>
            <a:spLocks/>
          </p:cNvSpPr>
          <p:nvPr/>
        </p:nvSpPr>
        <p:spPr>
          <a:xfrm>
            <a:off x="697002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2" name="data_8113">
            <a:extLst>
              <a:ext uri="{FF2B5EF4-FFF2-40B4-BE49-F238E27FC236}">
                <a16:creationId xmlns:a16="http://schemas.microsoft.com/office/drawing/2014/main" id="{EB2D712B-1BB1-4BF8-834E-6D95622577CE}"/>
              </a:ext>
            </a:extLst>
          </p:cNvPr>
          <p:cNvSpPr>
            <a:spLocks/>
          </p:cNvSpPr>
          <p:nvPr/>
        </p:nvSpPr>
        <p:spPr>
          <a:xfrm>
            <a:off x="6980580" y="6710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3" name="data_8114">
            <a:extLst>
              <a:ext uri="{FF2B5EF4-FFF2-40B4-BE49-F238E27FC236}">
                <a16:creationId xmlns:a16="http://schemas.microsoft.com/office/drawing/2014/main" id="{985ACE68-991E-4576-9BD4-93E0B317360E}"/>
              </a:ext>
            </a:extLst>
          </p:cNvPr>
          <p:cNvSpPr>
            <a:spLocks/>
          </p:cNvSpPr>
          <p:nvPr/>
        </p:nvSpPr>
        <p:spPr>
          <a:xfrm>
            <a:off x="695277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4" name="data_8115">
            <a:extLst>
              <a:ext uri="{FF2B5EF4-FFF2-40B4-BE49-F238E27FC236}">
                <a16:creationId xmlns:a16="http://schemas.microsoft.com/office/drawing/2014/main" id="{CF260973-2982-45F5-A742-39D9CCC6E76A}"/>
              </a:ext>
            </a:extLst>
          </p:cNvPr>
          <p:cNvSpPr>
            <a:spLocks/>
          </p:cNvSpPr>
          <p:nvPr/>
        </p:nvSpPr>
        <p:spPr>
          <a:xfrm>
            <a:off x="6929559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5" name="data_8116">
            <a:extLst>
              <a:ext uri="{FF2B5EF4-FFF2-40B4-BE49-F238E27FC236}">
                <a16:creationId xmlns:a16="http://schemas.microsoft.com/office/drawing/2014/main" id="{553DDFF8-319D-40D3-A099-C250BD428E8C}"/>
              </a:ext>
            </a:extLst>
          </p:cNvPr>
          <p:cNvSpPr>
            <a:spLocks/>
          </p:cNvSpPr>
          <p:nvPr/>
        </p:nvSpPr>
        <p:spPr>
          <a:xfrm>
            <a:off x="6940368" y="58206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6" name="data_8117">
            <a:extLst>
              <a:ext uri="{FF2B5EF4-FFF2-40B4-BE49-F238E27FC236}">
                <a16:creationId xmlns:a16="http://schemas.microsoft.com/office/drawing/2014/main" id="{70382C2B-01A8-4D6A-84FC-CDCBC473034C}"/>
              </a:ext>
            </a:extLst>
          </p:cNvPr>
          <p:cNvSpPr>
            <a:spLocks/>
          </p:cNvSpPr>
          <p:nvPr/>
        </p:nvSpPr>
        <p:spPr>
          <a:xfrm>
            <a:off x="692680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7" name="data_8118">
            <a:extLst>
              <a:ext uri="{FF2B5EF4-FFF2-40B4-BE49-F238E27FC236}">
                <a16:creationId xmlns:a16="http://schemas.microsoft.com/office/drawing/2014/main" id="{2EE7EFD8-8B3F-450E-B443-7D58D8923B6A}"/>
              </a:ext>
            </a:extLst>
          </p:cNvPr>
          <p:cNvSpPr>
            <a:spLocks/>
          </p:cNvSpPr>
          <p:nvPr/>
        </p:nvSpPr>
        <p:spPr>
          <a:xfrm>
            <a:off x="694758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8" name="data_8119">
            <a:extLst>
              <a:ext uri="{FF2B5EF4-FFF2-40B4-BE49-F238E27FC236}">
                <a16:creationId xmlns:a16="http://schemas.microsoft.com/office/drawing/2014/main" id="{A245EDC5-A0CA-4EF0-BC8C-F674FB2503F9}"/>
              </a:ext>
            </a:extLst>
          </p:cNvPr>
          <p:cNvSpPr>
            <a:spLocks/>
          </p:cNvSpPr>
          <p:nvPr/>
        </p:nvSpPr>
        <p:spPr>
          <a:xfrm>
            <a:off x="693775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9" name="data_8120">
            <a:extLst>
              <a:ext uri="{FF2B5EF4-FFF2-40B4-BE49-F238E27FC236}">
                <a16:creationId xmlns:a16="http://schemas.microsoft.com/office/drawing/2014/main" id="{E98B5DE4-3D05-48B4-82FD-4D1360CD44AD}"/>
              </a:ext>
            </a:extLst>
          </p:cNvPr>
          <p:cNvSpPr>
            <a:spLocks/>
          </p:cNvSpPr>
          <p:nvPr/>
        </p:nvSpPr>
        <p:spPr>
          <a:xfrm>
            <a:off x="695686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0" name="data_8121">
            <a:extLst>
              <a:ext uri="{FF2B5EF4-FFF2-40B4-BE49-F238E27FC236}">
                <a16:creationId xmlns:a16="http://schemas.microsoft.com/office/drawing/2014/main" id="{E4AD2F2E-7A50-44D3-80AF-9EE5A3D0A832}"/>
              </a:ext>
            </a:extLst>
          </p:cNvPr>
          <p:cNvSpPr>
            <a:spLocks/>
          </p:cNvSpPr>
          <p:nvPr/>
        </p:nvSpPr>
        <p:spPr>
          <a:xfrm>
            <a:off x="699602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1" name="data_8122">
            <a:extLst>
              <a:ext uri="{FF2B5EF4-FFF2-40B4-BE49-F238E27FC236}">
                <a16:creationId xmlns:a16="http://schemas.microsoft.com/office/drawing/2014/main" id="{1C9E9D97-CEC7-4D2B-8496-EA80CAE4E999}"/>
              </a:ext>
            </a:extLst>
          </p:cNvPr>
          <p:cNvSpPr>
            <a:spLocks/>
          </p:cNvSpPr>
          <p:nvPr/>
        </p:nvSpPr>
        <p:spPr>
          <a:xfrm>
            <a:off x="695689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2" name="data_8123">
            <a:extLst>
              <a:ext uri="{FF2B5EF4-FFF2-40B4-BE49-F238E27FC236}">
                <a16:creationId xmlns:a16="http://schemas.microsoft.com/office/drawing/2014/main" id="{16B3C7A9-4281-45F9-915E-2B07941A9B3D}"/>
              </a:ext>
            </a:extLst>
          </p:cNvPr>
          <p:cNvSpPr>
            <a:spLocks/>
          </p:cNvSpPr>
          <p:nvPr/>
        </p:nvSpPr>
        <p:spPr>
          <a:xfrm>
            <a:off x="700402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3" name="data_8124">
            <a:extLst>
              <a:ext uri="{FF2B5EF4-FFF2-40B4-BE49-F238E27FC236}">
                <a16:creationId xmlns:a16="http://schemas.microsoft.com/office/drawing/2014/main" id="{D30CA3A0-3C01-4FDF-ADA1-FE9EBA5987F4}"/>
              </a:ext>
            </a:extLst>
          </p:cNvPr>
          <p:cNvSpPr>
            <a:spLocks/>
          </p:cNvSpPr>
          <p:nvPr/>
        </p:nvSpPr>
        <p:spPr>
          <a:xfrm>
            <a:off x="716281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4" name="data_8125">
            <a:extLst>
              <a:ext uri="{FF2B5EF4-FFF2-40B4-BE49-F238E27FC236}">
                <a16:creationId xmlns:a16="http://schemas.microsoft.com/office/drawing/2014/main" id="{8102CDD9-A3A4-4AA7-87B5-F135AF5BA04C}"/>
              </a:ext>
            </a:extLst>
          </p:cNvPr>
          <p:cNvSpPr>
            <a:spLocks/>
          </p:cNvSpPr>
          <p:nvPr/>
        </p:nvSpPr>
        <p:spPr>
          <a:xfrm>
            <a:off x="713770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5" name="data_8126">
            <a:extLst>
              <a:ext uri="{FF2B5EF4-FFF2-40B4-BE49-F238E27FC236}">
                <a16:creationId xmlns:a16="http://schemas.microsoft.com/office/drawing/2014/main" id="{4EA68592-195C-4B06-80D4-FE0AB81632DE}"/>
              </a:ext>
            </a:extLst>
          </p:cNvPr>
          <p:cNvSpPr>
            <a:spLocks/>
          </p:cNvSpPr>
          <p:nvPr/>
        </p:nvSpPr>
        <p:spPr>
          <a:xfrm>
            <a:off x="716428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6" name="data_8127">
            <a:extLst>
              <a:ext uri="{FF2B5EF4-FFF2-40B4-BE49-F238E27FC236}">
                <a16:creationId xmlns:a16="http://schemas.microsoft.com/office/drawing/2014/main" id="{61E93EEE-CC54-4CAD-95D9-DAB4A7980A4C}"/>
              </a:ext>
            </a:extLst>
          </p:cNvPr>
          <p:cNvSpPr>
            <a:spLocks/>
          </p:cNvSpPr>
          <p:nvPr/>
        </p:nvSpPr>
        <p:spPr>
          <a:xfrm>
            <a:off x="715180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7" name="data_8128">
            <a:extLst>
              <a:ext uri="{FF2B5EF4-FFF2-40B4-BE49-F238E27FC236}">
                <a16:creationId xmlns:a16="http://schemas.microsoft.com/office/drawing/2014/main" id="{BA3B5562-3DBC-4130-8E3D-E9AB20766FF1}"/>
              </a:ext>
            </a:extLst>
          </p:cNvPr>
          <p:cNvSpPr>
            <a:spLocks/>
          </p:cNvSpPr>
          <p:nvPr/>
        </p:nvSpPr>
        <p:spPr>
          <a:xfrm>
            <a:off x="716736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8" name="data_8129">
            <a:extLst>
              <a:ext uri="{FF2B5EF4-FFF2-40B4-BE49-F238E27FC236}">
                <a16:creationId xmlns:a16="http://schemas.microsoft.com/office/drawing/2014/main" id="{9DC15AE9-3226-4FF8-B2E5-9A26E7C76E97}"/>
              </a:ext>
            </a:extLst>
          </p:cNvPr>
          <p:cNvSpPr>
            <a:spLocks/>
          </p:cNvSpPr>
          <p:nvPr/>
        </p:nvSpPr>
        <p:spPr>
          <a:xfrm>
            <a:off x="7216723" y="5456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9" name="data_8130">
            <a:extLst>
              <a:ext uri="{FF2B5EF4-FFF2-40B4-BE49-F238E27FC236}">
                <a16:creationId xmlns:a16="http://schemas.microsoft.com/office/drawing/2014/main" id="{8DE7A73F-3223-46A3-BAF3-628CE89FF63E}"/>
              </a:ext>
            </a:extLst>
          </p:cNvPr>
          <p:cNvSpPr>
            <a:spLocks/>
          </p:cNvSpPr>
          <p:nvPr/>
        </p:nvSpPr>
        <p:spPr>
          <a:xfrm>
            <a:off x="718904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0" name="data_8131">
            <a:extLst>
              <a:ext uri="{FF2B5EF4-FFF2-40B4-BE49-F238E27FC236}">
                <a16:creationId xmlns:a16="http://schemas.microsoft.com/office/drawing/2014/main" id="{724EF6FB-C6A9-4CC7-A415-E2D87FDE2F1B}"/>
              </a:ext>
            </a:extLst>
          </p:cNvPr>
          <p:cNvSpPr>
            <a:spLocks/>
          </p:cNvSpPr>
          <p:nvPr/>
        </p:nvSpPr>
        <p:spPr>
          <a:xfrm>
            <a:off x="713983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1" name="data_8132">
            <a:extLst>
              <a:ext uri="{FF2B5EF4-FFF2-40B4-BE49-F238E27FC236}">
                <a16:creationId xmlns:a16="http://schemas.microsoft.com/office/drawing/2014/main" id="{A3F3E05F-58FC-42B0-98B2-442F093A16C6}"/>
              </a:ext>
            </a:extLst>
          </p:cNvPr>
          <p:cNvSpPr>
            <a:spLocks/>
          </p:cNvSpPr>
          <p:nvPr/>
        </p:nvSpPr>
        <p:spPr>
          <a:xfrm>
            <a:off x="7184744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2" name="data_8133">
            <a:extLst>
              <a:ext uri="{FF2B5EF4-FFF2-40B4-BE49-F238E27FC236}">
                <a16:creationId xmlns:a16="http://schemas.microsoft.com/office/drawing/2014/main" id="{C3978EC4-8500-4B75-BE52-41EDCE14833F}"/>
              </a:ext>
            </a:extLst>
          </p:cNvPr>
          <p:cNvSpPr>
            <a:spLocks/>
          </p:cNvSpPr>
          <p:nvPr/>
        </p:nvSpPr>
        <p:spPr>
          <a:xfrm>
            <a:off x="714914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3" name="data_8134">
            <a:extLst>
              <a:ext uri="{FF2B5EF4-FFF2-40B4-BE49-F238E27FC236}">
                <a16:creationId xmlns:a16="http://schemas.microsoft.com/office/drawing/2014/main" id="{F036E12D-819D-4C13-8C7C-5BDCEB70EAAF}"/>
              </a:ext>
            </a:extLst>
          </p:cNvPr>
          <p:cNvSpPr>
            <a:spLocks/>
          </p:cNvSpPr>
          <p:nvPr/>
        </p:nvSpPr>
        <p:spPr>
          <a:xfrm>
            <a:off x="716829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4" name="data_8135">
            <a:extLst>
              <a:ext uri="{FF2B5EF4-FFF2-40B4-BE49-F238E27FC236}">
                <a16:creationId xmlns:a16="http://schemas.microsoft.com/office/drawing/2014/main" id="{D5ABB361-A322-4021-AB8A-2F5B516A14A8}"/>
              </a:ext>
            </a:extLst>
          </p:cNvPr>
          <p:cNvSpPr>
            <a:spLocks/>
          </p:cNvSpPr>
          <p:nvPr/>
        </p:nvSpPr>
        <p:spPr>
          <a:xfrm>
            <a:off x="714628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5" name="data_8136">
            <a:extLst>
              <a:ext uri="{FF2B5EF4-FFF2-40B4-BE49-F238E27FC236}">
                <a16:creationId xmlns:a16="http://schemas.microsoft.com/office/drawing/2014/main" id="{90B141E1-DAB9-4E4C-8327-55A5F8529E2C}"/>
              </a:ext>
            </a:extLst>
          </p:cNvPr>
          <p:cNvSpPr>
            <a:spLocks/>
          </p:cNvSpPr>
          <p:nvPr/>
        </p:nvSpPr>
        <p:spPr>
          <a:xfrm>
            <a:off x="7225494" y="58003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6" name="data_8137">
            <a:extLst>
              <a:ext uri="{FF2B5EF4-FFF2-40B4-BE49-F238E27FC236}">
                <a16:creationId xmlns:a16="http://schemas.microsoft.com/office/drawing/2014/main" id="{1EBECC71-6CC2-4E17-BB74-184FD6E2144C}"/>
              </a:ext>
            </a:extLst>
          </p:cNvPr>
          <p:cNvSpPr>
            <a:spLocks/>
          </p:cNvSpPr>
          <p:nvPr/>
        </p:nvSpPr>
        <p:spPr>
          <a:xfrm>
            <a:off x="715188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7" name="data_8138">
            <a:extLst>
              <a:ext uri="{FF2B5EF4-FFF2-40B4-BE49-F238E27FC236}">
                <a16:creationId xmlns:a16="http://schemas.microsoft.com/office/drawing/2014/main" id="{5659F07A-32DB-4FC7-A4E0-059B8224C3AC}"/>
              </a:ext>
            </a:extLst>
          </p:cNvPr>
          <p:cNvSpPr>
            <a:spLocks/>
          </p:cNvSpPr>
          <p:nvPr/>
        </p:nvSpPr>
        <p:spPr>
          <a:xfrm>
            <a:off x="715456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8" name="data_8139">
            <a:extLst>
              <a:ext uri="{FF2B5EF4-FFF2-40B4-BE49-F238E27FC236}">
                <a16:creationId xmlns:a16="http://schemas.microsoft.com/office/drawing/2014/main" id="{717D0692-A7A5-40FE-BED4-2082E84FCA77}"/>
              </a:ext>
            </a:extLst>
          </p:cNvPr>
          <p:cNvSpPr>
            <a:spLocks/>
          </p:cNvSpPr>
          <p:nvPr/>
        </p:nvSpPr>
        <p:spPr>
          <a:xfrm>
            <a:off x="718226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9" name="data_8140">
            <a:extLst>
              <a:ext uri="{FF2B5EF4-FFF2-40B4-BE49-F238E27FC236}">
                <a16:creationId xmlns:a16="http://schemas.microsoft.com/office/drawing/2014/main" id="{CE51BF7A-858A-44EB-960D-55ABE81472BD}"/>
              </a:ext>
            </a:extLst>
          </p:cNvPr>
          <p:cNvSpPr>
            <a:spLocks/>
          </p:cNvSpPr>
          <p:nvPr/>
        </p:nvSpPr>
        <p:spPr>
          <a:xfrm>
            <a:off x="7209129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0" name="data_8141">
            <a:extLst>
              <a:ext uri="{FF2B5EF4-FFF2-40B4-BE49-F238E27FC236}">
                <a16:creationId xmlns:a16="http://schemas.microsoft.com/office/drawing/2014/main" id="{B2D984E2-C641-4D6D-ACB5-089F8E2C7695}"/>
              </a:ext>
            </a:extLst>
          </p:cNvPr>
          <p:cNvSpPr>
            <a:spLocks/>
          </p:cNvSpPr>
          <p:nvPr/>
        </p:nvSpPr>
        <p:spPr>
          <a:xfrm>
            <a:off x="721289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1" name="data_8142">
            <a:extLst>
              <a:ext uri="{FF2B5EF4-FFF2-40B4-BE49-F238E27FC236}">
                <a16:creationId xmlns:a16="http://schemas.microsoft.com/office/drawing/2014/main" id="{BB73AF2E-5A5B-4F4C-8F35-6B54FE9AC4B6}"/>
              </a:ext>
            </a:extLst>
          </p:cNvPr>
          <p:cNvSpPr>
            <a:spLocks/>
          </p:cNvSpPr>
          <p:nvPr/>
        </p:nvSpPr>
        <p:spPr>
          <a:xfrm>
            <a:off x="7155524" y="60935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2" name="data_8143">
            <a:extLst>
              <a:ext uri="{FF2B5EF4-FFF2-40B4-BE49-F238E27FC236}">
                <a16:creationId xmlns:a16="http://schemas.microsoft.com/office/drawing/2014/main" id="{581EDF61-3D1B-421E-A27A-F654F5F5C79C}"/>
              </a:ext>
            </a:extLst>
          </p:cNvPr>
          <p:cNvSpPr>
            <a:spLocks/>
          </p:cNvSpPr>
          <p:nvPr/>
        </p:nvSpPr>
        <p:spPr>
          <a:xfrm>
            <a:off x="713970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3" name="data_8144">
            <a:extLst>
              <a:ext uri="{FF2B5EF4-FFF2-40B4-BE49-F238E27FC236}">
                <a16:creationId xmlns:a16="http://schemas.microsoft.com/office/drawing/2014/main" id="{02E52014-2C2C-43CF-94C9-A63B1F6A28C4}"/>
              </a:ext>
            </a:extLst>
          </p:cNvPr>
          <p:cNvSpPr>
            <a:spLocks/>
          </p:cNvSpPr>
          <p:nvPr/>
        </p:nvSpPr>
        <p:spPr>
          <a:xfrm>
            <a:off x="719651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4" name="data_8145">
            <a:extLst>
              <a:ext uri="{FF2B5EF4-FFF2-40B4-BE49-F238E27FC236}">
                <a16:creationId xmlns:a16="http://schemas.microsoft.com/office/drawing/2014/main" id="{B533B74F-C365-43C7-9493-D2D91D5B51A4}"/>
              </a:ext>
            </a:extLst>
          </p:cNvPr>
          <p:cNvSpPr>
            <a:spLocks/>
          </p:cNvSpPr>
          <p:nvPr/>
        </p:nvSpPr>
        <p:spPr>
          <a:xfrm>
            <a:off x="718907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5" name="data_8146">
            <a:extLst>
              <a:ext uri="{FF2B5EF4-FFF2-40B4-BE49-F238E27FC236}">
                <a16:creationId xmlns:a16="http://schemas.microsoft.com/office/drawing/2014/main" id="{A3BA6CD1-9DC1-4E5C-BFC8-8C4803B36E6A}"/>
              </a:ext>
            </a:extLst>
          </p:cNvPr>
          <p:cNvSpPr>
            <a:spLocks/>
          </p:cNvSpPr>
          <p:nvPr/>
        </p:nvSpPr>
        <p:spPr>
          <a:xfrm>
            <a:off x="7227984" y="532018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6" name="data_8147">
            <a:extLst>
              <a:ext uri="{FF2B5EF4-FFF2-40B4-BE49-F238E27FC236}">
                <a16:creationId xmlns:a16="http://schemas.microsoft.com/office/drawing/2014/main" id="{7718E3DD-6FD2-421C-87A5-99DC3C1374FA}"/>
              </a:ext>
            </a:extLst>
          </p:cNvPr>
          <p:cNvSpPr>
            <a:spLocks/>
          </p:cNvSpPr>
          <p:nvPr/>
        </p:nvSpPr>
        <p:spPr>
          <a:xfrm>
            <a:off x="718075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7" name="data_8148">
            <a:extLst>
              <a:ext uri="{FF2B5EF4-FFF2-40B4-BE49-F238E27FC236}">
                <a16:creationId xmlns:a16="http://schemas.microsoft.com/office/drawing/2014/main" id="{D8B02485-DEBE-413E-BA7A-7D1652B35BC4}"/>
              </a:ext>
            </a:extLst>
          </p:cNvPr>
          <p:cNvSpPr>
            <a:spLocks/>
          </p:cNvSpPr>
          <p:nvPr/>
        </p:nvSpPr>
        <p:spPr>
          <a:xfrm>
            <a:off x="724177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8" name="data_8149">
            <a:extLst>
              <a:ext uri="{FF2B5EF4-FFF2-40B4-BE49-F238E27FC236}">
                <a16:creationId xmlns:a16="http://schemas.microsoft.com/office/drawing/2014/main" id="{BA6C8F6F-68CF-4041-AEB8-F71607017143}"/>
              </a:ext>
            </a:extLst>
          </p:cNvPr>
          <p:cNvSpPr>
            <a:spLocks/>
          </p:cNvSpPr>
          <p:nvPr/>
        </p:nvSpPr>
        <p:spPr>
          <a:xfrm>
            <a:off x="7185264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9" name="data_8150">
            <a:extLst>
              <a:ext uri="{FF2B5EF4-FFF2-40B4-BE49-F238E27FC236}">
                <a16:creationId xmlns:a16="http://schemas.microsoft.com/office/drawing/2014/main" id="{F42A22C9-FD7A-48B7-B826-8E935FF71739}"/>
              </a:ext>
            </a:extLst>
          </p:cNvPr>
          <p:cNvSpPr>
            <a:spLocks/>
          </p:cNvSpPr>
          <p:nvPr/>
        </p:nvSpPr>
        <p:spPr>
          <a:xfrm>
            <a:off x="717132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0" name="data_8151">
            <a:extLst>
              <a:ext uri="{FF2B5EF4-FFF2-40B4-BE49-F238E27FC236}">
                <a16:creationId xmlns:a16="http://schemas.microsoft.com/office/drawing/2014/main" id="{AB279399-062C-4357-A13E-6C63BDF6E2FC}"/>
              </a:ext>
            </a:extLst>
          </p:cNvPr>
          <p:cNvSpPr>
            <a:spLocks/>
          </p:cNvSpPr>
          <p:nvPr/>
        </p:nvSpPr>
        <p:spPr>
          <a:xfrm>
            <a:off x="720923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1" name="data_8152">
            <a:extLst>
              <a:ext uri="{FF2B5EF4-FFF2-40B4-BE49-F238E27FC236}">
                <a16:creationId xmlns:a16="http://schemas.microsoft.com/office/drawing/2014/main" id="{B0D00892-20D1-4DDD-B73C-ED9D30F9ADFD}"/>
              </a:ext>
            </a:extLst>
          </p:cNvPr>
          <p:cNvSpPr>
            <a:spLocks/>
          </p:cNvSpPr>
          <p:nvPr/>
        </p:nvSpPr>
        <p:spPr>
          <a:xfrm>
            <a:off x="715343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2" name="data_8153">
            <a:extLst>
              <a:ext uri="{FF2B5EF4-FFF2-40B4-BE49-F238E27FC236}">
                <a16:creationId xmlns:a16="http://schemas.microsoft.com/office/drawing/2014/main" id="{E45C7442-E4A2-4BA3-8474-603433128F5E}"/>
              </a:ext>
            </a:extLst>
          </p:cNvPr>
          <p:cNvSpPr>
            <a:spLocks/>
          </p:cNvSpPr>
          <p:nvPr/>
        </p:nvSpPr>
        <p:spPr>
          <a:xfrm>
            <a:off x="721974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3" name="data_8154">
            <a:extLst>
              <a:ext uri="{FF2B5EF4-FFF2-40B4-BE49-F238E27FC236}">
                <a16:creationId xmlns:a16="http://schemas.microsoft.com/office/drawing/2014/main" id="{4AA456D8-9B17-47AE-8D44-F9F40B2B25E9}"/>
              </a:ext>
            </a:extLst>
          </p:cNvPr>
          <p:cNvSpPr>
            <a:spLocks/>
          </p:cNvSpPr>
          <p:nvPr/>
        </p:nvSpPr>
        <p:spPr>
          <a:xfrm>
            <a:off x="7195880" y="66091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4" name="data_8155">
            <a:extLst>
              <a:ext uri="{FF2B5EF4-FFF2-40B4-BE49-F238E27FC236}">
                <a16:creationId xmlns:a16="http://schemas.microsoft.com/office/drawing/2014/main" id="{F9B70CAB-2A95-41C6-8DE2-39E28D69FA70}"/>
              </a:ext>
            </a:extLst>
          </p:cNvPr>
          <p:cNvSpPr>
            <a:spLocks/>
          </p:cNvSpPr>
          <p:nvPr/>
        </p:nvSpPr>
        <p:spPr>
          <a:xfrm>
            <a:off x="7189621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5" name="data_8156">
            <a:extLst>
              <a:ext uri="{FF2B5EF4-FFF2-40B4-BE49-F238E27FC236}">
                <a16:creationId xmlns:a16="http://schemas.microsoft.com/office/drawing/2014/main" id="{5C91F7D4-8B03-40DA-8B29-DFACD0FFEEAB}"/>
              </a:ext>
            </a:extLst>
          </p:cNvPr>
          <p:cNvSpPr>
            <a:spLocks/>
          </p:cNvSpPr>
          <p:nvPr/>
        </p:nvSpPr>
        <p:spPr>
          <a:xfrm>
            <a:off x="7201894" y="685828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6" name="data_8157">
            <a:extLst>
              <a:ext uri="{FF2B5EF4-FFF2-40B4-BE49-F238E27FC236}">
                <a16:creationId xmlns:a16="http://schemas.microsoft.com/office/drawing/2014/main" id="{52A01D4D-B745-49BB-A3C3-0942DCC541E5}"/>
              </a:ext>
            </a:extLst>
          </p:cNvPr>
          <p:cNvSpPr>
            <a:spLocks/>
          </p:cNvSpPr>
          <p:nvPr/>
        </p:nvSpPr>
        <p:spPr>
          <a:xfrm>
            <a:off x="722527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7" name="data_8158">
            <a:extLst>
              <a:ext uri="{FF2B5EF4-FFF2-40B4-BE49-F238E27FC236}">
                <a16:creationId xmlns:a16="http://schemas.microsoft.com/office/drawing/2014/main" id="{0A57FD38-1DA7-4643-82B7-F0051FC5CA28}"/>
              </a:ext>
            </a:extLst>
          </p:cNvPr>
          <p:cNvSpPr>
            <a:spLocks/>
          </p:cNvSpPr>
          <p:nvPr/>
        </p:nvSpPr>
        <p:spPr>
          <a:xfrm>
            <a:off x="717241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8" name="data_8159">
            <a:extLst>
              <a:ext uri="{FF2B5EF4-FFF2-40B4-BE49-F238E27FC236}">
                <a16:creationId xmlns:a16="http://schemas.microsoft.com/office/drawing/2014/main" id="{65B25198-9D3C-4E5E-81EB-5A99A5B1331A}"/>
              </a:ext>
            </a:extLst>
          </p:cNvPr>
          <p:cNvSpPr>
            <a:spLocks/>
          </p:cNvSpPr>
          <p:nvPr/>
        </p:nvSpPr>
        <p:spPr>
          <a:xfrm>
            <a:off x="716137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9" name="data_8160">
            <a:extLst>
              <a:ext uri="{FF2B5EF4-FFF2-40B4-BE49-F238E27FC236}">
                <a16:creationId xmlns:a16="http://schemas.microsoft.com/office/drawing/2014/main" id="{90D6A1D8-8C1C-4DCA-B24C-A4FA40D7C421}"/>
              </a:ext>
            </a:extLst>
          </p:cNvPr>
          <p:cNvSpPr>
            <a:spLocks/>
          </p:cNvSpPr>
          <p:nvPr/>
        </p:nvSpPr>
        <p:spPr>
          <a:xfrm>
            <a:off x="721617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0" name="data_8161">
            <a:extLst>
              <a:ext uri="{FF2B5EF4-FFF2-40B4-BE49-F238E27FC236}">
                <a16:creationId xmlns:a16="http://schemas.microsoft.com/office/drawing/2014/main" id="{0E601FB9-1FAA-4BFA-98FA-595E79A4320C}"/>
              </a:ext>
            </a:extLst>
          </p:cNvPr>
          <p:cNvSpPr>
            <a:spLocks/>
          </p:cNvSpPr>
          <p:nvPr/>
        </p:nvSpPr>
        <p:spPr>
          <a:xfrm>
            <a:off x="719297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1" name="data_8162">
            <a:extLst>
              <a:ext uri="{FF2B5EF4-FFF2-40B4-BE49-F238E27FC236}">
                <a16:creationId xmlns:a16="http://schemas.microsoft.com/office/drawing/2014/main" id="{ED94C35A-116E-48A2-BCBF-AB39E74D6F0B}"/>
              </a:ext>
            </a:extLst>
          </p:cNvPr>
          <p:cNvSpPr>
            <a:spLocks/>
          </p:cNvSpPr>
          <p:nvPr/>
        </p:nvSpPr>
        <p:spPr>
          <a:xfrm>
            <a:off x="720057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2" name="data_8163">
            <a:extLst>
              <a:ext uri="{FF2B5EF4-FFF2-40B4-BE49-F238E27FC236}">
                <a16:creationId xmlns:a16="http://schemas.microsoft.com/office/drawing/2014/main" id="{A425AAA0-368A-4DB9-981B-39D43DFEDC74}"/>
              </a:ext>
            </a:extLst>
          </p:cNvPr>
          <p:cNvSpPr>
            <a:spLocks/>
          </p:cNvSpPr>
          <p:nvPr/>
        </p:nvSpPr>
        <p:spPr>
          <a:xfrm>
            <a:off x="713679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3" name="data_8164">
            <a:extLst>
              <a:ext uri="{FF2B5EF4-FFF2-40B4-BE49-F238E27FC236}">
                <a16:creationId xmlns:a16="http://schemas.microsoft.com/office/drawing/2014/main" id="{D51A9FDE-E549-4051-BB40-BDB8E26FE997}"/>
              </a:ext>
            </a:extLst>
          </p:cNvPr>
          <p:cNvSpPr>
            <a:spLocks/>
          </p:cNvSpPr>
          <p:nvPr/>
        </p:nvSpPr>
        <p:spPr>
          <a:xfrm>
            <a:off x="720614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4" name="data_8165">
            <a:extLst>
              <a:ext uri="{FF2B5EF4-FFF2-40B4-BE49-F238E27FC236}">
                <a16:creationId xmlns:a16="http://schemas.microsoft.com/office/drawing/2014/main" id="{9F07BCC0-0751-4729-BF8E-A60DFCC8D8E9}"/>
              </a:ext>
            </a:extLst>
          </p:cNvPr>
          <p:cNvSpPr>
            <a:spLocks/>
          </p:cNvSpPr>
          <p:nvPr/>
        </p:nvSpPr>
        <p:spPr>
          <a:xfrm>
            <a:off x="722227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5" name="data_8166">
            <a:extLst>
              <a:ext uri="{FF2B5EF4-FFF2-40B4-BE49-F238E27FC236}">
                <a16:creationId xmlns:a16="http://schemas.microsoft.com/office/drawing/2014/main" id="{09D5F9A3-99A4-4A6E-ADAF-60FDA8E0E777}"/>
              </a:ext>
            </a:extLst>
          </p:cNvPr>
          <p:cNvSpPr>
            <a:spLocks/>
          </p:cNvSpPr>
          <p:nvPr/>
        </p:nvSpPr>
        <p:spPr>
          <a:xfrm>
            <a:off x="714301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6" name="data_8167">
            <a:extLst>
              <a:ext uri="{FF2B5EF4-FFF2-40B4-BE49-F238E27FC236}">
                <a16:creationId xmlns:a16="http://schemas.microsoft.com/office/drawing/2014/main" id="{ED417F81-7519-4A83-9FF4-97C047CAB4EE}"/>
              </a:ext>
            </a:extLst>
          </p:cNvPr>
          <p:cNvSpPr>
            <a:spLocks/>
          </p:cNvSpPr>
          <p:nvPr/>
        </p:nvSpPr>
        <p:spPr>
          <a:xfrm>
            <a:off x="7172549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7" name="data_8168">
            <a:extLst>
              <a:ext uri="{FF2B5EF4-FFF2-40B4-BE49-F238E27FC236}">
                <a16:creationId xmlns:a16="http://schemas.microsoft.com/office/drawing/2014/main" id="{50D9CC0C-F396-48F1-B444-5E792569CA74}"/>
              </a:ext>
            </a:extLst>
          </p:cNvPr>
          <p:cNvSpPr>
            <a:spLocks/>
          </p:cNvSpPr>
          <p:nvPr/>
        </p:nvSpPr>
        <p:spPr>
          <a:xfrm>
            <a:off x="7228908" y="5612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8" name="data_8169">
            <a:extLst>
              <a:ext uri="{FF2B5EF4-FFF2-40B4-BE49-F238E27FC236}">
                <a16:creationId xmlns:a16="http://schemas.microsoft.com/office/drawing/2014/main" id="{76698EA0-0DD1-475B-800C-721B0BB42376}"/>
              </a:ext>
            </a:extLst>
          </p:cNvPr>
          <p:cNvSpPr>
            <a:spLocks/>
          </p:cNvSpPr>
          <p:nvPr/>
        </p:nvSpPr>
        <p:spPr>
          <a:xfrm>
            <a:off x="714772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9" name="data_8170">
            <a:extLst>
              <a:ext uri="{FF2B5EF4-FFF2-40B4-BE49-F238E27FC236}">
                <a16:creationId xmlns:a16="http://schemas.microsoft.com/office/drawing/2014/main" id="{F66C19E2-AF65-4D14-A929-6A38D6CF1382}"/>
              </a:ext>
            </a:extLst>
          </p:cNvPr>
          <p:cNvSpPr>
            <a:spLocks/>
          </p:cNvSpPr>
          <p:nvPr/>
        </p:nvSpPr>
        <p:spPr>
          <a:xfrm>
            <a:off x="717685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0" name="data_8171">
            <a:extLst>
              <a:ext uri="{FF2B5EF4-FFF2-40B4-BE49-F238E27FC236}">
                <a16:creationId xmlns:a16="http://schemas.microsoft.com/office/drawing/2014/main" id="{BA3F6AAC-94C6-4830-84E7-BA361D3A89F4}"/>
              </a:ext>
            </a:extLst>
          </p:cNvPr>
          <p:cNvSpPr>
            <a:spLocks/>
          </p:cNvSpPr>
          <p:nvPr/>
        </p:nvSpPr>
        <p:spPr>
          <a:xfrm>
            <a:off x="7182635" y="670247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1" name="data_8172">
            <a:extLst>
              <a:ext uri="{FF2B5EF4-FFF2-40B4-BE49-F238E27FC236}">
                <a16:creationId xmlns:a16="http://schemas.microsoft.com/office/drawing/2014/main" id="{F74E2ED4-CD97-40C3-ADF1-2207F4EC0958}"/>
              </a:ext>
            </a:extLst>
          </p:cNvPr>
          <p:cNvSpPr>
            <a:spLocks/>
          </p:cNvSpPr>
          <p:nvPr/>
        </p:nvSpPr>
        <p:spPr>
          <a:xfrm>
            <a:off x="719576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2" name="data_8173">
            <a:extLst>
              <a:ext uri="{FF2B5EF4-FFF2-40B4-BE49-F238E27FC236}">
                <a16:creationId xmlns:a16="http://schemas.microsoft.com/office/drawing/2014/main" id="{97D3DF51-5AEB-4471-931A-AB2A1D699F19}"/>
              </a:ext>
            </a:extLst>
          </p:cNvPr>
          <p:cNvSpPr>
            <a:spLocks/>
          </p:cNvSpPr>
          <p:nvPr/>
        </p:nvSpPr>
        <p:spPr>
          <a:xfrm>
            <a:off x="719417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3" name="data_8174">
            <a:extLst>
              <a:ext uri="{FF2B5EF4-FFF2-40B4-BE49-F238E27FC236}">
                <a16:creationId xmlns:a16="http://schemas.microsoft.com/office/drawing/2014/main" id="{EF382537-9767-4373-BF4B-D3998F6826D0}"/>
              </a:ext>
            </a:extLst>
          </p:cNvPr>
          <p:cNvSpPr>
            <a:spLocks/>
          </p:cNvSpPr>
          <p:nvPr/>
        </p:nvSpPr>
        <p:spPr>
          <a:xfrm>
            <a:off x="7204820" y="64575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4" name="data_8175">
            <a:extLst>
              <a:ext uri="{FF2B5EF4-FFF2-40B4-BE49-F238E27FC236}">
                <a16:creationId xmlns:a16="http://schemas.microsoft.com/office/drawing/2014/main" id="{AF10D1BE-E0D1-4DEC-BB68-6421891F8728}"/>
              </a:ext>
            </a:extLst>
          </p:cNvPr>
          <p:cNvSpPr>
            <a:spLocks/>
          </p:cNvSpPr>
          <p:nvPr/>
        </p:nvSpPr>
        <p:spPr>
          <a:xfrm>
            <a:off x="723322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5" name="data_8176">
            <a:extLst>
              <a:ext uri="{FF2B5EF4-FFF2-40B4-BE49-F238E27FC236}">
                <a16:creationId xmlns:a16="http://schemas.microsoft.com/office/drawing/2014/main" id="{DA94D51F-FD78-49EA-BBCD-3E5D4A71E803}"/>
              </a:ext>
            </a:extLst>
          </p:cNvPr>
          <p:cNvSpPr>
            <a:spLocks/>
          </p:cNvSpPr>
          <p:nvPr/>
        </p:nvSpPr>
        <p:spPr>
          <a:xfrm>
            <a:off x="7196760" y="64575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6" name="data_8177">
            <a:extLst>
              <a:ext uri="{FF2B5EF4-FFF2-40B4-BE49-F238E27FC236}">
                <a16:creationId xmlns:a16="http://schemas.microsoft.com/office/drawing/2014/main" id="{1932C499-0D75-428A-A716-B15F962A28EF}"/>
              </a:ext>
            </a:extLst>
          </p:cNvPr>
          <p:cNvSpPr>
            <a:spLocks/>
          </p:cNvSpPr>
          <p:nvPr/>
        </p:nvSpPr>
        <p:spPr>
          <a:xfrm>
            <a:off x="7161969" y="665248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7" name="data_8178">
            <a:extLst>
              <a:ext uri="{FF2B5EF4-FFF2-40B4-BE49-F238E27FC236}">
                <a16:creationId xmlns:a16="http://schemas.microsoft.com/office/drawing/2014/main" id="{4E2709DB-8399-4510-96B4-2DA748766DD8}"/>
              </a:ext>
            </a:extLst>
          </p:cNvPr>
          <p:cNvSpPr>
            <a:spLocks/>
          </p:cNvSpPr>
          <p:nvPr/>
        </p:nvSpPr>
        <p:spPr>
          <a:xfrm>
            <a:off x="7235582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8" name="data_8179">
            <a:extLst>
              <a:ext uri="{FF2B5EF4-FFF2-40B4-BE49-F238E27FC236}">
                <a16:creationId xmlns:a16="http://schemas.microsoft.com/office/drawing/2014/main" id="{AF667A1B-BBEB-4289-B1F3-8A7121E1E992}"/>
              </a:ext>
            </a:extLst>
          </p:cNvPr>
          <p:cNvSpPr>
            <a:spLocks/>
          </p:cNvSpPr>
          <p:nvPr/>
        </p:nvSpPr>
        <p:spPr>
          <a:xfrm>
            <a:off x="718620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9" name="data_8180">
            <a:extLst>
              <a:ext uri="{FF2B5EF4-FFF2-40B4-BE49-F238E27FC236}">
                <a16:creationId xmlns:a16="http://schemas.microsoft.com/office/drawing/2014/main" id="{60BC2640-66A0-4C31-A89C-9B1A902D03D2}"/>
              </a:ext>
            </a:extLst>
          </p:cNvPr>
          <p:cNvSpPr>
            <a:spLocks/>
          </p:cNvSpPr>
          <p:nvPr/>
        </p:nvSpPr>
        <p:spPr>
          <a:xfrm>
            <a:off x="721485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0" name="data_8181">
            <a:extLst>
              <a:ext uri="{FF2B5EF4-FFF2-40B4-BE49-F238E27FC236}">
                <a16:creationId xmlns:a16="http://schemas.microsoft.com/office/drawing/2014/main" id="{5001A7D5-C755-4047-9FC1-2928C0ADD0E3}"/>
              </a:ext>
            </a:extLst>
          </p:cNvPr>
          <p:cNvSpPr>
            <a:spLocks/>
          </p:cNvSpPr>
          <p:nvPr/>
        </p:nvSpPr>
        <p:spPr>
          <a:xfrm>
            <a:off x="716679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1" name="data_8182">
            <a:extLst>
              <a:ext uri="{FF2B5EF4-FFF2-40B4-BE49-F238E27FC236}">
                <a16:creationId xmlns:a16="http://schemas.microsoft.com/office/drawing/2014/main" id="{0B1E4BF3-3D62-4063-A711-2ACA1DF5F526}"/>
              </a:ext>
            </a:extLst>
          </p:cNvPr>
          <p:cNvSpPr>
            <a:spLocks/>
          </p:cNvSpPr>
          <p:nvPr/>
        </p:nvSpPr>
        <p:spPr>
          <a:xfrm>
            <a:off x="718009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2" name="data_8183">
            <a:extLst>
              <a:ext uri="{FF2B5EF4-FFF2-40B4-BE49-F238E27FC236}">
                <a16:creationId xmlns:a16="http://schemas.microsoft.com/office/drawing/2014/main" id="{0FF2F703-F58A-43A3-95DF-047C508DAF22}"/>
              </a:ext>
            </a:extLst>
          </p:cNvPr>
          <p:cNvSpPr>
            <a:spLocks/>
          </p:cNvSpPr>
          <p:nvPr/>
        </p:nvSpPr>
        <p:spPr>
          <a:xfrm>
            <a:off x="720539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3" name="data_8184">
            <a:extLst>
              <a:ext uri="{FF2B5EF4-FFF2-40B4-BE49-F238E27FC236}">
                <a16:creationId xmlns:a16="http://schemas.microsoft.com/office/drawing/2014/main" id="{7AFE6823-AFDF-4428-99CE-7EEC04009B43}"/>
              </a:ext>
            </a:extLst>
          </p:cNvPr>
          <p:cNvSpPr>
            <a:spLocks/>
          </p:cNvSpPr>
          <p:nvPr/>
        </p:nvSpPr>
        <p:spPr>
          <a:xfrm>
            <a:off x="7200026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4" name="data_8185">
            <a:extLst>
              <a:ext uri="{FF2B5EF4-FFF2-40B4-BE49-F238E27FC236}">
                <a16:creationId xmlns:a16="http://schemas.microsoft.com/office/drawing/2014/main" id="{46469779-9AF4-408E-B06E-30A86605D9E2}"/>
              </a:ext>
            </a:extLst>
          </p:cNvPr>
          <p:cNvSpPr>
            <a:spLocks/>
          </p:cNvSpPr>
          <p:nvPr/>
        </p:nvSpPr>
        <p:spPr>
          <a:xfrm>
            <a:off x="718119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5" name="data_8186">
            <a:extLst>
              <a:ext uri="{FF2B5EF4-FFF2-40B4-BE49-F238E27FC236}">
                <a16:creationId xmlns:a16="http://schemas.microsoft.com/office/drawing/2014/main" id="{E9F43BE6-1119-4860-A436-26C1B56D89F4}"/>
              </a:ext>
            </a:extLst>
          </p:cNvPr>
          <p:cNvSpPr>
            <a:spLocks/>
          </p:cNvSpPr>
          <p:nvPr/>
        </p:nvSpPr>
        <p:spPr>
          <a:xfrm>
            <a:off x="717162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6" name="data_8187">
            <a:extLst>
              <a:ext uri="{FF2B5EF4-FFF2-40B4-BE49-F238E27FC236}">
                <a16:creationId xmlns:a16="http://schemas.microsoft.com/office/drawing/2014/main" id="{4F1A17E8-5D7F-4796-8B27-6786B3ED8460}"/>
              </a:ext>
            </a:extLst>
          </p:cNvPr>
          <p:cNvSpPr>
            <a:spLocks/>
          </p:cNvSpPr>
          <p:nvPr/>
        </p:nvSpPr>
        <p:spPr>
          <a:xfrm>
            <a:off x="721364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7" name="data_8188">
            <a:extLst>
              <a:ext uri="{FF2B5EF4-FFF2-40B4-BE49-F238E27FC236}">
                <a16:creationId xmlns:a16="http://schemas.microsoft.com/office/drawing/2014/main" id="{165FB631-1F32-47CC-9CC4-AD04FC3CE2A7}"/>
              </a:ext>
            </a:extLst>
          </p:cNvPr>
          <p:cNvSpPr>
            <a:spLocks/>
          </p:cNvSpPr>
          <p:nvPr/>
        </p:nvSpPr>
        <p:spPr>
          <a:xfrm>
            <a:off x="714441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8" name="data_8189">
            <a:extLst>
              <a:ext uri="{FF2B5EF4-FFF2-40B4-BE49-F238E27FC236}">
                <a16:creationId xmlns:a16="http://schemas.microsoft.com/office/drawing/2014/main" id="{1E28BF22-2A27-47A8-B584-DFB765AAC00F}"/>
              </a:ext>
            </a:extLst>
          </p:cNvPr>
          <p:cNvSpPr>
            <a:spLocks/>
          </p:cNvSpPr>
          <p:nvPr/>
        </p:nvSpPr>
        <p:spPr>
          <a:xfrm>
            <a:off x="720531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9" name="data_8190">
            <a:extLst>
              <a:ext uri="{FF2B5EF4-FFF2-40B4-BE49-F238E27FC236}">
                <a16:creationId xmlns:a16="http://schemas.microsoft.com/office/drawing/2014/main" id="{4068F21F-73DC-458A-9A51-D73761C0911E}"/>
              </a:ext>
            </a:extLst>
          </p:cNvPr>
          <p:cNvSpPr>
            <a:spLocks/>
          </p:cNvSpPr>
          <p:nvPr/>
        </p:nvSpPr>
        <p:spPr>
          <a:xfrm>
            <a:off x="715986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0" name="data_8191">
            <a:extLst>
              <a:ext uri="{FF2B5EF4-FFF2-40B4-BE49-F238E27FC236}">
                <a16:creationId xmlns:a16="http://schemas.microsoft.com/office/drawing/2014/main" id="{D9DF11D4-90FB-4E98-A57E-074E2CC666C6}"/>
              </a:ext>
            </a:extLst>
          </p:cNvPr>
          <p:cNvSpPr>
            <a:spLocks/>
          </p:cNvSpPr>
          <p:nvPr/>
        </p:nvSpPr>
        <p:spPr>
          <a:xfrm>
            <a:off x="7222018" y="678246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1" name="data_8192">
            <a:extLst>
              <a:ext uri="{FF2B5EF4-FFF2-40B4-BE49-F238E27FC236}">
                <a16:creationId xmlns:a16="http://schemas.microsoft.com/office/drawing/2014/main" id="{3D671349-3E0D-4AF8-8D23-CEDF5341D2B4}"/>
              </a:ext>
            </a:extLst>
          </p:cNvPr>
          <p:cNvSpPr>
            <a:spLocks/>
          </p:cNvSpPr>
          <p:nvPr/>
        </p:nvSpPr>
        <p:spPr>
          <a:xfrm>
            <a:off x="721653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2" name="data_8193">
            <a:extLst>
              <a:ext uri="{FF2B5EF4-FFF2-40B4-BE49-F238E27FC236}">
                <a16:creationId xmlns:a16="http://schemas.microsoft.com/office/drawing/2014/main" id="{8413AE1E-6122-4E41-9FE7-247EE649980C}"/>
              </a:ext>
            </a:extLst>
          </p:cNvPr>
          <p:cNvSpPr>
            <a:spLocks/>
          </p:cNvSpPr>
          <p:nvPr/>
        </p:nvSpPr>
        <p:spPr>
          <a:xfrm>
            <a:off x="723733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3" name="data_8194">
            <a:extLst>
              <a:ext uri="{FF2B5EF4-FFF2-40B4-BE49-F238E27FC236}">
                <a16:creationId xmlns:a16="http://schemas.microsoft.com/office/drawing/2014/main" id="{C97BF848-511E-40E2-85FA-6F7514E80F8B}"/>
              </a:ext>
            </a:extLst>
          </p:cNvPr>
          <p:cNvSpPr>
            <a:spLocks/>
          </p:cNvSpPr>
          <p:nvPr/>
        </p:nvSpPr>
        <p:spPr>
          <a:xfrm>
            <a:off x="717960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4" name="data_8195">
            <a:extLst>
              <a:ext uri="{FF2B5EF4-FFF2-40B4-BE49-F238E27FC236}">
                <a16:creationId xmlns:a16="http://schemas.microsoft.com/office/drawing/2014/main" id="{71CF0D52-677F-4277-9FD9-663A2D9D2BC1}"/>
              </a:ext>
            </a:extLst>
          </p:cNvPr>
          <p:cNvSpPr>
            <a:spLocks/>
          </p:cNvSpPr>
          <p:nvPr/>
        </p:nvSpPr>
        <p:spPr>
          <a:xfrm>
            <a:off x="719340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5" name="data_8196">
            <a:extLst>
              <a:ext uri="{FF2B5EF4-FFF2-40B4-BE49-F238E27FC236}">
                <a16:creationId xmlns:a16="http://schemas.microsoft.com/office/drawing/2014/main" id="{A3F679FA-E11A-4C4A-A219-26C7729AE31B}"/>
              </a:ext>
            </a:extLst>
          </p:cNvPr>
          <p:cNvSpPr>
            <a:spLocks/>
          </p:cNvSpPr>
          <p:nvPr/>
        </p:nvSpPr>
        <p:spPr>
          <a:xfrm>
            <a:off x="720943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6" name="data_8197">
            <a:extLst>
              <a:ext uri="{FF2B5EF4-FFF2-40B4-BE49-F238E27FC236}">
                <a16:creationId xmlns:a16="http://schemas.microsoft.com/office/drawing/2014/main" id="{9AAB7EC9-968A-4962-8CC1-74B7AA81B717}"/>
              </a:ext>
            </a:extLst>
          </p:cNvPr>
          <p:cNvSpPr>
            <a:spLocks/>
          </p:cNvSpPr>
          <p:nvPr/>
        </p:nvSpPr>
        <p:spPr>
          <a:xfrm>
            <a:off x="721614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7" name="data_8198">
            <a:extLst>
              <a:ext uri="{FF2B5EF4-FFF2-40B4-BE49-F238E27FC236}">
                <a16:creationId xmlns:a16="http://schemas.microsoft.com/office/drawing/2014/main" id="{9CA1C990-8293-40D4-8573-E73EA32936F2}"/>
              </a:ext>
            </a:extLst>
          </p:cNvPr>
          <p:cNvSpPr>
            <a:spLocks/>
          </p:cNvSpPr>
          <p:nvPr/>
        </p:nvSpPr>
        <p:spPr>
          <a:xfrm>
            <a:off x="7160994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8" name="data_8199">
            <a:extLst>
              <a:ext uri="{FF2B5EF4-FFF2-40B4-BE49-F238E27FC236}">
                <a16:creationId xmlns:a16="http://schemas.microsoft.com/office/drawing/2014/main" id="{CFF94FD8-7EEE-4F3D-A825-439C13898D44}"/>
              </a:ext>
            </a:extLst>
          </p:cNvPr>
          <p:cNvSpPr>
            <a:spLocks/>
          </p:cNvSpPr>
          <p:nvPr/>
        </p:nvSpPr>
        <p:spPr>
          <a:xfrm>
            <a:off x="7184250" y="68113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9" name="data_8200">
            <a:extLst>
              <a:ext uri="{FF2B5EF4-FFF2-40B4-BE49-F238E27FC236}">
                <a16:creationId xmlns:a16="http://schemas.microsoft.com/office/drawing/2014/main" id="{01A99238-0A00-43EA-B775-34E21F733C02}"/>
              </a:ext>
            </a:extLst>
          </p:cNvPr>
          <p:cNvSpPr>
            <a:spLocks/>
          </p:cNvSpPr>
          <p:nvPr/>
        </p:nvSpPr>
        <p:spPr>
          <a:xfrm>
            <a:off x="7176233" y="64878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0" name="data_8201">
            <a:extLst>
              <a:ext uri="{FF2B5EF4-FFF2-40B4-BE49-F238E27FC236}">
                <a16:creationId xmlns:a16="http://schemas.microsoft.com/office/drawing/2014/main" id="{1198BE10-BF02-4C3F-873C-368A9817A23A}"/>
              </a:ext>
            </a:extLst>
          </p:cNvPr>
          <p:cNvSpPr>
            <a:spLocks/>
          </p:cNvSpPr>
          <p:nvPr/>
        </p:nvSpPr>
        <p:spPr>
          <a:xfrm>
            <a:off x="714729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1" name="data_8202">
            <a:extLst>
              <a:ext uri="{FF2B5EF4-FFF2-40B4-BE49-F238E27FC236}">
                <a16:creationId xmlns:a16="http://schemas.microsoft.com/office/drawing/2014/main" id="{EE97FD08-1EB3-4442-9AFB-406782D98651}"/>
              </a:ext>
            </a:extLst>
          </p:cNvPr>
          <p:cNvSpPr>
            <a:spLocks/>
          </p:cNvSpPr>
          <p:nvPr/>
        </p:nvSpPr>
        <p:spPr>
          <a:xfrm>
            <a:off x="714820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2" name="data_8203">
            <a:extLst>
              <a:ext uri="{FF2B5EF4-FFF2-40B4-BE49-F238E27FC236}">
                <a16:creationId xmlns:a16="http://schemas.microsoft.com/office/drawing/2014/main" id="{818364F5-C50A-4BF9-B12A-65BC4E5E33E9}"/>
              </a:ext>
            </a:extLst>
          </p:cNvPr>
          <p:cNvSpPr>
            <a:spLocks/>
          </p:cNvSpPr>
          <p:nvPr/>
        </p:nvSpPr>
        <p:spPr>
          <a:xfrm>
            <a:off x="717399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3" name="data_8204">
            <a:extLst>
              <a:ext uri="{FF2B5EF4-FFF2-40B4-BE49-F238E27FC236}">
                <a16:creationId xmlns:a16="http://schemas.microsoft.com/office/drawing/2014/main" id="{5338076D-4D1A-48D2-B745-EE6F634FFA7B}"/>
              </a:ext>
            </a:extLst>
          </p:cNvPr>
          <p:cNvSpPr>
            <a:spLocks/>
          </p:cNvSpPr>
          <p:nvPr/>
        </p:nvSpPr>
        <p:spPr>
          <a:xfrm>
            <a:off x="723386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4" name="data_8205">
            <a:extLst>
              <a:ext uri="{FF2B5EF4-FFF2-40B4-BE49-F238E27FC236}">
                <a16:creationId xmlns:a16="http://schemas.microsoft.com/office/drawing/2014/main" id="{D961B009-6224-4907-9B1E-6AA3ED6BAEE9}"/>
              </a:ext>
            </a:extLst>
          </p:cNvPr>
          <p:cNvSpPr>
            <a:spLocks/>
          </p:cNvSpPr>
          <p:nvPr/>
        </p:nvSpPr>
        <p:spPr>
          <a:xfrm>
            <a:off x="716396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5" name="data_8206">
            <a:extLst>
              <a:ext uri="{FF2B5EF4-FFF2-40B4-BE49-F238E27FC236}">
                <a16:creationId xmlns:a16="http://schemas.microsoft.com/office/drawing/2014/main" id="{56FFBE87-D894-4F52-B26A-D65DD42B2EA7}"/>
              </a:ext>
            </a:extLst>
          </p:cNvPr>
          <p:cNvSpPr>
            <a:spLocks/>
          </p:cNvSpPr>
          <p:nvPr/>
        </p:nvSpPr>
        <p:spPr>
          <a:xfrm>
            <a:off x="723334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6" name="data_8207">
            <a:extLst>
              <a:ext uri="{FF2B5EF4-FFF2-40B4-BE49-F238E27FC236}">
                <a16:creationId xmlns:a16="http://schemas.microsoft.com/office/drawing/2014/main" id="{AD9A5ED9-45B2-48D9-A3CC-69997D7EB110}"/>
              </a:ext>
            </a:extLst>
          </p:cNvPr>
          <p:cNvSpPr>
            <a:spLocks/>
          </p:cNvSpPr>
          <p:nvPr/>
        </p:nvSpPr>
        <p:spPr>
          <a:xfrm>
            <a:off x="7151521" y="67102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7" name="data_8208">
            <a:extLst>
              <a:ext uri="{FF2B5EF4-FFF2-40B4-BE49-F238E27FC236}">
                <a16:creationId xmlns:a16="http://schemas.microsoft.com/office/drawing/2014/main" id="{4EA6715E-74F3-4418-8F52-670B8E5E9F7F}"/>
              </a:ext>
            </a:extLst>
          </p:cNvPr>
          <p:cNvSpPr>
            <a:spLocks/>
          </p:cNvSpPr>
          <p:nvPr/>
        </p:nvSpPr>
        <p:spPr>
          <a:xfrm>
            <a:off x="722475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8" name="data_8209">
            <a:extLst>
              <a:ext uri="{FF2B5EF4-FFF2-40B4-BE49-F238E27FC236}">
                <a16:creationId xmlns:a16="http://schemas.microsoft.com/office/drawing/2014/main" id="{B261FA93-6F5B-4941-AB52-450642ACD04A}"/>
              </a:ext>
            </a:extLst>
          </p:cNvPr>
          <p:cNvSpPr>
            <a:spLocks/>
          </p:cNvSpPr>
          <p:nvPr/>
        </p:nvSpPr>
        <p:spPr>
          <a:xfrm>
            <a:off x="7173898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9" name="data_8210">
            <a:extLst>
              <a:ext uri="{FF2B5EF4-FFF2-40B4-BE49-F238E27FC236}">
                <a16:creationId xmlns:a16="http://schemas.microsoft.com/office/drawing/2014/main" id="{F793D3F7-E9A6-4C92-9948-0E0809D43CF9}"/>
              </a:ext>
            </a:extLst>
          </p:cNvPr>
          <p:cNvSpPr>
            <a:spLocks/>
          </p:cNvSpPr>
          <p:nvPr/>
        </p:nvSpPr>
        <p:spPr>
          <a:xfrm>
            <a:off x="7177396" y="61845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0" name="data_8211">
            <a:extLst>
              <a:ext uri="{FF2B5EF4-FFF2-40B4-BE49-F238E27FC236}">
                <a16:creationId xmlns:a16="http://schemas.microsoft.com/office/drawing/2014/main" id="{08077C76-394B-4223-AEF0-1C61D498BE4B}"/>
              </a:ext>
            </a:extLst>
          </p:cNvPr>
          <p:cNvSpPr>
            <a:spLocks/>
          </p:cNvSpPr>
          <p:nvPr/>
        </p:nvSpPr>
        <p:spPr>
          <a:xfrm>
            <a:off x="714514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1" name="data_8212">
            <a:extLst>
              <a:ext uri="{FF2B5EF4-FFF2-40B4-BE49-F238E27FC236}">
                <a16:creationId xmlns:a16="http://schemas.microsoft.com/office/drawing/2014/main" id="{5A84913B-FDB3-4C0D-AC5A-D25EFEBBB820}"/>
              </a:ext>
            </a:extLst>
          </p:cNvPr>
          <p:cNvSpPr>
            <a:spLocks/>
          </p:cNvSpPr>
          <p:nvPr/>
        </p:nvSpPr>
        <p:spPr>
          <a:xfrm>
            <a:off x="719229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2" name="data_8213">
            <a:extLst>
              <a:ext uri="{FF2B5EF4-FFF2-40B4-BE49-F238E27FC236}">
                <a16:creationId xmlns:a16="http://schemas.microsoft.com/office/drawing/2014/main" id="{86ACE998-4230-4F5F-8AF2-0B56CECB7BE7}"/>
              </a:ext>
            </a:extLst>
          </p:cNvPr>
          <p:cNvSpPr>
            <a:spLocks/>
          </p:cNvSpPr>
          <p:nvPr/>
        </p:nvSpPr>
        <p:spPr>
          <a:xfrm>
            <a:off x="719662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3" name="data_8214">
            <a:extLst>
              <a:ext uri="{FF2B5EF4-FFF2-40B4-BE49-F238E27FC236}">
                <a16:creationId xmlns:a16="http://schemas.microsoft.com/office/drawing/2014/main" id="{EB6EC6C5-3040-4AC6-ADBD-929186532D1F}"/>
              </a:ext>
            </a:extLst>
          </p:cNvPr>
          <p:cNvSpPr>
            <a:spLocks/>
          </p:cNvSpPr>
          <p:nvPr/>
        </p:nvSpPr>
        <p:spPr>
          <a:xfrm>
            <a:off x="721074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4" name="data_8215">
            <a:extLst>
              <a:ext uri="{FF2B5EF4-FFF2-40B4-BE49-F238E27FC236}">
                <a16:creationId xmlns:a16="http://schemas.microsoft.com/office/drawing/2014/main" id="{1D81D0C9-EE4F-4B43-A81F-05D26A06EA7B}"/>
              </a:ext>
            </a:extLst>
          </p:cNvPr>
          <p:cNvSpPr>
            <a:spLocks/>
          </p:cNvSpPr>
          <p:nvPr/>
        </p:nvSpPr>
        <p:spPr>
          <a:xfrm>
            <a:off x="719200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5" name="data_8216">
            <a:extLst>
              <a:ext uri="{FF2B5EF4-FFF2-40B4-BE49-F238E27FC236}">
                <a16:creationId xmlns:a16="http://schemas.microsoft.com/office/drawing/2014/main" id="{FB345A00-5D88-4C9B-9EB3-59485EF8A882}"/>
              </a:ext>
            </a:extLst>
          </p:cNvPr>
          <p:cNvSpPr>
            <a:spLocks/>
          </p:cNvSpPr>
          <p:nvPr/>
        </p:nvSpPr>
        <p:spPr>
          <a:xfrm>
            <a:off x="722217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6" name="data_8217">
            <a:extLst>
              <a:ext uri="{FF2B5EF4-FFF2-40B4-BE49-F238E27FC236}">
                <a16:creationId xmlns:a16="http://schemas.microsoft.com/office/drawing/2014/main" id="{677BC05C-D860-48A2-9B62-9544B7DA0404}"/>
              </a:ext>
            </a:extLst>
          </p:cNvPr>
          <p:cNvSpPr>
            <a:spLocks/>
          </p:cNvSpPr>
          <p:nvPr/>
        </p:nvSpPr>
        <p:spPr>
          <a:xfrm>
            <a:off x="720513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7" name="data_8218">
            <a:extLst>
              <a:ext uri="{FF2B5EF4-FFF2-40B4-BE49-F238E27FC236}">
                <a16:creationId xmlns:a16="http://schemas.microsoft.com/office/drawing/2014/main" id="{458CA5AF-FBE2-44D2-AAE5-8DE7DA5AD6FD}"/>
              </a:ext>
            </a:extLst>
          </p:cNvPr>
          <p:cNvSpPr>
            <a:spLocks/>
          </p:cNvSpPr>
          <p:nvPr/>
        </p:nvSpPr>
        <p:spPr>
          <a:xfrm>
            <a:off x="761720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8" name="data_8219">
            <a:extLst>
              <a:ext uri="{FF2B5EF4-FFF2-40B4-BE49-F238E27FC236}">
                <a16:creationId xmlns:a16="http://schemas.microsoft.com/office/drawing/2014/main" id="{22CF84D7-60FC-4B75-9EC0-9ED8B45D8E99}"/>
              </a:ext>
            </a:extLst>
          </p:cNvPr>
          <p:cNvSpPr>
            <a:spLocks/>
          </p:cNvSpPr>
          <p:nvPr/>
        </p:nvSpPr>
        <p:spPr>
          <a:xfrm>
            <a:off x="7640439" y="68706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9" name="data_8220">
            <a:extLst>
              <a:ext uri="{FF2B5EF4-FFF2-40B4-BE49-F238E27FC236}">
                <a16:creationId xmlns:a16="http://schemas.microsoft.com/office/drawing/2014/main" id="{D11EDE14-CC26-43B7-B6DA-C7743F818A8E}"/>
              </a:ext>
            </a:extLst>
          </p:cNvPr>
          <p:cNvSpPr>
            <a:spLocks/>
          </p:cNvSpPr>
          <p:nvPr/>
        </p:nvSpPr>
        <p:spPr>
          <a:xfrm>
            <a:off x="761920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0" name="data_8221">
            <a:extLst>
              <a:ext uri="{FF2B5EF4-FFF2-40B4-BE49-F238E27FC236}">
                <a16:creationId xmlns:a16="http://schemas.microsoft.com/office/drawing/2014/main" id="{2533FFF6-E322-4AC0-9CD1-F224C06247A7}"/>
              </a:ext>
            </a:extLst>
          </p:cNvPr>
          <p:cNvSpPr>
            <a:spLocks/>
          </p:cNvSpPr>
          <p:nvPr/>
        </p:nvSpPr>
        <p:spPr>
          <a:xfrm>
            <a:off x="7629438" y="6895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1" name="data_8222">
            <a:extLst>
              <a:ext uri="{FF2B5EF4-FFF2-40B4-BE49-F238E27FC236}">
                <a16:creationId xmlns:a16="http://schemas.microsoft.com/office/drawing/2014/main" id="{AB6D9AB2-3193-4841-8DA3-4D08FEDEEFB2}"/>
              </a:ext>
            </a:extLst>
          </p:cNvPr>
          <p:cNvSpPr>
            <a:spLocks/>
          </p:cNvSpPr>
          <p:nvPr/>
        </p:nvSpPr>
        <p:spPr>
          <a:xfrm>
            <a:off x="7600712" y="69021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2" name="data_8223">
            <a:extLst>
              <a:ext uri="{FF2B5EF4-FFF2-40B4-BE49-F238E27FC236}">
                <a16:creationId xmlns:a16="http://schemas.microsoft.com/office/drawing/2014/main" id="{92AA7003-388E-4F03-A316-0077B544001E}"/>
              </a:ext>
            </a:extLst>
          </p:cNvPr>
          <p:cNvSpPr>
            <a:spLocks/>
          </p:cNvSpPr>
          <p:nvPr/>
        </p:nvSpPr>
        <p:spPr>
          <a:xfrm>
            <a:off x="7637836" y="64144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3" name="data_8224">
            <a:extLst>
              <a:ext uri="{FF2B5EF4-FFF2-40B4-BE49-F238E27FC236}">
                <a16:creationId xmlns:a16="http://schemas.microsoft.com/office/drawing/2014/main" id="{4A1AE0CD-D21A-4921-9352-617E9BF1D225}"/>
              </a:ext>
            </a:extLst>
          </p:cNvPr>
          <p:cNvSpPr>
            <a:spLocks/>
          </p:cNvSpPr>
          <p:nvPr/>
        </p:nvSpPr>
        <p:spPr>
          <a:xfrm>
            <a:off x="7641963" y="67208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4" name="data_8225">
            <a:extLst>
              <a:ext uri="{FF2B5EF4-FFF2-40B4-BE49-F238E27FC236}">
                <a16:creationId xmlns:a16="http://schemas.microsoft.com/office/drawing/2014/main" id="{5A6871AF-341B-4866-85EB-BCDE38BA12E0}"/>
              </a:ext>
            </a:extLst>
          </p:cNvPr>
          <p:cNvSpPr>
            <a:spLocks/>
          </p:cNvSpPr>
          <p:nvPr/>
        </p:nvSpPr>
        <p:spPr>
          <a:xfrm>
            <a:off x="7661700" y="68994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5" name="data_8226">
            <a:extLst>
              <a:ext uri="{FF2B5EF4-FFF2-40B4-BE49-F238E27FC236}">
                <a16:creationId xmlns:a16="http://schemas.microsoft.com/office/drawing/2014/main" id="{AC7B40C3-49A1-4E34-87DD-CE3414779DB1}"/>
              </a:ext>
            </a:extLst>
          </p:cNvPr>
          <p:cNvSpPr>
            <a:spLocks/>
          </p:cNvSpPr>
          <p:nvPr/>
        </p:nvSpPr>
        <p:spPr>
          <a:xfrm>
            <a:off x="760462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6" name="data_8227">
            <a:extLst>
              <a:ext uri="{FF2B5EF4-FFF2-40B4-BE49-F238E27FC236}">
                <a16:creationId xmlns:a16="http://schemas.microsoft.com/office/drawing/2014/main" id="{3E6C270F-D253-44B9-AA7C-2340E742936E}"/>
              </a:ext>
            </a:extLst>
          </p:cNvPr>
          <p:cNvSpPr>
            <a:spLocks/>
          </p:cNvSpPr>
          <p:nvPr/>
        </p:nvSpPr>
        <p:spPr>
          <a:xfrm>
            <a:off x="7658916" y="68911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7" name="data_8228">
            <a:extLst>
              <a:ext uri="{FF2B5EF4-FFF2-40B4-BE49-F238E27FC236}">
                <a16:creationId xmlns:a16="http://schemas.microsoft.com/office/drawing/2014/main" id="{343F7EE3-CDB8-4033-9080-1F9FD1616812}"/>
              </a:ext>
            </a:extLst>
          </p:cNvPr>
          <p:cNvSpPr>
            <a:spLocks/>
          </p:cNvSpPr>
          <p:nvPr/>
        </p:nvSpPr>
        <p:spPr>
          <a:xfrm>
            <a:off x="769436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8" name="data_8229">
            <a:extLst>
              <a:ext uri="{FF2B5EF4-FFF2-40B4-BE49-F238E27FC236}">
                <a16:creationId xmlns:a16="http://schemas.microsoft.com/office/drawing/2014/main" id="{3D0FB451-D948-43CD-B725-AA0E23CC75F9}"/>
              </a:ext>
            </a:extLst>
          </p:cNvPr>
          <p:cNvSpPr>
            <a:spLocks/>
          </p:cNvSpPr>
          <p:nvPr/>
        </p:nvSpPr>
        <p:spPr>
          <a:xfrm>
            <a:off x="7683326" y="6894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9" name="data_8230">
            <a:extLst>
              <a:ext uri="{FF2B5EF4-FFF2-40B4-BE49-F238E27FC236}">
                <a16:creationId xmlns:a16="http://schemas.microsoft.com/office/drawing/2014/main" id="{91390EB7-32C2-44BE-A47B-44FE5E1A7C1B}"/>
              </a:ext>
            </a:extLst>
          </p:cNvPr>
          <p:cNvSpPr>
            <a:spLocks/>
          </p:cNvSpPr>
          <p:nvPr/>
        </p:nvSpPr>
        <p:spPr>
          <a:xfrm>
            <a:off x="764909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0" name="data_8231">
            <a:extLst>
              <a:ext uri="{FF2B5EF4-FFF2-40B4-BE49-F238E27FC236}">
                <a16:creationId xmlns:a16="http://schemas.microsoft.com/office/drawing/2014/main" id="{06BD3729-2AFB-4034-919F-B941CD941C4F}"/>
              </a:ext>
            </a:extLst>
          </p:cNvPr>
          <p:cNvSpPr>
            <a:spLocks/>
          </p:cNvSpPr>
          <p:nvPr/>
        </p:nvSpPr>
        <p:spPr>
          <a:xfrm>
            <a:off x="762856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1" name="data_8232">
            <a:extLst>
              <a:ext uri="{FF2B5EF4-FFF2-40B4-BE49-F238E27FC236}">
                <a16:creationId xmlns:a16="http://schemas.microsoft.com/office/drawing/2014/main" id="{0643446D-B984-4C64-AC05-8D290CF17EC1}"/>
              </a:ext>
            </a:extLst>
          </p:cNvPr>
          <p:cNvSpPr>
            <a:spLocks/>
          </p:cNvSpPr>
          <p:nvPr/>
        </p:nvSpPr>
        <p:spPr>
          <a:xfrm>
            <a:off x="7694411" y="6516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2" name="data_8233">
            <a:extLst>
              <a:ext uri="{FF2B5EF4-FFF2-40B4-BE49-F238E27FC236}">
                <a16:creationId xmlns:a16="http://schemas.microsoft.com/office/drawing/2014/main" id="{7E944EA6-42F2-4449-9414-9CCE642BE1BC}"/>
              </a:ext>
            </a:extLst>
          </p:cNvPr>
          <p:cNvSpPr>
            <a:spLocks/>
          </p:cNvSpPr>
          <p:nvPr/>
        </p:nvSpPr>
        <p:spPr>
          <a:xfrm>
            <a:off x="768526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3" name="data_8234">
            <a:extLst>
              <a:ext uri="{FF2B5EF4-FFF2-40B4-BE49-F238E27FC236}">
                <a16:creationId xmlns:a16="http://schemas.microsoft.com/office/drawing/2014/main" id="{BB288E46-CC5A-4FC9-AAFA-04BC96C005A1}"/>
              </a:ext>
            </a:extLst>
          </p:cNvPr>
          <p:cNvSpPr>
            <a:spLocks/>
          </p:cNvSpPr>
          <p:nvPr/>
        </p:nvSpPr>
        <p:spPr>
          <a:xfrm>
            <a:off x="7677130" y="69038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4" name="data_8235">
            <a:extLst>
              <a:ext uri="{FF2B5EF4-FFF2-40B4-BE49-F238E27FC236}">
                <a16:creationId xmlns:a16="http://schemas.microsoft.com/office/drawing/2014/main" id="{E2D9783E-2756-4A95-AE58-8FEC87D42A36}"/>
              </a:ext>
            </a:extLst>
          </p:cNvPr>
          <p:cNvSpPr>
            <a:spLocks/>
          </p:cNvSpPr>
          <p:nvPr/>
        </p:nvSpPr>
        <p:spPr>
          <a:xfrm>
            <a:off x="7634631" y="67987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5" name="data_8236">
            <a:extLst>
              <a:ext uri="{FF2B5EF4-FFF2-40B4-BE49-F238E27FC236}">
                <a16:creationId xmlns:a16="http://schemas.microsoft.com/office/drawing/2014/main" id="{29D867FF-7F9F-4C19-8B81-CE19D40ABB86}"/>
              </a:ext>
            </a:extLst>
          </p:cNvPr>
          <p:cNvSpPr>
            <a:spLocks/>
          </p:cNvSpPr>
          <p:nvPr/>
        </p:nvSpPr>
        <p:spPr>
          <a:xfrm>
            <a:off x="7678190" y="68774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6" name="data_8237">
            <a:extLst>
              <a:ext uri="{FF2B5EF4-FFF2-40B4-BE49-F238E27FC236}">
                <a16:creationId xmlns:a16="http://schemas.microsoft.com/office/drawing/2014/main" id="{155F9DA2-2B28-44A0-BE9A-3FFFDDDF7C31}"/>
              </a:ext>
            </a:extLst>
          </p:cNvPr>
          <p:cNvSpPr>
            <a:spLocks/>
          </p:cNvSpPr>
          <p:nvPr/>
        </p:nvSpPr>
        <p:spPr>
          <a:xfrm>
            <a:off x="765522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7" name="data_8238">
            <a:extLst>
              <a:ext uri="{FF2B5EF4-FFF2-40B4-BE49-F238E27FC236}">
                <a16:creationId xmlns:a16="http://schemas.microsoft.com/office/drawing/2014/main" id="{298522BB-74EB-4BC6-B6FF-00A0EA2F5238}"/>
              </a:ext>
            </a:extLst>
          </p:cNvPr>
          <p:cNvSpPr>
            <a:spLocks/>
          </p:cNvSpPr>
          <p:nvPr/>
        </p:nvSpPr>
        <p:spPr>
          <a:xfrm>
            <a:off x="766711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8" name="data_8239">
            <a:extLst>
              <a:ext uri="{FF2B5EF4-FFF2-40B4-BE49-F238E27FC236}">
                <a16:creationId xmlns:a16="http://schemas.microsoft.com/office/drawing/2014/main" id="{33AB4294-CF0A-42CF-B5AA-F5847F88F3E7}"/>
              </a:ext>
            </a:extLst>
          </p:cNvPr>
          <p:cNvSpPr>
            <a:spLocks/>
          </p:cNvSpPr>
          <p:nvPr/>
        </p:nvSpPr>
        <p:spPr>
          <a:xfrm>
            <a:off x="768541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9" name="data_8240">
            <a:extLst>
              <a:ext uri="{FF2B5EF4-FFF2-40B4-BE49-F238E27FC236}">
                <a16:creationId xmlns:a16="http://schemas.microsoft.com/office/drawing/2014/main" id="{1BD55E48-FC6B-493F-959B-EF176ABD1E07}"/>
              </a:ext>
            </a:extLst>
          </p:cNvPr>
          <p:cNvSpPr>
            <a:spLocks/>
          </p:cNvSpPr>
          <p:nvPr/>
        </p:nvSpPr>
        <p:spPr>
          <a:xfrm>
            <a:off x="7623501" y="69008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0" name="data_8241">
            <a:extLst>
              <a:ext uri="{FF2B5EF4-FFF2-40B4-BE49-F238E27FC236}">
                <a16:creationId xmlns:a16="http://schemas.microsoft.com/office/drawing/2014/main" id="{2659F986-F434-41AD-9C08-F9530BED8692}"/>
              </a:ext>
            </a:extLst>
          </p:cNvPr>
          <p:cNvSpPr>
            <a:spLocks/>
          </p:cNvSpPr>
          <p:nvPr/>
        </p:nvSpPr>
        <p:spPr>
          <a:xfrm>
            <a:off x="7628448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1" name="data_8242">
            <a:extLst>
              <a:ext uri="{FF2B5EF4-FFF2-40B4-BE49-F238E27FC236}">
                <a16:creationId xmlns:a16="http://schemas.microsoft.com/office/drawing/2014/main" id="{C73654FF-2285-439B-8070-751615DAFAC3}"/>
              </a:ext>
            </a:extLst>
          </p:cNvPr>
          <p:cNvSpPr>
            <a:spLocks/>
          </p:cNvSpPr>
          <p:nvPr/>
        </p:nvSpPr>
        <p:spPr>
          <a:xfrm>
            <a:off x="769968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2" name="data_8243">
            <a:extLst>
              <a:ext uri="{FF2B5EF4-FFF2-40B4-BE49-F238E27FC236}">
                <a16:creationId xmlns:a16="http://schemas.microsoft.com/office/drawing/2014/main" id="{E89AFD89-7D66-4531-88AB-CF1B59581DBA}"/>
              </a:ext>
            </a:extLst>
          </p:cNvPr>
          <p:cNvSpPr>
            <a:spLocks/>
          </p:cNvSpPr>
          <p:nvPr/>
        </p:nvSpPr>
        <p:spPr>
          <a:xfrm>
            <a:off x="7631584" y="68903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3" name="data_8244">
            <a:extLst>
              <a:ext uri="{FF2B5EF4-FFF2-40B4-BE49-F238E27FC236}">
                <a16:creationId xmlns:a16="http://schemas.microsoft.com/office/drawing/2014/main" id="{BF5418EB-D285-40E7-93DF-A7DB1A53C015}"/>
              </a:ext>
            </a:extLst>
          </p:cNvPr>
          <p:cNvSpPr>
            <a:spLocks/>
          </p:cNvSpPr>
          <p:nvPr/>
        </p:nvSpPr>
        <p:spPr>
          <a:xfrm>
            <a:off x="763963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4" name="data_8245">
            <a:extLst>
              <a:ext uri="{FF2B5EF4-FFF2-40B4-BE49-F238E27FC236}">
                <a16:creationId xmlns:a16="http://schemas.microsoft.com/office/drawing/2014/main" id="{5D1F3E6B-851E-46CD-B8DA-221EF71B8385}"/>
              </a:ext>
            </a:extLst>
          </p:cNvPr>
          <p:cNvSpPr>
            <a:spLocks/>
          </p:cNvSpPr>
          <p:nvPr/>
        </p:nvSpPr>
        <p:spPr>
          <a:xfrm>
            <a:off x="764992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5" name="data_8246">
            <a:extLst>
              <a:ext uri="{FF2B5EF4-FFF2-40B4-BE49-F238E27FC236}">
                <a16:creationId xmlns:a16="http://schemas.microsoft.com/office/drawing/2014/main" id="{7D191A50-5CDE-421F-BF85-12C2ADF8C1FE}"/>
              </a:ext>
            </a:extLst>
          </p:cNvPr>
          <p:cNvSpPr>
            <a:spLocks/>
          </p:cNvSpPr>
          <p:nvPr/>
        </p:nvSpPr>
        <p:spPr>
          <a:xfrm>
            <a:off x="760716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6" name="data_8247">
            <a:extLst>
              <a:ext uri="{FF2B5EF4-FFF2-40B4-BE49-F238E27FC236}">
                <a16:creationId xmlns:a16="http://schemas.microsoft.com/office/drawing/2014/main" id="{17A755B3-1E2B-49F2-8C03-C9DD091AAE6B}"/>
              </a:ext>
            </a:extLst>
          </p:cNvPr>
          <p:cNvSpPr>
            <a:spLocks/>
          </p:cNvSpPr>
          <p:nvPr/>
        </p:nvSpPr>
        <p:spPr>
          <a:xfrm>
            <a:off x="768338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7" name="data_8248">
            <a:extLst>
              <a:ext uri="{FF2B5EF4-FFF2-40B4-BE49-F238E27FC236}">
                <a16:creationId xmlns:a16="http://schemas.microsoft.com/office/drawing/2014/main" id="{B5C3A26D-4825-448A-895E-F5FB3B71D67B}"/>
              </a:ext>
            </a:extLst>
          </p:cNvPr>
          <p:cNvSpPr>
            <a:spLocks/>
          </p:cNvSpPr>
          <p:nvPr/>
        </p:nvSpPr>
        <p:spPr>
          <a:xfrm>
            <a:off x="769348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8" name="data_8249">
            <a:extLst>
              <a:ext uri="{FF2B5EF4-FFF2-40B4-BE49-F238E27FC236}">
                <a16:creationId xmlns:a16="http://schemas.microsoft.com/office/drawing/2014/main" id="{A10715F9-4936-462C-A59B-1FF6AD4EF2A6}"/>
              </a:ext>
            </a:extLst>
          </p:cNvPr>
          <p:cNvSpPr>
            <a:spLocks/>
          </p:cNvSpPr>
          <p:nvPr/>
        </p:nvSpPr>
        <p:spPr>
          <a:xfrm>
            <a:off x="7605886" y="6873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9" name="data_8250">
            <a:extLst>
              <a:ext uri="{FF2B5EF4-FFF2-40B4-BE49-F238E27FC236}">
                <a16:creationId xmlns:a16="http://schemas.microsoft.com/office/drawing/2014/main" id="{2383E7DF-47C8-4449-815F-2321B8F987F5}"/>
              </a:ext>
            </a:extLst>
          </p:cNvPr>
          <p:cNvSpPr>
            <a:spLocks/>
          </p:cNvSpPr>
          <p:nvPr/>
        </p:nvSpPr>
        <p:spPr>
          <a:xfrm>
            <a:off x="7652041" y="6852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0" name="data_8251">
            <a:extLst>
              <a:ext uri="{FF2B5EF4-FFF2-40B4-BE49-F238E27FC236}">
                <a16:creationId xmlns:a16="http://schemas.microsoft.com/office/drawing/2014/main" id="{B4847DC9-4302-40F3-8AC8-EEC849B9445D}"/>
              </a:ext>
            </a:extLst>
          </p:cNvPr>
          <p:cNvSpPr>
            <a:spLocks/>
          </p:cNvSpPr>
          <p:nvPr/>
        </p:nvSpPr>
        <p:spPr>
          <a:xfrm>
            <a:off x="7674266" y="69031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1" name="data_8252">
            <a:extLst>
              <a:ext uri="{FF2B5EF4-FFF2-40B4-BE49-F238E27FC236}">
                <a16:creationId xmlns:a16="http://schemas.microsoft.com/office/drawing/2014/main" id="{79A9F2F9-E2DA-4311-9ACC-664F72290F6F}"/>
              </a:ext>
            </a:extLst>
          </p:cNvPr>
          <p:cNvSpPr>
            <a:spLocks/>
          </p:cNvSpPr>
          <p:nvPr/>
        </p:nvSpPr>
        <p:spPr>
          <a:xfrm>
            <a:off x="7686882" y="69100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2" name="data_8253">
            <a:extLst>
              <a:ext uri="{FF2B5EF4-FFF2-40B4-BE49-F238E27FC236}">
                <a16:creationId xmlns:a16="http://schemas.microsoft.com/office/drawing/2014/main" id="{052C5857-1252-45FA-849C-B9817F96E813}"/>
              </a:ext>
            </a:extLst>
          </p:cNvPr>
          <p:cNvSpPr>
            <a:spLocks/>
          </p:cNvSpPr>
          <p:nvPr/>
        </p:nvSpPr>
        <p:spPr>
          <a:xfrm>
            <a:off x="764530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3" name="data_8254">
            <a:extLst>
              <a:ext uri="{FF2B5EF4-FFF2-40B4-BE49-F238E27FC236}">
                <a16:creationId xmlns:a16="http://schemas.microsoft.com/office/drawing/2014/main" id="{4EE5B0FA-EE5B-4CB5-A4ED-192AB2666929}"/>
              </a:ext>
            </a:extLst>
          </p:cNvPr>
          <p:cNvSpPr>
            <a:spLocks/>
          </p:cNvSpPr>
          <p:nvPr/>
        </p:nvSpPr>
        <p:spPr>
          <a:xfrm>
            <a:off x="7700492" y="69093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4" name="data_8255">
            <a:extLst>
              <a:ext uri="{FF2B5EF4-FFF2-40B4-BE49-F238E27FC236}">
                <a16:creationId xmlns:a16="http://schemas.microsoft.com/office/drawing/2014/main" id="{9CF3CF39-BF1A-49A1-AEA9-D71704C64AA6}"/>
              </a:ext>
            </a:extLst>
          </p:cNvPr>
          <p:cNvSpPr>
            <a:spLocks/>
          </p:cNvSpPr>
          <p:nvPr/>
        </p:nvSpPr>
        <p:spPr>
          <a:xfrm>
            <a:off x="7605224" y="69088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5" name="data_8256">
            <a:extLst>
              <a:ext uri="{FF2B5EF4-FFF2-40B4-BE49-F238E27FC236}">
                <a16:creationId xmlns:a16="http://schemas.microsoft.com/office/drawing/2014/main" id="{B7D4BA83-8B04-4E21-9234-4296FF962C8B}"/>
              </a:ext>
            </a:extLst>
          </p:cNvPr>
          <p:cNvSpPr>
            <a:spLocks/>
          </p:cNvSpPr>
          <p:nvPr/>
        </p:nvSpPr>
        <p:spPr>
          <a:xfrm>
            <a:off x="764583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6" name="data_8257">
            <a:extLst>
              <a:ext uri="{FF2B5EF4-FFF2-40B4-BE49-F238E27FC236}">
                <a16:creationId xmlns:a16="http://schemas.microsoft.com/office/drawing/2014/main" id="{97E43678-23C9-483D-9190-F72E31AB8F72}"/>
              </a:ext>
            </a:extLst>
          </p:cNvPr>
          <p:cNvSpPr>
            <a:spLocks/>
          </p:cNvSpPr>
          <p:nvPr/>
        </p:nvSpPr>
        <p:spPr>
          <a:xfrm>
            <a:off x="7669766" y="69104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7" name="data_8258">
            <a:extLst>
              <a:ext uri="{FF2B5EF4-FFF2-40B4-BE49-F238E27FC236}">
                <a16:creationId xmlns:a16="http://schemas.microsoft.com/office/drawing/2014/main" id="{4974AB33-5903-483A-8B87-98152ACFA7E1}"/>
              </a:ext>
            </a:extLst>
          </p:cNvPr>
          <p:cNvSpPr>
            <a:spLocks/>
          </p:cNvSpPr>
          <p:nvPr/>
        </p:nvSpPr>
        <p:spPr>
          <a:xfrm>
            <a:off x="762467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8" name="data_8259">
            <a:extLst>
              <a:ext uri="{FF2B5EF4-FFF2-40B4-BE49-F238E27FC236}">
                <a16:creationId xmlns:a16="http://schemas.microsoft.com/office/drawing/2014/main" id="{E2347A82-5866-4035-B19D-2AC17DC17D6C}"/>
              </a:ext>
            </a:extLst>
          </p:cNvPr>
          <p:cNvSpPr>
            <a:spLocks/>
          </p:cNvSpPr>
          <p:nvPr/>
        </p:nvSpPr>
        <p:spPr>
          <a:xfrm>
            <a:off x="7649329" y="68930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9" name="data_8260">
            <a:extLst>
              <a:ext uri="{FF2B5EF4-FFF2-40B4-BE49-F238E27FC236}">
                <a16:creationId xmlns:a16="http://schemas.microsoft.com/office/drawing/2014/main" id="{B7D55EEA-D6F0-4DEB-9E70-93033C022ECB}"/>
              </a:ext>
            </a:extLst>
          </p:cNvPr>
          <p:cNvSpPr>
            <a:spLocks/>
          </p:cNvSpPr>
          <p:nvPr/>
        </p:nvSpPr>
        <p:spPr>
          <a:xfrm>
            <a:off x="7680515" y="68696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0" name="data_8261">
            <a:extLst>
              <a:ext uri="{FF2B5EF4-FFF2-40B4-BE49-F238E27FC236}">
                <a16:creationId xmlns:a16="http://schemas.microsoft.com/office/drawing/2014/main" id="{A4C276AB-B0A0-44E7-87C1-0F0A77169271}"/>
              </a:ext>
            </a:extLst>
          </p:cNvPr>
          <p:cNvSpPr>
            <a:spLocks/>
          </p:cNvSpPr>
          <p:nvPr/>
        </p:nvSpPr>
        <p:spPr>
          <a:xfrm>
            <a:off x="7691165" y="69066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1" name="data_8262">
            <a:extLst>
              <a:ext uri="{FF2B5EF4-FFF2-40B4-BE49-F238E27FC236}">
                <a16:creationId xmlns:a16="http://schemas.microsoft.com/office/drawing/2014/main" id="{777F369E-749C-4621-AAC5-A0EBD44C1C4D}"/>
              </a:ext>
            </a:extLst>
          </p:cNvPr>
          <p:cNvSpPr>
            <a:spLocks/>
          </p:cNvSpPr>
          <p:nvPr/>
        </p:nvSpPr>
        <p:spPr>
          <a:xfrm>
            <a:off x="7635756" y="68333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2" name="data_8263">
            <a:extLst>
              <a:ext uri="{FF2B5EF4-FFF2-40B4-BE49-F238E27FC236}">
                <a16:creationId xmlns:a16="http://schemas.microsoft.com/office/drawing/2014/main" id="{F58B5733-8109-4FC4-81E0-A1F32958AE5F}"/>
              </a:ext>
            </a:extLst>
          </p:cNvPr>
          <p:cNvSpPr>
            <a:spLocks/>
          </p:cNvSpPr>
          <p:nvPr/>
        </p:nvSpPr>
        <p:spPr>
          <a:xfrm>
            <a:off x="763657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3" name="data_8264">
            <a:extLst>
              <a:ext uri="{FF2B5EF4-FFF2-40B4-BE49-F238E27FC236}">
                <a16:creationId xmlns:a16="http://schemas.microsoft.com/office/drawing/2014/main" id="{BA7E1280-A94F-48A7-9339-61D17A7AE9B0}"/>
              </a:ext>
            </a:extLst>
          </p:cNvPr>
          <p:cNvSpPr>
            <a:spLocks/>
          </p:cNvSpPr>
          <p:nvPr/>
        </p:nvSpPr>
        <p:spPr>
          <a:xfrm>
            <a:off x="768080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4" name="data_8265">
            <a:extLst>
              <a:ext uri="{FF2B5EF4-FFF2-40B4-BE49-F238E27FC236}">
                <a16:creationId xmlns:a16="http://schemas.microsoft.com/office/drawing/2014/main" id="{3D005E1E-ED57-42F1-A993-D40D496BE9F0}"/>
              </a:ext>
            </a:extLst>
          </p:cNvPr>
          <p:cNvSpPr>
            <a:spLocks/>
          </p:cNvSpPr>
          <p:nvPr/>
        </p:nvSpPr>
        <p:spPr>
          <a:xfrm>
            <a:off x="7620416" y="6905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5" name="data_8266">
            <a:extLst>
              <a:ext uri="{FF2B5EF4-FFF2-40B4-BE49-F238E27FC236}">
                <a16:creationId xmlns:a16="http://schemas.microsoft.com/office/drawing/2014/main" id="{E7C56393-6ECA-48C8-B56A-A121EAAF58E5}"/>
              </a:ext>
            </a:extLst>
          </p:cNvPr>
          <p:cNvSpPr>
            <a:spLocks/>
          </p:cNvSpPr>
          <p:nvPr/>
        </p:nvSpPr>
        <p:spPr>
          <a:xfrm>
            <a:off x="7618373" y="6884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6" name="data_8267">
            <a:extLst>
              <a:ext uri="{FF2B5EF4-FFF2-40B4-BE49-F238E27FC236}">
                <a16:creationId xmlns:a16="http://schemas.microsoft.com/office/drawing/2014/main" id="{6BBA1128-8EA8-4D8E-8335-2897326CB1FD}"/>
              </a:ext>
            </a:extLst>
          </p:cNvPr>
          <p:cNvSpPr>
            <a:spLocks/>
          </p:cNvSpPr>
          <p:nvPr/>
        </p:nvSpPr>
        <p:spPr>
          <a:xfrm>
            <a:off x="768099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7" name="data_8268">
            <a:extLst>
              <a:ext uri="{FF2B5EF4-FFF2-40B4-BE49-F238E27FC236}">
                <a16:creationId xmlns:a16="http://schemas.microsoft.com/office/drawing/2014/main" id="{0F3CED7D-C2C3-46AC-92D4-0C77CC9DC69F}"/>
              </a:ext>
            </a:extLst>
          </p:cNvPr>
          <p:cNvSpPr>
            <a:spLocks/>
          </p:cNvSpPr>
          <p:nvPr/>
        </p:nvSpPr>
        <p:spPr>
          <a:xfrm>
            <a:off x="7700753" y="69087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8" name="data_8269">
            <a:extLst>
              <a:ext uri="{FF2B5EF4-FFF2-40B4-BE49-F238E27FC236}">
                <a16:creationId xmlns:a16="http://schemas.microsoft.com/office/drawing/2014/main" id="{E2987953-E97A-4D34-8A41-7A68E88C9E2F}"/>
              </a:ext>
            </a:extLst>
          </p:cNvPr>
          <p:cNvSpPr>
            <a:spLocks/>
          </p:cNvSpPr>
          <p:nvPr/>
        </p:nvSpPr>
        <p:spPr>
          <a:xfrm>
            <a:off x="7654221" y="6874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9" name="data_8270">
            <a:extLst>
              <a:ext uri="{FF2B5EF4-FFF2-40B4-BE49-F238E27FC236}">
                <a16:creationId xmlns:a16="http://schemas.microsoft.com/office/drawing/2014/main" id="{5D093399-974E-4F83-A545-0D4C3E066231}"/>
              </a:ext>
            </a:extLst>
          </p:cNvPr>
          <p:cNvSpPr>
            <a:spLocks/>
          </p:cNvSpPr>
          <p:nvPr/>
        </p:nvSpPr>
        <p:spPr>
          <a:xfrm>
            <a:off x="7604572" y="69055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0" name="data_8271">
            <a:extLst>
              <a:ext uri="{FF2B5EF4-FFF2-40B4-BE49-F238E27FC236}">
                <a16:creationId xmlns:a16="http://schemas.microsoft.com/office/drawing/2014/main" id="{67E64494-C719-4D6C-9E0D-05854F3A95B3}"/>
              </a:ext>
            </a:extLst>
          </p:cNvPr>
          <p:cNvSpPr>
            <a:spLocks/>
          </p:cNvSpPr>
          <p:nvPr/>
        </p:nvSpPr>
        <p:spPr>
          <a:xfrm>
            <a:off x="761266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1" name="data_8272">
            <a:extLst>
              <a:ext uri="{FF2B5EF4-FFF2-40B4-BE49-F238E27FC236}">
                <a16:creationId xmlns:a16="http://schemas.microsoft.com/office/drawing/2014/main" id="{5DFDFD98-D81D-4CBC-9A29-6EE19DD87C1F}"/>
              </a:ext>
            </a:extLst>
          </p:cNvPr>
          <p:cNvSpPr>
            <a:spLocks/>
          </p:cNvSpPr>
          <p:nvPr/>
        </p:nvSpPr>
        <p:spPr>
          <a:xfrm>
            <a:off x="7694655" y="66091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2" name="data_8273">
            <a:extLst>
              <a:ext uri="{FF2B5EF4-FFF2-40B4-BE49-F238E27FC236}">
                <a16:creationId xmlns:a16="http://schemas.microsoft.com/office/drawing/2014/main" id="{9CC2AA39-FEF0-4CAB-B883-5DD7265744A8}"/>
              </a:ext>
            </a:extLst>
          </p:cNvPr>
          <p:cNvSpPr>
            <a:spLocks/>
          </p:cNvSpPr>
          <p:nvPr/>
        </p:nvSpPr>
        <p:spPr>
          <a:xfrm>
            <a:off x="7655847" y="68963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3" name="data_8274">
            <a:extLst>
              <a:ext uri="{FF2B5EF4-FFF2-40B4-BE49-F238E27FC236}">
                <a16:creationId xmlns:a16="http://schemas.microsoft.com/office/drawing/2014/main" id="{C897BF3A-90A5-4C72-8299-6B3A42D8D7C3}"/>
              </a:ext>
            </a:extLst>
          </p:cNvPr>
          <p:cNvSpPr>
            <a:spLocks/>
          </p:cNvSpPr>
          <p:nvPr/>
        </p:nvSpPr>
        <p:spPr>
          <a:xfrm>
            <a:off x="7693015" y="68722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4" name="data_8275">
            <a:extLst>
              <a:ext uri="{FF2B5EF4-FFF2-40B4-BE49-F238E27FC236}">
                <a16:creationId xmlns:a16="http://schemas.microsoft.com/office/drawing/2014/main" id="{759FCC57-44DE-4D11-85FD-2457F49468DC}"/>
              </a:ext>
            </a:extLst>
          </p:cNvPr>
          <p:cNvSpPr>
            <a:spLocks/>
          </p:cNvSpPr>
          <p:nvPr/>
        </p:nvSpPr>
        <p:spPr>
          <a:xfrm>
            <a:off x="7676708" y="6883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5" name="data_8276">
            <a:extLst>
              <a:ext uri="{FF2B5EF4-FFF2-40B4-BE49-F238E27FC236}">
                <a16:creationId xmlns:a16="http://schemas.microsoft.com/office/drawing/2014/main" id="{AE5B46BA-D710-4160-884F-982C61FA9D29}"/>
              </a:ext>
            </a:extLst>
          </p:cNvPr>
          <p:cNvSpPr>
            <a:spLocks/>
          </p:cNvSpPr>
          <p:nvPr/>
        </p:nvSpPr>
        <p:spPr>
          <a:xfrm>
            <a:off x="7643691" y="68797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6" name="data_8277">
            <a:extLst>
              <a:ext uri="{FF2B5EF4-FFF2-40B4-BE49-F238E27FC236}">
                <a16:creationId xmlns:a16="http://schemas.microsoft.com/office/drawing/2014/main" id="{93AC0D86-4C76-42FB-89D4-1A006DD42CB4}"/>
              </a:ext>
            </a:extLst>
          </p:cNvPr>
          <p:cNvSpPr>
            <a:spLocks/>
          </p:cNvSpPr>
          <p:nvPr/>
        </p:nvSpPr>
        <p:spPr>
          <a:xfrm>
            <a:off x="7634048" y="69056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7" name="data_8278">
            <a:extLst>
              <a:ext uri="{FF2B5EF4-FFF2-40B4-BE49-F238E27FC236}">
                <a16:creationId xmlns:a16="http://schemas.microsoft.com/office/drawing/2014/main" id="{1FAFD9D1-048D-4B93-A43F-2A094883F96D}"/>
              </a:ext>
            </a:extLst>
          </p:cNvPr>
          <p:cNvSpPr>
            <a:spLocks/>
          </p:cNvSpPr>
          <p:nvPr/>
        </p:nvSpPr>
        <p:spPr>
          <a:xfrm>
            <a:off x="7609805" y="68315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8" name="data_8279">
            <a:extLst>
              <a:ext uri="{FF2B5EF4-FFF2-40B4-BE49-F238E27FC236}">
                <a16:creationId xmlns:a16="http://schemas.microsoft.com/office/drawing/2014/main" id="{13277886-F55A-4917-99D8-478DA80493A5}"/>
              </a:ext>
            </a:extLst>
          </p:cNvPr>
          <p:cNvSpPr>
            <a:spLocks/>
          </p:cNvSpPr>
          <p:nvPr/>
        </p:nvSpPr>
        <p:spPr>
          <a:xfrm>
            <a:off x="762990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9" name="data_8280">
            <a:extLst>
              <a:ext uri="{FF2B5EF4-FFF2-40B4-BE49-F238E27FC236}">
                <a16:creationId xmlns:a16="http://schemas.microsoft.com/office/drawing/2014/main" id="{04CCC54A-89F2-4EF1-80D7-257A52650CD9}"/>
              </a:ext>
            </a:extLst>
          </p:cNvPr>
          <p:cNvSpPr>
            <a:spLocks/>
          </p:cNvSpPr>
          <p:nvPr/>
        </p:nvSpPr>
        <p:spPr>
          <a:xfrm>
            <a:off x="7610747" y="6900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0" name="data_8281">
            <a:extLst>
              <a:ext uri="{FF2B5EF4-FFF2-40B4-BE49-F238E27FC236}">
                <a16:creationId xmlns:a16="http://schemas.microsoft.com/office/drawing/2014/main" id="{876E351E-AB76-4ED1-B9C4-974C199ACA6C}"/>
              </a:ext>
            </a:extLst>
          </p:cNvPr>
          <p:cNvSpPr>
            <a:spLocks/>
          </p:cNvSpPr>
          <p:nvPr/>
        </p:nvSpPr>
        <p:spPr>
          <a:xfrm>
            <a:off x="763566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1" name="data_8282">
            <a:extLst>
              <a:ext uri="{FF2B5EF4-FFF2-40B4-BE49-F238E27FC236}">
                <a16:creationId xmlns:a16="http://schemas.microsoft.com/office/drawing/2014/main" id="{1BA34874-BEAF-418E-A5F6-F6BFEFD6E373}"/>
              </a:ext>
            </a:extLst>
          </p:cNvPr>
          <p:cNvSpPr>
            <a:spLocks/>
          </p:cNvSpPr>
          <p:nvPr/>
        </p:nvSpPr>
        <p:spPr>
          <a:xfrm>
            <a:off x="7611984" y="69021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2" name="data_8283">
            <a:extLst>
              <a:ext uri="{FF2B5EF4-FFF2-40B4-BE49-F238E27FC236}">
                <a16:creationId xmlns:a16="http://schemas.microsoft.com/office/drawing/2014/main" id="{852284A3-8C43-4498-8544-13054493D975}"/>
              </a:ext>
            </a:extLst>
          </p:cNvPr>
          <p:cNvSpPr>
            <a:spLocks/>
          </p:cNvSpPr>
          <p:nvPr/>
        </p:nvSpPr>
        <p:spPr>
          <a:xfrm>
            <a:off x="760240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3" name="data_8284">
            <a:extLst>
              <a:ext uri="{FF2B5EF4-FFF2-40B4-BE49-F238E27FC236}">
                <a16:creationId xmlns:a16="http://schemas.microsoft.com/office/drawing/2014/main" id="{01E125C9-1D17-4751-9A44-296F939DDC4D}"/>
              </a:ext>
            </a:extLst>
          </p:cNvPr>
          <p:cNvSpPr>
            <a:spLocks/>
          </p:cNvSpPr>
          <p:nvPr/>
        </p:nvSpPr>
        <p:spPr>
          <a:xfrm>
            <a:off x="7643667" y="6907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4" name="data_8285">
            <a:extLst>
              <a:ext uri="{FF2B5EF4-FFF2-40B4-BE49-F238E27FC236}">
                <a16:creationId xmlns:a16="http://schemas.microsoft.com/office/drawing/2014/main" id="{3C48EDBF-169E-4EB9-AD6F-5C941E18EC49}"/>
              </a:ext>
            </a:extLst>
          </p:cNvPr>
          <p:cNvSpPr>
            <a:spLocks/>
          </p:cNvSpPr>
          <p:nvPr/>
        </p:nvSpPr>
        <p:spPr>
          <a:xfrm>
            <a:off x="768130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5" name="data_8286">
            <a:extLst>
              <a:ext uri="{FF2B5EF4-FFF2-40B4-BE49-F238E27FC236}">
                <a16:creationId xmlns:a16="http://schemas.microsoft.com/office/drawing/2014/main" id="{4C666BDC-5449-4A20-8309-CDA395ED3B82}"/>
              </a:ext>
            </a:extLst>
          </p:cNvPr>
          <p:cNvSpPr>
            <a:spLocks/>
          </p:cNvSpPr>
          <p:nvPr/>
        </p:nvSpPr>
        <p:spPr>
          <a:xfrm>
            <a:off x="7631627" y="69049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6" name="data_8287">
            <a:extLst>
              <a:ext uri="{FF2B5EF4-FFF2-40B4-BE49-F238E27FC236}">
                <a16:creationId xmlns:a16="http://schemas.microsoft.com/office/drawing/2014/main" id="{7AEB5DAA-00C0-4238-8842-3A02D931AA07}"/>
              </a:ext>
            </a:extLst>
          </p:cNvPr>
          <p:cNvSpPr>
            <a:spLocks/>
          </p:cNvSpPr>
          <p:nvPr/>
        </p:nvSpPr>
        <p:spPr>
          <a:xfrm>
            <a:off x="7660761" y="6880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7" name="data_8288">
            <a:extLst>
              <a:ext uri="{FF2B5EF4-FFF2-40B4-BE49-F238E27FC236}">
                <a16:creationId xmlns:a16="http://schemas.microsoft.com/office/drawing/2014/main" id="{C0F6F632-C83B-4C27-89A5-70C3F9E53267}"/>
              </a:ext>
            </a:extLst>
          </p:cNvPr>
          <p:cNvSpPr>
            <a:spLocks/>
          </p:cNvSpPr>
          <p:nvPr/>
        </p:nvSpPr>
        <p:spPr>
          <a:xfrm>
            <a:off x="7600803" y="6747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8" name="data_8289">
            <a:extLst>
              <a:ext uri="{FF2B5EF4-FFF2-40B4-BE49-F238E27FC236}">
                <a16:creationId xmlns:a16="http://schemas.microsoft.com/office/drawing/2014/main" id="{0420B152-8F76-4576-B47D-A87591DD9147}"/>
              </a:ext>
            </a:extLst>
          </p:cNvPr>
          <p:cNvSpPr>
            <a:spLocks/>
          </p:cNvSpPr>
          <p:nvPr/>
        </p:nvSpPr>
        <p:spPr>
          <a:xfrm>
            <a:off x="7657883" y="69077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9" name="data_8290">
            <a:extLst>
              <a:ext uri="{FF2B5EF4-FFF2-40B4-BE49-F238E27FC236}">
                <a16:creationId xmlns:a16="http://schemas.microsoft.com/office/drawing/2014/main" id="{5BF5BA0D-12D9-4043-8191-FBEE18968AD6}"/>
              </a:ext>
            </a:extLst>
          </p:cNvPr>
          <p:cNvSpPr>
            <a:spLocks/>
          </p:cNvSpPr>
          <p:nvPr/>
        </p:nvSpPr>
        <p:spPr>
          <a:xfrm>
            <a:off x="761965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0" name="data_8291">
            <a:extLst>
              <a:ext uri="{FF2B5EF4-FFF2-40B4-BE49-F238E27FC236}">
                <a16:creationId xmlns:a16="http://schemas.microsoft.com/office/drawing/2014/main" id="{BAEEEFBB-5385-4590-AB8A-25D89EF4631A}"/>
              </a:ext>
            </a:extLst>
          </p:cNvPr>
          <p:cNvSpPr>
            <a:spLocks/>
          </p:cNvSpPr>
          <p:nvPr/>
        </p:nvSpPr>
        <p:spPr>
          <a:xfrm>
            <a:off x="769293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1" name="data_8292">
            <a:extLst>
              <a:ext uri="{FF2B5EF4-FFF2-40B4-BE49-F238E27FC236}">
                <a16:creationId xmlns:a16="http://schemas.microsoft.com/office/drawing/2014/main" id="{DD4E8BA6-0425-47B9-95CE-13A690252A91}"/>
              </a:ext>
            </a:extLst>
          </p:cNvPr>
          <p:cNvSpPr>
            <a:spLocks/>
          </p:cNvSpPr>
          <p:nvPr/>
        </p:nvSpPr>
        <p:spPr>
          <a:xfrm>
            <a:off x="765180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2" name="data_8293">
            <a:extLst>
              <a:ext uri="{FF2B5EF4-FFF2-40B4-BE49-F238E27FC236}">
                <a16:creationId xmlns:a16="http://schemas.microsoft.com/office/drawing/2014/main" id="{C0A4D6D8-AB9F-4DA8-AFE0-6D7CE25F91FD}"/>
              </a:ext>
            </a:extLst>
          </p:cNvPr>
          <p:cNvSpPr>
            <a:spLocks/>
          </p:cNvSpPr>
          <p:nvPr/>
        </p:nvSpPr>
        <p:spPr>
          <a:xfrm>
            <a:off x="7621707" y="69021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3" name="data_8294">
            <a:extLst>
              <a:ext uri="{FF2B5EF4-FFF2-40B4-BE49-F238E27FC236}">
                <a16:creationId xmlns:a16="http://schemas.microsoft.com/office/drawing/2014/main" id="{90F6EC6D-468A-429D-A5A0-62F43C6FB42F}"/>
              </a:ext>
            </a:extLst>
          </p:cNvPr>
          <p:cNvSpPr>
            <a:spLocks/>
          </p:cNvSpPr>
          <p:nvPr/>
        </p:nvSpPr>
        <p:spPr>
          <a:xfrm>
            <a:off x="763079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4" name="data_8295">
            <a:extLst>
              <a:ext uri="{FF2B5EF4-FFF2-40B4-BE49-F238E27FC236}">
                <a16:creationId xmlns:a16="http://schemas.microsoft.com/office/drawing/2014/main" id="{C03DC126-550C-4652-9A4B-24B9A85DFFA7}"/>
              </a:ext>
            </a:extLst>
          </p:cNvPr>
          <p:cNvSpPr>
            <a:spLocks/>
          </p:cNvSpPr>
          <p:nvPr/>
        </p:nvSpPr>
        <p:spPr>
          <a:xfrm>
            <a:off x="768744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5" name="data_8296">
            <a:extLst>
              <a:ext uri="{FF2B5EF4-FFF2-40B4-BE49-F238E27FC236}">
                <a16:creationId xmlns:a16="http://schemas.microsoft.com/office/drawing/2014/main" id="{C65109B2-09E2-4BAC-9D81-0B2E5993D37B}"/>
              </a:ext>
            </a:extLst>
          </p:cNvPr>
          <p:cNvSpPr>
            <a:spLocks/>
          </p:cNvSpPr>
          <p:nvPr/>
        </p:nvSpPr>
        <p:spPr>
          <a:xfrm>
            <a:off x="767661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6" name="data_8297">
            <a:extLst>
              <a:ext uri="{FF2B5EF4-FFF2-40B4-BE49-F238E27FC236}">
                <a16:creationId xmlns:a16="http://schemas.microsoft.com/office/drawing/2014/main" id="{0A0EE23D-B569-4DB2-A9D7-BF8A6606B219}"/>
              </a:ext>
            </a:extLst>
          </p:cNvPr>
          <p:cNvSpPr>
            <a:spLocks/>
          </p:cNvSpPr>
          <p:nvPr/>
        </p:nvSpPr>
        <p:spPr>
          <a:xfrm>
            <a:off x="767900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7" name="data_8298">
            <a:extLst>
              <a:ext uri="{FF2B5EF4-FFF2-40B4-BE49-F238E27FC236}">
                <a16:creationId xmlns:a16="http://schemas.microsoft.com/office/drawing/2014/main" id="{E0CFBFF3-0301-4AD5-A374-D5ACCE244289}"/>
              </a:ext>
            </a:extLst>
          </p:cNvPr>
          <p:cNvSpPr>
            <a:spLocks/>
          </p:cNvSpPr>
          <p:nvPr/>
        </p:nvSpPr>
        <p:spPr>
          <a:xfrm>
            <a:off x="7625317" y="69092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8" name="data_8299">
            <a:extLst>
              <a:ext uri="{FF2B5EF4-FFF2-40B4-BE49-F238E27FC236}">
                <a16:creationId xmlns:a16="http://schemas.microsoft.com/office/drawing/2014/main" id="{79E939BC-FB9B-45C8-A78B-7FBC951C3DFB}"/>
              </a:ext>
            </a:extLst>
          </p:cNvPr>
          <p:cNvSpPr>
            <a:spLocks/>
          </p:cNvSpPr>
          <p:nvPr/>
        </p:nvSpPr>
        <p:spPr>
          <a:xfrm>
            <a:off x="762755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9" name="data_8300">
            <a:extLst>
              <a:ext uri="{FF2B5EF4-FFF2-40B4-BE49-F238E27FC236}">
                <a16:creationId xmlns:a16="http://schemas.microsoft.com/office/drawing/2014/main" id="{8F06E00E-97E3-48E1-8D51-25F0A1F69F1C}"/>
              </a:ext>
            </a:extLst>
          </p:cNvPr>
          <p:cNvSpPr>
            <a:spLocks/>
          </p:cNvSpPr>
          <p:nvPr/>
        </p:nvSpPr>
        <p:spPr>
          <a:xfrm>
            <a:off x="764607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0" name="data_8301">
            <a:extLst>
              <a:ext uri="{FF2B5EF4-FFF2-40B4-BE49-F238E27FC236}">
                <a16:creationId xmlns:a16="http://schemas.microsoft.com/office/drawing/2014/main" id="{D7F09E9C-267B-4109-B10B-AA4575066BB4}"/>
              </a:ext>
            </a:extLst>
          </p:cNvPr>
          <p:cNvSpPr>
            <a:spLocks/>
          </p:cNvSpPr>
          <p:nvPr/>
        </p:nvSpPr>
        <p:spPr>
          <a:xfrm>
            <a:off x="765269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1" name="data_8302">
            <a:extLst>
              <a:ext uri="{FF2B5EF4-FFF2-40B4-BE49-F238E27FC236}">
                <a16:creationId xmlns:a16="http://schemas.microsoft.com/office/drawing/2014/main" id="{3335CCD7-64E7-4267-BB7B-D5C13D7C5187}"/>
              </a:ext>
            </a:extLst>
          </p:cNvPr>
          <p:cNvSpPr>
            <a:spLocks/>
          </p:cNvSpPr>
          <p:nvPr/>
        </p:nvSpPr>
        <p:spPr>
          <a:xfrm>
            <a:off x="7694451" y="69097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2" name="data_8303">
            <a:extLst>
              <a:ext uri="{FF2B5EF4-FFF2-40B4-BE49-F238E27FC236}">
                <a16:creationId xmlns:a16="http://schemas.microsoft.com/office/drawing/2014/main" id="{86B04C4D-F75C-4553-A84B-38AC57C2A3F1}"/>
              </a:ext>
            </a:extLst>
          </p:cNvPr>
          <p:cNvSpPr>
            <a:spLocks/>
          </p:cNvSpPr>
          <p:nvPr/>
        </p:nvSpPr>
        <p:spPr>
          <a:xfrm>
            <a:off x="7629859" y="68946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3" name="data_8304">
            <a:extLst>
              <a:ext uri="{FF2B5EF4-FFF2-40B4-BE49-F238E27FC236}">
                <a16:creationId xmlns:a16="http://schemas.microsoft.com/office/drawing/2014/main" id="{7840C013-3D5A-4C11-904C-1104065EAA4A}"/>
              </a:ext>
            </a:extLst>
          </p:cNvPr>
          <p:cNvSpPr>
            <a:spLocks/>
          </p:cNvSpPr>
          <p:nvPr/>
        </p:nvSpPr>
        <p:spPr>
          <a:xfrm>
            <a:off x="7609962" y="69062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4" name="data_8305">
            <a:extLst>
              <a:ext uri="{FF2B5EF4-FFF2-40B4-BE49-F238E27FC236}">
                <a16:creationId xmlns:a16="http://schemas.microsoft.com/office/drawing/2014/main" id="{93A22893-B225-4EAB-A76F-7417707F28FA}"/>
              </a:ext>
            </a:extLst>
          </p:cNvPr>
          <p:cNvSpPr>
            <a:spLocks/>
          </p:cNvSpPr>
          <p:nvPr/>
        </p:nvSpPr>
        <p:spPr>
          <a:xfrm>
            <a:off x="760628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5" name="data_8306">
            <a:extLst>
              <a:ext uri="{FF2B5EF4-FFF2-40B4-BE49-F238E27FC236}">
                <a16:creationId xmlns:a16="http://schemas.microsoft.com/office/drawing/2014/main" id="{F3889BB9-07C2-4525-B89A-3937EEFDF343}"/>
              </a:ext>
            </a:extLst>
          </p:cNvPr>
          <p:cNvSpPr>
            <a:spLocks/>
          </p:cNvSpPr>
          <p:nvPr/>
        </p:nvSpPr>
        <p:spPr>
          <a:xfrm>
            <a:off x="768173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6" name="data_8307">
            <a:extLst>
              <a:ext uri="{FF2B5EF4-FFF2-40B4-BE49-F238E27FC236}">
                <a16:creationId xmlns:a16="http://schemas.microsoft.com/office/drawing/2014/main" id="{522A3A69-F288-447E-930E-095629B189B1}"/>
              </a:ext>
            </a:extLst>
          </p:cNvPr>
          <p:cNvSpPr>
            <a:spLocks/>
          </p:cNvSpPr>
          <p:nvPr/>
        </p:nvSpPr>
        <p:spPr>
          <a:xfrm>
            <a:off x="7615765" y="68894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7" name="data_8308">
            <a:extLst>
              <a:ext uri="{FF2B5EF4-FFF2-40B4-BE49-F238E27FC236}">
                <a16:creationId xmlns:a16="http://schemas.microsoft.com/office/drawing/2014/main" id="{3DFC0A15-B1EE-4679-B0CA-2D0BB7B5FB3E}"/>
              </a:ext>
            </a:extLst>
          </p:cNvPr>
          <p:cNvSpPr>
            <a:spLocks/>
          </p:cNvSpPr>
          <p:nvPr/>
        </p:nvSpPr>
        <p:spPr>
          <a:xfrm>
            <a:off x="762612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8" name="data_8309">
            <a:extLst>
              <a:ext uri="{FF2B5EF4-FFF2-40B4-BE49-F238E27FC236}">
                <a16:creationId xmlns:a16="http://schemas.microsoft.com/office/drawing/2014/main" id="{A8F2C8F6-E391-4420-9F11-4B35726287B3}"/>
              </a:ext>
            </a:extLst>
          </p:cNvPr>
          <p:cNvSpPr>
            <a:spLocks/>
          </p:cNvSpPr>
          <p:nvPr/>
        </p:nvSpPr>
        <p:spPr>
          <a:xfrm>
            <a:off x="760943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9" name="data_8310">
            <a:extLst>
              <a:ext uri="{FF2B5EF4-FFF2-40B4-BE49-F238E27FC236}">
                <a16:creationId xmlns:a16="http://schemas.microsoft.com/office/drawing/2014/main" id="{6B2F614C-72E4-4F4B-9693-F723EE694256}"/>
              </a:ext>
            </a:extLst>
          </p:cNvPr>
          <p:cNvSpPr>
            <a:spLocks/>
          </p:cNvSpPr>
          <p:nvPr/>
        </p:nvSpPr>
        <p:spPr>
          <a:xfrm>
            <a:off x="760264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0" name="data_8311">
            <a:extLst>
              <a:ext uri="{FF2B5EF4-FFF2-40B4-BE49-F238E27FC236}">
                <a16:creationId xmlns:a16="http://schemas.microsoft.com/office/drawing/2014/main" id="{536E7795-CA71-41E8-BDF9-2B1E701CDD50}"/>
              </a:ext>
            </a:extLst>
          </p:cNvPr>
          <p:cNvSpPr>
            <a:spLocks/>
          </p:cNvSpPr>
          <p:nvPr/>
        </p:nvSpPr>
        <p:spPr>
          <a:xfrm>
            <a:off x="7670406" y="68907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1" name="data_8312">
            <a:extLst>
              <a:ext uri="{FF2B5EF4-FFF2-40B4-BE49-F238E27FC236}">
                <a16:creationId xmlns:a16="http://schemas.microsoft.com/office/drawing/2014/main" id="{5FF05C84-FED6-4D8D-97B4-EB4CBEC368C3}"/>
              </a:ext>
            </a:extLst>
          </p:cNvPr>
          <p:cNvSpPr>
            <a:spLocks/>
          </p:cNvSpPr>
          <p:nvPr/>
        </p:nvSpPr>
        <p:spPr>
          <a:xfrm>
            <a:off x="787501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2" name="data_8313">
            <a:extLst>
              <a:ext uri="{FF2B5EF4-FFF2-40B4-BE49-F238E27FC236}">
                <a16:creationId xmlns:a16="http://schemas.microsoft.com/office/drawing/2014/main" id="{66D7EA5D-5E40-4C71-A088-3E1395AE9F75}"/>
              </a:ext>
            </a:extLst>
          </p:cNvPr>
          <p:cNvSpPr>
            <a:spLocks/>
          </p:cNvSpPr>
          <p:nvPr/>
        </p:nvSpPr>
        <p:spPr>
          <a:xfrm>
            <a:off x="7903167" y="548265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3" name="data_8314">
            <a:extLst>
              <a:ext uri="{FF2B5EF4-FFF2-40B4-BE49-F238E27FC236}">
                <a16:creationId xmlns:a16="http://schemas.microsoft.com/office/drawing/2014/main" id="{768D16A0-E34B-4205-B58D-A1AD1112A9FD}"/>
              </a:ext>
            </a:extLst>
          </p:cNvPr>
          <p:cNvSpPr>
            <a:spLocks/>
          </p:cNvSpPr>
          <p:nvPr/>
        </p:nvSpPr>
        <p:spPr>
          <a:xfrm>
            <a:off x="791796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4" name="data_8315">
            <a:extLst>
              <a:ext uri="{FF2B5EF4-FFF2-40B4-BE49-F238E27FC236}">
                <a16:creationId xmlns:a16="http://schemas.microsoft.com/office/drawing/2014/main" id="{209B6F25-A219-4A94-A223-1EECCD892C9D}"/>
              </a:ext>
            </a:extLst>
          </p:cNvPr>
          <p:cNvSpPr>
            <a:spLocks/>
          </p:cNvSpPr>
          <p:nvPr/>
        </p:nvSpPr>
        <p:spPr>
          <a:xfrm>
            <a:off x="783713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5" name="data_8316">
            <a:extLst>
              <a:ext uri="{FF2B5EF4-FFF2-40B4-BE49-F238E27FC236}">
                <a16:creationId xmlns:a16="http://schemas.microsoft.com/office/drawing/2014/main" id="{225F0BC6-D165-4FA3-8DA8-0F8A14EBF472}"/>
              </a:ext>
            </a:extLst>
          </p:cNvPr>
          <p:cNvSpPr>
            <a:spLocks/>
          </p:cNvSpPr>
          <p:nvPr/>
        </p:nvSpPr>
        <p:spPr>
          <a:xfrm>
            <a:off x="788692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6" name="data_8317">
            <a:extLst>
              <a:ext uri="{FF2B5EF4-FFF2-40B4-BE49-F238E27FC236}">
                <a16:creationId xmlns:a16="http://schemas.microsoft.com/office/drawing/2014/main" id="{1C6DCB16-63AD-429A-8CE9-4F4859FD6A4B}"/>
              </a:ext>
            </a:extLst>
          </p:cNvPr>
          <p:cNvSpPr>
            <a:spLocks/>
          </p:cNvSpPr>
          <p:nvPr/>
        </p:nvSpPr>
        <p:spPr>
          <a:xfrm>
            <a:off x="7913414" y="58575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7" name="data_8318">
            <a:extLst>
              <a:ext uri="{FF2B5EF4-FFF2-40B4-BE49-F238E27FC236}">
                <a16:creationId xmlns:a16="http://schemas.microsoft.com/office/drawing/2014/main" id="{79311902-DEF4-43E0-8573-0A3A5D101091}"/>
              </a:ext>
            </a:extLst>
          </p:cNvPr>
          <p:cNvSpPr>
            <a:spLocks/>
          </p:cNvSpPr>
          <p:nvPr/>
        </p:nvSpPr>
        <p:spPr>
          <a:xfrm>
            <a:off x="784981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8" name="data_8319">
            <a:extLst>
              <a:ext uri="{FF2B5EF4-FFF2-40B4-BE49-F238E27FC236}">
                <a16:creationId xmlns:a16="http://schemas.microsoft.com/office/drawing/2014/main" id="{EE14AA27-8C82-426D-9F21-E4FDAB32F49E}"/>
              </a:ext>
            </a:extLst>
          </p:cNvPr>
          <p:cNvSpPr>
            <a:spLocks/>
          </p:cNvSpPr>
          <p:nvPr/>
        </p:nvSpPr>
        <p:spPr>
          <a:xfrm>
            <a:off x="7898563" y="61542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9" name="data_8320">
            <a:extLst>
              <a:ext uri="{FF2B5EF4-FFF2-40B4-BE49-F238E27FC236}">
                <a16:creationId xmlns:a16="http://schemas.microsoft.com/office/drawing/2014/main" id="{AD05E018-B53A-42F5-BF35-48EF5C655773}"/>
              </a:ext>
            </a:extLst>
          </p:cNvPr>
          <p:cNvSpPr>
            <a:spLocks/>
          </p:cNvSpPr>
          <p:nvPr/>
        </p:nvSpPr>
        <p:spPr>
          <a:xfrm>
            <a:off x="782686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0" name="data_8321">
            <a:extLst>
              <a:ext uri="{FF2B5EF4-FFF2-40B4-BE49-F238E27FC236}">
                <a16:creationId xmlns:a16="http://schemas.microsoft.com/office/drawing/2014/main" id="{7B551776-2680-4C24-AC16-6F0D8F5E8D03}"/>
              </a:ext>
            </a:extLst>
          </p:cNvPr>
          <p:cNvSpPr>
            <a:spLocks/>
          </p:cNvSpPr>
          <p:nvPr/>
        </p:nvSpPr>
        <p:spPr>
          <a:xfrm>
            <a:off x="786654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1" name="data_8322">
            <a:extLst>
              <a:ext uri="{FF2B5EF4-FFF2-40B4-BE49-F238E27FC236}">
                <a16:creationId xmlns:a16="http://schemas.microsoft.com/office/drawing/2014/main" id="{2454445C-75ED-402F-BA8C-13E358A64CAB}"/>
              </a:ext>
            </a:extLst>
          </p:cNvPr>
          <p:cNvSpPr>
            <a:spLocks/>
          </p:cNvSpPr>
          <p:nvPr/>
        </p:nvSpPr>
        <p:spPr>
          <a:xfrm>
            <a:off x="787283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2" name="data_8323">
            <a:extLst>
              <a:ext uri="{FF2B5EF4-FFF2-40B4-BE49-F238E27FC236}">
                <a16:creationId xmlns:a16="http://schemas.microsoft.com/office/drawing/2014/main" id="{232F8CE7-902B-4C61-9A0F-B5D1168C061B}"/>
              </a:ext>
            </a:extLst>
          </p:cNvPr>
          <p:cNvSpPr>
            <a:spLocks/>
          </p:cNvSpPr>
          <p:nvPr/>
        </p:nvSpPr>
        <p:spPr>
          <a:xfrm>
            <a:off x="7894109" y="5661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3" name="data_8324">
            <a:extLst>
              <a:ext uri="{FF2B5EF4-FFF2-40B4-BE49-F238E27FC236}">
                <a16:creationId xmlns:a16="http://schemas.microsoft.com/office/drawing/2014/main" id="{E17EB3AB-0443-4614-BA6B-70E62833D8C7}"/>
              </a:ext>
            </a:extLst>
          </p:cNvPr>
          <p:cNvSpPr>
            <a:spLocks/>
          </p:cNvSpPr>
          <p:nvPr/>
        </p:nvSpPr>
        <p:spPr>
          <a:xfrm>
            <a:off x="7878723" y="6184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4" name="data_8325">
            <a:extLst>
              <a:ext uri="{FF2B5EF4-FFF2-40B4-BE49-F238E27FC236}">
                <a16:creationId xmlns:a16="http://schemas.microsoft.com/office/drawing/2014/main" id="{48C762F0-452C-47C0-BA63-1DB5F6ACC479}"/>
              </a:ext>
            </a:extLst>
          </p:cNvPr>
          <p:cNvSpPr>
            <a:spLocks/>
          </p:cNvSpPr>
          <p:nvPr/>
        </p:nvSpPr>
        <p:spPr>
          <a:xfrm>
            <a:off x="790329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5" name="data_8326">
            <a:extLst>
              <a:ext uri="{FF2B5EF4-FFF2-40B4-BE49-F238E27FC236}">
                <a16:creationId xmlns:a16="http://schemas.microsoft.com/office/drawing/2014/main" id="{6B790363-04BC-494E-B84E-628623D03AE5}"/>
              </a:ext>
            </a:extLst>
          </p:cNvPr>
          <p:cNvSpPr>
            <a:spLocks/>
          </p:cNvSpPr>
          <p:nvPr/>
        </p:nvSpPr>
        <p:spPr>
          <a:xfrm>
            <a:off x="787840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6" name="data_8327">
            <a:extLst>
              <a:ext uri="{FF2B5EF4-FFF2-40B4-BE49-F238E27FC236}">
                <a16:creationId xmlns:a16="http://schemas.microsoft.com/office/drawing/2014/main" id="{3A8BC0A9-B2C6-43CC-B1CE-0AC29C3C5119}"/>
              </a:ext>
            </a:extLst>
          </p:cNvPr>
          <p:cNvSpPr>
            <a:spLocks/>
          </p:cNvSpPr>
          <p:nvPr/>
        </p:nvSpPr>
        <p:spPr>
          <a:xfrm>
            <a:off x="791822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7" name="data_8328">
            <a:extLst>
              <a:ext uri="{FF2B5EF4-FFF2-40B4-BE49-F238E27FC236}">
                <a16:creationId xmlns:a16="http://schemas.microsoft.com/office/drawing/2014/main" id="{F21A2760-6D90-4098-B187-C186B26570AF}"/>
              </a:ext>
            </a:extLst>
          </p:cNvPr>
          <p:cNvSpPr>
            <a:spLocks/>
          </p:cNvSpPr>
          <p:nvPr/>
        </p:nvSpPr>
        <p:spPr>
          <a:xfrm>
            <a:off x="7876018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8" name="data_8329">
            <a:extLst>
              <a:ext uri="{FF2B5EF4-FFF2-40B4-BE49-F238E27FC236}">
                <a16:creationId xmlns:a16="http://schemas.microsoft.com/office/drawing/2014/main" id="{41A79B02-22D8-4E43-B0C7-C0C190565E50}"/>
              </a:ext>
            </a:extLst>
          </p:cNvPr>
          <p:cNvSpPr>
            <a:spLocks/>
          </p:cNvSpPr>
          <p:nvPr/>
        </p:nvSpPr>
        <p:spPr>
          <a:xfrm>
            <a:off x="789108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9" name="data_8330">
            <a:extLst>
              <a:ext uri="{FF2B5EF4-FFF2-40B4-BE49-F238E27FC236}">
                <a16:creationId xmlns:a16="http://schemas.microsoft.com/office/drawing/2014/main" id="{20C83FF0-588E-4CE4-8A40-5FDC18A628B7}"/>
              </a:ext>
            </a:extLst>
          </p:cNvPr>
          <p:cNvSpPr>
            <a:spLocks/>
          </p:cNvSpPr>
          <p:nvPr/>
        </p:nvSpPr>
        <p:spPr>
          <a:xfrm>
            <a:off x="7841205" y="58726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0" name="data_8331">
            <a:extLst>
              <a:ext uri="{FF2B5EF4-FFF2-40B4-BE49-F238E27FC236}">
                <a16:creationId xmlns:a16="http://schemas.microsoft.com/office/drawing/2014/main" id="{43C894F8-8EA2-4003-A7C9-029727C82451}"/>
              </a:ext>
            </a:extLst>
          </p:cNvPr>
          <p:cNvSpPr>
            <a:spLocks/>
          </p:cNvSpPr>
          <p:nvPr/>
        </p:nvSpPr>
        <p:spPr>
          <a:xfrm>
            <a:off x="782240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1" name="data_8332">
            <a:extLst>
              <a:ext uri="{FF2B5EF4-FFF2-40B4-BE49-F238E27FC236}">
                <a16:creationId xmlns:a16="http://schemas.microsoft.com/office/drawing/2014/main" id="{3D7B6706-9853-4C13-8C8D-096F802A4C16}"/>
              </a:ext>
            </a:extLst>
          </p:cNvPr>
          <p:cNvSpPr>
            <a:spLocks/>
          </p:cNvSpPr>
          <p:nvPr/>
        </p:nvSpPr>
        <p:spPr>
          <a:xfrm>
            <a:off x="7865580" y="66091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2" name="data_8333">
            <a:extLst>
              <a:ext uri="{FF2B5EF4-FFF2-40B4-BE49-F238E27FC236}">
                <a16:creationId xmlns:a16="http://schemas.microsoft.com/office/drawing/2014/main" id="{1BC2EA58-CFC1-49AE-81D2-9F3B41DB9193}"/>
              </a:ext>
            </a:extLst>
          </p:cNvPr>
          <p:cNvSpPr>
            <a:spLocks/>
          </p:cNvSpPr>
          <p:nvPr/>
        </p:nvSpPr>
        <p:spPr>
          <a:xfrm>
            <a:off x="789639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3" name="data_8334">
            <a:extLst>
              <a:ext uri="{FF2B5EF4-FFF2-40B4-BE49-F238E27FC236}">
                <a16:creationId xmlns:a16="http://schemas.microsoft.com/office/drawing/2014/main" id="{EDA3EBC0-50B6-47F2-BF64-A7923F6B5BFC}"/>
              </a:ext>
            </a:extLst>
          </p:cNvPr>
          <p:cNvSpPr>
            <a:spLocks/>
          </p:cNvSpPr>
          <p:nvPr/>
        </p:nvSpPr>
        <p:spPr>
          <a:xfrm>
            <a:off x="790123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4" name="data_8335">
            <a:extLst>
              <a:ext uri="{FF2B5EF4-FFF2-40B4-BE49-F238E27FC236}">
                <a16:creationId xmlns:a16="http://schemas.microsoft.com/office/drawing/2014/main" id="{74D264B3-A009-4458-9A04-729F8BD61D86}"/>
              </a:ext>
            </a:extLst>
          </p:cNvPr>
          <p:cNvSpPr>
            <a:spLocks/>
          </p:cNvSpPr>
          <p:nvPr/>
        </p:nvSpPr>
        <p:spPr>
          <a:xfrm>
            <a:off x="790672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5" name="data_8336">
            <a:extLst>
              <a:ext uri="{FF2B5EF4-FFF2-40B4-BE49-F238E27FC236}">
                <a16:creationId xmlns:a16="http://schemas.microsoft.com/office/drawing/2014/main" id="{6E9F87ED-112C-41FB-99E3-D75BE1176672}"/>
              </a:ext>
            </a:extLst>
          </p:cNvPr>
          <p:cNvSpPr>
            <a:spLocks/>
          </p:cNvSpPr>
          <p:nvPr/>
        </p:nvSpPr>
        <p:spPr>
          <a:xfrm>
            <a:off x="792269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6" name="data_8337">
            <a:extLst>
              <a:ext uri="{FF2B5EF4-FFF2-40B4-BE49-F238E27FC236}">
                <a16:creationId xmlns:a16="http://schemas.microsoft.com/office/drawing/2014/main" id="{12490B9F-C7AC-412A-90D8-08C761A17281}"/>
              </a:ext>
            </a:extLst>
          </p:cNvPr>
          <p:cNvSpPr>
            <a:spLocks/>
          </p:cNvSpPr>
          <p:nvPr/>
        </p:nvSpPr>
        <p:spPr>
          <a:xfrm>
            <a:off x="7830277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7" name="data_8338">
            <a:extLst>
              <a:ext uri="{FF2B5EF4-FFF2-40B4-BE49-F238E27FC236}">
                <a16:creationId xmlns:a16="http://schemas.microsoft.com/office/drawing/2014/main" id="{5801E437-CEA8-4BA8-8FDF-BD2C91BDAA87}"/>
              </a:ext>
            </a:extLst>
          </p:cNvPr>
          <p:cNvSpPr>
            <a:spLocks/>
          </p:cNvSpPr>
          <p:nvPr/>
        </p:nvSpPr>
        <p:spPr>
          <a:xfrm>
            <a:off x="7889867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8" name="data_8339">
            <a:extLst>
              <a:ext uri="{FF2B5EF4-FFF2-40B4-BE49-F238E27FC236}">
                <a16:creationId xmlns:a16="http://schemas.microsoft.com/office/drawing/2014/main" id="{6A0B7D39-58A4-416D-AC2D-B93015B2B526}"/>
              </a:ext>
            </a:extLst>
          </p:cNvPr>
          <p:cNvSpPr>
            <a:spLocks/>
          </p:cNvSpPr>
          <p:nvPr/>
        </p:nvSpPr>
        <p:spPr>
          <a:xfrm>
            <a:off x="791581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9" name="data_8340">
            <a:extLst>
              <a:ext uri="{FF2B5EF4-FFF2-40B4-BE49-F238E27FC236}">
                <a16:creationId xmlns:a16="http://schemas.microsoft.com/office/drawing/2014/main" id="{FF1352EA-CB75-49E7-9558-FAED4EE65FFD}"/>
              </a:ext>
            </a:extLst>
          </p:cNvPr>
          <p:cNvSpPr>
            <a:spLocks/>
          </p:cNvSpPr>
          <p:nvPr/>
        </p:nvSpPr>
        <p:spPr>
          <a:xfrm>
            <a:off x="789666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0" name="data_8341">
            <a:extLst>
              <a:ext uri="{FF2B5EF4-FFF2-40B4-BE49-F238E27FC236}">
                <a16:creationId xmlns:a16="http://schemas.microsoft.com/office/drawing/2014/main" id="{E43AB0E7-9950-4286-8A8D-C6B759BF6BB8}"/>
              </a:ext>
            </a:extLst>
          </p:cNvPr>
          <p:cNvSpPr>
            <a:spLocks/>
          </p:cNvSpPr>
          <p:nvPr/>
        </p:nvSpPr>
        <p:spPr>
          <a:xfrm>
            <a:off x="791724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1" name="data_8342">
            <a:extLst>
              <a:ext uri="{FF2B5EF4-FFF2-40B4-BE49-F238E27FC236}">
                <a16:creationId xmlns:a16="http://schemas.microsoft.com/office/drawing/2014/main" id="{3B895C18-392D-4FD3-AB40-C969A1197FB5}"/>
              </a:ext>
            </a:extLst>
          </p:cNvPr>
          <p:cNvSpPr>
            <a:spLocks/>
          </p:cNvSpPr>
          <p:nvPr/>
        </p:nvSpPr>
        <p:spPr>
          <a:xfrm>
            <a:off x="791350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2" name="data_8343">
            <a:extLst>
              <a:ext uri="{FF2B5EF4-FFF2-40B4-BE49-F238E27FC236}">
                <a16:creationId xmlns:a16="http://schemas.microsoft.com/office/drawing/2014/main" id="{4CD541C0-E4A0-427D-B87E-342FFBF44AE2}"/>
              </a:ext>
            </a:extLst>
          </p:cNvPr>
          <p:cNvSpPr>
            <a:spLocks/>
          </p:cNvSpPr>
          <p:nvPr/>
        </p:nvSpPr>
        <p:spPr>
          <a:xfrm>
            <a:off x="782682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3" name="data_8344">
            <a:extLst>
              <a:ext uri="{FF2B5EF4-FFF2-40B4-BE49-F238E27FC236}">
                <a16:creationId xmlns:a16="http://schemas.microsoft.com/office/drawing/2014/main" id="{D1494C31-7956-4BF6-8880-EEE1755FE852}"/>
              </a:ext>
            </a:extLst>
          </p:cNvPr>
          <p:cNvSpPr>
            <a:spLocks/>
          </p:cNvSpPr>
          <p:nvPr/>
        </p:nvSpPr>
        <p:spPr>
          <a:xfrm>
            <a:off x="7860895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4" name="data_8345">
            <a:extLst>
              <a:ext uri="{FF2B5EF4-FFF2-40B4-BE49-F238E27FC236}">
                <a16:creationId xmlns:a16="http://schemas.microsoft.com/office/drawing/2014/main" id="{14BEFB99-DB67-4BEA-8DBC-AC739386B5A0}"/>
              </a:ext>
            </a:extLst>
          </p:cNvPr>
          <p:cNvSpPr>
            <a:spLocks/>
          </p:cNvSpPr>
          <p:nvPr/>
        </p:nvSpPr>
        <p:spPr>
          <a:xfrm>
            <a:off x="785582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5" name="data_8346">
            <a:extLst>
              <a:ext uri="{FF2B5EF4-FFF2-40B4-BE49-F238E27FC236}">
                <a16:creationId xmlns:a16="http://schemas.microsoft.com/office/drawing/2014/main" id="{1BBB8F73-6140-478F-ABCA-6B6228B6D067}"/>
              </a:ext>
            </a:extLst>
          </p:cNvPr>
          <p:cNvSpPr>
            <a:spLocks/>
          </p:cNvSpPr>
          <p:nvPr/>
        </p:nvSpPr>
        <p:spPr>
          <a:xfrm>
            <a:off x="781856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6" name="data_8347">
            <a:extLst>
              <a:ext uri="{FF2B5EF4-FFF2-40B4-BE49-F238E27FC236}">
                <a16:creationId xmlns:a16="http://schemas.microsoft.com/office/drawing/2014/main" id="{B9292720-F0B6-4F29-AC1E-D64E328D1520}"/>
              </a:ext>
            </a:extLst>
          </p:cNvPr>
          <p:cNvSpPr>
            <a:spLocks/>
          </p:cNvSpPr>
          <p:nvPr/>
        </p:nvSpPr>
        <p:spPr>
          <a:xfrm>
            <a:off x="789511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7" name="data_8348">
            <a:extLst>
              <a:ext uri="{FF2B5EF4-FFF2-40B4-BE49-F238E27FC236}">
                <a16:creationId xmlns:a16="http://schemas.microsoft.com/office/drawing/2014/main" id="{89548D3A-FE01-4DDF-A509-8A1AFB2D7A5B}"/>
              </a:ext>
            </a:extLst>
          </p:cNvPr>
          <p:cNvSpPr>
            <a:spLocks/>
          </p:cNvSpPr>
          <p:nvPr/>
        </p:nvSpPr>
        <p:spPr>
          <a:xfrm>
            <a:off x="784640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8" name="data_8349">
            <a:extLst>
              <a:ext uri="{FF2B5EF4-FFF2-40B4-BE49-F238E27FC236}">
                <a16:creationId xmlns:a16="http://schemas.microsoft.com/office/drawing/2014/main" id="{D2410860-A242-4D91-B74B-D36B9B9AEF4E}"/>
              </a:ext>
            </a:extLst>
          </p:cNvPr>
          <p:cNvSpPr>
            <a:spLocks/>
          </p:cNvSpPr>
          <p:nvPr/>
        </p:nvSpPr>
        <p:spPr>
          <a:xfrm>
            <a:off x="7902076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9" name="data_8350">
            <a:extLst>
              <a:ext uri="{FF2B5EF4-FFF2-40B4-BE49-F238E27FC236}">
                <a16:creationId xmlns:a16="http://schemas.microsoft.com/office/drawing/2014/main" id="{22AEF4A5-FA51-4181-9A04-6AD7CB49D3EB}"/>
              </a:ext>
            </a:extLst>
          </p:cNvPr>
          <p:cNvSpPr>
            <a:spLocks/>
          </p:cNvSpPr>
          <p:nvPr/>
        </p:nvSpPr>
        <p:spPr>
          <a:xfrm>
            <a:off x="7919417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0" name="data_8351">
            <a:extLst>
              <a:ext uri="{FF2B5EF4-FFF2-40B4-BE49-F238E27FC236}">
                <a16:creationId xmlns:a16="http://schemas.microsoft.com/office/drawing/2014/main" id="{427D2B10-7FC0-4DE0-870A-CA859D068011}"/>
              </a:ext>
            </a:extLst>
          </p:cNvPr>
          <p:cNvSpPr>
            <a:spLocks/>
          </p:cNvSpPr>
          <p:nvPr/>
        </p:nvSpPr>
        <p:spPr>
          <a:xfrm>
            <a:off x="781758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1" name="data_8352">
            <a:extLst>
              <a:ext uri="{FF2B5EF4-FFF2-40B4-BE49-F238E27FC236}">
                <a16:creationId xmlns:a16="http://schemas.microsoft.com/office/drawing/2014/main" id="{9D0CCF2D-FDF0-4A0E-AE61-32FEF02C0C5B}"/>
              </a:ext>
            </a:extLst>
          </p:cNvPr>
          <p:cNvSpPr>
            <a:spLocks/>
          </p:cNvSpPr>
          <p:nvPr/>
        </p:nvSpPr>
        <p:spPr>
          <a:xfrm>
            <a:off x="7885904" y="65225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2" name="data_8353">
            <a:extLst>
              <a:ext uri="{FF2B5EF4-FFF2-40B4-BE49-F238E27FC236}">
                <a16:creationId xmlns:a16="http://schemas.microsoft.com/office/drawing/2014/main" id="{61B5C6E0-F3EC-4E7B-8EC7-8186EFC88C7D}"/>
              </a:ext>
            </a:extLst>
          </p:cNvPr>
          <p:cNvSpPr>
            <a:spLocks/>
          </p:cNvSpPr>
          <p:nvPr/>
        </p:nvSpPr>
        <p:spPr>
          <a:xfrm>
            <a:off x="788256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3" name="data_8354">
            <a:extLst>
              <a:ext uri="{FF2B5EF4-FFF2-40B4-BE49-F238E27FC236}">
                <a16:creationId xmlns:a16="http://schemas.microsoft.com/office/drawing/2014/main" id="{9AEB6C3A-D807-431A-869C-19FD4091E602}"/>
              </a:ext>
            </a:extLst>
          </p:cNvPr>
          <p:cNvSpPr>
            <a:spLocks/>
          </p:cNvSpPr>
          <p:nvPr/>
        </p:nvSpPr>
        <p:spPr>
          <a:xfrm>
            <a:off x="783063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4" name="data_8355">
            <a:extLst>
              <a:ext uri="{FF2B5EF4-FFF2-40B4-BE49-F238E27FC236}">
                <a16:creationId xmlns:a16="http://schemas.microsoft.com/office/drawing/2014/main" id="{15422EE1-584F-49E2-81B8-B7C00099CCEF}"/>
              </a:ext>
            </a:extLst>
          </p:cNvPr>
          <p:cNvSpPr>
            <a:spLocks/>
          </p:cNvSpPr>
          <p:nvPr/>
        </p:nvSpPr>
        <p:spPr>
          <a:xfrm>
            <a:off x="791056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5" name="data_8356">
            <a:extLst>
              <a:ext uri="{FF2B5EF4-FFF2-40B4-BE49-F238E27FC236}">
                <a16:creationId xmlns:a16="http://schemas.microsoft.com/office/drawing/2014/main" id="{2CCE60B9-5B3F-42E5-97BF-AD5FA6E2B0BB}"/>
              </a:ext>
            </a:extLst>
          </p:cNvPr>
          <p:cNvSpPr>
            <a:spLocks/>
          </p:cNvSpPr>
          <p:nvPr/>
        </p:nvSpPr>
        <p:spPr>
          <a:xfrm>
            <a:off x="7900496" y="6184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6" name="data_8357">
            <a:extLst>
              <a:ext uri="{FF2B5EF4-FFF2-40B4-BE49-F238E27FC236}">
                <a16:creationId xmlns:a16="http://schemas.microsoft.com/office/drawing/2014/main" id="{13AA82AE-83D6-4E16-8167-544B8B81EB23}"/>
              </a:ext>
            </a:extLst>
          </p:cNvPr>
          <p:cNvSpPr>
            <a:spLocks/>
          </p:cNvSpPr>
          <p:nvPr/>
        </p:nvSpPr>
        <p:spPr>
          <a:xfrm>
            <a:off x="785599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7" name="data_8358">
            <a:extLst>
              <a:ext uri="{FF2B5EF4-FFF2-40B4-BE49-F238E27FC236}">
                <a16:creationId xmlns:a16="http://schemas.microsoft.com/office/drawing/2014/main" id="{39F9E47C-F5AD-4C85-8330-141C6C369728}"/>
              </a:ext>
            </a:extLst>
          </p:cNvPr>
          <p:cNvSpPr>
            <a:spLocks/>
          </p:cNvSpPr>
          <p:nvPr/>
        </p:nvSpPr>
        <p:spPr>
          <a:xfrm>
            <a:off x="787711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8" name="data_8359">
            <a:extLst>
              <a:ext uri="{FF2B5EF4-FFF2-40B4-BE49-F238E27FC236}">
                <a16:creationId xmlns:a16="http://schemas.microsoft.com/office/drawing/2014/main" id="{D7D49077-5F32-41EA-8B57-DF7B29762907}"/>
              </a:ext>
            </a:extLst>
          </p:cNvPr>
          <p:cNvSpPr>
            <a:spLocks/>
          </p:cNvSpPr>
          <p:nvPr/>
        </p:nvSpPr>
        <p:spPr>
          <a:xfrm>
            <a:off x="786402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9" name="data_8360">
            <a:extLst>
              <a:ext uri="{FF2B5EF4-FFF2-40B4-BE49-F238E27FC236}">
                <a16:creationId xmlns:a16="http://schemas.microsoft.com/office/drawing/2014/main" id="{D7885E8D-38EA-4DCC-8711-E14735E52277}"/>
              </a:ext>
            </a:extLst>
          </p:cNvPr>
          <p:cNvSpPr>
            <a:spLocks/>
          </p:cNvSpPr>
          <p:nvPr/>
        </p:nvSpPr>
        <p:spPr>
          <a:xfrm>
            <a:off x="7854782" y="51601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0" name="data_8361">
            <a:extLst>
              <a:ext uri="{FF2B5EF4-FFF2-40B4-BE49-F238E27FC236}">
                <a16:creationId xmlns:a16="http://schemas.microsoft.com/office/drawing/2014/main" id="{0DEC6402-6ADF-4ABB-A08E-D807377DADE5}"/>
              </a:ext>
            </a:extLst>
          </p:cNvPr>
          <p:cNvSpPr>
            <a:spLocks/>
          </p:cNvSpPr>
          <p:nvPr/>
        </p:nvSpPr>
        <p:spPr>
          <a:xfrm>
            <a:off x="791405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1" name="data_8362">
            <a:extLst>
              <a:ext uri="{FF2B5EF4-FFF2-40B4-BE49-F238E27FC236}">
                <a16:creationId xmlns:a16="http://schemas.microsoft.com/office/drawing/2014/main" id="{D6313CB4-845B-435D-BCA9-5AA7FDB66A34}"/>
              </a:ext>
            </a:extLst>
          </p:cNvPr>
          <p:cNvSpPr>
            <a:spLocks/>
          </p:cNvSpPr>
          <p:nvPr/>
        </p:nvSpPr>
        <p:spPr>
          <a:xfrm>
            <a:off x="788429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2" name="data_8363">
            <a:extLst>
              <a:ext uri="{FF2B5EF4-FFF2-40B4-BE49-F238E27FC236}">
                <a16:creationId xmlns:a16="http://schemas.microsoft.com/office/drawing/2014/main" id="{1E9B1D41-8759-40F3-8555-5BB0E0DA253C}"/>
              </a:ext>
            </a:extLst>
          </p:cNvPr>
          <p:cNvSpPr>
            <a:spLocks/>
          </p:cNvSpPr>
          <p:nvPr/>
        </p:nvSpPr>
        <p:spPr>
          <a:xfrm>
            <a:off x="7883306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3" name="data_8364">
            <a:extLst>
              <a:ext uri="{FF2B5EF4-FFF2-40B4-BE49-F238E27FC236}">
                <a16:creationId xmlns:a16="http://schemas.microsoft.com/office/drawing/2014/main" id="{30B7AFE5-FEC3-428F-83F8-6E367F80E77B}"/>
              </a:ext>
            </a:extLst>
          </p:cNvPr>
          <p:cNvSpPr>
            <a:spLocks/>
          </p:cNvSpPr>
          <p:nvPr/>
        </p:nvSpPr>
        <p:spPr>
          <a:xfrm>
            <a:off x="782249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4" name="data_8365">
            <a:extLst>
              <a:ext uri="{FF2B5EF4-FFF2-40B4-BE49-F238E27FC236}">
                <a16:creationId xmlns:a16="http://schemas.microsoft.com/office/drawing/2014/main" id="{E1B72B31-7C6F-416B-A4A5-791227538FE7}"/>
              </a:ext>
            </a:extLst>
          </p:cNvPr>
          <p:cNvSpPr>
            <a:spLocks/>
          </p:cNvSpPr>
          <p:nvPr/>
        </p:nvSpPr>
        <p:spPr>
          <a:xfrm>
            <a:off x="788469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5" name="data_8366">
            <a:extLst>
              <a:ext uri="{FF2B5EF4-FFF2-40B4-BE49-F238E27FC236}">
                <a16:creationId xmlns:a16="http://schemas.microsoft.com/office/drawing/2014/main" id="{E646D839-1124-49D4-A5A0-D8138E1DE5C0}"/>
              </a:ext>
            </a:extLst>
          </p:cNvPr>
          <p:cNvSpPr>
            <a:spLocks/>
          </p:cNvSpPr>
          <p:nvPr/>
        </p:nvSpPr>
        <p:spPr>
          <a:xfrm>
            <a:off x="7902361" y="53960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6" name="data_8367">
            <a:extLst>
              <a:ext uri="{FF2B5EF4-FFF2-40B4-BE49-F238E27FC236}">
                <a16:creationId xmlns:a16="http://schemas.microsoft.com/office/drawing/2014/main" id="{09212B9E-D816-4E34-8A06-35C764B69AA1}"/>
              </a:ext>
            </a:extLst>
          </p:cNvPr>
          <p:cNvSpPr>
            <a:spLocks/>
          </p:cNvSpPr>
          <p:nvPr/>
        </p:nvSpPr>
        <p:spPr>
          <a:xfrm>
            <a:off x="791537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7" name="data_8368">
            <a:extLst>
              <a:ext uri="{FF2B5EF4-FFF2-40B4-BE49-F238E27FC236}">
                <a16:creationId xmlns:a16="http://schemas.microsoft.com/office/drawing/2014/main" id="{570E2355-37F3-4535-B530-8CE99E98AB65}"/>
              </a:ext>
            </a:extLst>
          </p:cNvPr>
          <p:cNvSpPr>
            <a:spLocks/>
          </p:cNvSpPr>
          <p:nvPr/>
        </p:nvSpPr>
        <p:spPr>
          <a:xfrm>
            <a:off x="7865383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8" name="data_8369">
            <a:extLst>
              <a:ext uri="{FF2B5EF4-FFF2-40B4-BE49-F238E27FC236}">
                <a16:creationId xmlns:a16="http://schemas.microsoft.com/office/drawing/2014/main" id="{D8360C97-C7FD-4818-9431-FE20626D668C}"/>
              </a:ext>
            </a:extLst>
          </p:cNvPr>
          <p:cNvSpPr>
            <a:spLocks/>
          </p:cNvSpPr>
          <p:nvPr/>
        </p:nvSpPr>
        <p:spPr>
          <a:xfrm>
            <a:off x="787256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9" name="data_8370">
            <a:extLst>
              <a:ext uri="{FF2B5EF4-FFF2-40B4-BE49-F238E27FC236}">
                <a16:creationId xmlns:a16="http://schemas.microsoft.com/office/drawing/2014/main" id="{8FF30A8F-AABD-46F8-9C8B-A2F8F9CFDAD8}"/>
              </a:ext>
            </a:extLst>
          </p:cNvPr>
          <p:cNvSpPr>
            <a:spLocks/>
          </p:cNvSpPr>
          <p:nvPr/>
        </p:nvSpPr>
        <p:spPr>
          <a:xfrm>
            <a:off x="7899027" y="59325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0" name="data_8371">
            <a:extLst>
              <a:ext uri="{FF2B5EF4-FFF2-40B4-BE49-F238E27FC236}">
                <a16:creationId xmlns:a16="http://schemas.microsoft.com/office/drawing/2014/main" id="{D9E4E43E-293B-47A4-8559-F828753F643C}"/>
              </a:ext>
            </a:extLst>
          </p:cNvPr>
          <p:cNvSpPr>
            <a:spLocks/>
          </p:cNvSpPr>
          <p:nvPr/>
        </p:nvSpPr>
        <p:spPr>
          <a:xfrm>
            <a:off x="781808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1" name="data_8372">
            <a:extLst>
              <a:ext uri="{FF2B5EF4-FFF2-40B4-BE49-F238E27FC236}">
                <a16:creationId xmlns:a16="http://schemas.microsoft.com/office/drawing/2014/main" id="{82CBDD12-85A4-4192-88B0-D7591B9E5BE3}"/>
              </a:ext>
            </a:extLst>
          </p:cNvPr>
          <p:cNvSpPr>
            <a:spLocks/>
          </p:cNvSpPr>
          <p:nvPr/>
        </p:nvSpPr>
        <p:spPr>
          <a:xfrm>
            <a:off x="787665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2" name="data_8373">
            <a:extLst>
              <a:ext uri="{FF2B5EF4-FFF2-40B4-BE49-F238E27FC236}">
                <a16:creationId xmlns:a16="http://schemas.microsoft.com/office/drawing/2014/main" id="{7D173906-D258-44DE-9B35-A36B8D8B1575}"/>
              </a:ext>
            </a:extLst>
          </p:cNvPr>
          <p:cNvSpPr>
            <a:spLocks/>
          </p:cNvSpPr>
          <p:nvPr/>
        </p:nvSpPr>
        <p:spPr>
          <a:xfrm>
            <a:off x="791994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3" name="data_8374">
            <a:extLst>
              <a:ext uri="{FF2B5EF4-FFF2-40B4-BE49-F238E27FC236}">
                <a16:creationId xmlns:a16="http://schemas.microsoft.com/office/drawing/2014/main" id="{EAA7D668-C173-4815-91A4-D8CE42ECC068}"/>
              </a:ext>
            </a:extLst>
          </p:cNvPr>
          <p:cNvSpPr>
            <a:spLocks/>
          </p:cNvSpPr>
          <p:nvPr/>
        </p:nvSpPr>
        <p:spPr>
          <a:xfrm>
            <a:off x="789740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4" name="data_8375">
            <a:extLst>
              <a:ext uri="{FF2B5EF4-FFF2-40B4-BE49-F238E27FC236}">
                <a16:creationId xmlns:a16="http://schemas.microsoft.com/office/drawing/2014/main" id="{B043FECF-2BD4-44D8-A031-35DEC8D755C3}"/>
              </a:ext>
            </a:extLst>
          </p:cNvPr>
          <p:cNvSpPr>
            <a:spLocks/>
          </p:cNvSpPr>
          <p:nvPr/>
        </p:nvSpPr>
        <p:spPr>
          <a:xfrm>
            <a:off x="786329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5" name="data_8376">
            <a:extLst>
              <a:ext uri="{FF2B5EF4-FFF2-40B4-BE49-F238E27FC236}">
                <a16:creationId xmlns:a16="http://schemas.microsoft.com/office/drawing/2014/main" id="{BA61EB42-4064-4291-8843-BA908A4F2B5C}"/>
              </a:ext>
            </a:extLst>
          </p:cNvPr>
          <p:cNvSpPr>
            <a:spLocks/>
          </p:cNvSpPr>
          <p:nvPr/>
        </p:nvSpPr>
        <p:spPr>
          <a:xfrm>
            <a:off x="786671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6" name="data_8377">
            <a:extLst>
              <a:ext uri="{FF2B5EF4-FFF2-40B4-BE49-F238E27FC236}">
                <a16:creationId xmlns:a16="http://schemas.microsoft.com/office/drawing/2014/main" id="{A7FE5439-B3D0-4564-AF49-2ADD0C0BAC23}"/>
              </a:ext>
            </a:extLst>
          </p:cNvPr>
          <p:cNvSpPr>
            <a:spLocks/>
          </p:cNvSpPr>
          <p:nvPr/>
        </p:nvSpPr>
        <p:spPr>
          <a:xfrm>
            <a:off x="7911173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7" name="data_8378">
            <a:extLst>
              <a:ext uri="{FF2B5EF4-FFF2-40B4-BE49-F238E27FC236}">
                <a16:creationId xmlns:a16="http://schemas.microsoft.com/office/drawing/2014/main" id="{131F5C5D-26B8-4D79-A198-668CBF96AFF1}"/>
              </a:ext>
            </a:extLst>
          </p:cNvPr>
          <p:cNvSpPr>
            <a:spLocks/>
          </p:cNvSpPr>
          <p:nvPr/>
        </p:nvSpPr>
        <p:spPr>
          <a:xfrm>
            <a:off x="785297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8" name="data_8379">
            <a:extLst>
              <a:ext uri="{FF2B5EF4-FFF2-40B4-BE49-F238E27FC236}">
                <a16:creationId xmlns:a16="http://schemas.microsoft.com/office/drawing/2014/main" id="{C09750BA-0466-4C14-9006-86CD290F067C}"/>
              </a:ext>
            </a:extLst>
          </p:cNvPr>
          <p:cNvSpPr>
            <a:spLocks/>
          </p:cNvSpPr>
          <p:nvPr/>
        </p:nvSpPr>
        <p:spPr>
          <a:xfrm>
            <a:off x="785944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9" name="data_8380">
            <a:extLst>
              <a:ext uri="{FF2B5EF4-FFF2-40B4-BE49-F238E27FC236}">
                <a16:creationId xmlns:a16="http://schemas.microsoft.com/office/drawing/2014/main" id="{52072EC6-725D-4C84-905E-5BEB4C8585F3}"/>
              </a:ext>
            </a:extLst>
          </p:cNvPr>
          <p:cNvSpPr>
            <a:spLocks/>
          </p:cNvSpPr>
          <p:nvPr/>
        </p:nvSpPr>
        <p:spPr>
          <a:xfrm>
            <a:off x="7850016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0" name="data_8381">
            <a:extLst>
              <a:ext uri="{FF2B5EF4-FFF2-40B4-BE49-F238E27FC236}">
                <a16:creationId xmlns:a16="http://schemas.microsoft.com/office/drawing/2014/main" id="{AADCD12B-0790-44B0-90A2-0BDACE5B09A1}"/>
              </a:ext>
            </a:extLst>
          </p:cNvPr>
          <p:cNvSpPr>
            <a:spLocks/>
          </p:cNvSpPr>
          <p:nvPr/>
        </p:nvSpPr>
        <p:spPr>
          <a:xfrm>
            <a:off x="785331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1" name="data_8382">
            <a:extLst>
              <a:ext uri="{FF2B5EF4-FFF2-40B4-BE49-F238E27FC236}">
                <a16:creationId xmlns:a16="http://schemas.microsoft.com/office/drawing/2014/main" id="{378EFAD0-4676-46F5-8135-89882ABE9027}"/>
              </a:ext>
            </a:extLst>
          </p:cNvPr>
          <p:cNvSpPr>
            <a:spLocks/>
          </p:cNvSpPr>
          <p:nvPr/>
        </p:nvSpPr>
        <p:spPr>
          <a:xfrm>
            <a:off x="7877110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2" name="data_8383">
            <a:extLst>
              <a:ext uri="{FF2B5EF4-FFF2-40B4-BE49-F238E27FC236}">
                <a16:creationId xmlns:a16="http://schemas.microsoft.com/office/drawing/2014/main" id="{84898A99-0918-4571-B74C-89B6AA89271F}"/>
              </a:ext>
            </a:extLst>
          </p:cNvPr>
          <p:cNvSpPr>
            <a:spLocks/>
          </p:cNvSpPr>
          <p:nvPr/>
        </p:nvSpPr>
        <p:spPr>
          <a:xfrm>
            <a:off x="785874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3" name="data_8384">
            <a:extLst>
              <a:ext uri="{FF2B5EF4-FFF2-40B4-BE49-F238E27FC236}">
                <a16:creationId xmlns:a16="http://schemas.microsoft.com/office/drawing/2014/main" id="{D1E63E9A-C915-4B97-857D-3946996D2A80}"/>
              </a:ext>
            </a:extLst>
          </p:cNvPr>
          <p:cNvSpPr>
            <a:spLocks/>
          </p:cNvSpPr>
          <p:nvPr/>
        </p:nvSpPr>
        <p:spPr>
          <a:xfrm>
            <a:off x="792136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4" name="data_8385">
            <a:extLst>
              <a:ext uri="{FF2B5EF4-FFF2-40B4-BE49-F238E27FC236}">
                <a16:creationId xmlns:a16="http://schemas.microsoft.com/office/drawing/2014/main" id="{AC2B5740-E89A-43EE-B6EA-5D877DB6B2D1}"/>
              </a:ext>
            </a:extLst>
          </p:cNvPr>
          <p:cNvSpPr>
            <a:spLocks/>
          </p:cNvSpPr>
          <p:nvPr/>
        </p:nvSpPr>
        <p:spPr>
          <a:xfrm>
            <a:off x="790668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5" name="data_8386">
            <a:extLst>
              <a:ext uri="{FF2B5EF4-FFF2-40B4-BE49-F238E27FC236}">
                <a16:creationId xmlns:a16="http://schemas.microsoft.com/office/drawing/2014/main" id="{74FFFD1B-DF5F-4754-A65C-EFCEFFBA7205}"/>
              </a:ext>
            </a:extLst>
          </p:cNvPr>
          <p:cNvSpPr>
            <a:spLocks/>
          </p:cNvSpPr>
          <p:nvPr/>
        </p:nvSpPr>
        <p:spPr>
          <a:xfrm>
            <a:off x="782578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6" name="data_8387">
            <a:extLst>
              <a:ext uri="{FF2B5EF4-FFF2-40B4-BE49-F238E27FC236}">
                <a16:creationId xmlns:a16="http://schemas.microsoft.com/office/drawing/2014/main" id="{9270FB72-8540-4BE4-8E5C-560089379E76}"/>
              </a:ext>
            </a:extLst>
          </p:cNvPr>
          <p:cNvSpPr>
            <a:spLocks/>
          </p:cNvSpPr>
          <p:nvPr/>
        </p:nvSpPr>
        <p:spPr>
          <a:xfrm>
            <a:off x="787189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7" name="data_8388">
            <a:extLst>
              <a:ext uri="{FF2B5EF4-FFF2-40B4-BE49-F238E27FC236}">
                <a16:creationId xmlns:a16="http://schemas.microsoft.com/office/drawing/2014/main" id="{863C9DB7-79D8-44BA-A1C8-304584D7F910}"/>
              </a:ext>
            </a:extLst>
          </p:cNvPr>
          <p:cNvSpPr>
            <a:spLocks/>
          </p:cNvSpPr>
          <p:nvPr/>
        </p:nvSpPr>
        <p:spPr>
          <a:xfrm>
            <a:off x="789390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8" name="data_8389">
            <a:extLst>
              <a:ext uri="{FF2B5EF4-FFF2-40B4-BE49-F238E27FC236}">
                <a16:creationId xmlns:a16="http://schemas.microsoft.com/office/drawing/2014/main" id="{B658D10A-792B-40DE-8C54-BD45596AFFA7}"/>
              </a:ext>
            </a:extLst>
          </p:cNvPr>
          <p:cNvSpPr>
            <a:spLocks/>
          </p:cNvSpPr>
          <p:nvPr/>
        </p:nvSpPr>
        <p:spPr>
          <a:xfrm>
            <a:off x="790183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9" name="data_8390">
            <a:extLst>
              <a:ext uri="{FF2B5EF4-FFF2-40B4-BE49-F238E27FC236}">
                <a16:creationId xmlns:a16="http://schemas.microsoft.com/office/drawing/2014/main" id="{DDF7F808-C523-4726-A655-696776742882}"/>
              </a:ext>
            </a:extLst>
          </p:cNvPr>
          <p:cNvSpPr>
            <a:spLocks/>
          </p:cNvSpPr>
          <p:nvPr/>
        </p:nvSpPr>
        <p:spPr>
          <a:xfrm>
            <a:off x="792088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0" name="data_8391">
            <a:extLst>
              <a:ext uri="{FF2B5EF4-FFF2-40B4-BE49-F238E27FC236}">
                <a16:creationId xmlns:a16="http://schemas.microsoft.com/office/drawing/2014/main" id="{63F93438-9815-46CA-88C3-47776C201B16}"/>
              </a:ext>
            </a:extLst>
          </p:cNvPr>
          <p:cNvSpPr>
            <a:spLocks/>
          </p:cNvSpPr>
          <p:nvPr/>
        </p:nvSpPr>
        <p:spPr>
          <a:xfrm>
            <a:off x="7825285" y="52140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1" name="data_8392">
            <a:extLst>
              <a:ext uri="{FF2B5EF4-FFF2-40B4-BE49-F238E27FC236}">
                <a16:creationId xmlns:a16="http://schemas.microsoft.com/office/drawing/2014/main" id="{E1E371CB-542A-4855-ACF7-F19CCBB2EDF2}"/>
              </a:ext>
            </a:extLst>
          </p:cNvPr>
          <p:cNvSpPr>
            <a:spLocks/>
          </p:cNvSpPr>
          <p:nvPr/>
        </p:nvSpPr>
        <p:spPr>
          <a:xfrm>
            <a:off x="7884795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2" name="data_8393">
            <a:extLst>
              <a:ext uri="{FF2B5EF4-FFF2-40B4-BE49-F238E27FC236}">
                <a16:creationId xmlns:a16="http://schemas.microsoft.com/office/drawing/2014/main" id="{4C0C0292-7CD9-4BF6-8EE2-997BF4F8964C}"/>
              </a:ext>
            </a:extLst>
          </p:cNvPr>
          <p:cNvSpPr>
            <a:spLocks/>
          </p:cNvSpPr>
          <p:nvPr/>
        </p:nvSpPr>
        <p:spPr>
          <a:xfrm>
            <a:off x="782440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3" name="data_8394">
            <a:extLst>
              <a:ext uri="{FF2B5EF4-FFF2-40B4-BE49-F238E27FC236}">
                <a16:creationId xmlns:a16="http://schemas.microsoft.com/office/drawing/2014/main" id="{30F9B8A8-0A32-429D-84FA-F6B62186169D}"/>
              </a:ext>
            </a:extLst>
          </p:cNvPr>
          <p:cNvSpPr>
            <a:spLocks/>
          </p:cNvSpPr>
          <p:nvPr/>
        </p:nvSpPr>
        <p:spPr>
          <a:xfrm>
            <a:off x="7858445" y="6710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4" name="data_8395">
            <a:extLst>
              <a:ext uri="{FF2B5EF4-FFF2-40B4-BE49-F238E27FC236}">
                <a16:creationId xmlns:a16="http://schemas.microsoft.com/office/drawing/2014/main" id="{0A68711D-A0FE-457D-9F9A-C392C83FC0CD}"/>
              </a:ext>
            </a:extLst>
          </p:cNvPr>
          <p:cNvSpPr>
            <a:spLocks/>
          </p:cNvSpPr>
          <p:nvPr/>
        </p:nvSpPr>
        <p:spPr>
          <a:xfrm>
            <a:off x="783303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5" name="data_8396">
            <a:extLst>
              <a:ext uri="{FF2B5EF4-FFF2-40B4-BE49-F238E27FC236}">
                <a16:creationId xmlns:a16="http://schemas.microsoft.com/office/drawing/2014/main" id="{62654E98-FDD6-47F6-9780-15822AFC4E7B}"/>
              </a:ext>
            </a:extLst>
          </p:cNvPr>
          <p:cNvSpPr>
            <a:spLocks/>
          </p:cNvSpPr>
          <p:nvPr/>
        </p:nvSpPr>
        <p:spPr>
          <a:xfrm>
            <a:off x="7876047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6" name="data_8397">
            <a:extLst>
              <a:ext uri="{FF2B5EF4-FFF2-40B4-BE49-F238E27FC236}">
                <a16:creationId xmlns:a16="http://schemas.microsoft.com/office/drawing/2014/main" id="{4D1B8B40-E1F7-456B-9794-F326AC2BF461}"/>
              </a:ext>
            </a:extLst>
          </p:cNvPr>
          <p:cNvSpPr>
            <a:spLocks/>
          </p:cNvSpPr>
          <p:nvPr/>
        </p:nvSpPr>
        <p:spPr>
          <a:xfrm>
            <a:off x="7818870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7" name="data_8398">
            <a:extLst>
              <a:ext uri="{FF2B5EF4-FFF2-40B4-BE49-F238E27FC236}">
                <a16:creationId xmlns:a16="http://schemas.microsoft.com/office/drawing/2014/main" id="{FC545C48-B5B6-4227-94E6-58047AC10F04}"/>
              </a:ext>
            </a:extLst>
          </p:cNvPr>
          <p:cNvSpPr>
            <a:spLocks/>
          </p:cNvSpPr>
          <p:nvPr/>
        </p:nvSpPr>
        <p:spPr>
          <a:xfrm>
            <a:off x="7848629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8" name="data_8399">
            <a:extLst>
              <a:ext uri="{FF2B5EF4-FFF2-40B4-BE49-F238E27FC236}">
                <a16:creationId xmlns:a16="http://schemas.microsoft.com/office/drawing/2014/main" id="{578F97BE-C0DD-461B-A154-4ED06D34DB4C}"/>
              </a:ext>
            </a:extLst>
          </p:cNvPr>
          <p:cNvSpPr>
            <a:spLocks/>
          </p:cNvSpPr>
          <p:nvPr/>
        </p:nvSpPr>
        <p:spPr>
          <a:xfrm>
            <a:off x="789116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9" name="data_8400">
            <a:extLst>
              <a:ext uri="{FF2B5EF4-FFF2-40B4-BE49-F238E27FC236}">
                <a16:creationId xmlns:a16="http://schemas.microsoft.com/office/drawing/2014/main" id="{6617AAB9-394D-4178-AAF4-F8C2521DAE56}"/>
              </a:ext>
            </a:extLst>
          </p:cNvPr>
          <p:cNvSpPr>
            <a:spLocks/>
          </p:cNvSpPr>
          <p:nvPr/>
        </p:nvSpPr>
        <p:spPr>
          <a:xfrm>
            <a:off x="783554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0" name="data_8401">
            <a:extLst>
              <a:ext uri="{FF2B5EF4-FFF2-40B4-BE49-F238E27FC236}">
                <a16:creationId xmlns:a16="http://schemas.microsoft.com/office/drawing/2014/main" id="{E07B6A51-16F6-4199-8401-DB5DF10AA48F}"/>
              </a:ext>
            </a:extLst>
          </p:cNvPr>
          <p:cNvSpPr>
            <a:spLocks/>
          </p:cNvSpPr>
          <p:nvPr/>
        </p:nvSpPr>
        <p:spPr>
          <a:xfrm>
            <a:off x="7885487" y="55476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1" name="data_8402">
            <a:extLst>
              <a:ext uri="{FF2B5EF4-FFF2-40B4-BE49-F238E27FC236}">
                <a16:creationId xmlns:a16="http://schemas.microsoft.com/office/drawing/2014/main" id="{952BB2F6-C600-479B-82A7-4DAEB6ADBC5F}"/>
              </a:ext>
            </a:extLst>
          </p:cNvPr>
          <p:cNvSpPr>
            <a:spLocks/>
          </p:cNvSpPr>
          <p:nvPr/>
        </p:nvSpPr>
        <p:spPr>
          <a:xfrm>
            <a:off x="7841145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2" name="data_8403">
            <a:extLst>
              <a:ext uri="{FF2B5EF4-FFF2-40B4-BE49-F238E27FC236}">
                <a16:creationId xmlns:a16="http://schemas.microsoft.com/office/drawing/2014/main" id="{149325BD-D8E4-45D9-BDDA-E8BC17E73B73}"/>
              </a:ext>
            </a:extLst>
          </p:cNvPr>
          <p:cNvSpPr>
            <a:spLocks/>
          </p:cNvSpPr>
          <p:nvPr/>
        </p:nvSpPr>
        <p:spPr>
          <a:xfrm>
            <a:off x="7914894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3" name="data_8404">
            <a:extLst>
              <a:ext uri="{FF2B5EF4-FFF2-40B4-BE49-F238E27FC236}">
                <a16:creationId xmlns:a16="http://schemas.microsoft.com/office/drawing/2014/main" id="{92B171BF-5B34-4ECA-8424-314FD0D4F976}"/>
              </a:ext>
            </a:extLst>
          </p:cNvPr>
          <p:cNvSpPr>
            <a:spLocks/>
          </p:cNvSpPr>
          <p:nvPr/>
        </p:nvSpPr>
        <p:spPr>
          <a:xfrm>
            <a:off x="7886115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4" name="data_8405">
            <a:extLst>
              <a:ext uri="{FF2B5EF4-FFF2-40B4-BE49-F238E27FC236}">
                <a16:creationId xmlns:a16="http://schemas.microsoft.com/office/drawing/2014/main" id="{8A32DAA2-8D6B-4449-9692-79599A5B1B88}"/>
              </a:ext>
            </a:extLst>
          </p:cNvPr>
          <p:cNvSpPr>
            <a:spLocks/>
          </p:cNvSpPr>
          <p:nvPr/>
        </p:nvSpPr>
        <p:spPr>
          <a:xfrm>
            <a:off x="786723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5" name="data_8406">
            <a:extLst>
              <a:ext uri="{FF2B5EF4-FFF2-40B4-BE49-F238E27FC236}">
                <a16:creationId xmlns:a16="http://schemas.microsoft.com/office/drawing/2014/main" id="{6B7053DE-0D30-4153-8C8B-5F6277C33013}"/>
              </a:ext>
            </a:extLst>
          </p:cNvPr>
          <p:cNvSpPr>
            <a:spLocks/>
          </p:cNvSpPr>
          <p:nvPr/>
        </p:nvSpPr>
        <p:spPr>
          <a:xfrm>
            <a:off x="811100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6" name="data_8407">
            <a:extLst>
              <a:ext uri="{FF2B5EF4-FFF2-40B4-BE49-F238E27FC236}">
                <a16:creationId xmlns:a16="http://schemas.microsoft.com/office/drawing/2014/main" id="{628F52C9-F6F7-41A6-A651-A25CBAAF0502}"/>
              </a:ext>
            </a:extLst>
          </p:cNvPr>
          <p:cNvSpPr>
            <a:spLocks/>
          </p:cNvSpPr>
          <p:nvPr/>
        </p:nvSpPr>
        <p:spPr>
          <a:xfrm>
            <a:off x="8070813" y="537267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7" name="data_8408">
            <a:extLst>
              <a:ext uri="{FF2B5EF4-FFF2-40B4-BE49-F238E27FC236}">
                <a16:creationId xmlns:a16="http://schemas.microsoft.com/office/drawing/2014/main" id="{A81C7E43-82B1-4A93-A689-24116C691F57}"/>
              </a:ext>
            </a:extLst>
          </p:cNvPr>
          <p:cNvSpPr>
            <a:spLocks/>
          </p:cNvSpPr>
          <p:nvPr/>
        </p:nvSpPr>
        <p:spPr>
          <a:xfrm>
            <a:off x="809646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8" name="data_8409">
            <a:extLst>
              <a:ext uri="{FF2B5EF4-FFF2-40B4-BE49-F238E27FC236}">
                <a16:creationId xmlns:a16="http://schemas.microsoft.com/office/drawing/2014/main" id="{FC781F18-9901-49A4-90D1-564E55E71BB7}"/>
              </a:ext>
            </a:extLst>
          </p:cNvPr>
          <p:cNvSpPr>
            <a:spLocks/>
          </p:cNvSpPr>
          <p:nvPr/>
        </p:nvSpPr>
        <p:spPr>
          <a:xfrm>
            <a:off x="806421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9" name="data_8410">
            <a:extLst>
              <a:ext uri="{FF2B5EF4-FFF2-40B4-BE49-F238E27FC236}">
                <a16:creationId xmlns:a16="http://schemas.microsoft.com/office/drawing/2014/main" id="{D44F23B7-3925-44F0-BBA1-3A357B556CD6}"/>
              </a:ext>
            </a:extLst>
          </p:cNvPr>
          <p:cNvSpPr>
            <a:spLocks/>
          </p:cNvSpPr>
          <p:nvPr/>
        </p:nvSpPr>
        <p:spPr>
          <a:xfrm>
            <a:off x="8127152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0" name="data_8411">
            <a:extLst>
              <a:ext uri="{FF2B5EF4-FFF2-40B4-BE49-F238E27FC236}">
                <a16:creationId xmlns:a16="http://schemas.microsoft.com/office/drawing/2014/main" id="{27ACD640-69B8-4BB9-B9BE-0B019F3068B2}"/>
              </a:ext>
            </a:extLst>
          </p:cNvPr>
          <p:cNvSpPr>
            <a:spLocks/>
          </p:cNvSpPr>
          <p:nvPr/>
        </p:nvSpPr>
        <p:spPr>
          <a:xfrm>
            <a:off x="8130671" y="59630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1" name="data_8412">
            <a:extLst>
              <a:ext uri="{FF2B5EF4-FFF2-40B4-BE49-F238E27FC236}">
                <a16:creationId xmlns:a16="http://schemas.microsoft.com/office/drawing/2014/main" id="{93D6C7F2-3AD0-460F-8FBD-ED7CEB72C73B}"/>
              </a:ext>
            </a:extLst>
          </p:cNvPr>
          <p:cNvSpPr>
            <a:spLocks/>
          </p:cNvSpPr>
          <p:nvPr/>
        </p:nvSpPr>
        <p:spPr>
          <a:xfrm>
            <a:off x="810764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2" name="data_8413">
            <a:extLst>
              <a:ext uri="{FF2B5EF4-FFF2-40B4-BE49-F238E27FC236}">
                <a16:creationId xmlns:a16="http://schemas.microsoft.com/office/drawing/2014/main" id="{688C581A-5779-4773-903D-A5E9D5E3E9B8}"/>
              </a:ext>
            </a:extLst>
          </p:cNvPr>
          <p:cNvSpPr>
            <a:spLocks/>
          </p:cNvSpPr>
          <p:nvPr/>
        </p:nvSpPr>
        <p:spPr>
          <a:xfrm>
            <a:off x="8136019" y="5456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3" name="data_8414">
            <a:extLst>
              <a:ext uri="{FF2B5EF4-FFF2-40B4-BE49-F238E27FC236}">
                <a16:creationId xmlns:a16="http://schemas.microsoft.com/office/drawing/2014/main" id="{CC2686A2-63D2-4034-B2FB-999EFB2DCBBE}"/>
              </a:ext>
            </a:extLst>
          </p:cNvPr>
          <p:cNvSpPr>
            <a:spLocks/>
          </p:cNvSpPr>
          <p:nvPr/>
        </p:nvSpPr>
        <p:spPr>
          <a:xfrm>
            <a:off x="8098803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4" name="data_8415">
            <a:extLst>
              <a:ext uri="{FF2B5EF4-FFF2-40B4-BE49-F238E27FC236}">
                <a16:creationId xmlns:a16="http://schemas.microsoft.com/office/drawing/2014/main" id="{D670BA78-85D7-4CB5-87CD-EE0E27B03B5B}"/>
              </a:ext>
            </a:extLst>
          </p:cNvPr>
          <p:cNvSpPr>
            <a:spLocks/>
          </p:cNvSpPr>
          <p:nvPr/>
        </p:nvSpPr>
        <p:spPr>
          <a:xfrm>
            <a:off x="812110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5" name="data_8416">
            <a:extLst>
              <a:ext uri="{FF2B5EF4-FFF2-40B4-BE49-F238E27FC236}">
                <a16:creationId xmlns:a16="http://schemas.microsoft.com/office/drawing/2014/main" id="{B63D05CE-BE7A-4B71-A60B-30EB1614E254}"/>
              </a:ext>
            </a:extLst>
          </p:cNvPr>
          <p:cNvSpPr>
            <a:spLocks/>
          </p:cNvSpPr>
          <p:nvPr/>
        </p:nvSpPr>
        <p:spPr>
          <a:xfrm>
            <a:off x="808737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6" name="data_8417">
            <a:extLst>
              <a:ext uri="{FF2B5EF4-FFF2-40B4-BE49-F238E27FC236}">
                <a16:creationId xmlns:a16="http://schemas.microsoft.com/office/drawing/2014/main" id="{D8C021BA-4F7D-403A-AE0F-AD43BD60DAC6}"/>
              </a:ext>
            </a:extLst>
          </p:cNvPr>
          <p:cNvSpPr>
            <a:spLocks/>
          </p:cNvSpPr>
          <p:nvPr/>
        </p:nvSpPr>
        <p:spPr>
          <a:xfrm>
            <a:off x="804995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7" name="data_8418">
            <a:extLst>
              <a:ext uri="{FF2B5EF4-FFF2-40B4-BE49-F238E27FC236}">
                <a16:creationId xmlns:a16="http://schemas.microsoft.com/office/drawing/2014/main" id="{723E93FD-D4A7-43B5-BF15-85876FB92E3A}"/>
              </a:ext>
            </a:extLst>
          </p:cNvPr>
          <p:cNvSpPr>
            <a:spLocks/>
          </p:cNvSpPr>
          <p:nvPr/>
        </p:nvSpPr>
        <p:spPr>
          <a:xfrm>
            <a:off x="8087341" y="64575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8" name="data_8419">
            <a:extLst>
              <a:ext uri="{FF2B5EF4-FFF2-40B4-BE49-F238E27FC236}">
                <a16:creationId xmlns:a16="http://schemas.microsoft.com/office/drawing/2014/main" id="{3B015EEE-8616-4FE4-8CF4-C45C99AD9EB3}"/>
              </a:ext>
            </a:extLst>
          </p:cNvPr>
          <p:cNvSpPr>
            <a:spLocks/>
          </p:cNvSpPr>
          <p:nvPr/>
        </p:nvSpPr>
        <p:spPr>
          <a:xfrm>
            <a:off x="8098889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9" name="data_8420">
            <a:extLst>
              <a:ext uri="{FF2B5EF4-FFF2-40B4-BE49-F238E27FC236}">
                <a16:creationId xmlns:a16="http://schemas.microsoft.com/office/drawing/2014/main" id="{1AEE7D8B-4E16-4037-B865-B4EA349708B1}"/>
              </a:ext>
            </a:extLst>
          </p:cNvPr>
          <p:cNvSpPr>
            <a:spLocks/>
          </p:cNvSpPr>
          <p:nvPr/>
        </p:nvSpPr>
        <p:spPr>
          <a:xfrm>
            <a:off x="808117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0" name="data_8421">
            <a:extLst>
              <a:ext uri="{FF2B5EF4-FFF2-40B4-BE49-F238E27FC236}">
                <a16:creationId xmlns:a16="http://schemas.microsoft.com/office/drawing/2014/main" id="{A48671D8-5AE0-454F-B82A-597866E72898}"/>
              </a:ext>
            </a:extLst>
          </p:cNvPr>
          <p:cNvSpPr>
            <a:spLocks/>
          </p:cNvSpPr>
          <p:nvPr/>
        </p:nvSpPr>
        <p:spPr>
          <a:xfrm>
            <a:off x="806188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1" name="data_8422">
            <a:extLst>
              <a:ext uri="{FF2B5EF4-FFF2-40B4-BE49-F238E27FC236}">
                <a16:creationId xmlns:a16="http://schemas.microsoft.com/office/drawing/2014/main" id="{DE04EE70-EEF2-42A5-B944-35ED1F1276E4}"/>
              </a:ext>
            </a:extLst>
          </p:cNvPr>
          <p:cNvSpPr>
            <a:spLocks/>
          </p:cNvSpPr>
          <p:nvPr/>
        </p:nvSpPr>
        <p:spPr>
          <a:xfrm>
            <a:off x="8118435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2" name="data_8423">
            <a:extLst>
              <a:ext uri="{FF2B5EF4-FFF2-40B4-BE49-F238E27FC236}">
                <a16:creationId xmlns:a16="http://schemas.microsoft.com/office/drawing/2014/main" id="{2F8A4482-9458-4000-8D89-EFAB40235E10}"/>
              </a:ext>
            </a:extLst>
          </p:cNvPr>
          <p:cNvSpPr>
            <a:spLocks/>
          </p:cNvSpPr>
          <p:nvPr/>
        </p:nvSpPr>
        <p:spPr>
          <a:xfrm>
            <a:off x="812370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3" name="data_8424">
            <a:extLst>
              <a:ext uri="{FF2B5EF4-FFF2-40B4-BE49-F238E27FC236}">
                <a16:creationId xmlns:a16="http://schemas.microsoft.com/office/drawing/2014/main" id="{CB968E40-0DB0-4B23-8D30-8AAB1149CA58}"/>
              </a:ext>
            </a:extLst>
          </p:cNvPr>
          <p:cNvSpPr>
            <a:spLocks/>
          </p:cNvSpPr>
          <p:nvPr/>
        </p:nvSpPr>
        <p:spPr>
          <a:xfrm>
            <a:off x="8118606" y="55890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4" name="data_8425">
            <a:extLst>
              <a:ext uri="{FF2B5EF4-FFF2-40B4-BE49-F238E27FC236}">
                <a16:creationId xmlns:a16="http://schemas.microsoft.com/office/drawing/2014/main" id="{C37A1D73-4D39-4FBF-BD12-8AF3AEFF4058}"/>
              </a:ext>
            </a:extLst>
          </p:cNvPr>
          <p:cNvSpPr>
            <a:spLocks/>
          </p:cNvSpPr>
          <p:nvPr/>
        </p:nvSpPr>
        <p:spPr>
          <a:xfrm>
            <a:off x="808693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5" name="data_8426">
            <a:extLst>
              <a:ext uri="{FF2B5EF4-FFF2-40B4-BE49-F238E27FC236}">
                <a16:creationId xmlns:a16="http://schemas.microsoft.com/office/drawing/2014/main" id="{49833C33-96AD-4A1B-BB30-18EBB5BB422B}"/>
              </a:ext>
            </a:extLst>
          </p:cNvPr>
          <p:cNvSpPr>
            <a:spLocks/>
          </p:cNvSpPr>
          <p:nvPr/>
        </p:nvSpPr>
        <p:spPr>
          <a:xfrm>
            <a:off x="8047780" y="668497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6" name="data_8427">
            <a:extLst>
              <a:ext uri="{FF2B5EF4-FFF2-40B4-BE49-F238E27FC236}">
                <a16:creationId xmlns:a16="http://schemas.microsoft.com/office/drawing/2014/main" id="{67500199-7E02-4DB0-ACDB-63B9E4725C5F}"/>
              </a:ext>
            </a:extLst>
          </p:cNvPr>
          <p:cNvSpPr>
            <a:spLocks/>
          </p:cNvSpPr>
          <p:nvPr/>
        </p:nvSpPr>
        <p:spPr>
          <a:xfrm>
            <a:off x="812306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7" name="data_8428">
            <a:extLst>
              <a:ext uri="{FF2B5EF4-FFF2-40B4-BE49-F238E27FC236}">
                <a16:creationId xmlns:a16="http://schemas.microsoft.com/office/drawing/2014/main" id="{F6A4DBFC-4524-4428-AC6C-ABB10AE187E6}"/>
              </a:ext>
            </a:extLst>
          </p:cNvPr>
          <p:cNvSpPr>
            <a:spLocks/>
          </p:cNvSpPr>
          <p:nvPr/>
        </p:nvSpPr>
        <p:spPr>
          <a:xfrm>
            <a:off x="808858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8" name="data_8429">
            <a:extLst>
              <a:ext uri="{FF2B5EF4-FFF2-40B4-BE49-F238E27FC236}">
                <a16:creationId xmlns:a16="http://schemas.microsoft.com/office/drawing/2014/main" id="{8CF991AB-F7F5-4044-9F62-A68B0323091D}"/>
              </a:ext>
            </a:extLst>
          </p:cNvPr>
          <p:cNvSpPr>
            <a:spLocks/>
          </p:cNvSpPr>
          <p:nvPr/>
        </p:nvSpPr>
        <p:spPr>
          <a:xfrm>
            <a:off x="811804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9" name="data_8430">
            <a:extLst>
              <a:ext uri="{FF2B5EF4-FFF2-40B4-BE49-F238E27FC236}">
                <a16:creationId xmlns:a16="http://schemas.microsoft.com/office/drawing/2014/main" id="{A493674E-852D-423A-AF3C-0E0D539ECF61}"/>
              </a:ext>
            </a:extLst>
          </p:cNvPr>
          <p:cNvSpPr>
            <a:spLocks/>
          </p:cNvSpPr>
          <p:nvPr/>
        </p:nvSpPr>
        <p:spPr>
          <a:xfrm>
            <a:off x="806355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0" name="data_8431">
            <a:extLst>
              <a:ext uri="{FF2B5EF4-FFF2-40B4-BE49-F238E27FC236}">
                <a16:creationId xmlns:a16="http://schemas.microsoft.com/office/drawing/2014/main" id="{12B98C50-802C-48AC-95A3-4482667FBA27}"/>
              </a:ext>
            </a:extLst>
          </p:cNvPr>
          <p:cNvSpPr>
            <a:spLocks/>
          </p:cNvSpPr>
          <p:nvPr/>
        </p:nvSpPr>
        <p:spPr>
          <a:xfrm>
            <a:off x="8128407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1" name="data_8432">
            <a:extLst>
              <a:ext uri="{FF2B5EF4-FFF2-40B4-BE49-F238E27FC236}">
                <a16:creationId xmlns:a16="http://schemas.microsoft.com/office/drawing/2014/main" id="{D222A9C5-3BF7-4910-9C06-E93FF4E37F9E}"/>
              </a:ext>
            </a:extLst>
          </p:cNvPr>
          <p:cNvSpPr>
            <a:spLocks/>
          </p:cNvSpPr>
          <p:nvPr/>
        </p:nvSpPr>
        <p:spPr>
          <a:xfrm>
            <a:off x="811460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2" name="data_8433">
            <a:extLst>
              <a:ext uri="{FF2B5EF4-FFF2-40B4-BE49-F238E27FC236}">
                <a16:creationId xmlns:a16="http://schemas.microsoft.com/office/drawing/2014/main" id="{A884A22F-4470-42D3-94BE-B658CFCE8565}"/>
              </a:ext>
            </a:extLst>
          </p:cNvPr>
          <p:cNvSpPr>
            <a:spLocks/>
          </p:cNvSpPr>
          <p:nvPr/>
        </p:nvSpPr>
        <p:spPr>
          <a:xfrm>
            <a:off x="804413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3" name="data_8434">
            <a:extLst>
              <a:ext uri="{FF2B5EF4-FFF2-40B4-BE49-F238E27FC236}">
                <a16:creationId xmlns:a16="http://schemas.microsoft.com/office/drawing/2014/main" id="{7F4D5EAC-7A3F-420B-B9C3-A1052B5C1DAF}"/>
              </a:ext>
            </a:extLst>
          </p:cNvPr>
          <p:cNvSpPr>
            <a:spLocks/>
          </p:cNvSpPr>
          <p:nvPr/>
        </p:nvSpPr>
        <p:spPr>
          <a:xfrm>
            <a:off x="810925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4" name="data_8435">
            <a:extLst>
              <a:ext uri="{FF2B5EF4-FFF2-40B4-BE49-F238E27FC236}">
                <a16:creationId xmlns:a16="http://schemas.microsoft.com/office/drawing/2014/main" id="{7B9608B3-C6BC-4D05-84D6-5E0C73629059}"/>
              </a:ext>
            </a:extLst>
          </p:cNvPr>
          <p:cNvSpPr>
            <a:spLocks/>
          </p:cNvSpPr>
          <p:nvPr/>
        </p:nvSpPr>
        <p:spPr>
          <a:xfrm>
            <a:off x="8090027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5" name="data_8436">
            <a:extLst>
              <a:ext uri="{FF2B5EF4-FFF2-40B4-BE49-F238E27FC236}">
                <a16:creationId xmlns:a16="http://schemas.microsoft.com/office/drawing/2014/main" id="{ACA1C5A9-6152-4325-B3DB-AAFA3594AD63}"/>
              </a:ext>
            </a:extLst>
          </p:cNvPr>
          <p:cNvSpPr>
            <a:spLocks/>
          </p:cNvSpPr>
          <p:nvPr/>
        </p:nvSpPr>
        <p:spPr>
          <a:xfrm>
            <a:off x="808984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6" name="data_8437">
            <a:extLst>
              <a:ext uri="{FF2B5EF4-FFF2-40B4-BE49-F238E27FC236}">
                <a16:creationId xmlns:a16="http://schemas.microsoft.com/office/drawing/2014/main" id="{C8123290-C45D-4332-A13E-5962B704A328}"/>
              </a:ext>
            </a:extLst>
          </p:cNvPr>
          <p:cNvSpPr>
            <a:spLocks/>
          </p:cNvSpPr>
          <p:nvPr/>
        </p:nvSpPr>
        <p:spPr>
          <a:xfrm>
            <a:off x="807532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7" name="data_8438">
            <a:extLst>
              <a:ext uri="{FF2B5EF4-FFF2-40B4-BE49-F238E27FC236}">
                <a16:creationId xmlns:a16="http://schemas.microsoft.com/office/drawing/2014/main" id="{86E6D13C-0B72-4640-B317-4C572E271B11}"/>
              </a:ext>
            </a:extLst>
          </p:cNvPr>
          <p:cNvSpPr>
            <a:spLocks/>
          </p:cNvSpPr>
          <p:nvPr/>
        </p:nvSpPr>
        <p:spPr>
          <a:xfrm>
            <a:off x="8082139" y="5872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8" name="data_8439">
            <a:extLst>
              <a:ext uri="{FF2B5EF4-FFF2-40B4-BE49-F238E27FC236}">
                <a16:creationId xmlns:a16="http://schemas.microsoft.com/office/drawing/2014/main" id="{0E5B2DB9-5360-4E18-AD68-655AB58F0216}"/>
              </a:ext>
            </a:extLst>
          </p:cNvPr>
          <p:cNvSpPr>
            <a:spLocks/>
          </p:cNvSpPr>
          <p:nvPr/>
        </p:nvSpPr>
        <p:spPr>
          <a:xfrm>
            <a:off x="804554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9" name="data_8440">
            <a:extLst>
              <a:ext uri="{FF2B5EF4-FFF2-40B4-BE49-F238E27FC236}">
                <a16:creationId xmlns:a16="http://schemas.microsoft.com/office/drawing/2014/main" id="{ED18A6BF-D90F-4974-A1F6-22E8E8DE2634}"/>
              </a:ext>
            </a:extLst>
          </p:cNvPr>
          <p:cNvSpPr>
            <a:spLocks/>
          </p:cNvSpPr>
          <p:nvPr/>
        </p:nvSpPr>
        <p:spPr>
          <a:xfrm>
            <a:off x="811803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0" name="data_8441">
            <a:extLst>
              <a:ext uri="{FF2B5EF4-FFF2-40B4-BE49-F238E27FC236}">
                <a16:creationId xmlns:a16="http://schemas.microsoft.com/office/drawing/2014/main" id="{57867D15-5634-40D7-B429-3C406BB6D600}"/>
              </a:ext>
            </a:extLst>
          </p:cNvPr>
          <p:cNvSpPr>
            <a:spLocks/>
          </p:cNvSpPr>
          <p:nvPr/>
        </p:nvSpPr>
        <p:spPr>
          <a:xfrm>
            <a:off x="812367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1" name="data_8442">
            <a:extLst>
              <a:ext uri="{FF2B5EF4-FFF2-40B4-BE49-F238E27FC236}">
                <a16:creationId xmlns:a16="http://schemas.microsoft.com/office/drawing/2014/main" id="{2E471830-DE81-440B-A356-CBB122F6DB06}"/>
              </a:ext>
            </a:extLst>
          </p:cNvPr>
          <p:cNvSpPr>
            <a:spLocks/>
          </p:cNvSpPr>
          <p:nvPr/>
        </p:nvSpPr>
        <p:spPr>
          <a:xfrm>
            <a:off x="811409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2" name="data_8443">
            <a:extLst>
              <a:ext uri="{FF2B5EF4-FFF2-40B4-BE49-F238E27FC236}">
                <a16:creationId xmlns:a16="http://schemas.microsoft.com/office/drawing/2014/main" id="{2F22B177-56DB-4019-A2D5-765EF2F8A66B}"/>
              </a:ext>
            </a:extLst>
          </p:cNvPr>
          <p:cNvSpPr>
            <a:spLocks/>
          </p:cNvSpPr>
          <p:nvPr/>
        </p:nvSpPr>
        <p:spPr>
          <a:xfrm>
            <a:off x="8079512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3" name="data_8444">
            <a:extLst>
              <a:ext uri="{FF2B5EF4-FFF2-40B4-BE49-F238E27FC236}">
                <a16:creationId xmlns:a16="http://schemas.microsoft.com/office/drawing/2014/main" id="{9E4DA2A9-3199-488B-B26B-3C43122C0318}"/>
              </a:ext>
            </a:extLst>
          </p:cNvPr>
          <p:cNvSpPr>
            <a:spLocks/>
          </p:cNvSpPr>
          <p:nvPr/>
        </p:nvSpPr>
        <p:spPr>
          <a:xfrm>
            <a:off x="806867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4" name="data_8445">
            <a:extLst>
              <a:ext uri="{FF2B5EF4-FFF2-40B4-BE49-F238E27FC236}">
                <a16:creationId xmlns:a16="http://schemas.microsoft.com/office/drawing/2014/main" id="{7CB0AE91-2147-46A3-AE8B-ACB1E37C5D7B}"/>
              </a:ext>
            </a:extLst>
          </p:cNvPr>
          <p:cNvSpPr>
            <a:spLocks/>
          </p:cNvSpPr>
          <p:nvPr/>
        </p:nvSpPr>
        <p:spPr>
          <a:xfrm>
            <a:off x="809805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5" name="data_8446">
            <a:extLst>
              <a:ext uri="{FF2B5EF4-FFF2-40B4-BE49-F238E27FC236}">
                <a16:creationId xmlns:a16="http://schemas.microsoft.com/office/drawing/2014/main" id="{E6772706-7895-4228-9E64-2F770DCEE6F2}"/>
              </a:ext>
            </a:extLst>
          </p:cNvPr>
          <p:cNvSpPr>
            <a:spLocks/>
          </p:cNvSpPr>
          <p:nvPr/>
        </p:nvSpPr>
        <p:spPr>
          <a:xfrm>
            <a:off x="8060198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6" name="data_8447">
            <a:extLst>
              <a:ext uri="{FF2B5EF4-FFF2-40B4-BE49-F238E27FC236}">
                <a16:creationId xmlns:a16="http://schemas.microsoft.com/office/drawing/2014/main" id="{F0873967-7DB8-4B76-AA12-0D28EF64C374}"/>
              </a:ext>
            </a:extLst>
          </p:cNvPr>
          <p:cNvSpPr>
            <a:spLocks/>
          </p:cNvSpPr>
          <p:nvPr/>
        </p:nvSpPr>
        <p:spPr>
          <a:xfrm>
            <a:off x="807928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7" name="data_8448">
            <a:extLst>
              <a:ext uri="{FF2B5EF4-FFF2-40B4-BE49-F238E27FC236}">
                <a16:creationId xmlns:a16="http://schemas.microsoft.com/office/drawing/2014/main" id="{E2346727-B4DE-4D1E-A84E-EEF8049D61BB}"/>
              </a:ext>
            </a:extLst>
          </p:cNvPr>
          <p:cNvSpPr>
            <a:spLocks/>
          </p:cNvSpPr>
          <p:nvPr/>
        </p:nvSpPr>
        <p:spPr>
          <a:xfrm>
            <a:off x="814073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8" name="data_8449">
            <a:extLst>
              <a:ext uri="{FF2B5EF4-FFF2-40B4-BE49-F238E27FC236}">
                <a16:creationId xmlns:a16="http://schemas.microsoft.com/office/drawing/2014/main" id="{DA5A7524-557C-4E5C-820C-CB8F5640F37C}"/>
              </a:ext>
            </a:extLst>
          </p:cNvPr>
          <p:cNvSpPr>
            <a:spLocks/>
          </p:cNvSpPr>
          <p:nvPr/>
        </p:nvSpPr>
        <p:spPr>
          <a:xfrm>
            <a:off x="812597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9" name="data_8450">
            <a:extLst>
              <a:ext uri="{FF2B5EF4-FFF2-40B4-BE49-F238E27FC236}">
                <a16:creationId xmlns:a16="http://schemas.microsoft.com/office/drawing/2014/main" id="{E2067EE2-C329-48E8-BDF2-9C7728226267}"/>
              </a:ext>
            </a:extLst>
          </p:cNvPr>
          <p:cNvSpPr>
            <a:spLocks/>
          </p:cNvSpPr>
          <p:nvPr/>
        </p:nvSpPr>
        <p:spPr>
          <a:xfrm>
            <a:off x="8124280" y="61845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0" name="data_8451">
            <a:extLst>
              <a:ext uri="{FF2B5EF4-FFF2-40B4-BE49-F238E27FC236}">
                <a16:creationId xmlns:a16="http://schemas.microsoft.com/office/drawing/2014/main" id="{7DA7490B-7766-45C0-AB69-6134811016F6}"/>
              </a:ext>
            </a:extLst>
          </p:cNvPr>
          <p:cNvSpPr>
            <a:spLocks/>
          </p:cNvSpPr>
          <p:nvPr/>
        </p:nvSpPr>
        <p:spPr>
          <a:xfrm>
            <a:off x="805723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1" name="data_8452">
            <a:extLst>
              <a:ext uri="{FF2B5EF4-FFF2-40B4-BE49-F238E27FC236}">
                <a16:creationId xmlns:a16="http://schemas.microsoft.com/office/drawing/2014/main" id="{F1BB2AD8-EAA8-4EA2-BD0C-39DA847C0542}"/>
              </a:ext>
            </a:extLst>
          </p:cNvPr>
          <p:cNvSpPr>
            <a:spLocks/>
          </p:cNvSpPr>
          <p:nvPr/>
        </p:nvSpPr>
        <p:spPr>
          <a:xfrm>
            <a:off x="812654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2" name="data_8453">
            <a:extLst>
              <a:ext uri="{FF2B5EF4-FFF2-40B4-BE49-F238E27FC236}">
                <a16:creationId xmlns:a16="http://schemas.microsoft.com/office/drawing/2014/main" id="{CD2DC935-F49D-460C-87A6-AAAEFB2521AE}"/>
              </a:ext>
            </a:extLst>
          </p:cNvPr>
          <p:cNvSpPr>
            <a:spLocks/>
          </p:cNvSpPr>
          <p:nvPr/>
        </p:nvSpPr>
        <p:spPr>
          <a:xfrm>
            <a:off x="813370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3" name="data_8454">
            <a:extLst>
              <a:ext uri="{FF2B5EF4-FFF2-40B4-BE49-F238E27FC236}">
                <a16:creationId xmlns:a16="http://schemas.microsoft.com/office/drawing/2014/main" id="{DE69767F-BA04-40F0-B133-A174F9487168}"/>
              </a:ext>
            </a:extLst>
          </p:cNvPr>
          <p:cNvSpPr>
            <a:spLocks/>
          </p:cNvSpPr>
          <p:nvPr/>
        </p:nvSpPr>
        <p:spPr>
          <a:xfrm>
            <a:off x="807639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4" name="data_8455">
            <a:extLst>
              <a:ext uri="{FF2B5EF4-FFF2-40B4-BE49-F238E27FC236}">
                <a16:creationId xmlns:a16="http://schemas.microsoft.com/office/drawing/2014/main" id="{B9231D76-43DD-4C0C-AF4F-5B484B7309A1}"/>
              </a:ext>
            </a:extLst>
          </p:cNvPr>
          <p:cNvSpPr>
            <a:spLocks/>
          </p:cNvSpPr>
          <p:nvPr/>
        </p:nvSpPr>
        <p:spPr>
          <a:xfrm>
            <a:off x="814144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5" name="data_8456">
            <a:extLst>
              <a:ext uri="{FF2B5EF4-FFF2-40B4-BE49-F238E27FC236}">
                <a16:creationId xmlns:a16="http://schemas.microsoft.com/office/drawing/2014/main" id="{EE55664A-2234-4A2C-8305-1DC7E08D3C41}"/>
              </a:ext>
            </a:extLst>
          </p:cNvPr>
          <p:cNvSpPr>
            <a:spLocks/>
          </p:cNvSpPr>
          <p:nvPr/>
        </p:nvSpPr>
        <p:spPr>
          <a:xfrm>
            <a:off x="803756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6" name="data_8457">
            <a:extLst>
              <a:ext uri="{FF2B5EF4-FFF2-40B4-BE49-F238E27FC236}">
                <a16:creationId xmlns:a16="http://schemas.microsoft.com/office/drawing/2014/main" id="{B252BE93-D5A1-4221-A7DD-29A955B8769B}"/>
              </a:ext>
            </a:extLst>
          </p:cNvPr>
          <p:cNvSpPr>
            <a:spLocks/>
          </p:cNvSpPr>
          <p:nvPr/>
        </p:nvSpPr>
        <p:spPr>
          <a:xfrm>
            <a:off x="811323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7" name="data_8458">
            <a:extLst>
              <a:ext uri="{FF2B5EF4-FFF2-40B4-BE49-F238E27FC236}">
                <a16:creationId xmlns:a16="http://schemas.microsoft.com/office/drawing/2014/main" id="{3B6B1D9C-9DEA-4AFE-BFB0-F862A9F1669B}"/>
              </a:ext>
            </a:extLst>
          </p:cNvPr>
          <p:cNvSpPr>
            <a:spLocks/>
          </p:cNvSpPr>
          <p:nvPr/>
        </p:nvSpPr>
        <p:spPr>
          <a:xfrm>
            <a:off x="809682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8" name="data_8459">
            <a:extLst>
              <a:ext uri="{FF2B5EF4-FFF2-40B4-BE49-F238E27FC236}">
                <a16:creationId xmlns:a16="http://schemas.microsoft.com/office/drawing/2014/main" id="{1AF66087-3AA0-474C-8956-7B864436B357}"/>
              </a:ext>
            </a:extLst>
          </p:cNvPr>
          <p:cNvSpPr>
            <a:spLocks/>
          </p:cNvSpPr>
          <p:nvPr/>
        </p:nvSpPr>
        <p:spPr>
          <a:xfrm>
            <a:off x="808071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9" name="data_8460">
            <a:extLst>
              <a:ext uri="{FF2B5EF4-FFF2-40B4-BE49-F238E27FC236}">
                <a16:creationId xmlns:a16="http://schemas.microsoft.com/office/drawing/2014/main" id="{8B7E64C6-618F-4009-85C0-E75426372EF6}"/>
              </a:ext>
            </a:extLst>
          </p:cNvPr>
          <p:cNvSpPr>
            <a:spLocks/>
          </p:cNvSpPr>
          <p:nvPr/>
        </p:nvSpPr>
        <p:spPr>
          <a:xfrm>
            <a:off x="8044921" y="5612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0" name="data_8461">
            <a:extLst>
              <a:ext uri="{FF2B5EF4-FFF2-40B4-BE49-F238E27FC236}">
                <a16:creationId xmlns:a16="http://schemas.microsoft.com/office/drawing/2014/main" id="{74828842-B0AF-4B60-A536-856275DE7043}"/>
              </a:ext>
            </a:extLst>
          </p:cNvPr>
          <p:cNvSpPr>
            <a:spLocks/>
          </p:cNvSpPr>
          <p:nvPr/>
        </p:nvSpPr>
        <p:spPr>
          <a:xfrm>
            <a:off x="8108420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1" name="data_8462">
            <a:extLst>
              <a:ext uri="{FF2B5EF4-FFF2-40B4-BE49-F238E27FC236}">
                <a16:creationId xmlns:a16="http://schemas.microsoft.com/office/drawing/2014/main" id="{E76EE11D-EEC7-4A64-A349-BCD0CDEE2029}"/>
              </a:ext>
            </a:extLst>
          </p:cNvPr>
          <p:cNvSpPr>
            <a:spLocks/>
          </p:cNvSpPr>
          <p:nvPr/>
        </p:nvSpPr>
        <p:spPr>
          <a:xfrm>
            <a:off x="8062109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2" name="data_8463">
            <a:extLst>
              <a:ext uri="{FF2B5EF4-FFF2-40B4-BE49-F238E27FC236}">
                <a16:creationId xmlns:a16="http://schemas.microsoft.com/office/drawing/2014/main" id="{75777BEA-1422-47C3-B2AE-A9DD12D5F762}"/>
              </a:ext>
            </a:extLst>
          </p:cNvPr>
          <p:cNvSpPr>
            <a:spLocks/>
          </p:cNvSpPr>
          <p:nvPr/>
        </p:nvSpPr>
        <p:spPr>
          <a:xfrm>
            <a:off x="810822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3" name="data_8464">
            <a:extLst>
              <a:ext uri="{FF2B5EF4-FFF2-40B4-BE49-F238E27FC236}">
                <a16:creationId xmlns:a16="http://schemas.microsoft.com/office/drawing/2014/main" id="{D9E19B28-2303-4165-BA03-83D3044A8AA9}"/>
              </a:ext>
            </a:extLst>
          </p:cNvPr>
          <p:cNvSpPr>
            <a:spLocks/>
          </p:cNvSpPr>
          <p:nvPr/>
        </p:nvSpPr>
        <p:spPr>
          <a:xfrm>
            <a:off x="8046467" y="58509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4" name="data_8465">
            <a:extLst>
              <a:ext uri="{FF2B5EF4-FFF2-40B4-BE49-F238E27FC236}">
                <a16:creationId xmlns:a16="http://schemas.microsoft.com/office/drawing/2014/main" id="{A80121C8-26F3-4DBA-B423-C10A5CB0525D}"/>
              </a:ext>
            </a:extLst>
          </p:cNvPr>
          <p:cNvSpPr>
            <a:spLocks/>
          </p:cNvSpPr>
          <p:nvPr/>
        </p:nvSpPr>
        <p:spPr>
          <a:xfrm>
            <a:off x="809956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5" name="data_8466">
            <a:extLst>
              <a:ext uri="{FF2B5EF4-FFF2-40B4-BE49-F238E27FC236}">
                <a16:creationId xmlns:a16="http://schemas.microsoft.com/office/drawing/2014/main" id="{1470E4B8-AE6A-4A22-837C-6822C72EE94B}"/>
              </a:ext>
            </a:extLst>
          </p:cNvPr>
          <p:cNvSpPr>
            <a:spLocks/>
          </p:cNvSpPr>
          <p:nvPr/>
        </p:nvSpPr>
        <p:spPr>
          <a:xfrm>
            <a:off x="814136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6" name="data_8467">
            <a:extLst>
              <a:ext uri="{FF2B5EF4-FFF2-40B4-BE49-F238E27FC236}">
                <a16:creationId xmlns:a16="http://schemas.microsoft.com/office/drawing/2014/main" id="{E289CB58-D932-4C2A-86B7-4AAE181C42E4}"/>
              </a:ext>
            </a:extLst>
          </p:cNvPr>
          <p:cNvSpPr>
            <a:spLocks/>
          </p:cNvSpPr>
          <p:nvPr/>
        </p:nvSpPr>
        <p:spPr>
          <a:xfrm>
            <a:off x="808864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7" name="data_8468">
            <a:extLst>
              <a:ext uri="{FF2B5EF4-FFF2-40B4-BE49-F238E27FC236}">
                <a16:creationId xmlns:a16="http://schemas.microsoft.com/office/drawing/2014/main" id="{1310EA78-6065-4962-8CAC-8CB85B664A6E}"/>
              </a:ext>
            </a:extLst>
          </p:cNvPr>
          <p:cNvSpPr>
            <a:spLocks/>
          </p:cNvSpPr>
          <p:nvPr/>
        </p:nvSpPr>
        <p:spPr>
          <a:xfrm>
            <a:off x="813124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8" name="data_8469">
            <a:extLst>
              <a:ext uri="{FF2B5EF4-FFF2-40B4-BE49-F238E27FC236}">
                <a16:creationId xmlns:a16="http://schemas.microsoft.com/office/drawing/2014/main" id="{00830188-C80B-4562-9124-B1F4E4FC8637}"/>
              </a:ext>
            </a:extLst>
          </p:cNvPr>
          <p:cNvSpPr>
            <a:spLocks/>
          </p:cNvSpPr>
          <p:nvPr/>
        </p:nvSpPr>
        <p:spPr>
          <a:xfrm>
            <a:off x="805787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9" name="data_8470">
            <a:extLst>
              <a:ext uri="{FF2B5EF4-FFF2-40B4-BE49-F238E27FC236}">
                <a16:creationId xmlns:a16="http://schemas.microsoft.com/office/drawing/2014/main" id="{0388D48F-1329-409F-B555-81896DC2B583}"/>
              </a:ext>
            </a:extLst>
          </p:cNvPr>
          <p:cNvSpPr>
            <a:spLocks/>
          </p:cNvSpPr>
          <p:nvPr/>
        </p:nvSpPr>
        <p:spPr>
          <a:xfrm>
            <a:off x="806281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0" name="data_8471">
            <a:extLst>
              <a:ext uri="{FF2B5EF4-FFF2-40B4-BE49-F238E27FC236}">
                <a16:creationId xmlns:a16="http://schemas.microsoft.com/office/drawing/2014/main" id="{A2932533-98BC-43E8-9056-D483107A9A90}"/>
              </a:ext>
            </a:extLst>
          </p:cNvPr>
          <p:cNvSpPr>
            <a:spLocks/>
          </p:cNvSpPr>
          <p:nvPr/>
        </p:nvSpPr>
        <p:spPr>
          <a:xfrm>
            <a:off x="8103760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1" name="data_8472">
            <a:extLst>
              <a:ext uri="{FF2B5EF4-FFF2-40B4-BE49-F238E27FC236}">
                <a16:creationId xmlns:a16="http://schemas.microsoft.com/office/drawing/2014/main" id="{88C4468D-A1BF-48CD-BD43-042C9209813A}"/>
              </a:ext>
            </a:extLst>
          </p:cNvPr>
          <p:cNvSpPr>
            <a:spLocks/>
          </p:cNvSpPr>
          <p:nvPr/>
        </p:nvSpPr>
        <p:spPr>
          <a:xfrm>
            <a:off x="809825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2" name="data_8473">
            <a:extLst>
              <a:ext uri="{FF2B5EF4-FFF2-40B4-BE49-F238E27FC236}">
                <a16:creationId xmlns:a16="http://schemas.microsoft.com/office/drawing/2014/main" id="{A34FC21A-7F8A-4603-BB37-04B16E634A6C}"/>
              </a:ext>
            </a:extLst>
          </p:cNvPr>
          <p:cNvSpPr>
            <a:spLocks/>
          </p:cNvSpPr>
          <p:nvPr/>
        </p:nvSpPr>
        <p:spPr>
          <a:xfrm>
            <a:off x="806969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3" name="data_8474">
            <a:extLst>
              <a:ext uri="{FF2B5EF4-FFF2-40B4-BE49-F238E27FC236}">
                <a16:creationId xmlns:a16="http://schemas.microsoft.com/office/drawing/2014/main" id="{26378098-4669-478C-AA6B-0757050E08FC}"/>
              </a:ext>
            </a:extLst>
          </p:cNvPr>
          <p:cNvSpPr>
            <a:spLocks/>
          </p:cNvSpPr>
          <p:nvPr/>
        </p:nvSpPr>
        <p:spPr>
          <a:xfrm>
            <a:off x="8060940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4" name="data_8475">
            <a:extLst>
              <a:ext uri="{FF2B5EF4-FFF2-40B4-BE49-F238E27FC236}">
                <a16:creationId xmlns:a16="http://schemas.microsoft.com/office/drawing/2014/main" id="{0D15183A-6D65-43C4-AFB6-DB4F0B38B59A}"/>
              </a:ext>
            </a:extLst>
          </p:cNvPr>
          <p:cNvSpPr>
            <a:spLocks/>
          </p:cNvSpPr>
          <p:nvPr/>
        </p:nvSpPr>
        <p:spPr>
          <a:xfrm>
            <a:off x="806089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5" name="data_8476">
            <a:extLst>
              <a:ext uri="{FF2B5EF4-FFF2-40B4-BE49-F238E27FC236}">
                <a16:creationId xmlns:a16="http://schemas.microsoft.com/office/drawing/2014/main" id="{9E229275-B0CE-4854-B6DB-21876E036EC1}"/>
              </a:ext>
            </a:extLst>
          </p:cNvPr>
          <p:cNvSpPr>
            <a:spLocks/>
          </p:cNvSpPr>
          <p:nvPr/>
        </p:nvSpPr>
        <p:spPr>
          <a:xfrm>
            <a:off x="814028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6" name="data_8477">
            <a:extLst>
              <a:ext uri="{FF2B5EF4-FFF2-40B4-BE49-F238E27FC236}">
                <a16:creationId xmlns:a16="http://schemas.microsoft.com/office/drawing/2014/main" id="{43A71E97-9450-4BE7-AD7C-4BDEBC445570}"/>
              </a:ext>
            </a:extLst>
          </p:cNvPr>
          <p:cNvSpPr>
            <a:spLocks/>
          </p:cNvSpPr>
          <p:nvPr/>
        </p:nvSpPr>
        <p:spPr>
          <a:xfrm>
            <a:off x="808394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7" name="data_8478">
            <a:extLst>
              <a:ext uri="{FF2B5EF4-FFF2-40B4-BE49-F238E27FC236}">
                <a16:creationId xmlns:a16="http://schemas.microsoft.com/office/drawing/2014/main" id="{88A7212B-D1DD-4193-800B-E93481C8A92F}"/>
              </a:ext>
            </a:extLst>
          </p:cNvPr>
          <p:cNvSpPr>
            <a:spLocks/>
          </p:cNvSpPr>
          <p:nvPr/>
        </p:nvSpPr>
        <p:spPr>
          <a:xfrm>
            <a:off x="806585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8" name="data_8479">
            <a:extLst>
              <a:ext uri="{FF2B5EF4-FFF2-40B4-BE49-F238E27FC236}">
                <a16:creationId xmlns:a16="http://schemas.microsoft.com/office/drawing/2014/main" id="{8B3D0E42-2B68-4176-BD10-51CA3CB22AD3}"/>
              </a:ext>
            </a:extLst>
          </p:cNvPr>
          <p:cNvSpPr>
            <a:spLocks/>
          </p:cNvSpPr>
          <p:nvPr/>
        </p:nvSpPr>
        <p:spPr>
          <a:xfrm>
            <a:off x="810851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9" name="data_8480">
            <a:extLst>
              <a:ext uri="{FF2B5EF4-FFF2-40B4-BE49-F238E27FC236}">
                <a16:creationId xmlns:a16="http://schemas.microsoft.com/office/drawing/2014/main" id="{CA57F10E-12C9-4BED-ABA3-46CEAD2B3D85}"/>
              </a:ext>
            </a:extLst>
          </p:cNvPr>
          <p:cNvSpPr>
            <a:spLocks/>
          </p:cNvSpPr>
          <p:nvPr/>
        </p:nvSpPr>
        <p:spPr>
          <a:xfrm>
            <a:off x="811318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0" name="data_8481">
            <a:extLst>
              <a:ext uri="{FF2B5EF4-FFF2-40B4-BE49-F238E27FC236}">
                <a16:creationId xmlns:a16="http://schemas.microsoft.com/office/drawing/2014/main" id="{8F174CA5-1CCA-4A70-8B94-69D8B790CE96}"/>
              </a:ext>
            </a:extLst>
          </p:cNvPr>
          <p:cNvSpPr>
            <a:spLocks/>
          </p:cNvSpPr>
          <p:nvPr/>
        </p:nvSpPr>
        <p:spPr>
          <a:xfrm>
            <a:off x="814137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1" name="data_8482">
            <a:extLst>
              <a:ext uri="{FF2B5EF4-FFF2-40B4-BE49-F238E27FC236}">
                <a16:creationId xmlns:a16="http://schemas.microsoft.com/office/drawing/2014/main" id="{C3C9B382-3266-4E6B-92FB-BDEEB7844E34}"/>
              </a:ext>
            </a:extLst>
          </p:cNvPr>
          <p:cNvSpPr>
            <a:spLocks/>
          </p:cNvSpPr>
          <p:nvPr/>
        </p:nvSpPr>
        <p:spPr>
          <a:xfrm>
            <a:off x="8055631" y="63925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2" name="data_8483">
            <a:extLst>
              <a:ext uri="{FF2B5EF4-FFF2-40B4-BE49-F238E27FC236}">
                <a16:creationId xmlns:a16="http://schemas.microsoft.com/office/drawing/2014/main" id="{71EC41DD-4B84-4AD2-A035-2D0C9847F627}"/>
              </a:ext>
            </a:extLst>
          </p:cNvPr>
          <p:cNvSpPr>
            <a:spLocks/>
          </p:cNvSpPr>
          <p:nvPr/>
        </p:nvSpPr>
        <p:spPr>
          <a:xfrm>
            <a:off x="804511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3" name="data_8484">
            <a:extLst>
              <a:ext uri="{FF2B5EF4-FFF2-40B4-BE49-F238E27FC236}">
                <a16:creationId xmlns:a16="http://schemas.microsoft.com/office/drawing/2014/main" id="{FE1BFD10-95AD-4CA5-920E-E18899D2DEAA}"/>
              </a:ext>
            </a:extLst>
          </p:cNvPr>
          <p:cNvSpPr>
            <a:spLocks/>
          </p:cNvSpPr>
          <p:nvPr/>
        </p:nvSpPr>
        <p:spPr>
          <a:xfrm>
            <a:off x="812542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4" name="data_8485">
            <a:extLst>
              <a:ext uri="{FF2B5EF4-FFF2-40B4-BE49-F238E27FC236}">
                <a16:creationId xmlns:a16="http://schemas.microsoft.com/office/drawing/2014/main" id="{0BEFE364-513C-45D9-9484-8739B525FBD7}"/>
              </a:ext>
            </a:extLst>
          </p:cNvPr>
          <p:cNvSpPr>
            <a:spLocks/>
          </p:cNvSpPr>
          <p:nvPr/>
        </p:nvSpPr>
        <p:spPr>
          <a:xfrm>
            <a:off x="8046107" y="55715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5" name="data_8486">
            <a:extLst>
              <a:ext uri="{FF2B5EF4-FFF2-40B4-BE49-F238E27FC236}">
                <a16:creationId xmlns:a16="http://schemas.microsoft.com/office/drawing/2014/main" id="{52391746-4590-4DA5-BA95-AA4E9CBB73AF}"/>
              </a:ext>
            </a:extLst>
          </p:cNvPr>
          <p:cNvSpPr>
            <a:spLocks/>
          </p:cNvSpPr>
          <p:nvPr/>
        </p:nvSpPr>
        <p:spPr>
          <a:xfrm>
            <a:off x="813403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6" name="data_8487">
            <a:extLst>
              <a:ext uri="{FF2B5EF4-FFF2-40B4-BE49-F238E27FC236}">
                <a16:creationId xmlns:a16="http://schemas.microsoft.com/office/drawing/2014/main" id="{DD2CB16A-B1C4-4C70-BD5C-9C2BA143BC7D}"/>
              </a:ext>
            </a:extLst>
          </p:cNvPr>
          <p:cNvSpPr>
            <a:spLocks/>
          </p:cNvSpPr>
          <p:nvPr/>
        </p:nvSpPr>
        <p:spPr>
          <a:xfrm>
            <a:off x="804623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7" name="data_8488">
            <a:extLst>
              <a:ext uri="{FF2B5EF4-FFF2-40B4-BE49-F238E27FC236}">
                <a16:creationId xmlns:a16="http://schemas.microsoft.com/office/drawing/2014/main" id="{A3EF1833-E300-4050-80A5-4D58528E042E}"/>
              </a:ext>
            </a:extLst>
          </p:cNvPr>
          <p:cNvSpPr>
            <a:spLocks/>
          </p:cNvSpPr>
          <p:nvPr/>
        </p:nvSpPr>
        <p:spPr>
          <a:xfrm>
            <a:off x="8135668" y="6548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8" name="data_8489">
            <a:extLst>
              <a:ext uri="{FF2B5EF4-FFF2-40B4-BE49-F238E27FC236}">
                <a16:creationId xmlns:a16="http://schemas.microsoft.com/office/drawing/2014/main" id="{FBC80BE3-A513-45FB-98F8-396C5BC093C3}"/>
              </a:ext>
            </a:extLst>
          </p:cNvPr>
          <p:cNvSpPr>
            <a:spLocks/>
          </p:cNvSpPr>
          <p:nvPr/>
        </p:nvSpPr>
        <p:spPr>
          <a:xfrm>
            <a:off x="805651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9" name="data_8490">
            <a:extLst>
              <a:ext uri="{FF2B5EF4-FFF2-40B4-BE49-F238E27FC236}">
                <a16:creationId xmlns:a16="http://schemas.microsoft.com/office/drawing/2014/main" id="{9590B514-25D1-449C-A537-B7E4247F2909}"/>
              </a:ext>
            </a:extLst>
          </p:cNvPr>
          <p:cNvSpPr>
            <a:spLocks/>
          </p:cNvSpPr>
          <p:nvPr/>
        </p:nvSpPr>
        <p:spPr>
          <a:xfrm>
            <a:off x="8047817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0" name="data_8491">
            <a:extLst>
              <a:ext uri="{FF2B5EF4-FFF2-40B4-BE49-F238E27FC236}">
                <a16:creationId xmlns:a16="http://schemas.microsoft.com/office/drawing/2014/main" id="{6E13ED27-BD10-443F-9C5C-799E76FF3F79}"/>
              </a:ext>
            </a:extLst>
          </p:cNvPr>
          <p:cNvSpPr>
            <a:spLocks/>
          </p:cNvSpPr>
          <p:nvPr/>
        </p:nvSpPr>
        <p:spPr>
          <a:xfrm>
            <a:off x="8049731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1" name="data_8492">
            <a:extLst>
              <a:ext uri="{FF2B5EF4-FFF2-40B4-BE49-F238E27FC236}">
                <a16:creationId xmlns:a16="http://schemas.microsoft.com/office/drawing/2014/main" id="{E05145DE-E1D0-484F-BCE6-F6A2A6B962FD}"/>
              </a:ext>
            </a:extLst>
          </p:cNvPr>
          <p:cNvSpPr>
            <a:spLocks/>
          </p:cNvSpPr>
          <p:nvPr/>
        </p:nvSpPr>
        <p:spPr>
          <a:xfrm>
            <a:off x="8141819" y="56992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2" name="data_8493">
            <a:extLst>
              <a:ext uri="{FF2B5EF4-FFF2-40B4-BE49-F238E27FC236}">
                <a16:creationId xmlns:a16="http://schemas.microsoft.com/office/drawing/2014/main" id="{42946A27-DF24-4B9B-866E-AD5A2FB9BD1A}"/>
              </a:ext>
            </a:extLst>
          </p:cNvPr>
          <p:cNvSpPr>
            <a:spLocks/>
          </p:cNvSpPr>
          <p:nvPr/>
        </p:nvSpPr>
        <p:spPr>
          <a:xfrm>
            <a:off x="813510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3" name="data_8494">
            <a:extLst>
              <a:ext uri="{FF2B5EF4-FFF2-40B4-BE49-F238E27FC236}">
                <a16:creationId xmlns:a16="http://schemas.microsoft.com/office/drawing/2014/main" id="{B1B1B9DC-15DF-4990-83E0-167823B57225}"/>
              </a:ext>
            </a:extLst>
          </p:cNvPr>
          <p:cNvSpPr>
            <a:spLocks/>
          </p:cNvSpPr>
          <p:nvPr/>
        </p:nvSpPr>
        <p:spPr>
          <a:xfrm>
            <a:off x="812733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4" name="data_8495">
            <a:extLst>
              <a:ext uri="{FF2B5EF4-FFF2-40B4-BE49-F238E27FC236}">
                <a16:creationId xmlns:a16="http://schemas.microsoft.com/office/drawing/2014/main" id="{C6F6765D-900D-428B-A1B0-4E54BA62F37D}"/>
              </a:ext>
            </a:extLst>
          </p:cNvPr>
          <p:cNvSpPr>
            <a:spLocks/>
          </p:cNvSpPr>
          <p:nvPr/>
        </p:nvSpPr>
        <p:spPr>
          <a:xfrm>
            <a:off x="8079196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5" name="data_8496">
            <a:extLst>
              <a:ext uri="{FF2B5EF4-FFF2-40B4-BE49-F238E27FC236}">
                <a16:creationId xmlns:a16="http://schemas.microsoft.com/office/drawing/2014/main" id="{5D7CB124-F01A-4B70-BB4E-20F0DD85188E}"/>
              </a:ext>
            </a:extLst>
          </p:cNvPr>
          <p:cNvSpPr>
            <a:spLocks/>
          </p:cNvSpPr>
          <p:nvPr/>
        </p:nvSpPr>
        <p:spPr>
          <a:xfrm>
            <a:off x="810766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6" name="data_8497">
            <a:extLst>
              <a:ext uri="{FF2B5EF4-FFF2-40B4-BE49-F238E27FC236}">
                <a16:creationId xmlns:a16="http://schemas.microsoft.com/office/drawing/2014/main" id="{13CB90B6-4ABA-4192-BE40-C5DDB8C12315}"/>
              </a:ext>
            </a:extLst>
          </p:cNvPr>
          <p:cNvSpPr>
            <a:spLocks/>
          </p:cNvSpPr>
          <p:nvPr/>
        </p:nvSpPr>
        <p:spPr>
          <a:xfrm>
            <a:off x="812778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7" name="data_8498">
            <a:extLst>
              <a:ext uri="{FF2B5EF4-FFF2-40B4-BE49-F238E27FC236}">
                <a16:creationId xmlns:a16="http://schemas.microsoft.com/office/drawing/2014/main" id="{96CEAC18-754E-4521-80C7-3D13AED243E1}"/>
              </a:ext>
            </a:extLst>
          </p:cNvPr>
          <p:cNvSpPr>
            <a:spLocks/>
          </p:cNvSpPr>
          <p:nvPr/>
        </p:nvSpPr>
        <p:spPr>
          <a:xfrm>
            <a:off x="810844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8" name="data_8499">
            <a:extLst>
              <a:ext uri="{FF2B5EF4-FFF2-40B4-BE49-F238E27FC236}">
                <a16:creationId xmlns:a16="http://schemas.microsoft.com/office/drawing/2014/main" id="{50AF279D-A8FE-460B-AB89-FD17471D9A9D}"/>
              </a:ext>
            </a:extLst>
          </p:cNvPr>
          <p:cNvSpPr>
            <a:spLocks/>
          </p:cNvSpPr>
          <p:nvPr/>
        </p:nvSpPr>
        <p:spPr>
          <a:xfrm>
            <a:off x="8131812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9" name="data_8500">
            <a:extLst>
              <a:ext uri="{FF2B5EF4-FFF2-40B4-BE49-F238E27FC236}">
                <a16:creationId xmlns:a16="http://schemas.microsoft.com/office/drawing/2014/main" id="{6A844CEE-CDBC-482A-A849-A426957788EF}"/>
              </a:ext>
            </a:extLst>
          </p:cNvPr>
          <p:cNvSpPr>
            <a:spLocks/>
          </p:cNvSpPr>
          <p:nvPr/>
        </p:nvSpPr>
        <p:spPr>
          <a:xfrm>
            <a:off x="850449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0" name="data_8501">
            <a:extLst>
              <a:ext uri="{FF2B5EF4-FFF2-40B4-BE49-F238E27FC236}">
                <a16:creationId xmlns:a16="http://schemas.microsoft.com/office/drawing/2014/main" id="{176AFC3E-83DC-4C8F-97D6-C6C933157F19}"/>
              </a:ext>
            </a:extLst>
          </p:cNvPr>
          <p:cNvSpPr>
            <a:spLocks/>
          </p:cNvSpPr>
          <p:nvPr/>
        </p:nvSpPr>
        <p:spPr>
          <a:xfrm>
            <a:off x="8533012" y="57544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1" name="data_8502">
            <a:extLst>
              <a:ext uri="{FF2B5EF4-FFF2-40B4-BE49-F238E27FC236}">
                <a16:creationId xmlns:a16="http://schemas.microsoft.com/office/drawing/2014/main" id="{181209CE-1B37-4743-BA7C-31F08E63A181}"/>
              </a:ext>
            </a:extLst>
          </p:cNvPr>
          <p:cNvSpPr>
            <a:spLocks/>
          </p:cNvSpPr>
          <p:nvPr/>
        </p:nvSpPr>
        <p:spPr>
          <a:xfrm>
            <a:off x="850379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2" name="data_8503">
            <a:extLst>
              <a:ext uri="{FF2B5EF4-FFF2-40B4-BE49-F238E27FC236}">
                <a16:creationId xmlns:a16="http://schemas.microsoft.com/office/drawing/2014/main" id="{5997480D-2A39-4DB2-8AC9-94112C603932}"/>
              </a:ext>
            </a:extLst>
          </p:cNvPr>
          <p:cNvSpPr>
            <a:spLocks/>
          </p:cNvSpPr>
          <p:nvPr/>
        </p:nvSpPr>
        <p:spPr>
          <a:xfrm>
            <a:off x="8528205" y="55476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3" name="data_8504">
            <a:extLst>
              <a:ext uri="{FF2B5EF4-FFF2-40B4-BE49-F238E27FC236}">
                <a16:creationId xmlns:a16="http://schemas.microsoft.com/office/drawing/2014/main" id="{9E109AF6-803A-4ACB-983F-F27E86BD01CB}"/>
              </a:ext>
            </a:extLst>
          </p:cNvPr>
          <p:cNvSpPr>
            <a:spLocks/>
          </p:cNvSpPr>
          <p:nvPr/>
        </p:nvSpPr>
        <p:spPr>
          <a:xfrm>
            <a:off x="8585622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4" name="data_8505">
            <a:extLst>
              <a:ext uri="{FF2B5EF4-FFF2-40B4-BE49-F238E27FC236}">
                <a16:creationId xmlns:a16="http://schemas.microsoft.com/office/drawing/2014/main" id="{D6721B49-2782-4558-A667-08B1EDA68431}"/>
              </a:ext>
            </a:extLst>
          </p:cNvPr>
          <p:cNvSpPr>
            <a:spLocks/>
          </p:cNvSpPr>
          <p:nvPr/>
        </p:nvSpPr>
        <p:spPr>
          <a:xfrm>
            <a:off x="8562754" y="612389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5" name="data_8506">
            <a:extLst>
              <a:ext uri="{FF2B5EF4-FFF2-40B4-BE49-F238E27FC236}">
                <a16:creationId xmlns:a16="http://schemas.microsoft.com/office/drawing/2014/main" id="{6C22163D-9FC4-4267-93EF-036CBBDE66AC}"/>
              </a:ext>
            </a:extLst>
          </p:cNvPr>
          <p:cNvSpPr>
            <a:spLocks/>
          </p:cNvSpPr>
          <p:nvPr/>
        </p:nvSpPr>
        <p:spPr>
          <a:xfrm>
            <a:off x="8557835" y="56992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6" name="data_8507">
            <a:extLst>
              <a:ext uri="{FF2B5EF4-FFF2-40B4-BE49-F238E27FC236}">
                <a16:creationId xmlns:a16="http://schemas.microsoft.com/office/drawing/2014/main" id="{A1EAA670-6BA2-4B30-AF20-B6AF68E40849}"/>
              </a:ext>
            </a:extLst>
          </p:cNvPr>
          <p:cNvSpPr>
            <a:spLocks/>
          </p:cNvSpPr>
          <p:nvPr/>
        </p:nvSpPr>
        <p:spPr>
          <a:xfrm>
            <a:off x="8551049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7" name="data_8508">
            <a:extLst>
              <a:ext uri="{FF2B5EF4-FFF2-40B4-BE49-F238E27FC236}">
                <a16:creationId xmlns:a16="http://schemas.microsoft.com/office/drawing/2014/main" id="{2E300C6A-64EC-4B6B-B37B-5AC5A2BCC189}"/>
              </a:ext>
            </a:extLst>
          </p:cNvPr>
          <p:cNvSpPr>
            <a:spLocks/>
          </p:cNvSpPr>
          <p:nvPr/>
        </p:nvSpPr>
        <p:spPr>
          <a:xfrm>
            <a:off x="850151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8" name="data_8509">
            <a:extLst>
              <a:ext uri="{FF2B5EF4-FFF2-40B4-BE49-F238E27FC236}">
                <a16:creationId xmlns:a16="http://schemas.microsoft.com/office/drawing/2014/main" id="{8E8D7D5B-1088-455E-B528-5F498557A895}"/>
              </a:ext>
            </a:extLst>
          </p:cNvPr>
          <p:cNvSpPr>
            <a:spLocks/>
          </p:cNvSpPr>
          <p:nvPr/>
        </p:nvSpPr>
        <p:spPr>
          <a:xfrm>
            <a:off x="851459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9" name="data_8510">
            <a:extLst>
              <a:ext uri="{FF2B5EF4-FFF2-40B4-BE49-F238E27FC236}">
                <a16:creationId xmlns:a16="http://schemas.microsoft.com/office/drawing/2014/main" id="{39A5DE5B-E07B-4DD0-BB78-78CC09CDDD3A}"/>
              </a:ext>
            </a:extLst>
          </p:cNvPr>
          <p:cNvSpPr>
            <a:spLocks/>
          </p:cNvSpPr>
          <p:nvPr/>
        </p:nvSpPr>
        <p:spPr>
          <a:xfrm>
            <a:off x="859681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0" name="data_8511">
            <a:extLst>
              <a:ext uri="{FF2B5EF4-FFF2-40B4-BE49-F238E27FC236}">
                <a16:creationId xmlns:a16="http://schemas.microsoft.com/office/drawing/2014/main" id="{DA816AC4-3F7E-4196-AC19-4CC4B1BB38B8}"/>
              </a:ext>
            </a:extLst>
          </p:cNvPr>
          <p:cNvSpPr>
            <a:spLocks/>
          </p:cNvSpPr>
          <p:nvPr/>
        </p:nvSpPr>
        <p:spPr>
          <a:xfrm>
            <a:off x="8504560" y="62507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1" name="data_8512">
            <a:extLst>
              <a:ext uri="{FF2B5EF4-FFF2-40B4-BE49-F238E27FC236}">
                <a16:creationId xmlns:a16="http://schemas.microsoft.com/office/drawing/2014/main" id="{68812A31-F04E-4908-B1F3-80C7162082D1}"/>
              </a:ext>
            </a:extLst>
          </p:cNvPr>
          <p:cNvSpPr>
            <a:spLocks/>
          </p:cNvSpPr>
          <p:nvPr/>
        </p:nvSpPr>
        <p:spPr>
          <a:xfrm>
            <a:off x="857825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2" name="data_8513">
            <a:extLst>
              <a:ext uri="{FF2B5EF4-FFF2-40B4-BE49-F238E27FC236}">
                <a16:creationId xmlns:a16="http://schemas.microsoft.com/office/drawing/2014/main" id="{64CEAC3F-84A7-45BF-89C5-596EE6EDD474}"/>
              </a:ext>
            </a:extLst>
          </p:cNvPr>
          <p:cNvSpPr>
            <a:spLocks/>
          </p:cNvSpPr>
          <p:nvPr/>
        </p:nvSpPr>
        <p:spPr>
          <a:xfrm>
            <a:off x="852720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3" name="data_8514">
            <a:extLst>
              <a:ext uri="{FF2B5EF4-FFF2-40B4-BE49-F238E27FC236}">
                <a16:creationId xmlns:a16="http://schemas.microsoft.com/office/drawing/2014/main" id="{92BD3207-0B86-430A-87B7-5AF0E977C436}"/>
              </a:ext>
            </a:extLst>
          </p:cNvPr>
          <p:cNvSpPr>
            <a:spLocks/>
          </p:cNvSpPr>
          <p:nvPr/>
        </p:nvSpPr>
        <p:spPr>
          <a:xfrm>
            <a:off x="852788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4" name="data_8515">
            <a:extLst>
              <a:ext uri="{FF2B5EF4-FFF2-40B4-BE49-F238E27FC236}">
                <a16:creationId xmlns:a16="http://schemas.microsoft.com/office/drawing/2014/main" id="{7E7D5CD6-0795-4CE7-BC60-3F990D68FBBC}"/>
              </a:ext>
            </a:extLst>
          </p:cNvPr>
          <p:cNvSpPr>
            <a:spLocks/>
          </p:cNvSpPr>
          <p:nvPr/>
        </p:nvSpPr>
        <p:spPr>
          <a:xfrm>
            <a:off x="856512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5" name="data_8516">
            <a:extLst>
              <a:ext uri="{FF2B5EF4-FFF2-40B4-BE49-F238E27FC236}">
                <a16:creationId xmlns:a16="http://schemas.microsoft.com/office/drawing/2014/main" id="{0BD94559-24D5-41B4-9B87-573865602C38}"/>
              </a:ext>
            </a:extLst>
          </p:cNvPr>
          <p:cNvSpPr>
            <a:spLocks/>
          </p:cNvSpPr>
          <p:nvPr/>
        </p:nvSpPr>
        <p:spPr>
          <a:xfrm>
            <a:off x="8578863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6" name="data_8517">
            <a:extLst>
              <a:ext uri="{FF2B5EF4-FFF2-40B4-BE49-F238E27FC236}">
                <a16:creationId xmlns:a16="http://schemas.microsoft.com/office/drawing/2014/main" id="{3366ABC3-AAA6-4A36-A5DD-EDC0AE8DFAEA}"/>
              </a:ext>
            </a:extLst>
          </p:cNvPr>
          <p:cNvSpPr>
            <a:spLocks/>
          </p:cNvSpPr>
          <p:nvPr/>
        </p:nvSpPr>
        <p:spPr>
          <a:xfrm>
            <a:off x="855004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7" name="data_8518">
            <a:extLst>
              <a:ext uri="{FF2B5EF4-FFF2-40B4-BE49-F238E27FC236}">
                <a16:creationId xmlns:a16="http://schemas.microsoft.com/office/drawing/2014/main" id="{3A6BE0A6-0606-41EE-9F04-8D8BE4E0E32C}"/>
              </a:ext>
            </a:extLst>
          </p:cNvPr>
          <p:cNvSpPr>
            <a:spLocks/>
          </p:cNvSpPr>
          <p:nvPr/>
        </p:nvSpPr>
        <p:spPr>
          <a:xfrm>
            <a:off x="8526197" y="67304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8" name="data_8519">
            <a:extLst>
              <a:ext uri="{FF2B5EF4-FFF2-40B4-BE49-F238E27FC236}">
                <a16:creationId xmlns:a16="http://schemas.microsoft.com/office/drawing/2014/main" id="{99B4EB1B-7427-4B1C-84AB-881A1A5B9220}"/>
              </a:ext>
            </a:extLst>
          </p:cNvPr>
          <p:cNvSpPr>
            <a:spLocks/>
          </p:cNvSpPr>
          <p:nvPr/>
        </p:nvSpPr>
        <p:spPr>
          <a:xfrm>
            <a:off x="853255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9" name="data_8520">
            <a:extLst>
              <a:ext uri="{FF2B5EF4-FFF2-40B4-BE49-F238E27FC236}">
                <a16:creationId xmlns:a16="http://schemas.microsoft.com/office/drawing/2014/main" id="{6BDC8DC7-45AB-413B-A114-FB4F9CBB34AD}"/>
              </a:ext>
            </a:extLst>
          </p:cNvPr>
          <p:cNvSpPr>
            <a:spLocks/>
          </p:cNvSpPr>
          <p:nvPr/>
        </p:nvSpPr>
        <p:spPr>
          <a:xfrm>
            <a:off x="849974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0" name="data_8521">
            <a:extLst>
              <a:ext uri="{FF2B5EF4-FFF2-40B4-BE49-F238E27FC236}">
                <a16:creationId xmlns:a16="http://schemas.microsoft.com/office/drawing/2014/main" id="{DFFE0C16-A6EE-44D4-B3B0-38295009F86C}"/>
              </a:ext>
            </a:extLst>
          </p:cNvPr>
          <p:cNvSpPr>
            <a:spLocks/>
          </p:cNvSpPr>
          <p:nvPr/>
        </p:nvSpPr>
        <p:spPr>
          <a:xfrm>
            <a:off x="854049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1" name="data_8522">
            <a:extLst>
              <a:ext uri="{FF2B5EF4-FFF2-40B4-BE49-F238E27FC236}">
                <a16:creationId xmlns:a16="http://schemas.microsoft.com/office/drawing/2014/main" id="{05432E25-5371-45C3-B804-79F8862BBC0F}"/>
              </a:ext>
            </a:extLst>
          </p:cNvPr>
          <p:cNvSpPr>
            <a:spLocks/>
          </p:cNvSpPr>
          <p:nvPr/>
        </p:nvSpPr>
        <p:spPr>
          <a:xfrm>
            <a:off x="8576202" y="66849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2" name="data_8523">
            <a:extLst>
              <a:ext uri="{FF2B5EF4-FFF2-40B4-BE49-F238E27FC236}">
                <a16:creationId xmlns:a16="http://schemas.microsoft.com/office/drawing/2014/main" id="{B883485D-97ED-4026-A7CF-CCB82DE7B375}"/>
              </a:ext>
            </a:extLst>
          </p:cNvPr>
          <p:cNvSpPr>
            <a:spLocks/>
          </p:cNvSpPr>
          <p:nvPr/>
        </p:nvSpPr>
        <p:spPr>
          <a:xfrm>
            <a:off x="8602634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3" name="data_8524">
            <a:extLst>
              <a:ext uri="{FF2B5EF4-FFF2-40B4-BE49-F238E27FC236}">
                <a16:creationId xmlns:a16="http://schemas.microsoft.com/office/drawing/2014/main" id="{4DBEB3CE-B36D-48C0-847F-0D19D6D23343}"/>
              </a:ext>
            </a:extLst>
          </p:cNvPr>
          <p:cNvSpPr>
            <a:spLocks/>
          </p:cNvSpPr>
          <p:nvPr/>
        </p:nvSpPr>
        <p:spPr>
          <a:xfrm>
            <a:off x="8543917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4" name="data_8525">
            <a:extLst>
              <a:ext uri="{FF2B5EF4-FFF2-40B4-BE49-F238E27FC236}">
                <a16:creationId xmlns:a16="http://schemas.microsoft.com/office/drawing/2014/main" id="{5C1FE36F-2BAF-43F5-8B96-786320DD80CC}"/>
              </a:ext>
            </a:extLst>
          </p:cNvPr>
          <p:cNvSpPr>
            <a:spLocks/>
          </p:cNvSpPr>
          <p:nvPr/>
        </p:nvSpPr>
        <p:spPr>
          <a:xfrm>
            <a:off x="8597402" y="55476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5" name="data_8526">
            <a:extLst>
              <a:ext uri="{FF2B5EF4-FFF2-40B4-BE49-F238E27FC236}">
                <a16:creationId xmlns:a16="http://schemas.microsoft.com/office/drawing/2014/main" id="{80CC5B48-A33C-49C1-92B9-E1B20E4368CF}"/>
              </a:ext>
            </a:extLst>
          </p:cNvPr>
          <p:cNvSpPr>
            <a:spLocks/>
          </p:cNvSpPr>
          <p:nvPr/>
        </p:nvSpPr>
        <p:spPr>
          <a:xfrm>
            <a:off x="853004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6" name="data_8527">
            <a:extLst>
              <a:ext uri="{FF2B5EF4-FFF2-40B4-BE49-F238E27FC236}">
                <a16:creationId xmlns:a16="http://schemas.microsoft.com/office/drawing/2014/main" id="{7E4BC376-B6A8-475E-8D13-4762DDEEBBF7}"/>
              </a:ext>
            </a:extLst>
          </p:cNvPr>
          <p:cNvSpPr>
            <a:spLocks/>
          </p:cNvSpPr>
          <p:nvPr/>
        </p:nvSpPr>
        <p:spPr>
          <a:xfrm>
            <a:off x="856180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7" name="data_8528">
            <a:extLst>
              <a:ext uri="{FF2B5EF4-FFF2-40B4-BE49-F238E27FC236}">
                <a16:creationId xmlns:a16="http://schemas.microsoft.com/office/drawing/2014/main" id="{175D94FD-53C0-4800-949E-BADB44AEDB2F}"/>
              </a:ext>
            </a:extLst>
          </p:cNvPr>
          <p:cNvSpPr>
            <a:spLocks/>
          </p:cNvSpPr>
          <p:nvPr/>
        </p:nvSpPr>
        <p:spPr>
          <a:xfrm>
            <a:off x="855346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8" name="data_8529">
            <a:extLst>
              <a:ext uri="{FF2B5EF4-FFF2-40B4-BE49-F238E27FC236}">
                <a16:creationId xmlns:a16="http://schemas.microsoft.com/office/drawing/2014/main" id="{FF380885-9169-4AFB-9222-EC138CC69A22}"/>
              </a:ext>
            </a:extLst>
          </p:cNvPr>
          <p:cNvSpPr>
            <a:spLocks/>
          </p:cNvSpPr>
          <p:nvPr/>
        </p:nvSpPr>
        <p:spPr>
          <a:xfrm>
            <a:off x="850639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9" name="data_8530">
            <a:extLst>
              <a:ext uri="{FF2B5EF4-FFF2-40B4-BE49-F238E27FC236}">
                <a16:creationId xmlns:a16="http://schemas.microsoft.com/office/drawing/2014/main" id="{E2859623-1EDC-49E4-B08C-F303BC541820}"/>
              </a:ext>
            </a:extLst>
          </p:cNvPr>
          <p:cNvSpPr>
            <a:spLocks/>
          </p:cNvSpPr>
          <p:nvPr/>
        </p:nvSpPr>
        <p:spPr>
          <a:xfrm>
            <a:off x="857543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0" name="data_8531">
            <a:extLst>
              <a:ext uri="{FF2B5EF4-FFF2-40B4-BE49-F238E27FC236}">
                <a16:creationId xmlns:a16="http://schemas.microsoft.com/office/drawing/2014/main" id="{437F1766-0330-4B9D-8EDA-65FCACB1EE8F}"/>
              </a:ext>
            </a:extLst>
          </p:cNvPr>
          <p:cNvSpPr>
            <a:spLocks/>
          </p:cNvSpPr>
          <p:nvPr/>
        </p:nvSpPr>
        <p:spPr>
          <a:xfrm>
            <a:off x="8521178" y="66849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1" name="data_8532">
            <a:extLst>
              <a:ext uri="{FF2B5EF4-FFF2-40B4-BE49-F238E27FC236}">
                <a16:creationId xmlns:a16="http://schemas.microsoft.com/office/drawing/2014/main" id="{7DC8B29B-DCE2-4402-91D8-FADC0361C930}"/>
              </a:ext>
            </a:extLst>
          </p:cNvPr>
          <p:cNvSpPr>
            <a:spLocks/>
          </p:cNvSpPr>
          <p:nvPr/>
        </p:nvSpPr>
        <p:spPr>
          <a:xfrm>
            <a:off x="8500883" y="68799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2" name="data_8533">
            <a:extLst>
              <a:ext uri="{FF2B5EF4-FFF2-40B4-BE49-F238E27FC236}">
                <a16:creationId xmlns:a16="http://schemas.microsoft.com/office/drawing/2014/main" id="{4A3067E0-BD22-4F62-AF3A-D1BAC1A80D93}"/>
              </a:ext>
            </a:extLst>
          </p:cNvPr>
          <p:cNvSpPr>
            <a:spLocks/>
          </p:cNvSpPr>
          <p:nvPr/>
        </p:nvSpPr>
        <p:spPr>
          <a:xfrm>
            <a:off x="8530994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3" name="data_8534">
            <a:extLst>
              <a:ext uri="{FF2B5EF4-FFF2-40B4-BE49-F238E27FC236}">
                <a16:creationId xmlns:a16="http://schemas.microsoft.com/office/drawing/2014/main" id="{D8EC0435-E4F8-43A9-B341-D20E61DC7916}"/>
              </a:ext>
            </a:extLst>
          </p:cNvPr>
          <p:cNvSpPr>
            <a:spLocks/>
          </p:cNvSpPr>
          <p:nvPr/>
        </p:nvSpPr>
        <p:spPr>
          <a:xfrm>
            <a:off x="858838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4" name="data_8535">
            <a:extLst>
              <a:ext uri="{FF2B5EF4-FFF2-40B4-BE49-F238E27FC236}">
                <a16:creationId xmlns:a16="http://schemas.microsoft.com/office/drawing/2014/main" id="{19F09D36-7750-43D3-B8DD-E3C85026D1A5}"/>
              </a:ext>
            </a:extLst>
          </p:cNvPr>
          <p:cNvSpPr>
            <a:spLocks/>
          </p:cNvSpPr>
          <p:nvPr/>
        </p:nvSpPr>
        <p:spPr>
          <a:xfrm>
            <a:off x="856529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5" name="data_8536">
            <a:extLst>
              <a:ext uri="{FF2B5EF4-FFF2-40B4-BE49-F238E27FC236}">
                <a16:creationId xmlns:a16="http://schemas.microsoft.com/office/drawing/2014/main" id="{22A2F0B0-26B3-48DC-8EA8-C6F7BE7E23D4}"/>
              </a:ext>
            </a:extLst>
          </p:cNvPr>
          <p:cNvSpPr>
            <a:spLocks/>
          </p:cNvSpPr>
          <p:nvPr/>
        </p:nvSpPr>
        <p:spPr>
          <a:xfrm>
            <a:off x="8588852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6" name="data_8537">
            <a:extLst>
              <a:ext uri="{FF2B5EF4-FFF2-40B4-BE49-F238E27FC236}">
                <a16:creationId xmlns:a16="http://schemas.microsoft.com/office/drawing/2014/main" id="{8F92456D-574F-494C-8A01-017392FCE7C7}"/>
              </a:ext>
            </a:extLst>
          </p:cNvPr>
          <p:cNvSpPr>
            <a:spLocks/>
          </p:cNvSpPr>
          <p:nvPr/>
        </p:nvSpPr>
        <p:spPr>
          <a:xfrm>
            <a:off x="8598480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7" name="data_8538">
            <a:extLst>
              <a:ext uri="{FF2B5EF4-FFF2-40B4-BE49-F238E27FC236}">
                <a16:creationId xmlns:a16="http://schemas.microsoft.com/office/drawing/2014/main" id="{621F84CE-1832-41F7-9D18-FF99CC9F1206}"/>
              </a:ext>
            </a:extLst>
          </p:cNvPr>
          <p:cNvSpPr>
            <a:spLocks/>
          </p:cNvSpPr>
          <p:nvPr/>
        </p:nvSpPr>
        <p:spPr>
          <a:xfrm>
            <a:off x="855613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8" name="data_8539">
            <a:extLst>
              <a:ext uri="{FF2B5EF4-FFF2-40B4-BE49-F238E27FC236}">
                <a16:creationId xmlns:a16="http://schemas.microsoft.com/office/drawing/2014/main" id="{5198D73F-047B-4A09-9A9D-14F33758DEDC}"/>
              </a:ext>
            </a:extLst>
          </p:cNvPr>
          <p:cNvSpPr>
            <a:spLocks/>
          </p:cNvSpPr>
          <p:nvPr/>
        </p:nvSpPr>
        <p:spPr>
          <a:xfrm>
            <a:off x="8600832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9" name="data_8540">
            <a:extLst>
              <a:ext uri="{FF2B5EF4-FFF2-40B4-BE49-F238E27FC236}">
                <a16:creationId xmlns:a16="http://schemas.microsoft.com/office/drawing/2014/main" id="{D8E4D042-4261-47D2-95AC-CCFB9BD7077E}"/>
              </a:ext>
            </a:extLst>
          </p:cNvPr>
          <p:cNvSpPr>
            <a:spLocks/>
          </p:cNvSpPr>
          <p:nvPr/>
        </p:nvSpPr>
        <p:spPr>
          <a:xfrm>
            <a:off x="857534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0" name="data_8541">
            <a:extLst>
              <a:ext uri="{FF2B5EF4-FFF2-40B4-BE49-F238E27FC236}">
                <a16:creationId xmlns:a16="http://schemas.microsoft.com/office/drawing/2014/main" id="{80A7D74F-9084-47C9-9ED0-3119284F6470}"/>
              </a:ext>
            </a:extLst>
          </p:cNvPr>
          <p:cNvSpPr>
            <a:spLocks/>
          </p:cNvSpPr>
          <p:nvPr/>
        </p:nvSpPr>
        <p:spPr>
          <a:xfrm>
            <a:off x="8563495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1" name="data_8542">
            <a:extLst>
              <a:ext uri="{FF2B5EF4-FFF2-40B4-BE49-F238E27FC236}">
                <a16:creationId xmlns:a16="http://schemas.microsoft.com/office/drawing/2014/main" id="{2C0644E1-0C35-4CE2-9C49-F5594B348EE0}"/>
              </a:ext>
            </a:extLst>
          </p:cNvPr>
          <p:cNvSpPr>
            <a:spLocks/>
          </p:cNvSpPr>
          <p:nvPr/>
        </p:nvSpPr>
        <p:spPr>
          <a:xfrm>
            <a:off x="859040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2" name="data_8543">
            <a:extLst>
              <a:ext uri="{FF2B5EF4-FFF2-40B4-BE49-F238E27FC236}">
                <a16:creationId xmlns:a16="http://schemas.microsoft.com/office/drawing/2014/main" id="{DC5D46A8-F06F-4D01-8795-5CF78F5128FB}"/>
              </a:ext>
            </a:extLst>
          </p:cNvPr>
          <p:cNvSpPr>
            <a:spLocks/>
          </p:cNvSpPr>
          <p:nvPr/>
        </p:nvSpPr>
        <p:spPr>
          <a:xfrm>
            <a:off x="8588104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3" name="data_8544">
            <a:extLst>
              <a:ext uri="{FF2B5EF4-FFF2-40B4-BE49-F238E27FC236}">
                <a16:creationId xmlns:a16="http://schemas.microsoft.com/office/drawing/2014/main" id="{5511DB4C-EEE1-4FC4-883F-DD957D419A5D}"/>
              </a:ext>
            </a:extLst>
          </p:cNvPr>
          <p:cNvSpPr>
            <a:spLocks/>
          </p:cNvSpPr>
          <p:nvPr/>
        </p:nvSpPr>
        <p:spPr>
          <a:xfrm>
            <a:off x="8565510" y="66524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4" name="data_8545">
            <a:extLst>
              <a:ext uri="{FF2B5EF4-FFF2-40B4-BE49-F238E27FC236}">
                <a16:creationId xmlns:a16="http://schemas.microsoft.com/office/drawing/2014/main" id="{C42247DA-E854-4B4A-B4CF-D3BDA18ACBCC}"/>
              </a:ext>
            </a:extLst>
          </p:cNvPr>
          <p:cNvSpPr>
            <a:spLocks/>
          </p:cNvSpPr>
          <p:nvPr/>
        </p:nvSpPr>
        <p:spPr>
          <a:xfrm>
            <a:off x="854716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5" name="data_8546">
            <a:extLst>
              <a:ext uri="{FF2B5EF4-FFF2-40B4-BE49-F238E27FC236}">
                <a16:creationId xmlns:a16="http://schemas.microsoft.com/office/drawing/2014/main" id="{43EFE7AC-5CBA-44D0-A03E-63C37B2AB97A}"/>
              </a:ext>
            </a:extLst>
          </p:cNvPr>
          <p:cNvSpPr>
            <a:spLocks/>
          </p:cNvSpPr>
          <p:nvPr/>
        </p:nvSpPr>
        <p:spPr>
          <a:xfrm>
            <a:off x="8596688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6" name="data_8547">
            <a:extLst>
              <a:ext uri="{FF2B5EF4-FFF2-40B4-BE49-F238E27FC236}">
                <a16:creationId xmlns:a16="http://schemas.microsoft.com/office/drawing/2014/main" id="{AE159E59-6A5F-4360-9BD0-D56C9FC1AFC8}"/>
              </a:ext>
            </a:extLst>
          </p:cNvPr>
          <p:cNvSpPr>
            <a:spLocks/>
          </p:cNvSpPr>
          <p:nvPr/>
        </p:nvSpPr>
        <p:spPr>
          <a:xfrm>
            <a:off x="8524825" y="66324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7" name="data_8548">
            <a:extLst>
              <a:ext uri="{FF2B5EF4-FFF2-40B4-BE49-F238E27FC236}">
                <a16:creationId xmlns:a16="http://schemas.microsoft.com/office/drawing/2014/main" id="{20ACA78F-D4ED-4AD4-9BE4-1A75560AD88C}"/>
              </a:ext>
            </a:extLst>
          </p:cNvPr>
          <p:cNvSpPr>
            <a:spLocks/>
          </p:cNvSpPr>
          <p:nvPr/>
        </p:nvSpPr>
        <p:spPr>
          <a:xfrm>
            <a:off x="8576954" y="5116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8" name="data_8549">
            <a:extLst>
              <a:ext uri="{FF2B5EF4-FFF2-40B4-BE49-F238E27FC236}">
                <a16:creationId xmlns:a16="http://schemas.microsoft.com/office/drawing/2014/main" id="{31C66405-E017-43C3-A4C5-423F6D3AA8C7}"/>
              </a:ext>
            </a:extLst>
          </p:cNvPr>
          <p:cNvSpPr>
            <a:spLocks/>
          </p:cNvSpPr>
          <p:nvPr/>
        </p:nvSpPr>
        <p:spPr>
          <a:xfrm>
            <a:off x="850615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9" name="data_8550">
            <a:extLst>
              <a:ext uri="{FF2B5EF4-FFF2-40B4-BE49-F238E27FC236}">
                <a16:creationId xmlns:a16="http://schemas.microsoft.com/office/drawing/2014/main" id="{CD6D02B1-4E87-4C3A-BEAF-301554B82E9F}"/>
              </a:ext>
            </a:extLst>
          </p:cNvPr>
          <p:cNvSpPr>
            <a:spLocks/>
          </p:cNvSpPr>
          <p:nvPr/>
        </p:nvSpPr>
        <p:spPr>
          <a:xfrm>
            <a:off x="8562756" y="68366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0" name="data_8551">
            <a:extLst>
              <a:ext uri="{FF2B5EF4-FFF2-40B4-BE49-F238E27FC236}">
                <a16:creationId xmlns:a16="http://schemas.microsoft.com/office/drawing/2014/main" id="{84778A3F-5A40-4004-963D-BBE77BC3DE6C}"/>
              </a:ext>
            </a:extLst>
          </p:cNvPr>
          <p:cNvSpPr>
            <a:spLocks/>
          </p:cNvSpPr>
          <p:nvPr/>
        </p:nvSpPr>
        <p:spPr>
          <a:xfrm>
            <a:off x="8539864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1" name="data_8552">
            <a:extLst>
              <a:ext uri="{FF2B5EF4-FFF2-40B4-BE49-F238E27FC236}">
                <a16:creationId xmlns:a16="http://schemas.microsoft.com/office/drawing/2014/main" id="{0227A36D-4F2F-42EB-9F59-AFC54BFBC30B}"/>
              </a:ext>
            </a:extLst>
          </p:cNvPr>
          <p:cNvSpPr>
            <a:spLocks/>
          </p:cNvSpPr>
          <p:nvPr/>
        </p:nvSpPr>
        <p:spPr>
          <a:xfrm>
            <a:off x="8590113" y="64575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2" name="data_8553">
            <a:extLst>
              <a:ext uri="{FF2B5EF4-FFF2-40B4-BE49-F238E27FC236}">
                <a16:creationId xmlns:a16="http://schemas.microsoft.com/office/drawing/2014/main" id="{97CF2232-74F1-429B-BBC1-8D6A73855246}"/>
              </a:ext>
            </a:extLst>
          </p:cNvPr>
          <p:cNvSpPr>
            <a:spLocks/>
          </p:cNvSpPr>
          <p:nvPr/>
        </p:nvSpPr>
        <p:spPr>
          <a:xfrm>
            <a:off x="8531691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3" name="data_8554">
            <a:extLst>
              <a:ext uri="{FF2B5EF4-FFF2-40B4-BE49-F238E27FC236}">
                <a16:creationId xmlns:a16="http://schemas.microsoft.com/office/drawing/2014/main" id="{3231A378-9344-4C57-8914-4FF577821224}"/>
              </a:ext>
            </a:extLst>
          </p:cNvPr>
          <p:cNvSpPr>
            <a:spLocks/>
          </p:cNvSpPr>
          <p:nvPr/>
        </p:nvSpPr>
        <p:spPr>
          <a:xfrm>
            <a:off x="8553863" y="57751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4" name="data_8555">
            <a:extLst>
              <a:ext uri="{FF2B5EF4-FFF2-40B4-BE49-F238E27FC236}">
                <a16:creationId xmlns:a16="http://schemas.microsoft.com/office/drawing/2014/main" id="{073EFAB9-5D02-4903-8A66-C791C2548BA3}"/>
              </a:ext>
            </a:extLst>
          </p:cNvPr>
          <p:cNvSpPr>
            <a:spLocks/>
          </p:cNvSpPr>
          <p:nvPr/>
        </p:nvSpPr>
        <p:spPr>
          <a:xfrm>
            <a:off x="8551673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5" name="data_8556">
            <a:extLst>
              <a:ext uri="{FF2B5EF4-FFF2-40B4-BE49-F238E27FC236}">
                <a16:creationId xmlns:a16="http://schemas.microsoft.com/office/drawing/2014/main" id="{5F50E36C-D6F5-442A-B849-F943AC9AB8AB}"/>
              </a:ext>
            </a:extLst>
          </p:cNvPr>
          <p:cNvSpPr>
            <a:spLocks/>
          </p:cNvSpPr>
          <p:nvPr/>
        </p:nvSpPr>
        <p:spPr>
          <a:xfrm>
            <a:off x="850518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6" name="data_8557">
            <a:extLst>
              <a:ext uri="{FF2B5EF4-FFF2-40B4-BE49-F238E27FC236}">
                <a16:creationId xmlns:a16="http://schemas.microsoft.com/office/drawing/2014/main" id="{9FB44C2F-B55D-426A-8B7C-37027B47D160}"/>
              </a:ext>
            </a:extLst>
          </p:cNvPr>
          <p:cNvSpPr>
            <a:spLocks/>
          </p:cNvSpPr>
          <p:nvPr/>
        </p:nvSpPr>
        <p:spPr>
          <a:xfrm>
            <a:off x="8524434" y="5638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7" name="data_8558">
            <a:extLst>
              <a:ext uri="{FF2B5EF4-FFF2-40B4-BE49-F238E27FC236}">
                <a16:creationId xmlns:a16="http://schemas.microsoft.com/office/drawing/2014/main" id="{BAC9F8EE-4E30-4FCE-8740-F949458C9508}"/>
              </a:ext>
            </a:extLst>
          </p:cNvPr>
          <p:cNvSpPr>
            <a:spLocks/>
          </p:cNvSpPr>
          <p:nvPr/>
        </p:nvSpPr>
        <p:spPr>
          <a:xfrm>
            <a:off x="8585997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8" name="data_8559">
            <a:extLst>
              <a:ext uri="{FF2B5EF4-FFF2-40B4-BE49-F238E27FC236}">
                <a16:creationId xmlns:a16="http://schemas.microsoft.com/office/drawing/2014/main" id="{54DD6385-512E-4724-9065-799BC46595E9}"/>
              </a:ext>
            </a:extLst>
          </p:cNvPr>
          <p:cNvSpPr>
            <a:spLocks/>
          </p:cNvSpPr>
          <p:nvPr/>
        </p:nvSpPr>
        <p:spPr>
          <a:xfrm>
            <a:off x="8527523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9" name="data_8560">
            <a:extLst>
              <a:ext uri="{FF2B5EF4-FFF2-40B4-BE49-F238E27FC236}">
                <a16:creationId xmlns:a16="http://schemas.microsoft.com/office/drawing/2014/main" id="{04716A81-A1B0-4365-A50C-51F6CD0F2636}"/>
              </a:ext>
            </a:extLst>
          </p:cNvPr>
          <p:cNvSpPr>
            <a:spLocks/>
          </p:cNvSpPr>
          <p:nvPr/>
        </p:nvSpPr>
        <p:spPr>
          <a:xfrm>
            <a:off x="8543534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0" name="data_8561">
            <a:extLst>
              <a:ext uri="{FF2B5EF4-FFF2-40B4-BE49-F238E27FC236}">
                <a16:creationId xmlns:a16="http://schemas.microsoft.com/office/drawing/2014/main" id="{E58BC600-B0E0-4330-87E3-78B98FC4DF47}"/>
              </a:ext>
            </a:extLst>
          </p:cNvPr>
          <p:cNvSpPr>
            <a:spLocks/>
          </p:cNvSpPr>
          <p:nvPr/>
        </p:nvSpPr>
        <p:spPr>
          <a:xfrm>
            <a:off x="853757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1" name="data_8562">
            <a:extLst>
              <a:ext uri="{FF2B5EF4-FFF2-40B4-BE49-F238E27FC236}">
                <a16:creationId xmlns:a16="http://schemas.microsoft.com/office/drawing/2014/main" id="{39F76907-A89D-4647-AA6C-5AD4AC7D8A06}"/>
              </a:ext>
            </a:extLst>
          </p:cNvPr>
          <p:cNvSpPr>
            <a:spLocks/>
          </p:cNvSpPr>
          <p:nvPr/>
        </p:nvSpPr>
        <p:spPr>
          <a:xfrm>
            <a:off x="854539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2" name="data_8563">
            <a:extLst>
              <a:ext uri="{FF2B5EF4-FFF2-40B4-BE49-F238E27FC236}">
                <a16:creationId xmlns:a16="http://schemas.microsoft.com/office/drawing/2014/main" id="{69C64896-F00A-438B-BBDF-3450F499AF6C}"/>
              </a:ext>
            </a:extLst>
          </p:cNvPr>
          <p:cNvSpPr>
            <a:spLocks/>
          </p:cNvSpPr>
          <p:nvPr/>
        </p:nvSpPr>
        <p:spPr>
          <a:xfrm>
            <a:off x="858169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3" name="data_8564">
            <a:extLst>
              <a:ext uri="{FF2B5EF4-FFF2-40B4-BE49-F238E27FC236}">
                <a16:creationId xmlns:a16="http://schemas.microsoft.com/office/drawing/2014/main" id="{826541A6-A36C-4E76-AF2F-C3ABBA6A1327}"/>
              </a:ext>
            </a:extLst>
          </p:cNvPr>
          <p:cNvSpPr>
            <a:spLocks/>
          </p:cNvSpPr>
          <p:nvPr/>
        </p:nvSpPr>
        <p:spPr>
          <a:xfrm>
            <a:off x="8511188" y="6760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4" name="data_8565">
            <a:extLst>
              <a:ext uri="{FF2B5EF4-FFF2-40B4-BE49-F238E27FC236}">
                <a16:creationId xmlns:a16="http://schemas.microsoft.com/office/drawing/2014/main" id="{6B43928A-1204-4AE4-9040-93A6C82C96F6}"/>
              </a:ext>
            </a:extLst>
          </p:cNvPr>
          <p:cNvSpPr>
            <a:spLocks/>
          </p:cNvSpPr>
          <p:nvPr/>
        </p:nvSpPr>
        <p:spPr>
          <a:xfrm>
            <a:off x="852404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5" name="data_8566">
            <a:extLst>
              <a:ext uri="{FF2B5EF4-FFF2-40B4-BE49-F238E27FC236}">
                <a16:creationId xmlns:a16="http://schemas.microsoft.com/office/drawing/2014/main" id="{A8ACC78B-5B5D-42C7-93CF-AA83C3D1BE26}"/>
              </a:ext>
            </a:extLst>
          </p:cNvPr>
          <p:cNvSpPr>
            <a:spLocks/>
          </p:cNvSpPr>
          <p:nvPr/>
        </p:nvSpPr>
        <p:spPr>
          <a:xfrm>
            <a:off x="8530053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6" name="data_8567">
            <a:extLst>
              <a:ext uri="{FF2B5EF4-FFF2-40B4-BE49-F238E27FC236}">
                <a16:creationId xmlns:a16="http://schemas.microsoft.com/office/drawing/2014/main" id="{6CD1A139-065E-40F8-8B50-37DE13349EA2}"/>
              </a:ext>
            </a:extLst>
          </p:cNvPr>
          <p:cNvSpPr>
            <a:spLocks/>
          </p:cNvSpPr>
          <p:nvPr/>
        </p:nvSpPr>
        <p:spPr>
          <a:xfrm>
            <a:off x="855380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7" name="data_8568">
            <a:extLst>
              <a:ext uri="{FF2B5EF4-FFF2-40B4-BE49-F238E27FC236}">
                <a16:creationId xmlns:a16="http://schemas.microsoft.com/office/drawing/2014/main" id="{32A3F330-2FEC-4FEE-88F8-7FB988F8F9F0}"/>
              </a:ext>
            </a:extLst>
          </p:cNvPr>
          <p:cNvSpPr>
            <a:spLocks/>
          </p:cNvSpPr>
          <p:nvPr/>
        </p:nvSpPr>
        <p:spPr>
          <a:xfrm>
            <a:off x="851020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8" name="data_8569">
            <a:extLst>
              <a:ext uri="{FF2B5EF4-FFF2-40B4-BE49-F238E27FC236}">
                <a16:creationId xmlns:a16="http://schemas.microsoft.com/office/drawing/2014/main" id="{5CA88065-DD7F-4EA7-A522-03961EF081D1}"/>
              </a:ext>
            </a:extLst>
          </p:cNvPr>
          <p:cNvSpPr>
            <a:spLocks/>
          </p:cNvSpPr>
          <p:nvPr/>
        </p:nvSpPr>
        <p:spPr>
          <a:xfrm>
            <a:off x="8565754" y="53960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9" name="data_8570">
            <a:extLst>
              <a:ext uri="{FF2B5EF4-FFF2-40B4-BE49-F238E27FC236}">
                <a16:creationId xmlns:a16="http://schemas.microsoft.com/office/drawing/2014/main" id="{19346715-1231-4071-AF50-02B9860FCC68}"/>
              </a:ext>
            </a:extLst>
          </p:cNvPr>
          <p:cNvSpPr>
            <a:spLocks/>
          </p:cNvSpPr>
          <p:nvPr/>
        </p:nvSpPr>
        <p:spPr>
          <a:xfrm>
            <a:off x="851056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0" name="data_8571">
            <a:extLst>
              <a:ext uri="{FF2B5EF4-FFF2-40B4-BE49-F238E27FC236}">
                <a16:creationId xmlns:a16="http://schemas.microsoft.com/office/drawing/2014/main" id="{81C4FEEA-E197-43D8-8205-B5BA232FEFF6}"/>
              </a:ext>
            </a:extLst>
          </p:cNvPr>
          <p:cNvSpPr>
            <a:spLocks/>
          </p:cNvSpPr>
          <p:nvPr/>
        </p:nvSpPr>
        <p:spPr>
          <a:xfrm>
            <a:off x="859105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1" name="data_8572">
            <a:extLst>
              <a:ext uri="{FF2B5EF4-FFF2-40B4-BE49-F238E27FC236}">
                <a16:creationId xmlns:a16="http://schemas.microsoft.com/office/drawing/2014/main" id="{0606AA08-F649-4FF4-8C1C-5869C74D9E55}"/>
              </a:ext>
            </a:extLst>
          </p:cNvPr>
          <p:cNvSpPr>
            <a:spLocks/>
          </p:cNvSpPr>
          <p:nvPr/>
        </p:nvSpPr>
        <p:spPr>
          <a:xfrm>
            <a:off x="8564456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2" name="data_8573">
            <a:extLst>
              <a:ext uri="{FF2B5EF4-FFF2-40B4-BE49-F238E27FC236}">
                <a16:creationId xmlns:a16="http://schemas.microsoft.com/office/drawing/2014/main" id="{2892A4C9-8970-4B9C-98A2-2F980E1365FC}"/>
              </a:ext>
            </a:extLst>
          </p:cNvPr>
          <p:cNvSpPr>
            <a:spLocks/>
          </p:cNvSpPr>
          <p:nvPr/>
        </p:nvSpPr>
        <p:spPr>
          <a:xfrm>
            <a:off x="854317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3" name="data_8574">
            <a:extLst>
              <a:ext uri="{FF2B5EF4-FFF2-40B4-BE49-F238E27FC236}">
                <a16:creationId xmlns:a16="http://schemas.microsoft.com/office/drawing/2014/main" id="{76CC5D58-A964-494B-B429-08396CB100D2}"/>
              </a:ext>
            </a:extLst>
          </p:cNvPr>
          <p:cNvSpPr>
            <a:spLocks/>
          </p:cNvSpPr>
          <p:nvPr/>
        </p:nvSpPr>
        <p:spPr>
          <a:xfrm>
            <a:off x="858616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4" name="data_8575">
            <a:extLst>
              <a:ext uri="{FF2B5EF4-FFF2-40B4-BE49-F238E27FC236}">
                <a16:creationId xmlns:a16="http://schemas.microsoft.com/office/drawing/2014/main" id="{5CC74560-D1C1-4E4D-8160-5320D32C3A93}"/>
              </a:ext>
            </a:extLst>
          </p:cNvPr>
          <p:cNvSpPr>
            <a:spLocks/>
          </p:cNvSpPr>
          <p:nvPr/>
        </p:nvSpPr>
        <p:spPr>
          <a:xfrm>
            <a:off x="8499266" y="67102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5" name="data_8576">
            <a:extLst>
              <a:ext uri="{FF2B5EF4-FFF2-40B4-BE49-F238E27FC236}">
                <a16:creationId xmlns:a16="http://schemas.microsoft.com/office/drawing/2014/main" id="{44248B10-0BCE-49FE-9B63-BB3205220B2A}"/>
              </a:ext>
            </a:extLst>
          </p:cNvPr>
          <p:cNvSpPr>
            <a:spLocks/>
          </p:cNvSpPr>
          <p:nvPr/>
        </p:nvSpPr>
        <p:spPr>
          <a:xfrm>
            <a:off x="8535872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6" name="data_8577">
            <a:extLst>
              <a:ext uri="{FF2B5EF4-FFF2-40B4-BE49-F238E27FC236}">
                <a16:creationId xmlns:a16="http://schemas.microsoft.com/office/drawing/2014/main" id="{7CF44716-A54C-46C5-AD66-52E471EBE279}"/>
              </a:ext>
            </a:extLst>
          </p:cNvPr>
          <p:cNvSpPr>
            <a:spLocks/>
          </p:cNvSpPr>
          <p:nvPr/>
        </p:nvSpPr>
        <p:spPr>
          <a:xfrm>
            <a:off x="850854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7" name="data_8578">
            <a:extLst>
              <a:ext uri="{FF2B5EF4-FFF2-40B4-BE49-F238E27FC236}">
                <a16:creationId xmlns:a16="http://schemas.microsoft.com/office/drawing/2014/main" id="{D5039F74-413B-4B06-847F-FF76CF2BB2DC}"/>
              </a:ext>
            </a:extLst>
          </p:cNvPr>
          <p:cNvSpPr>
            <a:spLocks/>
          </p:cNvSpPr>
          <p:nvPr/>
        </p:nvSpPr>
        <p:spPr>
          <a:xfrm>
            <a:off x="857262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8" name="data_8579">
            <a:extLst>
              <a:ext uri="{FF2B5EF4-FFF2-40B4-BE49-F238E27FC236}">
                <a16:creationId xmlns:a16="http://schemas.microsoft.com/office/drawing/2014/main" id="{E0D4C34E-12B8-460F-9A62-529E4138FEF9}"/>
              </a:ext>
            </a:extLst>
          </p:cNvPr>
          <p:cNvSpPr>
            <a:spLocks/>
          </p:cNvSpPr>
          <p:nvPr/>
        </p:nvSpPr>
        <p:spPr>
          <a:xfrm>
            <a:off x="850334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9" name="data_8580">
            <a:extLst>
              <a:ext uri="{FF2B5EF4-FFF2-40B4-BE49-F238E27FC236}">
                <a16:creationId xmlns:a16="http://schemas.microsoft.com/office/drawing/2014/main" id="{ADC9E9B6-E0D6-49ED-92A6-E45F52298BCB}"/>
              </a:ext>
            </a:extLst>
          </p:cNvPr>
          <p:cNvSpPr>
            <a:spLocks/>
          </p:cNvSpPr>
          <p:nvPr/>
        </p:nvSpPr>
        <p:spPr>
          <a:xfrm>
            <a:off x="8602534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0" name="data_8581">
            <a:extLst>
              <a:ext uri="{FF2B5EF4-FFF2-40B4-BE49-F238E27FC236}">
                <a16:creationId xmlns:a16="http://schemas.microsoft.com/office/drawing/2014/main" id="{D28E1E01-B732-44CC-812C-5FF9E14998BB}"/>
              </a:ext>
            </a:extLst>
          </p:cNvPr>
          <p:cNvSpPr>
            <a:spLocks/>
          </p:cNvSpPr>
          <p:nvPr/>
        </p:nvSpPr>
        <p:spPr>
          <a:xfrm>
            <a:off x="8522009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1" name="data_8582">
            <a:extLst>
              <a:ext uri="{FF2B5EF4-FFF2-40B4-BE49-F238E27FC236}">
                <a16:creationId xmlns:a16="http://schemas.microsoft.com/office/drawing/2014/main" id="{19A0BE19-8DB4-4D5E-8282-9ADD23304E4C}"/>
              </a:ext>
            </a:extLst>
          </p:cNvPr>
          <p:cNvSpPr>
            <a:spLocks/>
          </p:cNvSpPr>
          <p:nvPr/>
        </p:nvSpPr>
        <p:spPr>
          <a:xfrm>
            <a:off x="855680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2" name="data_8583">
            <a:extLst>
              <a:ext uri="{FF2B5EF4-FFF2-40B4-BE49-F238E27FC236}">
                <a16:creationId xmlns:a16="http://schemas.microsoft.com/office/drawing/2014/main" id="{F8C41A6B-7641-4416-885C-EE2281BDA846}"/>
              </a:ext>
            </a:extLst>
          </p:cNvPr>
          <p:cNvSpPr>
            <a:spLocks/>
          </p:cNvSpPr>
          <p:nvPr/>
        </p:nvSpPr>
        <p:spPr>
          <a:xfrm>
            <a:off x="8561655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3" name="data_8584">
            <a:extLst>
              <a:ext uri="{FF2B5EF4-FFF2-40B4-BE49-F238E27FC236}">
                <a16:creationId xmlns:a16="http://schemas.microsoft.com/office/drawing/2014/main" id="{B732A5F4-E8A7-4831-9074-3B1559AE4431}"/>
              </a:ext>
            </a:extLst>
          </p:cNvPr>
          <p:cNvSpPr>
            <a:spLocks/>
          </p:cNvSpPr>
          <p:nvPr/>
        </p:nvSpPr>
        <p:spPr>
          <a:xfrm>
            <a:off x="8524327" y="60025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4" name="data_8585">
            <a:extLst>
              <a:ext uri="{FF2B5EF4-FFF2-40B4-BE49-F238E27FC236}">
                <a16:creationId xmlns:a16="http://schemas.microsoft.com/office/drawing/2014/main" id="{57DF0EA4-9A61-48B6-B18C-1A3D68D49B2D}"/>
              </a:ext>
            </a:extLst>
          </p:cNvPr>
          <p:cNvSpPr>
            <a:spLocks/>
          </p:cNvSpPr>
          <p:nvPr/>
        </p:nvSpPr>
        <p:spPr>
          <a:xfrm>
            <a:off x="8521698" y="63058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5" name="data_8586">
            <a:extLst>
              <a:ext uri="{FF2B5EF4-FFF2-40B4-BE49-F238E27FC236}">
                <a16:creationId xmlns:a16="http://schemas.microsoft.com/office/drawing/2014/main" id="{1FBADFC8-BD4A-4D4E-8FE1-D382F2514D8D}"/>
              </a:ext>
            </a:extLst>
          </p:cNvPr>
          <p:cNvSpPr>
            <a:spLocks/>
          </p:cNvSpPr>
          <p:nvPr/>
        </p:nvSpPr>
        <p:spPr>
          <a:xfrm>
            <a:off x="8603661" y="58206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6" name="data_8587">
            <a:extLst>
              <a:ext uri="{FF2B5EF4-FFF2-40B4-BE49-F238E27FC236}">
                <a16:creationId xmlns:a16="http://schemas.microsoft.com/office/drawing/2014/main" id="{FAC0E634-14D2-41D6-BE15-A0F98D5830B3}"/>
              </a:ext>
            </a:extLst>
          </p:cNvPr>
          <p:cNvSpPr>
            <a:spLocks/>
          </p:cNvSpPr>
          <p:nvPr/>
        </p:nvSpPr>
        <p:spPr>
          <a:xfrm>
            <a:off x="860262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7" name="data_8588">
            <a:extLst>
              <a:ext uri="{FF2B5EF4-FFF2-40B4-BE49-F238E27FC236}">
                <a16:creationId xmlns:a16="http://schemas.microsoft.com/office/drawing/2014/main" id="{05A2749C-5108-41DB-AA85-0D386D019817}"/>
              </a:ext>
            </a:extLst>
          </p:cNvPr>
          <p:cNvSpPr>
            <a:spLocks/>
          </p:cNvSpPr>
          <p:nvPr/>
        </p:nvSpPr>
        <p:spPr>
          <a:xfrm>
            <a:off x="8597863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8" name="data_8589">
            <a:extLst>
              <a:ext uri="{FF2B5EF4-FFF2-40B4-BE49-F238E27FC236}">
                <a16:creationId xmlns:a16="http://schemas.microsoft.com/office/drawing/2014/main" id="{BBFE775D-1687-4FDB-A7A0-842D974BE83D}"/>
              </a:ext>
            </a:extLst>
          </p:cNvPr>
          <p:cNvSpPr>
            <a:spLocks/>
          </p:cNvSpPr>
          <p:nvPr/>
        </p:nvSpPr>
        <p:spPr>
          <a:xfrm>
            <a:off x="8578836" y="50927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9" name="data_8590">
            <a:extLst>
              <a:ext uri="{FF2B5EF4-FFF2-40B4-BE49-F238E27FC236}">
                <a16:creationId xmlns:a16="http://schemas.microsoft.com/office/drawing/2014/main" id="{80B585C1-106E-4EAD-8929-42F63482DE31}"/>
              </a:ext>
            </a:extLst>
          </p:cNvPr>
          <p:cNvSpPr>
            <a:spLocks/>
          </p:cNvSpPr>
          <p:nvPr/>
        </p:nvSpPr>
        <p:spPr>
          <a:xfrm>
            <a:off x="8592370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0" name="data_8591">
            <a:extLst>
              <a:ext uri="{FF2B5EF4-FFF2-40B4-BE49-F238E27FC236}">
                <a16:creationId xmlns:a16="http://schemas.microsoft.com/office/drawing/2014/main" id="{5F016635-9330-44DE-A6F9-8F172DB3BA52}"/>
              </a:ext>
            </a:extLst>
          </p:cNvPr>
          <p:cNvSpPr>
            <a:spLocks/>
          </p:cNvSpPr>
          <p:nvPr/>
        </p:nvSpPr>
        <p:spPr>
          <a:xfrm>
            <a:off x="854622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1" name="data_8592">
            <a:extLst>
              <a:ext uri="{FF2B5EF4-FFF2-40B4-BE49-F238E27FC236}">
                <a16:creationId xmlns:a16="http://schemas.microsoft.com/office/drawing/2014/main" id="{DE544917-0526-43B3-BE19-14CEEE3E1E1E}"/>
              </a:ext>
            </a:extLst>
          </p:cNvPr>
          <p:cNvSpPr>
            <a:spLocks/>
          </p:cNvSpPr>
          <p:nvPr/>
        </p:nvSpPr>
        <p:spPr>
          <a:xfrm>
            <a:off x="8548064" y="69124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2" name="data_8593">
            <a:extLst>
              <a:ext uri="{FF2B5EF4-FFF2-40B4-BE49-F238E27FC236}">
                <a16:creationId xmlns:a16="http://schemas.microsoft.com/office/drawing/2014/main" id="{9DE2C5C3-5F5C-44BF-B6D1-4FAE344A85D6}"/>
              </a:ext>
            </a:extLst>
          </p:cNvPr>
          <p:cNvSpPr>
            <a:spLocks/>
          </p:cNvSpPr>
          <p:nvPr/>
        </p:nvSpPr>
        <p:spPr>
          <a:xfrm>
            <a:off x="8598201" y="6782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3" name="data_8594">
            <a:extLst>
              <a:ext uri="{FF2B5EF4-FFF2-40B4-BE49-F238E27FC236}">
                <a16:creationId xmlns:a16="http://schemas.microsoft.com/office/drawing/2014/main" id="{7CEA1C00-6B17-4A4A-A45D-83398EEA0374}"/>
              </a:ext>
            </a:extLst>
          </p:cNvPr>
          <p:cNvSpPr>
            <a:spLocks/>
          </p:cNvSpPr>
          <p:nvPr/>
        </p:nvSpPr>
        <p:spPr>
          <a:xfrm>
            <a:off x="872823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4" name="data_8595">
            <a:extLst>
              <a:ext uri="{FF2B5EF4-FFF2-40B4-BE49-F238E27FC236}">
                <a16:creationId xmlns:a16="http://schemas.microsoft.com/office/drawing/2014/main" id="{54291298-9A9F-421F-89EC-43A98CE59D88}"/>
              </a:ext>
            </a:extLst>
          </p:cNvPr>
          <p:cNvSpPr>
            <a:spLocks/>
          </p:cNvSpPr>
          <p:nvPr/>
        </p:nvSpPr>
        <p:spPr>
          <a:xfrm>
            <a:off x="877471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5" name="data_8596">
            <a:extLst>
              <a:ext uri="{FF2B5EF4-FFF2-40B4-BE49-F238E27FC236}">
                <a16:creationId xmlns:a16="http://schemas.microsoft.com/office/drawing/2014/main" id="{4B063218-0FD8-45A8-BECB-A62152ACC8CF}"/>
              </a:ext>
            </a:extLst>
          </p:cNvPr>
          <p:cNvSpPr>
            <a:spLocks/>
          </p:cNvSpPr>
          <p:nvPr/>
        </p:nvSpPr>
        <p:spPr>
          <a:xfrm>
            <a:off x="881498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6" name="data_8597">
            <a:extLst>
              <a:ext uri="{FF2B5EF4-FFF2-40B4-BE49-F238E27FC236}">
                <a16:creationId xmlns:a16="http://schemas.microsoft.com/office/drawing/2014/main" id="{86B6292E-92A0-4158-BD61-358150C4B8AC}"/>
              </a:ext>
            </a:extLst>
          </p:cNvPr>
          <p:cNvSpPr>
            <a:spLocks/>
          </p:cNvSpPr>
          <p:nvPr/>
        </p:nvSpPr>
        <p:spPr>
          <a:xfrm>
            <a:off x="882170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7" name="data_8598">
            <a:extLst>
              <a:ext uri="{FF2B5EF4-FFF2-40B4-BE49-F238E27FC236}">
                <a16:creationId xmlns:a16="http://schemas.microsoft.com/office/drawing/2014/main" id="{4E849780-5E95-4655-861F-566F048B0676}"/>
              </a:ext>
            </a:extLst>
          </p:cNvPr>
          <p:cNvSpPr>
            <a:spLocks/>
          </p:cNvSpPr>
          <p:nvPr/>
        </p:nvSpPr>
        <p:spPr>
          <a:xfrm>
            <a:off x="880772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8" name="data_8599">
            <a:extLst>
              <a:ext uri="{FF2B5EF4-FFF2-40B4-BE49-F238E27FC236}">
                <a16:creationId xmlns:a16="http://schemas.microsoft.com/office/drawing/2014/main" id="{934D56C3-5BC8-4806-AC81-4CEBB28A178E}"/>
              </a:ext>
            </a:extLst>
          </p:cNvPr>
          <p:cNvSpPr>
            <a:spLocks/>
          </p:cNvSpPr>
          <p:nvPr/>
        </p:nvSpPr>
        <p:spPr>
          <a:xfrm>
            <a:off x="8796896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9" name="data_8600">
            <a:extLst>
              <a:ext uri="{FF2B5EF4-FFF2-40B4-BE49-F238E27FC236}">
                <a16:creationId xmlns:a16="http://schemas.microsoft.com/office/drawing/2014/main" id="{F9CCD777-6AC0-4E8A-8F47-FD8C35121E8A}"/>
              </a:ext>
            </a:extLst>
          </p:cNvPr>
          <p:cNvSpPr>
            <a:spLocks/>
          </p:cNvSpPr>
          <p:nvPr/>
        </p:nvSpPr>
        <p:spPr>
          <a:xfrm>
            <a:off x="876139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0" name="data_8601">
            <a:extLst>
              <a:ext uri="{FF2B5EF4-FFF2-40B4-BE49-F238E27FC236}">
                <a16:creationId xmlns:a16="http://schemas.microsoft.com/office/drawing/2014/main" id="{6AEDA9EA-D217-466C-ACB8-78F7AA126CF7}"/>
              </a:ext>
            </a:extLst>
          </p:cNvPr>
          <p:cNvSpPr>
            <a:spLocks/>
          </p:cNvSpPr>
          <p:nvPr/>
        </p:nvSpPr>
        <p:spPr>
          <a:xfrm>
            <a:off x="877778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1" name="data_8602">
            <a:extLst>
              <a:ext uri="{FF2B5EF4-FFF2-40B4-BE49-F238E27FC236}">
                <a16:creationId xmlns:a16="http://schemas.microsoft.com/office/drawing/2014/main" id="{D6CD0FC0-BB44-40FE-A2DD-BE8C3AFD316F}"/>
              </a:ext>
            </a:extLst>
          </p:cNvPr>
          <p:cNvSpPr>
            <a:spLocks/>
          </p:cNvSpPr>
          <p:nvPr/>
        </p:nvSpPr>
        <p:spPr>
          <a:xfrm>
            <a:off x="8727066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2" name="data_8603">
            <a:extLst>
              <a:ext uri="{FF2B5EF4-FFF2-40B4-BE49-F238E27FC236}">
                <a16:creationId xmlns:a16="http://schemas.microsoft.com/office/drawing/2014/main" id="{0EF2E2FC-32E9-4C5C-8A82-AFB8C9AF1D5F}"/>
              </a:ext>
            </a:extLst>
          </p:cNvPr>
          <p:cNvSpPr>
            <a:spLocks/>
          </p:cNvSpPr>
          <p:nvPr/>
        </p:nvSpPr>
        <p:spPr>
          <a:xfrm>
            <a:off x="878643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3" name="data_8604">
            <a:extLst>
              <a:ext uri="{FF2B5EF4-FFF2-40B4-BE49-F238E27FC236}">
                <a16:creationId xmlns:a16="http://schemas.microsoft.com/office/drawing/2014/main" id="{DDF4B45F-659F-4BA6-8B38-7EA4A18E25BD}"/>
              </a:ext>
            </a:extLst>
          </p:cNvPr>
          <p:cNvSpPr>
            <a:spLocks/>
          </p:cNvSpPr>
          <p:nvPr/>
        </p:nvSpPr>
        <p:spPr>
          <a:xfrm>
            <a:off x="874575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4" name="data_8605">
            <a:extLst>
              <a:ext uri="{FF2B5EF4-FFF2-40B4-BE49-F238E27FC236}">
                <a16:creationId xmlns:a16="http://schemas.microsoft.com/office/drawing/2014/main" id="{6C71933D-5811-4FAD-9669-BC02557D7E28}"/>
              </a:ext>
            </a:extLst>
          </p:cNvPr>
          <p:cNvSpPr>
            <a:spLocks/>
          </p:cNvSpPr>
          <p:nvPr/>
        </p:nvSpPr>
        <p:spPr>
          <a:xfrm>
            <a:off x="881032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5" name="data_8606">
            <a:extLst>
              <a:ext uri="{FF2B5EF4-FFF2-40B4-BE49-F238E27FC236}">
                <a16:creationId xmlns:a16="http://schemas.microsoft.com/office/drawing/2014/main" id="{441C09EB-73C8-4590-8AF3-3E76683D009C}"/>
              </a:ext>
            </a:extLst>
          </p:cNvPr>
          <p:cNvSpPr>
            <a:spLocks/>
          </p:cNvSpPr>
          <p:nvPr/>
        </p:nvSpPr>
        <p:spPr>
          <a:xfrm>
            <a:off x="8722452" y="67102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6" name="data_8607">
            <a:extLst>
              <a:ext uri="{FF2B5EF4-FFF2-40B4-BE49-F238E27FC236}">
                <a16:creationId xmlns:a16="http://schemas.microsoft.com/office/drawing/2014/main" id="{DB28BC9A-8971-44F3-8E54-1EE37CFB72D5}"/>
              </a:ext>
            </a:extLst>
          </p:cNvPr>
          <p:cNvSpPr>
            <a:spLocks/>
          </p:cNvSpPr>
          <p:nvPr/>
        </p:nvSpPr>
        <p:spPr>
          <a:xfrm>
            <a:off x="882272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7" name="data_8608">
            <a:extLst>
              <a:ext uri="{FF2B5EF4-FFF2-40B4-BE49-F238E27FC236}">
                <a16:creationId xmlns:a16="http://schemas.microsoft.com/office/drawing/2014/main" id="{B41D19BD-B4C9-467B-B42A-34D2465BA97D}"/>
              </a:ext>
            </a:extLst>
          </p:cNvPr>
          <p:cNvSpPr>
            <a:spLocks/>
          </p:cNvSpPr>
          <p:nvPr/>
        </p:nvSpPr>
        <p:spPr>
          <a:xfrm>
            <a:off x="879130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8" name="data_8609">
            <a:extLst>
              <a:ext uri="{FF2B5EF4-FFF2-40B4-BE49-F238E27FC236}">
                <a16:creationId xmlns:a16="http://schemas.microsoft.com/office/drawing/2014/main" id="{9F95CA3A-7BF8-4E23-8906-956AFC6EFF5C}"/>
              </a:ext>
            </a:extLst>
          </p:cNvPr>
          <p:cNvSpPr>
            <a:spLocks/>
          </p:cNvSpPr>
          <p:nvPr/>
        </p:nvSpPr>
        <p:spPr>
          <a:xfrm>
            <a:off x="8807619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9" name="data_8610">
            <a:extLst>
              <a:ext uri="{FF2B5EF4-FFF2-40B4-BE49-F238E27FC236}">
                <a16:creationId xmlns:a16="http://schemas.microsoft.com/office/drawing/2014/main" id="{8C917497-B203-49CF-8BAD-E904314B83A6}"/>
              </a:ext>
            </a:extLst>
          </p:cNvPr>
          <p:cNvSpPr>
            <a:spLocks/>
          </p:cNvSpPr>
          <p:nvPr/>
        </p:nvSpPr>
        <p:spPr>
          <a:xfrm>
            <a:off x="8793062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0" name="data_8611">
            <a:extLst>
              <a:ext uri="{FF2B5EF4-FFF2-40B4-BE49-F238E27FC236}">
                <a16:creationId xmlns:a16="http://schemas.microsoft.com/office/drawing/2014/main" id="{903371F2-2534-4662-8DAE-BB57858394D6}"/>
              </a:ext>
            </a:extLst>
          </p:cNvPr>
          <p:cNvSpPr>
            <a:spLocks/>
          </p:cNvSpPr>
          <p:nvPr/>
        </p:nvSpPr>
        <p:spPr>
          <a:xfrm>
            <a:off x="872557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1" name="data_8612">
            <a:extLst>
              <a:ext uri="{FF2B5EF4-FFF2-40B4-BE49-F238E27FC236}">
                <a16:creationId xmlns:a16="http://schemas.microsoft.com/office/drawing/2014/main" id="{0C1B8075-D474-4442-BCC1-299F8D515263}"/>
              </a:ext>
            </a:extLst>
          </p:cNvPr>
          <p:cNvSpPr>
            <a:spLocks/>
          </p:cNvSpPr>
          <p:nvPr/>
        </p:nvSpPr>
        <p:spPr>
          <a:xfrm>
            <a:off x="8730304" y="6548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2" name="data_8613">
            <a:extLst>
              <a:ext uri="{FF2B5EF4-FFF2-40B4-BE49-F238E27FC236}">
                <a16:creationId xmlns:a16="http://schemas.microsoft.com/office/drawing/2014/main" id="{F8EAF815-8D83-474D-A6BC-BAC98B0E813A}"/>
              </a:ext>
            </a:extLst>
          </p:cNvPr>
          <p:cNvSpPr>
            <a:spLocks/>
          </p:cNvSpPr>
          <p:nvPr/>
        </p:nvSpPr>
        <p:spPr>
          <a:xfrm>
            <a:off x="873608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3" name="data_8614">
            <a:extLst>
              <a:ext uri="{FF2B5EF4-FFF2-40B4-BE49-F238E27FC236}">
                <a16:creationId xmlns:a16="http://schemas.microsoft.com/office/drawing/2014/main" id="{4A23B896-641B-4C7D-ADE6-3DE639F84AC6}"/>
              </a:ext>
            </a:extLst>
          </p:cNvPr>
          <p:cNvSpPr>
            <a:spLocks/>
          </p:cNvSpPr>
          <p:nvPr/>
        </p:nvSpPr>
        <p:spPr>
          <a:xfrm>
            <a:off x="882074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4" name="data_8615">
            <a:extLst>
              <a:ext uri="{FF2B5EF4-FFF2-40B4-BE49-F238E27FC236}">
                <a16:creationId xmlns:a16="http://schemas.microsoft.com/office/drawing/2014/main" id="{A7167FFF-3482-4C12-85DC-FFD91BCD46D0}"/>
              </a:ext>
            </a:extLst>
          </p:cNvPr>
          <p:cNvSpPr>
            <a:spLocks/>
          </p:cNvSpPr>
          <p:nvPr/>
        </p:nvSpPr>
        <p:spPr>
          <a:xfrm>
            <a:off x="881214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5" name="data_8616">
            <a:extLst>
              <a:ext uri="{FF2B5EF4-FFF2-40B4-BE49-F238E27FC236}">
                <a16:creationId xmlns:a16="http://schemas.microsoft.com/office/drawing/2014/main" id="{19C044D6-8207-42A7-97AB-1FC54C9EC64C}"/>
              </a:ext>
            </a:extLst>
          </p:cNvPr>
          <p:cNvSpPr>
            <a:spLocks/>
          </p:cNvSpPr>
          <p:nvPr/>
        </p:nvSpPr>
        <p:spPr>
          <a:xfrm>
            <a:off x="8729791" y="53201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6" name="data_8617">
            <a:extLst>
              <a:ext uri="{FF2B5EF4-FFF2-40B4-BE49-F238E27FC236}">
                <a16:creationId xmlns:a16="http://schemas.microsoft.com/office/drawing/2014/main" id="{804A04B6-A227-4DB9-BFF2-8089BB2B64F6}"/>
              </a:ext>
            </a:extLst>
          </p:cNvPr>
          <p:cNvSpPr>
            <a:spLocks/>
          </p:cNvSpPr>
          <p:nvPr/>
        </p:nvSpPr>
        <p:spPr>
          <a:xfrm>
            <a:off x="872087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7" name="data_8618">
            <a:extLst>
              <a:ext uri="{FF2B5EF4-FFF2-40B4-BE49-F238E27FC236}">
                <a16:creationId xmlns:a16="http://schemas.microsoft.com/office/drawing/2014/main" id="{AAB27D63-9301-4076-9AC2-29E49D1083F0}"/>
              </a:ext>
            </a:extLst>
          </p:cNvPr>
          <p:cNvSpPr>
            <a:spLocks/>
          </p:cNvSpPr>
          <p:nvPr/>
        </p:nvSpPr>
        <p:spPr>
          <a:xfrm>
            <a:off x="875236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8" name="data_8619">
            <a:extLst>
              <a:ext uri="{FF2B5EF4-FFF2-40B4-BE49-F238E27FC236}">
                <a16:creationId xmlns:a16="http://schemas.microsoft.com/office/drawing/2014/main" id="{19C54CC5-A2F2-42B9-A2A1-1282F1E8E1DA}"/>
              </a:ext>
            </a:extLst>
          </p:cNvPr>
          <p:cNvSpPr>
            <a:spLocks/>
          </p:cNvSpPr>
          <p:nvPr/>
        </p:nvSpPr>
        <p:spPr>
          <a:xfrm>
            <a:off x="8761246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9" name="data_8620">
            <a:extLst>
              <a:ext uri="{FF2B5EF4-FFF2-40B4-BE49-F238E27FC236}">
                <a16:creationId xmlns:a16="http://schemas.microsoft.com/office/drawing/2014/main" id="{B2262D2D-94A1-43A1-BA84-91D0ABD6E179}"/>
              </a:ext>
            </a:extLst>
          </p:cNvPr>
          <p:cNvSpPr>
            <a:spLocks/>
          </p:cNvSpPr>
          <p:nvPr/>
        </p:nvSpPr>
        <p:spPr>
          <a:xfrm>
            <a:off x="8745946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0" name="data_8621">
            <a:extLst>
              <a:ext uri="{FF2B5EF4-FFF2-40B4-BE49-F238E27FC236}">
                <a16:creationId xmlns:a16="http://schemas.microsoft.com/office/drawing/2014/main" id="{A2CAE693-DDC0-459D-BC9F-073EBF702714}"/>
              </a:ext>
            </a:extLst>
          </p:cNvPr>
          <p:cNvSpPr>
            <a:spLocks/>
          </p:cNvSpPr>
          <p:nvPr/>
        </p:nvSpPr>
        <p:spPr>
          <a:xfrm>
            <a:off x="873032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1" name="data_8622">
            <a:extLst>
              <a:ext uri="{FF2B5EF4-FFF2-40B4-BE49-F238E27FC236}">
                <a16:creationId xmlns:a16="http://schemas.microsoft.com/office/drawing/2014/main" id="{DD51F22A-DF65-47B4-8716-42A269CC7EB0}"/>
              </a:ext>
            </a:extLst>
          </p:cNvPr>
          <p:cNvSpPr>
            <a:spLocks/>
          </p:cNvSpPr>
          <p:nvPr/>
        </p:nvSpPr>
        <p:spPr>
          <a:xfrm>
            <a:off x="872761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2" name="data_8623">
            <a:extLst>
              <a:ext uri="{FF2B5EF4-FFF2-40B4-BE49-F238E27FC236}">
                <a16:creationId xmlns:a16="http://schemas.microsoft.com/office/drawing/2014/main" id="{639F454F-4003-482A-88E5-9AF8B69D72A2}"/>
              </a:ext>
            </a:extLst>
          </p:cNvPr>
          <p:cNvSpPr>
            <a:spLocks/>
          </p:cNvSpPr>
          <p:nvPr/>
        </p:nvSpPr>
        <p:spPr>
          <a:xfrm>
            <a:off x="876242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3" name="data_8624">
            <a:extLst>
              <a:ext uri="{FF2B5EF4-FFF2-40B4-BE49-F238E27FC236}">
                <a16:creationId xmlns:a16="http://schemas.microsoft.com/office/drawing/2014/main" id="{AD71272D-1172-4203-A798-BF004D9BD517}"/>
              </a:ext>
            </a:extLst>
          </p:cNvPr>
          <p:cNvSpPr>
            <a:spLocks/>
          </p:cNvSpPr>
          <p:nvPr/>
        </p:nvSpPr>
        <p:spPr>
          <a:xfrm>
            <a:off x="880073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4" name="data_8625">
            <a:extLst>
              <a:ext uri="{FF2B5EF4-FFF2-40B4-BE49-F238E27FC236}">
                <a16:creationId xmlns:a16="http://schemas.microsoft.com/office/drawing/2014/main" id="{86049AB6-3D4B-4E11-943C-8C47B2159100}"/>
              </a:ext>
            </a:extLst>
          </p:cNvPr>
          <p:cNvSpPr>
            <a:spLocks/>
          </p:cNvSpPr>
          <p:nvPr/>
        </p:nvSpPr>
        <p:spPr>
          <a:xfrm>
            <a:off x="879360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5" name="data_8626">
            <a:extLst>
              <a:ext uri="{FF2B5EF4-FFF2-40B4-BE49-F238E27FC236}">
                <a16:creationId xmlns:a16="http://schemas.microsoft.com/office/drawing/2014/main" id="{07905068-D06A-437D-BC14-26B6520C8CAD}"/>
              </a:ext>
            </a:extLst>
          </p:cNvPr>
          <p:cNvSpPr>
            <a:spLocks/>
          </p:cNvSpPr>
          <p:nvPr/>
        </p:nvSpPr>
        <p:spPr>
          <a:xfrm>
            <a:off x="8760037" y="68691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6" name="data_8627">
            <a:extLst>
              <a:ext uri="{FF2B5EF4-FFF2-40B4-BE49-F238E27FC236}">
                <a16:creationId xmlns:a16="http://schemas.microsoft.com/office/drawing/2014/main" id="{AA23BFC5-D30F-43B3-96D7-19913DB48338}"/>
              </a:ext>
            </a:extLst>
          </p:cNvPr>
          <p:cNvSpPr>
            <a:spLocks/>
          </p:cNvSpPr>
          <p:nvPr/>
        </p:nvSpPr>
        <p:spPr>
          <a:xfrm>
            <a:off x="876417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7" name="data_8628">
            <a:extLst>
              <a:ext uri="{FF2B5EF4-FFF2-40B4-BE49-F238E27FC236}">
                <a16:creationId xmlns:a16="http://schemas.microsoft.com/office/drawing/2014/main" id="{4BC9CC62-661F-4598-9AEC-118A662A85F3}"/>
              </a:ext>
            </a:extLst>
          </p:cNvPr>
          <p:cNvSpPr>
            <a:spLocks/>
          </p:cNvSpPr>
          <p:nvPr/>
        </p:nvSpPr>
        <p:spPr>
          <a:xfrm>
            <a:off x="879352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8" name="data_8629">
            <a:extLst>
              <a:ext uri="{FF2B5EF4-FFF2-40B4-BE49-F238E27FC236}">
                <a16:creationId xmlns:a16="http://schemas.microsoft.com/office/drawing/2014/main" id="{ABCC8297-8546-40FD-BFE3-9788E027000E}"/>
              </a:ext>
            </a:extLst>
          </p:cNvPr>
          <p:cNvSpPr>
            <a:spLocks/>
          </p:cNvSpPr>
          <p:nvPr/>
        </p:nvSpPr>
        <p:spPr>
          <a:xfrm>
            <a:off x="872947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9" name="data_8630">
            <a:extLst>
              <a:ext uri="{FF2B5EF4-FFF2-40B4-BE49-F238E27FC236}">
                <a16:creationId xmlns:a16="http://schemas.microsoft.com/office/drawing/2014/main" id="{C5C2C563-7CAB-49A4-932A-87C0B5A90CD4}"/>
              </a:ext>
            </a:extLst>
          </p:cNvPr>
          <p:cNvSpPr>
            <a:spLocks/>
          </p:cNvSpPr>
          <p:nvPr/>
        </p:nvSpPr>
        <p:spPr>
          <a:xfrm>
            <a:off x="874209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0" name="data_8631">
            <a:extLst>
              <a:ext uri="{FF2B5EF4-FFF2-40B4-BE49-F238E27FC236}">
                <a16:creationId xmlns:a16="http://schemas.microsoft.com/office/drawing/2014/main" id="{192DCBD7-CD3C-4E32-B332-2A4894A8212D}"/>
              </a:ext>
            </a:extLst>
          </p:cNvPr>
          <p:cNvSpPr>
            <a:spLocks/>
          </p:cNvSpPr>
          <p:nvPr/>
        </p:nvSpPr>
        <p:spPr>
          <a:xfrm>
            <a:off x="8732272" y="56992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1" name="data_8632">
            <a:extLst>
              <a:ext uri="{FF2B5EF4-FFF2-40B4-BE49-F238E27FC236}">
                <a16:creationId xmlns:a16="http://schemas.microsoft.com/office/drawing/2014/main" id="{6B416D56-98A9-4418-BF23-F1C988B13AF1}"/>
              </a:ext>
            </a:extLst>
          </p:cNvPr>
          <p:cNvSpPr>
            <a:spLocks/>
          </p:cNvSpPr>
          <p:nvPr/>
        </p:nvSpPr>
        <p:spPr>
          <a:xfrm>
            <a:off x="874463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2" name="data_8633">
            <a:extLst>
              <a:ext uri="{FF2B5EF4-FFF2-40B4-BE49-F238E27FC236}">
                <a16:creationId xmlns:a16="http://schemas.microsoft.com/office/drawing/2014/main" id="{F2D877D9-1D8D-4F42-AC8E-C482FA206B30}"/>
              </a:ext>
            </a:extLst>
          </p:cNvPr>
          <p:cNvSpPr>
            <a:spLocks/>
          </p:cNvSpPr>
          <p:nvPr/>
        </p:nvSpPr>
        <p:spPr>
          <a:xfrm>
            <a:off x="8779032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3" name="data_8634">
            <a:extLst>
              <a:ext uri="{FF2B5EF4-FFF2-40B4-BE49-F238E27FC236}">
                <a16:creationId xmlns:a16="http://schemas.microsoft.com/office/drawing/2014/main" id="{749D9AE0-6CDC-4824-B553-899324F803E2}"/>
              </a:ext>
            </a:extLst>
          </p:cNvPr>
          <p:cNvSpPr>
            <a:spLocks/>
          </p:cNvSpPr>
          <p:nvPr/>
        </p:nvSpPr>
        <p:spPr>
          <a:xfrm>
            <a:off x="8747051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4" name="data_8635">
            <a:extLst>
              <a:ext uri="{FF2B5EF4-FFF2-40B4-BE49-F238E27FC236}">
                <a16:creationId xmlns:a16="http://schemas.microsoft.com/office/drawing/2014/main" id="{2EAAD02F-E020-4682-9394-BDD38155BB5D}"/>
              </a:ext>
            </a:extLst>
          </p:cNvPr>
          <p:cNvSpPr>
            <a:spLocks/>
          </p:cNvSpPr>
          <p:nvPr/>
        </p:nvSpPr>
        <p:spPr>
          <a:xfrm>
            <a:off x="882089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5" name="data_8636">
            <a:extLst>
              <a:ext uri="{FF2B5EF4-FFF2-40B4-BE49-F238E27FC236}">
                <a16:creationId xmlns:a16="http://schemas.microsoft.com/office/drawing/2014/main" id="{1E2DFFFA-ACD9-45C3-A1EC-8735A387F355}"/>
              </a:ext>
            </a:extLst>
          </p:cNvPr>
          <p:cNvSpPr>
            <a:spLocks/>
          </p:cNvSpPr>
          <p:nvPr/>
        </p:nvSpPr>
        <p:spPr>
          <a:xfrm>
            <a:off x="877990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6" name="data_8637">
            <a:extLst>
              <a:ext uri="{FF2B5EF4-FFF2-40B4-BE49-F238E27FC236}">
                <a16:creationId xmlns:a16="http://schemas.microsoft.com/office/drawing/2014/main" id="{CB28A62C-D962-4D02-8DEB-5A6A32AA15CD}"/>
              </a:ext>
            </a:extLst>
          </p:cNvPr>
          <p:cNvSpPr>
            <a:spLocks/>
          </p:cNvSpPr>
          <p:nvPr/>
        </p:nvSpPr>
        <p:spPr>
          <a:xfrm>
            <a:off x="881499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7" name="data_8638">
            <a:extLst>
              <a:ext uri="{FF2B5EF4-FFF2-40B4-BE49-F238E27FC236}">
                <a16:creationId xmlns:a16="http://schemas.microsoft.com/office/drawing/2014/main" id="{ABB6B956-FD58-4804-8A73-E3FCD99CD82F}"/>
              </a:ext>
            </a:extLst>
          </p:cNvPr>
          <p:cNvSpPr>
            <a:spLocks/>
          </p:cNvSpPr>
          <p:nvPr/>
        </p:nvSpPr>
        <p:spPr>
          <a:xfrm>
            <a:off x="8802512" y="63925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8" name="data_8639">
            <a:extLst>
              <a:ext uri="{FF2B5EF4-FFF2-40B4-BE49-F238E27FC236}">
                <a16:creationId xmlns:a16="http://schemas.microsoft.com/office/drawing/2014/main" id="{0CC0FB59-DD14-4A01-BABF-75D591F454CB}"/>
              </a:ext>
            </a:extLst>
          </p:cNvPr>
          <p:cNvSpPr>
            <a:spLocks/>
          </p:cNvSpPr>
          <p:nvPr/>
        </p:nvSpPr>
        <p:spPr>
          <a:xfrm>
            <a:off x="879326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9" name="data_8640">
            <a:extLst>
              <a:ext uri="{FF2B5EF4-FFF2-40B4-BE49-F238E27FC236}">
                <a16:creationId xmlns:a16="http://schemas.microsoft.com/office/drawing/2014/main" id="{85BD0872-0178-420C-A574-5FF4DCDCFBE6}"/>
              </a:ext>
            </a:extLst>
          </p:cNvPr>
          <p:cNvSpPr>
            <a:spLocks/>
          </p:cNvSpPr>
          <p:nvPr/>
        </p:nvSpPr>
        <p:spPr>
          <a:xfrm>
            <a:off x="880296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0" name="data_8641">
            <a:extLst>
              <a:ext uri="{FF2B5EF4-FFF2-40B4-BE49-F238E27FC236}">
                <a16:creationId xmlns:a16="http://schemas.microsoft.com/office/drawing/2014/main" id="{4A72D7DF-8B82-40E4-9DF2-0DAEDD5320EA}"/>
              </a:ext>
            </a:extLst>
          </p:cNvPr>
          <p:cNvSpPr>
            <a:spLocks/>
          </p:cNvSpPr>
          <p:nvPr/>
        </p:nvSpPr>
        <p:spPr>
          <a:xfrm>
            <a:off x="878254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1" name="data_8642">
            <a:extLst>
              <a:ext uri="{FF2B5EF4-FFF2-40B4-BE49-F238E27FC236}">
                <a16:creationId xmlns:a16="http://schemas.microsoft.com/office/drawing/2014/main" id="{6DDA2966-14DC-45F1-9DB2-DB1B8668A344}"/>
              </a:ext>
            </a:extLst>
          </p:cNvPr>
          <p:cNvSpPr>
            <a:spLocks/>
          </p:cNvSpPr>
          <p:nvPr/>
        </p:nvSpPr>
        <p:spPr>
          <a:xfrm>
            <a:off x="875613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2" name="data_8643">
            <a:extLst>
              <a:ext uri="{FF2B5EF4-FFF2-40B4-BE49-F238E27FC236}">
                <a16:creationId xmlns:a16="http://schemas.microsoft.com/office/drawing/2014/main" id="{542A8DEA-93AC-4DDC-9476-DB0976CA7EDD}"/>
              </a:ext>
            </a:extLst>
          </p:cNvPr>
          <p:cNvSpPr>
            <a:spLocks/>
          </p:cNvSpPr>
          <p:nvPr/>
        </p:nvSpPr>
        <p:spPr>
          <a:xfrm>
            <a:off x="8764881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3" name="data_8644">
            <a:extLst>
              <a:ext uri="{FF2B5EF4-FFF2-40B4-BE49-F238E27FC236}">
                <a16:creationId xmlns:a16="http://schemas.microsoft.com/office/drawing/2014/main" id="{D3AC6BD3-9FF2-4AB4-950B-D7B89EC0B691}"/>
              </a:ext>
            </a:extLst>
          </p:cNvPr>
          <p:cNvSpPr>
            <a:spLocks/>
          </p:cNvSpPr>
          <p:nvPr/>
        </p:nvSpPr>
        <p:spPr>
          <a:xfrm>
            <a:off x="8801154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4" name="data_8645">
            <a:extLst>
              <a:ext uri="{FF2B5EF4-FFF2-40B4-BE49-F238E27FC236}">
                <a16:creationId xmlns:a16="http://schemas.microsoft.com/office/drawing/2014/main" id="{35A34B37-9F12-4078-9C09-2C2DCE467F1D}"/>
              </a:ext>
            </a:extLst>
          </p:cNvPr>
          <p:cNvSpPr>
            <a:spLocks/>
          </p:cNvSpPr>
          <p:nvPr/>
        </p:nvSpPr>
        <p:spPr>
          <a:xfrm>
            <a:off x="8723179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5" name="data_8646">
            <a:extLst>
              <a:ext uri="{FF2B5EF4-FFF2-40B4-BE49-F238E27FC236}">
                <a16:creationId xmlns:a16="http://schemas.microsoft.com/office/drawing/2014/main" id="{ED5AFDA1-C7EE-48AB-8DD8-5DB7220E7052}"/>
              </a:ext>
            </a:extLst>
          </p:cNvPr>
          <p:cNvSpPr>
            <a:spLocks/>
          </p:cNvSpPr>
          <p:nvPr/>
        </p:nvSpPr>
        <p:spPr>
          <a:xfrm>
            <a:off x="8799211" y="645751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6" name="data_8647">
            <a:extLst>
              <a:ext uri="{FF2B5EF4-FFF2-40B4-BE49-F238E27FC236}">
                <a16:creationId xmlns:a16="http://schemas.microsoft.com/office/drawing/2014/main" id="{C1F42506-5744-453B-935B-4735DCA30893}"/>
              </a:ext>
            </a:extLst>
          </p:cNvPr>
          <p:cNvSpPr>
            <a:spLocks/>
          </p:cNvSpPr>
          <p:nvPr/>
        </p:nvSpPr>
        <p:spPr>
          <a:xfrm>
            <a:off x="8810776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7" name="data_8648">
            <a:extLst>
              <a:ext uri="{FF2B5EF4-FFF2-40B4-BE49-F238E27FC236}">
                <a16:creationId xmlns:a16="http://schemas.microsoft.com/office/drawing/2014/main" id="{ED2041EB-7931-4DFF-9F4A-D420309B000A}"/>
              </a:ext>
            </a:extLst>
          </p:cNvPr>
          <p:cNvSpPr>
            <a:spLocks/>
          </p:cNvSpPr>
          <p:nvPr/>
        </p:nvSpPr>
        <p:spPr>
          <a:xfrm>
            <a:off x="8818107" y="577511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8" name="data_8649">
            <a:extLst>
              <a:ext uri="{FF2B5EF4-FFF2-40B4-BE49-F238E27FC236}">
                <a16:creationId xmlns:a16="http://schemas.microsoft.com/office/drawing/2014/main" id="{A0D410F1-A772-4E7A-87EB-DE80355F9E8D}"/>
              </a:ext>
            </a:extLst>
          </p:cNvPr>
          <p:cNvSpPr>
            <a:spLocks/>
          </p:cNvSpPr>
          <p:nvPr/>
        </p:nvSpPr>
        <p:spPr>
          <a:xfrm>
            <a:off x="881067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9" name="data_8650">
            <a:extLst>
              <a:ext uri="{FF2B5EF4-FFF2-40B4-BE49-F238E27FC236}">
                <a16:creationId xmlns:a16="http://schemas.microsoft.com/office/drawing/2014/main" id="{9C58B1C2-F8CF-4D7A-BAEA-1638B97CE43E}"/>
              </a:ext>
            </a:extLst>
          </p:cNvPr>
          <p:cNvSpPr>
            <a:spLocks/>
          </p:cNvSpPr>
          <p:nvPr/>
        </p:nvSpPr>
        <p:spPr>
          <a:xfrm>
            <a:off x="875430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0" name="data_8651">
            <a:extLst>
              <a:ext uri="{FF2B5EF4-FFF2-40B4-BE49-F238E27FC236}">
                <a16:creationId xmlns:a16="http://schemas.microsoft.com/office/drawing/2014/main" id="{61A3D7D3-EC2E-4586-867B-B862A1A72BEF}"/>
              </a:ext>
            </a:extLst>
          </p:cNvPr>
          <p:cNvSpPr>
            <a:spLocks/>
          </p:cNvSpPr>
          <p:nvPr/>
        </p:nvSpPr>
        <p:spPr>
          <a:xfrm>
            <a:off x="8729333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1" name="data_8652">
            <a:extLst>
              <a:ext uri="{FF2B5EF4-FFF2-40B4-BE49-F238E27FC236}">
                <a16:creationId xmlns:a16="http://schemas.microsoft.com/office/drawing/2014/main" id="{AE4886A7-D354-4753-A562-37879E31C290}"/>
              </a:ext>
            </a:extLst>
          </p:cNvPr>
          <p:cNvSpPr>
            <a:spLocks/>
          </p:cNvSpPr>
          <p:nvPr/>
        </p:nvSpPr>
        <p:spPr>
          <a:xfrm>
            <a:off x="882009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2" name="data_8653">
            <a:extLst>
              <a:ext uri="{FF2B5EF4-FFF2-40B4-BE49-F238E27FC236}">
                <a16:creationId xmlns:a16="http://schemas.microsoft.com/office/drawing/2014/main" id="{250D82BE-9FDF-4586-80C4-12490D99F444}"/>
              </a:ext>
            </a:extLst>
          </p:cNvPr>
          <p:cNvSpPr>
            <a:spLocks/>
          </p:cNvSpPr>
          <p:nvPr/>
        </p:nvSpPr>
        <p:spPr>
          <a:xfrm>
            <a:off x="880237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3" name="data_8654">
            <a:extLst>
              <a:ext uri="{FF2B5EF4-FFF2-40B4-BE49-F238E27FC236}">
                <a16:creationId xmlns:a16="http://schemas.microsoft.com/office/drawing/2014/main" id="{CED5CB78-F346-4769-B464-D2EBF1A909E8}"/>
              </a:ext>
            </a:extLst>
          </p:cNvPr>
          <p:cNvSpPr>
            <a:spLocks/>
          </p:cNvSpPr>
          <p:nvPr/>
        </p:nvSpPr>
        <p:spPr>
          <a:xfrm>
            <a:off x="8788806" y="55476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4" name="data_8655">
            <a:extLst>
              <a:ext uri="{FF2B5EF4-FFF2-40B4-BE49-F238E27FC236}">
                <a16:creationId xmlns:a16="http://schemas.microsoft.com/office/drawing/2014/main" id="{7CB8038E-1880-4889-A8FD-40F078A1D8EA}"/>
              </a:ext>
            </a:extLst>
          </p:cNvPr>
          <p:cNvSpPr>
            <a:spLocks/>
          </p:cNvSpPr>
          <p:nvPr/>
        </p:nvSpPr>
        <p:spPr>
          <a:xfrm>
            <a:off x="878700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5" name="data_8656">
            <a:extLst>
              <a:ext uri="{FF2B5EF4-FFF2-40B4-BE49-F238E27FC236}">
                <a16:creationId xmlns:a16="http://schemas.microsoft.com/office/drawing/2014/main" id="{6B72FA46-EC4D-4C91-A4C2-7737337761A9}"/>
              </a:ext>
            </a:extLst>
          </p:cNvPr>
          <p:cNvSpPr>
            <a:spLocks/>
          </p:cNvSpPr>
          <p:nvPr/>
        </p:nvSpPr>
        <p:spPr>
          <a:xfrm>
            <a:off x="877353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6" name="data_8657">
            <a:extLst>
              <a:ext uri="{FF2B5EF4-FFF2-40B4-BE49-F238E27FC236}">
                <a16:creationId xmlns:a16="http://schemas.microsoft.com/office/drawing/2014/main" id="{C23640C1-3263-4E86-8FA1-324687F65758}"/>
              </a:ext>
            </a:extLst>
          </p:cNvPr>
          <p:cNvSpPr>
            <a:spLocks/>
          </p:cNvSpPr>
          <p:nvPr/>
        </p:nvSpPr>
        <p:spPr>
          <a:xfrm>
            <a:off x="877106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7" name="data_8658">
            <a:extLst>
              <a:ext uri="{FF2B5EF4-FFF2-40B4-BE49-F238E27FC236}">
                <a16:creationId xmlns:a16="http://schemas.microsoft.com/office/drawing/2014/main" id="{5DFE106D-C677-4182-89C8-C72279D99851}"/>
              </a:ext>
            </a:extLst>
          </p:cNvPr>
          <p:cNvSpPr>
            <a:spLocks/>
          </p:cNvSpPr>
          <p:nvPr/>
        </p:nvSpPr>
        <p:spPr>
          <a:xfrm>
            <a:off x="880131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8" name="data_8659">
            <a:extLst>
              <a:ext uri="{FF2B5EF4-FFF2-40B4-BE49-F238E27FC236}">
                <a16:creationId xmlns:a16="http://schemas.microsoft.com/office/drawing/2014/main" id="{9D866D1F-F1BB-4FDE-8BD0-55F7ABA30901}"/>
              </a:ext>
            </a:extLst>
          </p:cNvPr>
          <p:cNvSpPr>
            <a:spLocks/>
          </p:cNvSpPr>
          <p:nvPr/>
        </p:nvSpPr>
        <p:spPr>
          <a:xfrm>
            <a:off x="881995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9" name="data_8660">
            <a:extLst>
              <a:ext uri="{FF2B5EF4-FFF2-40B4-BE49-F238E27FC236}">
                <a16:creationId xmlns:a16="http://schemas.microsoft.com/office/drawing/2014/main" id="{6EE7D30B-F408-4E8D-AFAE-441A53946A83}"/>
              </a:ext>
            </a:extLst>
          </p:cNvPr>
          <p:cNvSpPr>
            <a:spLocks/>
          </p:cNvSpPr>
          <p:nvPr/>
        </p:nvSpPr>
        <p:spPr>
          <a:xfrm>
            <a:off x="873326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0" name="data_8661">
            <a:extLst>
              <a:ext uri="{FF2B5EF4-FFF2-40B4-BE49-F238E27FC236}">
                <a16:creationId xmlns:a16="http://schemas.microsoft.com/office/drawing/2014/main" id="{7C388532-6B66-430D-B579-775DB4995A3B}"/>
              </a:ext>
            </a:extLst>
          </p:cNvPr>
          <p:cNvSpPr>
            <a:spLocks/>
          </p:cNvSpPr>
          <p:nvPr/>
        </p:nvSpPr>
        <p:spPr>
          <a:xfrm>
            <a:off x="8763788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1" name="data_8662">
            <a:extLst>
              <a:ext uri="{FF2B5EF4-FFF2-40B4-BE49-F238E27FC236}">
                <a16:creationId xmlns:a16="http://schemas.microsoft.com/office/drawing/2014/main" id="{6CF5501E-89D6-4C11-918A-96D070807331}"/>
              </a:ext>
            </a:extLst>
          </p:cNvPr>
          <p:cNvSpPr>
            <a:spLocks/>
          </p:cNvSpPr>
          <p:nvPr/>
        </p:nvSpPr>
        <p:spPr>
          <a:xfrm>
            <a:off x="8740164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2" name="data_8663">
            <a:extLst>
              <a:ext uri="{FF2B5EF4-FFF2-40B4-BE49-F238E27FC236}">
                <a16:creationId xmlns:a16="http://schemas.microsoft.com/office/drawing/2014/main" id="{4A773F3D-01DB-4AF4-BE5B-9560C53C8F06}"/>
              </a:ext>
            </a:extLst>
          </p:cNvPr>
          <p:cNvSpPr>
            <a:spLocks/>
          </p:cNvSpPr>
          <p:nvPr/>
        </p:nvSpPr>
        <p:spPr>
          <a:xfrm>
            <a:off x="880176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3" name="data_8664">
            <a:extLst>
              <a:ext uri="{FF2B5EF4-FFF2-40B4-BE49-F238E27FC236}">
                <a16:creationId xmlns:a16="http://schemas.microsoft.com/office/drawing/2014/main" id="{BD688233-CE5F-4721-A375-30D0B178B590}"/>
              </a:ext>
            </a:extLst>
          </p:cNvPr>
          <p:cNvSpPr>
            <a:spLocks/>
          </p:cNvSpPr>
          <p:nvPr/>
        </p:nvSpPr>
        <p:spPr>
          <a:xfrm>
            <a:off x="8748430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4" name="data_8665">
            <a:extLst>
              <a:ext uri="{FF2B5EF4-FFF2-40B4-BE49-F238E27FC236}">
                <a16:creationId xmlns:a16="http://schemas.microsoft.com/office/drawing/2014/main" id="{29EF9AF4-6BC3-4792-84A7-D9BAE5D36954}"/>
              </a:ext>
            </a:extLst>
          </p:cNvPr>
          <p:cNvSpPr>
            <a:spLocks/>
          </p:cNvSpPr>
          <p:nvPr/>
        </p:nvSpPr>
        <p:spPr>
          <a:xfrm>
            <a:off x="872866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5" name="data_8666">
            <a:extLst>
              <a:ext uri="{FF2B5EF4-FFF2-40B4-BE49-F238E27FC236}">
                <a16:creationId xmlns:a16="http://schemas.microsoft.com/office/drawing/2014/main" id="{72D89F04-7E9F-49E7-8235-39D07C434D12}"/>
              </a:ext>
            </a:extLst>
          </p:cNvPr>
          <p:cNvSpPr>
            <a:spLocks/>
          </p:cNvSpPr>
          <p:nvPr/>
        </p:nvSpPr>
        <p:spPr>
          <a:xfrm>
            <a:off x="8770800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6" name="data_8667">
            <a:extLst>
              <a:ext uri="{FF2B5EF4-FFF2-40B4-BE49-F238E27FC236}">
                <a16:creationId xmlns:a16="http://schemas.microsoft.com/office/drawing/2014/main" id="{D5AC8E43-4A40-43E0-9443-C41FBAA6924D}"/>
              </a:ext>
            </a:extLst>
          </p:cNvPr>
          <p:cNvSpPr>
            <a:spLocks/>
          </p:cNvSpPr>
          <p:nvPr/>
        </p:nvSpPr>
        <p:spPr>
          <a:xfrm>
            <a:off x="8777007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7" name="data_8668">
            <a:extLst>
              <a:ext uri="{FF2B5EF4-FFF2-40B4-BE49-F238E27FC236}">
                <a16:creationId xmlns:a16="http://schemas.microsoft.com/office/drawing/2014/main" id="{479A0E51-84B9-4587-AD24-629975A665D7}"/>
              </a:ext>
            </a:extLst>
          </p:cNvPr>
          <p:cNvSpPr>
            <a:spLocks/>
          </p:cNvSpPr>
          <p:nvPr/>
        </p:nvSpPr>
        <p:spPr>
          <a:xfrm>
            <a:off x="880791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8" name="data_8669">
            <a:extLst>
              <a:ext uri="{FF2B5EF4-FFF2-40B4-BE49-F238E27FC236}">
                <a16:creationId xmlns:a16="http://schemas.microsoft.com/office/drawing/2014/main" id="{09D7B8F0-D196-407B-ADE7-5D93AAC0E912}"/>
              </a:ext>
            </a:extLst>
          </p:cNvPr>
          <p:cNvSpPr>
            <a:spLocks/>
          </p:cNvSpPr>
          <p:nvPr/>
        </p:nvSpPr>
        <p:spPr>
          <a:xfrm>
            <a:off x="878087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9" name="data_8670">
            <a:extLst>
              <a:ext uri="{FF2B5EF4-FFF2-40B4-BE49-F238E27FC236}">
                <a16:creationId xmlns:a16="http://schemas.microsoft.com/office/drawing/2014/main" id="{E328C7B9-4CF9-4E05-9A2E-8070FABA1BAA}"/>
              </a:ext>
            </a:extLst>
          </p:cNvPr>
          <p:cNvSpPr>
            <a:spLocks/>
          </p:cNvSpPr>
          <p:nvPr/>
        </p:nvSpPr>
        <p:spPr>
          <a:xfrm>
            <a:off x="880717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0" name="data_8671">
            <a:extLst>
              <a:ext uri="{FF2B5EF4-FFF2-40B4-BE49-F238E27FC236}">
                <a16:creationId xmlns:a16="http://schemas.microsoft.com/office/drawing/2014/main" id="{C77AC13F-F660-45F7-9EE8-06FADA959BA0}"/>
              </a:ext>
            </a:extLst>
          </p:cNvPr>
          <p:cNvSpPr>
            <a:spLocks/>
          </p:cNvSpPr>
          <p:nvPr/>
        </p:nvSpPr>
        <p:spPr>
          <a:xfrm>
            <a:off x="8742122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1" name="data_8672">
            <a:extLst>
              <a:ext uri="{FF2B5EF4-FFF2-40B4-BE49-F238E27FC236}">
                <a16:creationId xmlns:a16="http://schemas.microsoft.com/office/drawing/2014/main" id="{A2E46E8D-33D8-4B40-B982-525897CEBA09}"/>
              </a:ext>
            </a:extLst>
          </p:cNvPr>
          <p:cNvSpPr>
            <a:spLocks/>
          </p:cNvSpPr>
          <p:nvPr/>
        </p:nvSpPr>
        <p:spPr>
          <a:xfrm>
            <a:off x="8821487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2" name="data_8673">
            <a:extLst>
              <a:ext uri="{FF2B5EF4-FFF2-40B4-BE49-F238E27FC236}">
                <a16:creationId xmlns:a16="http://schemas.microsoft.com/office/drawing/2014/main" id="{0A8BB6FF-4482-44A8-AF82-5887A1DC2624}"/>
              </a:ext>
            </a:extLst>
          </p:cNvPr>
          <p:cNvSpPr>
            <a:spLocks/>
          </p:cNvSpPr>
          <p:nvPr/>
        </p:nvSpPr>
        <p:spPr>
          <a:xfrm>
            <a:off x="8763751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3" name="data_8674">
            <a:extLst>
              <a:ext uri="{FF2B5EF4-FFF2-40B4-BE49-F238E27FC236}">
                <a16:creationId xmlns:a16="http://schemas.microsoft.com/office/drawing/2014/main" id="{852FB3CE-447A-452A-A0D6-A847B9B682E6}"/>
              </a:ext>
            </a:extLst>
          </p:cNvPr>
          <p:cNvSpPr>
            <a:spLocks/>
          </p:cNvSpPr>
          <p:nvPr/>
        </p:nvSpPr>
        <p:spPr>
          <a:xfrm>
            <a:off x="878152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4" name="data_8675">
            <a:extLst>
              <a:ext uri="{FF2B5EF4-FFF2-40B4-BE49-F238E27FC236}">
                <a16:creationId xmlns:a16="http://schemas.microsoft.com/office/drawing/2014/main" id="{157C3B1B-1175-45DC-849A-EA080CF87C30}"/>
              </a:ext>
            </a:extLst>
          </p:cNvPr>
          <p:cNvSpPr>
            <a:spLocks/>
          </p:cNvSpPr>
          <p:nvPr/>
        </p:nvSpPr>
        <p:spPr>
          <a:xfrm>
            <a:off x="873502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5" name="data_8676">
            <a:extLst>
              <a:ext uri="{FF2B5EF4-FFF2-40B4-BE49-F238E27FC236}">
                <a16:creationId xmlns:a16="http://schemas.microsoft.com/office/drawing/2014/main" id="{B9865512-ED60-4E27-9C32-78BD7F2847E9}"/>
              </a:ext>
            </a:extLst>
          </p:cNvPr>
          <p:cNvSpPr>
            <a:spLocks/>
          </p:cNvSpPr>
          <p:nvPr/>
        </p:nvSpPr>
        <p:spPr>
          <a:xfrm>
            <a:off x="8779418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6" name="data_8677">
            <a:extLst>
              <a:ext uri="{FF2B5EF4-FFF2-40B4-BE49-F238E27FC236}">
                <a16:creationId xmlns:a16="http://schemas.microsoft.com/office/drawing/2014/main" id="{1260C5D6-2AB0-44F9-901C-7415EE7988F4}"/>
              </a:ext>
            </a:extLst>
          </p:cNvPr>
          <p:cNvSpPr>
            <a:spLocks/>
          </p:cNvSpPr>
          <p:nvPr/>
        </p:nvSpPr>
        <p:spPr>
          <a:xfrm>
            <a:off x="8736514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7" name="data_8678">
            <a:extLst>
              <a:ext uri="{FF2B5EF4-FFF2-40B4-BE49-F238E27FC236}">
                <a16:creationId xmlns:a16="http://schemas.microsoft.com/office/drawing/2014/main" id="{3622521A-A354-4991-8974-C64E61670872}"/>
              </a:ext>
            </a:extLst>
          </p:cNvPr>
          <p:cNvSpPr>
            <a:spLocks/>
          </p:cNvSpPr>
          <p:nvPr/>
        </p:nvSpPr>
        <p:spPr>
          <a:xfrm>
            <a:off x="8763919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8" name="data_8679">
            <a:extLst>
              <a:ext uri="{FF2B5EF4-FFF2-40B4-BE49-F238E27FC236}">
                <a16:creationId xmlns:a16="http://schemas.microsoft.com/office/drawing/2014/main" id="{6EA473E8-58B6-49BE-9DC5-146B970D6CDF}"/>
              </a:ext>
            </a:extLst>
          </p:cNvPr>
          <p:cNvSpPr>
            <a:spLocks/>
          </p:cNvSpPr>
          <p:nvPr/>
        </p:nvSpPr>
        <p:spPr>
          <a:xfrm>
            <a:off x="8754666" y="63058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9" name="data_8680">
            <a:extLst>
              <a:ext uri="{FF2B5EF4-FFF2-40B4-BE49-F238E27FC236}">
                <a16:creationId xmlns:a16="http://schemas.microsoft.com/office/drawing/2014/main" id="{EDDBCEA1-5805-453E-A0E9-1FAF63847DF7}"/>
              </a:ext>
            </a:extLst>
          </p:cNvPr>
          <p:cNvSpPr>
            <a:spLocks/>
          </p:cNvSpPr>
          <p:nvPr/>
        </p:nvSpPr>
        <p:spPr>
          <a:xfrm>
            <a:off x="8806444" y="618455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0" name="data_8681">
            <a:extLst>
              <a:ext uri="{FF2B5EF4-FFF2-40B4-BE49-F238E27FC236}">
                <a16:creationId xmlns:a16="http://schemas.microsoft.com/office/drawing/2014/main" id="{1AB7A3FE-D9BD-4267-BEE6-53FEB889A977}"/>
              </a:ext>
            </a:extLst>
          </p:cNvPr>
          <p:cNvSpPr>
            <a:spLocks/>
          </p:cNvSpPr>
          <p:nvPr/>
        </p:nvSpPr>
        <p:spPr>
          <a:xfrm>
            <a:off x="8816135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1" name="data_8682">
            <a:extLst>
              <a:ext uri="{FF2B5EF4-FFF2-40B4-BE49-F238E27FC236}">
                <a16:creationId xmlns:a16="http://schemas.microsoft.com/office/drawing/2014/main" id="{3FB1C9B0-236A-439E-B6AE-A0483C6DC3B4}"/>
              </a:ext>
            </a:extLst>
          </p:cNvPr>
          <p:cNvSpPr>
            <a:spLocks/>
          </p:cNvSpPr>
          <p:nvPr/>
        </p:nvSpPr>
        <p:spPr>
          <a:xfrm>
            <a:off x="8806862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2" name="data_8683">
            <a:extLst>
              <a:ext uri="{FF2B5EF4-FFF2-40B4-BE49-F238E27FC236}">
                <a16:creationId xmlns:a16="http://schemas.microsoft.com/office/drawing/2014/main" id="{F9384482-D397-4576-81FB-F873740D8869}"/>
              </a:ext>
            </a:extLst>
          </p:cNvPr>
          <p:cNvSpPr>
            <a:spLocks/>
          </p:cNvSpPr>
          <p:nvPr/>
        </p:nvSpPr>
        <p:spPr>
          <a:xfrm>
            <a:off x="873661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3" name="data_8684">
            <a:extLst>
              <a:ext uri="{FF2B5EF4-FFF2-40B4-BE49-F238E27FC236}">
                <a16:creationId xmlns:a16="http://schemas.microsoft.com/office/drawing/2014/main" id="{6B2BE1C0-DF67-437E-91A6-A53E37B0D0F6}"/>
              </a:ext>
            </a:extLst>
          </p:cNvPr>
          <p:cNvSpPr>
            <a:spLocks/>
          </p:cNvSpPr>
          <p:nvPr/>
        </p:nvSpPr>
        <p:spPr>
          <a:xfrm>
            <a:off x="8722016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4" name="data_8685">
            <a:extLst>
              <a:ext uri="{FF2B5EF4-FFF2-40B4-BE49-F238E27FC236}">
                <a16:creationId xmlns:a16="http://schemas.microsoft.com/office/drawing/2014/main" id="{FB1E0114-B6DD-480A-932F-200D85DA6CEB}"/>
              </a:ext>
            </a:extLst>
          </p:cNvPr>
          <p:cNvSpPr>
            <a:spLocks/>
          </p:cNvSpPr>
          <p:nvPr/>
        </p:nvSpPr>
        <p:spPr>
          <a:xfrm>
            <a:off x="8817395" y="60025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5" name="data_8686">
            <a:extLst>
              <a:ext uri="{FF2B5EF4-FFF2-40B4-BE49-F238E27FC236}">
                <a16:creationId xmlns:a16="http://schemas.microsoft.com/office/drawing/2014/main" id="{ACF95D22-8CEE-4C87-B9BD-78262B14C3EC}"/>
              </a:ext>
            </a:extLst>
          </p:cNvPr>
          <p:cNvSpPr>
            <a:spLocks/>
          </p:cNvSpPr>
          <p:nvPr/>
        </p:nvSpPr>
        <p:spPr>
          <a:xfrm>
            <a:off x="8759805" y="50927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6" name="data_8687">
            <a:extLst>
              <a:ext uri="{FF2B5EF4-FFF2-40B4-BE49-F238E27FC236}">
                <a16:creationId xmlns:a16="http://schemas.microsoft.com/office/drawing/2014/main" id="{462BE5A3-46F1-4FF1-8BB1-19CCCF5E5A9B}"/>
              </a:ext>
            </a:extLst>
          </p:cNvPr>
          <p:cNvSpPr>
            <a:spLocks/>
          </p:cNvSpPr>
          <p:nvPr/>
        </p:nvSpPr>
        <p:spPr>
          <a:xfrm>
            <a:off x="8812353" y="691244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7" name="data_8688">
            <a:extLst>
              <a:ext uri="{FF2B5EF4-FFF2-40B4-BE49-F238E27FC236}">
                <a16:creationId xmlns:a16="http://schemas.microsoft.com/office/drawing/2014/main" id="{8309FF62-9683-4292-BF2B-1692B95F1942}"/>
              </a:ext>
            </a:extLst>
          </p:cNvPr>
          <p:cNvSpPr>
            <a:spLocks/>
          </p:cNvSpPr>
          <p:nvPr/>
        </p:nvSpPr>
        <p:spPr>
          <a:xfrm>
            <a:off x="896785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8" name="data_8689">
            <a:extLst>
              <a:ext uri="{FF2B5EF4-FFF2-40B4-BE49-F238E27FC236}">
                <a16:creationId xmlns:a16="http://schemas.microsoft.com/office/drawing/2014/main" id="{B583B0B7-E22A-4A24-913E-15BB5B5815E3}"/>
              </a:ext>
            </a:extLst>
          </p:cNvPr>
          <p:cNvSpPr>
            <a:spLocks/>
          </p:cNvSpPr>
          <p:nvPr/>
        </p:nvSpPr>
        <p:spPr>
          <a:xfrm>
            <a:off x="899729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9" name="data_8690">
            <a:extLst>
              <a:ext uri="{FF2B5EF4-FFF2-40B4-BE49-F238E27FC236}">
                <a16:creationId xmlns:a16="http://schemas.microsoft.com/office/drawing/2014/main" id="{5CC3EF72-825B-4584-9FB0-E851EAD543DC}"/>
              </a:ext>
            </a:extLst>
          </p:cNvPr>
          <p:cNvSpPr>
            <a:spLocks/>
          </p:cNvSpPr>
          <p:nvPr/>
        </p:nvSpPr>
        <p:spPr>
          <a:xfrm>
            <a:off x="896031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0" name="data_8691">
            <a:extLst>
              <a:ext uri="{FF2B5EF4-FFF2-40B4-BE49-F238E27FC236}">
                <a16:creationId xmlns:a16="http://schemas.microsoft.com/office/drawing/2014/main" id="{E8656346-F675-4BD8-84AE-588E86A92BDA}"/>
              </a:ext>
            </a:extLst>
          </p:cNvPr>
          <p:cNvSpPr>
            <a:spLocks/>
          </p:cNvSpPr>
          <p:nvPr/>
        </p:nvSpPr>
        <p:spPr>
          <a:xfrm>
            <a:off x="894654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1" name="data_8692">
            <a:extLst>
              <a:ext uri="{FF2B5EF4-FFF2-40B4-BE49-F238E27FC236}">
                <a16:creationId xmlns:a16="http://schemas.microsoft.com/office/drawing/2014/main" id="{C4224ABA-B4B4-489F-9985-92BD0432847C}"/>
              </a:ext>
            </a:extLst>
          </p:cNvPr>
          <p:cNvSpPr>
            <a:spLocks/>
          </p:cNvSpPr>
          <p:nvPr/>
        </p:nvSpPr>
        <p:spPr>
          <a:xfrm>
            <a:off x="894873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2" name="data_8693">
            <a:extLst>
              <a:ext uri="{FF2B5EF4-FFF2-40B4-BE49-F238E27FC236}">
                <a16:creationId xmlns:a16="http://schemas.microsoft.com/office/drawing/2014/main" id="{43B39F33-1376-4F3F-88BD-BCD97276B74B}"/>
              </a:ext>
            </a:extLst>
          </p:cNvPr>
          <p:cNvSpPr>
            <a:spLocks/>
          </p:cNvSpPr>
          <p:nvPr/>
        </p:nvSpPr>
        <p:spPr>
          <a:xfrm>
            <a:off x="8979828" y="5456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3" name="data_8694">
            <a:extLst>
              <a:ext uri="{FF2B5EF4-FFF2-40B4-BE49-F238E27FC236}">
                <a16:creationId xmlns:a16="http://schemas.microsoft.com/office/drawing/2014/main" id="{D2DE3A74-7F70-46FB-8BAD-BBD100FE30A7}"/>
              </a:ext>
            </a:extLst>
          </p:cNvPr>
          <p:cNvSpPr>
            <a:spLocks/>
          </p:cNvSpPr>
          <p:nvPr/>
        </p:nvSpPr>
        <p:spPr>
          <a:xfrm>
            <a:off x="898208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4" name="data_8695">
            <a:extLst>
              <a:ext uri="{FF2B5EF4-FFF2-40B4-BE49-F238E27FC236}">
                <a16:creationId xmlns:a16="http://schemas.microsoft.com/office/drawing/2014/main" id="{221FE9EC-8697-422A-B04A-0C9F7DC9E795}"/>
              </a:ext>
            </a:extLst>
          </p:cNvPr>
          <p:cNvSpPr>
            <a:spLocks/>
          </p:cNvSpPr>
          <p:nvPr/>
        </p:nvSpPr>
        <p:spPr>
          <a:xfrm>
            <a:off x="9041487" y="5456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5" name="data_8696">
            <a:extLst>
              <a:ext uri="{FF2B5EF4-FFF2-40B4-BE49-F238E27FC236}">
                <a16:creationId xmlns:a16="http://schemas.microsoft.com/office/drawing/2014/main" id="{76315798-88DD-4DFB-8CDA-F3AD55153F43}"/>
              </a:ext>
            </a:extLst>
          </p:cNvPr>
          <p:cNvSpPr>
            <a:spLocks/>
          </p:cNvSpPr>
          <p:nvPr/>
        </p:nvSpPr>
        <p:spPr>
          <a:xfrm>
            <a:off x="9041948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6" name="data_8697">
            <a:extLst>
              <a:ext uri="{FF2B5EF4-FFF2-40B4-BE49-F238E27FC236}">
                <a16:creationId xmlns:a16="http://schemas.microsoft.com/office/drawing/2014/main" id="{82D9CA80-B93E-42D1-B1DF-32B57E97974F}"/>
              </a:ext>
            </a:extLst>
          </p:cNvPr>
          <p:cNvSpPr>
            <a:spLocks/>
          </p:cNvSpPr>
          <p:nvPr/>
        </p:nvSpPr>
        <p:spPr>
          <a:xfrm>
            <a:off x="899236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7" name="data_8698">
            <a:extLst>
              <a:ext uri="{FF2B5EF4-FFF2-40B4-BE49-F238E27FC236}">
                <a16:creationId xmlns:a16="http://schemas.microsoft.com/office/drawing/2014/main" id="{EBF19617-F53A-44FC-B04D-331B96A44BF6}"/>
              </a:ext>
            </a:extLst>
          </p:cNvPr>
          <p:cNvSpPr>
            <a:spLocks/>
          </p:cNvSpPr>
          <p:nvPr/>
        </p:nvSpPr>
        <p:spPr>
          <a:xfrm>
            <a:off x="894116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8" name="data_8699">
            <a:extLst>
              <a:ext uri="{FF2B5EF4-FFF2-40B4-BE49-F238E27FC236}">
                <a16:creationId xmlns:a16="http://schemas.microsoft.com/office/drawing/2014/main" id="{364F9070-6168-4820-85D5-FF95ADC5EE2E}"/>
              </a:ext>
            </a:extLst>
          </p:cNvPr>
          <p:cNvSpPr>
            <a:spLocks/>
          </p:cNvSpPr>
          <p:nvPr/>
        </p:nvSpPr>
        <p:spPr>
          <a:xfrm>
            <a:off x="897677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9" name="data_8700">
            <a:extLst>
              <a:ext uri="{FF2B5EF4-FFF2-40B4-BE49-F238E27FC236}">
                <a16:creationId xmlns:a16="http://schemas.microsoft.com/office/drawing/2014/main" id="{746E7C8C-6F45-487E-8AFC-D8D3A1753F56}"/>
              </a:ext>
            </a:extLst>
          </p:cNvPr>
          <p:cNvSpPr>
            <a:spLocks/>
          </p:cNvSpPr>
          <p:nvPr/>
        </p:nvSpPr>
        <p:spPr>
          <a:xfrm>
            <a:off x="8989488" y="66091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0" name="data_8701">
            <a:extLst>
              <a:ext uri="{FF2B5EF4-FFF2-40B4-BE49-F238E27FC236}">
                <a16:creationId xmlns:a16="http://schemas.microsoft.com/office/drawing/2014/main" id="{FCA56290-2565-4CD0-9298-4A15D85748A6}"/>
              </a:ext>
            </a:extLst>
          </p:cNvPr>
          <p:cNvSpPr>
            <a:spLocks/>
          </p:cNvSpPr>
          <p:nvPr/>
        </p:nvSpPr>
        <p:spPr>
          <a:xfrm>
            <a:off x="900867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1" name="data_8702">
            <a:extLst>
              <a:ext uri="{FF2B5EF4-FFF2-40B4-BE49-F238E27FC236}">
                <a16:creationId xmlns:a16="http://schemas.microsoft.com/office/drawing/2014/main" id="{729E071E-CC05-4F7C-B29D-9ECC78050D0E}"/>
              </a:ext>
            </a:extLst>
          </p:cNvPr>
          <p:cNvSpPr>
            <a:spLocks/>
          </p:cNvSpPr>
          <p:nvPr/>
        </p:nvSpPr>
        <p:spPr>
          <a:xfrm>
            <a:off x="893813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2" name="data_8703">
            <a:extLst>
              <a:ext uri="{FF2B5EF4-FFF2-40B4-BE49-F238E27FC236}">
                <a16:creationId xmlns:a16="http://schemas.microsoft.com/office/drawing/2014/main" id="{A8FA6E87-E7D3-4F03-8568-BA59D16ED988}"/>
              </a:ext>
            </a:extLst>
          </p:cNvPr>
          <p:cNvSpPr>
            <a:spLocks/>
          </p:cNvSpPr>
          <p:nvPr/>
        </p:nvSpPr>
        <p:spPr>
          <a:xfrm>
            <a:off x="902716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3" name="data_8704">
            <a:extLst>
              <a:ext uri="{FF2B5EF4-FFF2-40B4-BE49-F238E27FC236}">
                <a16:creationId xmlns:a16="http://schemas.microsoft.com/office/drawing/2014/main" id="{65941CE8-6AE0-4799-9854-9558FCE8107E}"/>
              </a:ext>
            </a:extLst>
          </p:cNvPr>
          <p:cNvSpPr>
            <a:spLocks/>
          </p:cNvSpPr>
          <p:nvPr/>
        </p:nvSpPr>
        <p:spPr>
          <a:xfrm>
            <a:off x="8964111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4" name="data_8705">
            <a:extLst>
              <a:ext uri="{FF2B5EF4-FFF2-40B4-BE49-F238E27FC236}">
                <a16:creationId xmlns:a16="http://schemas.microsoft.com/office/drawing/2014/main" id="{71A77B2C-58F8-48EF-8F2D-08876F645362}"/>
              </a:ext>
            </a:extLst>
          </p:cNvPr>
          <p:cNvSpPr>
            <a:spLocks/>
          </p:cNvSpPr>
          <p:nvPr/>
        </p:nvSpPr>
        <p:spPr>
          <a:xfrm>
            <a:off x="895406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5" name="data_8706">
            <a:extLst>
              <a:ext uri="{FF2B5EF4-FFF2-40B4-BE49-F238E27FC236}">
                <a16:creationId xmlns:a16="http://schemas.microsoft.com/office/drawing/2014/main" id="{C9B416F4-E670-40BD-8DA7-A8029A72E4B3}"/>
              </a:ext>
            </a:extLst>
          </p:cNvPr>
          <p:cNvSpPr>
            <a:spLocks/>
          </p:cNvSpPr>
          <p:nvPr/>
        </p:nvSpPr>
        <p:spPr>
          <a:xfrm>
            <a:off x="8991426" y="61845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6" name="data_8707">
            <a:extLst>
              <a:ext uri="{FF2B5EF4-FFF2-40B4-BE49-F238E27FC236}">
                <a16:creationId xmlns:a16="http://schemas.microsoft.com/office/drawing/2014/main" id="{39F79839-2498-45BD-AFCE-78BD9B08FA35}"/>
              </a:ext>
            </a:extLst>
          </p:cNvPr>
          <p:cNvSpPr>
            <a:spLocks/>
          </p:cNvSpPr>
          <p:nvPr/>
        </p:nvSpPr>
        <p:spPr>
          <a:xfrm>
            <a:off x="900172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7" name="data_8708">
            <a:extLst>
              <a:ext uri="{FF2B5EF4-FFF2-40B4-BE49-F238E27FC236}">
                <a16:creationId xmlns:a16="http://schemas.microsoft.com/office/drawing/2014/main" id="{B59178B3-7A80-44E4-AAAD-3E649F78E028}"/>
              </a:ext>
            </a:extLst>
          </p:cNvPr>
          <p:cNvSpPr>
            <a:spLocks/>
          </p:cNvSpPr>
          <p:nvPr/>
        </p:nvSpPr>
        <p:spPr>
          <a:xfrm>
            <a:off x="893912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8" name="data_8709">
            <a:extLst>
              <a:ext uri="{FF2B5EF4-FFF2-40B4-BE49-F238E27FC236}">
                <a16:creationId xmlns:a16="http://schemas.microsoft.com/office/drawing/2014/main" id="{FF65F72F-298D-4573-B728-1C092667C5E6}"/>
              </a:ext>
            </a:extLst>
          </p:cNvPr>
          <p:cNvSpPr>
            <a:spLocks/>
          </p:cNvSpPr>
          <p:nvPr/>
        </p:nvSpPr>
        <p:spPr>
          <a:xfrm>
            <a:off x="901505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9" name="data_8710">
            <a:extLst>
              <a:ext uri="{FF2B5EF4-FFF2-40B4-BE49-F238E27FC236}">
                <a16:creationId xmlns:a16="http://schemas.microsoft.com/office/drawing/2014/main" id="{BEAAA1FC-FAB0-4705-B7CC-135ABE558FBD}"/>
              </a:ext>
            </a:extLst>
          </p:cNvPr>
          <p:cNvSpPr>
            <a:spLocks/>
          </p:cNvSpPr>
          <p:nvPr/>
        </p:nvSpPr>
        <p:spPr>
          <a:xfrm>
            <a:off x="8952384" y="532018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0" name="data_8711">
            <a:extLst>
              <a:ext uri="{FF2B5EF4-FFF2-40B4-BE49-F238E27FC236}">
                <a16:creationId xmlns:a16="http://schemas.microsoft.com/office/drawing/2014/main" id="{A1F6FFED-576C-4066-9BCF-4E9A16E0D289}"/>
              </a:ext>
            </a:extLst>
          </p:cNvPr>
          <p:cNvSpPr>
            <a:spLocks/>
          </p:cNvSpPr>
          <p:nvPr/>
        </p:nvSpPr>
        <p:spPr>
          <a:xfrm>
            <a:off x="900253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1" name="data_8712">
            <a:extLst>
              <a:ext uri="{FF2B5EF4-FFF2-40B4-BE49-F238E27FC236}">
                <a16:creationId xmlns:a16="http://schemas.microsoft.com/office/drawing/2014/main" id="{0E7DA0E7-E90D-41A6-A0B8-5FA94B8F66CE}"/>
              </a:ext>
            </a:extLst>
          </p:cNvPr>
          <p:cNvSpPr>
            <a:spLocks/>
          </p:cNvSpPr>
          <p:nvPr/>
        </p:nvSpPr>
        <p:spPr>
          <a:xfrm>
            <a:off x="897777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2" name="data_8713">
            <a:extLst>
              <a:ext uri="{FF2B5EF4-FFF2-40B4-BE49-F238E27FC236}">
                <a16:creationId xmlns:a16="http://schemas.microsoft.com/office/drawing/2014/main" id="{6F054659-82FE-4229-ABFF-60FDD70B9F53}"/>
              </a:ext>
            </a:extLst>
          </p:cNvPr>
          <p:cNvSpPr>
            <a:spLocks/>
          </p:cNvSpPr>
          <p:nvPr/>
        </p:nvSpPr>
        <p:spPr>
          <a:xfrm>
            <a:off x="9006032" y="60025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3" name="data_8714">
            <a:extLst>
              <a:ext uri="{FF2B5EF4-FFF2-40B4-BE49-F238E27FC236}">
                <a16:creationId xmlns:a16="http://schemas.microsoft.com/office/drawing/2014/main" id="{0EE634AC-E502-4856-82C5-A3010941B5A9}"/>
              </a:ext>
            </a:extLst>
          </p:cNvPr>
          <p:cNvSpPr>
            <a:spLocks/>
          </p:cNvSpPr>
          <p:nvPr/>
        </p:nvSpPr>
        <p:spPr>
          <a:xfrm>
            <a:off x="894378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4" name="data_8715">
            <a:extLst>
              <a:ext uri="{FF2B5EF4-FFF2-40B4-BE49-F238E27FC236}">
                <a16:creationId xmlns:a16="http://schemas.microsoft.com/office/drawing/2014/main" id="{6672565B-593A-479D-B492-4AB5058C4BFA}"/>
              </a:ext>
            </a:extLst>
          </p:cNvPr>
          <p:cNvSpPr>
            <a:spLocks/>
          </p:cNvSpPr>
          <p:nvPr/>
        </p:nvSpPr>
        <p:spPr>
          <a:xfrm>
            <a:off x="898818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5" name="data_8716">
            <a:extLst>
              <a:ext uri="{FF2B5EF4-FFF2-40B4-BE49-F238E27FC236}">
                <a16:creationId xmlns:a16="http://schemas.microsoft.com/office/drawing/2014/main" id="{A9939BCB-16E9-45F3-987B-290F56CAA468}"/>
              </a:ext>
            </a:extLst>
          </p:cNvPr>
          <p:cNvSpPr>
            <a:spLocks/>
          </p:cNvSpPr>
          <p:nvPr/>
        </p:nvSpPr>
        <p:spPr>
          <a:xfrm>
            <a:off x="900824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6" name="data_8717">
            <a:extLst>
              <a:ext uri="{FF2B5EF4-FFF2-40B4-BE49-F238E27FC236}">
                <a16:creationId xmlns:a16="http://schemas.microsoft.com/office/drawing/2014/main" id="{EE6C6FA7-D9A1-47DB-98A3-89A7114975B6}"/>
              </a:ext>
            </a:extLst>
          </p:cNvPr>
          <p:cNvSpPr>
            <a:spLocks/>
          </p:cNvSpPr>
          <p:nvPr/>
        </p:nvSpPr>
        <p:spPr>
          <a:xfrm>
            <a:off x="895498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7" name="data_8718">
            <a:extLst>
              <a:ext uri="{FF2B5EF4-FFF2-40B4-BE49-F238E27FC236}">
                <a16:creationId xmlns:a16="http://schemas.microsoft.com/office/drawing/2014/main" id="{E5C9BBF2-3000-475B-AAC1-1F04DC7E3B67}"/>
              </a:ext>
            </a:extLst>
          </p:cNvPr>
          <p:cNvSpPr>
            <a:spLocks/>
          </p:cNvSpPr>
          <p:nvPr/>
        </p:nvSpPr>
        <p:spPr>
          <a:xfrm>
            <a:off x="8973566" y="66091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8" name="data_8719">
            <a:extLst>
              <a:ext uri="{FF2B5EF4-FFF2-40B4-BE49-F238E27FC236}">
                <a16:creationId xmlns:a16="http://schemas.microsoft.com/office/drawing/2014/main" id="{59E464BF-1D85-4419-AD62-42BEA6785F1A}"/>
              </a:ext>
            </a:extLst>
          </p:cNvPr>
          <p:cNvSpPr>
            <a:spLocks/>
          </p:cNvSpPr>
          <p:nvPr/>
        </p:nvSpPr>
        <p:spPr>
          <a:xfrm>
            <a:off x="8964771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9" name="data_8720">
            <a:extLst>
              <a:ext uri="{FF2B5EF4-FFF2-40B4-BE49-F238E27FC236}">
                <a16:creationId xmlns:a16="http://schemas.microsoft.com/office/drawing/2014/main" id="{1490CD13-70FC-498B-A9E5-1107D708E4C9}"/>
              </a:ext>
            </a:extLst>
          </p:cNvPr>
          <p:cNvSpPr>
            <a:spLocks/>
          </p:cNvSpPr>
          <p:nvPr/>
        </p:nvSpPr>
        <p:spPr>
          <a:xfrm>
            <a:off x="8984608" y="68691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0" name="data_8721">
            <a:extLst>
              <a:ext uri="{FF2B5EF4-FFF2-40B4-BE49-F238E27FC236}">
                <a16:creationId xmlns:a16="http://schemas.microsoft.com/office/drawing/2014/main" id="{9D754415-B5F2-45B1-AF6A-D9392EACFB4A}"/>
              </a:ext>
            </a:extLst>
          </p:cNvPr>
          <p:cNvSpPr>
            <a:spLocks/>
          </p:cNvSpPr>
          <p:nvPr/>
        </p:nvSpPr>
        <p:spPr>
          <a:xfrm>
            <a:off x="894903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1" name="data_8722">
            <a:extLst>
              <a:ext uri="{FF2B5EF4-FFF2-40B4-BE49-F238E27FC236}">
                <a16:creationId xmlns:a16="http://schemas.microsoft.com/office/drawing/2014/main" id="{BB048690-7269-4424-8BA5-7DCEF2FCE0D0}"/>
              </a:ext>
            </a:extLst>
          </p:cNvPr>
          <p:cNvSpPr>
            <a:spLocks/>
          </p:cNvSpPr>
          <p:nvPr/>
        </p:nvSpPr>
        <p:spPr>
          <a:xfrm>
            <a:off x="896897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2" name="data_8723">
            <a:extLst>
              <a:ext uri="{FF2B5EF4-FFF2-40B4-BE49-F238E27FC236}">
                <a16:creationId xmlns:a16="http://schemas.microsoft.com/office/drawing/2014/main" id="{ED52B9F8-FA96-4507-B713-A8D1A39A9F10}"/>
              </a:ext>
            </a:extLst>
          </p:cNvPr>
          <p:cNvSpPr>
            <a:spLocks/>
          </p:cNvSpPr>
          <p:nvPr/>
        </p:nvSpPr>
        <p:spPr>
          <a:xfrm>
            <a:off x="902419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3" name="data_8724">
            <a:extLst>
              <a:ext uri="{FF2B5EF4-FFF2-40B4-BE49-F238E27FC236}">
                <a16:creationId xmlns:a16="http://schemas.microsoft.com/office/drawing/2014/main" id="{67003E00-5273-4051-A81D-2420035B5FF3}"/>
              </a:ext>
            </a:extLst>
          </p:cNvPr>
          <p:cNvSpPr>
            <a:spLocks/>
          </p:cNvSpPr>
          <p:nvPr/>
        </p:nvSpPr>
        <p:spPr>
          <a:xfrm>
            <a:off x="904248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4" name="data_8725">
            <a:extLst>
              <a:ext uri="{FF2B5EF4-FFF2-40B4-BE49-F238E27FC236}">
                <a16:creationId xmlns:a16="http://schemas.microsoft.com/office/drawing/2014/main" id="{606E4F34-5570-4154-9179-CC34FD889CD4}"/>
              </a:ext>
            </a:extLst>
          </p:cNvPr>
          <p:cNvSpPr>
            <a:spLocks/>
          </p:cNvSpPr>
          <p:nvPr/>
        </p:nvSpPr>
        <p:spPr>
          <a:xfrm>
            <a:off x="903230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5" name="data_8726">
            <a:extLst>
              <a:ext uri="{FF2B5EF4-FFF2-40B4-BE49-F238E27FC236}">
                <a16:creationId xmlns:a16="http://schemas.microsoft.com/office/drawing/2014/main" id="{EB093360-EF46-4149-AA0F-46EBFE1C91F5}"/>
              </a:ext>
            </a:extLst>
          </p:cNvPr>
          <p:cNvSpPr>
            <a:spLocks/>
          </p:cNvSpPr>
          <p:nvPr/>
        </p:nvSpPr>
        <p:spPr>
          <a:xfrm>
            <a:off x="898526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6" name="data_8727">
            <a:extLst>
              <a:ext uri="{FF2B5EF4-FFF2-40B4-BE49-F238E27FC236}">
                <a16:creationId xmlns:a16="http://schemas.microsoft.com/office/drawing/2014/main" id="{BE0A9BC5-56E4-4386-B51C-B7D1067D77F8}"/>
              </a:ext>
            </a:extLst>
          </p:cNvPr>
          <p:cNvSpPr>
            <a:spLocks/>
          </p:cNvSpPr>
          <p:nvPr/>
        </p:nvSpPr>
        <p:spPr>
          <a:xfrm>
            <a:off x="899009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7" name="data_8728">
            <a:extLst>
              <a:ext uri="{FF2B5EF4-FFF2-40B4-BE49-F238E27FC236}">
                <a16:creationId xmlns:a16="http://schemas.microsoft.com/office/drawing/2014/main" id="{E6D0EC9B-746B-49E9-B262-9243B664BE8B}"/>
              </a:ext>
            </a:extLst>
          </p:cNvPr>
          <p:cNvSpPr>
            <a:spLocks/>
          </p:cNvSpPr>
          <p:nvPr/>
        </p:nvSpPr>
        <p:spPr>
          <a:xfrm>
            <a:off x="901657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8" name="data_8729">
            <a:extLst>
              <a:ext uri="{FF2B5EF4-FFF2-40B4-BE49-F238E27FC236}">
                <a16:creationId xmlns:a16="http://schemas.microsoft.com/office/drawing/2014/main" id="{63A6DE31-24FA-4AC1-9766-D921A9095F33}"/>
              </a:ext>
            </a:extLst>
          </p:cNvPr>
          <p:cNvSpPr>
            <a:spLocks/>
          </p:cNvSpPr>
          <p:nvPr/>
        </p:nvSpPr>
        <p:spPr>
          <a:xfrm>
            <a:off x="899940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9" name="data_8730">
            <a:extLst>
              <a:ext uri="{FF2B5EF4-FFF2-40B4-BE49-F238E27FC236}">
                <a16:creationId xmlns:a16="http://schemas.microsoft.com/office/drawing/2014/main" id="{8AB93689-7D67-4561-A40B-071CF57C18FE}"/>
              </a:ext>
            </a:extLst>
          </p:cNvPr>
          <p:cNvSpPr>
            <a:spLocks/>
          </p:cNvSpPr>
          <p:nvPr/>
        </p:nvSpPr>
        <p:spPr>
          <a:xfrm>
            <a:off x="899810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0" name="data_8731">
            <a:extLst>
              <a:ext uri="{FF2B5EF4-FFF2-40B4-BE49-F238E27FC236}">
                <a16:creationId xmlns:a16="http://schemas.microsoft.com/office/drawing/2014/main" id="{2E8F5422-CF5A-428E-841B-035BC9A8B4AB}"/>
              </a:ext>
            </a:extLst>
          </p:cNvPr>
          <p:cNvSpPr>
            <a:spLocks/>
          </p:cNvSpPr>
          <p:nvPr/>
        </p:nvSpPr>
        <p:spPr>
          <a:xfrm>
            <a:off x="895500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1" name="data_8732">
            <a:extLst>
              <a:ext uri="{FF2B5EF4-FFF2-40B4-BE49-F238E27FC236}">
                <a16:creationId xmlns:a16="http://schemas.microsoft.com/office/drawing/2014/main" id="{94DE2F43-0167-44F2-AFF9-1C08A12DEA34}"/>
              </a:ext>
            </a:extLst>
          </p:cNvPr>
          <p:cNvSpPr>
            <a:spLocks/>
          </p:cNvSpPr>
          <p:nvPr/>
        </p:nvSpPr>
        <p:spPr>
          <a:xfrm>
            <a:off x="8938823" y="63925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2" name="data_8733">
            <a:extLst>
              <a:ext uri="{FF2B5EF4-FFF2-40B4-BE49-F238E27FC236}">
                <a16:creationId xmlns:a16="http://schemas.microsoft.com/office/drawing/2014/main" id="{E1DEA8D9-B0F1-43B0-AB81-C5DD5BD30B15}"/>
              </a:ext>
            </a:extLst>
          </p:cNvPr>
          <p:cNvSpPr>
            <a:spLocks/>
          </p:cNvSpPr>
          <p:nvPr/>
        </p:nvSpPr>
        <p:spPr>
          <a:xfrm>
            <a:off x="902805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3" name="data_8734">
            <a:extLst>
              <a:ext uri="{FF2B5EF4-FFF2-40B4-BE49-F238E27FC236}">
                <a16:creationId xmlns:a16="http://schemas.microsoft.com/office/drawing/2014/main" id="{41C5A758-639D-4D70-902E-A8A4F6D8149E}"/>
              </a:ext>
            </a:extLst>
          </p:cNvPr>
          <p:cNvSpPr>
            <a:spLocks/>
          </p:cNvSpPr>
          <p:nvPr/>
        </p:nvSpPr>
        <p:spPr>
          <a:xfrm>
            <a:off x="894077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4" name="data_8735">
            <a:extLst>
              <a:ext uri="{FF2B5EF4-FFF2-40B4-BE49-F238E27FC236}">
                <a16:creationId xmlns:a16="http://schemas.microsoft.com/office/drawing/2014/main" id="{794C1A41-03C7-4FE9-B053-0D6ADBFF7F2C}"/>
              </a:ext>
            </a:extLst>
          </p:cNvPr>
          <p:cNvSpPr>
            <a:spLocks/>
          </p:cNvSpPr>
          <p:nvPr/>
        </p:nvSpPr>
        <p:spPr>
          <a:xfrm>
            <a:off x="898450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5" name="data_8736">
            <a:extLst>
              <a:ext uri="{FF2B5EF4-FFF2-40B4-BE49-F238E27FC236}">
                <a16:creationId xmlns:a16="http://schemas.microsoft.com/office/drawing/2014/main" id="{51B797F0-A249-4086-BA58-3668C474F166}"/>
              </a:ext>
            </a:extLst>
          </p:cNvPr>
          <p:cNvSpPr>
            <a:spLocks/>
          </p:cNvSpPr>
          <p:nvPr/>
        </p:nvSpPr>
        <p:spPr>
          <a:xfrm>
            <a:off x="897965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6" name="data_8737">
            <a:extLst>
              <a:ext uri="{FF2B5EF4-FFF2-40B4-BE49-F238E27FC236}">
                <a16:creationId xmlns:a16="http://schemas.microsoft.com/office/drawing/2014/main" id="{74D82C30-AFD3-48A8-84FB-F3829DC4FE20}"/>
              </a:ext>
            </a:extLst>
          </p:cNvPr>
          <p:cNvSpPr>
            <a:spLocks/>
          </p:cNvSpPr>
          <p:nvPr/>
        </p:nvSpPr>
        <p:spPr>
          <a:xfrm>
            <a:off x="901792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7" name="data_8738">
            <a:extLst>
              <a:ext uri="{FF2B5EF4-FFF2-40B4-BE49-F238E27FC236}">
                <a16:creationId xmlns:a16="http://schemas.microsoft.com/office/drawing/2014/main" id="{40B7868F-55A9-4790-9448-9CADFFD72C4D}"/>
              </a:ext>
            </a:extLst>
          </p:cNvPr>
          <p:cNvSpPr>
            <a:spLocks/>
          </p:cNvSpPr>
          <p:nvPr/>
        </p:nvSpPr>
        <p:spPr>
          <a:xfrm>
            <a:off x="9028008" y="64575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8" name="data_8739">
            <a:extLst>
              <a:ext uri="{FF2B5EF4-FFF2-40B4-BE49-F238E27FC236}">
                <a16:creationId xmlns:a16="http://schemas.microsoft.com/office/drawing/2014/main" id="{6E89860A-7A01-46C9-8AD2-039FFE895BF7}"/>
              </a:ext>
            </a:extLst>
          </p:cNvPr>
          <p:cNvSpPr>
            <a:spLocks/>
          </p:cNvSpPr>
          <p:nvPr/>
        </p:nvSpPr>
        <p:spPr>
          <a:xfrm>
            <a:off x="895712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9" name="data_8740">
            <a:extLst>
              <a:ext uri="{FF2B5EF4-FFF2-40B4-BE49-F238E27FC236}">
                <a16:creationId xmlns:a16="http://schemas.microsoft.com/office/drawing/2014/main" id="{39FD7B5E-2C36-4587-8D92-E8BAAC9155EB}"/>
              </a:ext>
            </a:extLst>
          </p:cNvPr>
          <p:cNvSpPr>
            <a:spLocks/>
          </p:cNvSpPr>
          <p:nvPr/>
        </p:nvSpPr>
        <p:spPr>
          <a:xfrm>
            <a:off x="8947060" y="64575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0" name="data_8741">
            <a:extLst>
              <a:ext uri="{FF2B5EF4-FFF2-40B4-BE49-F238E27FC236}">
                <a16:creationId xmlns:a16="http://schemas.microsoft.com/office/drawing/2014/main" id="{E477994C-FC1C-4610-BF2B-A677D5B15F03}"/>
              </a:ext>
            </a:extLst>
          </p:cNvPr>
          <p:cNvSpPr>
            <a:spLocks/>
          </p:cNvSpPr>
          <p:nvPr/>
        </p:nvSpPr>
        <p:spPr>
          <a:xfrm>
            <a:off x="898111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1" name="data_8742">
            <a:extLst>
              <a:ext uri="{FF2B5EF4-FFF2-40B4-BE49-F238E27FC236}">
                <a16:creationId xmlns:a16="http://schemas.microsoft.com/office/drawing/2014/main" id="{78FE0C62-E3A8-49DC-AA6F-4B4C120E94AE}"/>
              </a:ext>
            </a:extLst>
          </p:cNvPr>
          <p:cNvSpPr>
            <a:spLocks/>
          </p:cNvSpPr>
          <p:nvPr/>
        </p:nvSpPr>
        <p:spPr>
          <a:xfrm>
            <a:off x="9003315" y="57751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2" name="data_8743">
            <a:extLst>
              <a:ext uri="{FF2B5EF4-FFF2-40B4-BE49-F238E27FC236}">
                <a16:creationId xmlns:a16="http://schemas.microsoft.com/office/drawing/2014/main" id="{2DF84B44-DDBF-4733-865E-5582E0BFCF81}"/>
              </a:ext>
            </a:extLst>
          </p:cNvPr>
          <p:cNvSpPr>
            <a:spLocks/>
          </p:cNvSpPr>
          <p:nvPr/>
        </p:nvSpPr>
        <p:spPr>
          <a:xfrm>
            <a:off x="898235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3" name="data_8744">
            <a:extLst>
              <a:ext uri="{FF2B5EF4-FFF2-40B4-BE49-F238E27FC236}">
                <a16:creationId xmlns:a16="http://schemas.microsoft.com/office/drawing/2014/main" id="{BA2988A4-8780-4164-BCB3-C08E86AAD746}"/>
              </a:ext>
            </a:extLst>
          </p:cNvPr>
          <p:cNvSpPr>
            <a:spLocks/>
          </p:cNvSpPr>
          <p:nvPr/>
        </p:nvSpPr>
        <p:spPr>
          <a:xfrm>
            <a:off x="903588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4" name="data_8745">
            <a:extLst>
              <a:ext uri="{FF2B5EF4-FFF2-40B4-BE49-F238E27FC236}">
                <a16:creationId xmlns:a16="http://schemas.microsoft.com/office/drawing/2014/main" id="{7521D772-75C0-4097-8DEF-838157E7801A}"/>
              </a:ext>
            </a:extLst>
          </p:cNvPr>
          <p:cNvSpPr>
            <a:spLocks/>
          </p:cNvSpPr>
          <p:nvPr/>
        </p:nvSpPr>
        <p:spPr>
          <a:xfrm>
            <a:off x="895399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5" name="data_8746">
            <a:extLst>
              <a:ext uri="{FF2B5EF4-FFF2-40B4-BE49-F238E27FC236}">
                <a16:creationId xmlns:a16="http://schemas.microsoft.com/office/drawing/2014/main" id="{AB69B1D0-F57E-47B3-8718-D2A2BC4FE08C}"/>
              </a:ext>
            </a:extLst>
          </p:cNvPr>
          <p:cNvSpPr>
            <a:spLocks/>
          </p:cNvSpPr>
          <p:nvPr/>
        </p:nvSpPr>
        <p:spPr>
          <a:xfrm>
            <a:off x="8954532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6" name="data_8747">
            <a:extLst>
              <a:ext uri="{FF2B5EF4-FFF2-40B4-BE49-F238E27FC236}">
                <a16:creationId xmlns:a16="http://schemas.microsoft.com/office/drawing/2014/main" id="{85534D85-1A96-4A84-A478-AEE9FADE6394}"/>
              </a:ext>
            </a:extLst>
          </p:cNvPr>
          <p:cNvSpPr>
            <a:spLocks/>
          </p:cNvSpPr>
          <p:nvPr/>
        </p:nvSpPr>
        <p:spPr>
          <a:xfrm>
            <a:off x="900390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7" name="data_8748">
            <a:extLst>
              <a:ext uri="{FF2B5EF4-FFF2-40B4-BE49-F238E27FC236}">
                <a16:creationId xmlns:a16="http://schemas.microsoft.com/office/drawing/2014/main" id="{CD4B9327-5BC5-49FC-A38A-EFBA613380FD}"/>
              </a:ext>
            </a:extLst>
          </p:cNvPr>
          <p:cNvSpPr>
            <a:spLocks/>
          </p:cNvSpPr>
          <p:nvPr/>
        </p:nvSpPr>
        <p:spPr>
          <a:xfrm>
            <a:off x="9041542" y="55476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8" name="data_8749">
            <a:extLst>
              <a:ext uri="{FF2B5EF4-FFF2-40B4-BE49-F238E27FC236}">
                <a16:creationId xmlns:a16="http://schemas.microsoft.com/office/drawing/2014/main" id="{9AE085F5-6F6C-46DD-811A-121C8FC9EFFE}"/>
              </a:ext>
            </a:extLst>
          </p:cNvPr>
          <p:cNvSpPr>
            <a:spLocks/>
          </p:cNvSpPr>
          <p:nvPr/>
        </p:nvSpPr>
        <p:spPr>
          <a:xfrm>
            <a:off x="8989037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9" name="data_8750">
            <a:extLst>
              <a:ext uri="{FF2B5EF4-FFF2-40B4-BE49-F238E27FC236}">
                <a16:creationId xmlns:a16="http://schemas.microsoft.com/office/drawing/2014/main" id="{CC65A79B-1E7F-412E-B843-28F0494275C7}"/>
              </a:ext>
            </a:extLst>
          </p:cNvPr>
          <p:cNvSpPr>
            <a:spLocks/>
          </p:cNvSpPr>
          <p:nvPr/>
        </p:nvSpPr>
        <p:spPr>
          <a:xfrm>
            <a:off x="900708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0" name="data_8751">
            <a:extLst>
              <a:ext uri="{FF2B5EF4-FFF2-40B4-BE49-F238E27FC236}">
                <a16:creationId xmlns:a16="http://schemas.microsoft.com/office/drawing/2014/main" id="{B2A57D14-135E-4046-8ADE-BBD072D28FB2}"/>
              </a:ext>
            </a:extLst>
          </p:cNvPr>
          <p:cNvSpPr>
            <a:spLocks/>
          </p:cNvSpPr>
          <p:nvPr/>
        </p:nvSpPr>
        <p:spPr>
          <a:xfrm>
            <a:off x="901164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1" name="data_8752">
            <a:extLst>
              <a:ext uri="{FF2B5EF4-FFF2-40B4-BE49-F238E27FC236}">
                <a16:creationId xmlns:a16="http://schemas.microsoft.com/office/drawing/2014/main" id="{A2FBE24B-C2C7-4450-B582-1B79C6B57BCC}"/>
              </a:ext>
            </a:extLst>
          </p:cNvPr>
          <p:cNvSpPr>
            <a:spLocks/>
          </p:cNvSpPr>
          <p:nvPr/>
        </p:nvSpPr>
        <p:spPr>
          <a:xfrm>
            <a:off x="8962254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2" name="data_8753">
            <a:extLst>
              <a:ext uri="{FF2B5EF4-FFF2-40B4-BE49-F238E27FC236}">
                <a16:creationId xmlns:a16="http://schemas.microsoft.com/office/drawing/2014/main" id="{AF2E9B89-4B5B-4618-8AF7-C8C0AFF04777}"/>
              </a:ext>
            </a:extLst>
          </p:cNvPr>
          <p:cNvSpPr>
            <a:spLocks/>
          </p:cNvSpPr>
          <p:nvPr/>
        </p:nvSpPr>
        <p:spPr>
          <a:xfrm>
            <a:off x="8989157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3" name="data_8754">
            <a:extLst>
              <a:ext uri="{FF2B5EF4-FFF2-40B4-BE49-F238E27FC236}">
                <a16:creationId xmlns:a16="http://schemas.microsoft.com/office/drawing/2014/main" id="{10AABB9E-D380-4E78-AA8A-13A31824B338}"/>
              </a:ext>
            </a:extLst>
          </p:cNvPr>
          <p:cNvSpPr>
            <a:spLocks/>
          </p:cNvSpPr>
          <p:nvPr/>
        </p:nvSpPr>
        <p:spPr>
          <a:xfrm>
            <a:off x="904329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4" name="data_8755">
            <a:extLst>
              <a:ext uri="{FF2B5EF4-FFF2-40B4-BE49-F238E27FC236}">
                <a16:creationId xmlns:a16="http://schemas.microsoft.com/office/drawing/2014/main" id="{E74B6EB3-5E94-4600-AD0E-DE2E4BAF3E37}"/>
              </a:ext>
            </a:extLst>
          </p:cNvPr>
          <p:cNvSpPr>
            <a:spLocks/>
          </p:cNvSpPr>
          <p:nvPr/>
        </p:nvSpPr>
        <p:spPr>
          <a:xfrm>
            <a:off x="8967946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5" name="data_8756">
            <a:extLst>
              <a:ext uri="{FF2B5EF4-FFF2-40B4-BE49-F238E27FC236}">
                <a16:creationId xmlns:a16="http://schemas.microsoft.com/office/drawing/2014/main" id="{9F61E143-3E29-487B-BEAD-A3AA2C63A434}"/>
              </a:ext>
            </a:extLst>
          </p:cNvPr>
          <p:cNvSpPr>
            <a:spLocks/>
          </p:cNvSpPr>
          <p:nvPr/>
        </p:nvSpPr>
        <p:spPr>
          <a:xfrm>
            <a:off x="900604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6" name="data_8757">
            <a:extLst>
              <a:ext uri="{FF2B5EF4-FFF2-40B4-BE49-F238E27FC236}">
                <a16:creationId xmlns:a16="http://schemas.microsoft.com/office/drawing/2014/main" id="{2A9C3E64-5915-4F8C-9756-659DB50C5840}"/>
              </a:ext>
            </a:extLst>
          </p:cNvPr>
          <p:cNvSpPr>
            <a:spLocks/>
          </p:cNvSpPr>
          <p:nvPr/>
        </p:nvSpPr>
        <p:spPr>
          <a:xfrm>
            <a:off x="893843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7" name="data_8758">
            <a:extLst>
              <a:ext uri="{FF2B5EF4-FFF2-40B4-BE49-F238E27FC236}">
                <a16:creationId xmlns:a16="http://schemas.microsoft.com/office/drawing/2014/main" id="{A4B1C77A-81F3-4399-9DB8-529B71EF519A}"/>
              </a:ext>
            </a:extLst>
          </p:cNvPr>
          <p:cNvSpPr>
            <a:spLocks/>
          </p:cNvSpPr>
          <p:nvPr/>
        </p:nvSpPr>
        <p:spPr>
          <a:xfrm>
            <a:off x="897706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8" name="data_8759">
            <a:extLst>
              <a:ext uri="{FF2B5EF4-FFF2-40B4-BE49-F238E27FC236}">
                <a16:creationId xmlns:a16="http://schemas.microsoft.com/office/drawing/2014/main" id="{5EEBB32F-0050-4603-96DE-4A1FFEC024DC}"/>
              </a:ext>
            </a:extLst>
          </p:cNvPr>
          <p:cNvSpPr>
            <a:spLocks/>
          </p:cNvSpPr>
          <p:nvPr/>
        </p:nvSpPr>
        <p:spPr>
          <a:xfrm>
            <a:off x="898886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9" name="data_8760">
            <a:extLst>
              <a:ext uri="{FF2B5EF4-FFF2-40B4-BE49-F238E27FC236}">
                <a16:creationId xmlns:a16="http://schemas.microsoft.com/office/drawing/2014/main" id="{BEE3ED0F-D53D-4690-BD7E-89D025D175E3}"/>
              </a:ext>
            </a:extLst>
          </p:cNvPr>
          <p:cNvSpPr>
            <a:spLocks/>
          </p:cNvSpPr>
          <p:nvPr/>
        </p:nvSpPr>
        <p:spPr>
          <a:xfrm>
            <a:off x="9021553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0" name="data_8761">
            <a:extLst>
              <a:ext uri="{FF2B5EF4-FFF2-40B4-BE49-F238E27FC236}">
                <a16:creationId xmlns:a16="http://schemas.microsoft.com/office/drawing/2014/main" id="{333D0EA9-6769-4913-A9FB-66E7DD5A2508}"/>
              </a:ext>
            </a:extLst>
          </p:cNvPr>
          <p:cNvSpPr>
            <a:spLocks/>
          </p:cNvSpPr>
          <p:nvPr/>
        </p:nvSpPr>
        <p:spPr>
          <a:xfrm>
            <a:off x="8949884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1" name="data_8762">
            <a:extLst>
              <a:ext uri="{FF2B5EF4-FFF2-40B4-BE49-F238E27FC236}">
                <a16:creationId xmlns:a16="http://schemas.microsoft.com/office/drawing/2014/main" id="{FE3D4604-BC56-40C7-A237-AECE49A1788A}"/>
              </a:ext>
            </a:extLst>
          </p:cNvPr>
          <p:cNvSpPr>
            <a:spLocks/>
          </p:cNvSpPr>
          <p:nvPr/>
        </p:nvSpPr>
        <p:spPr>
          <a:xfrm>
            <a:off x="9018669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2" name="data_8763">
            <a:extLst>
              <a:ext uri="{FF2B5EF4-FFF2-40B4-BE49-F238E27FC236}">
                <a16:creationId xmlns:a16="http://schemas.microsoft.com/office/drawing/2014/main" id="{5EAA78D5-5F58-475A-BD8C-94CE780AD3E0}"/>
              </a:ext>
            </a:extLst>
          </p:cNvPr>
          <p:cNvSpPr>
            <a:spLocks/>
          </p:cNvSpPr>
          <p:nvPr/>
        </p:nvSpPr>
        <p:spPr>
          <a:xfrm>
            <a:off x="9008255" y="681134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3" name="data_8764">
            <a:extLst>
              <a:ext uri="{FF2B5EF4-FFF2-40B4-BE49-F238E27FC236}">
                <a16:creationId xmlns:a16="http://schemas.microsoft.com/office/drawing/2014/main" id="{41D7CC10-632F-4F08-8D87-DE5BD19C68B5}"/>
              </a:ext>
            </a:extLst>
          </p:cNvPr>
          <p:cNvSpPr>
            <a:spLocks/>
          </p:cNvSpPr>
          <p:nvPr/>
        </p:nvSpPr>
        <p:spPr>
          <a:xfrm>
            <a:off x="8978367" y="67911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4" name="data_8765">
            <a:extLst>
              <a:ext uri="{FF2B5EF4-FFF2-40B4-BE49-F238E27FC236}">
                <a16:creationId xmlns:a16="http://schemas.microsoft.com/office/drawing/2014/main" id="{8CFC6755-3934-4836-953D-72D075EDD8F5}"/>
              </a:ext>
            </a:extLst>
          </p:cNvPr>
          <p:cNvSpPr>
            <a:spLocks/>
          </p:cNvSpPr>
          <p:nvPr/>
        </p:nvSpPr>
        <p:spPr>
          <a:xfrm>
            <a:off x="897590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5" name="data_8766">
            <a:extLst>
              <a:ext uri="{FF2B5EF4-FFF2-40B4-BE49-F238E27FC236}">
                <a16:creationId xmlns:a16="http://schemas.microsoft.com/office/drawing/2014/main" id="{B1E9272F-D967-4E98-89EE-10B33AD761D6}"/>
              </a:ext>
            </a:extLst>
          </p:cNvPr>
          <p:cNvSpPr>
            <a:spLocks/>
          </p:cNvSpPr>
          <p:nvPr/>
        </p:nvSpPr>
        <p:spPr>
          <a:xfrm>
            <a:off x="8955345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6" name="data_8767">
            <a:extLst>
              <a:ext uri="{FF2B5EF4-FFF2-40B4-BE49-F238E27FC236}">
                <a16:creationId xmlns:a16="http://schemas.microsoft.com/office/drawing/2014/main" id="{43978908-809D-4D5F-BBF9-13491FB19F5D}"/>
              </a:ext>
            </a:extLst>
          </p:cNvPr>
          <p:cNvSpPr>
            <a:spLocks/>
          </p:cNvSpPr>
          <p:nvPr/>
        </p:nvSpPr>
        <p:spPr>
          <a:xfrm>
            <a:off x="894923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7" name="data_8768">
            <a:extLst>
              <a:ext uri="{FF2B5EF4-FFF2-40B4-BE49-F238E27FC236}">
                <a16:creationId xmlns:a16="http://schemas.microsoft.com/office/drawing/2014/main" id="{100DD127-FB87-4A8A-ADEB-F571258735A2}"/>
              </a:ext>
            </a:extLst>
          </p:cNvPr>
          <p:cNvSpPr>
            <a:spLocks/>
          </p:cNvSpPr>
          <p:nvPr/>
        </p:nvSpPr>
        <p:spPr>
          <a:xfrm>
            <a:off x="902119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8" name="data_8769">
            <a:extLst>
              <a:ext uri="{FF2B5EF4-FFF2-40B4-BE49-F238E27FC236}">
                <a16:creationId xmlns:a16="http://schemas.microsoft.com/office/drawing/2014/main" id="{42B6B77C-6D7E-415C-B9C7-0FB457CE0AE7}"/>
              </a:ext>
            </a:extLst>
          </p:cNvPr>
          <p:cNvSpPr>
            <a:spLocks/>
          </p:cNvSpPr>
          <p:nvPr/>
        </p:nvSpPr>
        <p:spPr>
          <a:xfrm>
            <a:off x="897758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9" name="data_8770">
            <a:extLst>
              <a:ext uri="{FF2B5EF4-FFF2-40B4-BE49-F238E27FC236}">
                <a16:creationId xmlns:a16="http://schemas.microsoft.com/office/drawing/2014/main" id="{03BBFE99-DD8D-4925-B5AA-ABDAC345CD3E}"/>
              </a:ext>
            </a:extLst>
          </p:cNvPr>
          <p:cNvSpPr>
            <a:spLocks/>
          </p:cNvSpPr>
          <p:nvPr/>
        </p:nvSpPr>
        <p:spPr>
          <a:xfrm>
            <a:off x="8946875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0" name="data_8771">
            <a:extLst>
              <a:ext uri="{FF2B5EF4-FFF2-40B4-BE49-F238E27FC236}">
                <a16:creationId xmlns:a16="http://schemas.microsoft.com/office/drawing/2014/main" id="{FC338A29-CF36-4F9D-A3C8-0837D5AEDEBF}"/>
              </a:ext>
            </a:extLst>
          </p:cNvPr>
          <p:cNvSpPr>
            <a:spLocks/>
          </p:cNvSpPr>
          <p:nvPr/>
        </p:nvSpPr>
        <p:spPr>
          <a:xfrm>
            <a:off x="898409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1" name="data_8772">
            <a:extLst>
              <a:ext uri="{FF2B5EF4-FFF2-40B4-BE49-F238E27FC236}">
                <a16:creationId xmlns:a16="http://schemas.microsoft.com/office/drawing/2014/main" id="{A1ABB087-94F1-4273-811D-87FCB1113B99}"/>
              </a:ext>
            </a:extLst>
          </p:cNvPr>
          <p:cNvSpPr>
            <a:spLocks/>
          </p:cNvSpPr>
          <p:nvPr/>
        </p:nvSpPr>
        <p:spPr>
          <a:xfrm>
            <a:off x="9016000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2" name="data_8773">
            <a:extLst>
              <a:ext uri="{FF2B5EF4-FFF2-40B4-BE49-F238E27FC236}">
                <a16:creationId xmlns:a16="http://schemas.microsoft.com/office/drawing/2014/main" id="{F92371EB-3579-42C2-9358-87FCDBA56D50}"/>
              </a:ext>
            </a:extLst>
          </p:cNvPr>
          <p:cNvSpPr>
            <a:spLocks/>
          </p:cNvSpPr>
          <p:nvPr/>
        </p:nvSpPr>
        <p:spPr>
          <a:xfrm>
            <a:off x="8990335" y="63058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3" name="data_8774">
            <a:extLst>
              <a:ext uri="{FF2B5EF4-FFF2-40B4-BE49-F238E27FC236}">
                <a16:creationId xmlns:a16="http://schemas.microsoft.com/office/drawing/2014/main" id="{3310BABA-EDAB-4D92-93C0-AC13956E14AC}"/>
              </a:ext>
            </a:extLst>
          </p:cNvPr>
          <p:cNvSpPr>
            <a:spLocks/>
          </p:cNvSpPr>
          <p:nvPr/>
        </p:nvSpPr>
        <p:spPr>
          <a:xfrm>
            <a:off x="9004075" y="61845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4" name="data_8775">
            <a:extLst>
              <a:ext uri="{FF2B5EF4-FFF2-40B4-BE49-F238E27FC236}">
                <a16:creationId xmlns:a16="http://schemas.microsoft.com/office/drawing/2014/main" id="{458D0968-E5A4-4B24-82BD-19FD3C5E1454}"/>
              </a:ext>
            </a:extLst>
          </p:cNvPr>
          <p:cNvSpPr>
            <a:spLocks/>
          </p:cNvSpPr>
          <p:nvPr/>
        </p:nvSpPr>
        <p:spPr>
          <a:xfrm>
            <a:off x="8976540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5" name="data_8776">
            <a:extLst>
              <a:ext uri="{FF2B5EF4-FFF2-40B4-BE49-F238E27FC236}">
                <a16:creationId xmlns:a16="http://schemas.microsoft.com/office/drawing/2014/main" id="{DE28C8ED-EE99-49AC-B19A-A5A94941A123}"/>
              </a:ext>
            </a:extLst>
          </p:cNvPr>
          <p:cNvSpPr>
            <a:spLocks/>
          </p:cNvSpPr>
          <p:nvPr/>
        </p:nvSpPr>
        <p:spPr>
          <a:xfrm>
            <a:off x="8965941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6" name="data_8777">
            <a:extLst>
              <a:ext uri="{FF2B5EF4-FFF2-40B4-BE49-F238E27FC236}">
                <a16:creationId xmlns:a16="http://schemas.microsoft.com/office/drawing/2014/main" id="{FB8D9E90-7CAC-45B0-8DE1-1CE231155FBE}"/>
              </a:ext>
            </a:extLst>
          </p:cNvPr>
          <p:cNvSpPr>
            <a:spLocks/>
          </p:cNvSpPr>
          <p:nvPr/>
        </p:nvSpPr>
        <p:spPr>
          <a:xfrm>
            <a:off x="8998103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7" name="data_8778">
            <a:extLst>
              <a:ext uri="{FF2B5EF4-FFF2-40B4-BE49-F238E27FC236}">
                <a16:creationId xmlns:a16="http://schemas.microsoft.com/office/drawing/2014/main" id="{5ECA0870-A079-4F70-9EC9-BF5D79EDD0D9}"/>
              </a:ext>
            </a:extLst>
          </p:cNvPr>
          <p:cNvSpPr>
            <a:spLocks/>
          </p:cNvSpPr>
          <p:nvPr/>
        </p:nvSpPr>
        <p:spPr>
          <a:xfrm>
            <a:off x="8943366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8" name="data_8779">
            <a:extLst>
              <a:ext uri="{FF2B5EF4-FFF2-40B4-BE49-F238E27FC236}">
                <a16:creationId xmlns:a16="http://schemas.microsoft.com/office/drawing/2014/main" id="{57CB3E98-EB1F-4C63-823B-A4663EEDB7E7}"/>
              </a:ext>
            </a:extLst>
          </p:cNvPr>
          <p:cNvSpPr>
            <a:spLocks/>
          </p:cNvSpPr>
          <p:nvPr/>
        </p:nvSpPr>
        <p:spPr>
          <a:xfrm>
            <a:off x="8973368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9" name="data_8780">
            <a:extLst>
              <a:ext uri="{FF2B5EF4-FFF2-40B4-BE49-F238E27FC236}">
                <a16:creationId xmlns:a16="http://schemas.microsoft.com/office/drawing/2014/main" id="{A6C2EF6E-49ED-4320-8F73-54330054A60A}"/>
              </a:ext>
            </a:extLst>
          </p:cNvPr>
          <p:cNvSpPr>
            <a:spLocks/>
          </p:cNvSpPr>
          <p:nvPr/>
        </p:nvSpPr>
        <p:spPr>
          <a:xfrm>
            <a:off x="9000849" y="50927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0" name="data_8781">
            <a:extLst>
              <a:ext uri="{FF2B5EF4-FFF2-40B4-BE49-F238E27FC236}">
                <a16:creationId xmlns:a16="http://schemas.microsoft.com/office/drawing/2014/main" id="{69A9D702-A8DC-4F26-AC42-C05AB2F7991E}"/>
              </a:ext>
            </a:extLst>
          </p:cNvPr>
          <p:cNvSpPr>
            <a:spLocks/>
          </p:cNvSpPr>
          <p:nvPr/>
        </p:nvSpPr>
        <p:spPr>
          <a:xfrm>
            <a:off x="9011568" y="69124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1" name="data_8782">
            <a:extLst>
              <a:ext uri="{FF2B5EF4-FFF2-40B4-BE49-F238E27FC236}">
                <a16:creationId xmlns:a16="http://schemas.microsoft.com/office/drawing/2014/main" id="{74788E4D-47AC-4CC1-8E0F-0FCE1AAF0577}"/>
              </a:ext>
            </a:extLst>
          </p:cNvPr>
          <p:cNvSpPr>
            <a:spLocks/>
          </p:cNvSpPr>
          <p:nvPr/>
        </p:nvSpPr>
        <p:spPr>
          <a:xfrm>
            <a:off x="5724170" y="5001268"/>
            <a:ext cx="191" cy="1928911"/>
          </a:xfrm>
          <a:custGeom>
            <a:avLst/>
            <a:gdLst/>
            <a:ahLst/>
            <a:cxnLst/>
            <a:rect l="0" t="0" r="0" b="0"/>
            <a:pathLst>
              <a:path w="191" h="1928911">
                <a:moveTo>
                  <a:pt x="0" y="1928911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6032" name="data_8783">
            <a:extLst>
              <a:ext uri="{FF2B5EF4-FFF2-40B4-BE49-F238E27FC236}">
                <a16:creationId xmlns:a16="http://schemas.microsoft.com/office/drawing/2014/main" id="{A6EA4182-7DB4-439A-8C5E-6B9CEB114810}"/>
              </a:ext>
            </a:extLst>
          </p:cNvPr>
          <p:cNvSpPr>
            <a:spLocks/>
          </p:cNvSpPr>
          <p:nvPr/>
        </p:nvSpPr>
        <p:spPr>
          <a:xfrm>
            <a:off x="5724170" y="6930178"/>
            <a:ext cx="3426973" cy="191"/>
          </a:xfrm>
          <a:custGeom>
            <a:avLst/>
            <a:gdLst/>
            <a:ahLst/>
            <a:cxnLst/>
            <a:rect l="0" t="0" r="0" b="0"/>
            <a:pathLst>
              <a:path w="3426973" h="191">
                <a:moveTo>
                  <a:pt x="0" y="0"/>
                </a:moveTo>
                <a:lnTo>
                  <a:pt x="342697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6033" name="text_8784">
            <a:extLst>
              <a:ext uri="{FF2B5EF4-FFF2-40B4-BE49-F238E27FC236}">
                <a16:creationId xmlns:a16="http://schemas.microsoft.com/office/drawing/2014/main" id="{D2A35DFA-BA1B-4E9F-8040-DE0B33B58FB8}"/>
              </a:ext>
            </a:extLst>
          </p:cNvPr>
          <p:cNvSpPr>
            <a:spLocks/>
          </p:cNvSpPr>
          <p:nvPr/>
        </p:nvSpPr>
        <p:spPr>
          <a:xfrm>
            <a:off x="5245341" y="468786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6034" name="text_8785">
            <a:extLst>
              <a:ext uri="{FF2B5EF4-FFF2-40B4-BE49-F238E27FC236}">
                <a16:creationId xmlns:a16="http://schemas.microsoft.com/office/drawing/2014/main" id="{601DA04B-99F7-498E-8F42-BDF0BCDD9625}"/>
              </a:ext>
            </a:extLst>
          </p:cNvPr>
          <p:cNvSpPr>
            <a:spLocks/>
          </p:cNvSpPr>
          <p:nvPr/>
        </p:nvSpPr>
        <p:spPr>
          <a:xfrm>
            <a:off x="5724170" y="471044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6035" name="data_8786">
            <a:extLst>
              <a:ext uri="{FF2B5EF4-FFF2-40B4-BE49-F238E27FC236}">
                <a16:creationId xmlns:a16="http://schemas.microsoft.com/office/drawing/2014/main" id="{734481E5-BB98-4836-81ED-23A2C32808B1}"/>
              </a:ext>
            </a:extLst>
          </p:cNvPr>
          <p:cNvSpPr>
            <a:spLocks/>
          </p:cNvSpPr>
          <p:nvPr/>
        </p:nvSpPr>
        <p:spPr>
          <a:xfrm>
            <a:off x="5866961" y="6889455"/>
            <a:ext cx="191" cy="40723"/>
          </a:xfrm>
          <a:custGeom>
            <a:avLst/>
            <a:gdLst/>
            <a:ahLst/>
            <a:cxnLst/>
            <a:rect l="0" t="0" r="0" b="0"/>
            <a:pathLst>
              <a:path w="191" h="40723">
                <a:moveTo>
                  <a:pt x="0" y="4072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6036" name="data_8787">
            <a:extLst>
              <a:ext uri="{FF2B5EF4-FFF2-40B4-BE49-F238E27FC236}">
                <a16:creationId xmlns:a16="http://schemas.microsoft.com/office/drawing/2014/main" id="{F98DCE26-A1B2-4C9B-96DF-75B30E549D1B}"/>
              </a:ext>
            </a:extLst>
          </p:cNvPr>
          <p:cNvSpPr>
            <a:spLocks/>
          </p:cNvSpPr>
          <p:nvPr/>
        </p:nvSpPr>
        <p:spPr>
          <a:xfrm>
            <a:off x="6086639" y="5110451"/>
            <a:ext cx="191" cy="1364795"/>
          </a:xfrm>
          <a:custGeom>
            <a:avLst/>
            <a:gdLst/>
            <a:ahLst/>
            <a:cxnLst/>
            <a:rect l="0" t="0" r="0" b="0"/>
            <a:pathLst>
              <a:path w="191" h="1364795">
                <a:moveTo>
                  <a:pt x="0" y="136479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6037" name="data_8788">
            <a:extLst>
              <a:ext uri="{FF2B5EF4-FFF2-40B4-BE49-F238E27FC236}">
                <a16:creationId xmlns:a16="http://schemas.microsoft.com/office/drawing/2014/main" id="{EB779B8B-2429-45C7-A442-5685837E6DD9}"/>
              </a:ext>
            </a:extLst>
          </p:cNvPr>
          <p:cNvSpPr>
            <a:spLocks/>
          </p:cNvSpPr>
          <p:nvPr/>
        </p:nvSpPr>
        <p:spPr>
          <a:xfrm>
            <a:off x="6306316" y="5110451"/>
            <a:ext cx="191" cy="842283"/>
          </a:xfrm>
          <a:custGeom>
            <a:avLst/>
            <a:gdLst/>
            <a:ahLst/>
            <a:cxnLst/>
            <a:rect l="0" t="0" r="0" b="0"/>
            <a:pathLst>
              <a:path w="191" h="842283">
                <a:moveTo>
                  <a:pt x="0" y="84228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6038" name="data_8789">
            <a:extLst>
              <a:ext uri="{FF2B5EF4-FFF2-40B4-BE49-F238E27FC236}">
                <a16:creationId xmlns:a16="http://schemas.microsoft.com/office/drawing/2014/main" id="{38EBEC07-47C2-4104-9493-92C7362287F4}"/>
              </a:ext>
            </a:extLst>
          </p:cNvPr>
          <p:cNvSpPr>
            <a:spLocks/>
          </p:cNvSpPr>
          <p:nvPr/>
        </p:nvSpPr>
        <p:spPr>
          <a:xfrm>
            <a:off x="6767640" y="5110451"/>
            <a:ext cx="191" cy="1819727"/>
          </a:xfrm>
          <a:custGeom>
            <a:avLst/>
            <a:gdLst/>
            <a:ahLst/>
            <a:cxnLst/>
            <a:rect l="0" t="0" r="0" b="0"/>
            <a:pathLst>
              <a:path w="191" h="1819727">
                <a:moveTo>
                  <a:pt x="0" y="181972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6039" name="data_8790">
            <a:extLst>
              <a:ext uri="{FF2B5EF4-FFF2-40B4-BE49-F238E27FC236}">
                <a16:creationId xmlns:a16="http://schemas.microsoft.com/office/drawing/2014/main" id="{17B78DB0-9A6A-4AA7-9349-A3CDE9A6D522}"/>
              </a:ext>
            </a:extLst>
          </p:cNvPr>
          <p:cNvSpPr>
            <a:spLocks/>
          </p:cNvSpPr>
          <p:nvPr/>
        </p:nvSpPr>
        <p:spPr>
          <a:xfrm>
            <a:off x="6987318" y="5110451"/>
            <a:ext cx="191" cy="1592261"/>
          </a:xfrm>
          <a:custGeom>
            <a:avLst/>
            <a:gdLst/>
            <a:ahLst/>
            <a:cxnLst/>
            <a:rect l="0" t="0" r="0" b="0"/>
            <a:pathLst>
              <a:path w="191" h="1592261">
                <a:moveTo>
                  <a:pt x="0" y="159226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6040" name="data_8791">
            <a:extLst>
              <a:ext uri="{FF2B5EF4-FFF2-40B4-BE49-F238E27FC236}">
                <a16:creationId xmlns:a16="http://schemas.microsoft.com/office/drawing/2014/main" id="{9CB103D6-CE2D-4117-9684-6EB95D342805}"/>
              </a:ext>
            </a:extLst>
          </p:cNvPr>
          <p:cNvSpPr>
            <a:spLocks/>
          </p:cNvSpPr>
          <p:nvPr/>
        </p:nvSpPr>
        <p:spPr>
          <a:xfrm>
            <a:off x="7206995" y="5110451"/>
            <a:ext cx="191" cy="1326884"/>
          </a:xfrm>
          <a:custGeom>
            <a:avLst/>
            <a:gdLst/>
            <a:ahLst/>
            <a:cxnLst/>
            <a:rect l="0" t="0" r="0" b="0"/>
            <a:pathLst>
              <a:path w="191" h="1326884">
                <a:moveTo>
                  <a:pt x="0" y="132688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6041" name="data_8792">
            <a:extLst>
              <a:ext uri="{FF2B5EF4-FFF2-40B4-BE49-F238E27FC236}">
                <a16:creationId xmlns:a16="http://schemas.microsoft.com/office/drawing/2014/main" id="{13078C54-EADD-4F29-B262-AB7483922EA3}"/>
              </a:ext>
            </a:extLst>
          </p:cNvPr>
          <p:cNvSpPr>
            <a:spLocks/>
          </p:cNvSpPr>
          <p:nvPr/>
        </p:nvSpPr>
        <p:spPr>
          <a:xfrm>
            <a:off x="7668319" y="6908610"/>
            <a:ext cx="191" cy="21568"/>
          </a:xfrm>
          <a:custGeom>
            <a:avLst/>
            <a:gdLst/>
            <a:ahLst/>
            <a:cxnLst/>
            <a:rect l="0" t="0" r="0" b="0"/>
            <a:pathLst>
              <a:path w="191" h="21568">
                <a:moveTo>
                  <a:pt x="0" y="2156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6042" name="data_8793">
            <a:extLst>
              <a:ext uri="{FF2B5EF4-FFF2-40B4-BE49-F238E27FC236}">
                <a16:creationId xmlns:a16="http://schemas.microsoft.com/office/drawing/2014/main" id="{4505CE89-17C8-45E8-81D8-44D5661AFC9D}"/>
              </a:ext>
            </a:extLst>
          </p:cNvPr>
          <p:cNvSpPr>
            <a:spLocks/>
          </p:cNvSpPr>
          <p:nvPr/>
        </p:nvSpPr>
        <p:spPr>
          <a:xfrm>
            <a:off x="7887996" y="5110451"/>
            <a:ext cx="191" cy="1819727"/>
          </a:xfrm>
          <a:custGeom>
            <a:avLst/>
            <a:gdLst/>
            <a:ahLst/>
            <a:cxnLst/>
            <a:rect l="0" t="0" r="0" b="0"/>
            <a:pathLst>
              <a:path w="191" h="1819727">
                <a:moveTo>
                  <a:pt x="0" y="181972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6043" name="data_8794">
            <a:extLst>
              <a:ext uri="{FF2B5EF4-FFF2-40B4-BE49-F238E27FC236}">
                <a16:creationId xmlns:a16="http://schemas.microsoft.com/office/drawing/2014/main" id="{02599287-1DD1-4D6C-A66F-4AB3A2140951}"/>
              </a:ext>
            </a:extLst>
          </p:cNvPr>
          <p:cNvSpPr>
            <a:spLocks/>
          </p:cNvSpPr>
          <p:nvPr/>
        </p:nvSpPr>
        <p:spPr>
          <a:xfrm>
            <a:off x="8107674" y="5110451"/>
            <a:ext cx="191" cy="1558141"/>
          </a:xfrm>
          <a:custGeom>
            <a:avLst/>
            <a:gdLst/>
            <a:ahLst/>
            <a:cxnLst/>
            <a:rect l="0" t="0" r="0" b="0"/>
            <a:pathLst>
              <a:path w="191" h="1558141">
                <a:moveTo>
                  <a:pt x="0" y="155814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6044" name="data_8795">
            <a:extLst>
              <a:ext uri="{FF2B5EF4-FFF2-40B4-BE49-F238E27FC236}">
                <a16:creationId xmlns:a16="http://schemas.microsoft.com/office/drawing/2014/main" id="{CABE55E8-0BF6-4D00-AE7D-EF908B32DCAD}"/>
              </a:ext>
            </a:extLst>
          </p:cNvPr>
          <p:cNvSpPr>
            <a:spLocks/>
          </p:cNvSpPr>
          <p:nvPr/>
        </p:nvSpPr>
        <p:spPr>
          <a:xfrm>
            <a:off x="8568998" y="5671534"/>
            <a:ext cx="191" cy="1258644"/>
          </a:xfrm>
          <a:custGeom>
            <a:avLst/>
            <a:gdLst/>
            <a:ahLst/>
            <a:cxnLst/>
            <a:rect l="0" t="0" r="0" b="0"/>
            <a:pathLst>
              <a:path w="191" h="1258644">
                <a:moveTo>
                  <a:pt x="0" y="125864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6045" name="data_8796">
            <a:extLst>
              <a:ext uri="{FF2B5EF4-FFF2-40B4-BE49-F238E27FC236}">
                <a16:creationId xmlns:a16="http://schemas.microsoft.com/office/drawing/2014/main" id="{B7A72333-A524-49E6-BB90-8B92411EEF44}"/>
              </a:ext>
            </a:extLst>
          </p:cNvPr>
          <p:cNvSpPr>
            <a:spLocks/>
          </p:cNvSpPr>
          <p:nvPr/>
        </p:nvSpPr>
        <p:spPr>
          <a:xfrm>
            <a:off x="8788675" y="5110451"/>
            <a:ext cx="191" cy="1819727"/>
          </a:xfrm>
          <a:custGeom>
            <a:avLst/>
            <a:gdLst/>
            <a:ahLst/>
            <a:cxnLst/>
            <a:rect l="0" t="0" r="0" b="0"/>
            <a:pathLst>
              <a:path w="191" h="1819727">
                <a:moveTo>
                  <a:pt x="0" y="181972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6046" name="data_8797">
            <a:extLst>
              <a:ext uri="{FF2B5EF4-FFF2-40B4-BE49-F238E27FC236}">
                <a16:creationId xmlns:a16="http://schemas.microsoft.com/office/drawing/2014/main" id="{B1115492-9CF2-4C74-B368-975F2A6F64A1}"/>
              </a:ext>
            </a:extLst>
          </p:cNvPr>
          <p:cNvSpPr>
            <a:spLocks/>
          </p:cNvSpPr>
          <p:nvPr/>
        </p:nvSpPr>
        <p:spPr>
          <a:xfrm>
            <a:off x="9008353" y="5110451"/>
            <a:ext cx="191" cy="1761958"/>
          </a:xfrm>
          <a:custGeom>
            <a:avLst/>
            <a:gdLst/>
            <a:ahLst/>
            <a:cxnLst/>
            <a:rect l="0" t="0" r="0" b="0"/>
            <a:pathLst>
              <a:path w="191" h="1761958">
                <a:moveTo>
                  <a:pt x="0" y="17619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6047" name="data_8798">
            <a:extLst>
              <a:ext uri="{FF2B5EF4-FFF2-40B4-BE49-F238E27FC236}">
                <a16:creationId xmlns:a16="http://schemas.microsoft.com/office/drawing/2014/main" id="{67AE689A-97D2-4755-BD4D-0E15D80194DB}"/>
              </a:ext>
            </a:extLst>
          </p:cNvPr>
          <p:cNvSpPr>
            <a:spLocks/>
          </p:cNvSpPr>
          <p:nvPr/>
        </p:nvSpPr>
        <p:spPr>
          <a:xfrm>
            <a:off x="5831492" y="688209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6048" name="data_8799">
            <a:extLst>
              <a:ext uri="{FF2B5EF4-FFF2-40B4-BE49-F238E27FC236}">
                <a16:creationId xmlns:a16="http://schemas.microsoft.com/office/drawing/2014/main" id="{4CA68B1E-ECCB-4A43-97A2-09D8BD1F1A47}"/>
              </a:ext>
            </a:extLst>
          </p:cNvPr>
          <p:cNvSpPr>
            <a:spLocks/>
          </p:cNvSpPr>
          <p:nvPr/>
        </p:nvSpPr>
        <p:spPr>
          <a:xfrm>
            <a:off x="6051170" y="56815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6049" name="data_8800">
            <a:extLst>
              <a:ext uri="{FF2B5EF4-FFF2-40B4-BE49-F238E27FC236}">
                <a16:creationId xmlns:a16="http://schemas.microsoft.com/office/drawing/2014/main" id="{4150A5C3-3590-49AA-802E-2A25BEA1401C}"/>
              </a:ext>
            </a:extLst>
          </p:cNvPr>
          <p:cNvSpPr>
            <a:spLocks/>
          </p:cNvSpPr>
          <p:nvPr/>
        </p:nvSpPr>
        <p:spPr>
          <a:xfrm>
            <a:off x="6270848" y="507498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6050" name="data_8801">
            <a:extLst>
              <a:ext uri="{FF2B5EF4-FFF2-40B4-BE49-F238E27FC236}">
                <a16:creationId xmlns:a16="http://schemas.microsoft.com/office/drawing/2014/main" id="{D146F2AA-43F6-4E62-A0F2-059D0F1F9A83}"/>
              </a:ext>
            </a:extLst>
          </p:cNvPr>
          <p:cNvSpPr>
            <a:spLocks/>
          </p:cNvSpPr>
          <p:nvPr/>
        </p:nvSpPr>
        <p:spPr>
          <a:xfrm>
            <a:off x="6732171" y="583320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6051" name="data_8802">
            <a:extLst>
              <a:ext uri="{FF2B5EF4-FFF2-40B4-BE49-F238E27FC236}">
                <a16:creationId xmlns:a16="http://schemas.microsoft.com/office/drawing/2014/main" id="{3164E747-3EBE-4FA7-BAC9-023AEEE90309}"/>
              </a:ext>
            </a:extLst>
          </p:cNvPr>
          <p:cNvSpPr>
            <a:spLocks/>
          </p:cNvSpPr>
          <p:nvPr/>
        </p:nvSpPr>
        <p:spPr>
          <a:xfrm>
            <a:off x="6951849" y="534035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6052" name="data_8803">
            <a:extLst>
              <a:ext uri="{FF2B5EF4-FFF2-40B4-BE49-F238E27FC236}">
                <a16:creationId xmlns:a16="http://schemas.microsoft.com/office/drawing/2014/main" id="{E9B2B8A5-A709-47E7-84AE-C4246C859BD0}"/>
              </a:ext>
            </a:extLst>
          </p:cNvPr>
          <p:cNvSpPr>
            <a:spLocks/>
          </p:cNvSpPr>
          <p:nvPr/>
        </p:nvSpPr>
        <p:spPr>
          <a:xfrm>
            <a:off x="7171527" y="507498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6053" name="data_8804">
            <a:extLst>
              <a:ext uri="{FF2B5EF4-FFF2-40B4-BE49-F238E27FC236}">
                <a16:creationId xmlns:a16="http://schemas.microsoft.com/office/drawing/2014/main" id="{833E2A52-526B-4B9D-B5AF-1ED88D9D0372}"/>
              </a:ext>
            </a:extLst>
          </p:cNvPr>
          <p:cNvSpPr>
            <a:spLocks/>
          </p:cNvSpPr>
          <p:nvPr/>
        </p:nvSpPr>
        <p:spPr>
          <a:xfrm>
            <a:off x="7632850" y="689105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6054" name="data_8805">
            <a:extLst>
              <a:ext uri="{FF2B5EF4-FFF2-40B4-BE49-F238E27FC236}">
                <a16:creationId xmlns:a16="http://schemas.microsoft.com/office/drawing/2014/main" id="{347A1FBB-8422-4985-944C-A1CBFACA1C87}"/>
              </a:ext>
            </a:extLst>
          </p:cNvPr>
          <p:cNvSpPr>
            <a:spLocks/>
          </p:cNvSpPr>
          <p:nvPr/>
        </p:nvSpPr>
        <p:spPr>
          <a:xfrm>
            <a:off x="7852528" y="598484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6055" name="data_8806">
            <a:extLst>
              <a:ext uri="{FF2B5EF4-FFF2-40B4-BE49-F238E27FC236}">
                <a16:creationId xmlns:a16="http://schemas.microsoft.com/office/drawing/2014/main" id="{AA4C87A7-A7D4-45F4-8DEE-BC24CA0E7317}"/>
              </a:ext>
            </a:extLst>
          </p:cNvPr>
          <p:cNvSpPr>
            <a:spLocks/>
          </p:cNvSpPr>
          <p:nvPr/>
        </p:nvSpPr>
        <p:spPr>
          <a:xfrm>
            <a:off x="8072205" y="554188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6056" name="data_8807">
            <a:extLst>
              <a:ext uri="{FF2B5EF4-FFF2-40B4-BE49-F238E27FC236}">
                <a16:creationId xmlns:a16="http://schemas.microsoft.com/office/drawing/2014/main" id="{4F1AEA7C-3A4F-49FF-BD6A-39AAFDF56223}"/>
              </a:ext>
            </a:extLst>
          </p:cNvPr>
          <p:cNvSpPr>
            <a:spLocks/>
          </p:cNvSpPr>
          <p:nvPr/>
        </p:nvSpPr>
        <p:spPr>
          <a:xfrm>
            <a:off x="8533529" y="6679881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6057" name="data_8808">
            <a:extLst>
              <a:ext uri="{FF2B5EF4-FFF2-40B4-BE49-F238E27FC236}">
                <a16:creationId xmlns:a16="http://schemas.microsoft.com/office/drawing/2014/main" id="{F3B227F9-CB93-4233-85B6-DF4E746A9E27}"/>
              </a:ext>
            </a:extLst>
          </p:cNvPr>
          <p:cNvSpPr>
            <a:spLocks/>
          </p:cNvSpPr>
          <p:nvPr/>
        </p:nvSpPr>
        <p:spPr>
          <a:xfrm>
            <a:off x="8753207" y="56815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6058" name="data_8809">
            <a:extLst>
              <a:ext uri="{FF2B5EF4-FFF2-40B4-BE49-F238E27FC236}">
                <a16:creationId xmlns:a16="http://schemas.microsoft.com/office/drawing/2014/main" id="{FB7FAB9B-F453-44FB-9926-D51F79F2D138}"/>
              </a:ext>
            </a:extLst>
          </p:cNvPr>
          <p:cNvSpPr>
            <a:spLocks/>
          </p:cNvSpPr>
          <p:nvPr/>
        </p:nvSpPr>
        <p:spPr>
          <a:xfrm>
            <a:off x="8972884" y="507498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6059" name="data_8810">
            <a:extLst>
              <a:ext uri="{FF2B5EF4-FFF2-40B4-BE49-F238E27FC236}">
                <a16:creationId xmlns:a16="http://schemas.microsoft.com/office/drawing/2014/main" id="{96D10D4E-2352-4E21-AD3B-37B1F1F1657D}"/>
              </a:ext>
            </a:extLst>
          </p:cNvPr>
          <p:cNvSpPr>
            <a:spLocks/>
          </p:cNvSpPr>
          <p:nvPr/>
        </p:nvSpPr>
        <p:spPr>
          <a:xfrm>
            <a:off x="2711784" y="95061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6060" name="text_8811">
            <a:extLst>
              <a:ext uri="{FF2B5EF4-FFF2-40B4-BE49-F238E27FC236}">
                <a16:creationId xmlns:a16="http://schemas.microsoft.com/office/drawing/2014/main" id="{EC5C30C1-D771-4302-8693-78E0594A8627}"/>
              </a:ext>
            </a:extLst>
          </p:cNvPr>
          <p:cNvSpPr>
            <a:spLocks/>
          </p:cNvSpPr>
          <p:nvPr/>
        </p:nvSpPr>
        <p:spPr>
          <a:xfrm>
            <a:off x="2981347" y="938483"/>
            <a:ext cx="13286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 (no level)</a:t>
            </a:r>
          </a:p>
        </p:txBody>
      </p:sp>
      <p:sp>
        <p:nvSpPr>
          <p:cNvPr id="6061" name="data_8812">
            <a:extLst>
              <a:ext uri="{FF2B5EF4-FFF2-40B4-BE49-F238E27FC236}">
                <a16:creationId xmlns:a16="http://schemas.microsoft.com/office/drawing/2014/main" id="{A3DC43CF-A489-48CA-A0B4-4433FD219914}"/>
              </a:ext>
            </a:extLst>
          </p:cNvPr>
          <p:cNvSpPr>
            <a:spLocks/>
          </p:cNvSpPr>
          <p:nvPr/>
        </p:nvSpPr>
        <p:spPr>
          <a:xfrm>
            <a:off x="4462851" y="95061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6062" name="text_8813">
            <a:extLst>
              <a:ext uri="{FF2B5EF4-FFF2-40B4-BE49-F238E27FC236}">
                <a16:creationId xmlns:a16="http://schemas.microsoft.com/office/drawing/2014/main" id="{0D13C45E-1B5D-4CFE-8FD9-FA37DC01B53F}"/>
              </a:ext>
            </a:extLst>
          </p:cNvPr>
          <p:cNvSpPr>
            <a:spLocks/>
          </p:cNvSpPr>
          <p:nvPr/>
        </p:nvSpPr>
        <p:spPr>
          <a:xfrm>
            <a:off x="4732414" y="9384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6063" name="data_8814">
            <a:extLst>
              <a:ext uri="{FF2B5EF4-FFF2-40B4-BE49-F238E27FC236}">
                <a16:creationId xmlns:a16="http://schemas.microsoft.com/office/drawing/2014/main" id="{D15EC6D5-1EBC-4393-8027-F5D0DB022714}"/>
              </a:ext>
            </a:extLst>
          </p:cNvPr>
          <p:cNvSpPr>
            <a:spLocks/>
          </p:cNvSpPr>
          <p:nvPr/>
        </p:nvSpPr>
        <p:spPr>
          <a:xfrm>
            <a:off x="6114916" y="95061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6064" name="text_8815">
            <a:extLst>
              <a:ext uri="{FF2B5EF4-FFF2-40B4-BE49-F238E27FC236}">
                <a16:creationId xmlns:a16="http://schemas.microsoft.com/office/drawing/2014/main" id="{40F0BFC6-152A-4500-90FF-BEB96B35E574}"/>
              </a:ext>
            </a:extLst>
          </p:cNvPr>
          <p:cNvSpPr>
            <a:spLocks/>
          </p:cNvSpPr>
          <p:nvPr/>
        </p:nvSpPr>
        <p:spPr>
          <a:xfrm>
            <a:off x="6384480" y="93848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18655236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10928</TotalTime>
  <Words>12300</Words>
  <Application>Microsoft Office PowerPoint</Application>
  <DocSecurity>0</DocSecurity>
  <PresentationFormat>自定义</PresentationFormat>
  <Paragraphs>1406</Paragraphs>
  <Slides>29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3" baseType="lpstr">
      <vt:lpstr>Arial</vt:lpstr>
      <vt:lpstr>Calibri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33</cp:revision>
  <dcterms:created xsi:type="dcterms:W3CDTF">2026-09-23T07:01:10Z</dcterms:created>
  <dcterms:modified xsi:type="dcterms:W3CDTF">2026-10-29T08:25:29Z</dcterms:modified>
</cp:coreProperties>
</file>